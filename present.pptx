
<file path=[Content_Types].xml><?xml version="1.0" encoding="utf-8"?>
<Types xmlns="http://schemas.openxmlformats.org/package/2006/content-types">
  <Default Extension="++vwnczvtcqqaaaabjru5erkjggg==" ContentType="image/++vwnczvtcqqaaaabjru5erkjggg=="/>
  <Default Extension="3tt2jvv0a3r+cbsizjaaaaaelftksuqmcc" ContentType="image/3tt2jvv0a3r+cbsizjaaaaaelftksuqmcc"/>
  <Default Extension="4bi7zeatgkrzyaaaaasuvork5cyii=" ContentType="image/4bi7zeatgkrzyaaaaasuvork5cyii="/>
  <Default Extension="aaaaaelftksuqmcc" ContentType="image/aaaaaelftksuqmcc"/>
  <Default Extension="arpmlkx9w5j3aaaaaelftksuqmcc" ContentType="image/arpmlkx9w5j3aaaaaelftksuqmcc"/>
  <Default Extension="axgsvoegdodjaaaaaelftksuqmcc" ContentType="image/axgsvoegdodjaaaaaelftksuqmcc"/>
  <Default Extension="g3rhyvqtby00kaaaaasuvork5cyii=" ContentType="image/g3rhyvqtby00kaaaaasuvork5cyii="/>
  <Default Extension="hegy3q6+jnkawaaaabjru5erkjggg==" ContentType="image/hegy3q6+jnkawaaaabjru5erkjggg=="/>
  <Default Extension="hr7z3r3by3kt75lasfnjxhu8annwxbxi40wcuhw3osmet2yayqacyqpgrlfjt54ewp8x2b3wgkphxekaaaaasuvork5cyii=" ContentType="image/hr7z3r3by3kt75lasfnjxhu8annwxbxi40wcuhw3osmet2yayqacyqpgrlfjt54ewp8x2b3wgkphxekaaaaasuvork5cyii="/>
  <Default Extension="mjpqx2xf27v21ep11qpi6w0mwoiuiuaaqiecbagqiaaaqiecbagqiaaaqiecbag8k9ak6+7pzwpbfpgbvt+t837599+yvm3bquurbgnkiqaaaaasuvork5cyii=" ContentType="image/mjpqx2xf27v21ep11qpi6w0mwoiuiuaaqiecbagqiaaaqiecbagqiaaaqiecbag8k9ak6+7pzwpbfpgbvt+t837599+yvm3bquurbgnkiqaaaaasuvork5cyii="/>
  <Default Extension="ohdxaaaaaelftksuqmcc" ContentType="image/ohdxaaaaaelftksuqmcc"/>
  <Default Extension="p17rmtb8aaaaasuvork5cyii=" ContentType="image/p17rmtb8aaaaasuvork5cyii="/>
  <Default Extension="rels" ContentType="application/vnd.openxmlformats-package.relationships+xml"/>
  <Default Extension="t87zfcmobdwxsdungzqty9aigrare3g8dfgvibmhaokdmlqxyfii5hqglajg3mgbrioywbiwkxnzcgewbmfsyscgqcwsdfgvibmhaokdmlqxyfii5hqglajg3mgbrioywbiwkxnzcgewbmfsyscgqcwsdfgvibmhaokdmlqxyfii5hqglajg3mgbrioywbiwkxnzcgewbmfsyscgqcwsdfgvibmhaokdmlqxyfii5hqglajg3mgbrioywbiwkx" ContentType="image/t87zfcmobdwxsdungzqty9aigrare3g8dfgvibmhaokdmlqxyfii5hqglajg3mgbrioywbiwkxnzcgewbmfsyscgqcwsdfgvibmhaokdmlqxyfii5hqglajg3mgbrioywbiwkxnzcgewbmfsyscgqcwsdfgvibmhaokdmlqxyfii5hqglajg3mgbrioywbiwkxnzcgewbmfsyscgqcwsdfgvibmhaokdmlqxyfii5hqglajg3mgbrioywbiwkxnzcgewbmfsyscgqcwsdfgvibmhaokdmlqxyfij5dzbpvgfpkeqgaaaaaelftksuqmcc"/>
  <Default Extension="webp" ContentType="image/webp"/>
  <Default Extension="wgn3jkrmi7kagaaaabjru5erkjggg==" ContentType="image/wgn3jkrmi7kagaaaabjru5erkjggg=="/>
  <Default Extension="wob0ce4flv09qaaaabjru5erkjggg==" ContentType="image/wob0ce4flv09qaaaabjru5erkjggg=="/>
  <Default Extension="x+ephoqkja0swaaaabjru5erkjggg==" ContentType="image/x+ephoqkja0swaaaabjru5erkjggg=="/>
  <Default Extension="x9mi7jjgiovoqaaaabjru5erkjggg==" ContentType="image/x9mi7jjgiovoqaaaabjru5erkjggg=="/>
  <Default Extension="xml" ContentType="application/xml"/>
  <Default Extension="ypyfabdszcmaaaaasuvork5cyii=" ContentType="image/ypyfabdszcmaaaaasuvork5cyii=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101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418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eb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hegy3q6+jnkawaaaabjru5erkjggg=="/><Relationship Id="rId4" Type="http://schemas.openxmlformats.org/officeDocument/2006/relationships/image" Target="../media/image2.x9mi7jjgiovoqaaaabjru5erkjggg==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eb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17rmtb8aaaaasuvork5cyii=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ebp"/><Relationship Id="rId7" Type="http://schemas.openxmlformats.org/officeDocument/2006/relationships/image" Target="../media/image10.ohdxaaaaaelftksuqmcc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aaaaaelftksuqmcc"/><Relationship Id="rId5" Type="http://schemas.openxmlformats.org/officeDocument/2006/relationships/image" Target="../media/image8.t87zfcmobdwxsdungzqty9aigrare3g8dfgvibmhaokdmlqxyfii5hqglajg3mgbrioywbiwkxnzcgewbmfsyscgqcwsdfgvibmhaokdmlqxyfii5hqglajg3mgbrioywbiwkxnzcgewbmfsyscgqcwsdfgvibmhaokdmlqxyfii5hqglajg3mgbrioywbiwkxnzcgewbmfsyscgqcwsdfgvibmhaokdmlqxyfii5hqglajg3mgbrioywbiwkx"/><Relationship Id="rId4" Type="http://schemas.openxmlformats.org/officeDocument/2006/relationships/image" Target="../media/image7.3tt2jvv0a3r+cbsizjaaaaaelftksuqmcc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axgsvoegdodjaaaaaelftksuqmcc"/><Relationship Id="rId3" Type="http://schemas.openxmlformats.org/officeDocument/2006/relationships/image" Target="../media/image11.webp"/><Relationship Id="rId7" Type="http://schemas.openxmlformats.org/officeDocument/2006/relationships/image" Target="../media/image15.ypyfabdszcmaaaaasuvork5cyii=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++vwnczvtcqqaaaabjru5erkjggg=="/><Relationship Id="rId5" Type="http://schemas.openxmlformats.org/officeDocument/2006/relationships/image" Target="../media/image13.4bi7zeatgkrzyaaaaasuvork5cyii="/><Relationship Id="rId4" Type="http://schemas.openxmlformats.org/officeDocument/2006/relationships/image" Target="../media/image12.hr7z3r3by3kt75lasfnjxhu8annwxbxi40wcuhw3osmet2yayqacyqpgrlfjt54ewp8x2b3wgkphxekaaaaasuvork5cyii=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eb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wob0ce4flv09qaaaabjru5erkjggg=="/><Relationship Id="rId4" Type="http://schemas.openxmlformats.org/officeDocument/2006/relationships/image" Target="../media/image18.wgn3jkrmi7kagaaaabjru5erkjggg==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ebp"/><Relationship Id="rId7" Type="http://schemas.openxmlformats.org/officeDocument/2006/relationships/image" Target="../media/image22.arpmlkx9w5j3aaaaaelftksuqmcc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g3rhyvqtby00kaaaaasuvork5cyii="/><Relationship Id="rId5" Type="http://schemas.openxmlformats.org/officeDocument/2006/relationships/image" Target="../media/image20.mjpqx2xf27v21ep11qpi6w0mwoiuiuaaqiecbagqiaaaqiecbagqiaaaqiecbag8k9ak6+7pzwpbfpgbvt+t837599+yvm3bquurbgnkiqaaaaasuvork5cyii="/><Relationship Id="rId4" Type="http://schemas.openxmlformats.org/officeDocument/2006/relationships/image" Target="../media/image12.hr7z3r3by3kt75lasfnjxhu8annwxbxi40wcuhw3osmet2yayqacyqpgrlfjt54ewp8x2b3wgkphxekaaaaasuvork5cyii=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eb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x+ephoqkja0swaaaabjru5erkjggg=="/><Relationship Id="rId4" Type="http://schemas.openxmlformats.org/officeDocument/2006/relationships/image" Target="../media/image12.hr7z3r3by3kt75lasfnjxhu8annwxbxi40wcuhw3osmet2yayqacyqpgrlfjt54ewp8x2b3wgkphxekaaaaasuvork5cyii=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orage.yandexcloud.net/prs-editor/themes/accent-light-2/title.webp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pic>
        <p:nvPicPr>
          <p:cNvPr id="3" name="Image 1" descr="data:image/png;base64,iVBORw0KGgoAAAANSUhEUgAAB4AAAAQ4CAYAAADo08FDAAAgAElEQVR4Xuzdi3qrOJc22pVU3/8Vf2ulTWwcTIApJIQAj9rPv7u7DDoMiUPpjeyPr9s/f/xDgAABAgQIECBAgAABAgQIECBAgAABAgQIECBAgAABAqcX+BAAn34MdYAAAQIECBAgQIAAAQIECBAgQIAAAQIECBAgQIAAAQLfAgJgE4EAAQIECBAgQIAAAQIECBAgQIAAAQIECBAgQIAAAQIXERAAX2QgdYMAAQIECBAgQIAAAQIECBAgQIAAAQIECBAgQIAAAQICYHOAAAECBAgQIECAAAECBAgQIECAAAECBAgQIECAAAECFxEQAF9kIHWDAAECBAgQIECAAAECBAgQIECAAAECBAgQIECAAAECAmBzgAABAgQIECBAgAABAgQIECBAgAABAgQIECBAgAABAhcREABfZCB1gwABAgQIECBAgAABAgQIECBAgAABAgQIECBAgAABAgJgc4AAAQIECBAgQIAAAQIECBAgQIAAAQIECBAgQIAAAQIXERAAX2QgdYMAAQIECBAgQIAAAQIECBAgQIAAAQIECBAgQIAAAQICYHOAAAECBAgQIECAAAECBAgQIECAAAECBAgQIECAAAECFxEQAF9kIHWDAAECBAgQIECAAAECBAgQIECAAAECBAgQIECAAAECAmBzgAABAgQIECBAgAABAgQIECBAgAABAgQIECBAgAABAhcREABfZCB1gwABAgQIECBAgAABAgQIECBAgAABAgQIECBAgAABAgJgc4AAAQIECBAgQIAAAQIECBAgQIAAAQIECBAgQIAAAQIXERAAX2QgdYMAAQIECBAgQIAAAQIECBAgQIAAAQIECBAgQIAAAQICYHOAAAECBAgQIECAAAECBAgQIECAAAECBAgQIECAAAECFxEQAF9kIHWDAAECBAgQIECAAAECBAgQIECAAAECBAgQIECAAAECAmBzgAABAgQIECBAgAABAgQIECBAgAABAgQIECBAgAABAhcREABfZCB1gwABAgQIECBAgAABAgQIECBAgAABAgQIECBAgAABAgJgc4AAAQIECBAgQIAAAQIECBAgQIAAAQIECBAgQIAAAQIXERAAX2QgdYMAAQIECBAgQIAAAQIECBAgQIAAAQIECBAgQIAAAQICYHOAAAECBAgQIECAAAECBAgQIECAAAECBAgQIECAAAECFxEQAF9kIHWDAAECBAgQIECAAAECBAgQIECAAAECBAgQIECAAAECAmBzgAABAgQIECBAgAABAgQIECBAgAABAgQIECBAgAABAhcREABfZCB1gwABAgQIECBAgAABAgQIECBAgAABAgQIECBAgAABAgJgc4AAAQIECBAgQIAAAQIECBAgQIAAAQIECBAgQIAAAQIXERAAX2QgdYMAAQIECBAgQIAAAQIECBAgQIAAAQIECBAgQIAAAQICYHOAAAECBAgQIECAAAECBAgQIECAAAECBAgQIECAAAECFxEQAF9kIHWDAAECBAgQIECAAAECBAgQIECAAAECBAgQIECAAAECAmBzgAABAgQIECBAgAABAgQIECBAgAABAgQIECBAgAABAhcREABfZCB1gwABAgQIECBAgAABAgQIECBAgAABAgQIECBAgAABAgJgc4AAAQIECBAgQIAAAQIECBAgQIAAAQIECBAgQIAAAQIXERAAX2QgdYMAAQIECBAgQIAAAQIECBAgQIAAAQIECBAgQIAAAQICYHOAAAECBAgQIECAAAECBAgQIECAAAECBAgQIECAAAECFxEQAF9kIHWDAAECBAgQIECAAAECBAgQIECAAAECBAgQIECAAAECAmBzgAABAgQIECBAgAABAgQIECBAgAABAgQIECBAgAABAhcREABfZCB1gwABAgQIECBAgAABAgQIECBAgAABAgQIECBAgAABAgJgc4AAAQIECBAgQIAAAQIECBAgQIAAAQIECBAgQIAAAQIXERAAX2QgdYMAAQIECBAgQIAAAQIECBAgQIAAAQIECBAgQIAAAQICYHOAAAECBAgQIECAAAECBAgQIECAAAECBAgQIECAAAECFxEQAF9kIHWDAAECBAgQIECAAAECBAgQIECAAAECBAgQIECAAAECAmBzgAABAgQIECBAgAABAgQIECBAgAABAgQIECBAgAABAhcREABfZCB1gwABAgQIECBAgAABAgQIECBAgAABAgQIECBAgAABAgJgc4AAAQIECBAgQIAAAQIECBAgQIAAAQIECBAgQIAAAQIXERAAX2QgdYMAAQIECBAgQIAAAQIECBAgQIAAAQIECBAgQIAAAQICYHOAAAECBAgQIECAAAECBAgQIECAAAECBAgQIECAAAECFxEQAF9kIHWDAAECBAgQIECAAAECBAgQIECAAAECBAgQIECAAAECAmBzgAABAgQIECBAgAABAgQIECBAgAABAgQIECBAgAABAhcREABfZCB1gwABAgQIECBAgAABAgQIECBAgAABAgQIECBAgAABAgJgc4AAAQIECBAgQIAAAQIECBAgQIAAAQIECBAgQIAAAQIXERAAX2QgdYMAAQIECBAgQIAAAQIECBAgQIAAAQIECBAgQIAAAQICYHOAAAECBAgQIECAAAECBAgQIECAAAECBAgQIECAAAECFxEQAF9kIHWDAAECBAgQIECAAAECBAgQIECAAAECBAgQIECAAAECAmBzgAABAgQIECBAgAABAgQIECBAgAABAgQIECBAgAABAhcREABfZCB1gwABAgQIECBAgAABAgQIECBAgAABAgQIECBAgAABAgJgc4AAAQIECBAgQIAAAQIECBAgQIAAAQIECBAgQIAAAQIXERAAX2QgdYMAAQIECBAgQIAAAQIECBAgQIAAAQIECBAgQIAAAQICYHOAAAECBAgQIECAAAECBAgQIECAAAECBAgQIECAAAECFxEQAF9kIHWDAAECBAgQIECAAAECBAgQIECAAAECBAgQIECAAAECAmBzgAABAgQIECBAgAABAgQIECBAgAABAgQIECBAgAABAhcREABfZCB1gwABAgQIECBAgAABAgQIECBAgAABAgQIECBAgAABAgJgc4AAAQIECBAgQIAAAQIECBAgQIAAAQIECBAgQIAAAQIXERAAX2QgdYMAAQIECBAgQIAAAQIECBAgQIAAAQIECBAgQIAAAQICYHOAAAECBAgQIECAAAECBAgQIECAAAECBAgQIECAAAECFxEQAF9kIHWDAAECBAgQIECAAAECBAgQIECAAAECBAgQIECAAAECAmBzgAABAgQIECBAgAABAgQIECBAgAABAgQIECBAgAABAhcREABfZCB1gwABAgQIECBAgAABAgQIECBAgAABAgQIECBAgAABAgJgc4AAAQIECBAgQIAAAQIECBAgQIAAAQIECBAgQIAAAQIXERAAX2QgdYMAAQIECBAgQIAAAQIECBAgQIAAAQIECBAgQIAAAQICYHOAAAECBAgQIECAAAECBAgQIECAAAECBAgQIECAAAECFxEQAF9kIHWDAAECBAgQIECAAAECBAgQIECAAAECBAgQIECAAAECAmBzgAABAgQIECBAgAABAgQIECBAgAABAgQIECBAgAABAhcREABfZCB1gwABAgQIECBAgAABAgQIECBAgAABAgQIECBAgAABAgJgc4AAAQIECBAgQIAAAQIECBAgQIAAAQIECBAgQIAAAQIXERAAX2QgdYMAAQIECBAgQIAAAQIECBAgQIAAAQIECBAgQIAAAQICYHOAAAECBAgQIECAAAECBAgQIECAAAECBAgQIECAAAECFxEQAF9kIHWDAAECBAgQIECAAAECBAgQIECAAAECBAgQIECAAAECAmBzgAABAgQIECBAgAABAgQIECBAgAABAgQIECBAgAABAhcREABfZCB1gwABAgQIECBAgAABAgQIECBAgAABAgQIECBAgAABAgJgc4AAAQIECBAgQIAAAQIECBAgQIAAAQIECBAgQIAAAQIXERAAX2QgdYMAAQIECBAgQIAAAQIECBAgQIAAAQIECBAgQIAAAQICYHOAAAECBAgQIECAAAECBAgQIECAAAECBAgQIECAAAECFxEQAF9kIHWDAAECBAgQIECAAAECBAgQIECAAAECBAgQIECAAAECAmBzgAABAgQIECBAgAABAgQIECBAgAABAgQIECBAgAABAhcREABfZCB1gwABAgQIECBAgAABAgQIECBAgAABAgQIECBAgAABAgJgc4AAAQIECBAgQIAAAQIECBAgQIAAAQIECBAgQIAAAQIXERAAX2QgdYMAAQIECBAgQIAAAQIECBAgQIAAAQIECBAgQIAAAQICYHOAAAECBAgQIECAAAECBAgQIECAAAECBAgQIECAAAECFxEQAF9kIHWDAAECBAgQIECAAAECBAgQIECAAAECBAgQIECAAAECAmBzgAABAgQIECBAgAABAgQIECBAgAABAgQIECBAgAABAhcREABfZCB1gwABAgQIECBAgAABAgQIECBAgAABAgQIECBAgAABAgJgc4AAAQIECBAgQIAAAQIECBAgQIAAAQIECBAgQIAAAQIXERAAX2QgdYMAAQIECBAgQIAAAQIECBAgQIAAAQIECBAgQIAAAQICYHOAAAECBAgQIECAAAECBAgQIECAAAECBAgQIECAAAECFxEQAF9kIHWDAAECBAgQIECAAAECBAgQIECAAAECBAgQIECAAAECAmBzgAABAgQIECBAgAABAgQIECBAgAABAgQIECBAgAABAhcREABfZCB1gwABAgQIECBAgAABAgQIECBAgAABAgQIECBAgAABAgJgc4AAAQIECBAgQIAAAQIECBAgQIAAAQIECBAgQIAAAQIXERAAX2QgdYMAAQIECBAgQIAAAQIECBAgQIAAAQIECBAgQIAAAQICYHOAAAECBAgQIECAAAECBAgQIECAAAECBAgQIECAAAECFxEQAF9kIHWDAAECBAgQIECAAAECBAgQIECAAAECBAgQIECAAAECAmBzgAABAgQIECBAgAABAgQIECBAgAABAgQIECBAgAABAhcREABfZCB1gwABAgQIECBAgAABAgQIECBAgAABAgQIECBAgAABAgJgc4AAAQIECBAgQIAAAQIECBAgQIAAAQIECBAgQIAAAQIXERAAX2QgdYMAAQIECBAgQIAAAQIECBAgQIAAAQIECBAgQIAAAQICYHOAAAECBAgQIECAAAECBAgQIECAAAECBAgQIECAAAECFxEQAF9kIHWDAAECBAgQIECAAAECBAgQIECAAAECBAgQIECAAAECAmBzgAABAgQIECBAgAABAgQIECBAgAABAgQIECBAgAABAhcREABfZCB1gwABAgQIECBAgAABAgQIECBAgAABAgQIECBAgAABAgJgc4AAAQIECBAgQIAAAQIECBAgQIAAAQIECBAgQIAAAQIXERAAX2QgdYMAAQIECBAgQIAAAQIECBAgQIAAAQIECBAgQIAAAQICYHOAAAECBAgQIECAAAECBAgQIECAAAECBAgQIECAAAECFxEQAF9kIHWDAAECBAgQIECAAAECBAgQIECAAAECBAgQIECAAAECAmBzgAABAgQIECBAgAABAgQIECBAgAABAgQIECBAgAABAhcREABfZCB1gwABAgQIECBAgAABAgQIECBAgAABAgQIECBAgAABAgJgc4AAAQIECBAgQIAAAQIECBAgQIAAAQIECBAgQIAAAQIXERAAX2QgdYMAAQIECBAgQIAAAQIECBAgQIAAAQIECBAgQIAAAQICYHOAAAECBAgQIECAAAECBAgQIECAAAECBAgQIECAAAECFxEQAF9kIHWDAAECBAgQIECAAAECBAgQIECAAAECBAgQIECAAAECAmBzgAABAgQIECBAgAABAgQIECBAgAABAgQIECBAgAABAhcREABfZCB1gwABAgQIECBAgAABAgQIECBAgAABAgQIECBAgAABAgJgc4AAAQIECBAgQIAAAQIECBAgQIAAAQIECBAgQIAAAQIXERAAX2QgdYMAAQIECBAgQIAAAQIECBAgQIAAAQIECBAgQIAAAQICYHOAAAECBAgQIECAAAECBAgQIECAAAECBAgQIECAAAECFxEQAF9kIHWDAAECBAgQIECAAAECBAgQIECAAAECBAgQIECAAAECAmBzgAABAgQIECBAgAABAgQIECBAgAABAgQIECBAgAABAhcREABfZCB1gwABAgQIECBAgAABAgQIECBAgAABAgQIECBAgAABAgJgc4AAAQIECBAgQIAAAQIECBAgQIAAAQIECBAgQIAAAQIXERAAX2QgdYMAAQIECBAgQIAAAQIECBAgQIAAAQIECBAgQIAAAQICYHOAAAECBAgQIECAAAECBAgQIECAAAECBAgQIECAAAECFxEQAF9kIHWDAAECBAgQIECAAAECBAgQIECAAAECBAgQIECAAAECAmBzgAABAgQIECBAgAABAgQIECBAgAABAgQIECBAgAABAhcREABfZCB1gwABAgQIECBAgAABAgQIECBAgAABAgQIECBAgAABAgJgc4AAAQIECBAgQIAAAQIECBAgQIAAAQIECBAgQIAAAQIXERAAX2QgdYMAAQIECBAgQIAAAQIECBAgQIAAAQIECBAgQIAAAQICYHOAAAECBAgQIECAAAECBAgQIECAAAECBAgQIECAAAECFxEQAF9kIHWDAAECBAgQIECAAAECBAgQIECAAAECBAgQIECAAAECAmBzgAABAgQIECBAgAABAgQIECBAgAABAgQIECBAgAABAhcREABfZCB1gwABAgQIECBAgAABAgQIECBAgAABAgQIECBAgAABAgJgc4AAAQIECBAgQIAAAQIECBAgQIAAAQIECBAgQIAAAQIXERAAX2QgdYMAAQIECBAgQIAAAQIECBAgQIAAAQIECBAgQIAAAQICYHOAAAECBAgQIECAAAECBAgQIECAAAECBAgQIECAAAECFxEQAF9kIHWDAAECBAgQIECAAAECBAgQIECAAAECBAgQIECAAAECAmBzgAABAgQIECBAgAABAgQIECBAgAABAicV+Pr6OmnLNZsAAQIESgQ+Pj5KTnfuxQUEwBcfYN0jQIAAAQIECBAgQIAAAQIECBAgQOC6AgLg646tnhEgQGBJQABsfizOj9sLgj8RM0cIECBAgAABAgQIECBAgAABAgQIECBwQgHLuyccNE0mQIDABgIC4A0QL1yEHcAXHlxdI0CAAAECBAgQIECAAAECBAgQIEDg2gIC4GuPr94RIEBgTkAAbG4sCQiAzQ8CBAgQIECAAAECBAgQIECAAAECBAicVEAAfNKB02wCBAgUCgiACwEvfroA+OIDrHsECBAgQIAAAQIECBAgQIAAAQIECFxXQAB83bHVMwIECCwJCIDNj8X54TeATRACBAgQIECAAAECBAgQIECAAAECBAicU0AAfM5x02oCBAiUCgiASwWvfb4dwNceX70jQIAAAQIECBAgQIAAAQIECBAgQODCAgLgCw+urhEgQGBBQABseiwJCIDNDwIECBAgQIAAAQIECBAgQIAAAQIECBxUQMB70IHRLAIECBxcQEB88AGq3DwBcGVgxRMgQIAAAQIECBAgQIAAAQIECBAgQCBXQACcK+c8AgQIvLeAAPjNx99vAL/3BNB7AgQIECBAgAABAgQIECBAgAABAgSOKyAAPu7YaBkBAgSOLCAAPvLo1G+bHcD1jdVAgAABAgQIECBAgAABAgQIECBAgACBLAEBcBabkwgQIPD2AgLg954CAuD3Hn+9J0CAAAECBAgQIECAAAECBAgQIEDgwAIC4AMPjqYRIEDgwAIC4AMPzg5NEwDvgKwKAgQIECBAgAABAgQIECBAgAABAgQI5AgIgHPUnEOAAAECAuD3ngMC4Pcef70nQIAAAQIECBAgQIAAAQIECBAgQODAAgLgAw+OphEgQODAAgLgAw/ODk0TAO+ArAoCBAgQIECAAAECBAgQIECAAAECBAjkCAiAc9ScQ4AAAQIC4PeeAwLg9x5/vSdAgAABAgQIECBAgAABAgQIECBQJCCgLOJzcmUBAUhlYMUTKBDw/CjAc2pzgaM/XwTAzaeIBhAgQIAAAQIECBAgQIAAAQIECBA4r4AF/POO3Tu0/OgL9O8wBvpIYE7A88PcOLPA0Z8vAuAzzy5tJ0CAAAECBAgQIECAAAECBAgQINBYwAJ+4wFQ/aLA0RfoDR+Bdxbw/Hjn0T9/34/+fBEAn3+O6QEBAgQIECBAgAABAgQIECBAgACBZgIW8JvRqzhB4OgL9AldcAiBywp4flx2aN+iY0d/vgiA32Ia6iQBAgQIECBAgAABAgQIECBAgACBOgIW8Ou4KnUbgaMv0G/TS6UQOKeA58c5x02r7wJHf74IgM1UAgQIECBAgAABAgQIECBAgAABAgSyBSzgZ9M5cQeBoy/Q70CgCgKHFfD8OOzQaFiCwNGfLwLghEF0CAECBAgQIECAAAECBAgQIECAAAEC0wIW8M2MIwscfYH+yHbaRqC2gOdHbWHl1xQ4+vNFAFxz9JVNgAABAgQIECBAgAABAgQIECBA4OICFvAvPsAn797RF+hPzqv5BIoEPD+K+JzcWODozxcBcOMJonoCBAgQIECAAAECBAgQIECAAAECRxawQH/k0dG2SODoC/RR+31O4J0FPH/eefTP3/fWzx8B8PnnkB4QIECAAAECBAgQIECAAAECBAgQqCZgAb4arYJ3EGi9AL9DF1VB4LICnj+XHdq36Fjr548A+C2mmU4SIECAAAECBAgQIECAAAECBAgQyBOwAJ/n5qxjCLRegD+GglYQOKeA5885x02r7wKtnz8CYDORAAECBAgQIECAAAECBAgQIECAAIFZAQvwJseZBVovwJ/ZTtsJtBbw/Gk9AuovEWj9/BEAl4yecwkQIECAAAECBAgQIECAAAECBAhcXMAC/MUH+OLda70Af3Fe3SNQVcDzpyqvwisLtH7+CIArD7DiCRAgQIAAAQIECBAgQIAAAQIECJxZwAL8mUdP21svwBsBAgTyBTx/8u2c2V6g9fNHANx+DmgBAQIECBAgQIAAAQIECBAgQIAAgcMKWIA/7NBoWIJA6wX4hCY6hACBGQHPH1PjzAKtnz8C4DPPHm0nQIAAAQIECBAgQIAAAQIECBAgUFnAAnxlYMVXFWi9AF+1cwoncHEBz5+LD/DFu9f6+SMAvvgE0z0CBAgQIECAAAECBAgQIECAAIG6Ahao6/rWLr31Am3t/in/vQXcn849/u5P5x6/d2+9+0/bGSAAbuuvdgIECBAgQIAAAQIECBAgQIAAgZMLWOA89wAKWM49flq/LOD+dO4Z4v507vF799a7/7SdAQLgtv5qJ0CAAAECBAgQIECAAAECBAgQOLmABc5zD6CA5dzjp/UC4CvPAfenK4/u9fvm/ajtGAuA2/qrnQABAgQIECBAgAABAgQIECBA4OQCFjjPPYAClnOPn9YLgK88B9yfrjy61++b96O2YywAbuuvdgIECBAgQIAAAQIECBAgQIAAgZMLWOA89wAKWM49flovAL7yHHB/uvLoXr9v3o/ajrEAuK2/2gkQIECAAAECBAgQIECAAAECBE4uYIHz3AMoYDn3+Gm9APjKc8D96cqje/2+eT9qO8YC4Lb+aidAgAABAgQIECBAgAABAgQIEDi5gAXOcw+ggOXc46f1AuArzwH3pyuP7vX75v2o7RgLgNv6q50AAQIECBAgQIAAAQIECBAgQODkAhY4zz2AApZzj5/WC4CvPAfcn648utfvm/ejtmMsAG7rr3YCBAgQIECAAAECBAgQIECAAIGDC1jAPPgABc0ToJx7/LS+TMD9q8yv9dnuX61HQP0lAu4/JXrl5wqAyw2VQIAAAQIECBAgQIAAAQIECBAgcGEBC5jnHlwByrnHT+vLBNy/yvxan+3+1XoE1F8i4P5Told+rgC43FAJBAgQIECAAAECBAgQIECAAAECFxawgHnuwRWgnHv8tL5MwP2rzK/12e5frUdA/SUC7j8leuXnCoDLDZVAgAABAgQIECBAgAABAgQIECBwYQELmOceXAHKucdP68sE3L/K/Fqf7f7VegTUXyLg/lOiV36uALjcUAkECBAgQIAAAQIECBAgQIAAAQIXFrCAee7BFaCce/y0vkzA/avMr/XZ7l+tR0D9JQLuPyV65ecKgMsNlUCAAAECBAgQIECAAAECBAgQIHBhAQuY5x5cAcq5x0/rywTcv8r8Wp/t/tV6BNRfIuD+U6JXfq4AuNxQCQQIECBAgAABAgQIECBAgAABAhcWsIB57sEVoJx7/LS+TMD9q8yv9dnuX61HQP0lAu4/JXrl5wqAyw2VQIAAAQIECBAgQIAAAQIECBAgcGEBC5jnHlwByrnHT+vLBNy/yvxan+3+1XoE1F8i4P5Told+rgC43FAJBAgQIECAAAECBAgQIECAAAECBQIWCAvwNjhVwLABYsUiLn99fH0s6318VdS9Fd26/rq9UzqBIgHPhyI+J7+5QOvntwD4zSeg7hMgQIAAAQIECBAgQIAAAQIEWgu0XiBr3f/W9Vvgbz0Cy/Vf/vpoHcC2rv/Y00/r3lzA8+HNJ4DuFwm0fn4LgIuGz8kECBAgQIAAAQIECBAgQIAAAQKlAq0XyErbf/bzLfAfewQve31EwWs/LLV2ALeuf+2069pby2JtW1KO733P1OaUfm11zFqfrcc/sX7Ph60GXDnvKND6+S0AfsdZp88ECBAgQIAAAQIECBAgQIAAgQMJtF4gOxBFk6ZY4G/CnlzpZa+P1gFs6/qTZ8DjwK0DwLX1rz0+MWBcW+xljl/rs/X4J9bv+XCZGacjDQRaP78FwA0GXUx9cRoAACAASURBVJUECBAgQIAAAQIECBAgQIAAAQI/Aq0XyN59LCzwH3sGXOb6SA1cx8Ox1Q7S1vWvnWZL7d3KZG2blo6fa+8R27plv1PLWuuz9fivrf/RL8+H1AF2HIHfAq2f3wJgs5IAAQIECBAgQIAAAQIECBAgQKCpQOsFsqadP0DlFvgPMAgLTbjM9dE6gG1d/9pptnUAuLb+tcdnBoxrqznt8Wt9th7/tfULgE871TT8OAKtn98C4OPMBS0hQIAAAQIECBAgQIAAAQIECLylQOsFsrdEH3RaAHzsGXCa6yP6itrWAWzr+tdOs60DwLX1rz0+8n33ncBrfbYe/7X1C4DXXgGOJ/BLoPXzWwBsUhIgQIAAAQIECBAgQIAAAQIECDQVaL1A1rTzB6hcAHyAQVhowmmuDwHwthNp6wBw29b9Li0zYKzdrMOUv9Zn6/FfW78A+DBTR0POK9D6+S0APu/c0XICBAgQIECAAAECBAgQIECAwCkEWi+AnQKpYiMFvBVxdyj6sNdPakAVBU87GKqCAIE8gY/PvPOcRYDAnz+tn98CYLOQAAECBAgQIECAAAECBAgQIECgqkDrBbCqnTtB4QLgEwzSQhMPe/0IgM89sbSeQIKAADgBySEEZgRaP78FwKYmAQIECBAgQIAAAQIECBAgQIBAVYHWC2BVO3eCwgXAJxikKwbAdv6ee+JpPYGbgADYNCCQL9D6/VcAnD92ziRAgAABAgQIECBAgAABAgQIEEgQaL0AltDESx8iAD738B72+ol2AFcMgP99/Izp59e5x1frCRxZQAB85NHRtqMLtH5+C4CPPkO0jwABAgQIECBAgAABAgQIECBwcoHWC2An5ytuvgC4mLBpAae5fioGvv0ADIPf/t8JgJtOT5VfXEAAfPEB1r2qAq2f3wLgqsOrcAIECBAgQIAAAQIECBAgQIAAgdYLYO8+AgLgc8+A01w/OwbAXVUfo52/guBzz3OtP6aAAPiY46JV5xBo/fwWAJ9jnmglAQIECBAgQIAAAQIECBAgQOC0Aq0XwE4Lt1HDBcAbQTYq5rDXTx/49knsjgHw1FAIgBtNUNVeWkAAfOnh1bnKAq2f3wLgygOseAIECBAgQIAAAQIECBAgQIDAuwu0XgB7d38B8LlnwGGvHwHwuSeW1hNIEBAAJyA5hMCMQOvntwDY1CRAgAABAgQIECBAgAABAgQIvLlA6wWqs/MLWOuO4OnnZ7QzdvxdxnU580uP+jEqeer3eoeHlOzY7couOT8fwZkEjiXwNfoq9HHrPm7XSsk/AuASvfrnnv75WJno3d/PBMCVJ5jiCRAgQIAAAQIECBAgQIAAAQJHF7CAWDZC777AWKYXn336+RkFpwLgeBKMjhAAryZzwkUFBMAXHdjEbp3++ZjYz9zD3v39TACcO3OcR4AAAQIECBAgQIAAAQIECBC4iIAFxLKBfPcFxjK9+Oxm83P8FcdxU1+PiILf/mgB8FpZxxMg8BAQAL/3VEh+PnbPo7M8azYc0nd/PxMAbziZFEWAAAECBAgQIECAAAECBAgQOKNA8gLiGTu3Q5vffYGxNnGz+SkAzgu0b2dFX//cFVz0Fc7DICM1aK89UdeUf/b2r+mrY7cXGMyfr+Biy/oK6EH5nm/bD9+WJSY/HwXAW7KfpiwB8GmGSkMJECBAgAABAgQIECBAgAABAnUEkhcQ61R/+lItkNcdwt3m51yQmLprKjeITC2/LvPv0pf607V54vOlLOpX4Bv1e6r+qXNyxy0ar6h90XiUtj8q3+fvJzAxJzcNgCfK93w79jSbfT5G9+9jd2uz1r37/BUAbzaVFESAAAECBAgQIECAAAECBAgQOKfAbgHbOXnCVr/7AmMIVHjAbvMzN0js+xcFinMOpUFjoe/s6akBwuC4PgCe2my2bQD879bsz9emj9sbuUbjFZ0fuS8GwAntj8r3+fsJPOfkz/x53h+/RtfDQ2fVDuCX8u8FfHz8937OJ+qxAHh5sN79/UwAfKKLWVMJECBAgAABAgQIECBAgAABAjUEdgvYajT+AGW++wJj7SHYbX6WBoLR+XNQpUFjrQEQAJfJCoDL/Jz9W2BqB3D/I8AC4LecMQJgAfCSgAD4LW8LOk2AAAECBAgQIECAAAECBAgQ+BHYLWC7KLoAuO7A7jY/owA3Cmqj8wXArwI5nhM7IJ+F2gFc90JUensBAXD7MThYCwTAAmAB8MEuSs0hQIAAAQIECBAgQIAAAQIECOwpsFuAtmendqxLwFsXu3h+5gavdbv1NqUv/e5vh/Drq59TZXIC4tSyu+POXv6avhYc228wnSsi+orh6PyCph3i1Kj/VRo58xvcL3Xlzu+Pv6/F+AroKkO4VaE/XwH+sVWRxyonmsdBa9/9/c0O4GNNZ60hQIAAAQIECBAgQIAAAQIECGwuUBywbd6icxX47guItUereH4KgGsP0WL5AuAZnii4OMm8jQLcKACNzm86eTeoPOr/BlX8LkIAXIX1jIUKgJdH7d3f3wTAZ7yqtZkAAQIECBAgQIAAAQIECBAgsEKgOGBbUdcVD333BcTaY5o9P08SoNX2a12+AFgAvDQHBcCNrtDcP0CwA7jRgOVVKwAWAC8JCIDzritnESBAgAABAgQIECBAgAABAgROI5AdsJ2mh3UbKgCu65s9PysGwMNQM/srjOuyFZVe2r8o9B02LtsvN8BKkYnK7soonV9RHaXlp/Rzg2OiADfaARudv0ETmxYR9b9J46K5tzS/BcBNhiy30pwAuPT+n9vWrPNS5vJCwe/+/iYAzpp1TiJAgAABAgQIECBAgAABAgQInEcgO2A7TxertvTdFxCr4t4KT56fOwRmU8HmXIAZhaDZwWdF8DX9m2pG1Oepcw7lsBQmrJ1fUTCxtryK415SdBTgRgFodH5J245wbtT/Xdu4xfwWAO86ZKWVzT4/J+4/a+7/0b2+9L6eXH50nw0A3/39TQBceoU5nwABAgQIECBAgAABAgQIECBwcIHkgO3g/WjVvHdfQKztnjw/dwjU+kXprqrxuvN4wTt5Abs24Iry1/Rvqtjh+f3n0fp8aVCwonvxoc/G/rsd+/l6/Nr5FXV8bXlx65scEQW4SwFodG6TDm1c6TED4IL5LQDeeIbULS58fg7uQ2vu/7Wfb8nlR/fZgPfd398EwHWvP6UTIECAAAECBAgQIECAAAECBJoLhAuEzVt47Aa8+wJi7dFJnp87BGpLi9JXCoCnxjQlqL1OADwhsHZ+RcHE2vJqX2iZ5Uch7lQA2p/TXdtXv38eMwAumN+jeX318cu8LA5z2stXQE/dkyYC4JT7f3JAmymRXH50nxUALwoIgDMnqNMIECBAgAABAgQIECBAgAABAmcRSA7YztKhndtpAbwuePL83CFQEwAvj7UAeOATBRM7zNe6V+a99NwAuL+ur37/FADvMQvVMScgAF6eG1e//0RXhgA4EvI5AQIECBAgQIAAAQIECBAgQODgAskB2sH7kdu8qy/wvfv4/skM0pJ3GE1MvO7clB2xuXO29Xm5/csJgKO+NnG+hbf//twGeeGfJu2KsCp8nhPwDpsRnT/X5JLrsyuz9PyIsnb5ff1VAuTujxOC++Zs/x5/2NDP/6s/X6N5ED1/W/t8dd/2Pf5n+McpM78FXPv+ttn1E/2hTTSAJ/+8dH4JgE8+ATSfAAECBAgQIECAAAECBAgQIBAtUF5dqHSB7Og+7z6+UZBRI2DKDUiPPpf69uX2TwB8lhFOb2cU4EYBZXR+jeuzK3OzgGmmgbXL76uNfNNHcnCkADiLbeqk6Pnb+v1DALzZUB+yoNL5JQA+5LBqFAECBAgQIECAAAECBAgQIEAgXSBaoEwv6ZxHli6QHb3Xzca33zm01w6crr7gNwzXjNVeAc6aNp392GEAvNW0qL0Tbc7c/LjLRAFuFFBG59fyrz1+tcvvXSLfWveM1P59fNZqwTnKjZ6/rd8/cgLgPeRT51fYlq0eNOOK9n6/CTs6fUDp/BIAZ8I7jQABAgQIECBAgAABAgQIECBwFIFogfIo7azVjtIFslrt2qrcZuO79wLphgFwtPjcjU2r4HGredGinHcKgHvfqXkynF+1P4/GubT+j6mvkB1UOhVQDvs/dX7k0xUfXaPR9Rmdnzp+c8dF5UftWxq3F7/lbyKPhj/8PJofkwXcQjdfAX2XiZ6/rd8/BMDhJTB9wN7vN5nNLJ1fAuBMeKcRIECAAAECBAgQIECAAAECBI4iEC1QHqWdtdpRukBWq11blbvb+M79ZmTtHThTUMFvGM7ZLoU2v4KQqF/Rbw9H55dOgNL6o/OD9kUBWGn3+vPngrTa9S8FY8O/RRgeN9Wm2p9HzqX1rwmAp/o/PH/q87l8ebyxdDwe0fgvjd/wK84jnznfkoB3zf2p9g7g1P5/HzdxT7v68zW6vqLnb2ufZ/s2/AOqyGTXz7d6zu79frMRUun8EgBvNBCKIUCAAAECBAgQIECAAAECBAi0EogWKFu1a696SxfI9mpnbj27je/eC6RLAWVhADy1Fi4AXjcDowBuXWnzRx89AO5b3rVzaQf01p9HvuNcJLf+/iuc58ZhGFBO9X94fv95ytwZ11crAJ4avyjI786pGQC/7JCutAM4Z378BMA/sf3Hx3/RVLz059Hzt/X7R9S+P4V/CNR8cAXARUMgAC7iczIBAgQIECBAgAABAgQIECBAoL1AuADYvolVW9B6AbZq526F7za+0ULxVguxPVjFAHhqTATA62ZqFOL1ntFxUa0C4LvQOMCN3HICvijAnapTAByNRPrnUwH55yED4J8+Xf35Go1e9Pxt7RO1TwD8GOG932+iiZX4een8EgAnQjuMAAECBAgQIECAAAECBAgQIHBUgXAB8KgN36hdpQtkGzWjWjG7je/eC6QC4OU5Uzoe0fnBjI2CXQHwK2DuDty+FAHwq2fq/BueNQxYp3YYL+1QjnYkb3GDFwBvobhvGdHzt/X7R9Q+AfBjvkTPw63/wG2jaVo6vwTAGw2EYggQIECAAAECBAgQIECAAAECtQTCBb5aFR+k3NIFsIN0I7sZ1cc/WhjNbnm7E4e/AZrdimhBuLXbTu3rv+J3zjEK6rL9nfgWAtH9rfb9v3X9rQd58jeIB/eW//5U2qLcuuMb1d96/kT11wqAo/t+ja9Q32jI9i0mek4HrSm9/wmA9x1utREgQIAAAQIECBAgQIAAAQIEVguEC3yrSzzXCaULYOfq7e/WVh//1kFmhQESAN9QNxpXAXCFCarIp0B0f6t9/29df+upIAAuG4HW8yeqf6vnwFhJAJw4bwTAiVAOI0CAAAECBAgQIECAAAECBAi8qUC4wHdxl9oBwNH5qo//RkHh0R1Xty9auG3ttlP7BMCrZ44TVghE97fa9//W9a+gqnLoZAA8qOk/G4AX3VvPn9n6Kz+fBMCJl2P0nA6KKb3/2QGcOE4OI0CAAAECBAgQIECAAAECBAi0EogWGFu1a696SxfA9mpnrXqqj3/lheJaLlXLTVm0bem2Y/umAuBo8b/q2Cj8UgLR/a32/b91/a0H0w7gshFoPX8EwL/Hb/h8av5V1CnP6oUpWHr/EwCXXd/OJkCAAAECBAgQIECAAAECBAhUF4gWGKs3oHEFpQtgjZtfXH318c8MMqMQsPbCa5X6lxZrM52KJ8CwgAbtGwbAkfmmfVXYWwhE97fa9//W9bce5JcAeOL+4jeAl0eo9fx51n+E51PjyTz1fJp7D4meZZu9vwiAG88K1RMgQIAAAQIECBAgQIAAAQIEDi4QLTAevPnFzasdABQ3sHIB1cc/c+F4twXUGd8q9T8Xa//dav18rTnTadPp0aB9UwHwoXZYbQqssL0Fovtb7ft/6/r39h7XNx0Ad/e/+z//3f4//8wLtJ4/AuCfsemfS92jepy7jgPdKu8PU9NEAOz2QYAAAQIECBAgQIAAAQIECBAgsCQQLTBeXa92AHB0v+rjnxls7raAOjNAVepvsMN21fxr0D4B8KoRcvBKgej+Vvv+37r+lVybH24HcBlp6/kjABYAL81gXwFddn07mwABAgQIECBAgAABAgQIECBQXSBaYKzegMYV1A4AGncvrL76+AuAf8agQcAaToDhAQ3aJwBeNUIOXikQ3d9q3/9b17+Sa/PDBcBlpK3njwD4Z/zsAP49lwXAZde3swkQIECAAAECBAgQIECAAAECf6IFwKsT1V6gb+1XPL5RwFr4FYF/ovJbA56x/tuY/Ptz+x7JhX9KfyOwaAdzN2cSx30Y4JYORd9mXwFdKul8AscV+Hjc3D5u98DRF+GvbvT4+VnrfWGvelYDbHRC37/eLwp+i54vG7W5ZjGt+5dcf+n7XSGiALgQ0OkECBAgQIAAAQIECBAgQIAAgeKA8OSEtRZ0j8JSPL5RUFe6QBiVfxTIM7VDADw5WgLgM01ibSWQJyAAznOreZYA+FU3OYCtNCjJ9Ze+3xW2XwBcCOh0AgQIECBAgAABAgQIECBAgEBxQHhyQgHwzACmBrO5C4Sp5Z98frVqfvICb2YDa5ffN6vWDuDSHdCZbE4jQKCyQP+10N3/tAO4MnZi8QLgV6i9np9zw5Ncf+77XTQv+ve/oHwBcATpcwIECBAgQIAAAQIECBAgQIBAICAAXv6q3LNPoOzxTQ1ocxcIU8vPGYBhm6bqKf08p03Dc3aoP3mBN7MvtcvvmyUAzhwgpxF4UwEB8PEGXgC8IgC+vR88/0CpwntS9OzuWvqsP/f9LpqCAuBIyOcECBAgQIAAAQIECBAgQIAAgW0EsgPCbapvXoodwI8hyF1oTF0gzC1/zQyZasuw3tLP17Rl6tgN648WcaMdrtH5UVdrl9/Xv2UAHPXJ5wQInF9gywB4rFHrt3prlXuU0RwHwH//3H4Hvvtn5r2g9PkSnV/skvreM1dR9Idpzwfgdn+guPTMn/Uq7WfUDzuAi6eiAggQIECAAAECBAgQIECAAAECiwIC4O0W2I441ZLHNzegTV0gzC1/DeqzLf9uZ42+/LOrv/TzNW2ZOnbD+qMAN1oAj86Pulq7/Oe68SMniNrjcwIECHQCAuDjzQMB8GhMFgPgmfeXwmHtn/kvr0KPMgXAhbhOJ0CAAAECBAgQIECAAAECBAgcVSA5IDxqBwrbZQfwAzA3oD1kADwxKVYFwDPnF861nwA6al9cfxTg1g5oa5ffC9TaAdy3P3IsHXLnEyCwr4AAeF/vlNoEwCOl1B3Azwdh+R8qHnIHcN+/mfdIvwGccnU5hgABAgQIECBAgAABAgQIECCwICAALl9YO/IESx5fAfBgh3AcwGaN+VJYPrUtZ1jJaHyi4LJ2QFu7/Oe6d6UdwALgrBnsJAKHFxAAH2+IBMAC4MVZKQA+3kWrRQQIECBAgAABAgQIECBAgMA5BJIDwHN0Z3Ur7fANyHKD39UjseMJKbuSl/rdnR+5RHWUlJ9S/4MzCoJr7aDdcTRVRYAAgVUCfQj82f/W7MzZ0ftB6ftT7fIjlKj+6Pwan3emf58PpvtPNXw/x26P3f97/MFP9Fwbt2t8fv95Pw9q9KNamQnP/8hn6Q+0unOjP+CK+lZSf1T28HM7gNdoOZYAAQIECBAgQIAAAQIECBB4S4HSBcyzox1xAXRL0+LxjYLOLRu7V1lRONu1oySg7c6P6igpP2EBuKeMFmIFwHtNOvUQIHAUAQHwfSSO+P4jAA6ukoTnf/TcFwAf5U6kHQQIECBAgAABAgQIECBAgACBygLFAWHl9tUu/ogLoFv2uXh8rxgAf698B98dXNrv2uUnTpJoIVgAnAjpMAIELiMgAL4P5RHffwTA5ZdZ9Nwv3eEbtXCv+u0AjkbC5wQIECBAgAABAgQIECBAgMDbCxQHhCcXPOIC6JakxeNbGoRmdGa4eFhtobJmQBuV3ZlUdI0WX4dDIgDOmKBOIUDg1AIC4PvwHfH9RwBcfmlF7wDV3qseTS+pf837nwC4fK4ogQABAgQIECBAgAABAgQIELi4QHFAeHKfIy6AbklaPL4Vg8pxP6cWDWsvVG5pvbireAfHaNF1qq8C4E1ngMIIEDiBgAD4PkhHfP8RAJ/gAqrQxJz3PwFwhYFQJAECBAgQIECAAAECBAgQIHAtgeKA8OQcR1wA3ZK0eHx3CC77/vYLgF2V4020pwiCn43+d+vS5+sw7uA49OsrjzYjC4C3vNqURYDAGQQEwPdROuL7jwD4DFfQ9m3Mef8TAG8/DkokQIAAAQIECBAgQIAAAQIELiZQHBCe3OOIC6BbkhaP7w7BZd/fpR2s5wqAJ0ZwB8elBdS5OSUA3vJqUxYBAmcQOEoA3FvNvYcUP7+DwTji+48A+AxX0PZtzHn/EwBvPw5KJECAAAECBAgQIECAAAECBC4mUHuB8ehcR1wA3dKseHx3CC4FwNuMuAB4G0elECBwbQEB8H18j/j+IwC+9rU31zsB8HuOu14TIECAAAECBAgQIECAAAEChQLFAWBh/dHpR1yAjNq85efVx2fHAHcrl24h8BQ7fuc63H3vcmX3Z9h7q8o/7QRKr993v/+1Gzk1v7NAaQDcfcn/0j/9DwCU3h+iMYruH1H90flR/bU+/9+/Xvgu+f28uz3r/u/xvFv7e/fj81Pb3c+T1OMdVy6w5v3PDuBybyUQIECAAAECBAgQIECAAAECJxeIFgBbd++oC5B7uVQfn8pBZA2nNQuANeovLlMAXEx4lgJKr993v/+dZZy181oCAuD7eB71/iMAvtb1tqY3a97/BMBrZB1LgAABAgQIECBAgAABAgQIXFKgNKCojXLUBcja/e7LrzY+Jwx+9zK/Qj3RDuB+B/XanVJXsNmzD6XX77vf//YcK3UR6AWaB8D987n7Y6GCf6L7R3R/is4vaFrRqUcJgOc6YWdw0fBudrIAeDNKBREgQIAAAQIECBAgQIAAAQJnFYgWAFv366gLkCUuw6+H7L8Kcq68auNTMwAeLlpP1VP785LBuci5UQB8kW4evhul1+8V73+HHzQNfHuBlgHw/euIu//f7acOuu81Lvgnun9E96fo/IKmFZ3aMgAe/tHU1E9RdJ8/58/E8KWc3+PMlb/0eRHsxU4WAF9sQHWHAAECBAgQIECAAAECBAgQWC8QLQCuL3HbM466AJnTy6nfBdwtAK4Z+PYYU7uVhvXW/jxnUDLPOfrO2X7h+GuwAN23ec1XKGbyOO0hUHp/vdL9z6QgcBaBKADu76Uff+5B7fif6LneH/+8P9yek1PPlNYBcDRere5PLQLgyfGZeL52ZlMB8Jrze/dhABydH43Vpp9HO9ML3zej96upYHyqfwLgTUddYQQIECBAgAABAgQIECBAgMAZBUoDitp9brXAWKNffQDcrRmOl43nFow3G5/CBbkkj+eiYNfTUY+6+mt/ntTIbQ6KFii3qSW/lCgAnlpgzq/NmXMCpdfvle5/ZgmBswi0DIBfHpWPZ2Zq4DX2je4fZ70/tQyAp/6Aqhuf4R9Y/TcaiOHnL+P7OG6Lz3e9tgTAu3KrjAABAgQIECBAgAABAgQIECCQLVC6AJhdceKJ0QJmYjGHOGxqB3DfsFMFwHNf4bxZwDsxXCkB8k6jfPTwt2MQAO80GYJqSu+vV7r/HWNEtIJALNAyAJ5qXe5O4Oj+cdb7094B8PCZLwC+zVABcHwTcQQBAgQIECBAgAABAgQIECBA4AgCpQuAtfsQLWDWrn/L8gXA/fclRjuEJ9QFwKumogB4FVe1g0vvr1e6/1VDVjCBjQUEwGmgre5PAuDX8cndIZ42yhNHCYCz6ZxIgAABAgQIECBAgAABAgQIENhUoDSA2LQxGYW1WmDMaOrkKVP+q36DdY+vbk7tbLTol1rO8Lip/nX19P8+qrOyz9Rv6HbN73cE7b7wmmPsnGYCx73/Tv926R1q8MOWs3Kl5/cFL5WTMmwpbU0pZ+6YvdpXWs9c+yOf0nqj8iP7qP7S8pfrn3u/iALg5+ztD5ypJrz+J55fL+8H0fMv4g0+L32/ivpXWv5U87s6/z4fzGm/tvz9vL5Npf97TKfxt3hEnw+f+cM2tX7+B9Pv+U0ghdNk89Ojb1HZytVvAG8+dAokQIAAAQIECBAgQIAAAQIEjiYQLdAdrb3j9tRYQNyzzwLgQFsAvOd0VNfOAse9/5YGuKXn9wMRBYDRgNUNCH//WnvUnvHnqe0rdZhrV1R/ab1R+ZFXVH9p+cv1C4Aj/2W/6P5W4/1NAPwzJgLg4Pq+TZa6d5Do/uZzAgQIECBAgAABAgQIECBAgEBlgbMvf9RYQKxM/lJ8tn/lna1ZBlvuRkrtX1RnajlZHb5tGhqsHka7VjKrcNqFBbKv/81NHlvgnuWOgp9unj//1dSSeen54w6VBU8/paUu74/bHwG3aN+gTX23ipsR+ZRWEJU/55xab2r50fhOf75bAPzyEwbDcQ4coudfNI2Dz0vfr6L7W2n5U80XAP+oCICXJ7gdwIU3CKcTIECAAAECBAgQIECAAAECxxeIFuiO3oMaC4h79jnbv3KwmWWw5WL0Uv/W1FPZSQCcNVOc9BDIvv43FwwC3Jf6MgLg8Pxxh1IDwAhiq4DwCO2L+przeeRTOg5R+XNtTq03tXwBcM7sKH2/iu5vpeVP9UkA/KNyxgA45Q/pfAV0ztXsHAIECBAgQIAAAQIECBAgQOAtBaIFuqOj1FhA3LPPc/6/FsFGQeZWC2BV+romoO0bkBLU1iq3AGHq+wNTFjALqnTqhQTa3X/XfkXz1gFxrUB1XO5cQJjT/xoTL7F9v3ZgpwakUZujALW0nqj8vn259ST6vTC8YE4A/ZRZawfwv0etk98/e3vOPZ/v0XMx55kYTYnB56XvV9H9rbT8qa7sEQCP6x0+84f/e+v3tGYBcDQvZ37bem5q1nK0A3jFzcChBAgQ1qNqKAAAIABJREFUIECAAAECBAgQIECAwDkFogW6o/eqxgLinn0WAPcr4QkBwHNRsV8+7879XB6uaAG9cLAFwIWAb356u/vv2gB0PFCl568pr2SS5AaEB2vf7FdwJ9w3F/migLZ2+X3jcuvJHd+0+SsAzh2X+7hG97ca728C4J8L/owB8NS3oQuAS56BziVAgAABAgQIECBAgAABAgTeWiBaoDs6To0FxD37fMkAeAgY7QTpj00JalPLGtafUm7BgE/u4BqUZzdwAe4bnNru/rv2N37Hg1F6fkJ53SFl+VMXQc3MorXtnzh+z/a99GLYp1KggwbAyb9xnDu+aeMvAC6bX9H9rcb7W4sAuLs8+2e9HcDdfTu4ryzsABYAv8GLjy4SIECAAAECBAgQIECAAAEC+wlEC3T7tSSvphoLiHktyTtLAPxwSwlqo0XFqSFIKTdv6L7PEgAX4Dk13CFXjygtAJuvv/T8ccmNA9bZHbZ9Oxu374VLAPzDIQCud4+45XjRFtKg8uj9srT8yUf+7aH89/lgDr4h5FHAd2h7m0r/95hO4z/cGn8+Va8AeKASvasJgGtetsomQIAAAQIECBAgQIAAAQIEziQQLaCdqS85ba2xQJjTjrlzqo9P5QAz2yJjgS+7rvGJw7ozfaKduf1XDs4FvKnnR8dtZnLQgqLr4+jXdylr1P/S8uPzy3bwxeU7okTg699MgPkx/Jr7Ww1ftyBr+O+6/3vpn/H542Mf5398mh/LkK/j09+v+lw0/Gra6DnZVz617bFgYkXPnb7d0f03un9F50ddqFF+V2Zf7t/g/aC0/VH/zv75f5U6kDo/K1X/LNZvANcWVj4BAgQIECBAgAABAgQIECAQCkQLZGEBJz/g6At01ccnM+CsPuzRwnbNdguAqw/vVhVE18fRr+9Sh6j/peXH5wv4YqN2RwiA29mn1SwAXnIqvX9H98ec8gXAaTM75SgBcIqSYwgQIECAAAECBAgQIECAAAECBQLRAllB0ac4NWcBcM+ObTY+czuAagapJVAtA+CSdj/OTd2BYgdwGXZ0fRz9+i7rffcV4dFvrJbWMHe+4LeW7JblJgfA40rtAN5yGBbK2ikA3rg3qc+36P4b3b+i86Nu1ShfABypp38uAE63ciQBAgQIECBAgAABAgQIECBAIEsgWiDLKvREJ5UuMNbu6mbjc6YAOAp/O/SjBtePCREtkPfzZuqbVFPPrT33zlB+dH0c/fouNY76X1r+/PkC4Hq225UsAN7Osk5JAuAl19L7d3R/zCn/7+3HfPvr6stXQBddFqcMgFd8Q4yvgC6aHk4mQIAAAQIECBAgQIAAAQIEthCIFsi2qOPIZeQsAO7Zn+zxWVqYXLGANdvXlJB2CWqqfUtlbhz41g5Zp367sa9zmMUPA+ClNnXl9Z93/zP8bcg9J2nDuqLr4+jXdyld1P/S8n/OF/huZ7lfSbMB8E5N8BvAEfQxA+Do+Zj6/Inuv9H9Kzo/1A2+IWFN+f2vZt/iXwFwBJ/4+VwAHM2/qPjU+RmV8/L51Ptp9AcAtwne6js6VvXNwQQIECBAgAABAgQIECBAgMB1Bd59eWLNAmCLWZA9PqcOgLul1s9X7osGwP3qYBTwjj/vcaosdLaY6Jl1RtfH0a/vzG4/T4v6X1r+z/kC4O0s9ytJALyfdV5NAuAlt9L7d3R/XFN+HwD/uwXA/x4P7o8gqVxTft78OfdZ5wyA099P7QA+9/zUegIECBAgQIAAAQIECBAgcAmBaIHsEp1c6MTRF+iyx+fUAfDEgAmAX3YA90IC4OX9NUe/vkvvr9n3h9UVjwLgnl0uvFpyzxMEwHtq59TVKADun6cz37oR7cBMfe5E99/o/hWdH4lvWb4AONJe//k5A+D091MB8Po54QwCBAgQIECAAAECBAgQIEBgY4FogWzj6g5XXOkCY+0OZY+PAHhxaKIF7tJxTf0KaDuAy6Sj6+Po13dZ728/hb3bF0wKgEvHqsX5AuAW6mvqFAAvaZXev6P745ryBcBr5nXasQLgNCdHESBAgAABAgQIECBAgAABAgRmBaIFsKvTrVngO6JFOH4b74xdbRD9FnBO+7oyo/M2qrc0CN4tf1s9MO9xQnh9NGeItsiW/kLg0cuP2td8gC7dgNYBcITrN4J/C33cLpnn/+tTxznI6DnYnxc9T6OBGn3+fG7O1L/VDuG5ZkUsox+QWNm7n8OHz5e+z39vD/3+339+Ldd09vfPbLidTuyuk5J/UufpSx0p19zjerMDuGR0nEuAAAECBAgQIECAAAECBAgkCRw/IEnqRvZBZ1+AC8dv44Xd1dDRYlhO+wTAq4fhXU8Ir4/mMNEKtQC4+RBduAEC4PMNrgA4HjMBcGz0DkcIgN9hlPWRAAECBAgQIECAAAECBAgQWBQ4fkBSdwAvGwDnBKs1qOcC4Nrt2yh4tgO4xqTYr8zj3t+i4Lc3yg2Az1J+ajv3mzPvVNPRA+B+LOwE/pmVlwyAu/eBiWd27vuZAPid7mLzfW0SAHfNSXz/tAPYPCVAgAABAgQIECBAgAABAgSqCxw3IKne9e8KchcY92ldXMvs+BUErMPQs/ZX4MU9zDwicQFuqvTS0HdYpq+Azhy/jU477v0tNfgUAG80FRQzISAAPt+0EAAvj1kU/nZn+wro8837nBYLgHPUnEOAAAECBAgQIECAAAECBAhcSuC4Ack+zJcJgAsC3156KvhcFQAvha4btK/2jNgy+O3bKgCuPWrL5R/n/pYa+I77kxoAn7X83Ha3nVdXqf0sAXCq9zvsFH4JgOceMP3zduaZHD3rPqMDUv/Aaq7+PwvX/e2c/r1jzfvZUvC7VeD76+488PcbwKlX6X7HNQuAE7toB3AilMMIECBAgAABAgQIECBAgACBfIHjBCT5fSg5c80CY0k9tc59jt8GAWu/gDn1bYxJQfBzsXe4FPtYet2gfbUM+3KH/e//XbTOHbVJABwJ1f38OPe33KBTAFx3hrx36QLg843/LgFwf9uZe25HD8YogK4YAHdNH99tBcDnm+dbtFgAvIWiMggQIECAAAECBAgQIECAAIFTCxwnIGnDKAD+cV/a9CMAzpufAuA8t63Oand/6yOIPkkZRRIz//p3vzMD4NOUnxuMbzVD3rucqwXA49G84o7gXQJgO4CTbgzDP8D793hJ+nt76Pf//vNrOXo++/tnElLDgwTADfFVTYAAAQIECBAgQIAAAQIECBxDoF1Acoz+n30BrsYO4KmREQDnzVcBcJ7bVme1u78JgO9jGAXYAuCt5npOOQLgHLW25wiAp/2bfgX0bcezALjtdTFVuwD4eGOiRQQIECBAgAABAgQIECBAgMDGAu0CkG06cvSAtrlv9NXKqV/VOBiubvNPUuDbnROVPzcNonZvM33CUqKNTlcPcEvnr+uzn2JHDTKjADa6RKJ+1S4/al/bz68eoLbVPX7tLXYYvwTAS6nnmufz+HkcPddTn99ROf0QT/3uRObwT72/zD2n5p5/0XvB1G8kP38D+M+/5B3AURdrP1+v/vyPfKPPawfIfgM4GgGfEyBAgAABAgQIECBAgAABAqFA6QJPWEHlA2ovgJU2v7lvtBAbLcBOnC8A/pkVAuDlK8T12ftEQWnpnSb3/NoBbe3yc/u9z3kC4H2cj1qLADgYmej9oz9dADwJWfv5Wvr+Wrt9ra97AXDrEVA/AQIECBAgQIAAAQIECBAgEAqULvCEFVQ+4OgLTM18o+D3mUsFAU1qOXPjnLrAO3d+af2F8y/a6SMAXgZ2fT4vtFeo5N/gLZzA4em1A9rU8ruAfOrYowbnIez3AQLgNKerHnXZADh6f0h9bpe+H+ROnL59j/pX7wD+87gvzbTfDuD7wBz9+Z87fZ7Tv/DxFH2Tjh3ApSPkfAIECBAgQIAAAQIECBAgQOD5VXRnpTj6AtNbBsBbLurO7EDu52u0gDY1r6NQd821IABe1nJ9PpeK10yrHY9NDWjnmhStgKeWLwDecdBVtZPAIQPgnOfzhl8BPXz+foa/Af57oF7OT729jIsRACddAaXvr0d//ichLBxkB3CpoPMJECBAgAABAgQIECBAgACB6gKlCzzVGxhUcPQFpt18U3fcjD2jxeA15UZl5UyWQf1Twe3c+u84luqC4i2D374rAuDlQX3f63M0A7uJ+vxXL/9HzlWx4Tm5CUrfhNwAeOm8YZui8jekqFCUHcAVUE9U5L4B8P266e65z98BHv4G8IbP538/N7PJ0Zj6w6yp5++aAHjy/Jnb169jR+8xz/bN7ADu2b76gDo4P5ySt/P/PSr9e3tp6N8LP78+w1OXDqj9fC19f63dviK8DU4WAG+AqAgCBAgQIECAAAECBAgQIECgrkDpAk/d1sWlH32BaTffNUHtkDVaFF5T7rOs4apz2QLnn4kAOKVJ424NA+CU83uikKc0P4uneNMjSufv+16fUQD8nGFNx3f6a5fXNCkKaFP/RGNYpwB4zQg49rgCbQLgrz9dvd//32QAXP58fgasMw/TpQD45ed8Hw/YlG/y6Ouc+vOZ8fmHC4BvU7RvkwD4uNfr2pYJgNeKOZ4AAQIECBAgQIAAAQIECBDYXaA04Nm9waMK3zdgGkGsSTWHp4YJZxTwDAp7CYALg9++2MQAuKt6SCAA3ubKLL0/HP/6fE60bcCepQiA7xSJAfCvHdI95Ir7z8YjuEVxdgBvoXjeMtoEwNEO4C4ALns+lwTAL6M5EQDPfcVzlQD40ZiPEUfyDuDnbSr+S7BhAPzxrz++bBxqP1+v/vwvvbMIgEsFnU+AAAECBAgQIECAAAECBAhUFyhd4KnewKCC2gtgpf3bzVcALAAunawT55fO3+Nfn32n4wX8dbwC4LuXAHjdvHH0lQQEwD+jOfkTDALgoule+/l69ed/Ef7tZAFwqaDzCRAgQIAAAQIECBAgQIAAgWKB0gWc4gYUFlB7gauweeHp1f2j4Dfa4Rv1YK781HKj9kX1Dz5/7gC6ZWtL1b9UOfy2yxV1OfQuUH3+ZkOn/Ybs2vvH9v099g7W2jtU9w3AsidTtRMj32i+rZ2/1Tqi4CoCNa6Peyh1+5Xe29dAh1+tvOHz+QVo4QHdPcc/+4f54LjJgDhQ/y/4LeK503/t8B0d2LvlXn9R+f/+9keU7QAe/LD8TFe3/sOmdZdBrt+6Wq579MftAdF2BK9rq2cECBAgQIAAAQIECBAgQOAyAmdfPjj7AlJ1/2gBNzWonZvxAuDL3AtyOlJ9/uY06vscAXA23eDEKKAsraNGwFXapj3Pj3yj6+vsz789rc9YV43rQwAcz4QooBUAx4YpR7h/pSjNHyMALvNzNgECBAgQIECAAAECBAgQeAuBaIH56AhnX0Cq7n/UADhqV8bEW9oB3C3YTn1u+0QG9DAgPAxgF/gO98KkfcXy2vvH9terHcBlM/C8Z3fhb+l8Wjt/z6v1ni2vEQB3kv1X0/439wdgFZ7PLyMY/eFZX//EDuCXnwOfmRb9DuLxb/emzqLWAfCf/91bmrPr+X5m6nOl7f5R96/UGTl9nAC4zM/ZBAgQIECAAAECBAgQIEDgLQRKF6BbI519Aam6f7SQGy3ERgOcuwM4aldU78TnAuAMtMJTqs/f5PYFAfBLOT+L3mvvH9v3N3WhPhli0wOjHaqlldUKuErbVfv83rV0Pq2dv7X7pfxtBWpdHwLg5XEqCYCHvyox9wXOUfkC4G2vo6uWJgC+6sjqFwECBAgQIECAAAECBAgQ2FCgdAF6w6ZkFXX2BfDq/lHQWisAzhrNspOGAfC4pNmNTm03wJR1+ABnV5+/s31M+4rnn9PHAfH9k7X3j+37KwA+wDSebULtALx0Pq2dv0e21rb1ArkB8TMAXl/l9xnRztTPl29jmKgkeC95lp/4fvL8zeBRVbk7gPtioutzeP0Ng9/+/Nxf8P37v/uLSeT8+nzLGcy2L0DuXzljNhh1vwFcBuhsAgQIECBAgAABAgQIECDwDgLRAtfRDc6+gFTdXwD8PYUFwHWu5Orzd7bZawPg6YLW3j+2768AuM7M3KZUAfA2jkqpIyAAvrseKQCe+orqtUGwALjO9XK1Uu0AvtqI6g8BAgQIECBAgAABAgQIEKggsH2gUaGRC0WuDXD2bV1cW3X/WgFwVG7c9c2PmPyN30e+Ng6Au98E7v75u3kr3qvA6vN3ljPtN36j0Vh7/9i+vwLgaIxafi4Abqnfpu7hrsv+OdGmJXGt7xoA9+PSj9U4AH7eVSeS15SvaO7lo/v91A7g0gC4a9/f54vJ3A7dvof95xPPw64T4ePFDuD4KjvuEQLg446NlhEgQIAAAQIECBAgQIAAgcMIRAtch2noTEPWBjhH6091/yioTfyKxV9uUbkNoAXA+6NXn7+zXRIA7zHatQPQ3ABrj753ddTuf+n1c/bn317juKYeAXCsFX01ce2vgBYAC4DjWXr9IwTA1x9jPSRAgAABAgQIECBAgACBNxAoXSA+O9HRF7gPPz5RUJsaAEfl7DzRogXo1OZ8td0Ak9rMwx7Xfv6HW5wK7comyNfUD0MOWtQ6AK0dcBbiv+3pW93fSgGj63vu+RztnC3tX2r5c+3vz3/ZwTlxK5mrJ2p/1L7ScVl7/vA+0//+b/c/w6B2bUX98am/8TtT/mZ+g/ebqTGL6oneP/8Gv3X8X7AFd/h8GLbv72ML8MfzR4xrPefKnm+50yP1vMg/uj9F9UTlR+e3/lwA3HoE1E+AAAECBAgQIECAAAECBDYQKF3g2KAJTYs4+gLN4ccnCm4FwE3n99krbz//ay2MP5OMoiESABfxve3JUcC4F0x0fQuAp0ciChb3Gr++HgHwnz8C4KlZJwDe+1rcsj4B8JaayiJAgAABAgQIECBAgAABAo0EogXYRs3arVoBcCH1mwbA46+InFO0A7hsfrW7P9UOfksD4Hv7oh22dgCXzb+rnn3+AHj8FbWvI1Xavyhgff4cwMwNfmkHcPfI7P8u6uw7gPv78/A96n7P+frT/bv/Uv8AbO2FduAdwMPf6I3mUfT+ObsD+NH//4LHVPYO4Jmf/l07TN08OPI/kX/p+0dU/pFturYJgI8+QtpHgAABAgQIECBAgAABAgQSBEoXOBKqOPQhR1+gOfz4vGkAnDqpBcCpUtPHtZv/AuCykbufHQXUW9Sxdxmlv+Faen7U39LwMyp/y8+j63v++fwaAI+Dtr0MUtvftW/qN+R7y1rtnwog19hEAeZ0ANz16t8jAK50H11470jp31K/Vl2fE18BXRoAD7/V/2suQK0dAG92kQuAN6NsUJAAuAG6KgkQIECAAAECBAgQIECAwNYC0QLm1vUdrTwBcOGIbBUAj5sRlVvY7GiReGnhfLiDK2qGADgSWv58v/tTpaAi7H7qAvl0+6KA1Q7gcACSD5i6Z8yN3ni0hgHgsMLU0R83MrX81M6tDSinyo0CzqnP++t7WH933HgH7eftpjtd/rTg2vt31P85x9T2p45Df9za9s+VPywneuZNlbEqAP64R5f978p+7wBe2/GC41/6N9p5/KsfE+8XU+fP7tDuf3s32OEc+b38RvRE358B8Mz70JodwH3xXT9//wZwdIfJHZjcO1xufevOi97/S98/ovLXtXb/owXA+5urkQABAgQIECBAgAABAgQIbC5QusCxeYN2LvDoCzSHH58oqC39Csio/Mz5Ei2GRwvwfbVR9wTAmQP0OG2/+S8ALhup6bOjgLpGnbXKHAaQUR3j+8I4YIzOjz4vLT86f+rzqE17BsA/bbkHTCntXdO+qK99fXMBcH/+5y0EnWpf/3n/eFvb/tT2Pdsx2oGcc/7UOS87gJ8B8P3IewD8GVW12ecv4zvaObsmAP7+A6/g/Nv+5kcnlwPOnAD4tcTH/7V7APx8wykcHwFwIWDT0wXATflVToAAAQIECBAgQIAAAQIEthHYL2DZpr1bl3KZAHjNttQtEaOANkpI59oSlVvYBwFwIeBOp+93fxoFwJv9BmIElbpAPt2+yMcO4Mg//fPJHcAzfzcQBazptU4fWVp+dH5KIDlu2ZqANQpQox3A47pvQcXLv4r+gCfqfzQ+Ufv786MAeK6eqP2p7Xu2o1IA3Jff/+5v93/371Rd9h0FoFE/1ny+1Q7gLQLg1H5P7QAefoV0zg7g4VdIPzL5F8bpHcD3323+/U/pH0alPt/WjPTUsXPtXy43ev+Pnq9Rq6Pyo/Nbfy4Abj0C6idAgAABAgQIECBAgAABAhsIlC5wbNCEpkUcfYEmeXwEwKvmkQB4FVezg5Pnf3ELBcDFhBMFXHEH8LCbc3+nUhowRmNRWn50vgA4CI76jZmP4Hn8Fdb92QLgaCZv97kA+G4pAE6fU9H7f+n7R1R+ekvbHCkAbuOuVgIECBAgQIAAAQIECBAgsEqgdAFjVWUHPPjsCzCz47e0QzZ31+3U+JXuxE1tS2k9M3Mv+grmKAg+4JTetUmt7x/R9VvevtIdTrsOx6CyewL19TVc7h9+fP/q1do7gI8e8L58Re2QZ3RjiObZcJTX3DPK5+fy/IraXbv+ePbX/Qrgj+D5Evd/uX2Pb3Ce7ebs9RfDXOKI//qvQh705uNG2s3LqjuAF8b9+zeko4v0cf7sYY/3kdSdvLODOdPOqHl9ean96I6fKnN4/vDzv/97fHX659Tzb7hrt/T5WGsH8FK7atW5/pKN7s/rS9z3DAHwvt5qI0CAAAECBAgQIECAAAECWQLxAmhWsac56ewLMALgsqkmAC71a7uYGl2/5fe30gXuMt/8swXAKXYC4LbX7y2KSxmm7GMEwNl0m5woAA4YBcCbzLPfhQiAK8G+FCsA3kNZHQQIECBAgAABAgQIECBAoFCgPCApbEDj06MAqXHzwuqzA+B+R23qDtxxS7bakZta/1b1jfohAA6n2OIB7e4f9wXeeAfeXMDVLxBHAZgAuGSGvOMO4KFXtJOv9vUTPd9q1z8/d+oGvz/13nfAzznM93+r9s3swC+5qE507nQAfN/922oH8Ddf9D5x8B3Az53Hif3ouly0A3j4w8PfvwW81XMxev6mTvbxb/xO/GTD81/N/ZbxVm1JbfP8fSm9hLZHCoDb+qudAAECBAgQIECAAAECBAgkCbRbAE5qXvWDogXy6g0orEAAXAY4FQBHoU1Zjdc6u939QwA8P5N+FrJ9BfTy9bbVDuDce0bt6yd6vtWuf16/JGAdhqpT5fwOXfcNgN879B2OeY0AeHitzX4Fc/SHZQvB6Xf5iednfQV0VPat+uh+IgAe31mCAPjlcAHwVm+hAuCtJJVDgAABAgQIECBAgAABAgQqCrRbAK7YqRVFRwvkK4pqcmjy+M0teCYsRn53LNppktv7ufqj3zDeqD3DADhadM3t4pXPS55/xQjTO47SdwDP7ViKdv1stdOpGCChgN99eQbAX9OBm98AfvzW5Wgijef1+Dmx1b2i9vUTPd9q1/8zaUsC376UqWB1WG568Nq7/PQ/r32v02bq+ovuLwmX9YkPCQPg792kE/9MPN9frrnHe8NsAJvxfrDqms6pP/Vda814R/2cqPMlQJ/odPev/v79+92Kj+4Hm+//25pWrTg29/pY+xXPpQHxii6tODS6P68oqsmhAuAm7ColQIAAAQIECBAgQIAAAQLrBPZbAF7Xrr2OPvsCTPL4XS0A7idItAAaTKSpADhph9FeE/Tg9STPv+J+CIBjwn4xvQvC7gv3AuBltdwdwOPcJPf2Wvv6iZ5vtev/0c8LWF9Hrw94f+b3a/nDz/tPZv7w4ZHcVgmAP36C6K9VqWJ8hZ/tiBoBcHetfYyC419BcMZ7QT9Uw1NnM9uiADjawb5ilKN+CoBnMNcGyCvGZMWh0f15RVFNDhUAN2FXKQECBAgQIECAAAECBAgQWCew3wLwunbtdfTZF2CSxy9jofBlDKLzcwcsdwdwX19hu+YC4Kyvdsw1OPF5yfOvuI+1AuDnRMpYKC7u1MYF2AG8FjQnAJ7K9K4fAHdBavoO29/jMApi+6m6amPhdgFw/fb1NWwRfK+d1SnH9+0qGdO4nrMGwOFm3b0D4O/Ue2K3bPT+E3Vk5vz/PXYA//mc2QGcdf1OzZeNdgD/+o3iaG6u/Y3gqLy8z8/+3x8C4LxxdxYBAgQIECBAgAABAgQIENhVYL8AZ9duJVd29gWY5PGrtFCYDD13oAC4mLBlAcnzr7iRAuCYUAAcG70eIQBODWAEwPHcSt+BHJdV+4h9AuD+D6mGX7nd/e/dNwt/fn7cvqdg/VdA77EDOMpN+zB21VdQPwvN2AEsAB5dEKUBbun521yfZ//vDwHwNvNAKQQIECBAgAABAgQIECDw5gL7BSx1oM++wBGpHH58jhr8RrAbfT7c4Tss8s2/mTNZt/38XrVFMLlfPwcuB2BfwQa50t/Q/fq3XH9U/uT53VfQzvzmbwZQlVNKr79oh35q+XPze6r8YZn9/x61o/8q7iqICYV+hEnWXCH36276/rlm12i0A3ZNWQkd/nVIVH9UZmn7Wtff96+0HXNOyz5T18c9AL79v9sU+292+t3vi7PX8eO9ZvBt25Mlzf1G/L/4wv0ub1XAO9WCmesvuj99Lh2QcE2H5fePnWAH8NfjpwRmh+k2jiX/xM+/qPSy+qPS489T/4BmuqTS/z4qfT8rrV8AHM8QRxAgQIAAAQIECBAgQIAAgVCg9D/wwwoqH1C6wFC5ecXFH358BMCTYxwtkBZPjIsU0H5+117gFQC3mKql11+U36SWLwCejXa+PxAAC4CX7w+Bz+MPXD4fSey/24Tq/vfuvfDzvw8B8AyuAPgO0+0UX/6n9vtBVL8AuEwg8vU5AQIECBAgQIAAAQIECBB4A4H2AUwZsgB4xq8PZhN2cxSNgAB4ki8KiPqAKTquaGxOcHK7+89eC7sXDIBPMK/e/GZMAAAgAElEQVRKr6uWAXDX9qj+1jt/+ymw2Q7gl9/YTAlFw+Tm0cSUsnImdGr9Udml7SttR2r90Vd0b/EbzFNW1wyAw+s7eq96XoDTz5fo/lc9AA4a0P8GsB3A0f2hLP4s/e+j0vez0vrtAI7mh88JECBAgAABAgQIECBAgECCQOl/4CdUUfWQ0gWGqo3boPDs8REAb6AfF+EroGOjpSOy53dZtbezBcAdYdZXQBfbLxcwzA6ir0qu3JSw+Og2m7MD+C0D4BfplFAyNfhMKSsc5okDUuuPyi5tX2k7UutfGQBH3U7+fLl9/fX13+N+nrID+Pv+Ev1hXMlXQN/KDgPYKNdbCoCDtkd1d/QlAXBp+d35f//+vc+A4KcEoudTNI18BXTZe07p+1npf58JgKMZ7nMCBAgQIECAAAECBAgQIJAgUPof+AlVVD2kdIGhauM2KDx5fOYWDKOFztI2RjtVovqj80vbN3N+yiJmStVzAfBScJUW8KTUfv5jkud3cVfLFkJ/Vx+t4Pf1Ze4Afvz45Mfsd1Sm9SdaAI9Yo/HZ8v47dU0Or6OSazbccXeD6MvvbknRbat3i267vd+4/vV9KQ36opHO+zx/B/C9vp/5VStgTA04o/7X8i9tX2m75upfKrc7Z2LH7/OWNPF5xDv7eVoA3N+HuvnU/e9dIDz+Cuipa27u+d03Z+6+0Zf18hvAg5vGr/O2eM8pCH7D+1/CTW/pnrUYKD8wh+cLgFMviOg9Y7mc0udz9PyPelFavwA4EvY5AQIECBAgQIAAAQIECBBIECj9D/yEKqoeUrrAULVxGxSePD5RErFBWyaLiBY2oyQlOr9Su9cHMNMNyQ2AowXmSt0+XLHJ87u45WmBaXo10cKsADjd8n7kUgDbBRjDz6Oyx7edMAAZ1R+VH33e1y8AXpZKv/5zg87SgPV5p46GPPPz0vbluvTNrRUAb+W27PP3z/0+3O8ATgmAX145Av68APjf7SvcxwH5Bs+f501t2Oifep73x5vHuLaU+180gRfLT3ihGt6/+6+A/vy3PH/tAI7eM5ZHrfS/j9Lvz9PtKK1fABxdlT4nQIAAAQIECBAgQIAAAQIJAqX/gZ9QRdVDShcYqjZug8KTxycKUqMgNretpfVG5+e2a+G8hLXK5FoFwMlUkwcmz++yan4viffrqtnr8tHCrAB47ZC9dwD8ugP292+E1/qN1bWj9Hr8djuAo3bk9r80YO3blVt/1K/S9u0UAP/6jeZoB/CMW8Tx6/PtdwALgFcPwvcJAuA8t7KzoveM5dJL//uo9P2stH4BcNnscTYBAgQIECBAgAABAgQIEPgWKP0P/NaMpQsMrdsf1Z88PlGQKgB+UguAo1m33+fJ87u4SaOkVwCcJBqNz5b3XwHwT9glAB5Pz9wAtjRg7duRW390mZW2TwDcCa/5CmgBcDQnpz8XAOe5lZ0lAC4TKNN3NgECBAgQIECAAAECBAgQOIVAtIB/9E5sGTAcva9T7QvHr1Xw2zc2qr8x+nCH7jD47f/3Lb4asXEXq1Yfzr+qtW9RePYW3y0qv5WR+RvAj9qjr8As/Y3fjTqZXUz0xxi159/8byzfu/T1VRrQzdFEv7HanxcFfFH7ovOzh+77xJffQJ0oKvqN1bLab+Pzb/n6iq6f277GoAmRX9n5UftLfeL+l9bQ9vyvr7/fDei/AvrfbcJ93iblx+3B/vl5+7e5t//HH8zNvh9Mvfe8fEXz8ldAR/e9p2rmH+492x29n82UH7UvLv92Xd7s58r5+7/HdTP+quy20+lX7Ve/fqL3k9LhKP3vNzuAS0fA+QQIECBAgAABAgQIECDwFgK1F9BrI5YuINRuX+3yw/HLXODbrN1R/ZtVlFeQADjPrT8rnH9lxe9wdm4CsFXTBMBLklHQUHv+CYDL5nkUsAmAlwNkAXDZ/BMAT/vFAe3jvFoB8KNcAXDZ/K5/dt39taX//SYArj8D1ECAAAECBAgQIECAAAECFxCovYBem6h0AaF2+2qXPzt+qcFr5g6SsF+p9YcF1T1gLgCuW+t1St/u/tEFsXUXG6fVBcBHno3tAuB7MBcHmNEOz1739Td8f5uPP9/qN1Sj9kU7WMtmR+xXVn50dhSgxjv4Sv3Kzo/aH/U/+jzuf1TCwT//d98B3O367f45xg7ggdnMe1J033uWkPn+9plagQB4cYJf/vqp/E5W+t9vAuCD3381jwABAgQIECBAgAABAgSOIbBdgNOmP6ULCG1avV2tAuAySwFwqd9Woa0AeGokom8YjhagawdIZbPn5+zUPGJcX73n11IA/DPn0+svDIBfOj4MFaMAtyyALB1fAXCZf+3rN7p/lI5/6/OPuQO4MADODH2HY9EyAP6+1wd98BXQra+cvv6t3u+m+1P6328C4KPME+0gQIAAAQIECBAgQIAAgUMLpC9gH7MbpQsIx+xVeque45e743aDxcTv1ubWn97VKkdOfQVpbhhVpYEHLzT//rG087buouMrqR3ALabYVtdY/vwb93o6SH0NMH/Py/n6o9/wjT6fat9UmHjsALjF3BrWGQWocQBaFuCW/oZw1P5s3497v+bfn+7zKqo/8ovOT21/VM9cOX0A3Pezu167/737TeDP/26/BTx1++/eiRLfZ2Z/A3ipY8N3rsR67oNV8FxcU8+w7SV1jt4L19zz//6979z+4zeAUy+RSscVzLmEFpX+95sAOAHZIQQIECBAgAABAgQIECBAYLsF9DaWpQsIbVq9Xa0C4DJLAXCpX+4CoQD4scK9OABX3QE8DgPm8okof9ju+bUiAH6EZ9/5xGyqEQW80eep16UAeEkqCiDjYFEAvOQb+UX+qbM8qmeunL9/7kFiF/h+X6+pAXBfYBCctgmA13wDwKMjBwqAh02Zu78LgFOvjNrH5b7fpbWr9L/fBMBpzo4iQIAAAQIECBAgQIAAgTcX2G4BvQ1k6QJCm1ZvV6sAuMxyKgAelrhm10pZS855dv79YxQAd+uMz39Vd9HxVdoO4BYz7/AB8GMKfrzkq/2/vAUwj51pyTuAX+Z3F+Ck/sZvNDoC4CWhKICMg0UB8JJv5Bf5R7O7/zyqZ66cJgFw7g7fCONZ7sT9Izp36wC4Ly/8C52f52t/z58KgLsgffhMEABHA7rX53XfxUr/+00AvNc8UA8BAgQIECBAgAABAgQInFogP8A5RrdLFxCO0Yv8VgiA8+26MwXApX65C4QC4Lv8sp8dwMvzc7vn10Qge6taAFx2f9jr7HHQ2AeGUQAZB4sC4KUxjPwi/9T5EdUzV44A+CFzxAD49ujr3wIEwKlXwt7H5b7fpbWz9L/fBMBpzo4iQIAAAQIECBAgQIAAgUBguwXmY1KX/gf4MXu1X6sOOz9SF/yiHRwRZWo9UTmVPp8LeKOdvf1XO0bHVWr2YYqtP79Ld+CWLlC+1j/5m5ArRuPH6/GVo/9K27ei8h0PTb0u5uZPf319fS7vYP2KEvCwz9EO2bkCouAvrPhxQG79qeWXHRcFdOPgLTVoTQ1go9ZHwV/U/qj8q3++ld/4Oj7be+PQobvHd//vv/9GP6s79S605iugV5wf3T8/gz8MCs/vHzvR+1nq+1/md/T/+/laj5dLbal/Xd/+/u9x/33b3wC+D+Ds8+/hEl3f9e9vZe83pfcRAXD9EVYDAQIECBAgQIAAAQIE3kKgfgDSlrH0P8Dbtr597YedH9HCX0+XugA4R51aT6OhEgCXwdef3wLgshFqc3YUQPStEgALgEtmaBRw9AHw2QPKEqOlc1P9ovrP7isAnhnh1Pc/AfAkYHR9RdfV/OcC4BQ7AXCKkmMIECBAgAABAgQIECBAIBSoH4CETah6gAC4jPfw8yMKaFMXAMdMUbllrJudLQAuo6w/v1sFwNP12gGcNl/KA+B7MBpt8MrfAVwavEY7gPvyU49Lc937qGgHbbQDuG9v6nG1+pcbUEYBTuRTqz9HKXduJ/dWO7z36uflAuB+Z+3M+1v/DQt/ove01Pe/zHJSdwB3zeirsAP4+8l4fz7OfQOGHcDfPgLgve6g6iFAgAABAgQIECBAgMDFBeoHIG0BBcBl/oefH5kLd6FKVG5YwD4H5AbA+7Tu+LXUn98C4KPNgtRwN6Xd8/PnHqBOB+4/XyuZP/8EwNH4pISbqcFu6nFRm3I/FwDnyi2fd80A+Ov2294ff/673SJe8s8VX+Hcqz2D1u+b2cTX4U69J92Oe95jZ96jwq+APkoAPNHnl+fHTP9f3EZTUAA8fP7N/IGRAPj+/nC78Zd9CXWd+6ZSCRAgQIAAAQIECBAgQOBkAlf/z0sBcNmEPPz8iILarXaATCzilcluc/bc6tDUAmS/cNn9z6UFym1ado5S6s/vvQLglHpuwUDSFuBuUXY6YBzPt5SQrcZMiELcpfmf056uvL7O7pbT31b6+fN5W7B+Xl+zer8Xu6P59zNepYFvTq+7c3J3AOeel9vOn/OGX5ucNt9/zp0LelsFwP38GPdj7t+P9a6+A7i0f9cKgO/XXDdXuv/36zeA+8kxfCcK3p8+pi7jwb/8GD4nUgPiNZf4zPtbGDD3qVnq+9+4Tb3L4PzJZ87Qb6Guz9vJw/P//v17rzH6iog1VhWOja6vdVX+jjKfO4BnHLatf11rHwOUc9LznLXPn1/3bwFwkb+TCRAgQIAAAQIECBAgQOAhEC1Anx2q9D/Az97/0vYffn4IgCeHOAqA+5PePQiuP79TgtmlqzR1/0dKPX0APB/w3lty7QA4umV0AuO1/LUB8PP6ehnaPk35SVW+ogDmGdgLgFOfZV0AnBqQ/lpwv+2cHP7Th8kC4FT9fY+LAqLoD1QuGQDfblYfH5+3HcC3IHjq8VE9AJ54fqTcdKemTqsAeKItzz8AGnz2MRkAx/1/7wD4x0cAvHy/tAN43+eJ2ggQIECAAAECBAgQIHBZgfoBSFs6AXCZf/L8GG6LK6ty3dnRwmLqDpConEGrot2H6zpQdnTuDuC+VgFwasAajVMXHE2utkcnBp+ntk8APIRc+gOIlx28M2z1A+DHbwQHX/A4uwP4ucOtcHpNnh7t3n2RnmlAVEbdQDsK/ubU5gLFcXlb/UbsUoC5tJM5N+CuMVuuUGbuV2wfpe/3ebTTDuBBp1++UGLpXWvF+9WL6V4BcML76zAAfj42EncAj3+rWADcP/8ezwk7gCdvJQLgo9xhtYMAAQIECBAgQIAAAQInF0gO+E7aTwFw2cAlz4+EBbSylsycHS0sCoCfcMOvgO7/pQA4NWCNZq8AOBLa8vPojzAEwCXaUXg7LHsuyI3KEAB3igLgknnq3F5AAPw6F573/zXvf8GxAuDS661/17IDOFVSAJwq5TgCBAgQIECAAAECBAgQWBRIDvhO6igAXh647PFfCl5XfMXg9HcUrphsUQC8oqjo0GHo9Kw2yjmiQn1eVWB6g+UWoe/Sjtth+Sk7c5cIctt6rzf6yd/s6//Z5OmvzK06qLfCxwHw9/V4o/rvwRUFxH37yvufG4D2LagbhK4bh/U3s68AOvqK3nXtW3907k7gcU1n3yG6Xu4aZ0TX91XeD1+vs3+33/+9/Trv+CugM36jN/oDscnn6/A3gmceQP/+LD8Xo3r72Rnd5z8nv5Wj2yu9UH9qaHxrRPfbvr/+6c5/vCDOta/fARzeP6MH+FEv08kfjx40NvG3j1s/P8p5c9/f7jULgMtHQAkECBAgQIAAAQIECBAgcBOIFsjOjnSVBb5a45A9/gLg+5Csz0xqDaVyJwQEwMvTIvv6fxYrAJ4WTr0xCIBr3rgEwDV1j192dH/r3w9b/cbzVoK/A+DbfeV2a/5vWIEA+KkhAN5q5s2UIwB+wAiAK880xRMgQIAAAQIECBAgQIBAikC0QJZSxpGPEQBXCoCiADh1Z+6K3RYvPUktf8PJ+fwKwNvCat/s4Cc8N6xdUTkCz/Hp1uF+frgvp6jROaOdP7Plt9oBfG9udP8rv/+fMwDud5j9ndkhlj5BcncAHyn47Xvbh9Y/X9E57/D4Dcd/ywvcpTu4ogA3Kj86P3Wca+0Ajq6/6PpNbf+7Hpfqe6UA+L5p9Ov73n/bCPx4DnQPg4lrNXiPinbizr7/PALAuflbewdw9BXQpQHw5M7fiYvMDuCZO48dwEm3ZDuAk5gcRIAAAQIECBAgQIAAAQKRQLRAFp1/9M8toC6PUPb4C4C/YQXAx74DnHMHcNmukeGIRPe/7Ov/Wck5A+C++eX9FwAv3QGigPb7HnoLkeeOiwLc4XlT5UTnp969BMCpUsc6Lrq+r7gD+KMLem8B7MfH520H8OCnAC4SAEdf+9wF3VFwXTUAHjjP1bP0FdDD/vXzM+rPsa66W2vsAH4MSdm7nAD4cDNbgwgQIECAAAECBAgQIHBOgWiB7Jy9+ml1FICcvX+l7d9s/HN35KbuAM4tPxMoXGTsl3fK1ncyW+e0VIGf+f34kdjUE1cfN1f+mh3A20+m6P5Xfv3XCYBTr79+mMa/ATw1fNM7+EvNj7iTN2Xypn5FdV/WdD+jgHUpAO7P7ebgXBCX0pM15UTtnatvLgCOrp/o+kvp39IxresvbX/t8yOfvv7xOKWeV9r+rebH/Tr7uaa7/7v7DeCXr4B+dvbnnhf9Bu3k+V1Nj9t+9Adwcz9hmxNoLj0TvstLfZecGrTuAbJ0fsr758T5awLgyZ8TngHM8Sudqy3OT/kDohbtSq+z7P1CAJwu7UgCBAgQIECAAAECBAgQWBDYa6Gr1SBstcDWqv21691s/FMWyKY6k7pol1t+JmBqABUtgGZW77SNBDab39ntyQmAh+FcWcAY3f/Kfc4ZAD+HM/gK43jYy8YnLr/WEdcKgPt5HAXJAuBa82n/cod/ODBV+5p725UC4G4H8Ofn53cAPPl6NfiXZwyAh6+CfVdeA+Dtnp/PeZXy/vl0/fkK/ed75Oj8qR3A/bHDd8/PRwA8HkcB8P73m7waBcB5bs4iQIAAAQIECBAgQIAAgU0F1iySbVrxToVFAchOzThsNZuNf8oC2ZTCSQPgn98QPezQvlfDXn6D96frm83vbM2cADi7sl8nRve/cp/l/uUGbql/gNF3eO0O4CeUAHhmsvXBdh+mjILux7p2NH+iHVxz86M/L5o/c8flfqX03JVXawdw6De3hfLR0NLzt7vT7FdS3+d/t7++egZkA6epz6PWXSMAvveyC4Bv3/7857+3DYB/NvPOvpb2H2z5/jm1A7h/PK4IgF/m6vfO7t+bkwXA0RV9lM8FwEcZCe0gQIAAAQIECBAgQIDAWwtEC4hnx4kCkLP3r7T9m42/ALh0KJxfIiAAntSL7n/l178AuGTatjs32gF8rQA4CpKjcRAAR0Lzn0c7ddeW3JXXhb/dP3MB8PjzqI7rBcC3r3++XcLvuQP42AFwN3X//fv7PSWHO7An/+hJABxdugf/XAB88AHSPAIECBAgQIAAgT0Fyhcg92ytuq4mEC2QX62/+rOvwOXvb1Hwm7rDYm5YovIzh3PtDsNxNXYAZ8If/LTtr9c1O4B7nLJFwyFx9Hzbvr+vA/z1yBnHOzX//lnuY399/eu2si3+EwWZy2dHO6ni+0TUvm0mfB9gpu6MTa31IwL4U9a/3OB1634+r6xHcNhfF1vN/9wAMTWozC0/mgfx/SG6f92vv7Fn939P2U4dN2zj73Oi+fda/3ico/5Hn0c+4/PH7e/Htztuabdy7vj+bt/ta59vZLdvgP5/9t5EQXYVV9PNYe2q+/5P26f2isiLAIGQJQTGjnBEKrvr7JVpm+FHDOazxMf3N5BGq/3aGnCHc+uIC8NB/eOTDc/D6ecHfzIA3bRTXheKwxdZc5azipkOWA5ePszHkg3zFesv5N/YeIg6cc+RJ6QQ3DRv/DevZ81fbt/R8lv2f9XrWD+tf+KoYc0/VoSK9fqvreX8DOD1FvAUXAFXwBVwBVwBV8AVcAUupMBRGzAXqpIX5YUUmN3geaGqeVEvoMDbj28WoHUAfAEr9CKMKnB8f53bgE/lXNs0pHW15rfj69sq7QB41PL69zkAXtNxrwfvaK57Ad5vAMBSqGZ+ZjPqfDUAbLW/1e4OgFsFHQCD128CwNHWf7YfODgAtnpd/a7BAbCtld/hCrgCroAr4Aq4Aq6AK+AKXEaBszcgL1NRL8glFbA2yC9ZaC/Uyyjw9uObA+CXsUUvqK1A7a/l8D77oe4dewAwTXANBlvz2/njU6o/AkzMDz27tPy/8sa45ckUtoKX2kd3gE0b83fNRazkankoLhWvPPyKAJi3uaSEZp9HeQCPg0a5nTR4ScEePInenZjKFuyCnczYahuC2wKNtpXtzd9K2fYA3geAR/vVjKZWXej13P9/Uqhe6afn0TuTE9z7GSMd1LF+dFxu7SKfFxv+8/UNHsCTJhfL0ZZ8rwcwjqv8+eH0VzyASRXuuSDc0/ZUD+DYoKktqQdv9UbuA2D6nGp7eX6E856lH2veNAM/zBrwg+93D+AHC+7ZuQKugCvgCrgCroAr4Aq4AkcoMPqie0RenoYrwBWwNshdMVdgRYG3H9+eAIDp5tbejSxrg8xqcw8BbSn0mtcdAB/dblsADH3PDsHbA0DHQZ9fCYAJ1LbXP6Mgbms3DoApGN4LYI8Kcbw3f2s8cABM+9De9d5bAeAAJQsAVkIvo1VJgJl+dKOG6L1wCOhYZQZmQQ8KgG83ALeyBzBoY61P8QOpvQAY9d+7frZGhbOvrwBgqu23FcN8uSKLH/CFAWUtheUKeAKugCvgCrgCroAr4Aq4Aq7AcQr48vY4LT2leQXsDdD5NP0JV6BucL356/sDAbC0KbZXXe6XyTfC7A241MK6f5D3gVdUYLvbttfCsPbP9QB+fhtUAAx9intk4u+woY19DpCSjB2PA7/bDXAlx3fyABbqYq9/+gDYOmNxr/29vgdwsnvuGZz0kOxY1hkBz3wI67EPKKons3y/XH7aqkcB4DxOTA+3R40Jml799Pd7Zrf5tRwqhwce6Dz9M4AVUyPpDnvkKmXB5+P6SfJGZevDHs2Soi0UAKysM5t1m5A/ha60Cgm4hyLvNZ/8INW/+TCxs4D8G0T4e8eV4+gHNv3xgTePBHaLFvABVu5nVwXAo+tv6wxfOj81aeb2+1bPuF9dt5U3wIFerN/iZwAvyecPuwKugCvgCrgCroAr4ApcTQEHwFdrkd9VHnsD9Hfp4bU9VoG3H9+eAICtLEdakO8VOgAeUe3973EAfHQbbwEwbMR+fyDwSTvRHABjKdptb9ytp7v2oxvocr1qv/9NALjq9/kJcWJ7P88BwEdZ4fNCQDsARu3HQkA7AK42vwKAA9z7+vz4Ct12JAT0OQBY+IQnL9pGAPD9KzyfQxwXD80pAFzHt3sGvfxDFQSHn7edoK8DgBMLz/1f+KDhSgC4zLPTH14cNULL6ZwJgKFpPvNHOPghwBaE77SLTXXWhHUAfK6deequgCvgCrgCroAr4Aq4Ag9W4O0ByYP19OzmFHAAPKeX3z2nwNuPbxaNVc4oG1aRpC96AO/cp3EAPNwC17gx7qqeXxR9g3rvRt5qoffme75WIzn85L142HCHf5YzgJnQVwLA8uaz5iq2BqBHNIR7DjkD+AkewNb8p62/NHA7qhe/z/agtUIk969vPUF7/X7GAzjV5Ac7Uq7YNoQ6L9+YB3DVaa8dj3oApwNpebmrblcFwKiQ3P8tD2B6VnR7ZnBb3+M8gK8AgKuHaVm+/XIADK2NM/mxABjts10njHoA49NX8wQ+EwDHOheAn8Y9B8B7Z1Z/zhVwBVwBV8AVcAVcAVfAFZhQwNogmkjKb3UFphVwADwtmT8wocDbj28OgCeswW/drYAD4N3SPfNBDQCXbesMgh0A91vJAfCaFZ8NgLelOwbAIhh0AKy1/94Yvjw9C4DvA8CYy9YL+hgADOnzd5jnewA7AOYewA6A58ZvB8BJL/cAnrMbv9sVcAVcAVfAFXAFXAFX4OIKvD0gubj+Xry+Ag6I3UJWFHj78c0CwCviKc/SzaFeSMETsvYkH6zA89u374HLwcxGnhzKUpPNOsOu+g09WPgTs4P++3nPQIXog2cEx/6d/x5OBjZKsg/cYKIAnvFnzvO3pLCklHWGrmUf1vNi4YgnMIaA1kKk7kqfZGqFYJbWV/AMek7aZ9COyT/voTsGcLVy1r9bIbat9Se9nkMDQ/sVu5XKeVyIdPm84m2Zt569qVx8/E5Au46pPwevH6jHLeR0lP1YVlZBfbpTA/eYDuiV+kYY4cJ/oZzwDE/HnF9IwbANZgCwVS/rumjdEF7FatccgkUFfcrz3J6s+eEnh4DW6qF6vhqRa4Ivu2jfdV5p7QB+K2fcwxnAt9EzgK35zWoha/7sP49HNVi5POo6zodYK+39qufRDO0w6vFszb9WvX9+sJ3lOzEEtZaOA2BLYb/uCrgCroAr4Aq4Aq6AK/BSCrw9IHmp1vDCcgUcALtNrCjw9uObtdG3Ip7yrAPgE0S9aJIOgF87BLRkVnQDlka2dQC8VcvagN4FaH8hAN4qawFe63pKkQNHns+XecZyf+AVQwO/CQBGAHrk1HM1AIywW/JA5/XHtob/4rxnAWDpfGUHwNWirgiAb6Fxbw6Ad3V7B8C7ZPOHXAFXwBVwBVwBV8AVcAVcgWso8PaA5Boyeyl2KuAAeKdw/lhU4LLjG4Lb0TN64X7p3icAYGpa/e/r3QhfXYGXBcCG5y+2iwX43tEDmNqkBIDnbNbykOp7QF3dA3hOi/m70f6u5AF8zLyJdpHafwsGe5658MwsAJbvP9YDtZ6hqx2InsbLZ3gAQ/2zh3L4F3q2SR7ACDUTvFzzkOYW/0oAOJUdPIG3/dbyIMYnpNDS4PT6Ff73nY5dPvVnd+stegAXD07hXPNmfrmgB3AFwNbcBTUZuafXxGsG8I4ewDpO9z8AACAASURBVHs6hL1Ok1Pd7wGcPMzdA3hPa/kzroAr4Aq4Aq6AK+AKuAKXVeCygOSyinnBHqmAA+BHqv1+eV12fHMA/H7G9oY1cgD8fh7AzQY92Z9GD+A5M7Y2yB0A9/R0ACyp4wC4qjIGkBLwHQfAR4XI5q33igAY6iCHyoa/j+kfYVGkxiGU9LMBMP1QUPhAMEZwsT487IaAvg9j0V0ewFbZQvGnQ0CHNDFyzS006Q3+Tw4j3Z/vrPlNG7/mZlHtbgfASRkHwMfYk6fiCrgCroAr4Aq4Aq6AK/DLFbgsIPnl7eLVzy9+bQw+l8UVmFLgMuOb5qmrbXb1PHuNDb4pgZSb1bPh8v3oAeIewEeofd00XgYAD3r8FqWz55J+BlzyAHl3D2C+CQ6eqG2IdwuAWxvk4wAY26YdeywAY+Xf71u7Qjif0F2lELVHZrM3/fH5U2sHzQMY+xfWEp7vtTW/nvKzQ0DzfOZUlYFmLWf9QDEenC1EHFmzT10TOd1U3gDo8rq5Bb3Vgxnb9W5EELE8qM8Gvlb7FuvZ1Dd78OW1kmb/eAayXg9r/EHwC7AY8wx+o8E1988fw6TnTFG8u/EANiLEWGs6KQOc/+N6L8yZsx/kIqjVqtqcBdsDv4NnEm/n99r/73nOv92/AgBO5z/bLtoz/de2ldkmvyoAxno8ev6cBcHjHsDyPOEewLMW6/e7Aq6AK+AKuAKugCvgClxagfENnktXwwv3pgrMbji8qQxerZ0KXGZ8cwC8swX9sWcq4ADYAqDPbJ0j8m43Ph0AH6HpfBp7Ae1oTiPpwz18vTU+f/YB8Gg5x+87HwBL8DEBUQkAp5Jv9ZoBSFLtNag0C4ARTqb/OgBGHT6F8OR0TOxDPdpfAACDzXx/fWYAHOaO8EHNehhhvVfIAFjwoIey5WrRpajlbCsD4PEQ5/sAsFx+SQV1fVI+8MK2vIf6p3Lf7n9OBsDj+ljjnQPgViEHwJbF+HVXwBVwBVwBV8AVcAVcAVego8D4Bo/L6Ao8XgEHwI/X/J1yvMz4Zp3Vy3fi3AP4nczw9eqSuefz8We/BCVE58YD2PDgfbgHcPIQvN7PFgDTMt7MMluAa94DmOaPm/a6blb+fcUtDyZr/jhqfTICaFdsp5d+hYFwJqwMCu28rXY42juOAWBlvoSzWGd/el6t22upT6MdPBsAp7rqWrfAMsHJnpftO3sAQ1uBBzR++CDXdRIAh9vh7N/kAfwsACxY/KEAeLxHiQCYrHW/qFty+fsZADj0CuIB/PM39dt7DJ0utfGOgeOEA58dAMu2NgqCd3sA56WaewCP93W/0xVwBVwBV8AVcAVcAVfgBRSwNrheoApexDdW4KgN1jeWyKvWUeAy45sDYLfTV1LAAXBuraOgrQNgyfy/jNDdDoCPGTQsAFxDBZ8DgD/ZB07r8/K5AJh6Q1MwqAFgvZX2gCSa2pwHcHpyBravAWAsKbcfrgdct2CypOGZIaA1AAzfQFTP0tcAwLG8nRDNPwG0ImuF/wYn5fizzwN4fExyADyulXSnA2BZPwfAa3blT7sCroAr4Aq4Aq6AK7BbgfUX+d1Zv8WDDrjeohm9Eq7AKQr4+HqKrI9L1AK/jyvJrpysc+OeHyJ4V7X8oazA1dvP8tCcbcjRjcOa7l4A3Dt7dCZN6wzTmbQktfrp3wwDwXMvZ9vhqPuPto+jysXT0c8gXWs/6/3BWj/gGdi8mbMjMAFhykY8Mx9rPMF0t/rsU34UEGLqoxDSApqYHr9vtDy4LNA8hxH8WOnxs355PWe8maUWsNLXWo1CVKkMVr32WQMZtRFwZoPj/UDTd9Q+ak7bcL+QJXgAf30H/JlDQFv9lPcLqx9h/i2sLlYZPNLThwdWOqP5NvcFapzqBSfI9z9waNaPAm1uzgCWGn3n+nmzbiV532/hEwn4P+Hjo3rf6ocatPDHhYD++hn/AKEpAYb7VgwAdbfscrUfnv28tZ5bXR+4B/DZLejpuwKugCvgCrgCrsDLKWBtMLxchR5c4FdfgD9YLs/OFfhVCvj4+uLNvXMD6yq1dgB8lZY4pxzWBvE5uY6nurqBx3OyNgy3JdsL6BwAj7fy/juPto/9Jek/6QA46fOuAHjWbp4FgGfLaQFg7UMBDoC5R7UD4LYlRkHsZj7L3so4vqT9hACeGQDWxp/RfB0Az/QcB8Azaq3ca63nVtcHDoBXWsefdQVcAVfAFXAFXIG3VMABxVqzOgBe08+fdgXeWQEfX1+0dV8c/KLqDoBf1P4Gi+0A2BJqFADzEM/cNRLoF+Y1kqbl+TuTVkRv4X9Svv186FY2zEUtaAAPs9FyWjrvu766wbsv1/mnzgLA8yXBJ5LHmwZki3UZpjoKkDA9Kb+VMWgWJM57ePYVns2/6Mq6zeY9MHtYWu1rAdq95StWkhtM8yR2ANz3AE6ell+bfqZ53I/2O96fLA/+QwEwzCR5XAiOzt2fy3gAk1LeQ9+KHsDwk48gSGcBkx8c9547vX24B3DfvhwAWzOEX3cFXAFXwBVwBVwBV+BgBRxQrAnqAHhNP3/aFXhnBXx8fdHWfTIYmVXNAr1aeiub97Nl9PuPV+Dq7Xc04LM2DPOu8A6hDQAs7i73shndeR6ByZCPA+Adjbr0CPV6fAUALEGko8eHWWBsNcAs4JQAsHY+7ci5tbP5Y3348sABsNXS49eptrMhtkc+EKBrpRbQ1Y8qMAS0A2DSbs8MAU2KQQHwvYSwPjIE9Lit2nemDwy0UNna/hHaqPb++MohoGn/+za+YFpdP7oHsG2hfocr4Aq4Aq6AK+AK/DIFHFCsNbgD4DX9/GlX4J0V8PH1RVp3EvjuBa5XU+NoQHC1+r17ea7efssbeF8tSOXptUB4FKaCVcyGeNYALFrYKPDlFqmVebR84x7AkDOfjywP4KPbb1P7QU/JR/Zj1IgCRL7Op/dIZeMhgvk91tmZ2/lFBhw0VG/08A56Qp8AVgMwTAOc2nSH9cTy9c6gPaJNZgEsBXz4rBaemP9dKu9s/lqdOXicTXf1easttPRHPZAfEQJassnS7/g4weYFrX/RdhDTb85oDX0s3PQV/vP1/RPPAE5nDbcewNKcu/fDiFEPfu0DFF5vrRza3+fHIcixek1b2FU9Y1iAyU1dhMbCMRHOtf/5m+bN4vkLv5apEMpnlax/Nq/9vNXj8LqVj5zOaLto+0/W86OlP/I+6Z3JAfCRCntaroAr4Aq4Aq6AK+AKDCjggGJApM4tDoDX9POnXYF3VsDH1xdp3RcHwOqGvsHErg4QX8R6nlbMq7ff0QBxDACPnOE3ClhHm9YBsKSU5bG9ah+jrTNzH8zZCI4QkF0dAOM648oAWPLIXQGlPQDMQ51rnqGz+Wt2tApwV5+37PuVADDFd2cA4BYPprki8UgbAGvz7RkAmOblABhgb7JyAMC3Gy5sM+jdAGDsERoItsCsBZCtHpeu3z/7HsDqeGKs21GLVwTA8K6C/L98cKQIsbo+cA/gMTv1u1wBV8AVcAVcAVfgFynggGKtsR0Ar+nnT7sC76yAj68v0roTAPiK3r8OgF/EzrRiNhuY43VxAEzBK+6a7gDAjf4znsTYVsKZwXDJ5MKDHsBq+eY8gKllpbnps5wHKVnd8gas4am3mv54T5m7cwtcAAjUtnq6B3AuCh59ieMAlit5LgYAoQwQj/QA1kBtr3xaa1mg1PJo5enuAcBUO0nnCDiQCA56uFv1mrPe7d0OgKNzb+oT4X8V710PANO+rIXA1vYdHuMBXO3ri3gDSzZ6uAdwIIe30GQJABNI6wC4kf9VPIAdAK+O7P68K+AKuAKugCvgCrgCkwo4oJgUjN3uAHhNP3/aFXhnBXx8fZHWdQD8Ig31psV0ACw2LPcgPc0D2AGwqP8qoD3aA3jUE251lHAAnGEZA8gjZ6xy7SXIqoFaq932gtIjPYB/AwDm7fDIENBX9AC27PJID+CVj7ocAENLjXwA5h7Alk0ffV36cNYB8NEqe3qugCvgCrgCroAr8OsVcADxXBNwQPxc/T13V+CZCvj4e7L6FrjdcdaYVmK6gVHOeLx4iOXRM+ZObqXdya/2H2v+tdK3nrcqZqU/4CJqZXHp62cDROqVKQthuuB29bt6+VfLdzNclPvAPag/6OGoiWwBfqv/rPZPvfGT3cgw5l7CkWrPWx5YdS6RQ42OnsGL6dAQ0FAmC7xjuS0PQ14P60xg7ToPqQ35S/daHrmjAJiHgFbbKU+QPF8phHQz/2fDoMsL+YxZOWd+RjS3c/Qs5k+PlJNqOwPsIW1e79kPLjb3K2exFq2U9Rn/82YcyJEFtNDs+Dx/7hY7R/AdDeu21EfuyVs7jmM1BPT3HzgH+B7vo56mml1Z6yzN/vj4gumMQuC9+ZYYvGrBeuNffYiPDxYI311eaKmcGfUAtuYfaxxcfX518YUhotNk8/HxJ79PWFGGUPefwbOwV8t55PNW3WKP2xOERSikh4A+suU8LVfAFXAFXAFXwBV4CQWsDZSXqMQLF/K8DaoXFsWL7gr8EgV8/D25oR0AdwW2NtxGNxpPbkU1+dX+Y82/VvrW85YuVvoOgPsKWhu4DoDXdkpfDQBTAKadz2v1SX6dejfWaw6ApY34vQBYahML9s62I9w/Cyw1T+R3AcCzGvK+MKvnuwJgSwdrnaW1gwaA8X68PurZO9zegx9GWutDB8DDios3OgCW9XMAvGZX/rQr4Aq4Aq6AK+AK/GIF7A3IXyzOA6q+uoH8gCJ6Fq6AK3CSAj7+DgobD86bgBkW+MVsrTRH0wnpjXy5zmtrbaANqrP7Nmtj8tnlsyq22n+s+VdPPwEgS7/95V/zTLXyvcp1y8PGKqcD4L6drOp7zwY+Og6s5sfbe9YD2AKQmj1J4wD2fUjz6/MbRvh6dmv2jD7PA1j2/MXyP8oDuEyTbKArAJRNyZYH7ozHKeYteZ5q7UjH6xI+lJRd8pCN94V5/itLLuUH5e55wEIa9AzZz+z5TusrnTGrLT+O8gAu9sI8mafnzZ+v4BHbWX/l9ZmVbulnxrrqKA/gzXiSddD6zy0Pp9j7Nmc1ZzvhHsDPAsBYPwsUW/Po5vrguhjzBT2l9e/jAfA9nAH8Vc4AtuYja/2w+vy07uyB3wiAQQLrXcoB8Kpl+fOugCvgCrgCroAr8GsVsF7Yfq0wD6q4tQH9oGJ4Nq6AK/AEBXz8HRTdAfCgUHO3WQBzFPzM5Xrc3av9x5p/HQAf11ZSStYGq5W7vIE78aGIEeLYyv+c8tNcrbrsAMCf5HzDAHZ6PzWE8NgHCat68LJcGQDrY+NaCOik+X4ALG2e4ziG7WOBj007vBAAxh4DdQSORSHsowEw6gzlkACwNb5oIbhHQ0Bj+tyTeXrefCQADmJZ392NhoDW7PgZABjGi956S7o+CnZH77PsrVx/IgCm49cM6EshoB0A0za21rcz+g7bzuKNFvyNs6O1LBosg4eAHhTKb3MFXAFXwBVwBVyB91Fg+kXwfap+iZpYC/RLFNIL4Qq4Aqco4OOvImtvB1DanLJ2DLXWG9zommn8kQ0MTO/ZgNUBsAHQSgPJ91n6WXZT+/8YYLPSu9r1o4Egr18LsvbsCq7pvlo/G8T16/RDWK7Z9hT8lgFoDADX8QrLIz+3qodVB2u+PM4DWA7xHJ1Fs+jJMxjtB/SYaQxe06+u19PIhjfMO5on4lkAmINIS//ZsM6a561kJ7AE4PbHPY4LCA0JqOerhsM2OSiPHr5wBm727MV+qwH1vaB9M76hffGztPPZnpbnKe+3o+X6zIsYcX0C44jy4UjqG7UffKJbdb6/nGErDbtkLTa7LLPOIkcdilc4nqXKKtj1AM5rTKgSegB/Z+/xHoDFazR8Nl03WNepTYyeCTx7VrA17gqjlfpIav00P1gewDSRNH61yULcBfFHMBBcd9/uAQLnw5x/ZhbjsyKE++35W0vUmiuSfpoHsJQqVhX+i7pb+0sj88oOWXY90muqs8rpAHhXU/lDroAr4Aq4Aq6AK/DKClgbKq9ct1cou7VAf4U6eBldAVdgnwI+/iq6OQDeZ1CTT1kA89mA2qrOav+x5l8L0Fr6jZd/DURa+Tzr+tlAUAbAdHO1DzhXz1herZ+9gXwGAAZ9mC4K0Ll/ZS3z9dof5gEwBSB77dHq7xaA1PLdjgN9AIz57AlpLJehAmC6gY/30g3wFjzX1BAAU+uPgCr8vCoAxtqN2E7PwxZ50aMB8E8GtdoopGEgNQRxMYi2XfHP2nw22/7PBcAh1HoZ9pRxhk2XVwfAJWR67o8cAPeu0/HiNwDgFmCm2m8AYBcAf+QQ0OSDGCPSxd75yJ6/tZTPBcCYqxYpQJpX9mpw1HMl2ohw2o8D4KNU9nRcAVfAFXAFXAFX4NcrYG2o/HqBThbA2oA+OXtP3hVwBZ6owNuOv+UQuz1eebBj3QFiF/cApuZkOSA8G7BaAPPZ5bO65mr/sebfpwHgEsfUUuDa11cBqVU7HQBb4BdTXgPvq/WzN5CvBYBRtZ88PlvgBa5jH6Lg0up3Wrtb/Z0CYIR9+/Lq2UWtk2Wf49cZAEY+gGeSwhmbeTDWYCh6wCJAKeGHs/cqlGXUA7T0DgaQ+d9DoZoqciDOQRd459Efq22kutKlAV0KSAC41DdnWkIq90K/U09Upf6ShzCtl2Wn3C44DjoKAGvgVwstXdp30AMYveGrXYSSk0gD/Mzf4u2a7bpZfxTd+wBYWhpq4xC3rwJas9nydsqOoxE4xv4TMotlJA006wEc+x0bxvm6y7pex115RLHSGx+Hxu4Mo1Xbj1mI854HsBbiGT2AjwDAP3+T4LfgzR9/HACLDXsWWB2zovYu9wDeo5o/4wq4Aq6AK+AKuAKuwKQCsy+qk8n77YYC1gaIC+gKuALvq8Dbjr8OgKPROgA+t++u9h9r/nUA3G+/VQC6ah0OgCcULGBmvwcw5qYBYKk0Uh+1+p1Wqz39neZlPV/vvSYA5p6CVCeccm8QmhoBVrgBwxfDvY8GwLwdZ0NAzwJgqCsCJAo/sTWxfe9ZLPEDKDiDloV65vXoAWDIVwsVjenwDz80AFzuZwBR+z5OA7taebX+sNcDOJb3hQAwb1ceAtoCwAmgbT82soCsdb20O/d0Vr4HGk1vYrbo3nplAPw39N37v0mo0k8cAIvt6QDYWhEc1WM8HVfAFXAFXAFXwBV4GQXefXmwdyPmZRrQC+oKdBR49/7tje8KPESBvWfwPqRwx2digV3cWIkeJf5zmgLnj9+Wh+hOD/eiiJV+X7pnA9ijG9b2iMUcV3VP6UydobujslZ9rPb75JGaeYG1jW3pvF9a/gM2xKHv3UMBrTpEnRdDCaiefIx80HwS+FzrX7NNXrx0jWy1IBYUYNK8cT4ZTR/ahNoebSPJM7j0KubRy8+6xftKGkY3pB7BFP6W78M0D2N03GvcBQVPSuKJCI9AuawA8K29th0snfFMlQ/eqCFN1FOy9Z6ntQQHJZuajcTBz3jVnt946OaQ1Ly9+Ti1rad1xnX/+jb91EE+s2GrHryk/WlXxj+bAMs6TLjTweOYkxdwaBPwJ+oBjACYjzuxbmQMoOf8pmu5/vkea3jUAK/2QUjvQ5HZMa13v6U/tVPalS1gjde1aay3/r7HM4BzlAa09wPmuyN1G03LWj+MprP3vm/0oN6bwI7npCMQdiQz9IifATwkk9/kCrgCroAr4Ar8LgVWNy6urpYD4Ku3kJfvTAXevX+fqZ2n7QoUBR680f5s5R0AP7sFUv7nj98WQFoFkVb6fZ1H4NuZLWXpP7u+HN/wXNU92491FN+ieFZ9rPZ7NQDM7UEDt7OyjgJgni4HwJYH6uqZvqOA9iwAjN6+VwHAvD3KGbwbz8a2P6M+PwoAxHQp7p0BwAhGPz//NEVEAFzBaQDAuRMiCOZ14gA4hT1PAwumL4ZKJgnpAHesp+hAjYXqPRgAl/EN1n/Ec1rTCP+O7fpsAGzOTwMAmI8xNE0O6jmY5deLPpkIc1Bcr7frn73j45h16XddEwDfPv7mENDRLGOnHj0SYlWRY5+31g/H5rZNzQHw2Qp7+q6AK+AKuAKugCtwOQWsDa7LFXiyQOYL0GR6frsr8EoKvHv/fqW28LK+sAIOgJvGcw/gx9jy+eO3BWhXQaSVfl9HCyCe3QqW/rPry/ENT0t31PXAM3R3iGnVx2q/dwfAo/ahgWXd/tKGPwe+FuCdvZ+bxNEAWAMsyEUlXeLf0JOXAT9eXusMZy2kcGk35jFsdZFhAEzBL5wvGoAqLjF+ggtmDHEdvXUzaA0ZjwJgKCMFy7TMHABvwWoFwryu0NcrgO97eFoev5i25RmK9x0PgHH81L6QSf0LAW4pb7GHrWc1AOLtfekvmocwTaWc8QxeuNbwX4QZvVG2XB4Ke8QDuLUn2Q5oaPOt13n9sM0BsNwufQ9gAMBA7oP1BPAbP9ywBqaLXrfWD2cX+xkA+Ow6Nf0zdMRXtY1H6uR5uQKugCvgCrgCv0qBd18ejG7A/KpG98r+GgXevX//mob0ij5XAQKAm6iNwtv1s6/PCGV5+lpp+e6CpdDa9fPHbwvQrm4fWen39bEA4pq69tOW/rPry/ENT0v3FwbAzRmaLUjhnoSqZ9PDQkBnWJE9rGY9gEftwwFw2xctAGydYYupPQMAS3PqZhzBM3oj/D0GAFOv6D4ADrC5ePBu+x96BPPR8TIAeMoTN42jGoANXxIok8BjAHAJBQw2kId0M0TsQtjnTZtmY9VCQH9DmPlwjzYPWuObewAnxfk6eX8I6PvHPXyE8Pcv2C2A3wCAR7+2sJc7D79jfD10ZNFqn/8OGvKf1fe3I0u6mpaHgF5V0J93BVwBV8AVcAXeUAFrg+vVq/zKi+NX197L/3wF3r1/P19hL8FvUaDZ2M27ddRTQ9r4Pfu6hYmsthnFc1CPsimfoiGKG1tWfn59ToHzx2/LAh5lYbIuZwHg0Q8fLP219aXmwXX8hudOD+CDAKpVn6b9rDxhS5u5BJ99hrHVG2/Mt6rYgxJy07IXzA/tT/NA3W5My/1UAwuYD78+6gGs9Y8S4tUYFvgZuLU8cihkrR3AoxbKDPlSD1jElhR6Ui21cYPb66oHMG1vLB+tSxkfgsOeBPhgHl0FwKmu4azq0Fk0eJvKVM/7pR9aWCGg07MZiCrTxcYOB11Y9fF9zsMWNdfGIw7ECzMrC5m2Ytgmla2l8mihrhsGRwB1PWO6TX8XszsQ/KJeMM6EI2XD/zCk99fH9/fHx3eIHP7nTzhnG+o8AIB56OfSHsoZwFqoaD5uaelqf7fG89nrqhnnuUwaPyKaVUKRczv91CIM5PmF2sk9F+ZveOb+bxgP45cC1vpttsaPvd9aPxxbmu3HHnSeXX1/O7as/dSs9SvarQPgR7aK5+UKuAKugCvgCryIAqMbFi9SnU0xHQC/ast5uY9Q4N379xEaeRquwIgCBYDCBk/ZqUr/0gAp3nb09ZHyrtzD9xp5+UvaJ58xulKHd3j2/PHb2kB0ANyzIwfAffuRATAdNDjoYR6JTx5fbh/5kMwMwBwAZ4/KJwNg7JMAUOgZtfD3CIsVsPIIAAwmi1YsAeAYvDXrV8LjBgC3NwR0OpM3KTIEgH/CZw34ZQWEkDXOAE4pXwkAgwczfoHGxg8FiPUAcPyIgH14UoFoWcHFfxwNgHFNOcTLy6JMHz9n1zz9ENDBvzTqDB8XbDs8nftGgW5ZNr/6GcBPA8D3j7/BaG7hDGCw6Vff33oOAKYewOFrh/wjfeA68/422/dW7ncAvKKeP+sKuAKugCvgCvxyBc7fYHyuwK++QH6uep77qyvw7v371dvHy/8iCoTdWfwCP3r6lJ0sB8Av0oIvWczzx28HwD3DsPR3ALwHAOuKX88DeA0Aa/bBQxzz+7aeYS3oQgX1s1HTHaMev7xFzvYAHnVm1DyAy8b85KiuhYTW/m6VU/IA1gAwYocbhB2+fQbnPQilkbx2oyewGAJ47AxgLeRzK0/2AAYAnAuz6W/Ei7iBM7lw2pEPWzDKGwbsN+VPf57pAVwYMq1zPHeZnL3MIxIQcA71wMuaB3DtpzzUdu6fWQ4OgIuHO5VrBwC2I2hksA82GT8GCN6/gYnB2cdf3xUA0zYbAb80pDQ8y+1mFBi/ogdwtItsEGWcZx+klI9WdnoARwAcRP38qABzcii8xO3PAcC16pIHMAx11gew0vVHCuoA+JFqe16ugCvgCrgCrsCbKWBtcL16dR0Av3oLevlXFHj3/r2ijT/rCgwr4AC4CQFddHuyh95w+73ojeeP3w6Ae6Zh6e8A+HcB4GorOSQs28Dn9uIAmIfWHfMgRp2PAsCWR/CZADjaRAC+ABYAlMbIrfeM+BwAK8Pv+SGgZwAwhtemntMR9InfZWwXRVvQnqqteQA/GgB/kS8QKgC+Z0913hbgeZrKn2A5eFCnP/Azf9/2DOCOB3DSIemxCoCxc0ByNAS0A+A9C/qxENAOgPdo68+4Aq6AK+AKuAKuwGUUsDawLlPQkwriAPgkYT3Zl1Dgt/f/yzcSun1oBbVcUM6uoFU+K/+zy2+Vb2/+OV3xS2uappG/5jFjyXbUdeusOat8q88fVY/fms754/caAOaeX7ydPj/7Hiq2h9JzW97ytLBKZ4X2tDxgTH2sc3WVs2qtcp96nZZZKZ+lu6XrbPlHwS2/71Y8IxPYRI/b6N058GPVsxCEnNZougNZN7donsJW+SwPvdlybMePpKM2Dpr9owRjblPenAGrFNRKvx9yuSZaz5StZ8nCszh+Sp64Wy3sMMx1PK5nuvbboO9Zzj05Ma26btC+AOukS9ZPlr41mDathf7V2dbDGO2nfUZrNwlYSucla/Oe1o6jf9+0eR7otA8Uitv4bEfLbbBJF7zRQ9P9Cfl+hzOAU/bbtiyhy3Pf5Pssmt3MFhPvKNOiIwAAIABJREFU1yIdWMOsbb97S/Ss58IHJOGjo9sNwqCHj0pY27zbfpe1PtrXCo/7apV6GO8r69pTfgbwmn7+tCvgCrgCroAr8JIKnL+BeG1Z3m1BfG21vXRXU+C39/+rtcemPGcBzKMqbpXPymcvgLXSLTuRxkb73vwdAEeFRzfYRpvL75tT4Pzx2wJV/cM+HQD329MCldYGpwlIHADPdSjl7lEATB+HZ+4A8eIZrOcA4K8HAfx3B8ActD4SAI+EFHYArHVjCSQ/HgBD/4CPL7Cd7Hmvgv60juIhoMcAPYRihp9HAWCAvV/hmy0LAH+F6iS7bj2Ay7KcnHF9xAD9WwHw9gMbB8Dr9uQAeF1DT8EVcAVcAVfAFXAFLqvA+RuIl6163sC2NjivXX4vnSuwosBv7/8r2p367ChYHQWYUtyqZrdaONioV8HR8lkiHVV+ns9o+UbzV9JXPYAH87c8bC35Vq+vAtzV51fL/9ufP2/8Hl0X7QTAGVwtA84nG4DlAakVzwK/+NyyPhoAfhA4PKt5LN1H9R0t3x4ADGnf8mnwCGjohj2HwmJZ2Jmo9Z4EjI6up6bHlQEw6Ij67j1D9ngA3PfGbZZeA2fK7gXA+vrCghyyh24Zl0iIX/ibftb0WR7A/fJVfZlnL/Yndmbx9oxi+0xtGiK66jJWLis/zfOb98+rA2AoL0JgWvbNh/ewjBhdcgiD1KsDYBjHrTlNGpulCAv3+y14ACfwXl5DcL1lLdhHJ8SL3Wetk/YX1xon96cMT7oH8Jp+/rQr4Aq4Aq6AK+AK7FDgvA3EHYV5wiPuAfwE0T3Lyyjw2/v/ZRqCF2QQIH6MAkwHwHJTj+pHno4bNb32IeelWfblANhSyK/3FDhv/B7djf19AHjPRi1vw1FwZ21sih7AltcvFOaFAfCI/j196fOj7fBIAEynFv39RAbAGqhdHUVpunEpMQgSHhEC+ggArOmDgE27rnvgjwFgCyKuhoA+CwBzPY4CwCndewgznEMzszO0a7490DrgAQzhccnUZQFZzJfWc7Tt4FnuGcxDwc95ANf6aTqVeaOzToXyq91YCQE96wEcp5rsBUxtZnT8GB233gsAU/vtf1DgADhZiLVOGrUjHH/m7t9/twPg/dr5k66AK+AKuAKugCuwU4HzNhB3FujBjx39IvLg4nt2rsCSAr+9/y+Jd+TDo8CX56kBzBVAKaW5t3yWRnvLz9PdW74JANwFDzvzdwBsGYhf7ylw3Pg9Cnw3Ha/bQGVjXQGO1sadGeL4geYxAh614oyCxs3wrnqApjsbfXrg92LA19JS0qv3zIi+0vPWcxrAvIXTFXs/mC6eAcxBjdRv+5ooIIABsr2g2upGEN6Wlm903LE8c63+b5UL39/sM4DHPDMxPxi3EpSrMFIqS+1/c+nTfGi6GEoY/jZyBvDoGcOajrWeFQb2QlJv9UnP8XVMPSt31IMuac2BdwWzmkcu/XsvrwrkLXAbx9XQ/tgGknYcBNP78d/0owk8mxv/BvaKtktDR3O7aNtXr58GsCX7oPW37AftI/T+4KCbPzoJ//n6DiGvv+/qGcBfbN7S7EO3yzy/lQe19Ukah7dnDMt/38yvzJMdrw9+37Kxe2u8wus4PzT55HeRZpw1JkoLAIe45FlIDDnen7dq/feuB0cVOPa+1XkklWZ0rDqu7GcB4NH1lZ8BfFxbekqugCvgCrgCrsDLKDD6Iv8yFZosqAPgScH89rdS4Lf3/8s05k6AqHoAOwAea9odAJhuoZRtkp3t5wB4rJn8LlmB48bvvRt+gx7AbwSAGw/Nsf3U3aF6rY1NGQALHkRvBIClYBYWyI3bu7gXLpx2oD3/DAAseyiPAeCzxkkKgKF8aHcW9nwVAFyBZeYlvxAAU9uhYFiyKQ6O1wFw1R3+tT1LdwIA0w9hyrjXAmDL49cCwKmMWOYWGMOzash0JhSC4TEP4DyuC/WbBcAj9YPaPRIAU4/kCqlxgv1NABjaOQPb8oGPbP8OgFMftNZJY/MirpvGPbDH0tXvcgC8qqA/7wq4Aq6AK+AKuALTChy3gTid9SUecAB8iWbwQjxJgd/e/58k+zbbnQDRAXCW8mj9BMMoAIFccwDc70HPBtyX6d8nFeS48ZttsFr7rqU+ewFwyi862XV+3tUDGNW2+LG1sbnfA3i0BOcY7qiHCs19D8CVnpdqdBYAvmcD3wDGsLHPzwCWprD6fsI6ChrOgwbYywNg2LMXPuYa9dB9VwCsearGsZcMvhQg0r9LoXWl85KPAsC8b6oewOUM+aaHdwarNiQ39wIeAbAWNIbM+T1YIB7ymRd0JP+eh+IsAL6Fc2LhBwE0lkcqB/xtrwcw6twL0Uxhr+bJax0QvE3/tTyA06kyqcytBzAO9H0ADCARn6NnAO/1AK72sPfDwHPWDVqq1jpprDTuATymk9/lCrgCroAr4Aq4Ai+twHEbiK8pgwPg12w3L/UxCvz2/n+MigekcjTAdA/gsUZxD+CuThZfsELlWc+PNZLfpSlw3PjtANiyMgta9p7ngHEUv1obmw6Ak+pcX9EzqrOX/QwADOWGcpawsEL5ZgEwBzrcE9Gyce36VQEwlvcndk47BLBWvx4Ahmd4P9x+mGL5Qss5c3CnhYCOZRCArRXCl+eqgd5RAHy/k/NnDYCcQkMfA1U26wgFAOuerc8HwJK3r3XG82oIaPQk5R8C7AXA0A7f3ykE9PefEMY6eqhubZ/vq1gAWIu0YI1XOmA+DgBLZyWvrmt5COi9ABj1gfQqAP75uN0gnHr4484Q0Jjuq+yPWesky47S9WPGqrG80l3uATyjlt/rCrgCroAr4Aq8iALHbdCdU+FXWeCdU3tPdVWBq9v3av38+ecq8Ozx6XT73gt+n9ssL5+7BXNwg8a6zxJidaPISv/s6xbgtfJ/9fpb9Tv7+unjT/AcWfmxPHT52aeYl/b3lbLsedbSV5p/6JiQNsDrz7Pnq1gSMQTqHnXOf2ZlfIW2o+C2dx4sbRfIE5/TwMMokLDK/9OZ36HvmGcBWxmwJqIAmJ43WvodG9BngHEMvc3OAtbA+1GWw0NIl98DfEQws51j5kN4aoDKCoWs11OGCQVUZLvgZdfPwE05RW9M4czdEb1nYazkCazN55oH6hzgtGvRC11cy6C3/yww5yXi9mB5BeueufXcZJom3q95DOO51FCudG+Fr1bdqI0jyNefae0X7Db1vWB/odP/5084ETicATwKgOv40yp61Ppw+wFHPWM5aSXH2uBzBv6+t49pFqyNL9pZwOmDltYbOPX/lEMY/eJ/N/NUGFf+De10+xs+LIL2Ymcxb8vX/3DlM38gy/Ox1k12Tx67Y3U9tQ8Mz8wfa9DYOrpitf6Wyn4GsKWQX3cFXAFXwBVwBXYo8KiF0o6ixUfOXmDsLZc/9xoKXN2+X0NFL6WmwLPHp9Pt2wHwU4zf2ld3AJyaxQHwU8yzZHr6+OMAuNvADoDPtX9rHO7l3gPAHKBcFQBj/Wg/bzTZKVD02M3Qg6bN7fkKABjAkrZRbwFg0G8LNqmX6p8pA5Y8gdM82IIS+wzV8wDwTIVmoS9PG+vNdUHd4bqWB702r1+7/rBCNtd+BLoHMJnbaxuaWgdee2D/DACWYKsG/EcB8D28P2jnCNO+gR8OoE57AHBML4xHX8ED+J/oBXyPH9L0PnKh9gRjjwZC9fe/vrVzD2AtnPQKAIZntdDUo++nZwHgjToOgBtJHAD3+48D4JnZ1O91BVwBV8AVcAUGFTh/A2+wIMptowvYtVz86XdV4Or2/a66/5Z6PXt8Ot2+HQA/xZStfXUHwO0G7N5GOsrDY2/+r/7c6eOPA+CuiVjzD28f6/5Xt8ejy2+Nw1Z+6IG9ukG/tx2t8o/AEYScojfw5PrA8tSaBcC0TOBzBhvqPf8oLSLAZiM+1CvNDRCqtAI7FQRlTzbuAQz3R4gGIYGL5/s8AJ71VB0FwDog3B8ymoeJ1jTTvEktT1EpPQqApTppIaQxLQuUWv2c6y0BaSuNYivkRgqpJV1nAXpP2157WJ6/WGReXgon+ccc9BntwwZds9onoe/CuAF5IQD+T/iu4juEgQ5fmSgAOLmq/vyks4bhJ0HoAJCz6VdYq5fC+gCxB4BTnrncZIyR5mg+blIP4IcD4Khb0oTPL9wDuGgLID7FkR70AB4bf36nB/DISIL37PUATvp/TYbIP3p96QB4pq39XlfAFXAFXAFXYFCB8zfwBgui3Hb0gmKtNP70qylwdft+NT29vK0Czx6fTrdvYYOXvvRLIaKs65YNWc9b1630n319pPzWxv1RdXh1AGptwFk6vXr9rfqdff308ccBcLcJrflnLzg8226unP6RY+8ZABjKh+1uzb+WziMAGNOQQkKDhx//oX/iR9hHSBMesEKvY5r8DEJ+ZjDaNwZQvSwAbkR6NgCu+Z8BgGlV+bnA0jnBW2/4MfjT5pN+g/kc6tSDpT1PV0xzFkKPAGBcq7Twru09GrzWNDoaANP+RT13ZwEwT4e2Bx8vqPcv96TWx68WAJf7wOM4ewBDKOgvGG/Ej1QqAG5DiR8PgC1Aq83R0nObsTYLtvqB0bQHcM43+Fg3RdIAML3p38Dc7RDQY2OAA2Brhj8eAPfeX60jGKzSbsaG0Ank4OizKfn9roAr4Aq4Aq6AK1DXyxefXq0NLm9KV6CngC8f3T7OVODZ49Pp9k02T6SNcboBLV3XXt74tjGkc2T6Z7b5SNqj9dujTzzr8KC34otP/6bUDoBNiU694fTx56IA2IKE1tlpo42yqi+fn2ZDDqpnKNNzfKXKgMfji/2I89fiAFnPUGxnhFn7ATtoznbOAx8949lKU2ymwYcosKU2SQGwxFnoPDXiLLxZT7EzrCXgi/WCrW7eX77ZBKGfCa7Za38DnYNs/exwSF9Ka6yfHOMBvM2/AsRUjlnwidqPhFne48E6Wh5+JirVa8TTeK8H8Aj4pf3O8gzWysH//pPdVC0ArIW2toZmPn/VkNXJhnohoDmA1/Ki4bu1s6Z75WzALfStPOd8BwD8HTyAP78gBDQAYBgYtv0s9dW6kN4TAnpk74FGEMDxTYqEwK9h2rJHcOl5ud+28wtPX2+DdGUbijz9vcxfTD5MP2D4JuleOvec2D0A4H9vIbJCmHvq9NNmMLp+cgBs9eRRACzPQ9QDeOb9vPeBmlXiZrx0ADwjl9/rCrgCroAr4AqMKbC6wTSWy/67ng1Y9pfcn7yCAle37yto5GXYr8Czx6fT7VsAwBKApAB3aKOXAUz+PAecs+nvb9Fjnlwt/+jzqyB4kW8cI9ZCKg6AF8Q74NHTxx8HwEut5AB4K5/mWYUbnM38xQDkbGOcAYChnOgZi/2Pzo8jESawHrAJP/ojQWAJAMOWM99OhnkKde1tSWMeqFsBGXm9oAFgTPO6AFhTOZ1Ra4HOQwEwfLyRgdgMAO6Vk5ePA9i9HqyWLlRVWj4tf7ifhiLmYBPTG813BQBLer4iAObevbStNX1B5xGNe4C7ef7+N4468LcKgG/5DOBwqQOA6Rw5ewZwb+wsY5UQ3rkHaGOUBPbMNkR2GcHjP/Z6AGsfJBRP3jzutkeMQ1j8NG+U6SP/rgHgVEhILHjn30IY6FsK1+0AeHz+rXO2fib91h6PB8DQZhzQ8/UHj9wxCvR5+T0E9OjqzO9zBVwBV8AVcAUmFDh/A2+iMMKtzwYsa6X3p5+twNXt+9n6eP5rCjx7fDrdvh0A7zKQUYCrJT76vAPgXc1THnp1AL5We/J0jMs6n1rV7yCX9E0RdhSKVssAeFYoWs1j0OJmeze8ePVXx3cHwFXR4rUUjLaGN632dUUATEEBtTluF3wDdtT+ZgAwKLmFwF/FG5AC3kcAYCwLDTvJ++vGA1gZ8G0d5I30cQ/g7dia4FbSj4bblUbhIwDwzw9Asu1PAnb5zEdGwEbPoOWgz/I85elCqSQNRjxcqYcvP2eWhwzntdd01/RW12t5GOEhjLkO6KmsecmOQFEoA4wFWEbrXGsp7DbWQ32WtYfkRY3aah/U0LbQ2sGy+5EVSSxbnufjGb7fnx9/ggfw13f4sOKeP0dRADC0BzX5I9eDIwCY1o/O1RwQ6wA4pbAF12k9Zr2f7gPANdLCOgDWPE9HWh7ql+opeVSPpbB2l6WvlfpMRBbsq7S/2c+vAmCsQQD3eYxzAGy1ql93BVwBV8AVcAUursDqBtPZ1VtdYJ1dPk//2gpc3b6vrZ6XzlLg2ePT6fbtANgyAfH6KMDVEh993gHwruYpDx254bdWkic/7QC4aQA9lGu6zQGwsbF4wRDQ0lxJ5+8EVdpQy6MgVeu9qx7AzwbA2gZz3YzOnmDgtYYbxEGMWQDMN7VpaGvQFue50oYxfGv6QQBMzyguISgHh9W9AJgnb40beD/1vJ0JjayB1ZG/AwDWzmIFT27pzFcEtbMevD0AbIUT7gHLjd7BNVGCxDQPLVwxTWtEP82Uep68tBw0jxvEwYV+IgB3mo8GwJuPQZSPnGw4FMY75Vn+4QSWiWo5CtfjfJkXWry+tQ+nEWMWvJdnGAD+DgPv9z/BUzID4M/PEBca0sf78vixF5zyuUTzwN3aK549vP1gbg8Axg8K9tbDAfDgBKHctvr+P9JHy5wRbHfzYQCZB+UiOgBea2F/2hVwBVwBV8AVeEEFTgcEJ2uyusA6uXie/MUVeHX7v7i85xdvJJ7wSikWCdqzx6ez7Zuf8bQitT/7eAUccD5e8yvlWMcH5kmL+49rDrawpbpU3egE94wf4wzbcHpgt1QI9o4GwbPj+bPnn6OaztpQPzof6bxF6uGC+Y0CYA0A8FCIWj1m6o+g+hhN5s6+rbp9FpiSyh48WYmHEA4LIYRjU0z9DN50G98Q187FjPdG+pGeq56XrSpHhnTt6T3qoUuBHgVoGhjDPDUv4REPWVrudD+EnA4ukvmHpiF5rN4DRLtFkJY0h7JakFYCqpJ3Ky+/Vc9eSOFUvhYkSuCReh+PetxKoZkl3SRPWaq/Vf7S3ny6ZqAWAC3ULfiOl3Zp2xn7XWhrAol4/9M82Pn41wO41I4poKJ2otnpbAhuzVYBqGMfAg/gfwLvBQ/gNH7LYxzYMn54oq+TW0/a2fkZdRydpymQpXnB8z1PZQ4Ge2OVdM0aJ5vr4Z1Z+2Cmn04YQ8K6C0JA/w3BCH7uoV0YwMzDTC1ifj/XPPu/2Pt7b77oaTIK8Hka1nNaeUbtodhP1knrv1Z78w8f+O/W83uv0zOEcf6YSctDQM+o5fe6Aq6AK+AKuALl5W5tg+7ZQs4ulJ5dXs//WgrsfWG7Vi1+cWkcAHcb/2z7dgD82n3PAfBrt99q6R0AKwo6AF41rUOfnwGgR2ZM85U8gEcB7rsCYO39C8+ApJ7AKwC4OfMybHZDujTEs2ofBADDXLfHg3DFnrQzWzFNXh4OCPG+kdDFe0Mk0/pJABiut2eOVqAOQGcEAGsewlQHhH3otYj50vLtBcCaB690Hi3NX2p7qoXVXhoY5X/n9bLAfQlHr3n34v5OPPdW/4rr5yd5Gms/GgBGSB5Dy5NFpPahAg0HDXnxDwWsfmmBc6n83KO6B4A5iOO/8w/RKjSXAfBIv6/2Pv6V3SwAriHFx0I+q3bAPzhg24YtfJZOeU8pDwPgf2GMcQA8OvdYR5XEsZTMmTxdB8CjSvt9roAr4Aq4Aq7AGyhwNiA4WyIHwGcr/N7pv7r9X6Z1AMT2vGVXr2/eWMZfmpc0cg/grnwOgJes6+kPOwB+ehM8tQDXBcA5FKJxRu9p4r08AEbPr70feOL8uvf5Y1vm3QAwhjAefX+Zrf/N8Lwf9VDXvOPASzRt6MvrsM9MqG5lggkeiTGEdraLCGMhAfAWqzbGPXwrQK7wAO7RNqzR6ihMjJvfOT8LNB1rtRU483KlMiUNR0I8W2fm7i33aGhjDQBjPawQ0CPXpRDTvF5HA2CpXWjbSJ7MtAwcbNb02n4hAfxefa2QyCYADvAM0rciUKwCYDhbN45NAOvCnMnHA6yjBoBRr0198xEB2WG76SvwDE8X06E6jwFgmCer9yz1lMV/J9tPIaLxRwsVTZ9J42PfA3t0/K92RcbQOIaED2GI92+NdJD+XsqbL8zmR/Nt6i8AYC1v+pw0XaSxGRJED+Cvj9tfKHsI386ml8d5AKNXuDzP7d030j+YagXd2058vKRzJdpKtEvmWf0sAPzN1imz6xz3AN478/tzroAr4Aq4Ar9agb0LmauIdtRC6Sr18XI8VoFXt//HqtXJbRXwWs/zrM/2/C1vvmsb4M8en86w72ZT6VHtcBlDf6+COAB+r/acrY0KgGcTau5fGzNTUq8NgEflGw0hjOmNj+e/DwDTDc5R/a37zvIAfn8AnMaAW1kfMAAcroG2VsjKGQDcwl3wfKzQ2AGwbOmzABhBMPeCHQG8UALupWx5uvJSz3rKWv27LPNJaGi6vuXjs+S5C2lY4OJIACyd77sFOgA10xy68WiOoLaejdwLu947gzR6FGLdFQDc0z8C6tAx8b/UPu6hklEz60MstoDlABjtVA8BvQqA82ola302AOZ6NlCPfGDD50IKtkf7BL1vJAR0BbmdD4OE74UaABwg8P3+nQFw+NDHAfCe5to8w9vfAfAhsnoiroAr4Aq4Aq7AayowvqF0zfo9G7BcUxUv1agCr27/o/U8/L4e+AOv2dXrmzfdB3n88nzf1APY8gyQwIT4jAPgw7vWIxN0APxIta+Xlz7/7RlvV8CvnJ91JuiVFC1eWUYwDFrm4wDw3Fmt27FcOwdRbtPZcq+2Uw+w4DUKh36Yh4uWv2b/2vwH91PtRkNA8/usDXnePhZg2ixbBj3nrXWA7gHc5pj0CmdqfoMdAdhN12/5Qw68+34L58VGr58AoIQylo3pvK6oXmUJWsHPZ8iMPwv3SRCShkylJe6FGW7v65/1bdl1LxTsiAdwL4SwBFNpOF4om3V2cO+MW36eKvwuhfuNZ80yD0MN9JqerTkd7h07E0pZqremCz1jNnqoZ4/Wsq+QPSw1LVc8gGmaI2Bb6qvYD74/vpsztvkHJsXDMhtsD+xaNg3XyxmvrA9H3Qi0tca5cj2UH/Wg9oRexVZoaSyzBtrhNY6OH3/CEddfIctPcCkN8LoJoZsBeaxnHsg2H0rk8Q3ryj19NRCM5Ww96vestdpW0kAwb8u9IaFHAHDSq81x5LkWAENI+c8AgKM1bAFwmRCyZjvPAK7tgAXur5+ss3y1PjP6nHbf6v6mtm7QQrs/6uzf0l9ZbPXZ+roH8Mho7fe4Aq6AK+AKuAJMgVcHYLMLBjcAV4Aq8Or2/7TWXAW81vO8Ys8CjQ6AS0sUwEHa5vNZ7fI0w3+vjB0Av1d7ztbGnv9mNidxMw13R9Mm3tjPewFgrLM1fcyCVL29fjcA5oDoNwNgsJFRuzofALcb7LDB/Dds+hY7zqFeS39BcL8DANNxRgoB3V6vsKLnhdoDpNq4xr1jKWSknpfw/KznLOaphY0+CgAj7OUg9haAGb5z0zC8qwAYdZH0oOBZOwuZhwS2zkyWADWEK8cPPPCDDQRrMSCtEL/2GQCYnrBagE3oR7gUVz9QKWC2nZ9HPrLiwAjP+ObzmwWA1ZDQCgCGjz3iKqJ4M6d5btRzHPvJ4QB4A67aUM8OgNNItR8AQ49DD+Bq8WV8Q2N3AFzCgEvzkQPgsbcPv8sVcAVcAVfAFfhVCtgbgNeWwwHwtdvn6qV7dft/mr4WwF29ziv2LNBo7eAbDSCNTxYeOfJ6+EJ2U0J70zdsuAiOX48EwONnFD6tB7xFxg6A36IZd1fCnv/2AOA9xWH55PHHLt+evM55ZmRc5TmPgjp8bh4A45N0VgngadOsmgdwybkp+my5VxW3PGD59d8IgCt0+Ak4Re+3sp1C+7c2ktps7AOO1gM4eVLSn3smAfdbgGzBBzhu5MdAMcEVj/zU59p8gbfgeaDUAxjPOKTzGIe/kLzkmUa9izX7nAHA3KNXelbzoqWQGMqigeE6DkhtNd/LtPpJnsvwNw6ANeCsebRqIZQxDDAFyRS4nuUBXEZHgL/5F+gf3xjSN9sx/q4p3NMh9iJGwiyPX6m+2G8lAAwDOgXA2K7NybUsnHINr25H7sD3mBptIYVoTmC1jjU0bDOF49JHA1TLrwyAoY9DXwc7g5/yXJ5weD+xLH4VAGv9jZdD8wDG58/y8NQiHGie19wDmOrX20sbAbnaONuM711Ty2ei3z4//oYzgOP4HKeBZwLgVPpPtg+wd106ageW53zSOonZjiVj6/WreAD7GcDWCObXXQFXwBVwBVyBExTYu5A5oSi7knQAvEs2fygr8Or2/7SGXAW81vO8Yg6AiyIzgNgB8NN6yEtk7AD4JZrptELa89/YhlIqoL2RrFfkdwNgvuGnbQA6AE4WZIVW/K0AGO3jWQBYex+jABjCpsZyhv9/y+AHx4U9ADiOPIxqU2AhzXFHhYCmIWK1cM8U0sBZpPTHCm3LPR+LTswD8egJQvPEdQCclNZANraD5JHMITHcO9r+Mc88RWoAOCSWztWOXvRwBnD6kBO9mFM45epBOwKAoT/TuQjTAg/g2NfhHOATAPAGqB8AgNO8AeGefz5GQ0Bz8I3tu/fvtf+mtdLq/tUsAOb5S+OGVKbHAuCvAIDzRzsHA2B9nLQ+dDrqg5t2nWut83r2sQKAuQ4aED56XuHpOQA+W2FP3xVwBVwBV+AlFbA36PrVWl1gvqRoXuhhBVbtazgjv3GXAqv99/T2fRaY3aXmcQ9Z3l6jZ+jS+6Q0z7rOImgdJ8zOlB7tUTZaTKudrXRWAasQddDKsrm+mv9UZi948+r4uDo+W5Ktls9KHzaKj/+pINjiFNZZhCPhKY8v/1qKdMywxrXR9tXsDENx8hJb49ZRERasDbw1JfUN8hKNQhngNN33PJjdAAAgAElEQVRnPXAsHWfrV4BK9iysgK/th1q+PU/oCH+yHhIAbtPsbXiPb3Z/8RDOsRrQ/1N9WtyZ0k3wN4SszecppzLL5QGwK4Uj5rpzEAIeW1Sr7Vme1oa/3bKalyw8qXkhUwDcCykMaUjwt3rwoYck85RmA650Zi+ULZ53m++FMXYzDjMPbg40ATbO/vDzdWOezH5om9FwwtrZlNrfS6jtbGcFgsa2SeAy2uJgNei4IY3Z2K+tD3k29cvl4ZB1U94sNs+b3kfbg4LbZI+kovABRmlfqx+QPsvTIRl+fsYDdctftmd0V1CMXvtwM5xd3PuBE8P3nHUtAXpM5+v78+NPGB++/wllgiKXM4DrusX6wOjodd/WbnqqbOGxtY7g9jtb/lEAzEs99/6BHsAVAN+j5y395CHlEFou/RfPaObjEfkwwToHvWt/7ExyvLf1ut1GmJA+9oBnt5EA0gzJ/659YNDtLEL/1OyCt7/lEazla63frfJa17+MFwg/A9hS0K+7Aq6AK+AKvKQC1sLOqtTsQs9Kz6+/lwKr9vVealyvNqv99/T2Hd1BuZ60SyWyNoYdAM/Ja4GSudSOu9tqZyunuQ2QbWoOgC2F166vjo+r47NV+tXyWek7ALYVmr1jDwDuhUaF/B0At63wGwCwBHc0AEzhLyj1LACcWql6GkoAON0TAHDYpL/lqAHahwy7AXBYUFQPxwqmashjC3zZvZ6fTSuFU+aeyDxMNObS8w6l6XIAnMaGWhcOpS0AzKFsqXVeuOC44wC4AlTa11CfEQAcP3hgQEkDc3sAMJaBp7lJawIAY7h18PyOIZ/hfwS2FQCvAGAOlqK9gqcyhtZeBMAcnGpnQVPdZwCw5mFrAVGoJzT16Pr9UQCY52OPcukOq75aPefef84HwLNnpGsgN85gudI0mkRvPKfP1PueA4Ax/zJ+5T7NP6ixPsB0ADzag/w+V8AVcAVcAVdgQoHVDcCzNygnquK3XlCBVfu6YJXeqkir/ff09nUALNpb9wzdsJeERwpJHr4g6aOuX6WzcL1wu20lqOwRdXMAfISK101jdXxcHZ8tZVbLp6c/6PpkFdC4vrqBZD2/WLynP47t6wBYbgqtf70KANbAEHq8oocLhzZ03ul5H2qeQtUzt8LPEkI2hoZlALQ67YaGoB5Xmjdwel73tE7t2QPAcB0B5D1AzAjWmOdp8uSsnl7cSrinLQIHAFeYPn2mAtJ1AKwNHpL3L957z2eb4u/oqTrqMcbvT1BOB8BaGUv/yXqPegCXegxOH9L4jZ6/EjTanNUMZ8IGL7BpD2D4wCCHP0bw2njbo50NejKPeIRyMEzHds3DL9qocJZntQ85ZCy9TssG9sWhNM2DXhuZ/MC07rdbOZMX6vH1neyteFnnfkzT4/YEH3Jgn6T90vIApl7FvLx7zhgGj+Lv0Ob/+QfqEaB2tJH2I4pUt1Z3C4C2Y0waTKlnfUyt02dMANyMz+1bUW9+4HZ0VQAM7XDPHuT3G/cA3lrqXg/gHtAd6Q/0HgfA6WOOM3/cA/hMdT1tV8AVcAVcgcsqsLoBePYG5WWF84INKbBqX0OZ+E27FVjtv6e3rwPgobZNL7jpVgp48eFnXx+qxIk3uQewLO6oB4HWNHNf4J/YwBdNenV8XB2fLVlWy6enf+7GDeZrAVxrA8l63tLv6tf3AGDq0bU3BPRRukghoGc8oK1yPAoA03LMfvQjeepiehYATrC19diF9MAzdmRsOQMA//zcQt4YmnUeAMNGfi0XHWdoWvks0gziQo5pbbSBwPXMUslWZAAc8mceTWU8KiElK8Tq2SD3qOX3UghW21yHy72w0fi85LVL0+6FxI7XiOR0/JTGWg2sYojkUl9ho18MHc0EGgHA3TVKhkJaPdTy59DPaFO0WNgn4W9yH5NsHu2l2qmUJgVsI2C3d89Y+cKZtmSRSD8wmBk/aF2a8Sx7C9N1yCwAju0b3xO3uh4BgK05BK5/ZU/jRwFgHGawz1nreBMAN5XUATDXYpvuvrOHRwH46H28nC0A/gxnAKezp+k7cyvBvhDQIwCYbmngh9iSjQEApqGg6T2jH/Tcw1wb7XPzwYE8zli2PvIxAB+3xHlVmT83858DYKtJ/Lor4Aq4Aq6AKzCvwOoG4MhLwHyp/Il3UWDVvt5Fh6vWY7X/nt6+CgCe3US9qv5auUY9fF+tXo8qr+Txi9saYDvBf6NflAd9eLBqx6sA1to4stprNX8r/Ve/vjo+ro7Pln6r5avpHw18Ld/8vIHFPPpmN5B+KwDG0LiaN1e1Oxk29ean7Yl6khW2Zz9u7sgepN9khxTGyo3nlNH+lv1b/cvqH5bnHuYPG7bNxu/AwIt5U2AilTdBzdQfNvrkhtLKyeu39UzDjWKtf4+e55tCMsNPU59iSLadoQdX26aSpzBAyja9W/bEK0AseB3Czz00inQWLubRnu0bPEXxTMicPvf4lcI0WzY4ct0CxdTO4N/SuaY0n/aMyaoVhhvFs4QpOIjn+rL+Ru2njCVscx/u2Z5N2YIiKewvtZNvgCHZBOn4UgAtAFn8ADLkT8enmA60fx4/4vovTy/wMULsN2CX2TZ/8vMN0L4FYIT5Qzro2YxhWnP6CJWkEOkSoKx21gdnGNa4Arf0AYUEeCmA1gAS5tv2921frh9qpLwgVHP6SSGbpTEnlau9RsvUftCyPQN46927PUM6hW5Pmm3rSLyUeSQC3tnIucJSP0QIt2mnDHyxLmCf2He+QtN8f93jGcDJzhJEj+M0Gz/kdqBnvsp2YY3bNd30rxK5APuItbwitoVtLIUiPiKflH6rPn+v4KDZmj5r/ybpxra+f/wNtvNvAMB3sCFICAcHwQCwvaTxq8L3WvhSzqwvHz83WRjrF15vfH4TMj9feMQZwHq/2wrIPyCz1lub7ukAWBqW/G+ugCvgCrgCrsCaAtYGh5X67IRupefX30uBVft6LzWuV5vV/nt6+zoALkajfq0ML9DKCz3K96zrz7J4CwCjYKpnsAPgoaZzANyXaXV8XB2frUZcLV9N3wGwpfUzrtPNOsgfNwg1ALzdcLTBHNaLApqyUalWej8AphEusLx7IzxY/cvqH3sAMAXZvXIfAYB/vtPCgAMpmjZtorMB8GYjfwcATiC4Bb9tyGkZAEM9cb66/f0bq70LAIMH8sef+LwFgC1QMTp/SgBYgnvbM2C3/bfn4YuQh98TtcoAuPEAJhWgH5NArhT4WwAYoCv+RKjGAKsEgBuv3QMAcBgcY5kpIC4w0gDA0L9gTEUAjFq0/TvDUwE60g84WkCaVDkCAFMIG9PcGCd6tguf8GSPZw0Ac494DQBv5xcBOjPoI3mCUwCMdalj9bEAOI0T9eOVmF8PAAfj/w7hn98BAKPN1L7dTugaWEbTGh3fHg+AoU3hM+AEgGFEpz8VICf7PBIAtx+gZMCvvb9nAXlffTYA5vNMaxX1NwfAmjL+d1fAFXAFXAFX4IkKWBscVtGsDRTreb/+3gqs2td7q/P82q3239Pb1wFwMZI9APhZFoYv0KsernvL7wB4TDlrg9pKZXSDx0rnXa+vjo+r47Ol62r5yFYP2xnMv+7mwpaLinsAW20L18cBcEQ25f6a9j4AbJ+A6gAYNNYBMIYmbk+5VYFz9nTjoAjBGnpS8w1Zy5Os3m915BbkbOf/NiQz2pcaoh09qIiRlzMcSVEwn82Zw/k5KBXMUS20DL8HT8af6M0I3nn2GbfpnuwBTAAw7ydSCOaRfkrvsdJAOEtBIQcCHFjQ9KM3OkDWPPnHe8F+YmhtONs2AHQysZe0BQCs1Y3bNQBc+nNjCwcKgOE+BMD4DAXA8CxNH2zo6/5VAGzy4MX8cl0FD+Bk+wTwEAAM+TcezRsAjOnn5wNACtYRdUNPYyh7++EFAcCCZ6rkWUfLgOdZR31KCPWkEO/HrYc3g+ukLdrnMjgFQL0pH45HJY5Oow+F/VL5+LhTy5w0geu94xq2Z3dXD+hky3T+GgfAEAy/6QdgEUL/0AAw2mFtp+TNCgD46084Dzh+qKJ7AFddmhHADM9vrds4sN3jAdyOSdUTmXblRwFgPs5Y7y1jHsA1agB/Tz0KADcaChEM8Lr6gfYFAbA03mjzwOr7i3WEy+zcyu/3M4BXFfTnXQFXwBVwBV5SAWshaVVqdYK30vfrr63Aqn29du2vX/rV/nt6+zoALkbkAHi8PzkAHtPK2kixUnEA3FdodXxcHZ/t9rNAq5VC2cJqb8RkLW6kJm+VywHwSMu8GwCGOlMPGtTglT2AJY8/9AgEKEd/ng2AqTdeGxL0WACMZ1x+k/FjDwCG0M9oM/BfmK+w3PcbAuDqGayFWn4UAMb8tRDNeB09MSV4BfVcBcCQ/ibtAwBwAWls8MK1bQFXLDQqB8Ac0FoAOJ45jKGpc4hnDoA/v8OJ48HwADCfDYClkO3RezgvqLTwytWDFs/QTkLuBcDtszIATuNTG3IawDmH0zQtDqhXALB4zvOmPCmIN7ZpKVsG2VvP46zbQQA4BREHT20YX34+/vwJHykIAJjP2WcB4LIq25z9ivYysnogY+UdQHk9D1rz8KVzWY0moK/lLM9irZTWe0sXAN++P/4N31WlENDt/MDXEzMhoKHuJSR9TojO1yUvGJ9ZxRwAyy3tAHisn/pdroAr4Aq4Aq5Ao8DqBuSqnGdvYK6Wz58/V4Fn29+5tTsgdSvUrPZmcEDW8YXVeJN6VvuVL3IVffZu+HLZLA9VC3BZL6KrzfTs/K3yX718xhFf0eul+2OdIWYJZFy37G8x+dMft0K3nV6AJ2fwrPHxydUm2fcJ77ufsbvaDnvtZ3Xc0DwmU30ghC7WrN2q3HhisfM+8SkeEnRVJ57uaHrcw0MFqKMJTt6Hno3YzhRENG2vzDOf5kJH9rXW2mk7Xltn+Oqeu70zITWZtHLR+5vQvkI42DhnE4/n0byo3mgHkQHnn9JG5ZzTcOELPR85iEfdbV93SN7y6qX3SN63tI70eumluWGla3DPJoQpG0Ca60Hfkg7zNOVawxm60vm9XFP9PUOxX+b5NtpvpfHU0rNCKOEsz6yrNU7z6wABG5sWFsotQE1nxHLPXXW8yIlLukj15ffhuKLPz+AJvgV3HORKYDd68wovRhGQKS8MvTZIfaOWhd9Lx1YtX263Wj3G7TbfyUKVw1+/w1crf8IZwH/+U89BrkCyPdOXe9Dy/LVyU01gbNHOHt+0u3IG8NZ+23WdpD8tg6Sn1WfgeWv/QdNj9jnwxMcPiOD4dzwDeENimeBR2zwHQZ6lP+IZ4mz5OzK/0SyO3t7Zfvgjz++j4+kWVXOL7K8fRtuJpzr6+9mA+DM0uPUp6mhZ/T5XwBVwBVwBV+BhCjx7+jp7AfAwIT2jXQo82/52FfqRDzkAFtV2AJxksd4+zgbQVle4evksvusA2Grh/nUHwL99e8AB8EoP2rs++q0AmGttbQC+AgCOXlP5TEm64R3fnWJY3l4fE854Zd6TcaO9bGK3Cmoer/WuAIJIeujhBekdAYAxHw4RMR9a9rgegrIMAGAJbFHAVoFF0hY8XlNIaNAK6pw3ticAMNWSA5lRAMwBrnZ2Lu8H2pmQeN9VADAFmilceY7kwIAvvW9mfNXGUw2sxvbO/avx1lPKo5VlFgBjeSIszTr0ALCWLx8b6hm96QnNkxhDX+vaVgAshZPm7cN/3wuAy3hAYJsGJyl07NkL6irpoT03bH/CWBscyT/+AQj8DxhXsi/tO56zADCONzgOVRtPCvP3thkATPsMf06C0f2oCmMQ2Cqf1S97ABijQkhpzADgFKK9AtGiPfuIiebjAHhmdN/ea63/1lKH46H3rtBXc/bnXQFXwBVwBVyBBQWePX05AF5ovDd49Nn2d1kJLfBb3oTPBQxW/3xW+10NAMMLvLTpfjaAvTpgvWr5xBBg0mCAhDifgbe5xT2Au0OoA+Bzx+f981c9A3FfGqPPOwDepy9uxO6zHxsAIxiUPTQ2HsBQjNKU1QO4hCLOleQbblooSAgYCnMDlPMRXuDaRuDLA2BolriBrHnakPNrM4yg8LQsI9VNaD1deq6n5jE3uwHLbWEDjphHOU9/1MNqBAAn8JYUugVXYDgXGH5kAAxXtpv74CFFwzaj3ha4rWCOedgTgBBzZAssDYT0Qj5L6XyxDw6S6eSxKKyJ8HpvnIGyRA9gBKiCjVUbSoNLAz7J4kEDiqjnKACS7huBeRz+WuWxPOgsD+B7eP+DNkNv2aSl7gGszTFWOfS5qR9aHj3/NB14qOoyzjCYPvv+aOke+yfJg+oG13g/4OMWL+esfW30/DUAmIwPpA3iX6Pt4lnOYxERSsjswSNCRvu/Zu/p+VTGezjP+y+cGR48gWEbhkJrKUJGzwNYi7hQ7KwDf6MtG8s/a1zX+zde2esBPNqO7gFst4Hf4Qq4Aq6AK+AKPFiB2QX40cWzANPR+Xl611Lg2fZ3LTVIaV4YANNNITNC4Y4GaDadTggBbW+e10Lj/psDYLkhXxIAS27BDwTAM/a3o/s89BEHwPsA3vmNNApwtZKMPu8AeKUt966P7DFkEgA3lVgHwNQ79PEAuG5Kbs6CDwWj2u3VH+Wy1j+PDAGdPJDaEKPyRrQV9hmeqp6/FChrwHa0D5wBgOm5xKkcwZsXFybsAy5alwSAk14/YZ2J3pPwFw40UnI6AJ713N0LgFNZt+FwLVCwKR8BwHDtJ07kmG46Gxl+xPf3sH6SPg6QPgaoNpnSWwHAI3sJPVAkefiW/sFgtAUiLfA6CoCpxj14rc7SbAE2Pp79ZgBMoypgiHe6jtteb/Un2gkTMfUADkg/hmeGeUK2PwwT3eagtaOURs/rdtQDmI8rvF+kIWc77uBzrwWAvwIADuO9BoAJlW3PvK8hoFEfa21jfSB1BgCmHvvah2O9sTDVzQFwHJtDR7zqG542J/jfXQFXwBVwBVwB9cyVR0kz8tL2qLJ4Po9XwJdPWfNR4MubyHpDWGxSq3/S9pM2na0N0JniiZvaWbcj8rE3zWtpex6kNB33AO638Nn6YO5WiLV4HwW/Pc/e0ftmjDvcO2N/k0k/7XYHwFfZHtBA7Gj59j7vAHil82nrI2us2I53X2V8qfgGSpY2q/n92/Rhw68FpwkatSGA+YYmDT1b8FEwiW88O1PwkJrRa2T9WD0Qt7YOoR/xJ3ojGx6VWtm0dZKFUnEbdQNOydmiYh3LGbdW/+2f0Yz16XsRRwsRq44b3PxM59Ezni0P3s1yVzrzl9wknTdboK4YLrv1kMZ7eQhrqOff4MWW2gIMBXzYtyA4FQXuQ4+3P819vD6apyT/O4IaGkI0glkB9qZytaB/43E8cDZlhbgAp7gncpt+tH+yLjIBcLDf5BnYerXSenNPTqiXFNYX/w7XrPGgd12CHlqoYq3dSn8ywCv3PNU8uWN4YObRasOZamV7y7/pd8ZCHXUd1YW21WibSAOQ9OweD2Dst9s8KACmH3hgB6L9oh3t41hC3iOwXF9hsoUQ0F/fgTCCTYcxLQFgMhblsQZD/7fjpO5Rq314sP17W1NsXmu9jnpjIAJxnI/jrDxfYLu3XrWDbr7a5EvGO63/dR7N4zP1AE4AGAI+YIum9VAF/2XeDvNCnCviUiif0w3/zBmeDYCtetFxH/sm/cjpS9k/ov0zAeM0383/uAfwvGb+hCvgCrgCroArcLIC1gvTydkb51ednbun/2wFnm1/z65/yf+NAHATLTJX8EhA26R/AgCmTaHxdQfAYz3H+jz2mgCYIBIJBJ8MgM/2oB9ruWPusjaUjsnluqlcZ37bC3BR273POwBesc7rAOC2FjHixQIALpv0TwHAdVPym3o6ZgC8xwPY+lBOs4G6jhCAWniobLiziXQ8vz0AmG7a4vNzAHjU5p8DgNtPIFJZM+jJG/rwl+SlnrSAUOe34OEWgWUMW542xD8xLHQDPJ4DgL/zecRQLvRWLtCJTcT8Aw8pdDaFuD9fLQBAu6QfUERAksORV1CUwhhHrZrw3fIZsqsAGO1OGzdHYSMH6NEGAOhlyDwKOrXy7AXAvF9Z64sVAEwhEIfOGmi0dEn9ql0TjLbJaN1nAXAFYnncI2eI1/YjYfYBcLIQ6Wn8aJ+P9cLxJLxHjAJgGHOK/eV8ng2AMWKHA+D0oUuZt8NAKgFgtJtPY32z6gFszbMcAG8/DKofkGnnoDsA1lV2D2DLAv26K+AKuAKuwCUVsF4gzi70+EbG2SXx9J+hwLPt7xl1FvN0AGw2BW5anQ2AzYKEGzgABlCMTegewFXB1wTAxAIcAI90B/UeB8CWh96SvBMPW14WVjn3Pu8AeKKRNreeD4BTlvws3FEPYzirkv5oZ7DGUK/5Vki7bIZbZmeIN7p+jPkJHqCSB/A7A+C+nD1vHQaAYb0T/4eermkjnEJDyMt6vzsTAEP+jT2KHsCoiAyAIawp2BgAYOohDiGhU9rpjN/W4w0ATkpX84SLZQvPoRev5bknhXCWwkpDfpgubWvNA7jcH844xh8oC/ekDif5NqaD9frKFU39kIbGTbdTbzNMIN0bIhKQxSF4mNGw8Peg7VeGyRKI1Pq9ZW/8OQp0qadtM6blcrahU7F9rXmx6kDTfAYAxrq3upMICE17VHDftlsN003rs/VYr97YVDdJQ+nZ3jhF6yH1CwqA0QY1oA/Xa5lk+039GD6AqH1km14FwFzneJbzoQC4jmvc0dYaR2pbtgpHK4jzcvv3Oo7heJ8GtlEPYO7pq8/Xcj8a/UBY6tc9G+I2nXRLYPffcP7vv39/Pm5kbTPrAYx2B+nx8NcW9G3GCWN9ZIX25xps54wUgYGP1dt0R0M+b3LsNoM1Xo+04cw9M9qPpOsAeEQlv8cVcAVcAVfgcgqMbqCcVfBHLwDOqoenu0+BZ9vfvlKf8JQDYFNUB8Bbia4CWLXGu0r5pkNAlx0C4cXXPYDNvoo3OABeJFzDSls3WhvVVjn3Pu8A2GqZ3vV3AcBxgzFX9MgIB6Prx1cDwNwm9m5wj5/VBzkSz7PNzvscAB61+aMBcJl3Gm/T/NcDAXACvwkM05+02Q9gN/2dbqRvwyjrAJjrNwqA8TkJDscWxs1+lCRDe2pfFADjGb13Rpo4AE7JbT8gkABwHAuyPhX+XRsAj3i2Qr1GvVt7ABjamntCazpie1vjIPdcxuekELFot1/BozzaOFnESwCX2hUPV43X6FEAm48RcvrSs9zzmObF+1fp+9lLm2vM22cLkmUAXD0gq31j+1Sv+y0ApnWXAPD3nzTeaiGgY31KqH/5QysNAG/tAZ5PHuyp/7UjTA8Ao+3RNDkAblOj+VSveakt63NrAJj3g9F9xRbktwD4L/He/YnRFUjkEHaERSx9nnPwLki7fihePxIagZDlaIVW2M34ogFgbbzqAWCa1W8FwPxICyb/5lcHwJZCft0VcAVcAVdglwLWwn5XouSh0YXSaj7+/DkKnG0f55T6dVJd7R9m++wFv4sSWh4+VvL4YrOajpWPdf2I0NI8j5kNagtwWuW39Bv9AtrKR7u+Wv7V8p2dv5Z+336lEJF7FfbnXlkBc/w+vXIWeF0tQB/84kaflou1mWWdgbZa+ld/fq998Xkj/h6a8k9uznp9n+fG6Pxuta92FuzoGbEW+Nx1nXzAkzy76g/UB8tGPRLPsrMSWpOFitT6lbZBOXsWr5R+aUtBH5zncT7V2l07Cxj1s54bv2973mbbkJ0zayMI7p9pqNU3ArG40Z/GZZDqBm0X1vEB58a/pRDRGNJ7m88mbbJIkaBVz/YowKDvKvcQmlryhNymlcoMIaOjp2L2/kXwCzr1+hgvL35oAWlWD+kKhJq+JtS7tH++Nvv+NTsecD20/PaO01r6tN3g36A/5N1+MJC8aGmZRu1jtrzcK5h6XUv2pwFs7kWtlUOrB8/XAuWxD2bgOzJGj+mX1v+ap7T0gUeb7vb9gV7/DkPCf7+/0hnA0es2/DsMF/Se8rEzRpUuYdRTLXGI/vnJ5whvztztrRvrmg/Wd3S+a/tn7MUjsubxsN47228HM9ncxsdSLR3tQ1TaD0OLh+b4/Pj79/Pj//7ew5nv29TShy/UE1yO8kDzk95B8fp2LphTAs/w1T7ksFKjH2bAvdbHGZje6AcxVv7b8bH9Cz3zHvv6bJq9+3mki9G0S58JBjTaQ0bT9vtcAVfAFXAFXIHNy9fRkjxqoXZ0uT29pIAvP861hNX+YbaPA+ClBnQAvCTf5kvw2dQcAM8q5ve/kgLm+H16ZRwAny7xEzPYa1+vBoA1iS2APAt0+HpNfP5CABh1mQWjmuesBmC10Ny0XRD60VDZCEpHAXDcpM2eUFKbz9aTp1HTlgFw2dBnZ3Q2nl4HAOAEndJRIACAY4jo6Pkb/k3eyyhorkAW392273CW/XI9Wg+2epWCQwqWtv2hhv+MbVc8BNPfuSczL5/4fpT7lwSAefq98tPyjA7Rs+PFxr6UBa02Tmue1piuFt64B4B7wFcDmBwUY/ojoEYHndVjHOojhciGfHrPj7Yb3ocwl3oa0781wA6hqACAtXbZC4DbelTAKwPv+oEJt2/4PQLgP1/hvzBWJM9QCoBjv4OPSGCAgVDz5CMA5LwWANZCNKfxkyKrur6UISl4gNPw8PIHZdtxoVWMhpKGK0dSMwu2pnFELo8EgG+3z4//928CwHL/qd68G0/qTaSEdqyvdi73DJ7eFoC2+msAWBtXea5WCGnLk9h6fr7/83Zq5/nV/bjNeE/WKmX9Q+ZBrfwOgGdb1u93BVwBV8AVmFJg7wbRaCZHT6ij+fp9xyhwtn0cU8rXTWW1f5jt4wB4yTjOAMAzBVp9kXUP4Bm1t/daAHq1fdZK50+/ugLm+H1aBc8Gv1hw9wA+rQkHEt5rXzUka/U6vKIH8IAE3VssoMMftvTcbFQzWB2e/60AACAASURBVPkID+DuOcnNZv92DBj19LVCK1sextpGKT3jl2pJdf8K3m3wI3lQXwIAQ9k6kJqXndrEVv8EM4IDZ/QLi+fvRg/gbdvtAcBQFtCW6lvTqeeszoLj2r5p/EDIxMEheEJyr9Q9fZoDiTEQZ+fEQTdqZYFXTHm/bnLZtPR659xCmakHsPTOmUJmV69uPs5JwBRK2APAvbM/OUCFUMRf+WVL6/dUEQs8a9c1u5gFuqP3W+/3HHDzVtc8nnk96O9fAQD/JwDgfwIApjiPluWWl2WbfpMfqN8w4QccHJSxyANwWxmStgCYz3tpTIj/dwkAa+CXQ1t5fJNBMb93BQDXcSAG9c8ewB/BA/gnnAVMPZrbs9Xls6dra/Jzfy2QO+rJzNPBacyyY3sk7d8x6hk8m48G5vn8pI3Xs/nx+611kpa+A+BV5f15V8AVcAVcga4C1obGqnxnLxxWy+fP9xU42z5+u/6r/cNsn4sDYCze50Xj3OwCwLQyi/qvAkYHwGsjjAPgNf386avOrw6Af4NtmusDRYSjADBuG+8LFF1D3Z7VVmcDYCi3BgPPCgFdw+vmMMLkvNrW2+t1ADCGEAY9zwTAZSOYLfzQTgow6XkAK22uwf8RAAzlAmgDoZdpCOjaL7425zeO9pktAM7hpeP5vdmG6EIo0KEK2qWevT2rF8uyHY/a59Ebc/a96AwAzNOEOnCAbYUk7oForOtoO+25D/On/UcGrG3oWZ7XCADm5/fuBcAj9dwLgLW0R4EuPj8KmC07pvbU83bsAd84xxDPegDA4AH8hwHgMraFew8HwI2wbajmrRdruhkBsNXeloap/jTN1iM3OjoL4eB782/74Uct4Z73cSwbAGCg5PcQVfv//fsTPIDhA5s0VoKXdvy4J2fAbUE63x2fS1pyQM/HVVkfyyNYAsB0S+OofRsHwG0vcABsjQp+3RVwBVwBV2BJgb0bRKOZjizeRtPy+x6vwNn28fgaXSvH1f5hto8CIC0wuKqSBE7LuUNwLhF+gaxwiKNeLM6oh5qmVGgNAFsVzM/teeGk5bPa2QKcq/qtln+1fGfnv5r+qr7+/GsrYI7fh1XvUcCXF9g9gA9rQpKQNa7j/KvZ1/Z5DdHKHsC1KPU5TJOeUKihoFEgbIVwXtV2FQCPePgVj8q8m5rmtDY07nw9+gpKZ/lqYJjmfbYHsJSXBKVpOeDfWwCcvBV5+5Xfg0ch/Rn1xJGgX2ytPNHztqQey3Afvx6fzZ5ePfiOMOJ+QyCA43X6b/QCzmFb/wJByL59vf7R9UIm+lQA3OYdn8/3pfqTUK3lowI6r2x7O9dt29+qJ6EEw6z3Iw7GtPxkr9d2buJpcaAJ7WCBQrQ5Wg74N33u+0vvu9Z6wAoJjflzYLsdX1KI8Ts7Gzzel90/AcqMgM4R0MvPAhU/LMBCkhD6e0LAQnm4HWhnkY6GoJUAuPSxgvQhwvYDi9pn0DYsL3irH4XPPyCa88ctzCv/BPMCAAwewFhGxgeLOfDzefF9pn6UUtNoxtPJFzNIV/ZC1deHvb6/1TmVjnsE4980ACzNuwiMy1hOhjjtfU9aR2wkCu/8YNp/w0D+7//CnEbOdT8LAHNPYSwThd+0TpoHcNSRiFUBpaTg+N94v8Qn9/R7KdereQCPK5Pu/AyGdVHfiNmq+P2ugCvgCrgCV1Lg7OnFeoG7khZelq0CZ9vHb9d8tX+Y7XNRADza7hYnHU1n731THsClsHQLPOfM28GqmAPg9AK0yK1W356s/FfT32uX/tx7KGCO34dVc7Ej7S6HA+Dd0nUevDoAHq2zBYLfDQDX+eT3AWDq6Qr20QOjHADTDf+0+fxaAFgDyNhPLAAM92Gf/wtnAkfIVcMrI6il/U4CwNxztwAiAng/YdEbwC99PgG7DHjJGcdtevU6loODvi1gp2FNKyiVzoMdHVPofRLQRxDfm3sl+BvbgC34tp56COyzF3X+SEHzoB35gITWxwLQPYjetvVXA3+/MtCPQDi0rwZMUQNa7x5w5W1Wys8+0GjueyEAXOw82wUFytzTWrpGPw7o2fw0AA5h8v/5cx0A3PbJNPbD+LIFdK33ML4Dbj1Va/+i74lHAOA4N+Vi2AAx1awHgAtsDe/88WOmcAbw338BBIff87L8LADM+59VnxEADFPBN0vI2s7Qxm4HwP1ZzQHwnlnfn3EFXAFXwBUwFTh7A3IVcJkV8BtOVeBs+zi18C+Q+Gr/MNtHAMDW5vERslkewKN57H2xGE3fum8fABZSdQBsSS1etwCslegqoLXyX03fKr9ff28FzPH7sOozAIz7bKdzYQfAhzUhSciaw4/zAE6Z3mFTPjRl2FNmP7IH8GidVwGw1X+s9ZW0cUvLrl/HjtMKIpWHeoU+CgBjHXDzefRsXK3dRj2DS77kDNxR0AvPci8x/VnZt7zov9MDWK3/ggcwpMn1R7jKQcg9x2atwGfbv6LnZvAULucBR5c1qyelmlXgVM/erX2kF7qZAODYTi3oBI/kz7xYp3XDPLUQtujJjLpb/Zm3jwTVJK9g6i0uwVgKVrk3JoV0CI+hHByC8r/VPpg81XkZ8PpI6F9NH8lrGcvR1uk7tg940keNAfBDGxbYm+wHADCexYt5ol4jnr5WnXQADPaE1K3aYU8bDdLHeiignv+dglUKYLkd3sOES88o3lzP+UnpYXmsa9iWUA7tw4Btv0uKw98xQkD0AM4AuPYXCOeePhxJaWT4WgAkjg/5v9kzPEQmLunTvqcBUt4/pWfo31YAMPXQ5eUZfS+z3u94fWY8gFO7UF1T37v9DR7AIYjDDeNwpw7bZMVDPrc61rDRmAcvl+xtLcyvVuhoEvUBVzozALg3nlN7tz6s6dnVzLWtvfHQ2ae/EM0U1z2Ap9Tym10BV8AVcAWGFZh94RpOON9obcDMpuf3P1aBs+3jsbW5Xm6r/cNsHwfAS43uAHhJvvIl9d5UZl/QR1/YR8tj5T+60TCan9/3uxQwx+/D5HAAfJiUF0jo3QCwFLIYZLY8gK3+Y62vRgAwBTc1vXkAHDdrSxjoNQ/g4lnJNo4109wLgLUQx5gPh33a37kHG39OC1estj/xEoy6ciD55gAY9YRw0Aj0eNuDplQ/CjIBvG49DntQvT0j1gLAPN9N2crCqgXXVn/m6WgAmKZD4SsP+Uv7NqQthU6maVEYOgOA0UYhrQiBAoiFvKkHnORNbOmhAWCu09cnhNq+x3zjDwPACJzSera1AwpnKACHOy0PPh1Qp9DfNQT1HAC2QjfvmaI1ABzzCnpRAIw6avWn2qBdSWXCMNv8w4Ie2NfqhmsCDoCjVycJ5T4LgOH5zRm06OyvAGKpjFHG7Pmb+sP2Lmrvvbmb6lU8bElyfL7BS9rfNWA6akfaOoKm+/MDYzWA3wSAY7PgC6QBgLlnbtLP/uiH12vzgdVFATDqfvTZwA6ARy3a73MFXAFXwBV4aQWsF4izK2dtwJydv6e/psCz7Wet9ANPa2e0Djwab1l0UV3tH2b7kPrRTeMSesgPGOm29BQAxpTAJg4K4TxqhtamwGo6z3reArBnl8sB79kKPzd9c/x8bvFggjFKYA3g1vPnVtACeOfm/rqp41yt2SfOS9r6oT4vtz8+fztogLPOWNWuc0hVptByxqhl3/02Xunfrbbo8Zjyszxsaqkq6IX0ejrQmvQ8Rkesug3fWzW0gLeWtrZxPlIWBI/o2aaVLeqqtLsEM1M7yPZt1XO2PuoGf6e8M+1p9R/aL6DPFpAY1pnRExiOBc4/0c4i8CNWmJ+xQgijVyh8YCD1naQ3eLK1urfglH7cIEOKnicjL3fPxiRgi/dLMElrx73jBAeRGpikdopeuOks4Op5i+X+/qZjTWjb0Ha9kMzYD7CfxXQC8OM2DmGeMcQz5lUBSwL8tfzf2Rs4PSOlJbULPVM4hZVuQ7Vv9WnrP9svEcpyu54dx7YfQ2zPSMYw2a1O234AeXOwz72orXFzFHzRDxhgzoex4f8LffQ/gQL/8xUGhfC3END7I0Z1z96//NxfqSxpfAn2UL5zavsxfS/eplfHB2r3CICjvRbgac/v/CMNWl4+jmzHlVQBCRLj3+X6t39t53v0oq7p3skADGA2jcEpjVjvuM5K1Pz29ysA4BDunnxnsQkQRuAuh78j4JfXiUL8pIUe7SE924fL2ns5X05+De6PWf0eP5Tg9bLOCt5+8FPbBP5leR5b6zx7+Wzp3B8JPAS0NVL6dVfAFXAFXAFRgb0vNkfJuQq4jiqHp7NPgWfbz75STzzlAHhCrN93qwPg57a5A+Dn6v/uuV9/frMArrWBZj1/bgs7AN6n728DwHwDUAOBs2qu9G98d0nwsd04tDYGazmt/pnutACgFFY3PqdMkJp+Fhjl+uL9kufkSFvQ50cAsJYmAmCpPJanmKSTteGs6YB/p7YBf9OAPd5vAX2r/Uu+wRYpAP75CqAuhIOG0NG0TgCAKfRAYLwHAG8hqw2Aq51lwJd3yjlos+zR6r9SOGfJhvYA5xG4PAqAsUxwP4K41B8A1IJXYAKl8AMAGMHCPXoNVuCE6WjewiVMM/naF9OlAHOrUQuA0WMUoTEtQ01nm8qzAbDWrzU7085wBnIKbYDwO3prF2hJQXl/fSXZJ9pAb/zmwH8D4Nm4H9sdAH9I9L/hfwiAg7UVAIz5zQLgNHZ1AHD+sKkW6VgA3JtntH6NgBM/hMGxcBtpJM3PPB3OR9vxeQ0A329fH/+LHsDp4504fwCoJx96UMjbA8AWyK2e/dWL+xUAsGTvUr9xADyyCvN7XAFXwBVwBX6dAtYL1NmCOAA+W+Fz03+2/ZxWu1XwW3Zkxjb4tHqs9g+zfQQPYPjT4IeZpdgAQq2wk6e11RMT3gWASXntL0TPrdyrt5kD4HPt47enbo6fTxNoFNxa889oOudU1AHwPl3XAXDrscpLcSUP4LgBms8cLMuqC3kAnwGANeCN9bf0sAAm9ZilY9zsenMVAJf65IXQ3vz5cxIU6/W0UcCqpaEBJCsEttWexd6jV1btB7x+vL3rui6Bqv/9DeF9b8kNGDxLqQcwPivNdRrYV+ubF2Q8TQ3EjqZfdajzlWV7cJ0CbclLbOvZ2bYw1Rk9DWO6KHA+I1eyvwJbCaC1+iVcp56/CKbWATCA5AomMUQ81DaVHQAm1l33Sit6shDqBVrncRlBL4fBFABDbjRschzn8zhQ7QVsNdk+/EjpUg/kWh9IOwDPAMhpugV2ZzulbURbPgJd8nIR25u0NXq4VwAM4s2cUYwfPtyaUOtos5adbDyAc/mk5wosjt6+AQCHjwr+8/3z8ecbfkvhq2n/GgHAqOkNvP1FAIxppg8XIE36rqaDeD7CWuvXUvKqP0lCBcAlRHXrAbwbAEPlytC0/SBDGy/b2mYPYADA/4a+Wj4qC+NN7AM13TpuJZ0t0Kt/2FOfRxj8SgBYmhfiuJKNrbc/UD+iqREU+Id77gHM+6P/7gq4Aq6AK/AWCjx7g3P2hf8tRH+jSjzbfk6T0gHwlLQOgKfkKjc7AN6nW33xW3t+9elnt99q+f35vgLXnd9Gwa21gTaazjmW4gB4n65nA2As1VHtYwE26zpX6UoewL0w7Hx+2G5IVo8/rCNu9sLvwU8z/tnSZ48HMD+/N+Yz+UWVBeFGrdsCHlo6OkggXljsrFuq596zpSENuiG/FwDPnr2s3c+BMAXAUFY4U/L292+RMXkAb8M4a/OdBDhpm2h2swV6ycYsu7HmXans3EYkuGzVj9sT17WUOwvMAWYZNwX4DNe0ENBa6GNMjwJgClVHPYCTh2YFwBT6pTxgnAkgJIdlplqK4ZMZAMb7sWwU1HLo27RTPqtbCmkcgX3Quakv+xCI6i3aYE6ft2vvbN5Sl0EAvBmbMijGv8ttvgXA/P7e2IkfM5R6DADgHxgHQ6L/hLb+z/ft458/0OTbUL4UAONchPNQKSPAZBpXnqXTDwFdQf92XOG1ttaveH+yX/4zC4DT83XukMaD2l/qBzmaBzC1T1o2ebxMxPffAID/ZgCMnr+a/W7OXjZDN7cKneMBHKA/esPHIwh4q9QPTCQPXbr1ho4IejvoaxbL+xdK5SGge6OMX3MFXAFXwBV4WwWsF62zKz674XB2eTz9OQWebT9zpe3cfRTw3byBjL7AyGVb7R9a+9Sze/YBgJ7n66t7lc7Y1G4P4Pxmo/YfZYNlpmwj9756W03uV49IMnWPA+ApuV7u5uvMb/vGaWlTjG0BddvEAoAcTM02sJp+3rhV03vQ+Dhbn6Put8ZlnHfG7VM+s41u7uNKBfLePa8xASwPSAvAaYBP82DdLL+MCWJcP55yq2ebDSgpe1i3XlCQZj3DM+7hMw9KCwBzfUbBuNUuWFur/5f7iOce/M3yrMTnNHBdrg9O8BYgtzywrOdp60tpWelr13v23eQ5Cb7oGd8gYYgAHX8AJP79ewN/z3wOZX9e6QF2SI/baw9wUpuw9EAPUJo+9+aV4I4Vwprn2wvRTN+9qMcntguAyU9lHc/LbZ3RS0PoIjCVxqYNMPtIHq7871/sjOcGwm7m1hrCfhb00xDQWA4OgWk9rPJvQhtnQ+ZtTe1Sekcueea6ap6/1vpCrl8NCwz5RBuCM5VzW/D2iGUJ10sZSqhoAFDkcG4ybmr9KM4YmB/1CKWe16HOVB/qAQzP/xP6/v/3z98Agf+ktMKzMN9D6Hj4AVBc/HeDfbfnw6aPN9KZwSlssOh9CvXNH95s14gpzaRTexb5tj20/ZPeuLV9BrKjYFv7MGt0vIs6oV5RB6hHzRfbmnqUwv213klharv3bKtwBrAEgLlXumS7fIxMeejn9WJ5eHhpzaO4f75wBbt1fUbto4aZxrLTVpRaGm1XAsC9vTGtHbX+zj2GqXcwfWYbEj5d1e1JHWHyBT8D2FLIr7sCroAr4AqcoMD+DZBjCrMKuI4phaeyV4Fn28/ecm+ecwA8JaUD4CTX7o1yB8BT9qbdPLg/fEheUiIOgE+T9hIJX2d+cwDcGIQD4LzxNPqB2RwARq13z285AQs0PgMAQ5/WPIPGBx0ZAOdoqiVkNYIjTFcCwHgNoR0F8FjObzbRce/dsuE8GBrbahcs07sAYKtdZwGwFtK4tnM7XlvAk78HW+WhH0CUPImnMwfA8ZMECCMa/gtwIUeDHvb47gE4yB/rdzYAxr6L50XTdi0wjvyR3se9hmmZJUDbA8AJ/saai+Mw10v7vfQzehRPgP3ausMCqGXcNgBwE94YwJT1xRGO52wc6p0BLIFsq/wrAJiC51kALIZUhvc7CCNN2iNCuDwpUnui54+CVJt9LW29wmD8qNcitheHylHzDgAGXf4TbAMBMDQnzjeAomG8BwBcfggApiAYAeE3O/uXj7PV7pue2gXAUIY6/j0WAKdSVg9W1JkDxRQmOY17VBc+/u8BwH+DB/C/YYwGaI12xT9gkOYz6eOXPrCtoaP3AOBtvTGudgLidY0Cf08RCGJ5iM1/kn4hfYBY7CB/AEXHUaoJr7sDYGvF49ddAVfAFXAFfrUCz97gdAD82ub3bPs5TD0HwI2UuPGr7QvwjWEagGlwL+GwpntmQrs3yB0AH9JsDoAPkdETURS4zvzGADDulphc2AKEhgeY4nlWNrroZuEOK3IPYFk0aw7teQDTZ+v8xABwNouwzVgKcEUPYM2k9ngAS8Bnh8nmR9YBcEqowh4a+rl6EKX+CQCYbowfBYB5/UeB7+a5nR7AmM7shi0ff8qGfB6vRtOb8fiidZY8kuj1nicl9fTW1o+SZzSH/EU7MkZHINGMyXV8x7USwN978AS+wSGThgeeVk/qoUtBmHU/lJmDM4S0+HcKcinA/ZupNXrCcaAr9eX2LNkWrNLzX3l7bT3YUyhTAGw0JHEFPK0nl1RHKJ8KyEtI6dReeP4nj+CxCYecYd+2/K1nJfcA1gBwXe+gh2K7ftD2awqYZ2cAax8+lLayQjRvdGmBu7l/xEJM8zN/NbBWzniuBY1jtRQim7Yr6kA/MkrDPJ61quiphMLW5icsH+9vWD7JExTnFwkAxyIC0CQAGFgdAs54vQGzqWT7ALAcOpnOaaVdtUgwvQ8AhWcA5NLxk89zabwtKyAC8Nt2q/PyGAAu8xQBxklr9ICunuH4Nfn//n5GAHzDsA3h/t6HAdQDHcfGmq98RjAN/Yz2S88V7nkA82sVMksewFhXAoCJUUsewM0HcDiXCQAY55KkZ3s+cs+DnvYpDwGtjTD+d1fAFXAFXIG3VuDZG5zmAv6t1X/9yj3bfg5T0AFwI6UD4DHLcgA8ptNZdzkAPktZTxc3Fq6hhAPgph3cAzjKIa2/fgMAprbQW4PS94tj16rHAWBsRw0AQ7khFPQGKggD02wIaJ7EKgDm6Y2+340C2036eYPYAsCaR+1eALzRjYUCkepdPkAgQzk/W1Oba0baHu3IAsAAF+H4TtjIvxnvPRbQhXpKAJjXQ/OYlkDyHgBsex4DaNl61nIPOyg3hS1YtwpMUs3oGbfx9xDKV3ouXdt+hMUBLALC6sWKCsofcKFnKnp7WgAYU4verCFUMfee456OGJIaQ1zj873+LJ3VOwuAIZ+mbAoA5vZV9NgMEAlKbYB3bpOjAXBpNQakQE/qScz15GdJ23NVPkM4eyeXeuQznCVvUJxf/gkfffz3D4SA/v74Bg/nPB71ALAWqcMCwHgUgjbP0HE5wmfWLtRbNNkGzrt1EN3MWSXsd52j6dG4UvSEmHa5HTxVMf0tuJfWFPxjlDQu1tDA1GN4Y6KYV95MmAHA5YMGANz5+XYcOgcAc4/hPCqWqrUf6DEPYCLAowFwL+R/sq9UOA8Bza3Uf3cFXAFXwBV4qAL2QnCtOKMv6Gu5+NOaAme376srv2qfpr5ngd9F4S0PICv5UTBp5TOajlUe7bqV/950R5+bDeE7Cxwt/bT8LV2sdEeft+4b1fFZ9822By/nbPs/q57vmq85Pj+94paLreVhu1oBK//V9PvPW0DotDOAz63W4ambG907c5zpH+JYrgzwo1arbdBCdahHDVbPspedMmw3hkNCI9rw9aMGtOxy6efoJS3aFLR5xZqvopeh0uURAkIasMdNQ9Bu57W+557Vb/e2I9cXN4ItwGtdx/pp6Y2ETKYaSd5mEhiwyjUTShva9Z5dOxGcwjpOyrdCmdSOaMfFBohHFP6Nf0DQ9g8AoEmBsrkNwCX8TwKUqNU9vx/R/OEaB7qNtp1FldUfyzgipBE9lokWADq0svMzcNt+V71IJU9JzCPpt/3QAz2B4T4EdxQscBhE89iAfPYhk3Z+rvUeTNOlZxNXPaHxk37xDOgAAWmbSmNp9XYksE350IHC32gfzBO/9N/OAEjLwO2N1l/zwkW7jO2SPds5qMdywFnYjS2xSCb0OR4Cmto6t1et3Lxd8TmumzWPVA/0VP5iW2BHYVLAPlFCeoe/lTLF8efn479fXx//+SeEgv5Tz+CFfMHh1PoghtY9jmE4DrGjB6z5pehmPj+2UomAVwC/tX3a82cRCCcvZ+K5Gv6A8JbWFcM9S3ZM+x6do+FebSjczJMAi3NUsH9vnx//+18NAZ3sOUcGwAQHPKB7XsM0NDTUH+3o+ytFDtA8gNv2J4CdeDSncUYGz+l5Gi0BIw204+z2rOT0JJ/DeF/k/Yem2pvnSn9kCVjPbNolJzQSyn2rBa+N/ftnMKSxHmKn5Xe4Aq6AK+AKXEiBs4d368XiQlK8ZVHObt9XF23VPk19HQB3TcQCjav29WwAObt6tjZwuR6Wfg6A1yxotj14brPtv1Zaf3qr/9VfXy0Ae3b5rfzPtSkLBEkbfVKoQK2UVvrn1u641HsAeLPpP5GtuX4haZ0BgKX+StdkFnibqGr31r3g1lo/jut7PACGuUfyOIElqeRlhP0KrkVwCPflYvF+NPpBAoWPHPYf0XbvCoAtu5fGxVtocATAoC20I3gASwD4RkKz473w39KuGZzQUMWjABjbNdpf+OVvgGFNiGA6pkwAYGpzmkduDwBzkMLtT/RqzAs4Pj5oADjdnqDYWN9PnpvoYboBeQS6QcoaEJDgZrr/u9HeAsDWBwkxzewF2uqXQrDCDwBgADT4EQKkqc1RWnth2nj9KABMy0HbCP9d80shX6ke8O9qdwlkcQCMnpjPAsCoG+9vqJ8FuDgAjnWMdPKr/RgBQ04Hb28cP6ArgwX8N2Ty3z8/H/8sAODycYABcDXP4TIGTQJgaT6P9qsAYA7ka77pXwiAIY2vDD81AAz3a/2Yevjy50feMePzOwAw7S/lgxgSAnsURL4jAAbdv8nrE0Z7wP7Qjo/pt81Z4EbjOQCWVPS/uQKugCvgCiwrMPaSsj8ba4Nkf8r+5IgCZ7fvSBmufM+qfZr6OgAWm98Cl0fZjANgWUlLF6t9Rp+37juqnc9KxwHwWco+Jl1zfH5MMYRcRsHrUQAY8pPSGi3HOUJZgFaCRj3gaYGTc2pxfqoScMO/9bzlrJLVdOsGvvbMkQAYrY5CF2ktZrWn1b9H13frAFjuX+P6HgeAaXhBvoFYyhMgThcCw+ZmPrew57mKtqKBHG6bo8DWstuSbyijGNqTJaCBrdHyaB5nGoAY9QC26mF5ANPxEwEtnnFYQH7WiEqCAJjrwsELbV+efhyH85RCz9JNz6QenvBQ+G9w/6NwGtMNWCTdnRdaWB4O3uAeK9QxTYfWVRonN+llwEXtlaZRQqHmzgVonf7EfpY9INFTEstDx6itR7AcaheepaAVy8XLUeqcPTQ5sOEexpvQ0gj62dm6HLhiXYvnbWnZRob4S/yQJHvI8nalv0twl4NLrd9y+6C/a+lyEC3ZXBnHirdnsmMObsDDET21G80h5DF4vTNvcm0eQvCv1VMD9lK/5SGypTUDTU9aR5W/kQ8PJMhXzjAmZwvHCARBgxOPUgAAIABJREFUq/8Gbf775x4AcPYqjR+hgF3oHsDa6sPyALYAMFonB9/1dz2SRR2L2vO3qcVTT1feE6SzbBHe4hxN3y/RC1ial/FjBEgT8pQg8rYnshDRebD+GzyA//2/dAZw8OmuH2fkNk+dOHyY0sDJ8FEYtG/8qqfqoQFgPXJC+77R00+qTwXheptI7aN5vmuewFL7pLG2agr3fGVNR0Gt5fHL6zyarqRV+tuYTmme2N7rHsC6sn7FFXAFXIGXVsDaQFmt3OgGzGo+/ryswNnt++q6r9qnqa8AgOUz9MaVtJ63rsdl4UH7/hIoHEnbAozjagh34q5UXNIeVNGdBRr5Ord9YZnLyNJxrwcwlkJLf6SN52pyzbsdAF+zXUZLZY7Powkdft/ouOQAGKUfAT0WMDy8GXckODI/82QfCYC18kljPoaC5NZsWW0PAPfCO1qeqFy30fXduwFg7Sy6CEGCSKAx9Xorm90Ab+BaBsBpw3k7Vkn2SLWXoFvctB4EtqPdajQ9DbCUsYUslKwPEWgEAgfASUELAIPR3TIYa8eG/ocP1I4km9iCOdlWJY/hZjOeeDhiPt3N+l5oZQJSOMzRADD1GKUe+gHDNNWOXma0ihG2ApVIIXo5ADbPFhYAcBMhQAHEcM5v9yfrw4FvBJ7hQWzXbx4SNefH+2Wj4xeEr82hy9ETFcE8jDEkTQSeoK/2sQOCYciTA2D82ygAlsaTJl0m2tEAGKsOcI+P0d/f9WMDre3QfjD0OO0LrQY5rXA2Nfb/uD4IBfgPeACHEND/BPfICMnjfDMPgKEs+P7JP4TRfh+dN+p9+wGwBS8R1mJe7VjQHuugeWZL65Lykc7AKwQFmegBvA8ApzH+2QC49q8Ewq1Q0thGRwNg1PWaAHgU+tLe4gB4fuzwJ1wBV8AVeGEFzt4gHd2AeWEJL130s9v30pUfKNyqfZr6krd1cQNVKSNf28OLkPQ8BXRHpR83ANgOLs2fXrfyx+pZoHKgqexbeKHDE1cHwNqLSX1p7FfbArQaAO6Be/QggZy1Vwm+bUftgz5vN9q173AAfO32sUpnjs9WAoddH9itEfOyUJpWwF5+NM295TpGmBkPYMjxqPtXP2DZM59Z87ekqAZANM+L8fVManc6P9TyEQ8PwfxoPcpZgKzwo1Y1a92aR7jaCwYH8HkA3ANX9Yw6GSLV63I71uvaOkCb13shPmkIX0y3gJT8h639JFsYAW09+y2b1uwsR2sUscZvhNijIYF5fjx9zZueekFTyKaBZZourbv2AQPX3QIcEO459V8dYMR2y5dpmTk0l+qshYjm+qGHHvy9rUP2/ssDAXj/ASq6xfDA9Cd5oNEfCg23wLRvMdr4t7WjFHqZasjhn9SGWu4pJPTejfcUSpiC12JXOc0IX6L3GTZoHn8QAOeCxXbOjZ76bAv9tHEu9iOSftGCnAVN6x5wavxV05u/isV8c99vnlGA78bOoHwB/OJP6UdsUi22k+2O2lJrde0Mxe0DX9ux3/B6IrjG83u1fEbmYxFAE20RElNblWA2DfNMvZOxnUbCaEN5pftofo2nMQPA8Pw/EQDfP/6Es4DhB8aqrX6pNaR5DMc2uI5nmI968GIb8/f+jV5od8SbNenEz+ROYcD5Ob6Yj9W+2/6W603yR4/e3shGPU+1+1AjrlV02o1wPvwj/P9/Q5/59/9gLIbPONrw7LE+TJPUUPIHJr0yH3GNtweH6ucB4HyGNzu7G9cbuO7lALjYXzbs2ZDPXDPNAxjH0vb+/rq9vddav6a73QP4CCv2NFwBV8AVuKAC1gv2apGtBdJq+v58X4Gz2/fV9V+1T1NfAQCPRIUeBbCoPwe0Vruspm89X16QMETc7E6vVQHpeikU2YDF9/wR0ffkaTxjeQBfFQBbUnAAwgEwtUsrrStfH+QHahWs9r9y3d+hbOb4/LBKjiIxXqC9A+f7AWAL/sYNC7Zhoz3zTACsfWAlmeIKAKbQZ5u2DoDv4MEmfACGaVDtbnle5fePWvusdf8eAFxm0PgPa51Q1lsI3BRwDzZB8bID4FYoCwDTDf0eIHQALANgCI3bAp60EU3HObpprgFg/t6mgXjsF7MAWIPS6yE5+UhMQkADe8mgt4D1DGPgLOcSgjsk8R3+X2NjFPQPAGBeCgqAIR/Ij7bLBugywLpJj40/FAD/hDmafpgQxzdSfmkejOXLABjmp88QxhbLB9c+mccxB9S8PUMQ3SYbDQCnsbfeW4AwqR+dZy071OZ46TnMdy8ARq9yrMN39sjF+YRD4jqHgBd1tkX4MCEC0ARxOSC+GwAY5heAjBpAl/SA8QHzuwoA1mxS+rt8b4Ld8X9Z06gn4XC9vSjdg7XmltqsrhXKtyIKAP43e4lT+1UBcM6G3jt6/u+oRrJuLajkADiNAXaI7nkPYBkAx/wivE/lkgBw76Olo0JAdwEwXb+zSBVVYwfAK3bpz7oCroAr8PIKnL1BugrYXl7gJ1fg7PZ9cvWWs1+1T1NfBQCXF15lp9QCrNZ1Sxjr+dXr5WVSAcCFy4qrfvp2PbqVHBJyAFzUxE36vR7Alv04ALYUStcdAI/pdNZd5vh8VsabdNk4hkOcObzNIrIy8rYlgGRKXjRNswCnKmRBXc3zTiuUA+DksQI//bOBGQAOj9zRqcwAwDFtBI0KSR+1qlnrHm3fWaPlG/D2uGFtoGGITCQbsDOLtd16+Cb3v3q9bq7iGamsOyvCWR7A2HY9AEOT1jxc9q6bR870piZFPUzFpSKAIYDaisdNr5wS5NPAH/XIpf0Ly6R5+tDQyNJZyrxOGkDidk8hKk0Dny+hU7NBNJv85Ezgmh/YWQ0bix7AqB/X0Y6AUAEwXQNBflD2e4AP8ANnxSJgou2YrsG5k9uRRG5TuE/uFLTuVas6/iUvTvg9gwTiAVcgXC7H5izg/Pf9MGQ/AMa6xDaMnQahRdIheg3nzoQQEc+m3Z59WT2AJQAcEmpNNXh3IhBEjbAdY9sZABgAM9pebB8BAFPbi+XP7QLlw3GBhoJGOIne1L05QAgW1dxufi+seI/z/jsyTja6MXun2mKfgP9q4xQ/45eCWwkAx/mA1IWmi96OVBhs82hf8agA4pUd2gXa5g+cAfzPLZwhH2xEA8B5MYrjGv2AeAYAa20cP5bIRdvoCx8QKJ7tkgcw13ukTbFcdD5G+NvoiRExAkiv4Yrbjy9ou9c+n/5V188JJlMAnMqd7qMewLfw8cT//S94Aocx+CsYOsRkSOXM478w/tV8K8zfP+ZVBSwgmuZPfa1leQDXdtiC5Gj7bN1QQ+b/zbrl9dcmcskWANO5QbORWY9g9wDWerj/3RVwBVwBV2BJAXujYyl5NUTQWqr+9KgCZ7fvaDmuet/MYl6qg6mvA+Aom+YhJG7Z0Ldz802ctIoD4CKGA+BjRhz3AD5Gx2elYo7PDyuYA2Bx/mQhIPk9o2d8lo0e9wAWgdh2nfM7AbAG2K4OgOtGZvoXhWqjHicYYpYe0VDqTQBMDwBvN0xt1M/hI9YFN685oDsTAM/OB9L7gQSc+X0SSNHeNaQy8Xt7AJjqNwKA6RirAWD+XQcFURG0SYAvJFzvqwAY8qPrKLDDW6AOKRx03ZinumKdpA3zBqrnDwAagMsmEfohTL3EQyMDaEiV4ufbUghsbfLPbvDH0Kr5h/ZPywP4i3t2hQaD8kfdQuMUm8j30bNmExDLsDjDlQj7AJrBNcFDFwFwASTR07Cet4uwkI8nzd8RopD001hWAbC2HIvpoAcw2BNbN4AHMAJgSIN+ICH2L+HFk/Y5fO3kALaUTwsfnm/QxgNtPKnjewv/ZscM6i0MaQLwx3aiADhdy/ZOJpNmrM59i7cJtmnUm4Q9j9A1AuDvj/8EAPxPOHOYA2CsDz/7uYkglW0C8kUP4G0Z2r/wNgYb7gFg6wMWDmNLHx38oldu5wRscU2LYzqMjXwOxD6qlyOVqHwAEclv+tvW2xWhberzt9vXx//79/7xF8aM8L/4begOAMzbZA8QHgHA0phQQe142H0Kkjk43kLmNl1+JAP3AOb2sbqviOk5AJZa3//mCrgCroArsKzA7Avx/8/euyjGsepau07sZK513v9V/71mfMtBEgMGKlFQXd1uO8Frz+24q7gJIWg+JI4WeK2J8Gi56/28QJxcsH5ZeY0A4eCo71n97I2fsoEyqt9JwUd38HKRo5POJ4sfJh990WoyiCrbk9+oYTndSP3PhgIdCmDwwgKMZyW40v/NErj1+mUs230A0gs9VvM96gM5rlH7xn79Rh64R0vz79/KY7NXr9nyvN3X6SJ1xeOVuqMewIkzPDQv7nbCnidqP3Tw/LwXb7Ch/ggBfamejMbvHgg7orujcvr1d568+cWZzc5oc7Ns6OVh2avXJgKL80BEff3GMfL3d7huxmWgltFSC/VQb0JaTNX2u41SMnh7YNNvqCr8I1NVoFtnPFZwufWWkrZWvamZNtA8b7qzXAA2NH0uFx7QEQhiEOLlOxr/7AEpab23fu0/AVuWu/wWhibcRpy0rD2x/Pf6X4FQz3OfQYCYxOKhtu0IycfaEUU6qfUy2QnAcwcXxDsw3UMp/4MM9DfpgYQ6lh+Gw/K33blrEMvfWQqZRLB2s6HeCZHpddcDcPS3B26sBwxj8fkGDBIAZ73tlQ9ZeH3z5fryUC48gN/e7S7m7+Rdx3XjsTA6oNCA0zzIegAU9mo0nvbaL8ovd3B6GwDQic+jeh9pC/eHl3dURmQP9NrV0ZdQyjySW7GFdLgNdw9HMkB2XK7C2pw+Ar+sVygv6tc9vcOzxwR+f/5MHsAp5LSPROD1Mr2y+YGnLEdM4PmCwanVe1wrXSuI52/W9wIA8/j3ciz1dAcKm3EWwFxfk731/953/57+s0fxXtsNKtfacFkvaej/EgCcr2NXHe18TdgLld7bO2vWRu4+Yb8m2h3n2sDvFsmgE+ED9xVHnrzoY38AaM+j2Mt39P0N64ONXd7RG7UrEzpr9jkfpHJK3gXD2uW8JoCnctvBXXk6BV53AI9ty3pjSWBJYEngS0rgyOL0kgaeBWyXlLnSVAncun/vLusRYF0A+K5ddGijewHgw3018+X3cKYrwZLAF5HA/ee3BYD3VGUWyF5b3bYn9tsSFgCelfjnBMBH4C9vzs1ufFXpXAaAe54tlwLgXm91QRUAs/eUyxuTs0stD4D9RjlvgOrGZgCAo1Dk9wLABQrum+0NAI7kX0BJsNkro4YhkZdbBIClDHi3HgHAkXxHBwA2HqS5gfAEQ3tHIBkA+C3rWd2YBmCEl6gBYP/zliJtvr6m/yfehvkhw3MPgIscMxgOx0WGDh6A8bvlWfYcVdkTIOuBQgBM5MWetaH+K6ysu/2b+TADYA/deusaQMaobfyM6xlBxT3ZzM4M/J4HuiMAvDuesucpj582vyTT/L3/Pbl5AmIDACPvPRCMd/bSR+3byzsCp3Ja48gatSc3BrhSB7nft6cD0GVAYuhlFB7at5HL93cPM+Dmsn37FAD/+P3w9KNG/vKywbmD3v4AvtdG83wEgP174bqTAHDpRwoTHfX3aP06C44jkMgHe1rb1D80sNUPSwngWzyCXchia4fZIQkB/b/n3w8vIuT08aMcJroAAPsxXA4qcGMnAPDuHnEH0BfIjLDwQShnBsA6JnK9GAAfPYDv91uw/tmM8Q4ALv2ThTfaH18A+JLZaKVZElgSWBJYEhhK4MjidJhZ8MJogrskz5VmXgK37t/5mlz5zRH4RXGfFADji8+8J04rv+iL06V5XblnmuwWAN6X7tEvID63BYBvqb0r788ugfvNbwOCUL7gtxLcjtfJo+Aa323v3d7z+3oAbzaJJkM0X6p3vQ05n9/XB8D7nr9l+eO6H/o3v1a4LQA+2s8jsN/LD3oxD4Bb+XqgO+MBLHXppRt5iM56iPj2lg3D/ADelXhvbwMSS+rmhmK6K1Fk+DvfBfot3e8oPwibWzdXW4XrejK5DWp5DzLhO0j7gMBsYeRJaJ/H42NW/zUkqb5c9V/utCxy7Hg64rnvX4QoRn0FnHJegLh4nm6E1MctyKsb/XVf3ern9XrPc1feBwBu4THy798FXGVu9RM/XBHFHgBmHfUgSOQkEFiAVkJapc1oU/X0TS8STGAPYMuf5j8HHTy0VbnmDhrtT/i0PX3mNnK//k53e+JHbFeBtPAeTACYwaWHliOw6svt1c/PiwgNvJd+JJuoX7mcqC5qQ/LY8fC16lbNuQdxe3KJDqDMrBFDeJvHH9fL58/t6QFg9DnG80huKC8C4CgDnty+bj35M0AWMIz0vo/xnvcSxjhguXO73pNHOWzu049vDz+fvj38SABY7YtwxgLfzG5cEwCbXKMRuNHu4KVsZzsHpTY5uPfOAGDru1oC/7sA8PyPKGQ7t3sWAEtfvCQA/O/L74dnjTmfDlB0ZKd2KT/zetXOSzvfMQJbXOzhrgt067nau3sdc4KHu5feDez7e+QBnHyTTZ/di6hv7wABJFbSaV9sO+IyAFxbcTb98gCesSvrnSWBJYElgS8ogZnF8ZlmHfkScaaclTaWwK37925yXwB4I/r5Td2P67UFgPdlvQDwx+niKunPk8D95rcFgC/RppFHxSV5cpoFgFsJ9jaw9tcK8/eqAaQc6bcIyMymXwB4X1KzALhswpJHcASAAYwl368OgGfhr0DfCoCrvGcBMI+tCnFkvrD7OOWHAbD8zXZL79IMvt/EjlXxWB19F4g8gJH/e75L1tdL/q7f51sA7MNrA5z79b+kl7r5fYHXFJJUUKnomx4GKBlm6C6eYBkmmI63d/g2o+KKANiPthkAjK5TO0cHCAq8yxDU/o4BcK/c0X7K2fWQt82+vB7UZRgIPenVJfo8atel4BSyi+Bxrz1nALDvq6YMAf1BVAS/TvF/99peAXAFrgrqchmzAHivD7znL7fPy8/eTWM3XeodAWDVBQLAdd6xf4l9iEIV1/rJXb4tGMPhlqZe+UDF/uwYkc4tAG7v5m1z7EUe4XDV2mZ30LEPEqt+RADY63KRX+lv+6QBwIGnM9IZAH54+Pf54eFZDs18AgDMh+mK3cfd5bmdnxUAl3nuBAC2eULmtwWA98fveroksCSwJLAkcDUJnP3CMKrI6AvLKP16fk4Ct+7fc7U7kHoW+Pos7+QBXKoxqPdoo4YX7rPSms1zNr8z7x0CwOXbDS2EL+33nNfoZPC9ZbUA8BntWmn/dgl83Pw2B3xH/bENVddLsVee2MfR82JMOwXA26oD+zp3I47aN3p+awA8Kh/Pz3oAj+YNzHs9/ZxNX9sz5/Hba1/Rho5HsD2vurAXYUTqXto3agh1CGTh72Tb67ONh5LzHJ3tby5b0mw9eGP59jyGR57EPbGUDfqBx9Lssqd6kJgksN4py15a/0qeYn+4//x49PLkkJIG50xHathVa0jPA7jXP5vx5xZqaNdo/Vj7tVXsWp8qEwlnvNGnnMzKcaChUycASt/mtk1tfcAkbb2X6rHxgAYYbftR/pI01Z7kkVqy79hvuRvXed1FfVGBn5S/DVdbgZLduevXq/ap3MXb3t2LsuAhLONFnZxKndraaEjblIm8J7znHaE/yVO33vUbtVnGb/u5lqle69LvqH8GPrLpnuuyvUO4rZsPpat5UvoC36IpmTyA5QJngD2AbqkX62S0X6L6Bs971wF7gLaOjRomWbxuefxyS7djI3trBgBzYycCmewBWK4b1ycKySzvyp3FHOo5AtGmn20n+Pd683EEgLn+/jkDVw9vG5kGdj6Si5cnoC50zXuAvskhlexGGwFgf3er13EZb2qJnB7vracZSnuozel+pIt9f/z8/vBP8gDG54/UL1KyVF1UUUZtWROH4LIC2r2lhm/H/mqpRpvIw2EjB7mbuHjh7oVwR4SMTcjltke3egk734L8yEZbP/n82vpxiOdoHOgYy3k8J1j/76/Hh1/JNkm6vTlW9IjtXXTQoFdnrbce66k/3f1gB3x9nj0A/D1X3t/tPFqf7dW5rS8inaC/NjXTDzbrKHdoAanqek3kijzr3dQ6TII9S29j9u8ArnVcHsCzPb3eWxJYElgS+MskcOsN1AWA76tQt+7fD2vd7I6Yr9ACwB/WRVFBow28sHLcZ5f2e854AeC7dv8qfEngphL4uPltAeBrdOQCwCbFETfdzpsfCYDT5jI6mw4CcIjesqGVwgnO/gCcyfuzIZRnADBv/vbqUoFDCyxpqyxMegYAR/UqG3l3BsCl/wDBOoJ7ywso2cC/NwDek+e7Wyd6AMwAsgHgEQDmO2RJ/3nzO7p3t4R9FtCZ61PWn80dudUTuAyz9D6Pr2/kOTgDgP3GvFDUGQDM3W6exxWO6DgtelrtDzM2AGBpp6W33/i86FkGxOqpRiYjhZjMgKHq16scUpgEwL27tqVcXht8czViXWKPR5ZH5AnJEEzebUBYbhf0S8sAoBBPxwzAZUwBqsgdx9EeiQdslwJg1Be/GQCP9mZGz1lWDCggW7SR3/Pt0rmQ7vE9C4C9XRutDz1YieoX2Z2ebHx5fvshAsdcZ5S1957qdtY1D6Z5ftnWEYO5HoKYnbv3wB8DQslPALDc//tPCgWNHwGqNibtmMY+AK6XEEBvBdSyfd3Uu7GX6k9ZfvQASOORuw+A9V5chOCfDA3deODm9vX0HnKw33MAGHn5/Yz2zl/0b51f+KARoj68vL08/O/XjxQCWg5V7K/fPhoA+371AHMDQj8IAPfGyXteK/ABB313AeBZ07LeWxJYElgSWBK4hwRGC+SzdTryJeJsWSv9VgK37t8Pk/mlIPAPBcBYto+uvhltNN+6/y4CwFesVASA7y2T9ovhucaOAPe53FfqJYHPLYGPm9/cRkm7lzYtpIs9gBun38ADePMcVept8HyMB/BnAb6+g+7pATwz/wwB8ED/emX0QxHqrlUR08gDWF6Usff9/RiY3myQHwyBwRuaDHX9RubW48YE1vcMuZ4HMGBjGYGBB93ojt/Dy10HHDf5p41KNRESsjOwVqNerBvxMUBn4Lp/V7kVPvIA9nfkou96G9Z7ANh0tZbJABiiMH3fSiYGVnXV3YSvbACgSbTouxyUUA83eUm891rvSgn5XACs9FP6A95AkgbjsXhCFW9ayxPl4DfkN/r+jdClAL8Kc7JXWAs7a3s0zyQC+dWAnR0ArCG1AYEgp/TZY7n319rwnrzTJLrFe5KXegNnlAMPRinzTS4NzvIbzf8FgG4AMOSPebB6PzNU69krDzy1rx0AlnwAgH+Lh3Mef9X7VxJYCGjffz2wx0N3BCs9tJO08KSdBpgHPI4lfw8ufTm9OnuTFNlv/kzaIT/wgg1Mmn400v+Zcvmd5lCB9G/+T61H8tJWHYZbqdRv47lp/Y0f1iPWg+idph4BAEb52m4dn+RxrocOcF9pDTvOkF6e+7vTIz1kT34BX+whL89+PH5/+Pnjd/ptdRDLgSYzANZ6NiZ3u5sxAsA9wM6exQzw4Slb5p8yb9bxL+/37Kf3tEUknksBsEaDCPShp5fVK7lokOm5Am4GwG3EBkmndzGn/54FAD/PAeCefFG6D9+8sZduAPj524d8runheVvtM4/nMn/ihoCs2359x/os+s0Hhvy9wT0bIp97D/wifQBoB3yRd3e96w+I5Qx7HsC+brMewFE/qa3KijQ6ALDuAN7TivVsSWBJYEngC0tg9AXqbNOOLsDPlrfStxK4df9+mLwP74hhRbWPSM/q51C+NwoBvQDwnOYtADwnp/XWksBnlMDQvn5YpRcAvkTUCwBv1x9fDQDD25E9FDEuPxoAsw7uAWC85yHIRwFgKafeJRhs+A9O7h1e7t4YAJcNz8aTtfZGu5FYd/V76+ujAHi8YZnvhJVDCQWu1vpdCwBHG8gohccHvK2uBYDh0VvKLx5tLbQeAWCGIX4sAUAzAC79TqDEA2CRrZev9wDWuz6xWZ9BsUJkB4CLt16qzGuCpq9ZqAyAXxMA9uO6hdW1ZXjvew4BLbDKfuo3KF5jNLCIwKyf+zy00TxynzQe5qnhWrcrA2DU08vB19/3sQfAYTsoUW/8RvKvurKF6WyPPeyWZz409VkALOmlrY/fW02M8j2yrhkBYA+mAdA8fGVZqTYSrMXf6Evu0yI7B4AljTwr/XsQAPcA1wgA1/ZlPVcAnEJAPz08/Ez/yY8/XAQPYH34yt65dVL09el5AM8AYJUn7rrPcpPrAPQnAMDysb+jvehvA1rNjrCHcf13lkfegNjqXdGAKfWr481gejlj0Hwt2QJgzpwB8K/kAfyveAC7u4p9ZUYAGO/LnIuQ+5wHDsDwe/y8B4AruL0uAI6ELWVt9I0OS9jYqocnmvrnEwzfSoj+DK4HvQofdb8/dSsA7OU/Xk9ZigWAp4bnemlJYElgSeC4BG69wXkWcB1v0UrBErh1/95b2mf1ayifwzthJpGZTdYzsru3ZyvqPvIAvdFVjmdEdyhte0L4UNLNy7fWiUtqd9ABalPEqP8vqdNKUyUwtE8nhTWyn6Pyb51+1LxR/Ubp7/98PwTa2fp5j9+z+fn0ozs8R+Xdun6j8u/9fDQnjOb5I/rPZeHfAEXXl0PnbtBSULst2+hB9lTUtnUWEGj32Q31o+324AHpL/28giDL6eh8uheCVvMbmJfq4WQbnX48bwCPu3NwVEC4wUhCl7sk5Qd63juwAU/R8rzEIKWN9LRbXIBb/rjdaMwesLyom1igiq7FnjsiXBPwtp3txrG8EwFaiKId5zHARj0YdgssxY889/bgW2/8BACnGQudEJLaV7Ro5HuN4YWmepQha89+iSzYK29T7/yQQzyrDCFoB1SKZ5ocfBCvP/Q/6T+vdfE+PIDzlaSmi/Tir5fktZXv8P2d9QbwRnXNyYntEtsvrRP1FUKb9+y3v0PVdIyS3pg9AAAgAElEQVQAFfVf3O/Wm09Pj8VDsoxl7ZuaF9vQvVDPvhyGcwxVARNZL1H/bQjouTsuG92kP/bmAdi2Xj1t4H5vPGat/3Od6F7VJjR0+lzvMidPW06n+p/eeUve5JLX3hpJQvDyjwfi/lnUb5C3lOdDWPf0K5qvorV8b15DvVoPRwGD7cmi75ngVf3g+0a3B5N8PzfyUJvRTmiSPUNpef6UZP/Pz3f1BOYftZ/uLmvO73sOJ6B6nk0wdKinf2W+yS9sI+wwoN162yZptOM62y/Voey9XMtuZatQMLDvom/VFpvntfesBlC0cuL4G60uVnvtZYq69mSEzysAfnv4le4AngLArr9788QROxrVc2tHkmz31k64M3iwQB/Jnfshqlevb8yeWr9Geeyla2zK4CAgXOT9uOtHQhll2Lay65GdX1sAeDSq1vMlgSWBJYELJXBkA+mSIkYbxJfkudLMS+DW/Ttfk9u8eVa/hvIZ7aB1mjXa2D0rjdHG8Nn8Z9OPNiwn9tdmi7rLewsA74t91P936bQ/qNChfTrZ1pH9HJV/6/Sj5o3qN0o/en7mC/oob3u+APCcnP7Mt0brhNE8f0T/vyoAljZ6O3MvANzTQr9R7u9o7W1cLgA8B4Ah9xEALu+5fUjbaLwdAEa5sh6yPWv2JrN/XxsAi84VT7JcgVsBYB6DIksABoahMwCYvfn5/UsBcJV7CzQZALOtYOj8nqhvDUheQ+M+Elx+TtGeX17knsyEitOXAb7L2TrVQ5lqq/YAsGi9h6aqNQiNGawLGgBb6mgAadvv1auTZaRAywFgXYVkwVwbAKNuAGlbT9ttqFiVAwCrfAFLIn58tPe83Veol0AIf14ArrQ1y1M8U5PWqrmV5wXe4q7nwFMS8BZ1YTA8AsACE19fjwNgP794oBvJAJ95uM7wsj//tIcBuPwInLMuaXkAYRl09wAw6sgwcgS7vSw49HN5hgNJ4gGawxkLAP7PP78VBHN9eZxw2/AOALCc5nl7yweiBiekZwCwjS8rxR968QCYx6Jw2b0Q1QDAfkyUduTxMgLAbZ/zXevxdxNuA/q19z2wGZcyN6b/ntNBhWsBYK8j/u/oIE2UZiPDPIF0D9hdCIA3Ot0JHd2uH2NAj++me1FBegAan4+uApkBwFzXnrx66/UFgEcavJ4vCSwJLAncSAJHNpAuqcJog/iSPFeaeQncun/na3KbN8/q11A+CwDvdtwIAC4AXMXXbgDeZjwczXV5AB+V2Me+P7RPJ6szsp+j8m+dftS8Uf1G6UfPbweAbwt+0a5be9guD+CRBu0/7wHgEfgt/TuagKn4PQB1rhVR6hMewCk7vmtXct/bwObSr2cPsOk2aoeVHgFg+by9520LBb0H1dF+uKUHMNt2gWXWD+Z1Yv+NaztSzz0PYNgus8HSH+zJtHdrsGyrt/3SAOBxtcsbfEctPjS5sJdVzfAoAN4b5wyS5Y7e6I5gD4B90y71ANY7c3PnKThJnnPfvsNbM3mz5s5vvGF1HFgN1HlfDm5klWdoLM/LfbwBeNMMXKhvDx1QbjS/SZ9JCFWprvhXvr3m8JnqGQeP7Qx48ga8yBfPGAALB3p+Ni9grnN0ICU8pJK/AKk3HwEpWJUIaErz5W5TFQMBZoapCPdssu4DYHnOcFf+zTIADMZnHEJ4DwBu9MzLNfi7BXA+NHLWmdzeAj4R4hT65u7eBfT8rS7ldsCDwy4DEENORR70xVT11NWX5Ya0BfZlj8k9D+BiK8iL2H9mByDq/MJ1Zfky0PZy78132/koH7RRu7013FHZCsBJLq0+5HHkIkJcAwD39C4CwAywoMtPaeD/80/yAE6/q90Ixkh+uBm3CSSHdoXex+yDQyx1rqq6BE9c2EM5yeChd+bM2q38rIP8cvfbfDgDgKt9aNcxWHf47zd1PZLvgNd62diMwK8PTby1gVZlScsewP97fnx4TmN5FALa67tf74zukB0BYIwfb4cROrqbP+zHwENg5InrIS7frTu6I/gSALyx2yOHXde+agMt5La3jT7/0d8LAI8ktJ4vCSwJLAncSALX2zCJKzjaIL5Rs1a2WQK37t97C/qsfg3l80kBMOQ+u1F8q34abfAtAFwlvwDwrbTwz813aJ9ONn1kP0fl3zr9qHmj+o3Sj54vALwvoQWARxq0fT7y+pUUs/P6Ef2/HgCOoGh0096ebHZCQKdkXw0Aj7TANgL7AHi0juL8G/0JQvUeWbKK/TbAtw0BjWfyuweAj9Q7ktFnBMAsX4xDHmcAwFF7II9vRCaQNhp/0Th/J+hVy68AeMZ+lLp1Xi4RtAkGMQiT9AxwG0hGoVg3G+cOAPNdlgAJkvc+AE72pQDgFMI4CdVvFI8AsAFXAxcCgA3GVPiLuzK/DQCw1PP1RULHGgB+e33VUVzXPWbHBEAyNCj3UXYAsISA3rPdArFUTlkODfzVCWLr3Yg+V8ibTU2Faakdqe7f8520Zdxnb2D8vQ3RbG3tHcDx9fL6UPSIZK9w9yFf0Eq23uSYveXlHXKB9ECT62TevQkop3HjoaUfo3uev41ncE6Iz1j/AWR7ALiR4QQAZtmyx6/2P+RAOueBtU8j6c4AYLR5DwBnDh9Oe3zvagNoAYyKN2zV00a/aKxGIZ6bQosHcD0eI2Pn58+3h5/Ja7wHgHWMOBDOdYjG5vc8JmVwlSsLdGxUveW+iQAwbF+dd2trLgXAZdy7sPj43MZoDIDDDtQPKwCudsX+hcM99u/2btoRAJY0L8kD+H8pBPQvGbfJU352rWvjwYcY3z+FNguAaxvtIAl+LgHAM967tW+sLH8n7kweNwPAO1C7N2ZG+wA9PVsAuD8C15MlgSWBJYGbSuDIBtIlFbl0YrikrJVmK4Fb9++9ZX5Wv4by6eymjTZh4o2dvICWNaYPUScn7rF5cuD5kcXzLfpqtAH4pwLgUf/fQta3yDM4DH6omFH/H8psvbyRwNA+nZTZyH6Oyr91+lHzRvUbpR89vx4AnnCXG1Xmguf38gAe+U0C/926fheI7GZJ9uaMo/O4ByjjSu95TI5T2xujXuV8jpXXuztPcvRgCp9Ftd7b1N1vZa++c232G3jmsbrd2IMc6/utJ9xeHUP9YQ/BC0zMHgBWORcAZTUroQMJ9Fl/eDm5jWECVppRXld3AXB6bhvNFnYXP/Dk3crJPIRjnaj3cJp+vKuHqP/xY0r0rr43p8/+jto9XZVnXA+AX6uXlVdCGcsmfgEnI7ed2rKZO75RZ/kt0AL+1gpRqSiRD8ZiDwh6L7EKSmLNrsBcJVVeEsBrZSRPN7mDl0Ie60sERgvskvqlz+Ve5BTkVwFPBC/twIMAW8GGAI5ex8x7sOiERLuV72jJE/pXAqkSElprnF9owU+Fuwomgx/Jp7e2UO/6dH9pGZsEi9FWBhsbOCz1Isim4krlMZhEegmbC4C4F0o5sqvlYANBSh/iufydgS/KaGCXu3PX5Jr75SHF4BYtcPeUVvn/fnh9k/4wz1/TkzYktNYzfxEtHsPO89zn77vMt8tUMLY3HoJHeSOygMCmKG9fPusx95fKijyYe97CEZhHWm5LTw6QN+ol9w1vbEAa7BtozKZK7k6mukpekQev9neCrfpujiSAclUOZe7Bc+qHlM4AcAoBnc4YwL5ijGiZ5MnLcu19l4AdhApyGvt3HwCj3hoyPNtPjWQBe5btgx4P48Nc6s0+M+fUecwO2Gyvy+B+ZjmGhsl9yN/vea/Af++f3UeQ+eD57eXhf88/1ANYo7Knz2bvlB15/Po2HQLAOYJAKJfORtZ3miAjj9hRfSPwa/bugsWc6vaMztQWNvuQJ+47G+0DzOha1O51B/Cs5NZ7SwJLAksCByVw6w3Ua00MB5u1Xs8SuHX/3lvQZ/VrKJ9PDoAh/6MbyNfqtxEAXAD4WpK+TT4Xfs8olRn1/21q/ffkOrRPJ0Uxsp+j8m+dftS8Uf1G6UfPFwDel1DPA3iEzf5mAMxLihIidZ7paIfcFwDPeAAf24j60wCwbMRhbtx6MFao+T2DpJEd4j6XvveeqbpRnvcMuXdGvfDnAOC+BAu0Lp5l+wBY4OM3ultSNyYnFrLw+tQ50Xlo9moXAWABwbU8AyEKPOFNSIv9CGTznHik3urZ6gCw1FuaIxhTwilrVTJoVbnkhlWoYh9A90fHG0IAnNr/pgcAzCga1MBdsVByD2ylfubJLgAY4YCj70U9ABxtuv/OXn+8zn1J4dDFI/49DzhA4NLHtJEeAWAp/z27UEahWPUzgdipbAPFta0zAJghGeTn10kCRuSzcgAj34vLoLAHExlMq12aBMAeMENeDB195Id3B4CrnlUP6ZeXF5VVBIBRBgPjqB6+Djh0wB7Jqu8EWCIAHPaVgzJcPvSU8+Y1NfeH6k2Gzuyl2/MAZhjYA8Daf/lwgILOHPZ5A3dpnhKZIFR4s/5Pem99kMet2KwmnIKNXZ6/oJ+qjxlgyvMnnT9p/OchMAeAHx5+/vj28PSDQJrYBQf9IzlHdhoAuN6tK2PS2lLnT9i9NgQ08mMArPY9f/FOWquvAACXPjsAgPEdvkZY2K4Atv0ZA8a97/PnADCOFaVIBAKAf/UB8N6dskfB6CwAVl0o/VJte9GHSQDsdWxU388JgI+sIE1Co32AaFxFn3l5LQA8K7n13pLAksCSwEEJ3HoD9VoTw8FmrdezBG7dv/cW9Fn9GspnAeDdLh4BwIl9s3ur0G75vUORZz2Ai2fHZQc9ryazBYCvJsqbZDS0TydLHdnPUfm3Tj9q3qh+o/Sj5zcDwNjTvfH4v7WH7d8DgKWjDlJap1wc4QOP7gWAv+c9nvcRIWzagI2hmQ2iQxlv7tybDQE92tisz/seotbEUX33jzT4jbwKdiz3tMdO7k51A3hcbu2A6AqJsuFIAHhk0/j5HgDmO3i/fbOQrd7Ds1+WCzl5oQew5I+7Dg2WjPpxW6Nyb3Gug9w7WMFgHdPN+CQPU223X8jm7wWICqp9nD01ZwDwJgJQEiw8gFvAn0FD+vA3wEr+rffqkkliYAIpPHY8UL2UtO50gMCD3QqAE4TSPrGC9V7HDNYrgKh6IunUQ47quQUWeF51RiAutweQFXah58GtkEw7zPLyALjCS6FNAoi24aXRl5bBFmFLGa8prLQCVAHV9GXA6rz18GN5yzseFNbPsqCSYsELMhpjHmwIxMOPB8A2hpxnoAKxBDr0rEL1Nu55o/pQxOwFyWAS5XiQKABWIVgBmJBr9vQlsNm0190BXAFL7RcDwD+0L9Wz9nfC2iW0t7VbQk7LM3iu4s5nCdXOoZ9ZTrNewb5vfX8VsErhoAtAzV6zURr0m6pzHjSR3nBa7pe90NC+zhpGG1AygNyQH9IlB2A9j/KeZF0OCrjBprJ0HsA6tvIBJrRF6vkonv6wP3rgxP7g+Y3lgHr4+V8ONPxIFRMA/DNNWXoYpGMHOH+pOt71cjf94blPwHYeb2UCyPUNrmTQeueDNd5GS97IX8vFwSNEs+AJph0YNN7tn2x/vXz897Tt9yZffwsBDVUY7fMc2UcQD+BfCQC/yBilw2wzd8qOgKofR3sAmPsCAJjHWR0PMld01odug+hoiOrPCYC9FMd/j/YBdHD7RU+Q7QLAY1mvN5YElgSWBK4igVtvoA4nhqu0YmXSk8Ct+/fekj+rX0P5LAC828WjLwYLAMfiWwD43pbja5Q/tE8nmzGyn6Pyb51+1LxR/UbpR88XAN6X0ALAIw2qzxcA3spq9oBCD/T2PvcboAZa9yDuOQDsW3ZvABzd6RtpqgfA8s4Wvgt4/RgAjDqyB/VZAMzt/q6hdRkM7gPgktaf+OsA4PL+wAP4UgCsHq6PVmd4puHfPBbw70sB8KPb0fcAuPRTDs9sIKOCXiRXsOLOzRwBwA2wpY4EIOJqioey/FhX5RDkBGR4rSIAUL08JRx4hiy8+V9gRIajrEMKawXIJ4Dx/Cq/0XZ46/YBcAR/US5DXKFrHrJy/REa1/oZ+lBtWHTHM7fvdw7hq+GyqY0VsLYArncXrUqaQiH3ADCHYDZgiJNvg0NVEwBY7jYW+yQA2AZGDatc6nMlABx5O3vd2M4FJmP+KWGck4dz9Iz7oXevcQ/qcX+MIDa8zEcAWPqvgl4B6QhIkHUvg3fJh+d0sSO4dxoRDPYAsNZdDj/IwZKU1gPgOj+0+olDPgKAfyYb//PHYwLAklc+QJNVw+s38gMA9oAWtlXaUQ8/VQBctoeSfHgtHEU0weqDbcAsAN7e4VsPQMT2dDuuWvvnn7cnUZXN3ggAvyYd+b9/Hx9eAwDc65/ST5OkGfZbPMl7P58JAEsdBX5urxJpaz8CzJ82BPQkAPb9vDyAu+q7HiwJLAksCexL4NYbpCP5jzaIR+nX83MSuHf/n6v9OPVZ/erJp+z3dADwbMjls56iYwnsvzFbz00uo9N6CH82+P5+7/ZPfl/Y+ZJwtgdW+iWByyVwO/u953p6uafj+KT5UVmcdZHdb8sI8HZPfh9txh/2/q3t+sXzlpPzaPz01w/XGR9cfuTBWe7IJA9O9gA8K+dNeNKDeohwjuNk8UbbtQHvuB5lC2nn1RkP5rmSvEdsb70xOijnSxv1u+hN7845hMKdaQFAK+wgbyBGHkVR+8zDs73zd6ZsfufS9NuN8f6GL2+Ul3YMphcfAcbf8SvehvLjPYeqB9t+AXE/13CZDdSFd5i/D/eAsGt+dkcu6r61kzUEK95hfUC7UbS3o9Ar1tMyMgXspG5iXYKXsNVDPAKTBEl0vfHTHycIcRB7+MqBkNdEsQqAyYAHbYSHZhOuPwMp9WbNEPj5WS4HrvcFiz7+Fk919FEOsSBe5xpqF57lAle0zBZkFXkSAIvmMLm7V/5XZYo7xyW6QKoPgFeObFDvUE7SfbMQvij78TEO1L0X/ljK9ffpel1gz9rNHb4uIoA/sBIBNK/meEfaIqGH8dOEWKaxifoAwLH+I205OJHz81DPw9WRDLjOPnw0y2fTNvLYZvBa6skHGwS+4s5k5/ks7+9BYNxF7D2mOd3eHcUeiJtszSbKYRsGx5GZ8uV7fS46RW3kz77JeNMyqzf7U1KFfxQA1/HBMFnS+wMuXLc38tAHiLb24F568TA3WMc6xDYwWU/NEmBa/o06WAh9K7Gs/3yEjFyhmfUTj20rs5aN7y+9g5pFltnWVjvbRgzY2qB2XuO51epgOfv1gnz+nOzu8/NjugO4egB7sFlAsItgIXa0/dke6uO8jnoMW942/6p9TvXdy6N6SFs9+pFgXEQUDXHepkG7eiAYEUa4/dA51NEDYL+uGv2N9uM98fzf/emFyHOeH40eJKFCTj29LGd5kiJcvhuxX/X1dElgSWBJ4I+WwL3N51lA90d3zgc07t79f+smntWvBYA7PbQAsApmrT5vPYJX/nsSuJ39vg7g8nVfAPjv0OcRoDorhQWA81bMyfMP9wTAM5uXt7Nvex691wfAI30/uo7YG18iMwGMewD4XVy00s/II8QDYE4TAWC0cwvvrgOAa/6dAwUONB8BwO3Gad6czuOrB+7rXct5PKIjEc7VAWCUcQsArOtRB37aNrGXWqyRswCYPbC5z6seU7hmH144652xXNu+xQY17ncU/Y4ALwDSU/LojD3bartU/x0QqHlamGWeRxqPwrQB//Kaxoi8kwCohtPOdZJsAYAFtHpQXu+TfXhI0YdLeGU9eJH0QVpcNrbfANmt3hKCWGXbAcClLPJYBODisdw5l6xlKJTDrjk898uhgQqAbaynW4oHADjSJO/16/XQ+rxCaf7bb/pH84SHjhEoYOjpy+J5pUKS76Vf5fkMAPZth15AdmiXvw/Y14fziTx+49Fqn468eJE2At97Zfl7hH0duA0sr6g+DchNUKi8vxMCLLpPuVeOB8V6yEG85DMAlju14c3+4+lbAsDJCzhgVwXwk/HxdogBsNgvsw3Jk5kAMN9RDl0Qb2oAQdwhH40LtRC4Q9gd6uH3/bjwOu3HBNoBe6F5kfz3IPAW1N4OAMvBm38JAIuMud+12nmi8XeoMwDWwzQEIHmOafXo6CJ6HgBz+WZ7+VDOuFwPvrdjsOYxA4BNFykSRGe95O+eb9eJMn7zFQofDICh8wVoLwC8NzWsZ0sCSwJLAn0J3G6DZU7qZwHdXCnrrZ4E7t3/t+6Zs/q1AHCnhxYAtu9P6/jhrYfwyn9HArez3+7Lqe5aoiKR0svDvcFgz68HgMdfnucU50IP4K8eu35OOBe/9VUA8MUNrIMhyGJ+UuDxe8QD+Hi94xDHIwA88gzph03eCa1H96eO1mdn7duMB7fM4biD1zaWrgeAZ/upF9qvtwEYhXCFrGSTDBtkZaM07+DCe0QA8Le0Id3AKK7sZAQX3z7vQQJIfKkHb920bkvqAeZRiMQIeEeeNrapb2MGd9hKDfxGOPaXfT0N88n6sPUARisAgMVTrHrn2FPVRweSZ/RIN/ZzyGXNx903ye2IAFjtKwOVPe81q2Ps4SXVNllUG2jAwf6ueYqHk3m4AfqijfK3es+RJzPrtvQXwt4CzCJtIzupRQapeH4EAL++4dBC1Ef2TPp5C4At7LP8JO6k/aChb9NHOcvc0dWLmj0BVXpUb7ZhBVJnKGJ90R6ukHcETNc2174q/Y542AhvHQBghVrBfa/INwJ90b2y+Ex9krMejMAj67uHp9bmVp8iL1geA94T188LHmZGsuNyxaM4qhfCdKt3IMmvB4B9O0cgld9X/aLw2vwsAswYh1w378HMANvLINKFHsTXsR54cfv67s3vkfyOA2DTFZnvFAAnk+4BMNsnrbccesiGAvZU7ZR65qaxnPS4XNEkB0Q8AM7vQF8iO5pYsf54sAmZ7+0rwK5HafGZ2XqbS6LDSz7/3mE87z1c6zewL259zId1xG223NnuvsbJfCoewP++PD78kkNquhxr5zW1gXmxzOMY8LdEUdDGt3ef+/o36XMlR2tSHmejbbBy13zOmw/lQdfkt/ci7q77nN1rx3w99Aew/z0pahQWugd4e+u03kG6Uft//34tVZT1ZmmzWz80+ih91vF4LzYpq98KAe1nhPX3ksCSwJLApATObrBMFtN97chke7aslX4rgXv3/6375Kx+RfJpNrcvCAF9683xIzK92JNquPKzlf0IkN5bFtGXoyPyG7XvSF7r3SWBoxK4nf0+6gG8APDRvvuT37+1Xb943rqa0I+Oj7jgWQDMqS+T7TUB8N5duajpPgD2G/i9bjlr36YBcAETXxsAew+JBYBbzeoB4P4m6ccDYGFze+OjBw1svU3glWCwPOOxEAFgSMqeVfjp01o5redqTSv/svDRgJUjAGz5Ww6o/ms6kcEAGG1j/fbgHOkV1HQ2ys8A4PbQgdwjm8AETQPi4Ye+gXxs41wAVPovZfDyUsiret8VsJ3eK7qp96VuD8tJ+1AGvOKszTW8bdRX3rYqEEOI2Qx4GfS8vNim/R7A1Lq4tNI3HgD3QiRzWqRDPY96wEZ1KfoYhD6OZNTzEO4dWBwBYJThITrqxfeoR3ckc5t8//WgL783A4DFs9uDvz0AzHXyHthRGGjWKYzrKBR1kQmgK43dqF/QJ70DCKinlo/+JwD8lDyA/5M8gFMU6AxJZTy0oBCrl2TF1A4xAOY7igvczcAVNqjxEs5jifWOAbDvX/u7v77Ue979gZocAlttbb4fXIZntE7mPYty6McdFvJ66vdJ9uYPbg/K6gFg33aprwDgX8kD+F85PTMJgL3nb5FPFoC3p9H8EIVyHu0fjrbBrgWAcXBvb10QhXnWuSEfwKrjBofbtoeHFgCOR+P6dElgSWBJ4I+TwNkNlrMCGU2wZ/Nf6fclcO/+v3X/nNWvaIO2qXPeAZjZkL5s4/a2Epqp95kajADpvWWyAPCZ3l1p7y2Bj7PfHvCOAFj8fG8jYV+W1/L49aVMegAvj997q/onL390ACKufg8A423Mz9iAnBfCXIjjYx7Ae+B3r7xtrWfCP0uqs/Ztdv1nwCZq37F2zffP3JszIQC9V4nmPLhDExvjFJAwrFD1CuUNcnhyBP06cH73+Y1DUFsZfh25nUfw3vYuPa5lz5Old9d72bju3avrQhh7kPmO+y5dhYsnZ7pLkMMee32PoC17+c7qt8igBZiQV9thyG8DGNz0G6/rLbSrldXeXyt7+fq5k2O545LyZy/eaFPe9F28gAGhs7ctedVVQN1WnAGwDhOnr6i/eGYDGvS8jBW2kHLJnaaSP3EnhbOWpx3AEbj6qoRa4s/WQzn6jvN4rnWxkM0yVgQAyw88fPfsY6MbqUzUle+QR/UZSAICeniJEMIM4Did1st5pEaQODQ0nQ97d8D61/fuweXQxx4e9u6v7UFWyPsoAI7kMrofuAfC/dgchVyuhwxqKF31cg28mEfzrbc3R8JP63jb8Shv7XQ9ADGThgEfQlfLZ5vxncbYzwSAf/5MIaB/pDLyoGAALPVAfjoG0piTUSdjWw5y8JhpbTFs6jb6Amxf8d7NhzxQ1kaf4eHo5w1cLUAQWPNO70UHX+DJjHlXy6ODQdcEwFyGb4+fF6ueVfv8PR96eX79/fDr5dvDv0nW4m8taxWE1S+yzxlu7/y1N8QLWO9Vz/PvEZvD747uCE4WfzdrrX/uH9P/PFe5CXTkAdwDwCVd7/tp9oAe3T088giODshpe/Id8l0h9O4AzgnKekPvfIi9tfcEvDyAL9XslW5JYEngr5fAaMF3awEd+QJ767r8jfnfu/9vLfOz+hVt0MravCz7LgDAfGp8eILwxgJaAPicgEeA+1zuK/WSwL4E7me/FwBeurkkcFYCswD4eDm3BMBRiORjoPTzAeAeuTzWruP9tE3BIXFnAfBmHlgAOG+8tv13FACbN2sG3tmzqumxKwFgDVEqe6By/yv1HTbwpUwFju5OyDTXBgQAACAASURBVNH3m8bzSvOw2svvaO3Qy68H3FvtzXd7ypeKtCHNMHkbMtrWDxEARv047235rYeyvIvDpCJHAbicP/KaAcDmMVXhsr//V2T3Vl1ou6G2GYhYuQkHpBjQv55FTsn9kH4YAKsHH917qTCKgJCCqKwPkDHDn1aueZ3mADCK9t//BIQBawsg9D8MMhnMvb6Z1zAANafz3r6bTCc+GN2he08AzEBW5Fe8Qklpewc79sZgBID5/T1PWB0PGcb3AHA01kffJ24JgGfuFN4D8ywPQH81ReRNL2PrR3K//UcA8M96WEVNrozrHKO9AcoEgCPbFNkpta/BfexHAHDUP3zgwusC2z+2F1I/8TjmOs3csy3p4hDQYr/q97+q79uB7D2A6/yD9dYWAL8kAPxvMif/pr7QfpB6PCRvddpsKX3dCRUMAIxDfaN1VM8EXQsA1/ln+715rwxfb9ZLtbeFrHfWqR0A7Nt7dwDsNtJG65oizySQwZnDidllvbIksCSwJPAXSuDe5nPW0P+FXfMhTb53/9+6kWf16xYA+NZtPpL/AsBHpNX/gnMul5V6SeAyCdzPft8ZAG/3Dy4T4O69xTVEFu5UqoWg/evr54WC/xTJRuOnv364vP856oVs9OOH7wDGZ/Pzsw/x7DaEmlNrFeCOPICbTgpO81f5BOVJ4o6Z+CgAPFIy7/G4ff8cAB5tPPLmH3vyzq5bex4l/mYSDw5LaMzisef7D9BzJMFjz496ACP3Hrjtld7z6O15smzyyR417w+vxZlaNkn9xnm9y9fG8fY+3xhUSv+ah9q3BBPNM0+gBQNghB7luvVA0qgX+h5YOaXUQYYrQe7IYxjlcH4MVRmGNfWWu3AVcLcGAYhRdnH5kcgkkqfXB84P9lPu6IRdY4Cu5qie3LX8g7sIxWtMAEcFSnafpvxgtxmHNHDXswB8+cHn6q2bPIJbeVmbxBv6WSBwqjDSqz5UVptwB9LmcK80T6huf3vKumjAUfJBHbSdJHy9Lznp8xuAoD5Mmpt+i9ed1Xsb/YCB3AhGqi4LKEtlCQyWOkHHR6CyFyba+j97PHc8i1nHtN3kIYl2NTDvYH7I3zzCa2hsfK6HMgIwpXXJY9z0pl0n9iAx19WPFV8Wyojk27s3uVfXqqdVcxgcc1mzXr/cN5Gn9R7Uj/qsp6eQ7wwAlncekwewAOCnJxlHZrPhyQkZo3zocQ3ZbDYESyEJ9cw/HtBWe5DKSJngdaSDjvh+KQdjKLQz+sDrPPQeh0Ka+mTDxfXnO4Q5Tz+3tfm0pXoQyfY7mje288+2FWKLpB+ek+fvrwSBk4ms4YuTveJxBGCZAyJEIsmfxSGQowQIlRzJr1cA5v9uBbKiRAe3RnDZ9N30y8t7U17HA7iU4dbuMx7BWEPxgUSUi/Rofy+SS/cO4JxRd72Q2z1aBy8P4B3VX4+WBJYElgT2JDDaALu19EYG/tbl/+3537v/by3/s/q1APC5Hhodz1shoM/Jd6X+uyVwP/u9ALBp3gLAX3kEjsbPAsDUuwsAH1b1owC4tyF2tODPCoBtM3MbTnr/O2o/9LjfeNwDvwijyGV1N2GxofrNoI/8RJucTwjJmxe62/wqAEbfarRDhLAkAAwAKymwGd8LUVzrtDcP15byBrxCDnc/sN4pm8tlj67R+p1l+S25nXVBV2p0tNbvHXDhcRPf9RvLVeqj3rC5MO9BXe25pf8ebJxHABjt3IznHMq1QhWD+Arv9RlLKOtxKvMl0Q3J6zV/BACsBwFS/R8z8IBMxaPP4JQlSEGhFY5+SwLsAWCEwmUArP2jkLQC4F54YoA+CQnNQAz52ljehuqV9/lgDc+hI3jovVbhhbwXQrkdzzEwxjszd/1GIYf5igBuD4ChB7psxxncRuAXdeuNnd5zbwN8v5jNau3DaL3DefK7e2Ca5d/7N9L3gL6ORYLz1wDANr4dPJOxlT2AewDY67XIcHMMLB/I8Kt/hCyPQHsEgFFWa0ftzuHI27e3HpV39y7oYACsZQbeyeN+3H7XqeO8pobKcQQEn3fkGVwAcJpyn5Nh/CUAOH+/+v7tUcM613FlPeIBsLzT2IMkyOgOXA9A1aa6wxzR+Kl2xMaVj+C3GW85BLRvv+pUFpQe+goO4CDNXv1LvqMrivLa3R8YjEJPz34mZV8KgI/YoT29XAB4PGrXG0sCSwJfVAKzhvLS5p0FZJeW+6eku3X//Cly+uh2lM0GvxM2WRFsTIwA5byHTi2Y87wkPTdhVL/J5l782miDaNS+e9f/4oavhFMSGNnHrz7/jNo3JST7Kjn/6qd4c7P1kWq1B0NzjLVS92u1dwRgr1VOLPSuJ+Pg7qOtR/Gn6NQPq8TI7o/mjdmKXm98nvMElfqO2hy3qbetF9dH9ZF1L28Mec+oXgjAKQAZ5N/rj9lQg6P+HG2O99L70LO993qgdsZLg/OMvF/2IHDv7rfRstVvPPp+kzL5vlU8954oPQ9w5D+qB9q+9fCBt1zVU97kLCF6aRNU8sI7o01R34+99yPZi8y955bdx9r+6Nok6XqUNzw0G76ShGbrmTpmGTBymF4PVCJgwBvoXv979wAjzXC85Et5Iw9y89QNQhSTeNi70QMxDZud7U54h2/xpjV5RTbnPYdi9XcG98d5H06YXrnnUGxSdOFPvfmCgabmlwE6Pkd9RX8BgHsQVPb6JVSwOA2LfXp/Tx6zaStdvHj1ilHxpC0AKOtSnjx+I/R0FsS3p9pPbynDEWCF/AT3e3jZS+vv0B155XpYO5pTGFyiryQNwklHQFY+w13FkiYCnQZZ5I7tHEo2/y3vM9TGWGzzkJCz1pfvuMAaMs86w7pb7aApt2/zcDzmDNguRPn09D+SYTlk0gGrln9c39qeGE5Vm7h3OGfrTby1FXQYxt0P3Ot3lkHPi7i66NrblrVFSXlMQ+afn+mIxaN5AMuPgKyoP/fWoQxde3bD65aH6lKufMZelogcwHMq7IvXM2tbhpEUQQBLtK3nKcL/yyEN69tyxcHmsICVtjkspBEWEC2ihpaOw0X3NNY8qWGW9VyKrFnS7+fX5AUsYaBTGcVM57ptxtHw61+rn9EhMNWMnP+ZdSAf7tjM1x2PVu9BzGB67yqQ3rpx047B99CRPPq9Fz/hQ3KqW+4AxvbAXl4nOpKPee7bwMV7AeCjPbTeXxJYEvgyErjeBlbPYN92g/TLCPrCit66fy6s1l+fbAHgj1GBBYA/Rs5ftZSRfVwAuHyl/2JdvAAwNkfCjlsAeFefRzB0AWCI77YAeDYUc9OZCwB3dfujAXAPLHxWAFw3WLMHzwQA3gtBOAL0UQjFMwAY40U8S+vGeVYHAsDoF3hyyhsWmrjOmxGgr5vIlmfdIG/n248CwKP12xYOSK3nAfAmNHkWZU9O0cBTkOnuRpb3Np6ajXcYgD/sq3nTjn5G/efBsPXhtu/0I/1YQiYnzcjhoF+ljhKGW3+lOmZbC6DOAFg2x+G17e14FM7V95X8DYgKWFpmneyR5sGi1rgD6uD96POIDjd4OUfAZBcAp7a/vrJ3fryP5SG892pGPVhX7N8GgKP+E69s6JcHvZCXvws4ek9HSsfzbwSMexDey1r+5rucpbw2rbWzV56/GxQgUiClwc2t1z/LFFB1D4R6UA25RAA40r9ozIIbybiRMXMpAOYrOnw52jaEHN/ZCImgN/QKAJjtVTR2Re6978oRADbPZ6txO1fkzyZC7HL6pu1ik+SOd7p/d2sXa2QAHkPtOKu5yrmWBgC/JAAsbcjD2h/AKTo2MtnuexiA53Y8WkGzADiqj3xm//Xnba9DPQCM93pgehYAJwvfdp2D/CyPOg4vZwKzALgeBtzzW5dDBvsHbxcAjqzf+mxJYEngj5DA6AvY2UZ+9Q34s+0/m/7W/XO2fn9r+rRcPtX0W3oAn6qYSzzaSL9mWVFeCwDfWsJfO/+Rffzq88+offO95+wVvtieM2PzxR9+c/TNe5ThtRo2qse1yonbszyAR/0cPx/NWxN78VMFz49Pf4euz/7YHbdR5UZt7kiq006rT9U/87C3TTnZVGnru/X8tHHjN8KmhHrgpVt7APf795jH9uzG36jpRwFwL7+R521xXHQLsOKRiA3e4h3UenpVvYnlNOsBzB670pbqtQR4MneAwYMG9rqdAcD8jt+ElHq9a9zlWhf0d11/DDYak0ESmUHfvsstrbLZm5NpuwsArr3Kdow9gPGG30hmAMzw188zkacp5C/p/Lj24yRhn0b11FOHPMjEfvSgEANXLZN0rJSbsy9hLil/3Hu7F4b0CABmO+bHUx8C9/sbIDham/ZgpofQvfFT7LDILclYw30nuQvLfEmQRzwyX3MIZQ3dnBvEHlHyb7ujOKX/Zl6/PU9IhrIM//A5e8ey7Fh/OJR0D1hG3sPsOWy6ad6ODPw45HMkW98HHgr25q/tvJBkmTvFew9bnSQkNo8JB4DFox0wngBwlZmkryB1C7RtXmYvQbYBDIxlaNazCpamZyeQRzQP8me4n7n2n/fwt7rzOqHW1TxF5TlAZL0rfAvJuY0ia7kTmgFwNK6O9GukP14OMoalzO/vGVQrEbVDHhYC+knvABZPeMlPPe4pGoH/uztPMwR1czEOMGhkAUR/9++4ry9R2GeMnV4dRp63Oh/QARkDlPUQQ7dtBJCjd44A4DA9fTXzAPjffAewB8DIpxzfcSGffTkAoB5u+vVeD7T25BSFUma9n/3e4SO59A60jerL9RT9hr6lOBONSHrgmF+aDU1teum+Z/gDLdC73kG/Y8v0Wk1ENkoNH+0A9PR7fb4ksCSwJPCpJXBr8/bVN+Dv3Xm37p97t+8rlq8braMdNHyxxgnDC1cR19qobuTMq8JBOy7bVL5er45WXyP53Lv+15PEyimSwMg+fuX5Z9S2YxpxW1B5rC4zb19oMEvW12rvqB7XKieWyQLAM7rSvjNj8/fmjSNXKMyP0QqA4/zrTsWo/N7zmXZvpbkP0K4NgH2o6OO926ZYAHjrVcJLOr8BKNKbWbreGgDv93vVSaz/vDds9Z77WACs4XcbDxy7azWhgNSkuC7Whp4HYd4ol/tc1WNSPOgEyAjwSYF7i4eSZNF6PUmuRwEw5N4Hl7VnovDIUQhoBhtI7QEw97fZKQMnkadxDwBz3SP7DUgPAKy6Hnju+s+9LHoyinR2BIBZV0q+VHkP3rgMhvVvuMxX1CB78O6N5W+YDGgD/NdL0tWkohKeXIGIAuDqoWyejObRCKAm2cwAYIA/gLYeGPZ38Coccx6/LIMIkHjvVD8H98C66lUGxAw9ubyoLgyVvQ6gbNzh6+tb+/ApJWVYsvUArvW2PmHdsMjcyTak/vHjzco0+9PTZc4vWZcUHrwe5oIsWI5ehpGMa9truO8iqwRQxIvX8q6A1wPgx3LHOYXn18pCce1+6Khu4nksevby8tLI6zMBYJh9DHnIBwDYe7V7/eI1HeuvWlDRhSQmuZe2hLQnmC/v8B3lpgM1pLLkB5up/bTjceu9+/1BtBbc90Pdt3odWdT4s8gDmPOKbXP9VGT0XeHhdw0BDQCMN/y4idZNJnMcgKzrrj370NqWZG3dhtZXAMDebl4KgBn8Qi57dxNb/y4APD9K1ptLAksCSwIHJDC/gXUgU3r1K2/AX9bi66a6df9ct7Z/cG5yl9LOXr8s6PFc77jC6cZOmt4C00twBDgPSfyC3cDLNpUP1Wr35QWAryfLPzGnkX38ivNP3Vip9yddv+9uCy6vX9975fhJAfC9xPGJyx3Nz6OqR+l782+Z6zsTFN/NiXJr/nyHZ61VW34OYUvqN1u/Y3P2foi0Wjurj4vw1oQB1OcIWeg8J/znvY2vUR/55x8HgC91JbAabzb+LjS/xdMk6wXnG4Hd2bN+mzt/O/XDRuzGM9f3e75L9Ns3AR/2wx6g8biKdDF7omfPDwbB1YN1rMNHPYBxh6/Xr7IhqV6wttG93QC2jWbouG6yJyDynj38fsu9vwJIdDAZtJFQznpHq5G5cmdkA4Ax/qhvQhAa9J2HqtIfuAtS9TPfiTsaX4BPfkO+FyKY9dXbTPN4rmscrk9ZAwUeWB5Mq/zVq9GgVgTBIqCFtjBo8+0arR9H68+i+9r4rZ62Hnn1fl/tHwYyenlv/SmhNemAcXjfYhmXpq+/Xg2o4Y5sD6DhVSuejTpmc3rvgcvA19/hq3V3G/e98M0MlyNZRuCv6BR5JouHq/z0+svn48EzJLsXMpnLlQMdUE14rxbdcSFsAUFr7xkIbttbD5BYOS0gRt4GVWXc1Lutt4cotiGXJQR4tWVy2ERgv4yV7KGaPWkhQ8jHA3u0oRkzepDD6iP/GZhM9o3Cq8o9xxzhQNI/PT2V9USOTE6eySipAuAK01sDN7OW8GBf7rOO8mNbPjP2JYRzA1GlXT++Jw/gbw8/ftRnch3wHnD1dlf1Qw4EuUgKqB+gPfQI+o8DAsgP80exQ9lbN6oLr+1gbup30Wp/dL5S0Gy5il1RAJwmIzsglQ4Y6B3g2XtbB4p9Dv2y4PKtV3QrA3t3dAC2d7/wVp5WF5mH/03D7/+e3x/S/xXvbGmPQGLIM9SDNK5HHq6si96eRfp0BABDXqhjbzzUvrZ5MbKhXj57db0lAI70fu+zDTC+lgdw9vj1Za8Q0Ed7aL2/JLAk8GUkMPsF5tIGjRZRl+b7t6S7df/8LXI83U4CwAx4ka8HwLPljUDwbQDwNoRjzy3k2GbybKvn31sAeF5Wf+ObI/v4Fecf+8KFDa1z4GGsExeSiHHGf8gbCwB/lY6MDmDx/Dxqx5H0ZwCwgCA/r/P6Qb2uitpVEIwyg9l74wk4amt93odnLdjat0O9ENDz9bjszUsA8BbYbT1WPBjxIa+P1vYjAXCkH00I3lR535vYKCztvjEAjsdl1sUMUFjGkSfwLADm8M3ohyjEIpfXA8DlHbn7MVdA52uCdQL6BOhi41TS6F2RGQDz+C+buPo8+Qg6AIywsE/qRSdQUAKxU5jbYHqK1uxalwC4wiPMA+DonkhtRw5j+q4AJR8Kyd7LLL8tOK8KhbrI+yMA3OiA8+aNwC0AMOAENvV7ANjaZKWYJ13bLg+To3xmbUEEMwBGeb0H2TEARnRx1l/1PHcA2NelHDrIL8odwC8vb+oBLN6J4mlu/WCKBOCHu0l/p+dR+GV+l9O3kNRqw/pq4YerhzHq21vH7wE51EvyFwAW2fUof4ZnkXdz1J8+7+9JLqKOfp0uoJOvSMB4aSFwBIBrqQDAGB8YL1W3WwBsOszjq3oao3wGcG1+MQDWPFVBar2iPkL+CqRzCHuFxwlUF+/e1DflrnQ60PHjhx0OsoM0ZvvxGOY09WzRT24jQlpzX7Ieepmw17jXld4Yr7IzGYQ2JATAEgI6IfzUPJ1nUvse4RCQPdAlv++ezpLiqUwmADDPQREQjACwyjkf+Clp9DBArYAAYO5vDxH3AbCA6wxwS2xqAsBp2pjZ1yrzexSGuYRLx8HE3vdYXlNI+57SIZjfD/97/h0CYIzzEMyWKx54zew9VFuwzXPUNQAw9HDP1jX2yx/E9Cc488sjWM3yuIYH8MjzF234MA/gBYAbtVl/LAksCfwFEhhtoJ8VwVfcgD/b5mumv3X/XLOuf3ReV/YALgucAV+YWShPy73Q5gWAp2W2XvzUEhjZx686/4zadbxT5AtyZGwWAN6X5QLAx3XtPilmPYBHIZR7B7y4Ve95I6W3kbHnAXxrANzWc9QXWwAcbSrK/XbyU+0SNt7yhpfzAJ31+O2BJtS66wGSXzgCgCvkSF5K5I3Stssy5s1f27x2yDQDFXJy2hX0ZwbA6kEmfZtDwGpDGqBZm8YewBEAxHgo0Ig21i7xAK561G4o+zt8rcrwMKpewwrJaNM93NiltGhpDwDX9ldvJtUfgaC5LADgosPqoboPgCV8kMgHUC8FNy16qPoo4V+pfdjHTalyd8XzOB9U8QAYQEnqLeCTf7hv28+tnXi/997II7jYGNqgjkJO+3VQL2R0qQ95Hnpowe0QLqEyVAhqT3oAmOvaq+M2RKnl6Q/GRIAZQE77mTyYea+erpdu+ontioUOt8dvRa4ZoGVYL56abwlSvmVP4Lfsob+54zffbSr6g1C7rfx+692rfn3NABigN4IVUd/MAhIPbXHnLkNBlWU+rKD9QDbAf+71G39Hbal52QGP8pPvf82alH65+ZKe4y5ghk1eHhI5gT2LNSR89rCUUNIC8FleHOHg7e2l8ba09sae8ZCTeRXXUMuoGwCrB2PejloIbNN31WGJYZCnzLd0AXU0T9tn9r2k2lUX5l6iJQRzNZcf9bNPg/lIdB/tZHgczQv8mdfhTf+Ue8p/P/x8MgAsv+VH70fOskE+CM0s48uHV4Yc1c7Kc3cKPhondgVx28eSjwDgvUP0pb8a0G9h4qN5E/qC+jcHiHJf6dyM9SAOM4v+k0FjD+DGoNEfVwXAJV8JAf2ePIAfNgBYXsGBIaz2mtUx3cHtbQTsgg9xjvd66w48957FDI579/P25Maf11ve7dOeLvU+L5Emsv30B+dwB3IkD5RX7WhVMr8u67VlK5e6DtfDY/mgQh3vbcSY3rUcpb5YwC8APKNO650lgSWBP0kC3vBfu21fdQP+2nK4NL9b98+l9frr0i0AfJcuXx7AdxH7lyl0ZB+/6vwzatfxDloA+LjM9CvsINltAfoIgF3Wpj8z1QLA234dR/CIAfBmw+rKALgHfm+p77qhmhcUXxUAo4cBCKMQ0Ec9gFXmCKGKDbEBAGZN8+FdZWPuWgC4luM39gyWctjbHgCesXZ+o/EoALYDIQAo5gHcyEg85PIBzOgACANgge84+Am48T2l9QDYimwB8MbDOU9PDBnr5qcBAx0XAQCOxqh///tj204vaw9AeWO71y+8ZttbB3FeHCJXZ+0sl97nQtuPAOAIPKP+kG3kxduLjIAx48eOB8D4/tO9ioC+IM0AYLgMvyYALN7mb8muv5FHbhm36TwAAJQAYD/e5e/n52fVnxZEZuiVwzMzbOM8PPCUZz0A7D8H8IUu4jnC+jL88+X0QGYZEwSpfLkMSNlz2vpY7ry1XAzw2h8CP+2z5EmdaJzpyNar1dcTofPNo1gUWsIqW4hdAcAArpZ3ezjp5eXf0i+1fwTAbW1ohXy1Thg/HqLy51ugFQBvkWWCZhYeeAugMaY4NPRGDzoAGO/5/uR+lGcIQx0BYHkXz3sAmPNA+9Gf/Het9/vDU+rn//z8/fBPCgWNz/0dwOVbQ5KLyAdATMsTD+o8D+NgEdrl5YN6y3qAo1CUz8W+d67jgKpHeyyvQUh11lGsP0ynDWKr3y8ORub6Fzjv7qcAAOb+4jY2ZyvCawD47e2/69zQesPbHcDvD//+enj4Vw5R5LnWR+IrI0r6B+VPAOBRP/X2I/z6g/Pxc/p+y9unZwGwL2sPAO/N2wyBoeubsR40bAHgI7293l0SWBJYEjgggetvNLeFf9UN+AMivOmrt+6fm1Z+JvPo4rJmFTXagJ8p5MQ7Qf3Gm6onynNJ7+0B3PoFXK9dszl1ItaU5CNAPFvOeu8+Evjj7RvHULtIxJfavz0wyXneFmBe1OSpRCO5jNpl6buhqDongn3Vznowjpp66/xH5X/255H94BDKvP68ZN6u+R8Nxe7Bqt3xV/K7kX4d8Yi9Rt9eWp73EL5GXWw8j+zC0ZKO9bv31hiVNlr+In3ZSHUZesDky+s974GpUl4GwNBihIRtluZB6F88r6F9BTzUVL574EHU2uGKsD3cgM0+sim6FwJ61D8JZdNas3rIcb/UNm8PGPj3eqCB6yhpov4um6gCU1K1RHasnY3uc2xgaqT3NosAsN7jWDza2nmUweqMx24kp9449W3uedX2QCH3pfd2Fr2z+yldj+c7UOVTATGjkNS9/QzxPhUAaRC2tRksJ8AwK6+Gm/bjqvS1hkyu8B/vQf/LvcfpPQBgHWPiiSnwp3gEt/ORnflI92CmcKhalww5vn//oemkbgyAxZvXh4J+eW09TaG38hteui00rRDQ2+kKIuNQu71xxJ/jHlSuR6+/ZuZ1D0y1LfBwzf0s+iLe1ApaBSYlCixDR+C6gbF896je3VsBLPLCvddeHh6mVBiLPKr3taW19YW89yrQOXtc+jHKulnuaM3efb1x2bORLfi3ehVgnROZLhkA5n6Rf0NuXK605SmFhu7ZGQa+PTtg0DvduZ7gOf6NNsCrWuukfdauF7zcpTw5AGExMur6wtsqG2vW1z/SoZj//HhNAPhHEZ1e8bE5fKbdpHrynmIu63gDAFZ90RI34peyYGGi+R2HlyI4bvKIbTr3D+sjtxVe9nhX2sWHWLRMc0e2/qbIMP49ec73vvuG8lw1Wuf0dLTKD9euJACcxuT/fj2m33I4w+oJUAqZhR7AKITCMUgoePnh+4O5Lj1Zj/bFEf7//bfNKX4OmF3/oBz050YHO8vl2Xqz3a5jrGbas+tlHZTH3wYs57Hi69ED5d5Wo504qFC6zs3No1DU6w7g/shaT5YElgS+uASuv2HSCmQ00X1x8d28+rfun5s3YFTAaAdsdEnuKP+zzxcAPivBU+kXAD4lvk+f+I+3bwsA30gHR6BnAeAbCf5TZbsAsNvAdJ6bt/SoFUW4NgDe2wiPFO/288fnAsB7HoWhfNy9qWWTrvO5z6MHgHsAH5u81wLA0cad5D27AXrWWM0C4N4Ga63/FiDwhilv8Eabtgb3KkQRb0P5i4c7oJKOS2x0Dr4/YXM/8hLbg2d7HrEs87LR24EOezCCIW7PG9mXxe2o94ranakKTjIcKtXJ8kFZyE88m/sQrg2rCsgp4E3uPd0DwCwPDY1L9yh7XdG/6V5V+ZM3yrXcbIOlGUcBsJQtdwK/JtgLACUAWH4EXGr+FMoV8gAIlhDQAanM3gAAIABJREFUpmt1rcXvIAS05keQ0cMz/9znCfnic04f6ZeHEtbvGVDmO0mRJzx5vZ3wsJbHCYNeAWIvLwZjBWa1ALgFxqIbBt4TXCf7O7tH1upVPZptbZE+MKgpBxEAgHuAzbevZyej9cMG5ubDBNo/g6sg2BNYAPDmJzXj6elHA5L741DuRY/vfhZZi14b8Gw9n9lOOuf2pjrQkUeJciARHETCuDuXDG+pX4JZkoYBcOnnQMAK9uQQT6pePidgsLwcJqiJWM+lOcpY89KPPanVZFDUBz9WGADzPNOz034s+kMWAMBmM/IBKQGkLuQzWtJb3/XWkZE++UNMKJtFXNIlgGo/EpVD9CAGwBsPYMg2ioSyA4BH7dyTczgGU1lRtJrZ9c9ZADxaj7Ot5XDR3X7Oc8W1AXDPfvl+Hd4p7DJaALgn2fX5ksCSwJeXwK03UGYXt19ekDdqwK3750bVHmc7Ar/I4RMCYF5k9xqKg6WXeB1xnssDeF+Vru7wM9bc9cYVJfDH2rfT4Ld8lZyUtg/x7ACo7hRyniNAOlns3V5bAFhEf2vAd7funSx4ZD94/XnJXFzzdyAQ6tcdRtvQytpfZdduDiyOPMC9mD5aHz4vAN714ZjQLgADDr1rydRjx3nzIMNbewBf6gmzAXwjQJjX5+95/e09gLcAOHugZa/gEQAuy/rsATX0xJB7BTO88feeTnTm8VeyBxPbDAZRPkPUyW/w9kKN+41Zyc+DjqjSBQLncLDf5R48Cq9a7Us2TJPfn7y3be2frYGTMvgOYB/eFfUGF5Tf6g2p/5nh7AFktueAso9PySNQzKncUzpxZzDDXNwV/U7fNzcQWMc0QuCmDXeCv2jD5ntGrofe29y5PxlyUAgnbc/efA2UIY9S7m9AKl3V5bu5AbA1hKbcGS3wKwECkU8NGZ7BEOQET35qgOQt4Pcph+9+fnl7eEmewCYD82iTO1z1J2UsIHfj+Uchnr3uarL0XO5b9bC3DxTaCBl+LEh7JZwwAyyzxaZPekduvseWP9e6yB2s2atddEPaIuLZO8QAvSn9QGDz8UlkY/JXiC6e0Ol/0s/yt7xqHuGt969+rmOAIoG4cR+P+e1a4fdvg+9o62YdlOwX4C+gh9SJPZJL2iDELvKuB3rq3bzRmgTjkoFQ5PFZ4ebjw0sKIY7+QbqeLbE+rnNAqZ/oWXDHcH1e7RfXrf7bdIrtNtt5vKf6J3UoeoB8q3ezjBXxvv0nUeX//kwewAlkR7BS5Q77kfJ7SncFF/tIBz7kc2GW4l1a5v18EKiJ/CA2JOUpdkHnoTwfRAclipxzPmirn7f8oQ4bnbR+zQLGXcBoU289vjffsZ54veO/uYw6D+aDVZ0w178LABbLZlJrPYBlWtmOrxKyu3MVBupVPHVd+V6evb+j8d58RiHQ/eEfGxPW/r5nbHvwrK5bs53P856vR9RfXJ72hZsUm/kJ87zz5PX5wgO/5wHcq1eRf25/bz1ut2/Xn9E6c1NeauRop2HYh+uFJYElgSWBzyiBW5u3BYDP9fqt++dc7U6kXgB4SngLAO+Laa3OptTo0770x9q3BYBvrHOjr2V7gJtDVMWgDiHMRo0YAbqzQO7W+Y/a99mfj+zHzQDwUDB/BwAeiuHgC31AEGfU7/+PAcAHm6evzy59OW9s5u4B4N5ms5bpN0gdAPbf07AveGsADFn0Nuaw6V9BntnuvTvzen1SwPHO/cbF3m7uvLZcGSJwOdDDbZhPgwsehJ0FwOrtl9qhKGqwST2ro1wnAGDWVYNvBiRGALhAlHzwDOAOcop0dQMLFYYY4ARA5bDJUVhZALtm7OihBAN28LQu4aDJA1jSeADlAXDZyIeHWJKHhbKVcKb1rtytp76Fm5U2qhddDp1aQIZbrhToQ3dzl/5R6Ixw4+8PP1KoWYSYlWy0DPUKFXBk89A39Uy2QuxZAiJPdhOncEpx5n15eakgLANgHICQbOxu222I5ki/esAjsu82PkR2FYweBcAaxDWH85b8GFgDAKOeBrTbWnv71wPAllcKs6xwV+6YfSz3/EYAmPWp5qmWpKmAjY8t4DR55zC1omu54u8avtZ+POjTtmQAXIC0HFoST285TJA9TP1469kJeHZ66Bb2ez7QwM84PcasyI0BsOloOwhm9g6lfT0AXNvXHo6tY07kKiF2xTO7KgQDYG2HejibnH3IbrZjcre79KoC4BQC+udjslvp51EOgGg/mVRwgExthNhwAb35cwXBea5++iGHHmBv6+EHrQcJuHjeps8YAOv9vGJqsi2wMswGbexxAPNY/lKehqvOYsI49vtTfn4cgdAwkohCzzwWglDSka60utiOLawtPAD+N40hAYR7Z6RmdBBybXQ+yxmfsdyj99v6018XAOBRNBHJHaGrv10ZAHN7u23i5l0pBPR23ZXHnNsmWAB4plfWO0sCSwJ/hQRGG2hnhTA7gZ4t509Nf+v++TC5XbLrpSu90Ub/jVtwab1ztS7xOuIWLQC8378LAN9Y/2+c/R9j364GfL3Ae/ZvDnDW3Pbev3Enf5rst7IsXwgn72T96KaMNvfPAuaPbs9sebPzZs9+7M2bs3nv13XOg3cD3g6GaD7a/5d65M72y8Y6BRuHM3n1+u3o94WaT68/Ogc8NpXcpvfevJEHhs9mr/5nlpLYzI4AcPW+so1TXTa7UJx+nVRD4WVAtLkbzVr2Ow+kjQewbtDmd2gT0TZuX+nOujYkLuwtlvUpGCqFOOyPKQ77LKUeAcB8X6rKJu/EtzKSelcvN/Qr6+lu3w7GgUKp9J/3CFYZ7zzrjaWyAZ8EWe+dhTdavUN5ZiwqUHBTo5cZdAp62APADHitbVW/GNj2QG3V83i9Yl6X1qo92+gBM8aIeKWavJ4snwmvYi0MHnvk0ST5iP5GMFsALf+Uuz0TQEyaUHRwr3+0zgC4qb5CfaBm0g4bB6KzddyovBUQwTMOXqjpHlPhguUgiN0xKnOhQSfzWn19zd6+CQCrXup4BjRCOXY/MI+XDbANAAiPPWlMdBhA66fQYxuCG+nN07d6tjFgNEBnbUD9NIRvBtrshRuNcZVpjgsMT13uX/9MdbwJpy/hpg3vRnMcwzqU74EsymtBpb2N8NEz86eNj1qf1xSquspwCzN7utgDwL7PuT0sW14DMRB/eU4HDqRnJAay1JQ8caO8kNbrO8vCr7ci+82e0TJ+OFQ52gT9knqI3OTvpx84RCG6tfU8VSf1ZEh/pub85yl5Auf3Eb6f5xuAfMkGMJblL/WWwwYYZwxSq17UMSDzM9a1/FxMgx3YgR1urxJQ/aW5q4wZGFntl1ozeVW8nFEvvmN1b37065E6F1jeVoVqM+s8YM+t7+3gC/7e6mt/r5DB33Mync8v3x7kt5aTZGPXFmd5Sp/krKI2FbtFNs6PR573rH22NvPgvTfmiv5PbgAi/DL6E/Uua9asHKxH8m46+lDGHtel15e+nf690X6OL19svfan82TuRdLx677e3b9lnbUBwNuDN3t9sEJAjzR0PV8SWBL4shIYGeyzDTu6oXO2vD8t/a3758Pkdenu1wLA1+uiIstgg6jTP8EtPderz0RO/OUjen0B4AkhfuJX/hj7tgDwJ9YyVA1f/qr9WwD4c3bbLKTt2Y/bA2DIbR8E3xIAR/B/AWCvz58PAHON9rSHwcMIAPsNx6MAWOlS8POnAGDdsM7tw0Zv3eyvQMl/Xx3tv3IevJHJ3l7YLMdzbLLz7x4c7lnnspGaYSLuf7V+n9Uwyx0A2HuoyTPeiAWAUTCo92vWwwaNLMnb/F4AONTl7FFsbU6b8TlcOb/L9pOBVPGIpk1/AGCkb2UAOGN9UTyUxOMvQUreCBc4I0CXP3tMEFKhQQERFQAnP84CnTUEuAfAqTwAJgE0CGkNAGxza+uViDYIYPn1S771GeSRO7Bxf3ItxzxJW32vYXQ9GPb6b2XdBgCbjlZAJWU/JU9MCZILb1jrD6sFQ16tVQ7jrO9kyN4DwJbeMqqHcARgW9hp6A/rEYM4pAcA5ny8J7q9K+VsvaQjyMl1035KcnnNd+7aPdUVAKPvo9/adxSWGHlx33M77HPTrRpWnUIYU7h6AcAMP1lOXoeicr3HNOrK7dgAp9zHqKcAYO1rukvY0tT5EAD4x085lGAHnKp8099ZmSoA/p0AcPIEzgBY5Z0BJvoReuChbbcP6OBJBIAjHTC92gJglOFBMbyF5Tnf7evrJAAY4z8CwKODOaX8DFzVYb0BwHYAxOwG7IxFV4gOwFlfci15jLT5yFvPqfv+TSHvX9/kzu4ULSEdevEAGLnhII3XKa9XIwDsZR71c/QZQiSP3uf7d00eJpB7A2C/PjoKgHvAF/IYefT67eMRwPZyXgB4pHnr+ZLAksCXlcCtN+AXAD6nGrfun3O1O5B6AeADwqqvjjagDmW6B9MXAD4kyvXydSTwx9g3D4Cx23za8XbSA1heK2VFaVxFrla/6+jBx+SylcsCwB8j+aOl3BIAc11my7ENwQgmXgKAKdzgoALRZtoeVP5oj/CjGyp148aPRZPv0e8LtfyRR/YIBMfpR3f6Hmn/7BI46t89ACwyjdK0nsEWjtJvnPnNejwvn2exfHMxU20j3N5WGyoRFEroxut5APsNvt5db3v2pdyZmr1NPAC2NviJOm+guhOGvf72G5seZlS5Vq8thr7ynHU/Ahdt/2VPKBozW0/gsdUtG8XBkoHvNS7LBedZzqCqwqIWSmrbOpEP4BmlIXxziGTLx0I2sz5WUNCOZfYstr5s7wo22Yp+VnA9Y1dZeiOPc5EV1yOzQ20D66yCwcDUvCUI8ZbD+iqcKxv4GdQKMM2gRKYMBfBJpgpqNEOTiQLN9PstPZc8HuVOWglbnP4zb1+7p5TVmgEyvOyeEyUxbz/R19Y7nu/ajfScwVI0Xgzs+PWo2Q/7qQf0qt2zENrWl+KRnKBuhnYGKA38mq5VZS7ll1Cydkfvb0R8gU0ggXhowXrgx6h/F2DPQHLbxkgvoa/RQRLWUUBYlqfdRWy2v4R2VuhXvVNN1m0IetEFjMnefMv2x0Kc17b0AF/UXtSP81O9TQccXlPIcevP9g5e1QCab7i+0aEo9E/kXY385Tc8f/G+tggh4AlqGpSu4dwBgH8mACyaJffK1v6qclGtTbr3I7VPPIB/pCxEbD9+tHMvywRjkvu/J0fIqQG3uV/21iHQAeia12dAeIXF8LClQzz6XNqtYytFPRgAYJlfUR++Ixjt9jrPcLz0pZ93XejpIgOCyLVdfQAs3S3nW55fswewHKqgQz1aNxq2EQBmOfZsRW/+BtSGNzDrJ/cL/i36dOSnG7Wm6wGM3N2civEO+Za13n59RvbkKAD2bffz8HA9uLn65NiGzALAR7RvvbsksCTwpSRw6w34oxs6X0p4H1DZW/fPBzTBipjd/fIVWh7A1+uiBYCvJ8uV01Uk8MfYtwWAr6IPt81kAeDbyvd6uc+C2Z79mN03mS3nswFg3rTyG8XX64VxTkcAKOe27bcFgCEf28huwzkfBcCtrCWv2wLg1gvxcgA8ugt4uOEXqCwDYJFj5HXVA8AVA2Sw6Dame99veWN4s8EsG+g5H97QnAHAm/HmALA1fxsKfDSS2ZPLbyLrpnXOgOHSHnj1Hui98vcAMKeR/WgAYK8jUT14LMm/AYCjcM29ccflSz/5MJv8XDwIm/Dr6fuuemzSvcO4C1SWirwRLv+2O31rvKURAEbZmOfEKxEekeLxW3RO7mRF3fPe92uCa1JelVt796wEkJawseIxKk6jKRitAnnVTz3kUb07i11yALUHRur77Ua83mZdYKzIgcJa6yZ+De0s/PJ7vl/VZGfA2ANgHitSf/ww4AMs3vse4kMYe11mgBmFOxbRCLBHGXYIwOoDYFx0MMMorWMAcjVNlvVTAsAK9rU/6Y5Yl47Bp/dAlvxQL0BXeC9L+fK+pO8dLOt5zGu+FDYd+oh2yW8ByzY2WwA8Ws/Ac793qITbhPxZ3g1czgaew26zfki9DYA/6l29Jis+qFY92VsAnMDvo4y9h+SBzrOI9bTqreRVAGY9GIQ6a1/nO5u9fpR2Zdmx/gLoIg231+su5yMAGF7AuPIB/aV3jOch5AGwn7cYAP/I9x+7abNEMKhyb2vmx6Paq9xWHht1THP6FgCzPkg7BP7+7+X94Vmi5TuwqWWQfZYDNNHPaN/Cg86eneS+jsrxAHi0/rkWAC5yzf1XQiaE0qgfngXAg+w3V3/07v4ta4QFgEciXc+XBJYELpXAaCIY5bsA6UhC931+tn/vW/tx6Wf1byifC8HvaGN2doP39B3Cg/r7ha2X+NmrJUf5u0PGmw4P5SSr3nKH0r6OjPphrGHrjb9ZAkP7cHPhjE58Hjthu63uKP9zDRx59O2F2zpXsqUelX+NMvbyGLVvVL84vZ5l/xTtu7X87p3/5sR3rlDvc1/ftPW22wQJgRn9jOYtzItyh2P4UzyGovKPhVit+W/ryhvTUT16nmoiv72N2Z7QesD2UpA7q18x8A2sqYo7OqgB7y/rD2wCyziWNZJfB43WTSh5b/2kG/fkQSVpAGa6epMz3gs9B08abr0HJj3o4EPvQn/QDm43Q+TZfurrjfcQGXi+98al7xjnGerLxzjd81QO7wdO41f2bnEVa7NBnjItIDCPcw9peeM9ArM9OeHdCitNb0frIN//243NCklCO6EKkMNlFqiQvB3zUNroeecwqITEFG9UA2oy0HL93UZqGT8dz94exIFOejUwj6g8jvMGfBPuUzw8BVDkhK13e2qnelwilKiBDJN7lVaRgXqQYv6vzwFs23EZh0qu+cLz1lJF4ZjxufdwVnuibUr3jCZAWH8SdKMO8/d6a7uCMNu1nHrPJ8+zrJO4w7mWGYznNDaeky68asRbqajYXZZXAo8J2nr4hDdsTBmMtrpZGGZ47hYdym3lkL4ejFpfmjereL4WoJLDE/u8uA83MCaH/j6ytmzaQNCOP9f6eeCQy2IZAcjCc9nbngbgiXyzh6/mnxumBxIcSGa4KvKzMvPY0Hmyhu413YNu27OX5JGr8k3AsniNZwDJEJHtYRSilsEvw13oAOsHg/54Lwrja3s/u+bnIhJwv0Nn4I0tnrwKnrN3Me7mZd1BX5hXapZZhuu63iJd9jomNf2d+uufJNb/pvDPPxMAluXr4/d6+ApjENEfZPywXLwu+LHln9cDIO2aqepCmgPVnlfQzn0i6xjo2/fHahOlv1W/5ABJYOMjOcCbGXKXfKV+9c7l1h5vD0vguYwj6lsaV2V+DT1/23nWz9uQlQBgCQH9C4sDHFQIlvreAzhaC2zsCx1oiPSx2kIrUObcmR85lON/fNronZm8e+90PZB76wG18bld6TdHEeEy/HqHxyD0x9sLlZVfyJSoEZZDNP/2ILEmyLZg24fZNqYHZ3eIzsh/pV0SWBL4xBI4ax7OArhPLJo/ompn+/ezC+Gs/g3lswDwKRUYrT4WAD4l3pX4xhIY2ocblw/Q1y/m7PJ+7svbpc28DHBeWto23aj865UU53Rkky7KYQHgW/fQfv57G2bRF3yf21cEwD0vMw4diHYeBcAIc4gNvqPj09vj0UbMtbRnOw/EANHWM38fAO7J2evSLAD2dwKf7ceN16XzjPEAuufJuwmp3QGIqK8PIenbAWjE+eom4QQAtrzqXZ3IW8bELADu2bcN0M8L+Z4HzywA3k9v0Ic3yRPKaQ5HlMMSDuyyF+1bIn7iMT4DgIvMXD/2DjSwx28U4lnzc3Ba86pntjYQWHtxAgCjrin6bPnhcwozABjfx1B38dq1TenkiSmHctwXMnxmdw5XL7YSajWPI7kDuNRv0/4astfrP4Nwm08N+EEvW89GSy2QYA8AF+CcmiW1ekmucq8ardfrUgpbrW+0Py0k8Z63FQBz3VD3Ilf16m09pfWdomcCGmq5xbM1AK4tsKwH/0RGPiwwcvThhPXdDEzxTj2ExPUyOO/tAv7m8gCA9+Sn3qY0tgB2GRLDUxfygf2yafS7Al2FxxkAF+CXw5FDF1+M9OsP4Gi0P9S2zern1yE9u8httToZyLb+D75LwSs8AycPfHt/q+5ImpSl5C/e7GrTpW35DuTS12QzIwAMPd0Cy1pfSSeeseLF/k8CqQDAVr+61il3tQKsZpvg7aUH576uRZ/cUoltEGwiA2DoCHRUAHDR69wcCfgMOWQmXLpNbaTTb/SBhZavui+JnvJd675rkQ+PpXqAZwuA38QTvRwUqd7xo/0vXpcAAKdzAA//e/798K8AYD03ZRFXBGB/14NI9bAVA+CiGzg8VNpr0R/KvLsDgFn/Z/ZeGfCK3fbjSu8wdjDWp/H2Zebvso5I+syRL8r8diMAvG8LxwC46FM+aDRqa+QBbrZoAeCR7NbzJYG/XgJnN7hnJoG/Xsh3FMDZ/r1j1aeKPqt/Q/l8FQAs9YxOxf+JHsCkGSPAPPKkmlKy9dJfK4GhfbiZZGbB7ALAe11wFDBduztvA4BrLe/dvmvL67PldzkAtvG73V62FtbIFuc8gHl+azav4AFMm07VGbneUcjy9p4vupFAm6Npi7DZJJLnRwBwtLE86u8e8PXpZt/rlyf91bel9wLAGzAofUJTw976h70X2KvB9HJ/3uhtLEF+RR7Og2ne3tkGlQe9HsSONkhrffY1qQeAR+Vv9awdr359ufGgKxW0O0JHd7GW8vL4RT9ZiGd4QmUYosBuG55T8uCN9MjrB+9w+6JwzujnyKPX+q/1bI/e75XPZTNAKLqadAsb+AwucWesB4VtX8GjtgVQkYej2bH2DlwG0azzNT2F+KXwyaZP/RDW3M4ekFE7nu8QLl6l+Y5qqYt6uumdsW2LDQDH4yA64GDRAd5SiFfx8EuQ6c08DP2GufX9e7oL9IcBkiSrt7yZX95P9a3eVu7uYwKAvs2QPcB65BEJb0buhwqg7VMfcl4jRKkRkzDA6d7MX6+pzqITNVy0AkXngVUhSR1X7M37TeBbylXuKMZP9RDcern79jZ5YW4mb03AG4REbsZIfg/jDnfbeiirY1vCKjug/5TucpWuBDznOQ3euChf8pb0Ev7XAK3VhCERyuHPkWe1C9lDEyGjxWNNuBUpr4duVofqiYc6McBigCx9oX2ZlZ9Bm46X1Gc8nvXdEprYwiFH6zwO1Yx+rPNbOjCRIb+XSTMCBwCYdVrb5D13098Iky19Ihr9mAEwyxr9x/XkdvkDAW1ZYv/kMEQLgP+T7gxW+VFfAXKyBzD3BcvRuqNzmMDBQC0j/R9goORjIcJF9+o90I0NkH5M+fMBAehiOSTQdEaFv6wr6D/2AEYyuVoAnsU27uxJBJErAG7nE2mLAOBiL7I8bdzGnuF41wNgMWnpevMUAvq3hoAWMyd2W8p4TCeDyrjKCxO+77zYWDdx9OY6r9d+nPK4d2Ke/pNtUOkzPjDSAbWzBWBO2hw8o/DunBfr8t665dJ955EHcOTty2vXTYhs6KNbh5W+SwI+u0M0K+v13pLAksAXk8BZ83CpIfxiYvqy1T3bv5+94Wf1byifGwHgshgMZmfeVEpfXea6YAHgUE4LAM+pz3orlsDQPtxMcAsAX0O09wak80Akbu0l6Zv5Y3L6uIas/5Q8WH58lxi3L9owxHNLnz11OvL/rADYtwuboPq53p9o7SogYzDB8oa+3+yZ0Rdvf3vrvdn3+mX+uQA4avNoWXsWADPoasZN2dBbALinizqkKLRzu6luMK7+xJ7o1XOzXUfwOIk8PpEvwwP57J4AWExOjnRYDgzIprwHHCxPDrndC+esdowOMLAXMTbFu+u/fEdulZf9y3ZbW+jc1qvCJoMI2fvKwT32sFXvLgKsewC41mHPupr+GCR8T6AleUsrADbKF3pMpTY9pvcUAmQAjHe9fhgIwWGFel+s1s2FZC1wjzwkWS7oI78Z7wEw96V1BABwAiypbS8vbw//JmIi/2aQsTnAkdpnEKACYLTZAxDUqQeAee2Jwwoic5WBllHHZqt7FdIC1DXjMoMyDXObYSrrsYA8hDwWD0bo8M+fP7VffpGnLO7GFKiodztL3xZoJ96V6e7YBIEx/nj+l3xriHbTa4Vdkj7352OaSDjUM+sAHzjzEAoAuMC5XIEKiSxEvgDDF3GJdHqr7Uk/Xs42PloAjM/wLtuLUj48uhFyON35LOBZnk95AAcHZRjW+nEhdZKQz6I3yB/QUUKIaxvIy7wHgEt7S0jtKpMSyjsfClAAmsb5f1J///fnw0MfANfDBZLmEgD8m4CopGf9gz2RO8cFAOvBFgcCtf2ib+L1mu+R5jGCvvcROJCPhNEuXuL5kGO0lJX0/sBdH6a3gLiMSQLAWmYeNOx1i7rv/a4hoB8e/i/ZshcVvgFg03/z4lWdLY2xqBqNPR6cqtt8B8jvjwBwb8030zbuu0eE8s7fnc6EhR4B4Khu/jsOxhC/e+m+cwSAeR22F+7ZXxWife6+X/p6fVsA+Ij6rXeXBP4uCZzd4L7UEP5dUr5fa8/27/1qPlfyWf0byqezUzYCi9HdtUjDrJbfi/LsAuC9HTz2BP5DPYCLLAcb7KN+mtOy9dbfKoGhfbiaYGaBry/wLOG7tNy5ho8A7AhwzpUSv8UbTL18zs4fo/qN2ndWPpw+nD/OqseogX/Q80h+8wA4eSoEQwnHr/16oL4bewBH64dI1CNPzrqxEnsKbqxJcAegboDw5wSCZz2AR3reU6NZsDv7Xi1nz+7VQROBfmw+6gZM2UyTDecKyIvcnYfsNr/4oID32DszzNhrIGpPlDeWjVvPp/w29KHjAbzZDMwZ9twRjnriVr1uaz/Kv6abA9Cj0NFbgITLWzOY9eEN1dOpjvmmb3Y72fSLf6wv2/Cj2NiW92Y2MpEfAxjoyP7GZAyWe6A41LHcWb4IxFzJAAAgAElEQVQc3iRNfnblPk/uW4wPHicKCgg8qt36LV6t/RDEpf2BB3BdP7QerdyW4iUoZaTvXdF48fASgLMNr9zee8uh0mWXn22O2h0pzkFEttOQVXv3dPVMrv1un8n7PtoA30fY3v9bgYLp2Xf1CBb9NKhiXrYjuUMu6k2r4LXC4o2nMDyeFVIavLafVGYCVkqCtL/tU2yWm5zEW1Ogn3gTpnDQKQPMW3X8wh60Cya2Y+KB2fR9lj97bXL/w0NX+0tDfFuoYXgPNwAYB6tcCGgAYE1bPCSzZ3MGwBjr8GBkGy/rCPz9+DN7AAv4FxAtMgd4l/wVtln7LeKAeJsmL8xUd8hb60EDUTwk8VO/k1c4KQCY7ZA/ZFHHGMHwXIYfN1Yvy0/v+E2gqAeAcccw91f0XQ4eksgX8kY6tFc8oHH3rsmlHrzh9jXzq8JRkyePQwVp5AHLHtySl3r6OmDMssBhAuShdc+ewl4/uSxuv0LXBJIhU8kL/fczte2/P18f/nn6qbCy2uPqLV2iixQAjPETrxVxUAHl+egk2l8S+p08MxECWtLI+OXvUoDfuAPY9638rTqSxO/v8PW2BTLicYR+53U4l+9Dx7d2NulH+p/lZ4cUNAR0Ab9mI6Of6OqJGtLe7iT+N+ni//16Swc5kg0UPUxj+fFBrjzYerKzfqN90CWEX65jHmOfbPcAFiNP35ZL9k1sXG/X5Rw6upS3E01FDwbAAzrLHHbKj6vYJlgdIvvDdiHswMGHvLbRMZDvoPf7ENORYvz3NddfCwBf0ksrzZLAXyKBSwy1X2T8JaL6ks0827+fvdFnN/CH8rkxAIZ8ZZ0SAWKEdd5sCC8AnL+8xBoKeS0A/NlH8Oeu39A+XK36l4LYs4Tv0nLnGj4CPyNAOldK/NbfCoCjYBCzQPGMvL962mj+LZuntNEp7YxAHqcvssj71AsAX2anvP3trfdm36s6OgbAfsMUaRnG9DZqyqbwJwDAUm/ecPWbW9G4PQqAh2P/DwXAKVBq0/Q63+EOtlYyFupyHwBHERyiuyKtrG14U5QYAkJHyDegPts2D3JHYBdjZfQebCdvVu8B4IR4tDkSihZRFUx/txrHALg+HYNIrdMJAIzx1IAEF9YX9bE7UPshkiEX7x1o/WyedyZrgzEArgDRb8kbTOX5/ak8M5nX0NTwQLM6ZXCTlc7XrXoo1/t/IS9td7BhP3pegZkBW7mz2WTYAuDm+gEFmbXfq85sAXCRU2pTaWvyqIdn80uSESBs8n/OXVM9ZVmzeL4BAFa5a/hW++F5QsEUvBI57Cu9v9Xc+gn3P8NSeeM1g1uBXuLZyz8COATgKtQR7UgQkce2gF4BwApTUv3gGVkOqEk78piS9ADA8MA0SG/9rboJiJnvYJXy4Q3K608JMa5aRtO/tmuzHGiBagRqdHwRAFZZpf/BA1hsBJ7jd9RH7RoCHpLVK5tDy8u70qdy3gD2FL8Relp+w0sXvyswBwC2Ax44LKBpM7yR0NzQf9Fd8fzFj1/vWB4W3h73KQN2+rG4AYIy1lK5ArLFu/bp6Udql/WPHkzInfJPCgn/358vBoBVl1GbfMAtQyvTJXid2ksI11zmAQHIGcT6ucYfOPGg1mSCMbYdNYDW0At+A/0velnlXg+IVPkaoFX7n/sH1lnl6vU2J7wUAANyVtvW2pERAJbif73+fvh/iQI/KxTPkDsDZ5uDJAIF7vTd3kUeraEhw+1BvPH+AANl1QE63LDttfaTDfj8YADs68d24xYAGOWVKBtXAsB1TnUHG1ODLvvmNeq59XxJYEngy0vgrHk4C+C+vAA/eQPO9u8nb15zSuuSug7lswDwJWItaUarj9EBwx64WB7Ap7plJZ6UwNA+TOYzfs190cKqffj96+zyfljAuOo7bywAvC/fs/IZeQCXL5xn1eSUFnyNxFcFwJB3/t2fxy73AEYIPL9ZGq/JncfBtH3Z77uR/l6753ugdwyAZRzyIOiPS2yCMZjym0GbO8VyQ/lzhsD+MErNr/Vcg7x6gMtvmsr7e2sorL8uBcCoj+9ngO/eOUQGapJH8ciQvX/hB7KhnlVS6s+ee9amdiOrp0fVO8be6K03R568Pn/WAX7mgf+bK7DqodXfbgx1P9l7hfvSXrZ3Jc8COjJ08fKAl2WVK/QIXjwVPHDp0aEGBgWlv50H2gjwjp5b31idMK4aLzDZwHaboQo3y73HFXaafrT9DR3yY7e+F4Pgnoe7lKzVTR584o3bjuvqUdwAQnkve6ZK3REyuZF/EGEBkEnbReC4TSf1MQCMH9PF2i4p+y0BHQNCT8VLEbrynmHc0xPNBb/byBDVs9ZKqV7KBP9yPa0fqn7zONY7bDMs9CG4vReolln0rQ0ZjbYi5DPLxMrfetIhZLbIQZqKELGwVQJSX8R7Lj1/F29l/ad5H5a65hDsuPYAcJ/HtwGjPN5yv+JuWfZm3NSZwn3zuGB5Qn5IK2UBAMs6pYR+zvLHAXIdy3LGRBlt1RUBwAKItb/EzpDnr3V0AqEEgCUEdgF2CnSqd6HohOaXDxXI3dCS5Yv0ec5fyje7UgEwg7pWb6Tg7CFNesDjHHqJNuFeX/lbvZnTywKA+XPIDuUywC19kmwOwD7fg9ykze1H/1jdzT68v9thAgFu8oP5gQ8ooFx9Ll6uGZ6zrvi+9+sZv8bj+mnawAN4600rHtPJhuSxWe7OzcDOAPBvBb//3z8vD/9Jv7XO6kWvmloPAKS/NGR81imMQ4zTBqSldxKab4cBPH1VFe2Z3PkbAV+2K1oL6G7KF/NvV14pax/qmSsSHWAp/SN2VMZ4rlTjgZw9u7cRJ2w93/MAlpDq5hWOyB15PZQPNgDIN3VEBItcj+dku/7fvymUuwPAVu/s2V/qDPuIkPzxundmXV0hY82D+xneu/cGwCI7ifagukvrB9Udt67x35Wa9iQZ+nUz+qVA753Ft/dyj8rnw4Dc5zMewGpjsp33fVPamf6xvvq3pmf9tSSwJJAlcNY8LAD8uVXpbP9+7ta1X0AvqetQPgsAXyLWkma0+lgA+JR4V+IbS2BoH65W/gLAVxMl1jYUTqyX963XLyMP5xFAO5J+L9rB8gAea9ffAICrvpm96USiGwvLjbHpBBe8yJsyMxtV2q7NwuIYAO4B3giWjWxL68nmwdzXB8AMTvr2rN3wZJldAwAjvx7onf3c96WHtCMALOlNR1sAzGBANv2avzGWdDzapjZ0XkGPbrJXIA55m9dS9XqrMoCX6HYcNFAIm8QKatptQr9R2lsHFUhEcFfqgfbtHZyYBcDRZqvdn1iBvwcHdWO+BZdm82gDm2CC9l0BYzidcAAAJ09W1he5Wzf6YYBhcMju+/QhkxtbQ3cOt166bQniEak/9L21AcACRX+IzmR46r7f+oMYHgAjNDVsmtRF0kg4We5rhGiNxmUUGlpksvE+a/qpXR/zuz6d2X8rOV8nmSCdiURlLV6WGs75W4KWsoMuYXft/QgAs17UcQFwvg3LjrFrgNg8Znk8MeTn8eMPzRTZZTAtdkEBXmoDQpoWqJk9OBkAs2ZoqOfshaxdnusEOCoA+FsCqCV9vgNZj2DIs/y3AtcMgC1/uUM6gdfU1l8vL/ZuyudJPBPTfwKAJQ3qG4WSNhnAY7HaTwBklifahLFR6i85ZK9HecYHGaJ3TEfEg/hNPYgRMtr6X/RBxmOFf/AARjpFS+rtXe/D9WsDa1cL3jScNt3di/wAg1lnuP8iu616yZA/6xunU9hLn5c7qAkYqydt1iuBkwaAXx/+Kx7CAlAdAC7hl/OhAclfwKbVJ2sFDgPkMfWdoh7IG9H8V+8ktpDJ2u/crzSWyrhBhJXO/CUN8ACY12NFn3SOtb8U7Ls7irWfyB69HwTAavNl3ncAGOWjHzl0vtVlG45ZAPD//fv74ZeoVj4M8l0Qu4zNfI+79TkfjmntVAQ+WW/8vF71vl1TzOgl5xuVwXpc5nqWtfMo1neCNVQTXtkBYNTfr2t6dfPv+/eiNYm8w/P/jGzaaBz92kRAGAB4T74rBPReD69nSwJ/uAQ+bgM7FuStN1j/8O4bNu/e/Tus4OiFwR21CIE8s4gYFRU9H8pvUL9bhxi+98Z9e+vRJRJeaf5mCQzH152F47/obL/4xCdma7XPnq+8df77AnbfyzcvjwDk2e4bAdCz+X/V9KN5ZW9egIfITNtH4/Oj1m89sDdqw6j+vfRn5Mt5/m42WUa1bVI2L9cNIADCvMHsPMZ8CWetD/IbhfLcGobYc7m8Bw+qIyJx7+717Z4Hrm2WtICotDN7stSieh4R+xWH/uCOP7yNOvPdiHs5IdRmWz+aXTaOM+0HPU+B7d20bbrRuB6NK3iY9fSvblxWcMneugag+u2s8sQGugttlwFgfc/+FYVQlM9HINc/R7swLtoQwUm3sqfnRs506AgytpCnsovehv7VuornIQFfrysljww7o35h8BBt3O7pH4MUec/rRZQfIJC870Hv3gZrm+5RQ0Van9V7QvXfeXJj3eZ62ea26Y/0A4Aa8jLgZkDIf3/0643av60dAFzGb/GsRXstVDFCxlYPLoaYZn9a79RI3zF9CPAw+Zvd8nrt+zCCnpbe3jSgJOUjBKj9Fj2Xe10RUrq55zel1WaSnnKdRKaRxxvy9PXe86JHOyFf5F2Bc2u/WxACmcdzkOUtBiZDPgeHVOdT0tcUSlVginpOJxBcPGAlXQYqWGeJncZY6dlOPK8wraaBjm90XeFZG35a9RuAVqCXGx/QBYQbRn/ze15fWphpcK33DmAknkewiMc56qGhiwVIZRAr9+RKuGHJT/4tJcLW6ViltQ3GsKR9lZDg+VCB/FsgtI69DLC53SInhsrynni29gCw5lPC41p9xJNV6sftlEMCpvvWh3qfM3luw/NuL0oI0rOc4Y2OekAefHc71w9p92CSt7moM8sabcPdz/AGlzuapR+kvXpfbCrwvz/MA1h+R5E6EGVA7Xmycyo7BcoYl3SQxl2RoO2W8SdjLOs99JbnGtRdfrM80K+yvlKYngXk9Rl/Y/zanFENKw5Z+bEkJlPb3JnH23WAROvYDCP7IAPichVZMqx1Lrdw/qYDdhjHj4Xa75LO5hGsKX8lff1/v76nwytyagUH68xOSN9IOelIRtbfGuEhHvPxwa9Oq8qY8HpZ22b12FsH8DjzdYpsa5SfhDDH+sHXlT2R5Zm3i3zP8De3ARLZ52js+XqWkM6BPnr9Rp0i+7AnN4wd+c3ff0pElRwJAfnqwYeU4bW+I+7pxHq2JLAk8AklcO/hP9po+IQi+1JVunf/nhbWAsC7IlwA+LSGrQzuKIHPbp/8Bud2w/PWgPbW+e93/gLAdxwcO0WfAZQLAI/79Ix8OfcIAHu4Fdcm3nipGwC3AcC9DZfPDIB5kxWy/GgA7MurfDveXpldt/0JALgHXa2vKgTz4ZrRlxFYqs/mADA2hnugd/bzUm7+x1EALMng8ccAOG1XKxzZyIoAMDbu2F70ADBvVH4kAEZZAiy0dzP1662jaj+a5yB+viePwggA6/MMIPfu1xYAq2CAAHCFiQI1bF0FUKv9IhvT7kCNB8DbOxANavQAMLcPfc9678ElA0+GzAys/EEJlMEeavGcEn26BcA4INO8nfQQ8MPfUS3AuNa7HY8m1+1n+Bx9Do+6AvoUrBnkRd4KTrOOVL3qHyDxgNk8/TJAzwDGS6TsR2VV/PfZ4O/Li9zmbVBf77LNABggqLVjFez6sQqgKNkLoMJ4mfkexBClAEa1GfWARNWF6p2q8CHJTryao3kc+QLC4v5ZeEKiT/Aew87e/h2DipJOQiFnYCq/pV4CV/WO5wy62caZ17sdesA4EU9ytFfqgc/l9/cc4pnrxKAOdRLPex/KvNcPUTsUpGVPegbAZk8yjBYvUdLVpk4COMnW8b8FTivUFkiX7yw2cFejQqjsHJBmyO0BmgdkqDPKZf0pd19nUA/PXABgCen8/ykAfn2Qu4BtHMvdwfnO8fT89e2lqL0AYPWeTrqOwyzmQZsPMgYAWBO7MOh+nHLdi+0W+61Jv+kd2Nqnkk+GtpxH6Vc+ZIC5iqJsIO/iPY7AD3I2Kx/C4Hn8UgDs5/3SJ3khWSCh80TWkxD5hwHw/349Pjyn8ONYP0K/37MtBgD2nvUSItr0GIB4DIC9vm31b+ulvAcyfXr0AduGSMf5OQNgX1YEgDkt60k9QuA10P72ebONjlJEdt6v1UQNsfbp2VfkvWlb1uHo+498xpEEFgCO+3R9uiTw10hgZuF5S2GMDNwty/4b8r53/14s4xH4RcadL3LlMb4VX1iRofyWB/CFkl3JlgTaEFX3lYd8cY9PvUcL/fljk5eerxyB3/IV4Epii9u/APCVxHvlbK4FKEfVGs1/Z9dvs/n3wOTZ+vfSH5dv9abiPBkAw2b4TaLO1kLzsd/wwh1iHlz5vPg5b1QV6+GAR0/OnxEAR3bZb4xUeVj/VFh8zgPYyxl9W+RdvEkuvcO5hkRu9GkwnYw8WZHXR3gAS1m1Pp3xQe3p3dfLd5tG4EfKie7AZbkxoOPPe3cJAzq0bagptx7A9b5PhUx5I9XfAQydrZ6MredRHZcZUObvL7N2kscE8sLmr8nJ8h3l59P2gK7PD2Vt35f+3ws9LfWqY0Xu6GsBBe5GFK8o3ebPVayeq/KB6Yd8ZsDhERAxv64wRPMGlKzQxo/pZtzlAXMUAHs5Vy/gevABHosMf/cPTVR9tz7d1hz2yIPZ1iORPYDbPMq4cOZLYQrdNSztM+9Is6fwLEa5pmtsd9u6l7xyhcu4EgCWwTLLRcYxe1OxPWA5eMDHNkKhIulDaw/y+BDAkyrzKqGTBTwnRvlLQGUeQxLy2DyDU4hjCY2c6oq7Yg2wAYpXAQLEKWBN88PPdDeu/GBjfk//8Ay6AtgjIPI1hVY2r3ODvvgP40HyB9jzZWD8+pDcjUxyOGDUX8PICmSjEOZez3GPLNcFefK78p7a5lTHHz/tTlnIGPKEDml7kqxF36R8G8vm1ahp4Aks4aXhDaxe6eOQ995etYdRMtTN0FVhut6lamBLoDRDcW2fW1fxYZXoHmJtm4sWw+DcH3Jjucq/4blb+h/rD5pfRQe4jB6MUp3M3vG4mzcCwP9J/a9NlT4oEQry+MF3aegjgUvtK/GizQeeeH5C/9vd2zXaQwTaeH7Av9FvMj70QEMZE6og+iOmH/aheOCmhvBhJUnn9UZlm1RPA3YklbMw8TbnKJRP8eT9vkAvDo75u7eHYyxcPsC4HfD0B8zUdqnc7L8xALa5suiS2k/xjjVZ2BUSrZcw+sB+ty04+n2vB0gj3TsCfnvrF+QhkNffNSxQuOgXeXC37W3/Eg/4Iz8VANeDSdbP9ZDOXju1z2kim5V3DwRz3WVsbPojfXCshUeksd5dElgS+NQSuPfwnzVwn1qIn7hy9+7fi0XzhQHwaPP4YpkECWc9Sa5ZJue1QkDfSrJ/R76fxz4tABwB8AWAP984nJlfRiGg0aroPc6/erjEcji7fhuN/x6wmC13lH+vd2dk3KaNAReH0NRNG3enZP98WnzyHu25FQDuyeNPAcC1fW34VXxu/cGyr3RF+k8hBwGXGgLUctBNlrx5mj8JRTpet80B4OgAAC+dsX/lvSWlDdiU8mOkN7Z4E2s0rlDuJQCYBRZ58cnzHvCNvA0jgFz7u92o48+5bC8/gF32EEVoYobH0RUGfhNOygSAQLhMeKgenX32+s7kdl0A3KufByoGbLfb4bU+1wfAUp6UKp50Bfjl8M8VwN8WAEdgzfQK47sN6azWh8xPDwT78NHWt3FvGCyooPx7Hpx+buJxhZx4/VehaQvd5V3vBWyQq9bHt4PHL4e1hpdv462bs/HtkI+PAmAAlAKDMkQsNYUM1fM+wcliTL89PL+8P7wUCGwAWMa3QElpQwuAqweu9Wm+R5VA99OPpyQ3g0aal/ShvFvaC0hUBenBn+QrAFhlke/o9QBY38l3f0YaUg8gVAUSWOhhsvYN7qdNtfyRATaDstJWgY25PvIZ0gmYLfNIatZbvlxZxqPkVwFK8iQVD2Dc4UrrJhnP/MNzEeQsbdL/suj2YKfkBQ/bCspaW6VerAEAlrRPqd6bsNjB1RywOfDsjbyQIXOeIzy8bw4P5UEfH3howfVL0hOGpgL+AC/LeM/66QGwHDTQ+S2VJ3f/igfwz+/JA1hsS/pfE25XvW7tzlysefG3lZPyErirQNXuwOYfKYsjNECn5DdgsQ+Lzu3SsYABng8vqJgGABh10AMmzRrOngAA6781RHwLgNGW5vtTYJSlrrh7nNcrAMCmAxkAO5uO7ACA5Q7tKAS0eAD/Kx7AEgpbu62d928BgCOQ/xEAmMuN1j8bOJrhMOtVZBfls0sBsD+g5gEw5i1AWbZPewB4s47HfIKDA7mfOX8dD6SHaVYrzV0hoHs9vz5fEvgLJDD6In9rEcxu5N26Hn9q/vfu32m5zgJfn+En8gA+vmk8LZ3ui+ONxPNl7OWwAPBt5fun534/+9TZLVOBtxsu9kXBeoK/gM31zez5yr367JU0m//GcO5kWvNcAHiulz/irb35ZWYeiNJzuuj5WQA8Gt+j9R/Sz3o2zvbDaK7eA+MWQjsGiFZ+3Tz0G/V1U7zeIRfXGRs29hRbnkgfeRZyPmUfe1YgnfdGd3zf+47uCKaZvd6zp9tQogBUW32sXh26CZonAMwDuA4T4NcDfujC2JEg1qfehg+6q9n8lvmJ7rEzVcweJbQxhLGkG/caIjfDqOwh4UPE6+aVQqTafuTR049veYDFHjDsFXeZgnoPXe8Z3G6URv3dlrsB6QF4aFK8tfql/YA0cv/rjocJNix5U/Y96WvjgSTAKP3nQyhH0vKbh5GHid8A7m2U9g4D9MdZq1/FXuf+9+EW7W+59xNwIhqnFTCWcrMFZB1EXiYTP36yfVUPJ5NjCzyrBzBkCl1W2ai+2xODGDK46r25FWDinX7o463Xbev51dhtQIqJZV0EVfcgsMi9AgcL31rtSA3TaW3uz2F4XmyAQAaFYyYrgXry94+fAkXtM3nGELI3XmsoW+tPMU2AFb6+8ncUNl7rkL1CNY9is6uOoK61rVuoLcRIAIoBGUv7v/+9Je/PBF00BHT1UjePYHgIJ7uq3ssVugCSYn541Dyz52C2vzJlqTewlJrtrdloAUYGpfRH0ukv+2AEgPWdBGT9YYQSrpg8T6NxLuXAw1TlRTAW8HgDYeXe3OQhijtt4RFs1a9jXj7HAR3xKGYAymPd+qm975WhH/7Nd+hKXn4dB9vbi4Dh7SR0jtusdcwy8Dba295o/euBlbzjoW5dZ1TZ4z0N05vv1YU8iyzQN9pPNrf/+JEC/qY6Pz8LEKyfM/zlfm/rIwcczBtXvGLFBv7z/cfDf9IdwD/Tb+3JfE8wllwq90w4YUNl/cpXnvO60eB7Gk/FK98ODBhwzaCYILG87+9k9t8T5EDKa7q/G4fxAKBt3NdQuNAPyZNlIGWrp7nWu+qrfPSW7gYH7G3WRDlv6AzruoxftJnT4N/RQQdvy9lmSQhtra/OSVY/2Ci5t/z/nh9SCGgbawaA7UAODhOgrYgkgDWgDwG95wHcWytw+/FvP668rMs4q1+Qmmyi9LAVvbTROqj0SZIbR5KAfal6aV7TEgI6Witt29j7PmjzCve5r7c89wdI/Pso7wgA9h6/FjnFfsrcnQqaWGpEXbo+WxJYEvjqErj38J8zrl9dyver/737d7rlfxAAjjwwpuVw8MWZjf+DWR56fQHgQ+JaLzsJ3M8+LQDcV8YFgD/jQMWmlW5quG9tM/PAKH30vGysdb4ljtZvo/E9m/6zAeCyWxUpCqhgelbv2mo9uwoY7O3YZ3cF3kCzjQQr8FYAOAJ6HLLaN3cGAPuNXOTR+/zI2OONJE7XA8C2idYHgv8/e2+jHEeuZGmyRFJ1u/vO7Z7p2R/bXbN9/9fb6asqkZS0OO5+gAMPIBDJTEqUKrJKRjIjAj8OhwOBD+7Y6mN4aGEhPrxC0E8ykAdoxXXIw67Xdm0gar9etwPAzb+wLdbnhSPtl7XOsdBp3i8Cju3eBJL3ALB5xQWQOwKAR96MTUfGKSgAxr16TqSeq+p95vUAeNZmH756eylMVwBc9XLgCVYXbMP7ye9t54Fqniv7SJiwXWBUgNnA/ai/8Fn8nC3qzvtZDy9aWv38ih5iGQCzrgTF/ncP4yxNWFKczZhCjbZFzRTekecEQ7SlKA8ActLFNAQ0yzACwAZ/oT/eKWqI6aazvQf5CDJTRzKE1gX9WoY0Ld1bnV0BYILXNm4EAAY0uCMAbuVXmJo9cb2P9WMYTVwPUx0AA6h8LGeF6j3PxaPTmgML6wJVte6sb30OANgiBG8Btcqa989gM+0DyuVwp3mRuhzdRjT9j7Cp5slYCmEbCQpU+fz17k+EXC7y87HPPVptPlDk6vrvsMz7pjdoXuDnGb4dDCX8R6r2rJdnCIDDVmMeiDNjMTHIHsDVKzT6AM7aZahojukKXFFO8/wF0I/ziXFdwws3u+zlYrug7ygMRrnz39muMW3Tz7CTzFfPtNU8R9CHMkI/h3ctn6XcRvaUc121n67j/fnNs/nraL7NtPZsNu/JZ/rOAFEno9AHsyds/1B8lpPtivLR7liI8nIf9MQ0NurI+lI/9e9WHpytHAAY/b8o3O/3BQB/LAC4/DTr0cKMGLjV6CIoB57vATDOUHYbj3EUmxMsZHpAY1z5ViCmtUUCwPgue2srjG22pGw+weaC6Ee1ba1fNgBMAGo6iH6K8OyhB4zGofZNAbDqrcmQcFlsONMnANZxVH+fhXpW3fWxyL+pmzkGAPhzkd0fhf4+xRzFAbDbu+xNjiMSujzSGcCXAuDhvDLkafKKCnR1jzainEfgdg8Aa9kWAzQAACAASURBVLjn3I9GoaAtrQkArrKI3QjHPYCvA8DZzuR6dI00+CPPzwi39fs2V2pHMpwewCvJntdPCfzCEphNcL5XlVcvuN+rHL9qPj+6fQ/L9RcCwIfrfIMbjyz83yCbaRInAH5L6f76af84+5RX2vCWQnk32tVePPxaXWjiuvQeR7Ynju6vHJTHMlzpwNH0czrH6n96AK/k//2urwDuqiSr50deseyfs3FmNX+7Vf++PQDmC/sYMK08gC8BwFy06UHqON/WhrEwHwujBIoVOBEsZY/PSIC9W+Wm4KlaugSoFACPPBb4XPZYGOke2z57ycy+39df1Ki3daN0mAY8KvHJ4PM1ANisOBZUQ6gEwLVdA5DawiHCy5WfGQCv52njBaQ9ve/gY0iH+TO1urCeFop9LHPIQCBTFzBxTfTCvGfSMDOarjd9QehdB0xlqcmbJACJ/6Heknue9E0jZiFkvW0aHMrnjVpusXA+A09Mo+qOgf4e7GXd3ALg8lA08rfyc89u5k0WBEl9Hgyh2eBtLoP+nRcAeyg3BsC6GHupHafubGXrnSRvwPB1ZUAhXG8ewK3ckHe7znZjHeEhZt9hg0VAPPzNcnOh1/PeguyHhwL9eAZga6o6n7PEVcnNu7NtHrCQpHWxnSAY+bue59DjlP8K0uY23QO+23t7UD7ycu43V4hXbz0jNOqZhqMKrQ3AbD1nc3h0DeNs5hBefeEVzHI/2Vm17lm3jYyx9ThWqJv7aPb8rWAE3oGlnTUkbgbbrjd+RjTLWkNx0nM/QhwDIPn9gC7fSgjo4tka3oXPz4BFAMDNjlo5TWbwEA6AG4XT81dhXxVk4V6GnSWkU12GacGmL8j9/uOjhcg1QGZe3eLRGGGKNW/dpJVtD4Enw1kr0OU1hrbGWbdqMzRdgluWWXVV54D6DNJTWMszjK2fx0YPk33dKON2fmw/HTQSmNo5xeWD806tTAK2DK7Xs2EDjJpN6T0+R0CXdSHY0zkI86E35Sh6g4HYWjbqVg+dKbsq/wjHrd87pvSPtbV4Zds4Z9DP4T3tpeoV02YddfzQ9mK4ePPURh8o/wB+//VvX+5+h8e2bYzwCAs2f4hyqG6jvdx6u47jox6xflxAkT03oKHNpT52f6qv6YUBYvestT6ATQfRXzn/o5QQphq9xXXM769yinDVLssq1u4XtUVt84TfX/MPAFzn2QLadT5meUc+6qGsGTK/fhxvedV7hwD4WwHA38wD2LzATboxHyv2A33it+quLXokoRbaucDjOfdYSm0c9PbRcYPzAk9P52ymp8W24nbqZU5f7Q7bXn/m98zVfMZieA8+NZ0bAeDWL/szgPN8LZef+ql1dLmNFbTOg6r+93Mg0/XST7WPWNolwdeuIM104Pz+lMApgZ9EAj+6+y8N9U8ix/dazB/dvoflcgLgw6LSG9cLi69K9vBDJwA+LKrzxr0J93eXzjEA2or11oD2rdPPAj5W/xMAf3fFnGa4Arirkq6ePwFwk+CtAbAu0Hku3wcA1wWwWPCyl36BxtmD9y0AsOqlgiN8fyTErT9/AmCVl4LhujgWbTvyAB7tI9osGsUCJkDDb2lBfA8Ac0GUHmFWzgsAsC5yUle6BdfBIDTzGs4gjkBYQbd6D49Ar9rBGQgmALaebGDmMgC8sQex4KgLgyO55IVDymu0AMo6dwAmlvv0vVsXG2djiHqsWW+MzQMjAOzgIaxc3Ujg/fdWAJhlyPUY1Zl1qhBYAHCnbzcAwEyPZ+COQLACybz6mvV31B4Zvvb2dW/jQu9F6zL00KC5i+0BYHoH17oa6OjPMs6hnFFmnJlpMCgAsEHVUBTdzMKNGnqOcPbiz8AZZXFP7a93CCWcAbC2A5/ld7iXZ1bTlqGMDw/FOzG87qBXT09P5bv7u98/PhQQfHf3+c8XA8IGgQPIWjkmAPgR5WL/AwDGObkM/ywAGPaXG4gqTCr3PxfPajx+X84OZsjzdp5zHxZaQ9oaHDOI2OCpety67BoUa33CRw14DoOAQ678EBhXHUgew0wz6696DQPYZvtV7UqUl6Bo1i8IAJkWYSjvJwBWXfU2Co/lUm+e5apl1fwIljswKtREITBBs/WtOGPX+1kL+U1PXHxPb1yeact2oKcmzkUGMNYziK1NAogyb2sjy6d42xYdVQCMs38dlrq8mWcFxNA3CQOucoB+WVQTgGTMDwiA/xUguOQlABhDGO0ZZKqexq7PBSLr3BPAFptF7CEHwNYn/VYJA20B17MqeX0JjeF5HADYdSiAY6gYsuCcAuMQ5dZCILcZEupr9gByifOmRyGaq+7yfsBolEFkSX229ghYbfoXIa4zAFa47O0ZkFlAczfmFU1owNkr+7moAjyA4QlsaZh0GwDGd/flP5NHVJsbJlgnBcD9/GE7hmjDzI4OYBkbyE0RHRCuOgCwb+AZg+c8/6F8s3Is5zcTAFzTifkYQkBbe+n7U1MkAbKrjYzjUNJZLlWnlvltu4PO5/toFm5/MgC28eAEwEO7cn75TiTw0wCsibxOwPlOFOmNivGz6+dKLNfq71I+rwS/o8VqrcthMLo+nG1fRIPya9lW5VjVY9U+115flW+1PexHl1/mYkNRrMp/rfyufX7ZPxYZXNs/f3T5r83/+udHS+PbVPOC7RbojEuSAcv15e1TmJ3BeOt83iq9t5bPW5X7e6W7sq8z+330uZH9WT2Luq/GjbeWz5Ey9mXoX9BZ/nU6+6DWPMPKZ+OV8s23Rs3t82rBwEs/szus26r/zwDvrN/NvGuOtuceiLL6pAF5Lp89u9x7v+yVrQE8v0vBon/Tt28uDwJiHvlM6zUIAWxyWCQ7m5bquWWW58QDXMu8Z2M17C0Xz3flubN5YPzcMT0fPZu9J739esA1CrnL+xSU6QJe9gpn3urBREBQPXUGEFo9d/PCpOpDW6DtvWBGus9y9p4/t/PR0HKOyjhuB/cc4YcL+waW5Huey0iIYdcEbPsipMuAC7xdu8B7nh6Y0T+0vFzstWeiOCMAbP0LIbXD21jrVJhe8wQuF7J2+qJ486hj9TSMs+ph18+SjhA0mhgG10b63UdLmMPcBjvaPZqfnoGr7dZs4Lxfqhf9yNMW1wlMIX94xOp7mNaXmy1QXnp1AmpZG4VMRlEO+Jw+78+0iAWjvo+0UJ4ZOKRc9FxgA8DhlUl7WM//DHtjzxkQcu/ll0KG8cwzzuIErIIXcCkfxgvT/9DfcnfXpao+I4h0AXWRrY+L4c3Hs4QdJEVo+GKcLNSzbaJo4asZItfbVSCW9Mvs3UvZuxd0Pgva5au24SvOPLZ7oyzw5Iyze9kXvG+7Til81zbT/ovvCT15j9bBbUjzcDfvzcgD5fHnXQ45XS3/yMYqdCEE3cqu95a3+8Ir2WAzD6yV1jV7GLLSRsezOgbQPvIeve5poH95KO4KIKNta9kDiNKbVdvjofQv5kF420FJnTPguAb04QI6mXcuF75nf8c1hJT++9/L2cJF/Pd2zrDr3T1te/kT4ZdhywFY65yyXi9eqGYTw1M+PHjvi3GmCoO/AiLrObx57oa/y9YLG1Og7hk6dx3PyuHfEPDqPMDaQADtS9E9lI9yyzpDoEt9r0ccoO+IfPN7EvPAOd86qmc99TPCo7wBf/v6BFAu7xnNRvsDfz5/u/v0+cvdU7FNZj+waQQbfeKcY69reLtHJrN5e84zb3DYjL9x7nTrg37sQN6wN9pYbhsmTHbb+b3KX/t8Lp/q7ujdNqcze5558LrOQ/rjKnwuk+d/9Z6wVVl/8v0bOaeNBLkce/U2Hd97z6pHWZwewHvtf157BxIYdeJ3UKzDRRhNQA4/fN747iXws+vnSsDX6u9SPquVsEkBVwu3hxeoTwC8qwIrgLpqh5V+XXv9BMDHFqivlfPs+WX/fquMb5buvvxWgPJSAHOzYkdCq/xvnd+t01vJ99b5/WzprezrCYCPtuhfEwDXhYMUUu97AmBtod2Fia4pTwCsiz6ch+ezvY4C4D0Pqq59JsCa94w9xPe8Qo4B4BUg2ywgxgriDAg3z5l2tmeWIeqki8AKgBmOlWfk5fK1/kMA54uWo4XKkYXi4rICUNw3+lu/ywuHq/lXLk8GmbVddybSBAAqvw0kwoKlgI7qgSigxAHO6wGwyhGvbfT4dLn3IHQLgHHdYmJaGRx6lMVxkIZSpA50xjshAX/2PtX8etvWzpqmbjUPzyhvvFDpRo5sH01OJssxANY2VOjb7IV7wuI+hUsNerpX2WzzRCdnhsUVGKHAFOCohtaOB5G2gtYcqv7hvoXNHoVn176LJIfeTAP5jCC92j2NBtA87VzW9E6m7HOfzcD9pXjXoV/AyQ7w7UsxGLiHG4aID+nJyz5sYA42tsgTHrXcQObGw8O1fvnq3pwKgPHA85MD4A74BDTW9C3kbw136zCXHn65nwAAV1gY0CH37WwjPuCsVnhuBvhg3tQ1PWdU01IvV01TbVgGJbSpDq0cLuMsaXx4jvMIPKOtXcddz7eQ1SEy7iHY7iBtaUktI9oFnrgG0dA2JfT7yNMzw2/PAzYngiAL2MZ3atuZv3sI0562sjOsuoPaUhYbcgLAcqGmVBie5kRolC31jjCO4bYRarmC/YDPXb1jM4C2Efr7P/4NnsZQ2Tir19rDoSXGzgpwdQMErmOTT5yVbWNgnFOLvvNYNkS4F6g//yU8WK188f0XuOSjqxCyxsYMfAe5YXMJPKA3H/PA9W8hKg0xXnVMwC36ryHaANVMj+1FD2tLDxsiAqSbvkc6Vj95npDZyirhlpm/l81t9h4A7t/5Gyz1vlY8gAGAn76YB7CdrZwAcKtvg8CjeXnVHSlrp6+xIURl7XrWwo5zU8sKAAP+tv7XQudrn6R8WP7Z3CfPedQ+aTtulaT/JsNt/n0fZ1VXXdoBwL8l0n30/We27j6rc7Yju/mcAHjV9Of19yKB1QvOeynnrBzXArT3Xr+/evl+dv1ctd+1+ruUzy8IgFcy1eurBf5L0nrNvStQfgLg10j1+DPL/rFI6tr+ebyk4zuvLf+1+b/++WPgfAUoVwB29fzry+9PrvK/Nv23fv6t5fPW5X/r9Ffjw+0AcCyQR4Vem+/t5EFwNPbA3ZavL/+2HAkAR7J6ltqw7AdDhb2VB/Ct5LnyJGY+t/YAzuU/Pl4dA8Bz+WTPq7CXAjL8G+qX608u34/0ANYFuOyxwXofmT5raOa8EJflNwrhtxcyvD0/63/7ALjzckEIVwFkNr5ZiNqBB0laWJt5aM68DGvIVlkMIwDGT9rVHPqxyj0JfgV+bdFe6jYDHXsLfC6P3os4e09qe2p4daZ7HAAzH28TLJirt7h6AVsvMmK+tdUKuEYAeKt/4YFo4KZ5Im7shoXQdRDkcgFUjJCXeC6FJIbozRvuzp95KNcf4cJmjwRsCcigZeL7T95Aobzc0g7dpZwVJGqfG4HRPr/ew1XhM+8jPCYAY1kIfQ1CGfBonoe9t1vrkw5b2iYJ6pgCaAJZk1SqJ75jmF2WQ71265mcRT8QgtLuL4v9KjNPow8jrRCZ8Eq9c90jNWCOlD/LXdvN6ymenV7ZTgW7DSHp5VevwXMX5fpS7ADShXMuNj3QExied+a9WfoEz9BleyBcL/Q1exfCm9dlvD2/EfUFAEb51XuZhf/2rYUAzvZyaNMBhqLu+Gl1KP0JbUkg2Amm9rOwC8Be9NYPaIVb4MVJUO3iVV3j5o8GVxWsZ0jbAdnIA7DtpQBg/ET+KCtDUxOMstwKyjPMAUC1fhIycC92L5+DOvXP9DZRL1u0LwBubUOD02EnTZ4RchubC4pcsemBAPz55dn7QdI9QH71is71RzosZwO70An3ereyM7R16BH1yX4aqGrnKFtfMUje6j3SPTyrYPvx8be7f/3X+7u/mclF3g4eHba79A3ghsd0HUOjYWyclTOeWUaAZfew937tcN4f4t+beayMASg7vJM1tLjOL5peRHqy2U3nOHjGnGdFhnyW8vENSM1WexsEUNVQz2JDbg2As/qYThS5wwP4j+eyUQJwPWDyt+JN3X0Apw1Wh1d/snU69qrXr4LGDwyPXdvc4W+VUfQjbsDQ/GuI7oDLANU1rIeda86xvPdUpq7qRjIdc/s8es9czj+sn9Z899eB8jwN+WadOuIBrPqjZdS+N/q+b7T5X3nemGWS5091DCk39pbuaI7nfacEvoMEfnb1PL7g8R2EeWZxcwn87Pq5Esi1+ruUzytCKK8Wp7VOK8DZJh0rSUyuH1mB20n6krq8soS7j63ks5od/Ojyb96hUm1X5X8LmV6S5rJ/LBK7tn9eUtbRvdeW/9r8X//8CYBfL7vbPflXBMCrIwIusalvAYCP5L8aN/Y0ZFV/f7acvmSLFOPX06MAmPd9GIXsm3k7rqCvVi7SPQGwC2U1Hhwfr94SAPcL7NQ3AmDqjNflqAdrr6e1nleEgFZZMvXXbPj52QFw190Wh9LPPIUVlEKWWID0NnKwaWcRYuEZi4MJAOcxaqQXMwDM7/szST3vrn0JONKCMeueF/Qy0B3ZW4LCEdTK8CEDkux9CrhVF18TMMD3Fsp2ZDeLfdR66iJsLnO9L4U1zzbF0igPw+OrtbdsQICXWfTbe3rzIkSvAGC098ePj+65VR59iDy3i+q0a/2CNMveYEULV8trY1DXAOQIxu99N0pXy6tn83rI3CZhygkAOsPWfKavjb4BZPH7qI6zRXd9TsNQF7QjHng8V9G955AWYKk/S3hUwFbYTgAdgwpoq/L7qPwakjrLiZDRoDLOlg0wvgVwx7yizSO5GAmDgpCxwaAPd0/FOxHw85vVo8FBD90cYZRL+QmAFXj67+5dqh/ajfviqQvP1y0ATkcYVD32kMXTDT2lvJq/AmB+n+FEg47ugVrlHPDU4FDJ34G31yQDYNxDHWx9qEGeDFyy7YBD6RwA0/Ow1Y0wysvSOoSCrGyL7W85WxXPZlkqANa0FCwhHetb6HMBi3GvAuCRF/59gcUdgIsxoYbiDgfX2h6lX+i8QM+VZr/RjUzV+xc6h2dlLMrzM21zXnsoAPjf/uVDOQMYat02BrE/4Qxr8/Qt1/Bd3QQS4sf1qtfhIcw+yjDQBMq0P7bhQuZS8EI3QCybxuxe/EP/rh7waDsPYU1dICSmXWMe1EefB/hfeYzmd/paws1QlLF5D8NG4P0ldWjTCWxcSfNC9jnmt+8B7GXL+mxfFjl9fvnNzgD+E5AdcxnIItqZdez0f3L+s9U1eSrrcwTAmqaeJWzlswgFzbu33dvP7/v5Uw+AtZ6z94dsJ7TfU1Y8W9gAPzcnLBYQNb8c+tnswiJiDs8QVhnxd23DWb1m32saeX6k1/h7TucEwCMpnd+9OwkcUe53V2gp0JEO/J7Lf5ZtXwI/u36u2vda/V3KRwDqaOFZJ1B7C9NcwLFJC+YdMfFaLlS/QQjolUz1+pHF9kvSu/TeFUCYAdTjZyheWqLL7j8B8DGQeZlUj9+97N/Hk3rjO18npxWgXC3Ir56/ttKr/K9N/62ff2v5vHX5L0n/mvFtls9yfJsWMDw5ZIGilW/ryfX6fFoB9uvfQJstsNY3161XJi6NgC7TR4i5vfHJFmYi9BzSan1o7G2838YRpjMv6DAM3GKBYKU/q/59tP9kT0b8PfLgeT8ewFkysdKevm7jzxjU9rv1my7RAyHPxXxRkIDCz6jb+8xASC3XK9tfgS/DlY7KsWp/tvNrQ0DP9WEPjGs/ut4DGPXOnrwjeGN9WTzOuucAbGQK0NotgXuBj33/8HCd+PTntDbvKc+P4IPfu7dRvqYL60yT9yho7RdGL/MAHpWnLsZHoRRSspwORQkQm1dir3/erroAWnU+QLCVvYCmDL81HYUPwF8zAGEuZfHxNu49g2zBt96g97LRHRB/QwhRW5QmZPliZ7Gas2YZNGgXLDS0fDIQ73VgvUkkhxBnm6PcOSRy1u1ZCGQNQett3UIv8xzcDJQJ8g3MxMK/Pod0VCdoPxH+Vj8dCADUsM1a2sEK6NQzJ8vDBoUs/HGTLfsY9O3xEeGI3dvQno3QmhYqGecOl0V7/N7K7XBBvaTz+8jGY9DkDW9P9TTsdUvBUAao2QMaHsCgLAgVj+c+ff5691TCr34IAPylEBkHli2st3roDtdXJKyztWv1tNVNCPTc69tFvfQBmvHR/tLa0MEdwZMB4OfnKhf2D3/e76vnJAcwZN9VeAX5K+CdhTEnFGp2sEV5UJuX5Y9r8IQF4KMe0GsW5YMVQH9C3QiKWee2cYBgqnnIW9js0F+UCdCwC7Udiah+YTMCymGbCuRZhp922fmDAMCU04t5AJc5anhQ5jbW9qoeuybzolc4fzh9dCwBsLtHH4k+yVDHvYdrG7MYorie8Tta8KmVcLD6WPTzH39/vPsdU6OoH+fslKPVNTZWaXG5ySoDO5NRhNZFEWhfqpc/ztqW8Rc228yXeBlj40ENe2+exK19kf5z0W+MEfDUxdnEtrEk+pbZJimo2jf7Gmcai40bRfMoYSUMHJv+hD7xDGQr22AJgmWsoeID5nc2qJbRCzgCv7bJAHUqNUOk+H8WAPyZbswbjYEJbvMeb6sGaW0sDdut+eGeDIQZmYZZ5DOCuaky22XtL/57jM/Rxqr3Wvw8H6r5Jr3NNjY/p+177Rr3QLxVVzMAPgp6t/PIrfJov9+kq3OwQQGhJ9a2JZHTA3jUgud370ICP7t6voVxeRcNcxbCJPCz6+eqGa/V36V8BgBYAS7LNwO8l1wf1vUEwEOxNC+YsYacAHjVc45dX/aPRTLX9s9jpZzfdW35r83/+PMnAD4uq+935wpgfL+SvH1O1abKBqXZ+MXvV8PT68HsHAArQNXyXSuhBmg9xGq3iCweuhZytPwz2xaLoTnvFQDeK6stcET6AMFbAHwcYBFEbHb0nwB4PN1a7di6UMna+HMBAIanVV2Nk40HUDd4B1gIOl8WKWhot0R5oYY313LdAAAjzdnWBF3IGxX0vQNglJmLnQpysvdkBmgZLLTFepdCg67hmSkA2BahK6j1ds4hny2NLsRpO8PxEgB8xA7pYrJ6KtOzyOvTg2VdDF/l4TJ2e78CwNXrUgCwQtqm355eBsBmV0OYeA4gDOer8pPnq0zbbLL1P5wR2dqj9aMMZB3gan/jQubXD20D0DeGHeb4Yv0eaXm/R1/H2ZM4NlJN029Y8Dd5eQ57AJjX+Tx/Osjw50dheQl2cWYnP6MzRDMAhkwAeEdn7+pGDw03TVCqAHgGQVtbOdTEhwCYYKkbu3cAsNc9heLM4XUjlC9Cclv0asBeAcAEwwBtOOOT8qxCQ4sGnKGsRuMx9AVy07CynlbbYKIy0fSbnvXhsuHNiLDJD6Xs1KxPn16KF6w/gdN44bnr6bYw5a4zk3cSmfNkHdezS7NXp6aJ556fAHQbALa+FZ679n0GwAGM3e40L1SGhHZw2frC7AzckdfxyH6z7yMd6D3tv3qv9xsYHPoqACZA800DOKO3nCVbdMQ9kb0RmIa3ffEgN+/R3p7oe6yfcd2fwdvav+ESAmDIJXvyqh1n2OYZAFb72qJ1aOhshhbmmd6KbGIDYvQxlJ3e9IS69Jxv/bpFn4DWen15JvJ2E06FfOFZW+Im3P3Hf3u8QwR97MWxTRsxZ7d6l/sIPl1fmj2nd+0mIkYYWmzyoC5Apuj7eB5A3sAq52WAy4gGwHExgH99b8D1dEbtUQBsG5Hi/aSOu3QokT6rfdPmWebZi/DRJYXkYWrpEZaLPBQAK/TdB8Ct/bFhyTcc2Kn3Nt7iiOxPn0sYaJyhjLyKHDX0PW0yfjIEeAbAG09etOObAuAY+2PjlQJg7R8zAKx1UrvN+98CAHdjYOgv50PUm0sAsKa3B4B5H+/R52ofXywMnAB4NLqf3707Cfw8C8xj0f3oBfp316C/WIF+dv1cNce1+ruUzwmAV03wptdPD+A3Fe8y8WX/WKRwbf9cFnBxw7Xlvzb/48+nxZbqYrWfwgpQ3spD73g9+jtX+b823e/13Eq+36sc3yOf10SwWJXrNQDYyxFeAFwHwyJOrDm9DQAur8KxKxl+GhkAZ9CGhVUrZfXI6xfsNgA4lX8lt/qCLp7AoxCma/v6th7A7YV+vFh8tP+MPICR9gxcM9+j6df7037yLL88Xqzlu2rJKqHdG71YvZePP7AFwEUqsrFz37vvZwfAWWgz0LrRQ5m3G0BB94xwfz2uHnksbb0rV/mOrqtX8AwYc8HYgD83ZWCxNukpQkmqvaFdxRl59j2gMRZ368Ju+9760QTQ7inlaO608aSMBPIC5t5CKPOsdedmGmh7LGBnz1AHhA3oMtxhg5l5CwKgjdtor0cLwUwAbLCwyH3mAdz6Ps7zdQ8pLFbrom0DwLLobVCLHiwBGIUaf7sfhN6sjzOccADs8uO+3P9QGvy3skrPdKke9zWEpUt1s7Egvsghkw1aQF8i5LLrUOsLqrt6li+Sy8/oxgi4sCGkMODH48NjPQdX1XnWV5C/QuFcJq/f1hsW30PvFWwTGJkFFa/E6gUMz+8olAPg8GAElInOZd+HDgFamczkGStP9Yjz9qKsDPZVGNRHD7GyRXtXXZKwz9R1b9HYICLtqH0290fdzGBPQ3/gUVh2ENSNLCXJz39+KSAGsLh4HmIDxG8FSqKPVLhLuO4FzWdSEgzpBjh4tFqbSZQCb8MWUl5l2kd9IChs7Quv1Jw+gTGhHtoTIYlZRtUPfJ/t3mgDg8qTv7eNHwCWLR07mzf0om2ocFlxEwPK1l9z3aAHsHu3u33QUNWmq/DENfnNtlSVdEr/wlnOei5wroMBN4wNJSn1tFa7bGeUoyxRnv4M4FJvObdX03cIvJUa68z+1oFj6m8pE8+c1vusXAJQeaY7QK1vtnB5IFvONAl+2ae/QW7lBgfADyUENAy26xS29gAAIABJREFURR1Gx60QGFMDnLHuGwx6AIxiPpX+0CHs2pgy/kBm5mHtkPlridyAZzbzreIVjbrpxhSrB8pgkQPaiz5CbzPygXsAexhpfghwX8Kbtn6P8TOAMPOyPpf6Id9ZUDsNrW2yR5sOpvCvA8AtIdYPgBzFQSQC8wD+82sAYPQd36QCCLwBixEa+rUAOGtp9ghmPzu6ga/JvI8IQMhp8mckCdEHbSu1Mfh91E8yGN72tt65i/m6Tdme0a5nEpv+cWxKO7hH7zu7IDf6Rq5DTqfZU743x0/ZsKB1PAHwqMXP796dBH6eBeax6G63wPHumuYs0GAA+tWEcq3+LvvvCYB/qMqcAPiHin+zEHlpaa7tn5fml+9f9u9rM7jZ8ycAvpkob5jQpYDphll/96ROAOyLTFwg4cs5fu4BYF8E7lfE/uoA+NJ+86sA4Dlw3a6u6drHCYA1fOjc9K1AbF30/EEAWD19DTwvzgQeAeBxKPotAFavJnjWqL1qy+QNgg7B5c4oM9oMMZtPXQqAdcFQvdFycXIIaPUA1nu/loV2fFpo0XbVyzYHwLjTIWDvXdbk5YCRKjWSI9dRLR1kx7PXoxgO+KMtdgAwQzwzAsDXkjAAMM6ar2c5Grh2cFF8UiM8pmc0AsAttGy7buNcQErWh8DH0+lBq+tW80YdeRQSXsAbFwDHw6AS7LX2IDDu27aFS+adOVz6qFy0oQr2rF/ERgi0B+AndaOWAmfMAg6F557L3TfgYCzPYa5rCFqTQ7Pldo5oAGYHci4jgmzLv27S8HDQ0CV7BvZBNvMwXW5M8A7tIE7bI/eXLEc8ZvKAnpT8H4qXIj+mHzFV+fz5y93n5wKCn8oX5Qxf+EWCJKnee308ZCy93jrPxQDGHqK5eBLDu7LAch0H7XxaP4jY28FgusuQQLhumIjvK3C2jQ8BUMNj1uoXnRHeuABpvF83I7TQ5e1MV4Lapo3+2wxYANASMFe5xsMErF61BjRcXg6KFdLyOwXAnmZ/XrF/17yZ6QmN733zAGTSn8Or9aFtZd/LG1z0DN7RcwaGA0CbZ/gA6POMaW9Djt2e2gwAGzgu/2GDSPN29g013BSRI4IADBL+At6hL/F+zrhp87mB6uNvX+7+4+8fNwD4hRA5TDHsE2ky46jglicJJ0+bW0FmuYHtbt7a3NtRmgWAdTM+BgAmmHXd9TGibwdsWPINFPhePZRrpI9oBwJg1VkAXd005XYs+lgAQQPkaC83PP1HAPCoL/DMX5vTxKaX7ebM3Kva31ARi6BdKg4A/F8lFP1n8wCeA2AbjwMA02Y0oLyN2jHzAKa3cLVr3ZnCsbEgzdNmEVxYoxzCmd8TxGZPW53v4N4sY4Wsen123yg9hbycy8zfR1wB7i8AwCyX6nieC2l+Wkb+Xq+n9+VczxMAz/vSeeUdSeDnWWB+ndB+9AL+60p9PtUGqsFWvV9IPNfq57L/TgBwHfDfWLyv8aC6ZfOuzgAe7QTV/CcbvG5WxFX+N8voL5rQsn/88nIZbIu9qM4rA3Ft+vuFuRTEXFS173DzW3sQ/+zymTXBzG6zP++NKyubf0mzr8ev3sPxkrRxLz3j8nO5DtmOEehyV3z3vJwBWMf5wUA2so1bELII0StnfGkZdvVSyyehqUeyW/Wflf4ffV7v20uzLfDJQrMsMK7Ks62j28/cPG1e0NvfS8ezEYSY6ehoLkIgwGdmHpR9mi0EbNO/doeHCB6XYgXo+NQROejZjrOza9fy6T1st9DbF5BnIZIvtQej+aaC2Fl5R6CWHl1ahj688tz7muVg3jktLtYSZPRzZvcAzotrCmY83e2C8+x9KC8E5vbf2q0GaLx/rf828EHIkxpCn9cyajlGILiBbdd5Dels9j+FNlT9Vhlm+eZnRwuwtohuHmIAFA2I6hFAHciKqVxdpC56XYLv1vCWgBn5U71NZcBiOEzeT49AP2/SvSl14dYX+8c9hWcFM3Qw7oIcEaaWC/l8MoPKXmbiaV6ez/249+b8WsIKF8+30jZ6frD2PQJSgPIKcCLDe561GV77rn+9h6jWh3Ui/KttaeADgBAg2r3p7PzokBfW/HP4auq6QboYuvfsh4FRRAwxXWmNoACY8Mc9LN3eKZzz71qft/LXMb6A9PBwdfF4iGHIzWGDngW7bRevj3t7u5xik1vk+enPl3ImME4AjpDlodzYcID0Ea7c+rVAMZzhakF0I6Ssp/uttPmTyQDA2eQN+Ub4Xp6AzRDI9Dbls9aP7H/3yLczQ+mBGtd4Zm6OppBDNJuUpD0I3TlH0Y0OM3upwELtcHeGbHQCDbEM+A3AyT5M0Elb7d7zAIfzsQP3Zi/7zs7IeNnsXb+Bym1Xb7M7C5GOLlE5wEPXVFCiHdCWZnkRLrO8eOa+nDVby4WjDWScYhhsDw/vmwXwUYA/ikRAG8B6MU2FTA44X+4+lrr95z/+ZiGg8QEqxCYEHV8eivwfwsP2BSASpXnwNuG9sIc6htgmh9L3ENkAtzbQDS/r5qkPi2Bny5d6I8SugWJpDy9T/97vXtURQls2PbT29Wu4x9LrGtOhrI6lkEWvM23CaDIMsMr+p+M29ypVvQ9PaZdNS0fz8zEIfR6bYVGeVMD4E2C7mJy7//rz+e45op6AQXKsq/2m6MXT05OD8JAdvXfzOb/WdpP+ZGO3bBxR/dVnZmcH6+YD18E8D+rlqu2lEpjNnyj/LEvmpfO2vTn7yI6N0szl49nOs/JRJ/NcqqVNu9P6eW2v0NexJoy/zfU4zwC+RHrnvd9dAkdepL97oW6Y4WyCdMMszqTeUAKnfu4LdymfEwDvCnAFYEcLcrdU91X+t8zrr5jWsn/88kK5FtCeAPgaFVkBqGvStpevV56BeW2+b/38CYB7CWc7dikAZmo6H1ZooIuEfKn3l/i/JgDWhYtuISQWiXRB4Sg8niwZ2Nd5nvGjAPA2dG2AqyiQ1jt7mbX6nQD4tfO6DKbw92sAcAZObJtLAbADgwavMuTEEvHeZ7Qw1+q0nVuM7JPaI+8r2xDTewuA+gzrP7rfQNECAGc7qnBAYRzTPwKAc8jDLM8jaxhqy0cy6sADQJWIvsoivCVdDiRuWPzfaeMAfQB0DINpYabFe0tDwhIgPdgZkm1uinCho089O9pANiF6O8PW6hrpoB5qk1pbt7N2R3lo/8rnehLE6SYPpKEAmPqZ88f3paQbmOft05eJ9qKmi2ftwN4CegwAhx0QMGGewgYb/VxS7RcPhfBQXk1n+9ozzx5++z0Ko1kvAmAdr6rsAIwMJtOblB7/xYMXwJXgoUzs9gAwy2TMtG5IaICt2h+DOh/u/iw05o8/AKyKl7Ddb2565nGOPAGArR3gxRs6TQCs7WbQ0jxH6ZFLiFjKi7N5RbcIdlWaAL4EjgZtCnBWkIBiKQCGVy7bi97Jml7e6KN6kQHwzD6oTUAe6vmsQFTDY9sZwKW+DBONv9F+JkPxolbZ4Xee/QvABoDMTQVN13dgbuib3rseBxA5gJvnGiys5TRw62MX5Uxozb9VPgTAOWw3Ixm0e/vIAmxjbUPNM49VvJ/l9Dr7pgEPAf1y93uJmPA/CgD+WKbettmFux9CQXA/7Cf6By4hYoEBVNjUgI15fqqA9b7YBpztyxDS3j/aGcAEwMgHG3WszDHvpY4qANa0/d4+EoWOkSwXQ1irzuu7rL7/8Xl9R6lHSKSJlskbcoiEW4h7/4L1tN9lrGcdXa8hz6ZbXb8sf3xGCOjiAfwcmwzQCBY1wLyYXT+8H5UbY8OO9b3BGb+adpdPAGGMkThrnHrS/RRo/FoA3DzlE9AfyLUrn0xUtX1zOTMAnr5XpRcghqEetb23ET2A+3ay+8PDm+Ud2ccMgHmv2sXRPDO3V65PzusEwDMNP79/FxL41RfIj7w8vYuGOAsxlMBPo5+6rfqCtrxWP5fyGQDgC4p39a1rD6qrs9hNYOUNtlqoOwHw27bPW6e+7B9vXYAflv614LdOiRc1uFU+42x+dsB5AuDXdYBrADByXNl9jktH79vWYrsozrS2+Gsug8MewEhcPGe3ANgXPu0z8AC2BQ3xmtCX226xKO0QZyjQ+jKdwumxf2Y9v3W/HfWj5uHp9a4LRK/wyD1a/tt5AHNBNJosmdG2EP5aD+Dm8XZJD1zNh/bC3e7lk2FxDR2c6n3NfJiLP6YLAqD07zqqTTzXax1i3pzlkQEt7r+1B7CCmbWHspd4dQYc63UJAHaPIQcZ7F91PhUefKNz96qtEFuiC2W+CM5yt8U87cOqS3kR0Ovr/SID2+0GhgaLCWgJtCqUCs+lowA4AwSVacu/3zhDGIczTruF7NBTeuhmOY36FBdHCZm2OtjOLNXnc7n7direYjE+6BEC5qkp9lTPps1t5HINu7MJuwpo+lK8mRwOYO3a4FIaRv2agGGz670UzCtToEi2GRzP8rnBte+LSdV+A5XiAr7BD7rQlgc35wYHB2LbW7hceOSV77VsHHNp/7b62TZXdJs2IjIG0816oN6/qC+99JA35ANobN6oAqAVCGv/69uxeQKqLjI8tgJa17vox+GN7CAMPosestw8ag1G95tIaojM8rWWhaCT4ahZZoJmnHkNr2FzvgNQKWAXnOXpM85aBYBxm1BBWIFp+LhXaPMybRvbPMS2bcKQzZQa1pgwlCDUgR3qiLKE12WETIbMCVrZLpZ/gctMB/2JZ3G7zQloVO1sO6dbbV2ep83GSn3nJYhCHh8fH629HHT7JgR6MmtaGWbyHoaArv1IQAvqA69YixRR2h1VYnm1PE12nr+XY/sO6WOE226UF2DWxwF6whagHc8hvC7TIehHZIqRp3WzAQ4850ccNM/NTd9Lz7Ee0F16u+vYwjZknfC32zDfHPJQPHJhV0vQ7XLh5e5fCvn9978/3v1e9AS2uPZDA8Q+t+HoYjbLvNSLXMplRkFgmXVOrF66sLvtuAlki/y9r/iY7rpRpF7hL8dHlPmbhMZHuh5gwvX48bHpr7dfqVn0W7YTrJO2fZ6v8V0q606tl4SMttKGvszet6liCrqbfmzPG2YI/n7+5fL5XMawP56KzTEv5LLxBWfGV3mk+TrC5duYVs4oh92SSASq96xnByAjXPhz8SRGqlpeym7mVaywubMbLCfHz3hXzPPM5VElFy6M5rnHBpROALD2HWvnFDGF04eavniim4zSPCT3ZepsXifUvrp9ZvvNaN5mOlkurFwojqR/3nNK4E0k8Kur5zULCm8i8DPRiyTw0+jnCYCH7XoC4H11P2cHF5mDi2/+aezHxTVbPXArMLuavt4qn3F9bg2SVlK79fX1C8h1Of7s8pnV/tcGwM2LYDQ+jupOgEt5cQFz2P4nAK5qdbR/nADYRbaaj9wCAHsI6PG4cs37mi3oJrC72qAwtc8/CABTcUdeeXsjxS0AsIJsCzuaPI9MPyBfW1TrIQWu7QGJfhGyhX0lKGh2bTufyLqif18CgJFH9vpxnW+6qDBX5T2CjDm9/u9t5ITs6auwU0M0Z1koENUQ0gpysvy5IDrSmQw+3KNxDoDVO1dDaFYv4ZDhDACzD+J+0wNAshAPVAlrv3mDiEM0x4jeRn3YYeomYb7KnnUmAO4Aoy3AOzBlWHPzpDUP0fK9QSx60jUvWvXA7M64heQI7sJLF5C/todsutJQ0XyGqmcwqIZabVQ8hyKlMzbP/q31t3w+GFQC7ATURB6QE3oUz4Gd2ZV8Rq/aUshEPaG9bj25t35c/mt6TA/gCPkdDV7zCcANWGjtHOGl4R3MOlEHHP6GV3KAJAAoJIkNdF++/Hb3uYSBRhhbnM+pANj2vRmw9fJU7zDmXxJ+KLF2sx1SCJoBMKEt0nI5e6jd7KWrUGgGT1kehZUKH/beX9nHFeJ6327/UOfn52eDs48fPxpANM9E6G0ApgoJA7iqrVYwxX7IvjYaWxkeWgFoszcOx80DHDppZ0430GpytYgT7TtvB++vhIkejjvAWnheQq9MR8p/fub01vIBtFrZI82Z57s+qd7eWie2p0LVxwLYM9TLIJh/c0PABgCXzRP/UvTx3//t4a5wVKB0tyURMSFvwMBU3+WCrR6xuUZgWgbAsAeWp228cMC+mdOFdz2SQWAG2Hx695veCAA2eZbrOlcAAKb9g5l4RqdEfxNbSABMWVubC6wbeT1ru+iZwSwTQ1rrfeoNivocAcCwFM0rvtk5ek3j7N9Pnz+Us5YhwyIbAGBucIk2qECwgmrfEKOhtI8C4JfSf7u6140ikFlsrMle4uJt/DMCYNZXwarbLJ8fch6UAXAD97HB4AoATB3eWpLtNycAPiKl8553J4FffYH8mgWFd9dYf8ECvVv93N36voImrSGv1c+lfAblXHk93VLNTgC8L83Vgust2+KvmNayf/wyQnkrELuyZW+VrzfMUYDzXpvxBMDjllmNQbNxg/35tc/n0hxPp1/wXD03qfXma61nn2ZyjcLO5ngaYQ25gFLtWyyw1Az2ztaNhRhd3NNFQOt3HJhSOjNQehSgvtd+erRc6gE8WiAYhYN2WY7DqCqc0DK0NbyjHsD76R+t32o+cikAVs83nYrmhVGW75r5sEKLlT5u7PJkPp/lkR0fajcR7zLXixi/VsNnapiV58WsHfeea15TW9CmZ/tm+Fm9tG1lHYBwX4uyDensiD2qYTuxoA9Pse15wfqcLqxV2w8gkBpiBYJZcoVDms8M/Ga91DLowipDPe9JiAB4pOOjeaoCYi54Eu70tqJvGANedbTYelg7MAiwYLCzee3aIrl5M/YhoDf9ydJo3sybhdpIM58HrNDYvCDjjEnAgREExhmU+AAwwLvOy9dCQHsYU68/Aaumkz1PsUDMZ9TDF7r4/FzgY0kPnpIKAPwM1r5lu0V10cXcjvWM5GRICF8IkHCG7mM5e3ZjfwHzJOtqN3EKp9R7FKad9hA/ASqp7/k51M880+FZGGCcgIpjHD0L1f6rnOldX/tLmaG4fjhUrwBZPKddl/uzltUDGGzD29vbHF6EDGX88Ohe5Gyb52foxG/FE/jL3YvZB6/vlzhzegjiAIfxH9S/PIOzVDN8JZREufxenhOqmwTCU9W8gtv5vQ6ek+LUtoTOov4OLRWwayjpkf1TTaQemk6X/1jeGsLbvBRx3msD1WOvVw99bdoWCkdb45svHNayX5g1t5Df/QDn3o5+Lz9eJm6K8E0KbXNGg73mBSvXXF89b4QtBuBHOoCdSJ5A18sCm+VlgZ0wfQkbZhCw3P/4+LHWoaZT5NbO+W4ewXmDg+pF3hzAuhCoN8AMcO2hyq2/47/wUMwyYAjob8UD+G+Fuv63f320ENAYM82zF61bZGDetoDcoYvZE9iecNXqPgSsBGTWJwGYoz/iPUTfPyAv05uSCmyD6qED4Oahbe1bmhcIGh/YCkQoMoBcCvhcYiVj/HLPdxTOYbV+VL74HoDXfooeqZdw9VYuefPZalPR/yV5heCmU+m84Sob07d+8wQ32qo8ngrw/fT54a6YGvcgL5Wv/RAg28qMTQhFd23jikP2tsnDIxjk+lnZQocVkGuI9r5Vm3zy+JvB8Ow6PWDznGQzjqHNTTYtisKo/Ll8/FvbRp+bvQdsysux7gIATH2ZvVN4HrEpLc0nZ+P7rH5a3m58LRcufAWYZXF+f0rg9hL41dXzmgWF20v7TPFSCbxb/TwB8KGmPAHwvpjO2cEhNXr1Te/Wfry6RtMp9s1T9ARX09cTAO8J/gTAY+msAOqvDYDVA7iBuxpCGgsvGeAmAFwXNWZnQJ8A+E3s4QmAV+NBL/YRAIb218WZpL9H3td0cUZzI/CwBSZZqLdRLOeTPQN+IgCsnrqs/7UAOANUpDsDwFj8HS1U7o6DtoJKu4cFfMAuAGCGuByHA82Lp6NyallV3/B9DpuYFxb5d79Auz1jWOumsKst9jWPX/XSVe9dK+fEXudyWdmLnHF/Pg9Py1LHgQzEGc5TXjD0XgBHyzODAmvbBoBLAF/LzgBYycPPmnWPTHgSDsGayT1C42YXVik8AbAv4Hs9c90AiE1uBfq4h53njfJkO5DBL++1/h+hY0cAmFD5qZy1iMX2x4+PNZQqvWp5JqTZlgBhI9lv3jcG0TiYRtU9i5/qZ/1akwTUaH27NRIX0tmXCGy5kM9nKB+WmxA2A1yqhwMO9sFtT3ag5n1VF7ip04BbarvRFgbUAQQFAHPjAUELy20hq8ODuQG1BIALcIE367/8y+/uQQ7vO/PmxDm9gJEfDDY9wQM79PsbXc0Zsj7Kb3ZFvEsxXnyxUK7ejwmaCZd4b27z2oYBIAlAXedayOKtbraNL0yDNry2kT3fvFrR9/Knf7ZthtAxQvsov6ceEUTCQxy/I0QtQ0Oz3wCTa96q4/y9B/fJO1wAsJUf/R3/hc3iTz07WDc04Mxmbu6AdzvALp5nSG5vywaAH4unb4a0yBagF5DWQyYDJMPr3kMw5/bK8wXzzq9hfrfnALNP0zZoedwjmX3Yf1podwkxb2MhNl8Ue/dY9Pof/1I8gBMAxhQF6QB+2hm60bcMtIpiAMPms251fDEdDQC8Wn9Cuk/hgdoiFJRSiqlmX2IRbJwIAGxnFEeIZAXAo/c/1QceCT8rHzyEM3Sj7FGOawBwF3Y7JGtHFpR0US7Yl0+f7u8+AWxjI46FvPdxwcJml3ZFCHIFwCobg44Tz9TRvGpvDWs2/v5VAfAs4k9+r2h2U6J1bKzrPKrN4NbNVzZ2lIwue2M6kvJ5zymBG0ngV1fPIwsKNxLlmcwbSODd6udPDIC1mVYL8dc26QmA9yV4zg6u1bCVfH+W6ddg2+5FokkgltW+ms+u5Hd1Bru1PD2AF/o9A4AX6c73v3k17rxnANztsJ+o//iM4bZwRImPPIDtfLsMcG1NMxaPigfw5QBY7MsRD+BJA703D+DscXvpfPHS94NbAmAyGwUVbaHIf8v1mdfvNh7Aagny3ITlzN5ee9ajW3yOG82jJS3+Mo1cP22fumgjZw+O8tYxg95+o3Q1vZmHdk4/cTZboPd2yp4Rx2yqynjkqaueSAoINGSo5t/0R8LI1nMT5x7AGlIXaXTgHiDCjJIv2rtpcMOHsIi9zvR/q8ethhIm/KWOY8FU8yWgyNCp2s2kP7oYrP1G86/wbNCv8hmFCrpsgXtSzwbD/BxR5g0o5dfcVme4yXrQKzgvZmsd9uTb2rsfiOgBDFjC80Z7W4cFan/az/XFUj8883DmL9zB/GI4CkfbNE9hP/dRPYBbXb0dGwBui60NEmIDAD73MaYZNFATRnBa5zelHuWGDE0U3Ge4ybDCLksHmHsAGMASak1PPvYBD+nswKXZM5c3wPWsfbzeYw+jbJfQv1Q/4cEK3odzbdV21Xvq2Y3uVdf1rWgbL5eHzjUdrH3Gw/CaZ1kpotUrgIS3A89Uddiu8tN+wfSeI6SwQkIC4A8f4LXteZv889nNMRdRD2GoDoqKYpiDXfnnoa29MPCU9msAgQ7PcR+8faH38Ab+WsJCo6zPYafsLGsx3ijHy0u5WjLDxgL7G2fNxj39RhOUvZ3TS49Ob3/XA+SVbYbac+qIhY2Os3IZ1pjXAA2Rtm2sEEBkYZE74OnhvmuaYt+txU1Pe31VIMrw4M/PDkHpPexVAUyHHIrHsLlgN+9fV3j3mtb6GpQ0cOw3jEB1bveRvbZNCzG2Mzy0yhSpIx96TLew5g0A43m0Z5apyaWe1+zn76qs1GOaz1p90oA/Avk1s9AHj1DQ6mL6kY6mUI9vXDd9izDPv5ca/rd/dQDs52n7p52L6zb9ofQDfmCy6/zM4Khf4TKl2kbbNGJ5xT226cTLCDuCdMw0oC3CflnLRj/Gz+zBm+dX9GA1EAqdN12KDR1iMzfPhad3HVdRr2qbWnnLfg8LdY+xSsFxtY8hb5dz2OpIBzKteiVn3OOVi0cc5P5sdjHSgQfwP//5cPcHjg2AXnHuF2UhADb9Mtl6pBOGwMaY0cJ19+Mk5WGAX8I4q46Nfs/9iQCY98JWWhtGoze7NQags/myznNHc3PqCX9quSjTfI/p6WIeqW2s9+f3iBoCOjaAsv4aKcTKEeMq9UftuMp39X6YZbCRW/litYK2atvz+imBN5PAr66eqw78ZoI9E76JBN6tfp4A+FD7ngB4X0zn7OCQGr36pndrPzY1OgHw8MXmJwWc+uLxauU98ODPCshPAOyNewLgA0q+c8v3BsAsSl5w2auF37sFtBkmjtPYB2ztmWMAmPONI3mP5iadV+iBpusWyOP+awDwbId/Loqe/TYrJu/xNMfyy89mua0A8Gx+x3QyAN7m56GS+ckgkrBmHNazpTbznGUI6AyAtRy+YNYAsHsA+x3qeaQLfLimQMshU9JlAaZYKNbFWu1ne+GZ88Kd/m0L1bHwmdPO88IVALazVKXxN/1fzhQNy24/CAiPAGBd5Bx5/c4WXClrbTMNAc3r2h7Ud+i+n80bXrhG3wpgIOQpv+WwzUiPYLmGWbX34SajDIA3C9QBgD8I4DDvqXD9qrpSdSRAVYUQ3l8zZOPCvntiou+4VEYAuIEy9/icbYKw7wMgEgCZ0660r+qrtgfaH2qTz9PO61L01G3lB+AB5Gie+F2flHCr/r1DQW5QaoAL3mguBIVXPKdYz81kG6HtACktVQG2qAPuoSeg17Od6cpQupQ3wDB8AR9AsosMHBS6jrCeaGctF/uh5REA2M43hQdysDCUzTkGQJjVrCTvwcJfbGG/9HsLz1q89ex80vKveOvZnaUsxRHUwgnDmxj5wJPUvUKxAaDBauqHwkLWWevQtUvAdsqSeqdguXk4K8R1iAkPZJ6RyzajZ7R7kvbep7NNQWZvBU7TIxV5w6P2vgjuqZzNarA32tqgYrlmmwNC1h/QPvX8ZvdoNlZp7QO4F9oX8Jq6n8E4dYLexWp/TS829gIqAAAgAElEQVQkVLYCbH+ubayhvYEsZmcs89ro3T+PFz5m+eYQzdf1vo1X2Tsd5QLo5piXQZcCYG5+oJ7oRgxtT/MALvaibEe4+4+/f/QzgEtIaMpUA27DYx5jBMGtsWrrr20jgtmCyHRjf20zV9NcpMNz0FV37sQ+e7QBf0hDMNOrmqkZLI2NF7CTIwA8agc+j404Xr+iYwkAo5wowlPZDAK74PrZoofUfinrBhkAm0993bCH879Dv2TTxWguw7J8Lnbjn58e7/5AyHiEzS9t5vaMG20wZnKDXA+AvS09BPRoPGc7AQDzo3o84xnb9k1e+GLHrQyk/xFhQ9tO+5x+n/vTLQFwruvs/SrrTQbAuR/q+0Jnk6gfci41663zsNZD/Le9cmWdMTmXL08AnKV4/n1K4JTAd5HAz25+3hrgH5bP6gCs17Zm2kH82mSmz11Z7tVC/c3Le+MErx19Vwulq/Svff7G4vjLJXe4f08l03tWbG977fQudo6PAKeEjctnEW3zf6vyHVWVVf5H0xnf914B58ou3nrji55/5C9wvdxnIU735Dd6obu+v/TtuBq/V3KcvYDx+5WcMzDZpLdQX4Qy40fLymW4jI24Cz+Dqq4d5KVTQ0uOesA6hLiXJL+Y1nachIKu+sQFnr2Q0Rd04XV5fUFopmebhfHFALvSrwuKfvjWvT6yXRRZgcW2IK4FWNWrlWE//RFoPFzRwY30yOSod6S99/LbA3iHyrma32YPvc14u2qfbM8GM4AijP5Mv/CoQajKspA3Ctk8q1v2JN6EBU0PKjyZpbkX3jl7vG3sY4BxAhteHy2E4bvscWveawJ8/Pnw2hv0bV18Gy2oMf/cz7SOHfgQ+KXlACSykgiExnU/s7HZJz4zAnguO4KyrQcgy+Fpesm1yvlcXy68Hwn5vLcYy/EA6QEa7C4aF7vvANh7tMkghW/Obe3X4RXJOvXPKwhu+tI8JZnPSF8f4OULxzZbIDfXzypjfa7WH15qAbv6OmDDQcvBPEQDYFIe7gkXdYCnqcGg8FZDEeIawxZreanXBJijeYZ6+eUNBEjL9CfG3byxBmUzABoeZKrf/B2emIChAK0YUwlNumdkY4K3bQAc2dBAQMX+RsCLAKfsJwDz8BhFvQEJrW7Vg7CPfkA5PT0/2a8fi6ciyokwzRo9ovaP2jmgiwHisA8hJncIS/wS3r8oD+Rizxp0cQhdQwajnYvOmzdwkQlA95eXAjvhMvitQCXbYMA5E366xyq9Nll2th3+zue14jueaUs42vS89SP2w9HmHD7XQYmAxzy/1tvUPahH9pcwVs8Qzn3LbDL0Ps4ZxnV4zuJ7eEBDRtAbgHfTST9Y2fqK20MHwEzH9D7ePVRGzFfL6foUbR5zPnjnKrjVe1T2Cp2bbAHpI3/oCTYWAFwCHotu8wxiqyOgfnzQX7yc1JkW6p9jNL3/2Re0PvTQZl27cUbOOM5A2fWg38SVZWc6ZXvAv959LHbvP/6BM4Dde7ZtTgsEHNDT7F3p3zoWsN0eYD9KRb+MxtjkUevlc49ay00WrVp/5FnNLkyGmDYdQTktVISf4279Njzw0Q/xeSievahfLk6om4Fe37zhcJRnHMO71uXcxlDb3BHnKdP+1nkDvXzTPM911scK6pzbjGInYjePjSOA5rYHyvsxI2AgzLNh7fL15wLlAYD/REFQ1pAXbRBfzXV8dBlv14q8b5U6pvJiS4s9E2tBqoesg7eEf/S69Yv0gQew5p/nBNljmI+rjo/sECNcbCPg9C/Ws3n+pqBSH72Wn8/P5frUDXch13ydbV7rmfQmv9eMZO7Pcuwbz29OADxr4fP7UwKnBN5cAnuLVW+e+Q0ymL283iDpOnAeSmu10HQokcFNJwB+reQOPbcCtKtErgW41z6/Kt95fV8C19u/FeA8AfBb6uAJgF26JwB2OeT+fALgEwDfyv7kRdZRupePJ1icpu6OUmwLg6OrOv/Ni6t+/2UAeOYJekSGunj/ngEwN2G44fRwb9l+tgWrFkbxiAx4j87rbPEU3lsGoppnoqZHENyePwae6wJ6wAE+3y34DSaZMyDF57MezEIc35VQoLS7WRdNvJK3Ld4S4CQox/J6/8Girp6LGGNcPDOy87O+yIW5DIDZT6mzCr/8mdsCYICJLA/1+lUboOcA7y3Kqvdl05sIw20Lui0UbG6Heq2GvRzPU+EYBKCrXr5mVeS7XEYCYNxHMM57vBy9t7S353iBNNtTPA9Y4MdycmG8hxydLqQFXuqZwl3cb2fECuTGdyMA7HUPUJQAMr2EmYfBouTBaqXuNh2M7UG9p/Oh92cJV1VnMkSswLjUH6AVXo89XHPwRkA0AggKYBVA43sPC9765WOJRwsZ4trjY3gehjce37GzTXy2EMulPY3oIzRz8zZl2hrBABCyth9C0cbkzs999Sd8w5xDQN9Iht89NDj0xmwx7nPeU2Tzcvf5zy/lp4eJlmNXq61GGekhy7HCPcjd9gEispzmqYpMAjjmDbrsdwpLZnOGvbEd3sjIxr3ix2f/Zq/ZDKOtf0bIZOo1Q0PzDFyUzUNgu3x1M4DZzGgDU6V8YHjcryGxWVeFvGxr9J98ljBhnPYbhn+29g6IzOuz90HzxKyhy2nbJXyyLARlD2OkbfAvjaOed2ygKUla+PgK+9q6QA75zPJretmW5/mC6SAAadGvx9++3P2Pf//97vfSB7wPE847vP4aG5SsfOWhOnbb+OshuwmAPc1m+2cb9pCujWFxa96QghIQjusxKCj3/QPQqD/qc69iw7ABA+VjCHboYigCysPNOO7NX+x9eQ57PMwLGeGpoxzYwsSNVlZ3bPCwcOO++cW8bpM3s+sN7UVsyBAATL1iu7+UjS24i6GxbcoDUUCeiISB+SNKX8gwwOyfxa59+vNjBcAPoXfIIu8v3Nhtho6ArMyDO/QrHuTYMwLAqqfZpmi/G8FcAmDmN1tXz8+OwG03v44Q4SsATBvAnzNgq5viWF999ogtNTuWKPyob5sepL4x6yu059sIROP3t2onSoFfu0KYZXb+fUrglMApgYsk8LObnxMAX9Tc7eYbAetLPbReWdo3e+za0XewttaVdZX+tc+/mWD+Igm/3v6twC8F+NrpXSyI1QlorFjYrLcP8+U5yfWu7VblfG35Vgqyynf1/LHrf3UAPAO/ux6m0JbJTui9lym+5BxrmWN3rcbvS8eX1p99YZXnLx0rzfauef6x+qtv9JOd85oqX45nHtnVanDhOnly5xKu9J+LpHlx+6hncT1jbOMBzP69bz+OeqIfrdel9nqlX0f0QmFRC8/XAwumM1tIGOXj9/Z2cjtfWANgLx8gjUPG/nMMJCpMwPMrz3jmkb1BKKtrATD3PXKaOrNnUw/jxfy2yTnAXLKHrwXA24Wu8J6RMwUpX5VdBsMzUKxtm9tIvXVzf9/zBFYIajZzMSnF/TUiZ7JPq/6W+68CYeS9sVOpQ+QFRzyTQclIviMPYObHMnSyrR5vhAV2dywctpCgfGbjAZzAndaLi48KeiFyB03b6Aej+o3soI7PORRsvlYXluu5lxBkb2sM5FYP1O21Ft45FtENejHMcB/WWM84PASAk/w6m1YACDxOHwpo9LMtm6ee3md1BB+JRXRbsC+EwDxYJZw0wN+LAM0uhDFEEN6/1as3+gdhmPY7P0u1yYNnCI7sJMBnnQ8IrO82dRQ5jD3uWk1HHqS8Cn1CKGM71zXamp7F1rxSN5WdARTqRoCuDnhFXyUY4708n9f7pZbRf6+QBmeglnQ9bKyHic7hOPU8Z+vTAEOFs6D/3N8D7Hr5aSLMjkW/9b4Ej0g/axVhjD8WkMkyAeLgSGfIDmcC//lnkVMhTPQC9bIWKBx1UE9VOx81ALD2Q88T9fJ6qpcqQ/6iHXBG8fOTw0KGhWU69wVSAzgRANZylHrSo5r6bgA9vLwV7tb5iuliwEHkZe3Z92P1Ru3sn8nSPahdSWM+jb5mbREewCHQ4nsbZfEQ1dqWClRbqGnvg9meb71/A+KXkPAvL+4xrmckA4TrOAh5UD6EqmwvBdF6nrPrFgywyyYDYIbe9rbAfeZvWkEj5ZZ1wfuLnC0esnKo6f2xzpdwFq6EUx7Zb9/b8KXA0K93/z08gAkCvXO1PgeYSi9Gh8TNuxXtWUMwC7T3eofHLh6JdxDrp/DQDXdXtj/TNPkRVIb8qqzQXoXeenjkpmH1CPf4CkV8FoCOrw0Plybx9o6NG1ImrzKhu3s09+O8J25NlqbBlwBgnYLQfng/L3YlxilruzgGgAD4jzirWz2A3Su/f2dyO+CRYExn0hzAdE42KZrtmXgA61wBY1o/x3RbYPnVEM8uI0RR0E8FlOm+7ib5Q88Q1vGYR1yM6qxp5XlfnkfmORPtGtNnWrP3w1l6JPKjeesoLd0smuXFtjMZ26YD79N7aZ8ewDONOr8/JXBK4M0lcOmC2psX6MIMVgsOFya3uf2wfGTBSReNVx5Iy/K9lQfwCYBN9CtAu2offckd3btK/9rnV+U7r+9L4HD/3iRzFHC+FrBmACwFOAFwFcYKgP0I/T8CLa8eF6JiPyMAVvlwIULb6Yj8pi+i1eD+OAC8p3N1wXcYgqw9ud1JPE51qP+dfehBZV1w2xOyhqCuKyXHQGIu5SUAeOSJmdO71F4fmR9WGDJpOAMHIYe3AMCcA8Q6XSrFMQDsZ4rRG0KTaO02Al28U8uA7340ALa5mfSR6jm1CMXG51ZHI9wSAKun5WsAsC9M+1w0P78Ld9Lk8lIATH24FAAjbCQX4Db9fTGh3QPAhDZIcwR6VX9numyeQ7FYSiil+sxFbpabfTtD7xbylADY53G+ELkFwNkjisBkBG9dRG3+SLDW+mI/t8xpECxQx7OsMjygPCuQiOQZytnkY9FuxwCYHl0uR0KSrVewyccIIDrvbxWqMoxl05XsAdzOjLb+K7CiLkSL57zXo5wDWQ7B/PihQD0zcYYlUIKajaVzIQBW8KnhnzU8NMuUATAy5n21LctEr9YhwpSi20KOBMAufz871etP71z0g3LIRISiNg6AqKIyFDuI8+dyFAF85yGgHVbUMgXQy+C6tQ9CspaZWaSLENcZbCu88ry3Z4YaqIgw1e4xXECSeft6RAR8CNsYipd9F+nZ2cDxMZnBuw/H8JYkPhQAjMaFygL60vsUSEbr6Sf/+niG9Ghn4dP39PTZwNb9h4e7zwXIfv5cQkk/82kH07pMkmEpQx/X+sM21Db0jRwEv7Ue5Qa0u3vWe5jsfo7intBsu9quCQDje6SPM3pRJ8iV4KUbM2TjngLgvXFFjyXwdi2wM8Jze5ldxhlwEN6iTBY2Puww21jbnW1PGVJOplcBT+yeGBN/CwBs0A1h4Ou5wy2ENMEqYaWFyo7w1uo1jHQVANv5vYCbAwBsdS9Kx7DRbEek62dEO3WtsDQUAHVmlyOAph7iJ8/DppzgPU84b/dHiGaF1jjQGpv8HktR//s/PpQzgL0dzOrZHsB2XraP0bERxdLz/sk5JiGjzvM4XiJks21EUu9Ha/fwdpWNrkwTmxaarQ7QGPcrAM5l4DiIcj0VG+G2TtZMsHkjdNBDRPu1CvdjAxDsvtpj5GP/iogArj20e1vvU7jtQNQGrcG8Y7zOU89e5kYlM0RFL0taf5SNCv/84+PdH+jH6JthSBWMWllkk6/3swaB2b/w09olhmaGlm/Xt0fEsB24qSm/s+h8Qec/2n4zL+HZ91YesQvsJyz4HgCeXVO7OAPAeTPZLQCwpqHvpKM5KetZbW9q07zhpsnFfzsBcJbI+fcpgVMC300Cly6ofbeCHczoyALfwaSGt03lMwCodU3V3jp94nD1Qv+tAPCNgG8W0jWL9de0y62eXQHaVT6L9a4lYL72+VX5zuv7Ejhu/44C35zfawGwp1Nf1P3gmZZ4vNiPPaA0z1W5rytfK9Aqn7fRxPcEgPds4dXjwER8KwDMx2YgbqX/utCeX2AvbdGRfBQAj66vytfG//4Fn2WbeQCvxi22V7tvAkBzTC/0WRHM9qygWIQ5CIBXMu7kkxbw8Wx7qY9Qrbuexeq91N8fq/penFjsWJVtdH1kr/JizF66K33Iz+7ND+tiEhYVZZFmlP/eAobef3n59sH6fKGWi7AcJ7QUCnL83EQfS9oCly7+41qrf5/eURD8Gl3Iz3CKisVLLvzynuYpSg/DtrjplWsLrn3o223JdM5XPeSrZ0l4BFfKMm8ftk2GkSP4rPdaiWxBtrVhnofy/tn4xtGWi555E0Nd/A29zl6EG9kPdKO7B2fByhA/Cj+s9ma28NX6Ryxep40V2VOXC5RZf2f6Nqo3ATfLN5KFgmEHN9SDGFdK5fU8wZyPOtAAGHDhHvYnn9mbw8AO7Y3IOi+sW9604wYa2L9byOe+D8S5hjpFEzDEM34r2FSVT/NM6uMIBO+FhcapjS3IJ9TfxxcOg8aV6/jVPBetq0hcXgeRCH/r79gIr+lelbiTXkxeAZUTgAohJsLMEr7ZfeIBTODlXdQBnXnJGkgSGyqbpPLmAd+EwPCd/fwa8KrZ2rbxAwDMwptGWwJQelkIgN031fTSWDftn9+nkA1tz7M9PYxo1CH1NdZV9Z26+BEyQt3Ls0MAXGSO57R/qh7DfquXtZ33i+9K/QG/CHxZ9tkYpbYUjKywxQCeID+lnxU52OYnsU/4084Ijb5nkBXANeqDtnz58uwefGUTAc7RBfh9+vxSPHMB/Ao4NKDUPFTRHjNvWdT7Hmfx0isv5OLy2Q+1jRDKqCP1swHjlnfWr+zNSFsMvWae5o0ImFrtGA5Gpp1wr9mRNxu+gzzUlnPejzOBoQ8ICd02Wrid1HkP76eHsgLQGgo/vKgJvSyqRIxBNkekfQpvyP7do50znG0nPYD5fbNp3JjiV6jT+Xm3N9G3pP1VHqhr9nLWOWwnu8GGNe+r5Zzscg3ywOYIHU/h1ch+wnHd6o8NIAUAfyx69h///ls5C7hs7hBv0WYHfHywNinPfCzh2W3ICABs576b53zIvBSYtoCQVyNabABiAsBQMT0zVefctfwBoF3eyJ/HQXAcMKPmlzWqiABglk1BMCy9eu2zPbGJgB/IN4ccz/ra6h82npEcdAOFLNZ5UGi3M/h8/VAshsHoD3efi61zAGxWo4WrrqDZ4e9mrlJsIz8WTrzKOeaKtCWWIcG4eHZDsoMFzSPvQDrudXZDbIjOMVdnArd+tfV4Zv84Mm9hOi0iTmhQ1JMRFGq7p/ortG22wDc4mKrFg2pf2DYmE9mM0uq0lfMIAPv9/TxS0zA5FCHcagUup33+fUrglMApgV0J/Ozm5z0C4G/YmVpHpCtB8AmA37QHXzv6Xgtwr33+TYXzF0j8uP17LeC8bno3BQAnADbtfI8AGC/q2WyfANgXIOyVqPysZzgRUMQChbWpdrUBYFWzdAJgsS+ygE4ZYQHZXjR5VuchAOxncHr/YmP4DnlPbLsR5ehQMQPAuhiiCw053eP2OooqA2xOl2nlTQ516iZQbJZvnn9eWj71WBvNBW4FgDeLTZHZ1rPZa8950Y8CwGwD2okOaIVniakiF/oCAI88cFWH8nzv1gB45nm8B4Bd3g3e8W/vf+P5wxEArLqp3jHZ49fz224OwPe1/ct8w8a1oje6AIuFXP1wISyH5tM+5b9vAbDqWoa0qr8ZiDDtka4qIDd9CVg2emYPkuf8aTPaIiZaxFsFANhqWODkCAAzb20fXai09hhMN7vFTBF7hT5Wv/GGBdM/eoyhHcNzyRfifZG2lkfse8FjVlzdaLYBxpInr3WLxXUTgnsNG3iAR2N4dhkECgDsQKgAqggx63KMaB7lGp6nZ5+V94uDvsePxSOuwDyMUQpNGHqUEBdgw7xbo60IeOktpQvhIx2s9QoArPdQ9g5z2af8DEr1bFVY630vvBgFyllfK//p2ciGSAwSl7NSA06BjVOn3SvX0wMA1rEW5ZlFsTCd5SGvoZwAwByPAMtcxwilMYFrGw/ys9ZmBkPgmeuegdXjsBQEsJRTCQLxIwDYfCRLPYD56ftoZ5qir+CsUwCu6DfIzyAa4GqRkZ1BarJx72OE5kR97j8+FiBd9Kp02acCbF5KGGiEhEYEAJvl4D0L+hq2j33X+713wm5zkgzipqf0mI/+RttLWcLJOQNgy1ZCWZs8dXJgutf3c/OAtvZxL8IKgCuMxiYB6ASeK/qRjiRgPfCT3qmsq+lHgWhPT+Us6dJ3Pj5+tEuog9k6sakGMsvf8LjNXt54Bt7B+EA3kY/arjrVRBljLwf1DiFvIQPXNYdjq01NLD9APm1Is6GlfQFeY0LQ9WNr8q2MK+QxcOpz4LyRLkfuydf5DAEwsocnMfXB9arodGyU0DawLSgl38eiS//534u9KzpZ9iwUncdJtG2zp3FEAef17Gu0F3TSjjLA2dE4s9Y/Oi+yM4vlzPo9AMxnO29hmZ/lOTbqhfrx+7K9pVaRcwbAVEsXfTiu+jjqGxz6CIvjdRm+ofhYw3DrulmqDaBtHIoNP2YkqICtn+l4TQBsuoy+GfsLSglLmzzd/dc/f58CYJtDxWYfQsaaDtKz5tvOq1zWDfiaTExPt0cg5Pm+6tHo99F7zGhtnXCYAFhDP2u6rZ/Bzs77ktdpvnGNaSoANpuANg1blss5Knc3v4UnfQLAzGfkGd7Nu8IO5/e8ahs279cnAF7p3nn9lMApgR8kgcsXrH5QQSfZjoz9LUs4lc+OB/AJgG/ZAm+b1gmA31a+7z31uf3jiwUn4ulFY/L1tr5/UQB8WD6v15D3BH9RC76Yfk8AXF+QBjvN7eVqAvzyjvVZK7y1BzDHbywYjuS3mp+08d/7Z7bnDbyrV6TkdXQAmJ2BKwunXHDtFqaS2cD7oy1EpnbJujw92zQ1VPfcwAO4vUAnD2AuKHbl62Xk+nMdAD4aAlp3xM/Cu6I8o4WKPQuiiyMj0Dt7kbf+XBpqBZvadV/YmpfPr+ePh272T/bCdX3ePhN32w/qk4dwZXl7D2DWRfPO9VqB4JmMbwmImRY3iKju5P7BblvVuIaI7Us63GA32FTZ7OFxD+BR+2wW5qP9sny/BdRST9/m8RGL+DuK3UdJ7M+NVR0kAPWyCuQbpN3Zrej3ADj2SQCYsPOD2M9+sXe8gNmybecfaj/j7zO96oFbW/icPbcCwOwb3QKhKQ08RkGx2rl81t/SOMv6QAx927sHn56Bp7ZmtmjJe/T1cviOK+BdIcpM/8wj9T7aBIv/svAO3YcdAnh1PfE2N+8XO4O2ed1nwOvwkTB/6+2TF6Jr/cyj2uHtDAC7ffN7+HuTt+u85WzVCqBhoT79rGY8hlGPkPe5wCd7Js4e1RDhmzOcZaHX69hCWnPTSD33NqBbBcAIER7dJjBiV/6NRyehXbmLev9bhD82lhfgpvYdgEsCwKKfWg7T51JvwC2Xr7cNQviijlWX0J9hDzY7EwFUS5s7UqrOeJ1HIPoA+0GRvZ6fbC0hG+C7EJq1AqV8RefUw20EyqJV/Sk7DNQ3CthRpOaV7f0TzwJlfSvgyEC/zbHc1gHIfCiyJGayuVcAd2g34LDZiAJ+ce1rzPP+1z+fDG5++SZhqEudcyhhUz+zgb5xgR/I3cIzE1SGRy6uA/hZ3SLML8qHCsHD1uRisOuhO2PWN+R5XWvTB/hhm/J8XUs82ldD9Xt+kHuDLiP4ovaGAJYbLyAz9wD2MMrmqcj+aWDFy8hQ39LkXixsCSghyTMAhrwaAPaNHSgbAR4sloNMb/PmbT2eH7UNOp6n62V7R4B8HcS1qAGNqdOrOby341l6Tdc2Dn2g17bOV6gnCuxsY0Z4dt4jdH3kj/6Ddnosnrr4fP2K0NIegryCJXr1l6oAAP/P/yzh78vzT9hoEgCYuvhYID36h1U35oTI9yVgoXkAl4vIz7bMpCUKnrXtMpMQ9rXPu8ysbvCBlQ0uq/dK1S3rGzZuUqJekG7ex7Eob3jgvJgb4ZGIvMuoVvDcd5ct23YHAOMWRAEQwZiNCQ9d1BGytLKWfhnTBdv0jeHn88vnAoA/3n168hDQ3CRn/drOM/Z5C/vO6h2JMsn90tLbAcA6do7eo/XdiGnX8Vnmim6f+g8A7OjdqfWNiD4Q86c2hvt4lPPL6W/nR/6c228HwN0nNsVonfX6CADbXEB0P79vjNpl9l5e+2l6r5+dgVznReWX61YIN01zfnFK4JTAKYFjEvjZzc/w5fhY1Q/dNZXPCYBNfqtQmoeE/ANvunb0HS4wSn1W6V/7/A8U3S+R9dz+nQD4sgZ+LSC/LBfe/d7gr9rCHwGAXydFLl7Nn/5eANg8kcLLQuW3mp+08f8YAK6eJuON43NBnAAYr98un1d4AM/AiX5viyIxYM7Aa57vHdGPUbqzBYi6OLMox7actwXAbd6wD4CpsL8KALZFXwAqAT+oYwNHXC6hZ0YPbPN8azi/ugEAnoP5HgTO7lsBYC5MzxYHea6cjTup0iO4rwtgMyOnsJghOGcAmBtD7kWW7Geef++Zsn1PGwPgqs+TibN7TzbjTb1YbUToFgCTUtArT9MFBFMAnGU22pDQQno7QEY2FfBHfbYLm16XzRl3UcW6UJjKTLET0GTP9zpPioVqAmAHKFi2d8/eJm9kGGfF6hnyAYBdz9qiL+Vpi9DhmWv3KGSMxPOistvYBnUVAPsj7uWLz2xBl9fsjFeDXfAyLd6LxRPYQqgGrHgIOaKN/bxUQmfAvADX5qnZb47I44PBGpYpVo3tvMq68aR5MRW/wg4Au4yaziIvhkx1QOgeivSYdIVoYJxtrO3lgBYCaue+sywOQFt5kPWXAjgBcStoNbAM2JI3OZV7ChxzD8J+AwPzNxnGmZr4jt6CriNIz9OkPdGfvCf3Rw0FrPUkyEQ9Hz4azjfvcYRsJgx8MBDnEfxbxTsAACAASURBVApwzbzzoj1/g4cwZFz7Y7+pyk0VZOX9waJJlzQ+F3n9+cefxSsY98fcEqCL3pPh3W/PGJDwtmgy+lA9Zt1mtbDK8KT1JvazXunJBv2Eh615fqOOgPihNwBN2JiBv++L7KnH2re8LAEZGWId7Ryw3cBsgajoH9muuI6pznA+7eOtjmO9p3sDwPAoVWhp6hmwS9tUQ1bzTFN7joANci7yr2f4oi1LH//4EWcng2xCjyVcLjzuZb7mZWiwKHvrGoSFRgCIF7jl0LroD+e35qHaACDlp6FhrW4CgNmeXmdu/unHKXhRV1hcI/NQzg5kvV0p8/bTyoM6ld0PD8Um/2//WTyxy9/FWR3WprJPtCMAcEV2Jgd4ahe9CPDLSB4fi60Mvtp1uREA9s0kfhvBvP/hm4PyR2WlY7RuurHnaihjS6z1n5pmr5e4ofdQ9pD6JnNximcIfCaIM4C5mcbrsAXAvNdsU4So1nY9AoChRTkE9C4Ajk1QNe9ZxBe5r3r5l4d4xJH2Z/Y5/Tmqs7YZPXvVnlSv+e7M79BJAcC7a/BpU3I/R5qvPxwFwC0U9f58oRtvwgMY3x0FwLON9JThCYA3JuD84pTAKYH3LoHVAtoPL//q7NpFiORrAfFSPlK+H+kB9qPaaQWAVwB0Ve5fHZD+7PVb9Y9V/1s9v9aPS0lOn2LL/7XpvPX+vVm50ov55IzglfzO69dJYGX/cohM5rZ6blWq9uLCHbX+BO2tvqzj+0vBWS3nBIStQN1e+bXuowUiffbDBryOU271DTnEYoAuXHUv/XSG0oVZLhaXn1m+qxf0+iI4WAzpXrS5MJVDp8Yu+rwwdwScbiTyCkDblx8v09jB3RagZvqzsu8zPZiBjTweHNXbvGDf9HO7e70vUw9YmY6GeBvVYV8vXX7zT8sTnnfZ83c0Z8rzhNm8iguf1/RPLfcMrK2m5bnueQFlBFjQ9ua5Fit59BA0uxYiW80nd+dTO+B3rqf9FV18W9no0b0KjPC8ntXpdtq9f0cRAVabnkYexLN0NnbGAEML86oLZpu2TDBT23LVr3O7r2SYvXBGz2eA24HslMFsYwlCvpqeJRCoj+viaIYleUF59Jy3r+dDLyz9jvnbd5Np5cgeZnhj6cCDmfA3dRrz+izjqnruGvAmDVCvnRh/CXkV8DrY7L1/t/P5uB4hRUEqHh4eyyK+w6wKLcNlNs8H9sedZkcJ6dC+DyUUdDlbr3oBu8AbVLaFbVlQH51nzXKoHaV8DPyWJAke2NbGAEvSLwghbCC01A9eYVxAh+clgE0py3N4buHZDEjZ/ubxGFWceSirR6hFKw6wa7An9Ah2oQLnAOD02uUZliZnetOW8pZoyHZOqoP07RiJ5+A9C9WyOsF2RLQAttm0rw3mlAoVaz+wqAPQ46IrpQyPBQB6u5T8ngEIAe0dYj9AxuUP+CYa4AKg0DC4sG8Bxk0dSiKGWnWYDl1H10O6iFb8//3XU/HYpTRjwzuAsnmQ+kalHEoYaeKJLyWBD8XT00NzO1xFW7zAAzg8fbN+4xxffKfnwuY+YfoEyGeevN5OOs/Fs/QQp03HfMTUPrzf2aL03mwg1vukht5Vu2S/A5gCnBrQbOHjUc4HlJ+AJcK0qrcegA1At5WjpEUoaf1AQBP+xn2t/MXz9eNHk53ZHQB48yDFec7lPoHcBLCo0zcASuRTygLZMl3rYygvzm6mTTav+fCYD89g2jPI3D11Wxh0t3/9+/n2bNS2EQpnIlevz+iHvlHI03Av0xZ6HfqtXuU2RBXP6L8V+/bvfy9APPqfB3WO/h52raaJvgIAXLyu+d4F0O4REmCfTNuNvXLuaH2aez3NY9zLp8c61LmCvJ/dy7sP9bGuiWJuJ6GY9UgapIWNCa5n1jvrBofRLNo8cOt80AuKutzHbh+CPR3LCbC/WviANs63s9bb+G8liM0+ah/1Xay9H0QJYX5K0oiI8lTOF/9UzgD+VM4CtnZBtItob85pTX7iLZpDaFshBx+1FyY3OyaA5ylLRI3YrKX35/mo/x0h2c2u9htD+GzWafX+7dIvfaRuXJz0ixa6ufcCzqGks12kKLbzC9100zYHztYVZ/OJmbx1oyX1LLfd7Psqv3jn1zzqPLn88tYriLO6nd+fEjgl8BeXwLs3P6uVphMA/1ANXoGMa0e33QW9OmH8oSK4KvOfvX4r+zGbyM0ndJeJc5X+KrVW/hMAr2R1Xt9KYGX/vhcAnrfNzIPwWGvOQNI1gGkEgGfg4NYAuL14tRfQ6hVzAuBY7LkdAD4KhGbjwdEXdt7H/F4LgFmOVb9+awCc+1eeJ/xVAHDVi9QglEeWw+586oYA+FL7R8DR9Nzt8gwAK7CxBabJBhG14gqA8X0GydnbngtX/rMHwLw2mt9tFxz7xVOWScFFtgM53bywWfuhNLB6/7IMe+nkEW7kGd08Iud1QDpYMPcFef7rveW0HLku3UI0YUN4Y2kbeJvFgnasCma5jdIenbFHAAxA23mWWobuNatpAQBXD6xynfCYnuAsW5a3lo/t3dvstoRv/KKA4MdH9+QzT1gstBt88JDQWXc2+XHRPN2vi+nGxwx0Nc9quOSyHax8AUAy/M3yJcilZyvbawaA7YxNni+IRXXUF2feWh8eA+Cu3QmDikwA07QfEBSrzBUAg20gf4OHhKwGat1Lrp6lXJKFRzDSsY1uBFk1jGbxLCwk9SUoSw4TbZAdkDAAlJXfPBFLvoCDEdpYbd4oEoJep93G8wZ4bRMMsC986gIA//7QPD+tfPDoLiAUHrF2LmzRdRN0+Z+RfUOAHp/DP/TuNABslDx+cq3JWbJ9/vx8d/e//tcfd09FFtANi1JjuoUQvuVn6DHbxDYHBAAGrLy/BwCGbfXcAfgIgH2zgodT5gf5mp1BOwYw8zZu/dVAnbyuAgArwFUA3HTLJVB1B+G0Q0f4UwEsADIAtn1CPxgK1jyVA1Tjd/YhDWlNKM4+p32vngOM/gF5BnxqMnCQg7OiUQaWD7IKp9EqLwBgPUOXXsi4wUJ4Fz0nwCLsZf5WXpEr0sH54FAgyFD7GeqroYQJrPoNIoOzssVb2dolvJxtw4RtAoD+lvOSIz/8jnusDwBCx2bOGiK7fFVOTr77P/5nsaHWPIiY4ps0HCC3DTfWLmIv/T4ooUczsDYhAMYGAeg3xx/I32B4wFjb9ND0lOMg5sG99zXv8QGMUZ1MD8t/nNfYBiSJIuB6CjvSwtJb+0jfUEgKi8C/GdkAG3+o73zvpv320MsNbNfNrYTbYptbn8ERAg0qzgCwhrmHPj4VvfujAOAnA/NogwiHHHXhXM66lszrGnCdr0Vt5kncpNttgOiPxhARxqYlTb95znp5xhtXM6DdhGCOZ/l9N+eRNG8NgHVTgpU/bMnsvZOyyO+LKiP9PQPgqt1yhEGXr0D9EwDPpHp+f0rglMC7kMDoBf99FOwgkHmHALgbcH/x7T2rhdITAO/3phMAv7aDcFfqddaq2b9kb1ispRl6bflX5V5lzJ2sE8B30HNyVYrz+r4EVvbv7QDw+EVtW9r3B4BRxrobffLCdhT8ZhBTPcbixZ7nGWa5cNrQoADOIHNZ8QxS/N7OwPUUZmcAHe0nXIQ47JnHegw8hr18t7U/+RwkyyO8HrSOqxds3ju7b/X9TJ4zILwFwG4/Z15ILf2+f2T9affpEjJ2+u/1v+s9gLPn7QhejepH/boUUB7VX963sns5vbrYnM7I4n1cuKEHsK/LtwXJ5pHicue86VoAXMs5iNvvfas/jzeHKj3q5fbWALhfcIvwscmTeAWA2dddvmMgynv6RV/OxXzhMT+bASj+pkejQt0RMK76RqBlsMbzy2eP6vM93OznUix7Z9fqmZn0KHL4xgXGDIBVb01PJfQx/s73Z5kgTLCdrSv16eQ/MeutjgQ44/E9Tse18crPHPXQr1YnhP0ti9L2Ua87EVMeVwDkACn2Pn1dtvbRoG8AYFAyhTuqc/SSgtfafH2ihzcdiC71w+mW94W7VqZs7rmof4Ss7bzVmhcZ64f06FkOEOu6IvKrZ0+2ehqABXwF1ALAgU5Yfd0LlB/oLT3PMtQ1OXhrVT03fQqdZ5kUqAGA4vMEL78ot2p8BXOlDMpcwCTpAau/Iy0AYGPz8FyNcCgtUoWd/Nl7z+IZeMrCK6144jVvQEKZ7EXc2/Emd/8NZxa/AGwaAirhnx9LiNwSsjaiO9sZnfyYbQXQMpiIs4A9gkv3bo26BACyMMloG4SfLXD20byHPTVLFdkARpV/YODPxaP706c/7p6LfM3zFIr1rcDJ8BJ03fP+Zf0cHvTlG4dkCNlM/XG7DDDJ0LcEwHk+hHGQIaDZ/gqBdeOQ9yvvm2hrA7SlQkgbwIWbLXC99qfq1dlgETzzK5CCHovHpqUtAmVZLKxxhKqmjcN99AyujZR+yeUw2YeNR38xW2Ll9X7km1wchCN9fE8PYJ5PrCCuHmEQm0wajGmh3y2tkAOgO+wkzzdWW0e7pvaN8iZgRPltA4J4CXsdA7BFPjgbmGG6vQ+7j2kdT0satvEDY4oAYGs76GlR7seiX//5j/Kc2TQAYLdLhMs2vqL/mic48oi+RjhsmwxCphxn4ozqkSemj9E4S9sb0eRQowP5HK3bgGN60t6ldCyuG24idPRqHgd7pZGI6oYc9PPYkGXe/OYRzvK10L55XkQ15LPmRi+fOk/lfMPsSMxv5F0M9tsBekRKwoaimEM+fXkq4eN/v/vzG85yhrCbZ2yV3+C9rn/3Yp79RKCbIwFCRtk7CC3zZh038gY6L8t27KMud3IJb/4mP29fHZ/zu9kqHb0/j/OjtHJ+Wn6Wi/JZvV+qPXA73R8Bwb9tHNG5wgT8WtnkXVyjF+nGgyo/brQoGd32Db5T5/OPUwKnBE4JzCXwbs3PyvO3Wvx98zkbSI7qxFI+gxDQo7T1rIGjef8M960WAq8d3X52QLpqw5+9fqv+sep/q+fn8ntjALxquHr9raZvJwA+3ATf+caVzdPinAB43Di3AsCzpm+hx8aL1j8TAL415L2kuxx9kZ6lubLveXx47f0ZsCC0Mj6vAcD0Sunr9GMA8Lr8rZS6GLkCyEd1IKdjCx2DoSnLP6c/2vAwKkNdSCwXDazVCeQ+MKivA3vD5q4HcN++TG8LmB0I7wF2O6svFoPoQaAAmGd0miwTEK+AOQCHLj7WRcuQTa1zeJHo36NQ0rvh5CcbGrQ/6u8jADxsTy50pYnuasFPzytlut1ie0lPz8gceUfO+r952MV5g9X+MPxravCZfVIAh3xuCYB9YdlrPV8IhQcU4NzWg870Knyn4GX1UsAc1EwBFQFwHYeBjKR/VA9gs6EeTlrP0N3071hAJSRhSGYri9XFvX2hw/AAhn4yxGteYLd2Kwv65ikZH5W3hzQOEGEwKJ1pivNizUMV54o6BHYHTPOLdplOADDLoh7KHwuQ8vZtABiL+pUocrOEAcZSTyQPeAgwlgFwufYEr8Zo22zfCYrhOdyHTG1n6kKgfOuws2/Dm/yJgL7UjaFLXf4tbC3KZX0LNsMgZ3gCAw4HHSb4pMe7nhPssKXcKwDYYFypFwEwQlc33t0AcG8zmj1XyGf3mDxLGOoCXj1U7Ne7338vSB+O1AYEwb0IIFxBashZ1NVAd/N4Vg9V6iMhrHkiAgTaubqhbAKAn8ObGn3gj3J2L84e/gr4W/SPAM+8L8OTFADwQxEy+xX1VNuAcBG6BkibAW4Nhw1QbH2hlC8avAI0nrcb3pwt9KoDZgtHizIR+oVHMdPh92pfIDekM7Q/4THvNinarnznmzRayF7211FY9WwzPFSz92PzJA7bC4956j7sAD4ezpmgBjAS7QYI2m84qmNztCugKMrI8M1I62MJJT2ar/hGmd7m6n34nZ7PVpbQQXsmFJ5t28Yjf/+AzQKkpK6qB7DXr52lTM9ksyUlRC9tBAAw7PDfiv38t48vdx9xXnTAVtRTYfYLPPxLmujSFWBHmGVsHnBQjeuMMtBAqIPC1q/Y50cAGDsn/Mxg8RSGTY5z3KtTffQPjvvYWNuBNTNGPWxDGQiA+RznAJCFgjUdtrHpl3puWzOsPi0/WA7rc9F+VT6DxbjRGbEYw3wO56DZ9BYe0jGHAAD+9OmjAWCLRlBudm/v7eRUwWOVB21ctO0wMkaaX+o8XT25u00bMVZqRIK6ISp1zlHYZ35XIWt4kfNRl3HYe8o2eRRnD+DXvu+1PMfrbxno8v78PqvAOANp/K0AOM/VaSvcFiRQ39lLzoGakGs5yi9vtYKY7e359ymBUwKnBDoJvBvzcxT45vZbeABvbl8Rt/TAUj6Dch8BBL8KEF7V9drRbdVc16Z/moPrJLDsH9clL0+PV3ZX+rHKvuqPrcjUaaL+sUjiVtO3FfAdF+NHwqGVbH+16ytbN6rvDABfLpujHr855es8gJnapUBpJau6EBUvpRnYrZ5fya+Nr63+9J7Bs9VDamRAds7QvdQDeOXp215k+/6vYcJGL7P5RXYlj6PXZ/Z8BkKObvCZ6c/R52dyanLgQrPfedwDtukHd/XjeZ5RVvPtzHyEcwzd8Trg395YML6uoORoG216eAxiR/Rk5kk8y1v1Ya92dZEyykKAlM+81cVjzXOze54L3hnIEdyUeTcvaXjR7Gk7rlfz0B6FJqX3ij/b2131APaFRQEcAn6ZrwJgtWnM9xoAvO+ZMPa8Y7lsAXY2eYJXkRRWF19VniOPkizv7cYMPxtVP6NNBqOFS+3XuRz8m155zFcXQ+s9BmkIoMbzrhz5YbZwmAGBaYxBGVfg/FxdAM96HTJxyJG8G8Ue8fkv5R7zIJ68SMIzSetrHp7qoYhF6YCV1POmD/25nsgHkHEGgL1MvTy5KGqoMsFshinNC6d5bNUND7CTs4V6l1mDwKiP3+ttAY/UB4MSXhAAOnjYZq9a7Q8MkYqf9ArEc7ANmKvAM9R0xMImNx3SPmEwyLxMHTIadC7/vzw3AGzlwUJzuQAAy6Z/QWhbhDg20Opei1ys7nQfHp8AzdA1piVwhPpCIGwewgBD8bKDfFwmnj4hMDxwDXIWX2U9l5aypVcx/kb+5pVp+u7egtBLegEb4JX2sYV1/AO8NggdeZVK0Ba4bjgIRnofP5b7ccYnALYd9Ot9q/b3Agh1U6GlH/DzpQDAEli3PO/hmfFBaGDT55IOw7wConU2urRdCSJskrq30MAf7v756bmAaQAkJORRY3i2L8BTDfVsHLtcL+JFPc0zPEA9ZO4eypB3CeiLDUUKEw2kuK52G4fCK9fbq4TDjnNwFSDreK39BfdADvg4LOxDwNMzeW/+p17s1EH2O+al34/0VXXXn/EGAbRWW2k6EsSxzoX1bPJIiBsBfvvNw6xXz10DMA4JeZ6yQ0o/SxgbRCwUdGw4MC9tAC3T4XZerdYHnrkIg+262TaBWXsE/FIo7DqPc4Wp7wTA0FvvM9iAYFZFYKTaJdgXguOCsS1ywO8lrPjf//Z897cHB9mwSzxnHGVBUi+oq2lobP6A7Ym500uAuwq4Shp6xvhmXlPqgZD67M8eyt7trb23mbwknxCa3ROmkSGYKU+cxau6NtpQZnYvPG0z4GTfpun1s8/dHow2H1hob4GRdm/d3DEeW0w/w+Mzz0+tXc0LOTaC2C4jmPff7j4XXf7np4e7P16ebFis0TbQn2Ozno5X3g+Kbpk99HJ534fwGlhv37V5Rd0YUp7TOdPs/Qd9wMOc07a0DdIb26HyEvuEZ/O8hu0KADw7I5jPcbzkvVaWASje+75d68ff/A40e29leVc/MX9XD/Sc3mo9IM9/qz3hxs9S4FutIK7qcl4/JXBK4JRAJ4F3Y35+UQDMamVOfQLgYx1xtkZVB9Jz9DwmyDe66/vZj+8NgOuUdiG5WyngCYDfSEVvlmz1KpWmWu0/+isAYPXMorBXAPdWALguANRFZi9BY7jfDwB3IehCECcA9ob5mQAwdBcLxvrp+/kIAK/NTF6cwBMrAJz1u45KYYNGi+takrxQcwS+jZ63ssYFDZHOe28FgOs5tgkAj+CQy6+X+3sAwCoflhshaXX8qAu+V3gArxafdjUyefy6HCWEafVo8EXJGaSdLXA1PXVFpR5yrNDnRmnjGerU7F69rumP+xmBip/vmAGI5off64J4DQ0doMcWaz3Es9k1Ab0joJ77H//O82ae4Yk0N4uMBkkaADT4wIX18ADObW2hKWVjCBbc9wAwN7w4tGqecA7r3PMMOovfuVGS3/titheI0EfHvQ7siGdMLV/IcASG24K5QFZ6GUn9sjwpQwN0Ra8/Pt77wrcBWfewJoik/hHAop4MYQtZw0uToIUA+BkAg5so6jmdDnoIwyxEeXjGEQDj2nOBP4COhKKANwBSHskYskQuHpLW9BLngtLDMDwFFfg8F6BMSOx67dpA2wjZZADM+ReAkuUR8MGAdox9BF12LmmBp/Dw5Yd9jCGH+TeeBbfLAFgB0wgAfy2ytBMzO1tT6mJnVcNrHGmahhngQihxtRtfy4GoCiEVxD8VOUK/4Vmqugi5Icla9sFiA8LrQtZoA1z+XGTw9Pnr3edyNvBvBcJiJgBI3nTf7QQBLwGwAdjwYlVQ/VAAMPuWAlPbL6CQFl6HBwBwbh+c+2p9oTSzAe9yg9Un6qRzVoRk93DV7nFLL3iD+4CYGdKEgtFGaPm5Aczsxc7HNuiE13H2yHQd9jHJYTehoWyQgS4AfoXOVp2Ic6+7ugTEAgBGf9BwzQzTbTBzAIBRd9zDMtkYgrKHDDJ84wYSD53MM7jbnLLZK5cPN9coSEbP/C02GOAeB8Bf7h7vP979x9+/3H388Gih7q2/iYyf43xvfPdQNpVUoBw3KQCGHOD9jg0fe3BLZ8MMoW5tI/Nkgm56N7thEbstXvZoCg3hnMd6608TAOznbHO88YqjGZCeenqr2qk3PMtk+l02RdBuVDAZNhzPmwdypM30PG/Xy9aOPgZ+KJ37c+k7//XpvgPArbxx/nKaN1QAjI1WsUEon8FMG0MdtPJhdAudXQFgtgvGwbYR0+0/oa3aQoWyGhp8D/DOALCOzysAPPKsp+y31+YAeDYf69tNtWT7OwHwaE5JHd1L4QTA+/I9r54SOCXwAyXw/QDOopLfCQDfXNSTch9dAL95eb5zgqt6Xru96QTA37lBL8zu+9mPvxgA5sL2ggufHsAXKuwVt78rAHxQP3pvtr3Kj0Og8okRwFNvDb7o5MWGWY5LAFzfto812CY8UwUYYw9oegC31P2l3j5YdKF8GfcsbpwBXXuJjsUqfTE8ATABsO9m52e04HOkpWfjTfPE9FS4YT2tWQ6ykA0CttjDEJ7J89O8vSoCtXSO1iHDL9OPmNisAPBe/9NrGTRN+12aUM3g2+h5TnWb/6z0ngRi6dFPT6a2iz7OxJMwktZ3MgidAOCczshD94ge7d/TdGIEmHMIaOoeVMQW6cvPat9iofItALDWwQCeRC4Yhavr6pxCHrse0ttEQ9rNAbD2AdVp2sK+fD0IXoFj1W3tZ6PQ0NbfwwMmw+Lp/NTAEtCgett4nzYAUM8Y9ZDfbWG0nds7go7aDxXA6uKyysfh6TxKRx1T4oxG7ysFJknYVYey7FdxDrOdTRhhcu0Zk5LbHdwb7d/e31Cv8MYDKKqgti2wapjS3oaNADAnrlEGgUUa3YKyQD0fSmjT+nc6T48e2SZT8+x0aIGQzv5QstfRAVk/eJI9PoYXW8jKYIslx5C2lJN7tXrbEEC5tzWegXfdy5cGvLXfUS51YV49pwIEVd02bzV4y8JD2fWK4AhhWvEfvYeRbztvtQDj8OJCWoSr8FB0mNHABaRjedA+d2fnNoBhtivK+vCx0FaIFGUIgI2wztAhBbnavxu881DiDQB7/zGntg0ob+er28YDq0vpkdBtnlGNx2BPAe2jiRFW2QC9eR263UNZ3cn6vtoCtwnwTmybl7zM8KqMCAlfmt7Aq48fbpb4WjJ1AMz5C8IV40zgAuNKGb/Bk7QAG3w+FI9M+Ay3NACCG+Azz1+0MbpgjMNqr9DWTY5N70ynAGVDJy2vAp+76BOxMYDtVgshIaAhI3o707uW97mnPmSIwjFsctRLALDOcdXW8Txzh1HeHtVmdnhStEbGSd5P+04oR3ncF3iPNrHw1hHJwKNxwJu7wNi0Yc98/AEQATdFbraJJTZcmCaEXQLcBQDn7olsx1Ee3KOhgx+woSD6jIJgeqF6Hbx/06u2A2zW373fmXZxDAvwDyhseh+Kj80s0KEiibv//T8f7srJ4u51arsYXK5mI8y72IG1bzRx51foHfoMN32YHhllxv/9QoPW30FsFY0D0fDgRZ8l3NRNgAwJDdgK3YINole+7UcIqOr64tdMXjZfMqrvfSrGY5aHkRBm0SL6c7ldJt4O8ACOdxHYxwCnln/oBPsON16gz+MRljVDZ8rPN0rAgx3tcX/3VDZQffqjhYCGDcjzMdgw/3B8bRu8GFFBN7S0iADbBSHov21oirkmZZaBML+v450pDjzUm9eu9cMY+61Ps5ThlYyNMDVMfLJh6tErvdx+1blQjb4y8fpVGzPzDLZ2tefXAFjnaXneqXmxnAqOV45aq02YJwDOmnD+fUrglMC7kcD0Bfl7l/AEwN9b4jfJ7wTANxHjT5vI97MfCxJa/ZN6UY52AeoddYE3XoT8mq5mvy7fyxs05XMQ8J0A+HJJv/aJvyoAvgQSXQqA7RXYOqEvlNXn2UiT7pdfqH80ANYFE385DeAxOBto5h2leqmL5PkllS+qls9qh9SFyj6z5zmfXN9ZNrzPgeAWANdmPliPefliQZfgMLL60QC41b8taPWygnfdNixulufMg5r952h7MN3azzLh3NGX9w6Aj3n/HukQbweADR5LEbJ/VD67d+b5Be4PfgAAIABJREFUrPbF7YOflengroEVZrW1l82w+iKoh5L0RdgeAKu9OerJP1p0Yzp7+p6vaX66oMl65fIcmY+aLSMwTGFFFQD72ZYeorUt3G8BsMvPCFf12lMvk1Hf1HISAA/bLQCkAk48i0V8XSAmXKNX7m8CKB2uNMA/AsAMoWr2JFanCTC0x8wXU8Xj2MY8QlXXpfyc6i+hZwXAcn+FAgTWgCUEwPBqtlCcCNOYJgoBG7GYbeMkvG4fiicwvJ8MFAYYwFmhpvMOOGgOASwQMleBDfaCOQBGqNEtANZ2pgcoSwUwAairnroMy6sAGADHQDAgRXi62dBYRAqPVfMULN/DmzX3AQfAASwKuLXysP51b1s7i1J1FPnRC/G+gHj3FgNgdzDjZQFsK9Yrxmr1gKx2JkJAW5htC2kNyLwFwLhfn0fZjZ8AdOJfYXH0rgfEgyckaUQGwA6bHdLa8wG5DTSYHiDcb2tL2EkCJ0b6MMgjZ7vX0N5xRqoDGPfuRUFenr+Vs5yLJ/DTt+INDChZUipuys/PT8BdJg7k/1i8NBmCGG1h4aAjrC3v8f5ZNkAUb2B6YjtQav0GIXjNfsIT2KBjs0NsxwYbvC7W/gGAqcdVL2OM0FDnaNcK4gC2eQaxQGvqOMvJPLk5hHCH6Vrfh63KEBjwF21GvQwAiCJzKljLhn5Tamx6gPHNHkKDoZ7wTC+gNDb0tD6B0O/uua7g3DfA+BnZ6k0IsPVUzngezaehW7rZlXkAAHubeHtz7ELodrM5kGe4zkIODAVe7YSFDQ47GYCZ8oPOoD/6edo+ngMAw4agrv/P/1m8f61vOVyDylsbmx89PH/hiR8As1yD9zlKaXUJo2T6FX2FYcHVViuYhSck28XyjOcIgA3usv8CMsfGEQJg/M2P99WmzyiHhoi28VAAMGVLm0HZMr08x8b3qI/CN9gMD9futhUqZHKNtR7Wu/aTsCcKgJEuNyj4meEuXwJgb8uHEgK6nAE8AcBVCDE+eihptGN46kOPYjNHr4uc2x0DwCMZ6SaFlnYDqLQ33QYV2Jt4P3F9vhwA69nB6It7UDfP35CffrTPWh1t3I5Nb/JT65/nHnpER97UxvZnnhkA5+szALzagFmvlwR1tbGr7PnHKYFfXQKn+l/XwrdeALyuNNunl+37WvB7q4KuYnhem88r67cCq6udSbd6fjY61bMnVnzsSvkdXBee5nKOrlc2wOLxZf++Ovs3VrALy7f16Lswgc3t+/U7Ae918r1WP1d2dFW6lZ3OHmxMb5bvVv9e9/pAz4Rx+duCBq9v5MjQXlzAkFBfeKaGGEwGWF+YGH5O66S7rPlovj66v5YzAddV+6yu74Hc/sW0b4cZuFnld+n1lX6v5oer51meGQCelzejLb1z7vG2Ku82v7H9bL484xLmfmkL3gEFbAGEHqlc7CZYTvo8glI5x9EGitHiefdc6k+4Zgs0aWFsBnLr0SNR/tzOR6e9h6evcWOeb+miodeBnopc+OyltZ2vxf2DDRW+YO/tj3Py8lyx2o/Bmaq5jWblnAHI+n0NRcgNCGPdHsG9S/r65vkamrjZHQJBesrlc4YnPcG+Vng1KxfuGYW8ZJ9VoLSVry/S0UMne89r2p1djUbMdiH3H12YYz/pbHD2EI3FQtZdYaqVpbno1OL4mZJtoZYy84VTeiHGgiU8n2yl3MMnMxRqLZOMU7YoevBFR/NEwVie3H708mKbqHy4cI3nvwbgghqzSDkctW6scCi+te2s/2hsbtCqlZcexgbz4KFnfXg8ZrCO5sFWZMr7TBche9HfrMvN06sAkG/PxQv4vpwnW+BJtCPsIAFwHqEADZGHyYv3l4HDVKNCbl9Az4vMbBs8hxICgNSF/QIn4PFrnzDEURX7yuRBQG3AytknobSBrQCzav+xsA0RvjyX84MjfDQW21VnkT4hU9eHSgFwdiXuBTyq/dyAXMBuyDmERCA8dF4PrlVtqnk56vxIvcIdriEPh1AAaoDRCEGMs5HLma0Fgpmo4hrut3MyzSueIbeLV29ApS8F0JtcCvDhOcPPRSYuRXhVOgS0eywNz5MfbgYAgEOpWX/XATwCD9kC5J+KJ/CfLwaC7UzecvElwC2hCccn6CmAIdJyT24HOvg0j7yQs+UT0C/gIs4Kdt0GTN/aC/dadDkxfLO2tYIOtj90zu6NeUXzVPVy5HNhOxBkUNLbtIaKhmetnGlML21vO99EwE8eB/D9w4N7nvMDmE69sU0SAYCxucA3tPhZ6y/QdZyhGgpn5SxFM3mXvmJer3HGMDyJTSc27wmuU9lOWtlLuvRE5t/6U8vMc2WtPnFesLdbCxk8AnG8Xm0dPNyhM7FpwNodeo8zuYvn+f/zf/1efnLDBHSC8ypvOw/z6yWDjHjdQG30E6sD55M2XjnE3r5jUk/9J+5jetVOhe3x/HwTho5pBvNDULqxxexeKQPq2axLm4+gr/EelXP1do2O2/qbjw/mxYqy+BDR1YnetLYBIRKFF62OIy4/1reXiX0fobnrOmjp9/YuXzyA/yxn/37682M6A3j+PjR7B9P8UUwNCV+fwQY2vqvUuWgDoq6nYUuoI2grseuUq21MQVQF6ALTRL4c+2z+4/29fYrtY2j00FnPM2xZGtPzWKlA1+dRriXZ4znPQXj8QobJ3n+8zb0c/gv71+joDl7Xcm/el0QXeN9szqbPmpxDnnnTpqVTbn7dCo72hvP3UwI/qQRO9b+u4Y6+OF6Xy+ufXrbv4RWm15dh98mjK2Gvzf6V9VuBhxVYuNXzs9HpBMCvVYhf67ll/766uuMFfia7AqSrEC2XFu8EwJdK7Mfef61+ruzoqnYrO/0eAPDWI6sHwCMZ8sWfi3BZDkcBsL6c2QtRfYltL3EjANwt1AgsW9mDVXvl628FgGfpXlq+lX6P5ocZlhzJM6ezynem155XW0DIQEnzWefhixujz3sBwCP4e0TeGeCyn9wKAOuZkHvlOTx9nQDgVV0z99rON/cBcPU0LHpAD5Q6N4iVFQ2xm/UlA2n+PYP2TPtSADyar+TNMCqrZge33ry2oBceP7mP2CJhdAkFwBkQtr97D4tZe7Ff6jmNXXnTAtksnSMAWMGULQrGouTMBimgMesiC4m1HK8AwMg7h0rNAJhyzHpknk8CgFGO7jzMWETFAiZCj+r5miOYyP4/kmteVMU99BBufaH3/HTPJoR7dLBEAFx1hguxAaNaOv0Gh7bQ6unR+9KgqXgftpDa9IyjBxhC6jpomwHgKptSSLatvRUExMN3uiit8iMohaeV614JBV2A4t9+LxA4POQsqTSM4E7z0BWw4uAC+lja1gCHhzuetQ3bReuFfNx/0z+6WE0IaYATGwpQWgFH1k6AFmgTtl80gJ9R6u9KOKt31E9rP2EaAj4BqZ8izCfLbVCWZ0yKVxrLAO9GbX+Xg9dLu5uFjg6PZAOq4aXoNwKQ+wf1YmhrhIIGaDefOgN/3h6Au7V9AwC7XAr4qV6FIVtpUwBglANe4IQANYQygHPU3byozaushQGP4tWzc1G3l8Ic8Qjg75PJ2+/C+aouh1orPl7y9r4GYOkQN8IU07sXehzPMdQt29+hk5MNg9/ycXjuaXu79/2B7Tk6w9f6LHWogp62oYH10HsURCnwhFe6gmsrZ4wL7iFatd6BrNah/P74iBDaDbbl0Phue92fGHLwesF+AAC3s26RLPqHeehyU0CxMQz1S5uum1kAwkd2l7JTr8zRHJWQmGk0yO76Cv1/LJ71w3epaIMa3liAM8Ao0kZYZ7Nz8F4v9uf//b//5oEcDNp6KHndjGiykvciCxMcNlnnXPp+irTYT9k0/z9779olR44ciRabxSJ7RlpppbOr3fvpnvv//9ZK90h77u7sPLpZfF03MzfAgUBkZFZWkexmZg+nqiIj8HC4OxBuMEd7VwiR2+6pMwkQngMAa5OGSsRZ9Byfcg313gvPbx+vcz+3dcUM4rYCW7/rPPhpWrjW9Q98uOfxdJlhkxMAnKCm03m772w7bbGf9Z09ix9wqK8C+P1499df7pcA8Dz+1qVTusd5Ov7xDOrEyb0JxCnGB4eQf7hsQ+vQAbcfG6BmH1JTg/u7ChSv3rUM1OL+1dnAM0Drcj1W9ZmxQeOGhj0AWLqkFNZ9s1Ofh+q7Zhu7UlFfv6VeLtaxe2O0Wo+2ftmPF6VevfPfAOCV5t6u/TASOCfI88MI4wkdnZ3QE4p40UcOx/fsCNMLNfMGAC8F29PErOV+A4BfSB9/Y8Ue2vduf7wAPdr/dgOAf2Mq8V019+n6ma91p9XvsK/7APAphiSYOeuin5MB7KAOA+yMejmIsAXo5tZsz9Ad79iz7j1m7PxyVHcht5fGsjO5Xqs1PzcAfG495/ZrLu/a9h7p9ypYtQX8D9V42M2Pu7f1Qp8rOHBKv08zgOego1o3l+8279SzYNDWXp7NAJ6mp5nxewTwHjGE95739Q4EdjYC+uFl66p8BgoRIJ0YAbX/BoBxrQJmm6BGM2QEvU7M1TsA8AYYm1TtUgC4PT7V53Ja3J06OuqZGJzJCCnMEWpXFtB8YgaY63euewAY87mjjWazndeApOyJfJXWvZOBQYxrOcNXZaFvHp9eTq+np4h2ukPqEUGsHvCf/cUQOC2DtRfIbv6tlDn7m5X/qQyeOhaznFx+C0znhZVdtuAe57cR6Pb5kT730wFh+zYAAg46VkCsykqBWQcqk6XY9EiGg+B881QVZSwA8D4LRmfwIbC5YgnX4OqcGtHB3FVgmTrdgDowF5PQWlLgrkB39rcw51Zlt1SwJQWnZVqZSoAW69mcVe9a4LroG0GQBLbAhMOHLK0EQudUjgCcAUCTK5s+jOl50y+CgYv0qg9vtXFEgW4IW6NlABhgKu0kGYzNLgvDbRUIdtAezzJwT8Zu95/gp8nXKDxfWcgEdXA1+1mZmAaJQG1zHbO8nDq36m21G4LFTHFaN9kFmAlaawmA43nPExgr9IPiSbDNvhL1gVmtcU4AlKyz3GQQv3z8iL6mLZSzgNsGHo5n6KLNNO4H+G47t31DFl3eCPzDd8WZpwHsiimMdM+6RyntoduvyNYlaBjX3jwARA9maA4HTBH9E4gMIFUQPUG3ZOqyvPgHnXmMtM8AeikPlB+3//VvH+7e4yxggHfMTewUtGLKqj04ifpLtAXMVjHnzK5zemD7QUieYGjIE3rusSbbNjfEWCYEp6Lsyvxt5QAIRJt4zqmEO2c3EOtTqZWpFxNrr6ZixvNOP442cfNGdBfyvI8ztg0AGxh2/yyDgaWc/qTaFtmj9NfeDNAzDpAFG3rRy9LGAKeqrhst4DnJvs++IHX5p2BpQn+dutmAMM+fTuC8+vdqM3W+mefmeY6q3+M7yBcbC+aP6gLbXQC2ZV+zfQCgFOsb0K/k8u71m7t//kecYyvdQmpjy9nnYZthDg9Y+wSf6I1yqNutos9BWU4dn7astnTAlM+XtVLbsBB2YT9rBrBchRzqBvyKy9iIga/5DyZX3nnbXJHPw30gK0DPxJDPFjaq62L67LD5cU2g9wfO89Bz6AfTOCeInixp9hU6EmC9bDvsFSnGc9NM61MCwHAVqic3WEU7AQD/+W8BAH94j44P6cn7miQzF5zYId7uTUe1epfDnFIZ3ee8T9Le5pTskA5lUeYo+CzOi+NZ7VWPKwBM/z+wg7V2aXZUGMI1tfP8jBRmXFfNtoNppqaW3q6n1Y8vZGb3zwxid1vV+rva7jyvq7zp6I28Vr+r9ZkBvG1/As5R4FEEdH729vdNAr8bCdzU/7qhXDmp60p83qcPx/cGAG8Efg7r7IhZdk4ZqHhVTn12b3a6AcDPaye/1dIO7Xu3Y3sQ0fzADhKWtx0teI8Cs5fK/cYAvlRi3/b+lX5W/3bk/65t/bkA8Oiv94G0DZDwWq8PR/PBth9Kg8ZX1wwosRwEi/Lli88sUipzyp4YVefK6Vyg9AYAH0v0HN87Bw0qk+O4hn7HKsg9Pv98AHA9I6/HzM8HgBs7/UQHrwGAB1td2ccUsDkCgWVmYxjgpQDgDhZIOC1IP6WR24iOQr0eAHaQ0N31365P17cbBDbzOJhjBm1KY6sYfaaj5X8JAOwiV2MHAGoOOPn+vfXGEQC8v8FhT4nP22DR23kaAF7VUkEsARhd5tYbB5dnX1SDzivAdw6i1/r97LwxYWYGu4wW/B70QIF39mEJAAv0ruPo8hBoB/gDxi5Uvvo+gikEZgp6FPUOYHGYCpiKXYcWY1UA4Kb7JUAq2+zn7+Fvsbv72YZVZupnB8wqm2elqz2QGYBXAgztWklZuBon6/IG+ABDN4FRMbyUylZ9mWw61g8GFWnxJXCM9J1uixlI+PtjptnGeZZAC5DKGeNjgArlqM48cRSgCoDXZLo+BvMSG9cQtJb/D3AtAv3vAALz4QBEFgCw+1L1TAzg8d2k/Z3jZv0SAKz5azgrlfcpbbMBYAMSUB8/P7MvKc8C1Ljemhrbz1oeFUww0NfHBgUGAJxpz2s/IT8xoQsAnLrY7CsBLvATOwBsQLjbAb4X0NpBJZ99qTNLpdFkDCeLeRXf6uxKyZ+6AmA3AEgw8AAI0l8RXAJDNJnDBF1fBQCMXnXAutuu6v8cgDLUsfmOBv4LCHl8DMAugOI3eZ40ZRc4w1/+9muARUBDAzyK8UYZE5bKMqGHmLwAgnjMcB16IvkAtAsgO4CnL7EWB+BKX0AGdLcjMJ6lW/I/BBLTBuw76qaLN3FGMT5IDz7PayTrTgCwgR/XLel4Q4PkswcA4zrAM6XShSw6a5lydWH5swN+ArJt35pzwm5whivA7xkMg+6RWdvTYm/XqqlTBQCuvt/ps1FvZQdTF3LDgf1RbXa1Kct9/rnyvU3fom9gZbpe67XffdBv+CNvRPC69g/3D3c/v/tw9xZ69lPYXKi9mOsCsXTmdAJMJTU2bSJBT7tbb3wB437260opL1vlJhQUSaPKOTF9FHXiBACM0a4M5eGdJIFTAbJt/4nWpQBlC1AJILaxpHNz4088kmAEmXnedztjt2e+6PMbUk4LCPcH9WGzD++JixUARnnyJ1kPgPtoGQURg8L6UyaQJwDgv/wVDOATADDqKeX1doyW0dYZadeT2XC86eNTHnvxsKq/ns9QVn0PmmPG0FNvEOgZJfoZ0hz36Z1gCeaWRg9Memc+qCB+G5TtO0Bl7O8BwE2OLtNA/VZwvNLXN/sAcF3LuphBh0+8D8xM67kZNwbwzsDcLv8YEqgO7sfo8fP2crVAft4arivtcHx/pwBwm0x3+ncp8LAJWJ7GxU4CuzWWd2oBgJF3nGMPYDgXaH6qFs0BwkvLqQHBS5+93X8sgUP7bkXsKezR/rcbAHw8Crc79iRQ9XPlq47837WS7eWPQeC131y89OSN2mOsndTiJ+gzgLWlsbO/xt+uEz/b9w3Aihd9vixN9la/PyEMt09t2gekLwGAOf9MANv8Ijs36WhDyFPHc6/dLu/cfs33P6W91ulzmLzbYNiRv11LaFvOKb+8YvjuAbi9Pp69m/onRuSeHm03SDAYXZo0t/do/TQH6trfRVxLYHnBiCMQw74kK/AEG3kFsMiwHcBLOaRcGkM1+7q7/l/YTfUfCEy0AGa5t+nxqXU5aXcOvo/6wmYuvp+B3zUzuJ+LuNHC0p66plsBygInFSwWmGF2pgHvHkiemb8nGd4nUs3P+nO08QyMq/3PPkN+td6SDgjYss+0/TR/U4OXmQ5Xfd2eEepnapB8BSThvqP3z5WvqgG16sPm6+zLFPA3CGxmntuwGbeUb5dX8T+Y58Cwy7I9p1SVb88ZqAULJv2TwJVkqCRb7dWrAFJLhgoE7RU0Tt0rsmJAPc4i9aemhm7PxTmPdAOt/n72MFMeTsqDILtTw6Jep+6tMgSwyr8Z63QAOusp5wNqHMZzRqveUS+K/tYA9FanM2jeViy6w20l6IE4OgAI21cCqO6H7zfzN+ANSLMBwBwPHAkbbcbnPtiokCnc2k8ZaMdwIcUxbQQgPnwDtD++QGpWgMCM46dZUluiAAf/q/5TFtnWmjGgsXPZP/VzBRyJmQpgUqPIVNQAW8zIJajdz8tuoESmEKZOlPnBNtgAigS8AdrWVLRMXw2gMYPsZsHPaV9fMW2ufLFYhgKu0abGtCZI2X0Y6kF90pMArmJ84IMaszT6BsASX1dAmwBwgj/WHWyeIIiT9ukziTXOn2J8A/gf1glat95HHtkKVOAWsifZ9jzXMmzfoKl9iecIMyNRt/UTdQIM8j066xo9FICLOqgnlM2Xu19+xfnLEME9N4EwwzrO6UyQQGzbnp0DfWY7on1OYW0/qHH5FPqJ/oIBqbTJXjNCby2HytL1ObzyU6oP+iXGss4g5pnFTJ0qv1E3oDHTLHwXGMvcHDKmnBZgKmiIIHUOnM9NRZuhCxhXjfm40Qbypd4DHM5nPV+hXgB9tGNuCrAfVArnlvmCtkWePseBZ2qjj2EjH7ABgHRG/I//1z9xGe2sKZ8lw/RT/FW6ogwFYGD7/OVxTeZCa//6NdmefWNd53NtQIZ4t61xHu1vUwDYPIaef96FTP7w9tPd29iEQJuOepAmHeCu9NNtR1fEMh8Y4blRh7qXDW5nBHOTUV9z2sSxiQL1kyVstiueTT+EsXrNPM6wh/gHxnKuvwaGKhdnfV6vvsCyYprvljK+vzdXHfUmFcjH5cvecy6x7sN+Y7y9MYR6x+wHIwAMZrnTwENnXwWgDfWiDeUmgKJFTafNNIe6wVfi8z42YggABrMb12F32oDHTRyfP8Tf8in41LGf13er9VVdJ3mzJNfzuf6o799tHYr5NTvAtmbdfi+q9dSlqfvEOYDz47ihC3kK2IcFmLvqy2o+rPdJB7xez016uQaan10xgA1A+975aIc+hmM8ZnwPK5sK2jwzrrjmcZn76noqA7jW0Ta8xINPeyOv2nj7/SaB36gEbup/3cAdvYBfV/r1Tx+O7w0AbkJuaZcx0U6zwlEAcx6pUwDzisxRAYL6vWenGwB8vS38Hks4tO/W6b2A59HyZ+85FXwEoBwFYi8dkxsD+FKJfdv7q34uAdBs3gyQ1gX8NT04FwBmOLkxbyOoUVJ88qv4uwI43azWYMG5ALDlY8wG64n6Atm/70HnFcDbQxYdaEYb53acC5Tu7WiuL4Er2z7yB08dy28JAM8vvg7sUb4lCLvq27kvqkdy2ZZzyi/vA1in6hntc3xBH/VoBIBnUBTf1p3XDHpPKc9m/K3p+fTCX9dhDsCt7UPBohaAKMGSp8xBm/Vftmvuq+W5eQ/YAYBx/wi0r4OaDohWuWMtqFjpCADVMfX3vnYa6Jy1wQDwIgPCBACbDWD1n6MolXH4FAC4pr1rgUeDPlh3ZIWWz6w/R2M+y2UYPwAGC0b2Jb7NzLpNuxLcAyhSAeA9u9yzi129KwUNc28GgzmXsQ3Su3MBYD/nYPbcrosBYLcB82qChA5s0z5S/gZ6CYSly6PvmIKSAUE0AJgAZQHoAEbW9jFAvwMAu76fAgAGsIHzgevH6YDnzS5OISvgBmkn9RR9Usp6AICz0IAONA4JWDe7nRh1QzkE4jSODtp7fGpbfe6vQLltwNXP+5nm/7HSmTbAfCarS58GAAcwBj9PgI8MQaVSRTpiM7CF9wqIZPkETMLPlNeO1zE+b+MZHhmaY8z1IIdx3BTXZJlgiHWHc0xhZ68AYJ89S3CVQJf8HMYL4CXYfEhVC1ZwH4f0z3EBQJTP+/R8Vv2GzwD2sy0VsgGg6JTsDWX28YD8ABpStjhjl9V3AFhjK3BFLNQASBtgJmYcAeBkfTrFKkE9rGORojYy1fQ0uOVc81zn+txd1PX4OJ5hDODSACfkTGAw6tsAQgC+ExTUd0h1LVmy7WkLltk+APwxAWilHybTvAAfZLRyfle5sFFr5+cvb+7e/xIs38dkFELX0hgNWtUx4+/Q4Rh3qT3RsWxrgNUBREmvwJjvADAeEzCs62J9CtwGQM4NFQkGWsdsox+ivXifoFwoG92rDBkAbbttSyf62aEuC4AWnqsAcGeM+rzt7frUvh/9rKmkqz6SYZ124TJr+vQt418MfqpblAsADnpHADbtvPnfuGcFAHOzxLSW5oaGkKnkbD3aZv8w0DtkMUj/OQPA9hc6ekF2UH2r5+XmWzMbCseTqhIpoEMn/u7t5/BZCUyHjtN/sInqsMus2H1l9qMetqWwLwH4M21+2ejWdBwbHDDeCQRu3uuiWgH2yhJiABhtgT92OVRv6maf/znWw/qWdPT0ULkBYFrg0ecwxX896oRdH0Bglp2bCLyxwABwmh7vb+zfuMiU67mJpo6NdXe+Zt3g3BuDBP37819e3/2aKfWxdpC9aGMJec3pT17HRoy6TlIP+mfjK+bvMmaA+YCZk3Ij1Tjb6j28z6/jbKx294Lru9Hq+hg/znT7mGe5oaSv3Vf9sv6jtroOdO3ub2UKW5/9TJWPU0m3eXlal2le2c6nq/VIr2exEf7EuNT2zeNXAeD63Q0AniV1+/uHlMAp5/dDCuTCTt8A4AsFtplhjwCop5XfJtEnMID3ANrakpMEAix6Ft06BTAPk1MBoL3uugHAT9OD3/tT5/vv00DuuE13WAKfFOFRUPQoEHvp+NwA4Esl9m3vH4LQJYB7LkB6fuvXDMcVAEw/bP/sNvHtxi9PXw8Adv9mABx/t5cqBgrGADgAagccYGPzC2Z7oZuAqGqPNeVYe4nO4EMFdmrAYF7vHAGz54/f+s49IPqo3nO/P+W/RpAkU7iWQNQ5fTtaH57rv+ezk2bAbWzL0wHgDuyMZ6atAGAHeZuewoSSIT8zXB1gYtB3MRXNgJIBiBoUJKkEwVmsr7LDLZhcAsz46tJV5awvqzN+HcBm1VPKNz9f24PbKkNNwd5xJz/dziJA4vGwzhx1AAAgAElEQVSWH1Bnewo2saD07Azs4GLvvYHOo7OAVdr5DGCyqwBAZfUV8FXawrV1bFLR5m2ViVL71e4Pf/c5gvn41BTQq7PU+PzM+k4gpLVqSqE/xJ6pZ2sbOpXiz2VrPMdx8RnD+k7BX/VzTNW6yipQr23ltDWm0W/p+z2g121efT/obhgfgBQGKwGYFGYsyqgBZDPqhvkrGTjqdDnrrTiDjzhLFEF5MGkm1psB4Hqmb9UwAMCQKL4Xw1bMc4Ft3k7Rg54GgJlmuvh0MIDJ2Av9AJDzkXTC8UM/kGJHHw1AaDz1xbhxI1NhWycLKOYkj1t9S4ZzaVsFXvoZpz3AXn0B1FeACBNmk3FtkEXghs/m7Yba/SudaepnAi9ghKUYPGQAhx4CuMStn8MffP6M80gDsIkUv2gfgCTACGwX9D2AAGZMKUdcUG/wVbTw3dt7ZPZlalCdLczm29Wydusd04RPrGkDoQJJxzGj3jafIPsjKzXH73UApAAqAOZ9jDTC87qDbNwEPdlmsjpl4wYyCWgkMAuZb3xgMlEHPcnxbQCn3c6UOrMDOGLUAq90OQaW2KcEMHV6dR4zEsoIdnMFntu5xnlWbrVfAMkGwFxHY7ii1HIOaUJ/ORf0FNRMrZ2+bga7h/5j5NNVuo8fQo88fqExdw9vHjRvYqyouwKAKzO6jzbO6/7p7m9/+3T3PvJCg01NuaDAOLvV4FO/P9PNRzvoW0LnPqUe66zmN03nCJ5gAwPZ+wKA8ZEuSafsC8S8lq+f53exuUuadayJwNZOBn0FgPGsy26+pTKAE/SHjJuvQxtTF+r6yWNa11odEJIfhPq8f68U2QJPpd8tPXibt7T5BJs3/MGYQM4GgCkfOAf4y7wJEsFZxQbx3Cf4JmyCkA70dNv0JwkAOwW1zmMXU9a6zw0JhSnaMyi4X+mD06mQmZv2S4AdduCNArl+YWrospIkwB0N/BkA8Luf7n6OrAXoH6a2ut5gH0KVAPT7Q1kxcwTkId8MfdNGY4H/kDEAyWEtQv3CJoCwezxd5p0BzAMAGA/6vOqaVQBM9TZGJYU5rsGm6CnMII06YP8/hd5LtpJbPfvbOoVx7Otw1TD7PM6lCUobAFaGA9XZtCfa7/kJ/mVefXX/N2bawDzhdwrL8kPI9s9/vr/76+N72v99/Mf3EvoVnymvjR34iGme8x3aNA9A3FP9oW2e18CAz/uxLvX7zwoA9tEKq/cXM327X5J/W8ZPILtsk/XcG63q8/7dtubxdnvnPrlfe2XgeosT0Df0Xhp4rkxkHZfRU22P5ecGGMudObwd8xjPAna9VRbbttegTu+BNxKu+sRyo9BL3xX3yrpdv0ngNyeBm/pfN2RHAb7rSr/+6cPxvTGAm5C/JQN4mPgxF7agn765AcDX28LvsYRD+26dXkTdB4HsLYNOP3cDgH+PWvV8fVq+wIRK/Z4A4Poibsld2r9TALBeVGYGsO1SL53PDQAP81HZMf4jAsA5A8eP7YvpkaUcrQ/P9d+dAXNUI77/ugCwW9QYenGhAsDS35QiApqLKWWWwwzAVtDlEgD4aAPSiulZ2ztLu7VzBhjzxjbeOwzgGQCe9aMHZzNIlkAI8cgGCjwdAGbfnBaXAZfaw30AuDJmFXjP4OsOADz4D/ZBOjkDmL5v73or5wQAvNoksr2WgdaW5nYO0ZEIJnnUM9jjzzllKNpU9Wa9QWYLAHcW1fMCwHNgjO0rgfpTf9dxEgAwntnnTQ9OJVvBUunSaMx+ftQXlCkGjj5Fz0qmDQDAr5H29AIAWKmGIwgbG6Tq+xuqUpBQCu752CwZbybgdwkCK9A9AsAzA7jpawnE12Ck2+PAo2XKXltU6J8NLy/OIJF9eC0bgflqDw0QyoB6Zc1D/hWwQsjYAImC/WKsDcHhbJ9BxKobGwYTA8DxL+QOd/Ixzm/UxoYOAJPp2PoX9wFgxdmNYKSm3hDUg3+IIPzrAIDeBniMs2QZzk3wd+VqwYSrmxAqu9MAm/Xe4K/tG2fMUv5mvwKcCQAYbE/ImOexun0BmNQUqpYJ2mzQBE7DbSEAGDcNbXOg3KmISwriXk+XttJyB5s0UwCLGarvCQaFjpKwGn/0dNI9RTl1DYztBCEZhI8Gg1mI5yHzlsJ9AoCdhtW2PazfAVpBczDu2SCkV/W6CDLsfh7KhX5A1mo72jpvHLn7ghS5KNP9C3CbaY/zmQCkyBgFiFh800ewbbO8BoCDm466osxPAQK/f/8pzvvFNTB8wTwPgCzTGjfg8eMjwTX4J4JnTNWaZ5FC7mE3H/JsXzI0Q46eqwBM1pSnHkH6kdShOZ2zwU0DwJYzgD8Az/xw7MejASoIPKSATgD4p7LBxqnGV2PYAOoclM70S1Z3DDAZwA0Qc69yQ0oBXembEsyknqShfiBAi5TEYcshM9pjpiSeAWADt2LB981QZMgmi7oCwHXThzde1A0Q3Y96rd6BJso+AWDIy76VOk/Gcm5wIgCcqYczAwF0nm2KPj9Ekf/0n97evQt8m9NL7pX0+ev2O/R/eNeF3hBEz7YgvbWZmthIl/YEFrG3Ktlm8DzT0UN+BKDlmwieNpvRmd28nn4ZbWEacIDClmto9nwWsGxZG3iYLjnAWqbGR2p4+pztZoJm+9Fer3KcbWJeDxj8xVg235J6UjNleJ60jbfNSCknsNUBkH/ERqPoW0sjjxZCPtFObwbE7//f/7q7+9uHSAPA8XrYAMBOx44eStewJhH4W9ei9XfXWefMV6EfTh0Pn8R+wEbSbLxObCmioVc08VyXIN01wP+yRrbF1Z/UR4x/YRhLZpnOfcqw5Gfr+sN6Wcdo/n6uu673qv8VuNvXfpZf84Epz5o5wPXLL40bH7lxqhW3//46tCHr1xyl9f3s8/bi5rwPuh8P3wDglcbdrv0QErip/8sO8zwhvmxt29IPx3cHAH4Kw/VJfZtz7c2FPBWgPigXp1B9D586+6xkfmoC+x7a/1tvw6F9XNnBa+3/+vY9Vc+PlkVPLfdKgX7lx48A7q/cnE11e/pxqf/e09OjQPJe/+f653aeaxd+bm7HHiDml1a3Cymh/Klt+pJnO1Wm7dCXiSHm71YM2vrcijlySkeO9Avl7d1z6rsZxNgqzhYA8UtRvfec9h3ZwCkG8dGz7uNm/CcG5r5+afznt7weUN172ZR8HDSuAdgVwFpflPWc6z3tR/ftYN3upsuNKTSWP+9er2kaV7Je7XaXncxy6S/YKqfs/s7AbB2Dysw0c6fan39fASXn2MvMuPUze/5wlvNT5tUZLGbwpDGxeqtPRRRqYE8KpvHbZraw3Zd0ndSrtd269hKTaTq/YrOeLqeO/Qxkjnoxp+ZcjV2tf9bHWf8aiAXAF0H/ssxoY5gpmlfgfpdjTy289R1V5rbz7XrmKTpS9dDBtXPnOvmpZKJM/uPIn8wM3nkc5sDZcd8kD6SxrR+2ozIZy1m+bv/c1s5c7xsBevS66xeBXOu3GcYZ5WawHl4JOrFQssoMHgK01SBoP+qX/Q6DtVmn0vv2ICJS/s7nb54aH4O/KL+X0zMpDABtAbNm31V9QT9fMcDJZCMPAVyDcdORFZbBEKTNOuv4ONBeRcpnywaWCvjt6fInnhlrJlsZ08Y4E8ONOgL5lwqd1hhzzn2MN4C4hwce3grYWuMV49ZSLIf++UxcMR9zTGtAusxJanMHvJVa1lpk5h1+ZirgrI86RyCoa1xNM2tAoDKzCcjGcwAxqz2whXEd+iRWlEAh6koCsrwF4wnpFDYj2qHzXQWK+5mqi7ZvlAkL8Rm+0G+xXvvc0dnhkJ7agOcMGFV9bPYSF9/jbFfc3xB58rsTwAKAovGHCakOj5+2bCkzhGSJNiEFt/yJWN8/vRHbFQBU608C7RUAVRk6G1ZlChyjXAJE/Yz07UjNHHjqL+8/BqAZgHKAwtwUAXkAwcO9YFWGTTn1sgA46ZrPxMUzj3GPgFMxkO3/3gQzGSxRlWWpJaCUtkC9pfw7EMl6yRjGDgcBKTWNMfo3ZBUge1Eg6jynNHkiXT3PFlZ5bbMHcL143uf+GoiE/lOm2WxcB2Brv4G6PAYeI2pmlkWAGr4T4xiAMTYlUI+4acEbDvqY82ts/GjAEdj22PShdgPg9GaGqt9fvnwkA7gCxWi7QbfVekLrMm1SABhOm80MIO3+9JfeRIA2N9A9g26UIcYohhwg6ntswIk+vwk9+O//5ee72O/AD9SRddCetbnFGxasT2ivMxDwfgLiZsnjUWw0sVfURg1/0DYD3ywPqZfRt7wd92J87SPcpppyucqprrncbgHivc5SO3XVIDvrbwAuh1SbUko2Bt2rEtp0DkA6nRf1yfJvvlv3fwJjOOT7KWRT9ZPnArcGhq7Qh2ojk/0BWdw45zeu//t/BBMdfjX+PeC8bWQCIAiNTRYCkN0OPN+AXtpaEX5uBkR36lnUdR7wRqC+maK/+w1zNf2Ky+6b4FZz9HIkcp7Q/SkPZk2pfmtcP9b1+apMv+fZ1geb5/gprbTbXdeRSP88A7/2T5UR7Gvr+lNPUmcgnqqHPXNRlZ3mstlGqn64rnoUEe2ibL6ifkaHjiKdp9p9++4mgd+0BG7q/7LDt/fC9LK1lun7yL3dAOCvNRTLeurw3ADgrz8UL+3/rrX/69u3XNWfIeijZdFTyz2j6u/oliMA7Fs3dU8/bgCwRgYAsF8qXgoAHoLrEzB5LgNxT4+e/PzEYtuUfwBwn6v3R+3zS9ccOD/Xbr4HALi2VfP1FjSeQY/5793xXUdd8GrKR+blWw9gOcLy9QFg6fuYIpoxHe5izwDvYoPdOQDwHiN3BZDyBX6S3+wPWwB7mq4s1z3/eUr/B/B5MU1KDhrxeXjn68qOmikqeX8Ckm3jx/MCwCNQuAaTEXT159WrPOfOyEN+MaSbnb6rum7Qq6YTXo1bD2JlQD+VxefCDs9cAADTWhFQZ4ApA2WZxlP2Va6XAN05QauVTbcAWDHcroNjEGv1/Own9/6uz1Z23NDPonyznteAn2Vb+6zf80zSqS/k2ziQtgEeBQKNPlPXakpDn4fbzsAtOkRANhkkLkdpP9OIS+pBzw8GIGb5z/7B33tjLdSMAEwyiR3YJTtpsdmCKabp//ozaGMFkWnPDcCbmDILvZAejqDrvKYAsAIAuM4rdQytxy2V5zRxVB2sMmJa0byXgEmCR/Z/GDMEel3uHKx22xsDLP3WfAY4U04nw64esWRZMWCMDAcA/ELuSL99j6A/59qcU5DOEyAd8NGWtrPLdw7Aj21lS6lOTM3a/LPaRWBMaifgKAPS0GSCmRifHFfLi8y6Iajf56MKALNmMkuRblWglAP4KKuyeHmeMnQnGZNi9OV5qqWuGqj3eEoncb8B2NBVgzUBLrU5muBsAutlzqYeF9tyWXgOoMgvZoa2ewQAs14wqM2EjKJ5ljFAOOoW5pMYOwAGadCoH+d+3r8Odh7bHEBGjK36r5tYLgGBbRpkgLE6GzgBuPwJxr78vRqD/Su//hIg8AeAcvgbBbJw6T3tVDpkABjPAbD0OucDAGACRol959r6/v4NAWCB1vYL1Jhsf4K7lM+4KcIAMPwPzygPmQKA9ccArDYMYPODgFKPtYC78VlswvAGAqcahvxRtlMCo0/aJDBuNiLAVVIFux3V3xi4BtDoD8oGa15pw7stgk07+gxsjNDCSLonQA514hzjCpjSXtp80FNAo+1MRZy6wXFKv9lASc8RYPRS5mDCQuExKuw1m653wt5e26F0sfvESE2gsQn/+z4YpbCnt2FL/+kPb8gExono1lX+bKzcPg9q/DoALP1CHX1RCvsBQCzformXzNakwlOnk6GKVPqEPvNxM4QxLgMrmOeZu7/WyQ4617WgN3S6TP80a3cGgNtUnAYN4LZ+Ogjc669zTTvCoAByHZjGho2+VrJuGKBnOvtMm+11SmfChj7GGP/7/wz/EjqAdQE2o0LP9gBg6UNmPgmZOtOG1ixaC8MH1zOzuSEjZWuGNWRVNzFUG5rXW1BI6Vpff3oNUN8vKoBbv/cGB+gnPtuNlAaF9zeMysbyOIT0C9bltl5IhTIIXNcl7d6ySc99Zsr9lBvla6eeN9T00dV+9HvXpL2jWKyvnosrEO205W3+mDbR15jFDQAezPb2x48mgb0AyI8mh5fq7/wC+lL17JV7OL7fKwD8VOZvm3UXkbkipBsD+Gtr4vdZ36F9XNnsa+3/6e27FqA9bT8GKK4Uz3f/+LlA2LfqyJ5+PBcA7H6dE4iuMpjrn+1gLm+Wn5m7n82Q27zIjgCUaSV6eegvnTgXqDIQ+8tFf8lfyvAMBrBebPLFOgNtLf5wZD5nKsyT9c87l+vb1FDnaSbhmc3bZSe3aXgCxM8t9+j5mWk9j+ERU5JjxzHqL/Jj2ySf7Yv1qF8sobw815Rhl/V1zbAdATuzDQrAOKUIeQ4GMPu02EDQXrYZLMkd9HGvg7BDf6eAEKXmgBXkOgmngRKTPfm2cwHgdv8UGNzzP7tj5MYO5+kqxaV0q6flHAMWl436zAB2+S1IkRtYmj0spnUGCxu7wozWriMzA7eCrbW1e2maK3Oxt6MD06dY5kf62OYB5FEsqWHNEEHQEJ9h/IpuznrR/UCyvJpt9vPIECwkmFOAglk/VkDXOSNbwbUuqy1D45yyaDMFnJuf8Xd7rOraB4Moe2MlBlAJfKeFdjYM+mDUDCkT1+vLvfVIl4vRnX4uoXzoyJj02ZKrwCHLAuCTvsKgbNWT2o4KYrTApp8tADCeN5DMssomFvOO98ajpjBkoLa9v3bm6SoTRg0ANwAH/SuBcbcZQAmDxsXhAOQAAy/ggcZgozyTkYiTIx28r+CedQlpK3HuLT4AXf0R4zDTSwbTsspwlvMsa6bNLgshz8U8O7YFlL3ByYAQWy3/GqaL8dcZqwJtwOR5eCggZgJJALYMSIEFB3nW9LmtbQBgCRImDJR2hVp5ti93AnRwH6DBipFoJirKASNs+X4X330obDf6mjy3lLJrDFrpMOQCgAmiQbMInhJQNPs50wETLOhnmVoXbFsMeBNU6HMyMruifrMPc2+F2K8A09IOYGcYf5dRfY2e+XL3awCh2JDTN0YAiFIKaJzdDABVfY0rzCLstXH34RXAFAFWIC59fww3bADMSOuYM4kYsFZfxGgG8FLnXuhCZz6rXXxPjfJ++fVzAHg6uuAzjlOBXFhL6hz1LecM2oQkcB/nBoMBrKSu0k2BNzoDGOUABGYWYdq9zgf+QjaiAEHPgWS/gmE4MYAtawGF2JAgwJuyKEAv7iPgmvbq1PV+hv4DviPbIfBLDHmAy96kYWYlruMe2KdZyuMaT+NgmwWjlOfihvBtc7wfOpsAjxnGlj2+tp6qPgCykKeYwmLMy8x1Zq6Ynd3P9vO42RboeKYS+BipuVk+U+5GT/OVkEBcblzDM9RJAsDeuIkxF3MddseMAPH3m0gBL9u03WkDgj9MTY7NT5E2/F/+6e+DCSwArYJlTb+9YSmP7QAAbNay2gTbh61DSeBLbNt9Xm26nH7gTWw4wGfedEug2MB4srK9Jvecs3ovGdc43beyDupwf7dB2vzKNK0MZNwL+RqMdxt1v1Los40YAW88ybzZ7q2PmECaeoyj/Jbfd5LBnWUxWwD1JI8+ApsdQGie4/wxbPx//+mnu19xCT49mfHMClD0lJac68MqC9hXB17jd9ht3GvWsPSpvzcCGLbNSXbb9V61K+mT2PA1M4DHiv3K1NAzANrmM8cnDgBg6+5qU570MDMYtHWy7L2e5Suf1udr21Sbf+qGvPk+j3e5h89DXwtwPK8be30ltUI3xfhteoPMXWV6rm/QZuptzP1lvh/WxfHFM4Vqhtbd/rhJ4DchgZv6v+wwLV8QXrbKofTD8V0ArUfgASq4KjXxUdpnzhBXAli3FNBfUct+u1Ud2seVXbvW/p/evivtp+3V3hPAteVfKdiv9PiTAbiv1b6d5euRD5/995GezoHPI7386gBwylvvHy8HALcXqh2mb4l7PosGPFn/ficA8K73meS/fYE8BrhlOr9BADgDfGj9bLdHgNssz/l+SoQ2tGU5j0GO7w8AroGKykhbyenIf7X15wQAd/l1oLX5hAyaHRr+Ym1aGXdkphgk+AYAcG3/nEKuMZSzr0y/eUYIxXrGICH0NnflM/aLAFMBgKl/E7N00PMJAF6PZbf/GpDj7OAzQNlRj+N2PTMGSMcw0RwQqzpW27MXeDrUkbxhnnfrc/5uDwCubUJ7a9DS5dhmKgCM8gwgOsjXovQsVACwg92rNs3968DEGgCmxynsWgPAHK8piMiyoH8nAGCO7MTgdYrpChhbRr63AsAzGGIgxGxh+0P/ZOA2g5pmEO6NcwcNerB4BoDZtsIQMsDT/E1+9+FR2yQM9IKl1pjMBYBpY1AASJQFhiM+FdAkAAUQA5bJ9MMJ7uVY1HVJbSPHEelcF8/UtLbeQADZAYCWz+s29hOYx2S+BsgaJvo2sI+IsxNoqEzICgCjHwgqCxgcmVVwuQRwzFRMoNiyFBDTgZ89AHi2baaBTlBSOhxpRuETka63bQrsbLbqN+rmQZwB67Ujfn4KsBLfm6He9DTnZdut++m/fUZoXYe6zTxrNGSJ83ABagKUvqfcBbgx1W5BVNGXT9zwJB0lIBW/dr8Yz+aQAZu6DwCVzMZo9KfQSegQwDqPKxng8PPwL5gH6ENyIxXSK0cKaLDcsZlB9gsGseqrwDsZmcHCBKDmqUcgVLD+Ynwp10CkkUoWBRD8+3IfDOaPsVkCYKU2cKHP9HWBVot1rnqlk9IMAJ3oN89Ihey9NooKHyIFNN41JPtypiUnOD3POpBOGZfQyNQJ6DBmQgCQ+MDvoA3QJ4A/BoDnNONOhWx9qOeSuj77I/g5AMD4PIABqSY1NrqBW4FMBnjSH+EKGacC3FHmYwjP+gb2M/UUTHWOs8BUf1CmWM66YiY7Sv/4KQaBjHDYdgeXzDbFPQLHABKjbVkI7UwgKFnXCYTjbwC+rh5+gLh5Mnydrro1LncL26dhYw1qeJMMaKwPCBRm46uv5khG+//ln/6OqaAbWAzQDP4fusoxx2YUbTpj+2oKaPgwAIjsmvweycpIfUxmMGwxjh+AvWWjIV9sUCDQSmawKCySE+wGGye0QdEAvU1ZbGOVNIBfnD8E9mq+0r/iAgiaN53LxqAMp9adgeW6vuO4ZwptzCOYl2gPAP9KBiHaqzeiRI33SIVdGfMYimFDFDYE9b5IHtg8EExfMLVDbn/5231sWEEYOfrOdOY9C0nXA9lnPaPZLOEGmOamxDqfWP/QV4wB5s3VGrTKuqaMVv3jhrd5PTmvGwUI9zVq+z7lVsF5jbN9meppZ05bn3J+rACw5bJiE6/aZ5nMYLH1zOmj+fcFAPCYVnr7Hqp2ju/3w/vBAgDGxpX+7tLleGMAV2u4/f7DSeAwEPLDSeRlOjw6qJepY1Xq4fjunJE4l3UV4OvCToGy1wK+U4MvBUAuHZGj8o/Kszy9QF6lR+Q0d9uedCTKq74/tI+rSt8G6C8t7vz2/RiA7KXyu/b+JwNwV1Z8rn/Z049L/cbR/DS/QJ6vlxLEXP72+TVgZybiXP/8QqIXgh6sQp18Bud+TWmmhlTQC6biqaHbtGOH+Tszg5+qDl9L/85J5bxcXxzIb1Xuigm1J59V4IL6VNI6KQA36k8NDO6XjW9OA1j9ZXirX03Hin6fbyedobhtX3/pdWAX+u20alRrd3B6eA7grtq4An0piRNTSEuZmvXWQDDiEnNznuIfGLjcMOodmFwDcLV/tnPpV6Z2TJDEbXS7Nva5t/70mjW/dz9nxm0dhhrIV/ssnw4K+P65Hdu/x0GpwblWBmKSDCDr3p4GVnecywCe7619mgN9lRV8CgCu9uARpE9A4BNBPDNHMPYtqLeVk8/wq22a2S3s+0JAClQBiOjyaBsEaiByUuIZRBrHuOvlau50EJ52Vco1SIfrqzlxz3/s1TH7jlVdDnTjXgcCKwDnfiLITMYvzlidACzIfxOUzPtrX1ugdQCKEMCdnMuCAWLGKQL/Bkqok4s5BqUZGG6Ah+uEzUc3yJAz2AmfwLGIYDDuO/FeVfuzGnPL0/dRLtRnpXSsbW7+ZgYTyr2b4GoyVlze/D3/LhskUAcC+GCnUa8yxTB+B5Dp5zEECEQTZEo7EQCm+WZmCDv96GwHqs+pT3MDxc6GuAZQ5fg3GySQ0c8WbHWYVccxd2rcn+7egmEaeBvi/Egd3OyhbAah5AFOACAs7O1mE/Ax0AGyxzp7lOlxAzSQ7AQuVpvxHOxr+GmghzaVDLOW4YJATAe2KNuib3geKU7BYFS/U3eGAL/9i/qq9U0COWAVYk2bQXz/9ImuTCtsdlXqEmRgxixUEUApwFYDwE5nbb0A9NRSZafpckRQJ8Cshsnhy0jTS6C3g0kATR8DBH4d4MhDAFdmzso4kMAV81WwUsEChl4SiElmnbRR4FaudZqNEzzS+GAMJWc8C+kAqNWzaCN1JGQF5mpARnEvmMCfePbw508AK2McoAtkFoKB3WXex1x1AIwjy7Kdfw5GuhjT/UOvxPpwPjC+62xfOiTeinGCzvAMY6b7HQE6APGYzwFkmvVZASTXaTm4rRUkd5vs52CHlYGK73vqZchDT9T+yP9YN9GvAG5z3JFSl2ekh1w+hB6jfDH29UF5YvQmKzkZ9jojGOhsgJwDg16+AP/MlG4oupQm2wc2KdY0yezDdoGJgfghGLpOEe/UvdhIYrAre8p20JcR7A0G+EMH8bH1BZkVXiVD8gsY+rBT6vrnu3/8+wemgqbuFX/qdSbSCEM+ZKbGRwxgpXYWWIv2F6YiN63gjFqn/GZy9Xb+rgBAy1aMX7OtcR3zts95NpvbGQU4PU3rao11B3vdlHYf7Qs35SJRKYwAACAASURBVD2YX/Kc36pH9q1g7iK9+uZ9LxSB+hlFOcU4ce+yJoItMAMDP9p0cI8U4kLFm87VDWy2b6aYh0yZpx93v757DNn/7ZcAgHGWOAwg3weack6/dAZ8jk/OBfSFZHBPaZqhM9DTyf+uyvecsQWAdffqPanOMxonycYbHJQFwinsZRe9LZqPQ6Kb8qsO9Pc56efcjuoHaj/dx7pOXTF569rMfVjdV9c29ZnV/L6Wr4FxvZ/P62czgG8A8J72367/0BK4NFDzQwvris6PC8UrCrrw0cPxXQDAqxfkSwGFZTPbW3fd1eOozBQguLCf8+1HAMq1/Tkq/6j5NwD4SEJf5/tD+7iyGdfa/fnte177ubLbv5vHvxYAd6n/mhfi8/OX+reVntYg1l5g+tyBnsvf6vW1ALBaUuthHZOjZuCumMql4zvLobM8VH8DiBYv3OfKqt53afueUgflNrGCzi3nqH3fIwCMMXKg5nwAeKtfGm8Hphw8XP+9leelAHBheGUAQmWOdrMCgE+N5XC/A0wIIE8AyW8BAG4+8ZkAYOpJW6h1p8GY05RyucrYgTr/1P24w8BmAfgbMDICRx1IGuf1Id6clbo9CEqBhVPrlY72+hy4kq8cWQKn0qbPqehWaaFnPZuBYasUmCBIzW8blJ/uADA2/bSg1wnlnVO7zf7fj3Yf3fvb/Va3HwaDM7C3V9YpW6qgUfUNRwCw59kZCKhltL4MINE+ijn3o9Zh9t2os0qJaQB4088EgF2Og8C4v7bbcpv3UxwBwNDyBjgyx+NoD3N7CLWYjZrAQWNLgo1W/CKZdqHrBDsTAG7ypG2Ocpx9usehAi4NIEqg0Rj1GNBUQHxPT4dUwG3hoJaNAdZpbR/NBVPMsjZAiKAvmYMA14A3JYOW94ElBT4X2LkPSr/NtuZZs3OQm+BVgm0MvON3/JcbaryBotrYrP/+DoAEUuLO68lV0Fn+VgCn02hDHR6CHfr2rQDDRwAzMZ5kJibA5LTPrqPOX7YFMeQExHmcIEcAG75faaolf/oDgNQAzQHWJdA0bzIxaINy8Qx5ewnQNntJIL7pTYBBACLFZk4QfXDu6asaK1kAMMsFOJIqW8eNzOPsX01fbf/qsyo9LkxtjBTaAdxt0l2HagDIhE5VJj3s6CecNUr96Vap0E4/9xRTDvoHSOZNjB3B4Wh033jis3dVRgVInAEC5YPpx5TSORb2EWKTB5iY8mgsSrYs9CLbBnGgn2geZPXx06vQn49379/n/Fc2iXhOwAgyLXCUjXrAArZukw2caCkZ08mO9cYayBG/W57cmGHQGoBW6MgHbBiItvieNv9Bd+I7lIv6CIyB0dnm6Ux/PbHprMt1Q0UbmdRDLEAI0AJPi9/xDMbXvsZ9IkMbsvIGgozZYW7QOcJaS7wO9i7mAJaDs6Hj8yYAcds0xpls7ABAAQ4LsBJLEx+xuDtD1ksUbxAha7WkYhZY6Y0QHQC2f/XZ2SpXbHX1Y5TzPF51IwcZyV4DRzuVUl6GBuwTv4HR+nNsaPi7n1/d/SH6y71KZQneAOBoP8puZ9OWc5PFOAaQPYF0IWv1c0zn735Ue/M7DL9LGxHgrpT2Au8TxIV9RXvq336u9TcJz8Nm6ewX76EeV7CxaRjXtpBD4Nra6CEsjtc/f0ba8NDhkCc2TEBWGBmPN+yU7UbZ3NQkAPhNGL4Az+5k0IfGZE1fW+cQ6O6rKPB9lPdLMIB/waBB303nzybXda43rFWWuHWH45fzS53X63pudeavJTPHIprvn9Zwq3lQ46O+2/d0gn3Rm3x/qBsLqa+NO97Hqf7W50eVNa/V6waxIwC4lTsp6DA21Mc+z23jP1rPbdZemUJ93QtdrXJqKcazLTUFtOXY7udGwVVLTtV2++4mgd+RBG7q/30P5osDSDcG8JMU4LkBYE7CJQDrRl0K5DypMz/wQy/t/17cfvvqaxxFx7RuuPBV2n0EcF1V+ImHz/Uv1l/ulC9jfanf2ACn+VIwpxaqC3T/vgn0ZztQJtqxCgzWFyqJYQ0At6Nu8o1xFZytYpzt7VUIpQbDZ5F/moK/Tx3PPeZPfdlYlX2kX0fA7LXPH/X3qPwj/7nX/6Nyj9olncJdZtuM+uNhnYMmnGcLyMNIxYnPrE9zf1cp0KjNQzDX+r3Y+LasewTs6i2rcltgO250e/eA4L1gQ90YQQbRDgDstsz+yYGvI/v08y6/nvHKoPsFDOC9vuyVU69vz8ytQKBa2c/71d8rXer97sHvITDOgKsD3HkPgxrjGeZ7TODZPc0gbQ/g9frd1oYp7QDAbSzzxu7rt754BQD7+fm7eR5qAEwLrgKQ6sEtloOAYQabzwWAOUYJQLot1V5XwK+f6TY1+40OrEkHxr97n3V9BbRWe10F1lY+xXPk7E/2xygB0qIg8zy7qruzIRcbRxBITgZws9OmzEg/WRhalI2Y51tbUormcU0xLUTNOPP+X9q+zoXDc27nAJJG/T4ruAFgAGASoDQAjLpnZh0YoU5B6e89vtWP0EekTH3m36wHTN8a94DhRXAD4OrEUm6A93SWegOZJr3aY/jRlgkidzAB15KM1YE7sCqDmaZ0swJakEYUqYXZNpw7ahZdptdkW+xzQ2boD/5uss+xB5sN1wm6Juij9mBxp7lqE+w2WJD3E8QrjDeOUAlwowzEhwG4EGyGTCFnIAoBHL2LHNBv3wWjDjoQZYFxpnHRZhGmN66AZJtCAQJkW5MZLqBWGg4wEM8HP1LAKsuNvqauM1Fv3kzGpttczIfkM8gx6wcQizN86weBaKfA9lyLYsFmVtrWzp5c+Y92Nmm0C+eFQr8NXvknmG8GbD1O9glmgqNO2+vjh/eRxva+MTc97uiv+z37EAjuAQAlcfTcTIk5jmcWC/RiPyHFEMHHlB1AYOmJgGEwaZVyXL2FagCMJ1gUU2PdyITvAMpAH5z+m7bZwEqwBaG/0JVk8ZV5gamrsQkEoBIRqtd3f/rzrwKW79CGTLncJ8zuZ6JgbmAgUzhAwdBF9BPtBOB5H/KrLF/dK0vT3NQB19dg9k7ATPM1CXRVkMi+iP4w6jOrtKWZT8CEdktbIETZ1EfvX8ly9RyfY+ObXIdT33PTCMCaHBj7NW/4MQvU96BGp5CvjGhoqM4MDjmR0awzxWlDMVbaVKLzpCFZj6tYl/E3wWNtdqCb4XXoHGoUv78yfz8yzbEAUCgngfvQEW9iYTpqAvrwiw9is3JXgNKGoxIweTF+2BCB+9+/j9TgOS5mVMLv/CHs74/vXt29C8YwUxHnphE2ESpIfU3/xU0R1mcpu9brnQGs1xixifFBSucKSFZQto3bNN+YHVv98DiOyPyAzS3jPJxipShgZ9Bls429tqVI053ZXr169QmtuK75N8/vBfsWdpJZKZBpQBspct1Q1i1t40K+7KMPMGXIQTqdvp7zbIKfProj7YybelKOAID/+hcAwDF+QKYnWVHGZY3hvy27mlocAD6ur1IYUy5pLx5Xj0/1zfN38xn1PLN6YrGz7Dqh1UGgTikzgfvW7DHlirhGPYLA7Wrty/lvlQLa8vC97P8kgwrW7sUA6vxuv2aZeV5yOXtr4imx19yNJqO9d0GnKq/xhrqmvAHAG5HeLvxIEjgK4P1Isvge+7qZBC5s5OH43gDgCyWq288FaPYKnxnAtcxrgJwndeYHfujQPq6UzYvbb2vfFGC7AcBXjpwevxaoemojzvUv1t9rAeC62OeLmwMGU5CuBsT9+yUA8F6Aew8A7nIYd0sf2VV7+TgQ5A0APq2hR/p/5D/bOBwwui63E/u7NQC8Kk/vyxlkaS/Xvw8AeO7vFih24GlEditgXDegXQoAu/49wGz+3ik6nxsAdv0rIJnBzgwGHQHAK4Zvjcc4flWDZN2H9tHw97rfUbTLAeBT7NyVrvd61/p9CmhUMMm79XMebAEjAz4VMB/r2Fu/Nv2KIlcAsGPXYDA2vTxwDLN/unzDzNcBgOeNVLVbRz6UmrPxW1vBWGZ1/p7vaoE476wa1o85yHnunb8SyD1vWDAjqLPCaipbp6N1m1qKUQegFwAw6nNgEGeP4lPZhwZ/ed1NvQAAtv7NAPAqPSPkNAPABFTCLgB4ABACY4znIxJkUdDesebGcHJa5nQes3/iGpOAQPfLPeAq9rA+YNA63A459fFwCtPAsjKtsgDqh4dIQxvPMcAOANg69CZTnSYALJYr7gdDMM+KBhCXYDxSBbMFTJMr4LYCwBW0mvtjxh3ubyzDpIl5rNVfgQdk3GH9mWBfoCtR5EcG7N8iDzSBz0g3m92va8+ewjfkSUASOuT0vmJfEmNJABjiAFCDDwEHugKADmYg6wxef5w6W2ebFrATrDYAUAsA2P7I8x1BKVTsdMAJbs4bgqrtSfZqFxQMZ4EysA1gLAEnjOH7SMXLzVtgECZrtbWd/TKrWrb14eP7u4fXb1NvO5Of/gPFQz8gM7cVaeHjEoGc+El9J6ATz5IdKmapUzfDJsB2RbuRXpfsPwCZkRoaf3fgEuMggBNlAMhFyl4A3QSUkE4YrMksvw2IAaPQGYLiQOOiTgLGCRQZMGL667iPYGqMFc4DfnyPlLsChHkGKkCsPB++HSFBm++bSLHJQhs+xNRtADDP9JX/AuZkwJGbZgA8IgVw3K86pHO2e8urgSLZz/qOY/BbrP7cJBN9bMBpXqsbK6zX9iFiFCsVODWdoI7sXcCuQUL5F+oBgFq0BzkVZkAKfQDcrQO0G/MUZUP88JPwGdgwYAAbA4pU3xh7gvpto0T6leIHaWPQ77ym9qrdHhPLUPZTbD4exPgYXDR7GbJ7eHirjU4cg2B7J1tY7f4sPxgoNRnS1iPIIGR1H//IAH4XaeljUwP+fsVU0PZfHQAWMK7sATVDAetJZ2GZ1jPIuS2B+jrFdJrib+MSnvOrXOg30h4BMsqu+rnZ3KCQGxLasSHcAMaBlY64DQTre3u8aqqZPuALYFsEglO+SvUecmqbh0YAmPaYG7iYGh7zLsYubV9jpLbI7sxYFSjZAD74b0wd8fVj6PL/+t9f7n6N8wIo++jQME9wvlFfXF4FUAEA97WUjzroIDDudSYClOFjDjSu/f0S9+C7Vd32k+471xHZtzb/l3bSBpB+nuOTAHD87hE5FwBuProtN8a4ilWsriXbOzztTyNfAWCN0fheSd1JGdd5Xjo1rbmHjWE51vaBae9uV50DXO6qftdt/WjPQ2bFrq4GgM9ZvLvy28/vTwJ1kv3+Wndr0Te3rzmX1Twkpw4T+i0M36J/fIk4SCHR3nZ2+ngy7o4dep4vjuT7lPLjmZaycH8NxZIvZcrNzVnMe8MtmzjLhTpxVP6Fxd1uv1ACL+9/DhT0wvaef/t2wTY++63adX4PvsadRwDYS7dhL5XPKb91Lnh8nv8bgYCt/ytsxYXKzKn42kK84XdZ/vSyu+e/Z2DnWvnvju+C2TK8aEyOfX5Zfy69mZnF7u/e9UvlcTlgcrqG2V9WAHglk737m560CXB8aWT8E+/CqUe+bY5RHc+fE3g1PWDgYxH7ysCEAmRzcGwO8IxSi2earWzZliu7XLH5apl7mzD2Rms62naz27wG3fbKmEGLI907NZfWgMOqnD2gb+UPht3eBcjE0O7pw5HebL/fAqtOR4j27/mDjb3trH+P9LaybitY24NICPQ5WObzysZr1LOpYyOjtZ871+2xj84p5m+7vwRcatroCmyt3sGb/uVEcCnQ21pZ/LSDRxVwO/f9vwbnUfYR83dPnx3cq7Zw5AOHeacYB22+9K+ye8zWdTv8XQ98G6zJtM+l3LmclT3OoGlly1eZOo2v2b20jdC5j4kIG+BtzN60VzPSwASUvEd7m/3TSoZ1nF1v/el+1bNuq44IaDG7Ljc+xENYOc9glMAKnyHZUxm6jhqs5HhmgNw+w0y13r66waKfJ6v7BCihPp79yJSiAcwl443sn/gbZ2wCwEOQG2d1So/EyMP9rlMAsFIBW9csT8gAADDkYN1F4eBb+Z4WVAZICYwyAdIayMY9n3CAL8ffa8pxwUi9IYCpQD8C8TzNF5fpBwJMif8AQBLMANCWmLjjFShZzEvJ7EsAdgSdMphe7ZjnTiJtKQPbAptwH9mEBjCyiQQbADDGB2AS2YvUjxro1mjDLBtTckhjK5CsAcgAolMWAECrjuicxz5fOd3up0ipCnbkw8O7lnqW4A/lBRQz2oXzWZkiGylMxZ6l/bVNAwHIBMDyMRhy94lcGdCf7ehLPoO+o434mA0KeUHj0U7IrJ+rPoLGACwIXIKM5/ECKBRAGpBkgEZiTOL3OPc2Ni68SYTf0xNYw9BDADo9lTTag/OFNdZihWuOkyhKxgLYS9TPscH5x1Ef2Ncf4izgzx/hj6A5SB2tFOqQB20s02rTjzkdMM8aFhMaAA9sS2xibFRACuICnia4QQA4/QPPHU4QGfc38A02kgKCfYkhLRarWMZgCgoYtK58+qzNGZgH6mYZ2mjRebSuMS3R0wYYy15RNs+4jfHA5gHqFEFh6Gt8R0YtztHdxg2qvXvDhxqlD9oBMbit6MPr1x0Unn0p+5ZAJFP3t/PGMSYAotGG8EuZ8hh1kOnJPgboHPKxvWDcxD6WLiB1NfwH58HSlwrKq9V9YxPFC12KctG/nx9+uvuHn+/jXHLpnnxL7y+KbYA3zgyGnpQU0PKFThOuB5nZAHXATjk22Ojh+WT7ntPCs3gPKgzXOj6co2kXSr9PqWVDfZ/XMWb91uHFrVB5273XrnXNCLOwRmgjUviEkIt9JMeGmxYgu0U/UrbWIfhkbBBo2RKauonZLxlpLCWffswCdQ2bTsJm//0/YoMH5oCoFDrk9UmbB7DxIY8/wHdM/w1/ifk056mqw/hdWQk072ljhObikYHfdR76WRnC1R5smxX0pf9mPfBFZmJ3xeIYlrGWXsoX0Ie088nrWmn9fklZQW89z+XAn9qouH7P6JvXKBfMP6ljbb1QBGlbryBwPQu76m+PHWw3h6hsmbDkIrtxv1xl3bY4uy5OffHwUSR01oPh7ysfP1n27cuXl8C5L4Av35JbDSsJfHP7OgIobwDwUnFvALDEcgOAf9t+7eX9z7cCWo+WPd+qXd+XvjwXkPfUXn0tAPiImTsDIO7PcL7kGQBwCxo6sNbSuI0PtxSxuTyfAc894PJSgPgGAJ+280v1f89fzoDIKYCk2kovb/0ia730W5z/9suhXpJPWd/1APC69LG9I0jcAWADJPN7CBn95WX6CAB2G1og68B9XwMAt+D6JNi5D3NgrwYwZvvd04fmZ6bAx/kbIEYQc08XZv+2ChaMejnqzbn+aaMrZwLAs56vwF3cswKAFRSpgBICvv2cXQemUWadB8TozHXswoZqG2hnO2ZWUzH7meanC5NxWVduxLkEAMa9fTy2IJOBAcnlvHXOBsDzvDQFVC2CPX+30vNV4GztA/vVZufxouUy2xm+9Hkajfod/p4B4D6P9/v3wOJ67xyoWwXuwPhszN9Jzgim4zMDwKv2yIeP/dn7u8q/jrNlsRpvp3Q2EOOxVpARaYeVvnSu00AM2xc6B3CKn2JH83pkOf4Z0K5tBwPS7W8MKQIjYOlFUB/nsE4AMABfggthiZg/yCpKn2BwDjAA7jPzqQW0wVZy+yc7JuMZelaZM4CACTJ1RiJcjIGWFuhNEMpBc455BmrtqwxseZwJ8MVzAIyZmjkBYAa60a8AewAAo7kGgF+ZMV6cENub4OBWX7TxwameBagDLMGZscm0wlAm2Ia2GQAGcKi29jkAY2FgtNpZjADv9bgjuI+UswTVAcyE/6sMstbOBJbE6OzACcoCsAD9kEllqlWA7qgH/4VslPJZ4O/j42OOaA+Qk02tADi/IwMWgXSAJgCNCLTFGOSTKkspdA1ug4kM94wSCJwUQA6FC/Tt57yKwZaABcaSgCzmoqwfooqFyUOwg/2BvqKbaJPPTAY4AmCUeCrOki8gnEEi9If2i3ELeSAOg+HC92bCCpt9fffr+wCLHsHAg3KGXmDMOPfF06GDtBXM01Efruks7WQAEwAWCxbnnRIoHVIyt660X5iQOs8YRnnckFEWHLZ3pkuOcRZDV/6HIG0BgCELakEG3LhRptgAzxBOQLEBKvAjKCtBYAPAbiDWA2Ykui1up/0F/UwaH8bIawiDPnW+pO0nQN6B7TwvO8vwWcf4aaCNZUW/yKQtOqlUyT/xbGdueABbFvqEzQSRBpqpwCETylTgp/REuqfU1MoyArutgGZbc5NlqTkKPwk8opzQtcB/7/7xjw8BAAvUxIdnRpcx9KoCPtFnSBNwJHBYsgfkuqzrrVNjYNwi04FTHeTgtCoSv+Y5yfSJOAphuwIjsAopwBfGL83fl7bOoJ/kJJ8D+/6AzUP5LOXR5u6whSynzrX30WZc9pTvn3VN3b5Lu7SecVNOrvnMHNY4rAHgfi6ubJuAdTT2f/zbow5CKACwdKLaY19TUOdThhUA9qZF66Sf9vnc9Fdl45S/R5sN6Bp0rt/N71Cwt7oRDTpe1xfWZ49xfS9umznOAIDr2lj2lf4/BVNtYV4reZ2KtvQNVXp+XmvZblZlNLtK/6P3wu2GWulan7N8n48JsTzrddfr7/aIEm2ejV9Ohgequqx+v/Lxo+Jv37+wBFYvBC9c5a34CyTwzezrCPht3vwq99ElwUOTnqmsc+R71L+jthw8f8RCu5Z5e2755953jsjW/v/0kzcA+KmS/T6eezn/c17g8eWkcORrvnX7Xq7nl5R8KQB2Sdnn3HsEALeAfQxnTXHYpie/ae1Utu+Ht4zLuQitnPsL7dLXtpdS7Wpti3arV0vj9jwA8DkyrffcAOCXBYA7cJm7mktQBeMw+9fVC6PGa38nM7VweoFdBR1WuoGUf4M+tNfBcTdxD5JsrGDTh9reAahpgcoIlmbw2IG7DpIpMFaXX07rVmtepeOrcjh3eef79uRer3usahBh5WdW962Aj9qfFlgszLhTdnoMADsIuD6bt/mhnAZnN2k12NMjMdL6ZwZ6DjeiHAzQHJWY2zGzb2etNOA7MjO9Y74DwArkdNsSE6j7hFoO6piB5EHnshHMIGS5GjSCn3cKO5RTrq+mqNb/CwDgGhwz260GrNX+p61rZv0912/VILLql5AYk85OmhHoe+d0fnOGAbFgenB69l9DIHrytxXcXfVhBSJbbs2us92jb4AejTYBAK+2cwAFwAgqemeG755cW8Au+zP/vfLtkvPYJrfhp9BHBjRb0HTUDbRbZybm+aCZ4nZVTxu3PFtXZ4qCRdjrHkGbHoin/bBsjKfWUji7FylXDajqjErZDwLliIneB4POQKrBoRl8YVAZYFUyCDmOyWKr8qMcfKhwYVRafgC48J8ZgNwoAqYWfAdYoExXKoCtMsPdHvZxYgVbjrrefXTbVAK8ItNdAggRWIN5UcAcyLgg/SHFNfvlVKYNqBCDym62zvP2b5yb8yzQV68gT5X5AemjAQ4D+CEQknNy0T0FvA3uqk3WAwDFbf7wPI85Pe/BswIMkZY7mNoBIEjPNFYaJ7Na+1nJ3W/IjwCIFatOKUmhbZQT/uW5pADkHx8jNbTQzaZH7+I8ZQLAwI/IzkzWeq7HfYZwXXYRpAJzNRlyBL2zTwK3xrUUwTWe56sxEogmcAnu3+avMhPEjAY9BMJmP0mQLz5v7uNc1jwjGGl7AYzyeM9kDBqoQR22J8gZcgWIhvIAYDd/QDuQ1jy+/3T31799DCAYoGDcy7StneknTxttCsCPG1eifrSFzE7KHgx7JkMWcF6WqnXeaCxHpIz3po8o7iHOpCVgFHbe7UcpjMnAJ2NZaWnx95yann1i+lw8n2BMW0clEx4yg04Y2E4DdPvwHJ43I9m+BeArdOsnnBUdwDxtAv4kQWltUEiwP5mL1N+i6waYuUkm/JbbL3kIOG3+PzdvuZ3w0+i7N6dYl/CMNzYQAEuQm2zzrFts5HG+x3Pv37+nvLRBoWcHqL4d9gcADwA0N9aAEQybi9+wP+Ef/vD67g9AguNje57nXfhxIKdK347zxqHL43wEuXLOLesBlRl9DuMBmCp5qnX2K7RZ2MP0/oLbDAia0TqmOXab3du+6c9XID9smkCd8A84B3pm9zcfmn567rvmmS5R6mWZD+EXqCN5D+rBGebtfZGMdp0FrI/SQ7c1HuejAMjze0jV88jHWIf867/+evcBmwsxT5RsFR6vui6D74BeYZyQktwpoL3WNYNa7dVAIOsGdbYAwC5b45V2Ah+U9uFr833VVvq8PKYq5juh5x/KsQvXttoOak6J1fcwS9HrEK/PZXsja1f2DWbzeOyHU6Vbr8Sy7wBwnSfn9Zm/q/0Qaz/1+gIAuGvV+NsqtTTY3x6PVlfO3ej3jQG8J80f5Hp9iflBuvyb6ub8AvfVGn8UQWse9QhIObPF3xMAfAD+MvbgMywW3T8CXTmdXyi2c8o8U9LDbZe2Y65jDtTh+9pWL9ye0jYtFJ765O2555DAy/mfpwUiz+tTVZq9eo4U6yXbd14vvvZdK2DjWwDA1X/s6V9LkbxwEHXqOlrfPAUA5olPePELFXKKNIJUk8pwsd/UrAPAw9S6AwC3xfoECB0CK2cozcgQ27GDWwpoSvJS/Z/19WsBwG05Rh3sYzoHgHRf34gwM2t7+9cA8FhPr6v2W0HjctYWI6eZcpXBqWMA2PdzrQTbmuz8WgB4NpPZT6wAFga9dwDa+vyp+/bMswUIfmMA8JF97GUq8Pq5AQUb3zlKahMAnFLibsezp72bzzM207dvaujBpBlYroH1+f49BvClAPBJl30hANz1tp9zKLBGPuFoPjyln/W7Flybyp3931xfD7iPPmgIjNXgeZY/s5RWAHDtZ/dTI1B8CQBM7zb5nT2/oIBkZUQK0HAKpI3ca3QYTMYe7QAAIABJREFUTxagrI7TkTzbOuFgHOa+AFigT50Yoq08AMCF0WvWI9tWWKHV19U6Voys2RfUDQuYpxjMjzYhBS7BC5K7AlYiA0sAsILFmEt6OkoCEDnnVSASZUHrCbQksFKDzRWc6v3oKXU1nkjBquA60qeirBroJfiTqZ8JExc2cwuyZ7rNFqguerUaXzIknb6egE4E5wGJF5Yb2H4M3CNJdJi64vIJctLOxVb1OhWpk2u7ZU8I4GONE338oE0VBAGQRpZB+2CyZcB/CMCnP6nAdQ3CG6SiriSw057P8ggGRB8/xHm4YnoKJEI7q/4z3S3GnPalVLqeC5DCWYCd0txC9gL5nBZUAAvASbEldXYz9AgAML6De8X4apNByCCAVdcvYM8bOxj0IaBWz0w1ANzmwfTXrQyCBAJD+EkGMPrg+P8MAL9hal31U6AZ7gW7Xexd6ZxSssrmxHJFHTj710Az5RHfg6GH8loKa9wLEJqPRyroxxiHSAP9l7/9GnKK8qOuuy/QddQF8K+rFjJFQ7cArA8AcDJAZwB4nieqvpNpWDYAmFUIsE2Aq9Ike4MHnhUoLFGq73m2c3TIALD8g3QA/9GHhK7gb7SP55JOgAv8ycdPj5SpGem+B0Ar2sOU3axTqaq1SSJT9GNjCnQxgT1tVPGZsz2tbvCjkxWuc511T4LWBKNUTvNNobtM+40hSN/j90wC02SDJwgd/UP6breRZSdQRr8EMDbula7bRiRHywv2o+cjPTjOpKa9gdUNhdWmoTcxZ/zz34MB3N+DDd53MFpp1tE3gutkyEuX5010+rsMKu9yiuhcs/Cdop4Jr40HGHP33zoxbADxppzhPbzrj1LN97N1LQuAf9xckm2v8x+cbU0ZXX1+k2UCwLBh9h87XVJ3KGunec5uIw7xmMcUtHkDdp7+00fq1D7KD6pcbYABE12bNP793z9HCmhIMcHNfP/y8/MGSZ7RnPNUBYBX71noO9PqY+NStH/w9wZpc44Y2d4+h31cj9Z5qY/MyIgdzvpGH0uwxYCsNw25jOZ7FhvRLFdqWgGAPUYVAPbchT4T2M8+6rkOTPe293VjHUuX3cZwAQDPIO5Q5g5I3MZ0WlPietuIWgLx3DwRdgPtuAHAVcI/4O9PfSH8AUX1Tbq8FwB/9sacC/jOFR8xZfcaeqq+p5Z5Sijn9O9UvXhBXWBCFUA4BdLOQMNzA7pMmehdclgsHeFbKavnBIBXfSrzzpNU9gYAP0lsz/bQ8/mfrwGorpT+a9T7bOL+JgWNzKEMmDrws0ir9FKNXPmPc/Wv+r9L2tf93/wCOpYCP+b9/RVABQA8fxiMTIbN4Icd/Bqcruqt7e9hvA5APjnFamncapwvkRXu3Qvi7l2/tPzd5cI0EXyv69YZQF33p6dXm78/9/k1I3hVbvV/W/841zcDrW7fwBqCvubEXndAjxu/VG8PAHaGHAMgLfXW6J9dbg3o13Lcnhq8rzL09dUGkcaGQvvzoaNy9sdn9g/lTMgp4MD27wC7R/3x9zPQugFWD1Ip763D9gHY0a9tgdHpbNCWyq+zws6x/RmcPWrnfP+qjgrM1vmDgXMGhvtZwPPzewzfGaD8ksGWXSZybuypzxmMqUzgU8x+6iZBL7V3D1ySofXg9Cm5j+3pNroFNs3Ey3umdYAD33OA36kiLWvOGQjcFoCyBlyrH5+DjdUX+SxylFfP912d+7vqf/MLOQc7FfR87wogJjhY5vkasEbqvs0aJYFKXvcGr0mxHehz6r8NUFKAN8uw/mx+IeU6j98sb6YCLeAkg+QYl3SUPkvP5QKEqT6mM2SRUrYz4Vzmxs4S+KLsktlpkEH+vLNKcU8da6TWtc+U7NnzYfOCgUmV1ee1GdStulfHehWYRVBZoBeC4QBwEGjWRiYzlG2TTKna5kABfNaTytQCaIu/yWbj2aIK1tdMAy0Yn2PuDU+0kzxXtcku7VBwqBhZDyGv133CEzCc06p9DtLzCvtk0tT2AcPuPtqILMmyCX3LFMoABOL3yopv+mGmbsoAYwYQCCUAQ2p2HZU2n0OQV2C9ZAVhoHyljzYYg40A1A/7HGKv9m8ClRA7F7gvlr3AMYCaUVYCb7IXtRhgGxiDKifOvAz2IgAqMvyiDUxjnGAazsHlBoOQqVJJj2sUtFtn9sZZxGCiJzDGgHqCO9RnYmb3TCE7kYPZJjHMJO+PYMHj1+j3GzCAWRYY0Wiz+gCAB6mXcVY12OjuH4A69BmP8yziBDRse0ztXbINkNGHMcpF0IcAmT8ivhVy+OsvjwFEQV8jLXPIQOMkhnW0KOJKUQtA8fgBgJZprAHuRdpwbByg319sbnG2g+oDHj+E0iUA7DNxJVsBow9RPkG+PP+X8o26wYamP0sdEkDsOUZjoE0FuKcDoiMoqzNQAXahHJZJsC50Aymz0WeAXGUzpeY0yFk61+YUXKOP8Bui2glmc7cX6KAAUG1ugTFq44ZB13Yzf0ldyk0NaNd7pk3vushzWwuw9xnnfYMxDHAnjZztBVD3KQFxr1s8b5UNZvWsXqQ25gamBJ3BCpc840zfsJR/+S/v7t5kml6oBPT3QzgRyOSBG3i0+QKmg40Hjdmf807ra/NTfS3CDQC5EYOSSP8+bwSV3/d6U/NZAxwzAwBuUVr+somUtukzs7nvg5uP6pxZAWDoIH1byg59NGOWdomx34CMGOcsmwBwbyfGEJZvM4H/4e/QP/iB10j7nhv4olxnJzDQyjkNm15gp+mbsPEDYCRk8Bg6/af/c3/3Psb806sAyBMEl4+V0cOvjesr60dmU2i+t8tVfdV5wU6tbca5y8Ioon2aAzUn2id740X1p82G2f6MPeV6sQKzmkPHTBN1zeQ5RhsQOtjONsNGIG+u/cf3Uuuh1wlVJmI+a76mry3zM+4HIMzNV7zPmQY0r1WdHdc9x4DxKRB49BHo2/rsX8tmAwDndIINMW8e4M83q9e5itN/X/n4ZZXd7n52CcyLm2ev4FbgVRL4avZ1DkC66sm5SOPGc50AZp5a5ilJn9O/Vm8NwWehBQBekZWPANhrAeC5+bOI5vrbxHYABL8EAFwDwWMSjctNobzbX/7w7YmrJfB8/udrALFW9oX9cgl4+6wkcCqwfMTwek6J1g0srdwXBKCh23gR0uc8AJjBTAR2WlBIL3bVjzJskJ1ZAcB4wZuB5xkAbv57Ao6OgKSTU+CCnXLp+N0A4NMS6/7ylD49BwDsdqgeqaPTZumsufHDKKouFZZKv0/lXAoAt0gTns0qlxvBSqCKL8TfGAC2bGzH8zy39160Nx86gLAH1K7stm4k2QtMuJ03AFiSOBcAXunxuYzfJnOz8EoAsn2XwdBdb3AmAAyg4ZROOUj/PQHACnaNK3sHvWoQdQ7oyU8lCDQBSPhuZvlW2RoA3gN/6bvK/DaPy6UAcC1PQcoOm1UAGIDMxnbL+YkrpnIN8M0AsHQcTMQRNLfcRtChg89V7i6jytvtcKDSAVEAwCp7nC9awLpsBGxBxQgkIyiOtq9YrZZ9aytZZS7fgPA4QqcAYN05bXBoTLUEEgm8CTTkfzHVNZDbYGPqX625+nme0zkBwALOxTytAJ+DugYf27hNPsN1AYh5eBCLk2dw5n11QwoABoFzPf2u09J6LBF4J/iQbNjPHx8JlP2cjFYy9pq0itQD4GgAcNygNX8AM9EupHjlUZrlZbutb8uGiTk9etOlKA+gmc58RPv6eLHDHP3wcwCDUCf8BwGz7kfuGxNSwXaDHv1M5QQHwHlG2lqyngWOIG0pa0SqbIArCwDYcreeA+59G0AVgHLIDOP7PhiKkBGZdHnGrgBNrO+TDph+HQAwAUVgSQC78j6dkwwmbqYejz/BIEWKbd4zx2MkiATIgBgFME1QHrJRv6h7fi7KA1hZMWmwmzGegiuV9hv6oYe1JsR7DhmhtJOyasOYxPMQIXz6hwDLfv31MR6DDuqM5k+IfQXYQRIjmK94/4kaKgCMseRZ2VWH8mxa20AFaXAN98MOAJQa8COLGWB91AMQ1xsrpP+pSwkCC/SNdmWK9r5JA+lbcUa07AjA0wwWOZ227RY/fRYxNhVAgti04TOFIdkKAHtDAsvGWLNp9sda3wMIbT4pQfR2bnD8rfEQADyD5gaTzTBHeQCA0Y+P8FEJnBvs4lneAAUJdIaNJZv03ofE+mjd9DEENAmEamPZfaRrrmcxGwDmxgroD8BmZASIch8CVPy//uUdbaczln12OAB0nc9NHaV+yd/1VMPlvN6W1aG/LwlQFXgqFe5Gs10rSdZm/XqdDB9hGyHAi00e0/oAG18ogmgj9M0f2YhsGqscA9jtvcZAIGRZDRFmmvaGyxUAngFi+AF8j/s+QH/5fqT5lACwU/ey3QLQ6achUswP8exHnMXudSbqAwCM+SX68qc/3d/9Gkb9CZsC0K743TaBvx33MJBbwVHrbBNI/CJ/LP3um08wyDpOxeuYCvR7buU5xMUnc604rf9QhtvgtSTqr+2SD5jfa9XKPheJXe1r7b1rKmv1vodrWNeY5Sv/MQLAtT0VANa4IFvIeBa228z1Ajd+1O1Xve21/VXu5zCC53uqjPyePVzDxo3XMf+9DS2Iig8ggtqc7e9XPn668Nu3Ly6BGwD84iK+qoKvZl/nAKSrnpwL1s6o6W+YAfwFDtSyyH7cAOB1APgGAF9l/t/84efzP9PCrbzQPl8nTy1l1gvH56v7t13SEXDxNXq3ymBwpH/tewdopoau1jc1GOBASWUY6e0hC0q1wXsHg0N4mcTLRKtnCwDjqzllE9PP5VyJndp9Z+bWQ9ZXhLaAL4FYvWw8TZ+vBfRvAPCeJWA8emqr0xsKng8Atp45pSP1nUGdDJi2F2a1r35sBwqwTAH2lppcz6xSgUnPFTjh7vuikjMg4Xo3YMmEFs/l+LnVCzvNdHp9baDDKnjkmGgRwiUAMOra24BxBOAyapr235n45XzeA3t+KgB85LctvjmuYsBrD3Dtz1lvzHBY/71qR2XqzuDstj0q4VwAGAGlDpZ1xawM365b/Ry4CsicSjvOuSCDfau+/YRcmbCPedlDwRV2ZdpZTUlpcAnPXwoAj/ZNibVLDojXe3xta685ngsAUMyMcd5yOZZZC/Yj8OVIcAbRdSZiZ8TU9uz5GfsnM3fnjARjv+WHWwCS4IwGws+v1hWSezJYWgC6MztbUJaBQacexVmrAAFQfgb/CgDMFKr0G31W1/1jIHBuz5wBYfYv+LsxU9huMB+7sjmg3cvtrFrqVfwja5D9HRnxam/OHwWxqj6ottfBcgT6OZNgLmjAX4CDSEGbayfPkQDQ8GlBX4CsIT/UilSrTS9b0D7PLKbuYS0lIBD+gCmiEfCP/xyoRtkIVDc9Kf5gDIaqnwz+sk15rh/HMOfFL2LuGuCp55/P8+w8jk43j7YBqEUHfc7iZsNDjB9ATKBCCkZLn5ofi/HCNZzpKsQpxpTMMrBCUT5AnJATz5NNIDhBBqCImILM0DcAbLu6x0aUrJeACnqLspNKjP6LGamzd6kjCWIT2CnnIdazsK2RSFYN8BfgBJREAXGl8iTQQh3u57XyHEYABWTv4TrAD1HqEPD+KUAS6LsA4ADsaOPSG5yNWccBssEH41vLBaiFegkCxffvcdYs5QrABQzXOGOT5+cCWOkAsMYGvqSv41HAA+7NFwP0FcAvUrAStCeUhFrUlgbApIAkSzwM8DIYvmF3AIjMhvaGDIyR0lILNOQZxrABMH/jWWUf6httBBQC4JdswXqm7dlX5LnaxO6RFp5gJsDG4J7HxY+h+xQvAea+KQVAN1JLizVrmakdlj0AVKe6lc8PxlxLW610x9BDpXV2RhHJi2NFwCnXl8nsw/3IQIANFWYm180rvD/69PbhbQBr/fxk6av+McUtRgSAZo4Pxxvlhh6/f/8Ly+bZxLmpxAAvmcyUmWSM1NBMZZ0fsdgFxb97+473AOj2Ri8853ZIV5ESers2J7Mdvi5aivGjTGAP8fND1AdGNwHbnHPkquBDlQpcKYfj2QThMX480xd+MYBE/M45KOcqs/CpOwSSkwEMccJ507ZCXlH3z2++3P3Xf47NE9Ju2iPfC+NZMNCrfwUoaZ9jBqf9LVmduYyYN5R52dL8TcoXZwPXeRiXPYf43ZTZK+BTkLYaao13dp0usNngirHivdDttEXPPfZLlGdusIA+K7E6a8a2lubLWFcBgK0TeJb7PJqSIPWu36k0r8E+P3vd4A0l0IuwA22s6eCn523LET8xXSMbGfwM2MD/8T9jQwb6ZPly/utRi+Z/cp6uZ0tTSbKxHssKAPNsc6/ros1kint8LBktpCSlvNfrWqV61zxe1zVVbwwI137P69d6f72vtYVzRa4zSn8g7xX7Gc+xn5B1+kefn1zb6+fpizLlu8/zBQDscanrz9qmua32B6s+tDJIEdenbhqcZcAyzJTG79C7uoaAjoT9gv2LtcINAG5i/TF/WSnQjymJ77PXqxfVF2npDQBuAbqlfAcG8A0A7hNal9aKAXQDgF/EWr9aoc/nf+ZIaHZhunxdx3qwc1vOs1Z0XTO/w6d/RACYi+VUmWsB4NwC3gOO83z6TADwtarz0gDwteXv9W8P6LtWHs/1vNkHvbzzGcD1BW0O2K/b18GDGQDm/YwKmhlsv6e3epdfX6afAwDmi+nCxR6+X/zGAGCPxwzIHOrRBABvUh9/JwBwxoOiO8kcKEH+2kffV88So+odpIKu50ZSZ5IRNgN/K6DW99d63KYqz7nMvbLqs2PKNgFi2yBRB7cRIK2fzYacSL/HzzSusr8OAANqYfyvAIIOlBE0GxK2KsDI/pdydW22dwU8jwBgyTTLzICcAlJj0LHelx0b+08gZQysqfsdAqrAkAHg2W5mYLc+j3t76mYBNwy2x1iR/Zd1rXzckb3OwcW+IcYBvbJZwwAwWTE6o5GMJQTEM6jedAvAJu4pATzc70Bh18E+BgQpyJjKtIxNhuNYOfAq4EtA1cys6fLtG3wIXGRgEIDSKiV6tWPPTw2EKrovIA/1B/MoUskKhxgDuwBsqD+FgVVTiFNvRE/lffcAcw3YE2zsfqWNY8rTALBTQoPBq/FHqtgA+MC6SeBkFZBt81Pco9jtCAAL4O0AsOxAOud5E0CSwcd5nWLgCwBwZSUifTDt2EwvgtoK8jtFch3fNgahXwAllZoYDB7oXbAgI6UjUvD+3R//LoDgAPnea+SRGpqAIcC0NMUKAlvPGehOAJjPoR1gfab/gX09BCAqQEbpj0e/AVAWgBj60NcZtl9AJRDlkP6ZwpReVgCYAFumTG0bLXhfT7X5Gll0Uke42acrOn9rAFf8DqAMaZVhmmR3Uh9wDiwAMqX9RtkI/T+SCovyXpMhhYKpariF7UoQPdctldHL1M3oY9yENgEYJKwbBbyJlMr4QMfoM7LFbdMr/a0AbIDp97AFjxfAP4PuCQ6hLMrWADoaGRgqxGY/TB8DYDMARAJO8SwAiw9x3nMFgMkexnNRFn0/9f1LgMAf734NPXofMgEA/irSXYOliDYCmBYwqY0KkhkarE0K1g30Rec7C1CsOiP9BxCBcp1uOudVMxvz4B35wmRdp007TTOYnZCxAWfPM5R/yA5gsO2QbF0A9wE4k6GLvtCPA4zVhgIDwGblckxi/MzGB6jEdOLQ25CJAF77vA5ao18EbON73Kd0zFJUtpW+U39jE0NdA8CWqScpHygD9BPPvI/U2Rh79YvIvTaEALiFHWd/UO4D2eLKuCMmus527+8c8rnMZJFMTcoEeoxxDACSPpJGgA0Hn+7++O6nu3/6B/ggjDsY4R0QdKrlPo/3DaLqr5RaZ8hqkwOKd8pjSYOaYfyQduuPN5zi77rRCL87lTZ8BwE72wrnD2dx6GWx36HHfBZt44aiBOhzoJCZAO0DC5j+Ez4g/dAMANMcAYCzXtXD8gAUwr9r/wpq5Xj1zYZxHW2eAGCPm8FQr0crAOzecO5Ay3Cee9jJv/7rYyQqD2PHHg0caZBCrCmg1f8OxNpGKNsK8rIfBvK1Duryjo0uPF+9p3q2Ta3SIHsDjsev201f26AunvmLjT5lLSF5JuCeAq7vl3UN1/Q71xRzKuR5nqbGYc6DnMra2n663l/r9KaweQ3t8rqdWR/6Os/9qT+rPEZN1V9mEc9+dL5XKyDMulJE+RmwyCPjwlv4XPgfZBJYSWJV8861Kx+/oKbbrd9CAqOyf4sW3Oo8JYGr7e+pwK8btccAPpfhe239L6EeWGhuXingRRcA0xPb347seWFcqryrLyV1bQroWugKAH7O8l9iqJ+7zEvt8aX966Xt2ZPH3M7zy31hBV82WMufcz4vBVidU/c196zSrNbyvne764GPU6C9FuX4zPq2TXFbel9S3O4977u1M3/7ae2bAu71xc5PPZcOrca0vbjsAESX1r0FDsYdopfq5NGLyFF5R37kaPzaMmTSkxbsTbl11uX4Avb09hlw8Uv9MBMuiiWnpl2vL6un27AHJI8Msm0ZvX1NT5up1WfH8vdSQLuMGahb3V+XRB6HIcU5Y/05DsX863Nu4Zxi7Wi8Tn3P4ObGnvs8sfr+SL/29FfB0K1utADQ1NA9Rv8R87cz0MYCj9Z9XSdGZkC9Xks8AlFXz3VwQ98quKaRraCTg1BPqU/ljrbgsmsdR+33mZx+xgDvzEyBm3GQUO2d6k7GkLXK6s1yhnkp7Y4y6QBw81sIGCLY5XR2ySzp+uhzgc9c52TgTLLvTK45QOXvHPCr9l6fW/mveo2AXvkYrJH8CgM459+9s3yb/1jMfzXlc50n9tomXekOB/cpSCxgpn7qGJtxYWaF/IQ3SCjw6TorA0TlbYF5AAsAeDUWnZnWgn/Qh2iQsyH4em07zhZV4FXjWf1HS5XKOTHB18lGLIt5XV/txCkfrTMEeozPpBx9HjDuMQBczyoU2JLgAYPwBrYVWGfK10n4ToNM6wKYQYBHKV3Vlm5KBhTdHzOfGaBOtuG8hqg2VkhRmXY0AQ/bKtLgTgCy2tVZTAyWM8WlwFF/BCwlGJHtaXqSqaZhJkqPGaAtzr6EjFBfY1Lav/T1AwAcfCxngEWfk+2I8n/++R00nY4FJDjKH+lFU37MXpAAawVgPf8RiwfTzWhV/A1WbZUjWKQfAogCM7eBvATuIT/IwP5N4FzVYY5ZJ43xO5SBY1jBIPwC9mN7XrKxreusajCvJG+Ne5e7ZT4G5MGWxBhBKinPlnkBoClAYY9ztC7qAyMajGev97t+Jfu5+GO334AhwHimUOY9SJmKusUOBqDmTSx4zvZA2RO0wthmqlWetW3GuKB4MlKbhuktF+WYXUmVj3rQJaQaV6pZsUIB2KoeFWBdwzVvONF6AmAqyYd3f/rLYwCisEEBwCifyR9SN9BXQMaQHwBOskfB8EsxI81u28yRtuz057JlAcA+R7PKowKwpcvNHg00GzhFaux6ni7PUy2bHi1j/AQAyxTWBKflZ2yb79+/z7GQThhchm/RWAfInRtN0HaCVfCzyLyT4+i++W+kilaGArGgmWY27YI+MAHg9UawvqFGbFT5VADYMwCFtrxOxjfK1D2a93gGMW1Z/oM6kGC/jzLAHAd9xcebKLxGQLr48MJ3f/fzT3f/+T8BXkLq8ZgTsMGH49/nfIKO6d/ru5hvmc8FruNr0I8ZHmyu1NnMBgDfZEAyN0BUFnA9r36e3xwXshWZsQumsu9FlgKsX+jz0seQUZ0ArZjn/b2ZzybY3NjH2VFs3MAHvsSTZ10a+f3e7lh2Kf9Jf5X6tFl7ZdiiTetQPzwG24sf//Zvkc2A6fJhf9vUw/RFZS3e7c8b/zTfkuEM/5ugup+hDnFuCYb7I/y10lZ7HNBu2YvSPxsU55ne6TuoLy0FuHyhdbVtZMtNCdYPALTWzzqP+7mqR6vf23oyv+zndotF7U+7j9No39hon1l/4pkVo1hrqXFhuXpfHOeqcd28lzb6qJ+y2ZibuT7EWiGYv/ef7t79nPMaZxEw0Y8iMAc1Xfn4UT9u339jCWwd6Ddu0K36QQJX298TAczuKXcC+DcA+KSm3gDg36chX2qPL+1fL23P3qjM7Ty/3PMClM+rDTcA+PcCAO/rRTJaHKSqN54BAPcF/hpgm8FYB/79swJJI7Pl6fp+DgDsF2gHcb43ALi+zJxj00d+ZA7eHvmnuX4Hn14aAK67nWdQSG3eB4BXAFjv52UAcG+HIgRjANMvqj0Y3AK1WeFTAeA6jvS+CdjUF2kGnvEyndJg+w4AYPf+OeZJB7hZ7wQoOcCyYlhKjiNQPOvlBlj+jQLAM5hqPdxLnTxfn89KXTF+Z5Cp6v9oR90KTtVf2bpmVVQ/caoNe+DxHgDscru+rwHgFmU3OLd3REEygFd+U9dK+SgLMbNM2cuvMxXxkV/c+77a7QDSFNqNA7uzDaDMOnY1SElGXc7NDiB3kHcfAJ5TNDf/sbMBqjOC1UPXtR2n/v2oG2aUmCsBY59B/vgbAEFh8dYUzvV6ZfaqLWK2Vdlh/MysZBAuBnUY/wUA3O0wQdAIzSLFqTeajP7W4LIAYIhuWCaBDYqxy/PuqjxWY0wAluf+9vS9Q9ByYgDPqT5VZq7XmiwEENB2K8XLvrac8auBFYjler1xD2cY17FWwFybWqzP8/dVlvWeOk5g1bLaXJS53g7y4VzLzuKag9HWxQoUu020mwyOAwwVQFgAYDI+3S8HxXXuLT5tYw3/QMw/0qJmW3gpRH2PdLb4CcCUtoNAPgLBeVRDC8LnOsGBbjLRBACrLoGz/t0/4Xs+IE1w/GtAHcHfGGkWOY53ZXIZAB7WDGBgMj3xI/sEeIlno2aqeZ7NSMAUbUKa5A4A45rlZYDMYIvGVyAy02NzcYLt/Wof/McHpDAlAJx2g/GIO9CeWXfEXOxaEuSwAAAgAElEQVSbmNhTtlOAHj4fAxTtAHgAcgkAEzCBnBd793zmMYBi6AYYoQD6oRvcEACdSAZozZ7QwLJSP7qGdRVlluAmwD8w0Hlud5TJNhmkAgCZGQda5phM/f23Xz7e/fUv7yOtrM6AfYXnIBcwf0MW8ST77FTeYrmKUStdgY3kJpj04exL2fQBkNIgdfVJ87m4bTA4biqD68n0H2bYr9aKbGsRPNoEANi+t4JPBEpT9+0fIK/K9LUvQp0Ed3NORvvrebJ97oNG6Xxey6OC1RUAJvDG8bEsvTkg037H97hfzOnUDYKWYmHfv0V6ZqWe5jWAzVFWyyhAfU3/mLRUgthcq+ShSDkniU2s+YukmLjvD5FC9r//t5/DjAQo00UmALzxg2lCXj6392f6D6RzHm2s+hzKJwEsDYjmZcyZZpLWFPzVx4zzkzZjuGzabCpT9+ECOnGMAbef4EgFprXXjfY71HUAwExR7nm9zEsJ6iujQdVY+WW1vn8ICzcGvtqgOwyoy+8BDFdab32c2hkqTR0GCA0RYYNA/GYGcGNFe65qaxhtTpJMpFeypREAjqvaJJHZO6zb7RzglBk6O28WxPqEqcULAIzxgw/lGFDfOqOXftj9S5s2K71dzw0Z43pq3NDoe1exA2/0uEefW/aHfC8u76x9nbHObOM6ap9nxrNk27NhnGrX/F37O8H7c+Mqw3nAoacEgLkJKc78fYdjIjC3cSuFxj4K3kFw2lic/OXKx8+r5HbX9RIoKcguKew5Ai+X1He79zIJXG1/NwB4KfAlw65FK0sI84ny+70DwN87AHWZlZ1/96X2+NL+9dL27PV0bue2XAUZtp+nA2LnS/3pd14KoD29pud98vfOAG47Y71Q1bbzIsQJGCuYv1L09aDrGJhWEWZ27fmpFQCM57Bafi7Al+0oge0Vp3M+A/hSAHjvzN7n0sb5xeTcFxXXv++fMmiUc+6RH5tf9jpglC86O0xgt2Prh+239l6PxBzAhy9+ub7WC+FqJEeJr15O12NyGQDcy7D8+hU0cz5784jRe/T93jg24KZEQc4FgCtAvAfIPpv+TozgU/OfdZCsgYzmOIiySencvp/HHUb/hFfu1K95vrIO7gGxR8zXVX9nQFX+suvhCjTtejDq/rwzHvfVwC5NJwEb+dcxuL7XPttdZTGpnRWwGG3HZZ8CnN3PEmsbmjCDeTpv24G7cmum+GvzyAQA9w0pnd2jYPNorzUd6nqjyNjHlbz3gqyoaQUmaBxGHZ3LcBpZy5zjyvarA0wFmUFDA6EtBXSmUnVw3Qy/ud46bzd/UufLAjBXPzQHoUegSf3abHRIRiD7Q+pNjgWDzvlMASDZXx9giPKm7wRWIXhrBm5nkSB4+jHPHjQAXNvP+ozYJrOo+1OBAoiPjpvQNO84gNzP8K3rb6UHXcnKG5RWGUIkkxKoz3EVYKAxR5t5Fm/aoMcSegIw0gBurzwBiGRzbebDBJy7nejJ5ocY+I5xygBy7ZN/r3ogYHgdjPV9AFKdStxM0tbe/EWsPQXLffYnz+IsukgWXurGdl5IWYFBCDmGWCsD0nKrZ6mq3QAk24GOW/3lRgLP+ThTF6A9bBJAEpysgtEEq5iOI8FrpPZNYJLJZAEC4CeSyaYtV1ZXt1HJAECI7QMBdenEdn5jOwyAkPEooH7Qh8ZKyzSjoVs4p5fn29K+OhiFepo8crMV/I19icCuDvpANjzzMPtU19F2dQC0rb9mGFfAilLJ8ytt7+g72oi24BnNZ+NRGywzRdLY0gDOwHamvFpTmzhg4wBwa2p7MoCjoPcB7PEkUoB4Ua4BaPQN/tyMctYbDwFYMfDR+ycA2OCyv+f8ibNxoSLBGoMyPMZY/fXPH+Ls2ajr/qGlCifTMjfbfoojDwT2il3Kc3abrDM1uFmSyXh1ZwVk9nOvfV3AeWw8Cb+C8swwNpBqUNZzsurTGONeM9+b/06wmAxaMBPJsO711vtmH2K2rsHbx2C/44PrAIENYIv93JnAdd70fGcbcjsJPOYYSZ90PrGAdOu+zkomiB/XAO7KbyhVM8A2jAd0AWcXz4xq/I02Q3YaYzE88X7ZN00s5n3rLZjdmBOjbqSA/uf//PruXZytjZTqWOM4hT+TznIccrMaNiM04FZsdrT/Phj5DdAkrrx9Z/JmPjyfReawdJnU5BHahJG629YvsgczUH35CwHvvmYBYMu016FrH7AeBaCdmRm4IcXTHwB37IP6mKBjArYEg6N10CmMw5vMUFCaQZAWH2Z9KAs9bhoojGLrnpj1mD8xVtN7bPpS73VH2mdvLsH2rn/7f6NMHBHQmMK5rk6AGoYtP6Xr9jPSNzGg8cFej/s8g5rngydAjDXMvFl4BoA9P/Z05862gsWL1upmAKMuZDSh5uREMWw8wjyVawXrdrXR1dxe7azJFOMEvc9/kQqjZ7owAJyAN57xOO1tjN57P/b1OWV59QG1Tfi9rndn/+O/T/203Go5OBcaCQEA/uK4A27ChK7k+N4A4HMk+3u45wYA/x5GcdOHo8DoYaefCGC2cveCWb9lBnBO0hvZPSMAfDguz3TDFMfZlPqcQG1NAf2c5T6TKL5KMZfaY31BeIkGXtqevTbM7dyWewOAX2L8VmUegb945jntbxP0foaOnpsC2nqmQGp/SewAzLYxlwDAfnqWl9vn9zS/xPqltbfrug0O5wDAe+lh0fajDQzfMwB82jc9LwA8v2zNWrP1wwJ467mV4zMTAJxfngsAn29CLwcAzy+vaNOpl/rV93tyrcFj37MCgP0dY9RpSt8zANyZBGY4ySd9KwB4ZnCfr1f7d65YwKdYu6fA4XFXvGRWU3cqYN7Bi3MB4JkpvAY++xg1hk4uiHuARoG1HmzSM5cAwEtJFgCYdTN6X8C3BhiVYBRu2QGA95jRpxj8NYDmoNA8bx0BwKv1KYOEixeLPQBY8smzVfHrDgDsIN4cJKvrjzlVtGyvA0713tr2Obg/61nFomogrQNASvvM4H4GChnYzMGvzF+BYAHUMsiMgH1nPFMSOAO4MW0UkDTbq7Jcmw8tzOOeftQpZhNw54KlA8BVL7xhrQIl2/UL9L6fTU25FtqwgV5fb4BRgjpk400sK+uJAFKx9jj8qeT43ptBNilgATiUMtGf2U+ck+LZtmndqrpSASoHvlcA8LzxQsAAmJoKoiO9MAH5BBwBuDX5bjJNdJ8EeaEMMyDdVtikgNURFLkPOUrfOwtV8uzAr5jFClzrzFcxYHEGMM7rxIepjQEc4h4yzfp+A/pj/p1ndNZgedoa2ucU1V2GBVyNxfTsX1Eo2mJ7nQFg2IlACcwFkgTPwg1A5cMHAMbql3W4j2MCFWRi9g00j48AMTqgK5abmNGSmaWtn+g3nsEHwHkFUfEdQGg8bz9KUDXRJ1wDW/eNAXr0hJvEen+5vkk/hZ9oqwBntYtphlM+GHXoBZlyAFbB4ITOAY2J/z1G3WbQ4r0Fdfusa6TtJSgJ8DRPHeD5pRMo7TSqBoCrb4AMHnHGM3SJZcU5twF4/fmvj9GuSPxbQG74QHxg+sQWkPGAZ1J7o43a08BbAG2FAQywSj5A8QOkJrecCIQm87YC1NINfWfg1KOps9Ald7Yt59xhHkPTyvibtVvHZwXUMG00wDAAsHHeOdiQ1XbxfAWAqUvJrKzyrcze5vsx3gmam8ls/2KAFn4ULsZMZtWtzRq+B0l77VPHeVMZHLwxxfOD/F5nU3vDcW2vZceTsaP+P0YK6H/6hy93b0MfIW9kS6E+hjK+bvOdxh82jH8k2QMsTlDbm15ke3i++7r6XgKTkb/VmGm92M+YxsYizbewEWyqEFuX54JTD3pafTzMoaffUxrtumZhenVkBCDCqw0u2jBjADoBXGzc4FHiAI1HgBkVoC8AgNU3aabeb9IO4ZcBkJsRPwHA7T0IYCXO2iYA3Jmo+J6bewB2W2xgAGvnDjMF/Md/xCYMrDtzTnIGE+m11tzyCT4vWWdo05apD9rE8ibaCACY94ZseFxD+iPaC+U8pn5mf6MS6XP/rmXj4iAC6M01S/oEM+zFqO8byyRIDMJ281q1L/uA+Wf1wxu9PgEAc32S4zimUOk1zKzz7bq4ZttK3Zs2Dtb2rtYne/2q9k2Z58ZF+TbMP0iX/enu5zjL/j42P2F68RqNZ7oTC6417tV04vqVjz+hxtsjZ0ngXADuoLCXBijO6svtpl0JXG1/LwUAzy3e24Bwbf1P1Y2nsDBWdZX2N1BDm2yGDzfd5qLziXsxntTTlwKAzwGhntTg39hDs/0dA6VjB1/av17tH7K5236dGqiq/NcBZE9Xh8kANwU5cHZ039Nb8NxPnrK55wR83W7rzpzm8Zx+HfkHt7fq57iBZGJvFZZVTavTAm0TQNyv1wBpb/kpUFV3jcG3+hKhr0/rNV72Tn2ww7h+qhZ28NmJ6vqdMyPyWwPAs67MctoDEChCvGC1SNwa6DQAu+fHOjDiQNQM6DgQlS/vEwDk9o8gVh0ZBxLWo9nbpQD6uZ99QGcuYQ8APq+mGuj8VJhbc+qqTcA2i9/b4exlz8Yu8rm9ee255qPzen/9Xa1/09D2ddUOADwxzlcMu5Ot21kXq97amNP6sQJza70GRveuzXo6M5/3mMcub5w75jMVdde5AHBl8OI5M0RWjOUvDLzm2KwYurPw0x+3DT8ArKbFsxlTbHO6/xXbjW2LQDlHyve14CUGUECbfLcCjRWMwnNuB/h4pzNOTPPIzoK/BhAtO7av+GDfM4um2vK8JvDze/5MTOEisCx87nM951P9X8+vFQBm+wvLuOoSQRkH7/I+fe/5YA4w1pe2vgXFMiH4WwAoyVDpMisQNMsOKZgbANzYvEhnbHAqz0iNZn3Ma0zBW8DXyj5zAH0O/uWjA1O3tsXnInZ/LflWOTcdzMWZg768b2L6etwBPhmYMwNY5Sb1CHLK6H33RUhnK4AXjDQyGBm8jABzgF5gUSFAzkA02XpqK+WPdJlhExHSHNrvYDbHBcB8BpA95gafV7qNe83+rUC07xX41J+Ez0OQ2qBLYyTZ56ee2a8x2D6B6a1sgAXJgPQ1p2713+pLyITnSOozz6MA9B4fAdBlylDof4KKTAeNZwh6JODGNMgBiIasAMby+/RRroOppUvmBwDddi86y7ED+kwTmr5KYwBWZM8CAH0ngMW2AyDsIASuERIBgBP3Cbju6W4BzKot3iyjlM74OCUzWLg+5xfgxSPOpUS63dw84fTbAqQsQ4FF+GgsDQB3METtVbpasXzN4AZIL6CfZ0ADrG6sbwEl9dxkp6zlWZrQaZarsjBOCNC/IqCGjSMA5QQkgamoe94E2BhPRdvJxItrH2K88d3bt2/ZT4ChPvcV5VGu2JiQmy981rZ8Y08B7WwOBMYANFGuH6lPrzgOGMv7u1/ffwwQ+EMwkHE+Oa4RheK4OLWx50MDsywzAWCn9AUwBOB3tXZEf+hbohEGeXmNZ5CG3Sfoi/N+27jRvjpQbpB0nFPF+q1+jPJB2zNtM8cSqZKjfQahqp053TP8FnwdAGBfw31OSe1nnBnA5wVT7gSlxdqVvNUmgWtKgVvP6K0sYLdXvk7j3v235GlgD3W2NM90Xt138D77s9yEgvGa5xSOG4G6AI/NFA05//HtT3f/7b8SahaDHLoYDGSdwWxbgu3DnqRnTHEOvU8wV8Bq+nXaXn0XlE0qNbt01emYlf1CczjssQFamJ8whVDXmamadmt9rPEArRuNzKa/BCZZNjOh3k/QKegIQFAArGDEc5OKzgBm97w5I/yCN1qgbd6QoZ4oHoxh4MYQAOWQQ65PBLhGuXXJ4/Uo5rq0MbTPc87r3NDCo4nRn/QJAPYeo7z/8+fXd++jffKp2QC3hXqS66B0gPQx8F/5nTOFYIjYF2wzyGe8JqKORTH0fzlBOkW03ysMAFfdtUx4LTN4oP4BAOb5xdpkDVsbonQZW7G/reXhd9tHtX/N8enf25yACa+f0TuvM+ZNJzVmRLuY1qj2XWxDvnPoPOfUgbImcTsHWaTsV+vt1bXte4PmZyRrxw6Fd2/v7h7CVt/EvIENYWxTvnN4PG4A8Kw9v5e/bwDw72UkT/bj6oDatQDstUDqtfU/dZSvbbfrfSIAXBcGT+3COc/txIPao08Fjo4AnnPa9nu4Z7a/1aLgVD/3Al3PJZur/UNZvNQ2ndarGwD8XONXyznaYPLcdc7BXi8az6nnyD8cAcA+i2oNb4w7QVftqi98WpCPAeX28pmd2dbz/QDACrCqob8XAHgLGHxfAHAHRs4FgM+xin7P1wKAXaODfLYVBUGkVxUEOpcB/FwAsK3sOpj7tOyXKXrPGK4aoNQZd/2hPv+dCwDr2eONJ1nHmQDwXiaEwWdMTLLa9cqMnVmwq5TJTwWAFYAfhd582pkM4BnoPcU8NgA8b5DZlX8yPjzmypK6vzlsBQBXPZsBYPecQRsDbCcA4CapTDE9z2ddkkcbAMY+zGzGFXN6No0aSHNwzfc4GHgKAF7Nv3Pw6iUB4HpOcF8PzxvMFCzVZ7vBggH+ZM0g6CsGJVgpCuavAoIqqwPAHgksRRRYVyCaIGjcCeYRZe3AOIKy8Z1AJrHo6vmSdZx85uaeW9umjl8D7JJP779BNwerKQeep6neCLy0zwLzSkxgA8D9/WZkgCOYzDS9YUhIpU2QGzJwatMEgK0nBi28l4DsWQJF2kBB39oAQjWoBbkBUuSZu90OxXyqHwAY7ZzMDLpXPW/3AqCP/whyAWRMAcDn4GM9MfjltvG7EoRm+yLwDxDdH5/9iomZYEeefStd6Szb3g/1AZsQmOI176kpRtHWP7x7wxTITmcKEJbqG8rY+zwC5x9xxnT2DUArxtogsBiukHkH8nyOrcffvoGBcYJlSFkLsDD0JwFgjxPhpGTwQoyuF+IC+FvHGGCvAWACJzmOAITQLoFZAgv7c5Kdzw7GI/oOwIDPkU1AGzhrsuEI9OT5qui/NpUIgDP4zDN1CWzlph+yd8UMz30NbTMDxsk6zZ95duprsHuJvwTDNtqDcZGvVf+w4cEAMGQGrAbMaEwhDzGuwHHEko5UnxHwl3wBPPXzeKtum/3Y9Lu4Qw55PPuIM54TIEIK7y/Rtl8fPwcIHGcCR92vgxlM0JMAkDZ9fIpzYfG8ADttXJCsJoARmxMA4EF3AQBmPw1kwe9VcJWySOCP6aCTWdvtU4xgs+oJsLYNN+iQxtYpnOGnDMDSLvF3/IdzgeHfvE4Q+CQd90aNCgB7c47nRfsg/N03PAgcrrZv/arnABtwqusIzi1lE4bAZOnGm/u3CbISppTcw5V8jjEwS9ggMDIKyPa1iQL+13bpjAawqTwBeACD6fPTr38O+ve7oAH/P//3u4adMWNBguFpAtQ/ZxeZsz9gI0tP3w7flSzU9DX2G0yzbYYv2s3C+/uYfZH0os9n2IjiFMbetFfXGzgH3SKlHyz12lfDJ0BmlH/oVZhy6Jw3baEdaTAA1mAu8X84D90zypwO2a2r4HNjxGJTE2wgn2aK6OyPx4spqllPbG4Jv+wpWj5Y40agOOT1KdaM/+Nfg6HOFNDYzIJNBm2K4S+yp+2GZfS1fnefNgSAH+eEpxFVMq5Sked6WfOs5qq9DFODbMpms7qGVIpyyxWnMte5Wu2o9uVxcy/n9SXXadMRFWxnWev0ebwfacG1WtsI0XVsDwBG/XzXLgBwjfGugNzuw1TvKoY8P1fnwz6yuekn+vQmzun+QzD14Q+oH9xQoA1FTtPP/kdB+285o84s/7ry8TNquN3yJAk8EwC8V/espE9q4+2hqyVwtf1dC8BeC6ReW/9TJfgC7T4CaOr3zelf5X2PO3/k3V8KAHa5R0DQcQ++7ztm+1tN3qd68NJ+tLcv3+qeKM5tv6aChjX4DQB+ophPPnbkX16iziP93qvzyO4vBoBTv/iyB/aCg247Dm5+AdgAwPm82/mtAOAamG2pn/I9A33Ei59fhCDrSwHgeXyO0kmvXyyONWt+7qic7bplDwBur3SbRrgMgRprBnB/uZJPqs/UAv28g9lbtTqf3buWll7A9j97318HjS5BrAQY2JbCCv7/2XsTLUmSJDksqyqPqu4hHoBHgrMczgJ4fPz/TyJ29iAIYLm7s7vdlUdVUUVExUzdwjzcIyKzjmZGT01merjboaamZq6iolbls7Yu1Sjp2pe9dmLvftXbs0u2h54rlWG6pf9NX4qMxMCUcxafOh+7vth5rMm7Zp/2A5IGMZYaw/rK3tV2bWT6jkDt9gzud+xN9zwrc2yHAcc1ALiloLM9zok3gtHNCqQTamQe17aAIUhdLqy70R6NZ5qaietykBoVH6jBGDzBsm2jcS5Z1rNwMsKbj+mV9y0cO4tU0EuwatQbgCWLVM517rKPcyCvyysBItrIw3trCmjrba1vzY7DCa3ituyq6rRDtrerP1/PAB7b7b8tFwM/BnVH4NhyptOrMBAP52MHDtlvesdVW3UK11SZYOiyfIAb0e2aytMOWzrVy5jD8WYb7F2xAWDqVzKmyHjtXmK2g21OhtbISKOTdrFISV+7LtoOLcenyr/KdlmW9lfNMd7YvyhfDMYaSCAAAZ5GB8NgTnSWkdoFp7udmwGQGUwHAJZgEWUXYABSTkIeBqwaqGKGbcoJgJccm/1Tx9l9qjbJaaPN9vTY+JxCs/BQIgDhUf/h4vf84L2FuebxM1PKY6axrMAh2KRxDnSAYgC8FiAQAF8ydwNMy3NBG4s1QeCxv76P8kud6MnJJR8Anx9+0pmhHI/gUYMu944Aek/B3/VDwKPO1CSFjI5wM/GUErkHRVkVP0WaV1XQ55d0FQAaAGaITABw/aAKAMA+exfPiGWs91YBC9Afnbdr5j+rKk5z1XXYH9clFq9YcQ1giBTJ/DA1vYBx6nN8oI9co+IWpaRGwEMCwKQZot0AO+oZx2Lv2gb5frH3AGUQfY7Sw46ArBX/kVnM+YGzX+GYl/wI0kRDb8gYzNgQgj4cPqZ7lX71+YbfmUIaKX8TvPQY4F6zswnaDsBvNSkoH2VwDqA9YKpG2ff3n6/+JUBglIM01mQkJ9BLnSFYloB4yIYMRwZLKKCFcsnMAXVHzLoy7Tvee8QoTbtGfVBbpJeaI7B3AKfQPqRENrO8ga3ZFqXcjvtSXySHHlBhNrvTL/M+BpnkPIDe5RnSZtrXVMuLdQcs7gxA6Clq3wSj+iPbjjN6ndbboG9tF+wC7BFZlwBsPGnbhJFMAeRIHv4CckFACdirmmBgjmsu4b6eEp06FuOJ+SqGqcbLgSNVn/A81j7MxOvPoZ+PH6/+z//jp8goj2AOvdWgzZy/2Va0HQEKSENbbQFs2w1S0EOXqFdqu+VX5zLOhMVGq69DfbwcwCrbwETii7GljuW7szMfuR6kah+DvQ4y2USzMfU0/cDYRUMRxACZRgAK16ycxgB/IYeSxpprVjK7OdawE9HElhGmKX5fnxEARjcHQNucJx5ZMjjxPPQd8yBsFgMcMkU8AyayTbDAf/tfBQD39Q1zveh7lDEy//299EX7Ti65WFdgT/z+CjvF/uhoEwTkKMV9PaNdwLPXz7YHMpM8A5UQMGLXodOTc7zL+iFdru/HEh6zcBSD5YwLy71M1696ve0n811qEbwJ+0n7KltT90Eej9FvPu4vaf8x7iVACs+OQG6b0vndsj7Id+4zqH1Z9CvkexdndH+4Cx29hr21cZBOjfuZVwC4jsBv6fdXAPi3NJqrfZkZu5M6fomHjRbtQgTz0vpP6my5+QXavQXQvALA5w7W9/vcOP9eAWBus+tE+0aDt2WX0vFanMTfqKG7q92yL7sLOuHGLf1eK2rNL+3yZoEnfkY+n3TAZwUOX/hWAPBBP7cc7ztTQH9tAHjsxwiEjC8Ie1VlfG6rnMN9y/cBAK/393wAuAPU2wDwXma027nFJN4DANc+b43bJQCwHJpgQB4CUeP1CgCfwuCtARIj2Mrt6qRu918v/HIej/dVoO0cAHjWltqeA2A4PVQLjAftPwIA13TOawDwHmD4GLPWsqrlHLt/BIDdH8twBhijjhGs3GIeVx0GALwVKPMSAHCTDRw/kQIaQzg9S3gCANf2L52vHSmpTsV+/3qASHWqVsCulj+zD7O077YLLR1hzyG5MJlrGQSOAcDcMRZHm/8eZXLMTrl9C0c8HNzJEBwddGaoNnu3AwB+zBSdIwCMdiElI5x1KG8EgJutTrPHVSCdxQaAybxKoNUMYNoHOJfBlOXclzPc47dwFmYAVJND2590UNZlSL498KC+s+j3w2AWpqYFgJWpS6u8OV/pFO8jZACYNj8BJDPf4VA3ADwyheFExzmbcHiLYdkDGJxuEz/xHRiq128Aah4yYyniksLYc4ecnxwnySH72uxtX6Ph2Hb7LXOn6QZTirIotgoMYDrKzS4sDnCANQBmUJ7HEz+vo14wITU2AmNtuwgCJ5Nx/B71o00A1ggYZfrhpudN7102UsbeBoAp9huBmYAP330pgzbMQ9voDmRqfMmOIyt3qZOs2+dcMgCgyxaAFrL2klFbAOCm0wCYsykGr3guaNpR9h/pq/OMV4KOIWuPy+wsyNm7uNNLq+36B7auBkBAZQWAm/4B8CbApbOKdQ6y2IECm5YAMKeRkY3CGB5TEGOdQB3o+xPZiAAPBQBTP6Me6AcIwp3k2IMQyE/NOWJZ4jmBZ7AfPY23Qe2ant1Z8tFnAsoJOBjI43izrwKvvsTcRVDAr5EOGuDvl8dImRx9uAegxDEHgJ5p7cm0FKMQAD7tVYoaADDHjCCaQBYCvAlMITBCjGspBe4xAKy5oNTAuA5gF/bs7vaOP8UCF9iLtiClMubeU6TxrhkUpNeSs8s2cG1w2embAaQCAMZcM7gMsBgyVlpi6SIDSbjuaN3urGGkJWp4BpYAACAASURBVBcA7JTdtU9OBe224G8DwGh/Y0hT1zIQkXtZ2XGtc/gHpr3PJ0fgR6Zdj7F5+qSU4ZwzCD4gCItzgXs6/Zo5oL6jwaZhjUNoztPHXwMA/kCWOkHS1BH8JtAV5Qpwr3MJBoNpm7nHFnjq+ev9Sd2nMMAGDOC07/UIDrB4pfa2AT09Mup0imVIRzZH8wTzSSC/30Ns73twJ0tNBj1/R7tDjxQ0hDTWOnO7ZRFDCvFkZY/7LOmgAGD0uQWcN+C7rzcPCdobAK4sdwPADspA59kunp0uxrCPII/juq/+7v8OPQX8B/tGXdTY6MiGzC5A5nY/MkAMa9kc98MAMHXRwX4IwI/2S/+VMv3aAdiFWU+Gf4Koa/tCAsBpv1ge5IX2paA0bpCRAHfJ3RkbNDb4EKwugRLjfo/9Gl6maC9LsOjinaDc77LGFNCsuHx6nZniPQFg92m8f3zXHtcr3z/ujZd90fqBNRVr+vtI+fz+w7urWypD2P7ce0F+PSist+RiAHjs1OvfzyuBUWlPLn0LYLsUCNtq0Pde/1b7X1g+a5N+q1nVOOy9d3rf1vhcVPgLPrw1Lnv7tVXOVhdKPecAvMOadFAbXyQu+GyVf0HRr4+GBC62zy8mxWOKswWOLrY1L9bC76HgNcf8t27bXgbtWjv3Pr9Xf2fOlIWWDIaqOU427dd+huMsInN09Ld1MYH9mmZp0V6zSYb73I0tu7kF6IztOFef9rZ/rfzZS88pbdnSj2MvLajn2P5GZYshNWOnqZ1L0LSWd8rzsxdClb9f/2Zyw4tX/fR+dObX4XN4GV86XtnTpnS1z2YiLifSFNgtFU3ZfnApFQCWDjA6sLr8W6R2Vnfq/nRLX+q8OabbiihfJv6iPm0AuKOsHYU/u85rwz6xzvvGlmJbEnw9KOj4WjraiRFw2Kt/CxZzOs8qeHrAYHC6ttLePcAuZwSAjBx/+g8SFF8w6SbdrgD0gZjGHHTlhtq3ERAey6kOn8rIxn2YiS1tdT7o2b3GvB4ZtGtOmTW9Hu1KdxapAU12YJKAwWFAZzwDPhVvtG9r9ntsp+o6HJQ1u+frIwN4bsvkRJXDXIrBM/vKXFxj5B6rf629lRFc+1nv9+9iKPZWH3eWyblpRydlloDHwbWc/DWVZj3LcUwBiOfRDN/v9okp3W23nNAdtAGTqKb5pY3L+63fTEGbgDGdlskscl97qtN+tnCz86lnlWlmXVEbBTDJ99wzq9jOztrOOwlWSvB1XHR/X7/G1NQuj4xnyGLYH3LdSgc1gdoEEuu5vvW8VjPXLLd6Li1ASnzg9LauwizSYZrj3gJ+UuY1VbQd5dYuBJYwXSmbqIb3VN5moAFEFGOpOvA1brZGSpMNkOj6OtiABdBxEJLA0A7Suw2SiUAI6lL88znJYhxLB/yd5cIUoQFgAuS8vUVKUyOUcq7PUr/WeVjZvgD+PiVr1qD+2wDI6rmaPdWx2iRmr8GqBGOi7ZSLZZmMYp+lSRYV2k1gAMCsGYYAs3pQRJ/9nYXne723gTxaCuQEFeuZvS4DGk0bUdpl8MjBL0rn29lhTruN4X2KFLlIQYv+gvHs+aH02AHJJJjV9q6hTDiX2e0Dw1nPaA5Bv5CWGKIj2zLGtqZvRiDFCIIQaIr7mEI3HjIoyYwFn4D+a4bWV7a2j406YJNuCWTqPkwVjYlSI78jkzsAvjhk9ONHpKS9itTQ8ZM2KupDoAN/Q2CMxt/sQNsl6BtT2mvVZl9xH+YsgS2mhReYans57g0gM8AaTtMMYFXk6mgL0wcLpOJ5x6Hv0FnojfcCYnGqbgeFkAXLM8QVfEHglVmnknGY42j9qOtb02P0w++VAN1S3+7v7ym329sOwlmP2jwt+yQxW3XOcNcPpcb2BzpneybQ2XbIhjUAT6ZMjzLiP7CXBWJ2++1Uum6DyyZjGiBWyAPjgnKipKunX3+9+o9/eRc6gjKQThpyEgDntYCAukwLMzq0tSqa5fPDcU1n2fZ3sMUaX9ZmByRY16/zzF0oMX73PhXfo+c6Vx4bZemvM83U/YHTUFsf/CxSVKd50aSLQjhXMnBPbUH5AnSZKnpgahoIbwOFx9P+Gfwe96S2417jNR5693C7WSf6kwxg2gjsyzDXdIRvMH+DAfx3ESBF/mf8TOa8WfMtWCaB3qZLxSAsgGwDwxFMUtd2pr6PACJavNR3Z9bgXjFZvpxf+Y45vmvaLuCeeva1n8FPz3unTR/3QNZbrEXe07D+0AEHoo1ruZ/xOtn1s6+5416yrglNZiv+iaoPYzpw9Wm5V9feGvNHJa+9B80yH/HeANJv7r5cfQD4i6MHsIdyForhXcN6xZ/RkFO8wVWfX3//ChK4eHi2gLBLAbAtGXzv9W+1/4Xlc6qDbWzui+vHlny+1fdb47Kld273Vjlb/XsFgLck9Jv+/uL592LSeQWA94j2FQDet/0b16nZBrbK29+PQPThc4dA2Nq4fUsAeItR1paTAaC6VL+eGwAeZbu1/9iyb2vP+7lj5Tcn2HcEAFdn2h77sQcAHl8kFY3d9b6+HNcXWNV/HgDstteXT7JFJgBw7edLAsCVYcuXzxKEsQA44QguAPD43XH7sGR0bc2fYwCw/SF2wrjeBRi8sX/0/B9f6PuLfAcOar9mTN1jIO/IyJ2BthUwNQByaA8UaV8B4N7vwk6r3uO84RgAPKunlrvWt2PzcXyGDKV0nBuCgoMRH18/tOPaJ80cRL6u5+fr5Kp94zEFcnyzHMxjyDWZQZWFdSgbXbHjb7SltS0jQFcDQ+rcH4NsquN6Nv9H+9HO1CsA8Gwerp3lO9sv2C5W0E6OMLG4qtzd3hG4EzNkvtd1nTWNXrXFBG2Lk9m/0yk4CTSxs5BtLOpgcG8GANcAD4Nz6FcFdC3HGehambczfbQzVM7Jrm9N3hMA2Lqu/gTAEA76BgAP/a564v0XQetclwycLPY55YgOnwE66koD0E1BzBvI8oJj2ulXcyLPAGD31zKSGsiRyiAWspGQOhcgkufUIWjd7VDJAAEH6jDnnQIc66jlwhTOcJA3wDCAxmAaot/VYbwsqwDtYI4mQCS9UEAZ2syf2Q6rG4AVpYjtIBDKVp8z7XwBgBtQxQJwNu1TpIi8jhSRSIUsNhXTc+d6W3XM89DArdfB+/sHghAEHqJKrodp33BPY4JTvzQ/K4Bs0KvateqAJwiY4D+eveY50wA+DxnwMxvU5lPKzmMlJhwAXkkTANBoO0Z76rnitOcAf8QCLTpQ7A/AIADAZKRGGk6dU7oEJnpQGqEqtEigZSCpTa9y3UKgBAApfDBVKGupG39/Kgw7jYeAKY42BslpaTmv4v44w5fnVhcmIGVCcEcgLOR8i7SuCQBDbGLjg2ke43Gns5yhMw/3X67+9eNnAsG/PMQYgWEeD4LNjD6FljW9VJs0BmYMPn3pDMA6lgraMCOxM4itn80WI1VsArRgAKsvX67uH+47AMy03zrrGaBmDbiBuXOaaY81f8acQMCPUoAboM69QgJNBtLczuVZvWacCjwGuIVU1Si7AsBgUDqwSGMsnUSdPOsYzyaA6hTWZhWPsqgpsjsQrDNZwWDGfAczHDa/tt1sZ2hu1X+e2xwNQNsNAN8E4IcU0P/L//z56kOksiarHPJgqAbYpmFjmGo731uCNW2glftK6GDYRzxBkJT6nAobfTYIy77l+swz4nOO8XuC8WAYI0AELGs9TxY7h6r3g9gYbb/Gw8Ec6Gc9Q5iAXXzPs4yR+cHtT7up8qUHTpnNUhn00YMw6v6igsDjnq0GNqyxYw9sUwbIsI9pw8CEZpuy/5BNBYA/xZxdnD0N0BbAKIDxtIe1/oP2F3A+w0HqNG0MZPfP53kvbkLbqINK2ezU0Gb3av3qY4xn23toySIxHoUyBhNDr/3+zKwgDB7p+/uxTf7be5i6Xtc9qe+r3/sadkLLoFTVNwsIqPWP7zXev/meCoxT98oaU9/j3N+b62D//oT06jo2jPME7/rYXyz2qkspvALAa1rxnVxfe/Hc3bwtIOxSAGytIVv1tlm1zwG9u79tBh0DQE4o7aXkk01Ye3nd28IX14+9Dfna922Ny0vr36T8Vwbw11aCb1/fxfPv7C7Yvq3Zz8H+4bZ2aY/NfSb7eXb/vs6DlwJ0L9XKvQze1U3txvDNzuA91pdxnZo5dOvz7YVgVMMW4uiXtuMNrYAVyj+VebsFAI2AgPfZ54ZFPrc+HWt/B5cwnyHPJVv2NN087/kt5/t2G3r09/zedQYw9WFznTcg2CN7l/Vs1b/Vg2X7+sv0UC7a2fYsAoD7Sy7cJ/Dq2S5n6DxGtTg+akvWrrft7+C0omOdTkO4J8HMSAfzsBSMAPBW77fswtb87Y6Qfm4fGW3ZrtE50hjAHvdhH7jO9Fx2tAOmyx6W92x+YTtgh6uu1TMGj8+5EeTuL/7LwJdTAdBj98vxVFkVyzM7Z1Hk4zh3ALgD6mRRZFS5ziZf6rhZFi5rBCBxvTtxOlhlcHJsc23TgpEw9M33tSME0hri+gikj/beRw3Y8VUdYGu6X4FA1TGzLToDbKyvA3/rgU8jCDFrx95958LGeM5z7Ob2cJxvfSwNLmketbGlU7czWveuB/U+OSjlBKzy1FxbOt/9t+3+nvqcmplOtgYqDOtKuQ6giGmeR2NQ21OODhFDkXiDGGO5paEulbPs3LfWh5V0+L4PxaDM6qxVH5ZOzUWgQYLASmG5lB3bSPpqByDruZCstwTl1GwLKi/PlUR6wVy/7Dz9zFznaSsIUMHRrPEUGyzbkuUbAEZzui4J/NV5oTrDUbKQrTgEgcU4xKfqLRzNYzpIrnsDS6uDbR1wYWHxGW0o64jmAASu5bSUqbm89Hk5MNtS7uqPHLNAMuCEdwpWO8/F8L3imaYNgMyxJDBUABb3XSw/2WMyxktfXQbHP8bwJhiI4F5++ClSQpvJnXO4Orkrw99T4eEhADSCJSNzD2MV10O38JzOxcW1vka4DABx0pt+ZmS1u31+4PlgK9+irq6zeJF1Kl8H0tWMBMYslmt2B4Aoo1jHlA66AukCViuAJJmJrQ0AzmmHIQIzfwGoyIShDuiwgFwAt0y53exIntvpQI0MzsDXKO/+XmeeOq00rr/hOCJdLUDEfnap+4Zp5/VIuiVA01VinkF1uDZnyl4wuKFg0heVjzbreTCXdQY3QDqc+QugTcEUAs3RL9YT5TK5bPzfP/7L49UvH0M3kFI8wEYHS/DsU4LSSkf7OcqCjtwwZXwwueNhp2tmA/Lz7p10H+3T3AU4pzbibGDrOOwr7hMrWr/jfoCtsDkYLzBmKwPY2RCkAzpLmM9HewhQR5sBZCqIJAFgpiI2Y936C8FCXghQSKPvc9Ah60wNzUZzHUAaDczrANfBXEYK8VRWgs1Rl20X/mb697AVPY20gj/Q/3ENoI4i8wDtKca1p5B2/UqHHfWGHJ1y2ro9rhVtfwAdzKwCeAZnhn+6//Xqj3+IlNjR/XfIYJDBKqgH84Cpn3NMqGfJTPXYQh+55rf1sQPSox1oNjrlhL8BcuHzMdKQA0zE+ebU3QyMqHoE5jqzNhA41lwkgxdyyrXoCanMVzJB+dzUz8GwRCCKAVfNFZ39+xiAtkBu2Amd+4pPO7+6BGmgf84CQLVIULrLpoPXMxax76NlZX9yzqd/j22Kf3/3d4/xU1mo1gBg2o1kAdf9JMdusvdxUBL02Pp6g9ToeVQC2lYBYGYcaACu3hcwv8z0NQAsWXq90H66ymX5vuV+932Qx0I2bvm+P8rVOmC9wv0ODGIADYDj7Pu4z1c9Oc9z7JBCur7jju/lFbSuejnKe9zPzwDiOke19mB/Gbp38+bqQ5z7i3nATBEIz/MRasP7/TisrwBwHZXv8Pe9L3qrTd9ykG0BaefKZKveZsn2gBFnNGJv/VtFv5R8st61F9itZlXDtvfe6X3PJaeNRqwBGsfOguQiuopvbejNsX49x5i+AsAXqd1v5eGL7fPZgvBGZHWCHCl5j83tG52zm/gDPPjcgN1zdfkSAHjr2WpX9+pvXacMJNVy1r4f5dHqs/NjwrRZbJQHJ+n/3wDgLX2qDsdXAHgmre8EAF407TgA/IVOpGR9ZNTOIkqbL/2DfS6ABKqaOv/zkQoAu1neZ50DAB+zIXsB4CqebwkAr803O1wbo7OBkF8PAF5Gmh+Cr2h7BVNrm9cA1Fl/kep0/BiEqQBwTVkmnevR8Fwbio4eOjTWAWA5xA8DKwzKuF+u021t6x6cOMMWZ40BPALAKKuWP5PP6BiqDqN+/wgw9lSWquPw7E1dXwdnK5Djevau39V+rDFTmhwn0U8VaOHYlnV7DwBsm7R0YokZCHaZ++6flnFlQkg2dvJ3+3cMqGW9duJTRzsouvbuTSdm2tjxnipv/A67OQLASNxpphEYcHXcRgfi2n6m6tjY5mVQSTQAbcV/GXCgudMdmYs6FwCwdLQ63VEGISGCWXleZAO2wOwCcwopaXXOpJkuADTMkMI+hMyTGC98D8CS45YMTvenBbAliEu9BMOSDDExhqwPjc2bQE3T/5xmbq/vawBE9sWAYw0yqc5gOoJxbmjaLNuamu6ZdQ771cW6mbqltLF1fU4Gcp6PC8ctmXNRlwFg6DnPWiXzFWMaIFkLLADQJNsAcJDn72b51a7OUkAbxKr33UQKaJxpSYcxwFow5wBa4r8E1NocB1gDzC4F/vQJDEKAYzp72XtOBgDU/oFpRmc6wFHMOSEUtq0eD4Nx1jXPcdrrfEdAivIKAAtkzRMpix9GY446MiVrgisYS8kmgYVkmKMxlbWpujkjrF5N/5A695HMawcXOK01gCeN72MweBWYAuAR4yuZ4IrKxlm/SlmPcVd2WbUJAKkYnunIjzKZAjtu4hmbMVa3Me8gEp6NPLFluA5gBvUBxCUQTFsQV1JOqBOpkN9EeTVtP9M7NwAkbs8U18j07fmK4dYZrjwPgGWjeGQDQPrnP//yECzm0KkABT/n2aDvGOygjA60SmgHWMRk6IkFylTLZb3Hr+iL9Eua14IF4ve79wVwJcsN80jBNxgfaAbmMoMC4v7bYKoCtBYbVAA0nmE6ZKdHTQXvATEReBBAq+ePAw44/jivOc8TxjxEoIZZ2m4nWKEaCxWsTAhKoQ3mqVnwZvyiPQJ8tf4rzTjkjDPR1Q4BdkixLdurcjG2oXsAvNNmK421noHu+F6D5AJk1S58p7TQy71HK7sEleDaW6T8fby/+k9/jPOWY92GHQAb13MHrWIAFTmpGjdUhX6rKKVrdiAc9EwgN+YLbHDfN7FMPIE1qbD2sV/oqfpjvmQWCWce8P4R8kiS62Ld1zrTj7NQ2nZ9DKo6hTewZcic4DwyX3BN7CAuAGDoqlnO9SgFAaYZFJIgtO1cPWO77im8T+d9sGWdtdHWd84byBDjzbWfq73OKI+fAID/5m/vgwmM9Mx9Lw15wg6aAex6zRzn/M81RmMnqRgkNtAOPWYqdditOP/bKckZMAKbS3lofRszH0GODGDIvYHGUfu6cV9qgNjfLd6BGTyUY0Z9V6CB2133L9Z1/6z7Hfy+BgCnSjQ5tDmRX0g+ChCp7zoMth6ure0ja5tcH36uAcAulzEMmDch5rv3OPMX+kyloP3TvpNT6ujnFQA+Lp9v/u3eF7zVhm4BfM8BhnHWnQkYfOv6t0b4udq3Us/aS+hWs2bGae8zNDANPzpz3E6p7Mi9FeCdARerAPA59V8yljv0+5UBfM6g/NjPXGyfd3d/bZ7uAXO5dYGRPlLbt7UDu8XwzDd+rwDwOfb9GPB7qR3lS3ZREes9Xji4/GPjX74/3NgKsFhj6K0N6xaA5OcqW6XWs8UAbnIeGCr5frypbaOv/Ln1qTp/a2M6A2rWxD7P1+1TskUmzv4KJM8igWuNa/uX/XZxi4E7ACkHA7Nlt5Y277BdW/UfV4F27l3edkzeSBe9Np6M2J90xfPLL/tN31MO1ZleWQFjOw6Z7n3e7hnPqZY1B0GX8Wwe1muz+WHgYsGYtDxbxRnlP8po555uPOvVanQwf50r1Gy2BHoP7Ujas0yduKYl60zjpd6Nau12VVC16o6j1WV74aTP1KFZ0BpD+Bj718DvmFoNdYTbk84cgBR02NChrl7bwVh1bGu9GZm5m/JLM2DcnZgCPsXDMevbGvDbWJPJ0BztGP2qWYcdRm2uFRCRTSiDN95T5yvXyHy2MgPG62N51YFV57V/n5XZ1rUGSi2dVA0MKROg2vpPaYz6Ok5NU18hc+QZnHyqc62mcsatPpNVMjtk2I57BjnxkiWYDuUZg9fX3KfRnrGcdJg3mWXzZw44OvRy7KvsmUIf8soMBfwuGfHeH+lcy542NNyjCydo1XudFbvyoWO3y3h93bCjVvI0eIBSzS7rfQRQkvMXjEp2EmdjJgOrMIsFwogNx5EvWQ/gaIXDG8wnOXCZ6LXNgypT6zZ7kqxqqBbOp2O5ZEcZsBYrsZ3VWtg4/WzByiiVIx//SVeUKtb61VLIwm4hlWsBmr+YJkoJUCGna/MiiAU3Yp8I8KDYBo5NOs9RFIDC1gfaBv+rATp4RuABwA/IgSlXUx0AsN8EcGVWk8dW86jrjeebv1+zRT5fksNAJilqCjZWyAEpoQEIaxwgTaWNpHpHVQII2HkC9CJ2H6Zq1xiIpWkWK/qhlMnSsTrvnc4aAJf60e1C1VkB5ll/AsrQT87pwrjE2iA2J1ir0k3rApmrCRSBAetlvieTEJgtOcr24/d6Pi/WuXZmM5jOOd/YtpyqSAGNvwkIAx3SKboCnFjeWzJqqfvZCO9NKINoxl2kWE6VvPpcg2MygOI+wD6DhZx3qC/133bOAD1SlHKssq11n4HfBbIsg7VQtwNYgMdBbgDdKJtUfM01GAlkPIiCAvCODNBX//zPSA8O8CfSylOZlS3lc6R6BgMZkOzbdwDCSULGX5JFvjyiXDAyVV9P0e16wagGgGqQ/008h7HFPHpgimXZIYGEOGMWjNEAKckS7ZkqUB/OCe5ZlKxfSmuOMgBiqSzoktrra3geoCvtacgfIDPGjnELgGCibpTf1w+hU51BLh1wQAHXLsx+jAXSG0cwAeddlNUA4HxH7QmXWQTBuLr2ue3SNekKGfvRBAHY3ksr48IxAJgAo7NK4Hdg0lHfH/8QAQbUbwVEcF0DKBX/aGnRlXgYQQJQD/SJ84L6pnUIICsCHCDTMAHxcOrUEBxOPc0NH9P5A+diwA76HWz1tOUlXoDlE/RHOwYGruYWAlT8DoTyNL6aH3mmbfx+w0IBEmoe2962tYX7YoDyGHzZS9qxBOi4L0BQT5hF3OfjA2B3Ub8tufXQdtqp3BW0kGBwBlNovZH+pInTfKLNwoz/cvXXf30fQLDO0HYbzHYHYK/xUZu8VkmbwFCX/fH3DIij7cN80Bg1VjFlmQEA2Ev4PSR1YkxljPp85jTXO9p9BxB0FnAFf9EWr8Mu38/hpxnF1muMk5jIWk3NuHYQhW2n+rjck9d1dtzHSG+kM32+dZ1wefhOGZIO92+Wcf3Oz/k7jmu2fckgRhAL7CLmVDDSY8x/iiwezNjALYbAd9lNlTYCwPX9gd/HhaWHpLbi9fdvLoGLh2cLuNrpQNkUxFY9awV86/q3OvZc7VupZzQEW80Zvz9XP742ADyqxyhWBq+k0eKmY7BKWw6lXXJrhVan8k4H8A79fgWAd43Cb+qmc+ff6ULom4nls8+1fK+Vf3pLf6Qnnhuwu6Tv3tTWMk7Rr5YCEy9cz2w/7eDkZtWOMGwgvSFGlGyq0CKtX2Mm/nYA4GM75ufWpzXH7/cCAFtXt15o1ufF1vq7HwBOP+xQ1XIiHM6nZf3ji9f2fN4IsS0F1Ajmw3I7ACx3uD5NrnBieH7hup0XOb+2pLgGAH/yi+ZY33bHm8N8Bhj68T0BHDOA2KtRH71DAJjjvXNj+L0DwGvitpPYwCvuq0xY2mM6cswIEVBrp90ItG4BwGQ7lPXDY2MxjwCw6676RSdsYfTM+nYqAMx+wt+fTtb2/vJCAHDT38HYV/sx2ryZw6jax9HZ5PlNx2AC62Pav9meoLZtZPYubAZ1QzNoxkio7el6JSftJgDsdX0A0Ef5qP2yYwYRqkzG9kqf1eb+E/osZ/zquIT8xK5b2ns76ioAXPcyZgA6VWFr25BRAc9UABiMG7eRDuD422xRApx2bBampq719KxmQbU601mr7VVh36YDeyYrXgNDKj3JABgqgFodrHa8C8iBvMzY0figqXRWc7xQTmdmOwUz9SSMwU3UY5AN7EX8N+p6HUN+57TayW4UgKRzegkF0QMvdp3q6WmGnSa82q8KcFOX4ZgOQdg+9pTI/bpkGDayOf+ta0oxDWcx5qKcxNjrLh25QAr4BPwVCcRCdnA+2xEN4AeAlFhJmTo9GZU9QwMWrwIAZ3mezzgSAilHyUBs9YBNG8AQdB11JkBOp3+mkO3OdLGqDCD7GbaVchbTGLxMMI1//gmM0fgbDmTC+QIyojoB06mP13HepuWq8U4gIr4384m+6DZXgx0aaaPr+lTZuCj3NhjJBiS6DmldYw1gciYADD0hmxTACMYodFEAhcDaDjB3sM9lYnwBHuKsXSi5AkeSSZZgpe2AdE9A+TIIUvNXa6wAUcpZOCsVg2cqx+/3kaIWfwO04vzKIASmko7yebbxcIY56r9hOtn8pB0iUxoMxCgXAQbse8qYZ2tyrhpMQRsFnrKHPMc2lTZ+vAsQVecfa01tOplrK+6EvngdwBmrBq3bfisKpJ3hvlTz6U2w2j9+/BSpeZGCGcBXpgKP+gTYYe5E2wAAR93vIocw+wDAL+2kgwJ4LdcNtIdjADYs0pfjEYByOM83+g0GLvTi0UAo5kyAyASAQ2YIpFCW4gIAR/uhB5Aj531JV2+gFHbVTFy0lMln0gAAIABJREFUEwCYAVzNOaVdVnADvvP6lHMi7RFqxnjAPmB8HfgjFiqAQI0VzwKGbrfAAPRSADCDXEr7JRMxfDFOtgWQM343UP0Yc49M5Jz3eIZnuOd+A8/6bGHbjj4Ho06OQdoR6ktYh0Az//IvAiSEDn4GAJxPhAw+Y10BEBXlshtMnR3tIToZsmJKZgqEY4YAAgBYSGOLc77FU+hvM7P1HLVp6TCITmulInPtVWBN6jhtq/ZYvTyxRm2mYGINAGP8GTAUzwEAxnXvc1vGC2dwSfuj9wuk3cYyl0EEwo7ZVs4TBPmk3QAATHtJ+Up+rKOs9WgrymuBJhmY4KAV7d8yCEbLSVjuGIP4+ac//UoGMCYL0n6D5VoB4HqGOeYR6rFsdPSA7K4yNein5pnA1REA5vEd3Mf24CTo9aiz6KcZw96nSO8OwV/Nm84M5mwowU/+3vrKs4XZk3kmIq9blWnvZ+vPGSbDsch5pnozm0RmvaivofgOADDT3nsuT/alGvO+P3cbZgzi3j5EmETg1s3nq3/zu/c8YoBLY4Imeg/rev0KAM9G+Ae6duiwOrHxW8DVcwGcW/WsNftb178lznPbZ3lsPP8KAGsAvi4AvDXok+936PcrAHyGXH/wRy62z7v775eLtQcuBYKH8l3cVrW72/993vjcgN05vZw5aaszeW+ZXwsArhvXDgDjZSZffPFyXxykaeH5o8tbitUj8Ld76ZejVicj7aWoX4MB7D18fUk7AAHSsejeXKpf1g05PvscP3727R5Q8hhkuOd59XANMF2mnJ0bEfVNabXWmcbbAHBzFJZymv+xyGyuYRlRnoV0eS/bPGuf+l6dCtXxmVqPl/zh5W/eVzn3KNP4GX4UzZdsvwEGf4/Ief6enfJors2Hse9r9mXU56317RRGv9leduJX5u/yBTZ9qQuN7wBwm4eFlTYDgju7DHo6jKcBi+ENuQMMg96lremObJ8deHyudKBe6dDafBnqn+lIBUlHoK8CITXN2vjMqGtrAHDbu6KNnJXDpwBidlyNNk5sgxynEQCmQ7fL6hgQPZ+nOR/SYT2mYt3KdXYYAOGApCx3mKNba/LM7s0AyrZWpcNotC92JFWAZpybdQ76ftverQwNbqcBHDxnh6IciH1NqdcNAHssFm0CA4FBB/g/MWBm9mTUyy4LOBcNrB3On9rHLq8KMAq4sH1kP8Ix6FTMuO4yavpnX282tmw+1gDgOqYjA5j1p2NwBIDNoHtTmNKWk87olD1adXCTwST2MAGuwjRWz3OemZGXExhMJLDHemrTIt925qgAYHffQDSKIOiDNYepgMVYw0d+1wQewSTDupYOYrYmUwe3/rTUqnYgo7AEqJKBRoZbpnol6EiGGABHnIUq8FTn5QqIkbwU3FLnlcdVQKABZQHI/jhLQQPpURYAM+qxwFCdFSpwhGmooVcJQlmfvO7SoZ/f6xzKfgYvGHVwuANkuw72IXUEdouAUGeOokykVPaz0OEm/xxfO5ad3hltfUygCG1tGULolBfbjvuHBJYMiBjwqbIiUMkUxJ+u3odv/8PPAZQBxMI+Kvfv3HXSRuQ+G/u1upTmudDVrhGHSf3GWOFsW9sC6IwZjdQoAgtIaVuB3r7+OxWrU8473bwZgewPQHuwAVNYdrwbGHef8Tfqgpw+R+pSjYv3bwaDgaQIRPOZ00orLU3qYE3KIy80/crpBiYwr4WCVSapGXEok8BkAQ0pg9zD2lbYfQj9fxdAWQvSSP3Dfddx/dMDKs4sIJg3CMkA0w/AF9iw0dx+NmkGAeTYCtw0sK1sIjw3FfMbZzATNMf5xx3kxNT6JVI+42PWNVrwGPUhfuOXX56u7gMMvkZ6ZATmROceAf5BrwEAYzuAXwHaQL+iY04FrTUtzw2+Eru1B86IDUlbAGZkWXtwnjB1CnMg5OEgGoLAPHO4rwu4D4A0QKi3EVyEc3kfgsKMs14BkEs3+rslwFunXoY8fca5gEilsKbOc48jJahzAimZNd+Rvl3vPVIopa3WWgxwR5fbJ1NA4zoYx0wdj8fa+qG6qWMIQorf0X4HAgHklvwSbOZYLIE6r2Eu12UzsMDvJNAJmnCcA/zp6o//W/SHDODcR9EWYt6E3DB3aFe1zjNYhcuIALy+NdR90AWmoy9xD84EoWCK9BWgH23sVT7Xh9ybKxuErmNsyfjP9cP6onS/2uGq3ARic95ZL2EjoBvXzMTQG0b7gzCGDORyto8nygKfno64Z4cCE1q2zqmsu6xlqw0E2655b+b9HRmlOE+8bMwBplvX0PcM2yED+E9/EgNY+qWgJvRXtlcZEhyIY4Yv60ygF/ciMKDuTwAA+x7rO/jGnp8VAK77pvGd0kc7QAZrgYkKWijgb+6zMEfWgkcdqLCYPikv2B+sE5VRO7bLz7nPte8jm9jPQucZAJLD77lmBrDLWPMBtP15eb9ytgi3pz0bARJvI5MCQF8wf99H5g5YetjAmj6srs+vAPBgT3+0P8cXhJPbvwVcnQtwjg3Zqmet4d+6/i2Bntu+VwB4IdnviwG8NeiT73fo9ysAfIZcf/BHLrbPu/u/hcS+AsC7RVluvBSgO6fOg6WzOGKXKV8OHYTH6vtWADDmAByAvyUA2HLuQKJeLK0v9eV++cLRnRPPpRt6WXwFgP3SvJTrEsA9BLyWdvFw3E4DgMcXVqR1xmdNHxzN25z/6Yw5XDcuA4Dxwjk6rY7p3xYAMb4MH9isgSHX5ssQAFGfe04AuDKKqBcDE7iCv/jeAHDTjwJQLOZv87DMAeB+rz0xpwPAbAOZEQIf1L6lnvZ1QPWY2WZbwCLykZqe1e0bU0KP4zc6UZwSlYBT3HwJAEybmeyMVu8AADd9WYkAquCh+2y2Eudbc8j7l+PjsBqokHowzsf6dwN/ymJgJkgFTatDabQHDZDMQatOTYI+AzBUbcqsLcfm9vhdAyOz/SMAvHRUp76lgOt33VEcDmc4LQm89toqcNvth8aFzjyCKskwbs8dD/Dp9Xc2z7gmk6UC+SVYyflUmCK1XXTQwSEaykQnbjqPG/OvoaLLdnGM7J2Ho7nNPQGBBBITLDSQyjHO1I+jA7GC1T1VbQeFoa8NACYYkwADZSnHdQccMCE0bk4fugYAq/+FbUVZJUibADDYfEjda1YZ+icHt5zqcJI365dAFPZ/9dNSuiYoBSDAADBTaOcgwoHZy6fWE2gB81Rjb4BO56TawcoxTiTB18xW6ral1+P1F2MI/W9gPnVHjm85XhMYTGAJjK2eSlqpwTlX4yfPUiSLjLBD7g8BdInBjDNbxUrXmcCe50tBgc3j83SltxAVAETOm7xZjF8AEQKlmwO+6KEZcQAlrNt28uNvM6Q78zzGjPMQyvvIswR/+vkuGKhYmASUXAc4Vj/MJjsDgAHGlbWfgFMCd0y5DBlgDuX5kDzzMz5gmQvclXycptlTrTPuesppBUSo4041DQAYM1RA13i+utjdBi94lmWcZSqWosE6tMEgHtqhgATpGf42CCVpVLtoBrLtI9dQnkmL4AUwEcGoQwYEnPGrD+YpmNeyTTUVvMAaBgPEfXTw597uOlKzWm9dP3Tz9jbAmo+hdzxDWDJ5B8BTmLYAb561qv0Gzwo1Mz37D5agxYZ2P9wL3P3y5obgHAA1yVZguGTZNQPXgt+puQS7Gi3/x3/4Jews+p4AMNqRADDBsZCNWfOfo3yAUqhDzHmnC+8gbNVDti3qQhctHwDAbBfaF+e61j3VdbQJYwiwvH3wzkq7KvBbgPBDByIBTtLeddY77icwFpUAEMN3AgszWwL3oR0ARtsEzkr/DAD3DE7qn+1T7aPstAIIDOgCrLYeKzgU4yB2J/7Evo9gPkA+Mu+lPx5v2rcEYqXjsnc+B9b1025kVgtcQ+YBmfAARGPcCABjDsbfGEeut5gvYEQmAIw5rcsCgGsKaO3PYWYUiASbM57hCvAa89ZttF6gPZ5fxHgLAExTBjlA1zj/FEBEtm/cR9uH9iYwXdmSjhdCe6ALBEmjD06JzHoTKEY9uO9zpkTW+EMbzSyGPSygMJ4F8D7siz3uYPfrzOCln8HjcQ3ZFtUlk5q624PvrmHjADRH4/76byIICe1hhgIFBnidxHigZdCryv5m/xIAxu/O/OA2GAD2mcC076nrDBaIZ/3eUffCfa+bexSuC2lPW2DtMohwFmA5viNJVt0IjQAw33EKAmpbz2MMct2u7fQ89L6izkWyhhNA9lyivAKUZWabHOp2tjPWw9xr+V1uDLa0PrHeCQBMuxZ6GlLVevPmKc76/Xz1czB/EZMAlaClpUHui/IxALj2Cb+/poAeJfKD/X3oSBo6sAVcnQtwupqt8r+1PLf6t9X+recvlcPe8gc5LqIwJzLemRlvajiqSLaaN/itDlqSdn5VCy59fnc/awtqpzbG/5T2nQMAXzo9ttp3afmvzx+XwKb9vViA9W374sK+egFbAOvI3BwbuPX8S3fo2PiOm9iFicmNrTeV/m624bykD1vrgKJC9YGtaBGHeW0thWqNaBzbpzoFnLWyF0zc6jw9gBIu6e5iozzK+5yC1/Rr1EuvYw10yf6Ojv5z2jB/ZilfSpwOZjkLDvUyvT0nN2BrfI4DK7OXstoEOJIv+3TH9ziXVO6y/ZLPYY1r133nHpbuIVtuOadm/Rxf/trfadbHcTzVPnh0+BLIOT7pfFxv99lh7PrNJJYPOxy+Wc6RZeeYTV6z53bSNVZFAi3z5q7bj7afzFu2tu/NPhVHwTn6eC5jdaxrBK5HoHON6XsAeKeem1VcAeMF03hlAz5bN6rUrUfWq4N+DJkXyMZJh3lLiYmH8r5FYMYYlk7bpnk8yqOmA8T3FRBY2pl+Rj3ZFOmAsd2ks7Eo22Kepe5Xuzqe7c1yCvNo5rD1PWLYyPGp+rsTvwLH/q7O2+4s62eS1rrW5rfn16HjTHKtzJN6Nu8oE60xxZk0BHpUR6LbPZOF0yB7jOq5ZBwLOM0KQ9MMjZlM6rU6nq3+ZPHJ4TYCkcfXL6Ekcpy73wTLmr3Q+mUAy3ruew2ezuy2GWPUqwRKcR/PwGv2Otm9k8CZajNrxg9f77KVfqn/wRQDA3j42HFNnlAuydj7AQivWRXrPK4AcAVbHdQ06vaiymSGj7qtNtY1SrqGcz899800ZMpY7nXkzHcqVJYJuIlopIByf6zPBqAXuuw1rwFYhKMERJS0q6PsAKgR6Elgl+k0ox8CgMAohWNfjGGXZdmhLwRckLaXoFmyS4sTXPfqCAjonftApmFtTAHOffltMFkt48YOJfDRbQ9AL44ZHPQG+w2eN5so9vBd3Psh2EXXb5VeWWc7R9uijzzbs9kG7U/fkKHeWdeyDwB7BNYjHSqwEc0BsaUILjHNMQAxpEOGfANAAKDkDnu+ZEcF9HqsIGeAhQko5BxWOwBScisjsAdpWQniC9CFsx5t8DmUnleyP1oIeF4pxwJtthz7QPA9KtoHhrfZc93Gw2kvcIYfMPBCB/Bx+ySfSHsbTK7lWZ7a6+JZ634Hs5EqOxl4fGy5QTMLVXNSwKVBDuinmdPYCSpduQBJn8VdAWCgGXiGqdgzPTK6Y/BqtmeV7gMklKwhG8j+f/x3ASQ4OJoMYLQdACWBPwHKALMwpyxDtEXpnzvT//PnpU1r+xNmE4AsMj06MgpYRzGGGdyBazeUn1L7ItAA8sHyRqZn2BDND7T3Kc5hvmM5tlTeG1iPoRsdmBUg7F229wleK50FwGBbTlipB3Uu53xZd3GVKcIB3HPeI8VuqhTalToIXQeorA/0DqCpwE7cbzUE0I41zml50U+B77k/SLtjueLcZILCOSfICIetjf/u4pG/+H0A2yV4T+nY5U42K/dzpAEXAK29EPS9Ze4gWK1+K7hFqcnxN8Bd6Ao6WVOsK7BBff+U+kBVoWGofg6A/wB7Dcp3Vq6DLbxnwbjx7NgEdFEUdR12QrmqCQCr3drXITiG4DlTuws0RYCUyoTedx1se0CuAj1jma2Jg8oEbvc5PR6h0s9tjvGGnsZ6yX57LU179CbkgDIJABMA7WsBe5Brg2yzgk04BhkIsAYA+363W7qL1Pdi1tJuhbwXATtY4+oD+btSnndfhtvlW1GWAyIPA677UQMj+Os1DuW04x/GF8zsv+eI9/nW+wr+eg2lTqae1rLdXnxPhnXWW/dnyLpQ331mwDZn7tBOBwlrVoP5Gzbq5gsDtG5xtnVcg6aRacw1biloBdgcCr/ZbmeDiQtzj8Fk4F4vfX8S2By+LQ/JFsK31eWt8reef+nvt/q31f6t55sVmJm6HZ3bW/5Q1JbjfzcwOokceQWAu7C3rGPZsy3OMG6L2Qtb16327dDA11sukMCm/b2gbD16pl25uN7nKWALwH0FgC8zEFvrwNcAgMfoxQ43cbv8PIqUpewBbKsTc6vyc/Vziwlsu1AdkDNH+Xr7fnsA8PgytzU2+v48AHh80bLz8KQXsHHPRSeXXqjFbtENdMasLMS/VQB4BCTbfmcCZHAVo9OqpNX7igDwrK0HQOM+ZWxO5523H9w2Y+vWtsyixGtk+yz182xebep5ATM5PmBHlNY2B2vd4NbvLwSAa/uOtX8EgGfOZ64ycEDlfKwAcLW547P17+rskb5qXV6kmyy6XdND0gYMQGln+BhASP1POzEDDD1P6nyRfTlMsXzY3nSeZvnLgIAlAFyV0o5tX7N+mq1bgeN672FAwnKf6nfIvg7K6Wd7CQB478cORstiLa2zxkv7jVE+Zn/0fmZqYbhlE3Rx+dSnxuzsAUwGgTu41oMWKhDs8QIwaZWBeki2Wjv8N+qCs9kOXrevOhEFHnf5NmdljjWdx8WBDEBlptsGWOzk5FmH0SY4r7t9TkYcwRk5dukAhaOY7VhmLDDLs+lNpncemeHulxyvmltsYzoiAboYdBcgKMe8+4LyIU+7lOEAZZrm+M9g3kKvk3G7uEbwQKC3xxgMmgMHbfaXoFr87pTFSjMsZh3kMgLA0juxCStjW2fJyvkv1h4732RgfUKrlOJSYD7HKVNk42alCZUetDEMALjperFPnmtmJgLEIABtBhrKYvpIzUMBwyGL+HcTjNLf/YTknkptyWEyww9MNSI9ua8Px7Ttgm2FWOICzdv+B3hODgbuB1vTbDwESiBFrhln1AuvLwlUjP1GqnMBsDofeLlMqSYDqTWVM4B6yASgnIahgC4JliCNLZ/nfgXjUFL8ZrkQh/QuQSZwBdP2jACw55CBfvzNlLcQo0E9kPUMPsVYgEXOrAZ5jibAw7sAMAlUYuzYLp9/TFSqgdyNyZh6hDoA6PIDgLZd7wAw2MhOfe10BgS3W4rfAOVKkEYOJes0a1ugA+oJXaJYgzl8//bqH/98T+DsAQD9uwDTwAjOgAiCagR/ZcMWZ/HCVhL4F3u6sScRQJbdMQjLuuIe9BV6Id1TIA/KB5sTwDLtWLTMcxo69xhndr9//6HNO9qiasAgXegjdDHtG9nHWZ7mIurDNa8/Yhfjg2eQFh7jRSAN4HOAr9LpzhaWzgpEM+P/cwad1PdorSFILS82K88WZr/ABO42QmPUbTh0CPeijZhj+LudFZ37caf/hr2CfX2HM5cBFDJ1cwDAwfi9i3XjD78XGKv5rdT27A/moucPWPBxBIIuLwFg6w++YxHUFw3q0yMCAtLwMFhQwDEAccoUg4xjKJjBI9pEILIH2Wlv2VO88wxiMMo5NF3ekn+mPoco43v0EfahZ+UAwz7qzSMQoMcIdAA3H2djy+4ItO71AmhPPWA3uo/He4O2l0p9MUPZc9dek3Gfifoeon0O3DAAjGlHexTtu4/v/+nPcR43mjkAASPj1+PgnxUAdnBLH6t87y17rOrnYPaKnF/S81AURyB4DpWB99g7oKwGTFKqWKtLKugWxOY9Cd/HDWBDHzPwIevw/KM/KG2egilyTeN6rDWe63U+Z6Zv3+flWuzvc22mlmEuDvKoMsFbVbW31MCob+zzOA7Lv5Hi/dPVzwH+Mmgo10bEC7zDmjUDgLcAoFz3XhnAxyX/3X+7CUA8J8A5Ayu3yv/WEtwCWLfav/W8+7dVzpoc9pY/PL/l+D+Y/wzNmoANKwDw3mZtAZDLjfmhEC59fsvOXap+p7TvlQF8qbR/vOc37e/ZXfqxgd9mFgfH6CiOHxkARl9GR2PdLHsTW/u85vg9V03W1wG9QlT+ZQWqvBJsMYDX2oU0X+xfG1/oq1lgSpGHj+87t3/jc8cA4ArKts37CiB1qn6uOfxnQG8d9+rIrUDHqAeH8tH8H9cfv3DO5ElH7QAAbMt9C6A/zqBaAz7tsKhsoQpkLBiBK42sfV23s8v2++VuBgDP5OmqpxG4k3Ytx7Df4Lk16sNLA8Bb9qb1L3+J49ekVwZjcv7SjsB5lhu2re3sZiCGCzCQli/tz8UA9v5UTEOBK10WYv3Usa3nTkkP9P0IqK7pwaE+bc2buVKfAgCjhHGejEzZLaC3PT+kYB7XDYzLInVY6sHeXtIBl0a/MoALQUEKRqHLKeK2z+xC69diBTseaDECwBpn1WkHUK0L1xuQkgyIfn8+NwDl46hWgLjWZ/tXnUi1vq19w/j97G+3tToVuz4cZl7oLLDei9GuVv302rXmCLNcZ5p+DAAm048OW4zPEgge28NxK0Ckwd+6rrbxTUYK/7YnddK4CtC0d7aiJ2iDz1qc2YhapIMzAOK6HRUEIBELAEymJzVYa6YMHcFwUA7sTpfLNT3BuaUuAfCIOvOMP4ICdIBiT9b12rpR9d/n6cJBi/7bGa26BMa4PSPwNoqT48WpImd8YxId4PuwJGIfCvjS2aR4roI+1S5fR55D6IrbZ0er5tGTnMPx30046P1p8zvTu+rZBK3R12LnCMQN6YJtL8Gq85gCeNDcFujwGGAOgEMwCgEs+LxIAlgA6AA4EcBTSmODjdLLBIInGSl8ti8YkgCmOWa5PlNeaT85twJYoezpYAe4whyrKj+uOHMDgC/0xWeYsh/JroXHm2dXh36RCQYQJFLMwmbffXhz9eFOKWgB/uJ7MiYJ2PR3U5HWxDD1R459AVy+tQUQsLWATQVAoVdoWwOiog4AcGCyUasGR5SBJmALNSW40jUv96qwhUilLcBVASiYMwTCDACXR27ifOC+50ymYaZfByDkZwDmQW8BuNTAEtocMA8xJqXdvIeAldJTO7immiiS9SCX1HfbB6Ryxvm7DIAIOQEA0ByTtPEdxhj2CufY4vu2B2bfVO/4boAUuF1/8gxZgmmwt5go2f8GYL1hXdThfPdrgB/AngTyUDfOqsV+C+c3f4p60Jdff/l49ZHnav8uyo/Us5hfZB/KUKBPAGghQ8iaaVUTtMHY4W8AgwHPtXO19VzKA/M6heLUxnieTNeYk/f39xIY+hU/NB9QF9okENJnR8tmQLYYZ+iPQFSBWh1QtVwNTEvHekAGq2OAjVjnnjcA2w1smwFe310RpKC2ZwAIAVvZDTFMNQe9Vt7dxQHepLA6WLYrNUB7Zk7AfotzHGmw0W8Arcugm2bryerPzBQhI+gdbV7UQgA4dPuPf9D5o5xzCB7kmgkwSsEuLdtANsVpdzUICfpqQFqQnW0FMliAAb/86Jx17dfEOk3sNGWhtnRwTTaKLOAo+BZriUHqlJNkWAJ5Ie60dQ7WQt+ZupoBF5ALGo/xAXu6B3SxLGalcP8EkOMB23y2JwFR7TFCV2Li+Jxzs4Cpi2PvtWWinj7CJkWKcwlSbVCKc40rbOv/898iiASlNFMteYJp77prFdYlzsOQM+1FFOa9gvWfgGdmD+DoZX+836L8kOUB5RCQ1p6C9w7ODO3tNL9aABnLB6CPs8R5DoRSqMd1rGNiD3d7ZkY/swZQHrIJ+EXrkPZfPjJgzOLD9Mq0Q07Z3M8dZnGplONeezyypbUJOoKxpa2PMSnvv1UGCi6S7lfgu76vcE5HsAHE+PMH2Suf94se2rVV11mPKfJ11PYP6tQcAK8A8IFkfqwL46RaG+jVXu1G+jCbjgOI36Xktvq35enaer7NuL4pPkkOe8sfCn0FgCWQVwD4JG17vfmZJbBpf8+u70x7cnZ9L/PguQzLZlY3AOSXaXUvdWt8qzNk1pbZprfeNyu/2vaZfduy/WkZcwPY7aRBKm5EsxHPBwCrQKe06n3cCyHsG8ktAHi5gXZ71sveq5+XAsCHANLW/Nb39Z3JL8gevebszO6NTp59Et0an+MAcK1jCZ7ZgZcv4gtgupa5Xn93xh2+PK7pV3vhW9TXHQ7DO2gr5hQA2G9efFGng6wDU6P+nQoA7xuz0++yxL8GACxHVY7rCwHAnhse7zUAuDkF09E/Mn9ngOpWcIIcManfk1eiY6NzDgC8DDrorMOTtGADAEZZs5m+ZR3chm0AuAhqAIBRxijz5wCA69pqB1Zr78QZZaCJ69jAAO7nZi4BkDUA2I5a6ekyDZ/KX6Z4drt8fXQ87fl7af/nqfdnIHDVo1Fms7bv0bsZAOw1FKwsA2/j/mdk6lJWAwDsa5UJLGeiUhJifvoMVLMlarmL/VXOY57NWMapjp/765ShIxOYck9mpQBOnfuqcRYiW8/+A+PRumZWaN1HtpTAyW6pALBApH5uo3Wp6Td9n33N1frUM1fgfp8jSuAV36WOqh8dAK57owoIH4wZ5hLPNO9MYhPoRr2tADDPqBQPlWdz4idBihwHOLTb2ZoJwHg+ff78SEdrBYAFWiBtKUCYBEoKaxnXMS62cwTi0kPuOh2YwpTNCRg4xTQd59EOsagE9qKMJwCZdFQH0ELmHEA5gWWQMR3h3o/AeZ5tGvcKAIDxAcz1rgBJbFsN0AEgkVlfdTZ8tAWSAAAV3xmspazIaBPQ4/NWa704y5v3QG4EN+LMVvwIoO39+zfxDw7xkBlAWdgsOKzjMMrG1uZa6LNh+56aLl2xAAAgAElEQVQWrPJFOs1m4ASiv422AigEqCfmZz+nFKCVU/iz74mULs6eBFiZqZVd/+cAEzFX6PjH2AI0iHYAEDBzU6zgnrK6z9PrcLS7/Trflmqdc0cALOYtUhYHwBHtB9gqFq4Y+gLYBCSCUIsth3F+6irxILNADdT2AAcy0ZBeHDqTZxCjHWbeQm5kgHG+CpDEB7oGANjtV5uV7rqfi1zY2AQfcv1hKuYEWRDAQRZrBl7AVuRkUXnQAb1TUebxDwxhgtcFbEZab3wnuwJ5Bdgbf/368fHq/tdIrfzuNtLTqt2UR9SLM6HRP4C/tENxXQxv2GWxgyEHqAKY9w6yIPu7o1wNTLTu4TveH4K8DxCT5xFH+coyoFSqfq8azxAFsF7nyvIMWgF7BFZ5rqzmgW2GgxPEPo5zhXP/ifb6TGjOdTDo6eMQg5v2OdYi/I75EVR5ArjvwragHoyBPt4HdoCXg8B4HMlQbVeggsFemBgEzFBqsGVRh8ayn3PMNiTrHet4BYAB+8bsv/pPf4RNo8Xm+MF+yN503WCvCgAsWWVfmYJbPeEKFP8jwBX1Pdx3ANg6TpAzJhV1kPYA9kz2jnLMFNUaW6Wt97uBx9ep+3UGsIDTd8FI530AxDH38mbsB5AGG2mpMQfJ8MX8jrq0N1QbOBK5NnG+M3BCdgAfkuITQCbbNNoJO6IsCVEnwcm+87ZOhZYuZJODLh2DHQkAmPPkrYIpb6DPSEkd7cTc+pu/fbj61M56wPiqPKd8rvuNuhfl3iMrcxAK+5HzXZ1SYEW9bhst+wqgVusjqrWNrfsJr7drADDKduCLAxiwh6oBH6y/BVQpAKSuOR4Xt9M/GaCQ+tIDMBRUUJ/xfnoEaEfZeWyW7w8ZMBICqO9vvnfmb1i+M8AuhV2MM38//HQTAQzQK6yLXa+YiSPHxjre2nIEAFawt0b5FQC2xH7Qn+Nm/KAb5wKcx56roOVW+d9arlsA61b7157fks9WuZbLVvvOld9G+9pL8N52rrRjzaHaurfh5770+VcA+FwFeX3uOSSwaX93V7IFCO0u6Lu6cS/AttboredfurNb47sFAI/tO1beDNit9u048LvXVa8W9XLnAJ/rWuufHYsoS5tZnGGWZ1glMJY1PesQbTEPn1tfjjHUZ4zjtgHPhW10gPZ1cd98705p7tr5uHVoxije0tfDwdjSm70AsMpprL7s3lJ/elmKHtcL87EPGSh4sbMDtTiCZ8/7pX/GAEYR4/XdDEr0rTTV9WAeMJp33MikY2LLPhw404eAl60MCU3f8rm1+58bAD4Ys2SMaEzk5NUngZCB+VSZt91OFEdI61jXT6gK5E7eWDoWjoGjHhePQWWdovgKOtYXcjkBDudFHX87NWqK/T2GbgSACUgU3WkBA3RK9fneHGGpV5v7Xp/xZEZgmT/Ni1AaXPu2KzyjnLlmm9Tb2J0+lo/AhTK+ziCR/R8B4E/Nfi6BzHG+dAdhd9hXG4nfDY75WdmT7uzj98WRpGeW9VZn2Ji+rTrQ6nyvdtqirs6kUV9m94/PrdsvpUOtDmsxIXrwC2cjWFkESQSKVOZelVstp8q8yRL6mWPU16jeIzP4Wpm0D6bHwJGXjtcEWdp0T0ZJ+5vAicDdUc50uCVgyL5lm9i3TLuL12uCgnGvGZSVSWon2lM6YZeBXgJb4ZDH0itmzBLMHdtp9q/a1pm9TVZ5zSzM0cnY9JXgglNMipkEdzvKF1BS0vlmIwDOuR4DMN6n0fELm5cMNre7OkwtT7Wh27/6TLt/OHNxMc/IqpHt6gES0EUzgDMFaQLAuI+pScn+6zaCZ1DmngfjZGYSZQaAIvUPjnp8cLdTd1r2o32eZjmAU73YRzJTU+/8E82qYATqM2AjMAGyFcsMYAtBHJ5Z2fUWZemZYDfVM6fLPY15lx5dAI38+Ezl3Aa2fWWCJ5Y/5QAgI0FT/+3x7voqQCUwF/aVaVdDtyPhqc5xfQOw7PPVT++vr97fwZGP8Yx+BgOQAXB2RDf/lYAD74t8Jm1lQ/mMS6dthQ5/jDylaIfSqXYgFcxdyiLqVbreBDQTuDGD0o5vdFe2LcAHsBZTpkpvLlaY28Z9IIFbB2mY3SnWa/3OzFvODYKZSEUOEM8AkFiEkB8ARgMod3dqs/acJGfzA1D2NpjGuK7vZJs4xMVe+JxMfAV7DcYu5Y9OxLiM7zn9jPXcVxNs6kBgTZUsJiPsk2AsyP06AAYyOIPZyD0JmLt4HjYVNdN0C5wWcJf7/bS5PisZicMNkrU0uOy8OGn/8Pf3V7/8GjK8+ylSQss+AtNGAMBDMD/JnI9OAyS7CdYmnlNK3h5QehNMZ6R7ZlrnTPdc9Zu2Ps+6hjQYXBLrOZnutCm5J8ifnDsZvKJ5pEARAuhtHyLAG6AWAe0GIC4Zv37G6yvKMvvXa78DSpTWurOqzXRs+wAij2JnQx6wS9Az/I3JZla9WI99vy37+JnnGPvMbY8PAjcQeKOAAdhNzDHM95G5jD2SU3nLpnALF3bo5xiXv/hfA0hOEBQgNtnZ+R7E86cD5Pd6jTGQbcdxBwL8YQaRBh17ArN9BfRFCuN7Md67vVVADxi1Zsu2/WLuKRkkxTmEVMgYb9kiLGOIxeE+Ae1oQKiCQAzqj8FOCkTqe6eW3r4FkkrjZN8U8IqvUKeYs/p5TaZwjhWB4bBnMf8dkFITZRiUNAi52HfBXvj9s7sCaAukawHMe68f9f3Vnz4GEJxBUAjaie9Qbj2jt84Z/+4xxN9MmT68m2AfphTpCtyhLlLusqUo3+A6vmMmC87i/hFAris6b72vv75X8leZtzdguGudGv0pzd+QwXK1T+N+kWOU/gMB4Shf86nOc5chO7n8nm0ua2vdA/s575HxNwIkbNdHeY86xzCuaB/2PAi6uosMHB8+AEiPchg4gfamHUyB1vefWn4ZtnZ55j98BYDHUfnB/q5GYtr0LYDvXIDTlW2V/63luQWwbrX/peWz1b5z5fcKAJ8rucVzM0O6XGT6Xy2dWHUU15XvWVq0LGSrfS9Q5WuRRQKb9ne3tIrS7H7m+79xC5DbAji2nn9pCWyN7+iYb8viCnP5WHm2H2SwDHaDQFOqyJwhPAfy7E4bv31+AFgvKJDHsn1bAONpI/i19eH7AYAPo135MpIesDWgeVu6W+NzHADugIedXenMSl3Vy5BaIQcc3qrj5TEcOsu5sNYO1T8Du3F9BJC/BgAM/aZrKuco+zHO9x0A8MwWHDj2nOdpYyBHh/t4+9cCgBfMN42cxn4TAF62uK2GFWgo9q8xeUPufQ5Ih2ag6gxktaNvBIqdLtq65JYJYBKDzNp6jAm8xvat4MqlAPDIYHZbF3XAj1gAjhkADHZcW7vSiUX7sqZ3pwLApkRkebXdswj5SwDgEVSrAHBzrp4AALs8i+IUAHgtwGQWGDLWU0W/mkmgjescAPYZmd3+ClDAp5/d2G2ZQeTqEFs4ItOBRmAgHb61nW0/NACEckBXANip/Pq+d7SHY3rVcY3j/aUNBoABUF2H89NrN9kqAFG8DpVzGr0PgmOZ/Sl2nIwQOjzDIR3XwSQjMJBgbJtradtqGmeOJRgrpjnlzXYGHgOA+xw24NsDUoi9EaSCY1HntrZ5mwAw5g4ZlMlQo00k4wXtCedzOMjdPi9i3LdlmdKVZJeU9WchmxIgMY4bHPwVzJJNTkA46jGD2QxgfD8CwAYQPYYAKODYNzhnu0lQJpmg5DsSqIg1AduMtgbHONKZr73pIvAnHdleAyyDg3196nN1Qs+ChHzGLPqE9tIFjDUjQVnWA13LvXJjU5J9FLoWAKbZwzzDNO6jI73UjzYo3bdYlvwUwB0AtJ3fcCajPjutZWOwIIQ8gwkI0ICPh4P5HmlXk13HPVpI8l2kDPkQgBvS1gKoe2RqVo0hxAtHtT7az3W9lLPetl1BHBoTASbaLwIwQzCIlh8FV3TgRWd/GtBB3TwXN8+FxdRCt6VaPdWx0kMreMIpWcvyZonxuQ40aR5xK0cApwMQNYU39O8mhEbGY55DKqBTKZIBOFMace1DgOf9qHPCUwFuPbA/sL08czkUU+m3+3w1eI1ylBKaOGDr4yEArNTSdR6CIb+w22DkhZwJxDZbp1ThSLX+LpiETFaQ8nzCeb/oRwYgSMbQI3RVbcIN6C7nROiTIEKBiRhj9wPjJeEi7fCXOBP449WvjzE+12FPQx/exWMIPkCaYTBP8bm7BVMYkwRzR0xufBQMACDx6eohkD0CX5kiVuOnIBADwLimzA1csBZAFHSwsejQf65tCWwnA9ZrpcBfAHeRDjkYvXUN7edJi21fbUQH3vt6SSAu9EfpeJ2SV8zgFkBkgCz7hDIJvIVeksFrex39Eus9g9iyPPzN9QpjzSARpdqHbj9E+/G3ANeetn+hPwkKe8/bAOCY5z+Fvvz+P8RYYJwTRCMDnoEDYr+CsYx54g/0hRmtyb4HAJxnAscXjwEeQzlw1i7ajRTQOgtdz1uPxndxBQb4DFgH2oQckUK/xO893KtdUsEOuTIde65H+E62uASxhL2pgCnvZQCV7KXkhTZmVoMEgLsexm+8T+eI+wPgu50lXTbYjw8OUWu3Fvkts8h4DfsS9pkAMMBYlAXgOX4AAP4Etnv2ywDwyDxFBXU9dIpoygO2wXM3W2KAF39iTXDWFfyNssegGqSm7iBlD8Jxx5xpx2uH53//HuPZj3jo+qSg8MYuLvuLKr2676jHAPlIDga/JIjtPvfxU9AAZFDZ4Vpblhl8xj2y9zhrALDfIep7OwHg1MG72y9Xd5GBI0+fCH+JeiXbEvOnCSL3aYP7OMWxUKSZ//AVAD6caz/UlZkTadGBbw1wfmtpbgGs31o+W+07V34XAsB+MT7OOuuOg7Vm2vm79v3MUNV7t57fZEKcK7987pT2vQLAFwr7B3x80/62Pjm2bXWmLL/wm/0PjgtvAXY/OgBcN6prG8/Z9ZkWHLO1JwPAqT8ucw0ARrQ/PqMd3bL7bX0oBrICwL28LYDxtEm/pk91o39aicfv3g8Ao5/NHbdweLa9Op1v6SDKhW0GBBxr0Zq9qeVUIGFk1h2WfTg+SwD/TAA4Gb4mEqm76jtewgEAL4GfSTsoq15/Tc/UZbo0kFsA8FoE9CinGXBTX6DgX1ice9eHXn0sAPgoc4/hLDL4XAB4S+e3AWB4/xCxno7QU9ed7PDafsmgwCFAPG/5GgBMx39p27H9Xz1bqgHGWd0eEPbgHvgQwRyKnz5jcQYAb9W1p+62lxwCCxogkvq2BwCmPtZpvMbENcAe9yMF6dFP1u/x7k57sS4sA4/PCJZU4Ls6TD0PDQCPEPToaEEbHWQi53U65uBQhy4nCObrfV6rAxXoMSin692hPrUFUU8NvnEfKkjpts4A7jW7P9r3dcavBqt/PwLAPRjCdZkRbAawxxfXDQo04GhwqNX+UZYJALsMp4S1Qx3OrPqh/rV33c7u8fiyTLCqZkgN9TdT9CUTkLvpYmzoOE4nK0GFTHFJEA3O5Jy31TYTyMpGvgVDjECL2KtOsQpHsplWcJiTFcW29rML3c8DACEd89SnBCPrcxUEFuN8stbC1gDwAhzHujOgJucnGIkEMoCGJSjwALAx+tLPIg7Ha7T3ieCZzh2kQx4AdbOHea5eS+3Y5/8IbFMXzFbJ+abxFWPT54hWHQdgg4/TJqOMGQDseSrWXA/8EsMqzwYk8OM0n2Jv4t9DsOkAMLTxTxY16hWAWlllAryfeLZrAOLxLYB+/FJtAhl80XafCd0BB51LyDGDMzjZQgZ4ITMCg9FOpbpNJl/uix7ZvzzvkDJTSlqcO1r3spQ1AhoCLDODUbLR/WCj0tmcjNbGoua5vgIdULbBn858CoZlAc4IemJ/WtZWnF9Itm4IhWcZI20p5RNOcfQPY5C2XmeUdhYgADfcT7CS80WKJqalGHP6HcxMjlA/Z5TswA5yLVKeR7mSm5iokDcZ+uXDVKgtRW7WC5AEgGK2H1cfA4xE7ICZurgGwNU/mQ4dbMU8d5L1IrgBQGYiu0r3rL0/xq4DwALgrEvaK4rNyh1wjA8ALzwL1qsCBJDGNVmJIV+0L3GrVo6yKHQ7AL0ECxbydRpef089Yg5WtDvlCUCKDH3IMWQIoDbacG2wNa6LhQ7mbJSbNpv9SOYxU9nmfahXa0O399ChN1GGzr/WGarEjfMd4DFu+H///HD16z30LcBwMKvBRA2Z8NzPaCHGXwzgZEAjhie+R1/RXgflEPxNQAb3oi1mKHoeMXAknufIlkAKtK/qMPWTNlRnEDfQMG0+xhMAsBnAKB97ADCMnfYfAL/LETs5U03bTuZE8BryKVJc4+PzgzkTMJ8pU8nN/cF3DirqtjUB65pGGPawBf9o/mF+AUgji70ww8Xi1JEFbW3LdRVBObClrl+BNdHfGK3/+Me7q1tmolAKYgdcQP9h73RedT+rmm2HfSEgGvMqgMsbnpkMAFvf8RxzrsH6u8mA9t36g0HS70gJ7vWvnjHsLYT3pE9Rp9nwFHb5OJhEAH8Hfxkjg3nQ/OjqJ9eaFszKkW5rnkDnHtzClOVtn9xfEBlIkEBftbfHAGAanXw3WwR9I1An9Z9TGC2I//u//sshACzdnr/PU9ewjqW+eU21LjfAMsfFbHh8z7U92zb6YZzKn3qNtPZxH9YlB83wCLLctyP4qe6f/XsPyO2gq8Dmyp/2e8DyvYVs45xL1OfU7c4cVkrxWSC998L4WTMA1QAdq5LtDv72GeQcFxxLkPtF36sgqHH/rr+RlP7dzZerf/NzBLpgbeKAQsgYW2fDweYtF+rsbtkKs5wsXoE6+XkFgIfJ/1v4c3xhPOjTtwY4v7WQtwDWby2frfadK79XAPhcyS2eGw3rWKgNLa6/AsDPIvIfqpBN+9t645V8rXuDx90L96mO+O9Meq8A8HIAj+nLKwC8rbzfCgCeMSx9TS8Y3xYAHiW3xjw7lPDXAYBVr72ACAXPF562gM4BYKfs0kvNoTFcYwDXfhqAsVNhVtapADBebOtn3MaNAPA479cYu98aAG5uvJ3MY8vAKebWZ3BG4A8Axnh/Aw4NQA4M4FMBYKtMj0xfRkxjfzcCtm7TKQAwHJ7j/WsA9HgfZ0ZuNJtjIFV9TR9GYHUNdB6It+raEQCYoBSc+88MAI8yfQ4A2PNYzqoejErnqsE3A29wGJXNvO3KXgB4Zh9mAHCbD8OLQ3VsVfszgpiXAsAo2w5f29zqyKrtE9jWAUU7/Y7tUVyWuBH9MwLANQU072J0mEBe6Z/2wz6Lso0DHayHa4HZwHAiwuE4kydYZFyLAVQBAjJIinS7BQCGV8260Ow4z7DVpDMAjN8rkwhMEDsCZzLqfcizZjMN6TjeBmaX50oLADYAWh2wfTyXzlvdIyc6PwDEop/3ACzhL4ajMZ3D6CcAcp+RDBtEh7uZo3D+EkyTU7WmOfTfTY/Q0tisuq26V2kmMaZib6Us6fTvgJUBYNhjn6WLp8wAdplw7lY7CacxYD06Y5NNiyo8jngeAHCzX7i3zf1oVQATTkEuB3yCS2As+nc6spdMQAgVZ/oCQGPfCApg0bCO5tmXljec7AkMUQYGgAH43QWAlAAwZ0DKCHJwWlewdxvwEc8C0IY8b27u2H+x+QR+EHyJbqAvfsZjhHFl+mIAlGQiK42rWYRvwrtMR3W2l+sjdKDYSwQ5EcOmbgSYgXEiqBVpOcliy1nMedcBYOsl2UsYI+geWH6Ym1y4cq0k+1AAMOwAQDeAtGIHFkAxngfIK/0UI1DMSo2/zmqt4P4SODWAS6A2cZSHaA9kq1S0BvN7UB/EobN1k23t+RJnIzNQxPtXgAfJ4gWDVefVOqU0GOt5pvYCIIEM3kSKTzH0wByGTQNoBttAxhmBtEgpnSlklY1A54sKiNUcBYAJ0Bq68fiEtN2SH8EqjmXIJbROZzKj3QK1cQ26LSA/id9RrlPXAqjj2OBQ0ShLqXLTNg4AMHSLJ8NyDWbDrm4AwtM+pW0KoWFsAf5/jmv/Emmg/+Gf/jWYwKFLb+7YSswJjDHYy5j7SKNtff4EFjDGOf4Dw5OBJjxHtdi/+A664JTLnhMAgJmimFKH/irgCQCz9YqgJO2lAFtasgS79DvmoM4SNkCMnjHQg+c1J7uW5wyjHForliPA0mfSat3s/QJTmythu9/AMeWHuYMMFLApA9Ct/mmeKGV4fz8ymOs1BffpDHAH/8gW4Jm7sEs4txkfzsXcu+A6AlWUNhvjGvMy2vA+fv7+P4T8YBsTtLuJABWIDTr2EGOgoAOnIHawHIJSJMu3BIAFyPndQcCqROZUzyk+jjd6p7GRDVbAjrJ06Nzs3n90AWXgGuaHQW/KFPMmx9jrBwDZTCRBkBpHQlT5OmuBWpd6iqFEan5kSmAwjt8lBOAzu0HcU9dSg38YKu5ZcxmB3ABmWzfGI0cq89htaPM75xmKwpTHVuu//NV9WKq4knsAr31b/kqec55rnOfvImNGeU8x+5cZUYp9U3YIgaYGgCV3MeyxnvY+dPuKuVhtxizDxgj6toKoG33NaIGkeaY4M4hEJgszt9u7QHkXqgHmth0ej7bux4XKiq7y9PnckIvOcO8AsFn6LK++W+fRDgw0Ahv53adg/r67+umD0rNzD+st80sAwNGx5U6+SpSavuGBfikAa2zHC/1djeYLVfGixW5N6Isr3xr/iys4r4C9DKXzSt/x1MzjV6/tldvW/Nlbzo4mn3PLMsbmnBKOP1P2LM9f+I4StwDeHUXsuuXcfn6t9u3qxBk3vbR9utR+v1z7jq2bdcn9sRHeLYD3DJV51kdebnyfp5nVKe0S01eqPzeBmENn6Skta+fy5UPjfNqS33hW4il1X3pvBWDXytqyD+7fzKGMMh3te1j+vvm95Ux3HfhZGWiub/YS1PSEZkQvw7OXNKmP2jnqmR1/C4ZdRiULFJONssNyXb7Lb/p6NY80dlvAuDrls7V+jutkSwc6VLJIY5lzq+pI04c00WtAbnOGl4bJmZEOniPzdsEe29jfjf0e+0knAsdLumCnQNOR3CiPTPYRsF0yyw7Hbny+OZrh+J28Qbrd9bsK+o2AmsHSUSeOMVzd5hnDkvOqgJg1HXOVqWTXwdsxbfP4njEDWuu1GdN1puczELi2eaxn1Ks15vFB4MeQqtltcbI5OeT1GefGzPYcgOVD+V0fcx5k0McBgAq9nbCbmx74u8LY8VqIMSH4AUcTHfoCgNmHtF2j3V2Cv7q5zvvR/jeZbGzA19aNPbbtGIiovkiGte3VMSWZJgNokGVd1+zIrs41fz+2wffAXa6+GchTj9rcSRPRyklmSQVvzdqtqZyr/tW++HfLEwEIU7scDQCIAW+zQWc/W/vZgDYyucUuqzZsxuCtY0ZAzLqVtlxn4lnPOhPYz7l8t1vAp1NFdn2TExjnWHYg23Kn4zic8W/SGz3TS+7ZoiEcfzCtSpppuPOQGhUfMocLCCNmXzqZE6Rqbc/7AEShi3QEF90fy8F3BJOiH3BOm13e4gI4vw3oVABYjlE4YgFwoQoDOY29mrrvvuOnmLfa62DszAB+DAZdG8uc+3puqT/VgSuytFikS9svNp5i+fQ82slzNAPgQGPNAG5zEh3ISYFazbQFkErnbVx8CFYgAB6mtS30NABEmGcAc1EXgGn0xY5klMXUqwOQS9uQ9/n8TlyrqSnRzjaXMo0nyiU4VvYmaCPGEiCJ09Vqbe+eH8pKloiMUaYMjrbf3gLFyL1HTgzNdbA0iX3H9wIeMWUd/NHXFdsXjKnmMwFggq4GyQTWKS0zzp7UBAQb3yBxZ2uizQV8SdCU60QA+EmSj/kF9nmCFm/A7lZqX4jF8xv1AKhg3+HIT6AXKbGp+wB2yv4CsvV89v1j+lRKMIF2Mb5pYhoALEAXaUAT+C9BZZhnN3FOrzI1UEvZXqgeQVvqJtIJPym1N5nhOp8YwNLjQw9ecBplA6GSOcqAjDGvMaaaC7YBAEt1HnUySnNjJDspYAcf7CsoM58/ynTRHfT0Wo14gPuPn67+/OdfY35EO2N+McQAuU4z/TLHLfp8G8EPAHYf7mGbcIZyzEXMF8gr6iXTMtcLs+05H2CX0q6ZHa22VaC0M305BxNMxDhoPNmt/BQ7BHAxGazuOzMKZApogM4IMEABXp9Yb/zDPdANzMPxnGHZwp7dwGCzW1Df51AuAFl80F4HtXA+J/BV318MkFF/MwAH9QHYho5ojvX1AWVGJF1j43L+x38/3b6NM4AjPW305eEB94PNftekhOGGvqEeAZcK/ND8gkAFmDKgIHUD898fXAIR38tPTwustjHgJVnMtuPUBZanf0+5PlFPMmisjiT0BgEhsAVsZ9yHOePPI89/ViYB2SIHr4B9rmcYi0H7Kbt1E/YQZxx73ihQCPYygO7QF/sSjFPWfSvncDkywr4Av9sYAGaRWP9SMZHBjTLAMgQBo5z48Vd/ur/6BBuTfarvplUODgad7YWVOl2yMdh7EKia+5u6V3BAzZgO3aC7slBITn3/3ucJrhss7jqhsa/vQfw9AVzJsjN5ca8Cvn0mcZxuH3bRzxtg734Q1VRBYK+hkL33TczkkQFVo//pUwSuaC56zcB4eP/cbWCXlXUemVierm7fX129D/D3JuaXz9fmmGLOIMin2BJmSKI5WRioNrQ9QLiPtnwi0g9/InD5FQBeTIgf7I/ZS+SzduEbA5BrfXkFgJ91lFcLewWAn0fOK3Z6s3BvgjZv/E5veGn7tLYA7hXHy7VvvjCrXdVjfuy+vb34dve9AsCXyf4UALg6THutrwDwnjm8Zieqc4Izszgr8HdP99Q38JJ9n7fFB5jDUkCVIwZ81qaxL3sB4DUt/F4A4EMA+jQAmBI/YipHMQM30vt3tbWHUhrHoI2/Hf1Z5+iIX1BvW1oAACAASURBVBu7k5m9CaAe61v9bq07un45ACwJLdmsngdVen4ZxctpbdPYD39XwVqUMwOANf8cBb9t1+y8HwFct3MNAK79OAbeUhJF53DvDIgdy7AMat/XmLwjwL0GeM/6RDlSxzVeM4AdTL2ZvI8BwB3IOhyDcwFgt78ynI+y3QcAODvBH+SjJMDhVL/jzO6M70xta4dTUdA6p/euD9LRblPqcwIGDlNDy3YdGi/fX9s+shCog6W+ugeoAHBz3GY9y3VMIJZ161hf5UgLmaVzqeuwWtm6sRMAtrzGOpv+TdubjsFwQLq/B2ByY/D0FH8LJ6RZnbRPSwC42a5hXJZABRaQZHvmfRhBj3yt69AmLJ2ZHOfCBhYwEQBBS7fc2XJimAXQkYyu+fqVKa3h4AzXIYAZ6IIBHQLA8R1tAu5IWaHfBsLtkLYs2lxMNaXzPz/V8WjwQA5q2B0xST3OnncGI93HNv8TLCYolUB1Z0XJ3tT6/LcB4Hr2JvrHc38LkN7brHNWWVZcBDuzz0N47g9ZztbvNt0ARAD8BZvnXaT/BhgLkAS2h4zn5bjhefSbYKADVJC2OgsU4zbaDITN+hBM3Mq6RpsNeAJgQn8tUwJwAB4T8HdK6DX7UuVIcI/n7QpgwqeetxhwSHdsB+hD8CtZjBxLAhia/3gcDPvrm3iKBAax86BzBFPyTF+qBVNAg4XnkRFghBLExpI9RWLZ6wD7UIcBFxVZQJkAAZn6N56BLMFQxMfnnH+OdgOAAWhW3doC1QAAi50NmTrVM8EopgIGC9htTBDJ+pkACBz7UnUDGAIdyGrNYIdmPykHybnZMNQNvTBYkXtUgpP5EjEGaABIxfMAnW5C3u0DRz70k0BVX48A+NzdglmMuel+AMyGrJUG++49WMMaS1Wb4EI8YwDYZwi7P2AV60zrNPy5r2i6/SXqjObx/HEKUvtCjAnvwZdkLifzPsboNtr5+DGYwH++v7qP658yYAKt91mjYCDfXAf7Pcp84pmsTzHuPZDiSyDJSL0NfQCQCZukM9rF7Ebdkh/Y3h0Qlv5LF32P++rzWQE6AyxHmT5T2AxEjK1TfPeMBEoXjw/qArObZeJvB37EHygXcwYpmWnXUkekhwjakd1CAAJtDWz7sH9ozNW8jvLF8FWQgQFgoK7ql/aH/qDPaIcBYMwrzJl3yDsbLZZtEGubwSacwAF+xTh+CIDqf/9D2NeYw5hvGjbZOZ13C1uDXmluiGWPgJtk+2YKeAZAcD6mfmTbYQ3cv+V7o9rP+VNe65xamBkBED8Q3yG1f11f23MZqEANxdqANkPGsIvxN1nqCIaIcqBvBoDRB/QF/dOZxdwetLlNWxiic2BJBUqRsnz5qWCgQE0wjll/3IshpT0hwKmfHMMSuOPVWeduK1Cb+hyq9WsEVv3y8cPVx/j9U86/WXA5H8wU0pW1W9tq0NbXBKrK3tc367p3MgCMeckqck/Z2MXY46SdMABc6zT427JTkIFe9zG2q5i7si8+QmEQNPVY7woCgDVusi/WCbPlDSB7r+q5aRl4v45gGJo07oHKnj/BaNg8lQ0GcMmCkLJgG9JmSzYY+8er3/1PtwSAqZs5VZUiG5kA1DM/h3E/tp+/HADeC/xtMRjHEfnO/l57GfrOmrnanPkLwjO2fq8ePGOVe4r67gDgsdF75bY2f/Y+v0dYF9zzCgBfILzy6MT/s6vgsrffdf/3dtOl9uml7fOl7evyHrdEg8MPu6V2qW6dXgHgl9TZrfF9af061je3TS8L2NT2F7T2HKO4pS92JOiPdJZtMoSPS/dsBvBG/e2M4AvVeyvAYGt8DxhxKY5x3Gv6R9wysoXqhl1FdOBr6fTn4DShb7VvfXS2ATA9O9GZUqj7ObajO8EV5ctWp9MfeyuP37EzVimFyfja8VP7dujAOF0xXMboqKMUxoWyzItjYzDqQRvnHEKXu6Yf9Xm+DDan/nJ+HoBddMhIQiM7dbzu/tphV7vq73StAsA6F3As32MyimsZaNAZW75/DETo8liO46gPtS91nNYA4PX5cPiN5TF+YyDUjlbL4FjZo51orA46SXv0+eLFvTHI5Vyzk23GAh6jxa03Va/s+Kj9mjGO+xiG44BO1mUGgNrPYwCwnEpdB+tzcO5xvMZtTHEiSrmWdmqpj3TzL8S+Jtfep3SOlXLbHEt5s01mqmSFdW2sAF+tfLThy/VXd3Ybo46vldsd+QmYwslcAD2XdahXXaB2HrEd6SCvzt5ZP/pYd7kbMLIOWl52ZPv7agsqUDGTkXMfQ28ry9D6itrZ7OJARTmjPWSd6WCt9Xwa9WiYnACcxvGq8nCGB9/jM1rVHjGjCKZRVY4DwG1/lfaS6XjRbuh/nglcm6d5unSqVz2Rc1C22G2WQzydjmhb1OGUj3pW7DrdH+69ZGa2tYspqr2vEBOL6XzhGC1MXzotC6ej2iWNj52n+t1lru+zdL8BXdxvJrHYKQIUzYzV+X5i+QI0cspF64ZtjgFg65NTmHL8EnCpwLBtugEygzlfGCQgwMFAFmTbMpukw5ryb2wh9cGfrrPa0zXb3MCVDoYj5alSQisNcXMWw1GS5QNsao75PNeV/QYATDA06uYZvfEToCRBII1tZZXiGTOxCfpG4wTa6KxYOrIBouZ4kxG/SGm5tM0GfyXjnsIbf/vcQrQBwLxBrdoelI2UqkhV+Tn6eHsXrFTSUIW6WNcBIvHc1wSAAYHpmF5cAAOZPeUcIThMsCkA3QCWBMxj3iHVslIVSw5K5frwcE+gCkMDwE8sTNkiPEMAk+hJ9j3aJnA3Ge0ZsAadgSyVclnp38e9oM8NpXx4li2AZ9k8OPkBDikFu61F1x3JuL8HaG+gc2xp4yGfBNStin2vJGDc94DhKjaqwCGkRoa6ABT2mcOaX9Jxqj/Ta6NPSJkf9zImRHsUgFUKNAEoqn6bsSugE6CK7mdwSYJjuNf7Ee873iTDrdk6WLEEsNAmA6eea1/yjGWkFv4Q+sMgh6jrv/1jgFbBJlXy/v4G5fSyuEaWM86yDVCWpgd3RnuhE5D0XZ65vHhPZhsUEAAAu+7NxJgWI95rJGRhZjnKEXCba/aw8ca9YKUrdTnOggbg3O0KAGA8LxBZ88Ms4ZoaXPNP9uQqgHT0TOnagdIj9XT01wFPKT+NN2xC2IMMdsI9KAvzieAn3QoCDsH+dcANtRWyTFt9A0Y15ARmMmVU1vbsswNw3sW8uguW9l/GGcCRoJsgKEwrwFJ8bFc5palXsgMAgHFeueyr1lWhmzgDG0cTyO4LNEZmhB44Y93xWgX7Y8a3Uk3391CkfUbfAADXT38XyLPHox0ICEF7nIEB66/WLfQfa5fGHe3FvCeATYBb/f2S34P5WwFidANj4L2kAeDlvr63zsxrpZEGEF09CAKVNZQ5VzFnDRB6O5lgNNbHX8N+//Lx/dXHmPNYifRe2jNCGFRW52yPDjOuoF1e991ar/NVtt5Leu+qzBo6Cxof24/KIiaTloh9sZHlfcrla23XWF7zTIH+4Z4gz9BWBoceOGDZbwHA1PuYw2bdL7MDOMgt90BZPs8Ahu6Me9Sy9lpObzmfEwRva0wPWgTzN+JArn73c6ylWP84zjTf+r2Lh3/bBFm7x/dtS2cLAG7frzKA9wJQrwDwQim/9h91k/Eide/Vg1J5dRrMHIgz8HbL0Tj2bQsAHifCs8tmS++PyW3rWc700x2kz9XHJevhuUqdl7NmwF621rqIfJ2azu1n3XN+nZY+by2X2qfxpex5W6eN8PN86msLSjw2f2ud326eP0e/twC656jj1DKWKU6Oj+85+jW+YJ7aPt+/dEB3ALiafjtVRmfoZQDwMhK4tn+Ux+r8eCYAekt2W/q1NX8vBYArcLOUzTYAvNW2431/HgB4S75KyaXPOQCwn63rG51xJYUg7vmWAPCWDOr3p47ZCHissRpPBYArE9ay7Y6Z7szzd3SsFIBADlbZvgowd9uzlMqlAHBto+pMnWo/00GUX4z6wBXT0fllSXQ54/7JjiQ9t6zvHACYKbVQ1ooTwoy5Q7bfcp7OZb0EZRb2dgjgmYHHM9nYQbsGADfGR9jpGUDsVI0zAPh41oEh4OQMANjrcwXWxzlYz5C1Y8ms/jUAuNuirkDH1rM612frhNfe7uDqjtERAEbdTHkXP2vqvLVyNUfEHuB+AuAImQDH94MjAKyUoCPYkI7C1C06hRMwrzKybBZySMcpHLBkG5o9mg6vPQCw1pGck2hfBdvgpJ4Y5DHAxikepfuSCR2LWRY5ITln5aj3eYK9dKVNlEO1nqk3Y0NxPAYA2MyQNZuOPb5ALIOw3eZtAcCtvTl21ic6IgMHQOBGBVoJhMVkV5/hmL2mgxXgWgekAbTNQ7bremL7rHkuoLozeseAjmUqaDjx8TED3/tQ66DtnwHgivM3WwO8MOTG9gOcoGM72bpw3jPTQmfo+Hs5ymPkqV8Jwie4AYAXaWs95lDj8bxAAW9AC7pT2eWYacqjEeDIZUCG0jlWe4g+gK0F3XDKTtqJfM7AS3xLPb/G2ZsBqgCwkN3iaZo8o7zt/wnG9RTlBl3dNqUGFmh3H6wqn5eMcTAAXM/8bHO0racGDrQn0PuLgNXZfsepogE8mUVnvWOa6PBfPX16CCbgHdNBU4dC9pzz0S8AwAKpJUvuBzk+OfFDv8E45lnRycYCmApAGTg3QJxPUb7q1JmtAu+QLhnAmFjASlltgA4QOvRGIGXdS+B3MepyrhK8R+rgkHuCSbQz0CUAn2mbnbIadTmdugFgpjGFLAFDJtBlwItAJStEod77CgjwvBErudtJm0ibf7Oa8bfHA88D8AWTDSAl2r8AIQgw6FxoI0TQFcjkMRjAqoPaR7DYAA8DSAi0G6AGIAl5d1D/EeeKE2AWQOp9B8pmX7G+JOOeBpcBsgoe4sfviwXwwVmXAhADLIpJ/ffBBH64xxoYwTHQGTwW92P+E6jFnI92mUFLcDU6C5AYQRlKC95BIgFEmof4QBZddxKYaXtmpWb2fFCK4p6KmV3wHrGs0SgPQC/0E3VLpur7PVK/RxtuI1ABAQQGgAE4oQ8oRmcOQ6YIMBCzEMDvY5TJT4xnZTzLzhm0Q5iedLqx+dHu+NeZ8rKrmAP39/cqcpj3qFvgtVi/DCQIfehgn1j9XHdiHG8CtPqL30v2n550Jrs/S9+IfGIE1YPdDxCYOkHbD1lHEEewu5W2G+1CWm2k90Z/tDfCTVyvNSv5jwFGUSYA3DwNgrLExwBw0zs3DDLAf9gPAMyVKvN3BEcIwJau9gCVvv+pADCagXrBqseaDFtiABh6rwQPAoC1N9GaOgaVN5nBcrV3NZwDq/TgTsJBO5XzgGOJ+ZV/c9mBVDyvYh5+DHn+6y/vr35B0E3oj4PCtEaPR0bBXmgtcDsJpGKtxZpUrnuNr8FTrW8cD6XK73quOdv2tLlmKyBDgQ1fQtfHd64K5BoAxj1gzI8fB3BQvvEfArTwcVv7Hn7OAMa9mCsKjpJe4dOC4tN+QW/Qv2oDGDiS+2qnOrf+t71pDFB9V2BABIcPuhbZDW6ern7++S5sRA9A+jYA8LmA0x4w62DYvp8L5ziAv5/WPyeAsdKrE/RiC9jdC9ruke8xYJkvCLnqnwos76n77HuOzZUT5Lyr/q15OalvNj5t076r0tNvKnup0x9+hideun9u4rn9/FrtewZRTos41aE+FvLS9vn89h1z1E1dXNiWTGR03OH3UuPyXOVuAXTPVc+ecmb2Cw6GY59T9Ks5bLCp35jQW2sdXqTqRhO/t5aWSMLmpF0psL5UbMtocN6XBxpj107VUS1HR38+u4iYzGcUx/s8ny39Onf+Wq5rzM514HfZr15/OlMnTrVjOrZ8/nSZjUCrSxiX93UgZHT4Lgd+bf/UQZwEzob5MOrTWgqzrR6vzbNDZuJyns/AjVpX2x+WdptVdor+jnKtKfw4p9P+HAJ78567Oc1hPwCEs/lwzAaMgGXTjxZxbwapmSxyVFTwGM/MGMC6p7NfdZ9q8L7lEHiYA8FLFr2YLrWMGTC6BhjbyYF2VBaw2pX1byy7a0DsbNRqO+p+rQKce+x0Babq7waf6zhUJs7YpoO2A3AZNpKN6UpiWZ6tmQXx/Mr8fVMOKwCwdQAOyuZMgX4M+uy2vy1nwOF+gEDtu3Qc2ZlTnYy+VgG+Pu7dqVLBwmb701bXdb3KcmQD+zkCcynPes/aWjSTvRlhNVVpO0c1ZbasXwpLMKU4C2ubatvX7X0Hz6pMvGLXVMv1PN9j9rQ9U8a3zd8EgOn4TeBO41PWHQBtGTBp8IUOSKTTTAcigVE44BqY7LTDXU8ICsNxDMcufcc6gxAOVTkzl2sdUwe3gI9uEMSs6ufNLp3aMwuwvCb7aZawnMDVSQ5/MBmccMg2AD/ui0bLEWmmmBzrZO2BwUjHYXJF89kK/roVBoGXexuAXjjDWAiXGV3YP8D5zxThGJd0BldmP8cOiAzTRQLYK34nAzs5lwBu0MlOAEUyFdM50TD2xw5mMb8MAoPNW1mXdh63sy3h8AcQxTMd5ZymXqK8BCEEXCVQTIe3wHm0X+lIc9/NrLsJ3oG9F3WDiVZBY5XleRdASzrf4WjmWctO8Zr3NGAlWVUeX+ngDUEP6ibvT13MFJUtXantY4jL7CvJMkAdgiaZDjTPWHWQgExCygR6BNCTQLrP9pXzHGALyjDj145y19Ud1wKV7Oz3dYMd2OeQgQvQMQAhkLPekiGsFLJmBBOAAFiCFLOZ5QjjjfOQedZxEhUJQmX6VepMsn2hrpgPSLeLnzwrE3Pc2RbKBpVnnBbZS38EZDFwgPNQ8r8OFi2GwefHIrDBNovYLYEE7Sk7O1o2BDqirM2yPX1MOviBvtmem12GMWe7oyKkc0ZwgdiEBi1sm1U2gdYEHThOqIsDDf1Be9EfzQn2lSmqlXK3vU1yfuKs1icCkgCeb5E6G8zLSBVL25IZD2QTMJ6yAySdx39PTw9ND3D9Nga7zYvQA2YiSLsMljs1Mc+gNQNWvN4OzNzQzsTfaXaRVRdn/AIE/pdArt5cv4/vwAcOABQpdKO9uvfN1T3ODk+m6PtIIw17B9BUIGqvhwza+JjRq/mJIIIIogjZArBVUI3PCdW+10FZ43m8AJlZXjJ61U8xkJ31AGC0xu0dAVeyqHFOe17DM5gLmIe4x9cBwHOE0zY/IsiBMo25kimvoQMAuKhv8R8zEOT9SNmN9Y/BIhEg4FTUOCvWwTVIg++3pLpvEPs47cPTPecw6oCcEGgEifLcU6zB0aS7GOJ//2/vr24DqGfgCwfW6fbFZoYaYHyx7vosZF3jhjNsLc5uVxAHbnQ2DKQFxxgqJbLGW/9irmKeoO8MnEC7MvggvutnCqs5Y1Yuz+0KGIPRy7IpQ4FyAqIFLuNDMxNCxt+eV+hzNoXji3IE4ivQRPYGc9WAcvcNqHVl7ck1rO5fzfTV2q6gDO/5OkBpYNVZQ2Bz0dgA+pEC+pe7qzhiGztJyt97AR1FoaAcLVuZ/joDB6Rby/eFxj5ve68eyGL7VIFgyS3mQdoCSNn2AePUWP2wWeW1fQ0gR3lO883U5gC/EWBE2aX/IcfLgWXUnFyXLW8EYlT5+3fMNc6bZNLjOZ1T3LM64V7bScoTa0imgm6FYlxhn7HmpX1yJhsE2hP8xd4P+hv7rndvn65++t112OOwhfk+4X2wy5wxedUf3VG6WJvRMjcNr30H9/czgM8FoLaApkWzvr8/TnEAf3+tLxvxl2rcCXrR1gLsyQe/OyPGvFb0d63W6lPVaC8APE6klxLTrnJbJ6sjPl8ETpDzaXWt3H0EAF58tY4Z7GrG1k1rBmzruef6fjSQz1XuWM65/fxa7Xupfp8L0Lg9L22fz2/fxIg1IQ7G76hwj5XzUqPyfOVuAXTPV9N2SbP1x+O7BmSdol90hA2O37VWXQIAf44USwfr1uBob/NjxaE+b5fLPVx/nhsAbu3fHrY+a9IZWB/Z0q9z5+85AHAFxtzGsX47AZcvoHvmeGcUnyCyA6Zta9dQ5aUA8Kj3ewHgrb4cpG4eHvhWALCbAQcKPh7nEQg5BrTwuRcEgK2PFcQY9XE/ANyZTucAwH29PmTE4juDLw2AHezoCAC7PDE45gE3MwC4gnMoYy8APG5zm0Mjl/KRVTTbl9nJ1G1DL3ULSB3lUwHgOiUOgPjilKlj4P0m8Z6dADA8bgSkck2h43rYynj8utHu4z0DymYA8DTAItPpkTUR/z2Wfs1A1hHEdZT9UlZLIzjO4cU6k2v72Ac746TDycocBn8Eiqu9aHp88AyAiS5cpeu0Y2fJ0lBfbYcEgKzZoy1723VkebTECAC7v/1+tU2gVmcv9nW0M3sdQGDbY6afAWC8X5K7VAEUrv2CCQj0AqwpjGoBHJ2N2hzP2UCCMinjujZBOwFYjHGAqMfnnBqoUx1K1aqx6ADt2j6RtjLv8z1Kz9vZP7RJVZ8LAOw1gmVQB6JilJnACrzTAApugoHVAOCq1qkLNVVjXQMM8MFBTxYpB7E7ZOEA5tmyuca1/UuSuhpQkAAw9BApZFsdAGYwd5ItZL0RYC/wdzzrF4CI2PKSrwFgU54cwF/7QccogHGABwGCKKVzDxxwvQaADX6iDLDvDN50fRbrSf8wXgAYgiEHHSBQTJSbQKRlQ/AW/QIzMDSYZy1jjUmGVw+qITwluSSoA+cXARUwWQGQMB0yPjqzFEwo9gFAQ7Kh3T5ch+Nb0Jw/mQIa19nmlDcYScwkIDBCaZsBjAnUAbMwQwgIbH76BBZ5tCZ0oOlK6oIZgGIgG4wEmKCUomAFfkEq1OjDv/u3t3EdqcnRh77voT0nS9RJsSkwIi4CSZUiFwB89ZEAywDA7gBHON/BsiQ4W+wQ2dwhPzO40DaMn1Kqp4QJyCRQkMEJQWNGL2MMk6VKYAkAV4K+ufAR8E575OMUsChCX6yfOl9d64MA4n6ERrcbMCg+9gM6CUABTE0BbT6vmhoRz6PO29sYt+xGCxjKVK6qCzJSKmelCdZ4Vzl+ycAqAnqhrwCybgP8xry8vxeTevHJlO4GgAE4Qkfq/n9xBm8UAP114IZloOkKpENANuz9IjNL1Is+tjfSBOF+CYb33//Tx0hji/EBAHx19Z5nDwM9FKz9kSmfBTjeUW9ditKJd8ajAByfFY1+or8CNgWsktEfckEfDPhyvmEeUSe6jTCoCjC0rr88Xzj3LXjOoC7K5b6W80cMQwTIcN2nXQq5+NzeDJKQ3YEtimepVwLsqa1xnf3jHEfK62g/5YaAhLgf8ol/N9Gvzz6LOIE92E9kD2isbyqs+glZKNU8QPj7SEV7G2zLa+rL4hzdXOveRX1/GWcAv40KEcgu0FBp6aGDZq463oop8Zmqvgdcef32uo65AdkgKALBEUrzjl47Q0Ww2MnQzqCLXOQ9z9EG1E8Waq7dniP4+wmZF9IGaDwAKtq2S7Ek37638rxgOfEHWMy4UYz63CPg0F3AfWFvbgK8rgAw9S33SrBLsz0+mczQ4RLUV+vl72jesIExoPjZZAHKQwxtrI9//uebq5hKoRN59nsGnC0ClKk7WsMqQ52ypBz7euP1ve67vd55HfTewe1noAjmeAbg4DpAYYwjAXuuA319dXBWz1KReyiOqwyh9b/Nv3RcMegs13OzgGv7cT9sJD+5/2H90A3M31zD6/tNHS/oBjIvoBzuG7kPwjEeMR8LoK7gN2ptkx+e1XqJQDAxu0MKVz8D/A2dYhaJ3PS8AsDWnq/0c21j/5Wqv7iacx2guys+AZh8BYA3pLoAgJeOsmdP+byFqG8AwH78YIO4W3H23Vg3q/ueeN67Xrp/fTE/r91fq33ntW77qZe2T5fa7/PbV1/Gtano7+fjW9UxOQ3lbIv0u7pjC6D7mo2dZzDQWJybCWIL4Fnr32FbFAXqzwEDOOzxlzS6AIDd3rbRbQ6jZlH4y0Bq2RD3YTTPKJfG1hrVcmR65fqR+2bW6z5PwpuOtmvGtt3DmJu9NK1XtJT/2rj6erULdsBXx1ath46+NNQjYLnfPkngo70/tj7yxYLndR3aG6dJpI7ki9HYZv3dmUjSJ724VL1wRLzL0mMFQJgA9+OLzDEFmJbPKiQTy0D9zRfG0fwOL8hb+rPFAHZ7vUsbgdQ1YHXs57kAMDw74wss9WOQ9ZIdWlI6en/nCOlBkQxaSOdGwKmecTSmDFMP+8ux/j5kREpyexnAllt96V7TC6mfdUP1uHs+h7WOw3gv2zvqz8oyPG6jx/kIdVw4XOlIWtrZEbStchn1aAS15exeB5LXA5u6LTkAgEuq4YW8LYMJ8Gt5zgBg25/qFNWYgEnc2y4AUEweyLUypD0gDXBqmyk9PwaKNPtSGD9dh2xLZSvqszP7XO1372effxXgHc/5pfMzFQBOLfd7BOF6Srm01QdnHIsdQOdwyQDS26uye8pnO6azjwMAJx1brgtopkHnw3Uu5yvKQUPABMM4ibBz8DFY1MoByCn/6NXbcITiYMCelhZdqgBnOPQIDPV78L0diHW9qo5HM5LVHICBOlW0MW5Sf5cAMFJwHgLAox5X3YVTD05Z6Cqc0nWPW22y10rqD4l9HTCAQ9vMPrUWDC84C8EmgsNV5Zt9VgMvMD8AANdzIsnEygANUqPiJjJpElg2S3QcKI+TGcmNqZd7gu7szXmKccn+ALh9F8xVAjUAeegYBnBRnMNIMZ9OboAIdf60umm/evpP3wNQRGeiJohKhyz2wbAPSt3tIIFGIIg23JMdp1SYSuUJeehsRziycS5g12/1y6ydPl+dGlVKA0D5Uzzn1Ly4j6xx7I+ywYA6Ue51ACSYR0pFu6yfTmg4+7NdDgQABPbx8aNYjeHMRttrSslPwdqirqc9q2meLV/U7fETENonJoAQPmrbOeydwAAAIABJREFUQXlojknXlOIWjmuyYbNXXe8FAI97DqTYFPsWDGmlkFXqVYD+IZ3Peu72fZxjGA7td+8QUBC1OPCtAJAEw20nktX2lkxMMBk1Dl4t2C46zgXo6XzMGNuYZ8DM1HWBv0jfKiBFIAid8ACj0i7LPiiQQkArM3Fnyl/JBR+xt+Doj/7mWAPUph3gGd74pI13QE7c9xRyQXsMMIhhJyCJqf1RNhuMuQLlRnsDtAXAG7IEC5njmixK6B3AYbAh9SyAwARARCDmOOI5zt8AFXRv2m4AQdHPx2D9ukyDYdyvZGAG91fRno8fPzJAgL3Dmg1wpjCAIWOfo4s5DiBk8d6HMY2yHGRhOQMI5am9GLso+wFpj8HeI/jTM85oXw/djTGJf2j23/zXf4y+KTU1Ug2/A+Mzzwt+CEYyPpxDKV/YXs9ZgG4GLsVYDgA1dQH3PIBBHPfcBoAKnXFqZPY9Az/QH881g0NNPgikydSv7T0jwX2dga7U0UxfC5uCvzU52S7ZSemjxhdMfdhC6IEY7z6ygVkL8Gyxy2SdxrM8CxprKAOMxACGEUD5te0K5FPGAj/rFNfuh/fasPlKMR5rJsa9BHtpfcdYfrr6z38ImWIs4bdIu8H9XtR1Q6BUOo9rmHtm4GvcMLf9ZjUGjEI+1sESXJj9JAOU0ReWnfZBYK5DJ3VOdQ9Sw3jexFwCsIuzdL23wHmrUgllSQBA7LHQLznPU9Flf/gNgz/SZERnevrrm2CEAmSmvUEK6Bgj/D3uiy0b/MQ8dwCWytb9Hg/KNP85mEjBsj2ASK3CGCu08lP8/O//Q2nVI3xDNoLap0Ac6CbqxJqIYxPwgW2lNHIf6fni4JfaBzNh1d5gwGdWCaUR7/1FEMEMAMb9DvzBPqcGVjiApmV4yH2KGb/VzjRdQt/yPjwPO1Tf/92X9hPzMOTgNXbMHiR5lveT1GOD0DVYWePUz/SlLBHoYQDYfonUz3f/H3vvwmZHchyHHgAzA2BXS+rh+1nUlW1ZlvT5//+d60+yKFqSaVGyRGqBGWCAmxGRUZVV3X2657UAl3OW4Myc7q5HVlZWdUZGVqwnl5efTr/3DQKa6H3JyjhAw/rLUc3L83un27j1s++BxztcTis3Bjw1f+MNeK+mPaBp7/kvfP24g+4LN3Sj+vkl79Fb+QwAP55InwHghSzvatgebzBs5B+7xPXy7tvP8o73wzT0kWt5avv0UPt9//ZN62W+wPTV/Kgg77nuHi3+ie97BoDXBfwMAEsuU5jTqrDWdGhMX7itxMfn79MCwFstrE7t81PRL83rG3Z/O68HNQV0lcVjA8CLth8EgL3uud0LJnFeWHtJrmANfbwFiKCzo3xmHborAMwXOQMIpdwt/X1sAHixP0gAeBhTOgfGVKbzi67v7ww5uVTX7jN4LKdD3jdFlNTv14HIEei16CroWZ/zy3N9ia7juBYlj+tbzOEZMK1MOzw3M4sb6Fg9mCjfY18AFcptBfw6N48rqGmZVweidXgAP8v4rIHFtf9HGMBsdxlHA8BtPg1HDPQU3mSQ4OYVAHgB/DaDlAEkZXIOIFkBgLlFgjMzy29jChCopJLluBUA2DZ00JPmjx+djd1O9oG7CwDcU+wtBx7XtuzXzBQe5m3KpgY0NAdjm/jrAHDrM5lZSj0rfRBAS5SEf+tndXRXQKcB66nf430CH1yOnGnpoKdOVKBp3K92e5MAcBTyEueCJmBiAA/O4rYnouNe9ZHZiPqmAB72pbBQampqlSPml5llZBl6DmebCRyFfJSycxn8VnWl2nPbxSaz6fzkKiezVgAQGQDmWY5glMIxCnmgfwUABkORKTU5XgmgGhiDTDRh23h6PBIRFUAa8gOg8pLgkACGCpzXucL2JiN5BJXN5IXTWo5ssbgAcIiFhnYDyBHTpQPA1rVartlsHlcs2HgGjlbPYbHVlNXBKRnp8Eb/AbrRiw998LmPAscuYM+SAf6ROpOApRlbCQBLFloje51IQyw9c7ul37J9BI7IKAbwhrNpwXr0edzJVILzHCl3ERwQAAkGgYCNHd6unzIUdxHVQY4oH0DV9e113I95LpkOdi1uJBCZOgz2pB3qdspbTuwHgPfieBYDuNgCzmfteQ0EC5RQfwzIGFz0GcjUgcKGInvTcg/gjcCaz0hGLz8FCxHn/AbUABD4mzc679O6+IrjiLSdBvaR9Vln/3IsHDSQOEp/bxKgjX8GCAz0KACBywjnGFi0Atmwj9E4G4yFvSTwDdAj9BDgEj7vCYbhuUjNjUNAywdnTSJIQ+mEAYIle9BsR9tHxStEG65ZZ9V/20WzDvW3GIKQ32UAj5YTADIy4hHUkEAf+ggmpMAg6C/58pyPkm1PCQ7mIYAkgf8KtjCDWuuEGKhMl8o5IMaix/rduwBUcwNEwIlsbwQosCh+EOyAfzMAbMAHOmqmP+wtATPUmRvo23gWQCvGHXoNkB1tVirtVFXMl/iHqfivv7k5vXt3e3oX6aAvXsQZujFOkAkShXwItmtbkeILtpkMSwXF4CLTUofcWFcCwJZlY/AhZXTow/X1+2iASsQYep31+kkADcEmZT1yemnKkDLNAK1cK/s+QqmMxUxW6nWnpMaz+A5BRi9fKCU5ghlQhM6cVoAv5z/+AzDMdPpaN8BshjoToAcAjAeznd4HOyjnU6attS0xADy+PysYojElAd+nrSaoyV5G+0PP/uxPcFC97BoyGkDt+ruCzk6H/AmGcf70QGWMIwFLSJ0Acp98BCTzqAEGEEz7AgWuKK08LzFowmCt7IUAWDO4FUiB+YPzw2UbIFsFa7EsAuhS9HYEQA3Qi3G/SF3GmEDFaNf5BAB/PYt+eZ5CP5CxAPMK/RuCwbC+tvbhHGQFd3kriDIMSqI9BCpp8DJDDwFJv5laeNCQ+D2JBP/r7xEQAJ5p2raUowI8xNZeA4DnfeS896ado63VcRyo3ccKrAHAlGmu75wr8ZzsMc70jX4xkCX2GfG304FzPOb1mvLJoApny4AdbAxgXeeI8BgKjYnnsG1mDbjTGfLaR9R9fQ/WHANvR3+EyneqaM9J9jHq/sT9h0yyyoMdAAs5wN9vL09vrlJnaLNjHY1b1ggsMwDsuWJd6TNn/O04AOy8OVsl3fUNeC7nDgDiVhOe9PuH9u+ejVsb7FrUUcZSfdmuz2+/7uiuPcdsj8S7Xwfd/h4fc79y9hT9fqX2p47K+c71HNWrLzQ/9vTP/Z0dzrMcnnp89uS+176955+vP64EtgCZ2U4dB2722pdvKJu3LR15eyXe7fpe/XcrbbF8rjjG6j17QMde7V8TgLvX1rXra3p0xLadSwk9bwjv0y5sAOtnBIx0bgs+1fHCv+fxTmd9TWmmB7P0e6lf3x3MqRTv2tfH1r8l8LvdQdn+ukkvDMizO5zxGY3DaCf0stGlwc18/NN3yzRRs9zmFydfry8m+G4EysZSvLa6XtTdwIwEYOd6BrZSvphu7REH/Vz0v79ADfamvaVKOG6Px23uX2UCzyw+l1uBijYO2XbJaKkDfGGC8xVjEnNm1sMjfa71t99LWbWMe69Xe/u7aZ9Y5VcB2t7WGahN50eK6Nx+aGuvhmdmYFlzop+BtAXMzu3qej7q8hLAlQNyBjTXQGY6whK4Ws6zmUEwvvkYAJ7b39pdgOAZJJrB5SN7TbE50rnd5t+yjXcNWNgKOGjr2JyhIaoEjuRlSCS8rjsN7J0EWuVkh8tgJ6a+ef1YAyDn+WNQQOMuW2oHsue57ZlTOi/t5fkFrzpt14IMXP4YGFDXjd7bCtjSyQzHDpzBcDzlZKqpp2v/ar+q/BY2cAJ2fYZhTQ896/yW3a7yrvPF3y/WCtjPyVEwgMYGgsrcMyiLflSbazavgKiQT66dAOvm9ro9aCMyoZgJVW0JwZnCKMU1l9SCJ+iYp+YMazVtVyi4WGA9xfHWmmzWDccvnawdUO0goe9TO213BQzg09gzBKIEFvq+yqRhv5pt0DzQGcXSw8Zeg5M1zzStqS5dP1MXEtPRnKjjv9ZXAYgJGJfFwE5vzHex/+BoHvdE8lcLSJudq9L1EXSloxXfR7vALvLcYSpgnkMYAHAyS9UuOZLrHHKfxEQO4KGlcBQgI0Zb34d4Xno8qkNYIE4fM5WtbAROGWlwFNfspPZz0GulZQ3wDgxIAPdg+IHpXhmHAAvg0E9g33tFjJ8YfiGnAP/Aaqxj5N99xifaoPN01T6D6LjPjGDNiWTtJgCt0Bk42fM81wSJ6WQmhg5wT+8dALoJG1DnMIZKJY0U3+gnGdaUmcoCs9ryxsjyfN1b9BWBUgD242zVq0+nb765PL3l2Mq4EPzlXOzrveYwykcaTZXLNQn3AnykjQWLFwqOjqoNtgtO3ypZ9KA4zUGxOw2sYgyYRp3Aj0A2AzIAoB2EwvYRpAMwoH7jHwBmHAksvReQKjso3bNMnK5ZXypgB3NUOpRyom6JJY3zeqUnSkMKgPUlmK5RrgBglY34EzELMf8UuICfMq1IyQ2d09m/kAXKvw0qLdoMYB5lANSj3Ul7gifJms6U9wDHbAd89rWPJWAt0QikTsYH7FCDpN2W6xzeel4zxMXje0NMYCuDaaznLwheQvfwUWBJ/J6kxvfR/hsAnTHe/xrpoL//zW3o07cnsMXR5dvQ27aOelMWlWGOYK74nFGceQtbprqUdv460kcTeAKgzGAXpEaOwIyinwR6oft1jcd3nCsCaJ1iXun++1rY9mlmaDIFu0Am2CvcD0BaOiNbL13M4wdQFvqSGSIgH5wZDPmDtekzXDHmKIfBOgyqEcDMD9ZflJh7FpWBwA1WKeZ02fc6qwhBf9oupIJG+moAuLRgubbpLHOAbn/+x6/Y7leh11cEdPs6pt/VD9QD/RbIqnTJ0MX2np/v2TIHaj/KlQ1V2JQ+WJupLfzL+5tPmWGA8qPNUDkf4lBpAJTQeQRS6ExxME8RfIBgCchHASO2K9zTeB+NdgG4zn4YAIbYEC9SWaOQkQKPsqUsVwF9lAXmN0BjAvkcGNk7gJxMWa91V8A47ovn86zntv5gXU59/IRxzQBA74la7g0CiZ9Pf/eLCIwBV7swlKs+oCyu2+gjWOspbzPCU+gZdJL7C4KwMNK6qiMlYLdCIJjD034N88xj5f0N5ZEynfcR9SxyM+WZGSb3ZG7TwFJu+yPJx4xcrR3ZRz+YP53VhZkxmFq+z3W2N/czuj0zSuSev+6PZ/C3Zgpq8sM8RxvDZuGY7e++vaL+Ifu49Zl7zTwCB+Kt/sueCXDqRP7pbZzNoO/y93v424tYWM57yI8CWevtoxH/qj8P7d89O7fnpD4KTNZNf23KMwB8bGCOyvlYaeWuo3r1hebHnv51A3a+5+U98s4ieowHdqzXY1TxXMYdJLDlKJ/t1NZ9d6jKS+DOI88A8DkBPQPAo3SqgxhXqrP3Ljr7DAAvtW4NqNsCNrpeLp27wz4nXkDqxruP0bkQt8cHgNeAitk5iXbP950LxfPayncugiXlxXMF3PULXXsJeEQAeLHPTGfDXQHgeQ5t7V/nbVF3cqt3jqx9LAD4KHDeHKATELZpY/f2d7lPXFsf3aYKxM4MxBfhMJReqQXeD60x3mZAs7a5+NFS10aguevg8vu1epvu5ss7nKz+yKZmPrVJcFsA8Fa/ZgB57NMYwY1rbodtxucJAK72aA0Ants3y3ldj+wgq4E36/uSrYCa2U62v93hCQBuNrE4obqDSmDaGlt5S4+3AOstAHgupwK6AnlGALiCWHJ6i4FnQGi2G3bE+PvZrs7zpNlEO9/gsEolnYGYJlI46egMSkA/HUVu0xrIOurfCE7h2gwAm4k1A75rew33cQaJ1+6toJ77t25jeou5fhTnXEu5PAVfkP2Rj61l6qDzPG1R7S+ZbAl0ymbQW9mALtsxA1wGgOlDC32xzo79VYrRhh5ku8isIgCr63M769/Lfs+AqjznctomqEUHbJ5RB+eswfJ0+HVHagdM1b98bnKLddbJlHo0mW3YJ9T60QwAC6BBVadk/d0yrnNjBoCdDtjMoLb/pcPeYDG6Lwf3qg4l2Iv6KkvGADAd/tFvzGkDwPCEXwLA8HwkCCbmTh1fMh3JkAvQNEDFvobojFiU2c4TTJ2q/Z3Hto+BdAJtrACgx1HnuibgmMieAWCwtwE2cTyi3Qbsub5kilcB5gIYBE4o7TMd7nnEi9uG5wCGw6EOBiPZoLRP0h0zVHmmKmRM8FF6RA5W2jGwINm/cGrzbFiAuJypAiCdWlUgSgKcsZHC0mzAGIw9MErVfzwroFNM0r5m6SxGgRqaxwZDbwNwe3n6yXdvoxwwuQWYAQBGe5X6Nx3ztKtIVRzpr3OSEyiP9goAJppDuYDp+DFAHbI6AdAG4Fk/g96DkRx2xWe9AtDUuaxac24ix7D2VFHoFBSAfuB7M2bBXibgw4wGOkMb22qCo8naE1CKtnpvpHajaABP795dc/x5YjVAUbJ1AaA4wE4AqeyV2gkwCKCu5gLmvoD/rmtAezGGAoDxE3gL5gPBXAAKTBUgOcFWCGACoNLBQQHdYjUqpTnuV398zesNz2TOtUDyVrCDwD0BkLgX81qiVQJs1Af9AgCscpG+OOYy1UZ9hEwYjBH3vUM69HgGMkPW8e9/8+EEku7lm7eUMDMkZOBDDUhhaucoCymM0QcxE8FoBQAcbEicyRtt1fW0yyEf6EllqFpPpQNIH+xzhVPXc5Z5j4s/mfWh7BOcoQD6w/OZYcfMSia7VwsA5rsZ7vjb/XGGAK6XMb44uxvgcVtX4vEtAPgFGPKQbQbaoFzak9R1Z61IPFhzOIE22CHIwoELSHFMxiiDQQSYIcPCf/2PEdyAgIUEgC0Lgr1lz0Q9yWwdDCAJefDsZe+9aIPRVg5ZA0YBJvIe7gM7wCp7qk+f89J1zkfrW5ztzYCKAgCrvUhhrvmnNV1BWm3Nafto+R3aPpKguf5mKuny3oBzXTtAjXJlf/QpQDDKS/m4/QIYcQ9Af7FGqUY5dnUta4FmmFv5XulqGgCM8uP6//z5+wB/I7jmhfpMHS37XbVY/eH5tNT1DgqPa3APjMsuce5qHerM/5qxBWVxf+I6ct/nwAOee5862fa12T50HzrJdZ0rWN93tcFH+7FGcH/UwXHXV/ch/s7PAgDmyHCNUUDNsG+hPfNxDGKxqy6t3/6g/X6fRBntCJh6H4NuwwZd3MaZv28YLAG5QzJWIY5FWc7OAcDVxqgPak2antY2f//lAOA9x0cdyS/5+1Gg7pHbuAfA4YB1aem6o8DNmTfk/v4ZAD42YF8MAP7C82NX/1Ltdg2I17lj4n70u2bD9+gVPBd4VgKz82nNQeDFtha05rS6m6iPKt55+3m3OuvdR+u/fw1c2J8ZwHfSv7b+7QzPEQZwBX9d7rbeOmJcdy4BYI5mOiL3GcBuPhggmj/9fDV+0TywT6tfe6UfYQB3IKufMbblkG1ynjYwdgL3cUg5PxAAbvoyLSTNMU+HjwCL9nK2wgCuL2rV3llfkPqPzujyEsZh3NkHzBv85lBPcHe2qXdlFm7tH+dxn/XezF6nYp7773bML2J7+tTGd5q/zWHgbXG+SNeI31r2Eb082pah3BgQOUya5shpszIemqfnDVFLmzY9vzaOYqDZHowA6qwn/b5zgRC9Z/P9lVXT9X68vwKknj41Ddyom+OErgDwGujrZ6uTDXXMAO45AFjzawSsZyYyvUvx2WII12sub2Ttj/1aA4C7TVvfi6w5W3r/EzwmQ6Kzi/1Mm18bAHC1bw0ggFOzZE5gv5oDX20kIARdT+ebGIE9jV+f75bf+HNhlwbnaJ8TFaCRrJORlgCwvyPYAcdMsdOO+Hd7j8znWn51PM32q8ptcOxmGyvArDJl3yuzeJA91++x/Wp3Oskm+VdAY81G1zSVlGGMTwf4l4zmeR5URimYMq2t6aijUzKZS7Nccb/0Ag7X0THGs9V4pqcctHLW90/vV2YAGAAFsf7waakY81Gep0fnaIAgcCpvZGpo/TDjJhpi5ybLnc9uTN0f5E0HXupzArAEIpOJpf1Ad+IL1FZaSemKUlDKAar+1DHkPagDdRd9bvfAKUuARaAbz4RM9qNZSa1cByLRidzTsbMs/k/9aPuQBOzMHKMepyMWQJkZlf7egERNY1/niubvMtBGdWqsGgCcZ4k22wVWb+oYh4Vl5djneagADDhPGujp9UwOfjFR4Ty/bKkfNR8FxkIMM/O3aSNsCp8Xm9fglpmEui/Bfegyz63V3p0OboBWEt8QYACgR4zabu/B7ASzVnKRHTWYp1SUAKVUfj2jNyC2BkBJDvWsWekRy+Q11Yd0pgBLca4osAnov9pa2eXQSTRc4AuAN/SVzm4w2KFXZFdZr2Xfmv0MQJT/TX0UA/MUKS5fhcM7zjl0+5IJe5UMQ54LGhUL60jAhKBqgF0oI/WWTFm0Ker5QGYrAD6AmQASAR4hABSplXPdAqAU5SlFL74Tm1L6o7HCtZn1jr7jLF/dl0x4zn3UG20MQAlV6OzpTDlN24LxMPhnYN3rmOQKgJFyBIAMImY8fxUgOc8sRr+iAgYM0OYoIwLI32AIS184utINyJ3zpK+hAowx2XEOb9R3HfIDyzzTzGuI0BcELQj87jLp+0OnyxagC1BW4Ij6J4C42mUDrdarNq8TcIKuXAK8J3AmkBu6L1amwPCiPjHukBVS12KdRMBHzAsCuZ9Pv/63AIEDDAY7/LM3hUSye4DNB56jrcwC1Ou0dUjpjbYxpX0869TzBN2DtY6GQJpO2Y/rYiPKDuusbgQOAGCuttwAFHT0YkhlCz3ymbsoS+t1B5Y8jzDmkAVZ20xdq/INAPsMXqbbHbaPSG2stNEYEwJqnLMAhvH9SzKb69pOvZ6Avq5fsmHoO+alghEwfTTnlQo+9Ic6env6bz+TTsAGvHIQa85Z6DLmdy1bhQlAv4j+tjTYUZwY7tKFuk9B3zJje2uLgGqvjZovbKbuaHsgsPZ5BrbT4GOMwbIFqCjSJ8e3f/CF7AV7hfUWQWQZyINvbe8xDwx2oj868xl2tpemM+LBOAb4L/8BPk6H3YLrMqsGjjh4mesDy8qinHUEKbzBgOc+GHIBMJprD27l9Ld9i59//TffB+wYehs2hGnNswHetyLAhvJCeZntweu6x95ZGpDxgrrLRbr7uXiMBRjAYLCncjrbB9fcbBBB5lw3aV8ph7pn6LbMErRcdXdPoe21V2Pd5dqOsEDKca5BbZD5fN2jcJ0v6fzRZqTx5t4j+9EyOWU6cr4PJdu/trG+j1APikzp73mJs94jK8bbYP5mSn+sAxjq2mssk9bGuwDAbov1q7dNv+3hPE/HAP7CAFefiju//QgB4D3wFxI55xaqz4+LTsqyymzXwXV4JFZvnBX7YaUtn34GgNclejSF91OPz954r+rn3kPP1x9NAs8A8KOJcrWgZwD4vHy3ANm9jc9dAOCZLbJhMbHdapceygD25nATAH4ktdvTr71qjgBtfolBWQ3Is2Nog0lpn6JfavTi3Vtjuy8HUH+Z6fpwdIeTG+VpIXkGgMeR37LzFRzBE/77KAA8v5j67/mM3xkEEegxeETW949bwOyeYm9cNxAFB4famqkvDwDAVYe7uh3Zretl96kA4CMAbJ0es+NuKapln2amrAHg5ffnAevHAICValK601OX2zm/bPsM+M6gc+3DFgB8TlfnObRqUwHwFgDYMm8m8QwAbEaG0s0JZIOTdY5mr+NIR0vRaTn+OgNmDwCebfUAdGXUvpwsAivbuhAP0qFcAGCvG/6+ArdLIHa0CXa0Nnll+UsmvSSJOsyKsH7UMqretIh/lin5uNzKdCWYegAAbrazrHN2gLn9tHtx3WDVqxhL2UIo8xjsUMdzGRCynGdyMkdZOe48h3AysaoL5wF28EeARM6n6Csc8JaTzwCu7df4dW8pg02SeTcDwAbUOQZ0xC8B4FlvOYYGetNx53vmFIe1XXX9AmAjJ6btAeyv2FjUi/SgtDErMgDIgfGB47Q6Gpt+JYBuvXYbKsjqe1vQRWWQUtYadwNldoyy7wk01CAeA6XWT0AeHN8yxwlIci4mw5SMqtE567Em4y/utT1pcqw2gzIRYxPtGxjAkGF8hzbovMZkUcZ3H/PsZAEvXa96H5UWGcw5pTQGwHlJgL46iMkAA3OrpKb0vqIxVyFJAANoB9l4Aqi6TncA32t/1TePoWVJgJ7O7T6/aLeibAPhYMJ5/ir1J866RLpgMGGlb2b71sBPOf/FuJITe7SbVNcAoqDjt0wpGelvw7kN4BnF3sRZtQZmkNIUIKHsNEA2pULlX5yaYIWFfuQ6WdOS4yrK8fhVRvIHMI9jHABGXwUD+Ju3l63+zwQKlJYV88hpd1EewaVoP2R1E2N7FcAJ25JivA1gUDYjgUmsZQQAIO8x4MWMVMoRYGqm+tWcku30GcidkYyU8QBqO0uZGZOjfLJjo1+aHgJ9aftDXLdxHu3V6+gjdUxpqvUBYIuzfSELnQmOawI+PpMlbQAYYBXTviYATDZZYCsC9DFzBZBxVACaow8pf/URAYiSB4BEjOWbN5cEyvlsiP0jAxLEfGtjm4t03UtzTY6HAC5yPkS9+B3fiZnOhYbgMgB4fa91o+8J+u/oglPbouaP+b7mYIhs0Ok25HsdAC7KZlaf+HkVQCFSOPM84wB//+3XkQ76XbSBjDy1Se/5Sq17E/MCIN3V5esG8ssO4wzhCBJgSmMwepP1HmMH+wU5MfCAqWwFrKIdTBUbvxkMfh9MbnzP8QGjOtOEQ4yYKx9D7mg5xhPyQaABAeaUVwOXEqiVvdV6iTEUA1vMQ+8tZDM1Z9jTZIYiGAU2z+dEK4hCAeYEuKNNYNZjzHzmq2xK2vecV95/yVbCjoIpbYa8RocMfCCMUSiITD0uAAAgAElEQVRZ+DEgf/4zBazgH/TgAvMs10aA9wJ0R73AvR/jOwexaK6JfY7ABsiLKom9J1ZYgLUIsoi/CTK2bB4GXfvaNO7RNT8cWAEdaumIcz3hGd9Mmd7XF/UWZXYAGN9oTwhGq8FIRNuN66LWGZXAYBTMC4Ly0g2fE8ygl5wr/ulgyxdZPoqG3cV/kAMDWqIs2BitAUoBjQ/lGT+VLYJNZwrovwkAOA5OCAA4GO/Qh/w0wJLBUWNAANfOuA+61T7xBWRHu0wbrDWDQUUMwNF61/piHcjvKNHcc9d9tNdp7Y1Vzvyhrc2vqQsMmvM+XW3UHqfvh9EnfMd1lXPegQjje531HmU4QIP2pLRDtk7PoSwDwH5HmN9duc9howBwx1oSz7558/L0TaR9fn2JtistORjxCIwi6LviwmjcT8g5r/s+1g39SP1b82Pu+T6rnB8PAP5tAXxnLftCAPBS20eD0ifgeSdXdYydcyWdd6uotrXnrXhUtDVZlXG34pXMI6sKvuj7mS8mO3uXRw/d+2QA8KHav/6bnhnAX/8YfckWegPlNsyOen+/dd/8/XZfNuzjbuf3QYLdInjDfes/VvrWXXsgxxEA7lwL9sp/WOvv//TRTcyW/tzXrnuTWpk8azqNTXjblBU2yrySjo7ypQN9DsVqDuYUXQeAZ/07sqLvy/+h439U/7YYjWihXh7G/kC2de1f+5t7lk0AeO57j1ytV2YgwNeWAIFenucXxu2/qwOwR7zqhScjmAnq7Y+RZJSalb/MwOlcytHt+Ja9nucPQaRUQTTZEcSzfZ+BNacGpAX1SwtfYscWL17EJ3DXbES+AKGsHfB3CXhsy7mDgH65HMFlXqeDWuOgfwZbVO45BnB/eetn1dXnZ1ZqD2joOqQX21qvHdNZf7bNjuXqnPc8qs9bGpX5Kse/rrjNvc8+43G8Psp5W5ln/Z2Zt12P0gFe9L3Ko8lqZzme9Rd9M4OQ/dsAgNX3ERwdgdB+3ltrc9HFWQ/skDhqZ3uw0djB6lytb2rzPKzjChU1+GsHjZxuY2pjywPy8TwLl9UwYcZ1tjPBGgMDziP+W+oPvhFDq+vH3M81Ozo7hVC0mZHzbF7L1lHvmc/qdX2zne8Oo75vrI4rO1mZEjc76zki3cHCVVMAyu4NdraBipC32Guya91xTpuC56I4p+D8mE41gkRZ/wUc2smua/1F/QnEGUhSutDyKQyM9i1AGTjPylo8T7MGEhfPlXXMc/oiHNqwzwazJGsHWFTQSs46y01y0n1mdFjedk4ODrqcdy5fZ3NSS8S083qTqTxRV0/hPL8XVFurXmvc9QYs4AdOT80LM1isR3Io9nshf7FsJV23RU7/WXtxQzoiPYEMvCEFLUGkcLinounUNukf7FxzpkYX4PhmqtFpfPEoAAM7awUI99TVYtcbfNQ4rDFnqafUwx5s4L5V/0/rc/TDwIAdpwR4ueerctbfAlLgaFb/KlOIjvKQqVKpKqWp573naLVTXgM1DmKtk9WVA4A+hFuX41rZ07LVWT+c+LgfZ7pOe1TqKXhWCZgLNOt7fLSl/xPTr/5tpzbKEVgk9rzTklabQUZhAnAAgQnkYuxTlTSWqftp93HpdYw5ykTZTH2cfbNNuQjHtGQawOGnGJe4zvNi87zRExijaZ9Uleen+gnwymc3CjQTQP2CqWNxlu+n03e/903OoQAdoiyMMc/URHO9n02HuANLADoByOSSMTjlNc8A2L15k+eV8vxap1JV+wRYa6IBABOjUj1AG82kxd/URQAXqZMY5j42PgNYIAzuVTplzRGwhjGvzGhswVapPzpXWQAsQCCAg2g/5A6Ql3obTG1kJcW5pWjzcMZwrhUAy8FU60cuiKXrM03ZJ9IVxVS7jPJ7f8Vu1UdBLJ47niOej36fQrmwB2Q7ApTNDAQoUym1JUzoocYbdfasNM38cBykN9Bbzs8wWkqjLsAJNgspyzVWCfQwICjqon7inlMAxJ9P//i//y3AQKSLBgApRjOxeOor0iTHjMZeLyY7mNBYVWGyLy5eU7aYZ2g79AXAIOqYsxvgvGCfq4vxYXBCtPv9e4C5AtrB2Mc+yibBNhgAKT6ac9AZzSl+KLtu35rucd0LtjzPqgW4qExR3DERrAZYJwauAwpYHJ6bNrqykdhThD1J8Fhgqr6vMuY5uc1GZTBO1KWzaTu4xhTWsBEIvkKmgLATf/bH8V0UhvmNYhlogbEL3UMK8vpeC7sHfSCcFtEICD4UKI/nMSYB8IZtciCH7J7keJkpnMna5/zUe4hYtz1Ise3BAOLFowCMoVcsA7oWY46+0m5iTGkmYNkVtEEbnkG2BtwlAw1d2/d5THKxa/tWjHkyeFv6bD7nc9dp7FRWSACBfQI+9RPtb8EuucZ6jDlGYR+8P9dal6ApsklgHHDGOAF3vFt/Pv2vX7w/fQid+Rzpujl+DTjN9Zv2ssuwZRJCmzA3Esj1+orvZJ/04ZgjQwHqy8nOuZJrrc/8res8+54C1XuIbDXq2GIEQ71hy3V2NvYvCoiBNBEE9hnHVAyBqtoDVgawA03VbtiHBK7TntMecgzGfbr2mnVPtAw0chYMtPPiAmd7Y3xjzn94d3od69N3v/82gn2itTDNRIZ1FIJlb3lyv8x3+O4joDzzBpSr69Khtre1fkJnyma9vpu0QVv55RkA/hECwJ4gdbyPuIs9vevzNoAjAIw7pxJpeFTj4Hw86ODcUlJvYs4p8UOu3RcoeEidv03PPgPAv02j9cO3dXQM9oVpbsnWffP32z3Y8fhuPrjmbbmPnO5b/33q6s/sOY6PAnBbrdgr/2Gtv//TXwsAXIHguvG6OwCcm/9pA3d/ANiyPbKyb4/DY43/nh5+eQB4XQbHAWDN/zWgoupFv34cAC7+rUUjvf/xPVuAxcLeHjRXAzBRCtkDgD3ePUI19XsC1vYA4C37P2/LKwAMB7hflOgAzxf3KoOnAIBdPl/yzgDA1VmAzfB4v4GQEUDeY8JuAcBu06wn44uk7qrt6M8dsx9b5alcv7T2c5P6GVi97jo+Pcp5Dvx4egBYPmXpa0+FVudrB4BnuzaMLcqZAhG2AOBBN88808sb5eJ5qnZbzooQX4ueb1H1CfxVR4wB4HG+pGMFzhHajnTOFAdDv78DwD7rroI5m6uNGcyZWpS600C8DgZVOzuXNffV/bJDsDL7qkNnBpK22jgDwKPcy1NFrmIc9JTAcOCasbUmFzgAm93NcuhEI6NN8l8EMGCcMwCJ13FIIkYpnNhkztBhnkYf9eev9wGA5XG34ytB4bKNXrPZBPeyzlfhqJNjOfSEttLpR0dGEIMy0sFme18DUmo9dprpXNruiDM4xRSrZJYLIOpOSTnObae2GMDQ99lZ6bLwLMoDaME2J4tP5z6mE73MabYb7BgCZ6Nj0e1a23ehfDtDkRISn4B/CYSxrvjbrnGU6zPyrJUYfugvzjpczoNwhAOYJ5gjRipTJBfnqcsxq3cGaOu8BJNpvg9+H7qj09c9AJhFf3zGbXXgWx4dAFZrdHSGPj7rF+3uAU7jRqcy4erZwGR9wvUOvaQQe4MIXBWQk+1K16vYV2Cu2lmdgVdNbl2nAQICwBnAZMgaOosSw/lsoB0poVEvimFq43RGkx1LR6+AqTYHov6bYBMyEUToFk5HJNs4gxpeBSAmNqzOUcaHDuQEuKAvBM6d2TVTzzuFMVT6+kOcGxm/XAV7FJkFxKSF5zrmVVsHVDb1C+B+9BlnerqdAgoACCL1KMKIZMxeI50vGhNl4SfKR98xn5leFsXSTy7fItQfjEqfHWwmvVPiop63wS6GDK8D6LuO/MCoz6lq1T6BLQbxDHpL/wEqShguE/pyAfBbRGN9CFoCmOvBHRW8EJAoEMNlqdzUkxhnfy4JQrloALoJ0kb5OGdYDDs8l0cJhNx4Di2AY7Bb8yxtlyfAVwxd6wzKJ5iU//A3wDCw5blGRVlm9Kkc7SX8nJlxBg+1f23CILAJcBlfKc05ghcEAF/FGOOj7zLtK/fJeB6oeoIcYHLGYIM5DbndgHEa97dgOZhP6m8AfXFeq9KAC4p5F2cB/8M/Bgh8i7qUIvpzBBtg7UFqYQCE0BUw4HFWq0BeAeVoB+YA1gPKPm0hdj4+F/QigF1nA8C9YgeKzQ0do0pEm/U9/0o7L/1AkEC7njrBHRvnkdi0Sk/e57aCnTCPADxjADNVcmYiQJkAMxFogCLRHtlv3JdnazPVdrKbc25yrENnUK9tLlucDGPNU0qa80jzIt9LEgBmmzE/kVo3A6s+R6aCP/3j0APYtGgrGN4EmAHqRTswH6veWC9Q8gdmjgjdZ1CGdB26cnsjHeEaTDZ7pqOPr9EF6xWDuOKeBtilHbb+m/mrtVzZIZCJwNRM7kuiIUzFnOu4yvZ8xV9gV8Ne4buu+2oFxlL2Y96fmOWrM9sd1I6gsfLOx5TCGO08AsPriBf3eBLrFNMyU38ko+onYoaHxFVAEOB9CAjEXI6JgGM3fvnLSKcOW4PgB6wp7KMCm/kfA74kRwLr+C/Hj1k14nfbRfSZAQAMGNC7XgOA2VbJpQaV1AA07mkZNJZBXgnez3Ws7ZX5fgOwmnYrFYHS1VwGAMy6U8b4nfaee7N+Ri/lw/019Ap9Q7u7TffYMkU6pOW5mym6rW91zBXsozUS7cT+ii2LAImrV7en3/+Db06BCat98Q/T/gXnq76p+1jXfwQAhq1z5hc/ZwCZ+snmaz2aDo7z7e3nMwD8WABwpb0uxLzyhTe2bWc1bmSXI1V20OVi3WSfw1qPuHmeAeAjA/fjv6eCL23vt9Ft+xy+lFT22vel2vW7Wu9RoHfTsbYpuMk+LvdlG0+u2827j8996797TfWJPYBuD3jbq32v/L3nn+r61wAAo2/VAdNTaCoNj66nBMoG3lGDuDLr+Qwg/rYDwHN/7qKP3fm/zgA+olvHGcDnS6v7qGHc87F5HJd/62VxBoCtH3zXzHRWdLo0JzYc7Ns2amb6djZk172159v28p4LtAGICjh7TppJA9F4X7lkVKa9nMAuj4LbNz/XHMFTu7cAYAB4qy9SMxB9RJm2VpBkzfjlrDohNMeVgq/rc43iFXN3Tl3s52wrKgC8lmJY57f1FLPxGqvWbqR9vQsAPqw3JXR/1qsWJZ591jwxkC1HBeZ/BVhftOjwwg4pS+kW8N0DC2r5vaV768MMoFF2fDEOJ1m+tKM0vEh3BvgIAru2AZTa0Od27wSo1GcHOQOwm+6dmVZVrwfnSLIgKDsDF5kiurdZQoaeNFYSHDw5r9rYFjaqrVAFgM20BzujnyHc294ZSWIVd/vk9VGlqv0duB77iuvS5+X6qB41gCFtZd1nmhmI+5TeMUEEesG7ra3gPZ1dKYtqyw0U1+sut8q2MnfRFqZZTPXBmjQHQNi5rb504K2dNYv1IB031NMGjKf86B+VM57sUgPQ1secZ5Q1nLezO6EwgAEawVGocelrjxkGYwavzFZhe1rsLc8IznrFPEkPQjraWEEDkoP5xJSI0h2zkVCXgWI6FrPd1flo/alzCfObDr7S0X4Gn5xyGhexlyR36cbqHiXPhBNwLZlUBqyZVgTqUhZwjM8f9w+SEGiULJu2X+zyrvMb7SXDhU74AMWSnYO2wFH/KvqB8/yoi3CkxmA5LWhts52t6n9ZL6J+OCh5FiXOXw1Q045fgASqJ8+4zEEwwNtkV/YpdlBzLKkTSisvdvL44fwqKbntiPVdYugUPUzntK6LnaMAC9nvBrpPtsDypLxCN6+uwPrLcUeZ0LX4Z8Y9+iwnP4U62B4ARipPzuuWAjmZYtZJPgqGEoBZOM3B9IQDPXUOKYIN7ragObJ1ce6gABuxM6EnsJ9Rbyi3y2zTGvoZbC46fwEAE9ACiClwR4x7sSbNRtX6kABRtgflmeEGVITLd865D9FWpnvFGbsEtiItbzDzyHg1oAnneQYP2KHPM1dTDn3eIZ2sAUGM7W0AXAD8AEgAzM/9K1PZgg3atIE22/a1AwliDEPvKpjwOsBqyA/gqQDgkB/OakzAuzHkCTpIx9DudpZt2kWoJxipArvk/9cxqJIp7XT8D+3n35B9yNxnsXttBLgHNjXugQ5g3wa98HZWqXtzrIl6C7D8EGgNGNoGn8gSzKAingGezHKVKUYn+ozxfB0AsPRP7XJdCBxRCuuedlbnXRrs0noi4EegrRms8xnskATHiaCdwF/0FXrozAcGwrFXkI1B4ADsbYJ7uRZ7nWB5MReQuhl66D0CAGvuy6Jdb16/ob4zHib+/fs7pGm+OP3yn34TP2N+xz0fwJ6PAi6gXzFHwKhGxmC0Af31OeoC7tYpLQYDOX/ITlZKeAcPQZYAgMXExT+1CXqBcj8F6KNPBk6Bucq6x30Q74DdQkYBAPsAyrNNZMaDnZxnhLsNPJs49BnzzDaf7OLMCEBQi8EEXEx5VjHqeB33X2b6X6bsB5Bm5cjWyhaLAUs+bAuuyd6kLb54FexGvuLGfdfvT//vn4QeRVcvkf6ZAHDPHnR9DaZ0rrlYp6JtDGZBAABsB7QUwSNIzRyyBhuf2bdz7YX9EkgcZcatYoV3vbalqF3hEpNpn/t1nWFN88Rh0BnUPCM99aPLA+2FLMSQb6BtvqvXOQxdYAr2nIso2aAiLUZmAtH3ylIAwJHHOWBeYy3Oc3kdvNz1BACeAscG3xztifqB88jrPlX9DRklA/gm7Pj//ZcIjEEbnWUA+4o815l18X8aewDW3vMAOMXRFR6LGjAHtfV7AEB/2MsWKIKmUY/SQEoQaY+0Zij4QvOH+hK3OLU1bTof6YGMPlPX7woGeR2Ep2w02ktL/6Rz3teTIZx7BAR0mf2Le3TmPT76OfityzsRy8uybTd9v9+hMLdg4q4igOPFZwTqvDh9923YEASv8GbVBB1QfZiHPSgR1+pRD1pzZDfWGMAVAG7jhvU613G3r78zZldXfjwDwM8AcFOLZwB4e6L8Ll15BoB/l0b7cfv6DAA/sjzv6HC+a+3PAPAoMTuRZiaQIgh75OkzACy5HQWA78MAPqLLjwUAaxPed9CzHZvbMr/Y6+WjOxFnYB/PdzC1OkmfAWDLtjJ5K9iI6zMA7Gd+KADYfm07oEewqwPAM/C6xtxdA03XwGP3UcDzMQDYKjz74Wtk8bl5NQOy9d4KYs3Apv7eB4DpxJWfKu3HGLbaXuKn67VuziX6GQQGzIA59WXCIWYAuIE8cd8eACzbkMDDynp8JOilttGAx5y6jI7pBqIuI8TbCz2Zjpk+dwUA9n2cQ2aYtnITILTYwRbNay3Ag3ZdttByhI+yAsCUCQDJfMgOqbsAwOP6oYj9gd2xYo9nIBhl1BSzAoDh+E7nazpz5kAT23tH9rstewBwl21P3SynFZyNcmpifGc/cwWuRiBccma5CbxRpPUcNlxPANi6DwB46FPRSzIBG3MlZ/AEAL8ENYSfzoLw+M8MSTr2ynzqetjTYMOB/9FnTDZWTtiERLDgWATTy81qzNiMCwGjkfqWSzC6Y6DP8ulnDEovCcxluwRieP02A1jAZJ2/BoDl0O0pqDFPKmu2jQnnghx31s8UHEECngtXnJZNjwgyKRW4nex+rgPSZixr3+BUxQQmw6Hn+3iOY+jzpwA30G4GdMSwgfHmNJcGytSvDIqCsC2ncFLyDNoE9nyGL/4GgxBl4sxIdLU5pSu4q0MdKTNNSwde9QAdAMBIUz7Ljg78vJ9gRxRglhE1MMFq/p5OaslKY2QH7NJe5pgksOHx8dnABoA1JnluNYGCnvq0pZwFC9dsIvZRjmrv48gE5jiYSaTxIUuWQQUaQ4AQTpnKtS7KdEpu6wn7kSncu84J5FB9ah9sCcXOfSXsQwwOnecC1PABYAfAzIxxAViEz+TERwpa6BYZgj1gwQCy2gw2YYwtgFmAtnjPSb15//4D+4NUrJbBvDcGMIUyfDaxHfwGhnE/zjeGXXoTLFE4yi/Yh5gjAWYAdA1HtPSW7D+fryqQ1bpAFijwUo6nvgXwhjTFAJKkmwhAE8AGYBC8+TYnEusXuJF6ijv4t0A0s3ShpjyTlamshT4SvEggiuRbzBXuZTT+ZLTFg5CZGIQYK7DpiHdRfgBtYTcuA2QX2CcbASAQwBlsHAI10C/LIXE9Mc2oc+o8AjagH7if6ZTRFsya+KnzTwU21I/0SkC5QTv0g+mecX4zxwGpphMszPWzgr8oHwAK2gu5oR9k1aZ68azjaJfSBQNElV4D2OKYgzUafystt8539ZnGABMZ/JBRCWLkgsUM6xJ6hHbh6dDxf/vXAGXfh9xCpu9jHlyETJluGEEbDOgwMOS09ZKb168Kcgvgt+0ScMxzP3OOA/TD2CE9NNrj9Ub1lH0b91NaU8FYdDAGbBzPF89IB9RHdnf0BfbBwDTSCGMd4zhF3WZvI4U1yqrphVGHmcsAwmTLlP4ZPz0ncB/tX7RhTsfvvkgmYnRXgAoZBaBLGIfPtOMBjL9/d/rz//r29JKMRp0BrPO4NSfI6E610/qX6fqjb2SvYiSTvSz2Os4tl06hfUjYgd+hvzjigms4dCYDF6hNOZfVN4FryHyBNYN6nfMULHDYw6sA42YAmG2jzSjvERmkQGnALiQAbHYz9lwcK+z3KDFhywTzsQ5QwZJZi/aHHmEaao3LM54BSpcgIdkR7V04FwEAW37ajKW+6T4A5vORJrBHAIAxzz6GMP/pVzEOaGbur9gXgO455xwMQPufRyqgcsgOGR1apgWOUwaSMUgOMkMKd9jDnk2EjUfXc+9R2cAaLx3d4I9srurD+sKsHtPeAWU5Q9NaoLjtmwFgzNfql6kAsAKufHwHAHy1lfMm5iHLakvNGJBGVjDawrklWei90+u4Mt1cho5dXtyefvKTCLygbdc+Tnswjq4CWQqju/sCkhHuLWwKqu67HaB5VwBY49JEP/zycAB4EWo6VbQHsO49v97ufCPaughZb/T4zCOrl7baf678tWfu2549+a00GgpixalOzbX+jduD5R0vvNPakFuavLtK9fn+gxKYHVnzYzvDs1tLNQwV+N170PVuGZa95/tCcPTO5/ueQgJ7QMdj1TnboeP1PpId3+xI8WytLwCPJYLVcr5WAPZJO10K39MDn2W31R4/758zMDenSjneL71hrLPgeiStHeVb5dqm2k7abq45pGsZX6te2Dk4y/u4XPudKsMOWjtTdL2va0uHIq4vAdilnXAbK1g3t7MyXH3tCBBsYM86MjLrMgqcg94jo+VoSXtT2H9+OWv1Nwf6edvXdL86//2szdrEMrzrOO3Nz73y5nGqMl5rP8eWwJKdNeVNf7Abo77M+5Ct/cm8XzKza4uJ3IHOsaf9xU3f2zm9nLcZCT8wZeWQkR73/u2xgKs9mgHyDnRo7tTyt1i258ZOL5v97WAGWWtksssRKMvZi56pf+UFo1/X6xnHgiDJkg07A8yuY+3erlMF0Mkv18BhytEIXTRiAEzPCMVMWo1bzs17zq9Z3xxpP6e360zZBNizXqdervOz263KtLVjqfdTThrryegUrevpmh2s7WtjUibV1j5v/B7rp5wp1umaQpPO1XQkzXXIadP3bL09cBynM7YwXbbWiTbmzdamI7EwFVG3GV5rzik7sawPliuddAkyuR63u66b4/onBjA+51LcNzsTjiumlo26LsJjSodWvizSIZ3zzimgfb4r+5Q2ZzyjV3VX2fp3OLINjnXdF7BBW8NpLKe3+luZRrIUAE4qAMx2JPuS58ZN23CUbSekHJdKl1vvM6PXZcn5OtpbB0DgazjrPY5m0lm/3Pemk7RlGhCmSraD1utSY530NbraZKXtXHpXnH4TE7AysiDrqiMAfOGcb4GI5eX8UziSYb8A/IiBZkBTwTBMIxz9hflGuWKYApiMFNBZL9Ma5wfjC9Chg0ZpwQuQv7CRZL0B8NXZpLiOVLBMIRrPed/NVNUEytN5mrL0uXuSu9Ya6W3XHdXZgwysX3UONQAWcy6VHqAI5PD6dVC/oi2020VxbuK6maHWA/YlZeL50c+2RfuUQpnpIalw4dyPedfZlZlyEuOSZ2a2/Secxjj7kmmzc73H3GHwTtcfBZH4LGmkHI8y437oER3v1LmYRwCi8znNPXjhtD4YBNI4a052mYrpWfeqSvkrmQtoAXAV/cp1mWlio1466aNe6DUHLOcDUtEzzWx8wDy0U/8UbHXJT/ZaIHikxow+fffdGzrI0d5PBH0CXKJepMMcDGCAfOh7isfAq/bQ/f3A+o1+vwpQAg59su3QLwA8UUc/LxTXBcJIrwTsKmAAc0B2CioMMJSAdp7HauAEcuba6feWkJ3AL4AZAlffvXsXP8G2z6AW6CCw0Pg/nKP5Mu6lHSCLVGxnsH8BAguc7Ww26jxnL+SpcggCAlQCcB9fQM8FuOSEhp2EPuNoANro0bagDoGDul/jI6YzAbH4jmeutj24gmvULg09AeD3OGNXKWYBfgBAl82T7AGaAkADcNkCQDLgSPqmfzwXmWxinQ8Nu4dxpt3CecPxxfU1AhnQH+jEq9Pb17jpdPrVr25O//x/30Wi/GgD2MKYM2SJpyxyLbINd50ed9/VfpaMOmIrKsBHtlFADnUx/mF4P4FtjHZiz8L11/3CdT2v/YAZkMncT5sNAJQMX+hrzl8FDmhwlC66s/rRDu/LnUVD9j/fORPkctvdL/Shnk/ONRo6mDrK4BbUy36UzBYRAEHZkWGo1PO3769Pf/WX35xegEUL20NZSDfIhgb7m4Ca3+0B5GH9CTmgl7hE/YIw8WwEHFD/VLdAaetg2qYov9p9MG4FQOp8bayHYs2mjeP5tGgHFZxpqnHGstcYMFml/KgM96Y9ivvr2slzbjmqCkSqn84AxTuMUmEzo0TuZTAf2L6YB3X/hJTYZESnHQ8fCykAACAASURBVMOcQQAPTvWo+32IhzoWN8Jm0HanHJABBDJqfHauEbLtkPHf/0MA9+hLnsste4509Rrj9nEAKfpI+ZdxzLXYMpP8E8xHtoQoi/Y2xo4ywnwuvgvtx1QX/r/tPZgLWX1B/3w0ggHivjfv+uMWt2DV3Cs4U4Cziui9wYzrlEkZN51vLf9C29+GjJR5RSx+rQt9L2K9pLrkPoU2NfNigDX+Mv4hyOAn30WwVKQc13qG999sOWTrX5m+Rn3TCc7lfXLQsP0/Os5XhpQ2X3/b9m+V9AwA78n4GQA+K6FnAHhPgR52/RkAfpj8np8+L4GHOviPynd0AGphOvYpm5VjD9zxrr12PG39XyvQd0ch3vv2PT3o+6flOKw5K2eH71MBwL3D6wCVrz8DwH0jWpWkO/KfFgBeA3hrOyrAP7PXvIFeV+4xQGAGgL3xhnPHThO80OFFjH2nI0U6TSBhDcStL2orjbD+rz5rs3YGoNp7Odibm0cm/Twf/Uwff7/0dibnEQB4r24vL7MIl8vO6KSfgdzHAoB7v7vDG9/NAPDMLPZzdvBs6fMMdM4A8FYQxCZAOpnb7ixUi44AwHRIlOV1CDCEs0Pe69WhXAOA/dLeQLUSKEBZruj6FsDuSsl0SqUgy7z8jnvma9UJxTLo/F0H8Tm3D2TwqM4I6UQ6TYqjAqwWOIF8/RwAbCBQxkVOr3mu02mYQpjBVj6WTmPX5zLOBdPUtne9Xe6vlIqznIFHB1eX/WDX0k7SCZMO4/Wy+zqCIZwB2Hnc5v2oHa7tDLwcAwPAswwrWFdZ6HPQxN6+l6kv6XTTmgBdcPAF2Y/AWmpATP4e7n062wGiAsDTNNJcksNOUtoCgGuZZKGljqzJluWng7mDCX3tEgDVddapVtX3DgCDxVUDH9rcKGMssKsHK/h3ycitk+O5zi3cJ+aPHPAGX51aj6yqBGEMiFUQwnKznlRbRec4nZU+/7fPUY+By6plcz7keJiZjk44NSid+TkLZ0DaZ9DeBmhGRzGdwanjYJsmm8fM5c5m0/mUBrx1HqE+ACx7P3vwBc9jBHOOwJnma/OPp16gfAffQC/hsCaoQAaYmHIGCwkBpYO1AcApuw5WjwEpdmyvAcCsJ8F0AhZw8Ja/OfZ5tqb0WH27CsD7M89iFksXssZ8wDmUIDYQNMy2456RfayUtwZ4IWeAgLyPbCWdD9p0lSn4pZdyjBfmqTzBBAbsBO/zLR3BDEjyOiJGKQG3TPVsxjzK+UB6pSaDz8QGi45nu3u9QZUEo7TOGuCe36Jsn7jO5dqHQAEHZ5CxF8A4QH4zq1VovsPDfsEVHn2uuoazKfFxCl2B8qGbsR++fB2pfcGWCkDoE0B1ZGtgeQLm1TGBpJ8rgMA5KFBl3ptC9y55hqrOzKYskWY32Xio2+mAdVayZ4UAPK2vmDsZqBD1E/QDUEFgAw0Ts1R6I9Abp5ijPMw3kqeB0sQzH4PZ3GpIABgNBwBsO01mJG8XsxNjdHX1hnIQ4b6UEfchhTbGF2AxmaccfzyDwI4OzhpA1eMCQTRftA9gJoBmTAXOoydM/20mcdx+ExRCs1lxvwIbhOmgHzdx1qtBIwPAym6C7BQ62xr186xr6ALALCggdDORq8SOnDA4Za1+IaAAAqJuAUwGszbSPyMo/FXoEeI70PR/+OWvgwEcbX/9DTh2iPRhMJiyDWigZZ893wE64x4FwdR3FN/HsU2wzSxegIZglGLceI41gUqA9x+G9LYCfVkyy7f9QoDMuK9Se/AdUgXr7N++90IZGDeAxC5D9kh9wpnABqhx37iu+T1Ddgj3QZ+1lmmNdIpxlNVloXUOYKnbzywGODIAYxlM5BDC6S/+/O3pcwRJsF6ek6r5IzvivZgCWtAPJOfA/OD4Z3pjAsBIUY65TkBTbcJ9Vk+wamGX195FEfiAeQddJGMdDFBAtWlGfT46nwWDGMEEMb/rftvzxuZPqYEVcMOxwxni1BEV6n2A7WoHVi0zyb3uVQAA+z0CZYE9SxDcICTGB5kIUlcV4AIbK9kp/QvmUQ+Gwq24JvvEy9Jl+Bji77/523dINo1oHn4vgFxpqzFOKJGgdfar7l+0f8QElV33NdWQ9cQc0LwBg7i/w9Fm43nsTaFnubf1HtHX2Vb0G/Yk9wYzAFz3pHW/Tfsb/yB7H5XB8krAWm1rDRTkGPpMZsgfgXEIgIt2MLipfAz22j6QAZw2uQVcpI0N0vTpu2D+XjFIR2cCs03+ieAt2L1cS5w5aSbdWW/mNW5+j3AzjwDAlvXQOY9jLCTLN7RhpM9f3mXa7jFYn4oZe99yZyn9FgLAw/BVS7SiAevul74VXTO8tZhnAHhtWj3ed18rAPxYPdyxPo9VzXM5GxLYm9/9MS329/3sOcK2y51fWe/bgq3n9vr0tPXvOYgfu7dfW3l7+jdHyHkjiH4MjkLSyyozV+O6DQB3Z8u6TCZgV+//+alnq5Vo2bX1NZ+pGzu2vTBJzo3J16Yfc/Tknj7Vl+u1fYlftGb59L/7C7zHHD/ncqt9aU7c6kDZ2AcdB4ChD323BIcRPg34pdfTUaViuHVAOV/W8HL2iABwlYdlazl437CW1cPyqWzKNfmdY1vujft8fc/+z3ruoavM1rvUubWvqGqglyydhdjHyk72nLgb7xG9/NTPFfBRfep2xE6Ds/N9YgaPL4RK41b1f273Gtu3pfAqFQtM66AKnTGcVxnYMC178/xcs3rWtZwKdFT57ECUbWAL1+14kA6r7jmQwanZ3OwZAG7fl8HWC7YaP4PI9XmxrTBlOxBS55MdWmx36sfMAHZa8jXwfanP4z6jzoeeSnnrbaw7g/2cAeDeZoyl6qgAcD2jt+qd+9LsxWQfK/Dte8zInJ9Zsx2uqztMRqZ1/d76bAciWQwF4COoB01Kp9OafbfTsQO5rQXSrdSRLr/OJB6dsmnXp/lswGkup9nSApC6P912jazlqvM6WiIdexkUQRDYjJ7C1nX6WTwPYJAMOcyxytjJbjOtaIIu0uVxP1MDXbymG8Cpeyz3pffJhkEWAHNXqRelf3Zw6e8xOEKgbWene85X+Xus2IbyvtGYl+7fZOAJAjaAtBivkK/PnvN1AoLFjvpcRddNZ3uCJXRCcs1WylLoLZybAAPpmIYDMRmQBhpxhiTlhX85r/AcGYXhZESKRbRFZ1/2OY9ycB+fiXaL4ZdOSZ4ZqVSjZD/hvwAIYVPFuurrgvtJp32W77V8zhzhWUKGNYML9I2XPTpzkQIygXmDDE7NiXSe9WOb7bVvBsTlXB6DTwzEwiCTTZcfyS6B5sy56755Hdw6lw9FcI1rgF6Xj/sEQNwpWRtInO8RBuR5HnMCvTqXV/okZ7qYRLbfmodwTIsxzpSUmf4ULCGx92Sjrds4WxPzR38LtBTAJHCQeZnLR20Xw5WgfOqL9dN2CrqK9LEts0LIzwD9UKDnExfvzgoEWGIbIQBGjFIASQCeWgAPxjLbYF1T/+SQN4DLe6CzCGoBezrq+vY7ID2aJxe5PDo1LBSbcy9TK9OGJTMS7XFdBGQS8cS9mLk3QBU/ph0nIJTgEsHNjpbod2VrAPCDsQQAxX1CpuF2oGaXewQWEHDFPkMBbtxHELCHjgk4UwpbpVNG/VhOMBVZT6YIdrpr2VvphwBuyaoyDDGOYPwzTTsFnOmu4zkEOnhvCRtBYD3qwvYT3xPcKDJD++b9OP6uDF+bV8tGfQF45DSqQLAkP/QD4BSOm+WZ2Uz/rP6C4YzhAQPYushRKixdgnZMUe55oSAO3IMz3qnLBPV1pqrPHsZxxDF9Tu+vP51++c/fx5mnYAVH8EL027K7jTM58alrEWTi84C9X9A0SMCN9/dsMton41qAvcFERrAM+iQGqs5iNou+p9aW3qEezDsD8D43GrXhd/StnYmaa4XtBHU+A5+c+tm6Ah2BHtY1DXV4XNseyan/oyy30/PfMvF6b8ALcgBICea1M7UgEABWm2mxgyn5l3/x5nT7TkESzYfDudz339JR2AsBwN6f4i5bNYyqz5OG/UF/KMO8QYEECD5a7o0dkIBAA9lbjR/+Actrc81pzNPea/2HzuodgNMJ84XzU3ua+X0IXE3NeacDViAK12vIJZS3bsM4/3LNJNiaNtJzoGbgkH5mruYcHGV00Afzl8EGZQvn93uvI/ZzoTsf476//pv3ZMpj/cMH6yXWVo25bCn+xrxk2zN9slMxE8TMgBumsc9+m0lvvYO9AXDag8NkvxgslGfAS77pG4kGer9lW8w2od0JUreOp9x4FnauM10mEgYBYMyzovtmA+M6dAL7LG8llc65p/x28Cbuo/Up+0q9I/X34jFIVd/HbiACUYL5+3uR9jmYvwh843jWTuTv1s/OOC8Mbo87tn4MyHRmDgdTjCXOuJD12NU2+50dn+2971tnAO+BtsMIrXW13LBX1n2A2r0yqXE77VoZoNWvvgQAfKR/B9u/NvDbboZeqG3NmoN+cCo+lpwP9ud37bZnAPh3bcR/2P7uAXC9NVog7/uZ7dDd6r1vrUee2+vTI60jG0352gC+IxJ7zHv21pctx+3CEfvUAPDQ6SUAvAa01Ufai4YdHQUArkDbDAx/bfrxQwPAs83ZshvVvthZA/lvOTw9NkcBYKcFai/WZwBgRPI6nR/qwdjjNUxOmVSAAjDIydztUE2jtDfXHL/p/drWRn/Yspf6ZtZkcwYcDFDYa5+vb9n/bf2eAIsVMwxRzvNq/vtc+/Ry189A1VitA8AT3lCKfVoAeG5/P6dwFMgaY7b2ZwaG+7hkSsNpGdyzZ/15/UanWzaJEpkAZV+ncyUuVwAYt4s5YgBTBR0FgAc7OwF3IyDRHTHnAGDr6swIPgIAz2D2EXtpoGMEbscBWa6DYo5Idim3VP4xrfkUyJTC6nasBz+cmysEPjJC/pxNrfbU5VU5UleinVv3+RkDPNIDeEVAFUCqNenGgqk9Keze/tJ2ruvx5GApemRWHe10kfVaHTMD2O3fbk9x8CQAzDGd5sIcjFMB4AruNgdwyMO2gg6/AiS7z2QfJYCF75QqWJ/aT5c5rrFdXgIfFSCl9UR/V6d7y2AAR900R2tf6+/1eTgUG9iVwBvbSc5X2ouVIBzojQG7dk4o5BxNJMCK5ykfeY7twCNLNJ2lqBvXrgKgpXMznaMfcCZk1FkBYFw3KFl12Oc5on9gdBkAFpNSa8hFAska/0w5nGKWg1jn1ILVePkS7KdwEkZfDAC7vW0OlTTPdb7gLEePpUF5pl4FqwZO2CzAjlmzhsgizXP8CLrlx+n00R6BHtbfBLNSjrTF4uixHs8NjzMAFYI+5Zr1yDppR7ID6ZSBoesixm84x5vnZiLIS4ESlcnt+az9opFvn8ULG4OUzzg/UsA8gX84o9NRjWcARuq8VzFCURfPfUw9JzBBxpHOfyUgTkDQ816BBCjLbHX0iUxLBLwQXkiHMuymgRCeWd2ZcQYn+n4qmKIxn1v646hPgRCZbSDtmIObdGa6HN5sczrvBWJINppHyMobLL1A3vr6IxCY4+n3G04n6GcGlBE8D73HPgFzC7r54ub0h3/0HfdwgVmqfpxvifGHXbLZj58GKKBDCjgRqMF545yxDBAKQAIg5A36AhjFTM0K0HTQGuURDMQZ0AAla9AJgRK133JFP8WgFcAalQmwD+aXAWDUy/ODObkxkGD946dAKbIt0TYySG0nsSYibbzKUwpryEKgFsDZq0h7rHKh72LyYfxw/q9N98fbG+orZE9Ge8hDqbjF9BV4amBRTF3oI8o3c7hNbM9vAmPJmC1nyZswh/a+eXPBNNDUk1hGBL6h3cnIjL6IvY9gEoB6OPdWtpfzBzYJYBJTHiuzBfr/ASApgX/ZG3TlJsYW5Qd+R1DsRVz//vrz6f/8y7+fbm+CiocSqI9RRrOfWrt59jna4nFNYM6saKdc5ph7jmQQjtI0A6AUex3jorN9O/vWjHfI+s0btCUZ29RVTQ4GGRRgyemabcfwrM5X7mxtM3QZmIF5hXFHau1kKRvURPm4rr8F2mPdwwf2B21wkIHHWbKWoCwjjAHWI0G1eNGKf9AbgPXBsv9Pfxo2Lhjg0mMxMlFXTXWMYAEMOcSHJmAInc7ewDvGD6K4AcMbuoj2x31IFU9wk/ZCARr1g/WHcwr6Ftdo2zAHoSvRHkwxBQ2gUAVwMfMG16cOAKN9TKgQ9zNwB5SBFnQi/dJeQZahvht42THjmBqXezgFOIx767rmjkdqUKrqXo6t/sC4IIW65iZI4l6m0C3ahxgLzqFoKHSaAWEGgOOBDtTqPOm2Pwz9WQOAIRuvv2Kn98xcDgJS0ALY1ApAxERn8EGuxdShDJKzb6O+q1xi/5O2CxkbuGdKJnzdJ3ut49zESHL+dtvNwDG/D0wAsEQpG4nARgcm+LuZycvruXh5/zPv5cU61sig3S8jjcHV68+nn8aRBmD+ImhIQLwXh66xDfxlw6DXmckih93+Ba55DEDwO90PCQDfB3jcAwD3ytx7vs76c2XdpZzBlOz8sdd+P85QsfLSfq49qQCLmo/WdZf2571cFM48t+4m6IsglX58R1ZpTyX3e/Txx/jIFgDcUzTdr9drqQNc0lHn3/1qHp/adqw+RunPZexJYNsxtTbZm7HbK3Zp2spLOs3G4YE/1447N2PlgcnzvWz5Y1SyWcbXBvA9aWfXpF/04Ijd6RvYfGHJjdLgBGcqpXzZSuegI5eXNu5IOBSekhNn+dlaOXWn1d7dXHN22rFZ50V1av3QY3KuvhnQONrOeb735/ziqVq7Q0qym5+Ts26cs04N2l7YPfbF5syAwb5M1wFIFd0DAJpFxIYe451O6Fkubgo29vO1NVu4thX0VsvudtQ9J/BpL6jZsNFpn4DRCtg8Aw778tEdR+3XltO/O0LGCGjXPy0bqtNOxunlVPMtHXbFwVL7sgRCe4Qvny/jx3Hxi1qWN+uR2zf3z7KpqjoDmrW9a/JeA5Oq4+jIGGkOjXfyBbMsq2ss6xZhXmTNGBs48fk2PsmtlIf6Kihwrp8VMK2Mqjaviq42nWhjpEjuteCJhT6n43Jhh86+FXW52WExrDO4vAFmVV3C7/N5oM4gUEfGdmxI4Zw3zPPMsiotbMzf6qxuoEKpyA7E6gza0qXBIRMDO4O/sy2u9zdgDf1PJfRaV8tZA4PtkHRbNe8rwxTR/WMaad8jI2E7MNrbefxmWVgOZu/Uev17BT6qbrssM2ksXzv51+e4AKzaLswvnXeoSVWvuw1wns8fyVuMCOiAUzu7jLn9PcWlUt1WVuw8jnMZ9d502w7r2iznubxqp82UAbDUZJvANIEtOJYTeKx2dtbf+neb/+FNRpn1HF/KMx3BtV99/JQ+tJ9tK8CpAr24dwaA6ewsei6wsttJ6YVSuaJPlZnCdhQw08Cb5CQZqHw5ZLE/4NnJaXfbfjdB3A4MCARg3QX4RX22aZAtGT/hhG12uy68UQcyOUBm9MijHCyNXhOT6QRmnGQop78AEwBOAirqx3OkzWnoboLKZipp/RVwZlyuMYGKrKQjfQFimlM2U21GOWBcYTzMMPNY+afaJwAcc+hlUFJhA5CG9vLytYDYtD+eRwiYwD8w8cwSNlDR9V/Obfrf6CyXFHqblVacbWbKaQWlqT96jxH7SmxZM+GsDz31t8pte+CybhrsGuZwKg4Z5YUBpucFwPnMX8KNOKcX4AAAbMgb4BPayHrsrLa9Kk7rlCHKBWiMOzi+DDT4dPrm28vTTyN1Zmge2aIvyCANm821JtqQsnLb27jFWNWU05qfkLNAU+FtTqGPNcDnTRoYwnzrYDj6Sj4/AmeyPzxbN+dzP0Md4DenJNM8f4yUwLDVyK7+OgBajBXqvg5wDPLpdg/n7iZbrcnMOivwX+ove4EykOoZ4BTKfP3aAG0PFOBcE/5C5qLAFAEZYF43JjoBVOmGdRgMfpTtM1MJMLV7PI7WKYFkfL4xMZEqW2sG5H4V7SMYG4/eBCMX8wIgkYMfoN+4DzYVbf4YfQMgibPOryJ1N86Ept1IeaMcgN0fcF43wT6BWTYjODeYzG7sZeO5Dxi3+P1X//w+ziaGZoVOhUwB2yFgRrYLfdRPHxFhGwbbbmaiQWDtAQSICbTVPg52GsEqzPgU9WIcbm6uWe7V1etcS5XpwXV5jjM9f1nXOYUAcodS2SbgXjNrDd6bHW6AGWNR57XaKd1pmTCibDM3cR1tRB3IULG2PrNdsJWZEly2R+snZR/6S5l+eHf6k/8YMgC2ink1AcC8P2RVz1AnVgswOJ7BmCqdbqRtB4ofOnv93rZRugo2pRYZPePAI2kkgqUQNJBjCYAW4GY8h4AD9AP6ISDTQQYIuqprBBewBMPFQsYHZWBdZawCmtAA4K6buI99zHWnvmP5GTNS50wrnNvIOID1iLoegWUMCPO6Kd8C51YGSGDOAGwlmE4AVIFqXB65vqadA5CPeR/3/e3PbyIVdB5FgFrSFnH+Yq2NZ5BNACLGNaZpz7Gue7VxXwF7JPtvPWauFDVE+psyru8r3H8xcE0pvsnChRxoj6YgppSp92yaU2K6o+0OQkVdDDrAWFAW4xo0/815ATuYc88A/PiulGt8vvzW/TufD3kyaAWBOqG7b9+8YNpn2GaY7WmHY1WVXrU5L3uNKmhPLa/cW3gb045yyFL2jrIr2x8+keLYPWN4ZAA3r1N1dJ53cO4CgHug5l0AxKF9U7vuUs4wNDt/7LV/6/E9ANjP1fvuI/+DfeEGNO+tr442iXcBgIfnn0ruB/v1Y7/tGQD+sY/wl+1fXezHlhSP7qKJS+fTXi/qC7oWqKNlnGvHXq1Hru+142nrPwqgHOnJU99THSCPVVfVg8YgKyLfzoCQDt6DALC3Z41B1Oo4CgBv9Vjt2CoF74l1Q/YMAEse3R5IQDYHWwDwbC+WQJw27zOj1/WYLbDHCO6jfG7f20e7AxsdAMbVGRA0X8b9rC+Na7ZwDwB2O+dnZzvrCFnb3DUgidcmxtnR+X3Uft0VAJ5faGp7+L45Abx7f2/1BymgpY/ptFwAetbPdMzlAFqP3M41AFjO9K5HDwWAZ0dDnTdHxsttRRdq6k4BVA64UEl7AHBNwcj7SwPq+HimzCmftxjLHosZ2K396yB9T9O3xphkWR7PAwDwOVDyCABsR0R72SdIsQSpZaf6Itd1KR2vK4vePgDc+zo6RGR5Zrug77rdXbMj/q5eq+X4+2pz671mQtr5ZAY1/t4K2mnjXJhGi/p9vmQBlWzfF7a0nUfnedyd4K6L7Uk9seOlnv1b5UenDf+NK34FeTm+ySAdbEsxapZjO2uu7Ie5I83jLOwUrmMh59jo8HJfjgDAZlHY4Q1nbGWkuI+u2211ymk4+wZ2MccBzjXhQQb3qtxaiuIE7jz/cY+cnWIcVUCLgF2m7BvT3fa5U8uxDFA/2G9qvxzrcAbDiUzQB/YqHJ5ORTwEU+Q4wHYrxaSYM9igME0y/Ch5j1P3GhjuuqGMHmsBPGijmMhgpgiUbHpYGDT4fgiIST02q+scAIyzJs2Y8xhQJ6PjBo2rPlVmr9vCfYP802oj/gH4AFCRQC2BEYxfAsBw5stJDXApwbRYXy1H99VzY57XXocIgJhpDE5NzpthfxdtoVOY61YH2tAeADhVPnYmo1ye6xv6xvTM6Ww2wAzfOPqklKzQvWAgBsD3MplUZo+JLSRGHVhqPGuY4KEYSh0sLPuqdJpXm6Pf8/0hnrtGSnAC7A4KibrTsU4AttiV0Vkv1vPa+tPXFtQjIJRzDmekTu/gApQEbqGvmEMtbTQzCiT4C3lz7eg2CDIjKJDt9bviTeji9fU1ZUpHfpT/If5+SaBSoONlONB/+l0ERbwM2VPvoEQZuFOyPqDdAHY4r2JMnLFAcsFZqQAxpH9MoRltZiBAnmsLBiLmLJnRaC/ZggJJMN8/wm60DbqBh1yTCbRmABJRhzwjN9rzKdLxw16DocvzkwFOB/uQjOlmlCT3qyuct913SwJWAYIYVESWC51DzLNNGfAh1jUYjz0wqIDXIExH+/p+M5i+pAhKv6DrYEfaFuDnRYzvhwCwCWAyfTUCMMTOxVm3Aj0F2Miu9fVTXVLaVVwD8xeMWMCu+O46AGC0W6w+2WGIFePDdsT48gzhAKCQyv4qAmKsSxg/ZWPAUbMfTjflGAOzdKtdjJgBAWZRO87GvomzgP/11+8DhMYsvSQAwjN8c32vtgS9ENCqc5QdNIO2KOWyAnZsr8WCRn+0bwLQfnFx1RiTZCTyrN1od7QdzyldunSHZxoDkM5zjZ3emXMsCjVgLgAz2fZ5di/a4jN/XZ5Vi2e35xyo70FOLY1xRLs/fIh5F228DB1stjiek43IlOIJPmMArO/Sm+hbPHcZbf948/3pZ/9PgID8XnZUIHA/Ix0ajvGCnDCmxMvBAEZgA4JdmH0k1lhGU8DO5rm7mAeh52B6eyqifxUAxhqO5+o7ou7VmglvjNMSQ2+VlrvvGRQcJ5n0gBrtk2ErdC6t7BPHGjqWgRa4R9kgcBa0QEn8FAPabZadRFkO+B72b2TuOn1/MPsDAHZAQtsXd8tB+SmwRP3CHOVpx1i/mPVAdu4FgnawP4mu/H//4zdMAY3zbdFz3uuf8QvOXeZxC2lnqRclA4l1zGuO1gVkIAAzHWmcxfiGrOv7jnRFujO8s+Q6rcmAajPl/njCQV+T4zZn2qgA8JDdAwIv4K/rrvNDMtJ7WM0eVIPXPI/cbgfgan+QfkbYYablj58xABHncfrDP3ydQTsyL9TkNPjze8j8/uVMMzi2QJ/0P6SaPgPAHpX683cGAF7r/MO+gwJWALibw6p+pQ4rcjFEzwzgh43BfZ7+EgBwbecRVt59+uVnpneQhxT1/Ow9JLBwmLUyZgtRC98DTZcNmRfA7XrnQQClAwAAIABJREFUZ8+14x4dXjyy15enrf8ogPIYPb1vGR4rg3N1o3XfMvv87/I/AgB3p4N2jj2CTxt/6tkKA7gxihBpGXcuAZv7AsH3B4Br+x8qxx/q+ZkBvFfv/MLt+2cHuF/mmv8lp13bqOeFGThYljfO5636O2S1Ne4jAMzA99h/6iViBAP1ohwvtPmSAz02PpDvD+3Mo9q/rZcFzq8Vs1QZwFtyn/V63j8ct7t7I6vre/ZrLSKY/ZsihQWULYHd+pJfW/R4+waN5TaAPDKTl8CPWlXl3m0Syh71yIDgaEu3gw0a46u9GKq9a8DH2ohtgRAzAKwylyUk1kb5VAbwOQAYpXSGYO9bZfu21F2lzvqyPTuza8vWggmqM3oNjDcjdO5hmx/uKNpOh2d3buOZNQCY39lO7TCVzaxz/SBrjMEocKiY4Tq2krJPdsfsbJkBJOmynCfVsVdBkurYc01bDov5+6q3HOciK+lQd/7UFIU1Ha7l6efV5gKEJQgwsnD7+g5wZv7MZ2O3fiVDZ+7HXF9dJwRMIGVqnr+a/ap1yilu29FZxnNgw+BAcpAJHUtSnNmx3hhWmbZwZphbvmsM4JoKmue2JlurAV0p5/kctzZmOQbDXCpt1bgp7d+cwlcO5Ax2oPNP/bMzbTijNtNvWjZO7+x0q3wOzjY6VyX1cX8g56IZs6iJe7ocIPxucALrshlRdJ5GmdxDJIMRoM/wKQGFZNZAn5sy0evfbifYl6kOZ1krzWTa6myZ7ZLbQwC61Sdmr2VQGcDSM4ALYIgijWP8njuKT4GADHSNaKLYdxqPCnI25hX8ptk2M8TgYNeYgmkUDnifPcu9dPxDSlfMC4wdnd1ekCQdypXfAxATwMhzakMXgBcT3M+csb5X+i/wjsEIsKd5T5ufedaphc7022l32Ybcz/O5dIQzVXwOWvzGOuhwD1nX8wfrO6n2tTiDGOewYhzE9BOTq4PQ1MmcE2CgGkiWjmYQYsqWcklHN4Eypg7OeZE/AQYRsI6/AZbSjiW4TbkU9reBczEhMzUrgBpAb2CVxfPotgA0pUO1DvBsVrCwMpUuz6POvnBek9WothDIRzpRpjHV+Eu82NgmcAyZkLUGNpT2xexfgK/oM9leUcbNx5tkUSuYAoFg1E/OCZ+3+/H07duXp+9+73W0WbrOeRG69IppsPVB38jQxdnWOa7Un2znZQCwONcZN34OFjDlGn8DiDH+84kgnoBLAZJOAR2gqccKskB/AN7lnt5ghNdO2X80MdN5v5DeMJ0v5QKAGIEMwbLL9Uxn5V4SbPUZtAKqNYMFVAN0TTsTuk/5krmezFEC4gLyrUs8QzUA1TqePZG71jKDSE1PmWodcxRoF9iqGHPZVTCoAVYCCMYafpUphLEFQbpjvWdrX4xyyZoEkRN6QpvYz2MHEKoU6WI4ow6l5Q+g+L2CLwkA5xxQenHtYaACt9F/Z6cwY9t2Gf2vzDjEDQDYuglg+59+9f3p/btoSwRO+Mxm1AWW8HwOL/QJzF2nRhb4rrY5PTPao7N8FRjkeWFGrm1CX581p6utZwAS9xZjRgTO26gAjGGAxqgbz9ouyFbDdgFQTr8H7aYYrAKLkhGaa7P0FMxxAdsKgPK6UJjpaCPsqV5waUuUbSOzq4RQydqGAKLq18gSEQzgnwUD+App6DEGuZZyPQ/9ZD/bugYw99XpTQQ98L0Y41rmM+IBxOqUwWYgBINzdC9+4rJTBaMMgpp+rYh6wB6nfVKMC+fs2vuD11/0Vez3BJ3jAQGsSOef7N8CACsoQum+1/yYKEdBAmrz+G6q3vrMX++RmGWCkxK2U6ndscyjDy5LYup7S7TBQQg8+xbrUKb0D4OXd0c/ou1//T/fRdlh+5B1INo0B75Lx0Mfch3i8HKOOouH1mXOmQwGgWBtY1pWC6RCbvs572k9lj2TSp0HPTgPxrXLtO6hHIyB7xxAZjsAXfS+ZZsgkkoGdUgAGN+wDiqW1jPXibml/Vjf0+tIjtz/5HvOyxgkBSxdnd6+1boC0UOMc5A/6yvvt9JvyaYFWJfABOuP7nP79cvMALZ/yD6hHMbWaT/vdWDWW9/4zADuerL+2xdhAO816u7Xqez5WH1ZckkLF1QqICMS8/MMAN9d7g994hkAfqgEn58/J4FnALjbt40F4EkVaA9AedLKDxbOl2xvXCYHxsEiNm+r+veYAHDb4Hgdaw7JHxYAntfVLabaQ+X4Qz9/FEjcBmDHnYc3sOPLE+5ZArR1MzsDNWtAxpr+HgWAG0uC6O46AKyedDbKGgA8r+PjZn9pgx4KAFvPqv5VEGhLX3aZlNODe/broQBwm8eLF6nH0vj1AIAOCB8DgOfWdOB1HQDu/VqCv6NuZMpP+9sNKjQPyHk5HAGAUUJjQGc9nodKVZUBD25DqdIv9vS9FDWeAXU8Ulm9MwBcAe1z7F+2tbw000LAAZxO6PlFd2YAz9I6CgD7uWpvOhDRmchHtFLOqa7QarMYB+pfL8WymO3cWj1trsFxOgHAa+3XmGjQttZ3287K4DSztz7n8itQLgAiAeGyh1hr+xoAXNss/UgFm1hhayB0q2OD+W0mpXR/Mi75XU8hWACvlNkcCFL7ZCffrNPz36q7n+nH8bADKrhLfGcnxtUVoq2nKy/jZh4apJWTujvLPN4zWFnHyOOwtr4b/LDMGrjIzo8AcAu4KA4+9F+pGkcQjGdVlnGgwy5cXmJBjdeGNvC+dDrCdT0FYUhWGjvbKQM5oPnwOsGa7rBszMM2zmZ8F9C5QVIadYNlaLcdk7OOW+buZ5Wv+2SwWeCS2tRARYIqSrtKABgAXFz/UIIdeX+MeT3ns50ZGfuoGziZydOTI9S6IYaU0x+LIYvD7giw5DmLn+JZn4+qQCDJrTFUG+AsYOI2mJFMwcv0wrJtloGADUnIdofnM2YmCulprhdmHubY2gHt1M5gbIp9qxTWBEzhVE9TcVvs7MLGRD1ODW2QjuAlAHDS2wQkWIc8f6z3YtX1c7MBhIAN7AAL3IffrXNrAPDtR51RCNDwVTApaW9TNigbCUrqfgCyBMsUuoYUnhpDnVPMgBW22cBtOpsJAOJ6aavPXCQbzX0Wq1YgiJlPCnQRQxVAkNj1OC2TZx0HAOA+knEI0DKVX2xzAQ1v374VyJIM3M9AEz9jfQCrHvvqODM1QODf/ymc7mLQElgxww1YSZ5VSiAg56DACbWVZ2USPUSK4ZgHOAOUKUdlQ0lcR7XQLwILeu4jAdQA9wxChWwBsDiFLUHRTHfM84djQADSQPbQODI6ccYp8C+MHdZfgqXQ4UyvTha52oimA2DVPOiAHoInajpu3gt2JM4NJhsYfyvdtEB6DLbY9mDUYtJQNwGE5nuTUxQbADboISAcxYvt/uYtAH0AIALclH5aNgBnn1+Fbup7tAPnXIcOetmEPQAVlyCkAj/AdMb19wHywmYpTboAHzGAPwdTGCmgkZIYCeaxjwsADgB5AsC0D/GI9KsDMZjn3luAyYwPA6Joy5XqPtTy9PO/+1UAvpcBgn5LPQB4fXMLEFdALAeCtuZz6OebDIDwGcupxCUw8CaY65CB+jJSFwlspk3FkwLd3Tadx4v6FCSQQSkZiOCsFwCAYTvJjI57AN66jWIkS75ez/x3PwtcQRyUW64Trg/fIQX0aAPBLNf+g9kssmzNkAzIjeG6inZxzoUsIjN+nLP8/em//8VPmKbdJ1Ew4AMBQNA9MGtzTQdjn0EEsBVsFwJcMiABjOAwSbcxJpyLGTwEuIsM9RgKdAeP4Hxs7o24nvT90C2Y1jEe3EGXAEq/i/QAqw6kop8+y5Wga647zP4A29fK0e4CZcFG1HWa2uM1LO2nm5WxSKlb+W4y7Xm8j2PAFJdbBU5AflW3fC5tB1Clr1535WvAYin9QrgM9P9vf/6eKaBh0wBaInjCHzQbeoK1F3ZO80frlPcvbd+R+1Gt4T2gzO3nWbi5lxKwDoZyBmNlsKABXM81p1FHu3UOOjqhdai1sbw3VAB4Djy0HPxc3R9yjFLuDgjUuGWgTc6Vxgye1k1nfCGbPGwe9qJvXr84/cEfvDm9jhTl1g2YCG4l7Wvkz9xTZv3Sx/6CbEB3i2DX36X1zNMBwDPXuA3BwV+eKgXwHvD60HqfuvyD4lu9rbZtr58b/TjK3Hx59MbS0Hs8simNpcN3vHXl3Xy44aHPP2SYHuPZvfY/Rh3PZTxL4KklMOux5+1D9fsowHD//p0HgGeCwF3rWWMr3bWML3n/noO4bdgmp3zdeHvTVfvRyvVL5EYn1xyR9db2Ar3CwGK95WaMdNsQ5vdL+OVppL2nx09T6/FSq8MRT81yn0HXGTBoerCxYG+NI1Ixzel0q82w86s6wcYqduZvFrZ25ibaPEfGVonVcys3+1ccyFXPz8nv+Kgsx2Hv2QrymiW194yvH9HR6rxvjnMCWnp5a0DiZA/mOjowNxqA5XoxArRLpq3Aty0As9U7tW8LGF0yfM9biDmFtOZOb7P1bk3PapvR73nqNCdG6d8asDra1S4Lt2VmbeL7OVU677XTF366AvzyWtrXCuh3XegymuVanSS1nQbJXPZc1swEaw6T5kjpqZXPz7Xz4/dq6/1pZeMyAwgEbJqjfNT/WY/mudUdFXOAgOZDtXdyWIlVVW3MKM8+j7bur84RAg1wJEWZcyrQBVsgHY+u++gzztYgPZSdnpm6ZorONsp2bA5amcHaOVXzOZl0W9DBtbneug7Oa6LrhgNZshjHbqn745hYfhwfBzYBJCvlNBA3lzW/a/ueVXZ7zk+AWWgjzyMtoIUdXrNTT9+LJVjZzJU9Y52pzmf0w06/WQ61nDq3WRfG355XyI9ORbEs7fvrjlEBjC21N9g3Odeq/jkYYd6nrjGnKwvFjkMAiS6vpgi0zsKpCVtU9zt0hC6CUHRmcHVOV9C3jn393Uxnf8cxKmA2ygMQDr0AM8r30drQb2rwOoN0yGKJeQ0IPdm6+RBBATtC6XCOf3AE8/xLMgwFpAAoBPsP43UBICf+g87PdpYyiX9ywAt4pV1JZzauowyBEAIPO0tc62Rl1FquEK0BPnTSjM1qRxBAhH6CkOg5o9TF45nf9Sxwj0cF6c2E6nYAKTkV9EUgAw70SHZqcL/aULHqulww75T2tNuXzqyW0936ISAuzorNFLQA9VRvriPh8kWqYgPMfs8hYEYGHFI0Qy9kw6F7nm8EjsEsLe0AqIC+OrUtGI9O0atxUd2sD87stAsGynAPgE6CRUgxDkCVZxYLBK8ZltQQ2Ub42HV+qYNoRCkRQxBjKLf4KwT1xCOv37wiswqH/6r9ACWCrcsUxdBq6FFnzcregXUMoAgMW53/iTSzYnv1s2nNumOaV9Qu3IHgjmWJIAeUaTacGGDRZtiAKM9nPhPMZmwK5CCgluYJTGtgkXwvGPfvGifVibKQGruDkH1tJ1gb8kdKaYGqAEfByg2WMkDjAFvfvIGu4boYzGDTMvAhx6jabdtUZQWQDRaTEPu60O6QGc6xVApoAM5i+uKMYwC20OnXYQdkG2DnxHK2zNFGlIv6JRMB1Gg3wEy0BfoGFcVShzHHGck3kV4d9hspidFG6brAY2LbmApUo87y7gE9CBwQ6A6AHPcivbRY3MhWE2taHIb6z//yPtoMcPuKMwt27F0wWJnemsqNCrRmStYALGEL05YR5eEVyo1gdgRgOErPwIzsns6dxVyBvVOQwKcAwTXOOmdY8wJVAwDv4K3OD4ZevH//nvoHQNj3cy1MwJhal+uCgjOkI2LxC9B1pogRAIZdIAyrzAxRBsBsfGDvDWBL/4O9H+Aq9NkgMefTpwCnA/T773/1EwJe1gnU44AKpzdmm2NsCIaXVOtivipgjCz0KAc6CJko0BAZKGDXzSyXTl2H7jnoUoGpmLs3HA8C0G1/rGves1heljtuw5ynZqWNhJ1AKnefQ9+PL5FdqXtkAvAIWsmxVOuKPcEcaSxm1eM09K5OT+ga5txtyL/b63wG9UQdLSsD5k7uC10nfmqNcRuQiezz6Re/iPlLQLgG0CkLhMZ3DGyWLFayxjBrhGyTdUt9zcDODFRUPzQ/yJTG/bkmKRhC2VR4VAHWrPi77im1HvaMKM7ih3sIAOf1tUw/NVipy0XrDd7vsE+oQY9uP9ZQ76nYfsxhC5J9lJ0DAHwbNuMqzvz9/QB/34ZdpqohliHHEHag70GVxp9lrvg3U01bU+ueQuNQ/CmY1w141yNcD2iR+qfvm1MP0gWxh9VFwOCG57QUfvbXPYDyaDnzfU8N0D51+fftN7WzDO2efJ8B4LOSnifbQ4blKZ5dM+hPUc9zmc8SuI8E+kt/7oRbId1R6UWplu9591D93gMlthxix/u6sqMqDz8DwLlJzYHcckJvAd2zE9WibZullQ1SHbvZ6bTYJjiCemZ/2EFXvqfLwRGBWdBTA8B7+ntcT/fvnDeS+0/0O+Zx2pP7Vtmzg162oYMNfq6/UPWzWarNmEGr2Z70dX05f9cclXAarbVtDwDmZrw4n11Gc7DA8ZEvQ9y6ZcO25LfWhnPjpPq3bdQ879qLWUvBVcBRR6PGtTW7Kcf/CGQt5ttmoMc2AFyB6BlIhIMBpmVrvVgDWClnONiSnXMXAFhjNDI2KxC7dNofA4C3xnALAJ7Bo3NrZ+3f3vjUezX3Oju21rEWwFFTPM8A8PZ8H8HfqqtOvWVHq9szj8FWoMJa9H4FiveYwmrz4wHAswzWGMAe1waE7b5eL9u3ZkNmh+5sr6tdoeOtRNNXG1fL3gpw2QKA/ewMAFegd8vez3a/tb8lTltq2BEbugYAb61BbptrmmVWv691V1ASTjulhpazfbb5nn8EPMu6UMeL47MBAKM8shDT5FcAWKlV04FM8DQdnbDbbFcBgHPdMDg261RvjxhsdiTTEZeOZvahrBlNPhObxd9rizgybfgN1xu1e3Sw5TsE+oJ0sHSiy0E4j2HdQ1SQ1f2wU9HjsUjtnI2kUxBt8bwEkAHmCtb4dCIT3KETLkGAZJ95bhv8bnvYvG7GCAbGfcGY0Dmd4N+ivWTwyUlrkIws3ZLyvQGR1Kk8q7GAv9Wu2mYCIGUfOCIAYrlRocLYdeiynPKT/W/AgsbLTn3cWxmk0lOBjwAkae/ARk5dtB/VtkF90zmGaEZly9XxbnYOAA11xnojvbA+X4LdBF3J+WA2UU0pyQ4wja7mBn7WNJcCUQXseVyUajfuzyAPjksCwNUO2KnM/UKOhRi+3UkvIEbl+2NnuK99IBOWBMVkZaX+R6FgBnu+UxfRlpQ32i6HeZ8vnMdw+fPM6tCrrBfgr2yR0tgKzAXD8A1GMecbQDI8i3NUI21x2mXMlZ7iM8eipJKGw5+gcsmwZLkDRMJ5twCScJ4rZAMdQHsuk32Fa3ZBK0Uw5BBMK4I6cIUm45XfQ//FEPa+HHWpf1JvpAD+APZqusfZrtBLgGdojwIeIpVuee/8EICxAWCmOUfAQjk3l3ImsCd7AGAOP8W6Bchi4ASIqsCumkrVeqOzRZsqJBCrYCKWlTZAfQMoexEgcGdivg/AkAzkqO8i+vD27eucS2CNYl5Zvx1oBWVUR/sZ90qBLLaedBtpmXGO76sLBeKAnQvGMYB0p63G+cMAoNE3pNzl/I97IW/t0WHjYOsNFgkAxrmzrD8CDMAy1lzBOoAzfjVKmOYYQwKODVDRmkGsEKzPtH2qF+3v6VuZyjYqh7xuaIsFkEjnAwT+1bsIFIm0zQTLA2AlAKw05wh8UXliGWtegN2cAUgxV3AeOcFVrvfKIOagIJyJa5DWALAZvWDqYywBgps1bB2qfjEGzDD9sFJLO1U0ADcHEthuOojEwScG/M3ghHzm9P+y6wgg6AAw2oHAnZ7NZdyH9gAF6bLY/iGfAH9fxXj/1V9+yz0K+oF03phzmOsIYnEf0RYGa6S8vCZyDDlfoTAJ1OU53Q4ggBZh7D2vqZewybCpaEfbW0WAQp5zS1uY08tZELwPw7gq08UIovbzk/F9Q1FZCjE+7wsAYKcfQPsE6RezPVBP06BEA9A+6Arrcns84HRCyU9gdm8FgLVXcIp36ToCaDA/HMCRRbYfCBQie5h7A+2jfvH3oc8x5z591vnStv/1GIG1d1DbKgcmOEDWewVX2veTyjrB8j2PEgBGQEPPSiRJeH2H3ikIBXNLc9FzjvtPWPCU2TkAmHqcQPOYCagDwNS3sp9yG7YCmPs7rEFqMNQ/Bfj7NgKUdN4y9QPrdo4wvvPeRFc1n+r4t/cnRLeUj/vJMlOv23s+6lgBgGuKfz+nn9m2ZwB4nibT318zALzT9OHyPQHg+zB/15q1F2Gw15W6EK7da4XeKuehz++176mv77X/qet/Lv/LSqAa/3MtWXNqPUbLe/3rSFzbFM2VZYRvX0THGx5Lr/cAtGcA+DG0YL+M5uzKgZ2dxGsOu7oxmfW8bTTvDQCPLyyznlgvaurdli6ndPfh+nNednv6uy/5/Tvq2JxjiZ0ryWXMjmI/s8X4ncuselDbJQBW2+EKIDhScnVvkbpWHYS+r/ezg6OzjuLe/uwEtDTHyLZUmhP4AQDw1rzYH1U5ztWHkQVbn50Zt/P4VcC1lrfF1F1jeqo+yE/n4rFNE7A1A5MdoFX7zTBx27cA3KVcxr7P9XidOcIAXkvBWgMNzoGyZ7Tk7FDW9hmM9RzAz20m/aivdiwzPWfOIfxcYyEe/W5uuAHg+fs9/aNDGS/AxZZXPVqT61aZ6/pazlgtDGDPDQcCMCR7+tghMtuQ5vAvNsmPVkfC3r5rdvDM868/r/mz/ORZa+WCnQAa33VnQQUjdF+CgemkJjhSAj3ktOpBMI1ZOW3UfJ/r3lpbegprB36kXSBII0d5m+vZh4FhmfvHs5MnL85r05Fn6j1be2x/X23Knr2uetttTh+jtbauOXhAQEFddjBqTmvOY46DUQBnO1mULdhFTqaqy70PkveW/nXHkueSATkxQui0Lfoy647mWh/ThY0gEOAUpEUe+X29f94j6LmeUlOOYp0/6T0D5VKAUpdX5d0dnXQfbraXAA/du+AXJsibYBn1P8FqXK/gYNVn10WHfaZWJuunAZdg0YkNBj2pjGl9r9KqbZwB4NlG2glL+djRV+wDtzS5LiMVNEFbnH1b5iPqABjBMrIRBCCcyzOBw8U+MlN5r81r67F1ZFxTBVqDNYg0uwZD1aZRi7i3ICNeqc+pJ/xfZ6d5PC7AWIXe+j7KEpNqsrFkdmVqSjjmE8xA2Uzrm2luq52G7gMAdmpszs2Qm/XPuui5W1NoN30kI9pBaiwBg9OcxDyrNtqOQBAF3qnvn5hqEshKgh+pT9Afp3wGUMS04zluPitU6YMzDW6UR+Zt9JMMbehC/O2zTQHsAcgUACwAE+Wqb2KUCYyQnagf6zSfA5uUVFIzGwVA4IO01FZPlMmzTaN97UzWeP6aLENJh4BP/LvKczjx3asAQ67ADgzW6yWDCMR6RR0GbS1/AKxUf4BSuJ6s9WrbBPAFExNzJfUPza9MbugCgjlI8Iv7YBoIFKWNAEMVzzi1t+cSirT9ACgEkNBnoEMkuGYQSnNFbFwChjnvYEN8frvGrqdE/khwE/MZLGeATDGXA/TE68EHsCNjTMUKVhpnfWQo8P88Z3SYdJLnbTAfwQAGExdjCmZuZOVlPQ7cYBlR/gUExzkn9qfBSxSL8cZPzXEFWSpYSh+kkUYaaNwDwBsAMz4A9pW6uDP1WE3uV8RiNUNUABvqbun840mAgOgDqoMOkAnMeSR2+P/5p38/ff9OKW4/s9xoy6toLxh+Zotz/ABGOwOA1hHridaFHiTLtnO96Mx+n619dQnGM2QLvUdadc0tBgSR/QgZSR8QWAM9EPO4MwmdSh7PEXwl0Bj3sBUqC2IzcPwhAjfEggfTuJ9bDpvgs2PdGWYRiILELu3z1MEYDWDO88+xF+G8CP27CBv1X/7T69NVMmA/ErSWbupc7bKWI0YCek5b1YNhAMZLp6yfTl0t+80zbnlNf1OvALrGfzcADWEzmEpbY9r9PDOQraA4BS4oUATsXzA7ubzEv+vQ97oYAVDF3Kp7bDwPe8P5wGvKboGxpbyxvmWabsopAWAHPHAeyAhI51mO9ksNAI5FD+MJgjkGGJgl7KuD0xSMU/ea2pM5GAk6gXURQRB/94vrOP/3DecB6pUd0tqgfQSboTFwUCF1WWut1+mYPbyuNaIv2A685Hnl8VEQoVLl+wMZ9P1Z5t/PMUdf8GQ7DzjXOe9VeOZz+l2Qgt7vFK1dDNJRoF59r+h74wwaaanws505jl67pRtdZ+ZU0S+R7j7SPf/RH70J3c4hRH9TFAqC6HJB3wUEZ7CU91jMdOc2FOH3YRjmvr92phrqajYTxXcplwLKr3MA6fpd2C49M4DXZbPHvN2S6A/9/RcAgB8K+lYRnXmnTON0XqAPff6HHq65vr32f+n2Pdf/tBI451SpNe85Iu/byl7/vChpsdp0/j4DwIdEvsWMPfTwV3ST9eRo6t/ZEVr1vDl3DvRve36cAYDLuXM4k6oxnVbq+7EAwPO43NVenBsvbWpz85pvDrOj2aKdnbt+9iEA8DxsI6Otb76rU9PPzC8Ee+lO2d40hX65GuzwxIDdcrjP8qztOaD2sr1PAACvAbXDfswO5AXTVy/jXxsAvMfw7HIf00TTNzQB608NAKMtM4C7pgsViG3RxvAP0ylwHgCey5vHu8oDv1fGaq3XDoK1/amdCENZ0JuiMzMAXMs7ByjfBwDWZIH3eAVgzX1KBdp4e7Nno13r9krfe36vsWJZztHJnADA8vY897E4MqoTsIJaFWipbdM90g/aQDhwsn/VHlcAuNrKGdRZy4owZ2To864DwGtlui90tBSvEwA+fxp7ogjHbok9hm+370vJHt1bm7FjgK3Kfy4Z1q5zAAAgAElEQVRj1n3XOq+35+oG6APmlT/17F7pn2Tq8/za2MYc8/yf152t9bs6MX2PdETAWrXnYuyPYLB0K9kM6TzU/OmsSQFYyyAN3pfXqjxmBq+eHc9UhNMT5zzWe+Hwtt4TCIw/CFKls7bKBI77Oo6e824nyvZcx0/r5iJFORyspW9r090AQgWAUTcAN6p82TPxewIOKknt730nOAAgJFnFrs+p5qvO0BFNn7JYzSI74lzGmP/JbO33O1UwHOFKU1z3QnBCEyjNhr1iSmDYt9HVWPW82yYAFLrPZdqB7vtRNpzl0KXGfs/GNVY7da+Pp53BVeZdB0I3oJdh8yvYMbcXjESUYyYu2mMAkmzY+M+pgdl+nsco0NxnD1p35XAWm7SCTwBSa6pnlGOmXgukYCpitQPjwzHL8yYBSHyKdLV1O8J02jGWPf3qBzL4YA8BFOF7Of7BMMT3mqMA2OSMB+PvmvIGMIczmXmWIdZpHlr4iWe71nnh1NIqF7LI1OcEEGQbaMczY4CAggTtij/AAVkAWv1Bv8GEhJ6AGSmg2lx0r7Ni9l1mqmKAjUF0jfZHnwMAZhrVSFkMy3V9fdPmrGSZgG1cRSwD3LfROp457HTYajtS1QbICnZrrpsEjCkbyUXMy352NcaFZ4Dm3MDzHDMGWWks0RfaITL1AKyBuRfgUDLbAPLhHo4dbY/WP9sWB1Thb4BTAHRRPnROKZcFAEgXM811pFHGNabAhq6AJR2HtHKfmKl1dc6ygL4byCzbo72A0v9/+HjNtMsAkyE1A8C6LiYuczSAsIk7Qh7Y6ik1rhjJmCtgEWP+AAzkmbxoacqGwQgB5r8OgBDPEzCMuUm2ZIKY1X4LeJKMmo2P/gt0jjkE9mDKB+2DPWf9AEeQxpr9j3YkgIuzhf/+H38dMohvXoA5DZnCZoqh29ratiVGW6bAYe4xS9uyj1xNo708RzbagrTEGC/YBae2Vh0GmPv4G7gVQ126J3uJ9Nn9TFiPK+1LzncsAALecaYy5tcnBnb4HFkzXJ2ams9mHfgd6aZ1r+e2gM8qE7TZIDcYoWAA/+c/uaJu48MgqATReQ53gsUaP4zxCNLhGXxnUK/uOdr63FIoK0BNioAAgmCiY95lYIHXbdhwBlykTqtdWJMwp2FHMO8MnCv1OG1a3IFgBAKLvO8VAyUMvnteGwCmDQHDP4NDCMIzW4AAYOur7lO7sbYySCZ1xfvwGQB2dhSen037qHkrm1AzMeRef3pXh5hgq25ibv3t30Wq7ghCQDpo2B7bbUig7uc87hKw5uu4H9eewG2b4Sast2xbAYDH9wdPKAVAKfihB+cJUJddNjFA64oAYAH3Yp8P+yi3N+eBbTPlTRvZAWD+mWsYxgqZNbgu276kHkN2HQ7FPL+NufTp9NOfvj19G+fT0wOSZemvDgTrdUs2T682NfhrBIkriG+5W/bze0MFgOu9P34AuPb2x/j7YzGQ98qx7B4B0H5M4Lc1a8eDYtu/pQJrDqpxUn3dyrPX/q+79c+te6gEjjqp6ov3XercLn8CfPVekZ/hj0PVzfP0sfR6j0H5cADvvAE6Q747JpcFkHLcZXyoggfetKd/9aWMm5sc2PswgOv6cVSfe/umF7Gp382xkd/7peIFUsCVyEVurMuzD9ef8wOwp78PHL72+DyOR+Xb1+ER8NhyKO8BzXW8aorRMY1yd6q2s1KKwejsk4z83dA5tX0F9OH3YwSmqCKut78gVPmv7W/4sjLpz7i/6C/y+H6eL/P4rpW1NVbNYV/q39KXnomh23W3fQu0YHsn+9QValwfPDx6p+8y2QKUt8729Jh14GFahxYd3Bpf37hkp2gc1lkrutYDvrcA0uPzcrt9KtvMmA6iUGvhMMxF020dGLQGgdrzdwOAl0zpsZ2jE2C06xUInsFaMqFwxlVZ8KsjB33TO/IICLU+1jOWtnQvhd8DIFYYwGSY6MblGpagJB08mUKx2JcKfvQUZ93ZiP6QGdbYxiN46fFzX9d1peuf57dFhpSR3Q5YL0b7O9u1uY/j2ekFuCv9XAt2sRPfkfTuy2zv8X1lAcJBPTMA1J/uzJnrs1wgSzsQXUbVD4O8VY66rnSGYpeM+6ZqZ7t8O3tGTqYa9NGvyQZ0mYnZJx2DcxR/L0FKM1HGcxZnRrD3HR1Ull4hAwKAn6Hf1UbB6UWnesgKDCT8LOmerS8VLPbv1aG2LZduZ+ncrOAvZBv/m5kQbDfnAJxZmg+SmxghsAOWZR27uqZURoXvkXM09b4AxB4T6iRABjoWdYYnz6bk+aQBBoVT0Cme/Yz7bb3mybXTS4lZYbcAYhI0tv2oDsg6/pbtrGOL+Qj5wNokwDLbBJL80ibyLN60/w46cDtcz8dgNvmaHaPW6TlIRg5pOe4BeDgdKJ3XCRATUM8zirfmEhi6Piqj638/N3BeM6qu9bOaBRbKKawxtjOdGXiiTRjHxZnWDtQJvQJAbZanM1CB2YTnBaCCfZVgZtxpoJbApgOBMrW224i0xlyYogyU77Y5MAjMOrStM0EBKuHs385K1LmhCiiF7oMlbEaxARCOQbTx4pXSyApUFyj0Aox+jD3SqMZYQI/xO9l50TnCbGWO4V6nl4UTn+evgsEcqChS6lo3xcQF0AKmodKcAgi5iTNmeZYzWF1mOjfGVgfau67aViVwkQCn13f233pGNp9s8qBPBQgmeJlnTcLpPgREpF4ahEG/kGqXIEHOccgPwO/rOHPx7ZsYj/gdeoFUxAhwoL1OHSNLlAxWATroAc6EZQgDwUDZ94sElsTCxzmeYjYK7HYKfQHXgoe0N0LbteYqLbGwYIBYGOtMX49XjPiP+yeuP2LkIo3zzTuceYsUxwL0nLq32ijJUew8jBfOttUaDLuCMQXIK2AaSxbSar98CTa4xgBsvJeUEfqMfVquaUivHMBnCx6ErAwg8u6PTIsNli3KQdm0ow7GwHxW9ubQQbCNA2hkCgu0B2fb5nnEua+GLDvoJwBa5QoExhwl6MZgC4DHwcoGYFpeBcS4Rh2Zmj8BIvwtRn8C7wjgIACMuao9MtIRI1M2lzXUF5/XbxUE8Y//+93p/b9H6nNmJUCIgBjoXHvzvSYTU8tG+Mz6tCtk7Ma5s9BrshiT1Yp5Jsa8gpY896HPBl+1nvWU0T7TVzZBgQcGT83AReMQMOFMNrTR0G2ui/BtCCRDPbZfDnDp9kF7Ic9T6x51G3M83zW8/9H5v+/z/kylG8DrC+heVA4A+E9/dnl6w3PF8R4DuxmBA5Hum2eHx02vQi+hF0phHAAk2kvdV2BR2ytinmgqKaBAE4ssfdtUnquedgHIK/fveR8GjvuJ+CfQ2mmoBZ5CLj6awedvc01hQI4UTiCrZjsAZujNDQJHso66V4SSem2DelQ2cdsrkNlrvZeMMdb4DDYr0xB4HihQRSmRPT+5rnJuT+mrcz+GSAzuk3PuoMfIJv/zn1+H7ocdw3rEs7W1n6pZROo7Yv2de1gGW+A9T3MXc5pjh2uwpdknAMAtUCrHT/JS6vC1fRLmD/rkM4XnPVPT2wJwO5CKgXvNXvd3aBuPBRs4A9OanU05rQPAWAegi7H/j35dxFEEf/Af3p7efhN6r8mSa27oVAZwar8vffYbyuR60NzjOtzfYbyH5sDkZ+27sCZNb+q9R3/fw+y+Xgbw0R7+tt63B9weBWz3yrF8jpZ3Rp6NGVMW6qPVbxU7vdcvbpve4RbXH/r8l1afvfZ/6fY91//4EqhOoHmB3KptdmYcbdV2+WUSo7B8OVa5A0R2qKp5nj6WXu8BaA8H8EbH4tzZLwEAV/04JPwH3LSnf9XJg2oeAwDGOtKcy+fFXzaQdwGA8XKozafOstRLJz4/BgD4iP1Ysxfn9Mp6MI/37KCoTv5FmkBYjjbxO/OaFqUYBDgy3JYjALD1bgaG9X2PhRyDEtYBYE2VDobVFNTe3wxA3OTkao7gfHn0nn5Lfkt7Ul4CCsC0NoVd5p4NtF7zZzHEfJHaAY/PAcBrNlz+qHT8NdmsnTM8rS9DByuT+Nx941ityag7pXPlas6MbQBY+rgOiPraETawAKZt4zsDwHTspVNhBADkrBr21835oH4wQV7cs8cAlrOt92922ru1575fA6L9nAFgdHs99da0e2g6LtBo1sdz6/djAcDUojIP6NBI5TYAvDZ35u9W52h+OTPjzWj0HLYjh7fH/Om2TOy/2X5sAcDd/taz05cA8Ll1e14bqjzW2L/qolhGdQ2BI9q2fAv8RXk8ow/OKACJk1Gh8w4AxTQ+vg/O8ppGct0GdOCi2cyVeuRYcgo8OLXVJzimNdYCrQxYzTK0zTAzd2xzL1cOyhEcrQAwnXYxR3m2FwLS0Hc41BJMBwDsdhLAy3u2mMLj2trBGzmnvN7IkUsGZvR3ATzAsZvOWc0XAWx2xnGcEtwUExKOdjGnKlhOOXpt/P/ZexN1SZLkOu92d63TswGkCIqLCFIUSb3/0+ijRIAQl48EQWwzU3uX7D/HTriHZ8TNvHWrpmdGlYNGVWVG+GJubu5ux455MwWPxiw6P8/xzLdNJhqTBmhKPnEkzwDwDEilHoFBDQDPspkBRJ4VuNZ6l3L4Pimde2JuzZfztAG6NUBk2xfgnGxHYfoTBhsmPSlfbf8HW4pnZ9ZRUgO7vmqnGEEj7WmA3WTTAdgSUFzD/wawU4xA392o8SwnN3LbgNB5UOod2J9KcdmA2Nh7HAdTrfNsBYDN3nZK2Q1U7TtYSUs9gxDuV2cuKEezAIxO3RwAmEw+pGvV/AQOKOBUrCSlHYVROjH2tOkvQKDkoHGt/wFA5owLOy/6N8Zq7BcMTif4wDKf2ec4vMN6o+1J2+sgAhiV1DVS+8tmAqIxrxnnAtwArGCNwWQzE3kwHcMIN2BmQMnpm51ulDF1QI7vLTVY5xS+7hffu826h7EDNrb5te1ZYivs4N/mz5b2eewfYxsCJAGghr1laNAfQJONRS7AgXuJC1ApdiLAtVjy2gfFFjfAWc++KcYy0imYVgEaGlMAwG8/3P3i+2cFCpn5KnYYQUXMn96Aaf6VqgOMv4F5D2GswNBvYFljDaoRAPaDUdWsXckXAAn18FrgO60HEGpA0078rH+AW/Qb0HgGgMU8FkBi2wkIjb5VM4qhOVKgB1QCwO1kBJ6n/V4Y+YDOfOgrwAljDyBuWxLGo0EgZPdtyQrd/VABATB5Od9Ifwhq6vXNeuDxMlhBgJbXcn+8Lubj3/wOS6XvAmdsACfRuwTj0WenmWX5cx8nxmHSjYsljG65ETCPcydz2hXclVFJAIz2Js3Azf5580e0viBzwGXuMdYckXpZJ9Hh16+/ufurv3xb/2b+GcAWWOsNrQKLCET4pt4FeFXACfaqmOfI6sWL+o5/0zfkUnIC2AcA3cC96VAAI9/zw8xssxsHa5zvZ+BVo6gMA7BQA4ZyVy/AM3ftFiu4nglAKHuiueuzCGUx5/lk7faZw+PgO1cNROeZea9iEJrxf1/zsdf3eu9JBTJ8IzSwZhMA8D+pO51BVAGgWZ7q/2GfuNfZbeFO5uebnZRWVR8AWHNG2RSs/+JAC4OVyNqBWM7YsAXsTC9pLgYklN1lPSBDgvXRqfEd5EE2AQcIrAG7MIfRDwlsY06nmmyfxnnNy8iWoUb7Vw/x6NcAe/nhQ+lGPpoT25lII6C5kj348IvsUxOjQWP/UMFcCRRqeTplulMD19QvBnDZmrJ7zIEAwN5rZz+1vxpi7Ac911ljfU1BAi4M9JKaW/adedF39foqgcz3TiHdQSRj/2X9sy2yXjm7gdOe+95fB3NIKm0HraP7QE5kncBC92lcsZFyVC97WtmfcT7K+TvvSS+3YMS+V7wGBMbvz39eaeVfyiw404qw+Jl76z21zuUoUI9rJV3Y9tfRzyN/wy3ffQWAVyvxh/Lva8jprYDttXI2SzY2aZ8qwmvRBJ9S7pGTcS5nWksPi3/s+5/S5s/5zrX2f866vpb140pgHJqXBe0LNmt1uI2qbA+2+cWu5sBEXNPPvL8+d/b9Q7v6yQDGzRX97gDAGas9O+zxdvs+UZzrx/6ta8zP1ZF/5NibAY7NAb8pnQ9J62e7a3DVzzza4jliAKus7SA7NpapI2Dw44MIziV8TX9vVlOk05Ns1o9bAPlb9CrP3AcA09b57khtontzvW0zJodzvlN05C4CcmZCDSDjSBZndmSwi8eGPG03iHE/ADz6O91X1LrEcW0FdFb5bE7u1sMz+T0E8Drq/636c8QApjw5AWoOyIl8414xKfxWdtu2XnxGAFjM7P7ozHYB4N7PAH4IADzL99Ke5V4uO/BWdu787l4uQ1d2z7SDczjw2pG/9TVOgkT4+vAu51n9+V2HEW+gU+vzNcZynBDr4fKIDXqf7Ylc13Sd0inABQ7tPddX3RdYgc4t4G/ejV5an3of0s+uMsyz63Nh9o6y5vVjdrjs7xZd17vqhaqc25u7pfZjvl+bNofJ1Ee3petuACCOHQcgmVsy32u63oE+HDHdrpaxnCQ4D5nPOL4aGKPO1QbPco0TcE1tu77D73vG7z5F7BaoMwXEbPZWMricp2lr7EnkY92y3tt5eA4AZwyOwNjo6Axm7kHPSw0/2u9csB+mzexar9s8wKKZSR25W+b7+S2nPHMb55kAYLOwNrYAQHSzdGIS5RiGESb5mEmUusOgDCicnpqhGKbCYGeH8RJQLs53HFoBXOf7Pmf7EabvDACjL4BSs67l7wFJ/e/LQJzo5A6Erv0BTmfepY+Zj0iAjx3x1lHe497BuZ6Ma+STO36R9Wb72nHIu/nMAFJ0J+mX53WAg5L+Fydf27c4Eme9svMxAYfZIPjfYYP5jmOcnyNVdeQhwHSyh2oXvncc5PzG+tTFxrkpe0z/mIndv/luR+XF5TfpRtup3lPTL903DaA02e7M2832NpCIY31OE7nZuCpf7zCGYiqW7laj0BMxkCtVKVNHdzlKL9wm3oedZyDDDK4PYlwO0I3xVOAowQckkdYQlg5UEU8KhIJxJoZNy51yAB2TEjqOdUBXBV6gQyXLEezRKaXbLmmsBPT0/cXFehRzud7nTl2ACo2LUnWPtYExTT94V+NNPwVge18BK3GTaTu6xWgEJK7+ka4WMD7zRIww2HaUVeVYxyNXP8d6gNz4kNJX8SclLwAosQr7nGXWYIA6wAfSkxp0kS3oVOzRK75XOmsYxwVcBzD3naWDyarRqErRDWUxEPjLnI4z32mCcxfq7AuxrH2fsHS7dAegAcDIH9LBf7j7yfcAhcxnBziIFSdwoPcQgG3cfQzggsO+wFAzjA0AK4NAyc9pmD02SsMdvenAVAOeBaBWimWxkpv9GQDYgRUNHAI017Pc9YpuaI2WFvfehpTSDbpIHmIljsAa5Kp7eycAiRS0AoD73IRMuK8W9qxtcKdrVyaHkknpPx+zf23bfijA8u0bMw81F1tGlOlsAQbinBUJdp+B8HxQaQUmMJ0bMBQQ0sBcUgxv57Pd+u97TWM/w2KXjpGWuwFgnsFuEbgABoNoyM8lG1v15uieMwxgs7XBd3dn7iYQwTgO7OgaOwHVNTewGb0F9Bxgbt3d/Y+/+vvqXz395IVskuxt/fdOQRVeZ9ET9FfzntTjNZZ853uXUTAU1ymks6QgW8/5mnukr9X9ugjO46KxFeN32Awz6wFMn/U6PwBg+g4AyvhzN222l4wfqYLRT+oHyJZ863kzMvd7KuqkDq8/FbTAXCSTBum6+y5mB5tYA94Vm1d7i7anL17WvfF0o+YSAPC/+GcVuMBWZgseMOiafQp2RLaaYA3mdNlnYpF4JmcUjVb8Ny2OBNZkj/wNoHEznP2812A1TTqS83/8O5FDfAxmzfOf6tVjw5mEXWCOEDTAJ6zV+DYYY6ljt5tnkNkGJFYf0cvILUtB+mX9IVOEA5G8v7GMvQ7331ufZha014L0C1ayUzEz1pSm+dr9SoAw/UNV/+IvCgCuMeCykfcN5Dsbg68NGHL3WpT+eKwcZKV1hj1r21gB8chrAoC/Kb32HfNtg7Outk5lT2U/XttqgnrUfq8R2KcELMVWSirqHjrKPnPMl3H9gTOphIGstWkCjrV/nvZXFDnv17N3S3CTfivjQMaGf/gPSr+Z8pxPquqcIjNv3S/rEkOneqPLWt+7bxnfaY/gEY8O7M9NCdba9rO9bme/P7+b+bB+N/87WVfyndf1EcDwlQF8n/S+5G/XnHFfAWDbgLEnORyNk3m1PXvt/S85xLeUfa39t5Tx9ZnfDwkcOYZmJ8iX6MWRw8v1ZMHOSrR9tWvGNf1cN3BjockC97heXQNAHg/ejY3FUUt/mwzg2ZFyxK58nCT3b5/rxXEt1wBgadR8gJwcxbbjHWVbf0+UNN+PrChsdI/AnuyWF/3MsGXTpQ307PjvH37PAeAZXDnSj1sB4GvjN9fDuKz/jmMwQEK05BYAmGd1QN6YbwYyHNl9mV5Vz7fhOWOkDUBrACWxpfcBwK7T0a/Wy/sB4PTzzA7t3duXc+fovVts1me3e50C+9jGtSwm53YAmvX5OI22g93G5IjDuw/g90YLDgbwpwLAA2AZd2laby8PVEffp18zQHEEeJ/Z3FH/uVUWmLsxOAwA38c8DusLZ9RDAeAVcJqjpuf+PxQIPhvG2O2AfLHxksYBmDtL6VbdfhgDGL3LojDrQOulDuyXa/0GAMuJbt2dbc7cv7kPeXZbhnZzR6Xo8dhsA6hp12X7LrXoGFANe4Tyj9o7O2JS/7xupJ5bAGCe3fRFwMPeqbhr89H9y93/GUgaYxCn9XUAeN4jB8jJn9G7db1K29Yxv2/fs9azjsnRXn0ub51z+/cNAMuxjR4ARMix2ba3/qbf+UYOx2YGNQCMg0zAigJ5LrUl38iBWTbZwQJjbZxTHsp2Z2L3uA29idNvzIcjABg20swanGUzr2+rzOLMjyMugC3rsADgdvCmPzicpb/tYU957xqs3ObhNH/l2IvjDWcxQAr/VaH22ftHMXPlENs7QGN3ZoA5c2nTq95XzukLowv68wQATl/ojlmEbsssDzk8cVrjQO+2w5q1867bu4DvAYDpG3WE+Zu+Z58SYF0MsPZqj3YPB2rW9xGoYdAIHfedluOO6nkOhAkTIP+bAmMAKXjmu+qv7rYFSJgcxmbhAwIz/r6L9FvYe1XXh2LyaY57wCyrTvWM89kZfgA3XHYCBgIA+45Sg1hJr5oxGEkbEXexPuUYN0NK6UerfubbUwGrxSwspp/WZrISAAqVDH/oe6ln+2MmcIOxSn9qEPI96T2ZexMALOyxx2xrJyByyyxBDwCnBi39PKwy34Hq+2tZX9xOAI1iOCblaP1uwLIZfwq0cMpTPu9hSirdJalb5e/f7quU3Ku9OP7R5/cfYOgyFn13qwJYKKdZY2KFeW+97avE5DZIY0d97t72/bkbs485vrW5YM0JAFaZsF+ffrz7/vsX9afz+zJm3wIExx7KnNK22E8DwNy3ziNv6r5TAPQABmaywgwFJAfEGIdKbN6bAoB1J3DplpmiU2aGPjaYvcdYGAAOeCjInaCK1j90SWmKu4qkaYe2DDsRVi8/MSWVErxZgwBnHocBZKKLWg8kL1KCUxvnX/5zEAX69ua1WaSs22Gtb/fmNgD8AfCf+6AVnDFOM7BaAwCjO5GP5q1k0vuPXj+SYjx6hZ4680eNOwCR5qAQxE7nD/DYdz4DgNeH57W/qf8BhiJz348Nyl5MYe5u1lqQQISxR0pKdcoR+E1ACQEeAFnNyPNy6BTFmM+/+Z+vii1e/yZVMfu1ah/jyHg6OAcg24xn3T3dfZ3vuSUAxHf19n6m3kHG9BeQNdlCFGSgtjkl8ho4xpwR0NsZT7Le53vsm8c8gQF99y9JrKs8mMnId9w5jLwNwhqIJQCDMkjV/FrAGmPOOgRTfKwZgJsEWzlLQdKnv3hRzzInq2dI65/9kxIqWSUA6WqckupdnewPOiD9Ur9997DTjA/gE1CYdOGxn+OeddaCwVSey1V5DbKb9U4AAeOV+WO98HrlNP0G+1g79iWBmwcAxh4ZXOR8GuA1uoA83Q8A3XyQq1PyU1ff1wuQLntB2QRtjQCLtJFxjN3f1kq1zem0o0/cB47+vn3r/VbuH2aqsx6gdsgz+x0Y7FiA//gXr+qBsh1cbaBMAd6/z5ksvJfwmr4CowlAS59yfQSWRnq4BfrU+tB3vScriteuZJzpwFWmMP4fGeuRLSd7LOpXIEPrrAfQ67b3n2NNUeYMrYGs0d7rKGiw93UBgelfAOCM17r/T6AC2SIITnlaUQ2/+MXzO12HrjpZPwYAvC8nZ05kUu/HF9lp55FtAhHX88l95xDV3Hv3MIBT79iX7fX46GyiedJniZxN5v2yRFyCv98Dvs689d+3ApXLe9fYpFO67Gst+FF+/51p/+cCkh8gxWt9f0BRVx+9FYA6K+ix719r4GPLv/b+tfq//v44CVwuCPsdwmq414XkzPCe6+PjzO0o9x4v0BQtdfr8AqA9Top/+G+fMfmuMfzW38/07ZoePlSfNv/eQQQMdT12fV03IkeOPm1kFjBg9PM+6IwNfDbgAeqs77aXg102O+u26D9FGA5g7z7tvAWMu0W7j/RgBjBSxjV7cW1jeEtbeGZs9O6zEzzpw9ItQLLl3wdZdGjSrejDZTnH47zuIc76fbFhXfT52nun8kqAwol4zvR5Lm9mDc5/l5y6/KOgiE0XToCyWwGydQ7O792bwnhh8K4yCtjv7wOgXUrSquA7pNb6tn4rJdw40AzWnsu7tv85AjbnlqypjI9AVs+Ha1B92jOcB35v384c4I+YsXM9affGZFsYvZsOTO3inYwhDv2zvqz9N9B8O2t5BoHXAIt1/gYs2dV5EOizHYWv6PQZs96yG5NxPLefoAM4GOOyOW0Bc3UAACAASURBVFKm94/2bZkvZ4foMSYDNMp3ke8t9nu1WWu5+/Eb/TuyZfN4rGD7ebrmS/u/paybxkf3ty2g7swCCogwj01+v8VtcG0tm2V55CC5ZZwurVL04nifvbZpjheJ0092KYDj5BSf5SCda0dhnp3b4msuzMZdx1vMpZI9jvE1IOOI0cv7fD+njjxbF8OsUB/E9hhr9qqHYQOvtijpn9VfsW2GLO2s9F2ms6NtK2N6PgDbvDbGUdeYkF6Lk3rTAUBCgUh4r+zYW/Uj9/naiXkc3DGP9RpOIfAX9kx3LczGy74mzd/Epka2AqzasQoK1wCAvhdYOwJPjnT0XacdT8plyQHAod4HcMDxJ/CA+dll8kwYMmZMJgXssrYBOKocA68XeotsYS71nX4swlmjZ0dwwEc5WTulM32LA9z3kVK3rb/SUXd0Ao7vfAwKAhLY1oWpO2w5DlTa65TNABMsvGaEdqreOOSnDYPHfWSAUdADc7J1gv7r7yUPpbOsTxi5YQFTb0CaMApxKAekMQDslMBva1wEYOJIF/uy+phAgAZZ5HTuugStFmsrDCPffTxSe1pHEqThP5WiU3OIvjglscYB5p0YiSN7jvsJaclMqKTiZD8gEFGp3gE8AV46FXizdD02dq4zjqTxtXwADbF/Y10KeO45yQCaWSpdab13MIM/AvwXt7IBqAKRBKo7kCjO/5mdGn0NS9V6UYCLgkM+3r149s3dz39Z6aC575eUzJoDDpiLPgkvlPp1Gn4B8t8oBTPtBvAFMCcQlGAcWMDMK7P/DNLl/lEBXgLHCdhp/UXmbVAAr/ikHdLBBi4iD6CF6EmARf4dpi9T5nkhDk+fGjykX0wf202CDTyOZsQBupdmCRRJEBXpb183K9nzUcBlz7tnJfdnlT6bpYghYwxF7kP7BChaB8zIMyD26lWn4kVf+U/1GlAz4K/JXn8yt9EDBxlsASvvzHLVvcQwYZ8A6FoiyBiQSyn9VbbXEz5mj8OGhTkbAM11ikncBhvbkHd4D93ync/0ySmm9bvueq3X6l3kAUrzXQE0XEnx9s3Hu7/869d3bwhc+I40tuhw6RM6Wv3Zzrpa6+hs2P4OYCW1N+YnQBR1z3vMBBch58whvlPmAY0zg9Gpo9u+RgbMQ6cDN3iPrc47kbF0iRZX+w2CGYh6VYEOfGSzO4U8/5b8S35h/Dro6oeaFw7s0J3GDE49Y8asU0bzFbZFYGMNxYuS8x/98k2lgK450+NhRvFYh9Bf9UHrJGM+gpcA0FFEymcJIpjMwT9Ok/+0ymeoEI9A117/s9/SHOMB5Fp9wraHTUpbBSgrXfucacyBd4wbAUTVcunXdn7sCY0MGB+ta9O+Yr4zew6Cpy2+65wU2J2yP2mHtbdukLL0bTqeSCY8L19cBydVjI/Gg35zpzs6TzMYN0B6gkmwUwDOTF4NFVukDVB3wPHHqv8//Ie/u/v2WbHbK7AFOWSdJlghepqAj/X85HUl+y7LMCAr7yZFub93QA3tjlycSaTX8ZKrbantpLMrNDsWfROA7wAFAOCkqT86G3i8e89RdXsfgvy8Zs6fLdCt2cvpc55xoIlTZKND35Ude/r8491PK+0z+v3NFozUqaulv73vU1VjLZD8D2BUt2kEUu4aeM8/PB6eH7myYH18XAV17NeI/Lasixf7pt4XfgWAbx2W/XPXQNDHOthvbtVXAPheUU16f/jcbJRvlvn04GPLv/b+p7Tp6zu3S+Aa8HbkSKT0s++v1XzNKXbt/fH7fsHbv3fk/Fqe/woA3y5qxntZ4FdHdgo72ojsNibLhL/PWXxLA8/06RoAvDkuPtEAHjndjjZt1wDgQ7CrI/zn/g85afZtG74/dAD4GhP2TEeGvO6zE7z9aQDwWm/04RoAHHUbG9NLB/V9en8GwFyz4xdlPhIAHuD+lM5/cZZT5woAz2DpWfCBHet7IHI3F/qws863/Xt2yB1O74MUzn62ndY7gG/oz1qWTdmPAwCfByx0RHPb2bNUzsd9udS8PLfu0xxZu8IKl++vAHAcFxn7GcDeRy4/DAAW66Abi5NgHfu0P21eQeAViEpPDncSR4dtWeW9vstSn6yb828CTXCEdPvjtPcze/s16/xwfkyAkfT4EsANKBC5XNt3xymyyunMMRF5zf3YzVk5VY6Bqk3WLYf77B+/HQG/R/PB9Z3b/zhljvay99nTFQS+dU+7yu5MlrMTdZZN/p73ZrB6BaSP2nTczmMHygrqylE3XdaY32fZzeXrvtIDANh3OXJHZTnPSPXaNmRN8Tbf95uUzpoP7QxddWvVmTjSlIGgA0Qy52J7wsZb3xUzrif+br5lfYtKyfG4Bxi3eTABVWtb7fDb12ogoJ2OOOF7vhwBwPzmdNoDRIpcDFIFCLDDFxs07PVwRAv0wJFX76yZTWwn5rVvP49wIMpR3E7rmamcNX4NjJptUO573nS5+4szX8y5+rfS5c5rcdsHg5xer33/7DKCctQbSF5lP+voSMHYrMxmmW/AB7rWMpaTGjYOz/SYBxS2Xjbw1XsIxjdsI9l3OfPtRBWAVQMSeWg8CzEg7SggnNKmdr9j/3kv6TEjM//Z+9eqQADrBBTPupDyAI5wIiM3fg9QHdCXeYODHdAtDGD+rfEmjWqDgQJjmLvtKEYkAq6xz+h3e+UBugBfaamY0/WXwXo3oDbPwxE4Z1A+erbOF+oR6KU0rtxB+kEgTWwn3wmQKAbYU9jDgC71AfCV4xwwq8dAjNhiPqUurRlbKm3PccoNc5ZU0Hy3AZjdFvoFyJb02HPQXQBgdEBplZlfAjisB5n7lutIU8y9wAIFBXYAyry7+0mxEX/5Ry91D6Z0ld9xlmfeC9m0nlnH7K5/88YMZX/vjByAJchG7Nx6UHpb8nlbAKYzBLgtZpjunf7MO2droKgxCZV2uP6ZdMLMYTG967GwsdmCAwLBMnYK5m/vXrw0gCqbVy22LLmTtoBSApo7nbRiECQPMxttq0rPAJCbJSqss8p6AvAqgMmAGv8RC6CYlSpDbEMY4A0gUtzbyp88rghoGWZeNUD14QfSHmNfHRRAimL0P/WGwVyzRoES3EsLQJw9m9uSNM7es8fuEEwgkLA+ALkAQ+g39poyxJJVP0cmJ9izCeSgHN6zXJyel2AMUih/+41Txesu2nrk17/5ePdXf/ubu7cfa8434CIAVGCwP8NOuL0A5uiGQFEFS7jtmfPaB/deb/4z6d1TZsYtYJIZ/q4j8uCqAMoAxEd4CRLqhkkOTyVXywuZAgBrXdoCF2zfnfTBgQMC5zv7FfPRGQ24S5WyLDvb7bD36+5jsiBUEMV39d3/9s+fVTJth9nDOcVcM27KxFB/fwfwV/scg8qAhtFX1mxU2efmZxV48rbmW+oX2F1pj3cAsOQ7dMRrfQd+aO4OAFAmWYFDybZkEE59aQB/TYaFnAggAXimraSQl01iXeqx1f5Paz3p8HsutY23/Sq7NgHAzgwyzogGVJnzAaWd2jgBS8hb1wcILddotb0zwCxgWBkknJFCVXcwh+aSjJA0T7r+H/5sAMDWM/3/bU9wtPee19X93tDljo9Z7Hxg/6Z9Tpc/AuUIcCRlP3N39mfM676CwVpvVwD46AzitdvyGOVOewkFKPp3SbEBYNU57aWcPSF7//d3L198K/CX67O/hZ3d6zoBLHqXDEgSYu8ltb54bVH7p4C3zB3Xue4j/XxvoSaZDjB/ft92fjyfv68AcOxMCtz2wN2+szPapzOAP5H5mwb+zgCouyG4/R+/M+3/EQDgWUrX5HC7RI+fPJoo85OZgGf1PPb9a+1/bPnX3r9W/9ffP68Ezhxft36/tmZeaI9aeqvzzAvwfNLfOyR67e8qVo8AXx88f/D155XmH05pf0gAsIb9kYk/otdnDsDNibSpnaPdx3zwD5v92+0xR2R5fo+d97+vAMD079rC0Kr5YzOAz+xKZs7t9mE/1wawdG0OXgex9uvtsCOzozAH06EPxwzszUmjTW0fNNvJeK2l0tuTcb0mx7XsLYXtYhbX5+Y2qv7NMXlkY/37CuB+Ggs4Dbt/fPaO0vHsLQxgzaRTO+DD0Qxyruzd+ffLfu8B6HWfs5/P5yN/xgA+Y7zmgLS+d+v31rGRqnllGKfej82WsA/g+hxay5mB4blt+T6pn8LupV1nYLZTEA6nhSOsLdPIfZbHXGacu2YrxGlh54Ki9xuMmXV/s00Joqjn4lC9FgB19vu6jsyp2c9sYQ69cb6FcRFW63qv7XBwWC7X9nRzubE9czt112M7itbfb7Flqz3bnIjTyxmfefzz8+rE2YH4nbL5vnYcsXidJq6ZU61EmzOhdWy1wQ9Zo669O/d3dnzMOrB3VJlNZqagnYKrXD0PnDaTnz0XB7NzlaccjHJutw2U09tMvk3nFkRmlUEAYLOkGoRsOxFAQ0BQ1xGwKfMsdjng78zMnPV+k6eYTmNNGnKwHd4yEkyGeDwzQPA4ni2DONGH82wEPu0ZsVtAS58z5vZ6POYU6AO8oA0CCrkTuRywZjia2WoHdrPU2hEb5+Ea4JjxZdzMNJwAGcY+e40A7mL8NQBc7fO9rfvPbm0E1Omx4indQQnTF4agHN/c0epU1WbcPFW/xt2MU6AYfd4CvBoAQ0fUDrMnn3QqxC2tILZYOuzfBexNrEuBUcyDPiMGlJjnk8dhONLNvCZ18tgH+H5KZ5SYP0n5mnHNOIxzZbW/9U+gmHzBXhckEw1YAKOx6QqIhfzfvq3UpADABSTh1Bfza9ufmJlF98IcNVvQ9eCQ9t2uDWbLQTxSdUqf1R4DmfwZtlV+s41toHRJuS0SJykskxpWMqr+THME+zCzWSlPaW47IEsO7gY8t+wK3KEI0N8ftbH3mGbKOmWzgbWwPi1PAXkFvOnu3QIKlTq7gyiSIjpAEI5z49WwGb1fASSjPgA12KekD4Y9J8ynFW/ceQj45pSsP3wcgQXvKjUpOukU1ZUCufVnnUvI23cJM/YGbi3/MMw6RXV9P9KUej8ygxG6Q7fmGWDpL8ph7/t7bfe/Fehjh7nu1tYerc+Z1S8Bm2JyheFYddULBq7sX0HObwt01v3AzEGlDC6dgTUs9tnQXa07zFvq7C2g1ixUqNr4uth2uSt5lofSLcPSrXecpvm9GNiwgG1iStfrN3Sau0kVSKKFxPEg0g8CKgqkBJBSul61j/mSu3sdTAPzlv5u55j6Dh1hzDcGIizKjUHaGQiKOZiAgNyZTMtkFuq/90ozbpvpFNEGbQmoELDbKcodIBod4x5Yjyl9N4t8gIyREfKJ3SSG5Y3u8vbHjEMAMM/5sR8zyO3U9w3kcfdqs5Wzznxbcx95Uk4gXjJ9/5e//PXdK9KhYxPrfx9lB8ya1qeZguobbHTaQuBEZ6jgEffbNpg57QwEk2LUM5cgsOXDf07JTCCL2bAu0+UOBjGBAH4e1qzTv7MG2Way58XOMFABdPn+Sc1v9D+Ao+v02sPYvePSZPlVzEbPXd4BtrCZyrqBHXrz6u5f/mmlYt+WCPfRd+0ajH4jduYPd89fEEyDHfR85KNUwPUnQC/d9B3K3l/RVsb+XY1F7qrd1vy2Fw76MbM7z2eviLzMLHf669gDjU1WR10dEIZrA9wlA1KM83xY/QnWndcO2kha5nyyTKofjBstow9s7Trd9fZw64gDlbhyYKRedh87cFdychpxTmABKhUsJAB4BH5ovhPs0Kg25vBDyffP//xVkfKrrdojeJyd+n+/R7zYt/YaKVatdLB9NNN2gHFmzHiXsUI30Dv0cf4oYEh2bgR3JCguY9pLo56ZAWDdC8z8wYarjJFtJQCvwXTr3uzvEEOaltOXXsf9jPexCgjMfrIU+lmBv3/8yxcCf9Vd5kZSPJAcnjWbFPC7cU8wm9ebawBwT2fbT1fRf96fLSZb+sv39/uzbZ3rgjf7MVS17cxeXr81APihQOFvjUHbGvvQ9u00/eAfX7T910DfuT2PBOqv9fNzy22tb7JXh03JxDhr52Pfv9b/x5Z/7f1r9X/9/fNKYF0QV8Oa2s6+X1uzOrwu9fsYSLjs1ViM/dtk2S8ePirzvucfKsO5/M9Z7kPb8dt7/g8BAN45V+8BgGebfraOnW04GBGzLVYd/AoAa9YuC9aZvYlmX8rxNp3/fQeAr9nda3b0mt09kuLqLOWZzXESR99vAQA2gNxW/op5/VEA4MkoXDLwc8C4DwAedwCvDM/Lcd0fWGYG6xkg6nHbp6WOg+AMGMZxmfJwAl08107TIwB4bvMZGPylAeCkSUtbcDTNkdBx6IcdHBD4TL+TQv8WANh1tn2fD8nLnDmccxOIPNvHMwD4bI5mXOQIluPFEeJhOcQeiOmH87kdHXKAbY6pdha3Q25l1fLscDiaocNnTg8393F+/jarnUj+8fTc3wDcZ7YrOqC+HgDASfmc91cAOM7tGQCO3AIMD+DHpTx0fTpb/y4dUSOoIgBA5DmXYbAfRxpjY2Ya/5ndOO4hk8M0aXfldRrgwFE/dgAw+gIg0HdzRk+PGMEpCwB4dhzO69mu/WHutCNr1q+AUXNa6O33BgQiE5unfSCKnhWbLPJwWt18RhaC80VmnW+55816MIDjTPuZSXsUhCS7g0O77tPM6++Lbcc6wLAYfARYdWrBAMAzQCu7JpDHLB31vPqqlMf1Ps7w1dH5XnXugWz6PzOAR1COyzybvxrXsltZM6hPwKpAjQLR5DR0WtMn5dS1Hlju811x0pXWk0hSrEg50YctQvdWQB0H8jPS4AJM0paJvbs5V3sOSD4/9F203c44QPepTdtJirN42r/H7tiJPO5tjX4rUEjZVX0fIo5SAGCPZTuwq50GnIf1cjvDxC0QU4xqM5xsw21f5cSvkXpL+koxcUYhBD1ENrn3ODXMOqBACgINq04AJLOHDFDLIdx6mXGXbilAw2CSU6HW84AU3EGYta3lpKmGHNrhPFI5j3HUHYdihhWzrNM26/7VSiVrXTP7T4FLVbfXcAO8jBPzwhkdZod6zlkGnZymlxSp1gs+BmYcvGLFdrAY8w6AUc8UmiMQWOs4uhwAqu4rxZ7Cjuz0m9zruc3tqkLMygokAIzJmpgU2xkL2ZpJjpv+SW60wfWhP5QT3ZrvFpWMq0/v3tD/YgL/5OPdz372XCxdUiJrKBQcAbPQaZsNfrqvmXuI4UnJnAnLdwDn3h8akIxu0B4AYMkH1mgDxQNEK3BSYF2BTeioZGQs5l2Blq8LSOYDU9TppUcQwjPdNRogFGa5WalHADAgd/RGOsDYaGok7TIM3g4IqAYwptIvbOETUI1L+0GHbYdrPpSsEtyi+257XgqkJYiFtLylG9semnZXX5JO1uAk4K5EKh0A8FOa+gJL5znle26Tatogn+scQYvMz83+VXkG7q3LyJd1gU9YiPx9DkxxFgHsb7WH9U420mlpn1RfYT1T73cwrwmAKb3+daWD/h9//eu73wCmFdjDfbfoTQiZ9BFg1PPUdklBJzU/s06w9iSjwMuXz/V3mareb8ZGJzWz5wABAE6X7XuPad9833uNJwBp+i9gkyCM2t82UKyAmKrmKTrNaMuG+DwjxmqvMW8KuI2cYvuwmYxJ1lfKeVLA7JgD2IKSofSk7HLV9OH1q7t/0QxgKUWDhNKhzt7GvKCOly9hhZuRPfYDNedIuy5GMoCrwc5WFLXxPSmP2w46AMNjnoA45rWDFlxG9inI0XbWewClX2+7J0Zvy1FX7Mg+YHsYc9YFCus5ydhMAG32lKzNpLqOKaVNql/6YAasn8k5xDZry0BB3xQYMHQ8TGPWOMpCLhKlAjq8Z/O2zXKaAWC+5R537Gf2/9gf7gAm0TXr12x75iA2t31kTBkB3rH9DuSY11GyJTA/FWTgETncJ+WKCfQldk9PK0BoXLugbAbs50ouviLB51bWmnd1D7lY5B04lDV13Zfl30nF/rz0Of3E/mSF1FmP+Yt/RXd9F/hb5vFnP3tx9/1PHFgBtIYN2wgyvVYSMLADgHtMowfTdkn6tAe6rSORdyt6//t+AHgOMMsUmcuJndxsc1eU71d8bj1nnQLAF8DeFwYSV0fzlwYWZ2F+jr8/tP2fBBA/BPhNp77wuH3pcdpPrMuRmg3x0Tg+9v1ruvHY8q+9f63+r78/TgIXBvFEoc6eu+YAWx1ea2vP3/8UgHcF3e6TzacAt0flf0o5jxuzH+Pt+1JZ7hbme4DV/QZg34szx+hZX6/Z3RE5NpzWZ+kpU8dRmfcBwNHdlBunnPt5rBeeXrfr0bZx0gb4kvmbtg8Gosu+Nu/m9x6jTzMAdqQH99mXWX559yi9523tmzxr6r/fur6+7J3Gc11HMlz7Mx9MdyBUe4TP9HrdyugQxMYZZ1y1nY36PI7oYQILRkzsaC2R3tFf6eHEzOCpvM/f+X3W6/RpPqitMl/H+Rz43I/DTp73gWNisGXMBgMH55blsJZ7PN5+eGJvpc4179VFB13/fWzWzX941I9OcXUEsG5VHe1f79mfpj1HbN+jyF/r+yXwezQPjpjFAL/53Jeq+Xg8xthF3/ZzyWWfAdjjAHcMeK/DtbYhKaFyoJ+BkQAW2Mjcrcf7HK5dDodirxMBD9QHzclLZpyduRNbeHIiuI/jnWsZFgajcD/fz+z3Nld7suyBir3t97NhHTTrqJ2wYYvOINIOdNF8tDxmmzw/I0ddM7oyPveBtBdTrh2Dt+4h7y87QMXIspGUq9F/AeICFcbabPbsWI+PnCtp9+wsyju3rrNH+juP5eF83PRxALmjHMZF/n45u2e2buhYAYDdf3S859YE+A/bPwOjgKbNtNK7YQ9bJwQu879mE1D+xV2/k1w3nUnwEOtTi3wFedOeBGpofk71iHUqnRxp3rlDb69DE0DUi6LmdZczO+Tm+b7q8mq/DCw5eMfvAcb5qWx7Y39xoqlNwZwkr1Ei9/Hlg4M4KhhWh+6Qa0e/WVd+XuzXBtFm3UsGkgBLBmRgpQ5dZ6l5Uo1I+mWVJYc+AOa4yiD92zF+cVL3Apjn0/48j3M5LBszW8UftHxwfGI25/MB4ygmnhmVmV84tmkn9YUZM9sxPdzAIX/NfcAzCKJHesxHRousjeVwxSkPu7A7ARCR5zRvJrnF7shWiN1WKZHFyrHt0PzoVKHos5jczZBmXfEdgWbvGUsY7DO1H/BuYxoBfJrN+M23AxhEnkrLHD3ofYNZh6SHNWi+2qX13/MYWuYeH56LU1vzGyd+jY3aBzu5xoi15olApAJqJj+BAXAD2MgzqbGzTlIGII4YnA3KA3oBPiILAJi0HT2B8aiUugUIMS/MdIwjfWQ5mFn9mY9bZoN2UGsNr3pw2sNcpEABdjWGjD+kLTHyStYAP9Z5B3Nt55Mdi2rsY7b1QEoEYmE5Kl1vAWNhY0e+/rOYXtUf3/nZdr3BYWSCkx/Qak4vbtlYURl+WMc/1N7l2fMPlbqTVOlVN2Cb9n6wIQusIy1u2xuDC7WToe/YTaUSLh1GR+t7pTHVUKNv2JrWa4JSROc1uJrtoVmedKZYlblnuucadudJgY+MN/OS1LZPCwAGlEDVPhSowUfBCrKh7hdn23ldBkwK8Mm7vqOZMUEWdZ9xMYdJcyuIutJ3615j/mzmHqxL3VONjanHBIZOGTLm9RBQx3rpcwfsRcyU7iIGEK02Aqh7XvtMaXB4MAqx18xbILfcvR1dANik/NwdTm8D0npcDQTzYa454KuBGn4VUIqgsn77fDuCAzxeDgSzDjwrwDApuwHPfgCck96XDaqStHejHagttqUeelNj89d/9bpAYFiUNV+KI8xIs1YzNtxL7I/boXNJM0l9l3IHo9TzzLdnBZjyoa3vAOQ7ZTXtM5O0bFfNSRjnBoArmKHBsLG2OfNB7u11/fPZz+uxmf4wo71mBNAFCKfPgPVeZ3od7YAkmPvP667YrAPMg7A7+W3246BH9PfDm1/d/et/9X2tUZwRPO/zcaANAReMWd0X/MJBSk7J7SAXXgFsVbAEegQguOxJma85t6jHBJgA0Eqgbi3vWLaDSat77etDRt7YY48ButlNJZhD84QQCu+vcjUAz7JGv68CZkbrtu9jPonhOwVEaD4MmWvOCbTk+5xJrAjMGdmeXjd5VqmnVa/nlsBfZNsAOW0iaCFZI5QKvY2b7mXm5ZqX799XqnTGvyr+i/+3ggbYgzBmPTie49632bZn1O1fmNfGBLPpfKV9nDO4mG3uawcs1z4jEeCieaqNV9sTp76XTNVfB15se9wG0rN/ShaP7LsAgEl//7xQ2rGX6XUwcp3OX94f+CoETWzq5bqVzcj2frXmXM0IBfX80R9/Xyx1B1Dko6mRQMkNAG5dRwrax43zwbQVGGX0gjVkar26ODd1hoDTjG2938k5IeWxY5o/6zks+fdmn66HMvrY5+1S3H1JXernBoBXP8+FA3BpxTUH9673n+EfD8VJH9v+xwHAs9P23OHoGTCr9mcQ1FLElx6nbPzOWn40+eZnH/v+NYk9tvxr71+r/+vvj5PA3nHijcLR5+y59fv13WsOsvP375u3hyb7EwXxEPuQeo8gmIeU84lN/RFf+30HgFc205EoZwBtXZ/Wf8/OlhUAZsmBkcNnXZ08vY7092zeuaVnAFz68bsKAO/XIm+W5zm/ptr7XADw7VPlGAC+1Q5+LgA4WxVtkjnQdgfSjk8FgCOHFSCOTikilMPJdKA4suGrnf6cALCZKY7+3RzofUA/3988EACeOnUIdDcAvQLA+4NJHDBj/o47+kb7qWpEE4+KffiPI2e037K83Mfex/a9BQCeZbfus47ej/2z/XJfcxhVZHCPydy/s3k2Dr7HgO4KatPWjP9c/joel8ys4ZCdnQprKsr54BdwaQaA5zv/djYrKeymL28BgOMcXgHgdR1NsXE0Zb5fsz9H+6bcYZhLnAAAIABJREFUXWaGk1lao99m4OQDk0bjOynJDuCZzk1nzwSUmts6g7SrrZfNmQ7gm4P9nkPA5mRf2modmdfMYwB4HssAwOuadGTvjvTabfEvn3pumds8j8fqmJh/yzs4voa74hIAHuPnO8dWAFjtxkG8AMBxXG1rDc6s7if9zd2jkckO2DgJ+Pt4lFI4Ts6qf7M/92zlN6dPA7fzXcAwSDwQBvH28yFO3qRm96NyoulP7igdzvJra5/fDbMwa0CDwNS91d9OJf6YUmNuurSpK/epxi7Gkbq3/9jf+U7HDfgLsNXOzDi6w5jMeMH80ro+B2gQAAODSQwNC16Mpr5PMv0EYM5nnsM7fe12zM/RpwC91AOQAeCk4ADSnXb/5x0XzmA5qtshTHl8Z0etlE9MmKyPTmuJkxVQr4DD+mVbE+p73x85nHx2rvquWbN16BvgF8DiDCb6js04iQdD02wdyvTcM/NKDDmC9eL0bUG47gAkHgPaiRwMDCUVuOvid753OmunxUWnhSsUKDnbP6u7hSiGq+a4g0Jzp6/WNJzoOJdVXl+NsDm/13NGUoEaAKY+BckonbSZ5jiW1Xb2pVX2d6TwpZubMRxpTHlGjN6e642LC0xw4IJ1a2M8VUHclRgXtFNh45z+ToxA6gAQphydcbRu+fxtRrsa0gCfGWPUo3sx29Fvxzp62GueGKWkfWX8DCwCuDsl61gnsVGWP3WARrjdgGICIyplNAzIeb4A8gF6wjwF2HZfffeuwUWzC/mONgCsZZ4DDMs+K4gAENipfm2XvU/HrErHCxB59qz6/wRnfrUdcK9Yd4zZi0o7+wT2HPohFmexVQHR0M2qjxTj2Na3dScw4BFA3TMYtJDAkOcG6tW7CpqqecxvvRcKAMyYcC905qoDVQpQbuCPvltfCOggGKXaXsCYgmg0dmb8roFaAXo0P5E86YrFmo3l+K4AYEBt73MAMr57yrz0OYL/3rx20AI6JIAck9FmDTEAyCEX9Im+mSHutcT3tjJell3mNHKT7tX3Hz7wn+8K3oBP+lt1AKgDacla1O+Ax9iON3V/rG2dx/jFixdbGuBeDqRXtscA2LZ7DL+B7Q4cqf4KOOsAIeSc/XPSQgPwofNZclHh18UkRq84aiRVtZ6ph8TWrTb+6tdv7/7mV2/u3v5QdrnuBVaS/17jYV7mDmnbduxzp7gFZMZGNnCEHhr4NljugA/DNrlTOnJNm5kvAJ1zAKXZ6w4+8TzIIAYMVb72ZsNyDcEAQz3oBEjY9s4A8LbXEbANS3wAx06h7O8JRKFuX59R9bBevvn13b/9Nz/XWppxo2k2h9QPe9MAsFi1iGm+I5W1C9a5zjy2X/kAxMvGbOuK1xkFOtQcBdAOcKwxr/9hLymfNvtqBFJ4s76VLvW6qkCvrokxcXCPx1xt1/rQtrTLSt+2xmUv2Hs7pyd2obnbd93HZv8wB2fligr6yFoju8sUZZvQsbMCgRsITv1h1VMmfgtAaK4l0Eep60sO1Zj3ZQf/03/C3jnoDk3RO0Sx9N+9b/LcTlBS2sr8zJ7k6dPSjaoi16cQ4KFU/81aJztBAorUDK1zDnsTs7vnDnPMWVH2QDk227YQPXdAsssjiKbmTBmC3D0/nx3mQETe0dqgrBrYcwfbuK/TBpuxRuYlrJ99/7SYv2WXaw3havcc7TdwN/t6nSXLTs/FTFuIcV7dtKQqHf4kpK+9XZvuVT/mYNWUsAtivwIAz36MWT5HALDlNLUT+XwFgC2Qh+KkPz4AfAX43bRp3fDuFeCx//oKAN8vwZ2P5uDRT3WkPHbcvr5/LIG9I2U8szokLwz5Jwr0rL55U2QDhbXeJvUn1CavzMF7D7EPR++nyIeU8wnN/5Ff+X0GgL3w3zd2Fu5DAeC13DCAvZZaH7Z1svXXzTgCHZf1LM1ttfpDAIAjrxXEmVX70wHh1YHqUhO1fj597geAV705t4MGALf298IXp8NmuXpcs6HO86onTjPa3S9sB1XK7gPjUfjJGQM4eqMDoA6pIw2UnEubI9o1zoDVGVihcbxw/NuRNm/eU5aBqMFMnb+3TvBbbqQ6Hqn5fkc90YDteH+kpdJh8mC+D7blniXbmnKuIhmLJQpkX96+/fO+J00Jyyhynt8/AoBlKfrlNd3zGVP5iC08y0h1S48uuytCRX/sOLYjQX3BwcOhWU6GIeszs7oGzMwHNf6eO3upzqBhAyxLf1d74MOknd5yeCzvxmF63/eR624PM3deOmkBZc4IPJii9GeAZ3bSa87gSDwDxhaBjTm2t192RqgFFwMlMALHRWzMpmxzgAIst2HbklI6/cIZPoO1K9AwvbrVvz4/A+5jHPf7oHUezvq8OYduWJvlPUaumyMwepP67MQcY2p7PK+1dpDt7/iN/Lfxnso/+u3+AJGrJqSdmLbDnpfH+5L0M38aOBmMw9iLyFAAyiZ6A3H7lHbWr62+zUPEfBpyzb2RMwBME8VMWhazsH7HnNsZkAthKPME4KsciQZE5kwt8wuj38xxlwu4NcZ3pAlWv5z2Qs/NTq+ZwWOgYrQxAM+u3p63uzndtkbz7mBibGOwrfkY2L285/ahkwFh5/nv9nkQA5xtl2tOjTxzBM7vkxJW5VSbk6I9YHB4r3q+xpZ+CeADtG12cb4zcLJfMMK+wKE6M0HDAGYouD3U7TRD9Zve30j+AvKs9wFBJdsJTI1MFfjGs6WQZu/jfB2ZGwCHrJsG0gC6Nqb7PB6WRq8zAFteA90X6z99fwqgh2N5C54xWKV1p/+jngDAYfvZiWsAUgBG73ko3/rrNI9zan8Df3Y24/DlvlLpRjuXc+Z1/ejGSFcZW2cAzbLWmJVspKM91wzYFAgisNFt2OyExt5Mwzm4QgFSpPCEoae1pucV+tEyFTmZeddrIgBPUrf6jlL9qv7GfmxpfGGYBQgDMAMgV9sASv0bDFoYwHakx4FM26l4rDHey1juZkB6bxAGLb/BopJ+QNnrD9+/rTSrzuSB3gMCNphVMmFo7KxvtqpAP4M6Yw1oOQOqFluQ5wHtAGMAAcRsrv8BCkefSMlpXZlYYtIP1qUCgNGXHk8LmAnIGBlwZGZpH1kgE4xM6RybM+4FLuD3Zd3n+PyF3O6th3sAGHl9S5rpqpPUqQCZxHtwRyoMQ4IODAIUu/d1AWH1O+/wm8AsADDUW4zvkkfPcc8N23R0GEAaYF9s9noNlURVMK8AHZt9F/Bs0F3jwNv1kNfpADTYIOaR70b/8BFwpBirlbYY+yDwvoAM8FDbh7p/+BWphUlvTTps0hT3PrbKBxj7ofrldN2kiSbYwXsDBXkI2O/5VOPFs/44NStlOYAEoFCToN7z86SidkrtwW7mGXSNAAvbRDsDnBp7ZkF3uT030BsCR7xv4XyB5TYgBKiN/DMXUg7TGz2EqYrcAXeiRq9fv9E95bD7mUJiZ9c8A9hOq7AFvyrZ/c+/f1uM4Go3MCe2R2uDy3Z7ev2lQo15n3/1z6qDb2CBMvYCfkdgjlK7Y0NlmxhjlwsTF4EGbMXeAaZiD/j9Sd3L7DtTXV/3rGWdtdM6Y8DRc2zbM0i3bLicnpu/GzCjT4ynA4gstBcvKnigAGDWlLS1uPIVxPDru3/3b39J9EOtIyi257v3Hdgi9NNz6xvZHM95yaXkix1SkETZMkBK1rbGJgVkvntf41T6FLsfe567oXsruJnBN3WJswIVpLvWZ+a4JNX6sJEUqg1iRSMDrRMKE9K8yr4J2WA/ozdt8q33VYfW2G1N8HPRC6+jDg7YmKzTmsyz2b9kv0J7XDZ7vLGH85pucDhtISUz7zE/eUcwLjZZDOGSA/uNeuE//9cC/HUtAxbTujvqZc9g+8B4KcVy7y287ykbXv0EJLeu955M+xPrd4JUdAd7fWC08+N6jkAlkp0j/UXPHOA3shFJZxOUSHmlEMkqwtotuXU7AuZHlslEkDGRDdTaO+Rk+8y9FHV1QLHS/9E/KAY7Q2e3TafwtzyJVdgyyMmXQiDRODtIJgq0GVnnoiNu6ACAnbHBrPjd2M9naY/uplPz3pt9pPSrypivVXi/XY9h+Vu27cNCb6wym0+3/3nxx1cAuEXyFQA+U5H7v/8KAN8vn51hOHjUB4Wvn98VCWwOoqVBs9NB5roHbv3+of04q28+5PX6MH31KUqTLe7awnEovN72++p9SDnXa/pde+IrALwfkej9rL9fAeAhoyN9mRlpZ4zsPzQAePJV7RToPgBYjtp2RG/2FSdYm5gjAFgbdDk5vCnP+2cA8OaAXUzaGQAcm38GbG0niamXjwGA133DEfCSvcNgu7ny+wDgM+bsGQC7n/V7EPAhALDr3YPgZwDwSFnZzu9687EA8NwPZHu071r3snouy1oDwGFUna1Pm7MgDuKJNayxaaB3BoD5fmXsrv+e9xxz3UnpPLOlU96ZHANc8pzT0NVhvAMQdgEZ7HN6TmnsTgDgS1kM4HX9bd3vjP3TEgBUhsO+3/0EjSNJ9yTq0DtAow14VkpLUlziUI5sR4ozy3Kw3yLblO025+A96l+zMxzZ6n0Zy+xpB4kdCKPddn4MQJu31rLPAODUEAfsqNGOv1l+kbWBJt9Tuq7js/Nh/m04duKgWsfrbEaM7+e98lrvtf31evflbK/0LroiZ43H9jIy/mEA8Ea0obwpmGFN9Tzrjuddp88NkDrRSAz8GgnYnHHt/J31Zue0bWcTMAeO4HzssBxOHzFsJgB4yLcdr9OzKSMymudk+hqHpuqYAOB5D7OO+H5840Btp2AHMLifJJZfzxIjzTfPiGWH/p6kSlvn2SZPlV/vTkC1beR0RUTOboAzvUFZ7RL9n1MCD5l5rvIazNZkEOF3s40MIO0AYIHLUg7NOfm8uw0zeBl2zAYOMfb1mll9nVKyqhbLhlS5ueu80w8DPAJe2rkv7pqaPey2119sRV/N6TuIGQ1AJ+6K5X/151gf3aeACrJdgJVVTu4Z5TuBWHKfmknF/kspcLm/VpOy58UUGMB7ADk4hJUSVgxDO5dF5K3XcDBTnu39HLwQwGlv18WsJT0l7ypjQL+XvWOzL8e8NSspgQ3R9cxRBW0g646k1ClaTCLrb848vnsyaTHH/P6OO0ZZ8+2qb1B1SjeuFNC+Q1p3dwIqaswBxH0HNluI2LV5PkRP3PYhh33gC0Cd72vkDs/ME+p6p3s2zRqVF7zv75QeqL8/3L16TTpqgPm2nzxWf/W6YkCAfom1Ve+R0tb3DxeIqLuxC1iqegyGOEX6y5cGuhJ4o/1ICRLwkIllEMLpPKW/rf8ODGid2ABgA+fvCtx7/uLp3U9/CnBOGu5qUzFivwNAKySEscn9n6CCzwpU0Jr5waloAaWUlRl5V53Ej7x+9fbuW+ZFfWmA1XOHNgL2k+b2G7Fre6+geyWxD8UCbgA85x/L2WAzgL4AFPpZoITuaa06JMO2Xzzre1NtLy1zUjxXfwpge1v3IL8rAFsM42r3s0oRzTWpjAfMYRjA9AR9efECoNXArXRM6d8NPDK/GKcECis+gnTgsrsA3LxjAF6gHO2o3wIAiz1aD1GngWvKM6AUUJZ6SGetOz7bBjLfaVM+qR9dBwTjuXeV0pb7eM2U9p3qBBAIHNLdoA7quACRW5UpW8PTayw6AADM3Aawwo7CyAZQfs7c6Oa8q/r/9tfv7v72V2/vfvWaPqP/bUsbZJzPj0iK/QltEUg7bY2S6p35n7kndn49FHnY3joIGOiG+9p937YZtuxjsX+kNw5TdQTSGBDM+dNgHfY/oJ3XC9vaDoLp+eUglE6ZW2+9eeM7qwMAO+V1MeULuDdAWPOJfcf7V8UA/oUA4Pc1rsqqrqwVkkTpBgzgzi5QuoS+JPgFoBJZENzCs7ovGlC4wXJd0cAYI0StMSNDxKZPlACDvfqRtR39MlBsVu0TWP6N/iPDD6SNr/YRkEEwx8cu19lgwpy3Tdf+Qfi5xzTpqXlUtmFKfc5zlDHLOKnSo9th06bsbQ3FVlT/mX/cK8xH13kQZKD57nOC5kmfWZM9IACwg+LJLOA1nG0ga/N/++9lv5iT2ovIIbKdlbCn0UvqTOYPZYXoIABnZnBWAD4JjNQ9u9rTBmwcgWHej+79wOyvktFE/av3+Q+5KkPEtme13Q8bnr9r/VvKc4r4cR99ypy3k3qnA7hEDEDOpH0uW/v8eaV9/sVP7l6SPYL9uEWzAMAdmKmzL/Ll8D/2qx6Xzw8AWz/256vhJzsGgKNj65ofALgJ5erH0ecUAN4efigyutTyWIBwbERPOnDSsTz92PePa/18356cb0rz1gPSSZ2PHJ/H9uRLj++19p0p9q3jf638r79/WQmcA6Cud10A1tZce//Ltv5zlH7FgF2t4sxO3Ffu/M6n1K8j6tWWaUGbFs7DBegiEmr/1Od+/1pKymu/X+v0mYP71u9T/jW7um0MbhuGa81+8O+zg/HBL3/BF67py2Orfrh+7Afocj9yDpbc1tZrjvjPW37W2+jn2f7qTD+v2esje3/fO6sj+JrM8rwimhMxOdmgo3SYcx0DtBw1jc23D2M7J90V+7c51iagcC3vWp/m39f90Do+j2Xwua5Zp4717/52DCA47dulPZo6dMb0zSMzo03rzca0NmA524P532d6Kwf5NGU3fQc0a3bNXt4Bli6BsWPQ3s/NQMoOOFnWw9WezXNBTiL0rfVY4EN1bGb/arSmzl4AzUT0h9UASHIgmA1876HWebjvBuY3M9RwUkx6EUf/lfUpc+sCgOl+0P7VsSAHTUdAb8DPMtY4DLl3jc8K3M7yvmaPHjL35mdXhnJA3jl12RHIv5WxMCjT5s3Bt02cy/ln+XiPNwNjKXtORzfW8f0+crXDKXOXyeDg8LXKcwSntAN1eudoTzS+i4PJNtVzO228tD/rmNq+d53tkZ31YFu/AuS0/Q2Am4j/rcYlkGPVi4Ax1rdu+6KTSRF65ChL3/hzxwjru37l2J+ALZcxUkmnPfO472yFqUMtxwHcHK13e9sUoDkOZcs+OjTr2MxmBekYOmMgY2fnCOhCT9veRX7bc3JSk3EBkGKv40d6w3szC8d9wDtrB+SsP1uaTjFcGrzptI88B4tUQCqAk5gX3Xcchg0s6x5AWELVzjBVMh78iZPfDLtLp16+m4Fdvkv608g0qXFxmOIk1nvVr9wznO8MxFrfA46McWmG3XTXnNKr5p72ZBZoxpUAaUAaeUZVo8oVu7PtqdI1l9jQxwDHPCP2mACSAqQKNGGc3ivbBWB0pxZOO4CnqSfyB6jN+iJWrkEN9lJO/Wp273ff5B7O+rl1Qw5ZACNAgAar5UAWsDXSTIdhjWOZbpu93IxGrWHDbuK4lp6RYreBE1Q198POcwnnM6wwGFMA19LDDpoQ2bDBvaRy3dtf7v5EVgYyAy7AfOQOzgDAScGpepVhYyysZrL57uHVEUzgSAIZYFJpfol16BTAMDOZH2EoAj6IEcq9lPUM4C2FGxRqNE1y59/YkdEOAaktb7OF/Zv3Qfk7gKQZz4g3rGWeMzjYgC4sNM2fAsJL3/geAG9OI/68qL7cn6q2CGD9ePfT7wGX39z94mcvxOplf6RlA72s/0PvkbFtAoEmfR8p/4LEVkX5/lGnhwZAYB4axGg9FPM0AVa2w2QS0t3HJTfMxTcEV7X9t046HMPzy/PYd/zuGeq8I2BwWo5l/5g33PFL+tX3yKLKLKBNDLtqtxjMBXiDzTC/c2819TwvZjT3aNIAwGmxm4s1qTaRXlrp0v2hH7SfsRTjtfZ5sFA/KlV47H6AeZiFhLoUIF2AH4xcwGPuk6bNnn+84/S0Bn4A0itwpq9z8FxwAIEB9nq2UnNT99Pq09saC+aCA2UK1KqABEApQGwApKSQTRptYqRoh0Ai5M2Y0bvSx7fFLB1pt70mJOgGXSrcWh905DfV3iKA3/3X//HrAit/WjJ32nyffTpNcSkWTHTrOMxWB4o8USCO2/EWtvdyBlSKWuaWAHGngHcQigNo+ABeaqxLdxgr9pNmZCIrN5Q+66oDAjhJy6+xw+4BkAP0O9DEdi/j4fKdat6BIZYjd9G/tv2pAANEJoa9WMjoawKbajwKoP63//rnkqlY1M0gRta8SGDCmwLWmUzWJXTMLFSl2q7/mZFaoDOgfMtHd9tqEAhAMNqqujWOvY5pzJySOus65TAfAM6Rq3SngHiByG2yxHqXfOoLquAuY4DmRg7H1QSWvfRA41O2h7Ue2+TlXmAiAHvOPrKEWpd1GFO90Vfrhorjb/6j+6J7fRuct1722E999bLEe5ZtZKH5OW2LKEsBgtUvrlv+y78smRDopfnFq2GuM4+8bzQwbT0yAO8gC6eHbp3qPYzu+JbtGUxV23AHeCmImGdYS6RvDnZivck+hcrelM6xTmlNnc6byFD7Q/YRgMTs3+u7px3kkT2fg4B8p73vvL68hsLBCpNwsJ2lG8Qc/PLnT+9eVlYEys55njWdp+PbO/JdZN+Xc50Y3vVfEmcdHIW2cdcYto6f1WE9GbL1vsTrV347OrcmIHVmB9OW6Nw1P/JXAHjsXzJLf6t/fgWAHyfuo4k3lziM7+Pq+fr2l5HAephfa/kKAF+T+95xN56+z7DN73yKAfRm5JbPNUBuBdTWMj/3+9cAvGu/X+vzkXMqC/j87pnjNc9cW7i/AsCXI3FNV66N3S2/P1Q/xt2W+9LHuvR5AdrLPnyZ8rPxPVtfo5+XTJ9bpDyAi21jvGygU8oGIJ38rvcn4G4FgGd2U57lzyO7tDmVVfk4YMyArX6agveu6+QeQBz9Wp3e+3Fcgc/x3pme3Sb3C/t7wGC9BQBe27PXEzvQ5oPKLa07AoNvBYBnNrZ1atS4AqQfp8Nj2jhH5jqlk1MtargnIGYGY1fweX5uBllmXX6IfZEDXT6HoStrO8/kmj4DdOA8CMPpUwBg6hDjoFMUSyadhOrW+NR13VwB1AFkeuz296SN1KADADOwrZk6ORoENHnQLoBh9aMVYwWN89se6Bt7oLm9a2poORt6IHAk5M7EGQCey5V+LhuAzW6JomMHp77r5/b75NzZFhB1zza2/u9BuVv3LXM706ZZx9ZyZgD4CFROW3bgoUfNDqH+pNywI0adOKdxPLcd7TEfejCAh63fcgyOFH2Wt1PQKUVz/fkdc7qdnmf9k4Omn5/7ne83AEBjZiUQGDb1a+2jgCvSqW52t5mfEwCXNMWzrZnlFNuSNoUxIR3uO/ZGoMjERp6CT9Iu3T0qh+SQY5xuqTO/ZwzlQJzYXfNYbP2F5Yl8J8ZD+jXbonVeZAxnEE3aUmOaO+Qia+keDvkJAB6O9mYtNTAppmjrkICKvkN2lmu5HqUnOC+3NmpcOiXztB5gpFyOwQu3ewQJ2dlPG3xPKh8cn9u8jBOzy1EfsGNK0WkgKnf6xclPGWaSmvG1Hx+nprQODABYdrrsSVJub++FWkRSyU6LHQAYxirbHwDZjH0AjYzL87oDln47LfZI/YzzPOOlvdd0jiT1ZwACM54Bvqx/BpJczs7pKwe25fu2mK6bXax6lVq5AxFyPyBlAtDATM6d6AZFW78DsOcuyuro82JQYqvR1zigNZ6958S2i8FcgJfum+3ME5Q7A8AALr7r2ACM78J9LzYcKZ/tlE/Qkh3ybts2lGJdrwCw7vas556JcTtsvtrYAHD0yn8G6Ibdxp2ZAMBO7w74CRNXLDbA0r5nVnO7dMJpdwE6wxL294ApAQPGuI70s2pL67/u8ax6Db7trzWwbji4gN+VChs2X33JXchzFgTYp0lbLLCv18Tvvimm14tv7n72UwNZOYvwp1Omfrx79eq19bACCgQw830Bl2/FDGw9AhipW0+f9T2mSJN2vS+wifab1dj72O4H990yBIgpa4r0daNieY4yj9FXpV6ufwMeZj2ln2b2dmrW1gHa58CUkk8BrneVChq99HixH+15rBTeMExtT5SSWRNJs197tTev+a3aTiwHyyH7SLITKMUs4wtIg1ZISgLiDAZap/1pkF/BCwXmFetYTHeBTQCISW3OnKh7rMUQpr1m9s2gDrrBfaO8hw5SB3c8O6W57xQF9Hr9CrkVU7XqDINQS2tY2DX/aHtSjn9TghfbmIInRQC0Vs/qD1IIc05/wdjVY+SneAsQWu/96vXHu7/5mwJKPzyrMUXPEZR1lo+TCTvN6zZfsdMlEN+5e3mWTEpbWJjIHoCM8li/ANsJ0CAzgnS+ygA8T1CR5xZ7lAbhO0AJEJa5gV3J3cg7hj16oDuGfXc4ASswfhmHfM/8VRnvPTYw6m130WUDwLXKcoP83f/xr74vINha8KyAei9nBtthpwPc+4xs0FUpzNtOa41p+X0gLW9vjgMAo2carw382vsDAgAzbwF2sx76PvhO/U3ohpSmzwvVnLe9viocRetI6YaaMrIg0DYyJTCnCI6J/8Z666xEOnssV+bwnljIDXrybweNyDRffuo7bKsDe8ZckL5ovvf+nrW+AVUD0bY3WhqnsmcAGKX+8z/7zd2HSt/twAhsuddq3V3d42D76+8DAGtWdx/WzB/MWwfsOHg+gSnYsrxjJrg7nL3WuAveAcow2fVb923eyyUdOQAwADyBO0khPe8vB0O5M75MB3oHEfXZT/2v9Op1R/ovflHgb223BqjaOpuzkJ5tfZkZv/X9CgA7tTXB4lbS9WwzD7h0ZvJPHepDv7CeWxSr0EEAZ+enuf6UHXHE/3bUPul9CeoMQXCTbj3BH+i4lOBI+U+ePfp6dtQc/X6fMNX8+3t3PDkf0L7HPvrJAPAjx+Wx7c77X3p8r7XzseN/rfyvv39ZCawOo7W2+wyr5/eVCf5lm/+I0h9pGLeabwSAd5jtYwHg27t9DQD5CgAfj981u/pwANib8ds/8TocvzOcj7eX+KWe3BwxvZH7UvVQ7qyvc72Xde7sXsevAAAgAElEQVQBvHWdGmbrIWNy1LN9PZdPfGr5x+VuANHkLD5sVav1QwHgy0hJb/DjMN0cXJuztQ8ABwDwGJ996mGtGw3g2YE5Ntln9fjOXUdU+xNHmw9k0o2Y9P5TB9MwkfR7v0PbN3aE3z1j5q4pgSLrs+fP9ex4Vtx/GLls2xnwvJZ+1O5b2Mdn/b3W7/l3t/E8XbXHiujhPoS23Qhzdu7LaodPGcmM82QfVoA3Tub7bEaeiYNQ7cw8K4dDHKxpn55HE6XD53bgqM2JYJ/7GrbRsaYs385sX6TdBm07wN4AAOfZFXSlX4oAb+Wc0yVv+8GuP07kS9BoMB41W+OUYE5Oe8a5jjk1dgBsGBpz39ZgkkgFB0HuzJK9murROzA5+25knpvH0IAG3hzbFtuN/f4wDAWnxQSUcRkzAGwHj52mK0CWfqbvM7B2tseOY83z5Xi/uu6/5+f8/gC9NoZD63SctDwnsKjvNnXHnPpxm9eSh8EvswKndKbNoojsjvQ3TjaxYawQAhaiCpmXYRDa5awaL4obOtPAHm7vje1pYN2OVoPJcfLNBc2OHpc3mBma/w0Uy9FWP9PuDRxqQC5zPqlSM05eL4eTegWAh8PUfYxsYn/CMCIdbYBR9Yk7QsvBbkbRCLrYxqiFqfIAT3DE9XezPqqsdmq9E6AZJ7HbQ3szn1fhp7zIO2MBqwR2idrb9nALtGindwA8M6+cLllpggVGO2Wy2l7/47d5zuj+5W5M7hCVflT7k7YwTKjsV+QUhfFGbtb6mMENAPlUzk3vPZrJjQ4FSO7vt3GougMAZz8xz+N5LI7Ow9HHoS+lS0sGBd/dSw9bpwsAyfyzHHJnZAMJ3MGpPM2ZA6QUBrSzPj1t1qTueKxPdO4D6U0BvADG5yCBslkBMKyTbd/QM8KJGgzb1gwA2ma3hVGXO0apX+AhbYD1KpvYtlXrdP2vnsEOb7Z9coMCVn0TB3/pzjOBtgZNfEfmsU0Yd5PCovK9t7wXYFLgdtVLebTd6TYBAWGTcw+nwflk1LDz3oy/QHG539nzxOmrARLRizD5vJ6Mfb/vau1xAKJBx+VV9v7Cd/X6nlbe052Uhe6IBQsgDJtOaXexQQYkzNA049jfN8LZaYppH8+qkgksASB0ylFk6jEXIIje1btmQBuQSx+dirZAywaAs8YFTKcr1vGa0wo9q75/+/7uJy+/ufu+UkKzrwHDfUfaZFJB9xgamOr0wtjLqlJsfgDRvnMWHukzycP7L+SBPJ8/e1lMZuwb/ayeCJgv0Iy7TZktkM6qYUmBvq7ntuf0vRn3E+Aj+1rtEfBdbUTv+PPjd2ZjK3t0gXQAwEiJ9M+AtexV3tf32BGnU/e5hqHXkiuRMo+LQVygpwmnTkFOfUpFrDuoq3/FGgac7pckmwCRgNyZ0/4L4JfvFmbF9H3FvQYqTf3IWuAxtczpu/RXACd1efR4H/YvzGZNtQkItGyRndfV3PFrUJR9l8GzLOwqteoioAFzo7lFAJ3qMRj0qtKHU+/T6pfuwa533mHbhLKR3vfu7q/+6k2BsWUDih2rJMZtAzwC/AdoC1M96a7HdQ2xc7QjskDnnaHCex+vGd4HMo6stciElL4GIntfIcBpAMDfAXpib2tNMeu3A4sC8k22KimgYx+xl5QLIMd+UlczUEYxzFEa9Mqi7MAjlVn2of77N//7CwHANGdsDZGMdettsYCZG+id5Nz6LX3Rx2XNtlQZBJS615qgs89UvlQB3a+/0E1iogDvmY+RfQJTpOq6a8HqQxuRI4xqPtu6y++b78CKBgsZxjLvUI8yJKFHYjHbD5B1Mr2JWyApnFVHjwHzalrqpC4wadH7mTGbsrzXSrCWbTIfAioi6wDAiFEBXQx7KaoCG0pu//f/8+u6C7jGVPsP1pv5+hADvti/3MdLudj4ZB3Z+jXt4SXSPtdse5feoiuderXzeQcZ8KzuSq7vAurmfdnFDo5g3Awq97hove375DGsOjt5rRtBogF3LaP5zLFdzdDtfv/2N3cvv39y94//5KfSQ97Ifwz7R4JaKL/XQurSOlxVEJAx9mhjH6NK1S72uUnBHonxfnxDeceBl2mrgqu25dk6N/eBfwf4HaXO82wzb9vP0YvtPJN9t5uwK3/sHavtXwIAvua83qU3vgJkHuy1ZplMxmf39faPx75/XOrn+/YrAPw4WY7F59PG/3G1f337sRI4OkztjV5bsJOKrr3/2PZ9uffv79f99V4eQC+fv6/8+f3HtOO6dH4MAHiGvLIhuN7SXigXYOta+9dyzxyit36f8q6uobd2aHvuDxsAnh2qDxbNI16Yx3V2GK4HhHWdGvuSTwVo0+jfPgA87gUdAX5n+5iH2ucvAQDv1pOJ6RH2L2Mjf5gO4UlvNoG1FPAJAHA2/Suo6YPtOBzcp36fGwC+tl9SV/vQPQ4TQ0cfCwDvmZ1Dd8cYGJS1M75t8gRu3scC3svqNgCYGuY26d/TknjEMD4cr08EgDdnbBUaAGYGgEddw2EyHxYVKT99jsZnltlweA9W3y417smB6eL+204BfSQL7y72dmk94MaREPnrje6LHF+J4K6/r+/yrEFAOxBxpAZsGutAMzwW+RwxnFP3fQBwHHBHwJf6cAMAHNYywMNazgoArwyDyNn9m3RbgQF7Nq8dV8PhIHkFAJjGd27DkYxnECGOkH074hAaIO9czro2RtfXZ3huBoCtw4sThSpgrglh8n15SoGIM3ACgA/npvRlMIUxvQGI5nAe1p6Rznc4fNb25t9JFz2/FyYEz+DwnQHgM9l4fMzukFOq09hm3CSPmR04AcAsJTC9PCcawKwyWMeUIl4erQbputw5OGXWCzseDUTz0X2kcTy3M3OAJ5bPqlfbPFkAYNqRlMjRpZlVOafsiz6o7CxGPbDRqTXAYQWAZ+Ytr27vAVYpxbPvZrXeiRc4VAdwsueLQAWjcjsAOAECsT+8LWfmAUCoOzarKwBY6DXO/zBv4oimcoCXMeZt97CFEzBsR7oDBGYbGplGdiye/I96+E7MnC2ooYCw3ueQahM9xSutviZwoBfBj0ugD3IQY7IB4MFsJB0obbIYjwBgvofxKj0DBGrwPf3Q/qs96SWl7e/RKTHnernju7B6wzAK0DnPy4DwZrA6jTQgAO2cHdNuG9bA4OmTYmZ77sB69Z3LyDJ2NcqitnnQzNwT8O27Ys0WdipWAEVAJuyL75R1uk2zAMOgsx2w7jXTCydzse6Qc7WsftszgwFMFYBQfTMjNimUfSdm0nu6DbnX0YELc+AVw5aUpwaALQexpPu+cYCgVhuBVPRTdgKQpAO2SONrWfneXeSclPaeh25HAGCzQrFvlh/Pv/uhAjkaT35SZe0A4P5hW7uaVeo7sZlnVY5sKPeovr/7oz9+IYYitufdq1cCXjJ3xdistjBmAtPVF5IeE3xm0P0bGKUF+gComiFJ2lazG8VwramDjD4ACovJTWpZA4jSp9x9LSbk2KtpTgqEwcYZePbztuNkoHj+3HuYd0pvW+MBKF/PqHbS9KIjJTfuJ5YIdZe37yN12mzmdDRV0hfSAVtWrFcFp3o+b4w22MXFxH9ZoLtS3vZawFgaaPuuGaP0xfsOzBNttA5wBzB6EWDDOpIgpQQUIW+AZIIiWL9yLyh2WeCnGKNpfAcewWzWGkcASe9xug+eHwCzDibabEXvg5ye2QFdSrvd+6YEnTyrIAcxpTs2z0ENLktrRJnmv/qbN3d/847AUa8n6FKC6tmHO2CHFMgjk8Mdd1ELAIVpXuWUnGDeAjLS1/luYEyfAmaaVUgfmXMKrOl1mHf8cQaNAKXMWfoFiKxP75tja9f1kk687cAQ+sfaBfPdjHxS5FqvrLMNUKtYA8D//J8WS5Y5W/8ZsGYd8RpJ4EdvSWzndeb2Tss2h8w13Y3pDlhG0LJygFgCoKw/Yyvg/S0BKP4eoJEaUFXmstYT0qOzz9PcQk48V4E9jcRi3y1fl6GxJBNGveN0zwa/aUeCOZCv7AuxnFmILOztPM+/nJJ/BK6zFyGLgLZxtKd+T7DSlsa4x81nwCn7jfYfzmSiTAT1cZttTwhkonqJGJlV1Yj23wsArjWU+7zLdimoBFupMfS4JoDId2tbb5jfySzSI9T7jMG01jpdzzsDgu2Ysrk0+zx7OQLymF8AujMLGFs8MqAYdGbtyR7NewN/Z7s0wN+cIazilvFsV5kP3kcQaMZYvr/7k39c4K/Y4dX/Eg5zNdl5VI5sinubP+mfs014D+1x6Sul5kxXk02PvL40AGwdIuDINeYajdS/91/s/QPzmKq/nxMAvuq0nlLjpSHXGMbTeXV7Zf7Lgfx3zz32/cNKP+OXpwDwZ6zjSxZ1dcyvVH5tfK61/bHjf638r79/WQnMTqKjmo4cU/Nz197/sq1/SOnHhvghJeycFA97EVNf/+1OA13C52jXeWOuAaiPZQDPNR/ZotW+rvqy6tdDUnBqAb0RMD6r9yH6m/4lYu1+FbgPGDwCHc+en12ko8bY3cfa72tqfKv+nD13Tb7X7MvavqPyXMZ+HkUuZ3Ia3/+4APAAvwaTVQeM7sDRvYnX5hy/jzQ7RzbneNRP2bJYrr0n42LepcSVoafDINGayzzN8xcO7EQDb07zo7YmWnVygvtcq090ZO6PHXoBNUaZt86fdZ9zwaZd+3cCMG/lHOzF94zp3Ju4189bAeCzeX0Bhm8ys3MwINwcCDAAFz+8gnhhfCUl5QASh01LvbNe05cdOMo5vh1KqfPMvq+r5gaUcChVRL8P3NGHVc9WuxOdGd/nsD/mz/htjEkA4EsW7ehbGEU73WzFO2vHNp/quS21YtMtcNodgg8nW4lNlsh3Mgcp42g8z+bnoV2ija3Y+/G9dBCcrwc4zg+YswcHtKSUPqpz68vMesIGzfLuOxyHXBbBTQ6GbR5td3Xalm36FKBmcoSsThLZ47YPc8Ivg1B7oHV+d5ZVnEZpjxxK7cWb+xaH6aw/sy1Y9dw6MDI08Oysk27P0Juke57nU1hxM2M45ezGu2UgnzsOXFiEqo//9o7qcSvimSUbjhfGI8Bo7IAcbAFSG6ybZYhjd14nRjBSg3s46xqMpdkBYzSWMwNYTMKJqaA+mrFzlH7YjuvkIx3OQDPUbf8MjrfDC79oq2fSR2tMAFwaFKZNOADnsRWjoh10GQtUVXpDH+45uM+2ZdaHubzVPvDb2wJYN/ZuAr2kPHake+2w7TRDzQBMdNlTqZ19U/uio7KfvZeIvrjPA+wIWKvUw72WiNFc4FTuXJzB7jC91Ki2EYIV2sZusu16c79gmF7Zv8VGm9Xovr4rB+wIBKHTTjXrqpKaeaRCx6kNA5DuOAP0WL9meacMGDLzWPnvrhtsEBCGO4A1F+TUZvyt95ovrI8TwGwg0MBwxnpmBwUwy/uDGfV8a0fWXMoY7CYzntA8egTYgWwyH2Wzql6BdvS55MfdgwCcdrY2eAH4FgQ0AlF5Q6a6V1Kgh9m5rJWeT1gUWLReC0gnClA2ssr4jlv2ic9gkba9j255KGyzUhbtZ88DQCQmLymvq25AZUBJ9Q8wo/7kvQF2OnBKcmzHvdqkQIWkGEUPKKuZot1fwAKnInVGC92lKYc+d5kCfvO9mYRidhb08qzun022h+0uyp5/BsjbFssOG5CV7Oq/b3v/oeCKagPfwarF0a++MmbVN8bLQR3cG+vUujTx2bOPd7/8xXOBP2LI1fvPn78s/aw6qo0KHquy1e7q8tsea+QB29cANczep74XWWmASwbS52ZvJjW8wCXGseaFaLrWt+1O0MleCuRiPmhOEMTzTgEiBGTA2CMfgZjijI9wYWclCJOPuSodU0pu/BBO3az7W6lTaeo15UseBq3fKbCh3iQApQAvyiVAfrfXRT9J88v72u/5Dmmejy6p7Cr8aZXFmkHcSti/MDAdGGDbwXynD56LZjDDOCYIJuK43PvOZwEHUThDAWXBdi2dIkWy9DuKSdptg7aYoOcF5io9cGcyQKdAAZV6nTWAdY65XOXx2zPaU4AiY4rsSc8LkzVI5VN0uKr6z3/9qtKHV3/eGygjOIKiFSNE2QoAYj1+Ugz0uuu3/qc5IwajZaHUy0r1bODen7IFSI0gC0UBUFuNFwxkMXtJtQwon3MkVx4EIAOstS2xTbT9nPdRqy2njf74uTA/GScCeVivzMD2HJet8EJaTXt/96f/7FkBwAQgMM8MrjHuKodxogusJ9v5rvW0a8We8Ts2OWspgQcJznDAXq+tuq/X98jHfiAbtZu5qzT/2LcOSKixE3b30XfE6l5kmsUcoV7AXQF7nn88q/lQf1fGn/qTm61jQ9Rt7LjWTBXc8vV8915vgIj0LeeAMF1haOd+cP3eAG5GX/ZRE9KZU8b+trWjqkLXBUaL8cucAM0cYy2b6CEtAPjv794LAK5Haj3JflbrPsFAPNZ7nPVMhF7PZxMDxCMY0HsHr2MMt64+6E267gqu//g3a6zXvk5l36xmmhjAV3Kp7wHxAwpHJupKyWoFgPl+BJQ4rbyZ6L5XWLr9w5u7n/702d33vyCACDsJ+N3BZ913r/tWUJ8Bti2YZOjAqgbLZUzdMvSDu9L9Xtbw7AEdoOLfrBMa7173syYP/4bLjN6n7/dsjyX7o0DVmZihfWAXspbloer2fgkAeCb17vxM2z9spHafEyZwt3P/7PSv+wTFY499/7Tiz/TDVwD4cYJ87Pg/rvavbz9WAuvis5Y3b2KO6rr2/mPb9/ne753Qowq00XaMVz73AX23VPY52nVez60A3lkJ196f3wtAOgVRDim16FZ9WfXrVkA3Bd/6/Fm9D9HfGQDeRj8qcSHAzw8A78E1V3htfb1FA+975tr4R/6/CwBw1qLeC6tb83dzP8f3v38A8EOCvh7KwD8Deh8DAN+nX+shaNuYPxQAniqRI3QD/0YAxX0A8NEm/Uhf8t2nAsCjzD2IrbmsQ10ONp8PAJ4BnrndPqQMO8JvYX5u9nUSzBFTdQZ7xQCCPdFelRmsPgOAZxnnjsdZv1eG7aYfi1IF+NEB9AEAcKKKL51g5wAwjo7V/h8BozxzBEjabh8vHOv3W78EYniw4tSex0gO+3bgzuBBgKDYwrnaGTxIWSuA6/dGCs+zfm6AQVeQqO20f8ybcVDfy+E6ALwCv6tdSfCCbMoBABynnJk6w0F3scddWXfTeA0AKhPHzrm5n/cBZfNzSbm8dxbs79Q62n/PoNkqgxUAXuV+NB5bCuDNYXG5Jw2wNOvn2s8VHI7OeZzll9QnFnn0fzht4ljanCfCg8ZeSg5WHIWwMMOobZBCZbdjz07BBpX7uf13uVJgDlAyqDGDiJKnQAKz8eJAsi4BmA0AeJU1Tny0fV1bAIz4fmbctz9r+t534iZ9ZcDfzEe8w7QhgNhIz+f5JWaSnHFjvsUuzAEfR0DwahcyFmY37vdLG5ha9TiVqJ1ycZDRFs9bO2nd/tnBOlLiki5RdU/qt+0PGvib98ABeAVUzesUDtwlIIu7TAMAR4bSh7Kpa7rrAIeRg+zKBADv5dp38dGvBpWkhyV2OWD7Xa1/1S7dS0g65fodGcVmxzW3pVDMXJEz32Mo0Lyj3KgLAFhlTEFTSd1cIyXA6h3O46qbNNjSJd0XakDIuuEUjyq/fifdsOSyAfjWfTGT2/Fu+TiIgfEPu2jWG8oYdXi9I20r4PXTYmo21V7OVOtrpRAvkFD/3gJFqmEArgK8wtgdwRMqs0BFp352yt0A1gF7Ur7v5TSwpG6XjQeMyx2N2DcBQwCmBV4NAFil0tNqSoFoXX0Y7IC9BIAAyAG0elxIc9yBDmLmyd0vWZudZlBS86Ta77tA6/1ylIcp7bEy65nUqQPQM9D7tBh0ub/XYH4BAQsATLmktga4ih0Qk7HHLSA5qdGVbt5qoLSlAF+Z25RPD76DydYtURkoTo2XUrojuQZDqBcZ565qsiG//B7I58Pds3rm+5JvZd7egg3FPpU9hd1nVjCA6au6J1cF1VgBrmtc1MAWZ/9j7Gmxh95Dw3CW2AGupM9hQroIjQbAQECH+jv2CxAEeb0T8xgA3uCLwGzuyJ2O9cj8zSts3g93P/meIAjS91rXFSzRgOPbN75PWftb0h/XmABc+tM2VZkCDKiC04ixTsYNjX/dSQzzfGIsMxdhPMNKZCqig9gypwWf/QLemwDMhu3NM/lkPxhsKP8eIAUZG+iX5wB3Nj973hd0aJ/UZwiB5PyH/cau+o7VOZ3P+5o/b+mnQP2aF81sfw4I1VNE41HlvKl04egAQD7MewWFVH9JA/3Xf/vq7m//vtL3flMsUtk1Byy8eVP3SrdueK0vPS4mtYDJBi+LllnyrDuM60+v5b3+EFgAgMt4sL/YGOO+gx2gCn1WMEDvSdAX7DhsYpsX3+98ga1I1wx4W5cYown439bF6GDZptJ37E6YugrwqqKZB4Qn/Mn/Us8Uukimhm/qzu1vvsOedWp/rfs26h/FOB8BkPO+QPuHXk94lnnI+pNAgaEjTo2t8qpBup6hz0DYcwXMtGXAjr15AyOfp2tctFcjMwP2wQxelMPnEhjh1ecaa8kHEJ7gS9ZRxFllPRET3Q8qWKZ0KPPZujoAYPWT9/Ru9hqAtWbuS+9lCy73ZJS07cG0nho8zNqY37S+eHJYPHNQCfqGTpU4/q9//7cFAJf9ZkKrP27P+DPSdVuzL1/358k4EtkHCM66BmDO2qa517ql/Zb2q2TOYC80ANHU6jWd++a9tvo6hHHtz3buKFlgB5HqkGnOKFPgqPbd3g9/23f+/uznz+5e1j3wunpBfeeZZgITvDAZU+tli7XtCu1n3+FADS5L77PodD77ZtJL+jaXOZ+dMlybTodo0PZ8BYBd1hij+W8KVN4o9NNZpPe+8V9IT1vPtYxN5aU9X4QBfB0APujYVwD4eLR/x799iDP4qCvrxHhod88myTbR2k4+tNyvz/92JHANADtyQM0tu/b+b6cXt9SyWPPo5YmRPy7xSyjzgxpwS0d3z9wK4J0VfO393cJ4T1fOGImrft0K6KbeW59f9XRzLD3AAD4KAN4dWo9Ax3PA+IjJdmv7rzG8rynUtfH/sQHgUwat/W367A/E4zv+dpTS9lgm8iYc/HQtAOR+gPm+9lPZdL7YztIPWfMfCgBv6/a2QX6YfdoHKezf1QHtpNz1e0Uvt7m9nKJDpkf6vQdSMz73j9O6jxl19/2I02FQjiNFIo8Dx0U7ThjAQ99GBKvKicO15RMnwgXQPHugrkzeGXRdHf1D70YfAgDPB9JNH3ActpCOQAMOXkcA8Mo4PgKCI0exMXCStNroANUNmPVDf1/ak/4oIphzqB6xjFfQ4FjermgcwAcLqi0Gv3Zrhv6tAHXktbJq15TCcdBwIJ5lfLSfMtg0ABSYAAHq49CRjUOHNqemyz3LwHFt/bhkNMcB5HLX96Mz63tn5UTWG2ibO4uXyb7tD6b7eef6j6aA9bPBv2ZU8m8c/nKc4KhrR/7Yf5hRJJm10NL22W5tYClR7xb6pjdzW27Zb6zBGGu/ZqDpvvLmOTbvp+YxmoHAwQqpOd3zhOj9rG+zo2fopsd/sATsaN7SQvfc4RkAm4zvrg2ZPXL07BmrKwM478EEUb09l3FcKb1kf7eC7xvjoZxvNqXjztBhvwCPBwAsuS/6FzuQVOc4tsLiM3s17SIgw07tefxmhsmOMVwPhf04y8iOZXuJAobYeTelBW4Z43Sl/XIKB5hsD/52B2E7HDPuApZ6jZmDfGYQmuHMfJz1JfZHMp+YKPlezls5Z7mrj5S5/rdkiD4IrDbogHNZ+kH7AVdqfNzf0T5zlG1jtjnQjLGMCwxCPrDJBEpPdsNyk3IiMZVN/QBzpMdUKkIgR9h4+q3XCTnKaaMd5rMNj1M5487vMDbX/bFd0HKXSi8yRgJPAQOF7sD0xVEK66zZTK0/AdjlBCfIYRrHrAHILWB8goFoj0Au7uZW3sxer+vvSqVYHfC9yk7RKcaV5pTbwe++03Xc35sxpI8CmnvNTRvFDEJ+bQtpn95pndS/GzimDTAEeQcgh9mjdjRQ+hSAXvIi3artqrDgah/Ay2xHBByQ9rd1zClUnUZYTMX6H/W5vQYQzMxlLoVxBxidPb3nMkAbTCEDwM2w1S/+ZG4xrgQUxDmfQJb8W/3qBQa74ns1G3jXPdRmLdMnwLsPhZaEjRjQ0Sxjp3KGCeuPbTDM5SfFELRMkKEBPjHtOk2p73+0DiQV/Ta3A7q3PtJegE7upSb9LOJ/UnpkENOBHfUjXxqcR64CVAHxOi1n7F+N2Ju3r1ovKgCGseKe5UoF+k//yc8N7NR/2Zew/rCmBHzANjBetOdtAUngjsiPMVEA3OSCEahZbDMHv4hgLKAK0/ziJfO7NAE9EZjLPcfjMwM7OZqnaOTxVuxjyie3MXO9gDcBbA14CnQ1MxT7AXjP1M4dwKkpdkQ6IRtVZXGXKHqaOY+tEfMXAMbplbc9X73iwBXk7fTMySDBM9wVDAPzfb0vdrE6aXYx1SWQw/bLwkc+Yl1ObOtL4HgPfimtMrEL0guyC1gVbCMNdGSzPvbfTvdt5ibMcVLfN9BNP+uFpwUecqWxADaGlzLrvzfF8qXop9Xf9zU/tO6TNriYtqjjf/4vf11yAVR8XvJ8Llvwuu4SBoyVjlWZbwroNdPZdpGxU/pf7hgvOyD9bVkjijd8Lxqyge3sh5Dr8ycvND7onGeiQTMsuEC0MhlJya57uqvxMMk1GrIH3H9tndKdtPUTfwZYjb4Y7KdfDsTxXtW2l33/s5IBXPz/9U/qGcajhC1yNRkNxBhOQE+0fe9/kM2R3eyUxABrArgbq1fqbY+RUtaXzitTTfXULHLfPR7glaXjaaeiTwp55qHMXA3kD6zhgJTojG4QcBr9zD/E+ZZ81QbVsK8AACAASURBVOoftrt1v/cqDkTBRuQs58A4ZO2gBqdnZg7Mqb8B2XOPsNf06Kq6qwAFjeN08A/Iy1fb1Qo9MAq2YSz7oaSJHudFA90KGBQA/Hd3r5jTWh9tMzS3G0iVdvX8TxBS1k+qjF44SMmN9V7IwVfjPOAAKb3TgC6VeR22bI4+DjQyi5v/BADXv+e9rQudzv0KaGnGbwcIZf+NgJ3a/d3dy588vfsHf/TSwSyiBmOMvJfNfpqACtm/3nsRAGYZ5ew+9hzue63tunrGAd7eC3mKug17f8p2ttquABj2TPoAsNzzS9kBdA4ai4sZzRjLIb387DT2ri/nE83z7K+n3w0AuxDLej8aXwHgRSCH2voFv/zKAH6ccFeFXkub5tTjKvr69heRwOpYWiuZF8ijBlx7/4s0+pMKXQxNbP2D7M90+vikNhy99KAGXK11BVJuBfDOCr72/vzefcDUVwCYHUCk9TAg8WgMZofIfUpxKwB8DZi7qngnD5zZhzjXNrYgTrEN/DqvbS1vBVCz3rBP/30DgHdzqVXkVgB4lV3G/RYA+ILVVg3Jgeuh+qONbo9lHIPplzbqjwCAcziYgfgZOJ3/vh4IjqKyZ3mv+5jo0WDHjcMJ730qA/gMAL7U+ABL6wH+WsDBvqS1nZkvM7gVxzJvHrHDVjDzLH0oB8i5rKRnkk70Iegs4ILfzcYwEyUH64cCwBqbnjSfEwA2YJt75M4B4Avgd1N+9ySyG6ZuROcfWb3IYZarD6ANNPSWRHNLzj3LMZ/M/wApAyj3Q7MDI//mzw1gXqLHt3p7wlzb/x0BwHKK4jCYOrwCcFv7MzE/EQBWX+Q8irPPOobjNn33n2ZlaIzuAYC3doWldgJcz3IC9Arr8Zq8PFc8Nnvn1KUjL20Ja9bvzKnHxhjnGYEkmmct/Ti0JgCYcnLHadqBMy8fg2DtlIJh0kBMfschZVs/HFBynAU07Xm+6p9sgBiLI6V4o7g7WfjO1GZQauxG26g37bPtnuZKPwdo9aFBvu3dBvIDbqXf813XMIM3u7TZmH35AVwi33m9swOoU0fKMdospKoM4CWA2zz2uEXjrAqwqbkMn26Su5zZ7aAT0AN7inm2yQPFnlLxxvkop+I+9foabGNwynoVNmjaHoZGHIkDNOzAqe6jwTkDyAFsfM9bgUOdVjP3A+7sWzsosWO6p7MddwDAsnUCUO003OZD/cPskXHPKoxJMWXkCKYcJkvPqU4JH2em7mCUg9FMNjlwNyDWDlhsigFTjVY7ZS/39bRry4ohJo1TpTI+CRIIkBbnvJ/RpZplyw20yekNIMdv5TAHQHTaSgAWyzRjIB3t8YUBFuDSuu6yEoCUvVSAbacOfitZqT3tbJ5tJe2zE547lwHJ8MIO+WduWidhLpKWt+4j1P4AJmmx21qGefFJAS/ci6x7SctA2bkP7AAAbLY7bRh9sV1Xj6inneC+F3SyCTAu63fAATv1zQR1inUziJEj81KpNOvv7woIUoaIXgdsR0hV65TAuupCzDuDJE+4w1VQUPTOwQ+2AWbG+t55pw7NPaHpE78BXDEWvpeYFLAGrQByYV8ayGp7IaChgXzkrxShBj4BDAi4yDzMXYUae81znPAG5qMv6DFtVWpe9UOrpQaU1M0ErHzH+kAwCnuMrE9V4TOCO2hXAWqxRzxPP5HRR6W2L5Cs0iP/7KcFDPwxshq7cWaErgJo9pnuyq4HGH8Asw81F0khOmUvlRx9v3Ov1wB7uouZ9htw//5n2IeSaI07QK0DnMbH85nAh+zpvCYmmOTbkrftp+2oQUQHO8j0ly6Rapp9BCl4SQEM4AQALAb4tq4O5hzrLqD6dzXW77mzl0COZk3LTtTvfOd0vgYsGYU3xSBW4IrSHcNEBfD1GQ0AXGVKx8yANgDsNZG20n6nwcYWGQxjnoRBznO6f7eXUcvXwTDP6h5anp8BYNr3DGCqnmd9EcMPW1Tf6zxfbdnWSYFvZk1ytzPrlu+yBhw2mNxm0YPDnISN/5ogl2KOkz4WcLbAXLHkxTb95u5VsUb/+3/7+xqD6vezl3dvADRhmBMsQsOrcbFdBrYcIMJ8173apLqXDXOAhJirALqdSSAAMHYLcJXnFfTb+wQCCmDOk4oWncD8JI2zUpBXG8iMkP0Ec00prTUmDITT4XpbZF4o/2be+N+9BmGn6ntlU2AK17g/qb7+yz99cfctwQcCan3vM3o4spc4wARQcqf3bdOTul1ALvaH4CAGogOtku6flPoJVpFNLp1TCv8OSnEGjYC2Pt9/+FD6TSpw1ib6y/xAPwtb/1a2dJxhAYDD0JXp7n1VZCIwHz2DzboYAQHwyKr+e1p9IIV75Ov5455TbEB55Oo7k11u9n8z+Ms7I0B0gMfZ06qOKjzzKvuPsLoxNX/256/vXgOmK/CUhjDC7Mu8R3C/EoDmfXuCItFP5ojmUq9fXmsSRNcAvva+Dsbhg93NOp5+ZQ+oyZwJ3jqYZwlUQEboTvYkahvr6rbvMei5AsCqp4Rnu/Pu7sXzj3Xv+8saD0lx6yfzB/ugWDMZ+NZL2V8z7D0e3ssl4Cy6i+0jWFBrZu91JMd6dj1T7YJL6YHWzVE25Q//ltsT/7T2Uth5iWukUJce9SZzPl8b4G32smytWe3b+U97ngEAj/74b79dAHirHamNQ1O+/l38c97YH7Vv0ukfpfnX2velAeZr/R8Jc76MeK7Vf00+X6ZVfzil3uIwuq+3WQh+WxK5bO9j7cxysnxwRx5b/1GFc5uulX+t/dfev73DtwBot5d225OzozNvsEDeAjxpAVwMyAw4zczXsXA+TF7X58/9gIqjdsfnEhA7AnOn56fNrjcRe7leG7NrDNtro3QNwDurf633GtP6SA/mts3jMIMC3miOMb0AMhf9uJBf9pG9caTOGYSZD5fbZrieOQOxRpvv04t5zB8GyJ2N1+z0nv+ue3++0OcUNGbj+4CF+z4d3oDoHseHlKv50g4r50q8lMVZ3bonTBtzOzbSnahT/h2A17bIguY33yPVG/d2vO2d+tnUj3fWMvb6/zAg94gd6Lbdb2/chr1Opo86wHXHBxDZTrTu/A58mTowA8fzu3Na3rXszMU59WeKnJnA+T2pm++bXWc6u0WwP3CunAVMDft3/1zI+hVn7lp9DtD3gehylq7r4NEcbD2UXCcH42rXztoy28awDKPTcQak3NVGx6Fn/ZrsdenTOqf3v/vZOdqdf8/sk1mGDxm+ud444wUKdPvme3flrJkWg9n5mTrndjiFqOfGcOb7ycg3Msuz83OzDAIAr32bnTRrwIqdCnIL7vYM+3GwrVrv7nKKQdeGb0gOdkCC+s53TBJs5bsU0c+UGUcSti+OoKTKXtd3ygoQq/GcKBP6vsFJuXzbQXU8tnM6SjsYJeNN1xPZP3Qu6Z/3KetGObMzbR6HBJsFqFjnnB18Y42ZA5jymxknEwNYTItmcfZeZnMqwhppe8ufAt4Ap5B5g7Ex53GSR0YCN3Gs6TI923SzHHvdaceXsiZsTI6Mr1k1ysiAc4v/kj5UOjHSlke/Zx3K+iGmcZcdvTcAbK8CYE3Gy40ctmELKhOzgz0ea/kIupDOwG7UPdhuX+7eQ1YJJpIO91yQnZs8tXx/tJ/gXeRmEGroBeBA0oWGVZX+0wYB5/Hu9RiHPRlQkfpw/G8AWge74VBPW0i3/LFlBIALcGiwwQw0wJQNyNwCSaxTtuXW+Xlt2uYtGlT6BhtO/T+eVFVOUhw0GNn9cqDLAKXm1wVs43zuUmPnZpujcVcK0JF+fA5cmMvj/e9Im4tsAU5JNVz9d8roZpb2C9brDwJhUSRAr4Atz2BM1t6PMqLT0pWWvQAc3e/bdwhPOpMADrHXGgCmPU4HShtIV2zg8HmlcBYLUbZrOIzfvX9dYwMgbr+p146xSwFsgA3OS9x/y/jYCW0AhP7C+FPAQ7NGM584J5O6GQYpDnOc/+8KHBygi0Hq58VyZP2iXblz3DIssLq+E2Bc48J7WeewyaQfdnrsrGW9frUzXQx8OdSL0ag7kD2vkSfyJp3zHDSmdbTaq9S89bsY3Rozp5DdwEXZUSydr674RkEKH+++f/Hx7he/eCHWJ/fmWs9LTqSfnezUWwFIhhDMbOR5RNRrRAJJa7zoH/JGZ3juxYtiST61Ux4b8G66c9132U7M6Ab3o7cB4AS+TvsF+mWAh0YwjsUkLaDPARp1r/GLDqxgXQUQ1RwzQMGHgCMap/tAqwi9K1vmef8EQL96y9gCyMNo1Ic+FFiCTqA/2JAXL2ttqDooA3YsfX/+/CdmAhNY0kGUkm2vO5vO13evX5WssQ/MT5i8AtBEz/T4KTjDQVg5SvA9NpPgAljmG4MScJg6te+qIvit5IQclQJc44vN9Pjaxj+ptnsdCahneTHIBHUQMOI98YsCphnTN69hkTulMx/SDP/mV+/v/q5SQX+sVNCFOd79ANNeC42ZkrYptqfIy0ATmQUAcl2fwaQWdP0BUKx9Evsq1qFen3h3u0O+13mK/7YyBVCe95+Wn+61LnuR1LqUzrw0QOmAEDGPtTeD/d1DPe2r+UZ6oXvKO7DEEUF339XY/bt/8/3d+wLJucv420KCWauZZ0m7j54oQKeBr9yZSrl8977A6LfQdKlHAQTcP9579aoPwBZ5CzCHWVq/J7sA6blHgIxTWidYirEG/A1T2nfKu/8CZFVFMzm1N4rO+j51ArVg0LZ6CpBmgFjP6Q+frO+WGnK0/iYQScEaAhpbxjCSe18ZJqqZtX7fY+ZBsN3d++kEamff0QsDd4XLzqMrDZyrLTUG3Pv7Z3/2m4JDnZ7925rPNl37/e0M1hLs46CWzmjSfWPHmMCf3A2cfVDUxYGTXhvVBumixzLnoXUNl2x6H8D6xL+d0cC6rLnKve7tc/Ea31lw6jfGQnIWBbf6WXaLQJ1/+I+4O71kAKu72y6Z95yRvLGj0fluZ3ZptEN37ApQrk/2R3PQ0s69MZ1Fp737fF4JAMx467wkW9bnii2oO9WNANroF39K5tKLnEdGI8a5cbyxnXc3/+Ro51zuVwB4lsbB3+OoO3tssZlXSvv8P19r31cA+PPL/P9PJT7UYb7KZnVyfGnZXbb32PDd3o7HAiCPrf+opXObrpV/rf3X3r8uqThbfPB0fb+tcT+q7zEAsNrei/5XAHjIIlpwDTC+mP8TuHqoyZOTe9abxwLPa12zXdgDtOzUp6cvpst+fpytt9m0r0DLCgBfn0154rcPAM9ty2HsVgD4DBjbbWIDpvaXY34Nts4GuLYNuWX9icPL+mO57YDVKzp435jMALDO9osCnM2HUb8P+Hkt+8X8+6EA8OaUPQnsWMu/Vd/Wg8XnAICP+joDvEdA8bX2njJc73lxBYDnvu3Ka4fuHGF7dgdwqoudCgC8ArrX+nP0/F6n4pQfQPl9a+u6Ht4KAMf2puwA67O+Kwbi4MBj0GAP5M/9XoNLNgs3lZVDfwCWmQEcIEAASZyn7STwXN/Xn+ddj+1BDsT6ZgFX1zG6de8yy8YOizBguuaO/OZfm0PqQCHWMZvrP7N/kUOcLUkbe1TWDFRuejvJD0fJYLbtGbyACGsbVoeDwPQef56Vo2xbNj1mMwBsA+07dNfzKc40AOCtHwWM8Pe1X3YstsO1ipsBYOlS7ysyl2cH1H587fqJTTDQZSef39kzfOd7fWdmY1IMz+DvBkJK1jimR7ljvo31Sv2cnEi5fzffb4zdia2htve+O06u6P9c1mC+uj9OF2em1uqci44EsGbe8f7876QStFNqbJr4u+xt/RdgLnPb83AESMy6mDKUshcnV71vRuQ+4IjfGWugHZiPMwC8BvLp3+38S11rW2G6ikHVab0l66md2zyr7za5tg3iOQFtsJYamI+TdAMlN2b3uLOWcnZMlxrPpGsO6AgbynNpMJ8zp5RSWYDU3vkYfXwK0CxHY7VtAlzDvJSjt5km6V/kQu/nO69XcxVwWHfVVj0JpMmdtWNuedwUCIcdFPOOeZw2m9XstLN2+Br4aZbNZE8yVwB+qT9Mt/Q39mG1274D2/JjPgcABsxUys6So9IL90fs1Xbyv35VYEmnb7SD2mOs+2h73ZrnIw7jtCft3RjcNb6q27EUkofTd1MeKacN/JtJiT3KGdoZCd699126AFtOTz3QYd6d+72x9QVKw1qCnVdl4jyv9Jg/FEMU42xAsJ6R3gJaclfpAIABdHgS8A/dfPHihYAjgX7VF0BPO+1np/8AgBkTAhXe1fNPdZ+o50pYZBv7fVsAKNtgIraUu14pQ+nts+YLWIFxSTp1mMn+TWmbqzFpC2u+GP8SY8uy+qt1v8D0n37/7O6XP38ulpjSxjqKRW1MEBIpmCnHHLKeS+iq5g2A8hjL54CCVYTunGUf0MEJ9OVd6x13p9JO5DED2gA51v/BpPN4XtpJC9Epid+9AwQueSmQ59u7n7x8UXU7XT//AwCkGMH61VbkpbTZZU8SlGUGo1Nt00uvT9YndBWTyLOYG/pm9p3TW9NCdP7V61eaF8+evRBwDMgou9PzbmYQ7tYg4dEExfluW/W4vkM+AH6Ze06Pz5rA+uk1gYfNnK8sCNUgpS3vPQjBATBlX1fgAHcUJzjAusA+BVl/JwDYaeg9n83k9JjSruzXXhaYT31vXpeeCxwm+MR1whDn33/9d2/vfl1lva+yubu5hKhykKvZl26v9iu9HkjXAM6mfVK+E1O7Ss5+N22a75BXX+rz/EkFZpAaXR/GyADw0/qej8fY/QPURifD1lY6bwHAzcxvu5b55swY1ktdX8CokvK55sH/WQDwu1cDAKZvBJJkDrI2KyOItwK2M10+PgVSkCvlfgcqWa7Owsa+h2zrZJxw4A5p1p/UeBrQJNDCz/NsQH2DrcqgADO+GZ6yJY3u8SdtMvvW+x4HIrJOYqMNnAeAp7ncga09DXZHV1+0Lej9YQt++723Pvo6QWfvCpB22nQHhMNIduCDTTnbnZx3VgBY+wTWSdqg8Yg8Hfjwbdvp2CPajnz//D/WvCyZ0S8xyxcgcLOpBO5I8d3/ZBZJACCBGs5QQeptpwX3ersHIg3O+lnP6/25a9x1b1kmU5Cu5Oi9l98fd6YrZfUUdO/1wPsJ7Lvnk234kwpC+OUfPbv7yU+QJ3rpDstmZQ8UUBr96yAZj9Mcpuf5ryAa9LH6vQXyBhRu1rDmZQcVMjaz/3s+887j5jYNAHhmyGffdXT+Y98zc2Zn38l6Hpu245sc8sx6jjoHgD+BobsdtlDSa7hDZs7v+J+zMI+a2jbtR+vFtfZ9BYB/tKH5g6h4PjB/SodudaZ9StkywMsEWOu7Nj+uzd/H9n+PLn1qLx/z3jVDPJwID61lBki/9DiftW1d0PLc2fdH5Rzp0BkA+Xh92LaMN4n70xnA3oCt+r3Oh2uA7jXm7U2duOGhi43JBQjvQ3E+D9W3edzmg9VazmDmHgOwZ0y6yHmV75wCcm172uQyHbnsMbOTZuhy+yfqd7dvdoreBxTfIPh+5Khf/x9778JlSZJc5WZ3vbs1AgkkdAUsgXisC/f+//8CCxCPy0OAJJhRd1dWVXdd+/a2HW4RJ06erK5qzfRQp6cmM+NEeLibm5mb2zYzF53YBA2n9LUWr/FJNnXW1aMczWF+11j3pRvn+7xhaxodQN1rfbyVSf54CvnOM+f6Nq+jT6vM3nLw+3k7YLTxO6jmyUPXMoCPAHDauAbgHkHW43iPfHuWGTtB9SOAe5YRvEoOrbdd6+exP8f2boHE4dtrelmbxIMSvPpMb253APAuOuS6vXGr0sE1PlvziVciGSkzq7U30jgA5Cjcr9d7HbIqC2ybwjgq67kjgEqfAu4cddPOqdzO0V3pqe5L5CEOjGMfj3pdm+sB6sz5iaNe/Won2uZAw+EyZD/PHedyu96dnVm41kGdfTNA4CPINMf+0DozeY77cGbC5wFFVsnMSwBY/dz6YAdc9Ev6+dCcnPFTxmGH8lw/FnB+bNN9sPNmXyrMgI36MuerHdbua5zGSy787qnbmqd7LdkcEckI7PZnifM4zo50mPo3vJhswOX8t44WQAmYjGN+lE6mDWc+ADKYGnbqLYCOUpoMHacLzjc5X3Yl2P3cnP91prYbXQnJZKjEFqNUaGfUKjhgzdEuk3VMbvhVY28H6bGqhd8XAMPOsalH3U/eZYBA92+BUp7jZIPkfaIh7xMdVuZr1mACY3BwT50waeJMq/0aB+DmUqumx6KL6WDH4lrjAaHm+NXvAyB8BpiH/mfZEsfgH0YfAMnjLPfpCGQV3VkXOvM1fyszN57lupiM32SmJCAgU4kMCbjtT9ZRZwtBD2c7MUd6X12bmfuzZHTGjJN98mDaB2wiN4YPZY/nvMThbifs4j9+P2bSRrfv9YnPR41jOqWAk1nlMrUegzMyORe2wK/iFcptb9NHSUbG2gAdz0M7uuTS0uY5y57bcwltO2anHRYwO7S1fADql7wJj3mvTNI4pRm7gPp6N+d2Zi44b5IpBRRIBrDBEsDRrMl7Hg0PByBzwBE0J7C0AKp6FoCGuSW7EmDLQQLMNOOPwxnwcK3f21rNRTmhyYjb2/rQZe5lzPddLlpAdo2jgEyye9mHcBau+cXOc523q+Mvvy9QzyWl0aMAKJuebj8wvA5QF8Dc1QAKxFEm6aogkvt0pq/mf31Hm4DpfEdgg2RNc+lxMUfmf87PLB6u8QIouuQ1mb7+J6CnxunsYxCA1l99brLPL162OjR6ruzUoniVigYg+LpAzF/8os5/BZuGxCp93MECBdjc6xBRl6dF9n6os6H52EkPENbAez0L0Ggh85oIhQVQE8zCGao1tdwT/gNcBlBTmVjZAc7627JamcdkeOf8SgX9kCHf/Bc9Qd/rO+gCKOx1HADGmdhgX9D7vsB1shRdztwyAZCvMamcvTMk6StZ2/wki1k6vu4tzFm4Zj2lNp5XZijn/r5581prxPPKtPecAky9K75Dl9n2Zt5VZrzkQHoU+ag2nyvAx0AYRKOdt2QbcxZun9meSgICf4v/WJMAe3MGt0CiXl+xv8gShe9e338nfaGMzgHuZp7evuE9JSuaM2djSgf2fEFH2n1RGcDJduZZ3Vs0efGCMuZc+OGOWJH/TDnoH55XBj5tLn31AlAc8Hh8rGcB1J4VaLzfCAaEFm+wBrQNBr9wdnDmK2ez8q6pywOYAgAjG9AiaxJyzZjhM4IWOO98y3TsktSA+GTiM0c+K9hZr/dFT4G5dd9Xdc8//6dPKwO45qzP/k5VEpUQZ777LHAHjfZZrE0DyTxANXsByqzX21QJRvZG2yM9L+YdVx6AP1+/9pqiIBplgS4fF0+SRboLCmugmFdLv2v+/Az33QMu13foG4NsXrcADTXfZG/XfKX6STLkrSsNYGd9VIWPgzsG8Bdd4IAvRsnZ4C7Z7RL/OANiJxnQliqpazwny40+q98LAKbO7wokoZ/1DLZuPfht6cz/8T8JSCDAwO3z0fjGHkq2B8A3wRTSceZLdFXsQTJrbTMQ5EFQyXENWr6o2G/W7wmsXPuarNnOpN4DyVrLWO+rf64mYftKlQKaBhrDqPQjhqy/nz79/u6P//jrqoIA4UyXLwYY7f0AiLvfabqt+RXvti3kYKwFYn/RwRWyg1WWfo2HudI8cWTCydockc9amkxgiXzmYfjyUmUlZlm/qvt8HQDOHnfen3fewv8+A8BDMZ/9GqJeu23Y0Dda+mm+vtW/Wwzwsb26Nf7PJaA/lsK/3uc/FvCam8yfYiTH/h3fd0s+bvHvx47fjpdf56dX/6td+PH9+20CgPfABs7DNsQO4NfR6ftj+MNOs3aCnUzPdKodgS33a58VcT61HwEA52wyGV6rhB3veQwY+GO4/QgUXGZh78f9oXrlOE9HwDN9/qkA4Bn1HUfuHry5AQBnYySF9TgAePL0Q3MixydG8wAwY6w/ds5vAcAXJUY/EABeYEQb4L9hAPClvlgbJca+5v/XAwAf17msi5ebjQYItEmyDvyUADDt7YDEdpqJz7QRLlqNJcm5CetzBjgfZfmooycAfCb32/1yirrUUj7JoM3f1+yNTwUAp5zWyjS6BICXc9aykE2tVpVtznruen05ZvRO/ZmNu+c6c56fC9A8A4BDl2sAcPo325YjnHe1DM/N8xHQvVY296L/AxjQWI/IVHc0YMKtEsuT5y5tygZphnEpJ0M7b3I+2VHnxqmieRr6iz4FND7ObehmJ6XLQsdZEseTfxroTGT9WZ+vj2mfAWJHibMx4IIjALyVRcOxhzzjHFGWgPsxVyccaOGBfQb50I+MSdH1fS6kvurAmc60UNaI2l9OQv2ea+XwmTaEnWYu05qyhBm/58FZCEwD/Y9eoQ2+TpYhz/gsP6+7R75zfxbQme+nE/IWAGznUjsSLwLfloG48cZc+zowIrTRu4Yzagbiy8FGlmWDLNszyAuOr/6X60cAWN+L/zynKjvbn8m3pv1SopE5ytNGr4lPaxwGGBbIl3uh3wSIz3RU+hNdEvliLE4Ic4Z5srK5T+McugAGB6Tj2VnaMdmyGd/UsTrPUs5YSqG6ZDHP62zcPrv2aDfr3QRaAIo1HdNvGEjnIMrRbYiEwAaXGzYIbr/nolP6nQotT6svAATQnvGw75xrnUoriy5kvAGa+GxctQqg0vJjPZO9w5I38QR8R1lhgUdxDOfell85U+3AlTO+xqwSxPW+t28LbAXnVDat161j4EGADwULKDNrYzHTdgTKTJswZ5lK1+gZzkJ16XkBrdV/lyL2PCSQYMtYAzAj27ozQgE65fgvYMDn4/b8dZlM6XsBS529rGxCy0foql7UWJPJrozNugZAD3CquQLUlv732aDzIx3UZ3BGr8ef5zXAZ0xHZvjpc45ptwCa6tP969cCzpzdbHDapYZB2wAAIABJREFUyxZzWTxfmZA8R/lMfPsqE9uZz9xlwNHynsASZ/U1mAKdG0iMDjCgaCDFc+zS8VwTwEJJ1+qPQNLqb7LrbBcYACYTTzJZ9+oc1KIF90JznTda709AScbvQI7sY5y1Fh7Bjvuec4LfFg8oK+zN3asCgf/279UzgDGiCfm+JcdV3vdtZZE+qS++IHChM9OVPVr3sc6/EMBVIGK1RfUA+kbAgd/pMtkOYLC2IcM6JWy5RBlkgULIC/SBpjRJ8muvQQqkAOzWAmW5I8OU90EDEue0PtfXbwA0C0yjT2QYBvRDcQiULd5DDp+pogAl+s3ffAhISOYhfPm6eIY5ACSkz9hS33O2sLJuAUYZjwFG7BZl5HVgq6hY/fm2gDplVFIWmTlTmXLuo4elb4o+zLH1OpmZTbt63iAfLVmnoI6QE/Qjl8CjJJ+iLSXuAcCbHoyNDNDqJ/z1rMYM0JzgSioR8AEsV6BDz+ezArVRhyRxuxKBz1h/Vn3+9ltNyrKNq0MvX7oU+5u339ZY611ffHX3F38F7QhigN/JWHVggABA5rQIr3VJ650BTGghy0KVODpDXueuWm8wdmjBnDBcQHzzTAeQdQatSlmjE5gTgb49PwXymhfImvf538Hw3lVACB9kORUw6Ae8AkiJngrPfsf74dHSDV8XX/yzf1L3fVevBADugB/6hxnn9bFBVk1kzU/xZOx9BRTIjvC5s+YZy0nW/WcdFME8G9hPSfiln9DnKpiAhkf3kf1O6fCAhy2LalgDpa/um+aFYxqgFfxZel7rEnNEIFb3Db6GnvAHH52HTklleKXkLTIE/SNbogMVIWSbWb9aRzFHfn8ygJHgzaaUXl36g/XC5bFd4tr6exuK+wP/9CKJvYZBfl86+z/+fwXYVxl9KTfRt+kcexHbq/Wy9ejag1jWmkilB20/u8x/1tCtI7TdQT4JxvARAXu7S7PUdEgb/nvRZ9PVNd60RQZ27FH4aAtgLL5G139dlSl+92/f3X39NW8gaAd7qV7eAHD2WYTCwGFzjyCWqH9rz2zak3QjHUwARAfF+Bgb82iCWo4A8PQBTD/p3q8WOng+0D8z81c0GfZ9zhi+lgGcPVeLz8X4buF/CwD+wIzfK/vryRe/Fb+HsNcGM/Y5v5bx3urfLQb42E7fGv9nAPhjKfzTPh+F+FO95eiI+tTvWf1fDsv5jlvycYt/P54+Ywf7qQf/qPaWA+n89o/r308FCD5qaCcLep47LvS32rswDNistrM1z8b5+FieTpvZqJzNxCwxeram7uir0iPX5usQethu2OuO4DhYR68G8LvG/CMB4JO2dnPQpZAugV735zLScD696HCUz2vjPXfcrtKhGyB/QyEcAaRpPC7eWxuaWeLF48r8+ee5flou9OVYtQP68nOc9/XuOEZ45iILcjhH4tTdMsB6czkdbLfk5yEAWOM8BFJcA8yu3ffY52/18/j9kS+uGe5nmccrAAZ+9EZrAt3ZzP04ALgzocemcPZ9Gfy9kdgyuvZ/LznejzzPhx2P7YXPj+Dp5Kl5BucZMHukNVlNS0baqdjqJ+XQju08BgCmzTMQOEDENQB7PqeNV8vn1MPHs+Sv6d8PBoBHKbhJJ+aDzd4qJ7lodpYBnGcnALvTM8NhrvG2029tqq0bjsDrnteik1tnPWAyHAOp9mvganWut/P90VXH4JWsvTmb87he5+zMCUTt6Rp9u8ZiJ4UBxXl279makvss48sZGFq7LJmddcuR3WtsO19S6kxjbDA37V3TW3nXHFccJ353SkgGAHZG1fV132+a4/HfRMjP+Wmd3fyibzbAI23Yr5ryi/N79IkBZJf0ndnFZ64GAQ0N1JgHVmcoJZo+h28zRzrjt5UY37n8pEsoWv77LNtD9H6AmwkCU25SmYddhnQCh6GMrwFUGKzb6Iw8d2k4nWF8OGPsjC/XtT0AnLmZ9qfGK4DBfGyAZZW608XOnJgmTPb/lI4FHIoDLWUQRaNGweP4iqOXEox8dC5lvd4JFw7Qcem9VT46WUgXcjkMHGdt9fm9ZJylPKbAyeuVP+jDVhqaYXZWkuRgA6SrvXLMSn/KwWywG2plnaLf2/pS/cfxGTA3jlifM2nvdUrM8v44L017A8A41bfMXzmQl926YGa1vAlWStqqsk/rH5zQAkk1KXHU+hEDXaTfuRyh+aAAYjmmk0GJM7cyt3o8khGaj1yga2reBMhJXgwA5/sAoirRitOzPeQTmFcpzV6/WZuSbZz5FgDUpTXt6G7ACuCpsugkm2SndiatMqeEBkVHLr2srCTxQ/SM75llFnHaZ14MNOFVl5ZQm2S6rRLtAGLOcuSj83gB7OoautrOdUrhZo0wAAQYQh8WcMy4DaRHD2lNboet6Ujm8cqMT/lMATA1j/wEVHlbZ2DSTpzwkrMG1R0E16VxRYQFEoTeCUzLucP0h3LmAhUBIxowAeAV4ICzv35CkwVIVx+KrwBQoMX35exnHZ1nfd9XP53lVm00WD1BZ/rhwCMDxJt8NHgLOJBzldHM9N8Acp/hXO/kY9534BHfzaAw+JozQNn/6Fzt+n7qJs1HMv0CtEA12gNR7d91Nutbj9NA0/sCgb+4+8XvPi9ATxpdpUHhCdpk3pFG5tRzQ+Yv+oezYTnPu88bhdfqWZ2d2+dsJ4Mc6gLmAXg7g848TeXx12SGNgDuq+6zMgShUS+BZG6zDN+DThaog56jPQDVp6wDBexR0lhnGQNI1/Vn8Dti2BnhPK+MToArZdkSjBHw3efqet3xWD2PBvKdVUdmcPWjMvICyPl+A/vuuwEVVNTr4hvkDMCSwA1lPMIjACo1Ja/rTF3Moi/qAtnVzmJ21ivPK5NVgQIOjAndBNDUmL79toFAggWqTbLcyQBEVZpnnSkKLV+UbrXMAg4CJNZ9NQHRD4CfnPWL/aO1Q2uWA3X5l3LRjDGyrzNui85vq6rBd98VQCZeeXr3P//ir+++KcD4iy+rJDZneot21Z8CnMOzAtTE89bDZFTDLy7X7GoDT4q3oAddoRy1gyAMpFv3oOOKhvUdH8raQyOfl2uA0meZtuxyTnWvlQpEQr/12cHIZ0r08zxrIDMJv9IHf8gorWeKNb4uWv2jPynakDWqABHkn3Lz1i+SbxmTWow1B/hBnj3PGeIlLV0MgyMKcgyAeIg5W+io7AVo/rzPTI85yr6Q8bKekbG8Msa9juj8WGjQ+0vNo9F3AakKpGxdju5HXtQee4HWU+LvGmMAYNYl8V8Du00YgcoOTFHzxRPLztp8KOIpBwtaV7pCjcYsWTO/8cH+nKX1E2yDvZQ9hjJ2sX+qg17HLdv6veTh3/3ZN1UCmnLWDpZJJY0EgqnKQp+jq4oeIPdtezBfKSH/vuYzfVmll23nrL3TqhjhfZR1x7LVHXAVG+pYSjrfiRbibQcGyqYcFUCYe/iPrOD3dZzBqwrC+L2/82XpcGynnui2y12GfdkU8SMESN0C9BQM1IGry0zb5omx6L2Sl+atsQ+SrmodGzvAfBTuWD+lH9Weg7c03rbTNEd6bvlvZJt3O3NPmvVzviF7wn0VJ9vpD30+A8AP0+d0IucjWZhuNPOTfX3GaPNltxjgYzt2a/yfAeCPpfBP+/zR2fWp37Y5SD51w93e6v8yQveK8YYCHEr/7M6Pp8+NF/xEdFnN3lgBPiJD+ceCv0cH6seQ4OhwSlvXrl971/H+Y5ZmjJPZ99xzq80jABwHmtrszVMcbFxjA7I5byZwtgHAEwiMo/RTAsCO2syYPb4TwPihifuEAPDlGncGhN6S870czvnN/GiUNxa0awBw3h7jbwFoKTkT/ZR++Of5+r0HgB/WQecA8DX+30rd9GZHfWCjqOymNeehD1ceI+c/VwB48ngcyttcjkjMhwDgyMcEL71BWvM7DXs2cQJIDqp5Ojk2h3hvGo735u8fW/p58uvkw2NE9scCwBNIDgDsZLqDDLMh705NgMHzU5vYbSO0f+4so9fjwbl6LhszszngvOZe7/K5VRt9joELV/TDhwDAAsY6s0sO0e7rBggBmm302Y9hAklrg23H6vxkc54MQG0mR99zxmlotTkqcCDLGXEJIqb9AHjXggTOdOh0Gh+B7NAg7dsJuMpbHoMyMrad7PakTfrk+6zZk0azjaM9crxvtnOmV0XbBwDgjEtniHVQ2dk7dhPYf+zsDXiz+eIIqnJ7nH0fCgDHgeTA+dqxMf/NTskccLU686JIDZ9o3M7SyvfKnET+cK7pv3bYp+QaTrWWL8lcQESyjJIF23waEBgALE4PlcIr51IyBxIoEKdo5n86WOwAmzCcnWybbun+rMwYMgmiBI7ylzOK13rudUNE6ey/lWF4lgk6+TYZ/zMDeJPdpkPWZc52xFn3PZlCZbfjnDUgbWemHUj1u7qynF+8j7P7+F5ZvfzrzKHQi1EGAHZJRsqwNmAGwIbzMuuhghecEYHDdoHpgKZdSrvB6k2vtH7a7Nqhi1xy0mCYs5tW+XHp485aOWYeS0dQZlVgIZl8duJSBhHgw47sLvGMo27QRxm7AFdNp8gV95M1Bp8BPKGHxVsKilu8oGt1Lz8NKNohG6456mM57iM/9KvBevrA809VPrKzinF6l6PTZSOdefeM8pFddpes0GRYmp52LPsMVe8dUjIYPpFMVlsCHtrBPgHgra/V1JZF3YAxz/nelA0GPHJAhoCD8KgUgI0aMi3xb6q8aO0DADgSWAHoAA8+KUAvfG5essKLsxqwUN+HZgE39ZoCEwrISQnsZPhbxaB/KNtrmtARQKf0lbG+pXRwfSXQUxmMAcQtMyqNWnzsTCYAJgCygDHOgtzOINx4I6X0u1zoFqQQgDQZsT3OsVwzP4A2mWsFSlQPAWDeolvb4cyTBnyQT4NBfHS+MKBOlzB9BjjZnLjpR00NJXvf6F28HpAsGfKSmwKzAKAIRrAMVonUAQA/5TpnHbZ+0dxXQyqX2zynGWDe6l3SVbxDIB8gqW0LEDvtK+CVorUc6PW7QRDzRXSPxsxEtryZesyRgxAiM2TmrYAFkE/vrQOQxFaKPiY7XNmXX7yrM4GfVibwy8rqpWHK0pq/lXWsQAZnbKp8f/3+orJfyfaDxN8VKHpfNP2y5gKgEWCQzMB3ZOMzC9UH8b+Ad2e28RxBUyqfLT6NTSvUzoCmyi8zB86wFj1LpsCA6ReAbSoGKIgBOv3AOgev8z1yz+S0/Vzv5Du1U/dzjjDvhbddnnq/P27Vqesx1zlzFLBWWb2AjOgmziGVjCJDBlKYLrL/KentbEIHV+i2+v7bb+7rnnHExFbm1WXgDf40GNR2VUhE26w7335D+W/eh9CTlWkQmOAP9OAWQCn9UwBw27XwlbIzu1oCY1Mfi9bQx1A+7/bax7sAZ1Mydup1KgPAX2TNo6cAs9/98KQygf+6zkYmg/Yr803pPEB33gO4lgAU2mKKXNr6idoRgIY+AGDeyi8brHdGsNcIwF+vv+ad5wUA0/H7N/fK3FXwQn0HaM94CBCC36EDmYteZ7VydFl26z3A5mVvO3vfYt76pfiJDOB//CfV52pYQRM9V+gfnXfLar6dwWugHD2sKgRk1BcYrmU3QbABHtHD7PUQA9HegJirBNQYOwuX8Wq50Xrl7Hef+Zt9kMstIweeQ/iKzNiSSwWcNK+3/eIKFe3fqjdTBhx7Tvqt18GnVeJcGbaoiF4z1HbbNQ4iIgDBoHs+WY91HAn6TsEyHZxYtMg+L+XnVeIcfZ4AKcZKIIba91yoDzUMBblVSXY+xTEVDNLAbA37z/79t3dvsfl6/YRvpIORYeylWkGeV4ACdoTP3uXZVGtwpRD1s2iUyhQ5LobrAthjHxYvxma7PP7GY01QDf0HAPbay/qwKvfMyiOMSCC5AGD7ptABVAqqHUfp2i/u/uiPqv/PAHA7IBFbsW28yEXmwQED+wpfzEcCCbhPMZywqubVTzoD1z6wNZeehOg67edlH/qZXN+YgLa9hPV3XZkE+ddRNGtfpX1N779iW6nN4Yc4AsCy+cd+Zr73WMFsfud2k9f8iTOAtw3kfl05vv83/u+W76v9zKT/ugZyq3+fAeBf18z8PN573Kh+6l5PJfap2z5rb5OHbLB+lP4Zu7OP7vSP6sBHv3U1cGssH96/lfm2z4S51enw2jFL6NZzD31/5pDl/sfy9TX+vAbuyhiN06MNCvePRfwSmFwABaayPwY42ohon5L2as28KXeoVuf0fVAGsN+FUTc/iy4ngO5pBnD448cBwNflf+9YnTzlfjvaUvTCUNottCsa7yKz9bAgzrmadJjza5q0EZbne36OGNI1APgaGAJP2HD0RnUPPq3x4VXJuzJnZ/JyKQuXIFdodjbvMoJliK5SmtcAYM3DAQC7fL+vPCZDd2XreH7V/gBZ0/bZfcf3fgjgdnz2DFDSGDCkj4Bf+ue0KGe1bRHvpqGfaflIJtNQq9pAHK5vbLbLjmtaHu6/tqHY8XO/L+1GXOZ79vcf5O+wgZhA8BEETjsG8ta4j3QO6Kd5pkNNtxVeMp5oAFhO/bGhC48sQOqaPnNbj7E3bgHA13h8x68H58VDz0y+Dp8dI9ZnKcy5juRs0YwtcpvNaK7PzN659iXCeN7P+CcAnD6tvq2MozN6pv3MVe45y+SlzfBBZMfl/sJ/3lgns3fyWpwKx5LRc563gJZimv2an6wR84s3ySOwqgVk2g/znm2zP9adfD/ngt9nBgzydizlmftxMulcwLFGPYZf9/OztzEm2DvPx0pFgvDSMbP+EiS2Y19ATf0U4IdDtJ2zAXi3CPp2Jm9zj4ODM1s7mAgPigEs60tn5C4nDO9KVoInyA4q09MOZX+aXnJY7quRAIzpfukhAJTWDfI3thNOwRb+Pqpcjl6VnGb94Xu/K9U6cKqtjHKAHzsEAbOU9VkZWQHEkiWcEr12BM2AjL3dFLC0B6cglWTkzKzks4oKybCBdjhK7YDrkq7QuxsVwNtn8dnpxFmfBtslL+UA/gFHr+TBdADAIUM4Mv2M7JGgctDGXmTzrsZop17sg5TgdYbJyubV/fBGPxNZiHxJ9jvjTIE+DYxOHSMuaKCX3102t/kFZy2OvAIUdd5trx+d+CfntPQN3RDPGSAXAAwIxOGW9Zl6ICV8bYd4rOJz6YLFo9EHtgEa0FLmibipf/osxYzbIF85wwUGkMXr7C6Dug68kdzRt9YTAihJ6+lkrPcbf9lh6/7n3FEhPjVFOGjxpDvTNgDspoM7w0bg68hgQVI3uxOHsUotVjspC0x27XZ2qEEozU+BHDjcPR7kxeAV8vW8Mr9WGXYDMmTiud/llO+Sm/AzPJpSyfAZwIjXD2f0KgNTdRld5paP6CeS2zFNmVwDa65A4OyxNT/iF2i9zUvmZ79WKOsTOan/RE/SMqUTIzvOftzWbnQfOq+64pLe1T+yThkn8ik+MaCB3Mx1AIc4fZc8dBadAoZEW/OUgEjJLRD3lwKIpY8aDCUD+Ms+81RrMXNb9BWoVr1i3kIrnlP/5IC3fWqnu89UjV6njLTPpmZMBTIo07pG2PpT16FBrwfObnLgQuTDmY3tnK/rCT6QLKSUeD232WUCwMjgC2/vbb70LUCLKqZ0Ce6OFNqCM4CjEnDms5fdZjL39c4v3929qjNd/9bvvrr7qnA0+I+5kv5LpSrmHV5ingTEwaeuIqCys0WTlUFeoEmdjasStQXUMk/333ZWMeVjIR+hUQQ1uLqwK0YgY4QvUMKZkrkwEnpuM+qf3L0RP6IDvR7Bn9v6Wk+jzpRtDBhan2Rnox8F/tSY0D/O2uSMW8AY5GhvVzDvCnTYMv+bj4ufnFFu/QuIvYD7LUZsA+Mls8okJsPXIMk3Bd6SVV3aowGsBQIt3nOwAGf4SoyaBUSr6ioZ/pRwBthEfzx/Xu94ity3PZnS1OJnsu+pEmCdCK+/K53hdcTzRia17IJeH6xQnKmsIJguV53r4nt4XAsNQR+UXIZDWEe/uPvlr95WZjDqotal6gtnzcILzsxfFRQIzEKv2F6znrM9AA9Q4thBKjC0AiOZU45SiK3EWlt9p+w/8pZS33mOABJk3jYOgDNZ0T6PWZU0hHrx1cp8X+t+y4AGXTQj8IwzgKuc+Z/+ycuavWoDNiz5kVwVPe455x1dgH6rNQB6P6u5AZBLqWgHB3lOi4usW5TBXzxBInZ1SWe3s5QRWCUZJrN9Va3guuSj973IYkrOZ45SuUEmD0tG/UyQVO4RAK+Maa8B70ouOLfbfAZA57GwXmV9nnvrfWCr9f/8oFYD7nI9VUW2a6wP9TKt4+1/Y41wdjZjBCA0bdENW4AcdJGt3nZCzQtLMUdBYCf82Z9VMAGBAtC37RfbWq7CwnrGOmw7jsAwKgp0xj+artecL6ukso+tQI5dYYBPzumFr1zZAko5mGXaUmsdsYzTBu/lXp7LWsF9M/Bvs/8UQOS5kY1az7woPfIP/8HX0qPwFDw0kxdsqluWNhuKtS1Aa9ZvmAebk7WSvvV5v1LFPY3bkRMnfqo5z2ObaH6WveE7tL5CNwHsPmYCva37ZE57vaXfOrJC9t4KptF9R79Uv3ALarziv0nm81U/92cAeCevF39kEq/ddZz4h1v79N/e6t9nAPjT0/y3qcW5CfkpxvVYB9enevcmD9kztIHwYe3vNxwf9uzx7h/VgY975e7pW2P58P4lGsoL3eOfP+O1D3n+jCjT2JjfP5avfxMB4JmB9qkA4CM94uDc0fQKAGxnXW/GrwCCF/PwCTKAI8sfCgBPIOIaAHzJK48DgK8J5ocCwMtB6E3nBD4eAwCv9+2d4unfEaie83MGAO+yHodMn8PLl1S4BQAvgL8N3x8BAE/Q/kMA4LMM5umkjg6wI/fgbGrn6VmAx+zDUZ7mJnFS63h9n8k3Nw2rBHQ2Eda3bu1o92XDcS0S9AwA2svAfl4eCwA/tFBNHpRMdt/PAOAEwGgO2qGY+Y6DkXcdZeUsA/gM4J39vBY0wsyfBf4c+W4C/sqyYD6ab458Oa/v103L7QrEkBemu+mNvtu9XF+nLg84Ma/x+8z8mfwdOhz19bX18qFnNR9yUriPx0CBDZxlTpthtdHX/cvpLsdEO41nO6GNSt0OAOmU50Yp0axX8u2CgbRTOvS+BWrn+3lfnNl59wYKjc4ECE4U/OznkY6z7SN4P7+bjvSzce90V7wWYpwE2Piph+Tf77CDFzpLPjfnhUsiAzhu3Mn0TXAQB4YnbgcA26nTPL5lnLpfZIO5X3nRwwBwguIE3CgDuByW5QwKP9mBus+80AsaAIbfdsEqI4BjBSP4eUGpCdBLaX/hI9bJ797dL4dlZyPj1IwumADwDPQ4Bg/xLjnS5WwcpUoHXSYvBKCFzlA8Djk5qHG+CYxy1uSsmCCnHSUD5ZSSx0nn3tmZ14CmbvFcJAOYvkUudYZmMmxaFlVOOmtmta0zDetvHNQC+7e103yVz9J57o+zbH3/UZ8d9Rr34rgG8NG9OAAZS43vvjJRNH8AgVAE/gNY5T6ccFl/WmcFAPZ9vj/zsOwVP7TmodfJHlt0F876/M6zABM6s7TU/HRs0o5KrFafcYQKRKGUZ12PU1XO5waA43RmvqC/gPAvl5M5zlHk3cBOZwBTklPgLtns7oNKSErWnbUZ5+ucFxzdk+Y5JxKwRoBpvUfPtq4B9NWcl+Of33G6A868ubcTHfoDAMe2oj1n4/bZxpTjFZ0MdjBHZA4qCIw+NwgYENiZr1W6uTLboKXPFnaGpPia96PvCwDmPznF6/9eV5vR4TxjoAkZKJqhI1p2rJP6LE5c7tU3n+cKDxBo4HMQA1xqfoa9HEBAJYEFmFYgBbw31j/RiyzkYWuaB/cBMppbyaB1g+ZepakBwgv0KWARcBHQCx7S+b8NZpiXBR+LXjrb9gAAK/Ot7gDEnEEaO1tA820AGL2iwBqc+EWDvEPzVO9j3dvRRaAfZxGbL6V/+CcwaO0sBBAf3BTh11Q4EMhQ85USuLFxpK8EbCbQZ+2HVLYT8Ih3CXxwhnHAy3vAS+jEPQW4fP3q6d0f/OHLkr3OXAbd6kxVB8DUnDJHNa/F7gKoROMOzM6QJGNk7VfGokDJ4qPvfunMQ+YCIFRmnUw+z5OyGMmk1j11xmzJDB8yaRVEhQ4DyKz7dXZt6QCv6T7/VusBeyqAVYJeigwAozrTuT4vX36l9pV9CihbY+P5Fy99Pjd8suw1sp0XsAStkU+VlMYWaJ0GmAYA7Kxdn689177JRw4s4Hn4hPNTAcSZT8IrzNPR/dP+og2fR9rAbYPYZLlCQMZKZjRltvnHNabEJaAJNqEub5f8ZRwqRc3Z12QnVxuxXeEjyWlKGGs0op+zYKkq0H2UXnKAoUsUF+9wJjJtMDYSxeuP//XLN3d/XSDwu3r/d5VF/EXpx+cFMln/+lxV9LrHy8+6IL8JJeK55vLWCbKBX6iWEZAROQK4dtl+BwpI/5uxJBNPCnw1wGd+U0UIrBeV1Ya/vZd0yXvKezsAKXO3zWH1iwATVtavi6Z/+o8KmK/7XGbZWf5fFE+9BbyWPrHtgG5SKWkCu0p+vA6gi7w+5Fhb9jniM0qRV5vF9hsAC0APjX0We6/HAKCKuhLb2Qao8eqc4y5tbdvLQToKPiBDFwBUtoOBbwDTxA1q/ZZl6iM+9JGObsUFVRWoPwOfpuJaMrTmCNvH89NqSONen26/LgTAVoCMVb/7Wbe8U2BDVzSRookdHZu3+lTdVMZnDftf/6tf3X1PUAA2VQJ61E6X9K+bUjYcOWa+BACjDwmQ6Exl6JNAohXoOu00V6AQWD7st7kvmTadz9b22oGM5gzxc7uvxtL7Qq29+vfu7o/+3u8oA9iyYlvoadsJapes9Hpu6p9dqeUOsmBcAOHiH/gzsjn4X4FNvKVl3wCu9zl8VjLAmFHSpk41AAAgAElEQVSeEQAdG7XvD1hP/9r/lcxksVrb55v/Q3+73YcAYD277R/MF9nv3QaAk3Y0efIT/n7iv9i1vheGyxcP2+q0V7/pz39CUv5amroFIB/n5zgft+b/1zKozy/9G6PAbjNx8tbp4Djr1C35zjO3+PBxAz7sQh710HJsnPb/CmC29ftGZNH1LrivZ5kC/uKx0M2jBvmjb5obX/f3nMYPOUgfevkt/vrQjh/58Xr7D9F3OWg4g+P8c3CAHm56EHAd4Oq1EoNTLo4kP2ZAXvbPm5Az4GwDJtoYvTqncUDfWsAfmKA97XuD1Dx0BFwvQeKHZ345IR+Wk2MG9bVWL/lkRW7HEORZb7I99+7zclhMUj2k9x4GvdzDi3WYjddQVcoSGhGuPHMGfm189KP1lI1h92lFauZ9+nngkTgLH/XuByrXXKPhHiRdYNtubhWZeznbHsO8vje4l9zZYTFBh1lC8tiy9uL9viOIO7/Lc48FenP/vuqCnRfzfce+XQOMrq43/aJjRvA+sMA0mZ8JiohHplN0bLSu8sK4fwK/RzqdAcdb5K82vSsIQxuxdgpvfR0Ao3n5w6pfXM73YqI4phfvLNBh6pX5O/1Nies9CLhn2ulMmxl9cVDk+wnW7rj7YEcc14T31IGrT7Jsrq2XZHzkE0fCxpu9WT6OX+0WDwRQnXriaFfMPu8zSf3NjDTf8d8Q8tmmHPKAoZvuum4bHvXXteey5sz75UTcsgb3XLKBO6P/i6/bAdHKKBmtZ3SZzvaUnBPAMmwTnD75WyUC2zEInxmY85vlHDyxaVfAggHj5bj1g8nWSonXozxkjiJXc+yRjziJ3E9noPKZmbNudwLBnQk4lHaydn0pa9OaX9PQDtKjPkvGgwAT8QgOIes1s1KXro1+eEBvGJw0TQOoZfy4ZexQW7p6ngsH4CJ+ko9sn92+lxl53Tcgd9I3vx/1T2RZAA92Q48l2aIzS3eXJdwISADg4xzvA6Yuy9Ylu4XnNrBbPLccdS6NqKgOOyvh42SGVz/Fr00bZa50oMLK2DbYq0xMBSVclnjWGtXAz6bPlCm1sqYjw9j33GMH9Dr7T4EUXc4zpRLFq/S5nZo81347kSrA5CqX6DlOVlyANMvhGufWl22szRu0T5/6fQZqXIVglqlUe62fAYm5Xw5MgQiATc7ENZBtANugrc/nlH9cNHDpTRz8b+5d3pFnX3C+poAZyl27FC5d1XtYxwTI+txcnVWcqgNFWwJP8qE/BjcM8FjHvJDz01UXfN4sTl0FtJRcAfgAmgjkRKoFShoEJDNuroMGmlwK+X2VcgVgxekuPdMZ0D7rsQNQGnieen2uo9DJWXyuIpCy0ep/9Vny3Hpkk0Wojl1O5hxlXCXfS59BR/ONr9FHl1imvLPBPUAfMvV03rLagu+4x/SX45tSz9Ch+TEAqmnbgTDIAbLSvMbYoBfyTZn08CFZwaEBdFaZ03o34w5N1xpX4JZKT2deHXQxbRiDhQDHlIY3YEDZbvObHfbYE5FNAwku6R1dAJco21noDpxjGyXzz9CgF5n4byo4QNl1de/Lpz/c/e7vvlCWo/d+XgtMA7LEyOAEIGn+rX4kCEWgYLcDIMGZ8ndPCCCoMsKvi+7v4J0qJ17gLnpfaquXHbLmDUiXLACwv4A/kV3O7S6gtmRIfAS4yXpBpmX9zngojav2rBb9ezUN395/X0BnZdHyrDNLq/xz0dXncLbtJgDRILDnkYx9B+Ywblctgdd8tiz3IeM5y9Zlns2DBnYATQ0wb1Udei2l//QRANBBP17nOJM48mk5aYCrgwqyRsHf9IPMZUGZ4EAxLfun24eHOzgDG6uBY4KHnta6+72CRKoPbecYbDMIYzqQeVt8DAi76QWfKe9s797LDB2WTErey5wwT3/+l2/v/vr1u7tf1fxTRph3A0659K1tLu09ivwApegbaPSuzqr2/Ios5pPs2YqvJOele/HP8yx8A68gF8kihN/RVQog6TWKRlS2uzI7+UTukGl0DqAg/RKwrTXAsik9TfY69Kg+/uM/qQzStntUJUKgqPWuAlG07vAuMta/rzOWq4RyA2zSQWRok0kuEL9kXedot63WwQmyrxTYgB3iYD/kB1poDUOPtfywDjEn4vGsX9IRMAjyQ8WNerT+NPhMMAdrlcuxey+1Ksst26gzMRVU0Ot7tecyxqlSZ7nZPryy/vA5y7ZzkK/wke8zIr/WbjKwobkDQJ4BcPaH+BtVW2lmIHs7PJGgPdkJ4la3/K/+9V/rDOD30LzbcfUan40NEZ0BbD4GFE//xJtt4wO6Yi/xcaDdXldzVv1q0y9yIFuXq8Z+kA2DPjf4nMxj+NRy4H3e3KtK3msNFnBbh00TOPH02Q93v/jF+9LNBC7xhd9nPhE1BXhr7pBvG+Tue9uEsUEVvKiHY8evjNvspfh6W2Pahjruc7c+t38MNuC1Pnrg0rc4Az1Fe+KHDvsrj6lp2f0fQ+kx+wuDxnsAOJnP295+A8f9jPtn2nxRg11U2sj16X65BQDeevuUq7Ne/aY//+ko+etp6TMA/Ouh+2/LW7cN9JUBHZ1nx9tuyXfuP+qJxz63f9+PUYVj4T8Z45mzbN72IZlsZ339uQHAGcORL+YG0Avgw3S91s7Hys3xvdf596cBgNf7G1g6CyD4EQDwWSba0XhZtNsDwDGGNS9t6CQa0QbFMra2aPhHBiA8NM972u8B4OM87wGu5Ry4zQ8fBgCfZfid88jDAPAxg/dD9FecslNOFvjlER/137G01REAng58P28DeSut85EA8BlgeaTl1AG3gxR6Zj8AAD4HNW8DwMe+E4281p2UMtwDm9lY7XT91WAQG/w2zFc7drhmPvfzcU3vXwuEuAUAP8RTkw+O7z0GYhwBk5zht/T1pwWAp326ykAtqoem1zKHp3NzczrJwdUbpAZhMi0T8Ji6a9tQHQR5Xo8jZfGO17g4t47Xj7pr6lm+m0BN3nNtXZWTrc/nnO0GBM+1IxC8HLXNh4f16AgARycdx7RF1PeLAqxOsDS0uEWHCXAd7/XZmCubZPHdOWA/6XWcq8cCwOGhteFetkvAudBF83bQpQYyV1T4NhfKGvBaprPh2olxpJOdJWtTv9c5OKgHiNIOy+0816jROPn7nXGMbmWh8UbWsAJmnVVKoKmc6eVz/EwHHCrJYru23uMIJTthzseiZxzwbm8CwCsCf9qLqwRpnPeh/9JPdkzNsnBTtgMA+7kO5tEfnRE3tgoBgT0vxxJ4dvYjNnZ+7/W7Mj3yfT9Lv1TOWO0ZXEymY8YxAeDMd2RKNN9AxgUGTtof7e0ZIBEdIDlrcDngT0DN8OKU84D2EwA+gr5LHu0clUMdZ2E7AKMjDQAvGiTDjPMr9W7xwR4A1t84nqEZNOQM380Quh6ImbHs7JEGgDdZ4+8ujUg5yjwDABw+UknXdj7jTI+TMZmd8z7NcWdKbe/v/oemyf41AOxswPDP1DlzXdkyVCLPcp679OPik70u4fmw5dYvzYtt7vSPceCon2cAGzjByazCid63vXeGtgE2AFdARGbMZ/0a7EnmmzPH1YfOWkt1AIHOtF08KDBG+s+A85aNp9LvK9vVQKvPyuSTM5YjN1vZ5KI9mcZxIvN9zr4VcFjzDbiKw9YAsM9gdOlonweLXjWoZtrSVwAm220/VKnbb5UJTp8ByFKSVHCknLbOtNrkvMufq9/1TmWI11hTIp2+JtDAGdymt8r4kgldwMbr16+ViSegBlJJrlLByaVldWZs9YsMZc7ePdoxWY+kR1qtcm4w7ybLHLrN4LN5FrQAYioz1AABDlZWuxUmAAeZ+l8cAmNEvwZ+s24wD+wzAZuZ//RBdlADXTxnWpDlV5mGHEPQtKVCRM4B5ZxePvSb+5hPxkL/3lQ2qCpF8L3o8e7uj/+vv90BDZaa6D0y9V3W2ICq5dA6jGxM6SUAOY9W5WQ5R5niBAFsAcJeANILAF7Awxsyj1PZoBp1IAjr7g8FoNXYdAaqK3SQCY4s8qYXL13+1fT1TwHAxVsEU7yq7FTmPaoQ+TWYTnAQwTZLN4R+ZPEHAPZZzsgVwDT8DH8mS9BZ3tBU9yjApOZXkU0GefneH3QetHQAhy+Z7qmusWXnc6m+MDBOQAZIjfukksLSM+gQZ0vyMQjoNROR9NppBibjmHOLk6GscvWAiHVdQHHruncFNPq5VEJ4UrQ3GIv+VVdZswV4EijXFRfq2hud/ex3O+ilSkgXa/3VN2/v/vyvvq3zSl+6lH/NyaYzADtlFwAQW17E399778d7ZrCO9Z8BYGWTs85QnrfogP3koxJYqYxoowYN6hr0s84pQLbAaOlVAbUOsNJZvfoYtHTp6QVukknK+dZPCtT7f/7FL+pc+s6oHQAwtARScsaiAVj0vfit1gJn6bbc1ObtRQGpBDyQAc85ybIf6++UGe/aMvWcg0EEHvKODmLCDtKcwGcdWCGgXPZwsvQBHeETEHXWiga0WTdqrnKW+Czh3oQQb7h9lx1fwH1l0L60LBhE9Pu6O9vfGm+vvUsO6J8DK0VtzQ10ckl4+sqZ1nzEd0XzzY6pF/C9nmP+es2VbVHXiMeFS//Nv/m2fhaPw18bBJw2Pb8BYtMH7yOmHY14EsRF71j3OhiI3rLGwUvDRsv6bJlzAEhFqrRsWW86A5i1JMFWDiabe6KsR4KzJV/osC/v/u7fYV1nVL03xzaIUiPQCeL3sQ7O3PaaLDq2TTgrfaw5XvMGvWO37YLC+z2bf7MfzjESsy3/vvqY77xuLQD9UwHAtB8dkb1K7EPR4DMAfDk9a1Kuf8c3Eehrd237i4eb+dl+ewsAPg7sSK8Zu/izJcLnjv9oChwdkquhLNwPN/1Y+Try3WOf27/9QwDg/UJ5VT+cAXjj5t9mADhzfwZKXAIH0xiyU+Exn+v89ZinL99zzYFuT8Hkj4f6t+4jQm6uNQtYOOe17f2PBVBvAHN5/VEejiVMbvHvdI5rXUzpU4xGDJujgfQJMoAfmsHjPH04APww8LvefQT25nx6Ds9BtwMArA1ZsgznGcaJxD1oohuq6EjvS3lye3KG9NxsJRDrOhsnG/wL6NL9W8bbpwGAF1DgCNtkGd8ChI8BCx7LzCBeG7Nbkj55fwKYiUCfzvB9f4/vzJuS7eWN5/Hz2OzZ+Ww2kHk2Dkz6Psed+wKozHcfNyeS0+7ftT6FrjPT6yyTdt7H7xdA4diI5179HODTvJ5+7zfC8N+SN20oAcAahPB4In/teFe0/pqDo75j3HNs23sjE70RZ7PpEnKWl20DNQBgOZa6fzhceJfnw/fv++c3TUf9xj3dRhzreucYd+7bNsI4Kk6+n+8708ETGMjvF3p6jDftGUgxnY/c/VAG8OzPfLdp45bWGYEdIY6jWE6ZdhBrw9/vPlwPXa7Rec7tpO18bgLEF/QbZbTy/C37gvsMTixA42i7zDamrvE7ck7f/vlL8Ln1Z/R2+HfTiZwnGpDEjjfLBeUevcbgNAyvqjTciY2l86j4TnrHriOyUwMQrpKsltMAqLFjA2jYmd9ucDniApIsjjpmvcahPueL35Ud2IAmfdbf7bjzWWp2KrO+GGxDHpdzaI5TNJFOaGeu5mDZnryHzDuATz6Zuy0jQlkuC5iM/lpnsc7ScwACdkqrdzjb24ks2gnwaQdVMm6K5jiCeUPOizYQ6IzG6IFjBrCB7uEobCLmDNvJ65eyuddTAdQAlRh/SgvrXMFDEMncv6iELzqy75ngvJ3azopQXlHKaZK1Uo7sqevoazKAl53QmX/NwwBcmp8OhjToZ37NOXtz/lTCFEC7HeSmx6xIcVh3cuQJfKQ1gnMkK2Oz3ufyn52JWdMHMGU9kPNssY+bpzpD0DwV51/LBVkqYy0I3x+DBMQj6GSV6XQ/81NABGV2Oxte/A9INOSFviQDTuXc2yE4s+wTKCFwppzt/I1jHvmyLsKRCG/jrAeYc2ACoMvipw6mo/wnmGndg1NepW3FG+PM17pHcqzyoc4eU7brMNakHxlrlyc1j0C7ZPWbYutscJztLmeMzgtYunRSO/57vt4WKjfBlefPK0Ov+sH1u8qQA2iiFK7Aw+pvQAky7+LIpW+UX6YPOLYrT8m8XP+7LzAWfmN+cu69gTHbC8lU2+aS8tKdTQuQS3/YRiWoIPzB+/IR6FkgCmv26yoz67MFDYIbvKk5aABOPCGeW+tx9EJ0deQjeu9dg8zJ0qaEN8Ak2cORNQGqyKLGZec/2a/hr6l/6YOA9w1YWbrXZwObn3JOKu94UaCPCylrtvtdoUAy7539zTh0Lm/zv0EdwBXTjLaTRQyr8TffAahqjrVu1hpQ55r+3u9/rUxcrScFTtEBlcEvmpBRqDWiM8mUXUwmLVNv7E3gG+sM2fBvChj8obJmuQ4Q9kJn9LbtqrXW/wDx1EcWjbr3zXdk7L7Rmb7wA8MXrlI3T8CIczFFoHa4Kn+/1zBkVEc2I19HYKSBTdOLvhEYADgePW56Agw5CxlAyWf/Ws/bXlDARI0L2bDNu+zhAGv0N2dfcsaw7iud7TUdANfzJ5u6+kUfCB5LVrmylmWjDxClzyyHHi8JhADb73VyB+DUuM1fBtWW7W4+8jOuJBCb3WvZ3d1XdTB0gm8Yltdz1i3P01aAototsZUOkryIjz0l/+V/fHP3LctHnQlsNnZgjl/uMVMW2uuG/QTMxfsqZf9GYHwqsUBfg+fPCQqo++EP5Ia+e3modaL3RJhgz4sutrsNwDGuF09KZ2g9NyAMmCy5wy7qNU6BIJJjMswZeMk8oN9339z9kz/96u5p/a6gGAIeFBizbDvpj67CoPnsobIGKmCDIIripVcVZAOIf/+6AouUMUsZe8BaVzhKeeZUorB+7GBB5rRtN2f2m47zQ5EFdOnXX5t3tFYpeCT7Qv42yL0DaOGHsRYluOxtAdUqPaySyetc68h85Dh9SHYtbW3BMALel20pseXvNkE4MiEA8NsKgAB4ti4Nvd3/VRHEsvrqFQEGddxBjfk//qc6RoFjKAo8zTimnetM3BcX9Nplj7L+9pna0eWbXlUlhgryal7PeFOKWf2jQoZk1XsB2YDwTK/N5llsDX80Nx3omr/JQH756su73/89KlYgo2UvID69GihoTEZCggnbL9D8lrbnXIqvtP9ZnJLfpQcUsJrgnl51+obdXmL4XpffrAPmtAbsmdHjb93VFUWu+d/Sv3kUz+TrbS5ZD1p3mWZZH9ceJZVHphxuNP+cAbxXGMe/jgrl+P3QEQ839DP99jMA/DOduN+Qbl93oFk5fir5Oraz3nuwCB6ky2HVePDex7X7f3IGcObgUwHAm1N+zMstB+0tMXjIWRsjpM2T+jH54/r8/xCr1Ry+dUHG4Qa4nfPaNp5PBACfjf/R2ZWM+OAI3Rx1fwMAcMCfh+bwx8//jwOAj32ZhiXfLRDup80ATj+uA3Fr03UGADP6Mz54CACeYN2kw0PX1323AeDNKG3QT9KzAYB7QHpG5t6S8Xzvzdl09LoE2dwYPQQAr03CbQB4H5CwjPKjLpzg5Qb+UiaMzRAONUUrL5AzRvxDAPCHgNLQJiDpkafmZiLO8gkgHjfI1pfF99rw7wMnrs3REQBWdsXYbH0oAJzxHEscH9eOC1AO598DADCbQm3gcHyzMe5/ft91AHiO246yvfN+OpvSVp4JEG26Xq43E/A/m4vdu/t5lU0bTpNsypVh2qDgGQC8A8l6zJbPpgueJ3tU9Vrdj7zp/+yEnSBPAATundHfM4txfne8fuSn4zpwpNd8RyLy5xzSnoECgA07wxawsd426ZBxBgDOXWdz5bacVQFp4ujm+gSQd7pIjtTM+3UA2P0oACWgWgddHPvB91sG4RUA2DTHq7Cn8DGTM+BtSjonMzhgS9rJmXKPAYCZw4BTPlvPnQBgi2PczmIDwMrU2z6rQoh1+gIVI2PQHBFU1h6lNZu+mWvgJt7rUoYLHJy8tcoN43oyOOWsggYkO4t3riPOynRyAs688LLK7R6ynnkXmRkBfqJ3fUbfytykzws8xrEEIS51rgEZz+nkh4zp+DO0MBBuJx8lErl+BKLEd81HU7ZXNsLSBdIzTStos80njnIyKXuu49CVm19OOK99fL2APjvrs3Y460leQI2TLMzjJxmLtIMzX4AXMr6VPRVkIkeq+WKVtfU62CXHK8UmtLwIihBf7UPenVHjwASAGKnJupZSzFnfZvBDaJ2y7J5rO9hFQ+km61j++YzaBoZ73VUgRz8XPYa88D5kLN9N+bFTeWVNRxbFWZoHZ8YBEAM4B7hdejLZYoASXhfoBzQBABcQ3QA+9hty/eaHKmUbvYWObKeqxwbMbx5ivuW0L/LOdZHvtmzUBvjD78nIXQEbaWeBooAntAewoEzTAkTIXCYjDoCFd/I3vDYzgMOX0IDyxGsevQy6fDRZ0IDHprL4qm0Axgfownilj4wIyLFtwL7OkAVY3TICO1OPjECc6O3EprQmTb6uLFNn3vM88wTQ5EwvgI30BRPHtDVQHfk3AMwZnh0YI+Em6GCt7wHsVUpcZafN75JL2UY9P9gYClrQqDWPbs58rJLLlDrurOKAA76H4BAD+bHh0EM+MxVCrn2b2mMcCo7xHPKqrAsOnFmVKCwnHYhExm6DXtz/TPVhfZb4+1obnlaww8uXBVB9VWMtoOd99SkrMTR9VecFS+bk1AcgLh1UN6C/viQTtTNEdaZogXgAR53sXe0GNLRuM0/TFOWemTvztHRQXb+vNFKAuZeVyQs4Zof/AoABWF/RZoMBlG/+nix7kctls0WrmiavPT56gA9xWWTZbuuAyvVy3m/JcAcrWc8BQDfAVs+Sxfm6zxemPQICAOCsK/wemyEGvtC5AP9zXZZVGB1V95KVK7NRIAz6H32cDHlnH2v9bjvKa0CfyQqPMw+s/S1TvB2ANJ9tzaxLZATP67FfpGP0j+eWERTAjTN7mZucoRtdbWCStcW0QderUi//iu5/8Vdvqhz0NzW2r0WD91VqXOay9MEqzx4ZUJY4QQZFBzLItda1TpTugV6yU6xjAHOhn8/8BBSz/iSYgYxvZ/2vY4mecRZ2A7Y6J5qzbYleEP1skytICxIoWAfmLhkp2rxtAPjLDuyh3LUHCrLu32Ivppzucf8IPVXqmIzxWiteF2rpYy+qz31WPbQQ8AwJU1KY7tQlVYuBxwYPwX9rn2B7G3wREBLefcKhxfUEvOWgBtbMZH87s9aytV9jrGcaNEbkVSHKNEqJ+7nGCKhVYIB5iPZSlQje0TnY0h37I5G016//3FdvpbhN53E3fZWhX61qTdKa7MBA5OTVq1f6+3VN53/6zxXUUrqxVoVNtmMvwDPJxHVAQGyKzmbvIwN8prjlIRn1yu5ukcr6ocAUZh9wM/7NuumN1iPrOO41wG67lT57PzQCMQnmiI2oEso/3H39VYG/v/+ieB29TF57/EB7uZbc9NoqvolsMQMC3JdtvO3fh27YlMG43/uRtXbNe44A8vEIHs/95echADiB7t6/7IFs+x56DMOWN494nT/zJWWPk5LcpvvaV34uAX3Y6B6nLMx+OputjK5999tw/RoAnEoBR/r0Pm6rzX+rBPhvA40+j+E6BZbz5Fwhfqx85Xnz3RLmOCTCjx82R2dK4bz/t9r96QBgv/lW+7f691N+n7n/WAD4rJ01vzcU+I0Bpp3ctvg1C/9ZA+f8sQd+85yNneNcTYfq0fj4kDm51s42ng1wdiaD+jENgCtG0PH50GVz9A2QbjpIj5m4D/Xv2J/Zjh0Zq8/X19/9XJxluPnZxwK+xzctw3EDUodSOfJh/r4EZtcZS5kDfv4QB+1BEeZsl42LhrPmDHA9RhIe+fo4qm3DP/hj8uhZhu4OiNzN/wAot+v7M3DXOGz4PwQQbg6j5k0bxm7hCG7eWj92stWbjtWXBUqfSnnTJvwz15oz+uzftQDr3HsMFhBX7gZwScc57jhHzD9x+C7+P8vcPfb5KB/HiNFJm/mOa2BjxnAEfq+tS7f0wZkOMF96/T1+T4TwHMMZjU/ndsskiWNlRQRrg0/wO8RrHgzAYv22AILMyVE/5p1HgGXK83E85u/OLOuJn+M9G8dDcr4D0of+OLaTDX4cBDP7lA19QB5ln7RzL4BDKkHkTMI1vlUaXc4ffEMdFa1nRgnITWfKcbcH0302FI7K83X+Fn1n2/TtoZLMKbkYR9uRtvPvOd8bqHoIepggL++2s8PjONusz/sD3J3zlwGvlGh0e9B7lSg8Oso19gEAZ64nLzhwo+gP28tJ3DbQzolqHkC+jxm883zfaWMEBAp/z7LLep+c9+VQH+CV+jvouWWMFkECTJEJl7UQ/bDNtbKI7ABVcMsIbsCho/NA20G0MmvaKYWzu0HNU33TAMxcP511vIJ85KzZMhnsYCRLxs6XdsLXO4Kzu4SpnfD8U5lalTl0Nph4h+yebEEA8Wq+ydCkPTszm680V3EMOoBoC+wAEMGRSf/aIXa0A8ycZlNlNNb9yYYIHSXrOEWHI8rOZevSMwB40lLO9Ab4k/V31OszQC0BSpy/Kb4QQdZ+LKCiHfwu0bt4bf0+++BKADBBjPPOymyAcsl6Z6cWfSld+wQgU6VbO/Mtczf2njlrl+ydBETg0LXj0xlIfOCb8N/M0A14m/6GzsoYPxg80O21MipZqvY2bughmgWsa8filP9pw+KMT/AFbSfzJ/IHMIH8beMqIEHAXy2YwOnJBpQMoPM1J3Zkqxxvl9aGBOYZsu7q7FoYGYc6MsscbvaeaSUnejmUnUVtJ7r7bTtIGXeSTetAmjPA5yyjba8Be9dzKt/a+sHjTElKgyWAk3FsJ2PVAFfPXfO+ZdbA5wIV6A+AGAAyGZzzLOrWE5L/BeDHCY8e5BUAitIrDQDDH4wt5+rO84bG2uQAACAASURBVIQpYbwF3iiQDd5cvIC9QmLfmzdVHlrAK9ql7anW+dBE+h+9LrPH5+nikDf47rMp3efBF/CVKk84+z96hfFz9jJlVyfLvnjxqjOA4YfKQhy6Vpm2NZ8qU12yI5HqErTRjZHrrUIJ/NX6HpCKcbx5+7p1E6M0AMzzAYazR837cw4lPAX/WTYYIzz59u5l6WOV/i66UOYZ4/DrAoAFVgsDNlKDbVHcbB0knW8w3uflAmaGV122ObEilO5WFqKC6ciMBDM0/WVXY4Oh3wXMFO/LHgLYQ+9bj5CdKxy+ljbAppSXt2zQH2gJQVU0toA3MrjRRQ0yaZ47K7fuc3lbA0UAwQTVPAegbbbSuqMzsAnkCM1WyV1j4wRNeB2B9sn+c0WPS18d/WSd9NnHphX9490AQLw7ayj90hneWooAwF9UOVqvu465MRjJuPle2KZ0keX8vrLlzWC8x+sGgGvaP+7v3uldBDu4csEzAgsAyet90o0isMI3arz9+tCqxvqrb++B9u/+/L+9v/vuvrL7f6fehXxVRvD398k4jK+BAApn+DKMBKCoqkHbNcnMB213X63TkuVMwALje1qgJkA9OhDd8l5jMA2QC52XrqADog6Y76ILALBsdldvQI5fPX/l0szFEwDA//RPv1a5Ybdj0Fn9KDpLdlroM8uaEhHXejnPAXnC0MwH7wbqxP5REBe2kvZbsTX8PuwRAZctFwrAUyCI/QT8yz5KzZdMlqpZmf/FIC6F7+zTnC0eG43L66xW9j/mb9k3AozXOcJZg2y/eH2Hp8jYN8BOn1y9Q3ol+0llO5vO0Y/wvfqjABLFbvTcIgcN0DN+yqhL5zrYWmXtpRuqX9Um//7tn31X33luc/56Al4STOj1aZV3z1hcmQZ9V53IutbrM+PMqbE8+6TuocQ4qgV6qnIBH9YR5qlo731N9L3tRPuAfI9sBK1HCDhrUwU0fferu9/56sndH//JVzr/lwCS43EFeq7nOnS95hubALA76M/RntrsbcDmnpg5b3kuc8ZP2/QOHFwVFpoO82VwyOABvtpAXxrqajZrH+hLahcbY9s7Jrij13Dx3uVn+tjS5uLr1tmfM4BPabddPNjbFzdfof3Djf6Mvv0MAP+MJus3sKtrY7827LObHytfed5yGEXoiEVd2QT0/P3nJDtTqB/y/Gr1FkB7C8C7NaW32r/1/E/5fWj/KQDgS+Di4cXvseM6OnkXv3woAFxGQLNISu3Shy+6DM5xnn5dAPB0XKt/v2EA8C7D7gYAfHQa2lCy7F6Ww/14AJh2rwFMR7pez8zd8+2HAMB7fbbn8J8aAD5uiCc4fwYMR+2eAbYTAL4GhEze9NjO5y8G+EPryLTRjkaxnOUPRIIuKu/f/1gAOM9f45tTAFhOr3IObJt7AzwZq/ngcQDwUQ8egfdrAPB8LjI5f+b7CTon85eeRR6O9uMtAHi+d947AeDobG8cF2geoGD27aq8nvBTMupwQm4AQzsP7XBeDrKtb4ez7KYzfY7lqKvy3bwunm9Hw0PBJtfWtiNIPzewR90RsCbXcaim79cAYPs5DRDGQZfzMI9AUuyvNU7Tz4CAdbQdQke52ttevn+ViJZuH38f6XeNNmfzMsfLc48BgMMjcaps89XAxI5/hwMhpaczx6F7no8OXcDMsjft1DJdlsPJAPCa1wV8odOWTl6ZnykBnT4ebZ8EHcV+UV/qtcmO8fvbCXsAgK+1GVA4jp7j+POcMsoGADzBXzsCV/ZrgC4A4G1e2/gSvzQgi1pn6ViZcS7ZuJV5bPDhCN7OsUy6KyOx2HU57FdJWc9Dg7ibIx2edylPZjPnKCrjrekosGfLaPLzOEChe84i22RU98prWDLQWV31J5kW2foY7J28spyXoX2csZvMHpwYcaLFmRfAWBk3yuaqMyTlAI/jf5WoR+cEMJ5zfZz3tzmvsJzoZIdGHwWPDQCsbK6UD28AmHPnktDBGeXwlkHSDjprlTL5e2UAR/cUgFKObbI6+QCwne0FuKbzLUvUKAX8ZCtHG7kis68c1132GvD3eXmbAes4uy9ZvJR0pC0BI6rqYad7QN1kmG10GAbNqc3ejs+ZOXym+wLgTmfr0hkN0DKP9Z8DgVTkdgOpveaZd/nglAYoCZCbjOGt33HGbxvzyvgsQI4x6+zOLt2NuIreXUGC81rt0OUa/1sBFQIi6zqZtrJBAGEKePYabEA4uslgq7MOfdYr2WVkUC6ZcOaWeQ6ANoCB52edbZozEgWwFtj2tEsd6131b5Yuv68MtjVPK2M95VENWhh0oky0EwxLVuo/l1A2nbfVEHBD9JnlPsksA5guNKM/lC9mzOZdNSqAZ1YiYj14WvrC9zo7Fzlz+8kUL56sv8kAVpnwL8gC9fmTapPzJKv/Kp/c67iz2QKkGBx3kz4zVVnMlc0mEIKgm5qnpwDD3WfGzTwEBJbeKtuXwAwDwKB3nN1K0EEHfyhQBt247IToIQBqxop+sn6kskDTptpSqe4hVwsAZm76TPgGxwyMMOeViVn9fPWSoJwC5ejS3du7r14Bzgo6s1x3pjSAPcEtKsdb76bELcgtdGRcCeYgGAJeI6jgnmxU5h7gt0Hs6MHYPwAxDjD3GcCMUbIPr3MWbPURYCrZ085Orr6Rvcl8CylhTPAp2Y6A72SQOsMQsgBS266rNahKX+esUTJEoSVyP/dZ0cFanxu71LzXO5QxCADZmazRObEB19qzADDpYQHbXtc9dme28l7+0b6BakDcAlXlX6n+EqxU8/9t9VXrVAdACJaFx4unzW8+PzZZc/CLMn617j7vqhfTb+jfASqVBdtsB13pz/fVLnOBXNEXna1d/X1WfIPspx7EL3/5rfXnly/u/vJ/vb777k314+6Fzr6NXEkH91nqlNt/+vSF+uaS+5Z9B2VRApns+wDG9As9UeuZbIQ2fKrfTwqIxK6lr1pnW4+Lvq1buK7jHWpwb6vEu/UI9DYAeF+BI189/8riSFDA62/v/uX//Yu7Kt5wsEF5yJUiMr9ZXwN00bTOHq+2maLoO5+vW3JQ8uOM4vURz2EDI93Vn2T/qo/h/5KB7yr1VVCiHkjLgNKVAVz8rIoLohOBAg6USACA+2Og2aW0U83CtkWOUUGWzMsJgJA1JZo50BUiEagDgO8KKpLZ1ueMmWnzOwANUy2A4CWp+03GHPDgTPVtP1X956xpg6EGgAnAyBngqE1i4/7tv/tWJaBhBWg0g/V8xvsK8Jtr5pQ76PG25En2FbJIFAb04QxrqimocseXVTGgAGACRepvrQ/Vt43P9KfXMlfWQcaruoMyj1dZbAx1bAPZ2Kwv7+/rHPZXdxUvtLOD6bdsh6bn1t8jv4y/U9J5x1T9x/TTJTPY89uB4bKn15PLr+Vr236IMbf9bwa55q9aQQC6be4VNru1bRXeXZNJXxSU1/3w8T2XGcLH8V36urzXcL8/A8Cep72/4YJH5uSfMdCt58+e+TlduwUAH8cSeuW5fUGkn9PIP/f1gyjgde7isxx0hy9jSN3AZW7J17bPVHtLmC8dfiede9QA0+Z5/8/GPJu9BdDeAuBudfFW+7ee/6m/Pzov8r4zx7f18XRerd7duv9TjWM5gZah54Vi8ncM7/1bAwDPqgcuyXN9nbkFDN+a3w/ln1vvO+PdCRbMSLs5X3numAH80LxkTs8CBB5q7+y5zRHf/POpAOA4UzPWI6B0BHrT758KAD7KzzXg9yYw0hHYm3bLxibXR0mZs0zsa8Dh4o9sIs37e8D0XH5M48ssWL9/b4hPmdo9c2KsH0HPyZPTvkvf59qxQNjDQtUGfiLid3KjjJhLw/Isi/ZWBvCiycqo5Fqc3fz+mKzeI9B+Fihxi7ejBy5ly/0JAKw+jwj/Hb2vBZzIu2CH1un9B6DVNHBkvwPg57nat9d6ikkxHjmB5eDBQZDSVPK2WW9rQ87vKcXtDX9kIpma6U/0UEotZ4M6AbBrumSeLXkRsdz04dlbOif0m3zMGKdOmJHSuq/pu8rKupUv2skkZ5Hk0wDw4gXP17FPAezXXNo5q3dxrhhOUykGz0M+D63zGU9oHJrvGGb8kfmd+uESaPUDAUhY6FcE9iqRee1dAaO3jOjDhnGCStd0sq+zIXd5NfFMG5aIw3LSxjGwHEIBxxKg0JO27CicKiMbLPef9Uu5QfVu+w/9LiAbOW5aLsP3O4B20Hxm986MxJWZd6kXcybYytKzI3ragvwep27OBA7wYX7wGcjOfoN6zkibOkVnNAq0IItknCN4UOI6l6zuwXm5OYJwEIrvu1R4/Z7+bLwbZ04Dy+KrBvvCH6IpGVD1AoNZfjrjdYYRXsKVRZx1KefiKkNP8+rMCYF2yvRNabe1vl4GwjZ/iWaeizO+3K2BJ2tZ9FrG7tLJex18DGLBAR/ZTQawsw2dcSIZqy7JEdcNb33E4dclK+FTHO7KKJNedkWGyCiA0VzzpetYKyif2u3yrICillf6Os8ATMYObet8WgBIQCKVQN7bL9IzBXook4jzZWte5FRlGalbAQ7InLVj3OfjJpsMQCKlOFPKeTlhG2Drc/Jmhv0mW2TMNBDvuVyl09PO1Jdzzr32GRjhoyxTZbNpNXSG8sYj8BkgLXRa8+hMOsuCs88QknWWKYCIAIwOHkCIuCcUzDOiF+cBI7I4mxuQRhcZyDWAB+1UTlt0dtCOz0sFSIljGac9GVhVthbwvq4nU4/55mxNdDzzn8oS6XfWJhz+Pre4S0DXz5QThjtxdqtf8EP97vMOnbkZmVLmZWcN48hXZjw6Ap1A56EVZ1023XR2KLzP+JtRVfQS8LjAHd4rHbaVAQ5YDUBqvWed6ExxZ5i7PdplLgHz7NAngIP5AmjqTH8B0s5CXXJtmf5Ceiw60+s4gDhyCiCj0smyo6yXRF+Vpi0gvgCmt+8o/8t1Sie7fLt4ps+QhhQ6c7l4DIDj3VvbXASLqbRtZ5Z1LIgzlfXPYEbagvl03q/Rk00nWDegY3wt+lh2UbUDOHQ8+kHlOqVTC2Sp/3tZwNRLwNYnleH3nPM4Pd8CIc32+oeeJkMv2bzoJlUDqCy2p08BXg1GsZ4A+nLGK08qCVNlrFmg1n4HtceUxK9AaWRorqCVHruODaixoKNcUYLMSUpIdzYffNa4mtdS60OXpnaWOqsK86hxVbncFwV608E3VYIYHuF9z9FXqm3cdgldLWAb+YKOL8j2LZnMOfCsoS91dnDTZwMg0obHyWXGRRBC5uY5siN9YMAMQBoQPTweeacvBAgAjFB+maCKp50RynXOauUQZOgLoA8PJaDFIJy5XXK37U+yf20AUHYQhpHvzTM8Sua/qhMoG9nz97Lo8BSQv9nw22+/K3oWUPZl6bD3L+7+y399c/fLX6mnlU0MAMv7yCBvULL+BPDdAcCU8+6qHAGDUtKb/hDQFCTegXvJ2PdYss7Af8pWR29V3+EdAjHuAbK3IDbPCwkM9IssePjve8D50kX/77/4xd271xinmUfkxPYWn82OaYI5uKjBJ5Wod2UN5Mo2ldcul9k3fcUX/bv4o0HvVV3FMC/6ARD0vjKpsx9btiMZvOgQ1knrXs6W9r5jrJf8rWAiB17HbtRaqCAZ2wH0iXl2pjqzZf0hGw1Z0z4K3VD3F6/ZvLAOTyY+axhnaKePZDsDLMOf0h/F41khkbVlgzoTFhlVyFY1TgACelx0RE4Al+v9//4/VNCV1kjbkrGvMuexa2TbtK3NPfNdut5ArfQ9gUcdNEDAlsYtu6n0hDKafSYz/9GOwf8WGI3PQS/JvDafkL0NUTUZ2s+/rOoKf/gH0ESSZkC47TToLZux7YRNbiW/keMln5FVVQZA1w9bNm1ue1H6041se80GgNP2JveyOSfve8wrs9nfnWUY7wPbe42S3ln2e+75Uuuu9ysLAG7wV/LpsZLZb1/Fw4DK3AuLdp8zgM001z6Z+Gvfn+yNHm7wZ/btZwD4ZzZhv67uosdaAc8uLIV7+DJG12cA+KNm7BZA+FGNf4KHpxPvnC+yaK/FNIv6h9z/CbqqJpZjdG1y9MWOv3++ALCGMkCWx2TkxSgUfS6AwhbknoC/KQD4EvSyAfapM4ADAF9z3ofvrmUa5vsz0IzvPjQDOO1Nx+jk/VvZrNv3HwAAn8tWFPdeFj4UAD4aw9cAYKxbbQgHuy1jfIDGx2VGBvKKerzMgL0c3SWP0z7Rq2usKUHnjbs/u+9xsuDMGB3+EAB4r/vW+yNfHwoAW7etxTaAzLFPU9Z5JmOYetyRsqutLRt50P5DAeAAGNf0+DED2M5EOwCYFkfOX264rrV3BIDZvBO1vzkF4gNth7Wc1gFDk56hOV+DnhvCqYcm2GY+WXpq9u8MAE5Gnc/h8t3ToX/GX/n+rD95/wSAnR3n+ZxnaImeI6juGgCcyOnwjsY3o6CaTi6rCL0sRwApG1DXhDjq2eMm+zj+I20nPb0h96Z8BqysjDE7UTaajHsDnhwdBmf9y3vyTNpLX9OnM+fDxg+cMShnl/u6zpQlAh5mtGPRpSI9M1u7cuAEYFpOOA9sZS/42b3BPbOItykj4Kb1Fqwu5y+lA4fM3wKA07cjYLzmZCnyDVDqNUnlzlrWpkMqpZ/VJs5uMlFbKOC3AMCme4O3opkddJtOkqPEDilR8uA4IqNWoECfnel5NQAcR6ZBDl+fmb9zrt33YyUivzu0ltNP8mKZcJaEPD76uQHa7exT9pL0noEWAUpSWgBA7UwaGTh5/wSgkw0ys3WPchQdkvkKL7s04FrX0vfLEvBdfrtlEBJzxmr0KAAwHxzOKTcooCrZR1OQ+3dKD6ocLeMXkFT8vNmyC6zsadXczLLnyeRJHwIAOxCFrLdy0A9PH9QUqI181UufACbirA4K1f0SbQuIUjnH5gsHjrkkJA5qnMtywuKo3zLtmG8AFWds7pzk8Gd5QAUA9FmbZ45DOMHZf5brIwCceZs2zZRBfg/PuaSreShA1aV+XTaQ2im6bLLaznCfBUsZTGcZBgBWXzpViVZ4TiAAZ2HjGK7zeCcALCCr2lS2Ys33fWXiplIFADBAP+9RRlNlXU3b0HMM4EYpZp896PKHdujzE7rOqTRoYVBOegEQueYTgEfnAndwhni+3iv90Hzo7GT40fPA+1++KlBu80rDR0XfYqAf3iH/8ELJUgEFW4AHZVpV9tdywHhYITWvW6az5V0lw7e1wrqIsQJ+KgNaWWt+h0CMVrfQVGd+KuCtnOwkdVVfVBUB/qXMbN1sZ3kBHNVXZeYBSHaACefR0isDF+G7zlRS0AMZcICLlPb2eZgCd4QCOiPYwB6BEc6kBIgCMKM5sgGJeUAmsK9dkrTX6ra3SN5jeNgQlk+vi8irAQZXBBAYQ8CAshzXGaHTrxueDzBmOTLgDV/lXkreflXtfFVHXj578VZlXku6ZX8CgEIUXgnPGjgJgGwQFXDy2bMXooPPIHd/yS6HlqI746jrz8hgFqCps0hUcjhJZQClOf4AGqmUa5eil45sQQgAbOCJ6g22mQP4UKZbpcsFXhoAhheYh3ffv64zh4tm1fb9vTMimU+CLSg3nbNIkeN3pc8ETNU9r0rmfT6xM+u5hvxynrKCNLbgGQZvUJJLyVxmehUQpEzQ6q/auLv77rvX9V6vHwn8CtBt8N6ng+p8VWZAGbleF6moQYncfNDf04a2vnOWcTITtxL34r8KJFGwhNjJ8hibon5nTMoCrvl1xY86PxoAmOx3ga1V0vb1a83Tk6f07undN999efeXf/X67n//sgDYZ19t4CzfWuRtBy4A2IEiKeMrQZGesWDnHe8BD7FLWt5dbcc62jaPA0hUVQGtUnSyfHJ27HelA2xXZHzRG0it7Q56//7uX/6L37n74TVN7/0/kXPAcrqIPAjwbJtKNlEHvUj/qG8bbq1n+JdzzgUAN/hrue7AFs1tAGAHMNFOtugpZ46uAockuKSPMNb6a2SZ/nUQsJYGGujMSPressI8AOayFvAOgs9Yt/mJ/bLtIUr3q4JF/a9MiZJD+KzfBY8VCE2bxKekcobmhPmQrlOXHMRQa4XXR5ewz94CcJgxsk7w4f06k7qeDwAMSPof/uNrZQBjtAbE9brf/Ntrh23vJRvRDfmZTGPueF4BDCC08AwAMB/0lOyobgIgkg98Rmno2Naxd+mDzqxuYF1gOvyqtZk14vu7f/j3f1d8A/Aru4ldYgc4od+0BCQglWehoWRhjKMrRGRtDQC87li+DR8dsfdjbWf/9gBom3+Lfnu+n3aS7YPY4qNT9HELMOl5aD2ymQncPmQqALDa7PUCnbKNuW6XKBwA4LmvzZiPOo/rPzkAPAl+9vvHZojOST9rfxqFt/ry+fvPFPhMgT0FzuVnKr+9gns8/fYK9PHPbersgUds9Dz8ufX+W88vBf7Qex4C2B4z5p8a4I2xd+acPFusNsfgQfGeOUYZ3/H6Y8bMPQf/8cVj1wJTHtv+8b6jo2Odwbp3mOa5s/dvGcCj8fOn1w235vdj+ecaPY6Zo9f+vqDTiQEz5/k6APvwzBwNlg9t5/j8+vuaHAcU3H8ffpWDBi0yjL45gof476HsygBu4a/Z7/wuY7Pt0XkW8NHIFN0HmK/+Hubn7J6zmTiTdc9rwJNzTr5qf7URuzmSJRzTyO7SXx3dGbof+XALe+xO37LnpiF9sOlPGfCsTM5DnHrMcjKP2NktvbU5X8757gyI4jkA2RV9ypUuZ3kC2urbK4Q/RoBeAt7LMX/WzszaunT+mjIAMVMuAiaHbnNlZXM36ZJ7ADDyOYKYcho0QMB98/u5/pxlwl6jy9mcqixjA5zKmOkIaDlY67sAsuHhbBIDeFo+Ljd62jwf5mjJtrOHNlrhEGkaTSB1O+Ou5HmWG54AajJo049E+J+NdZ65pvloh5CdQiu4Yt53LL082w0wl2fFw9um10DyNi45Tkyn+a6Ma9JxviNOj3zvv+04Po5n0vP4+776wHrDbH8Bjq3vTvTobr6byY+lro/vXmWvcVx63k0X6z9jTwZ283FymOXmWoABkf+iZ+sHHO3T1mJ92sCccvLYKWHH5wSBGcZ89kzmj5mHx3eFjvPZzdmAA3cEzhzBJ0q5kp0BHTpBRONKlpic6u3kkW4bYD4kyvK33S8CQzhT87iuJXskZaJ3JdH0GFl1BXxUhwCOwmcBmg0IUvhzzVH4YgZVJAOKc/40Hs6AC4jRE20gqtcNdEa/c5Yg3MBayZD7tqf3PoN+Y6LuX+bEWcImyixdu627h4V12iVTx20yE6ChM/jn2WKzDzi0Vcq65oTSyNEpLhPtrLGUV5Qu6rmebZgfXGIQOdH9ciTbEWb5Qf90GeEAX+1AX+VdHVgBqARgMzNRADYSEJB3B2ze5IgzFOtdlEB05oV1XMA4ySJO8u4XGX9yHiuD2NnpyZQUb0bvJ9N2tDllySVAF1CoDBsyQzpjJA59ca/0yCqXnrHM+cw1y6IzfieQC688fVJgy4FfMw/OknVQiLLZlZkVR7rnWtm3lDKv3wV+kZlKpjJ6FcBBvFygX9GHwABl6RZveyzuIddYB1nXoCNZdspGrUaTsYl+PAPIMy/wGO3bZkGZLEcxgNbSyQY+t7N1t/P4EjwSOW3AmzLL3SZ8QonfnH2dM6gBQSjj6mwybALr/x8o61jAqoJ2NrCZoIqUkTXwJy0DyFHIo8/f9XoAQBp9J1nujCuANsBqz59LtMNzPl+6Z71LdfIXgQlST9XmPRnY1Seyep9VuVQcygZXXV0gvK6AR/E8pZkBLpqu3TxqRJmzdU/KFHN/7D2tQwJGALPcP0AYQAWXeqZErzP80Q0KjtBavCowZD3RmaZFs++VBWweoV9kG68AKQNc8LNK72/rgjssp3oTx333de6Fjsq8rv4/Azytd7x8/6TKQb+/e/U15a1Brups1HoOAFRgs7IEkYGWwWTq1ZheV4laBRoWT0B32WC9kSTbEyX25i1BDsWz8A2f5nfoAoAE+MF431Xmvey9ak+lyQH2lXVcXNOVK4Sz1wPOmLdc8axA0uoPZZNZfpzB6zkTT9R99wXwCDgv4IvsZZfe9RiVvSn57nOH6z3gQQ7oY32p7O/qnyogKKO47n3hbG4dryL9RXY6dIreMMChIdd8V8sG2AHUyXiu9lyy23YmNDYQfNDbmieDaMgJBgJinzVGqdT04LDOBHDW+6FJr7U8D59BB/gwNm6z+xYMxZwRWAEgBl8T6LKOC6m5L13jTHbz8j38UNnXf/m/7+++rUzgGq2DQng/+pUADvYjpTN0BnDNK9UMEvxG//n7nqzf5hGOKJj79c0G05j6eIq6VwEIBERov8McOJCGABvk+SmlvpF92k2gOHYPPF1z/VXp9X/2T15W6IOzYZcd5vVHpcy1zvo7ylz72A3LE3rKQRAEpljesy46SMHZ/cqGp4x2vYOAhwTdRO7VP2XKWz/ZpvO6rJLsBAK0jDEnz1SOnYALspFXAF+OAZh2DvIIj9E3rzWecVhW+5a+oHNv+xgJZFEsXfdySoKCKhSAiF1D9rb3L8gK+q1blB0jELfXAukTwOVqW0Gz6PFqVEE1Xe6fzHYB7C0z0VtswYhB+jPOANZ58rWWKNt4BcGuKk+9h9Ba5v2vAw5WVY/wOT91NnP1IRUOzKOUGC++k/5YPiLxa8/z0QeMPcO6bx+HbZAnlM1+/v3dH/29lxVgU/YSBxnHCdbyGhtcMsIcs0fXWenuZWgBv8AbT3UGu/dYAYCnf2CrcNJ21/QzKChtbEjgMWdj957txO+W9+uew/eh4wzEm3sTmSZxGaETN4Dbgzvud51p7Q/vs/+o9cfYu2bdnvM4f/8MAF+jzOfrnynwmQKbwbwnxXTxnju6b5PuFgB7q4WH3kvbt/p16/23nm/le0XRHxX+rdFc+/4WQPhj2539c7T6bX396wAAIABJREFUokecBZ8BYKj02wUA20BeBsox2/H491XDoY2M8Gf45xYAdrW9tn5+bDtHB9eZA33/7g8DgI9Azy0AeBpex0xQGW2tXma/N7nDGDwBgC/AUdoZGzTa3bLbphEo+c54rwC5V4H9PLc/l2eXqXumKn8DAOAY65uua96ffHAESI/8ubIFW24G0LsA2z2oKq2xWfPXNfQxi3b97XPO5nzyO2XffC2O8gU8rzHu5/cITKdvM1N/9vBYtvMICG1ZeIOWKk/UHdZmfDQYAPiCCklnqC9Smmkb1wkAfAZUhMZXrZE42HFw4CAYc5JzKp1NtjJBJZtyUq77Q4M4yWaZqN24T547rqtyjKrc3vpsQED3w5tbC9U8O9Ybbq6PEuODjgFXJnB7BHFnyeI4wVbZu7XRnNfox3EDGv02Ad0FXFkPzZJiGcvcJN8CgJPVljk5s1FCxaOTYef8uqL7phPwgr9uAMDxFFMZIDI5+5Js2wkA++wtHJI4qlYAhJwgBwB4a6vXgYC2OcfX50ChB9pB0GPMOFIal79zxqTAw3Yspv3I+wRpZ6av5r7B5bzvCABfm5+1nq1+RleknzjmDWzsMys9Nx4bU8Eyh8NnAxo7E0S0r3/IppyK7Q1yScpeuw5A1gzC2ejA/Z2ZpjFXo85MbNC0vXPbOnqyfYhMSHI7KOh71QZdmU+TJqKnsur2enw7o7j1ge87yRDVWBcAPHk+PBnb4wgAJ+AhMmBHnJ1qAbLl9ALgCx2nflKGG/Q18BJ7YI6P9lSyr73EcmD3uuFz55yR7j56rrQX6RVkubgyS3bkJ2NjA4P1IIATwE8D3AUhYMsKOO7yvNHzmX/WU+YKgJZ2uRcAaeoFMmw2WjZvaUrHWYoAbHHS5tlkbhmggD4+Hy8g87bONn8ZbCoeblAxmd/QI0CaMqZwijMuZVquIxO+aCeuHYkOUkgWz1yjzEvDRticrCoqKVCF920Z9Nsa6mcsvwZxknksvmuQcJOBuqYgLoFjBtEAgOWkrzGkFKUrDFjOmE+yagGQkBmeo8wm/SUYI2cXJhNXWWz1XsCBGfCRwK2lE7ocPP3vs155DwDwzPzxOHA8L36jYQdW+aL7Wf/qUkAargMqQDtlC6qUcQOClWW5nYlZ59nyjh++r/FSrRWgUwBMZUkWuOVX5D0G3dB3gCKMHxVE6dDoJPqh7E9AUMDzdlrDW5a1BI3wjMeU5CLe8qwAPIJvADleAxK0zfGk+g/gGbBQAEYytgpANN+1vPZGJvo6OgOaGbgK8GCQyesYYzNAA3sF2E45aMASSqUH2AIwBiCWDms7U+feFohFYIUyQZXBZ7tY2WnKfEbuyHZmDXGZ6yULHZizaZuu5NCBa2QMKgCkx/kcMP+LWqvq/udPf7j7xd+ivHjRrbJj6RJAmc7iBAwCKINeksWVvfemgNTX3zn7ejvrVwCPS9h6DQTE630ca0yAgGpMfE3We9HjbZ1/y7vI4tW6Bw+ivwioAQCun5bVMLMBQI/J660y65XpbL5mzgA5dNR6kV+BBjV/4m0AbjUV4ArQCiCR4yEMlMEvnO9KGz+oykEWSQdRIEYC+JjaAuA0bypZDw+Qem9apcSrAkgCvKl8tsEe+v+ugn3IQvb6N/rlurHSB9D7++p79sgCuHImtHhib/e7/LAzV6MD3nGOe/GtzxQnM9og95ZZCOCZdaE6wn4HWVn7ewPWr6sd5NdnUxc4XeS8h67Fp7/8X/cFHksiXQIbvtE7GBvVB94YXKb8M+C5R6iMaM4eR95pW/qYSlUavwNl4gkNH2evJfC1+x07XZmZrPkApQ0Yrwob5GeiP97ffVX9+Ad/vzLBm07Tpjfvmr/4uWV2a61nbfb5014nYLwOoNJZp6Y9rABvuMR+A3g8L7vZ2bMJhHPJZa+FzrBu/SkQ0Pssl66vMtYvX0o2AX/fFSgNlVXVgP1ml0Bv0hY9Xe7ZWbgrWDNHT8iu85v7SIQG4hoQf1nqHPnzue88T9a8z242sJg12Doxe1+B5oy5brH8rWx12z0G+hQw4mlWHzcehPbVxp/9+wokoTpFcUAA4DU22yTRpznaIJUJss7OPRF7Na/DpXPhquYP+qFArQ5MdOCRbSmfuez99LLFWRfeSE7CyO/fv60S43d3f/hHX9UcMfZV2WX6E3W+cH9ok300OeQ++71nQzEfVMBYckwfdEQJVB8y7wC35Q+NT4CZVfUVBS56niUX4z29DNkWQK/WPwWRdxBC5oafkY+tkz1v175bOnb587b3Zf1TYJFb1PgOAHDGNd95eu2nLgE9O3D2++cM4FsU+vz9Zwr8+igQxbNZElY5o0O73dIHdPTEg/IBTx92aR/0ZKvNG888bly3ANqPzeC81f6PGPgHPXItM/DYyJkD1ovTj5vnX38G8MPzfysD+BxmuyT9rfn9WP6ZBo4MjqtAn+cpDrwj4Jme37r+0wHAdhxc+1z22zNwnf1+OgCY9x6BtNlvbczaOTDpupyn2qfokzNmPJY9iJvs/WvfzXc+JiJx18cLgH9P+WzGzDMns3K4dqEHth2y+e4Ibm/OmnZQLDpd5wH3xfO+8f3IPpt9nrxxDQSeba32PA97gHCfATwB/yMQfJSPY8bu7Ptu/vqdmwNMm8bw+OX5t0eQ45jZO8Hr8E+cA0de9QTVu/rs1knn0OKaXtjG389vbR8AYEVOdza4y5b1Jxv8FuSH1pPp4Isj2n1dGSzaAGrDb5ptpVibiSOD0zE859Cby/BYZ5913yaQzXuPz+Xakc7H9vT9xQLIfLuEspxm/X3AoZBrcw6f0GsCG8kADn3UNwEmKdO8puB4LeBC2stzcTBO/kj7dgzb2Rged7m9Sxshc7DnfwexnMlL+He+96yNfXtWUPOMd7fTmctXAOA40jqZa2tyl1XbzhG13wBfnGwbW6PX4mQT760Sz8oY23b8e0tiG1d4cOjpCeI+iW5okE1jG79v/ZhEGb9POwHdnLZVLrQDUSbvBECczU3nd7KIA0Q489M6jNHLWT0CEVW+VDzpsxKVkdPlMEUuORjXIqNsAMrJ9nOwGfdnHAEoFpjs982At6kzWHenPkmZyY1/4VvhYCnVXKCPACCPR+5FgNHmKZUI7d/3AGtXHui2uOdMvub10NhOvzi82+PaX2YsRwA4WZ3HjGQ76Qwa2HnsAA6czsoEHBnMkvPO9jcP7KtVTIDxDWfF0V61NQFgl4Rc5ROP8+C5Z81ZDjh+z3iO6w3zL6CxniMjDkc7cw3dnUmzgJjQD4CQ9sgQZcwGWgP4WReQCb7RW/y6Mo5y3c5bpVJKTsLrbk9uZj3ncsfLLk1Gt0oJ13txjDKAeSYy7xA43A7xlYnuDMsAPMqZU5lX6xzmy47JBYDYgZoxrAoNmkNAi+pDSlPiuJ/yMJ3B5l8cr86IVtbuZouMQALAtaxDPFNjT0lk0RaQtJzxjNnrmMH4yB1ncbNGmHac/7my95i3jF2O2w5yFAALmCpZC2jgNV+Aa+ku3r1zBKstB9itzJuAhbHtwj/IWbXd4AZghkCrBuoFCnepW5dBZTymw/svOXjC2Y8/1Bm3KpEs9haTqN+iKXwkfQew65KpzysrCvqsTGOjL7zDpXBNJ8bAfLx4/kJBMZSmtp487EhrAIUdCqyGjvevFwAsQLpS2AAjlp1hEB3QVnzXa5eOsGkbTXaMMl9zHnRny9VTX1alB/cRcMDZobL3uqy0nPkCXQCIXFY5omfdX9naAno5C/a5wSHGW9m+Hr91A4CoMoBjX26Z3MtWNnP02crVNwVmVJ85u1ayAF1VrnXJPv1SuVT4pAJNnnz5/d3XX7+oZ70QfFnzz5m5nIEr4LfXj6meafv+NRl2zlCGXMwVOlbAZg2YNYv3IKp0BztVHCJDCZAfGa6zW6sNlTb+EjCt+ttLgcMOvJ9SQEtX0omuQgYsqqBM0gZboAjtPa+yxepLjcGl6p1hD5hPv5zFvgJ/wlfOcAcksh0JnQSIKEOwQXL4ouilUteODdmqQzBvEE79RgeSTS2A2aAvATcKQmhkljmgxDz6edoB2+/V+P09QRnW4zzrYAcqSTjD0Xo7dqB/0icB6w0gkbBL/ym96/NSLf/PyYwmS7Oz3Z93tr1YRvqs96BN+HsFMJifXFnC57dKft49qfOA31Y56NcF8Fd2eMnuApWtr+4L8NeZzx1Q5GAibDGCIxx4AiCc4Cj4aAKD4t+aX8b/ptoCzI7Nat3b65cjKaQ7xYuU2peNqYVJ15/Wvz/5h8/vqkK3x9mqJWfYm95eG2xXuCIS4OwzzYODL5AvaKKS71V9QPxYbRF8AbtLl3IeNV/V38rshPuhX69vAMDax7GWc79sFmcXp4IBGb5eF5xBrYx35Ep7UoBzn627+No2GfqPd/KTdVz7lQ50mtuzqfc6NqqCRJBZA8Bap7oUOUEJ5rK9/cq4VVGDbHlKh7ebg/cydsmyAmAqEEL6wUEetJ3xM5/vWMPrgf/255xPXPfUqwFnU53C73WgStaFyIzXcr9vm7ueQ/PtKiNugLfsmeIbaO8ANpd7nwERaWezCese9InsKHiiMn8pl/0Hf/DV3atXXqcVaK09h+mUtXofENzBWgrYaVuxZU3PxHRs3nFFDX8M5nZJ977mgCT40XYThzDwSVZ29v2p7iEadYCL7Sz7BSaoPLYno2drXfNc+CsPNT3sUvLj+zSQNfHC/0xfshdEX3ZTez/Iup7nTzOAJ3N/6lKbO0rUH58B4CNFPv/9mQK/ORSIItn3aBnGWkE/+DOf/+CH+4Ef8975rlt9eFz7PzWAd6v9H0u9xz73UwDAj1lfPgYAvtX+2fdHh7FPObr++bkAwJvhMJydOynYonQfxxFHx9syTHpzM4y2x7X42LvYZfw8AeALMOIEXLhmqMUxe0alv0kA+MKBdGKc7vo4MoC5vgEaG8O0fPV9DwHAO349qO2zEsfwyaLNAmfPAOCHMoDPwKbz99nZOD/XAiHOAOAzYOusX8dMWYNKfvetwIt8nz4eAeA4iiYf7gY0AFxvyJZDbQKa14A3lQAcJZ2OZ8QeAeBtPIcS0OKloZoPR1Ath/PBMZRxqeyZfV+7Ek/XtFCA/j3gv5xG2eBO+h5Bf9qe83Ok12mQQJdWXSCU9Z/oq5KSqw9nZZgv5E3y6uwEPrOs9Bz7Q+WgNY6x6eXv43zfeu/MJjTtLnVD2pwA3Fm7e72wD47Jd2ljlagN78YhfhkIJFdmAzm0M8HbrR84sBuE3fWjEc5tnWwA+DimHYAmr2k7PzsjbJNTSiUOI1zttKNh/94LxbjzNOxsnnjsxJfna6odNDhkRr+aFjkf70xmpjNpjlmgGEBid1Ptj36oHLCchWscASu5L1lnArGKBHbG9dwRuECWjpw6nteAf0j6BFwFVuJzHVn4s8/m6UW68Kud9EvfCkDA0dk2icAXnK5yisaBiDcNGu8dapHj8KYcSDUUO60WwOh+7fda0WPrp4Eql7Ymc8EZslNfyUEY5L0nLYBuZPiyXdMNmqZ97uXvNyo16gyEp33Wcto5VlSgrKTA+gMADODjgITosT1A43d3xgd8wbtb3s7WGwHADXbprGEBLAuYS/9CX+vAsvLl7K8xdYnJZ9CvnN7J/psA8AwmmLrPfGu9rMzd9urBY3H6A27lrN/IDX3mbMs4TQWs1X/0JzKfeaGtmXHLdAas1bwUwKZ8azkCLRc6k7j6orbonsBH/WKQRsjKCkzgmRUYVGVcdeaieTL9CR/h4GdMomM55PM7f3NvgkTEvc3Gop+CgMhQtgNVSWDtWHb52WQ2URa4AyqiO8TDeAx9lqsyU1UecxkEOKFd8YD2FVXBb9vPHL/gM6tXFjNZTMqAI8Oa/7pCg89GpQmfpQ7giinDPL0FFGrQQbRTFQGc4T7vl3nNRzJUg30qIS3+KtL63NRuvy5T4jZOZJ4D7NX5ivWOF5RlrbUkAHDAb8rwbrSuYcITBoJcLpT3GqB3VtbUe5SW9vnIVZK2SuySlekJd9abyyBnfTBQyfh0viu6XPRlLvzcAkL8t7LF+j4yeiN7ZOrDds44NRDBfS51/kOfHWk+cMYm7+hs3GqHsyUZlzO2uN4ZwPShxmqHfIL+cOYvO2UdqdP7VfGLM/N1jqsqEzig41Ud9iuHf/WJzGtlBRbN3rwGdK71pvr9R79Pypore7x4Wd8TdFD/ab5kq3ktCZALvaAf7XP+M9dZ0wwUuU+cv83H+sMecgd+ZI2rdaduJSiAZ15/WyVVS/6fUCKauxJwkICeHn/01CyVCxKr19Y/AlE8R7AoJde9FhKsA/gIX2ksAbV4l0TMlSyyPwdLZF1wiW+ff0wZYD5fPmGd4ndDuQmQgx9ynqrs++o7fC8+lJ5qO1EgGK90aXcWetkGxQdrfTaAxtnFkROyL5/XOcQ0/bp43XJtPrXN2+toBxKo3G2Dj7z7m28qiEjIvv8BJrvijecHADgZillvHaxk/XNPMBrrZa9pb0V3c+P7qghQmOzdX/zlr+5evy1Qu/qlICZlOBv4Zuv0mpuUPe41fpOBGn+yM21LcEarZZRP9KvOZAUkFI/rqw28fUqlAtl6PrfawWA+BidtMhS0I3ml//hPXt49R/fJ5jCPsP6+ePFS/QUwt37wnsXZ1X3/5hvgHusezhrvyVBQSp+cYRC7qJQziy3X7ryygGu+tjVdoupAUWTDILDBSTJT6QMfAOCUnWY9QqcDCMNTT0s3pxJHQET4DZA6a7HerS4QTEHAl/su2xI7rniNZUJ76t6rcd261vpA65942kdDEHDCeAh6UiYz61CWLo01AWKuFpGxJFBmC9yq+YEj//y/+/TcWa1E/NLrnnSvdCVEG7ZEzc36bunI8FGOfYDmCoiB3oyJtaWDc/iOtTvANM++qNRe6cMCWu/vX1teizZfv3p693f/8NXdVyWbVC8Q2C4ls/dpxK4KL0M/pPlahbEW04j4FjwWHetz0Q9BURrHsJU0/PMMX83dwXc6wd+Ujz5mBAdgliyoHLw/Vv2mt2VmXyHK/LUC2eNKGabPausKALzdUL+cAsBnTvfPAPAk2+ffP1Pg/ywKLOfTWI12JFhK7DZlouDO7vyQdqayvP3W8zs+9H3nrdwCaD82g/NW+z929GvhWRGUZ1H4mxPvBLTSLBwcwmn36FTTsnZC8muQXpbmtPOYdSjt27FsXsNgzeeh9e0I9gyf6ymJ09bZAjwfeKida7Sbz2f8HzPPD/HgLf6KA3g6oWOMaP57gJfAlul+fO7aOC4BrEvjbD27uGbxWYxw3xW6X5ufawEGt+ad9nTPwfg7A33E87PBazKkHUH92yL42PDtdeXRMX6k4+KlPRAyZfr4zHRoXswvzsLuwiVN7Pj5MZ/jfGxZzZsjeM83cloOUjw8P9Oh3NmZh4ne5k88ck37XI4s8zg3gccMz91G8Ebbs+zndNZvuuow0LStc7Zw0iQ09do4mn/y3BGgvAlQdwTsdLanbzgIjmMP/2z6qgHM6ICdHhsA5qL0yriQA6LHP4HOyMd0SAcAPjrM0+68Ttncmflzpr8yvw+NL0BEnk+28LZWbQ6BucHrzfTJvB55K1lua+5wLvv543pgsGm9Z5ZVnhtGnr1W6lnO9O5X2tsioQ9j2e474YEpNczbRg852Hzu1fGs0H0p+TWOOc7dHHZW15EWR/2VeUw7ywG7l+2cwaerDd6EbnawNbhB5L8cjUsZBaCyY3UBKfq7nYoB9SZ94/CePfGGf9++vu8IafUFh1MRUlliipB3tqE+B4Bvlq4909NThq6t0duZpvWOmUl0i9az7U1ndKnsnA/pEp3bktfO/AUAz3XrLIsXut6rbGnOkB127AFYXufx+jxRPjObMNfiQIZX7VQ2SMh4n+MgpfxmTbPctq1fn4wApo3m/Q45Puu/lI5PJqBkrB08yL4ym2G/7bnOnDnoijg6J//gwEvmrp2cC0Cb+mhWNBAo08CC32sQ5qhbBBZVH7xW2X53RvZyRIUO4XnJ5SiD933NkYDWOAz72dmfKctL1tfaHNuGsZ2tZ2J/nRvqErtx7JkPmWsjGc5IMyiB35NSsQEuBQC3I11ZeWRuko2yAVjmzbX+D3C13p/rLtHcTkPR2To7pbSnXjrqgexbklnrDN+hbwROL8DM4JolDOdyzlkU6FR93YBQ7YccJIHOUH/kYXdQkYJAYuvVL3q/MqVS7pn2HAxiPulgDtELfVSAK3ysktrW4TqvWe+1XGrdrUyr4p7alMFMDZhuGykDQw4scHYTsgEQgxfX6wbvo98EW/g8bN7tyiEBRBowq3kGaEuf6Z/M9qKBsom7FCygiPhHcmjA2xdqXCpvCV+RQV5jFoDjsxzpH2ej8kFuDdBJYeg90jnyQrvtzOOX9Sznu1JSN47ugHz0lfGp1Gs96zOKsWlrLmucyYDdsr6Zx1GWMnKpcpAdrCJHczu6GQtAJvTiOZfkBbSw8x095DKg/DNQJGe9gimcwW8AKXxhmsOiyea3rjYIw9zQznYWMDNXcyvgpn4HcPR8Ojvy/v47za3lpfdz9T6X9HYg5wayARiSNVzjSAY0NgtAVs52vFiHOiAEmH6rzNEAVe5VRqKrRt999bWztzmz+ZtvyPqt8byg7/QN8OHu7uv69zuvKnO7ykHXgaQ6h1c80XJCNjj9Zx59vjW8bX2heZd9ZZAqumuB2LYrZmYjvAVQ9aRkSOtn1Xv97tt7lTuWbtY5o+37oJx89pTMr1ArgIeiPeWIAVvg19YhydJmvjhjVFUg+txLnc8Nz/QGClqrRG216LO+GX/xVo1L/R2BGYD/vDul+F3JxoBpbFLmkizjp8pCdqYtfJWMXzQVMoXOFi/WPTobvP7Tudf1n0FZdGL9LMCZn8wT4DSgIucQR50GXM/fE3CRjcVcQaPWi3/91xW0AD2QK+0jhFFV/wz+u09kZLv0tM+GLf3Btwp4sT0BiC7ZriAIlfRXyXCbE98VUP4///sPd7+qss5fll767nVlBNd1fFjPn1egAZIC3yiwg7Gh01yS2mXEvTZwFjD3ACL7XaxzrtjgoJ/WRxIx+uWz6U1wnzcOcyXAjTa++c7HKxR7EZJ798/+9OsNANY6yfzWO19WLV/46fvSrwHBBChKd2Kb9P61o3j5ca8z4tH3BqR9zjjYqTPYkSVXzyi+oO9SMZ53zgCWvAnQy/wSKOEAE+kWqigwdwrmcFbvvTJ+l67RmeM6pgGdSmHh5UNyBZQEYqxjLHR2cL3T74FR6h3NUL1tUsBMqhFs1WHQlxvj2T5osRKfqOpF69xcV/YzUUPMQQVKPWtbkW2h9C/6ExuGgJzq03/5r9W3PgM45Zmtcyzsku/WDQ4MgocdxBPwPX2cwYOpBhV7EfkQb6vVPk6j2tgCeggiKN57VYEB4jbWzVpT7t7fV4DNk7s/+uPK/H3JmuA1I/7a2A6a217DBNyjD4so8IEy9fu9/JCNOuwl24rmt6O9efTXXavE5gAe0y2+g/hEz/yqma+sgfQra5ftNdtDBqAvQd4xHNHD42KCV2DhTPxAXrRu+JZNvy071S3Gn3i08XcZwJsDHeFbdqcaeIwDfnb+sb9/zgB+LKU+3/eZAn/zFLjmHFo9WU67272LUjkDED6kHanF26978I4Pfd95Y48B0D6mo7fa/5i2s7hkUXgsAJyMCj3/IwDgW9m9c73ZnFgPTHcWu7QrR2n3az6f7+XIOrQnx8T4DDvilMQ/RwB4GSdrSMfMy+PfmeOjHghdNyOxCXZRUukWIbsrlwByMkLOyP/zAICPY0pVMkc4e1wbXQ8AcObhIZj1XA4/HAA+ZfBs0FpOsqHRvTjqNoD6w4Dg2Y5Zo/v7AAD8kFzu2SsAsCMoN2ey+up+RgY+BPxVLw98fJa1eQSAJ8h7pPEsm3kt23c+c3zf+3bqXR3HCQB8BDWlZ3cT63Hq2ijRvJ2N0/d+KAB8wV+Er3b7S6+MknsjU/gIAEvveF+/fdTGIWBizzMNqDQAzKY9n6wDtHG5efRdKTEZZ/IEgFOeMyDKEWDeHIsHgG57f29mQ4c4y82r7qc3juf2ip2G67sjAKw53mRr0syb8Vm+eb5zOu/PrmtjHZBz8FDGqyyaQ8BLQLe0d21N8ZhxiK6sIa5pjvr67FO+28/5AlNlH+xcBevOOIJFa86nA2yQ88k8A6gBEPC+nA95T/pNST1fa0fq0BF2EgJy+rmc0RTHycyE1nh7CtP25gipLwTaVH+SvfSEUoztkJoAcOwg9buBns0RMOaCHm2ZfI8wo9PnSd/QX9+RddCZMPwewGE711V02a8TKlWoLOp9q8kEztVpj8RhIodnPUcJRhxzKc+MCpgBBQzZzi17GQzK8xPQYykQZRe0PqU9nqG0HdfJFFK2F9BVZ5AI6G1HzlYmtO7R/OCE/P/Ze/cm25LkqjOr7vtWSepuaSQNIwSCAbMxxvhjzOb7fwtAAy0BA4YhAwapu+676o7/1vK1w3fkOZl5q6pfsnuqb2fmPnvHjvBw94jw5Q/mHmOmDHsYt4qHZKlJevV1/kFODgBI93tzcKxdh0FxRbogV3HQcMZmR0skHW349Nj7to6Z/Kt3Hm13bdZ9LWhnI/EnBkgZw7B6E+FiA/GJXwFYuEcqeukkIvvg34BLh464Y29o/eM5EnBZfXlKBFN0Yj8rYLBoHYAlESKH7kQWiCTFiChd2Ya36qsiJ3veE32YcwCRnQLTZTw0T0xejIPLnCfadmTOOYW7DdOkuuwUs9XmNNB57XH7Ap9LryiKixTBGDzb2Kv5k84+R6/wvGrkKrKrjYYNAEMHGZUxsHY0iwyQBWaJtmWot15d8iA+EnDHdzagmsxWFubrko2O8lG0XOlIAaUbAIxMQHfGpYhA5Yb1es0rP1SaWQFXgMKYy8uQLV5rQy/093izaTZg8fG7Srku5xxAyW1E8HrbAAAgAElEQVRtrD8Bi/g+30jnKb2jIwcBjNABqgvJmzU/CwD+ot7hmpoAFEQMkrbVtSCfPC9ZZn7eOkW4wKyO2DIey9gAVAHIeg3v+f0S4z0giaIHrQdEf0XsrVTpzDmAbKJ7pWMPp43sZYmAXo4b9CGfyEH+5lnqKStdsEAOg6ySk1FHU/uJejdz8OrVK6kI2QUUeWtA1xHOpJ5diwe6INHL3lO45vWMkgyd+RlAJ6VFABPfvQcYMG9ZhpxSOJGL3psa5EptUYBAp/UtPV00da1kR8b6faa/941ExwGZsdQvoJRbJbWqNQz/odu+vXle0WlfVoTfu0ol/OqVQdFHTyoFNWmJ0XCwcQFJXxTw+6d/+rWdFqiRzP61I0ld47bmtYAqZ1OI2g0Q48w4ma84eGQ/egDrLUPcS3piYTuK9Kf0QEWHvnbkOdcB4Vyz2bPP0AFYlOZWkezQH4eO6rvI1BH+9Z2cBAqQs8NFOStUW+YrnAZYUL1vlAMEDgNdR9rktrxJxsd6n/0Dcxyg22C45yC6GgCYNPHU9k3JBFLEQwvmS45OnbUhqfTpEs99h5NEoa8CpYv27yrVdqLOia58XjIr7PN0cJAYN402+09d15KtMT26efXNO++pBnDmdQydAewGoG1wkHq9Wq+UAcB86D38yhBB28+UPt6k8rvq2dcfb/7z3/zi5pt3z25++QqHGsZOVPwLAbrsTwB4LSe8v/c28Bg8zZ5FjhGPK+rymfQx6aM1y/UdNZp5qfY/Omc1vSpamnl9UumHARgRG8lh64ZfvvpGbTxhD1M8/i//xU9uin20B2PekUue9Vg7+lWN2OFGeRUS+QtvNt3ZLwCYK909K0zrefr9CDBae2j6guOZ+Ur78/pNUbkCd62zpMq07wL8xTEwawbT0ATuvcK7BkJZ5/iOFOMfSV9PlD3Av/QyoB86LA561B3vyFyaRv6zwPSZ1TWJ11oaxylz2bA/sI7HyWVbvhiD9ZudosSjPb9uxBkA5HSkvSsR6KWvi+ffU4u7/v6rv/pF/QQ0L4cKlWrgQf7v6PCxr/La6P6gw486yux5eo+XPZvlNo4/rFut33rvmj0WbyMqPHLwRPvpZHp4VYDwjXTmi5fwCk4NTuv9vGTCzhITKHXX39VeYToma9/fS9Ch70NoOKX30um7eLPXhd3usZ9PYgcJzwZ4toxZFy3H1PXS8OA8z2cvm7N5Mg7kfDu6fPw69785v873rr1o9mN+NFvqub8Uy2z28IMfZw3gzwDwpan4fO0zBX4FFMjeeVP+v4I3/aAmdyPd7cY+ZQAZ9GcA+KGT8qsGgB/aj+l1tC8uXnjWYVALThtq5vVLAOw1MPhIUdHtXHJASttZrLUxZHOrfd+5P7I5NKveBwDLiNV7uEvw1uxzd+8WGdPfuxycfh0RwLuX2ty4aN7a0L3PV/6+jz/mHHDv7wIAfJcDwh02SZEiG7xb/DUY4RpYOPlPAMPYRKq9NmRxCMq8TL6/Fs17ls3LAPDFTWbLyOUUxH0AnGM+GlmRtqd8vBdestPzoN/W1s5/xwZ3Qwj29s4AqOuPaZ52o+AAtB+SMvnYIHfkwSVwcI/izTPx/s/fl963pz+dUcCX2p0HFhlfpyHjAt1tY1068BLQO+U1TRzPDADY+t2Hac3TqAXMdxMIOPTGeN46YhyMBwC8uh6jn46ja/5mPw4g04p8Gt+nw+rUXfMe6f3qPz8x4Zk8A0nusQTEPYxwHIJzgML4lgNw90HGO/7r7/bUUomGsv5YfZfhov/eo4D3ubkNAGff5TmOETzRvFmj9Y5dFur+uyKFMyeAXxOEDVjs9HmWtSPCqh+Kd/YJuG86zUPxpf3BkheDP58CAO8ikAN0DBgYcmb7+T1GMxkHe/8QAPjEYwMA9jwSIWPDnfikI3iOvdFhfW0Qa2QESI3QgLcyaA+HRvWpAUYBBKwV1NhqAAcAOOvCUZsXeYcPMQhV/zBWTnpnbZl8Jr45b5N2MupvG3AxfK3I1Bh1zXuyrK76mvSh6GO2cxR1DPHxZMd2hVGazlp2zq/GAD33JpPPQmPNrQxpAEvLAOg+ewsIHyUC2ABmGW5kLLQBNYZ3HDj4JAoQKirCqNpVZGk9nKhuxTsc89P0KUPse6KpBPy7baet63S1Mjgmmsupic2by/iOYd5js/FrgnJrHizPqROsyE4shBjJSVHaYOMRga+anCuFb34P7Q45kDF+gUkBPFcEZa05ApoDADuST6n8MAoylYBDGx9H/mRgbTBz1rjN2uF1fPXhkF+BKhhliew7nzUFQLb65v6pdxmL0yJ6hKqZp7lvA6aggGUQVf3dlgfVumywjRTRku8GgI99xViXTNMFZswMFonkEaBLinCiGDt18pzfgw8b3NX91E+u8afeI/1w1KDrYwoY7kwbGGYVrd4OI9wbMClR7DyDsdXrTkcwC3R1KmKeOSKtitQCRJuvAEFFnzaAok+hbZmpRXelzUYH9tqYlJRKG5oI8+ou0WOKcCSCsOYHTDwRfQIkiBYsQ+/htAEAU+9EFpOCGGzq2waGlEo3+4Ksc9Ux1lzG67lxeko+Ry3rkjXGrQjgljVSmGYenlWUruUJOhQQCxiuKLL6B3ZezQngbaDoqehfgFghUo7g9rtIaQ3wKl5F19X3jnB0BOsRnVsgFv2AwxPNp/4C3gMelYHekaEBtr3fICGr73Pq0BXtu06ezGvSvkYvAbh7H2Pdnk9qTfM30cJxWoDORIACHNInZwcAVGGdsT5y9Fj0sOU5DgQBr7PPJd21ZXPthwLAe92yYDO3AGmM3RHfkccYuw2ka36bf723bqcG5AMnBIVzUne1968ClVgQ7KCDPldAlmhlPfzipSeaeX5dACtlTB49Kfkl0rRAPkVhUqKh+vq8IoB/8tOXRSNHin0sfhEAWH0jZT49msBJgAXmGlBuz14QvSlAuSNImW34CaANFeJkD0TDVzRkYXzfSSeRKt7zQJ1ahogY53gqvsOpTU4AwpL0OWqbwteKxkOhO9LVDiwlTx0Va93qqHj2J4BiNPOejBxFC/jbvGnnST7OOGBgy7rafbttZzg7JdpBCgcqRzMr7bu2G27H48LmA/htRxXXLUbm+ApwkDTfROhKujzg8REb1ABUq5j2xQfQEMfBWj+LR9B/7xpshCh2IOAsIXROqb8lA1lr5TDx9Oa99CrrZgNlzQfoSQBg7396Lr0dkmPcv/uPb27+x99W9H29i/sePwHMNehpQBJdbecX9vLffgs/ejJxXErKY65JhnvtkBMVcq95QXmhp0rWC/Tn9+cVzc5WiG/lvNHg57MXX6nt7yrK9P3rb27+7//rpzcfKmCf6F2ciNA9zyuSU3pPuq0B72oL/lZQb+8HI/O05/vpP+8s2WNf1LKPE5Yy7vf6kSmTZqnrcmghm4CcHTyv2Qcwh4qSZz5keDG/8T6cC3gPn3n+CpiuDAntMBo5DHhuno3u0Rt7z3XJ0ieJPe5/V/xFNPp04EpbOS6oRW/njn9OP91nb1HJNXJVMqDrJeOIIj3PPJes/If/+LrSiVefSsgTfWv6Wb6cDYL1PXsqFCI85fT1npNzFg/4LuUqQhfvHZw2WrKMHkXmcETgzNJOD8ylv38jHfmnf/R7lWGhXtmy/F2n2E72g8y1M1iYFmyhyeSEqwAOWj53XLawRq/s5+u0e9sect5bcp+4RnLO+2NXW+uVz47+Pp/8nn1nZFKy006yalvttq1qNtA87H0L7/X4skZPPGAC0OGj05mv5USqfAOAo/c/RwCvufv822cK/PooEMPLbb3z6+vDA940Fdjl2z9lABn0ZwD4AaT3cr0BmQ997se+LyDTvsDkPTufXDLw/n0EgHc6Zy3/DACvjdJDePG2Z94l6D0tLdBm8Znft2/Atr2V7vk+AHCMzsdYdgeD8aIYNW9tQltVEjVwbMhitBoAsB0++4AyDPSXAOD92tqoXgFCx2QsB4QFnC55hpbZoM4Djyg4ALq79X82wvvcLNB5tHWhb5dS88w2rwHAaWoZbMOP3sxf9wQ9c2vef1/E8A7gZrzexN9+307bpLryc6tu8TXZuYuHeeYSAHwXsLwDQ3vEpAyd8dYfEboH4DcmxYa1XX6hv5lZB9hxwJ5jlpy18lyH95aHDQCea48y0F0Q9siRjPjNqjJKY4pG5nosc13bAWDRsw0+aieGlhgd6vsjhV/fl75x2H6nmnktzx3NFX3yKQBwgB+3HbmLIWzJ4WG0aHoceqjpF/Ao1yfdJlisiAwZPM6RuAGAA5qdnscoVvSZAPC1/sz5m3zu+28DwPYMH04ebWy7a97z3ay5m/5oXuVBbyMDphUZPjCSaM4HDytaNXSw0czTwFjbODCtOO3E821FiMTRZ60H55TKlgkb/o8PoJfSRfa8dr/ENxhbYrgd64RlxwDwES2MJQy7S11TFEoDwwJVAG4wUF1wEFCfAN/a+Mx4nTrSNXgT0TLlxilnmTt+LP50Gy2fpDIDCKp/bVs0Gevv2Y1kHTgMNT0XMaLshpDI005rzXWDrQGAZcCVMdvRbDPKKkDFBIDVQfAF2becho5BTvkhFTQAcJxMMo9JZwvg5WhzA7iJZHAqbAztrq9pnvTTk09tMFrOHKnFLYM2hj8BIBDSzHTQ+wIAPOXloKPkfADAR+1P5sb6XKZH3qOUjl3/9YPrphKpA33eAYINPs68wK+nqOPDaCvr2hHdqGdbrpWetL5zekfSDDtVaiJRGWe6mawMNpxZJyol7KgLrewBbUx+V3UsIZYBpQY768ozpa3FAm5DuwD9BjUPXSJAzvNzRLnXxCszBoCcQLG1ccvzSq3aqTi5loiwRAjnEQNaTqGZCJqkkLYzhcFNp5S0zhAY0f2KjJuXun52NY7xFjAL+gUczXMBA8IDOJDQX9gJQ3P4LU4N4e+ME9oCNKTOofWDjeOKXNOcFBBGVFU7DAAwAKog408EGrFZYl12BK/msfUQvwPiAEIagDTAKgeZosclRyT6zVqldaNpFOD7u4raBPQnAjjggUFSG9qpqSo5VSRxRySV7tNc1bOk3HxfQLXtwtyPLnE0IO9dmTVstIYG6B1WF9d6rqgtrmXe6t2keWacAnjQz0Un19UFbDZYnPkywI2iMPAPAHxEylZ/lRY3kWta49AxNuxrTZeOwXFppRHXXrX+o19ygqixEc1oGe6UuNKdXRsY5xVGJB1qvSgZaQdBO248Ur8AMQLwOmODaxKnRjZRh3H6SW1f87UjgBNNDF1fvepU0RCmeMb6fe0LLPNefwQItj5gqkiZmvrG8FKpLwEhpC5mXE8L/HjzulLoVt+ePSPdN7QvOrwBvCmwtvwFHquOdZ+JPlJv/Lt65hc3f/CTlzdfvaw2aKcU3rNnznLxuoCqL3hx+tTpzOlfAJUTAIxKzJoFgMgstw6C313/1gAuc/SuItE/VNgfukdpYrsuqcC8mud3clRoh6PSU+8/vLl5SX1j8YTXC6WdRYeLnxcw4T0X7bMXZO6tayz3djoClEavvH0D3+JUAUjtSMmjPAo7bmqyCqx0dDHPB6z3XHts0Vu8Rym5SWEsRw87U2mV7DlFAyqldIHiqs/NOgUASX8qcpvXEEkKOPy05lPg/DhT05RA6boVelBWAho+fvRUY8ClCRkD0HxdsqD1uoia2t+45ekMITkyAIyOkezCX4yXNMbKLtO0q584m/Ahsld8AJ/BJyVT6LlfvKo6rv/fNxUJXM+gF74rR5IC9L5VVgiDeNTbfVbj1nhLzx1rbfOZ10BH4tMf9F3mQ3segZFEkHs9I8OJUmVXm6RIllOU9i3Vp+qngD1A2gKA/89/8fv1kywVjL+i4msAyItkrvoTMJ0wYRwE4E5vC0x86W+diWi/95X1EzGhj6qTXb8TvZpobz2oJ4g8Lj1KzXa1mxT83pcKYAUAhrnRnUo57/s03/BQ7yO0r+hO40Rg+nTGl+qwUj+zPomGx61qg4+jkh3xnDUSPl4ZR6yHcKYhIhaVjX5C18MTAXvtH9EbuN6/qSZujcFR7QsAht8oUcFceU9b71d2B8647NO+uPn3/+H1zVv4uhpGn8uBSfJmPkefOzV46o17fUa6nOnBjjZzH2MnubUHtdOZ5TUAsBz92LM1AKyiDzprsI9DX7y++ZM//r2br8pZ4DjCcoZqB9u1f2tytIeEzkFkSuB9yHMcegcAnGe1T24ZyDowx0F/T3tg7eNyXslZ33MNbd3UWWmkvRl57nbz3KZk1NayW/ouf2YkMM+bjxJlfNyltqO7cs5Z553ze9fZpMewAcAJYPmiQsZv93T27p7fH+JBfFcT9xmy9mdD4Id28YeN7qFv+XzfbysFdsG/zU9L8H8bx3Bf/4caudj9++TlVy8f96mXH0b/3xaA9PvyzjXjW9r7scd3iZ+OxaKNlneN5aH8ONNs/hjtPZS+l4zBBy3Hhua4rxegRIbtdJ/cqWU5RvS+8S6Y8iF9/qHzex//XOuDNhrtjetNyMPk8NpG6q4NFu3v3z8c8M2mCUpnE6weP4S8p8OeI8R7o5THu/m1cfP3p83WUJIP2VDO8e50nXTY537O5W7UyGAn4Ls8AFeEz4xUfAiBAjCcgZW10bzKFnuNkP1lI+J2thG6LpIGPFnzOcfuzfFq/NgAX1lWvMmGT1bEX+bT89Lzf8dmPIDtOkTEu/g2kHsJSL4MWseDdLXlfhnsPYxndW1GEE9Afx4gjkjdDby5pU8wTDcBb6c9snFsfi7J8SUgIs+cPahXWzmE7e3z3NS1+/uOg9WQ7/39STGaey/prpznVvs2HuVzaZyJSgifzPuTUk/G6T7kYrRc7fngltp1kNXPGxCbfT0dVNuDOPffNaaD5hiS26D3EBk3n5315Yw+i9F/gr/0w9E/NhJNvbeDs/O5HGBjGLik//K+u/guxiwbPH2n2mx+TcretOE2h3yfdMZKcXrwkowrrufmCAPP10zH6xTOPoin3m50brzj5/hyv/inn5l8ZpkgveQ5tdocg+XDALFqyHXk2uTbZSS5rQRnJIQjhoicsaEYdpSRvQ001lOk7+tdDAbbeh8gjg3nNlqIV+r3A9xpIG7OH0Zg12qE2fw+850NgkrHehhlXH/S03nb+YjnzJ8GTB/XzZKP9B/aXlj+l2HaKT7VztHW6q3aVP1BGyoZ86Rb5CURwHOcBlvO0dW7Memcgab1fYNhvpeo5GUMYh6oh3mAz4mWgALh902H7w47ieAS72H4HdEG6f/U/5fp53qbkpHmu5QaCG1TCw8Qb4KuorUMzhUtLQDVvMn8JuI193h+neJdtK5/cqCRLrQDgzH25dyS9N9aAwVqk6aWufDorKP8u+aIZ5vmGECVkpdoZUAEjNjUtKx+UtsZMA2gjxStSeXrvrufw9fmAHzDBwFLSKkMjVJnd+kvy3NBlkd/5NjR82q5AUhbDE3bE4xMam8ARtcpBOhpxzkACQ18pWW0bvK6nzS/DIPIxTdvKh33IYcWVBmGATG79ix9S/rhLx87BSz0nHx+rAfd7Q9lHIamAbRwcFTtV6UvdbSnajHXB2DEtIJfPF9EDRrgBGwBeCaK1mCR1zpH5gHyOAUxDMKabqeJ0Dt8qajkmk+M6NR35v0yRDf4iG5RytxkAxD/og8qwq3WveeVPpVPonRj1Pe7nBZekZK9v3Kkv3Wr13z41KAPKaflaCCaFLjxXQEXihCsqL7OqrCACwPczr5hAD8OBB7ommfGwr30F7A3tE9EbBwoxAfSd673y0f0L176TsCRnbbitJcILtpnBNAP/W9HDMu9nPiqDeka5Ef/XBNavFH9BDBgjKwbbyoNrVneqdjhNejx9t1rOSNAI/WpaGiwwrqDf8yFaSD4odtyzVtGI+eI1j3mQdeN5gGf+TxmRagSOUY0KPVs6zn0v6LbZej/4ubFi+cHf338WLLSAIyAjOoD9Z+1PhYwK4eHx8+9vqqm9Hc3Lwv0/f0CXr92YLkALa9bjuLm87j2jdm2q/amass7BWqiGZ3ank6hk7KHJ50vtPkgcPnRY9oj5W+lPmaKiP5vYC9jVp9JvV59fFMArR0VSybL8QHdgGZinnBAOtWT7nmUX1HPsWv32mmGKNsPoOfIDet7bRX5x70A04CIKXmATFvOUisWemfP0bW8leEhz1s/wGffFX3oH0BVHPSy9q0U5AVaVbpugGdlEKBWqPja/CEfCvU7EdHwOu8ivb/1shwq2AfCOXXv82qLeY2vK6mO31ZtXmrCQycAQQF44hvX6UWelPEBuqJ/4QvRx/Oq/xg2eqbklbnE0UK1ytnn9nrFtXfVr3fV+H/7n9/WvAHwVop/RUmi71ZqdJUp4Eqv18is27NeZT6eF0/Db4CQAYCXcxUAMPt899u1lQHC3yobijO/OAqfRnBkeP/61c0/+ccvy8nBZSDoz/Pn5TRSTgn8yd5GNX2F89sJJE5RKW2iVOuoyHJW4OvHT5HxrLmA99YvgNROH43cVV8lTzjRIC84BtR7e97ha8D8I5Vxb0Peas0DMF1nb4BKJo6sDvlYRkv/4KRUl5kH5sSAckei6vxnkNoguvchfKz7l7Os1zOPyRkxPCYAVt9vfmSNsvNC5sw1a+F/nAHoqnRi7xmYY67zSfsC8fv9H0tO//qvSVlez8KbchRaOpv5QleQYSR6DXm2DisHoKKn0+ivfS7vTipx9b3aVWaGoh/yaQc1r3vSAb0GsM7hJPS4wN8nT7+7+aM/elpOMk8U2c3ZI9ueI5WzMpigyzJXoa33zaw7znSRzDkQoWdQvGEdm3IEl+yrOdPNnznjmKYrsrebO3gkjjm5Tz/7jDj3fOGHrJFpU9fH2f3Yi7UdgO+ns3JevNt5l+PmcpRePLjWvFgoMo5bdo/PAPAxt59/+XtIgZ3h9yHOQ81v4/Dv6//q8zpAznHkUHxtbLuC+/FpYIV8/XO53w/txw8F0B76nl/VffcBeL/q8e2L1n3jfCg/XgKAL73roe3d169jobyD4Q/jL4t27nsAAHyAHINVY75LJOe1hXr2Owap/drp7xbIH0sv3RXdsxun04+7eOLWBqLpeO36bHOO8z4AeH0f/XE/AJzD2Jme668fAgDPuZuG5kt8d42u3Du/u0u2rxnG9/k8DHHNNw8BgOdYfkwA+MTfFwDgiJxsTT2tifbcZWKBTOuAdun5XS8EAF5e7GcXjfsieffo2wnmzkje/b3TuL4/w72T3+c77gOAz7y8AOjj+gYA39I3tyJxbQjN5xoAfAvUqAnTIWbI+yUddTZ8dzRoPzvBYhlz6nquzfR49M0wgD+0GcBSRsI2uNwle8Oht2/rWnsDBJ60ot0jlWQf2ncAOGSTd3sddGUg6G4mkiVt7CmWuc8GTjP+YbC+AwCeEb8nul4AgKNX9jma75rzNenJPfv46acMSer3bTenvOfaWrG3P+dy55t5SJ73uV/r3Unlm0jcXc+KTw7gqtOcDgB3to3hQv0YB+8PzGuDjuLBfnei/HINHRzj2uRB3T+MEctBx1EIeT5RtaH7JT6GfgBnR4rnrS/Zy5z54mzMEn2UprMNqwK6McD7jQZ4mWNf4KcBYEd/XQKAxb6dhnT2X4ZCXXD7+1ocw2PmdPZhzQvGIxu1VsSD+yVjsAzpNqLhtx4ahBenvMjOiqElhqKWufRZETpl6CSyZ4L+U44mAByAJsDf7kAxgRpBakcE7WUAWKmf22DGgAP2835+39f1g0f6l6m3M8/zGQEK2+FuOjSlhMAR3d/zbx3Vkw+PNK9ERmXgYyIwyApUsk5zuj9HIT8CgMnYqg34WHMWtBY5bQ+BY74VgQbI1zU+lYY0TlMRqubTMhoHAE4KbTtxmNYAiHbSSXSKI6Ay5g8C6mzAJHIZw3iiFaW/6UfLhOnodqxfVp8sewZzA5ahQxyhlcj69ewu725zyV6ibgL+ql3xqWkC4OLarUlXbvDO8774zBGPlhtFO0rYHEl01JTttTxGafoSvuO9SYn9qFOPIvbhLxnKFZGEerHTwIeKTDOQ64giUodSw/imDL8vXjjKLRGg7r/7CEsYtDOP2IkKgM36Uo4oep+jiV0T0Wl2bbRefKIIzQLn+CmZYCrrGWpmat60xgOI5V2LR8zfNsADAh/1xus6gGJ4y8BsZ4pojM4iuebRelCTKyBK4GvxSVI5EzVYsJ6AcRm1W5cxb0mjLAeiC44mkSP6+LQijfm4XRwYQrd2amqeFV2P80EcA1zjGSCTsTmDwHIA0RAAzajtLGTPAHD2q0kZTtvMudJkM9YDsCY1sYF0ZFF1S6uROEqoVnb16c3bN5oTyaJABKc+j/wiw9CJ/kHSJ08AaB0dT/+m3APIcF9Sl0uXCLgxEAOAFwD4GSBsg7sBgCUDxT/oNfobMAx5hDwG9+gDNWoLDFTEO2CEOcBpOT7evKx3/vSrSr36otcsX26Q3bdmPbHu8JppJ1A7hCb1J/SSuIifKpr4taP0nlfb1Ce240fRrUBgahXb8YfMB66DnHmnzwDg0I7IYOnk6je1QwE3VQNUcuP1V6Dp2CdoeJ0BKN8BYCoFsJwxrIOsKp1OW/WYlTZ8OfGx3qKfE5nNA3I86UwkAqX1br/8QwGB0J90x3Hmei/wzbqDfRxA0rOq8fusQEjpuaopawDIZOOnwMb6Q/yBIwC6A/hbAHBn11BGBWrNP625X1Mq3inaSifisKM+Qv8Afg1SNrirJ5uOOYdIV26mUDmB1XU7cLDzbIAdULjmiXS+76oW8C9+8eHmb//2reJSH3emBMtdOY1Bh3ZKay4UvdAFALvwp3mBGtuuZSv+OwBjoreRC9Ze0k17z/m+coqbR9GVyCcZDGp+q813VQ/4n/2Tr29KK2pPBu+qXnYiZIsFFbWqAIOVnUHOLkfdcK9J8DaRoV8qnbVpxHtJ4S2dRDaBphs6Qplt5JSoUdw8q+ypyIUAACAASURBVPUpkfZeJ2jDUbtyAqp/r1+/1e8Ar35HA5RwTiYFfmgZ5Cf7YtahJx01HFkQT9aylpTz+7mLc+A6G5kR1jnFewH4VOuN+mpA+XE5cyD/Ole0cZF7mD8cKlDBvFO6spxQ5jGWMWUdZZ0BAP6rnxeAjzOVHJFWiRRvkRzxrajxwxMQGbXcwlfqefOwnmBOaj23XcYKQo5pdQ/AsGidNNA8i5MWOkV67/3NyxePCvx9UWmf7RRFKQi102UfcETRO+8BgAHKicyfshTZEgDNPoG9zThXH0w/fjnb84auY060v2WIy8FjyY3nM7aL0567rt9OLb2EXrW1xb6LJ2Y7R3DRcXZYepD3Z0yWX7cbR6zs4yc/8v01ADh72t/6COApeGHKSxP6+dpnCvx9pMA0ct09vhyS+67WOxdsd6dm9k3Jj0/DbddzvGDr7/d88a8aIP2e3fqdeiw8Ng3yGcBurH0oPyZyYG6AprHy8ASUj+RDPgYAr392gPDynav/fWrrndSMSuMt8cacGS6ObIz1/W2TuN93Kaoz1+b4b0d7mg47MLrTfx/VffNx7fkY42aqlEt8sJ73CfTa++7jE1KsJF1OjInnsVyj6HnOz/1pmjcLTf7d9w2i7YVD2OLzc1vzwCYDTRuguOtS/+e1S0D/XfJ0GIL7pgl6XPX8y71tSd+B30v9WXy4ImRDp30dmJGnHvPGeSMC+NxuPFOvzedqRzRuwGXylenh+060GH24tm7tAG+ez/UdiE1v9vHeBxTvcnjJ2D6jtMITMnIPg9yeAph2ZwSwdEpOhPtLm6cvXK4scPHO9oF3fiJDsx+X2vC717P7c5e+m+3k+5Pei2FneBfTrqMHbdDloIth/twWk9+pGDng9b/ZxxhSuTYjP+wBHQNvAw1tmflui2Sffb0GwKp9GevacCRAcPVt9ik0u6QfxQstvzOiN9cnWLzTcP79kHk46YOi8ezP3o+M22kJlwxeWkuurQe39cdZgex9vk0f3z/106VxzgOvDuZt2Mr8XwNx8VAX8HcANfbS3z+7rrf8rhTOl+YlbYQ/MHlMIPcaAHzp3dYHAZMMUOSa+Az92eDDBKqOmrvc0wYH1QylPdLHtjE0AJD6Wv9hQCY9HfISwNVGFSKJk7LRUbChjX8mZVnPczuexMHn9nwv+Y6zDwbL0NPGjvCA71VUj6IlypCCMVKGQIPGGDktdw0W9Xqd3cN0zEhfkh54tnO8v2UzBvnUn+Qdrn279KKfcVTGlFn3x2O4pAPNr7f3tAZalrxMvRYeyZ5hGekMzqw0sX4nhsx9bVJEbvTOMFrN+44a0xjCRl8UaUdNy44A9twbeFHN08NguvR5IoVtcGzDlfrm36eOTBQwxvGTjusUgL7fBrpEcQU4i7zx3IrQhybmJYyh1ADle6U/ZwzSA8sJIP055rfTOUfG9H2355SkGOM8bu6Za7Xp7xk785Vrr+a6+tu1DGWsLxopBbQM8CsCFOBBwFmfg9BXpDp1n23qO9WUFthp0ArQg6gzpxU2oOwItgVQ72uqDOoCSbjHsp/5BrQQjQDhSI9Zd3DtqNEKEF5tPypw51lFdxmUXv8cLWveimE7e24MyaeI7zC9JlwLkvujlLdO1Z0oO9VTbbBQslB/A9xEt/Ooo/8dMZ55zhwwXZoZ9CPAU8kKdTMDsojXGlT0eCK/juZaPG0jLX1hnE8LqACYDEDg1LnToc4OG7w7+vS0HpEaVlHSBtLjgALf0cdEjCV1uICfoj30OtL/wmeV3hY+fVL9wXDP1Apc0/4F3nbNcz4HiLbt/QXsd+plxvC05tcRl8t5BaCVOU70P/1CJpNtIxkXABUEWBVfPq+Uto7kNegXWhJFDFBE/8Lf00F26W/XRX3HuARUkK7Xkc8ClimGqwhkotwMwuD8cdQzbj6TM2L9BxiWflrvrfIkBs6z/zMISdpcgUYAj1Ug9Y9+8uLm6woFJlWtwX5/BPR0avFEpQN+B8iJYxbjB9BRCtyaA0A1gDH+flqA55eVXhdd8G2lf37/FgcRwCkK/trpRvwvsMdcDdCG8wGpg9WPmpMnpIityM0u9y1dqLlXWt2jy/5FfBCdxL7i5uZVpctGtzBuAZL1PPIGwETk6XP1M3NnoCrndKckJg0yabTdvtTbOKe/r+hN5vJJ1eRmCWAO7JyCPvKaz3pA9C8gMDzy7p2BR9YQgMunz5ABv1t1Y6VXa/6rX2/fEJkOr0BnXuy02K7lbadR1nWip+F7Url7ryRcTfpP4Ffoo6jXpttxhq1me7tjcN8qTHuLVh/QBD5UauC6l2YYB6nH39Xcvqoo4G9eFb04K3U6+ayBomPL1rH+I4vtOATvR6bWjAKOEnn/RGneJasC6w3kak10nmY9Qqp82fTq7ydF7z//s3JoKV4k7bhAw6IxtZaRL+beKd9x1Ol1A31BxLX4i5TYNe8dqe99i2liGec1ztAQfkR2pQdYY4GBcbJSRgjXLOaZOMJYLzdIT3R9g2WkTNbSwZ6Gd+hlnqzoSJzD5MAmvvJ9+T20y/y9K0cD9ECcikQe+iHd5bszHpf6YOLNq7QtEFYkxmGDfjiC+bR3T8YP+FDZK7TtOfaNzmDU/I3DLk48Fen8b/7ym5v30LsjkqX32D9AZ+luO+QlC6D3D+xjnIJ87W/XXhQ+Ye60d8C5gzW03sF11gplNpCupXY0c0St4u/kCPOHP1vgL6961HuB0PTYb3JdLLeypPQMOIV0y9HtQIjmm8ORMOvx4vj8Zkff2FkWWCw+6KyIZzuR90r53vN6PkPv9tT51qzrAa7FExdA4DxztmOuxVdp5FtGjijhzoaTPXQc52L3ip19P0cnQ9BnAPg2f3y+8pkCvzUUmIaGuzu17dL75nF2v/h4Fqofd8Bng/Plti/391P78RkA/jSKXQKUZIhqRtg9mC4Zrh/yRmpR8EmKq0vGniykD2nPkOv3A4BPhqSD4d2/8A+GoAnwBgD2GHrDmMWXzcOVTl8DgG+NPyEw3Yd8/5sGgK+/H3n9/gDww+bvtG26yhaeJ8+AYgmymedqz2P03g7gX9N3c4OUOV+b+IcDwDsQuw/ikjxdA4AvRW9f4q/Jxyvq7JwWeqWpicEwh2f3cKfLnQDwDpqNaJ8jreNdnkf9/AQQQicd3q4AwJmXS/1dz+8OAzuQuL6/FKnrd5zBibR9CUwOWLun3JzgasZ0GI7h0U3fnozvMixd7gN9uZS+c++jyum1seWW/mvdI17sg8iRzrNfm4jWqbcypnVQX+u8gbE+JG2Hu5NUN3CUMZwjp/280rFhphybFx+Kb6deDQ9NQ25olOcvAcDSIB29Nvs3abWDs3lX0tlNPpwRv7vMm6fO+52851rE8P7u2a+0JQNhG5FnyuWZkjmGjZ1O09h/bfwr/aV1yTJ4nlNQzz2q9IYAd3+iKub4Hf3dhsZTyrSOkG7P6zx/Szc1KacuPGxuAgTPqR+TdllzjtFNkRbU51tg6qWo3jlv+/o9x7yDdUsW3av5/nx3LUL6Eq+kjehw3TMcf3ZnMtcJXfx2W886QihRfplXzJoY6hXZjiFPxrhN5lpuDgNC8bXobVKueW++XBFN1uvpewCePMBwnHK8+UaGVVug9R0gTxuniTy4kNhA99rgZsNh5sXp2wMin8E+y0+irvxu5Jt2DuN/G1ABt/hE1hJZ5ms8t8a/HDoCoFkHTLlLhF+cFqLzJwC86zWNcay3ax0JAOg+ZP2WQW5aI+s7QBLjaEtfe3enJ9tAbX3O+0OPBTKtdN5HivJ+R3gxUZhTNpxS0u/cx3XSR6yPbbTl3v0Z0gqnDQyeM4sE9x7r45zD5mNSPqq9XroCAGcu1j48+wSM2J3WsWUuRnYMoAaWMGgH6JB59pC/FR23wCLRaMjnEUENcFl9izPDEW18yJL1VqI+HJnYs9aDjuGbWrrwNlg/9wHS8AEUTE3F0Jwxp2b47rzotLIT3F8RqzLQt/vJs9IZSi/b6Eci4B8XuEM/LDMx6i9lQZRgIotSasDg09kJQp3vaCHLG4JucJ8P9RXFq9WeAeFVb1s1dzeDLbIm0K0tygZJXDMaMAvaANxBXa4ZLDWoaEDS870ia1t3wSvq36zjTF+owwg455qIfBK9Kn6kvmHR2bWPATk44VimI1PmC1ItGxzNmBJ1zb0CklRr0v0E7ZiZTHSGlrC7jq9AwNb3OkfVGBnrtOBEJgTSVkSv+a5A6Jb550pl3c57ODJIz9nJADmWDFSdUFKQH/viOAhVX5h/ZEj1sTudc9ZHry0rspzo4JcvX2h9Eh9Ea2V+a94BgLM+KTaT/QQ6s6kKDUhZS//eVFSwZfR8TuCZZ7XOZCvDvJMWN3WV2djQ34A/gDCvFWFbwBZR6B/fFjT27uanv/einBlJw9s1PwHkD5DIc0gbjlzXkBpzcxp/yTO0rf/eKdq2+vW86tM+AYx2Omfqw377wRHx0kUCXE33lEJg0rVHVwYBl6F4V6mvmWdAUsosqN5uRbo6ta3XP9pX2m/nbK020eHIJwAQazaA7Hvx0LMCARFzIq3p65NyDIBlFYkbuWgbgiLt67lH1DKtSHYwTfG6jiR2AoBvn/Waq5TCen/xZwP54jHpeINaAGuM420Bc8gAUfKsdURcJmsCALBAXjnHoDeIviVKlYjGknuAR9F9pfVNdDpR4YD8llUqrVaq6MpuIKAVFpLc+zn+1liwHWl+7YBKn5gbZzzIfsJR+JIB8UG1XM9/IJpU8luR31UT+O/+7t3N3xYgzBsel8zRjmodvy90mGvIT2c3mDWl47SV+raynRS/W9f5n2nfOmWAsW8rQp8PADCEpl+l6Q0AUxe79NqXFb3K3JPOmbbZ2hOFDW+Ef1zfvdP3A2oWPZ4y1uy1sqcfwKkjepcdQ8Bk7wHjuIgjmvnSjgltpVLErNQs6yVOgUUr1yL2p61/1SV4tnir+IX03sjIE/Sm9ke2+/G9VHQ9xxxyj2SF2uGkqK4+qIRBIqBxSsKhprcQK52x9wZOIY98opegW+8dS0d6XZv7I2epYJxxlJC66khc9N+xjxPoWvNTcvCv/vUvaorLsacaty61IxjZQJBlpf1H/6MXtS+3fRVZ4vu1b1vrMBkPvlPGINLodwmQ6j8AMDokfCTdQ0760hXPiy9+9rOqjV6RvwLeW19/MZzapZdCV/WV/ZH34PngywSdTDfPkwF8PXgr5fMES8UfyJL2UTjJLAC4GV86T1QYe+K8m2up9bunZ87acgkAzpqYdlj/0uUJAFv2zvviuW8Wvzb4y+9ap7M/3gDgeS7l3ksAMNc/A8CLtz7/9pkCv7UU2AV6dXQZeHQN7XVcOv3xaxzbPDbsr936+yP16jMA/GmE3I2FXlDWvGXRuuaFdJ0fzweoZZhabR8Aa7FCFqaHtncepTc0lz5eR9so0uPyQXl3Z/XT1wC7+67n3Z8aoXnpuX0zMMe1bwT2MV+nn++89vz+3L4BeQh9J+/s75kG6Nln84VTuN39uT2/juA965jwEW1NYCzNp4ZP3qVIhPHq9Dv3p3nZCI/DyMMA4F2WJn89lF/uk+Zr/HYLsB0OBmb0bDDPb9jHnW8vAsB31P1dqYTCdy1f3p+bF3tKZbxqMMDXIfbq3/5u0zXA9UontubnMqh7iZb3RfZOvSee6pfMqNwcKC9di1Fuj5qa1wM47O3P/l66587VtQ1YR0Q/Z/wiSw4m0uuZhzbW6X2JDmzrU55XjaNhND0Ome0Rvsu7DnF9KLsEbl3SN/sBafEeVp0YJSyHAV3cjiOuTP/zwemYr0Gs4542LslrX7UT+zA1vHHnuCaQOt9vI/16nn7bc3sZZcXXg8639eM6uF8CoicAbP4/3+93uoZhfs89edcpJa7AboNfiRTMO4ho3OmYSIUc6lOz08bdRfPTvAq4Pe8lpsrwERuWW6Ai+tu1/KjH64OtDRR9tm9jiN556A+v23tU7Ul+pn6JAmoeVy3QtVkWwJN+TR4E4Jn9NY+f7z3NS303HUGOecAIMwwe4ZPwSN55iUfmdzMSWDzRNKC9RFrJOMC/1BTEONIpAONAl3GotmN9EmWYyObJR2s+MV448jURwq0+jhpyR/uKFF4peXVf90fva3BnOrmwBASE0XrQwCxT5yg/G1ZtsCzZX7YfzxG83cRKCua1tq86z9wyI3gZe4yloouM3r4ngO80Oq35SB1Hy0IiHP1O18Lkgz14pS7v9sf9R0RsDGPFl6qxuMlR3hveUURi36NIjON9rseJ/pSROylcu4EAfCuyxTxLG4/KqPe2jJrQ73HzPnqA+Zaxuayqs55volTVdBvwEsGrtMAd8buiep2aUvRSZOQ5Cjj68pYOkc55dPPuW/PrTFUskKzpgFkvxkFSv0rPdd8EujQgkmBi+hW+O/raOnupjwUA01ScuOirAeDUSm85GkZgA7jL5BxgN3OprmEs7TUVPlHUbBvy8z3vSkQzKkwgcI9ZRnL06ZEOGcM60YY2dvI9jh6SW2rW1zXVEGbtw7A99onSJ5063Om9AYUsu56rgHuOUhJP6N2k1PS82tmCEDKvNY8r0pL7vFbJXVOAEf1KzdrpiMK9XMdYr6jy4VnCeFC/GNQdXWa+oE3xonjDaS9zppoOoOI7jcMG5NBZOjPyBJ3KmD33lqa/gTF99GxqFntvGp0SMI86ld9Wym4yH2leqxijVr+Au70mpQ/cL3p2NLPGJkCDeqOuR2wZpC7tOXMA4ID2bd1mAE1SnjIOR2szL3Hi6vTS1SbG8CfFL2u/0fwSJh2HKt4zZQ+AHETIgHjJZ/39HoBN9KHvJR/wT4EGGL+Vhlh9WXt5UszyAVhVTcrNcdQ6wWCbSV/8TUT2gKjnPsv8/rZe2uv0cd86T5I62bxH+lIikN0fpeEnek/vKcBlAMDoDkW2NviQtYUxpRQIEYGAdhjrH6t2aUXbflftPHl/85M/LJD1WY3vw3PV5sx6GDkGQIJGSfWqlPWEB/acOiKTfRPvq3l4Qi1a+NgA8Md6D6lp0UeAa9RH5T6oJiCx6EFqWIG/yCD1t1lTAXTgMpwuAIyKTx9VJKf1Yte7r/sBag3ArLM7/ClwpNdM0NjIDamh6S/6xdl96r31vep3V3sBfDSndc/TGi8g6Xul/vc+UftsgZHeu4r/BX558ZfDGA4ZpGhnv4B8S4f1ewTq2Cnl+YuqRV2NkcrZqW4Bsf0ewOUnipaVlFknF3gpvgPcq3rLfPVGNXir/9wovQ3jGgAUD0NnvldfcSCgX9axPlcBuHUGIq3NBnfl3Ea/kRgcINSa++Za1TRevFr89df/7/+scVda45rrpy+/qrYBwQ1o8QZ+Si7ro3lhrWjaIYdyNChdTY1d+kkmAEfGeo1xTeRyhKm+K3tB77ueVTS32gSMrHb+4s8rHXMBwFjy4Lfnz9E/ukU8LDmH54pOWhMAH0lIIH3iqGAB9/WnHf88//pobfKynrN27U7kJCB8nfnr/QbNyVGHPTBZD3IeOmw3dijmvYkU9vayz2+htfiJvY8zg2i66p8cxEY2AqLOs656n+ysBzoPHueT5SQFyOsBpQ4waxadY174zs4BLNk4eRichG7t5NNrtCLDtafpM6v0Kjyzzm7KWFEyjND8u5+/prCy9K/XV2qGI4uei9QLR/epdIAAUnjZEcUzQ4mmpPQh0c7eK7OXsM5nkhwZ7DThkgToUnXKv/zi3c0f/8mzigB2+5EttccRX2tWZxTo+RwghubfzkOUG/GZEF1GP+bHezED1cjXBGx5BU4SseuQkj6ponNNdOS5aiOO8NP+cdhUWhfPPZN4AV067CXTLjH7mZrh2ZvM89506BV9el+W88FdALDn57a9VOcZ0fXYIh+/Hzr2t70GcNP8oGMWmBMHfP7jMwX+nlLgZGA7q73ziLMDyIJ2fNuL6q+FPjH+LYP8OgD/avrxGQD+YRO789c8THlhOc/bdX78NAD4AEiGofY8kssAr+95OAC8DhMLAJ6Gj9QAWZ6yfsNhmOuFOL25FoGZvl+LAN5naS7w12l6pn8Ms7Otu569NH9HP7eFdAcAfmwA+Ni46r0PAYDT08UHAYDn7B9GdjaLzaryuo0q6mZOKWYGSy8jcc97Pzc3TTJ+DWPZLiOTzvt8fCq/3CfNvx0A8G35+zQAeKTQPDzvfbiJMdQ0XXOPkXptxNf1HdC9tBE+y8tcm25TewLA16Jy5zudFtH9niDArxIAno4OhyF/i2A407FBuwboSBuFp7sMHa0HEnEbEPfauhADWHg+Osmgkr1yDTLejnYLtfPdEQ2CRohx9RD7s8POCYBtQ+Z9APCttWvoh/T/C0U4nY1OMYZm6YNESfGc5wK82tiz9PRuINRaIkPB7XX00F29xpwjdc68Odtw1CKGkyVHE+yadD7I2QBwIqNsAE9UwqoDe9BF3V193uc945o/sRpKVwpgN02O9Rdjjg6i6/vTWoRBoy88etYRFTzT+wPJUzzAZSBaRmQ9tvEP/H2L9p2mNbVANcLW9wF2J9VnxO21WrwHfdEDNe5ZG/iY3waAA+AaEPHcRRbmeyfIPI2hmRsPd4HoHqcNsbNWruokYjzBfZ5nAL4VjmPaOdVnRzeKH9qQidGvp372xREZjh4mNaXfm9qejjDwZ6RHFxAcY17MmnO0beSLAQVz7QCAudMRb47MTVRumIXvMK4ZAO45b4OrdFK1FzrHsOdx+F7XgbRBKZGdiVhcMr5AurVPGrwdw1DrvADANkYb3FD7nZIxBm3Rr+5ZgLijMuLcEt0cugtkHYBdqBiaTEM5RLdRHIDblIE3Dp7LebF+CiDEyF8GVAGzAvG8xmIAVlpi5oEUlap5aZ2ZiGDxM/PXMpj00DPlM9cSASye73FcAnyidQLWWb8WnwkQJK1wGXq7f4BMcroour0n5WD9J4D30LeOHOOiUn+KvywnpjNy4TTC2uN139Z+pvXMoHtkdgLAUz8oMhBDtAyLifJzTc69drj0G4ZmAT4GgCXHAtsA1VxbN3pAKZ3re8k/pmLtPxxJBB2UyrQs7dneA4ZJZjvyl3upJUyNST5O7U76RgO1gHD0yfdTfNDgi3hBRums7a1TmCz0WBzQel40H0Te9mTCP+YdQGUMyY7q5J2qQdnMzO2qCUpEHIDbOKco5acM/NAF8Kr1Xl0XPZg75hRjvBr0y8UKicYCoFHkk500oLP2Qb2O8/uKSnbkl9LpCiCre6uhV69eC9w8dFE1n7WY+5Q6WLrQAInT43uAAc4PmRZdKgVu6+TUGCfVN3MLOEXN1EMeq3+k2hR/s5aqTY+J3wPQIvdyJKm5JKKXdniHeXftd5R2FsCduWH/VnQ4UiV3qnDpwZ5I5gU+IxoMvQFoGQD4De8hQlI0d91JwAXeCd/SrsECUUJ0f/H8hfQiH/iA+WZogvMkx8soLz6H1gDN4nXLevaR0OhFRZ0KpGh+/LZlG9DLHTMA6DTgrIGWfeRAIDbpcOUgUICTQBfvWZy+O2PraFrWVqWJdi15ImoffUlKWgAJgK/SqUSpVyTwH//JC0Xt4nioNbP1TdZx6PS8IvfwGeFdSrPdvAcv0L6CUmscX9YYHj9lDIA2rCHQ1j+hCdHZL9hDSY9bF+I7o+DCevm7+v5bRR5aMI69PuByAb01JZKflKoAyIV/nHp36lbSfxOZWOvGkNMmtOiRNnhO53deiXOSeAQpsj5moUTO3n8o8B6pQQeSWr5Ba7oKX1BCNucfdKOAweIt6IZOEdjTYE7GZ7nDcY3IS9Z5R9RBP+uI6sOhgHo/j3rRpoOa0EQKf3fzpnTOowLriKKO8y+RzvAF80rbvdrUWIiIdjSs5pg+CVxDt3v/rvHUgN6SXhodiH5hPaJH9W76CW0Vqcs81vVvfvnx5j/95wKBb6qO8/OvSo8Xrw7aa35pq953nLNavuBHOxA9uXlTCDJONNCZdOj0S1HZOK0onclyMqId0nkLxHzzpkTo3c3/8c9//wCASfPdVUO0dqCbtb+SDHpfSPpeRYNLrFckpNKaC6Ck3jipzV1jmSFpr9I6XOeJPvZPff62ahUTmY98s57YMWedJaiQ4P0XDzcTCuZtRyr2iALKLeNZ9zX31den6FDmt/duR+3Vg+ZkE0B/m5V8ebOPaH/a+6zOZOU123rcKd4bNJbzIL2zA4JkQfMfm0fThnGxB6v6unEWl/MHe7Ui+F//+5rHLwoArjbeVZrzAMA0w/u0ZQLwL6UA3dAv0iUBnnt86/zh9NP+2HEgDl1KIY7PYemOZzWHOL+8fP7x5ic/LeeJ0iXM3XftZIO9lf9UxUPMYB6UCzA8Z7xXH/MAeijCCdjKDWcbzsHn6Lnme5cv8H4aXSs6Z1+WYfTPXkr1F79fAnT9Xe8n+vyd564BwDk/rr1uj6n3hMf5sPl978dBA50RrDNy7Ujd3Qag7KPX+aQzoPTeOSScbWhMv+0A8DZXBxH269f+vrUuPfTBz/f9vaDAMmS29FwQ/u810Hli+V4NPOyh3RC7ntrGk72MVcRo/PK4H/b2T71rvveW5J4v/Ej0+wwAf9ocXTLszxZiILpktPbic22O7wJseRLPycG9vRJ9v/YuAMDN/15EY7BYfeVAd4C6OmS6vzEGz0jSOc5lSHLfs5gHeAmAnJHtHvVp61o7k39liGj6Tq+z0OhSVPZ1+nV/s+J/GpswUmuSbbrd3G0euM1XK4XLHlUZA/G1Lp34ZPzxKQBwAIBjXrrLe+Rxmr+1MTo28+b5hwLA+5h2unyqvroG+O78tnh7A0b6xpW++DLVZ02tuRE93qMDTub9LH/2aAy/Wa4ust0dqaMNRDhdkxlvedTy555iOf3a5/MaAJx2p3ztRosJSF6i0gSgdxBYUSAD+Nz7dXh+N2F2Ob8tI7d7oMPTJpDHoaQNXseBrRmbdJnHPe0dLX5uXZP7AwALNOmDVHSXtJ+iqAAAIABJREFU5zP6wBM9+5ED2LyH76eB9ATw6gDVoHSA6ABAdV0G/E5/mHclBXQOjemnDtJDb2bdynjmOhYAcsk8QKWNdxnjjPrNDNBGUsoe7RNJMYDjGYl7iV67/p/92lM27/TN38c8ymgBcHU5teXknPnMPp95rwGwtSau+byt/3euDB+Ip2TUqvloAPh0L7Qa368zfEdOlyEMmIp2qMGl1Guytxq0PJwLiEbrdmb7mBRnZHH0/5Qr+qW56bSCGHYOQ0RdD9h5CWS7pLdP76txB0xIDcXw/56Cmj4Ajh0y0APZQei0f+Lhln8ZvwfonZSbRzrjg8mdwlEGVBmLhzGlo1WWAWXt4QREDeCaLgIOhbePCN+OfkuNYH+/9BRA8dQDfC/b4IgCOwCMMTaDkJ6vCdbmd+YXAzHGvdDh2CoM/cL8ToeURGGuazYcr3H5vbwnQHD05bznVMNVwCEG9xVhJ6M7gGWHJc/1Ve1cBBRNf9VEbX0rwAxwW1EsTgXIZzko+u9jbWrwXUAKDhlzM8V9AivM94oIrQ91MAV6CAxrC7noXtcEUC7jEyDYAiD93uhgeNppGAFqMOYppuXorwx/RnWWgbojNw792HMnnc6a0HPD34A+fCYArMhX9qMBgKFbtxHe8fwtAFhGcGrlEVUi2VgRZnaSSD1pR5sYSCd6dq0T4YVE3mJIJcJKkdQdpY5elWwNIH7VNs0+aUW2Q7+kotX61hbXCRYyFgy2fO8U/TZkx2FTUZdFN81Fyy/AMkZkRQSSIvXt6zIcd8rDXmcBR2gsNWQFPpVV/2kZdS2vpoXlFtloQK1BQt00PsybIiYFAHisiWpVvwRK4xRQ9XkbWDMoZ0u6ecp7l0M+aUMsW5Caanl67Sc1qBzEeBaAXM9a7nm3xnYAsKzlBqDlENF8zru0zrThOGC84Iq6RpvQEPYiahS9lshlyWMy2NTvAMAAowbXOEiwrzUYlw/9B1iDpwBf197ad8RZg+cAdOZBLGlbHQleoFdHSst5pK45IrVTMDfwcJSI0MHVDriA/rQrPVGX5TwE7xRtnI67503y1DVqi10xqLtuLs86Dbdq73aErOgFL9V6Qcpo/26glWs0qyituv64opu5lnTYkSvmCDAnfHPsM2rGBNLGliDQYKX1/6pS8ursKsc+jP8GBN2+AQdFgGpMLIh2SEDHRja9fhl6WucmO3hCY2WGqLYAiFNHXuB2AZJAGUSZyVmBVKq9zn374c3Nz37ysqLz0Yzma41J+147Q0APpXDmHGSmqnYAfDsrRaFZRMDJsaDSxT6tWp/W4Y4cJp01TQL0ff0VdIcOOImUDFVEq6Kd2csyb/S/8y5bP6KHHLX9uGoC0yyPA7jagcBR2ET6074A6XoGupKa1jVMvbbno+EVb5I6WbIKn/XeLfyJmMixS3JomfXZyMAQmSji8HgkU+gXIEMC7xGsjqyPTjAfEcFJWyszBPpeYGr9S+Qr94LBASgnw4NS88Kjvfa9fl3jgHdrnE+LOOxWoZ9AX2RbfcZpBR63TMlZRZGarhULsEkdUGdXcB/YUsE3qi9MLW34Gz5qcP6rr16Knb30QPePN7/8xbub//lLZKCiySvR+DTHQL9kfIgsSR7lUMQcwXuVJp/U3QVea4xE57Z8AABLtnt/8rjufVngr20vRaPXr2++rpTa//jPa+9VEcA8Dx+2qEpX8X45bihaln2RAWBHnzqaGpXPmql1U2A7bdV9pJPu2sAqBaTsQPV93VMiUm0ajD/WxuYv+keUOnoIshMISw3lwreaL9l7LAYVKMmA5KRiUF7R4lnrDmeP3l9pn+LIXIum97isWaw/2oqjN3R4tawo4vNYd1wX2U4kdjCZZ7O1l2c9WHvmONlpLseekXbfU0dc65Zlj5E+FQB8c/Pzv6p09R8ripuoe5xJGgA33zvfOnqefj9V+QbvX+yQFqcQxpN9ivUFupEsFADA4h3eW2OmNnlp3OrLB0WD/9EfvijnHtf0VvfYC9Y/snMseJ5etDMe62uvQ7raayVT1McCO9hv+wzzeP7P++LDRusX+3yg9g0Kc1lT32tIq8me13Ue0IWmm2jcJSiOPV0//9AI4OlQfNhpen94tk33nrH7aSfRtQe3Y2kfLNxJaW6I5rPcotnK9OP7fAZcZ6rPAHAT8POPv58UWIbK7BjP44wS+OTRZ6NzudlPbu7aA7vBd923vZj+HJfmYexX3MFTx8+HwI3S5z9/JPp9KqDyo03M72hD1wCEDGcaGy8N8To/jtPtRdqcAeD7yXdXe/cDwLfHaQB4Lbxu/8cCgOfivqfv+BSa7kDQBFXup9ntO3bg4T49s+7vTeUm0taXt+X8Nl/cN3+9IcnmNbu8unyOcFzt5Lq8vrcuaEOfDZn2aucbVqTXWR9u9tHBHxn/2nReAvcvgQWT5jtdPlVfPRQAPuT30gaZHe4DU0BnPRzT4Y2jNtlNCxlRzhH1uX95Im7qXtNx9twUJ+WEdA8AfC118zTQuJ/mlz2N9CUA+JIs3PZkX3cdkQZXNg0Yxo4osnFPDEcxLlxqJwDx3qcJJN8FAOMJLwr3wRQDt/XbShGF8TcH132ccYCJ0SPtmJYrgvWa/r8GcE79dTw7ABoOhomCyHsE1I2IZj9ng6oN45btw4jWRJvpricAfMhGNatxtQrgeYBDR/e6PT73AbLuw15bz2+ZB7tLfx99GTS97337HOT9TjsJTZaOfKi+D/0CCKWdaZSw0d/RZxhWMuZcN60SCYr5xEb0CQAvQyeWSRt920bSpDgDwGqzQi7Izse5HUCGzyMijxqwDMAzHUZS3Sug6S39X3MWXf+lIhrRZXpBG/ra0DGMLMdcbaDpnMP8fkrDq4jLJTM7AJyoGB/WMTKe18o9XXTmavJT3pvnSTU6eWF6iGcOMN6s+88RxAfvN2hkZkbIDDDx/QQ8DAgYMHSksQFQ99UyLcMLEVCK3DUIHfA3chL+0f0d6QjQEgNkxsnPGSEfANg0IT1mcV/kWqnyYmBfGQlmvbuj/nN1KhHAmY8pQ9FNXBMg2nN21O87wOPz+FElAq7kyHTt7Lmik9MuRjDqEso5QcZJA5QCeToSRWPWXrboW5FGUz8DLohWoov1JvcRXRXjEO1jsAZg4R5Sgcugmn4OpAog75irYx4dacGHqAo+OAcQFSgjYe835DQzIhQyJ4mICl97XWywqZ0zeKcAzh6rolV630l6ykR2S4R5DyNVpAyJV00b2lDqYQGb5k3WBRmbuwaiokZ7eqTXqE9YNKWvSlfaBl/FqtVYzjxggN30r/dWZJ15nQibBu3ruwC05wjCjownnWG/PxH5U7bze+aY8RF1SN8AneiTIi2rz6Enhv2kNcdALceNGr7qFJZx+V1FTX1QBGVRt7dkAgmKfjLSdsQ67T2tNJIBpAAxXApA1NZPHlckUOvIw/lWKWuRSd+XvllevY90LdIA4IBZFbHUYJ51B+mYDYxl32JQFeM+8mAFRe1Ppfmk7eIl2o1M8xzPP631a/KfZan4QnUN7SRjMM9ynrIIqn/d50buRwca5H+iyDNe6naty3nWKXrhAcBZg8A4FQAUaPz1H6mSlca65o9xwzvdmPqbPSKgRtb5Ayg/IvoMXCTrysqKgbHeaaOxE6emr/Y7ElfksmsgN20B9AKqMP+PHpFG3ACe94qpeWsHg9Qtj26I8xPCpDS29WKA2scFeAHvATDgaEK6WEdAus4zdBBN6xmiDOMcwF6az3SCiLOJUp0W6Gg2tKPNm44sJgJYeg5gt+57R1RoR5ur9qZSbQNwdzrVAjiYf2RJfA4vCLiBruesBhpztU3Ec/RTIqeZG9fZZl3EOQlwO05albK3irg+q3n+B/8Lussyrwhd8Z5lhD4QwQod5LRQH/ic7wATGe+bNw3UlJZ7TFSl6InsP7p59U3XqS42+4OqPcz9cBzgMOAvdP6y5Fk+Cci2dHUAAWRbAiRA8FnxqiI26/c3lTb51au30qPPRV/369tOyU//X1SKZT4BcK2TnL5YQC0lUty8577pz7lcqYHtT6B3OzrRzmZkenC64JrTPnICShNpDrD8RPvPTsdcREWW+EgWqp8Au/7ejhYCBOUA4EhIxiJdU3IKEMs6iX6lMwIukY/6+vXrDxUBDABcNHgOqoUjDgCwo10BSvWmav5tAaNyDoU9icruaHAvccy3UwYrwYLSJaMLSuZAOGucjC015aM734u/0ZXw1vObV/WO//G3r2/efUfuYM+p0s0X3T4oit3AP58DAAY91b4U/ej6wewvUtpDIHD1USmk47RTUeEva25fVZvSpdX/r0qO/uIfFWhYfMEHvcY8C9COcwijV5kdUoe7rEsAYL5C3wQ8N2jqsUU2mSunw9crNHTpVfpXIDW09/6/a6J3JgvmStfFowVosh7UHPL+xtQNyJM9qebo2xofLCTQFSC851DpoPVyy6brwouTrOcbIE52HebP9XHtxOQ1wmeYgI3C1eGB8NxhRytdRaiyFhPWPJc5cQmJ9Zn7UtYU9REZZ/2p21i/HnMurWs//3k5FdTYKIygusk6H1DregHAqb0uWta9AoCZ42XaOfY38KP2kDWX7969qXHgtGTZIi39R1Kh19u+KtD3Zz97UQ4o5oecw7IDli1ETr2+4hTZRf/WgUdGsgZqNfVyFEBve61d5Z8WiKsSTPTmAgB87D96f7v2ey37bSr02JdDuLMp0T+D7K5jvc6Jsx07jPl8FaBZ1Ol90QSe53V+34FhrV8DqJ4AsPnJe6a575cDNGLU+1kt2bTd51v9rjUn+r7Paj80AvjEob+CP0LkNJ2B/Qpe9bnJzxT4tVPgmkH14R25bFx4+PM/7M6LgMZM0bClpvzUt10zntzfTmvAvvF2qtCxyo3GrgE09wEx9/fn+92x88fcBGQR+H4t9wKxKdj5vsOINl6QBXoZ0S/TMQDdJUBFx/YYmzbA6naEZjZBBgD2z63Us1eMbcf6cQEg+xT63cePk3/uAoXvm7u5aTkD123Y7E7nvk/lk2vPhRa3v79Mfx8x7/9o84xRvxfwfZ5pwV6mMSLHaHRue1//J/vy3afS4dp4vcl3DaNdJ1y6Rjt7VM+c42sRunfplUuA807pe58/Urf5yVv7p0bG74twvg5cn+f/vv2a9bBBK//eG+oNBDnk9QCIzyPf33P7fhsO9ut3RdqeIpA3Ql+KFjZB1zuuAcAyTvbhIIb+yf8TbN35MX/HICjjWx/6+A5D+N7W5Dvx5UYsxf4MPbgbaPfn08Yywm5OGsjKMDioz6eDh3UWrDgjoWXc4xDeh2mxavc16wspKLMO6fA3DnHh5T1aLzQWfTagdl/fdnmaf2fOpk46AAAZ3j3uS5/bKdHP+7Rdz+1txCN8n7uzEcAALXy7z+Fsf87brtd3vjzG3Lo4hlBH+djTHQMVaefUVntV038Zjqf1gOksOil6PwdnzWFk3qOGhDMl8krVu1LvTp7MGCZwOnWyUzjaMLzzv3gIerVen85al67NebkEzMpoIAPlAvqOsXT0GG0kg0F4c/XNkVawddbI5ciwdMvcLs29bAypCYBr0ZNunfwb/e73L0e4j0NHnqKdWj8QgSORxGjX6ZZDExvUMaKYzgFzNVdt5Aof2xjsrCAGhy03icSivwFtBNSqn5gbvec7ItiGDpjgQFK0O/rMzxLZNaP0Vf8Oo45AJngEG5Zrje58Mo0rGS+AguaqjaPhyUnbk65oA56NrGc9EZ2WPUbGEt6hTWqR5h3z3QIfYljK/BFl2NG2GldbTr9tReo0gt6r20hv0IsJccrXBbaIFqJjA2/VVvp/pELUnNvYxchUuy46gfkfvx9rHhHG7fCzgESvT9zvzA/1X4PA0jEAtvVfUuMmulB8LiBq8XlSaYtmHQHoyKDqo6bYYAspkGmZCD5lBqovp2GNtJv0xPVK17wZ2CJ9MKleDbwH+IvhzTU4sbKl1q3T8k7dSIpjCVQDE3kHQC26JJFlBy+MPTFtBWwD2MtHhkcsztUs7TA98A9g2xGZWe+lPrDS54o/HNkpB4qswczPYUhkEUB3M0cGWvzxuPlYrqnxx5A9F8cZsX6Pg8CskecmGuDHMYQ2ZKQn3eZKQ532iVRF/30QKOT9gKLW4eO6Dr1Ew+4eIPcX1b+AM3yXfmas0QsHYF3PojcAkOJQQp+fFpDqzC7wEenGTSvqwx6pVqWcvQ9zPV7QENdsdUS1O8b8EC2nNL/Vf0hOv1SzmfvlNNA6RrLndPuJ+AkoCjjo6G/T3uvhlBFHofMhutbp2Rnb3CdYH/NxTWbAAaKlDWxTd5j2AZScaQTgE9C1gf/W+Yf8qS9GN3R2qu9JDSqAsuiGDwJje1qpiRXNROp2IrFx7NBYSJlbaUWrHcYJbzMfT5XS2X3gd7OO03QD3j+q+YHf5QxBq+g5zYH3Zknd/KSAT0BZ+E68rj46Ug86qw6samR3iYNeQ4QjspZ1KlHeDx1c+/t98cHznjfrP9WBBfCq59Ejr4u2Yk1lmfnu5mdfP735g588ufm9AkgERmtA1YuOOBUoVS+FZooYJAV40Yk5f1a0k08RelHOKKR/bdChQGAcP7DwU3OTj/IwaJzFBwUA+22OwMQx41nxovqmtR1AsHivAcsn9S7Vda3P69cFAFfkJ3R9+fK5ovreF/gHqGyArFPGt+OF1uquDf2FQMfeM0JT4G/4ut4PMA/A6z269YcdrtT5PtfYoSMR8lI79T1OS9z78hmptQHGez2nPXQFzkhCf223YC3BGYGpB0CWPEtEPGfMJfQjavXlS3gK3i3dAkpba+s3Bbi+fUP97ZrXoi/1e4kghpe89jljgtYy5Jt6zMg96wERpuBlknHrKZZeIolZltQnOSmQVQB4rKKLv6AtcM92wqyb5FQAXdh3FYH+riKB/8vf/LLWy5c3f/fqXUVcfi2afVu08b60z138Lvm0ExO6wM4n3gtbpzm9Px9j6suJTvsj9hfQrN77dTnc/MM/K50sMB15sSOKdZ5LRni9VnN6L7RG7nmnsjeI8Xp+NN+0hVOP9+5a4+AJOWERJWzQHnD0Q6UJf/asnEV6e0z/ASfppvioQVfvKfiuwd1OWiF+LCYgajUOD08UnW1bj/YVZCQa68tKwczT7hOsSBYL1iKdifrsCsCvvavOwNb92VuLDlZD+sQGwr3JdMH3T4vG2Q/7Tu+TDnsbY0NWtFZ7T4rfAuOH7D//eUVyV3S4AMyigeqrI33SjdYDqTcveitLhstIMJc+mpuv/W6cFqzb0eviM4HNpXPKCeHplx9Kp72/+ZM/fFnpn9knWefxPK9TmmtkrftsRzxHtJtHvN/MPj/OIxA5ADDjnQ72yEPMQ3IwGY5acjZgDA0IB0T1WDwmZIA24/iV/Z7oIeZa568vijdVT1tnyz4T9byIlVtvew/QzkXSrTlbWM+teZ9O9V5fzvN8/GlZ7jbNM5QSWN/P56wzfM/8LPuAeS9nth8cAXy7Gz/ulUxWWt3G9eO+7HNrnynwa6bALqif/vrWZp/+4I/yxGcA+Ech49VGrinypQ8vrASf0KXdwHwfP/5YAPCxaG19/V0FgFmntLD2BpZh3RcVzD0TQMjY55zs0cT7vO8G/bs2EZc2BJnvHZi93e6nAcATEMoaLvpsC/gJvBINFz/PTctDWNqH2csbn4fKy/TY+5Ro3Rl9lUjPbNZm3y+Byde+vw8Avs8ZQTxoN83js++fYj/OBvRam9cA7Ic6AJwjcGcN6IcBwBPMtWx5nvd+ZaAcfBwx4Pbn+5ecncHra1HGU06ngZ/rpHzLZweAQ1sOiOrzcUB0hMfq6xnomvcusMsGrQkAy+iMMaHbOrw7675LchR+xKiwUgP5UHfmkZkpwd/FSH+0e8HR5qTLZGTZ9ib1TNJk66DEgW8Y2eOtzfsS7RUAWLQeXsEeiw94MfDmAO17M+9nfbDTRYDgAIl3/XEAH6M9P+N2d/D+0JtbaoFr6+wl/W0Dqg+ESwfe3ucZgEjaWX+/p83NnE++9XPzwOnD94kOhy52bTD68ZSophq2UmZnnRvAp6JoYpXpvvNnUpuGh+hTImbPxpDFhVlPA4JM/lwyMQ7oA9ANIOdD+Rnc20Fj0zi8NICuFt6kQkYvHlGt3ZnQFONTPjN1cuYn3y3ge4LTq75X+hFAMhG2AXnD85IPjNcbcBz9sAwYvm/qdtNujdPV0BbfzAwOyBfaLW0k5XLGEwB415v010YIG4DsNJH6lAZzZ4RdHG8c6WbjflLxzawH0ndtHMy8TZqcecQOCdEPPKcIoI7sSFuK3CQlsnTLbRmb11zDtunVBivJX784mR4suBDAXyRl6OwfhJn3O35BRPPj9Z48F6DTX3eteQzvhw7Gopg1DsWLwdt7oS8Gb4ZPBVS044h+36Lt0k/xa9Pc7166NNHaGfyesl/8Kb7qtHT8rP/CC9FvaVd6lHEjZ/Wb0wGXsZLhMDzjlW04Nk/xRBxy0k7mFbHPWokRPwAw7b+vCFgMv65BawDIE2adiJEZy6qBMb/HwKwjbwGQ176ndVCThvYBkmzcdARTgPSk2QygMR07uR9QA15cqUU7Yl9Ksnmp63kzzoBbWQMyb14PK31zAcCMTRGg0LeGyJgV3dWgJPxvh4glK6y90Ez1BIkow4Gt17NjH9B/O9UtwK3Xwkv7yFtrlIykrgkt5y1kqZ1oGKjmbexhjmhI5k3yBPhHvUqHVKlGJoCBeLkM2ADfw7EltWXj/BHj56WzLiCO57mjbEhvqZSmAASuWUyEnIzB8Lj42/IaEPtwWmjwjj7lA28psrzBCngBMBmBFZi0yWJq+vId86h1mPvhVoFl1iP0hd8DChv8dppvOBsAlMjG3fnGkeTOAABYwRiJ9L6pqC5/DAoQoYbjAs8DWNsRwrWAXUf4SdWwLTC09y3mO+REikhyBqihqEk5FcRBx6AY46Rd+vvmTaUor/HSp2cF+kJ/3vG0I2+hN0A1/A8AzP4iYAY0QM/RV3iC66pVXPIQAPhIYZ0Rst+qLhEhr5qU9RzvN50b0GuQmX4KAEYPcE+9X5F0DbCgFxRR2SmC6T+fN6/eWLdUjeCXX328+V//mEhT+AKgCADYql8AFHv60iOJ3I2uVMrpjsxlUrkOOC6Zof/VL/ZmRMT7U/qj1wEiHkn/HFDuiwKpcEbInuN98arqDuNw+WXxdYFA1DalgdevSy8xH8XjLyvET2ldq91vvjEAnKhNy1eiX8tJouYrWYeyjqrmKym/awDQj4htAz9Ow53IymS/gHelc1gV4DmGRS3dY9XFgcKRodAP4JXIZFYb6HA4jLIPqUdJCa7UwnKk8XrCPW8K3BWAXsR/UWnEkcvHla7b/f7i5ptX1K/2Oe7Ji0fV73LmAJCv9lT/Ow5Hre+J+NdyWe0BRn3xJXsMJsNOVa59WqOo+WT5UVp56EcqXuhf8yDZRrd0BCJgI8D5l/UMS4Kih2ve/vN/fX3z3//ubdVb/dogX9ai3s/Mvb/3fuw/cZxZdentBNY6hPmt/ssZg9rXQvPs6IVj3tfl2PBn/1vxr8DFTt3cEcCM9UnxVfRbM6IczpIZBqeGpEB2lGWildEpBqdEItYJ5o1/cirA+QLHiJJnMqMIzIzDn+dfIDBgoNb1+lkNaB/S0ejTPxXRUcr16gMA8CPSDkUnkNlDUoyu8Q5P8qlb1rkLUBtnHs74WSNY0xijziE5mwukZd1DP7HXPJb0g5OZAjl0NHiZVN6zjTheZZ/IFIgO0F0Rx4CaX978u5+T5aP0gNLRu1zEKj/BuqUcWceezmcVjxMdzflWo6e2teaH1Pb+3jV/S87Zqz2udaGuvXj04eZ///OfHGm65TMgYi1+DN10zm+6uL54QP8FALt0g5h/0N405XOArK03qYec/ZT2gLxD+2NH9Xrukvof2XGt7IxXZ+7msWUzW4CtygaoHY/pwlHh2KN6P+B+HyeKMY7wkr6XHrfe9/XFM/l7jtet1vgXq+aS31ftTQD4ZJfUXj587AY+A8An8n3+43eWAtnp/o4N4NIh5GFDuG2seNhzP+5dnwKSfJ833wdyXH3/Ua/pDACkD0nh9lBA5jcVAbzT7FP55ZJRa7a5tzfvz3c27BsAPFJ3HOx3BlHuW6D28dwFCHIvHnx3fzYQpxfSa89c4qc9wvau910D5QL2slmeQO55820DF5+54N/5vrGJvzQ3i5/P+mB/77V5Ps/xAJM24Ox2Hy/P+/eR8TyTCGBmPK3fx7/3ve8u/r4kBxMAzvd36bh9PvP3JWBnzvsxbxuQ9hB9qnccIfi9cUxE0A7MHaGUfqMPMP74bOsLOXj7+u20lbcB4OFOOwh5DUS97WDwafxz3sgyDuuFM7C8+PdTAOBL4PDBk02wQ+/136caUT0UDpN8AvTMZ3zAmgfCFbkb4GbNy0oNyrV4H88oGh2OxylkRt2M6bj1TtPsDBwmWiKycqmvh+E3Y5A364r2cZrNBbbNA0raJcWkjAkccPuAnwhgTDofcwDv78WXpRRm1G/GxjQkivDcbwNjBoriXGAv4ox90ucu/RI6WCbcXqKNWQtDk6NGYYNIjrq4e3+266W79FT6OMHd2bf079L6kGs7oDxrCDnF3hkwR36iyxK9dlr7BJrVM61vZgTvuZauDcVlThPZVy1vDvgATNZJOZjG8J4IJhtEz3uA2X5EQIYzohp73aKviRoMKDRTMUcWZzRw6vLu8uPUZ44OOADlNoxLPht8CH9xf/o86W6ZxZDmqJMA1UQoHONvQ/7sg3SKDu822Hq+z3fY+OmIRfEqBk6MhBhNu8a12hnRq+pvt7P4uvV/GzFimJaRvwyGAl3qXU4J1xG9ksUFcqhnkgXz1E6DGOsNbiwnjvC0QAw9i9lXvZTcZR7VfPPd7hg0aeMaZ0kbn/qWjpzbHZem40Iom2cj54nWjTxw4eK7AAAgAElEQVQk4jRGTNfF9NMzshBw5JZjY+tgR9AlBf1ae8UrQyZDGxv9ifRyutpVioEUcAC/UMwRT9JD4pnoQa8ZXkcwqPfa36iAa5HaaCbwqL9PrciAcnl26qyjJmw9LV0gve30l+gJnEecNtR1I6fOhl7qE3xdOsHpiw3Q2gDsSD0AHEVDKirInKF3YCInilVAmyOdxGPog9I7AfcTjfP23euiAwAIQJZ1u011jtgx2R3pEnmnHaLikF8AYBkttQ8zeCkDZKeWTa1gDPzQAb1iQLvBcK0lllfzq9dSAGCNifYGQEs/BZDUuAGpFP2Jg0ADlSfHm+Y/16u14fdwogEsbUCKgSvtaEfwfkuUpyhQ0XVlGaeWYFITzwwOlps27DbdkvKXMRwAYAy10sOk1fXY7fjlFMHokhhbDwcMGWkdbRx+E5/XFQPRBl35KE16A9UxLsexxM5iHUlWbYbWKWlgKbVTSFJGQ2NcXkiNGz0JwJlIawGC6CtF6hqopy8AzHwMKvVa2oqVuqyWcWruui6sUg7XVMPLAoAVcW65UW3Vph2Rz0qtWuOg/0TmomuIhBVA2BHDBmg88RMwPqKpihe+qshN1eEl6klgjAFsQxyAQY5CNn1t+CZak/93OlL41WAQ/RHdqi8Y0d++eaPIWwBgz9mKzKdtRxBXbc8XBUI7J2/97WgqDPGiXQG0ArUUAU4EI7wOeOqa1SxUTh3t+piu+8pC1FlY6nftwwBEWD9wHqmf0CzyYmDDThyKIG2Dv/pTNBdw2tkxMr8Ax/AdfKDouIpUpq7xkXGiaPP2TaVerv4C0FpWzLvoEsb1vIBZAHT0yVf1bHFyRWt+LDD1i5uf/D5zX7NQ30Ojo/54XSVCMc6jiBw0dtriET1G4Q3W+I4gY3zPq0ZrPil9FOeClZlmRYB7PjxP/KL5bxkzKNjOiMWMpGpFBzGNRN2qdmi9P1F07oedZuBr9KJSLuNoVY4F8B8fO+JUjWjVErXziHnYG5Lp2AO/0f/3XWMevRcnC/Yndl5cwAYOBqQ+fVZ0eN517rlP9YzrjPYOvVPvR56zF+F9zlBiJwr6y5wCOPJ+1QAukJh5eFoRji9e4FBg5yGmHFmhNu3bknfWPBwuBKgBtFZkqf2wbNmwDKJ7i0dJTdxyhCPWOjfEscibY9ZBzk/IjyJ36+sWperbx5v/+DffVMrfcor44LUsa8rBCFzVucRant/RLwafkRFAcfa4yD+gaQOsvLdeBkDOk/Dz10WTf/CnpQOYKzGYdQp9gvdUdmFEQeIgEWc8AZU46Ggt9H6WNPlyGrToaB2Fploz2HOj91lnGXNlFKBuvHWA9YFGrD2GwWJHAlueyHATB1ZFsHJkEbMYeKsgesspBC4w81G9x+c8kUnsqL353G/PPTjvq5e6RradoRK5b9pbXvnJsgYA/KTGQNtybOtFl99Jyw1f5yyQdWc6jl46NzozQ/cTZ50aw//zb1/dvPsWBwP2OV3qo2u0z320ZJ//BKA6nTwAPk4gTq/tUcgZkZlWtLvnWzW90WXP3t780z/7w4oCtlMHy4YcKDSQ7lf9VGkT7KPsQxSN7u/ZF/KZPOs1xjRTH+GL9tObZyCuMVfSM9w37GABgNc5FrA/+qX1DXuE5iWeBeTVONuJQHxAhgPJ6bHMZrl159T31U9+O9Qn3/E3Oq7HcTw0/vb4egy9ls8gmgDenmeYzi88aEFb3TDU3M/3vncB17GdfAaA52x8/v0zBX7NFNgV+sNfP1ekhz/1Y9/5EMDih7zzMwB8pt6n8stdBm5avsvwfAYH2ZDeDQDHoKkFMKvRPZP/uwYAnxfvs7cW330qALy3dxe5Ls1l5mj/br9+bZ4v8ZOxiwB01wB4f//Qeb5PB+gQyH6QjTmbnGzkssO5r4EL3z9EVkI3HRaG88B9Dh/Xvr+mr+Z7JHdXANuH6NNLAPBV8sgT9vK3tt8ZDNTBD6NQG4eujWP1L/yx66f7HDbO918y4F/q7QSArbdsPM1nB5h98Fp93IFi8e7grdvPt1Hiyn13AcA5yEwZ3A9d8/3XAGDdI2NEjPaeSBk2dWjpQ1Fd+1QAOO0EMDJNzQv5PTyrnxvgyz0BRHzwtWFaZ2b6N7yLAwBhwFA/JwCc9yropBn1CgDMO2cq2Dn/iQ6evO7UiW1w0uHnnD4/NDgxkmgeQ8kCms4AmSh00OlIoSogz0buSwDwXZHGex/m31O327BhWfU8LcB73ncNYBYNsEslbW8NQ4ao4qcjLSZ6uAFsDvoc/qWXGxTCYBDjumm4esvB+YjOlxHUEUQBgFOjlyccgbCenQAr/KTx3QEAiwexAHB47j5xLaBu5uXEx4OwEyzmPYpUbv41bd059aX76cjJpM6z4QJjc8bFM4m0TN/iBp737QDwkzauHNEPgJ1tqLjlKIYotnUhsitjHoZo0k1ixMAAHiCi+hfQVmOL1bDpsDtRZNzh1cixDTJnpx+BBKzb4o0FAMuY1P1POuaQPZGGMShpDgWenY0fqx/nsTjCYRm8x3Qec5e+JqJ4vbvnTgBB13Qb/DejDmFpng9wlf7JWFuGfEdpLFCLdyqiQDzvdTQ6OSlqL+qifr/qHg+eS58TUan0uDJSE7FchvTRb+kCUjbW9MgcqgLa2c84giMf6/iG1XcAGMC1dSR8Ht47nDE0V47mnvsUG82d9pAPc+zoHGKX2vBc71QNyuoKUZYIlNcV1+A8xlvXMRjzPeltiRTJuhTnidwrOdT66PcC6qC3VPdWgCY1C82z6ne93OsUEZ2AKZOfDVb7XvSAa79mTgA6iN607BlIky5Qzc8FsHuNoeYl6fCt33AMiw5CLFwTEr3IPU4byoc+C1Ssv10j0ekGHZFq8IQ+JIpdEboAi9Ryhp78R+SO7aquwYtBuMEhgXb1T+lrAbcFmBFBW+C0QokMMqnWZT1HxGh4OUB7ABoB1NKDNmQL96LiYEf+LN1kQN+6gzEvQHQZx4/p15i5V2mliTAVKmAwAGK+ax1NW/AxY4KfwtOZl4AgTI11mZ0I5r5WUYbiU+ugN2/fqP+Mi6hjxpzIWwGYFdGo9N29FkIf2k+kuB0RoDy80w5yWi9co5moKhvWnX4UozVzZ2DTfXS6S8sDgKVTZxocNtBvfjCPrPrc3BOwmDNoop7pCxHG0lslfzHos3+EptBNUdxdS/zN64oyxpCPg5foAAjdkbQlXwYfDb6o3VI6yB0ANWysmrg4PjSQxv1OQe7UotaB8E1qpq69liPIK6q2gEMD2Y4IExCyrQ+OeiNtOLzvdNpKcd3yLprVO9HVGmPda7B/1c/mHjkbyMvJwKbSpQJ0V4MAK1x3fV+cQXwfAJZsHTVeeI+MAnzF80dgwbGXBvCpVNDfvCpw7HnRrcZSEXo3H5yv9R/+E9776OaXf/dNtV29rwhhwBEB0NUe0Y78IyI7a/qxn9Eae14PAS6fF9Ae3RV9Dv0EhDX49R7ekX7rNUz7P/OCHOX6XHicCYuypG7Wubz45gXR5PXrh4p85B1Zv5RNQ/rMckyW3+hAovZF83r+aX2H3HyUDjTYyB4GorIcqKaqwGM7HNDIo6KTUtbXnx8EKhr8hi5Pkgq9+YQ0t1p3e/8vhzLW6Eqx/KbmCyAOB4M4x7B+qZYtUYf1WpX3hoeLHgBJb+u5d5UGWjqnAN0XLw0Aa30AXK4lA16DD7mO3ChTTr0fvpBvVR9H5SemNc8RvoedTUCnDuUH2GWZBggtWeDdOE+hb4uWvB7eod1fVn9//h/+W333ewI9kSXuV6YOWux9ocDqGg8y7bUQJwPXMgcwTx1gO3943eTzpqLA6dp3tQZ9VfL5T/+i+BQ5Ljpavgwuoa/gLTtg6FH97bODdWIcKqWba3w4KH73rZ0J4zwFX8pxozomXaB3WcdlbZTTJxHnZPuqtnA4MHhbfe5z2If6nf2vjgnszZSeHTC59ysNFFM794tH2Ddrn8Vq2uYF7WN7T5dDgKNB2xlTZw9/JFriXUeYijf0LDQ3gM0/p+H2/sclJGw3dEp7dJD5SpkLBJKzbs29pgFP7YUrQ8ezcioJsCmnmuKVf/1vflHyWmt9z4mdyNY+ZDpYeI7Yu0LfmldF3vqcGcfa8EFpIa0BhjOL5k8/3vzZP3h287OvyMqB81jXN6/vvE4ZoBUonprhknWXfvBaOu0XM5X2KjvkjAt+b54NvXk+EcD0KevgbsOSvol+qIdphzWJVnOW8ZwxjysiWnM7UncrwhsnxJYNOxw50nq1b7tbzkWU0kGk1PbYu/vvjoA3q/W7x016f7I10K/iE6Sv+YT+jV/l0hVHN/FOK555f7Psb38EcDp6dNiycXwmMfd7P//9mQK/7RR4CEjhMWyM/xsfWBa4Kwb/H1j798ca3m5IO/TIZmDbr+/v34GZa+3+WP2+1s7D+aW5Zq4Mo9FrAUqr/TYwD1BMXNiHjgX8LQPTBIB1qv4en3Q37ecgMsGUc7NnIOraPOWZHzqPx2b9OGh4nNNbawINWXT3/l/jnzm/d4Hj8x3z3Rnn7YjL83zc5iMOfXNdtXwnamIBwhv1z/uUB8/4zn+Z96znP4TPD2Pyxrt07lqE6gQLz0aiPuRtG419M3ULcNkA3p0PrgG9Vx1ehgvquSsdibJRfhkvz1/cBlwv6++dBrHR7vutqV74bkX4+b175NPkz2upmC8x0T5vMzpkvuc+0PcaXy0D7e26rom+gwYrxd2KSMs4UqMthunUabMc2ci30+Q+4NZgU6efbeLrkN5E2nXEpN0OqhyGI9rrY+vUEycAZEysx3+WA/7GSOP0jZgLfHpJe0nhPPVU+maDzp66qw098MzwKtkjgBMZNcFU0bQNEDnI8dMG0q512S+f85852a/lMO1586EsQFneNb9bNTQbAG4A+Vq7AabnfNynOC/xresFJjJ0zZH13ATVOlUk5/qDBxu0OPS3U7wFjAnoc4yTyJwApBxGZSzYayGtqGieO0DmNmLMa4mcW/rAfYysBMTVMzKMrYXGMtEGKjzRe6yTnorUG4DubHvSIHrOxvcFYp4P12fHgb3O8Zy7mTI6162Ls09gcrqGmAxAjnhju5RUyzYa+f65T8gYiNygDQOUNoTzvOsptgGl/la7bSWRwaLn/xTNsHmdR14PGo31PVFx6Fhq8zIlBkEtI4m4pt9KMHeAwB09IGO1kjmq9t/po+vNt/Sz2ksfwovrPY6GDJ+HZ+bPI2LhMJQRPYIh0Z9LxhCuR39xnyIUh+7j90S9ISyJWox+3AHgjE8R9iUzGPgESmZuY5iR7ur5bp5I6msZTDtSWpGUHTXxXUfJOsJ3rCvYDxlH9h8dgZoUuzP6d9cpNjK5vbV2NNjePGl+TfQNkYE27orPMkHQtwzgqnnW2wvuUYRr081RIAuA5Z2qdwi4DVgHONaRXuiRRP06QmbRypHoBiMMeLovSgE59n+O3nMaw8iXADAMsfOsIrlingwCMiYBrmXXVASw+NaDEo3rPTaeGkCiLYzsiUaOY0gikpziMWBt5s2RZwIzChBWZO8J4QdgJbq2IokBsASiDulBXpA4HAAEphQkVu1pXQoNWG+JIKzv31Ij+J11EvUm4Y1Hiqw0MOBoLafAVV9bBujtvt3f9xgyPMq43TKPbq6/AfUEeFTfifj5jlSz1WHXI/dgpvMhtDcItNJDUhsaugJExcHicQPkeV9SEh+yp7mVRBgwHI4xu2GUCE3VQdV4O610PQf4xwewkejg4VdoWS5juW3B9Mt6zSAF+hhHBkBbgH3GTyRp10RlHWuQGUBC6xj6qtc61Xtuwz+RuqaFU17P/dhaLxy1lX2cIrxrvgG6PhYoICBT0bgFLlaEomrxap2wPjTY7Whl2jRQYkqiC5k7yzlguiPo4RkA2uzLDMi7f0lDDZCplKg1BvFWzb1BYgPQAWfMA46sBtQwoOZaot4z8j+DAPQPwId6qIlyB2ANH7m+KE4hBeYCJAngM0DEvgmnDCJFzRMNJotXALAM6NI+6V0VeQ5Qs3bdmgf6kVTgqtsrQMFjd5pb66rsVfV7PaN0yjLgf3fz4qvXN7//ey9Uo9drnoGEJyXDjqZ0VgP66bTnvIc5ow6tI+XRae9q3viQ1vnNmw83r14V4FypjF8whqIBdVM9N8UL6IaSQYA/jx8+Q3c5Il0OHa03iFDtoOab1xXpHYeemj0B4dBJgEwvrNIHDWqJRPWPvjlLTtOjxvfsWc2DQGg7FMlBotsA6Mm6YpqaJnzQXXHwUUr06if1YBMFaWDG90IvdrXQEKCe6x9qMABcRDkGXJXkVveUGpq00LgUvEPvA/Q55Tm1SpkKaoFyPnleEcB8B1/Az+8BiLvUD046pKUmsvVbpQbmfgNrIk/WxPrjA0ijDi0JdfR+CoccdMUjpemmrq+BUuoYC2xu3c57mPNXb7x/+i//tSLyqz9vARTRwzig6IXW73Jk7XclAlP7znoXke3PKu239j71N/rjSa1HiBx/K2tNAXkvn31x88//Wd3butWOUFqELKM6c1FCQNPQe8POUEONaYkyDoUAfA166TlH0s6zC8A9IDcfsbvacyYe9CF0hx/sKGOZlD4oXUVWgy+Zd/EENKs07M2b3Bm5p0Oqrcx+oK4na473XgZOD/t7ZyQUgN48iS4BSCQ9u/muo5CJRAe47v1d+i9+a9Az6yf8zv5H2WSQhyMAw/1yxqwB9LEPY5/W+pmuMM08S3DoX/7lK/EBrMV5wbpiAfrSXb2PCj0dAdznCe3xXMYCIFoWB/YQ6gtOEOxVPtz84R+9vPnp106nXn44BQCjrB3Rrf0kvFQ8k9IG1m+tMwBM7SPR9tPeXbCeQvGim8/inYEi8lX7MEUXixmYL8t6nAfYO1xyoNUZr0Fbxn7cB99VI8eZoc8W3gejs1ZksGiovdgGAGtfkX1ztaU9qKOqjz1zd/n9lo1M9tt6Fh6mewKfOzPHsbfvUOh5jo0sSDaK0j7fWXevUhJzv+z1ls+x96nO7Hs6E/a39JN5T/d+t3r/W0rUz936jVHgkmHvcmdae/zGerq/2GrjGqByrEy/4f5+BoAv882PDQDfimj8DAD3Qmv67wv3JaDPXmdrOd6B3WmYm7//GACwjLrs8er1+nkAmOnP2WC7R/5+aiRw+O++9fyh+nEadGNI+T6q576MAw9t85Y89IPXgN+0+6kAcKJWLvUrHt5TR18DgGPMvkrvPjjpANuHvGVA89tz/VJfZsQi358dJtrZBA/zaV0bDc0x7OAvt+1AczzX977cBZimnYvgcp+0coDg3pPhvf7eAeB43B4G6+4MtJ771ks0j1FPRqMWkqTf08FPxtTz1n3qhIx7tn0CGSTrfj5zMWmz0zMRfXmGA8ekBaew2X4A4KRHjQ5c4+k5b6/pj+P5uwDgSbcZvZh0zzNS11EpK5WqxtoG5Tl/Nkwvg528gpu0s70dBJYhA+NIp4DU4fYAxNDlpvFuCLzcjzmXtyOVz/1tI8gDAWAMsTLIYuRoPb9cCJpT6ksiBjS/AAFA+nGS44Ba8x0AmO8DFJFqduneOJP4p1IqV0sTTBbQgYEoAO7mfzLp5Ygq3zujBGcdX95zrc7vHtEbmTAPrvGt2li3gcHI1OzXaTw6rBsUE4+3TM5IYck7B3sZsL1n3uVSKfDk0e/vDllq45HoNiL5ZKjCsN2gHW0SQSMDgqIA+AXQIilq6xoGCQwEMjCaGse+ZPDqSZaGngv9RPMhiAtsjaH3bgCYPqQGmPYdduF3Srnmv/A7VJ1rQiKAp5Fw9mvqIAwqSVHpSMllBI3uyrzNNvTu+jfTXR8yXLzjiBIDh4c+q+szBfSpTw2sOTXyisA91s9u52SQY67gg2oo0VUC/GUUK5p1NJWMheE9DNfwFvyNGOu6I2kA/vb0z/ueFGeC2QfzB0ZW5Uk83jOBYkehEK1GQkinOxZtGgT6VvsGOzA5oscfR00UoGeJaIrXmDGao6Pp/wHuGjQJCOzI16GvlVLYuj3Xk5Jaxk2A4dYjgCWSaZmg+dlRaXKiMC9i8IRuRGDycaTaMvAmLaHoU9cNsBDlSv1YolFZT5Yu0LtkdGeNNACc8/EHRcUwyz4nAAw5tXODgdBXysMGWfObdZ5lQNZ08eJHpa/GKOyIFIBpKKv1necBpOp3APa6w45lvbdIqm2B6YqAxui5opsP5xj1gzl39JdkJecGUrwWUOJo2zhDNcBGtI/o4Ahxp7sMNwCu+J2JLgV0SSQm1+UEQZR8jYsU1fCJUoXXeEX3npQAOSi6gIUB7BWJKwDTeh7gy/037ScA/CXAh3pk0D33xfB77I9E83E2gt9bngVG17gYi3mOvYLrCTtFuh2oFBmvmqEGf5eDSMaAHBqsDGBpZ5A40aXcAYzgBVU6QmCP+6ZAatYFQLf6GzoADABCRrfB5/Cd3+93JQKT+ZfDWS8cNvDDQxUxXsCgAE8ZsS0DtJnoVa5NZzFF/DXvAgBGVrzfwKkJXQOAlhThSRlv2hIBhREepwIi5pJVYmWogCE9p/TbtR4pOWGnFOQJwACHCmY4AL3APyJ+K0MA4+E+O2UAuj8TEMmECdhWpDZ6UW/R/EFqRagiY4p4qzTPlXp77jmzfgFs8b7Hj19XW+9ufvr7P2ktAIBSYFxFmT6vVMPiO4G91GP92HWVmV9ojM7zHhewGPJ98823BdS+FrD68quXN8/kTIJDi6Pls9eFHtS8pT+uoV0gTgN2THvjJAWglVxUque3xaPSN5CWPS7vrZ/InVP1C6U37/VPfrwq8Ff1bbV+EAbrKGPGhn7SOiUn0qB7a58kLjxAP/M16x2AJyAo6ZbxzKE2dNZA73+8n1dt3vodsFusLIeTotULR+7D+55P38P9jkLmecvockBhx2x54NlnzI0ix526l4h+3s3ZgXWDuRWPo6dK5lkfV21mj9Gc43EloxRtZDWQyhRPVhu1TNC/D6V3caDj/70WZM322odM/+XP//vN+5uXVKEWAP6k6g8LGOz9B2+Izsr+Fl0LkK4U9dWJ1+UcAL8sh1vz/pOPjyuN+Rc3f/GP6ve6hDy5Bi6OJZp9rXGsv0kDrfEV4yBXRLJ7P+CMGoDA5mOv36k3r/T+RehnDXCP7aZ4+chWVF/glBN+zfqNTDMPOrb3XuEt/SxexPGDyFoDx3YwgObsWwC6WR/pLzxLRL70HiWK6EQ5AHi/guy6Fvq7iihH/pxq2c4E6FvzWP9EpuRk0OU14I1xFg1vxznTOrn2ILWH1Za4+SVLjZ1FvI0wv3i/iGwCAP+rf/3NzbvvcNP4rtOse2+zslUBwq7SNtq3NZ0cvV0yomhrO4pAr+PMWPrpp3/w/OanP61085XRXjg4aypAbEfpJq0ypHqHs42ijzuKWVH17UTo6dE/L1XsAdiV0WhsCpcBYHQwL05EbtY+Z2LIGdo6KR/vBb2PYu7tlOk9wJNOF5+SOecz2GrDc3wGk+1Yxju9n4yD67GfHudcgeT9ORzwGwAOLdJO7nNZDOs2Pmk3EcZ74MN+n5/5DACfmOHzH58p8JumwDQE3d2XsyLrNag3oL+JUVgR/aYB4IcCNvdFhoaCD40Q/XVFAO/8sYyt7vHD+efMI7cBYFbfZcQPYx0br7bRiD6qNeb2snG/BazEeLyBFDun7vPXZ4djw0ME8F3jXDVt3PLe3ved9/skal9gd6PtDgCuiMzzAn7fe659b6Pyos1d0cJe/M/64zZfnQHgpGAO8LP3o2xATfDmg+aH/b5LoJI84Y/u7P06t3fNUeE+uj1ULi4BtYuuC5D8vny165XdA+8ueTjzbqcc6gcil5nWo93N8eKWfAxyu432CBxAw6U+c3i2HPZBHAMWh5Q+5OSZpMU5/u6O7lFPkw5Hmyfj1wKFzb/ntJq3+LEJcTvyvTe9OimttJy3nuekPeqN7/IUOi45siHWOsc/Y3C4JG+m3Vn2Hbnnujm74X0CDmlfKcWO+V/OIsdB5Tj0+F3z+hzvjADc6bX/nbEE0M0Ychg86ETmpxEtxP0nQ+Y8waszi59l7G5PW31DOzoUcnw1cRPhu8ZvT9cAQQcAt72H76eBdhrjJtA1+ZaDoA55ROO0gUyH7bqWyEPTJYdXgzr7IWyPMFqH0p37eNeMPl0HtfD+wQ8YMHvcBnbbsI8xqBlyptR1KigbhJl3GV8wSjR9Dx4p+WAuFbHGfWWosVya50ixl7m2o1CDLTJEtOEPI0fCG5rfRf8GxmknEXEHLdqxYuf/yeczUjDXJzgdcCKRuVkbd2A4z94VXXy0v62X4ZsYDrgvKQjFnx25owN8g8KRnVUjdC2SSy87g4MO+BjoGwBWmwJ3TVvm+QPAhwxnlZpS9F08xzwrEr8tRGwNdh0r0HZbH9S2DLoLvJXhTH0x8B9STCee3W/cxr7OVMDLG4BW/2Vdw9jZ+5X6GwN40kNjlGK/8YhIMUDu7qMMnD122MoG+6VHD4NVA1WJFpNOAPwgoqMNMgE0Uqs84uaoJ6dVFnk6QjBgYuZw8meAeNPunB1hrtkrArrnsV6gKO2ONDcA57k9DGLNIjK0H0543uthpFO0JpGQSpNMf21QFeiAga+j3hkH8pDIyOzXE6GZSNmkFgxASTu70w4RkLwjQLR1ToGuioyzkT3RutxHmt7wAlZEGfekM6zXQ1OBITL4NSjLvHUEEPwjsEv1kw1mxjlCYHMzZfR/Ug/DdtY3RCgC4jsawkCO0w66b2deYk/6tFK+ch81Pb0+mZ+95gHYbGfwVha5J4C1eXSNyTJp8HPuS+lXsoQoFfRwBACACsir9opRRCelsDSIpVrKjRgo2lRrfhm0MYASNVM8k+wJfpboHUdtOw01ezrT3yCa6zPrA71ovwEtpaBWdgH0lFZ3bjL+pcXaAKf0GuvLUaPakVYCozUG/g5gugB76BW5IGJU7dV4oAHpjOVcVevyl2W0jzI3Sb8AACAASURBVDNB5EEpo3uT5H0ia2kbTJsGBtqzVnmtBJiMvsToCxArwz9819GckRPGamDJRnQDfY7OzOfQjwUaA6jhcJL5FqB02v95X8J12kT/uIP8z3NlPsp7Wz8psg7ZW+vG4VCEjqWoJXAAcqz3JzND9oMNsh+Am/cd8J75yTwueYHWBXKqVqj6kewSdkhIqmeAXtV2bV2m9QPHiAJ8MNIbqDboxkeprBVBR/pa11AObUR7ovmyF2kdKDCtXgFoYzCayNe6t6PumIekbk/GHvbjzJv3AXbwMJ+uiG1437V/ndo0+0D6jUOAAT+nj1ZGAIBTgV2JDPOY3P/OgFJjpx6slzsDrMnGYcDojdY7/vv6a0ctvygefvGc/qER3ym1KiCj1r8b1/j03sLrIOcx9gPZj/7e18+qFmzzcK20L19+pXaV0Rj9q3OaI8ucchdwyE5lyE8cFwPCJDUtDh1vXlODueQKhw/2ClpvXB6BfaQi1ZF5TTD7xQau67dvKm2y6/5Gz3t/TwTth+Itp5on6tRzc+w1rDJjhtIY+Gg7MdSw1F/G2NcDvJHZ+HX1neUWxx/AeG1P6z7tkVkriBhF9wnXA1Z1BLTOIHWf6z/H+aIiKes7QFJq0aIq3wKQFfhruYGOnUZbPFM81ecIdHbOceEXOZQKNLLDkGgXHcl6g7PSY5wJymHmLbqQfuPokzntfbd0+00Bs8hv0fzVx5v/9Ddvb37x+kPx9gvJHc5B3ntUWmGQ/pZ/Ryg6ujfp3qHP+7oXIO11RZK/qMh67HAA+TcVGf2o+PNf/suvq+arBdpZF5zxINHXrqFsME8OW+z+WLOIxEev6Dt0rcfiKHvv2/ioP8WXT7Re+x7Pf9sreq7tTGU9Z7r6jJa0/6wZXV1DMsl6S8p2IpvZszyZpUBI/17jeNv6nf4p5Xavq4CHbNOZaulfsmZItlwjFn0kX63e/jK28KIdEzgzGGh1qm/LZD6xdclBEshZZQisv+UQB71YO61qjrYlE9XmGxzR4OHq17/9+Tf1e9G5bn5WDkjQHf2Y8hHwFo5J3iOvPRI6kv0V8q6SGqxx9b4n7P9kryiHC9I+/8OvtPazVVffqlvvy6EE2hOxLX0Cz9c9Tv+8HI2y/jsCf9FLOkJ7/9gHvdf5thBt+EuguvZplitnFeh1su3SvDdlE5yhpflms0fn7GAXS5eHOOr/XnjOc3VMlfSH3+89BWNajuPFfzMDqrdE+sAH7NOlebJm8FfT6zg/yDFr7i3Gy9NWZ4VJhPm1oIdrQRXq++cI4DWpn3/7TIFfNwUeClQsFdI9zLpxWy/8mobgDnwGgNcC/qsg/G2g7jzhD+efc+9+1QDwQ6lyDcBvM4Q2nuazyy3uAFdGeR9Afy0C96FzeD7Mu3+HsXaAs3t7+3P3fZ9+rgOg6bADwPf1O33Lfbf56ncLAH4oHY/xEpUyDMvX6CBeE8CSg4Y3Yd+Hny7NyadEACfKKJG8cwN6m28WkKv+6pDOBvj6AmGR+n4AsCNS3IvZrymmPwTYtfHahqj5uRTtvn/P39fSS19ar7QRb4A4z10CgCPjOrhemAzVq9s+mYdL/BrD9wSXYtCOvKbWL81OADh0mXJ9zDk8XGOawOd8/10AcLq/6wtMvjmgy1h4HGkA9Uq2SOnYbsoyKPfJKykMJVc6+EZPmi8N/sKI9hw3Q3GA8q8YZOZz8Sr3IXsZ7CaIoOcGOOq6ULfXj4DK8SAOoDbrk3JgljFXnvHmR793Hf5iCA3tpu7Y6TjZY/LGHqWfv0MvRwutdIKhieWvIxEHOJzrJ9nAbI/R+f9n792bJEuS677q92NmdwkuCQILEiAoM67+kajv/zEIgKRoJkgwmASKIEgAOzP9mu6W/87xE+F5K7Oyel4AhM6Ztqq6eW/cCA93Dw8/7h5sSJt2eZaLRwBYG3xleZE5pimyg0UOqx4/DpB+vxyoAYZb/+wNbRyEpwIyAytmpu9cn6QLzgCXbskbccskXs7WfQ2YLdq0sppn9U7a8fsx03j2dM0D4JecEi5Bl885OXeARzvJ2gGyxtUOAjnVG/gx8MaQ2mGyACG3IZAGh63OXjylo0v7bh73uE9BhAflcVlOpr4/ugeAfwEwHQABXckcPRe05CJtOwiD3y2bHdghWUnGq2U8704Agp0mPq8V7+bjyugSAL4cuZSm7bHjAOpsp6MMuaxnSrLts1vNM1nH25GnjAE7YPwxcKFMNHSmnGxKu9F9x6zY4/odB5r4hyCL1nHhrVwX2FvfQWNlLsrBV0Bu60MHU7WcwQJjfkU7xtdZrDqDcgQKaBRkGpEpNPSSMvLqTDfJBnLLGAX+0fhpZQQHKWydFhoHnFJpwICDGkf0tukb3gtoG/loiLB1lx2muV+ZeHqnHWii3QCA+ftx8bpKfg4AmLNYQ2uNXeu3fwoIBvxXyVeXB4zT0466ZFJYZ+Ss4w/lBKddrpHxHAftHtten2hjBrqEVgosaV14sh/QNRQlffPEak4Bg8j+FFjgd+czS2HqehyKcgyaiAb4uix4l00kK+5ROXZ9Lm6/p/laPClgdestHU0n4Av7wkD/Q7IBWz62vuD8TAA9GsGbja5FT3W2sNYnFoguE7lKQJunDN67EgK3Abop5oU+Nrg9+cigusE3Z4U5u/2xzmmlxK7PWUaOBM5xDrICYqIDd2CEMug6CCBgvbM+Xd7TmbGd8dzAdYA1g8EGtiK7pjs2RVfWUHYt82u6KoMVALnBMslQ3SNQVcCyzwiOPrBNQaULO/i9lvQZitUefQE0VOngAv5cetcOYvOrz6c9cVCL7FvPLdtVwD99Mwhjm87vF+82qAM4Swlkyuw6cxT5opQyzn0bA7GpDIpnPYyAd2WHziROXwWaUbq33sM5sCmbuqq5wAsNVi5hkA0IPzD1FQyi818BqGv8RWsBLTqLuEpRoz+Qr2oHOw4QTnQWgGDQxkCv6UPZW+ser1eS0dYjb0AQG9R1+WQDwLzfwCNgxD5j3PzA9SqzXqAgHaEtlYulEkevD4wf4JG/0Tk2qsy7v/WL0teP6vzhp2S2oi/h8HlWOfKHPLkMcGyQly+qZHaVw1UViuJDsjmz/AmE0nJnABhA9k0Bs9K7BTBK72k+4V3TReW5628AVD6UaP6Ijmn7ynqjeJjzXhmfgtgYI7QF1Le8K5uyHko1Fq+3Lm8tXnj1jQPapBtow2XhmVudRUqvRUfLwbLRkZNewnVutjK2Ayp6f0ap+bdvX6tN6M8Zt8wP90u/EkxXnTAoV2NBRosOTDN8CW2UzVn3MecOiDMABV8x1jd1/S3VDBQYw/ihtYPpoOtTgjU6CEX8UP9Zf3jNIq6afvt85NJvnUnOzw0AF3Bbc/tea4CDxj4qpb+eaCI8qfG9rMxoTlmABd7VO//0z//y5umLX2g+PjQzqBx2yV0yGBUwVJ1mbAp8qra/+OILAcZvyY6sdZdxvC4dQ3noN7/h/NF3N//u331RoKAngGAJ8aL6JOEVv9DB9/U8mfrQXQAbYwVc7lL6CmiAxgpAsu4wcIjMwF+e8xV0RzvIO2XSdUQDcu25UyBdrynQnzXi2cs6D1trrc+fR4YJalE2OoBjnT0cvS3ToPjqjQDt5mvmAXCzTFR4RnxftBY/M9/VZZU0lnyHTw3aaj5V/cBzwvdZf1JmP/ap7WPbZehhAcoKRux9PzZNrw+adx0RQTALayDZvJY1MmffFx3+9//8deHiVe6d/xoo1Vnzoq0rn/hIDNtDsUVom2vJfk8AzFPmFH339O3N7/3q56e+H4BZ+im9+F7lzleGebXt8ulZX7aNQ59NE4PEvMvHB7DHZHg+7xdSOsCA+wmALSnU37ucecDU7S+BJ059RxoozfbeNLT2euN/poXtldy7njtsumb28ASAFRwzApvNf6y1bsm2vfdJebftoM3/DrbaAcDpQ+xsBxrY5ojdGAB4Bp6v+w/+zDWmf2gAcDr++effDwpMp8PdPYLrY5zvO+9ykElYIjUXGr/2/DUqXWtfK+L3+Eyj/FwzP/b7rwEO32No3+/RkW11tqEZQfP93mRFflDe96XLJeDnCMB9Xz68NMTwx7H9a3yTjXueO7bzIJG+Z9l7Lpw7CknyeHCkXwNS76LfHPO5TMxz3x/pdA2YWwvdBVD2El8c6XWfv9dCfAcAfFzI57yem9O9mO+NkPi55+1iAEa/6BJf7gCAzQBxGJ3jxUv892l8PzPM18zol2Uc9S93tXuN92f/l2N+GFem347ID9B6Fz9e0hf35e+L8n1NntoTPJfB45py7rt5z5UldNH/3FqVZze/ZSSngHN0wwYLTjOGj9mRE8id2b1xVM1zNo88Pg3d43crg7Wj0Lf8+zeVtAJgBMJkw8YGtIGc8JwjOQNwmE8mz7EpuVXxQDx82745yvuR98KHxwxW2sq1gM3nAOa0N9+T/urcn+ZzbzAHF/Z6eCzdfjovW0bWrPcY1zlS3tOvDZ6zULuMJxtWnIrNPNB5AucB3o90m7Kfc6vioEy0K/2ZGcBHPTqzI12ayTLPZ54fPNvPGAMAZ+MWGudeMl7mh02++F98sgEROwz9ziNYuNflDQhYhvbaO9ccZW8NGwa1kAjkZLSuDWzx+JpqgYiZI5wadiKtrNkGROY9e7ynVQc8xi4l1862AB7+6TnB0RIwJKB52hTAEFDvJOs5GUiWobtKPuf76IpJp1zL/ORdU0/rzM7+OPNlC8atdaftUPoTHcY0oLZnEEDGN8u+8+7FD/0+ZbL18ygfZzY5OGllATcPxGFs2vrsQjktcci3oytz4p99Xmv9TgkyOfbq95wHZX7EaVgyUP13qVsDlwFvQ5f0WwBMR7ojF0cVB7snewNnjt/hbA6PbfP3lPMtiwEKTtdkOeqrJYG77UANrwWH1FhGxohokHW+AajcS1+Ueda0lPNP8uTsh2knK8NOXtZdknbRZa7XdYuzhw1y7QzZZOns9SB6nntTHlzlgkd7ctZJTzlDWuPpAJgF3rY+DVAzA5ZcmhQnYDmZcenjmMfZzIzIIWkgWZklZOiMQBZ4L/ysTJa15rmEMmAZC6YcmA0Yuayrr8GbArOLpmSWQD6VTmwQRPQBROb+1pEJ2EgWLO8MLWmHviaTOecAwxTKXBGY4llRX8lkWuM0T8spWuMWkCNHrQMymAvaUwnE+t1n/hYQUkCE+EQAsB31Sx3b36r7Z9ZOgNmA8zPDeOqi8O6+hjx7vmg3mY2hE85FBasoE4yMWJ1mKRmPviB4whUeknVWNNeRkowdxy7uYRGo5mED2AbTnJ2VgA1o6bbMg7QtfYeDUZJonphgenjE6pP3OcPLdouDMtznVANh3bEtRQYd53ay2s1KCtERGmM1jEzFaa5S5tACwA4AWHLrDLMnnG2qc3Kt76zTDArTPvxLm5Rvhy8dCACQvEtfIo/Oyk0pUvOfShrXf8nYJqtO1QgEApteOrNUNhv6GQDewFLKPEM33v30yfNVrhb9u20iz4/Krlbb6wxmeLXaBmBN2efnBchEbSirC8c7mcsrgM4ObGdpt4w04AlgCXhFW8qkVeUWV6KxvWNZoKwvdg1gJXIh2ar+C3SVbMdOyfrpQCyvUQgKT1A/wqVW5byH30qu37wxqAjI9rTOgpU9XyAVZXi5j7KwAiJ1lmQFf9T1B4oWsP2eYB/NYQWoGbN2qXtlt/Z6Ae980SWYU3nhcQFT0PjVN3XOb41X51xLDtgPmE+duezy6dEP6EsHiBRAVJnBvENOf+lS1jp4iYxhnxvKObyag+KlJwQ7sO7LFttyJL7t9YOAHvjuZ1+8uPn5z29uflH/BOjUeHIWqzPrXFIVdS5LG5u69WrWOvgqFRmQB/jpSdE65ijdBKBmHl8+d6le2iOT9SlZyFonXGnmdfFWzgXVGql0v6ITel0TQia6M+YN2DIOA8DCA5F1gUzmDwdeNBgo2UdDeb9lEI/S35RMflTlZR3E4uAJyztgkvRCzeNTsr+xpQTooi+9IBAMIBuk5w87iN8pHW1wG2BRb9XzCvhmeex9AgAfJv3c83JUrwDAugc6i+VUQjoAWvwztPmx+KvOTeVc2OIFwBzzbYHINQ7znO0LREV6isAsrdleu/geUNE2NTrM8uTKCKar1922PaqN50UP6wXmiCz09zd/9mcVLKEFpr6r/ujc636e7zUf1UdkIGcY24YjGxZ54mzg5/qe6gsfvy05ffXVzf/6v7w0AKx1A34CIBcRxevPi6/IpmVuAOx0/nH9B28SsPL06QsFT8DP0IZ3yxZa63srrlYzjNcVGpAjB39Id6CXG5wFNOZ55ghAXYHK0ASbRXYP62JneGsto2pKGxE1L2DCZEGHhJrimoC3by0POjqhwV5MGAUcqM/7fHlRX3Z4Mt53BrPUVf1zAIKYXf9kD6ofCgvRvHMGeMqfK6hNtpXblK2DTGgtdTWPpyUPcDzlnwH7/9N/+urm4dMvtb68U0UT26ePyYjWud4JKET+qdBRslVrFHOf/QKANLR+WjSr8NDir5ub3/nVS/EXc2/5cGa6joSSzqz7KlBg+zO8Fs3YeNl22Fc6t9n2gAPeTB8FkjTtYzd/W3OlMayMcK/N5/zRTuDwOb2q1HHw/anXumZbTuC9xbjXcj/LZ/orskeI7x+aSRe1vCaD2EFx9nvk3wcCYrwVuv2BDfiv/cYz6Sc3x9ZN35fdIN5z50Or+D70bmz8EfDnMdku0PefAeALk/L58r0ocHTeXX7Im+3j55bD5XDDtfavPX9tENfat5n13T/Dt3S2kR/7/fcFOr/7CL/jk58B4HsRbjo35wPX+ObvGgA+cX6cAUSvAfLXvg8tjgDcJXplcT1+PxdbGdZtLBzvu8/fRwNBi3Wv3Ec9de66jPq1ibHeOZbviCGwNye3I9Xuem/o9qkA8DVmvZ8evg0Az0yL2e81v0OBhqfkeDpj1N3Vx5xBIppqI/7dAOBjNtQMBDn3/s1fp+vIdHTN5458r2hNbdj2Xcc15dJ359aeee+pPjnt/dz8mg/9/eK/I3LIdzK8t2PoZFwJ11YbO9sqPJ5rKW1n52w21fv+S+VsFmAb+aktiTKC2PyxeRrE0CZ7AMABVjfAcAoAhy8D4qWE1XaA7rmdQMJ875T3E97rvnEtWWKz3dnvCSKek48pP7Sxyjm2XmGDuN7dYOLxLNjon0TAsmlX39pJuPVTNh3uSRy7HmdvnuRw3wBwSl2fZFnj2L7AlEufygnS2SqDXqHBOTqfllS24y3zexcAPO/xuMw/GxDDeXpaPlTgiKWj++nx49g5Asxpf0jzkqmtExJcsTdqmduAwGwmc8Yx352UNaZUGTLbjq/olH1WcdYW/zxXEnnyqzM7tuM3/Ln6W/SJ00oOdDKFFr0NIK4MIznvvClPNq51wM7O01gHMHYu2+4cz6SNqfeOrEW7lDbTuAf4Gz2x5yW/2cm0AFrRy999Kyf4dvTkOu8UYIUTAf8QMjDWHPOAgWD6Cn2i3jNulXqj9YP9wN9s+DmvOc6/o36j/QkAu2QpjvVTAFgOc0C2AQAnc9NzbrmPw91nr/r+fHBO5UxcO8ecYUWffA6x5W47v0/LXG+d68h/hmvHZpy5+6zx7VA5DcjhuZQe3JH7zgB0yVw7/VKi3/0xIMlHwHBPHnrGJVbt4Lu2Tgekp88B2HmGzFZnPcBnPm+VrWSAE1hoZ184C0+as4MiAgCnAoJ52gSSXmy9OnWp7EdAnWopAHBkNUqGv+mnAN8Te7fPVEUOy0E4QW0Appypq2xFeBB+UunOLmHbADBdVICCgLTqiUAQz2XoI76u/1jjCcYwwIzH3XNPH3HEmj/t4I6zDzmybRDgOSVyzZF2oltfdayL5WsogjjOdXZlOxFNFwNjBhNcMnqV0G570cCaMz/9z9lcAWVzXUBav9NZpsmQa33Qmaa5J+AiPEm/1tiVvTazDF0umPdSmldZV50VjAOSbEEy3wR0MFdiGcHIoodpg33j0p98BCLVeySzDUQlAMPZUZSJJevaYCzyEvsiOtQZdM7ikmO8zwCWQ1cAlefHQIHBZ0CqR+WQpqQua5n4QvztNQn5yDm9yVASmMRAVBGAfjdo2mcr+pzLXt+k3332qcFgt88/A9le18OfySzXu2qNULAE81FANcJJlhv3P3taAGzrqPAr+od3Pa3vcFLDc5ToBUQNAMbYcdp7PTYtoa3tPhzJXpMATKBH5p22nGFrPpa9Ab01FssOQGkCE9B5y1aUfdV2OyCOdL0DQkyDLu3ZwRGzSgA0g9cE4KLTGH+fmT0BYIN/LkudLEyvxQQuEGiUCh1eB8nUhTcB2QD6VEGlzqsEgITvKSH98JF1p+edTM0C0oq+zpQ0UAMvfyArtcF4AzfRRy7biy5LKW6BIdUXB1u4GgNZznygL2sC/SY7HaAsdq/tJp8JDiALKA5gIZtAawx6p3RHBb4Z9KuMycrE/6hzsgEeH+ucZNkKsaOL9wSy198Cg9DbAD0lQ8+ePbj5F7/9ssaFnYK+AXA1IAh4z/uRtwCzAupfA/p6XQZApWyvg7fqHN5vvtKzL79IgANBS+YJYZisjZVhCv8+f+k1nu+hEUcKeL0AJIGW9RzLpkBZA2t8AgB77S+Qv84NRq6RMQcTOJvRNPY7T2wz1v1G3kwrqgRQFp+S9a44Y92EbehsQD7ZI7h/Hr8C71pHs1dT5rzmJTrb45ZcMCf8Z/xNn2PuCfcdt7t+O1m55oHjhwAAAkWVOc2KDGjXa69BNtPmcfEawLQAvfob+sSeU8ZmN914lO1J+imWYX4c4GJg2nP0rIBR9a6++5v/8fDm//7Lr2++4fgggnMAQbU2+1xnlzY3YBed4TXJQTDwPgEnmrs7AGDkwWeZO7AGGQIAli2qbFZd1tgAe6XnlEXtoCXp1gaACThZJKXbdU9AZnhLR8GXanla52TTKJnv4dfsN1fwpCo3le6kmk2tN08py81Yaoj0+Q3nRNd7Kf79SAEC1s2aA9kSDwrML/u51tWP2I0FzBJMEVsyJaBTEcM8aWba+yN4kvW650VllbUxsGwXcRQiwZpM36oLJEtbRixP/pie0OJDAaLJAkXfUyqb49o+FGBbsP7Nf/yPv7l59OxnBnYrYIX3aJ3ozPoEQ9GGKqxQ6YqKCaVLPBcl2/V+L7d1nviTDze/+u0vKru36FHVA3SES08SOpu/sSdKUm8BwOZF29Mune0ASQfL2Z61XLdCgoa8nLG3L0EBcL12y+bQun87IFXyW+0EwJ0BqJHR+EBks5TOlgzU3Gf/kTPqjzK9q8rFRt77A60VShxwMIoEtbEj7S1A5mME3dIWe49o/lnscUv+s7+JDe6jPLYvhmfti3HAMvw599lu3/ykPfpnAPjMbHy+dG8KnHPE3PvhwYyXntntw7SfDiBf68v1/t9e3K+1Ob8/YxucPH75/d/vvXnJZwDYlLgvoHic2+Nzx+9/bPqGPwx8bP6/xrefDADv9areExBHy8Qpvw7H7Dm6HvnuvhmS5yK55ovP0fkI3nL/ERicfycyTP0+COYl/gid14KrDR9ReKe6aM/Tqdx+1+uhe7p5slk6mZG7AeBLuiqlg476Ke/Jhmed23dh3o/0PtL19P3nM4DjmMn8HUHTZUhjqB+MqPvK38wUFRh0AIEvrj8rICB0tjxMHpjZhov/2wA7Ov7z/U5+m7J2W0/dVcL5li46LI/aaB+WkSMf5e85hjwXx9HxO4//NsWYJzkk0SC9abmrFPMsUTqd7TKm5Vx1Bl1ARxyyRwD+0t/zzDXzz86A8blBA8ToSNE40Hz+k79PpK+dozkLyt/FOR1KTHBv6udsOO76fvPNbRvnRA+OCTzX3vG9GkM/E2cwMrPPjbFTRNNWXpH5fBwCng+cQDNApUNmpUt5CUCQ514b1ZavbMhFPzaVAVjaITL7d5ujfGXqlJR2PqXJzs7c2U2bf1bmZgNXM5NWvcVpLeDBsrhKHo5goPnevCN9xwGXPh7pfw4AdknqdkD13GgTLEeVnQ+RIxxglHfDmcKG2CVp5eeUgy30OerdVTr3EP17ji8njbPJntc8/3YuRVdPwDTgLmXd4N4JTDrrz5l43BenZQDgGdQQukenHzeu5/gjzrLZ32NG9Cmv7MzXS+P2/QZ+dU+v93ZYNLCkcRq0m2Au9DE4YF6Kg3ECunKOC5wwD8BmKSfqPqXkpYGljBEAVyxZc/quPYKZrzn//E5JVJZKZF6gXT3ojM3tYODdOZMsQE7mlXadqeI+Tl23yrSRFdP63n1Mto/HMJ/h+xlI4Gyx6AuceZRjtWPQgN1x4bLTxwCGzyy149NgH/Olvh8cw0yhzt/r5pwV4FJyzh6GvtYxEwTeAEvmYK//0waJDj7VUT6LN/O2g09Mx/wtwLHe71Jy1vspHWfHja+GhwRE1QdnHfyFc3uC8QFv1I70yC6dKJ3CHNV3KjuqjDmDSuJT9HEH5eJHT9/hW4NzWQ/dTzL7dFacMr4MxumbegFlm+l/zrBdoHzbbumzHX9ecwLGz0ARtavMp8yPgwmkP9uZmFKK0Sfm8Zbb+mmAbAOoyXyE76GDyx3arlx6p96Lczj6SB2ojzImBeaaD5e+6r6on8M+tSNyg8/OAuwM6BrWPOM7JYopTckZuHHQPigHtisD2Lm4yhBzX4OnKZkqP2ChMwBuZFkBEEOLfc5wAOBNI+SI+UUfaYzSFWT99vpOhkm1QVvQFuAigLoAdOkxZ/YCEM5MH/Fhy6uDSbx+CECu7+DfBzWXOJxTjYBnAA5THh7Zxa6Al5XZqJKa1i0qZ1ptcM0gUWe1KmXKc4YcUOY3mdbWvfTXAAjBB8pGqjZXafEOEmJ9hS4K1Bg60PLTtOr3MjcAs4B9artAOn6mXdS1AbHbe0/akgzUFNhBbx6B7srMrAx2leTVWt6lrXvbAH+bBtAM5X5ms6zerQAAIABJREFUj9W6xPNhwuTs4aw7Lo0M2FZlcwED1rhZ9ztQhuy9Am/ziS1BIEjOVkcvmI6+i/G+LnDS+qQBkJ6fJ1VKlzK7SOv7bwvI4SxVgE3RwBliZH6pZDLpeciZCGgbTdnSBTrQX/jveZU9ph/MqzPKTBuAW+Yd4BkAGJ4kM9Prz84+dSbfjcoTJyNsZ/gbEGIOaD8BDowxAVa8A5CHYAqdh9lrDfSAbin3bv1EZiR0a/uoyzkTk0Fm68f3b25++cuf1xjpY62LmjuP2xnUO6BRurwyzJwh6PLKlHF/WwEHyhwvgBzg62WVw5UqAWwvbPlt9REsSmWyyRIu4JksY5f0LT1Quvcj8t0TrgAvnX1r20XDGNtXqb4uD895xMrCVCCHW3AwCCPZtjZ6jZLKATbRDwRKICuAZmRYu4pFBzfV+whI2r6wHI2yQZQNyHawGpnkBcQ+KvAuawMczRipJCBdzuC4WP8YEmOD1WLHGfACmBLLLH2QQDXOXV8BgPU1GebKwpYB5SxmdK34seYXEE32MFnwRXOJLrcSz1Mkir2yQOnos/6pYAF0KYEMCRoDBCbLc1QM5xjrv/7N+5v/969eFV1r3YLnNAc9EAUSmJe0vvQeDnLItun3STYIBDlkAKOSVra3gG7bflnP6Qs0lFyI98xMtrnM0ypZ3YEdXlfNLxJ16Q3/LX6t/gLWAcQuXVbgmuibY9RlI3S1CYBCMk0VmMSazlEWGwAWn2MbVz+9nrL2WYfDCfSb9VT9VpANdMAmdJ9WJnwPzOu/bvY4V6aF7VYfk2QiKKCy5xrWM+nR+86A1V4Lvuh7Qj/Z4zWv267irO96hiMvqn3I8Cd//PXNu49OY092OXZFgiA8BwYro8d9lveo/kJfH729+aKWu3/yxdPSR09UCtvBCh6Ds8klMeq79h41Pznnd24/vXfsfRN2eWe4oxdcYnvvBwSsw3+il3VQgsSsz099gZEXnTnP3IsX8B3Zrpv7xIw9cyTRB3hHCJkHggL02/mPSnH3Arfs1QSQku3cNm3uSWD/udbiH7G/xHeITvG3Si9s2zTAtmjf9Mm66r1IP5/Ayay5BLrRMDPVL/oMAN8xyZ+/uh8FpkPpfk+c3nV0XB3b2O33qnu44drz1/p0vf8xf661dP77tZBfePzy+7/7e7OhlTI5ADffbRSf+NTM7r1UyvkfSAZwRn4JCP6x6buV9v0B4Fnq8+iY3n/fxV/3B4Av0ecSEHvt/vt+r4WsF90sepPfj8BzHDzHRfAcZ98F8M4FdD57qd3vev1uAPgUNDzXp2t67RoAfFkP+5tsGELzS5mup+2c63ci1G2cTN01effIT5+okU704OzrNTrlvdcyf88B08f3nDiJl637wwLA54DcUz49pVzbhDLiz2XX3hp31MbaGR5meHkATxHi2fYxA5gWjiWVjwBwSkJ/FwD4yK/XAGCXPewNXHYCbJYaAI7TP47VpbNkgGfzugMzpg4Q0FD/Mt7Jf1OmLvH38f5bssiEziCJXv/lpBXYsTcB/L7kisjtw5qcvrpf3uCteRoRufQBJ83KpG4nY5zKc37ZtKbE6jXZmzQ4rmP5bo4nGTIbALDTdPJe5i7PT4D2HAA8+3j6ezKDAb3sYDTQ1hlrOPbiBcV51fOQazqrbjg36E8yAimlujLfcEeonCQl4ljzajPcQGwcj0f9HwA0oMga6yFqI5m16cfxDF3Pmx0SfNggMw7xUgMhuqcdnWzMs3mNU0rjAgQungxwIMdHO2TEg00HgJo8/ylZv+dkZdFADZ7ekfPoIm8na1n3BYezOL43zlmX4PPYG7t0/M7mxS/CM3HOBPgNqOu52vfTPfFN95G2s9OJfE76cB/ZvxM4P9oYjCdgb+Yn71X77dzM3mSVEieDYAVDAGh0Gdh6OPPNu1y62ADIlAkcchOQXOc69hxnFhIEMAE12nSAgDOOk3kZ/ggNRH/8eXWvM3ftvIyTKPoJBz3PpKRpaBJZCQA8Ae95zwIWW0fOdSfBLbTFO1RiUuDWtmHgsSVXyiRlXnc2Mzo6tJolyct92w4180n6i14J4IgjDKBmZdSONWXygnRI+pSFvhp0OwHatx4Tz0hnwb/WY/ytMrkq7dhrGzJS382MZ4Fv8uqeAYARCr5KUBD0Gv3h99AimVKh7dQPi7daQM6tH9HD0j8shfUuSg1HDgIAh49nZvG29eAb6y3OxV3zyvrZmyvsERz8aleBIHtd3VkaW8eHt2grJRZ5NjRcQTM15zligsAAAAKNW+WGDSyqJHHRQFl7yBzyjjMVR3HxvR3lAExk/LkcJrKKo9Xr3yy7bmDSmf19bi0AaQOj9NGAmUGaeQxFSiZzD3SNg1ZEafvgwUOADmf1arw6v9zn+iZ4A/3j8p5eqxm/M5VdllzAb2eLp3zqAoAJdFFFib0nsdxbRwCmsq5yvqXWMuaNjKu69rbQEcBDPkcAOPqFfgogqf8SBCxwI45WBbK53QQaKEO05YdsNkBh2PFNZb65EpH1lfWD+cbvMRjj0q8OmgLE472c5a2S5HWNyhOLVwEM2s7wuGyDnq4Jtt0knmXnYR6qjQSpih82GCrgu/qRDHi1Vy2gb78tIHMFtSqYjzOJfc4mQHX66eoPDjohGOHFixeSEQU2cN5jgJzHRm0Aeinl+oAzUMmk5vzb6uhbZdw6O1D2aK+T8AelaQGAyXJT4ERnhFGiOWX9ldWmEt4FRBdwSkAJ/acUNPTca5DBKN5JmdSANAlEWnYj41GpVJfx5d3wkXibM4071TEggsqzVmAAUy5Qs+fKAQ3+W3Ik2XJFjqc11wr6q3H/zu8W/xTYBXCjLL967uvXrxqArpeScVsll60fOH/zSZ3V6koG7yhdK6DGNjc0lX6sqX5Nhm7pCeklMrHpJ99L9snghVcBgAmY8JnnAOqAqDofVzZd3Y890sCbQUPrI9pXdZGiJQEXzpgGqHJWnwJeANnq4vPSz4CgXtedmUnWpVbMagsQUXPYLjCdTXtwJXid8BrDeqxqCJIz37h1nxURZ+oC5DNGnQ9MgEuNi3eo+Ej9I+6Jsrb8wZnoybDV3rS+f/WqAgoEFH68+dnPXvihug+dorN1FejZcid59x2Aja9eGQBmXqAnyaFS820PSsbYhRq7FC23zafwA9FHQb2y2axjAwAbk/Oa/O7bRzf/428/3Py3v3pzw9HU0lPMA3JdvKMAIvii5pfABfQOZXx3wKADdx6yBpCtmxLQPaYAwPC6dYrqj7TpgW1Le16z0DvSfsxRjxeAdVaiSaAQa5AqjmPjaR1zIJoBRmYxFS6KzgKRd1Y+PAOwDK8p+xzCQ58Vt8x+3lm0tPu4+O+JjhsoPV2865mqYyGqJDpr0jdf1+65frKe0YbW7WovAKhNLa+7Hhtrr1hNdBD/d7arM7ut36Ep9wUARvfRMDLIh/Ok9T0IpWS9r9f7GC97ep2HrH0haqDWh3r+P/zJKwHASNvDtrWkZ9oGyJ6Nd2B/OjAbADiVJIpvqQjw4t3Nb//zlzelUkoPMRaDq6tEcs+PYgqYXzKtWYPaHnZZdwd/iR51jzJs2x7YNpztfj6Rr+U/47FqQwFU9VwAYN277Ep0B7rZwWzMQexv2QPD3vScIIx0qANL0VtdQWCvrey5ex8xno9vyu0Y9Kav4WftjdY6bx44vt9Xe6zQp8Hn8EuqaWgM3Cedlv0AY91g+TkA2CXFt02U9839vPr9OQM4pPn887tQ4Nwm7FPaibPu0jMHue3b2gpsBv+U9x3vvd7/1lTf+SW7r3c38X3fs8HeKL7v3OXv+uA5UPcHPsv3U7t2BALz/KXrl/jjyKf3ff5T+7vvt9HFJxvP/d12xM/yMxP4vfVeoqBwQmHo8bM3VFkktDKfiXu6VaL3EFBwy/nIwn+IuDoHqJ4DaGefrwHI6vcPAACn/5PGWdB5x3QKZS74OUub6r6erCOf3P/6feT/si456jE2bqef07+zkZ73YFLIWKqfbAhO5uOgiOc4tfmKwXF473l6TPAjDly/7TiOPH9dT98taZeA5czxuQCPCf4uI6vHN8c7204vbvPvjvATH3UE5YHMJxkk7tt9+OL22I/trn4NFpr3TEBh8nmei9GbZ2Q/J+p1AEs4Xu/K+k3bcz61QeiGd6Z9ANgAqafZwPP+yCM/Z1bxfJcyWjrDNe8LKMPmLM6GTadTWTv2d1I8PHqUCfdnn7casCIAcJzbU0fE0dT5VBeZOvj7yVqfTVfLqr7rzL/Zf1gqZ0CmD3mRxtBR/BnPLJmsdqDjgS9dCrOdm20HrOc1tz4vT3OFk6lLQd0ttdYH2UDm+flM+m862xOlkoLNm+f0yTEjeNIg9PeYnVHk8xBztqA9CPu8xNsA8OaHZO0gyL15640pzoJ5nztuWZcOlv/U80f2lUAYNplyQpwCsHLi1XWAQZ6R063W8wCu5nc/d/xMIFbtDIDzaEcmo+1WG3K+GRikjeN9Cyhq0NflIncJ6PQvGcZx3s7ze2k/wMmaIxzXB0/grXWw+efIM5HNfb0ddIlsr802Tlg5JDtTSJvwJqGzLXemu7I6qzFl/DWfG9A/pfnOuNr6TQDSBftB/cxLxZO7vKczcZvHuJ7B4MRejmbzbWQovB/AaWd/+GHkJnxjfaUeyPEz+zjXi60nAA0AC5xVMbM5LTM7KGYCX3GWTNlb1R/WeDuDQjasHaszACLz6Uy2KUftOC36kk0UnhafNt+GXxVkVI+61PUoowpdZNO2g8reZGfotoOmCbWCe6IfaBCHKxlGyfYt1/cGMsiqUeDI1nVSBa0v0KnRCQHclE3fAJMcfHJ4OZNslb5DFxxsstA098opJX1u/cxZlownJX6nzMy1zXuIDU6nf+EzAA/Nd4InQiccTv0vsr2CULoixOarlg/2KcvO33MWZ+rqV2c+Moc4NAPC4tHfFR3IKE4ZXQCFGrf0CuuWAU6dxwcTnMukHASZfKZx8x9Oexy7I6N76sX0VSVlh2PbOtMBWnySPc6zyLECjJxqJJCISgs8QylN6yCvkc4sB9isjNEG7C3vrr7hUrj85VLNfHCWKgChModVLlcOaZdknFm5AZ0t025znj2X86cTuKrOSsYAejtrVeS2ngIIoO9PlblK2WpAO5djjPPWcpG1xXKSc30B8qQ3BICzDrheA6Wqw4/6RbYM4Ctlhz3m5y8qU7RoASics0ORHcBlHU9QfXS1EgNVytRsEFiAIeVoVVLUpZd1T9a+lp/oPoHqAu7Qw4BJqcLgTGS65LkwAKvstNYtZFRz9icBDNFJcvo3WOzAgNCynhctUoLfawXjp6yny876jGT6bp0Bz1qfMgb4MkE/KyNP9iD8GTDMmXJZjw24uVR6su+hncpFD7sg5U+59vZNfW/sD26vfpCBTQYlpbUBJN4KMAIoAVxy2XCy9xwgpnNUi+5URACk2EGJ8ITXO4FrAmT3MRyvXn0jHc5zvu7z5QGoaTcACb1Kpj08Nfd+AM1pf/KZgDedyU0fbIdmjTN402tS9Bl06LK3qTyhii4CBek3OvRdnQn84Oaf/vy5svCEvxk71/muCk7RkoTu9tnR0I3S2gJqQDLFj848TZnTV98UaE1Z7voPsPt9pRMSQOJnOYsZkK+yh8mW1nNdFrrA0GdkFzewpSAGVQFxPWmBwmRmooMWmGMbQu/TPNsWRUdlDQMso9wzpa+ZP8pnu38GpAHwOO+V99KWg89E4rZJXEUj5ccNAHcm/dpzeC/G8/A2ADfvelCNpbQ25cjfFi3gz4BDUiEdZAO/vqBkeJH1m6+RTcZGI29vvvwZOsWAEh/bPw5+cXWColXRRfrMy45tMgVwALDXHKn0RgdfNb885eBV2fJtxxB4yVu0LjjDmFt9zqp1LXMJjZCBbyWDXq9/U33+q79y9Zj30jGMn72D9Q6WG7yNvD2kLDT9adv3SWWxKzAH+Xvz9c0f/mHNifZ5PivcSylC3YJd47W5x9+ce+wAv1RBcAY/esfyt0va7oA++VVkFzswJh/NR5cU5xoBASQQO0jEwUqLR3v9iF0R4PkplTUIaFU2q0toa7yMT2CuM4y9ZhMQ0SB7AaxP6nzjyCy4HeNkjh30ynwQFOjzjc0LBoAlqeJ/6wLo/IC+9hZBurSDewlQsK2qSTrxjyweU6SCAUhsW9nej97Xud0fb/70/6jqFg+fa62HhvTB8uP1IZnrsS9hBh9TQfnums+bkoO3v7n5V//mF+J5zgEu0db8UzZ7IbiMGP6BDwlWiI3ffmD+DoDvM8L5bNmY+wpl1vY6O/3OrFsqfd8yDmjO/tb2lnWCAPTiJVUFIqOXdVSEtSwc94WpUBee0py0X8OVNGwrqNqXfB2uOnPiR4T6VJmQ3jv178G2PqM57diOtZUCBVxRgs8cR/hlAsC6hznWtmNn68/gdgeErGVm2XdzL5SxntjynwHgkOXzz+9CgaNgfWobkxnPPdvyc/jKQhXB+NR3zvuv9z9K67u+Zff17ha+73u8AN7lSPquI7j3cwsAZrHbC7Y13uHvezf6/W78xwgAy8F/ZLs2PO288YKohbsN0UtU/scOAIcuka1VQlCG95bZS3J3/+uzrb2Qn85LT+qZDPtbju9bzv5T/XINAI7cnLvvyCva6B+cjZf0s/v5wwLAd60hky7H+5ZxNpyMJ2tDj+kkq/YMAHwfDYUROdhlOMNPnz6CNH9fAeBTAGDr9msA8DHzdYEH7cC8K8M3mcNQ7FMA4ON6vzYs7cTOGV/TnojzahrQR/7J33MMedeM+FzZnAJUegPQzrGlX1ofr++vmANnE7AbAJaLAH3f/Kvsncgn7xcPO8AoZ9yeyOsBANby3f3TTyK9GwDe8gUPeLOXc+JO6bJ5JE7d9f0ZYHLRsfutOe8NH7/vDewuEcaZW3xwSHj+vOk+6uBsouZ33JvzBje/2MkcR4vOSeoQ8pkBm+cMGiXDx5u19OEEAMa5XA7fCZDJmd7zJ9K2E0IgAOcX4vjBSYGzG1IOB5vOq2wAmDaf1IYdLUsWilxSDf5G/xxtasaSvgQEMwvFy2aHE5vWgHVy+vYmP+fdhk6mwwb7QrPwox0vBoAtywancVDIAdxn1ibrfwLD4UNviO2IFtZQz885Ocr8/PuE15EEEWYD++KL4js5EXHe68JekyG9HANNyIAveBpWyUCcFA2kxBQLm9uJbYAheiZ9mhm0E/jie6glAALwRQ5rgyLIsqQra9MCbu2PmyUqTbMNrPCYQeAAenagJ0Bj66sNAF+ipcta25EyM1bmmEIzn4tpR+ia784Un+DvfFfOEfZzh4zDnscTUByaDT0FKJFyppnjtDXXJdEIx21H96+5aQESkEzbLe98/2CnlnhcyGs7L3F+on+VJ4pc4fwZ9qN5wAEni1ZkdPH+LiFsB77PJnaZXgcaRB4WyNmyB2+tfiuo47TyxAwcTdlf08Rn/6XMnfp5sHl457eRXRydQpGcScO9AE7i1xGckeCn0NV0d/+jf0y4XidoE4ejnJbYTuGXro5AKca6Jxkt29nqwACAmpRYtmPc2boBgHWuJbINACQgxgtu+iwnrhx7puJa+9c+1v2UriPTbZTRDHCaOXZ53r3+4QSfgLHei++YjLEa9BvWsbFe+4xX2zzwD4CLlgjxgUsFu3/o0MfKElYGbjsZdY8CWgBafY5r5gOZVcYaZwQ3AAyAoAALAWPRCwQyeF55V9bXAMJZW3a1jc1/fqZkqrqo6hZqm2wpl9lmvf5W5wDXGZLokPovwQMJ5qJdnSVa41DJ33L2Wj7tdBb2UH+Qmbl4TfxFxqyBcvoc4AT5ZXxLDnmWDNoFAPeZo8U7vFd6tu9xxr6PbPDZyJsXBCoO2Tf3WG8js8mc5Jr1mQEOuYThpdbNzKkzTX2mcEBxrsUO2QE6BpxcVp/2dkAAcw6NoQGlcwNE+MxWO651tAr0kP3UIFkBcKJrjAXOcidLtGgBIEgfyPj14uj5ffny+Vq/xRcCmfvMYq1etFclmjnrt/hd60WXcpXtQPZ6AR+US35S53tSuvt19SOZspxFCrkUsKH1zzzFRxm10KbGCABLJjGllwEd0NPQRaBwjfcp9hE6TGcrG/gmaCUlwHleYCzAQvWR53MmN3oCADm2ybKbukrL2wIvWf+irxFYSIQ+QjfKsS+d7vXbwVZeL+ERn5drgMnAYwHWD769+dUvKW8N0yySS769DgCkARIWcF4ZwAZaTBhsQOjiLGQa+Hjz1VffAP26hH/pN5Wmpj+1vgAC64zWCggBfH9dPME8PK9MSIIPtBcW33aCQkqgV7uWHynsAqrNO8g7MgrdAEte1NmwCjCpcXPWr84er+/QPQS26NxZ6QbB03qPwF+BOn1+qMDtbV9O+dI610o7Nob4s+WQwBNl6JOFLl5HZxTgXmWHyULm7G8AYMpkW58yD5wHT8Znnf9d/Qe4AxAkaAYA+WGVyf3yZwSJ8BavM1r6FHDsFyNabyrLHXpgx7OuJ6tP9Clw3bxkmyjrDbR3wGysSJ/T7v1KzXWRW/NdXyM7ygysRhqLxFLU+7W81fx/XZnAf/XXr25ew3PYGJUdjEyoUkLJos5vpnx59yFrtAKKShaABquS+M3v/V7pJpV89gJpvt0+DgBv6Ei280PoR/WC0lHwGmNRW131JfuFE9u31xj2QbDtti2t34rqAsTeUSFCZ9z6OAHtJeAB7W9Zw23TeO+RyjIu+UxlhpNEh5C4ecVj3zYkl6XqVxYxiRLW3wIZowzFAJMWthX1vNZqzzF8hJxkPVXVi7Zpsn8SsDf8fd7vbFsCO4znHTgFr76/eVUA8P/5p0Xnm+fVwQpOUkC010kFTtW5tygSAZBpW7ak95EvCuB+/LCqD/zqi9pLlvzWeJl32Js3vyaNvCtfnAbcez2bti1j1t6OORHdTIcER8R+1Rn2bWeGPrZvHcis8twEMLHeMwWS8+4TtlHzf/wT8LJtvp4f0WnTLaAw17xX8fprvnQlAL/JZ5DLPocfpq9Qut1Z/NM3oVEyTfxTlMX2XUQfxF46/m3aYA+OwKbmxw0Ab5wnOMsRAE67/ej6kffmwucM4COFPv/9SRTYjHbQnp/UCgIMMLXb2I6Hbih2sv68fd8nvm7dvh2Yl1q44om9+uL70uXwnjz2ia+Pk+1qt36MG+4q6/wPFAC+yBUHp8gPT85DBrAW67zl7gzgnxIAvrXAXADIjnz5Q2QA8+5zzildP6x0cVYfwYD0/6gHjs/n+52huB1j0kgDqJg0ufa+/Z7zGd+nw7isS2b/leHdD+7rpwEYAXZn+/igZHiM5/PUJXrcfs8pRxyfO0fvc21fApTP0fpcZtt6zxVg+pr+v53J6zk4gsJX+XsYn37+KDm9oR1gmNvc8zaNxgUsdTPTuDX/n9dIx/fG2D4Ct5fan/fzhpntK0dGb2jy3QTB7i6Dc8qf596f9qd8XwKCuScZWrd0FJsHbcQM0LkE6un7tUESEV2yavb9Ek/P65Ov5u9TXs7JDtfkeGs+OKnwMCZPEbA9ycoIAaDDUYBTGKdL60BtgvluOEy8QXNWihwSapfx9/lxDQCbT8Pve3M3M4BP9YsBDMquao7aUWSBMX0TOd0JbPud59l1XT3q0ePfKhfYZ4MBxmRT7cjmXYJyA10up/ihnBN8nihiu7Nmxrgnr+EYNJjpORKPyZGzPQJTL5h+DXJyQFO3m0xd0aMzADTvbCcBFnnDygBsx4H2/S3UOFbZVzYA2x3ZoAwl3npeVUItuqed5SeZtQ10TcB2jvlI54BUM4Pv+Gw29bOd+U6ux0kuZ033L0AvTqI4Eeb380xgnZ3X0fJhkmRyps8A57MUb2Rr9mv/PkBQzWsi/rv8WutrAb9neHWBlsrIi8N+ONDrGZeHNLZDRrfKHQcE7nUq0fKswykJvsZX8ydnBQ5+5hW5Fm87iyPOcK/fgFu4yfbZWXKYNNg7QTc93yAD73KG03bkuHy35cjvs75YMjboMcEXBwvsAI30NXrLPw3A0d+d/Ycz3A4rlZRc6RxxpFhv47yfvJZ3u18BoJwZq2wYlafr7N2WX+51tpoHIScY5f3kwHGJvXxEJxxhnBsrp7bBLMkx5/miT/q9ZO6HD3G+v6evOKoInADom+AK8t6ZyzPgC/fSR5WKJ5vN45DsoOMXyFRtKlCB86FxUBlImJ99drXnjLKl6jN0qWeUidWqRU430cFZJ+FH0abHxHcBgHe/W081Hy2/orJXAup6TvlErgVMAcw3iByHnScjawaOPNYWBzwAdPBJxuEC4Gq2nH3LPDub047xynArZzn36fxkymnrLNkEfUAzO/c0fwKXncGjfo7ALfOIM2pWmdkGDuVgLVqmUgFO8QSSiE/5r2QJkGrKtvgfziLDsX7LeenWgc3/XQKcvieDGF62oxEHpicQOdY6CGDXci37pr4GDMzvulfjMk3M986eClhNxmpYSXYEWUBaWz0vfB/HKd9xBq51xCn46/k2uK0MRta5DnDy+IoPC6gy+AlIBy+7DZd+Rh8VePT8hWTT5xAbcOIDwIWTNnZNqliIL6p9g3fO0iYAJLKj+1tXb3pYV0CTgHuZc+YOWXamrNdzowEGF0/LmLrEeoDftSYpGKAzAZGxzviVJSDeRqcZHHr61OCys3HNB/Dy686e5HtAF2cH8z7A4dDeaxClXA1oGsyHZOk773KWqnnHfTRIE5SDAgTJiodnAU2Yfp3BXrLG+HwWuF3QkosCs1ySGZs0FVx4TX1Z7b0pYAjwibnV/JNaVh90I2WL3337psoCl3wWP5L1lQAhAgUAMwAoyWpTOXDZALZ5BS7lHEmAoJY3D84VJKB3SqwDQGZesCeeFdiGvoD3fN40wS2cB2qZjs3ijGz3zxmeprkylYsvAZfIpNUZ72Q41vxFVzG3AOfIAyWs0Z/v3r1uIPhBlcoukBs9D6EiAAAgAElEQVS7WfZ99UXgRpXQLvDzn/2TlwVAorfNebITuyzsN5XVSz9efones/3i/jrYTkArex0BrD7DmHXhaYE9qphQfAMI+8UXz29ev6LGq4Gvd531+6zKQxucd8l00a06KNhe/GcaAJCKB3qt8LEzDiaAd56qaolRHPqxq3LYnmEMzK/4r0u0AiASU0RQgGXNwX7TRuTdWVsM2uxqRNL9solcNtdnfxfIDShf9EcEHPxiXs0ZyWQJ+8xj2zuUA4au0MclerEGCIit+fnCGcfwi/qSJVgLIWc039x8VWWtsRtstxVPiBZUEKId6z6y3wN+8xw6mzlHDnNeLPKTNeYJOglZkUwiA5w9TYUQlySnzHM+qiZR93/9zcebP/+vf33z6h16/KX4+JGyasmkZo5Lb+ls4FpfumIG+diS9eKjn794dPPrX5cs1tOvi0bcrxLjNT85XultnTeMmSFgnzN761UqFY2OY71XiWT087YHNH8KNCELFV3nCkg+77flITaI9moEfXRQQttPGm79I+jOJaS7/falMC6VcVa/Shcv3WcqpZS2NKH2AK5opHOHIZdZUD/VvsBNLnk/zvtVmaNe+5QjVIquqaaQrGDuQXw4kxn50ifTpLa9j85ZwGsC8+qmmYOavOd/WSX21W4BvujWP/kPX5cMVjBUzSnlzeFz+ruqo2jfhVA0zbUgV8nn4jXOAv/nv/Xy5osvi196mQs084H1iUd6/WbwHs+28zWcughoS4WFgN5jm7yyY300RYB7y6htGmdN25fh/Qlgeezx2GXr7GxVBIkPzcB/SonTH+yYY0BI3sPPgLvc61Lv24fmvtg+1NhaASvjWvswz19EbYjc2lfMayfzedhMZvwzezj3n5a1v+7Pne/J79nn5O/PAPA5Kn2+dm8KbIY65xa5dzOfAeCN7ploIedev+9FzM8A8CmZvm8G8CWiX2r3XpN0uOkcQMCKEtkS6KgVJg9eBoDlnKj7YtisV2E4aZH6YTOAj+O9BOxeBcgG8CX2H4vtp/D00WF93/mYc6BF/rBi5/sfCwBOpvWMFHQ/TsyFi8OZ/f8UAHgZAhi09cd3BYCPHbs2D0d633r+AnB75I3M1bG9czwzgeLMb56bjroTih/6kXaPQM81OQjAmPk8GmKONtzG5R7neQA478vG+/sCwNNpdxIpmQ3UyBCj7znjM0Cq+nsHAHzk61v0ugWQ33YiTkA383cOAF5gjJyRp1GbieC0A9rCpU0I0aIaVzaku9zrJSD59hi2sN7ix8OEH8GQKS8BgCf4G7AldJwAcJwBOocSfpUD6aDDUjNNupUx9nlg7ZDIzlbO2HgbNKc2ROSUaDDH52d6rMfvtVFjU4t/6AwAHMdNAKTlAD4E0Ex62Kmcfmy+SCZveCGl99iRZYMY6TlmOvt8QYAMwCfOUOrI/fWe3uwNBUz7c96OMhcZOCc/rgDQ/NGAlvTRyBgOAEz/HyrNd+sDMiYC8PH9jFwXMAP41M0DgEc/uXLoPlOYNuNcOAGQ+9kAU1M/blnbZaQDlsx5mmcI3wKhoj+aR0/OCG7PQPRzMugM7GxgVuQSb+JYasBNIKFpy/uTjcw4cRBHj+bsI2gRx/DpGHCCNc2bFtr0A1sM3pw8HT1z4vwQ37scNByk0t1yluIQ6szIBgtwfi5nrubJOpSPAeDtWNXFAKHGNdpR4uh1HGULrBxyB584MMLzDp0MGOwsXV8LmLSzvMUn3UHxdL/TGb7WLyujgbECfs9rdT8OzbQPb0VviLdxtpKhJzDcZ2gKKBIQ0nQ/lJM3qGXgJ87o6QgO/y7+V4ZqZ4FRqrdpEP3A3LikagMY9TcAAaCT+KNt5swx9FS/h10WmxpgL1nDAYAFbBe9DQA7y1B6mv8EINtTTMnP6bDSRWiEs02+9r2/VlBDO0JFD5X/czABIJDWONF2gPiAlHVPANe9v3Tm1QJDtV4ayKS9ZJdGB5j/XW7ePNUOb82tAx4EnKnf9ffQn87yNzAVeeVnnJIuEeqz062vLURee/jnjH8AIumAvpd+GOwwiOizVCs7isoJur8BVoFpBvb4kMnnldLv8E9eCsCOLdBgB+BbA9SqwCD6eE1yJmVAPQNHoXv0D7KcQBTGBr+TbWh5MKgiwBr9UO0HADYHuK8fKf1cTm34NwCmyuZ2ZnEABwGGDeClrCV8yZwRRIBjMcpJ+r/oxZmpLpsaHWH7ThndI/P6RNfLQW2wWutuNeuzYHfWW3hYfFLtUI40fMP8eN4661S8uvVT6MiYc0axMzopJeqAPTLX0H2vXgPo7HVA8thmgoFpZ+/FFlSGdH2kl5RdvSuzhJcUNKB53aOIDHB2qsYkXs44nOGLfuN9nmeD9ckqmhUyaN/BVKxlzn410Gj+hB+VbVttkZXIx05tQFI/+7TokTXLoBj9kuWnf3YmV0a5zqh1yW5AiYcFfgAGaJ1t+Yx9gi4AIFaVC/hcGWPJXCbYpAHXCvKLfgD4N4A9dFr1Xw73+h85SolQA8AATEU71vbOtEJGn1S2s4HK4vXOFAVIZP4djFD9KMhR4GwRDgD1iQBHA5sEdagcsQTm1H6q1d3KtMvcW4YcPMNHeiGZ/Phe6j+fHYyd6MxKdJLWKcrZ1u9kTMsfUH3h3QDASsAsPUYZVYA1MnB1hvHSxQ54Yl6fP38pvfKqgOhkdZvHmnnRtcUbTwn+KTl5UWT+5T95YRAYPVvlXVWhpLIwf/Mb8/SXPysAuZpQtm7RzuVMOccdcIty5g4owLaRHSTgk1LOjAN6eLxvv4HH6lHKLxdQxseVAmyPyX4goKra55xr6VRsHKpUHABg2rWerz4W3TRvHQTFeshZrHgfXB7XQQAOOIOB4TfOaIWm7ge2gcupc791L6B7PpSu5jvmUOXZoSEHmGqezSvMhwMQzIPehyQb0/T66jfFZwUAP6l/8CXmpDOIiw+r5LZ0DLZhlYB+/oLgArLpXSIa4Mtzji1nMFSZkwmiYa1jPezSsY/EmwmsQI6gsddwZOFZzRMsDc8CjLpqBYGAlKIHJHawUWRBgDXzpmAA25Nw+mNF/j+6+abAx//8p3958+bDlzdf/Oylzo7Vs5yzy/3oV/Rfr4+EQeuM95qXl88f3PzPvy45EC8YBGat8dmv9J2Syegwn+cNDfkouKcz5Q3Skz1t3lAwJFnw1X4AUO5/jgwqi9f6L+28CxDceocx2na2jKLnfLRDl09um4gzxbmHUuayE3p8Pg+YdcO8ITnUudro3AaAKwiDfvMa+ADbnsd9XrqDWRTg1WdUMy/wPvpL9xI8KJvFQRKsywTIoIOix1URoGSB97Pe7QBm09D2GOcX2260PNo+gj7vq1oAdZ/++I9+c/P2Q81QzcnL4g3tdztbH53lQFAHu9DyQ5WLJ8P9zc3v/IsvdfyNivQwP/VD9it/JqCzAiAEziogzLbpDsDw2kgAUNZh2XPyMBqYtezafnAgl/vDr3GVEHCy9KZsZrSE30UbyI/2WXRdJdJ7z140dTb6rsA1AWDLifdbR//RpHFkU/psAMChXfrpJdTvnv3V382nrAVej3XbyYdrspn5r/db28/Y4+358oPmw3xkhzYfx9w+9575/mXLfS4BfXtCfsor5yZqvn/sn37Kbg3muvbaMxx97RHYd+6gD/eTCbwdUHc3do0+1+gbwb38lrHTP3PTNXDqmJ12CQi79P5Pbf+Wcjk4Vu8xNd//lpFB9P0b+2lauJYheq4XUaL5Ljx73x4fnz//3KlTMvy8MtIGcHoXr1ziQ0Xs1edS348loGcf5yI1HUTcc4yWOku/5s0TB2rfeOKcHg9PJ8RJXy4I+rlxncsYPSeXx0X4VC/frRdEg+5TQOPzdD4F+vOOnVl5lnLr4nzHVKnJFnsQVCB0vaIwb/F0q/djfxYfXifDneKQ910C/HdZmOmgc5PTyRl6X9OXem4CUz1PlwDgY+eP7V8CghePaRN3XSPMdk4NtVPAy+M+b0ie8ud93ul7LoHI51rQpgGHCI6P5iU77tynmUmc528HNWzD/ByIdpvmjtCcn2NmbHTIcjTVzY6C3/TL89EJy3k2xnLpPZeyl499DdiwSmQ2jY7Pn/S37gnwnPYC8J7INE6fE7rbQZBrzubyeBePa/e8ry8ayPlYm0L8Q/X+AD35/hLdEontTcve9Kx+45DifRfsDpdI9pqms2Drvrw72UTn+G7pCTasvbHb2bzWDcqsbWf9BHjM4wbHAwRGPrPxCs3Wu4+AdIMb+T7lmPPcEfCklJbemx0wf+C8F0BhT8aJnB/e5/nblGD8dmjsjNl8ezwHNyVs5/dyfvc/Ob5xfjUYm3dJfkdm4ZrTA0ArWo/70qdsmLUh77bmXK5S0PXlpJedF9vTLsd0ZwKs9VslTZP1YeDFQMzOBDHfbadBABjPQzbSLimWtWPaN+EnTKrQPuVKPX0+Wy73Gew4tZ+YMjmz6qf718BD3Tf7E9AxfMD7DKD2xr755hRoPI36zjMucWtHUJww0S/nbMxEws8yzXOetkMJB06DvMowcabHnFufOemnt9MT/sK5w3zkrGuX2xUA3w8EkMF3Qf9XRp/K1JqJlowPO1f8IjCznWDtALPTzvpQfCCndJeurWsuf4tzyABNyntm7HIm9R/fdplOzY9kdQvjctKIj3M2Zbcv+S7Hq+YSNnYZy+i9Xa7Xa5r5l+xMsjT8cpyLG3j1tehTPdNBBepTZCfjbprAp86GG8EwgM81BwKJm2/5ifM4WZ8GflxaNKWgIysnmbAdjBDzMsDfhz7/9mkBfMrUHNmgu9S7QeBkBs+gDbJGPF7bz0u+ysWVv10CGeCVsRWAUEEGLpHJfBPM5ew2OVt17uIGJX3mq8ERZRA2qBy5yVij3/xOZ9LRN4BLrkl/1SuVtRYwHHBY6TFbV+BIF5hOGeKh45Ud3GuZ9FP97nLHZAXhhD+1d+Ikd+BS+N50zEf6RuOzg5d7ebdLYjt4R7ofoKzmhp98n4zEZOCnPwJhOxBJfZXM9Pz0OE0f03f2ZfVJIjkqIeBUh9+rHQWikLW9+NkBJwCKgGuWjWTL45zeADC8QxYXTmIAzmQAO02Od4ZGBvKyvgCmJkuUICLOTs056OnzmzevxDOUOnZpSoMDrnxiIKzFbAUQ4Iifthly6TWOzEey3Txv4hfZpS6zz7sTDEDQCYAh74r+BqRw5QsA3/RVruu2vz3/6OkPBbTm3FldLFq4pG3OgAekr/KeRTdAQJfSNmDK8wB5gHP0w2tA81a9DqARvrSOcn/4A6CFtph/2dOsB3UHpVmtnghMIUAAGxN6AOASXSGtqjN8HYzkeQI0wbFvf3YCSgzQBkyXrNbYAFF13AdcVLpOMlX/BSDX2dlrbYisQntK+L6Wnn5WWeWAXglCUSAQwFyPP89HP8x19ptvqpQyNOizo5OJTs9VrrraefPmtYIT1h6o1+n1TMkYgKUBZ+u0dfY2YL9AmSc3X1B2uwId3hQw+/v/8oubl3U28KOi52MB5g8qK5W1rTJwi9d8prd1AzICTynBr8ChFy8NUCq7Umfsuty/bI/WD2Rq0gfrR9tmBrKYx+aJmjfklnewfgw1JNWlMRuHFehMDMY33xTQLb3DvBFwa3QSXgegTbYhOodE4z5auNoA5HT5ZRp8VzLPua8uqWHQRNm3Ago5Y5pAIL4iEM/VkXw0BECO9REZ2vQZvjVPY2u4RDBiS5bvW87CpWR49U3noooGLjX++NEz9QOrlH7TP2hdb9K7XeGgxlbZq+9FT69lCpgCUBSfTT3l4IqHAtMIcyjeKTPYwXHQ2OPj84YsXbJM6XsDlgCa5lVKdxPoZl7Ih3X9oXS4z7snpeSv/+b9zZ/9xaubJ5X1De7KmznTOcdX+FzuztjmvawtheFXpfebP/yDyhavrPAAdqp+IDCbcRL4gByyptmoYY4c1OjAnWUrivLsBc1Xr19VdjwyogBl1ndXnGEbq2IFDRy/I2Ah+gl9o4AsyxExHWRG03e9u+5ThrXAYrJgAYBd6YL4iMwNvMC6CBDn7GRAauYWHjC4jZ4UfwHYiXEcqOk9lX09DupLMBvBNpYVxmy7xVUFElhim9ptwSMJKIs92KZaB2g1oK+qEKhb87XOIuatNb8llTd/9O//tgBgn+PMGb7OOt+B21DmWc0jMk0oCX8/L/n61e+i0x/UGddVhr+E1ue9V9s1nwDhqtagsszMi4NqqGhDH7wO2L5H5pCH2GwA+/ZVsIawdlnPxiZyNrL5R+uC+jrXucXKVSnF49VHcua9U2xFVXqQXvAtMlW6X7zTZfe7MkWvDynxLA5LoHsHZySAIokA1iXm5/mZfq65x9H+uDucucxz2iNIX7Tfhv6ILh3IRH+oGhRmGC/0ePe+xLzuGxT4vXTbSTcXnXT/ZwD4lDg/9V9Hhji+/8y8/6RdvNY/q+9P/1wDgHeLpwz+qfT5/v2/+/3XAIefEgBWRNhwlFj5fbf5+fQZHU98BoDvRb4sWBMcmMBGq3L9OBoDlwDgo0NyLTQX+CIA8LkO2xnSWWUXRnTLAXqIYDoHtqap+/Dmsf1Lf18i+HEhFi0PtDgnJxOAPudEnQvyue/Tn9vg11Gf2Gi8BDyd1/9bpicPfRcA+Bo9XUI00eSbyuf479IcHOkTJ9vkg4uZrGfmyvJwWy/L2Lyg704A1gEAL/oRXa7MqNNSNse+X2r/GLl3BICvgayXAOBFo+EsPMcT5wzL/ezWH/Oa+L6dl5cyiI/trgw1NrPdkTj+svk56rBTw7iBsfHemX08eUhAX9vYEyCVQY0BPjo3DXo7AM+Dv0feOYLA54De47s2DXem1dKzTZMJAE9+T/vHDcgcn+StRdwl1Ha5w0u6hne4NOhtAFjPJDq2+0eGmuafjXI26S1S2VAd5Vl0b2AypJ8gcGRyl3ne5xudzqtflJLL3gR1f86YK95EHs7wGcDCAuSGSoijbsu39b7AMkX975vPBp9M4PacYmuHer4KYBAaXAKAT+jQAOy55o9rVGh0BIEDaF9qN+CE+G1EGC/AYzk7rFPPAbsTKM5amczFNecHms41dQIkkj9tcJ39pr+7X4rnlpOuS4iLV09Bzzj2U1JxZ5SbAumPwUo7ZhZI3O9xieNkjG0n0QYqcOZ0hDyR+nKouu1k7crJh/Otbe44zGEryY9K+m3Qnb7h4A5Ywnwcgy7c/w6m6bMcKdEeWeHnyrKVHCYb8RQAnjYP79mZki7vlxKptLeAxQGcx+nt7y2bAmhxstZ0cC0OLByasQ+mUw/n2js5Wtw3y3A7jQaz7hLRBjSUidW8Gl6Z8xp5lnxDjzWPyRLdPJy5UdZttTkBYOuy3a+Tdus7AODwZQIN+JmMT/F3tQn9Ap7SPpllZBWSoab5AvjotUr3A2rJOWlgNiA2mXewO+CvSyKH1zwurWc9RylvaYd9v6dL3BrUMhglIIRSjoCtcmi2M5a+ewCSA4Me9oYngAJBBGgNEH2kT9YlQm4yP3oH9MBhVZcBFpeLjFe3bk/5Y4JQzGOUhuzglgaG+Ts8Y91lOd32qs+sBTxJ5qOch/XP2ayMx7yawA2D3waAeSflfFdZ6XKac93AhPuUYAWXMPWZnfO89/Q92YOMK87b9N1OZwAuA36hFaCg5aqdiZpbOzF1LqAceO1MbTB3iM36lbbnWhedlEAVlwUmC5WzHhvcqt/Jgo0j0yX3O1O2Ws6RBiqXjaO3AbHIi3huzCcE28EuBrLX/qnXWfgw6zg6jfXRwFFKLjur1dlbVba4fod/0hfZQCpP7YxPBdDUPLvsqTNkLQtbXpBLnNvJ7CTIQkCflJr1ec4MDkHhj6w/zqzfTn2tRgLVPVcT8E5ZdQBjB5o52IVMKoP97mf4d5/jiZN9V2Swczpj2ccG0L7Gz1x0Zrv1wuSK6Fh0m0vGA3YAduKsV/nj6g9Ofd7zpuiL/HAffPvixXO1R4npBOMkQMqligv9KSIwpeY56zDrVcvO45Rap0rBkNf0ch3V8d7yqRPtJQeVYVkABO91thg2QNY+zzn6jCxz9Av3iCYdyPb61et1hAB6y9nrzsZmLrhPpftrbshEVYa3wMuXkk3rQ8t95Om4x8y6aB0Jf74TzdCrvM/XzeeRlWTHOyjDOoyMWmgFOG+w2iCyziauNihNLd4s+QBARjc/rfvfVablx9KLTyoT8V/9y18oI5WMTutd9/9NZxs+oqIE+4iaK2XuwitF65eVRvy0gDsBocbwtYaJ57FdoA+AcfWDwATbDvCTs2dpCybBlgkgL11m7dxgC3Pae7dqk/dp5Sm/IGOz7QVaCwDn9Qu1CyjnKhiAbEcAeGcAvyqwO4CSoLYaiDMw2yYD3lQJfwN/1g3MPb0wUAsAnCrufo52fJwLJZZffW1AHVBYwLxsNwdfoZueVMUGZOtpvQOAWyqxN22y/wQ0F0/IpmHeUmUA0BoA2DL/oSoQocOsi1hjXFWA4hNkGkNTbFHKTwcABuwEhKQfOu6ZewDrir/JNocvlTVcDKJKKhqH95ALM5Vw3tz89Vc3N//1v39dmcAEG5BC6n2CWmU9LD6KHLxBd755cPNlZQD//u9XtjnzpQze2JFdqrmeRyXTRzNmAlqsBVTpRfzkAALo6/0N2cQEf0IPBzYI4eMZgggKiNf6KFnbVRu8Zpq/yPZWWXyN2fPKT5kGVjk3bxVg136I+t2BDOaXnBUvW0vPUmJ7l7f+UIEr8B99ZI2Nfa0s+lYizgT2/tYLpemjahUVwJF9iRmTNcJ+JwfCWP8ga5zHfRKkwDj6X5PF1EUfM19SA7cB4Geq/BF7pu2NknHkjQCJjw/elV54fPPbv3x288VLT9n7+j42I2OBHzkLG9pCFwPA9UXNf5ta4rUENe0s2SxQ7ecUsMlk7+B1kaFtU3PItvNUme3wUdGN1nes8HxSkYXffbb9aknvyx4/NvR8Z4J9drlq2zyhNfOqksz8V7878NA04MLRZ7QqSY02PCa3k88M8pZt2DaJ7l3Z0hv8jYyEPvKbHSpdhIxAMA5IM21jdxxp+RkAvsVeP+2FUwPu9rsPcvHTdq6Z9u6Xnlig9+7fEQDWhse6UmcBb8f0zgw41/g1+lyjb4zMyx3vTl244RqIdQ2QvQsgk6BfAXCPQNU5YOTek/KP+MbQcTsY7p73tbz0Jj074qOivTYf+36W8ESVzYmIMday0Qy9SlccunkNoFr9DiDQGcDpR5wOqwcY8ncIUcZ3BMCu0fGcA36O+vj8pb+vsewlw+JSv+firIyVXuCPoNZcVO+THbizJTNhpxN3icTX9Zs3OHI4LP2JXXbqMFvjuqNBGaGLL+xImWcFy4CRocp9zghQBO4ZA2NeMx03gDN11pa7bNS2w//II8c2TqSk+3Dk/yNfHudXOnaAkTbKLsv+lIWTcUP8UaZxy8+p/B759RoA6/6dPrWMvN40XZKBPHcEz+aYN1+cAi2nxuZ58G1nYLoV3jfB3GNgyyzJM4HQY/9FfyLY6+el+5IBdmmuzumzeS+bs+mQpQ8TODny1jndFCfvUbbEF2w+ewJ0Bm//fpsmpxsh2lK2jmg5zlqs63E4HvuZzBN+stETD3M+1QA5b411AMBzbDMb9xxfnQOtpH/SXo+TPhKJy8ZsZleFzlOOsvn1d3tjP8eZDLpcSxbUWq/IGO2IY3ak5iEpLOvwUi84s5J5uqLDT9nefMwzM7uwwZzJI5nH6K+cTyudqR2z9dkc5yon26riqEsM3Pi5Gd2u9/ZcpuxteGHeN/XqPC8386hSmC2nZMwEdFlrYSuW8PWJo6IbSRY19zjbCIfhBGwtRwEZcxbd5KVkKfnsSSu3OFdzX+hogFvTKCdzcH9ngPUaJ4e7nToBlwNkJ1N4vsM8s8sv550BdXPvKstGtnPzt86HFQ0NLNAWZRNPM/EocWm+m+NJmbvQd9J90kyPFf/QPkBbaLMzqE/B5Wmzca/nbZ/la7DJffZ556cOF2XiCeh2uWZlDgk0PS3ZjDxn7TFQ4mwSnsH5OAFgrrnUorOGk/k2RKn7kTnk/S6XjUNslZhfWd9Zk9FxDVTiMWn6rxLGTTcaD39sndFl+zT+Lfhes7oEXUf3U01gPqfzPOGxuhNnfeY7+hbnskq1thNHGRBkcJXDy6UmJ4jbumHoTPgKGkpl1Rh0/hlgRNHc9OjzQRmXsj62nTL1JyUoQ+OUHj3Ot2gjMCKZyTtT45ydnb7nndwjALh1q64PO1D8A4CMs7yNUpy30b2hqxz0NQ/oITJR6LcAdp376pKsfGaQS/hNgJbAQ5fDBHhyho6dzjhnBfbWn4AVgC68QyVie22lBDTrADR3Juw+exznszOJex0WAIfsA+j22acC7XF2p5wv43FlBXvd7dNI+zOLMBm6oYVAqKFjsK8DKs6zfjc4Bfjpcz8ZqwA/HNijwoZksAFgxqJyxy3Xr1+/UeDCrLqRvqQUOzYD2YAO/AA0AqzwnPBsMizDf2TiCoxpIJD20INZu7TmdGacMrWbBxmrdLsA+AqemDoWJ7z4tMvL13zkPFaVfi1+X+c6F3AcECbrh7NqK4tO8uXSm/Q3a09k2Xy051+lSJnCDtISsAfIia7vbB7rSsuOy3hTaprFIUAiNpuBhfAXChSAG2DPABrrkAM2rCc9Zwna8RJCFtl+hzLIBDbONabXos56Y64Bnw0KOss6uoT5ROZeFWgKv/AuwHGecRlqg81af7CbFEBCpq/LMPNxqWbTSHtBQAhkF/0JuCP91SmgpqT8eugFgOSH7bj+ID0MLzxRliUddoa1y68HuJ0l2GVeVdMAXZENgEX3yzpB67IA3mdLPsNXqm6g8+A7E1XPASVEl+zAMQQ4GdHajwR56TmmDXjoNGiN0bpCBetMSsICdJGBzXgFaDPPJVdTn6P3pU96LCzM0q0d7AMgQv7mkzrb85/9U+hVc4XerJVALYMAACAASURBVPcQEgWgD8CdM351f8kqZXpVSrkAxhcvOcPYJuqH6oOBOq+vhD2hsOif6MNZxp1lyP2sKSqr3AAwJWET8IGcvltZcVSgwDZyadpnddYw4BHP889rSfG+gDxeX2Xx62xZeBYW44xdZ+vyvEsFc5YsmaUEKPCBbjoXtDOTlb2L7he9vL470LX3RW2rPK5sTvpCe9IuGrKMLqiu976q83oFHJX98rSyb5EPso7Rh9wXWxpwLYHKtBDAzpUXiubVNuNZe7cOpll7m870M3Cpba/ae/uq+KDmxTqmyi4XbcBnWVq+7SxUyQfBARqHS2O/eWuAHZ7k/G/6gF3y/OlzZd/GftNwq19k0r4qwPtP//xvipMqa101fx0wkeMSYsY+ALSussJfVmXif/2vq2KAMi1zPi/zVVnjOlYB8Ld45bWPZFCWqGzEel7nUSfTs/qvYAT0swNWANXeUtFBgXO2DVnfAOuVUSrwEfmNv6jtKoHoHysgAz1WsmDTcB2VQkvsv5gPnUOvNb/mh7Pkq/FgtbaT4T9X/fD74TXzMuaD+VdfuY/1uwJNlh50eWKyZdc8633Fu8VXgPVWjR3wpLOt+73YecXjqmhQID4BAflw3rHoSEny7mfjn+q/fA6VLf+++Off/9FXRcOaT82Rq8EoCGWB+87ofUIFgMdvbv7g93/r5vnL9vc1bj/cB1oHuJ+YPe3pWjY58tqy7OBUl1wveo7sWQetOrjB9q1H5DLve//H/EPrBHcgw/SBfYVpbTrpXbk2AsEZmteq3qdkyyDi+r23Kpv1ETPzGIjYb9ZL7uuJ3PSEcC2gd+aI25lfPiqR3xVtxFe37OU1tdrTzCNXAgCbtvZnpA8+asHBr6tSUI85sprgV44KEA+qr10JpPc+avNzBvCehL+L34aP4OzrM+l/F32LUrr73dvJ8Sl9vJYB/BkANjWvAcCh+cnGvZWaGzjj4fyUifp7eO+sahuA6vt28+8TAHw6vm0cMEZHFm+H8Bz3XbxyKRAhGcDnAJPwz3RkHukcA+f7AMDn+PycI4r7tkF1P72T+8/KyaDjOeDwpwKAr60Bk+ZeD/bYJ7D0YwHAsh8wLjuqzOtCZz/qu9sRZvPaDwEAk/Xi+e+N3bROmy/kEBkA9l2yMcGSE/piuI+2j3NzdOq7T+hpZuXM+3tSLs3xfQBg03v30hvWbZRe0n3LGBzg+5aDtsL7wixrOul8ue0B6Hd/3M/dboDJ2d7MID7X9gT0jgCwnXps7v0kkepL/7ShdOoU23zqPmynubMj9llu+T68fQRVTnjpxPHmb473L1nEsdcZaLkv7+KZc5n/U8cl4CJjP/aTv+8DAK9SS83bcZId9enUl+fA4GsAcJzc9MuZAz4Lb9I/TrrcuzMvnWED7eLo3gCunWly1Inf+mw6irB1JCwAsGgscL/fiSNQod9E0Lv8k/p2QY9knj+OMlE5NzRzzFsOlfVPNogzi3aNG5CydSVeIuyWCdLGYR0AeIF9B312DgA+Bsoc243OitPKfGjbcgLXk8eZG52B17I910f0XByElsPbQK7BE8+HylqONSv9wDl1LjggjvU419MvZ37ZUYezL+VIZ7+nHRJ9rJKxLfv85DkcTJKd9kYoW0xOAlyIAdmUrCHwOaUyVSWinCzQVADoOPMxdKX8pbOBtnPjWDr5qC8MCHVWQpxTcvJsAPgYtCL9EW9KvTxjNIDjDAu64Awz6+aUSpvrs/uGnFZWVPcjwTopAS0+lnPS1MaZwLyTawHNpePEV3bE0a/QYAOmXf59VAiKky2ZnIAIOjO3x7V0/nDm8B5on0y+Nf/c0+Oko/BvPnEe5WzfJedrvToFgGdmq0ERA8CcAfyYLLQmxMrQVrlVzuXrzHLRxONI+V1loCqY4HTtzRwz9jiw6J+CZ3gnwF79xDHKvWTBJUMv4zAg5LKbAlald/c5nVOvr/cpMElc6/ka9lPK4p5bHwRG634HXTjbdAcC8vtjlWYuh3kcdeXYYz4ClPDWAMAAIcw/exFAB52niQe5daTlypnFOXMYvllrhHjf45Deb4czwB/3JZAlZU1NWyq+uER05DbZn5JblZjlHM8N8AnQ1/rRZ4EqKwxHv9cUPoQIwGvao/U6lSzWdZPGc3qUQTLLGAZnu2LvKtuu6aSfET7sIHiiy0hKI0pfuyTulG2c3Mq0Yk6Qh9YZ8CGBIfIM9lrqLCWuO/OPNt8WOGAAGLC4gDkc8Dgei78p1bz4qtogqxhgUaV8K0NurR20X85e81iChaLrnOWWD++eNt2qooDTUzdZh9C26eo1nbmjVKt1KLR1hl2y8nUmdAP4tILuylnM6KvXr6k8AAjPDPQeQzYC9gPrhdcdjxtQ1wqJvgrMEwDcgWfFfwQC5Hv1ujOVuT8ZwQBZlAfN2koGKFnRyENKr+o9sGP16U1lxzmbFaDWzt+ACIzb2ZWmJDLkjEoDUDoTtnjV8+p11xle3lOFnlpj21GMHADoBdAXzQR+QHfTaB0hAk8W4AHAgD541zpTNgDnE6OfRJcGgAmUGPY4/ML8GUQAADfPib5at1y5ZQLjzpazfAJm55NgAf6mpDXfv333+mRumctnzzlz2GBy1tKURo894IAPzy96GwB4yiHfPSuedRWCAjqrriqcCr/rqIWaO5Uor3l5VoCcj19gktqPk5KnHZiQ/Qt6E457ApAi8LxtFfi+1txn6K7qy2/9EvC3eLLGwT/6TcnvlOXWmc8156++cQUCn2f6oICyer502+uvX8s+IxMaWmP9cJ/oTSAP4BuATu+5CKIBUHxRdFV7AlBtb4t3kBEBrTyQAJMqPd3AHPIMGA29kNFHdU4sc/j4CUAcOuKdvn/29EXd4yofPlHBZ4VSWUl2R32BvKC7vi0d9Z6y6fXv28qoFX2VuMB6bT2hzPwuHwyfcmw16pB5geYK4pNIMxZsVmdzM08EL3Ev5Z8pjatqCpR7Zk1TkIXLUgusBhCuS8uFoHmzvbKDTw1QJ1BKYlz/eIdWl7r/dWUgw1LWhQCkxcuVpakgwhobWcrCVusJ9DiqzYC57QsFUhVDMEc6M5t1te1CwDOBctUnwPkHJXt/8V/e3/yX//aqsoANijNmHwFgqdKaWJ14W6Wxv6xs5F//+sXNE62z1isKdAAAflLocPEnPIXudXAScsF55tWfAjcNTqlVwn7WfSqbjt1KEAR6pnUM6zQgd3gQ0M36bNvG2YMQRKL9BfoGDtRmzXtR7Q3qf86i17nMgMb1L2f1doK+6P+2zkje7bN/Yay0SGCMpTeApauN+Lxv3qEMc4BXAGAvITU3Dkx5W+uMAGAxntvxuu2+hVeYQwdgGPSGJlQLkG0l2bf9VL3SNZGTpaIA3Y/10j/+469qnLWOC0DOkRU7sFxnI9c3T5+8v/nVv3x587OfQZ+arwL4JT7bpGkQtktwKzIdWXClig/odNllENrBSzrOZACS0dOUlm5zULx9MIPFZ5RT5zstTehmfI7Vlw9k54/1IgFQAbS1r2P9Nbuqb+KXvrD52P6SVJLq2/VjVY7Zj8U80nyhh1nPNG5lVJuvUvFDU6D5sdylOpDssQZ/877IRW8RdW/WdN3fga9u8zYArCBY9FbTJPTO2GNTPM481BfWm97/eu2ttj8DwJMFfvrfwwCX3hyb/6fv2Raku9+9jffv00cAYSIEb38i0udbv0afa/Q9pwhO3vQDA6hHIO4aza4BwBOQyMb3x+z/tf7+mN8fna686+8OAL7Mly7tYl6+nfkZCvn5yZ/eTOnqImPOcOW6Itj6qwl05ffpVDzOwzUAOPdPp6V6co7oo/FPBX7X6NtCPtf3c+DcrX41IaZj6/vw3iX6nMhXv+DoTLvfe+NU2Hevxb8X8mM7x+xHGW294JsXzAye99NKCUd6Hed3zcNBgR7Huw0sP5HIu/CaEl8xWA6K9ug4vATMmsdmxYfeaYbWBz458lv+Th+O77kGCE9eu0/272pvRdG5o/IZxvmszcJ0Is17Erl6GGfL9jlAeE7Rkv8BtMaBM/nneN+xxPMt/dAOhgCOjojcfZz9in7bum2f6Uu7M9N381mXNm0apXQn3wvovUPPxCkSh5EAROg1jOrpgJ5nQ6b9W/x+MMin0zHv81isp496BvN/8RwbyqGPps6fcignU9/3uGgbh8BqP+CsNq2U4rr93uM40v7KmNPmxnphnd9DWwOAlF+Da2wc5UBL2V2XdZp0lsyvqP7dn4BRRzlPZm74YOqG6fAzOLSBEMmO95D6yDmCh0VO6S652JlBvqPLH2ZH6YnWN5QVlHMcvQodcrhY/b7nY+tLOSRC2KY5JWDzCRibCFq9is0gMqL7W/bxA9Q4cobjHO/kqVX6tMZ/i7eh/yG4Jf04V55ZlBg68nge8BjWAr3Xtdbd/H1iZ9b1lFDOdynJKsCHcffGUvTWZtf/MuYAwNaJmUPz5TynMM/FIb2e6yh9OYm0mWe+7ZjUmHsjexxvgP29Pnbp3NYvcaDIySHArIHaGvOj8sB5DMMpzmaff4C67cDOeY449chkSgYezMbzKn9cziCf3+azxpzRj+PA/YcmKU8p2sNI7eFS9unYCkXGEjgR8CGZ15lPO8wtO3qX5MblGhePtsyhLwTG8WrNpc+04vdkHRh88doewFHtFPECwMbu8LxvnWKw3llglG11uVmkkfG3Y789QLxDUf8CWLiH58yTvC/yJ7nrMVIqWeMbARLLlkQ38x/OODl2XUkCEkNWA5im2tRB9M9lEj3p0hWsNdwv4K+uQR8c4ofKOGiCt5T5haY6Ww7HuQFg3h+AVmvW6J/0rWTIE26dPKsgmKasaS7p7AxplyLfWiuZlSsgoPuHIymAMMSE/+TwXsEGe72YOip9mGtc6B+Z19m9cmAadFT/17riMrOQDRmFN55XFpjLL0NKgwu8U87xagvZfcJ5qdUUIFjOhlW71LSRLBlYVps4qnl3nHDiOTu55JRlruv9KWOKvCQrXLyuPvs+nQGnjMet9+kPTnQ+zjq185o2yPAJOKzgKtKz8k45XK0zfO6iS/JKxsa6Z71ooCiyKh6suU254MheAAPuA2g1COksfQM2AKBPXfZTc2wds3Rc85Z5rNfXLiWcACzzOdl95ayvPliHucQ5znH8MwbDoD1lOQ0gy7FP5laf20u/Ag7TB4Ow6JnYvq2/m1523nuekhmt9V1OUZzv5pd3BeKpzDagQgcdCPTpkr8KNFnLusvJA7BqrahSpi716bOcmfc3b+v8S0Ds+gua0lcHnnQJ5fpJoFCyYemGnPvKJN4l/AWUdxlqV0lw+XaZWdU/np8ZwMxR+MNBOuixB8rY83nYLmOuM+OHnatxqvSmAyEd5FFVB+oeZboW8KeylLJNK2vwJUC+z1OVLFS7Pi+byagMvnoGNeD3A3TV+le89AbgRzYN9HdQBlnLyOSbAjBUSaUBDOln2QPJyCfLtHiTdYV9YfEz8x+AFHdawDytBw2mkMkt5AFYs0BASuwC+sAXKlWtLH/e4Sz2HcDhSj7JAGaczqwFxCLz36WQCfx59U1lxnblAOYp2VmcpxobN7oRQFrv6OBNAaoFnEPdmWUencS9spkAn5Y9TQYzmaOeAJ9hHZ0HwGP5tax6jvhwHECqYeyqHz7LW/vuGtvTxwU6V8DCo0fvb37+8vHNL39R4HLNxeOSMQCud0VzAGcBU2R5FgBM+dqHlU0LAAx2qmw72T+ld5lDlcj2Ck3wDDIBfyirs2hovVQAcPHH8+IHMhQNYtWn2tG5z4QAKBHegZ/cT/UFlYGu/hls95rAucWlKcTHhaEbAK4xwcfIK22JzbRGVHBavRMbwdmRLosNzziTUIaJZIE1EvtAgQx1LXRHRNEHjx4X7YsGTJXOwi4wS0B39VPZ+OiUAMDKcMZmte4mq9VnoSMvrPNcd4BFdAVVPzSP1R7LB8tDzke1LiVb2yYfNFFmZ9Hl6UveXX2E5wvghS9lHxSo9xwQutZPgWIA1DWWdwWmPtBaji5gv9drMDINONyyHds6a77WC2r6yq5GULFTHt58U2P7v/6M+XXFBH10XrDXv4fYcJxh++DNzf/2774oAJhM6SpjrlLODtRgVDmuIXsB9O3TPj7EIPXmddUSYd2pZ+GvBGQpwJCzwuvjc8vNP3wcOOpGss6rAkvpc5U+J+6i9w99tLB4TPth+ANQUbYCfMu6Y1kQGI6tVnLyGr1cP63LfSYrdqFLjXv+4EUtYXXP29cOTpWtgW7hqGfahMeoPKKS6waJkRsFW3UlG8B2ZXEPXe+jO2ybuzoF98c28ZpGQNdKjGi7WIxUL/6TP/rbomnRotrW2dSysV3RB3ixtLKCQP757zzT+v3lCxO3C6i4Ukp9mPG1h5fdgL7HBmsbvfcDe0bbhtV+oEF35omxaHymvytSWBb03gZAZznwzLfma9lrDM97f/FdrzM+97f3PdhVdT9tyYXQbUvfNt8kONh9pH37ZmJR6/zrFtJk59JPB/Ds/sT2PO7Z1/nA1SAUD2AdO1nnkgOI9z4kgLF4umnH7/GzZr8NTUz75v9x77lzhhUixzNt99t2iG/ycwbw5Nu/k9+nMjzXgQjBT9s5G2JhQL97bzZP+zK0+Y/SyUvv7V7d/fXJYnOue///BID3/K0x/8BA9o8y1VcaDUYg0OnAdt8XCI4ivwSc3e7aZca7LwB8lP0AwB9xpPX4kiGxSphgPPfCQJ8wQI9AyFk9cnAqL4dvZ4tnYTo++1MBwNf46Tgv95+nay23HrlAn0vAZlo9fn/5baeAX+47BgrM5y8CwJS66w26I11/OgA4PLv6dkX/3of63wUAvtSuo0t3p+4DAM+2LslB1sIjALz5YDqTJ8h7WnbproxfOwLOA8RagTXnvueYXRs7Id/fzqA6z3/pvzbnbIraIo2TKeByHMsrM4yN5zBOZn+ywXefO2tXwOLl/gcLnBmxMX6nY1oGe7WbMwhpNAbzLgnZmb29uZj9XPM7gcMDM02Znvwwfw8AnEfnGb7hlTn+o7wDAM+ycdqcC+Tasi1eExCxgVK32aDTpH8vjum7gZ+UFL0NAK+NhZwAvflrsDUbdzZVfJLhlOtLFloZBETOePnpCP/bmWGmQ0ckN1FWZq82YsWDcu7bSY33AcfCE3ZyDVow1JTAEr8HwA0QWl+uOSx+DuA6+WjNUc7QoVcNmPHdymypd2Z8M/v2aG8IyMQugR9XqWUDUXpXsrWqw8kAitM/c7FlcZdQXvpWDgtnvJ9s4g4BMsczgc/pws2L5quAsJm/Pf/OYMmZmaGfS2/uDF/TMg5jOykUZVx9m6D1zNhdgLLo62CI2X4cQeIlAX2OijZgOUurea7jKE0ZbRxKul5tS6esddIOeRlR62OHAQ5Q0QIHehM+G20cIR8pA4fM4eTHiaFsTp8FxpEL2KUCmTiPra6xUQ9gyfuIjk9sn8+ztMNClQjqZ8o9p3qA5qMdHKJpUhREb2e38eEdM8M4ujrObPht6fcGvKFvsuH1ngbRGIuyEcQXAD6e12lv4QDP3zsj06CDwZY4bXGK2ykIUIccrQz84g8cuXRMTvbMr8YGCGIgZPFB67oAk+rTWOvDs+q5nHj7TFnp1A4ICTBM7pLlzvzvx3Ds9ll7DQBnm8Fc0yfmCEfo4wfOLk6pfoDPtzW/6keXvNbv1cA6E2ytf6ebFzsjz++j8dU40w8HXjlFBWI5Ey6OOZEmJVWrLemHPhMxY1ze0+b5AMHRPfPcVrXX+4oE9Ex6BngU73JOcK+z4kWtJw4eUznTVf2h9F45PllTVLkD1yLOzc42i97yGbp2Jifgxmu+5QVZBtwwXxl8NqjrzDA5uxWk4tK7m0/Ne7kmOZc30qVfE8iwAPSWK9Qr41MWuMp/+m+GXNiOHab4Sor+8AaBQ+/JiCoh3vNT/C+HYnwqO2CGcShjtnWBnO1kWjb/ppy7ae4StfQx2b6WUwPAgJnMl0sxTxm1fsj5xfBT+JnnT/VKVzagHwJPmQ+eLb5vh+XrcmhH5wowLqDN2dG7bLeDPioTrEvGQiM7xp15shQhgF9ncupqB0hIX+Nilw5wtjEAM7SRQ1tZeM7GCrhKZjzANXRHTgiYILMPQI33U/Y6ATpkar4vpz5AIcpcjvH6KWzUs9w0IsOzgDSBwv4mgLvuErC/deQE8hkjfUH/8gxln+krGd4YC3GQI0c45wEkAQiscyuTuvW290d9JiM96QAR8cMCnjmj12VrAWOfV3YrY3O2HNe9zpKlp0/bIWRNGdSvc0O7RLgy8rUeO1DGZY6d5foB8K3mOwFADsRMtQf7I3SkQFdoYC0DqMg+4COgNUFBdV8qDijQKCXvdeaj/Vf0B0DQtkIAIpeeBqDArnPwhLPPoxclI/Uc2b8KXGq9+803r6qzno8EsUGH6IUAMLbzAc4taym5iS528IH5wHp276tcOrvLfzpNUPKYddpApLP/Xr1yfxmrgqxiv9dD3EcgC/e9ePGipwu5rqoIWqu85wFwRRc9K0DzX/3Oz2++qLNZDQAVX5TcWWcockOgln1JBkCflgz5CHZ0pCG76V+DJ98UEPv+fZ273PNH36GJwGWV1XdgGdsUxUyZLAoSh1YAiawDTzsrlu+kL+s+TOSvvipgrN4h4E8ALHJuWXJAK2sFQCiBKEWvAuVtYxPcQBUMRDf3enugPaBk1HLK94DPqHrMrGRB+7x291dnWMt+9dql8z5VYcIDEmBb+o8JDWAMkK8zzOmrvir61vsF3pZMoqfgM3QV/wGAil86QGXuHzjrl4oZieGHRNBJZ81CBQDgyqB2oA26wqWIAa6dQI6d6bOWn+oMYY/FD9tvwGdd0+9t+yuDF1uKcv0Pbv72N49u/p//8pviqZfmS9bQup9xY/fA+o+rXPevf0329o0yohMkEVvCtv9+rwHT0zPTu3frB+cL00GBmlrD0eG1lpZeeF7nVq99VL1TAWBt+0nmtYcwv8E3CarQ8IejGH7FtoAOBiHhD88JgRHoS/YWAoDJ6K6ffAgCAwAWDdHpJS2U/pZqqYALZbVXyW6CwBRsV9cFAFefHJxkpleQTE0ywQ4AugDDqjRSfK8g0Q6QCvZi4hDIYD2eNT12rwJhuiS99mPSR1ghj27++I/+5ubtx5LPCqogK1o5wwQOyB57Xxn8D25+93df3rz40sEGjXUaOCdoUPPlijTSh+0b0NEPRQ9pEmhY/+z7cPWQmTSgvQBEkH1quku2Jd8V5EOAxAJUCYRwpRIHzNlfFN6dgb/W8x10QRAE71FAmHUP9IGHCMA4AsBp78h/9A3arH1OUcBz0vuDlqdj5u5sDzIkGPrYvnnRelu/1xgdVGK53Med7CSf2UYA4AkU8/0xA5i2PDfusLXh/pwcGQWtP2cAn5uqn+7aVMrnmeZH6stYIO56w3Kk/eQAcK9aV4Z/SaDz2DX6/kMHgE/Is0o/fwaAP1VqvisAvPgLxdt7AZ9hbQHbZ6hufnZMcxlWcVxzIwskDjQMWAy6ls+VSYivQpstAwQBI7L9OMngOTP4ixmubUBM537a9hjcz2uf6SDMAnftGQ370PaxnWt/3+sdQwlk050FN2O9RJ9r7W/9eO3OjnTrvmTDlxLcE6RKS98nAzhHFfVRwKtzx/5OUCtO1Tl/xwzgkDKZopMzjtm5KXM3s3Q159pwtIHSjuezma+9AYsjLfxyzPo9Xl+6v99xrh+X5m3S49yM7r6fZr1qw9oZYhjtGxC1M9ROIke/Sy9gfK1IvNPNmWl0arhd4660NZ+bYOrM1j3Xlmz8MwCweCGKrR9U1kk7mjMWH160+2zQBaU4jN7RjjN+4khBx7jxDUAvzabrE9TQ361Op1Ed5+4EZvKOWS5HY2rGvaRfwqeTVtGRE6CZ32dzM59N/+Zc8H0AYJxnOCn1DBufoknOV/TA3VE2ntnB5/4T2W2CbKezz8/R3osNF8APG9xqP9kdocNsBzrn70TnOtOwz/rqOdvzscETtbe+bz7vzKcjnUJ3eEkbTZzs2hhuADjPKDOsaBTualHzhpL1kDZ0QFZPaoLXkTHW2IORGCetnuMMsuHES0S1gB4284rAt9N6ZlwuvYiDpB2gAqbZuCqLcLG/o/GrHzgDGLfAMADF+n1mGm+672j36FtlQ2mDbcZPv6JHz2X+5p4T2p9Zy3H4TjlwxrTL1Z7aApbDcwBwM6meSf/MvnYO80lJ3owl9sVy0uCIFyYIve18MOc7EymfmYGT98Lo2dy+KeepMvVw3OFwJpNHjmVvjFUOruadj6P+LWZ2etfbkJt2VuSdpwBwuVP0vbN36OOD0n92POKANeAzHW+0lzMRkcuTtb3fNQHgZY81/6rPQ3/ybmePmU9xhMeBEUdc5DFnAKundX8AgckX6G9VGAFkK2dXdGkygHfAoAGBI1Bm55T5RQCAALyUwi7AqjKWaJNsqCmP0Y8CDHMOqoCY8FGfsRfkvN7jrJhtTy8bLg4n5mGBul2eMlmRDRqSA2EQgfKunhs7nAwmyiGmRbvttmoPgPdDOekk4zpjXd4hkxEHezuvaGid5V1tAVQkiMQ8zz/3Hz4A2E2g51FXrX2EMhzITOIcW2emsVbwvYC2TmnGrlw6ooFZ/22wu5fkdoImoyQyd0pXlz11hqrLUeuEyAYM3SZ9OQaC+cxIn//+pssj4zC345BADjuc+SSbVyX65TQms8U0V1BI6ysD2jxjMFbZuNKlABnO7Ehbq0rBsi/8rtASfae/1fZpAGXsu2SYpq1vCwjJubAGgL1X09oqFmD9cvZdyoBzdZ2R3boItk12mh2hPq8RRyjXmR+ftQvgV2U/n1UpVAVDeF3O2aUq5Qt9mk48aKcivABg0mOsG5z95OvoVIDFBP0447cXzKaR1kfWm2IPzmh1UIQzn5nrN8WD7/v4jQTCqX36o6AXHL+cA2gQDZ4V6jJ08wAAIABJREFUhRQ45Cxa08ag1AoqFBCJEx+eCtBXDmyAlHrWZZsL3C6Z8rnOAFAO2nldJYABopE1+uHsTWdTi24FJJG9Kn1Z739SmWLO4LYMRI+mXynZzHXAz4BB/AQwUlYzOqMBCIFjnd62ZFaOarK7Cryu+3UmN+snpT2hhdLT/I/ryhRtAZ1lmOkT4LAygqEb/a3/GPPSGwqKYrzeb1DyGuCBc41zT4A86+XqS7VDsJIzag1YqTINQQSA7dwHeNX0l71VdLV8W0YpEY2YqdQs4HxXqQIo5sO+SMEKoI2gR1pvDTpnz6G9ZM2PSsa2nM/1RaB+vc7ZtZQQdra2xtM6TmVu629KI0NnzsGl3wb/0bPWJcA3Dix0cKSzn+FNxrPLylquDfgZAIZPHcRyWsHEx0t4/XMgGrwH3f3Z3ylYpebF8uU16r0Aee7pKgBl/XOfSvlWe4DYCpD7AKi49YBsIgEW2Kh1X2UC/8Hv/+LmGed44n+q+fjmq9dll1B6F1mkL/blPKzzgx/L18Q+pPce0AKywFu9rKHXThMtSq4apHmqstCANWJG6UAdnlG/UwkjtNA5v1p3XDIVPgGYgdz8rVLHCgAx2P+yspldQtWiAJBKeXbZfzQkPXpz88UXBaazJnKT5qkApeYH1DGiCHhMCW1Kz0qXSRd6XfF6+bD0q8ukr2UcP1v9Aa2VbV93cX4xJaOZ/0dFL/SIARYHosDpj1m3CsgjAR/+g05ar0oumT+ylVVKn6fqena3kqECAlXOvm0alkwD2N1GgfqAu1qHCyx+XaD5h28dPKi9EyWyATPLNnnyHL24baO8hzEhIwTSZF9ne8BrDvSFxK/fAS4/vPnv//3bm6+/Yi/mFrQ3VeWLsuMBgP9tjYfnmHc9byD0QekOMsYTq+gKFdT77bN229ZNwBVl4aHLm1EiG75OYFf2GwImITmy0+um5LnmV2eHa930GfP+9P6XYOAFUhrMt46E7sgJMg1PoT9heOyCmmN0Z4HA6I2sIaKD7M/iqRog2yTt86oflIyGX1QOudbKZ89qnSyA3nq89DH2D3ZDA9C05eAcbG4CIgw+N7HFW7QPX7pCwbZVuCc2Ouuz+sPxB3rcp8f+8b//65qzsh0eVTl1AlKVFl3zVHrpafXt93+vSr6LGesilT3Q1yKwPw76cUa6PpKL+h47oMFWxc/1vGgNUKCO21j+a+nVBOF6Y2UaOmghAW489uoVJa69PqTCRc4SXufXyhZhkiwj2BseNcG+2JZOiOJjPvecptLK3JMNM9z2TvOW+hfHaR8nspIMOvgnpHJ/TSLZyForrOv4bH9MBx6HwJCd59omPwcAB5NQO+0nnYkG+5iWPXVqZyR1OQC1o06gU/NvuvEZAA4l/o5+Dpk724Mw1w/evcWhd7ccgc6G9fbdW2n8sH3ci9hd7V6jzzX6fgaAf9hZ+zFb+/uYAbz4C4Xe1tZdALCMFxkZvQleC8JPAwDfAlwPAHAcj9nQXAKAb4N91gNHB9bxvuPfayFaQOBpO9E/R0f0fM9xUTvyoGjOxh8HXTvpjgDw7Ae/XwK9tz78VE5vR2IzzBEAPraWsoXqSz+TEtC61s6nfH8sAf1dAeBjPwJ05PoxQ3Nq/zm3E9D9MQDg4/zP+ZqG0xzPpXItnzqTjsg/PHUCgE5QzPMe5+ux5OS1d58Dgo+A7Gxj0j3A911tHO+fGelHwGG+ZwLAun4AgCfwmueOjmKur/sOGax5d8CSyMCSvwEALNltY2CW24nM3zJ82TzX/QlkuDQPU96XDmrTZD6bDUt0zXzflOWMF1d4sh6TRXASgc9m2oNfXVvO8HZ6zf7H8b/lwp3UXgn9dwCAV6MNME36TkCF+1K+L2Us7bhzv44ln9Nu+CrP7OveAG6etINQbam90zKcGgObajZ2TXcB2b0xdemmUwCYTE3LHA4ivzkOxUXr5fFh3fYmWv3q6114cmWy0sY8v/IcAByAHQCYz+QBMkrzvDIe2jEIaJDPjM5Vf3u8E+ydGb5T3x7P/aVNn8/pyGv15wz4q3F1ua/0Iw7OnBmkrIjlCTCgkKyxmbmb56HlzADOswEiA9rTL/etS0fLWeNSewFOvKnfmaie197gF18soK2NL0Xcd19xRAkYqmsAwBmHHVW2BaBPVAmOS32HfEnH71K50uKdeUxWxINBD8kO/e45p0EynPb7XNLZUe0OHIr9oXeQ/Uc/67r4UE6Ftg977gJmh8aSk5JpOwHc5gSE5/o4HdY8fwSARYcOUuL7t+8q00h0TibpPlNbwLpKV2695EAJdKnPHM67Z/Z3MjLjyJm6zDqRjNFkvMzFNQCd6TEDx6ZzJXar7mlZAyAT2FL/6EtALwHUep/BL+TfpTABgTcALBq0I4g2AYDRLRqfAEt7juXg4762/3XGXDuTHlSblE/lGTv8KSPq82wxChQAA+jS5QBN8+0e3na4Ay/oK3RyJrPPgTWw4zaUGdvkm5m5yWAJ/xxt4vDm/t4ZuPSZjDSY0uCb182jnR9+YE0MAEwwB6UU+ajsbmcbha6ZP+mHth8MVhoMScCMxrrOlbR+SECIzmJsW1hz3PRMZvrSLS1PaXeXwbOunlUuwvsSeXSo9B+08Lw64MKUUiBbnXmIapXbT7rfAKR51QAkFQEy3tCYnzjlk82tM8VpjTKxuDKd3tUZagaXlMUED6jsbWU0Hj7cg5MfPoN+Af2QS5eVxuHuAB8BN/U398uFGpuj/hKNyTZDAtD3KmlpfsM5vgLoGkQg41fjq37pjMIOuOF9ryvbUbQ8AMCMzQE5zLfpBb/xOwEjjP51nXsLACzHKgB7AZVQGjqo35Tubl5BpnjGWcKPC9yhZGzdDTiJE51y1uob+o61w0CoPjUOQMroEd6buQGE47pBFM76dYCL9EnvKwVAdQlun8XbZzi2/iErm3MtPa+WH5+tzDvNTPR7fpApBQIoA5vSwJSINn2yBzFgbqSOks+uBAHgTeltgw+xt5gjwDcBmyXLKrHOWqPxmy8oXY+oEIwne6X6B5C6KgEQdFTPk5nKkiv/exFZJVvJgK1+6NxzyawznBbfs04QsKGz0Q04aO1A/xbYAg0TqJUSyHRNmbN9liW8lGoEshvb1oLfAYApZUwG5tu3rzVPAlCrHwR90F+Z1BX8pdcr+9/ybHtmHweBzlHGcAf6KNO8eAX6SR/2h8xUZCvZv86SrbK4An44C9RAM32WLBIo0vaNj1GhJDeAA+c6M9cuAQ2f0yZlwR3E5qx+l9sGdXKFBWFrAKgfqyz8429v/qd/+08d1Fb9fVsZpAKY0D+UK1a2XfOfghcKRH9YMiI+AwCs8TP5VGCAPoy+dRDglcCb0lGMjfldZ6SX7aNqDwrgqu9yFjdAv+i810PGrvL1sk0pWV1BIjX3BmyrLO3LJ5WdyHrdBK7uvKkzgaVDsJMUCPfx5ssvK7sbOVKwVtaEojFnaNf73rziDPX6u+53oIgzntHbAMNffwWIS5lmsuXRGy65izCgJwCjFPBTz3F+MVmaZOISIEHJZkofE0Qg3i46PivZeVJn46L2XlO+WUEKKD3LAXLFuwDatH4gZ214Kqir3gXGJz6DbwCWJeusvwTtuGQsC81bzpTmfGSVM7e8ApIbEAV8JKDI4LwgMOmtt8ogp7Q51QFk2QwwS+Bp/fcGPVlBAx+/fXzzF39RzzBM1ld0pmTVAPAf/uvKgNbYDaCTjczbsItZvynnnf2LKr2gEwjkQMdrbWy7vt6pM+9rBmRvwFsCH+H7ztYt/lZwVD1LIDCf7ClUYaDu5zx1rV9NEwKq2sRq+TNAHEAZcFMxGvUMgKjNAyZMk1Y83hnWyEgv9tM3Aq/osny59J1zoJ0BCz2cSWxAmi5T5llmnY4yIDjJ+p/sW96tjGEwWu2NHbCErmEOldncALBUtdYPyzH6lzXlRfGwg0xZs29u/sOf/KbKP39x8+bDNxV8UDYBZ65juz96d/Pbv12Zv6oWQGNuh3U7VWF4Bxn2ArfRXZxFLR1WfW0s8f9j7816LEmSLD3PjNUjMqu6wd7Yg+oGMQDngUCD//+HkMAMZuMMSL4Me6aqMvaF8p0jR1Wuud3wiKjM7qyutKwod7/XTE1VVFRUVI4srBedleAwHCPEyz4zqY+tg/rMbn1Wa7r2Ge511DXE8zpnrR3tNnbC0xIUb2SvMOjuZ3JOy1lN0cOt6+05NV3tcOUxyQFE6hrrxI510bVN3/CZ5bh1oK2XO0uAedzvaduy9CH65hJUPlv57DLfn2O/59wynOtop57nHe/5TV+txz4TWUxZR0LWKltIyx3WZL/flL68/uQB4BG0ckafUZfWDH6HgJ8g7mmDP/KH8yB+3rSZ5MsuHzw+77pLk897zndtA/T2UtDnV4xVx0i9szk5sPg93fl0/4d97tDsNtydvuCnTrl8H+P+1O//kkn+intjDL/26JemfL4vwvMaMHl/1/c6OeuzPBTF5wZ+8/sWyntTuXxXQKTdvtpow+PyUOqH7gKtd/n6QlYc+GODdJe9iJ1vbkRnNLm2Xu+nn+/4Gvp/SvadGajy2SVA+Gk596WRmMfxUsuD6wiIBRw4A8ruoxkevjsFcwDGz5XXx/k9l3+LVq3QXKP1Nb448sNduX3ox4m8vxbpO/klxoW8L6BnWp+g71GZ8nem23EbH/btT07HkT/OwNnZ9lq/bbT3uzdInJcd339nXEuW7O7dBy4f+zrTNqcfExDefbGh6+KKZ3AU0jnIsTfNiKRPETLrYa6LO++sBhYfLuX3boRnjNtJvTnfG0NeALg9xj4ItdK++GqMe8r31bf+0IcTg4h+Rzxdo6Tvfs6Uy5+iSVJa5x6A2Amo5vvNU+Hlu7Jgrt9rxvu1Zg6LwWCGgQ4dhhQlGCB3grmbl+f98305ZKl6pIynrr2Vi3Z12MvBULWQnC702hqdsgaDdsDJ3O8aPrYo5SAnzGHInMiaRB7a2GadNN8FEPWhLg49OzWXD4pY32BUG9d1ZDjs+xcpN0/k3gRzQ5f0JVHAx+jeAJ1ex5d84BS7l+v3GDEcvuX5jC2Rchj6Vk0jvpcRsiMrT9TgHJgX/WWYcFpvlhOGD87uAtubNt+UxVKAVoM7OTgrMqIuOxzszAMC3MYlEK2NSHzs1JMxOHX6SON1cmjQeAFqxVeeS1KMcikqVOPqvXvc41fCS67fl76tgzm80bIpThIrmlWGZkduBBw1ENB81v1w1MRlTWVo6Uh51zwM6DsdGgIAu73zvqftrEMZ7dTngLg2XGEM4h2uyWUP/oCaom/zkwwuMkLa0KE9pYF8pZltS65BDEdHxXAlCjN+aFK/YwCW8aWel4G0fk9dNb1TxrGtTzsKsg1irUY7KqHBQxkEMfIWmLT6b9qRZcdg2HYMuDjet1xfOrscEwARmAj+Z8sNvVEUTYEJri0qm9QCliRHiFqiI/VP0Z0AfRgqFc3kmrcYOJEv3GdAsI1V9QbVFW5aZb6hp0E6aiw6GssAsA1ZUwaEbpN2SaFIu8hEG9BsUNZ4ZIQswyPrqGiUqKHUDwxogiOF2mc/AE7BSMu60x5Y4N9KFww/Ou0y0Z3eR+xIkH+e++04ISNaA65Ezom2AmIYo+U5EIAcKATmsR4v9eHs47q5ZbKAvjaQ8W6nlEzqbGd94OI9qfEZ3sdwqDWBARRAUmlYcVDCYA9/mJc/9Jwpsr7ftdfsll2AfqpZqnq8tOp0y0odWs8hdx2FSCQ50V7m16Q9pn+O0HakFfQ3CEykIYbARMCSitYA8AVN6o0ABnFm83osAKZG4fTC7M/Nj53nNY5Mqi/b0Y6Kia/nDHzW+5X5o74vQEipa4sOioKq73jHdlZxpG/4NWkklbof/qlnBeAAshd9o+sAtnIB5Np5w5lEzP8NZlKLVKkcHhSYV2Ov9gA/ksKXPjj7hTNEYHAHBEXEANg6rTC1eQtsKroLWFR/cOjAkF9ADBGuDRBIzmOIVRSOgaeAyozRKayBOuDdTv1dQLfno/XE5ve35YQjOrP+iq6ed++5rEvNE2mxlaaX2rPf3jyrVKm0LdZTCm34EIhzyOGiq3ijF0T2qPSPdpUBxMhtRTWS7hkAwrWs+Y+FBPjufcz7FCCFQQ7qXFbq7aLnlrn0RFCUs4DgoAcIDWhe44fupHuddR4dpen0wI8rwo/3Evkb3lMa/o7u1VqVHKT+tfkNsAPiPSzZzzwwz0Q5y+COLFdKZK9z7VdtRFckNBGMJZdfFpDPaOlzUmnDYwB53ptwj7Azl9K4l9xDDioaudcpqW3t2FRrItHomiCnIEbUSGwJ0HVqVNp3au4CMLUXWA5AP+hIX6H5a0WoFl9Qq5QUtQXM/eVfP7n57nlFQgNssK4AAzpqlgd5l88uA/hG1hOhDn/W75OuBoCLBh1ND5hlh0GfA+AuZDJpjFWjvu6n9vDTAvV4TWRrztlZv67BXOuNza/eydLh3ufPq85wrZFeSgWoeo6cNaGdEmqc3z2vCEaAJ3rCvlEvU+p9MgDU/L6oes9y+CAiXXNWoGiJDEXLVluVjb1AYnjW0Z/IcFIss03zbupF8zzy/EmBawSZEmGr0hlFw3c13pe19risJ5VjQN2nvbxoAgC8AMNq4zFruMHLpSe1vuR9GQCxgO4Cw6Vd1H4HT+N4pMwGgMzVPg5POAcQS6wMIPVu2It00ThtSI4qStM1roU5Sqd2KvIAZE8f3yqCOjr6O0D44r1X1RiALJHEr19+vPkP/+5l8UTtB9V3OSiWk9+T6sv/+q8LRCYjCvojPGpFSLRQsH/RylGpXf9U+4KBfctNR/DXW617Qhv4s8+ZK8pUvF6ftyNZAF6FHrM4Gb/mk/re3jOdcQXAnTTpnb76gtb7jORzHiCmgVin/rH+L6cNOV0lIj02Wacg1mP1zFvWLQ58Ukns2MD6om14CPnGgVa6RmfO4FnrLWIhOR+QhlpPFrjfeKDeoVTVvk2XZYvlBs6u7HfSpeh+8T7d+I//ufSKkg1vPxQQTDaNl9/c/Nnz25t/9Rsi2okEdv+X3NO5e0cBEzUMr3kNN6jZjrrsJ3JWQYetd6hPyogiJjANmAtF+5rHEBnJUoNuI4eKdS7e6Zejo/qcvrN+sW8uh8acn6BbUSb6Y86lBqNztSO9/oyNx+Ax8pbobwYpv8lxRt61iV33nfGwnuiz5W/Tq1+zbE3cV+PDGSDrPw6RGe9ybuHZjjC+Yy/tmy90edkrzTBHu6bPs15/0e+kO6vvGwSe51S186eeAvo+HI0NzVdbdQZr6dPM6uHzf6o/M6HX3zcXw+f2yhvS512hz+fdfbzrFwD46+g2022etvALAHxBlp8LAHwUwDFY3J3DnwYAXu8/GFCP9JmbM307An1n309g9TjO+/7+mlWQNo9A1plcvraRRs5FETuK8zPQbPZ1RjWejeFzAeBjDdFP7yvb6s4BIOOdY/xceh73j2vvnQCA3hcAbigk852fcuC5NED5qbP7vxQAllc+hsyexGOqSHvQ2QCcMRwB4PDBNeD/CPCeAaaej/MZSPsacwMIZwBwnp79mfcd118O1nnu2CbthD7ccxaVOsc2+y9DczuerLU19pc7OkgrtZ7YXYfvSJHJr7ONCUbkmekooXsvlPzmoWFIvFjvh8lQCs2h39yVydbr8vmSM1L++xDB7wAMPb55f36faynPGWw5Z46AqqGxvTj3gSMA8EzhFcBUcxrAsvs+37n6Xf0/0mYCvAEY5nzEmJ9+7cPRTtXq77Yz0xEAnu3pINwGfIBNDlab3/uQ3IzvI0wfYgbd1ng+AWweI2e95kYURb/0CCBf1MkZjgYBr3hsgu6hj0CNBoBn9KMME8z7oM9apwdesAfvkO9jvo48lghfjyuRnZt353uPkbLzHambO3/SpqJmqt+OInOP7YlucFt8M7wisv+rjmx7b2ecTJPrWJEOuIz5Wj8cyaPncIC1sYoIjYAmAv/Fz/xzRKKM312D1WBVez6PZYWZXcBMG0tjNIFOBktsDEs6S4MSDQArQs7Gj7v6ACMCZLCTR3hqrjUDW06Jd8Yr+SxrIqk91bKsA46MCmBkI4yNjUqVLoMzwI4NlnP+eT41f/k8bazI40OfbVA2/XR/wOu2Ujh6xmCMzMaa8+H0IXnmCKrIaOYU+gRIpl3NRYM60Lozt4lOAh75rKKcvGcbAJaBmegi5PUACxOBauAnnveOeJEhTvuVo+SgD2BF1mgi2ZTusoGiOO7o/oy/a4tNAFjGGman+hcHhNCFfS4GM0iZdNg4603dGiCDCKqsowcVkbMA4DKge70RfWHBnxTRWUei84iCwUic+sqOIr4EgPOc5rjbO9ODVmaKBoNVExA6DqAg+7JWbdadwKaOlO89Uala+3pDlBqgnNZM12VuADiOA1lD08Eg+1BkWPh0AsCXekfkSPaSRI7byUjwdNMgUbHhCQAbr5U2HneGjUSAOuIzjl02nMpgD2BCykuBkYCP5l8M8B8F5lgfdR09A7HH/VVyB+BEfTMADCChOrcdoRXgw1kAus6gDM+O8Jxt0mfoHWDYgZZtfFaUi9ebaW7ZqZTQWkvORqAUtPXfqwJBH8Gf3Q+M9eg7MTJaXriGptM8NwBQ4yWyz2DEAwFiGL5dA7idDLTPJfo3xnGnvo7BNaC0+Lvop7TF6mPpDDhASKkVxNFONNSCdQpp0ZrIK3SLMugLIKm2nz0jpa5lu4EIA2t2yICBrW+kdis0j/yghi8yHRDZoCDr2LIZGkJPgOMYmgUKai9xe/pOIbfO3GA+dPRz+6ctvYIUxqzTgPlz/Xq8AEqPC/jwGG4L/CVCkDGqXqccEh0NjBNO6tlqvukXEXaJAOx92H0vgICxNAIBqBTHKPVFqKX1HOSv03I7+g9HAqIVncrcDkHiDSKNJae7/EX1UxFlRA0r0o2+EC1qI7+3NJ6t6PikHa++2UHIfPWQ+quNYIRP2Ku4lDKYKEl0BoFzFWEoALvar/q3StEpxxXvMcz/LldQAFcBmI8ePhUArOjZksd8HznhtKQ+H3yLPkPqaaIY0V3awSdps4mqxXHAeLpHZgCfyFNAY7mwCEQi0hUeB/wl8lf6ZFNDsluyvXWvGg+y9duK4BXYrTE50vBZlQ3+2796XFF+zIp1LjIR2FHJIHDWKmORg2SBj29qPljFAMBkO+ACf1X2iHY6I/KW/nkovoc5BAB+z55J9gJFoNlpM+VRvG/t1K4wgM43B/OxIonleOESGkQko+tkr3dk+Jub72qQyogG58HrkKDml0+oZfsDqaVJeY/rQL2HNgB74zMg0LpAT0BQaCudipqh7Qzw4gci5N02IJEBYO8lH5CB9b6XFdEPr3leCyisyOUn1OmtXrypdQl9XDO1wDSdAax7im/QmdCH+pyjtVLrluwKzA8gpve3Tjtezxo0tNyOqiudrADDFz+Ubtzz8bHooD6VnHlcQDJ0Qm69eVMgaTsjPS4HB+a5fQ8L7C3ZKnldQPMtDield5XfzssXH2/+/X/6bzevPtzWma147WPx54fXN//wv/26vq+9RmtM+KaVZfpc73/Iu2tN3BZNe4g9/h3NiaxQ1PPQs6V+rbOB2EvXxGl4TZfkrXXTmUrasdBOneY12qdvbyrV87E2q3TTadNgz/XGLhkTvRIAWO0MPpUThYBX5JmdjtC9kvWim1lrRKU7BDhK0HYWCjtK5nK0q3W39zWfZIvgPah6qr/efVUkfl3KRsJ7e84FyMJTlUmAefxP/wUA+NHNDy9e1N1vbv7i109v/u5/flpyxVPEP02X/Xz097uOaqVdukbdaa431ENmzD0J8Jcyd5CVpfUBuF6grlF509Fbs9qWgwdovPRxOwnMswvyORHA0TPhYcbn9UKJm11OKHRLponpMBD6uxOM0dHFyPnoUADSPmfyOY402wYRx2DT2XOS1OF8JhlcbaYk1NZRPXL2rEQAc78yVfRUmxbwjkeAXhzn0GlLzl4xddyZ0UfP6hy2eWgCwO6n9wWui+xicsJsXv9TBYCz9ubCDlPNnxsAPvt2b+rn3/70n14egs7el63ip+rLYQf/wtdcB4Dd0NFmdjey7L4X3jf+T/d/2OIuX3Sf58BPDcD+c7//PrL/gd//WBHAWR/TGL+EI/zVu1CMl/v+GLPv4Y/23KXN8wjgDeTK6IkiL93M7d5J3bvotp9Lny7W+pUI3m3IO+/3auPe571udmRl+pvNfX9/BI/nc5/LBtfm6b7nr8m/++Y7Ssp97a+du2+8X95etngfAMzdl6lcUUp2RM19/QtPheYTNL3v2cVXA0S55ihxx0EgB9NoNp942TQ45gByvH3S9Ryobf5rA+1UkC4M0lpTG+A940UbV0dq1AkK93Zxn16Q/t8HAB/bOQLLZ0DtGSnnc9dA6PncvQDwqHGS5wISWC45Ekhy7TAIKaqKbEGZjZxxOksZSvFExJBZ961I9UMbx/WeCBy/O4CZJ2Omm44hLADwBMUuwX8f/N2eDzrrWT7TAWiDvJe022l7bDj2gY/DiJ6R/HbE74yETb91QB3Ked6zxnUA/QIUpQ85zE0Z5ugeDjB45l56ok4wMvQT3dpTf0XodX9dW2p7hQZ0ShpHZF5SLtKOU8ja41WGnAYJEnmzeS1Gjq5NJjkWw3kbJWiJQ26AP2IYkk8TXmvwhtq84j2MCwKFtvdrwIdZ2yaA5sWBqPf2RMA6Qm33Y0biTsB2Rv6u/a8Ponvdb0Ah4JSMzi17Urcx8+FDbUfOYohvXuL7s8PZHE8MRqLHMFoY+PEZz4dc16tS7c42MsmIqCiSPvg3wHxcf7Pf6XPeNftuAyLAhilxRm+9k7lvA0DWoIwApGOW+7wNj24HQ2bXEpRhZa//7dHcHvU9fwBwBnboBBGfRdPIjWr7mB5Zcim6Xj2ndLYy4EBD8xp9kwlD7fizdVBvQDfOG3yfyF4d42Uo44XYAAAgAElEQVQg9bNxkPB8HSIcuw8T7AqYm/lNujM+t8EgtXQ9BtPX6eFk5+s9C8O/o6aIFDEIJ8OOjKZJt7lllmfQQJnmGpl4AgCjK8160Oln5n4CwLSDnIhBP/Qjgs1TtWVoDPeOYOD7GEftWLMN5k7pyiXAUxGvGMk6CrRpEjnrPsBnzOGOUE4qezWkSGrqWTo9JEZueMn0rX4SPYQRVnuYgWU+h3XnewQyaE12RFQN2Htg2mo9fhiYFE3d+yZgFjQhSkwp46qlOAQE9M++5agWaiXSn80TEwBeabQPe1tombSSnnvrnmGgmdoZA7n6iZzCaKz+l2GXmqENoMmRoutQO727HQkUed/yRtBv1wM1uGcjumiIgbyNtTIAMqZx4I7zR/jUDBSAzlHeSWO598CAm9AYXZoIHINF2ltiKG6eCa8og4AiZjEcO2LcEdmOJsqlnavaUaQjACBAV/GZol/LQeVDOZYAzDE2AbtEiKr2p6GcpPBdKZPZC2sc2kuVlt7pfgMAqx9Kr5n1u6O0AaQsb9xHGUyLr/h8OtHFEWOuwYwHUAkgIDxGGwB5AH+kMk4kI58DEAHPBUCnDSLvWDjwHSlgSXWqvsBbK3tDgWcdwajorF6X1i+512vuh0q5Sz9Igas9BllfvOZ90/RG+Yq82fpW63FEURb9UzsT3gAQIzpfADDR2wVIALwhKz1mg1X0RXNTpHY9yL0HmHcc0YPfGvRymmoD5QCnSs1d48JwD2AK7zplu+eHSG+nZHYWB4C/OLi8rPS2yB7AqGRakBwoPuQnbSjta59TlEJXtP22UuMS2Vy8UeKRVLXW05wJIKnhoRsRclOP+Kb2CIBexhk5A1jLBf8zr9z/CpAcYBYQTbWqzSvIIEUoKruKnRcAQzDus1xco1vSV44KSo+KY087NoRfqaea+Qw/R77n/PC2+uWyBdY36DMAsORXDfxdRUsLKGa/VN1j16qVzGo6QUMi+b6tWrnIjbeVehV9JNkNLBvoCxFyzO+NUkB/W45m0DG1qa0zkBLbdWAp9eAo5dK7qp/RCQIAU6OTWs3Rua2rwdekki5dvvgAHgSkok9E8cKz1P7euqo3ePgKWcozyBVHHj/Rev8gcAXZUEBkRRLePnl185t/9aubZ5XeNnu7Ul63vkU/mCtHZCLTSreHftVf0a89EojQVUp19PSa32dFm+yRAlfKDqkI1NqLHaXvkhuoEc7G841Sk2+HUBja1hecNUgZzfp/Uk4VyABAcBwtlCWCta9I6O2oAsAqvpLiSFrh1hURQ+iUyNj6/cULIuUNAANys9YM/rCuLP08F/5pekigiZffUtO1Iqujm1IrGLAIvRNRBn7wilTQZDdQFhXLO5+b2Txd25ZyIqwLAdXFjh8KJHe9YmfViPlQEr7ahM+su/icFydg2lNt9egnYx5xZHhZdHvHOpTAaF20XvpUzm9eN6RF5/0C4ut572veL8lU+LD4kecflQMBWzZn5GLFm9/99sPNf/gv/3jzw1tSdz8t54pXN//7P/y6QONqj2hl1ZiF/WILQDhYj79FLvr4qElP9CP8obNL6wmeka1v5+/8zA68ftZzr4rnyIAg/bt1CTsaWHbLP0Tv9NlVsgM+aTnqc4z1M4ikSHDPlO7hYg6pMRwdO/0htTrrQlH/rT87U4XH2U3qZ+Sx93dHJks/pH8NwGpNtDeEwUk7e1g2mucZz9KrtFfVutX47OyoFPi1bkqk3vzX/7uiyYt/X9R+9Od/9vDm7//24U35brQdpDpllUJ9Tbv0NcAm/SLzAvOEowR6l7LmqE5y04wzWDlXiU7Uny75uubLKrHWozMboCd7DUSPtjNDd6LuSzkDZV1pnUtZnVpPD+Bq2nbWpHb28mcmvEsruCe0HgA4+7oyhTQA7Of22dB75HbU8wjod/OT+Af9ewPW+1y57UY52/BsAGCe01457K2yA/CfnEuacXos3mezppypZwbezLO3+2hZmEvfDwA45xadc/u+P9kI4F8A4MUnX/HLZsqvePjikfsigE8BiQF+Ho3hd/uzF8R5Xz89ll8A4D90hr/u+Z8zADz7RsqNXOd99gaCIvr5AHA22E27o7CPISR33I3INF8fDb2rna8EgNf75mY1gZZeTtciQK9xw7Gf6fvc0M6evUOXvun43N3275MLaxs9yKsvk32fCwDzkqk0GEw472OAqLnRHyN4zubpSL8Y7Obnf8wA8BH4XfSJs8UE3r4QAL4G9H4OAHwtmpj+zSgu8/z98nICs9d45BpIvFL95eDXaWM2LzlqZa6r41oKADx7ahL3c4qU6oOlDOh32zumPpcduv6Lp+vifx1wNmi3ALATR4AJAAs0HrIgyrTBE3twRyG+JlcmWKj1qUMaJ6Zam0N+5lB2Zbm2HL4+r9cAYBso+wAiA68NDU7z6DTMkZMxjJmnPHLVitTB1lGUAazzecC1AMAzHeoGgFOj1x6vMwW1DYf2zt3G2I5WlIPAXQDYfau2EvJSfwVw9Rz13qfojJ26OADwBEYzzmME66T0TJVM+zHQ2XA+UnF2hCXPJuX0UX7k7xX91gd/p9vsFKIN8n5qFceYGSDdvN7AxvTOBXhpJk6t4zMAWAfLWiP5jnnJ+Nba5eBquPQO3+f9ierNXGZMRzqbL81XLMM4aTJ1MfDsdyUqzBRxdBCGqkT1drQW0Tnt3S5jw+CPZaDv6DCNreVL9jD9lLHd6yRRcB5vH9obADKIG0Cv60/X+2RgiPFmtD+BhnMAeAPzjrxyI8xL5GjWZ75LJAj32aHD80+/AwCnZvIRAHab7eTUkTR0PIZ8r2MbMbjVqV8993YGsFHYsnBHa+r9bWyV0bX+JQL4qGfFbKOeNJPyjGpkdgSoUxe7n1ojxSAYyUWjTodpngiQ29YVzndKGVvrU2mNS+4k6pXoBEVkerzARwETwqfbYIzB0vOA4WWtO9ZbGYkc4U4aaQOFK4NC9Yn1plSoAjvpgw2HqmN74Xm/gWpzOOvBvGUeaKeoNlgl2nkxGu8SANxpySWXHK3laDjLAMn6+oVmGUf2SUeoOQW0HABkfB9nEgxakv2JCNwGz/R3/lQ95BGRyAtVc7YMngCcTols5znJHKWz9h4h+d38rPWohv2+tQ76kMQ7lAq7+p1op4AO0WWVLravGf3hzAdEh9uYfdRPbJxrID5RhwMAns4XNC9nCdZJZwCg1mocGABwMo9aMzIed6YHRldfL4C4xoxjiZ0vXIsU2gt0jjwZxF57OMRUm04/LIOs0pI28CeAws49AXuJ5tp7mVMrG1SmtiF8HWOsjYjQn3HJKCv6pE6xIxjN+7436SR3lgf6V3wHuF39VPRoz2nbFxsQKVBMYXOOXJTcXnqaI5ujc2W/ir4rEjAX1Rc5ObBPNAdBMnjlsnY5d3fE0TgmOdrNcwSQpzSUAwCGLHFoi07kebDsYjyuz2iAhnp6yCI7iAFoVY1R5Gm9XSBOjRH5CmhpQBeDuaOwobkiD5Ej1R9SvMqRhp4DJkkWP1AUr2uVe9/LniZHEBn/LbtYf6SSJapYaVF5l6JGBXspDbTq+PYapn2iREmJzD38Ta1SLlITa5+o97vUQ6fXrbEC9MpewX7ZE2TAGj2FSKwC6WosAqQ0hqKP0oRCdzuAxsEFsJT18bqACABWLkQ588yzjlim9q/XCwuA9qhVCk1hrDhtWJwwn9WPljesM0UK1/Nv2bPIOCBYquZnrJesKcA5wK23pM4G9FPtTVIu1z/2CukFrLt3BapVJKoAYAObRPgzjwDkcZZBHnAhdwHpORYYvPP4iPalnjR0U/fXWZTIQtdKRe+QMxM1ZZU61zTjuTgzkCqbus2AUQDHTHkcY7UueHErOh/fV37jty8Ujfr3v/mfbr7/vuhc8nulYa5+QDOtMwG2OEI50pHRAEa/ljNAgUrwEk5lxec4GKgEhcBIHBq1BOU08ZK6twUUqQb9QJcQK6pjDDCnddr0rXtVw1yOV+9vvv/uV6034HjijALSu3rfh763Fb74SBHGxWfaD/c5SPxGnxpUfVk1gJGDyCungLYzHUAgqYl7SRrMYVuvngkwRAYWf70qhxHalMMT/FrgprdVDxqHBjscalp1ObOMZS3rRzyl7EaAhU5l/6TeTd1XyWPQ1b7sION9kj3EdXBrP2h+Qa5aJ/a5SOOvtaGgUulCHgSyWecrHAJqNp9onXlsRMsS6Y0Xy5NHrmtO//nuxYu3JS8f3rwonn9MZDo6KU0ynmrpXf3xn//fAoF/9/zmTaXT/wcAYJBG9oMa45OSDyolX/cRwfquAHRkuCOghz5C1CX9rHmkX2DskmXtELfp2eeh3mDgwwlUUjMcuSbgVzqJHaNol8ugPoijZbLKkfT+7TNC6+i8n/2x9YVEjGuml97kd/Mv+x2PQ+PsNZ5PO77Ni/sXcNnRskyRtue6V7qdooftEMffASdzZvDYfK91QY9H2ZL6nMTYlZ2haA8m/u/+/W8LAK5o7uffliPI9zd/+Svm0tq4dTfzmt+x50P9VSrozmhT37Gla9w1t3JCQsZpPkpeUMunLsiOMwbM4v3IZ38G6XfVP/ipxyGebABY58Z6BkCdzuAAFvqjLtIfdETWrni2CSx7j1SnTXTGY13IN7l31nkMXLdjF04eJRMfNW9KDjQfXEygahZbrkg+cF/q/6qTfn/Ocz5Luz+xR1lX9bP5XFKEsbROdCfDYn0Xm1X6swFgZ4NIFDbfp16yxtwvkpzsdy6nS+RLyqfw/j+VCOARbX8xv5mUiw/HH/9yI4CzNK6N/CDJLpbTtWe+5PPL9q1HdZ/kwbQ3x93qNojms382APhLhvrLvT86Bb4UID4asI5Gg6UQ3FkW+4Ozd04AOIOc961aVb0p7Pek3e01FWPJJNbq95WI8rvAbys2AxzQPnXUTA4zcjcC+rA+W1DOlDWz3bMo4C+Z9AuvqPGunc73TB59yRu+9vlLhjjy0ad6YFolFZ3ffwS+jsa6ZSg+ma+V4md4kF2j+xEQPipJkrajnSVPJ0g67jnK2dW9zyCrFBlFXrTRWsDGOX+lH8f+n41nGxUv52hGQU/DY17Jz2l4Ei36ID8jZ/c9uwbu5se5bmP8iFG+Fd5uc3rxHQHbrwGAz/p7jQ8XWNxCKUp/IkSikGesSXkz25u1dE+jgetmDs1L/rUB7oznrsmi+9bFbJvfHRmaaL0Y6XFbbvl3UOzCP4rWQZNvmRh6HOeIvnNwW7y0APM9zntE6p0p8cHLh/+8P0bIGIZc520bAwIgcNIIsHMEfsMPAXQTgeiIjkuA1sbvgBI7ymX2x+1tY609kG2o8iHUnusBYx2pFUO5QSwuA6w2xs4xi+Z9z9zfArDTNj7zxzTFmvdeU/vw6vnwwcvPnKVwzpgmAHyMvM2ErfRIHMojI3Xw9rzkPWkrAED6EJ7Zkdye91z7gNaRRsxtGVGWl3qPBQBgySAALBlq++BY98izuC8OpUnZnLm7w4D97JzfSbu59u/qC5lf8y4HVh202+DCtMQoLUOBTA2OWtBPRcBhVMbAXb+1yDYtmjY6pBVvycHCPJhDNBGhOSQfs0jEYK6IEawKfVA/jt+1f91uoo5MC0etTh6dc2VD2eYz8cBhn5xOHEeQN8/PZ+YanjIgkW+8Y4OvjlZK5GEiKs0Mpt3sY6IdzZeOTj5ejNWpVe1UkkwOy2CCcakMMkQDTvl/PC9PfRCjFMZigbUYRSRr/OY4SRicos6kDVbTOYgIQ+YiGXIEhDaQooggpVZz+8upqten94K9J3N8nCnToN12vCDCoIF/DCIdXeaARdMMixdy7WNHMRI9KFmm1JQ2WN7VBRN507qeIgu3Z78jezoVNkIO4sRY1OMUL2h8Tg3nry91JaVdTQSx5IABYHiYaLvjhXF/p+TsvefAv1oH/aDT7plnkMMxcClCAxCsHX70DOA599HnOD5ob+jafoe+6xnRvKNxBwDM5zuqPrXudgSYHG+UurWNjnIi8Fqmj47i6wgL6Qfmh/AB36+o6kFSwJoAfMkckHSOSx9XpGFF3Ep3JWqjHQGK0ZCDmkoBX/5J5KNq3xYF516VvdCf7XUJrzvy2+Ozjkra4C3zndrdsghZppqOjJP5UOpoRyN7jWEE3Y400Q0gCbxMbd7oIolWhFZJn/yxeEnrV/teDMU112XkVWSaZLn3Ae3zNW76oyhgjKVETsswT0ShxxBgPfVtNY9dQkO8xn4yImfDxwZ/L/UWQF0bc7e+lwiqyEQZ5EnpWveSolb1FyUTt0Oh0m0LOIcugGFEpTuVLrcqyryAefhK+k+vE/Yw5CLvUNYFovzkeETKXwOuGTNAJs/xHdG+SqlbH5DaExn4soA+xiHDN/Sud1JvM0Cg5wXQvkBb9lF5tTiF8UtFl1rOPiUtck2FUlJ3Zguijs2H1pdvK3Wu6koDdhOZpQMAfW1HjkopbDCXNYxMsCOCI3fNs65v6FrY7FHsTagm3rvYRw3eqXZpAeb53Pq0gSHSi6ZmtFOtez4ByQWqKIuFnQHeF72UblRKA/xdgEDNCRd0ch1kOg07OZOEIpZJzRzwSVFePI+M+cbAOTSuCFlHWW6BwDzyDs3Lx+pDAa4GBy2zvG8C2AiDW+BvwCjq0ALY0iZRknK4VK3MvMNZvlTTtYYBXwKeUpcYANi1aAsoLLrQDwHtjLf6TzSto1RzhthOkoxbNZArcv9B8Qd1eG8L1PurvyxAGpmCVALAhWY4uyh6z9k3HqFrArbX+6Cp0HEyPgDEU/tSfaBW8LsCC38oUPe5IunZLkldnP4jsx49tQx+9zapl50NCgqu9VjvoZ9PiCp+brkn/ai3xH/8x9+KRo8eF1DJXCLjGjzK+cVqxjeK7mc/4Xz0iKjF+pya33IQq7X/7PkT8W9SVTOXAlfFQZ11BIVBziL+2+Aec/3Ejg8Cq3AwKLmrFOvO1KHyAMhgtyQ5yNQQ9cifDxQVaR2M+YbirwGPi7wAwEpRrHf1fKpP0AlZCFn8uTIs4IDb2XFkH+/zjuewADsiyvmMd7ykZrKjMl0r2ToFYLt1EHQpy6int99WlK8d8z6AEmo2bH8vztfPJ89cT/ff/tsXRe93N//m3xSiqAw+0L3kZa0jRV5SH7aW4pt3LBj0fMsP07k+6nGSWpl0xNRLBrx2nVvS4bcjLcCt9kjv74nq9Hoj60I5OdA/OTvCGzjsOdORI35zprBeCBkNoNcNJe+W06CobZkk6cD7eV89o71LjrXuA2Ch0iF3v+Z5wQ52Q//kNdo745wbJ0c7iGY81kncV0WKy+kLJ9BkBDFIyBpttVr3ej9kNt0u9d8Z46vK+IwG+H/8n//Pza/+7Pubv/7LRze//q5kUXUtiIrkdcbQ+xRnSZV+h39FB8+b90U7UErXL9kOCeEnnBl4nH7gaMELtFfXZ8HbbG9BN1U3l8oLzwQARv7lHJB5YUVJxuYsR6dafLq2cMvA6hd7ott2qmfpSDyPXO8pCcCPQ9fOMOU9nn8BqWcQgUobNK8YBI4zpvWe3IvjFfJHthW6iQ4vPd5OisivdXalb8spzjSxrjed0+3E3BTrn/tHdEg5euMQMjLCmQ7jLCt5atvI0s+H7vkLAJxTzx0y+4N/HgDYHhSfc909hB6fujw87m/vGfjJwW0fEadB4fP6eXcsl/26CwCn3XlfDk37/dTW+fR1d/xZlFksXoTn4xhntM+Zjp/lPZ8yCP4sO/wZnboEWXcKhzx6dPg4rpO7Bs7710neqRSgvXzYTLjm+2bfskE7AZiFsfku62/yXfh6r/913x8xADzX29nUHoHIGH5F13Ewm/Q7bUeGk2vzeO3zIRH78HHZ9qWcvF/e7qe/BAC2EsCh2+87i+yUYQ5FbAxFitfJdR8AfC1C+2oE8BX5eOXjix7FQJ8P5zvurgff9WMAwGknBpPQOP1YS1DrMYZ0r8d5r4zSh3k5i7A9gsdJNfSpCGC/y0Z4y4XT6Vzf555jf8/e4XRUKMT2QDyLMM/8nQG/WW9HJ4XZw6Rpc3qjPjB0xO5xLWbtzNpHaWsCwAI6IMiFUcYESrQY7uRHUEZRVKLnQbdYxhIr5vO5HCRmmuncsyPTWJxtTEaZD+gwjOgZ25YPbdBoXqLvBsj2BKcfZ2DSPmTuyE5HU2xv0zkPmWfaPAOAM5erBmbLyhiGz7nOU5B+JuWzxoLRQ3wbehqsnHLF6/wcAFYkR/Om+qQUU36X9tfwbpNrgrUaS9M+kTaJ2r37fvcJ/s5BKM5Oc8xH4DjvmHIokbUTAN7jd2t6h4wBrn+Xa/LkmvcFUHjdxLCqOSS69hMA8AQwJRMaINbnyrPFhxzcd8rS9I+fR/B7ghTnvOBDaYxvAYDNzoOnE+mm2krQow1bgDQLAGajiz40BF4DwOIteKkY6msAYGxj8KIzB5iXnEJ96weu62njzgL2e97o99FRQ6Mc+oXn2WNIGzFW7fWS6OY2RozNcsprG5gCYG0HEfoYcCnnEOjhept9NQA8DVAxJiTCfRlLmj8zFkeAOZOAIgpibCuDig1TRJUZ2JAhaNAqvJRnMPKoJqSMEvVfGT8uAGClDu1U3Ux5GfUxpAOApH+vBwD8CGCNyCsZWjC81jw2ABz+SKkM8XMbOpYcnim+WiZOhxgA4GRECEBlb3wDCN/IkOQUjvC4089iLGoAuNhbPCDHBkcWBfhICsakac1+goOGZYfXa/guMmM70cCXnmPJlwY4V1o8RUvYaDYjgJlHRXuPBewa150GdM2/o5PmJRlZ49aqZc3o3uhC1Yf6Iin6Vr9gCng3xi54mDUrg6pBoABsMpB3ZAhzNAHgswwQ2VuSJSHpo8W7DUjO9O1eh147keU2yF6mfs6aoHbv0kdI39zg1ZI3nU4VsMTjpQ5lRfLpLyGffp8AbBxhXONXUXYCiF3DVHpR6wxzD5hzrzVUzxJZGJ3Ha8LpbKMPEZk59WW9XwZr9BPPMxOnEgD1XkfCXNo1mFKcF94oVbKBMkcGd8SJaOjIboEh2k+celByVOBeZzkoMryrex4TkUokZ0VAQlfWKcCJZBeAKJ/X+gHgfFwgJWCGawIHGLJeR/cTIR/+ZF3hoKEavb0OGCS8uPbm6HtJfdpjcc1ZgA8DwAAD4mvKDcS+NhxoiO51nUbqGWJYddpKQFTA4aR+Zm7laFBtYQQ3PVxn2jWYTUOuJ4C8SeVftAGw1a5R/wcArMhX1XtM1HKlWC0+g67ih15TPkMR0ePV7ZT5juQ033se2fqT/ULrvl4EABzHh+e3txoTjjQAQNTwxH7OWAUMFa1IK23+dNayXKSoZm+Ns8RttcU7mCPa0vlVRvACmYi61FzjqNC1zRV2af4EnFRa75pHl64wr0Jn+AUQ1U4lLYfbmelD8Q2RtkSkav/tZ5wRAWu++4z6AcgHPdAv35UudnvrNMPc+vIFabcBW9tJoPd2HBcUTazIXdYREYwA3ehUThNt2rdeI4cU5qHSUNf6hP8hktZEfUG0OP36RqUC2EAk/EU3amYyRsttAGD0AOaWurNPVvSweKPaeFr9V9pmnDcAN8e6FPhdbwKcZX1R+/Xp7XNHqX/z5ub7AuieVW3XR9RorvbkDEffAVAA2xUlWv1tYNy608eb5+UwQGQow2LeWQvex6ipayDc9aWRD8xh1ciuFMJc796mxrL1Mej9baWnJm3C64oQJV36k6LBLaB2fbuzq9zc/H//7X+IPx5XamgBgHIoodWmu/YWp8qVEwQZQwQEes+JI9HTWmNENsPGRN4yp7o6yGjKkLlP6k0CNwGAWR87Et+OnUR8Pql5tjOsM/zV+JS9hn4Z2H9c4GqAI9Gk1skrOYGQYrfkeX3mWu6JHDSUrHv1HuYF+U7Gkqrhq1ryJQvQTdC1OyWvUi3jtMLT4m9ARMAx5F397OdgXe0JRUaAaNYSQDaOICplseRh6WX1t6LiZf+wzvC2QP3/67/+/uZvf3N787DmkTHzjidPLS+/rWeQtW8rEtUOBu34Tzuc6yE9g67fkbEPa2449zi606l/meE45U0dz2db9lWcN6pWd/X7yXCCta7fdrTWEfzGAool+D31OZOKDdbe4W+kWwDA19gg09v6G/n5oNZTIrYFoHbGFvFPt7vPfnZQjD4iPYOlr704+oQzqcBLrD/kDbKAdzAvAeddaisOWH7RtuuY57huyxmD1mv567P/WHWb/+7v/+Lm+dPSA5B59R1zGaATJw+XLvG5BsI9VmkB0ylksQNY3aPMCnbcZn5wMCEbwVqPXgQCgF93yQ/T3dHZaoMHeVW9YwPAdhybl3VWzxtpzePYp6hxORwPB5gaR7Iaaf8hCl96kQHYbzu9s+aUfVt6tXUarUuGCwAspyfaDY1z3rGcvQYAczf7Q/gu9rvFVk2/AMC7fnrTQ/PZvKeH9/s9N/4u9/gPdAE7AUb3yL3mx32GTKa7AMDSj8ee/icLAAfA2VDiBQ+uP34yADintDEZuwcbADrv1f70fkDi9AVr4V5v/+y5ebS8r2f3fX/Z/jUA+AKA1ab9pYDzfk82+2nIQVn1AtvCdfb8jxkADm9Mr5Z5CL1vhn7O3yPEptF9z5/nMfafY4RsxjSNwDYa9HMXknZTQF7/hyXh97eXz4FYa3l3R9LX9DOA8Ifxvh3tdRYB/2m+vwaYfe4cXqNTnp+8JPqu9dLrZoAh65kGOy4MpxM0Ofn++L78fS3y2Buf5wHvrusRw9fk4N5kL9eJ33wE1q5FQMYHlGeWowCHyvZw30b/nQpcCqN1r7XRH8ebvwW0DZ7/3Hld/H7g62v7xlE+LL7d2rMPc2MrUNMx9F9ZP06zeFcW3xc5Pg1emo/mmcv1++ld3HuGjdjuO9ooirWpM+l/BFY3P0Zxv+Io1GDWsb05TxNInp8neumMdFMBzO9ngHT4cq61WSP1PgA4bU6+uLZXHJ0TbPy+9KLnME4oh3sAACAASURBVMd4MuXpH8p8PDbP+ixZ3MawybvpS74zSHhZw/fMeeL4DhmrOWRK2TcTy2jd/JmD+PEz+CUGCtW4bEAYr/ktg7a8iJ6SVKwZy1k03rU15z5uAHjWhryQqQPo9yHZPJoIoWuyYkUFDTruPfWS3yfNMB7DWwBIe3322hoAt9bCWvNpzzJAkWNrD/HBVHPF1zmF8mvP0dyfbIze71NUcD3KQYzbA9RezovBP/fZRvBjhHFkyplMEmjRhpqjTMp7MieuvWcD0LE2sfrQxtsLT+Dq9xsZ0jq9HofO5LFquRcnjU/pcJ7/9ojm8Nz8w+fmbad4jWyY6ayPOpSe6YjISSssXsd90O37cM6UAybZUEHUj41VXtsNXCkdGpO9+aBVsAt2tWFRi/RC9s85mFHarO+ApqSbpvtO32g9P8D5fj4e/h0poAO7P8t8Rs7MVJSLng3uxBEhnx9ll6OMDnsQ66M+M1/FcLUP73EkkIxqBxsMEW8qneDmgYB0jlKA/gGvt2HkEmzMeAKQMU4MN3LIwOha/JtasQIdWz6IhvMIyLyw7hStRf1NA5NaD6KLUxaG7hdOBzKkG7SKE9GbMixL/tQ7HykdbqK2IIBiLjWP/PegDJpE360iekOX1HgUB2HdMDVLF9BbNFcN5ZY/pEaUcXLV0IrZkOY7u4QADuuZXEnBDICN0c4GrtQFcy1Z3Vc0wXHHzg+eB4/L6UGpqZY96XI/a3nZ8hMeB2QMrRi3HJSqrZUZorqnurNScsq4qmjBzcfZ8/ipddB1lVNPWNhXq2gCTjr9LfOEIU+ARmQUNASgIQJUxjQbwkkZ62hFR3PD34pcbTme/R2gx+upgcu1YJzBIeuIn6q1i06AcT+GQVJdAwwoerP3lN7TpxxTekzojAGwZSM/6acgPOnffj71k82vTqdMoHXAWs2/eBrDeOs7AiUNXF7qpBiqWadEDlFDdNcwDV8yP1NnUcrr5rcFZguoNh/PSMUYOjedDKbChwEg1SfVw4OHrUeQAhgufl0RgIlIB6TM3Hq9FGi0+NxnKnjsdUW5EDkceiVN8OP6jtq7SUlJ2lYM5ozPADD1Z6EXY+hUxwJXnHpbziZYYHW5pnbWD/2yjHBKZs1d8Q6gou6W0wYyCj50lKWj4YkKdVSbzoatXyhKsP69eftKNKWfyD5H0QBIsj8ZACaiDB4lFa9r3FZ0LGlhOz20eEZR8V3btvdWG6wNAifKVymClWIagz9ggguR0k+icbPXAPq+KwCYbAi3t09VX5PIP1QcgeTL4cJpbb02aClpeQu4KdkX3Y41DaDqFJg3N88LRJS6VG2pNiOgY611R/MaVP79D4CIBV4ViK8zp3iKrA01dwXYqVbxclryXDgSEM+rAgQLqIJOchxgLQvA4j1bL4EGjIdUw8ZQHHEGcCldSwbumrSu30oEsIBP1Rzv2q6s/ziysG974UaSaAy0LLla47+tVMTKTlJtIyeJ1H74oEFhgATJse008fqVoxk525KuGccBZ3Qj6tYZJeB91tmrikh8UvOFXJGzg5w1ukwL65e5a72Vnnq+LTcE7imCzGsEkFd8KcDVDhCsWVIp8x28C98BIBIZTC1dp+N21gH4Dr5/CkBf43lbEbIPPry6+Zu/elZgK1Gnlr3C+8jBWzR5XCjR42obXhRfdnaB2++ei6SCSpoXss+vbBbwZstoAN7vvofHAL9Ffl0Cm7Unm18/vC/QUXNSziIdJev1aJqtzAf1N7XIbx8/E8jYWVzXekEnIGIS2ZSziyJ2q8+saSJNc4nG6A+sT4Uk2s5m4Nr7CHsAe0pKYSihDPoIEZL1O2ljxX+adwbiCFsDte3IKoDb0eLf4lhBhGwDlcghxqaIV60PRwdatnWUpeTCa8kbrZNOhz3tUzhucGndVD+IxnYaWINDr37oDBv92aP6KaeWng/4GjD8rfbgmnvkQu8zXkZ2DKmkA+In7duydZZDSTkrPHlKBLlLHTApz4hu7hTA8Cz34HjDxRqNQ0FWJ+YinAUelGMC/M8csl50du2zk9aI1ozH5PIbrZdUuwKAu+7slIG9nWtdMD6uJ6JltXWAMC4SjfY5g/uJxme+zYsl36pvTutuPZ35Mw/53CobTutqLl3BvodcN/fRJ0XS1y9J2a6o+moQB4VXJWtY5MxRAFHrgy2/2qgY+wf7ntZV/4TnAcPfVHT2e2RcrS/ZSG4qG0Ddd/ukwq3pR5FX6fgXHaJrMT616D21+pZMQ9rv247pdUEtbGe/yLklNKcFyguIv9G3lPnAF7RQZC4OFXKq8OdkfYg+zd9yqOt1SyC96cH7EuHtcinSe2nzYFeU/i/VuMfSnVuZ35Yc1nA9hvo1oPvSJ5FY2Hp6n2GNWwV0pHHkTbJy0E7okHnPuGVfQo9p2WQ9Dbnd2SUGX6YN3dNlUuz8tkipd0e/Nn/ZEemYShoAnEuOp9qGs/e0/PhTTQH9CwB8kISbt/q3wW17Cd+56+s/uGz/nxIAnn0+AsD5bnlj3+ch8PUE+MmfjID6pwSA885toPr0MHPwOd51XzufCwB/DpGl3NwDALOhSwcZUjgGIUW4Hl6U1bU26t4R8vwKUBgHlj8GAPhIz2VsOQDAnxNheuaQkfYz//n7PgDY89eRg70hXvb1TJ55Qz+79kZ+KQD+2AHgrLe5viY4e1y3674rAHCUHvvD7/VxXL/H+Tw6LHzOOuWeawBwvCLv8meOHP65AP2fEACefbhU2vz+yUPbYWGDA5+ixdEh4bg+pjydbZt2DbLV7+u7Jk/anVHCx/lcsmsMivt9UAigYx7Yjlo7BWbaBixIylHPyY7Mi4E4hs3ZB35f4PBU+iW/90KeUb6W7dsIfvbdWWrZya85AAUAVi1cHcxIq9MHsR7Dkc/Tfyn/DRbN+Z3rJFGAM1LRtV4sgzAIcFSJMTm1IrdHsCczhlJHfcQ4fgno5vAQQ2v6kYNF+jjb5l7VbCtD3BEAFgAywN/joSz74JIv7JnNR0n9xv4qYMD+yjZkCVBsI2J3StFzh4OMx22QMUBdInUnjQ06We7PdKN5/mJu6OMCYBy9OPly1e0V4LEdCScALJih+S98buPg5d7DLB3bv9A1mrYZd/gqY5t1i0+joMcag390OCcNXPd7z7dBFr8nfYxxOTIUANj8lPdjyPSZ3Z+nXMEagyIjBp2U7tC8KeNZH1DVwuiTI+9s+F591AE+fG1geDoIODLGfSWmcQLAGOL4Pmtq8vmce49tO5wKpDg4AMw1PQHgzI3Hth1HAgC77f021XRtQ9XSp8b43J6NR4ASROCEp/K5DZCOxlo80UaUY4YB0zgdMC2UAo85xRhYBiy+nbJsGYMAkxbY2nKJCJLRhgzfMfz2axTR3nMinaHexbgVBdhyRdFT0EyGHXjQALBkNgYorRkcMauvXaN3bUWtpmX/ePfRNLLxxnNusMZzGgDYcsCOCRhnbCQSmqtxKlKCfzHAnXgpAIxg3PO8YlHaDgSAR3I6aUAtMgADv4zmXY/L1rFOHSf+bWCr+TAAcNbHt6QErWcC4sHvMrqX1R2Sb4DbhGF9Zi/JedC8aTlLFBI6dM44ityXIdFjelzRkTHkut8Gah/Uv+XkVLwRgzKAIDyBvEUevus61Fp31bQBVpgkQDlAY8Zt0D2pm+G9yBu9s+X8cb3OvUxyWkZMR8xPAJjnAGrSfuQHBt3tgIMTTxm75dCwncUgiIyXGjc8eX6uYJhOvQug4/UxdRv6MFP404fUPMa4eCkTJAH8vhYckZHRtURPxkUAYvUpTiVmW32jZ28rpSqOUq9r7SVCmchWLkAHgElqjDL93E+EnbOfQIua02pKNaAFIgKyFm+QEhr5gxMAI0Y+yyG31hX1TVnniuDFcQIDL4Zv11YNMA1Amqh4A+GMw5F7HuMGcug3YA4GfYzypCa2joZcc789/uhmjsxee5Uya2RdAKIyv2QuaCel+p22n1b0oUA4UkfXd3YQACgt47pAXjszsQ4BPzaoiwHc9OZe5AMg1qviB+ZQqZ1bnhuottxj/bt+b72f+rd1PS7Qz9FhZdynhnAD33wHWMxccJmO8Oaon1hDfFXGfta2M+psABhCyelOZGjZ12CXPpHjiqNYUSPfdN1SokFdL900hT/evHmp8UMvLkWJ1pw/f/5MwGFKA2ww2HuOeJzIWMlUANIaU80naYdZd0QGYuFXHVXJ6YoYZW8qmfmh6wkbjHc0MDrHN+JN8wvvePHihUGWrnlqOWu+wJBPtKLtLhv0SqQ9aY1JFY0cvK3oWWUWqbkxcA6A7hr06Nus8UcFyLI+VNO4o4SX7qlXGvTVVOOYo+2WfsK7RGozz/CRQWFoD1ijiH7xkqMGqRHL2OinAUUjra5tbcBCNWRrPpBPbyod8NsXv795+vjtzV/+9XM5FrwtEFly+AMRwrRdqZILxAuQRqpn2nwgPjRYzN9Ldy6Ah/49rShA664Gaj58fCMAGIK+qSjfh0UXOUYVzZSmt9LoMuYffg+y+LBq/0oZ0Pj4xx5j3cxrH/QKurypqHQioJ90un3ehUxnncDb1CCOjOUdikZFXpaeSTYK2ltOgIDibypquDMPsbZvnxkgg3eVTlkRvxvQYQ2J/vC9gCGvW/SSh0QayomCKcYRDiDd8kHOavUdsgGZwpwjuwBJ49AjZwpF5bZzZJ8plQGg+kDKY/gN+jCvsSHouealW6IxIwvqHcy5omrpW91EyY3H5bwB60PeV1UjmdTpFcop2fm0orClC1kFdEQ4/7RODHiSNlj10GtmHj2Cf2quSPVcjd6WgwS8ybPIix+qpjD6BHNICnWmQHIDniMqWQ4knl/m6VUBl14f206jFOAdXQk9cYyhR4rq1HcFyvcZwnPvtUU78JFKYjAH9Q+HQfa1eb/4uWkm8ajBMkZohK7tP1lfyKntPGp66MZeE+E96BOHwO2ADSMhr2ut1Twok4p993o/cIYKr4F9jrR+1qVK+nyd9am00PBoj1hrC+CU1VppvF9UeW3pPLWX4ah1Cy+JV1o+K8W75Y/PMa7JbEcsOyRsO0PBuDhk0nbbImgTZxSloobe4jMLN6Xll/xgeicAzCAcxXsGACcimX1nAsDOvmMHBl6Rc7J0NTQN6Qf7PCnnuN5Sk42HvixnoXCJnHzdZ8S1yhe0o+3RCVz8ofPHBoDFafWBz9InKaKhVQv8GTQRRyCXlKD802UW27wnmW48TwaP8867gSr+LkBzD3E5fEgnzFlD7Xmd/YuPAO4I+dBj/YRt76A24y4MfCLo0WXkTkuf/uBoUP/Cx4dQu/bkknpXbjg/oOTma5GDn47Muu+dXzLKy/5dA44uWhyTel4reN/9h0ZGfslIfo73TiPOWf/+UP6cbd73rvvoM416x2jbYz8DoKKMfOqqI90Smhd9lVc03wUgumwl7Z+1rUNwfRGF4wgKXrzn2qo8ecE26rHTXBq976Pd5/L5fRGXx/cc1+M60BwMH2fRnbOt+yKM7x3f1u5061YUL590t6Z8OsiXO6KrLYfdzBFoPgN8DSi53QmKbZ4dbQ5GTtTi7HHY4Np7N4jnp6SASBFpvm5j7HFePwdgTd8nAHZ3/jNOf5NpR7dBgY9h7YLnD3N18d0w5Ku9g+PA8d5j5N+1/uXzu4rRVtxMvyi+rQAdxMex60fA9VoGinnfBKOP958BuNciw0Lv9GkCEsdx9LAWEBrF9BitGzpNpyDPA8YNfyvDHcp1G+xNNyu6VoR3GmTd34eCs71kfpbopfyc+8UFoLPetScnzywAuNde7PHLMMohGQN69THydILaUdY3vxg08dj8zNlPH9b9lA83Pqxe2z/P5OSSFQMIzngStWuwakdw2Gjsw6HraPpvrtRQmwfnjMuHsU2DyTvcowhNGa92ilC9qw37SR3k+e00XhjZFDlQjCIjCUBNH/o67dMZWJs+XUS85sP5U8aOHIQt33QIVoSP+S5yTbUoAQIa/MtPAVH1TwemBjIn/9qTtg9SA1TVu/pQlIMWBkIu+p3DsP5uXslYHfGzD+5OL7yjLvN7eMIGYEdraS56rYXbuxsXFFprRfYJg9x5T353pNeOgPZ4OBiLXftdG2B1BJplIrw8RTGfK4JG39mgZmOzgSbSAcdgEVrL4KYX7ajepE6nH4mMck9a/gJ0qY9+v94Lv/W8BqDSu8Zelx12GfU1rwY2+Yx9VcYy7ZU2hoWftpFxk3ganvg0Thg5jB8jfI9rOSk2HS1icM+80kZD0bn71mtzyRMMQkOGMm9KC0eauQFuRxwf9ezwo3jpgg+dvtn1YuOkOIwIPXyDtzY+MhdEFpkGnsd8b+Pjpd5BjVwMQQJRMMJ1m3LeEOhoQ1mAu2VoqxuVyq++h4+dts2zCv0SaWCwttdsn/u8xls+kFYUbuoX0z8ZsaAbxhXVqHT0lQx7Ld+zL2avSypdOTI00EadxGRsyP1brgfw7dqZqvN5BOm2Icy8MPazHtMEkcKNArUEArds7QiwFZmtyCJotmXlQyLnqgGBnWP/1FqotmQQxRjaex017qDxQ0VxOH23QbOaM9I6og90vTSNWevJYL3kGUbhBu0CsIdXMDpr/9A+50hdnlGkIJgOxkKqC3amCq9txkoUtgF4RRRSAxr+BQBeTiGuKxkekOySodR8ojUAH4kfkMFJf21nAoNQXoeeZ+9pTlNoOQ79DR6bHw1aO8MQl2rc4tDA2lgGW/jBwIX6X88k8lX1Jut9Tltc4+qazTaPRwc278hQpwga77NmGf6Peey0t4xRtQkNzupzpTtMdoeKIlLK+6zf3seqMWp6yxmCNJ0K0fMea74uQ77S5LreJgDc2zas20HE7Zg+Tm8rw7c+cyR8ZBF0lKNAOxAATHpsO329UiCTwjf39j64MgM0PbJs5HhH34maBZChxmsBH3IkKUO5gEGAUPGyo29zWQyxb1GP1aCFoqvqP9eMJCV9IrJdF9UpLhNR3TQ3wi5j96wpDsgb+cj8MT+KDFLKSvMYIDBXDNxZLwKKSE+tSELzgI3/Pbf66fe/qmjOlDagf9LRWy6GZwBQk+GD6GHSvNpBM/NrOZh1jMud56Zq8ZahP3om/Q5Ipag+pUKt2rW9PySKFGCWNlLjWfSs9z4pABIaQCecAKxvGlh7rXS2rJnId6e4FeiFjlGRlgKdi88eFqDHmN6/Jyqy1j75HQDDWas4mJQ+JR4CKCfqk9S6fe4GAGacz55916AdPGRAjjGzByGXcKgJ+MJ+9m3Nv/gfELreR51asJhEnyf6LyXo4H/WDtsSmSxIuQufSIZKZ7depOlq/d9OUdDdtXZfVFpqAcA4YCBbmO9XrwVA4dDzqGQ1372sMXmd+b7UeA5tWYdyQvTLJIt/97vfF1XLsaDAob/6i18V4Ela56KfHDM+VGQ4/G6wT5f0FUs0OQfhLKAMa3sPCJ+yPuFJ6R7V/lNSRit7hEtYvKu5fPuGDYHx2yG38FfJDlJA48DhOvXUtH6pyGXWI2nCo/PQpehi6DMvX7zS/ThIoIsKzKwbGDvgbe63o4FlAu+FjtzDO7VeCoem35q7GqycPKod0mVnG6FcAWAewNUT1Q6mTadQF6Ap5w/rQdDtXYHORFKLJnUv+n6iJfV96UrULX5CRLrOkXZIcbSf9yg7KnoquN8y6k2vPc5B6Disp1EbVnKAFN/oVuz1zjBHqnHWUIKhEcGvK/o3oDzvoLY0851EDNCH5+gDPidEoeOs964IJgcYyVo6Z70bmivDe/1OsgvkVHRo9r/8LvBXOjk/DQIrxb50VO9hAH2qY1/f3VatcC5qOssmAd+z19d+Isxce3yfRVSA2TRzZCWMifzY0ZM6X3MW0JZqAqvdWq5PVDMePZQ9yecGOauzfvtcat3ee6EdT2wHY47g8+W8sHQ9l1lI6m0F/DcP5HwJH1uWWndThGzJI2Wl6OXInClrlTBFHF1cK3yaOpMeGfnyqmQn/JJMZWQPEN01XmjQDgysZ4Dj3mNyfuPN4st+gZwNpO/wmVaXeyb9wLRINc6cwbkRBwkun31sj+BeeFH8Xc3AqwY7t/6PHNR6ZG7YM+p7O4/4jAgNkc3kBbKNwI7d7lLkrWWtAeLNd+6P+6S9lD1GGUA858le16S/+KHnmt+mzVb6V69XyY2+Z9k3my93pLPtM9oT1HHrjZLr4yC+7O91SwB279tbp9NsyCGrX9I91thbZ9P+3mVZbIduGfkvPQL4KgB8D7D7CwC8D6t3F8Ilo50tlM//7PI9PzUAnH5de88+4H9q/J8/un/uO4/GomN/rhmwv6bfEkwtcK4BD8d2z6KTJZizzbRUP/bzcwHgb4NqHF68cbmW2ofvj/jsHNePAQDvWhubz2Ig1FgbAP4UkHeMfMlGoA3usBlkeH8oAHwfX2QjihFq9ulT/bqv3btGzygWl0+aXaZ8OsiXg+hK2ujwVzboaSCcb9jgVRtvlqJXb9XG6k19XV8IAPPcBMrWvPUwdCiTorIN4kcaTzqfAcMbiLFixEHmGl/YI24PJ79bga/PD4qV3j36dg2YPuPHyc9nvHLWx9k/K3Wb9kvJ6QOH+/bTAsD3yb9LeRcethKrA1iioKS0btl0BmxPvjwDgMUXc/JOFtnktbyOtmZN3Mzp/DnbXYBay/75mgujd/dlOlUc99v599kanHKF77NPzOdmf6bc8EH7UnG2AdiHtBjCr9EsILCiYvqaIPkctz2Cd7odpWMcc7GBSivj9sA1sG6Dpu/PnkBbAXx9SPHh36DfOARf7HfbqDxBZRmXxv4aQ6T3b0d24Vmb/mIU0T0cvtqozOLXwbGBvAWwycA+9jQOY90m9DnW4g1gNQEwDGNyLOF41+OZ8xjjZoBa2s2BSO1wWOp+yPg2aOJ52TxgQ1qEqw0KXAJXB+AYeZT+83e8lNeBt9eb5o1nl8y2YUCH+5pnpZibKaiRW20I8pq9q1+frRNHIhnwWmlg+XsY2eOodCYLAgDzXcDXzIP+FnjilJ9HADgZU75RWRYEq+dqRVn0aTj8S31FwGQfuB2l46vltQ64GGoKvKDGXAw5bRiM/AsdZOrSmt3Gvsh/GZswWGAhklzdALDnW9TQ23OodrrGjoKlV32A17xXwzF2ho47mt8dNSBjsBMjUUShIzHhe/OAgJTmbfrHHETWajttXuQz1750el3LgoBCdtyYGQXCgwFeDfqZzy5rBpvqGVPeFwAYmQqQcUwlJvnjHHHreUVB1fAx/KtepgyIjvKGLx8XQGE6+hkb7zAm2nkBWk2QO+tNRjYMbi1rkmqeyLg4yoQPPpbhR2NZRhkMeAG7NcEydkUmLVBl0FkRNZ2iLemiBQauqP4GZZCBkR1L7pEe1gZIGVyGnLccsBE1NLiUFTZMCoBUOlzTY9a2pe+O8HI0YWQ1ALB+X7JtRnJv+ZH5tWMCvNZOCMWqMnxS4zlAM3NHbVMMYmAHkkPbgLdT5TqydtdORsHyHPM+ge7tvMBJLrzI9xieoRMGzgCP1hetN5vm3t8k3xqolgG/50M1C4euwZMG6r32oGGieRNJ5z5YXgQAlvyrxxyx5/IBvEMOOm2UxbDIZSM8UU1DNrNf1jvha8su2C2GxIreqxSzjMsGcNaz0+Hz93Q4CXhiwyjpip1KnMvZPKIH7ne7r9DEZz3RRA4BjixWtJYm5VLnMf/Uui2egu7U6uUepbMlwk186LbRc6jB19bytW8q9TB7DrWTBYB7jaueqto3YOJafqZfIjITzYiB3msNxwAiHHepi7zR0Z3WcdAvcMgA9IVOcUSD3spoIR6GGDtSi/tctxoedKregHCR/5HzinhVWmKcPhzxa2O992xSUC99rPkcAF26IzwvwMayCGBcz9TcYcDmilOQ1px0vR3RbHo5YjkRrTzj/cjg8Xp3G8olJ5AB4jsb1dHx5MxYfTfdnJZc7RdABrc+Sx3cxcfIDYMByRjDWMUDdQ/tmn8dSWfd1P3Pnqgxd2p4AVhyjzc/wE8A0AZZDWzJEUVt045TgrPO3gBYkOq5WOo9EZ38LNAS4FM2ISKAC1wM0KmX1EUtWYMy/vshkdGiH8+U7GR+CjBSrdFqgz4+f/ZsAd3wn8eFTDLdDVySGQFZVHR7DjDuFLi///3vtbLsyOc98Ycqvvm00qyytwN2P+pIbOskNtgL2CH6DZ1kza/TTD9U/WmAKQBDgF5ANj9HjVvEPIDho1qj2W8MYLlGKXz4XaVrZiyvKyIbYnivczS/9bKSE0Xfx5V2989+/biiAr0Hf1ug7cOiCbR9TAQ1A1K/ieZjT++0zdI/Wk+rW3L28bnBxCdVNoCydBaibqnpjMPsBztX+BxC36wXfYOz3wCAaYtIyd/97kUByZWtoOiFCALEZYXzNxHB0Ep6lhxRkB+sQcvW3krVH2QY825nKSJhHxfA7LUtHRewsqK8oXn2Ap7bYEuDwjgqKE109mz2PDbRkoOPas5K1wGgsuwkpS91fnFgKDC5ootzxOCnImR/D9jPGrJ80LhxmJAa4Ah7f87cGeBG/yHKXvSr7/S8Wb6hJAOEAMBaD9ThFXBWe1+p38yLInnr/YCVrk/vs2yi9xOZCpAPaBmHm+gPL1uu87cASfSmduzI2lHt7GRUbB2XcbD/CjBVJL3HxloBqKxv6wPrMHbEsbPEs2d2RiT19nTCdJpuxrsdijxv22Yinq/+AX5qN5RdI2V2KKdhoFd6RY33+fOSG0pjjVNFObxU9hYcLkiv7f3WQLz6wfkC2YsuU/PAvKEjKPIbGd8TrnreRK62uEcGcwHOw5vzXEvXAX2VwjwM0zxAjXD6kLMlKgFAuc4MTLPkiw5iuod9G7lALWP6qawekm1tt4OmqqWMbDSQvc1NdqC9sLfpHA0VyXqm15gmTQs5s5TDANe2bRRnEPGrc5r5NDKav+kL+gMyQjyss5mdhKwX15gZS8sunxnM6/RNYPjAsQAAIABJREFU5Wbqee9DLo/idxjYtVPc1r/5Ou9X3+v/fE53NhE/blR6kN8d78u2IgPSF3P3CQD4rt0na886S4B1y2zWxyUmkXPRjAA+AsAXnew/xJv5HbmD4yjnXORuD/DzI4CjlZ296Wf82S8AcLaI80k6M3JpkQ0j3qent7Wur+aBy/59FgA83nVfP68BaF/6nq8e3k/84BRCX/OqKZy+5vnjM1/anw2I+CCzBHhbFJagOkjkOGhsU/x5738sAPjY+txMviYCOACw1trFZt/raXhOzXump0+MeKHZvO9oME7/7wPkvpYHfvz3RS5cky9bQZ59Nin3M9MAzjd35+oybfTk38t7nXpmf3bcpOvghDGcAzf1qJaH3JZvAYjZgJeBu7uadpexuXniWmSwjWY6jWn41+b1PgB48o5+H44DenZFOp9zxgIN+6B72sZ49MxLLZ/NKMXtSHAX0HVz26szzfuw7fuPQOtRAb0PCDZd3PIZqDypIeNV33xtHew+NpggZddzhzHtInqF+URxjZI2gODIndh9x1fua5PryOdHuRyZ45RiiZjcvHrGd2cpUMV7Q34tgHB8fuYM9CmZqdmtNo80DQ2XUZt71sHiUk7knjluHyRC2+0xqnplSgvoQ57e3/rPBIL4PDWqpuwNEDOfmWASB5eZ1hn5dBlRaIAhbWMkcT9HtGp1LsbbTYfL7+f6sSGNQ7wJZCOi0zSpnW5kAUBtqFzyp6M/bAgmXVsdespQI3CFQ/0COtz+NQDYPLlB2C3ffHjOdwt4lLF1g8j5fq6rfA/bZT0sAHiAzaHTBJGX8az5QHTv0zn9mfMyjbQ5kIa/j32cqZQnz821kTlW5MFQXLRnKLCoD8L3ZAeZOlHoqQN483Aic47poMRTPf9eY1uGanwCheib9zEMXo6Cs5c0hhmMRq65HDDF0cMxAh/X6J637dDg9UUEXUd8c5jGECmDZafa7P1EQKfAmW0o8wK9BH8zP+v9MpbUYfeQAnrSzoaD3c6M8g6fxPBOuwHmeJcAnU7zeSlrbDQnR8zM3hEAeBmPZBhy+sTsM5t2Nn7ImF/9w9Cvq/SKRKSm75ZZO/0hZEpaZfaUFeG6jB1uKkD0mWy+SMPXG4yAZRkc9zySilogQfUPgzmqCPyCUY8LYFjvGnujjdqXoGAMPEcAOFFWAT4BZxJtGlrBjzy/5G1vA8sY1O8PmBzwgjnSc70niE9rMog6osahAEzJ3AbF+oWpqTXXdQBH32KDW/jGhlMMm7LFtuHIVjgDSxlJDIwGgyX3WIs9t9JndL/lt9JkdypeZI8itAQY7fNDjKhxwIHfuADF6JAAx5F+jkeV0q8aA2jAKBqAQ/Mo66F/YrSLLJyAnCigKL/L/ViRPYrcNViUiNCk5lUa1HofskbGxQa8AViT9SJ7BOMn5apkRusJ85zvFICuzco+qBS6RTtSH2NgzeUsDIBvb9Z80TbRgUopK3TVOpoAMKWi3vqB5YWjZ7jgT0dvARY0IEsqSQHvzCXPeh49Fr6jhqfBAoPUBjRj7PW6MujjVIgSbIpky+ep6Y4eyZgcJUl/RiYGvc0OWEo9KF4BsCnABCBFhtDej+seajJKtiwF34bVAFSZC+aL6MXsQ9pDSb2p9bNT6K/0ym04T6Q9oEZqL1umWf5LX6q2AHyhC+mT6RD3EIHs9K0wCpbryD/PLDRNlKojV6sOYrWLMT8AQSK3k4qZ/vNdolVt4IWK1Gis9OcpWFifKJIdoKIAQIOmALcdLVx/I1eQWVoX7axnFdmLPetm6V41FMBtLsCKeSnFMmB9n2nt+EOdyK6BLHp4XPQZuniPwUGv6sBWyu8Y/l9UXlD0wVulavZZNnyl9VzpQl3rcTvFea0BqrWDSfTBGgqAuQzvtaReVeSmU33X/YxdPGseV1r6miqD2x0NX2vFIDngieLNqpxqzWOnx31PxGhPr50crYewhu0E4D2RPdIA6DbI0+c7e5jGBThTjglEqxcvsD/Bp4BrynJTIJR00o7qN0iFXKLeLg4LRAVX7eACnDVXFakaUII5fV0R3ozT+rvlTM4EyNEnDSQxDujgfnufIZ2uHYgMlLEm2ZvYf5g3Lq/V7ZjIXgP/UWaA6/vvnonFXld47esCIOm77RCMnfX8zc13t89rfZK+983N3//mzxV9Bzs8rIhC0vhSj5T6tS4pAABsuRdHoLXuJStyX2dh0BkGfrT+rpq2OG5UewB8LNk3ykBR73pWdbDrXU41v8+t8Cp74v/47e+KT58WL1Hq4KZAcNd+dj8ChnEzfOt3iT4N5AgIrXdlnwqtWD9ElSoSFcCt2n71ikjrV5ItOXOxdrT3duQn8jz7L3JV6wSiy6GgIqi/q++VFtA2k5cd7c9gLAsMKjG/pMZ+QV1mzlC4MDeY9LyizB8UqKdtp7fPD6VPAUSq9jgRnwDetUaeFmBNDdzQL+cgyvOQPp39QVuMTESsG/YlIpPfi5bW353OXYByA/Z5L/WMH6pmsDNjxPHuZYG7Pjd4X03WAjub2NkwaxEeIN0/EduO1E+ZGM93nByl/7Xc0ZrR0gG4fWKnC9YUoLX2BfNaHGqwXSywVfXurSPxTu1pAMTsK60nRN+T3CkZoqhdItuLRvAkkdKqoVw0UtYC6QO1n0gfatBSMtAOM4nUVXrt/l4OXaRIh27KjOHoUNGWe9DtBZ5vHQkZgHOIyiMo/Uqvi/qJUwd8LCejBnmtv7skDFuPj+97v+dv9g1+ej+MHqOm1Vexr8njv5cuuu2XD/pG2pHzLuBkq1AEy8t5VXLOEeDqReuh2lOlH10CwKJTTTnONZRe8GU66zedRZsA9T7rWcNRm/f1fCpTlNYtzgyXUbCxdazx9ZvET23ncdAJe38yxDTIHALlmTaYsF8IMM9ZmzNg3ZPzj8Zf8/q2M07ZvhB56Dm1rcTzEd71McSBCPAg11LlWxdKl6SXyeGxKTf6us7bqGrsJ5pb019ythtd5+A/zQjgWnzj4LUoOX75eUcAb8Fx1vfLz7worgGlvwDA91Pw53zH8aD9pX2dhowvffbs/i/tz9cAwD5sWoAe7AzdpS0cz1I5X679SyAvYzp7bo43AlVi+9CJz1qdF2nMtzCaBhyPz60tgd0Wo691YPhjBoAn6BJt5Tj/3gunYvVpQZ8I4NA49D4CsjLsfQUAvGpMcMDtrnwJAHxcYzLonjD9HwIA5x0yeh8A4Blhe9CJWvvYPTw+L5oeHImuAcB3ANmDMjfbchsGL9oetmTBBGs9pw2QN+2XUtWAwoyynWt602QbsY5tp/3PBYCPkd0y2qAQynDn8RyB12MKacuEbZg0XcYctOi7D2DNExxMOcxEiebzM1CAzyeAOteiDHf1DyOVAIqecym/+1Sx+TYyTJrsubSc+9I2NrYcHDx1Cb54VDHmTRCH+wRM1Otcb8lgqO+dCnKzdfMWf8kTtRnHIJWjhjeAZD6MUZdnJgCslKZDYYc+a0wcoBrozViOAPAEoY77a76bxtaAY/KSlzepAedc33T0RvqpdMoNgmZe5b/f/VStQOhFGjEMexws1rR5YU0AeHOjf5sRuGk/4OoEgH14vwR/8/zcBycAvAwlA/xIKuc8u2r11jjP6DffGQCYZ2Pc43fWJh7HM1J3vifvyuF3HUq1NjB0bh4zIEH0lNfylJuWl1t/8bsNFpnOcQ7woXfNV32fyBjLx07dG5ne8s8yZ8t51oJT7F4CwCzbpJw1zeyZb8DNKQHVt2IEg8+7ZtRcu/t3R7Ilik/rrmWepLmcE2zIUArfPqzaUNPGOPqtUyzL1/yZK3V+F0AYfhAPb/7P+DM/RwA4smP3u2VavUjRSyOV9MWa6jnaUbk2RCGH6WXSfNPfyCWMN5EbiQIOwCdDA+BP0QW5ayNCpyzreRfP2fKzeCGG/xgeJgAcPrKBrNMHxxAyHS57bZ+dGTHphDaJvNt7rIWmU42Vka6jVBmvvM+b9wKuGijolMLoNRjh6zkB1wEaamwYUMX7BRrM6FgZA2uHcRTx5drWWNtxYOsI24jE/arhyLqhn73I+TkdAaxnbOsYxt5lJG6FKONj7Il4zBzDe07HiZPHpbuqxkrWB3SArvOoKMXel1SvuOcn/Cr5IsOqjYFxQjAe1tG9LSv22jCPxMCmWo0AWJ2KOPSB1zDK0U8DwF5rkT0Gmm3YTG269Es0UKSYgeUpm3jOa91glXl2g8QYzFZqPBnjEgnk9L6L3jVuge3VP4xwSkUcnRr+6aiPAMD06VHV/gygqJSJQ4kFdDJgaRDGQLPpkqjdTJm+x2Gg9QUAaPqWGsyKMKxIJgM6RLg7/a0M9zJMV0dRO0p+0lbSL6s+bBlqoU0ig5MCms+cCtQWV96n6FJFVQFIbDCbiYojhOrH1rPQCgOunNhaThj0S4pvG08d8VyGfgAaUuuWjMOwLVklmWwgyoKGCEU7zwGaPCmwHGM206B5Fz0bAJZuYxrbwG/BIseD2v/Qid6qriMpLw0Eco9SZzfzCuRgLO1UwscaT4P/rinYTNA1q+2AsQ3eeVa1VekpNcQ1j1uWMe/JxsAcArLYuAAo1nNZ99jBhfTFpNOmRrCj3aChomhFK4OmTu1sOWve32D+AqLrNfBrZKmBgm3UVkR76QvOAgBQZ4coO2G0vOyobckp0QBQ1HqC0886svVl1VF9U1HpgKjQNTQ2YGyCR9fdjtO7jvdy2GvZKZDPsbYN8iLjHxUw2vVUq89vFXnpNP+SNwV0cr0l9LLGqf1aDiPV7+o7qZ3liKavk5kqPbUstQzpva/n8TU6KnKpI6vdL7ik51UOdh5jIswAWhg7AJtp7ijv6L1KSytVighP+POheJPzEuA3jgFKs8ybiidfvXL6YoPEpj9tMddPn95K1gscE+i3HQlYe/AVzimZK2TmG9ZBR0UauGQf9CCs77OGAIBfaU0AKgOA0lf2k3dvS9Y0yCTAUzWuOWTWswUA31Yk7K9//eTm+dN65mEBYEReVu/Ma9bDbW/gfODI++hoyJbwY/YdU5ear9ZFIZ4AYM0Nzm7sbS4TAmAGYCR1LkvNIlLXb3/7W0UAy5Gj7vnv//2H+rTmsqKscV9tcSb6u2Yv485cAGwRie1a4aq1XnRM9Dp6rNMbA0/hfPFhpdVmLOgD+k77EL2xLu3MEUQeu4QLutCHAhABtKE5usH74g2cmbz/kQIaOePMDklry/5Lm3JEwHmiHAqWPFDGDO73OnlVqa6dneGx06PXO5ifR3JowXHHNgPwCuxKAP+8k/mSw5EceyrVdkV3O2XwNzc//PCy+kYYbgNzKo2A2tEOfvUO9n7Ly3FVU69e2TEIvrbMav1fALCxhpyRFMlanzFeIlihO2mWaZs1JD2A/aheoXXRdON7wGr4nX7xPiJyncnFc8w6Yc2wV8oBUXKxwcNa6y5JAnOxl1kucgmYrXE/Ze1W4z5qwONvCwB29C0poF9RN1uZr3gKWhDhnewe9Lcd6TrjRNJlh1o6x6BX1AfWg71vwSPM13uli2ZsLj/BGNRP9cblKbhw0Eg7cnyBlauddxVBDK+ypxgA9hlt8VH1jwwkrp3rNQRYry2Nn703L91uOMdr/1q1ke0Yz5GUesqS1cwJ58CeD+1tzHWinKVL9R5LJsuWqYyHMeuEW23agcD6dOpuT9t8AmHfKPp7Z1MLoMr3cYCIg630Vfp4sGNOEBotXPYYjcuZGQCAfZ5sPYW1MexCyBOnPYc3cWSyHHZEuDNGRO3GKeHCUbfGz14TXva7t9Eu+xI/7ejRNIcbDuCvuLF1OL/f9rroWXbkQ777TL34se0MObsls83nRwCvpv64frmMAI4icTaGbUyY3/68agB/qv93xxRDcRRK7rgPKNiA8H3zHHp9WZ/utnpJ9y8Ftq4B23nPEeA+fn7fKP/Yvz8aPI/jmca6n2Ks196/PItPX+raGvNik4j5ROmDxkF+33dpOOVzVBod3hGaOSf2s1bS/OGdlM/n4mC9Skkqu93FU/OZIeA/RddPrU2eOwPMZns/9no59vVL27/DX8NIezaeff81gm/P3suozuP9rTy1kWG3ew7wH3kmBqsN/Lr94/rwfMFLu90AkmhJMeDnuUtvar9Vh57uZ7J9BnS7CwD6fq6kfj7jp7N+nt03nYHOnjnON++eIGqUmIwjYMVS/g/A6ucAwJ/D52vx9qBCkyNwfId/j/1ptvEcHIEWGyJEaw5VUqzGPGOkkPLlCdnK1ObFs8hbKcDd1rG/Ezw+Aq8X7x7A7tn7jyBwDKqfI9/T3mw3B7vQ8w7IPTIULCMwCmxO5vUg40FO8x+fJ12z0/LY+HIGAC+6tka90gRzjjuV+3s9zXlhVpTaTwc3DAB7vue+tOu/9MGAvssI3+tOh5kALdtoeHmw2bV7vTY2IIGhWgY75EMf/G1wtqKeK3S8A3g3r53tpfsze6TP+rUYbh53PazUo+JdGK9yQAs4q5RPk4kA9dpr2QYLAwEGS+fmvA1gon0bgH2s97xkXHyU2o4ZM3/HgASoEXkx5ZDq+jVfqZZoG4rTntZrf593KdVRfab3BYgCCGwDrcbDPT2vOSylrmbaMZjhA/YEX+e+vcBzDAm8s/uCsdIH0i0f4KmkHM0aCCByBH5Do5neeae+nHIJWrsGmaI2BLZdRs0m4jYe2xhGnZLUxurZF/GGUpfaALOjpfxOvJtZDeZ/88U20nu+H0xe2ixunQkaKaWePfZtUPJN/D7XhY7kGOLqc0WKNeut/bU+UPRQ09x1s5A3BhzjjDKBWxl+VmSHgQcu5jeOHT7Qu28r1a30Rcv/6AvieckkpzqLZ3l4P4OiHRkiRT8Dj2lDNFG0TzzFAQutS0x5l/tnivD0RykVq+0FJHeEdQBgRdNWPx1RBwBsPuW9MXimzwALO+20xyoDahvzLRi8dh5i4G4DhI3C2Rt3TValBq82sw4d7RYA8lJ+ZP+0QdCyYQHApD2l/zVdjqIgJXSnygR87HlRMKkMOwaCNt3gDOhfoE2DfaoZ2TV3tUcJDMEoZbBoyfGONPR87EgLe9nDJ9YdIo8Vkav+ME6Agh2dkMhe6G3Qj4ghg170Z8r/7I+89YFqI8dZy/XPs57sXehIHVKmZp1E19Scah+s6BbAZmRE0yY8rHcrktjOB8iIALrOKNE8A9AC/woA8pqwkRKlyhEne11spxU7T3ndx0CGfhx5866iQUgb+k0ZwBQRLGHgFPQ2ijtbSRykpjMA6xv5kMjggLoBqpOq1/iJjY7qTxsL9z7l9Rx5Fv1d589E61ULdg7aZwTWPnsEAJEcWPQtqWv9Lgzait6T/Ot6wP0d97CHYKg1r9YY6z5FAlc7GmeBPYlCljNJy0H1u+UEz3AljTmTwbsBklZpEe3zJZ+L77yvJ+U1EV0AcLRXfZExvfZLza3XquXOlkuKMKz9UaBDMY5Bafbd7cyhup9NT++NHfkuYOCNwGYDZElFXZ8hC+s9rPs4DEy9mvaU2pW0sMWXRGct479kmoFFG40x+jdwD22XFcGGYqf6rQirek5g+zeOUGWuTR/SZ6aWLYAuVHWkOmk1xfd1P2OvSbSeiHysdxERSqaU7B8AWtA+tba9dpzpQXVga/+2rmuQieeeFOBFv16+LL7C4F7Pm++R99tpQZkKcDKDMep/SmtMLdrqF+ltPS987khdgXmtSzn9uXknmQToB7KJyGvtEUrVbKcL7qU9r0WnZhYIJnAHeViRsgCYchxMWmtnu1AaafY/nb8+3jyt2qPioeoXXXhI2QA5SzqCmVq+c79jDMw/8yVAr88DvEuODA2caTDFn+6rZar28/rvbQP4LtXgWt2Mm++TglsgjfYC6zgC8EqXtgOHswZoLTfdvnv+XP2R7NPcA3rhKOCaydK54cWi1XLakRed51PnAxyBxTrWvbR3E03WEXC8gyht31vrrSP3iUhOimf6/+Spx/v2TfVVoujDzfe/utVPUs+KhlL4K8ryyfubP3/+4OZX3yOtSFn/1DV/G/gkAthnFq9thve6QCnSbkf+rj1IozEQ+pg6ytRTZbXgqPCh+FWOC/XuYpPC2KSavfwBvrb+Qx1e60gVIfv7F8rEoPTFRfff/bb6hr6I7aUdpJjfh9qHkHntZFNtEuWKI4v1Sssb5m2W9yJtM/0H6GLJ8h1yDNnDeqfWr3AatiAcO6qPihKskOHHneqeNt9W9DBy5gEAegGWimolKrXeqdq2yGf2C0XgxjEKpdr1lGFXfArRNl4VXxLN/ZB6wrXeZtr4RwXoPgTghoeYyRYzH6k9Gy+l+lzOOHUba5d6yohs1iXvVpkOjYm0+1nvna5babndPy5hpiemM9JlWydjLsuRTO/bgLmWXf2XiGf+VtppgHL2ld42X1VWBtXsLqcF60BO88zFfNNX+bUwN+2YJBnVgCIRrQb9DNwZbPZ8aR8jxXU9jCMzvEHNXOlnpEQuuj+sNOjgowCsrl9cckp+hkQxV59feT/3/mVdUhlEPAW650PVehatavKYR4meBpxY2nGU9TnCcgyaan/vEhrIK3Ry6xN2bHjztupbkzGAGu8qC8VihL+t77GGPeWRTezTlw4Zrnu9I013Sm7rVXJS03utRzpzBPYJTzr7CU4VCK3lpAxxO/PCroEeGjjVtSgoOcdYarz8a/2NOXat522vke4jZ77izZ6/BEZLjez5j+7p/c+Os+Klk+8Zk+x0DQLzXmWw0Dne50ulokc2SEagk277hzLiid7tIFGveaN00znzev9jYUefYx9ShH5dAYWjU5o/NwDMmjnacjw/ti8G/L84+7VzQD5zuY92mqjvHkqX1+vdJ9Zvf+DzZSuMvmXtm3+iALAX1OXV1Dt8+vMEgKfh+jrAcR8AfPSSEPNk0dyHm/ThZ500D3T7/D8v6f6lgNMvAPCnKX0UNMe7p5D5/Dm7/51T+Jzd/bUAsAw3Q7hdsmnWxV4fVCmMoh4AOBFMPmz3BnYpHz8jQ8BO+5rxpX3ZYhoguS+SOJsEbZxGXAxPptwTQW9h7zV7NJyfGdKvveNTs/ml6/EOf/1IAPBdYPRcXt/l90sOmbQz/S5BwB8bAH7fnmTSDdumpTnrg+MRAKZPE+jWnMUWFoWjiSzDz1JyDnK02z/Ox5cCwOyTk2ZzDG67gbGe52sON2uNHPg5PJl+HZ9f8mmsT9PPLcbAdo2Hj4DrVpLuzj2H9TMAOM9IcWygYXvm2QCe61MAcACFRYvBexNwDo0z96Jye79cA6B/DADY9GzADo9IGe4uAfDwZ2p4xhgkowxHv1Y+kXuixeDzJbdbYZ0H1/Cxx7wNqzGYqW9t6Iyc1b2LD/zLxX5GX4rfHEWD4c1/b/rnwGkAKBFAk682SHMOAHNvov5imJ7ty9iqmq9lVGk2wZAv+jTAMcdhL1Qbro7tzLHl+yVHSNUlgxTgmrVbg5cNVgGYdGo73g+9A5BqDDrcjLnuCACmIgCwxiJL66iPqXpzPkRmzzkCZqaRgRgZrgYgG3CXccTbP6DVBGgzToP1PpxP+k16HXUPG69zMG3gY+xLNhBvD+PwkeduA8CORvMkrnUSmjBrfWBk6jDWrppFQzQnGlXp37oPMSKvCR98HMBk88LW0WPUF2BaBoMAwEnBa8DFMfgyZgoQMJiimlV1qKUNjJMC7uueANgGgLvuIU/KGGKewrAFjxnA9eA4kCoto3QfWMS8OKOruc/pTTGkmR9WZNkYvFhfY2pjhJp0rbfFSw2oSf7I8O6xJUIxIA4WG/ocngw4lbGmvazhgG9nALDpaceQGSnurrfXeY0/XvU+oNujn0tRVxj8D6lZlc6twaDUf8qzAXcyHs+120taPu1brcawP1km7xTbaV+9lMHJ4IhqMfZ6ZFDZu7I+dX/zO9P/mvR+9BPDicAtomUMliE/nPb1MrIuvEEf5FBQz2JwR29IrdXN26aXDTTbSBJAK3UvHUHV/EXdRuYd8B569/5Dm/QrqeojHwwe2KjtvtkQrOhVxsZ/MhpXtEWxn0EOAz8bzGpQHL5svuN+SBVnpUR6ypGqjWYy/AmgchQN71FqxJ4PppD2XncN7CnvHxPlUlFGqB+y5VR/wsNKAaz5wAjodbtSHWufwQDker8Yut6QVpK6idUY9Mk6Jd2mnQIc0QAALOBeAKTXYgxr4uoGoH2+wrhquiDHswa4PzWoLXsMAE8DHbRIbTIyzr9+V8b+VRfO+0r2J9FQ/St6CLDzPMLLpDwMTQVFyFprx6g4j4jHFyiJUddtCCys/7TGJZcMUEbvUlplrXvAEdcv9WWwSimt67cJAM8oD+r1EVXtuomm49QXWMOJAJae2Lr+Wp/VNkZdPSN6cUPkkGVl9AsigAH4+R6gl4hERU8BRCv6ttrXOjSItSKP2Q8w6JcuATDCHvEGwK7kvcFpxgtgax3FzhW1HyhiEFDWAGXWngEijzX1ifVd/fM+QuQzKTLhXUdERickUow5nufjJrh+cG4HZKO/1Gj8llyuGN9rvg3+WEZy35LHNW9vi7cCEiYtOCmimX8Ap4cPAKItTInSBmgmypm+8HvkwCNFHPKZUwizdgC4oKsGCKBUawwgCYep9/xewNLmK/jae6D0K0URd33ber9SURdCQSTfs6pXC/GhT/jBKa7tjOxxRvdtx0XoUyAdslIlBHpeNC7aqf4lnbQc76IfLQcTRyyTCtwRpgYrJyhvOhvYAAwnChLwTXWLtV/X/Ao0JtWqdcaPKZvQ/b39riJjxe/Ij/qHLGcPbfmITDEQrOGqbdYpfcKxIXIOUID5E4cKXDPvhBfDO3lOaVFJMVxGe6J1tSdJl7Djl/YOIVABNQD5DB5BKzkglJyWEx39bR3j+bPnAijgE+rAMmeO5uxMF+XQMjOXQLtkwrCebW2BZxz9juOq+Zl/dkLx3m2+dAYM7ykGSx1BVvtIZXq+qTqwNRM3339fUdk4dChnDX2LAAAgAElEQVQy0tF3HwsUKxLcPH34/ubv/uZXtYc0kYlsZQ6V6aWj+FUKwToO/RQYzLptQEUZRST/OWtRTxtQdmcNIMW1+RTnFsjhdZp02nxHWmPAMGhA5KtSvbczDVPJ7oyT0McqFfD98+/Fj+yvcviQg4NBLMmhPr+ED8wL22b3oOQFzhXylRIvGhwCoHf2B3/OT/ROZ8n6WFGiOCwYBdT3NWU4tOE09fz57QKNmPJXrwrIJl143Qg4BDCPPFT2KbOm+VOfAay/rXTfla4eIKlomeh93bPs7Uhg6kIjO93WLCentkkjXH3EqeJx7Uvej2mkZQVjw5EB+dHt5ugXMdFLZ4mN/M1a4Z6nt3ZmxBGADyzTu64zIrDlieec93q/ynid1aBkcck3ZAd8ywW9eba3N/MX0bbSLZ2JwjqGQcDZ3/RR0cXKiGIAGDn9sAB6X677i66YTCjQRymSxQPUWy5gu0DWZPBBr2KE6Lp6L3yII0X9U4v1aADrzIVK5UhX36WmxC/ppN7PWbhTpvdAyMBCJgHroTiPAJB7f8y+9KHWtMBy9vd6/sEDapvbQJRzC+P3ma8cdeRAEsd19HdHowPi7+7Y6dd7XAOcapEXs1fZmSzntaRG1/h1/rfzIXyeuVeN3mWfzLn90t6K4xzR0zyDyof+pzNG/c6ctLlNQ3cmE68l9hOB8p4CjUMrnO877XhsiQFf2VfkCK+J4LxqJ0CfE9wQvKpMX4cI3diNpN+cZO/UWQjdEd1W5xefw6JjHPk0fcsedXRw03mvz7heM1rsrV/RtnXUtHuBM5CpEl5mrO0El1IXGaMyGCCv/2hTQEeANgP06r7z4zwC+I8dAL422rufH/CNC6aayvVdAOm+d4TwYye775HT7y8n8EsBpz91AHgaPr+G/BcG869pYDwzhdm1NKK5/Q4A3DqCvz+PAF5O4Ww6p+t/AsBWKM4igH8sAFg9zQ6KeG5W/hIA+Izk4empRB3vy3cxwhyN3tfm9b6IzD+QBe7K3z8YAHaTR6D22viO64GDzLzu8qV55gjcxUFoKYEOK9kb8NE9kvescL4dIXIWAcz7si8dge21PgZfrT6gQ7cDhNooJogZ6kiPa3LhCAB/Sn7QJvvHkQ9H17RW1ZfDPF/jo6N8j+H7mgPDaqfnMQrPUgyvvOgI/H4KCD42wb1zXqz42lh8BICdPvUSJA1Imzk5k4WfAooDRM/Iaym4KMFN/JVanHPL8HHIfn/W/hzn2fqJkSFK7qwROulh463X1Y4QsuEmBnjksyM5fClVD4YSDur1c8plvr84EPcki7/rX9KNSW7X3xfytfkv/eN96/duZ0df9yFCNNwGXBumN6hIf+ABGyA9pmlMmr8fn50OCdsY6vcSNylDOgcP0cepv3XVWSm/yoN1GNfXGhl02QbOHApsNBYowEGBw6GMWZ6Bb2R4aQNAfQb9LyPNNuAmWowU6wbP4PMAiEWTPnB+rAPuMSXzGQAcg1rSrvrg1Qe3BnNSSzL0xjApUEYGBh+IckWOBLhdnw/hJPmF8aUji3kmoOkEYPk8UVuiVdPZQJhb1sGwjZd51zR2i/h4itckpj5Qok5Wp/sX5iig+ez/0WC55Ae0qv9kAGxEIoabgIuuCWlv+cyXU3Lamz9GRPEroChg9Thgzkhs9UOpNQEKnXpSnvcNWAEwI/VjbDB9qFfrdjEi5ORuwGdH2NooYv6aV1Ixr71mCHjJFEUF+crheOo8arPBqzjTyHDcUaCpmWhnEEf2Bkyae2DORBMATrSPAWCPh2cvaFr0T41ODLqRjxgU1WfWHLKv+dOH9x09SYcUldjAeKJzExWs9/aaSfRu5CNMCltgTLIR08Zq9gLRTrQ0/Wif1NMyhDQYyedx1lFkmfa7NjDI8NMGZcB7+thGE8ZLpJrarffsNKZ2utTS0bw4upn3cmHoTJTbkn8YLWR17X02AHA1Qq3GyDEB1x0JJ2N9nwO0NjBp8rM3QdGsx3KUlzKA0AvS5AqgsIE3cwW/OzoCOW1wkzeYLgYlrXvHENN1wZrmk7dNPxvoGKMN6AYYBMQQGdN1W+kndMw6MRgdmpv3MaC/L+Ph4h/2kYpsYa1bzrbTHmPvHVgAd71f4GsMYYD/dU9kslJE1/MGNfxepThWVH3SQRooTaTgMkq24wH7RIAuxqtdT7xm0D3tHvU9pcSvfr0GcO/0oqGh9VCMsN7TnBLdNJvWB6VM5R7Ry2npaVQzhy7SY9M9rAN4Vylz7YARmitiu14G+B9jnqNDiTra2UCUurXkI/vCY2qtoqsIXONdDUCp1AQRYO477dEu71ctePTrniM7shAVVe/qDATQwFGyXrMA2fDdk0ekH+ZzR6/J8YUtiLUIqkEUCzK+1+4HZDLfFZ31bviwgAvGybzzTtZAxow9noinN3pf9l7rCHHCslEfeb+N6+JP0TpRw/77XaXH5nbxJ+MDAKr3P6qwK/gVYEF8L6MpaZdNP0XmCsDEYWkDzDjzYaiGfk8VKWWdXWm6G5QSb2gdR+abDyxrvQ8imwREF60eV7pw7ykyJcPlirZSelEBTI4uJAoT4JAUrOwB7HeK2iHrRgkk6InMcLpu57l9X/chx0qLaN3OdFD0ptAKp7FN1BfgCMC0UlArjTM1pR15+riAZLZUA+5xroO2XT+UPQDDu2RpyYbhIMU4pCOyhtoRjxEnohYepZ/sHwK3iWIUn9rBK1GfAKnwCvqfABzV6qw50Nq10sH9OX4D1rMOiWTUuOCp+vtZgWY8q7EVj2B3d4aa7eDC2EkN7cbMT+yrckyp+5FROAFEf1Q0dRekZA6UApV1VPxFbVaBq0XDOBYp5ThzVO0oOrmIyj2kc2YsiqatZ823TstuhxGfxyE0z0ETeOX29pnWCDRlvqCjUjzLaSRGezscJAMCe4r77HehJvC9168lKQ4bzmTiqGoDlXao1MIv4iGPkqHnzevae+Wb8b5q1OKghPz4WCmAX2mOb4h6JKtw1Ti+Ld79u7/5Tk4fnD0eF4hCtCfOCzpz9RJXhG696xH6BftQ65tO/09bxSOKYHXU6zf1bpn2ZHKnf0UrdKIChAWcth7IDqPU+6of7P1NNZJb/0dusbaQW+RS+tX3z8XvrAMlhiHtPOBVR+o55WrRrvd/+ET7AM4YAuG93uBH+ss64p8cpMiCIDngVMI4uDjVME46dkzJ+QUAmPTEEMPpzNHDAL8BRyuV9Q/MJUA7KZut30EQ1AH08pg9UT0EflXf2N+/UappnNCsJ/P9a1Lz1/Nv2QcAOacuyT3oJkUjZbvA8QwnlW9LvnZk4moILiN6NbpT/SL9CnmhNhm/5YnkIH1rxwH2XuYeUDV7pkQNYJLOBz6H5GrW1Z8kfkHWATwmI48d8JxSV3PUfYKXcD5pJXLpT3Jn1dzYkZezNH/amRmds3V7wEwygtSEGAD2mFhvcjyozjji2WnyrRswfhiV87P1Ba1t7ZNk6MBBwZlh4GP6Z4DXaYQBh1OP3pHwjtRF7shhrfVzreapuHhpNL+1k2wDp7TrzAY8gxz2eZa61fSDzCLK1EE0dtEAmeiyKpYzBoIBAnnei1hOImzwvdVZb3SfGBN73HI8XeduZCqdNL2nUwr7iM+MHSlNxivJDG1ALSN7gIfMmLwb8Sx9S2sg55WmZzMS68UlmOxYwv1yEu0MItYrvWa5VgSy1kR/vnR2E986gH8mSZdkmvY7P6M1sNZF2yI6OILvJ6AvPV0y3k4pkSFxDJ/zHrv9EfhNv+bZPEY0r0mv8WysLaZkP5p4Hu0gk9/VnMcRMv2xKdvp/X8BgBfLbOZZHzHBy6g/P/3830P0z3/i8s5LQXGQGp/R6BEAziNHY9OxqQujsjbhS4NNS2Yx+x92XdL9FwD4y6j5cwGAJ/jLCH7OAPDyMJX0NF8fI3XjTX1tNr7thfVTAcATqDvrQzbsIwB8H/f8SwSA58b3cwGA9zzE86711v7iCADn/qybpHK82ItqM1A6lhwKUGDum/DD9/fx1bxde1cOCYef+74NAMfYlJ9rr+nDAX9Hvp8Bvjw3Df3cv/i1LQkzdWDqcKjdaxvdFfrc3c/2jWcAcN4x5yWpX7MWZz8CQhyB2IwvCvbsXuY+APACkiVPSY8L/ax0HgFgjB6iFzwBHVtxuA/gP5InRlADOjZyz3lY+kwr8gGzNPbeyuNgIwCMAxr9r3+CIdqBYRru9YJ+T8Ywfy6gshV5Ac1R0BvYyDg4/DgKq1NLNl+kvtdu1511CiKvokSVZowyljcQO+k0aZqowNwXsEOKeh9KDMLUnB3ogwGEw5yujjBLakr3zYBGeDs1/+b6iuwTz3CIAqTkPRwUB4BJHEAA4ADwoasiwNb67ig6pUAy2GVDc9c/0lo2wOw5bwNFn8s5uCdV8hFkTc3Ksxq+IoGiGDbY7nR8macG0Rt41qGtI49n9O5M5Tx179yrOpbVSc+NU1pzud5TgznAHQLJDNRmfSv6hndyf0eyLj26DvzrMNnPJHI69xjEM5ASIHfy+XGtzv6rflunr6T/Rx4EQKGfNP+26m1BJh9wAR59uPd53IYN15uyE8J5H7xvqSZWG1aWkYCUmfVZwNTmBLdT7crjvNfNmicMrA3CSM6PnSs8HKDYnvttUMaY1TIEAYiRNnwr+jDm5s0AwB63jfZ5TeaCPmbNsmYSfT3pyfPHCODJM3YMsXd1QH4MQRkfRiKBEBgTiNhpo4ZAYPFGHBMMlLo2uQFg+C5A8ZxnnmPOABagb6LYrP/Jutqp0WywDgioORdQ4nlOemB4WGPXWjC4773DzieOvLGBJBF0bwQiet1wb1KZav5qv8h9c2/VXAvktDyRAVhrxwbOpQe0oddCxWlnc2HUkiLSMicOJgIa6zOvW+8/MuBg6u39z/HvBjj0s6OUm+n1Le0TGSWjYoN0GMFsmJxOQA0AR+nSeupMBCVUTSuDBLn2+T37KBEGjoJXKnvRGjlTtBjpy7MmkqYZGQcAJlmNg5BqDxowUpQy6XBrdh6WYf99yTKlCZaMcxQ/huUVVQqAUOOEF4igUJ05DLuK9HV96Ogpii4GnK1+et2Y3jIEala8BlL/l8+Tstt7oiOoI8u0ju6kRbJchFffNcGIDLKsarBORmrzth2nWKOJEHN65QDAjC06lFJz99wzzxhzo0MqHXrLN6f49/4jQ750KEfFMHNJ5c28Xu7xTn8dPgEoUDRpAbTmQdaWIzUhWwBgflf/VccwuhZGbK9TsnQARCuiDYeBBhLfyaGkeKcivg3+sEfjSFCG23YoAwBO6kXa0rq2fVZrmn69Tk3d6gcG1fQl6xOHMfjZAEyBOugSAhe8J66U+iUvAhpjNEVuQlfKBiS1viKyqsYil0oTsH/1WqRWMuNZkfPaVwqArHcH8JQDQskoRZSK9ww8eTwGIOFL3sk9AqKqATl+EfFVtFGad7XpaGTPg+vTGgxirRfQKCMzY0YvNOgPrIDcSJ1KOTXUeARMqsbpLjfAGgMkEqCq/srCXECco4RzTFFKZRwYMMTWYOzkaLmteqL1XiKA1bb2YYOv2vKgRfGZIug6Io4x029FHNVYFZ2rNWMHE9H+4FwkBy/JQ+sjivyvPj2tyMikwLYcdhaDmXKddQSo++jpM9UXBdFSDWwiS1kzAKXwDBkiqk+qs1v9u31MjdwCFruW6O2zSo8sAPj9zcuKWMRgDRAfQFFgJOmwqZPKWKXLuKyLMxagD3RpgN5fFJUoeNnRzgD18CwALddt1ShW1pPew168qHTDipKseyptLpcAVmquooe0HEudYfYdaOdrn7sAtl8VTQICZ29zCuEpB52WVm106QBopzNNdRp9gDVKH4eivRxhpZ/gsAFipehrgGLrAN4LvaerDnFFC37zLemVmwdKrhKZDG0+IpMArZDhLwuYq/X9v/zmme5FLpFC+CEOI0VXIhMV5Vd9xuGiffpUE9YOHqwP73+A8WBFHG0C0MP3odnrSnUcAFjpg9uRSzWQlca8uv26IiGLnqpn3juN0tHjZACgXTWVI7vlCPEeQLl4gcjAet7RxwDGdry57YhVQHSl2JUTZMmicvAASAeg5QLwZl09f/5M68KRtpY5prHrTFPzXWcTAeAGoaVu8q+agj6vC6R7VX3iGfgcAFh7AP6RiuBEefVP7RU4I0l4lQwAnCYlfD3OvqiI2Zo3+JTvHalpxxMBvFKF6acjt3mnouJJTU/GiyCMONrJkYh1FAch18mmC3EweEDJgj57QRNF8HcaWebXaXjbcUrR4nbwkv4q+QS9PCboTMSqImtrf4PeSe0Pz9I1aKn6tpCjSPD6/2fv3ZskS44rv+qe6e6q7hlwAVvTkibJbPXHfv9PJK4tTaS4u2YSKfT7NfLfOX4iPG9mVlUPZgACxG0Mqirz3rgRHh4eHn78UXzFfDqq0itNThI9Do8dQjutO6CdAjSWtcHZC8hkobVW40kdWByWPqokic9HzmKBHPd+D6iKykmWB5rL2NlnfAayrq5jjvyq2M/cHpk+WAvoj6zLdR5WLV6n6fdnjuKU4ytgvRz9hJe6H6KtdR+fs5RzpZ4r4PoJ8pE1zl5jwJF72ROU3al1VutqbpP5dhYHA8DzbKn7AgJD+1p764wlINspvZXtp6UedbOTqt8OYThRt7OrHDMMMisph/jXmW8MmNvJI3uh/PC8lFYWH4+79Xr07Oq/HOGQfewXxYv6G6nXPBH9VPtZR7+uMwk6ef2XjAbMexwwpPO1zq5nGwCW82WPmNTqzLPkawPA1qtbz25HhCbP+pF0z35u29O4QXah+i/2um3/G6A1b/XmLv0GOjmt/Xa00NdymM3Z3udKpSCv5xcArDHiQEPtcnXgzxgAPlL6yt/7ACaS913eLLn2WWQf2mZTfygA7M3r8VfvNScPWCjmAOljV64HDd8XapEejR2Xendk1tzz2EivayO+BvAeAYGTtBaXGntkjdWH+n00cC+6DoP042fvj3/nfQb+b+nN3BC0Uk4XztowlsFzMGo+OwE7hhHkUj+U4kdteH3kdQu46IfCF9545zro9XBpwfSzOYBPnsummj5driXMt1bsrwPB90Nv8fi/OgdnnlBNhwPfPbTergFqk+8DEvPZcZ6/hUd+iXvP+XXTMVOZn+EJfmaj9Bj8n/jhAPxlfPs9De4c+PkhB4XjWK9F6s77wisBWvguo9uHiNOWPYYtz2McnnLoUuTbQ3zx0Fx9KxBMH7ex2UYIzcU96/whWa91vzzt3OPDNGme87mMiQFv7ln3Wrfd0LV5Tv8f3D+bkPaux0C3o7sTWer+xRBwmkZ6pxA7jSK1sf1cN4if1QZ6t5xbYFiDwPP5gMUBDzRffYBYsqDel8/5jENfaHVcl5f+juE/UbjxuhWfy/Cwx6MIU+YA/sjHrOOeP/FO98f022tgfreV7O7rPftyarbk0MOhObpSgNWdsjbgKgbfnebX3tM7pWxoOGkpxb0PU0nvKToKmLPxZdWe6oPOOT0DoGT/82HPUbuDHhjTtPYwviQKy7aDJR8PDhYBdDG8Qf9TeRluMOB6ifZzjxfYhfF/ALFpwf3c7WWdBsidEciuFXU4AMm02ilZB2+GjyaAvWTAdBQY7QVQnXyf5zkoytgzDM2idVsWZhpqG9A2L88UxqGDAbJDVGoDaDFY+BBqQ/OkpwBAGSc3/4WCBkEsR5TqsNdvnt9pfW0g1H0Cnhqs7YMw73QN3IB6Bvh8fyaM9olQqVTVXZtyzmTmQOmztFb9rQwUDR4ElNTnYx/WmDnQd9Su533LBtGe+e6+ZJz2JG9nU4yAOsQbcIiThryaZbwxCBEDSYC4ALKkttUBvzfgpBTeIKXXaxw3IotWX/ROG7lET6Jq2yHE8sKOJnHEEb1qTtifSLGs+e+5n4B1eIv3RP4aADZ9DUY4UlARbS0vA6DyN2CBIgy0Zgxi2JDmzzBQHOV/AL0FMA8AhPcCQMJH0AyaEKWr/aXTCXrum14YIZDvdZ+Mex2VOOVTeEmGaqWtbT2sabLl6QZ6Zy3qWW87dVppE15yxKZTJC7DptbM9rpPrevwcfbHtRYxgrRcTS1FJgGZCU2TNs8RTQauATBkBCrwTeZWTXkbWixKbZAtQ9/pWvN3AT49Z9ahmLopH+LIo/vrBfILYulg8IL+igCrz9ha613PlIa2jMEA2EyXwDmnDM1ekrnLe5LyGfAYnQLjnPoTByveoyD+6Whi3jAYZ75MJJwi8iiv0DLATk2dxYKoack7R6powE038eiSK20Er3lRiYSicyK9ARShXYzTWU96vt4EQETfBQDXZ0pXXP8AqZLKDxoKSBJQYaB3G1ftvGHnklPjm+fbk7B1+DbcYsjsz7Pe8tMpg8upSIA4UcvIZKJpvWcS+cqeylkBUIL1DJDFeHgftCSqGJ5ERk+bT86m4reWU46KtOMbKS3nWrCue6pnKCITGtRXyBvLOkd2O+NBM7T41nVM5ciCowdyR0Z3+MD7SBwseAsAbsBf6BP5KX7Wnui255mOv3eku/UnP7cj3aejjNaXRmUAAVCBPjsq2DIF+YDzAs85ctmgPpPgNWKe83sN6DlVscFdQI5EwQOm2QHMNXCRffA/QLod0NDnW0aw7/Z+tyyO7ZAVkC6gswznHT0JOAIQAACMLAeIUjYN0bRSpXZKYDldFD8xLjuqAAAayLOh2HTz2CxHVMMWQFt7WIz3dgIKvczmTvPMs46MbX0Wg35HbnPPJwGvTvtqZ7JK21sALsCh5hL+BZjs7Cvat2s9vnjhqNr37xxZ/AIwqeQr4EDqDceB1HXVmWOXN1F6YNGrauvWwACizF/tQCNBSWpwR90yR6pN3DWcxXvIB2pftiMfgC+8e0tfAdbkQOAU747I3fYJ86OdPVL6QGOlD5Lpdu5hXnAAyRlTwD+6gUAyEXkt5w0SG6D5UFG3zOV2Qm56lvyzjmN6iP+LxoDvyRjEZ9aTnI1F5x/VTC1ZXTSOHPjpawCCWi8QGDlaa5kU0L95+eXmd7+7EwD56fO7BpcB9fTKzpRhoA+AkHXBOmB+qV/LentRtXDdF2jjVLuIE/ZFsgrE+cKlV3wOhtZKh9vkBtCAjk87Sl2AT62PT8i56uftszsBe1zSbcC6BWp6j74r3hBoSppdpQcnY4QzOOTcozYVZApA7HPX+xrPx4/vK2X2D2t/Dz9o3bdcRAeAJABDpIBXTivOfcoOYhmE84Zc9BWBTcQ5Z2EcQyo1dPE/7wVkFDuwP0iicf4E/KJutJ0YAAQ/VGpo9srbcl5gz/5MWmqi27t+7HcV4WqeYC9zpgR4tFZ90cCp/rXf12fQib6lvnXSxIqWWtMlbwqsfqY2rftwP88588EGn8w+1pGRS9KHAYS7NrHBXvZmn0kYEGsecFBqbz1nMB6nJwZgcBTw3/1zaQQ2JtlMJKuh6T54ysGiAVMdeUt2fv7kFPjfE7lLfegGggOy2nkT3hBsLccNZOnTJ2RXqNl9jpzw3qctA0r0uVw2AjlKqlu9tZrvBIzXTCYrBmvZNdTJ/uDoaWgEIG4bnPUQ6/k4cTqLg7MJed+mjxoXDkwN3ueco7I/2s+iq0UnYf7cN7e3Qd3ozN4fkAXl/KE9x7oJg1UdZWS5Mj85mly1lFsOwMPe+x3xzufUIbZDKQ5lLjcSfI2oeu1JNWbp29K9a9zdHnXDWSfMhVPtu01+8uzUkVXL2mJLjm7qcttAujmfvQZ96RNyRryu84uBVI6gtl21WObcJt7wHhB7EU4QvGiei7VeUlariHe000q/S1t9Ns84/Kx52BHbm5/1YTug6fe+og/pGaVbt2Pf8fKebUrkp+hVNP76lHV1e/Px3dObf/6nt38FgP+9AcBHRtsMYk5ajDOMayeHiWHw/xYQIUz6ECiwvj/N3X2By+8H4M4f8CfXIiD/2JGR1/r3rZ+fCY5vbaDvz7yveToIpGt8wv1WjA6S6BcAgOec2NhiQe95vCD5Lox9Gh4vkeaXAIAvrYM/FAC+tubOhP2JY8j+dgLD/5YA4PPNKlu2N2DLIP8MS+VneCD3+HMbSqf3VHjSrfzhAPClNB1683iv/u5+PwYAnsvFylD4etNj0uq4/q7xQT5/CCB+6H3X2p9Ap9fh7u8l2X68//iMvV8vzfnOOrHW/jcAwOn/EQh+CBi+JCNmW3Nd7tTC2wA2U0Jr7KVAx/gcvozRcEbqHsHg+Yz53dF4auMKAJw2prF7yvUJcshQ2l7sE2hYY23gYfJd+u1lZeNZDH/+aPNCPCfnfaFd0lpNWh/3kCM9HNETo7SfPO5Zk742bLexvPu1a2ZayU97RGxo/crAAiDcBn/WZf13rkwbAF5OEBhEj/tf+qfUVoBd7nPu8yHQtbQcZeJ3GWQfe1sLFQ6RAHW5jgCw005iTLG8C/1iYDe96IDlVsY0gZbjfPB3onh5FoNJgFZHB+8DoQxTY48WyKDDevPsGBJyAlAotJ18lc9WaljNi40Ew+/R8z9ATdWXO8xX6r0mhW+iL3UA7v7QRoDa8NTs17GG7aZDg2xDbmuN6iBoPWWmVZ60pV/z+3wXQJq/SeG4eCWH225f0Xw9h0RnnV0YZGKoGgfBGTFt44WNBhMADl8wbke2YWzZIDDDVeQJPCYeiEyyhzpzpVSnGoPXnyMRUyO1o2ab/mvOah6StlEG6XrtBl6dyjzrLaAAPxMVOOUUbSbyE8NQHFfCZwYyPfYNCG/nGO4LyGvj1j4bCQRoANjfderpAZbZUO85nODv0TmHlMiIDQMUm46X6gALzOt7VO9LxnFZQBaotIwTZSAxgMma7LpUNdfyaGfOMA4r+nfq0ESSGDQ/BYD3HIfPMMJGvmMIQ44ZbLSBFVnl9Qlo4BqFSjOs/ndK8AiLMvq4PiuGxRc20jSAEx5Pe3PNw7tKkdigfIz7mmuLOV2OpPDvO8Kcg4Tnm/nBIBJ6tHAAACAASURBVJWoXKcLtXGQWmsYMok4wCjF53pGw4tcc3aEpKfzexxVvB0cti5j8NcRJFxH8EVZHnpv5T5wXd1vS5XsnjIWSiYAlkL/KQ+S3tyOTVAi45x7VEBgDPmJqAbgSVRy5EPmPIYyOwJ5/Tii0TTESBzDuh2oGjCt/obukCxG1ABPc3+CpgI0caCgTnEBo4BxMoYT7Sd55TmIgc+pnLEck1ocINWpRBm3074bLAkAxu9K6Vj/oicBYCTClJp5uZwm33qGUiw3I8WxRvxV45fjhAypp7oCEZyfy9CLcdWGQIM7dnToiKuinSPxHZ0vp5WiLwZ37RPVZlLCuryA+wN4AlvH0SwGbWjo+rBe+zEUS9fpjAXeqNFxAJxxWLHzh+fS0WaKo+/xwmdON8v3rmEqGU+aTdV8Pc1IwbvjzBHZGT1AdZUFzJnKOUPRnqPCvFi9L+woKD5zlKFl/s6kYH40EI4sDnBMpFmB7MgnRdfmPNmR2C0PoRdzEVBU6ZyVipko5I6WXql3MXa7zix9QX4DhGq/oRa53u8SHN93bXJ4MsZ8rR0xPHIb3WrXOFaKW/ZsGX49d04fbL3utoq12hnLqbMDhqg+syJFzbeI3k8VYXmUK+iUTiXqec4eOjOZTL3H0c2kt675Yp/U+cNgo9KR1xi8d6IneIzSBWp80i/rHUqxXoMBFHZ95083LwvA+r6cHwTyKKKR9WD6C3BmHwUAI3JR/GeHFhyUqKf8scZGW/DT7W3tF0pdboAfEqCjEimZtco8On128U6DfwF/mQmBOUUT7sPBxE4b3j+SShW6en8zMGvHFPNgMmtIj5K89Vi/7xTt9I09RVkJil7sZUn77xXgy5H3AP5V07pA8pVFpyMcv5YcNL19lrBObHAr5zrasQ5gAAAQx2cen2vyve6vdaK1yHxBg/r38pZ+Uv/09zd/+7e/rfGQfh2QstZmi0XkgwDdlnX8vK3n6JqdJJy69QsgIGeS+m+lOK95vi3AOlu/9y2jTvCAAKOmh1Ii42BSw8n4lFK75lHAVJU8AIgE2GWywI8AKDX8WkN3BWDy/O8rBTO8r6jVqjXqy8AMezv9hfac+e7uvHcSeeo9YZ9p3K4CTm9ev3mnLDs/fXUWBt9H/62LMw7adMp6R1D++Bun8eUF795VKnKlDyYDh8/1mp9e+3FKfPmyIvEFhuI4VGA/jgyAYwS+VlNKT60a5YBm0R9bP9C+xfuQI05bH4cvp7VGbhv0yznZcqfngbnoqFPJ+QJwoc3tHeDt5lupoIxf0wi4TW1fFCR43dGmqpWuPlieK414EVOlEGowqmNbzycZ1vuSt9wvILqyAbx4gVLqd1pnt81oRk8ic71P2/lBcrL4Eb6ONhiQM73HKctAozN9iQ6tkOAPBFirMwO07Id4p4DidhjiY7XR5xXWm2SEnFc7G4L6XI4RRBDrbGhQM9HDKHXJUmJw3fWx4zRpB18DrYwbnk0mp+XU0NlLzIPbsYn7L+3PSxfsGtK0g5OIRG7ry8giOVUoM06tazKLNF/ZUSxnK/OcnMOYMzmTNsEgabeJs4RLnzSo2wBwxgb/M25kurR45FTLW+kcOPXKkcmgtsbWpS54W86zJ3pYO8MKABaYz2iqH+LbzKr7al0KxxcD1Y689ntmRiKv8diVxxm399bwF3xtvu8sNvBnn22WAlQ3u9TM1nvE54oo95k5l7PUWN+IpDzL9KJzsrT+tgX5b9GHZaSQ7Kc3/+3v/9+bd2+LBn+2NYA3Xe79rXXYvifHQqRJG8pOTyBnbf0pI4DT93lQPwMqh6fmRUJ8Y6Rs2jhGDNxn6H8IbJj9eggAFvNj/Op0d5eMvGrvG8e1DjO9Gu4bX/rwSBb7k942D/U/pyPXgKUj3R3psD1LjvQ89uN65Kx7ufHbfeCWkOrDxvIMGgIwh1g930byq8v3kfxxugVMCrbGcRXI9mYiXmkBz++Lr75xXR758VKb983vcV0d1+txvn4Or/xhz+RYdWzl+gxce58ii3odB2jfhmu3t0HblvOHzf7osHApGjP3zLmYoN3xc5tkrKtOrp4OAtfWW8Y6742iO+lwbR6P6++q3OzGcv+1vh356RLwe2J0F2BxqVSAX3juYNMHlkbGNpjm+0/3bSuxmdcArzlIPiaK9xjxa0Bxt0nb24lgz972xN6zMHkl7c5Uqvp+yJ/JR6F7okyP8mPxwSDABJY2n/i3oxMCCvpMBz151Ea1Gfk6AMUDwY/GzPRbKZYxQPehxAeMUyCYfgWA0emoLhn1675ETrj2VdceYhy9509+XPWP+vS9vVw1W/JA98Fzz800OPp3xts8uGTAMeWgIwlWxCKKcvNzWpaBicOgDiUGgOfFO2w0aPkjkEnJAm2gO1w2pNiQFwP2AmOVFiz6qemrEXeUjvoKsCWjl4Fkfd9gMp8FQw7vJco1/QvIBXAhw3wbEGcU2JpzjFewtA5CjhhJv/O5DLPdHxunHR14Sc86gp9nB7HRF9pP+t5535b3OFhs7+Y9X66xyXUGAFf7GKXyvQ6FDSAHUDzSczsm+g2JKF3T2gdp84gPX5f6xf2JAj4FiJ3Cl8vvOgXCXIfRn2OYCbAx1RMey2E/hsmT+e5onETszb1EPBPduOlPRF366/N4otEH0NGKnBztACNbF0I+5Epkav6W4c82edFKhjXxmFNBKqKjn4+hejWmZ+iH15kdq5MettdJ8z8GuADAAaEC/GYtp925biVvc8BPJFePK2m2ZGwS6NvyoKOLAJaUTrJpCVhrQyAAjz+Pw43Hv40CGldH/O/xOvKf7+azuS/jONmLMXFInpoeqjXbaWYDJAdkjUEikeS8A3mCkQlDC1a5pM6ToYr9AyCoZZIMbTLIG4jj+11v2ak3BViLc21k2XzmdZT7U4ttOmkJ6x7rO/V3PfdOl613Eu0pYAk+RJ4ZrABcTl1Hydn63mCv54HxMi+kUEZaK9oEgzl7mqImLPhIIWhZZ8NxUgNnXAYO+8xAxJXqASbF865dqnTcNS1LjxyOzgZZei9qx4Pwq9YqQGMMVxio4AtF0jgFJ44cahdwQFZJUWkBPlnvTm1s/mBvyprdjhLsf56nbHMChLVo0b39PHwOv3MlxSlAGJfkq+RNZEV+7v1R+yjU7v0Ug5d4rrkFPhQg19GLySDh+/uu4knXKM5+2mk2BfY4GiWAYWQjRtLs367D2+nII9+a9pKt2vctl8Ty8Ix0n9ZfBQB7fapOZANF/E2EVtAk1kD0Ywz5tAXADfSivXgZTZEpTgmMI8nmV8ZZvBGH1uqPgVrLEObdqbFx5MBw6cgj10OlZik6D3UCY/i0cRVaOorMTiGSB+tQTQSaLMAyqoe35HjR2Ugwsgf4py+0F1kQY6V1DetGli27fqWdgyw7Iv/iRKKIoawlQMcan9K9YkQW+GVQWh1sPhQAWMA7c6YoXkBa5liRwfTPsigqI+/XulBqVN8DLV4UqOX1DGDjyHLvC9YpFAnaQGjA63Cu2gdIh54dUc38CuBvAN97VsC87AP0wwAwl2u+OhKcrBI4FG2w1VHbllE26iLHHHmI40PWldMjR2dTVDQZJmptkLlBDi6KSnPtWeu5pq2zCZAyvVNLIk+L/uo3tKg5ZY5xdKBeLbq+Utuynyu6saIwqz+uges5x9kAIIqIL96v1KcCUl3722lM0e0B4BmPQ+wEhEP3rnVJPwHF+fm+5mfbXViHjN98nyw0gM8Cl3sevR7JS7DrAUu2A9Dqu5w5zR/M/cuXd5IppHpmf0nKU69Bg7/oZjgMkcZavF6ApZ2CieQjXb9rXfMCrwnqmFf09Lv3osGLSr+NHDQ4Su3YF7ofOWXHDu9DBoDNP+/q2awxz73TQhPNnkgxr0X4GXqbP+1wUVGvBZgzXwCRLxoIrQTSFQlcfFeg0IsCTqc9A2CZdNqhC/PwogBXLsBFIoGf9l5kILfWLD8rbToyDRCRfUx7ivhUy0/jEsRdPxl/HD7Es/Cw9MuS84o2pqZ2pW7Wfu3niTL9DPheS/T2ZfFvzQmRncjFF/VO9nDWySrRUM+8fo3egHwHPf5y88OPVb8ZQFbyufqr+rGW9VpT1eP3BeACqhIFCT3jECg5gBNEDQA+QTZqTPUZNZgFXKGrVHrjd4CIFUXMHkN/vlAgtwZPdKwy/XRqaEAzzmiMD8coAWzUk683f/xQsgk6kMK6AusFmCtTDY36/CVnAekb2sp0sZYAaXcWGfibzBnoeqY/c6PsO0UzlqCBLNKnb3pkjVhvECnEE5+p31zgYABOO2B4/ZtnAngB6pEKH4c565ua3wIBI4ejhycC/dRavDQu8RHPwTPoJfAtY/9c/UDYMxangl9T6flsvmt1VutM9JYeSRQtqeb9jJ00kl2lU4B3c60OmBerk8jVyGE+c1YM2yugy4eaO9an9Sn2b55LNgo7jO3RQVoD5Zx3tG5altnxaWdLYoy6p94BCC1nT9kHDnb23jM8TpxDcdzYTg8aR/1HuXbWT9Jbe5JNN/5Lf0gRb6dMpySnWWhAJgylSUamt7lJ86KUysVb9f9y/NDcs1fQjuWtdI7YBwXOVrvYfLpt7XsN1FpmbJtMdN1kkpVjQ58VPOemx7QdykEWnRf9Urqjs8HIKVXzwRxZFuxgC2dE0XfRJfo+gclyKmgm0/useUR/tC2znz/BGqYzoZmMR9E7bJvqfrQis89Up23tvpmbYLl//uc3kh3wxF8B4AsI0il4FVXRk/Dt1948HvPsFCQRSv8WAeATA/FVkOx8xNcA4Ny5Dnm/MgB87Nm/1wjgaTiaNMnn+WwCwLaJeF3E0L8Ebn12DfydAvIxAPBcCxGA2xDbFoBri+oKAOx5Hs9e6KxG1oaZIx326/78AODrY3mMZPpD74HuRC2cykP298i543xfeyOKzR7LqZf43pgjtx8PAB/BtPsA4EsbuWAPNme81XowMZhm3NfW21pnGDGjZHDQ3rqDbgmtjrSZ60/s+wAxc/8vBQCvqJ+cMg4d/DUB4Ps48yFweDoC3AcAz/1u8RhKuOakFdam+REATv+m4X8CwMf5Es+sw5IVRBufxkG0Rdjsf76PImxA0M/k8LUMytV3DBKTTy7xUMa2DWBtjGkjaJ6ZkcC8byrF6x3VldRxsQF3jEeM3kr2pGPzMvtParZZeedw1geq0KIdcmYNxkV7Kc2WCaZtolZcY8fGSZTr9ujUodaGsQn+5vnctx0J0o73PxsTnfYqALAN1+4sHsE2uMU46vRqGIME9PX+RT2leAeHJzSf9Y4VddeAa/ZXG4Sd9koHtQFwhh7c49RtG7g9igwZ0PnXXqUCtDHe9hgceeLDaHgYnpuAtHiXg94ArLl3Go1D0/BJwLr0B7rMFMNZDwGtJ7g916JBRdN1pT6svk5jqN7d9PG8pIa0f19RgwK9zDMxYoSWx58BgOMUku+Pe8bp5xish0NGH/LN0gac0FvUhupqdfTj4XgioKKdKTKezM8C2IoGGB/mehfPaE0nDXAZOivSQ20cDrgBdU5kxwCA2f8kr4zOigfNInbGUDRor33XLHTdVMZK/wVWKuRkR2lOvvXvva/Xj7nepyORHSrs1Z0rtStDG/+kv17rib7Ya22DPR7vjhz2PQ8DwImymimLp4ynD+HpALvhY0V7NB3n/oGYcmRNDAqdGo+2ABkyZgCqen6uURnqZQDSjIg0asofbBnVkY2Oat+yUzPZspZ5IMpNIA4G5eoPwBf9x3idVJTMqyMHHVEcAwbtANgg7zBaHy9HKO3oftfuwmjln5F5AYBDS8ADv2fXpxXQuxxY2tmi+gnYYYeOAIHez7H5WD/1mosuIUekPjfMNbAcw3ofUzRxPbvT+WH4ajC8jUUxP0hmFG2+74h+pTTsPUv7Bh1BHsVoVs9jsKNrrtFHjVGnl1fNv5EZwPU995nNa9JZGBRVIacup8mXzBQwtdeMwRk7ZZuPNnDIjsWd7GdaW/rexj3kWfgantv7r52/DKruPdERsG2Q7Mhd7RNad3h67bUuYF6T7RpsMqyXw8qKHm++V008gOUaIzzCHo/BPE4pjCf71a7LCQhkWZQ1Bz2n/HZ6wG1Npg2AMAAXABFoCiAc/ly6RX2eaE5ABM+F+QywyDQB9HbUJ3RdeyXj7LUgCAD50+uX98AD0CpRmpJnDUDC365DbKAq64/cqQF0U6fPa8dGXKfR3roT/Q2IyO/T0B2ZFTmntL+KlrSTGz8DUO6oUs9PdDIBYsxJ11J2FBjz5Sgt668YlLdTmnnMdHRNXhzrLE9cR9PRXTtyyrIy69pz4Ggt+MxpS0FCoBRgiUFrsZt0ffYeR5pRjzv1ZOd+CqjEWk+GBPoGgDcBYF5AfWeM4axb66Hof/QHIBf+AYwlMpPIw4ooV63Y6XyROvYlDwo84rsN5PrMHUfDyEbowniIuKV9IjhZ99zncZo+0hcAF1q/E50EYNqxKmnOuVdODehaOATUL88FviITSo8oEE76Hzxb91Bv9btngA4GoZLNAqmhc6R0RubX64u5TX+3/kzdVjJG3Nz8/nWFMtU7LcfsFGEnOT1tGRRHFMmbjkCXjkJtYwNUlkUtr3tdmacNGrrOtwEKsmUAOCWtu/YBiaSvN69eUj+2U2jXJ5artW7IcFH9EJ2VPt00hDeYa85jrHmtheZ1vof/qMfL/L4AaO8oLt6HIwTzqJS+1TfGAlyL84D3c695yyG7qCstdtVixkHHdaYLiIfeNcbnxWhE+v30U9Vj/vzm5m//0+/qs683PxagCtczx8iJt29dK5l26TOAGyR4/ftPSt/72//4o8AhniFSEADRgBj1cO8KaDZvfASYR1eofntNGuT4Sc4etTZqTAaNKx0+7EDmpJpjInA1t7XO4PHnytpkYBrZpWjmegdgMTzB2mJN22GkeQUZ35jR24rqFRBW/7364U4Rsrz/7u6lZAi0ZjyeVzJIQDs7DzFv0BJgNoAYEZ5KDa1z2s3Ny1eO5mNO6Pt7RQDX3luDgicsm50twjSgbctL2Cp6xotaO9oOq99v31IXGCD8RfGGIxeV3aLW1Y8/eg9ypgfrHbjzKBq35o9obaWxZlxy+oA/dxTuh/fIEdfPlo5BCuiiL5HUjkT33rN0/HaWcdCCM2hxxiAqNBH+0Nop+C172YN8hvW4oZ/GHufQloPwmRxFhpxvcdxrvGjN2IlMr1HhYOI66gYgOQbQF2owCyxl/TdNpdotVQf9H2DdKb0tO2qNlgME/6QzcXaRbcB6U6vm4mXJpsZZpX/X/YD8vFPiQeA64CJ7tQF8nOr4XLyz0GmD7nZWQk5iA7BMDoi69zL0LOSeI86VFr/aY8wqWyM9hHd0x0T7ToOu9PCMESLYcUVrBOdPoo11Bk1EvPV2q3cmmMfj+1jjjD8A8HJMatsM+x76oPQc6VZeh+DAjMn7ouWv+cTOmdR8Ttd5l2wrtEFNddaG3glPOqLca9i0t9z33Ol8K37KWdR8EN0xAWXR16aDq/SW7o8Zzu+IvtNMqB/L/tA2E90tu4n11DhapySP6Lg+37wonbD1LvfdthzX9+ZFnjvszNof13nM/ctlx9R2HKjf/vEfP978y7++KblGKYYax19+BHAUgTlN+/enAwC+DFzd//zlVuenS7ocbs3B/fT7qUTe37af+9ZUsw/313c8FNUbA8BD9x3fdw3AOzOOPTKC87HjOesHq6kX36XxPgRU/9z3/tLPPZ5fLr85isWxnRjSliBBcLKJie32gXBFetWnMl8Pus42ZZrYO+0CifdB1G8KIIXnz7yf7yz8a6NBqWoDwbfR8zxV1ZPBZ5dW+kP8feSTY8TTY/t3KQJ48ue1dq69L44Uj33/L39f5NNpy+EfzbV4xSlyuaa30vl63Z/MzTipLqeRmjsTjRuN7Mjfk28vAb06Wa4+7ndfXy+n9x/vO/LyXlenXHcEZM/k4pWJOl+/1/adVixaYXiIv1c/+/4ZCTyfnfuBDZcBhax4Tnli5ebUgeNaBPCxnePfkxyX2rwW5XuMAD/lv+0tmedXjbMhw3JQ9/h8yM61jMGjg5cAYNrgEH/sTwwd6ldrwFYg3aA9ezdQzGdKQcZhbR1Sdn+28XU/kwjIUxpufrzEU0kfmj6d8HHWDIe1M2FqRVXKe6eenfSaynTAhijnHu82IIfe8lbWYcepzgLu2ABqZd9r2Dzv9+4odQNDVq5jXIwhyPTc0VF+Z6cI6trCm2ebzgNo0j7VgCEGwpOUx22AkMFJwOisKbo9PwU+DsUe8GLRTAaD03WFO4Lqv8FT/KMeEWNv8JIxKHJABi1HDx+dC/N3AFtOyjrscMDsw8fJXPVByDS3ASeRzKb9GM+ICD4CwBOgMp1zOLVRN44L+W6CvzkoOaJh1DrCsFFjdISLgeCkJaZvBkTd/nF98B6MOkfgefZjrhvvM6cZUgI0X9TRWu9Yc4ABplN8i1fbIOl3GKAMSOmIUkeUHGXePFjaaGVAm/sx7PEZBiBFaY+5ySFUhvV6I0a2rNM9zjgvlKFgpEBbPNPLIA4MAV5Vq7cBbA+nZFCNh8MskUPmG3uJQzPV+JXRYwIP9Z3O9Y4ahNoyPgGccdiGz1s//AmjQa/9iOQJ8J7z2tZVwkvCR8faSyo/f7/rEtuYEbAOA0QZZJiXJprlzgb9bHDpSOoIKMbTgJ3Gh2Gj7/NPxPo41HMPKeZOAOAyrmjQrutlgKroM2ioqNYGUCIXQ58YnFMLOE4RBnZ3KrItU+P0tGtCKzUohsseb4Agpd7s1GXIa6eTDdjutKm8z+mXfTmC3oCA+dSGT4xQoodkpw15idZN3V/WRXgpxqMYwgJIBVxYa7Qj7GXU4x3VrmtMs2a0gdS+aqDaRnvzpvZgGRSdQjv0TFrs8B33ei1KKMpJ0PLUaRAB+gQA17sxLOd884m6sYNPfAazMVQlARSVsjNAxIlKzitEgQIIsW+M81d4S9kc2jFH+4KMbduRwJ+RYhUjeoOVpANk7Y7zmfoDcKy56LWkZw0qyABa/1w7HNcP7sm6yLnQQIvqzbXsT+pXpTdW5LT37tTO9gZ4DQD2eiHdbABg6J0IHuYwEesBgR3J6Wjf7O28W/KIaMjmazsGbQA4kYsseuYEEMbreEekCDSTE0QBa+0YIfpWGk4u1f8kIrjmO3scoNoGKtmDk2rbYyYCk5+K/G3ZKZkl8u4a1wYTWo9s54TwlOoddm1Y03nvi47EMs3pV+Rm+gU9XBZCXhIaB+0yfhl7ZbDk3amn52wBjrB0BGSiU1ND2kbuAlcAWVqfctTtln8pQaDIIuggRy+vSZxPXA7DKTcBHxQhX6znKEii/A14mv/j8JdUwl0PmUjOTqHO3MADMxsFQDDjfKo6nciH1q1Yx9q7DLoQ+YuDjB1cqIEK6Gt9FfoQLal2W344HWpSDTs9MWN01B6ALet+p8CmXehBW0S+EcloHcDrCh75UKCYZZlpFfnFu9GrARYBR+TEQKpXgKeK0GVubqtNgKWVcQ25iONib3CfRU8cdwzqfGrgjghe6VfVlni/dUfWPnVrvytQkShg1S4HBmPMrGVAgQI7MPADeigqjgixkojIsY9VZ9iylEhirw/0COr+ykWlaJnoZctFp1zG4A0deVZOjwJ+a5+oz3AMAZQJf+eMIN1q1GLM3gyYSLpUwHjAIgPKlmkAZs8qTfjbqtnKnHGf14L5XQAFNo96hvUOAG3wghTd3reUYlkZGJAn5hMAYNWBrrmyjmTnCuYfINx/O0qYvnAPkevQkYjv5Sz6ZdeN5R7AecnHugcHGjnj1fNfiPz++rHm/+bmP/6Hu5v/5XdVG1WZH6hLT01XopINRtzdvZB8ef8OZxHWw5eb3/zNS431+86kAl9pPsD3pe91anvGWO+8rTZY7vg4q/4ofFR0UF3s4tmXNX+kexYk1joi4li8KuC7M+hIL0pae0dtKjVtA4gqR0GNZtVXZ5xbp91lHm5u3rz+4D259BV/jlxkP61a1cVr1HB3Cu2fCvAv3uIMKXnnKGXpT33OVRrkTp8rTa76DHBr2ye8Xw+Qw7q+I9gYPtZZFl6tsRFNjnOUgLK6KwAuPOvLMkLOCZJnnyrlNE4I0KplUY0bBzHqENspyOdTvV/OwhuIk1yqGsWuGW49x/ONHPfZujcZA+tEVh+unC2gL3Kc8wYOpXL40Abl/Yi/a7ZX9KnrOJPtwg0qYW/bk1QnWnsR9GlnIMBzeEL7be8/WnPwfH33xbV64RXElBxrav5NO68x6UbSU3ZKbGiklO/oO/WOyBXbGho4bwBUjgB1P9WpJSPgGXQBUqd3KnGfR6AFexRz4Hlgr0L2GtjNoaVki+ojw3tOmewML007nbE7wlYpYTgP8KzTwstuwqAZofpoPpuBC8lgpfkgi0qtUwHwdScyjX3TIHZPbGd30pqTzuvPVV+55tER3+h8fNY1xpl79n7GoD3LvMi4cXpyuQRHDGv8fYjT+tF4bBOW3s/oms3YMpK5xRlxYs8woBsQ2Drc5s2cBXK2iw407VDTnj7Hb3Lu8/21gMHwfZzm6Q7P5lyud3mrWHq99Wf302cb7m/+bhrIDqO90aC+59arictgdv/B33EWL/0SeYMv9//4n2+r7XKCZc3JUeovFACGgOtgOw5Pmzz7t0sA8DRNF8teeuwbPjsXjn7Y7R6BgYvGootv64PWN6aa/YaOLya79MxfAeBvpeSvc//j+eXy+68DWhsEEbcilBBCCCgEdQCkXmgI4gDABmhPDfb8nfoztLedLezZkmsCwMf1sQyAfcDl+9NeXh7judNBTIjec3ztlT4dQfCwmaDc8Q1/TgDwHwoKT4Pxw9wc+XTpzi1hYzDSDDQvRXbPJ49iPBslm9gEhMPP3woAnykDVwDga+M+rqNrf5/xz2FgjwGA55q/vn6vK+VW4Hr/mVrDPZOa++8DgKfydA7U3BvVYQAAIABJREFUBgi2LPm1AOAJ5kd+TCBxRsQeh7v57xwAniljju9QO+2Rt+RYz2uMtZJ5OqTsA2cMCvGMnP1RFECDvEtCoQxfAIDTpmvrOH2WwZHNA+GZGK65L9GNWXsBlEO3ee+ipYwVnSKpOxZAIxqoHHUC8qKLyQvTdTy5AtSGd8/WSqM3RwBYZC4a2oDtSMUJACclInQwUGf9Sjp3/d/xvZfW0SkA7Ho6i/4P9V/Ke82xxp8Uc9QS6vSG8k+OXPTBOsaapMVaBvmafBk2W5dlLK51ZmN7DjNzDAsAFo9xqLLX/uJJDFXTM7WN6jP98wSAj/OfNI7mhcmt9nznkrd5G4ZyR/jjUkro1UrPUYzD4bclz4fxXTVz2sgy0yw7yugUMGYMzzHU1gHrHAAmfRx8MVNpsm7cq/n5JV5JH08p0Qfksf75foJ6rvVrg5EjSjA0ngLAE3j2/LhTMX7xO3QQCNbrYbVV34m3MHphIMV4jVGsDIzQhzpdXEktTMsBsjA+ieYNBJ3K6RgoqKEUENP6UfhefWHZlIFjOlY8L0O4D7GsWa8RgBMMuVwYB21w9/xF79q0NQAsucK41hcGrrgfxwdFEPMO1gl9qS4b1LLMcJSvwUeuOLIEpI3jQYxJ6zWd4tsAi2W45WeiGfZ5LqBNeEbvb6PMysQAMIKhq6MIAV4zv5d0eowoS872+Ob6VPuiabVbP59JRphKfCYDId8D8ggk3pHN3JO9aO8JHtdX1XvGuOC9RX2Qob0NTLQP0NHpn5fcK3qz7rg/AHA3sCKFDZxvXdAp7rM/ErVp6mPsEyCA6Vm8fgqSe/8z4AV/7Uj3PVeMBX5LGmiBmG1kSqRkDEfICu7FUIiBPhFgpPwE0GEdsbyTDSEAmAAFxiAD5QbM4Az2453ZoAZW9AF4gGcZE+2yXr8WaKAakrUu5BhWvHbCmxCF6MwGHZxm1jWZTZvtXMD6BryFPkmHqjnEcMT7Sw4kS4J5acsu/s66AZDQHCtS30414ePPus/v1f0MNuuUWWnHuA9teF/vF38SAYWes8HSgMZycFDqwZZZZIFYZ85e31nX0i8ir+f+6hTejJHodPFAg3n0OUAtn0PzgGOu3QfvIG9tHM18a903DeTwUOMCmGPsL4hIlBNEA6dtWM4e/x4AhHUBMFbtqDYt9Kv+cT5OH8In+l6OCbs+OnzFXMC/AGB8B1gK0Oe5t3MP6yHrjs+RL27XoJZljGVnLgC3LyW3DZp2qtp69q4i/DAYuvY4jhrtYCEdb5dSoUmixrgC5Gb/TjrorasSZZt0ykSuOcKMfgkUbv0pMoMIXTYvIiCtIxiYFw00T54rIhqZONatgEYivlQX1jKftX2n9M44rgC+mgbwgqJxGxACjFTNVm2Fdsxg/M87SusLa6f6/6X6xTu1t9Q/gCH+Ey0AnAWAOvU2er7A7U8VpUiNYNHectaRZamFSrpnIto64r5lgMBa6oAS1Rz6qMYnNX9J++sa3tbNct4yf8RJErAWnmGsimBV/dMC2F5WDVzabJ+FdxpT8V3xKnQSEMY6amTGKroLtWUcmDTfVx3b93X/sycFhHYaad3ZKU15twECgDqA20olXN8j7wR+F58aIOtMIA2MMa7bjlwmytMAPzWAvb/Bd9CbtUkaZcs+O8YoklpgBjpRAaZKwW6dANoTzWpnv5ZFOJpkUZCCXKmb4U873t1VbVbEMNHh2gdHEBGAJ2vo7VvPCUAUKY85HxIZy/uQ9dvpxBHngI3wENG+5hfvg+yhfA+t+MkeBGibvUcgvdannRRcwsBynNTQNMN+GYcVzWE7DgoAFujrtRgdbDnD0tcC917e/nTzn/+uAFidSaUhat8CCEW/Yj2RIpaKIek3mQVSxxK+zPo0ka2H8L6nAp+lFbbjjx0nmFPJw3on4C/zRsYnwDVUBO9V7o+i/ovvEvEPKCX9Db1l2fc8ofAIPIcoe1mR2nEm0poRi0D3JxXJTBYBO544C4v3EfrG2kHWU7MZHrqr6GTvD47C1F46NFQdxWm11xBtfeo6vHyjCGD4nPeTBaracjYUlxAyf7j//AAAtoMA/zl9rycdGZUMR3q8aINTuAFVAehFGGgr/USytvhL69RnOt6tyGyB5CXLav4Zj+WzHYnMw26LPtA/AcsArV0Tne+tY3bXql3WtFP/9likM0DT4gPplez53l+RcYDPAc6i66YM1Ha4b32Rtrp8BseIp9+3XoKDQLVJHWWiggGF5ZAi0QDhtv5pELQdLIrGOgbRlrKbuK56HEecbcN6iHieqGf+yQHCqf9xBrkr3tel1yDjmT9SfvOsgVJqU39X/dVc9mR+rnucYrxoXd87Sha7nbOzQCfVsda52HMeOWyaM+dJ6b11or3f7MyJAb7hAeYfGcQ+yTyk/rB4kXUpFWBnwIFIyvwDX/UZPXyuU1p9LpC4kcojAIwcsT7hlPbh48XSPT0K/mfts6+2cwU8ox106TAG2JOxLXxmXcdRsPszt7X58yAopE9v3mU+U36Gz+d3onY/fmq/Pb1PMgLHa/rcujrPTpvMWoPKBuf7ZqAH/Jb65DwrurQsTJ/Q76Cr3veVeuw3N//1//x/9PsTzttk1mih9MeLAPYc/KrX6SQ89Cp3Zm4QAX7+CgBbyIs5F1ddpudjI8jWwutDXIwoV2fpV44APr73mkfHQ1z0y30PPx6F0MOtXzIWPfzU+R3eePb7j5G5OmS1goBRYkZQZh1NgDbrKkZue+psATAB4KMAFd/1xjwjO08BZu8o97FnFMRFo6SHGMPf4/BhjyvrX0YQCdcdxfQQnzz0/bW5meCZ6fG49Zf2HvJIEq048GT9fQOTpC+nQOvaoq+0FKXj9GuDZ8Po12meHurOcZ5pJm3N+Qm/HAHgMzkWA3A3fBYR2odDzUUDJ/k9tJx9PrYf/p/OBNfGKOX2AUB2Gn/jEbkiEC/Ma/jh+Fx4IF7OR767NLa8z+utDQsNhl1yjvD9Hu1RUTpmFlj8O5Qt87955Dw6PIYNP5n35JljNLcVrW2kmkDuQzx35IkZ1XsWNY5BYcq3Hn+TaY3lsQDwfe+e4HAM97wgAPAEOrM2wp/7gL4V5wm0hiYTXNhzdB655jnuKJ4e7PLUJPKIc62ML8PQqEnbEZ60wS0rPWYvnrmmkpJyj8cAMDqlPfobsOhD6aW1OeXEHGfGIH4b0T85WATIOj7DgTFGadFL+6PBLfEjfdHY2kNVh1yvddXVkSfxPkCeyufWT9e6MICxaE20RJ+q1txySMOrlj6QXosDeNE/Rnt0fh/wT6M/4YlECLjfbuc4Xqda2uuOtvK39IMW68f2j3Oh/g5VZ+5dAgME0uUp/3LkYwN8rrNLWwu4LM1ExmJNqiNMUuOQ30WfwSOh/6rhRoRZGSjxwD1N4Qy/Tv1o6AS97r1PmkDSHRTJ01Hb2q8CbnEPntoN6GLQLyMDhiHzomnAtcbYvr46fGu/aAPQWiuOhJn7e2iWyEgDwKRCxRMfg0LWoOWjeLeN8FjectDcMnbrJD+1AVoRHwJw0A9tEHqK0ainILNIatsYOBT503oVC1gHVdHARlmlHm9QefNO9bH3ZNlbSZu56EWqMNeG0zgA2+o/eUs3MDZB4BhPPUd7vsIXdiCxrMsyyBqzydtzYz52nVNfjN/1DOeejoEdWeFalDuVsOa3I9EABOZevcfd8pVIqNFXxqd1fqKzNzCLkV0GOGc2CKAOw2lvHptSaGiP83NguIgocMJGigH2zPnBUAaYV/QIMMH4Z8rxbRxKZL0NSgGAAZBd/9n8vw1LXiOKFGvgPXWjMVwr+k26k+cxwPZef9Ej2umBqBbkYv1TXcnIbEUmNegpZ5ECSDBQw7ehW/EWzzqC0BHK9N+RrTZvBAi1sazGVy9QpG5fACEYzFhfMvR3ZIbmtsb9hVSLRNqwFlhLzDP8BM8xB0QEdnpeATi9J0wA2PutAVEBAIqqJRrFgNPUU+iWDUWOtDFgsAFdDkBEMGovw/jU9FOP6rPsdXLwwoh8dr7wvHws2RQeUGRRvwOasSZ26YU4gZDO0QYw0QDDI//GvqHvRAtoZ2eC7ImRfTnHrvUrw5jrA7M+4KGAMXx+V8UUZ7YXPkv6ZoNEjjLJe79URB3zQB9eVFQZ8xTHIfpABHIcrD4QVTfWRYAe+Al5KgCm3uH6s67NmbYC4CcyDICLvgtsRl72+lzOJzWPnjcznoEfTZDkVC7ASo2vjbqODNr6d96bfZIIsxWBon1vG/nd5wIbVYvYALt1JIM9OUfmZwB3+izQgTAVXo6e1PMEEGua22nqljThdT/AFRfgl2qF9t4OsKe1WPMB4AEwQdvvC3yAWYmCuy1gmIiZAPXQkbYNABvAWec2AYqOGOYSzMv3gI3wQ/0jknPztoFdAOgA2gFOkFsCgJWi2ns9gKfAN6IJa2+5VZ3KjnZVu8gtjwl6AjbZIcM8l9TN0uEKILMTXDIm2OlHkYqKuvpy87LrT/O8/AsKrOQ5Uod+rRqt0O8T6W8TiV6yy5HHPwkwe1b7lByXtG/vs7zAn/r7o4AlOwZYzlBqpnj6O8BaA13QWCl2BZDTV6e/d+pt9t6iBxGjOKpVXdYY9e/uABor5XGB03xn3iQSk3TFjoJ3dHP2Ide1TEpw1xwGCLur9yIzXEv6zdu3bZq206ScGKChGCkR8HIrk8xQlC9Rj6wlIvglkwwmQRtqxALSMceOQnfqaOrR0hfvUdYTEPs4NSAn+Pvt2zdL7tGsQPgaE2ltuZe5B9h11LAdZOCJ6A6pWc/YNO+tSAPQImeQLwbuvD94j7BQTQRy2npfe9GTkhkvKlr7h5efb/7Tb+9ubhs44AlFkJdOc/viTtGDBsTUVPWxnSolA9v5Sfozsic6Y61BvdoyR/sO+p8cFn1GgV/hcZ01BMT6PZJT6Ft1P8Ai0c6KkK7/iKikH+K+1jPtpOTnkKuJ5kfvJspdZyPu1z7oFL2QDnASurBGlOlBdVtJ6VwOE53in/5Fd+I7AXOKUN2blXULInytCzIHOHjwrqdFn+9rbShVcq3pz1VH+3mBfuEqU3Rf8huC9ar5yv5c7VqnhPdwLlAf6h5SRDvCntrCNY+3T4tO5ShB6YECarWfF5CNzIE2pK0W+K9Ng3rUrDc79aJSoL8SGQ6wyBrDSUfvlNOLHWDkYFhjg2dTO9k6VqcCL/pN/cM6Ku9j/6vnOiIecSuap9ap5u+J+h+etp5iuUwmi+fQDz6p98nfFLlCyvCKTv2oEhnFh6Q2RhYCwuaI23olWQ50Tqj5UVr0zqKDToFMSAkq67XcS/1u6x2SOTVI9bdk1pKrSm2OnEXBJCOEQfmvn4mGtT0A8Ff/IR817WTAcJke8cB3NRek/q55BvL88sU8YgdGBuEsHNIrqwHWiMoTaBFYDomXlbnMMjK6B/SzY5/XrudfCqHWrUvx+DsDzuY15Lv0XckyeGEoZkUbaifTrydKze+1Kz6oflAWN876fMi9nKvshNB2/Sh6Pf/4iMgBWHsMGWk83mc6Y0dtyJmwHes7ijb6rB1NfO/UI+faumaH9Tmwz7ejFFueVZtjvS8wu2/IGlBqbPZP6NbniksAMPSMnqT1LP3XDrDsWTwjuvZYfN4hO4P7iX4OT755/eTmn/7vf6l5LZ2ynLKyPtLvv0gA2IMbDDlneP3eAnbc9qcEgOdkX+zu2Ydh5m2ou/jcrwyk/hUAftxsPXwX8/kQz5638u18c60nVmD3tQ32fKbNoTdyDH2xeeUgw9/fAgAHoNuATK/aCNF2RZ2HzccAwEfBnugUtf4IAFhGECmyPuAcPQgfAngf+v5hPmg69EAmCHLfs5eAPEnBaidjmQbGY7uX+GgaTY5AXA6l0yh+2r+92Z73+zqfHe89BZ1PN+4jmMyzK8KzDyLp51kfHgEAh37XAOBLBttF1/DxRADHfBz7E/pPml+a76lkTAUi9x4VmPRxfn4EkI/vuY+HH/PdLwkAn/UtAHTPb4xV0zjNM0dnhRyQjhHA90UEH999DQCWaBGgs5hOj0bZmmDxpXk+poAOIDu9/+Z6nX2WMaoP+SjEiYid635GeRzBr6yZCTjb+Hb/XjS/j4JtRNb7gH4KFep2zvSQU8MhhxYOmHZM4GBhAHPR7uBJkX0DJViAUdM+UcaX0kzP+Zxr1zRMdNlpZJzbNViheW4wN23JCC5DTh3odEAR4rpeFcenvM/1GLGyOzKY9GJEpubgs9exf5viI6lV3REbuzPPOoS1cZL0nMuBq0GdePn6IG7AwsagHld1aKaMjgFm8k7qCvNsDjwcqsIqqRnM907DaJA2ckppsDH46fBio9DRIWnX2c1amntFG4l6rmk/tQo5DBt8Gp6+DQAb/DCoG2D1aIy2N7Zp4Zqg/j3ryzWfNgfN9bXmTIQYcy9QzPwvc1WvU/OUAWB57Ne71H7yOQ09bPPpAVhushiQbOOWIr8M7Nr8ZcND1nMA4IAKvu90TE4tbLApKbJ3vz0Wrb2AnBcA4O+oSaUabXu+vu+0lu4LnvJuCyMK1JkGNMmodkJQ1LjoxWm3wSDWWTsx0IZ4u9og/aTab9mhGowYhNpIYV5x9NQ22JvoPJfPFOEp4wz083frkg5p+ai5kVd1wFmn87Uc63mvcWDYE2ih1I6hSwOWDQQCNM61lvf5YL9T4wr0bXnDz8+aB0cpccnDXEYCp1wTAFyGHxuDDFxJT2+5nLVJt6YsCU8xD4lUxPBnXtj0YJhL/ouOjminrdT0TXRAdAfkVgA/1XuG14jAEyAgru2IH+bK6coEDMu7H14A7CjZ1WCN+Lj2l0SzAshIvtDf5n/aADQL/zJPrrFpw2La105OtHXdmMg99UiAd0cLlgFQ8r5lWaJVw0NJwycwCQNXR2V5goLIOc0pQiX8qWVF3TzZX03jXf+5rbBtCLUB2eNU+mUBKRu4Rd6oJp7q7LW81bgcoer0uTvds0C0lkOmo2Ur2Z6cMtHyPBGAn7wwtOc5I0Wn6WW/6X5wvw311sfs4GXHmBUBISDOn3MFwE2ts+z/GLbDNwKMe33RR1/WAaIXuOY049i8lrnnZxxe9vsMwCaFqqNoLUuTAltAbc953kVq5KSjVJ1gpYEcezPJvLuPpPNkvSo1ZJeF4D2KyCsaEKkJtRTBSIRVzZP3as+t7qv3w8fMHYCWZXkcBTxmZ+rAwYBIp20fwgHA0ZfDZlTrBkBNa1/OUz738j5H6DpFu6Nq+NPzJBkNf2pe/B1TwjvpN/2wQ6IjrhKdmfSZzHnSsVvuuYangJqAi7TJmue1neK5pJf6BPiSCGLWu9ZtvZP+0H9A39SV/FBgIwZzjPIY0YkM9v6I0T2pow0gRm7D3+LL6g/zkfqhX6ixCZ9pHorO8EcDadJdy3hvPk50s4Ewlgv7OzwkMEG5TqFZATMFchnQNoibGr3ZjyI/AdoYMwBgACzaW7TsfcgRnx3xXf2H/qlFTOrqpCx2VmbvX4Di6JRJ46sU70UP6taazz46YrLmQe/G3iMg0WtRADN7UU0lfQS8UERxe4K9fPGqxs7sVY1Y+v/ZOpCN8tnDXO/4JwBgaqgqU0kBA9IxDSQmGvIjab2FhDk9OXMifaX6/PYNKa9N9x9+fAU3qc+sb1Lpqm8CxqJwGfBinZIqmvum/kc78Lbr19Nn5CZ7KEAlznh6Va+9J4o2BHRijTqSUYysMbyr1NB6c/GHwEacGgpoY23DFzhtOCLTfUuaYYBkeJa/4TMiue1UQV1WywvaB0RTqmX23/ocsE91TJVm1SVD3hbgbeeLZ4oez7pL7XLeSxTg21pX31cbd0TS//Sm6gA/ufmh67T/8CMR8wXG1ftePCM9M2uLPdq0ePcGcLDGKV3JmSagfeR8AA4ySHB5v+kay5ypep8E0AVI7CNTg0SrFWUdhI+pacu8gleppjVOd+tM6dTF7IORUcoUw7mx5A7RvOoD3NaOUJ+LPwG5lC66aA/9mB/rP09vXhUA/KnWBPRNfWifsfwOHBwM0DlKV3wAzwgAMmjoaHdxl9YgUfg8UoHide9S8NU363NWC5Qiu+QZbdxVbWHutTOda/wix6gv++YNqecNxN29JBIdYNNA4OeP9ZK6AIDht0/VHn02iI/Ogk6G3unzovUMZ9FyOY3UGp9nOSKQLR+RATjg6JyIm5v2I4OWrBdnuvKZ0w4r9At3OP/tsxYuMT7HEEXK+N9X6mwcD7w+PEf+niwfjqzmWRw0pC+STaB4WfyF3x00VFrs6k9H2K5zXQPB+8znqG/+Qz4zV+wx0FilZ6RTI9sduUyJB/qr/gvoJ7OBs4dwXgEAlryrM8NnAGCpUES+mj+++97nQPVNZXr6nFE1nW9fMq8o6eiNyIGdxSN6n6L/RUs7hyjtefTFojv6BbyLjqM+1YDoN3LZl0FD5Dn7m7dly15knp2i+4yss4CfUlmZeUxvAFiygH2Po9sAgD8wtl7ftgPgEBEAOMYjj53+8O8FC7v5/yOOB+hRyLAWOOIz2Y4Mqlv3TDS89WI5wDFK7tX5cmd68BmrHWR1qBE5lp7pTDaZj/Mo46SSb0IuJ828S86L7BUiaevp1FROqusLKaCnjUFkj4N1n+Ogq3yQWl9z5G/bY8hBXrzyD//wVo4gT57gnGhZoJT4zbt/PAA4lPnGn70/XH1KSum4cv/8PJPAbd8KWGar+cZuj9sPHTw0FMX5WvtHg/61v/P8t4+vl/7wXph9OQJL14Cmn0+fX/fJXwqQu9bLn9/+fXwxDE7fSJ6j4d4Gk33t7y30z4E9fbo+j1XyuJ52i9vQd+yqjFctRM/Ake6WgZvRPxla9gfb6ON7jgDGjCg8yooJ/oYOnq+dwmLO39EYHXkxAcBvXaffOH2/2O1HPrjU8OSN3D+BM42/J/4YEX5s7yiH8/198vsST51F4nZD1/iHr9cGqP76gdblRqpxf55x7nGdr7VLdIkhfhqAZns/Z+KOa/MqbzURr4G7l5675sk2x3GRJxpxuvb88ZncJ50ppz/R+dTQ/RB9Mm8P7fdpJ/tm3mNe3RFK+74NcmB0YfwnEa8HYHLy0iV+meOYsihrJXwaIPbIZ5f4L+mU5nqb/I7SHSV/9Q/luPl5AcDUm6l/rvO45WiMCcfxTDrMfulg0AbZ9P+4/hIMSS3P49qfc7nTbA6ZPh5IlFoi/0JTHTgH+jkjbcPDMazudK6OeDvKhPvWafafjD/v3HW9QkvzswGZhdStWivmq45IrftiXNcBZmzBE4QMKJuD1MX12M9OHTbgKvcnuiiHnmAzATpDzxgneCbAB4f0ROz50D5SK9MpjPtjTdNmeOno7Zo6vdxvzoxRxykJ94EzQHobenXodMTKydoKUNKHnvB/xhyjKAb6RL7rUCwDOwZwxWLpcM49RFjOsWY/2/Nug7voMAHUGgpAE5drLooLOspl8xoH66O+oRRcPSw5lrVMNPC9I94VwcWhcHgEhxZHecTnkRfpe/akgBahB3up3tsMlhqrR9kcMG7eS18UGVUdlaGs16LnwQdzAV4tZ8JnWgfy6p+A1AZmtiNFjBRtAGjQ8ET308JJlLLltoxozMkAga7t5ce2YuBfgDbm+gYFRav67xSk9yzwmfw6VH/WC1Jtr2gzAwsYGH1/oqO2vqG2AaRlaLAxWLQEdGnjgA/429AgGVj3HOW/aN2gEoYi2lWtsQYCpcNV96AVBlanqcTIaFrasSaOK7tm2HaO2CvR6d7M584AsJ1yvBY95qQD1LrsaKwFSsug2+t+6Bfi994WDKhuekFrGX71GManPN9ODTKd87wNkI6GC/13iu/sg/Rvp3sECC+gXsZ0R+VNXlEEeDUFcJK9ZtXMbscI6BsQJvxgmQQY388LgN0pcxcvSRiytFx2BqOgUg3KOcE8mH5LluHZ34CkDFsYvbvtRFHuiCZHsNAGkXzwlmoMl0HIzkZEfclVSA5A2hcAehX15NTFAuSI/mg2sCFtgywC6juySAEv1W/GLKcrjcjGXf1W40EOikeIgBcw6/nKWkpNV4ODLVeIbJX8ci+cntFRco7czL5huaA5CE/ozQEwWY829idy145Tex/ie0BuRzmXsb9oYoDI77XRDgMtfWNunGbdzq+dBaTmkmWiPZTx1w3QCfloEL8zlDD3GGa1PjF8diRWp/MHzGQ4zDvjhTYrApmSDqzf3rcNBrnmOHSbALvWOLRqXgLowHAdh13XgHMUOoZm+iKAu/4lUsjprKVlqi3X36bPRBabPqTwp7+ORAUoMJDjq6PEux/hN6fUNhAJAGVZaAMshlYB/QL0OVQYmGYLI2JfIA5al6LkHHYo8BRHB+37Hf1ZDyjlJ85INVTAB0A5wBgA4Kwx+DaOdDYg25HB9zudtdIm1xiZK+RQ5swpUpO6f0e/WQ/oKObWheyEhv5gmlA3UnthtQvga4cj4AP2Wp9jE/mYaDvGB+Bk4M88D41cC9d/k5ZWzh31LtfS9ryER8STZA0gYo0IYPZXgWaOMIPvnWZ1RxshH95VSmMAxdTCduSoZYVpadCf2r9P4WWl5XXmAGdgcYp72iXlMvNJ5CuRrao9XP12lCrpdCsCjhTQtWYd1UzEN+sCZypAVVKEN1gh/QYnCss95pj0y9LTi4ikaybCLFGvtpg7QvVLgTASxHKmhAZELbJ+DbzyfIBHJkS6r9atwVZ4N/XXiYK8e8k8OssMYJbrwAO8cpZh7jfIS+S9o83bZiEZ5jMG98OXcuBoJyc+N0hs503AeABJzW2tA+rEsv5VYxunKslk1yJ3/U3LMugOIMaL4d931Icm00Xd8GLwM/LwXa2r5+X8QOry5+wdFTn78d3rm//1735z89vf4lBJRLOjWJ8rcwH7iWXk24qCZu6JoKXdV686TbKPFTevX79d/CsHMN6dfaKd7hRtXYFrHwrMJGp3B3BYxzffI9+LF2pI7wVwGQxowKBqAAAgAElEQVR8UfSTw2n9zTqDdkSASncUyItcsNOH99cGuUhhXH0kjTd6HHNA7W74y3qaMyjdFSAHPZXxoNYLY3SGDevyRNMCMHofLwCvwFDkr0tZFB/3ev1c74B/pQMobXll3AAkFjjN1aBWO/7INguAiuio97y6s37wviKg0ZkcRc/7AZKrb9o/6/MSa69+qHtRPbT1Wc7oLSULWA9yWpDTFDoL/QWgcoYTZDftxNkEfnF9X8tuHBpiN2ZODJza9qLzZv1kjg1g29lMKfH7gCQfvqwF+qhzF+uh9/kCdJkH5gkQ+OVL1gJAO+ndyb7BXtWRkiWLXhTYzToCUZe6pT0GRwDPLSmY4zju2rrbZpV+S/7IaRTg2Wn82Z9Iiw6N0dnsyOrzjiPXPQgimTU08ZIdXNh7viNzwACAvQhq/p8h2+KMaAA44CDRwYpqLyBYmQvYD2usyphTr4N2cqozvlfzZd4RANw6sfd0zjDKFaNU3AFtBa63srcd7p0hw45X7Lte294bcF7HAY3xb7uIXsBw0F/k8GA9R3RDdEpfYk1Zr8vZmPtxhDZwHq2zzxQ6z+Oswv5UbUG+dqKX4yH8pAwsnaknzm3tcLOyBhXNGKfnuc+PcubzOSyOZ8n+kvN8xmQ+YG4Zb/QEr8GcD2egh0q+CDQf7+K8Jx1n24RyFt/O2ObX6L15/7SLK1JdTp04ojXNaxwugcSc4KBBzd/3ta5pDNllHdQO/9bdcJT5iwOAQ7D50wT1oL8dIPVzP//aDH2pDfj9vv79qQDga8DmnxsA/PPn7XFP/qUAwKejHe48bewecvnAr72uxg0xbkkJ7833CCBsgOHU8CsBPUDgbwWAjyDuEXA5AsAZ94n3jzaxPmANEOI+jnjIMeMhbjr286H7r30/DVnzniOwujzw+6a98e2n5j2PAYCXAjdeHANf5Nzko6OMzt/HaMQJQq3vrsxL2k9qjEPg4BnZLtHrWwBg8WsGOcd9Zb+ZzgSLx3oPCI0WT2ZvkCFs70Pw6rGPZ0DjlffHwLaBW5SZDZIeCfTQfum1isNIFJsoWd8GAGtv7vGe9eHK51GeVjTIAOYmMOy2SylqgOek/TbiT5mV78/BiP3kAl967hPFcwSAL63TM5lUAz8DK6QsCn+RIXHO93HuA1oolQ8KqRTBeIiirDt1YXh1ricdaqWk20DKfKveFQemwWdrXJGLzY5EOGXu3P52wsiycFpB/+d788wGi0KnpOrac+DfZjqtOY5LIPFKI9uKPffH4/S8D/tQsAAgHRahRRuINK69J86xEG2oA0SDv+GjRC56vXkM0fOypqC5wJz6F0NExn3cb/O3Dy+uAbijZU3bHem4I4MvtSdDbT2vqNgGCOknB6TGWbQW58V7nXKuDoQHZ8HsnTNlsoFCG82OY2HMMWztqMdTGbTeIeOcwYJZq9hGVEfAJVIVAJjDIcZOHXLwiMXYU50HAE7EkfnPIETmVV7tAp3t+WyPX8+ZUrxy6O0aw6zLgMl73W4AODzgmqA99weauRaWjSc5kCXqYfN++NCGGK0djGJKKbjXGk3nUMw9q8Zb7xvh1wDDOobXe9lCM6+Zw8iSgN3IDRsUe8+pZ7QsGtAIAJyUlDZ09HxxCNbBedN5OmvEEWGmrt+yDPpjrNh8wXxkThR5M2Ta5vM2mwnMOZerkiVNSxvkfRiX4WYT3hAS32ndYhTnEzsTCLhRxMWQYwBsq4bVyFxw0A1W6ubun2rHi9/266f+E0BV82HCGzjAkIDxvX7NOvieNJHihaJNG52O0b55S2iwa4d6H4/urf2DWR6LNzUdQ/eA5mcOBcgnvPM7Ksn7kSNUzMR42tuImzEF7NsGERuIDEA5Wp6uCNjstM/mSQNGWRuhowxy7TiVvTBRUu6CHRAYCwAPV6JCBeDW3wIFe99agFfNv+RLt5+2/Lx5Uikheb4B5kQAZ98TmMscARpiLAMgIFpEGRkaNGunEIMHTh+euSHSPQ5YAYC1p4zNl3uJoLPsKxpRQ67Yh6hgjERrn9IcWR6EPgJ3PE38f0dO79SNighPEGmD+K5PCfDBO7e+siIRNefRS7w2bWxuOtWbXDfQDhEG2rajLns6gEb4H+O9jbp74Xj/trx3BJLn1XVzvY84iq+jlXsxZN8XeF0TkvfacQj6z+wM8GRFgjU/2lAIX7rWq9KFIgfqb4ExWv/tAEP/5Eki1EJvt8MUmQMwGOKUUH3tMQTwBuixQxypQl3nFUDMwNdtGb/NN46EZWOAvTxe0dhvMoDbKa1YG977Ld8FAFVk0DpHdP+VllN1ZW3QJRIUADSXjNTs8+yfNSfICPbjONvkPq8N71Oee+8RTlPtMg2eSusuciwog7f6Q9RTvQfgysA9GcgcnUo7AcLhHwFk3T4GdZUj6GivjxUlCMiJcTr7DMRynekYZc0jMqQXuBVQ284N8K3TjbJWGOe+HHEkHaP+ub5uHH68j0gm4lhRfxCZLT4vNiATDGyBDxy1hqX3K3J2732aK6WvTSrtfOcIUMAULqK5RQ/xp+WjAKuKbGWOoC3y82nRBKDgS/2EJncFqDwpIIKtJWsvst91xg0006brGFdUsOSjHRmoe2ldpjczosXqPTzDPK09o8b5rgBgLlIXA9YB4ANcI9RuKwU7ZRVIo+x1AzhA2+y91lEdyWogCzCJtomQNVCdlOzWV+7unELYF6iZ1wd1OD8UkGRBWgBdRUIC6ogH6//icJM5cJRiIt3huXcGP2mzoix53s4ASWdvXvR+oEbN88XffM68JBOJ5K82rpYJDaC5jnwDYM2fltWMy5HK799X/WJq+FY0KfI3oDxgs50ySx8u2txVHWKvX/Rm1/e2PPmugNOu9wyo2muXdqjl/JwsRcjkBpdf1Hz9UJHAv/2bmoOK5oaBtWdXP50qHfnZpTjQHWtNsF/+8EPNa11vXrdjT0frCcjQHt4pkKUj2NFPeq3WvdO9BwCWvK52idx9QVkT2K6mwTWPiaQtXodvcEIopE/ype5zFDUXc0SULDLU9OVe9n1AEd7/gb0TB63qw4sC35hafke8EOUKr5A2nfUCH/HdLWBsR2DCm4Av5vuqVV58S0SsxD4ypIFNypXYWVLSxY4DI50uUeYw7En2J/Shlp93BYry+7t37xz13PsbU4Js/dJAG/ogtajpx1RJkRPcGwDYDjAA0q5h+4nI6tJ9lVK45shnqH2Gtx7BmannQc5f2kkl8+S0stL/c+aw3OLsCV3X1cfrqQdDW5cnqPE/AYjHqcVrnxcwRwZJXRcV3rYdE3CZyO6SCSz3HnBKhxBBq6wdOKehz+EYsHvS+1D0nz4DVkpmRy3b0QSRgs4WPUlOA9pLO0pWjt8AdH1uYB/GSVQAsAG6nyqVs/m69rnvPD5lLKlxOzOUiQLfADrvs+Y4LITQGid7liPhfU5hj7JMO46Pd3g/Rv8kUp83wa+77ZmRR/tUBxggZ6Sr0s8GXDeN/Txjld1J2ZBatsmpk6w8fm/40PqiM1BA0T1OlxpYNbCrGU+3zypcTvHdpU7aSc/lf3zOc4Ys9Cwc6jbv26nRALBGPnRJ/d7ZISZga9bd747dlPtj40pbrEkcjxgnfGmatCYm/cTjt+10z87uh3kje/ARAAZc1jrsdcM40DWJLOd1//Df/rXWHlkiim/6PA4/2vbirAXsjY8GgJPi1Rz7x7umsPo5b8354Oe3M5fOt/RgLNJ7Hnuofw8BwMemLxnn7uv1NWD8ofce33PtHQ8BCA9R9LHvudbOFia+Yx4YH3r3Y77/tw4AH8ewx2/+XOsiG4k+banCb71hj3P26XN97zS2TWGaFMpnkZ0DrLnEw2tDWWnffJcM5mysXWPmmFl0bSptbDrfmHrcV75/zJzPe44OEX9qB4lr/H7p83UoE9E22DGNfpNfpDDU/20wyJQIzS99N2mFgnR0BLhG70uA9bw36cZP5mIckuJ4EH3m2rqfvOqxXJb34e8AuDEY7EjB0OL0+fmc5M8BuF4Gl37vbD9jm3UD4ymvtg7GL/W/+foaH25Hh8vA79GY+1A7phnywgrLfWDy2TofoNp89hJ4e9wnrylONugbcDiCnplr8eBBcBz5bYFzau/yXh4jUsCRBZJADZStg2I3xz/57hpQMZW/bbDyvE8+ze9JAW3j9/0AsMFeH/44ruF5LC/k+lwGn3HIo99HhxGlL+LwLCBiejQagDgFZp2iypcNIZf41zV3fPCKkdpKsg2V6ocOop6PGe1rA2NSFxrY9P3n94bX+GauVhvZ+sCwjEbx3p0ApfsjtuiDOG0KFBKoBx0BNxpc6rovpqM9ztf94+CR78JuoUOADMyIWb8av6KRToF1R3sZdF40geaK3jFdE0UQL20OBPTZALBTNjqKdvP9UU7u+fSYemq1P4dXNVc93qMel9TTTpkLwLrpEv4OsGNynctlnpNBksixukkpA9ELlG6q7ic9oQ56jqzMZf6b82m5pb5zuMVzHKNUD9+GNB/4nb501wfeNOqopnjXq7ZSH9K0zuiP9ReBWj2cVcOy5lLz0A4F01HIvK6FqosIGFuMHaXHx4lS1oG1dSvJwJYDTvnaRgn4s8ENuhXgS+8BKGEd1j1K99ZR4SuVbjGWawMblCZmSRFxATSrDfF/gy2heRww/N1Oz8X3Wve1Xr6WISBAjaMymTvLOsnWbtu8zyHd63umXF6TrHYbTOjnHREFsOdILoxaiUAIdx1lvdaQ5GnXXBQY0gdpedo3gFsAMAYy5Sk7YVXzGetx1woeegZ8L75AcuBpv0sJyKA7gP+5v9jq6edWimaiP9S3UwB40mRFXlaHZIgu+rkGpi0S544N7YAhvjQgNuuXJxIsexA/lWq5xgVwlKhi+qDIs15U4W/JDu3HyLFtDCVi1eNjQbUc6T1VvF6PaB2Lfu1g0Hznd7m+b67w0Oxn1oTH78troX4yJy1f9Xkbivldjh28owEeP+f+Zo5IIZtU/wvkru+/672bVJAGgA3MMV6XgnDtN+QjtHGEIjRP/egGEfu8JnnfexC0dTSC1wsiwwA6UXjQued3RdU6RTKgIzSOgVyGVXYyyax6FlCAZ40sau2w/wu8FNu4DiDjgKeI+vJnZXRbkW6dMrfelFp6lmMA1dQ6deS0ZBe05x3rXOK58TjtfJGan0m5iUNBzh8xPwegU6rSyADJGjto7LTp8KUBSUUDK1W7ZeQEpadxEvo4nTLzUeMuQzn0VpQtpK4oIyIgScknmdL6ZlJTL10Uw12DKKkxbGGRPclRgDRBO6rjSfroAhDZ/1JnOzzP2vQ+BtAJMETKWveTduKkItoSKVK0VGRtjT8p2xPZDKCM8VLgexkTUYloX3W3m55zPdG/pMyMHJ0yyzUEvS6hffZVAHXPlfcGpV7XPZ2ysCO7iFD7/KWiEknRX3xtoNmp4OPAPPU3RVQp2njXnxSQqLVt/iSyPbqiQWiDCUotWs9BGzucOEIXkSMgomth87cjmjw/GSO6iHXVJd60v63037XGoVVSEztTDKlaE9XoSE8D4juqmZTRjGfqXwYfXUfZqUpr/uGXyCP2Oaz8NfDiBp9LANYKuPrcaxxwCHrR/w8FMn+pNaw9mKghydJOzapIUQDdr5VilkheaoUCDDtq2POQqECDJUnFzmj42gCw1x86kqLdyDAg2gKGf19pnIluZ02y0pLmnNTHRHI6fTIOf47qBvSrPpTsAOQ30G8DN1GERLkyDwDO8v2o4b97lzXCmGteqkaxz9a932kBso+YZx1Fi3xyhLTAxa6xCw9SwgCQhocANHbGCYBG6pn7TOR6oo6WlqMQQF3N2Q+vXvXc1XfF9gC8RL2uVMVDp1oOT+gyqgfNYcznIvQlR+FXtKWAJMBKyyXWL3xJuuRcBmRcy5VLjjOKNP5czziCGHCRjBPM8x3tFGB1W2P97e9ui6V6TaNfEmVc8wk4znPQRHti9QeeYX0QvWnQ1fsUzygCvt9PbW2l863/mN/Xla7auqTpha5I5LVkoub4VT0P0Fbg8puqA1wNbqDX65wxf0dEPOfbVvuZP5wpVA+3z6R8ZzqxJ6KLmX8le4s8nYRD+6kctro+KvfiEMF7AeskB4rExXba30inrPLrsEcAm3hwAfrWWgOolYsJkcmdPUDEa2cg6VU4kEjeOAOA6+xaz8qea8fVdq4pvkI/Zx6qVfHKywKtXQt+sYB4kIhtZaWXXsFe7JIDnxSNbP2HdefsGz4jRw+W3C9gtrxKulGfS3kFugM/c8bkD9o2SOc6s1yxE0t35iPoXf1hraETPak61IDuct4iTbHWTZ8Xeszeiy2HUC1uq2b4096f9Q7A+XrR1wJeE4WqrAPlJybHF0BDgbw5w2y7hgDb+vfdwdaRLPI8A+2UoQHnn84gknIgolF1nbXI3BEhTiSwCVnyBR7RuVNT3k5ocXpxxihKyPAenBkyfTl6872yVuAQo3UF+Mve71e0SuHXxe6js5+/BwDe5fzMr0SRf+rzBzeKNXQuRI9gIOAD3X6cYaXfsxmyL+A4YpoAynMLjgLKDtOpipED0Y+V7UOyoaOVcTypZxKhzQttW/AZVU5p4gXvA5pjgFf2QnxTNDjrL9mLucd68cY4bF9Cxlsf1XP1v0Tlxkl40boGZXllee7I791e9L1kOslx8Gg3b8ot2WcnTs+9zzzzAKPXtd5ivuS/7brg9M/Ij//6D78vByr4+lVnj2J7aAf6ou9nJrY79VcA2LNwz5Xpe+i+4/dj8u55NHOchXi89SEg9tr9+fwyALvHFBv8NSDzDwW4/goAX5v8+/jjfp6bxtgoTo/lTm3aerXfHw+S+Tw1fvd1NJTyzTY6Lz6LYaMZOQfAhwDgyw4LrUB0m9Mo91cA+AFpdRAkod2RT2JkpzVvlGw426N+GrT8RoMKMbJkA9Je2Z9zV4Cv42bH/Y562l5Nl0bStsAT8OzSM5cAYPWyBeoc7+SfU6PgeQ+urafQ6xoAnHaPkYrzOfUvqEK/+tjfSwBwjNBrrXUbc1zLEPMAAJw2VqTWMMhqZfeG8BCQO4GoXwMAPnUmiBE9Hp7NkRfmesqjS/y1lKqj54jmhoPOUJAxZLScTCo98WIDCXxntdiG+Pnuy557lrmJ0D2CDXNNLtCDg/9g2tmP8HvmHmMfY0hkx/z8EhgdoC7GQFJk0Qd53eYQNBdMvXC9X8YZGzePUbhWqBPlY8PEHo+plNTQE6DdMqcBkYODgA1JE0AKqGwjtOlpA96cj6SkNX/3fHVtQgzHms821mmt9WFI9wqA2s4SmiO+b2V9T7prK4UfZECWJdjGOvfbxuekZQpIP9MsGwC0cs9/nAVkkK6+yBAyAN6M54TeDbgmui1zNNNNBwDWd/UvQCqGH6hDf31/QKYYbl1nb+qEAXjmuBKVkTELQBuRPzF80n+njuRAsgHguY6SqjO0W98VnVYNwR6zAWAf3HYdqTzhsWzDaWRK8w3yAGNWR0MFFAWYxEigA3SrbNTQmamMTWMDlokcWftIp7Bef+fgJaNFPdcGkMiQ1MpVCrgp51vmyMjQaQBlVJCxB6OB73dftrwMAJy6wDZuJK2p8BxdkfvmM4zMHsslAPi7rmlr/jUA7HqMjiCaciER5lmfMeZlVjIWjKgBkg0wtxMPhjFA/Abj0nZkHz9V47Z5de1LNU6nvfRhPzIbz3oilyIPka2qodqybMkHgTLDQoJkaUM6z7gG60yxKyoqqmDYAhbPyFggBwLLTckZ5KQ88Q1eybiE8bbu0R4xjBSiF/aB6HdKKWmGPAOA657UQFzyqX7ZDhV2TgIY43021GZvsrFvG91P9X85BpQRMMAj/XGkABunx2djH0ZcR0RxLceiBvZE73q3o7mInCCKxn2QAZvI17XenH0gqdIx1Gz9MmmT7YTg5+2MYR6xXOGfv/d6VwRk3QPoZvnv71dkqcA/ohL0iMbM+1kPSnccw2TPwYpcpz2ioOADjP6yJbkv2jdsRVOENkYq9VcgiaNRkj408kUgV30eUM9j2k5p4aPoEumnecz3ec9w392V7SD0UalaqzZmAXykzKWIBA4V1LPLmAwMdlkIeINxlKGJ/gIgCtgvOmNw5GKtAipj/LVxjpp9pMu144hrKwdYxpAL0EgUqgHXpIxu0ptIfcFnRN7xPMCXswTEaGY+E/cCJBRvhc9ntHBo5sgSDHgFhDWYD88q0rRB9Bl1TBvIqJ/6fIxB3KB9RYy967VUAJbmmnEXeOiIV+jS/Sy+UIrjZch0GnpAIEeVOq2x59myAXmFcZcLUIb7HW3qCFMAWfjboCp1g7sOY/2dyGKeBThZ9Yi1ZlmDpM01aGwwGUABXaWiPGsO0Q2UvrgiDJ3i1Mb8WBATFWnHJkc/Hp2BMBanz4DizFHSG4PIpJ6vsH9FRxUYUXMIGMh7DMJt5xD4EYoqwq0N7RBLcw+gXnPpdPXR5UnVipOZndzk7FV0deYE05U+ujYigBFjdrp7j9e1mNlW2VMAW7j4HrqsWuGaMEdCe/6Y246sl80EutnRgQg0ycd6PalrbSR3dLKiAambyrol7TfyTExVHagIHzkwVZSl+s6aIYK56aHQJ3XOc2udsXUfaMmeVf2itqrSzRZPyPhd/XxZaXq5F6BBNCznDRmjpVsbjOc/18j1/gXdbgGAAVbaESzpoyOTLK9aNlR7rmFshzTkPGq+wPfqpsZaPEAk73cFygq3xvFAEf+uXQhfUN7jY4GJgMdcpBi2nCx+rtT38BvA27tKjcv7aDdRvqzF17+vuS857VSygMYGAj1vtNORlzoPOosC24F0v+rL3d0PBt5Yl9K/oOV70fFFgWxOJ096ctomxbJ5nmjtgLqkywZQo4/PnpEO2wCzlQanPTYP2ZnUOqjPEaxlgbfQXPqNyxjwLjn16dzSrCCQNRFw5u+kn35BXWkB0UhNO+NIB6z3QC9oijwEAJZzC/QpsJ5JA1T8P/7zfyg+KQDxbc1NzcqrH5CfdrhhPWn3EzjlsxqR6ozh9e+rFjI6TkURE3WskhTok/UfzwHWwyMf5YCSzA3wB3KM+rYAw09ufvzNnWq/Mg+vX79RKmJqdkNG+IYlo2hAsS5lIOxw+J4U48p01TTq859SXXeaW1KCA5oLIK3xOU20a4mmnixPMzY5EfA5Ol6dBd6/L354hxzqKMy6L84H0j0BP8k0UGNg/8VpAQpqb0YSQLT6hQhsLoB8oqjZYhm/Uk/XO6kfTSabXB1s6GdapyJDRPlCaAzwDcDo8063zSsBfpFHil7VXl7g/a0zREEzZbcARC9Z96I+V51pZVsykG8Z52xHrbItfZb5yhmW+cTRhIhb08zgnPYQeLYeDmj2pet044DC+kNF/b5SIVt3aUC06yzDq6nvqj23ZCdyXrXeW48P0Kh1VMBrbUPSvTnzZV+zoycHGJyD7EjtVPOuHWxHPT/Hfqzxd2YC+uV/fE/D9jSx7UBSRX1ED4Oeihon+wI6M7Kh+Ip9lznnfT5HobPxLOv9Sz1DJLwdcF9UpHqc+HkGnmDt603o9OgmtIdsAvAkXbdkh+0LyG/LcMu35x3VzPOWG46SzlnFMpyPfS5x+m+cFnxZ32Y8yHmcmwBuOZ86vbqc9vrMY/HmPYk9KvsTn2uX6HMO7wzArBIsaAU9F3LEZs3CD4CaXS+ZZzmfJsL5SdE/Ok9vg6Yvc9eH3+iDmp+WszMj1AL9m7nl6MR5W/xKFoDt9L7sUMOecWYL7yPVxD4kczsAQlvuhGCaxiKN+MX2Mc2NGMaOAuj7f//3r29+/4bSAy+Vvv+THJ19L3sYg5dDZOzElW6gReB4C1N58VPfk0k5feLX+ety78RyD7xwK9GP7ZkZwZTfEQMPvSetR/Q99m2+z8LBF2P9uRG5q41hiFb7J4DD+VgeAoDX6A5AwREYvjbqv3QA+Djua0D6w1xx6bh7+tQyTrWCxrcPRUrOFo5RXRI66CItvHOwnc9kHcQbPEr92bgRRi3gzdfN2BGyR6ERfpoLfNT7O5c/bYw+CoRlJD1dP3tNmefXYeTAxw/Py/13/KEOEn/o+5dBsBu6Nj/n952mgjGNFtWGAe1Urk3D2uy7dNqeG9/TCocUB7dx2odtWDzKwCNP8+yJN1S/+PR93hGilEiVng0v+hzX1PkMiI/ZYIcB/iE651VH9uRzyfX+4tr8HPn1Gl9c2h9mm3nPtcwJE8zSnN8DAGcv3KB/lDaULgNj6+pUllvhtXLreee/7Kt73o9RvPa02+DFpIGNb3v/kjLbL5iRc/OZUw+6U/kx52MpaMPWvfdFK2MBPjFucfDekRR+Y1JJ0a6Ngu7rUggHD6O05f7Z3wlC5LmMM8BuQEN79EXHmQCrPztGDB/5yVEFnhPtAzoAW8mXka66b1AnF57JBnbriNU17GzUySEhv+f9Gc8EiI/98DOmXwyLAn/W9rF5TNGkY185Roq7rQ2wTAPUPpr6XYkUWXxQA35K1Ks2nk0XMk04+osJ3KD3UaYlSmPSPWMNfaWEC1jNmrC+F9Bqy5tNJR1WACsaqA6AlDsgR9IJmlcMZtDuBM2uAcCZ/8mna95GWwJw6x8gQuZL0WZjXSaNI/3Z9UT3OpAHfwPIkU8cXDBIpR/5qViVjtDhs0sAcMY46SwcSrWEGviRZWGDyzPCcY456XyTrmryNEZ5H379pgAYp85Avcd1xOq1DBVT7kz+tFzxoTZz7nG3gYSzfL9fqc7aqYADtmjWfOS5C3C/08bqc4GLPX+H40pkdIBXRSgiyxTF6ejNlO3YPLiBNrz62YFtMI4scT+WUbHXz5zLpHKest2pGAPYpyalaZ/9a/7Mut+rpo0gbRhjbFonAqx7H6mfAJeJdA9omGwbEyBWu9XAMSqeibJ6u/clGYcEyLR3P3pQ77FO38q49v0GiTZIqjmX4ckG060L9b7Y+rTldfG1QENHrgNkY8piPF0AACAASURBVPyIvqEoSdqTI4onPHsGdAD0go4AwEd51q9X3+n+cT3P/ZfRELXqObEDkbM58PY4JvR8Aqa0A4OAnM604JTaOHi5ppnqZ+sRPxegEfDXkdybgTFkMVbVeax7XSPSXvq5bwPT7GtltAFCaMeBzCsyzv0oQ6/mu+tWIksBtvqV1FrGqjYddwK8qhYz/7p/MwJakafSB/eeRhpAzDjmEQxrnV2gWSRrLfy59moTR8Y4pXTNmu+2+TupRmX3qTHw83kBDaKFjPKO5jFgV4AJ6T4xGkJvwD8ixAUeOHpLn3f79ANDJliowCgBHI545FJQWt2TOosYynRGEFDoKDCBmXIAMtCo/aXaMBDpSIypw8H67C0uRWDwNg6ngIaAteGKOBwhtJXutAZC24DbcdJxauNE4PpdpFSmL4qeq5+JDtf+rjS3jMvpeRPByDg/ATBW+zJEE73eOgMGZBsbzcvOPJBeOgqUVNXv3r2tdgswULR163W9bIlYcq1N6zcGH5za144TCDjXVLVjimthKiVoG0qZP/Q6GzldC5QUqKlVq8hBeF6RjnaIcYRunCYMTqmWKfoLH489iXWTSG7ejY4rQLa65qhlp76F57hwfEJGZr+VzBcYQVQX688RyTVCg0ekga61cUuK7XqWe+h/HCUs+9rZUHSzIw2U5DmiWqE/aU3pP7ovTgpxmjLozZpx6uZEQ6t+nmSl0+YCdhgcrHmT3IxsshHYwC4ReYyz+ltj0B7KvLBOaz4UjV9pjiPCANjkvNaRhRjvcR6RjGUMLe8cXcbYnRKZaGGBor3XCPgXb9Vzkn1E6JMhxfPJez7I+cl1eVnvX+pvnA+gPeCkyjGwzqo7AFQp66G0zwDm9fXHAp+IzlRazUKkFBHc2gH9oq047k17gfXGyXfoqd6T4Xv64wg9ooQdJUua3U+f37cOwVieCUSyLRtZYHmjVO01Tr2vs2rwO+CvgX7o3dlXoO2NgTVAIvS7ALXiTdKw9p6cs8Cu/Yhs/1rA8Y+iqaJ74Q9SyhYweltI2yq1UWuK9Mof6z/6JuCmo8fDK/AgXYbvoP/LV89W5G/OMnGIc9+cpSD16eFly2af5ww2d+aTPreyWAFUHaHsdL5E9ZK9JFkSirLal6AVehFywzV27XykerrI/EoBD+yi/aRk4m2l8f3f/ndSkDtzBbVup/O44lrFTyBa2ynv7dtK19x2AVI2M+mhucsa2FkpwPGzck7KRXv/+v+9lm7MszwHgI+O8F31SWUtYBDeXamDOUwSTc742N9evXpe8oCxKs9FyRpHB3PcNe9WfwuQZbw4CLCXfSjAmPahNZGNgJjebNAn7Txmm4AjxD8UAIyDl6Ox6yeRuvX9c9XnLTDvw3utX53VyLoESEbUYjXBmtLwpUf32bOIdVt1bbOGvqrGdMmBRHCzD4dAkheuZf1Ee7tTFjP+D+VsgAMFzkvZhtC5BNIRbVz38x11ZwG+nEUpdVt9HjB4yxkPBySX+oDmkuFQgPNC9Rdgngv64eTA3sK7GQMgsvbh3gqX3are6f2LL4jwZL8p/n0VmwtyG8ZBHtkBk+t5yVzVPiabRdcN1+w0OGcHRTuycKb//MnljnB0TJkE5hYaeH+1DicAOHKZ/aXaBvxU9gQcsFTyoBwC2UvYc9BzcPKRzs1vcTxkXn22i7yQwzj6LpHNqnML89lhgXdYx4/DouWmMsMgqytDADzCRZS2nFHRxyBuRRTjhNKqdY0Tmloftj5pO47PQp4A11+ndInrl1NiQfSv++XcICcUHyOcvcuZExDESS0PrVySBackvhJ8rzF53O7vV72/s9TVWFPLd62VXoNhZ+0Z0efRQUTn7g/Hzd6v4AbbEP2k1KKhazsS2F9+4syEDFt6Ovy+nfNZk9KL+adzc2cPYA9r5yedLzif1z+XCPK17DiMVXqgnTtFv4HHWZe0Di8HReah+Fg0Vtr16ImtbzG+zu72OfuTMj7gwPjs5p/+8ePNm3Kc0hkDV07ZQDznLPZVMxlZ3ra/qxHAvy4APOHtPjEs8p3+EqY5/3oT/PKjrURvGpohDgJnHiS9IP49AMCMsQ0KZ+PtxXMFSL4WkXxl+g4A9LW79jt/PoB6f9t/rG9/zf5PI9kSjocFcgkoW/fqwNYRTL0RWVCWsOHvXhsTqyVlkO6BH1Y0S9fm0Td7/c7+TUO933+6zi+u3vaslgEXQUpfV2fa4HEUCA8AwBn7NLLboO8ezPX/c3jkTwEAnxiuD/S4Np4j79jQezribEjQ/+JcNq+c0s1Mszb31ag9fI803u1ufohM5t7peRXjjrhn3tTdPoKC8npGicvcsuk9tE1cmPRLYz+n39hYxEdu6BpNH+K3S2v7UjTwTAl5iV99AL7OySfRjA84QxyN7aet7rqOHjjKhg8ZoYXWxkj1Yl7Y8540sGn3GgB8zcklYIVSarVBdBqyl/FXjH1FfjRvoeajyCWVyzRwmy83KGiPQhsv0jcDL1b2LwHAzEvSHemA1GDEpGnaOPJKPD1nLV2l0xnrKzJhjt/8eMoM+/sNAGeNngDAJSMxpO++OB0PF5TIAcImtt5DmgZRsiNP9MxBn+CzIzBs42BHIPa7ljzTydKRWFKoMV8oUtHju8SreVb7SDrffT2tqeRxPYnHLJ63ff+StUVwQAONhYNUn65SYS/7VHj6Et19QDwFgI9yw/ts90f7n4HcXOnPTBdt4NzX5J3UCebzSwCwxpw5C+A20nvNdNWzn3lHeCARP649exp9uPpbhxBF/fT4Jr/OiFbr4J5TDIKp2+31eKpDKGqgD7ILKGFfwxzZCJbsQPE2ZqwcyOu5vOdsvYxUVtF5BFLl8FrPJjJ2Eb3pmDb1s/eipGQzrQO6dBkL5EUbepEvREJgQ9oexXv//NLgmtMGYu1xhxLd7lpTvGTzgQG41qPoE3pPv4/T6JLT0gUi37y2FYjSY6ANGSrz9zqYVvv9Xht++1yBEY603H3ATb056GLjOQdqR15mD5/rZQLAHLZl6Op3r/UuHa6BU60pg4KKvuq+kxJ/zUm9daeN7VTGwwCVtXMEXrMnKXqyr9R5dKS55b77xXq1d70N4NDfRkZHOzmCxoYoTxRTuaKg+zMd8nt8C5BvHk5bPAuffIexjihGGTTqnQ0KS58fOu5JJh7klww7jv50ql5H5ridgD42JHq6LYfi+R7wTWPQvGLI8LkgALDHuNO1ZcxENDr9H0ZDRzLT1wDZtClAp43PEA3jV1Lamm5CwyQTlAa7o7p5o2qDah2ZRyJrDIh2HTKtRf8dADwAsNLn1rtXimCiFzB4am8q3lFks9dVUvoGAONz9AMi+TUv9ZTko2wPnL2KRzHiMUYhaR3dJ32AVHJ2XgkwLsCUCD2tpy0P1jmz6KZIMQH1HfGHU4AiRHctXke2OFJMEVfVAwz9qicsuUhmh5pv6rtWZ9nXxJfVrunZcwQ3i7gGUxJF80yRiE5BumwLLW9UC06G6OgcBd7BdzhEqK/wTafQVzQiRlTrY+LhoWrb0cDRk3IgpB+tmwFmCFyOQa3Xpo2X3qkRVxiYecbyoVNM9nyQojApzl2awCCm+BOq1di/loGVGqqA/eIv9mgMgCUiMJ4rQlR7PQZsAyiJtrEeYlkhM10ZfTEgQ2toghzVaqtbkn7a0bipOQ6Nu35ny7eswaSzB+hd5wRoAC/XvU4Z3escgFupRC37Yzx2BKo/i7FYQLPmm4g2AC72Q9PFafsN3mRvYnTMLTTTO3HaqPWMXAigCBkAEHErQ0ZY5tc7qI1bJGD9MG8AwEwv+6jqiVZUKnQDzKT/jvQ176C//UQKXwBPGZ69J9L/z4rwZH4AZB11amM6d7IGd0pf19HsqEjaRc60vEydYwPhBsmlzysjAKm0XUv5Y9W0JdqO/jmyuCPyan3I4F/Rnywjxsb6dZ1Aoh8d3eVdo56RfmP+UWmOJ8XjinZybdenXZLAeyur2uPGgUMX67fWBdm3ACJJTa+0moCrREoqorBAv+qDshuoHrKj/KC/avNWm8+fE7lqAFhOGIBVRVIM1oyRdUc/Aa+UAUE8YwcjA1B2wBDwXs8ru0Jd8LzBDtL53kqOsecDADMmQAQnYuiIVuS3eCv1lRs0AaDH4Ql5TsaCVodev37b8g1dA8eTlqGSwDaysybga6Wvr75FttpBdure3t9QB+/uXmoc8KF00GqXyEqlsNZ68h4GHQCBHVFdYLMAYAPryhIk3qU27hsBwKzV9+9xBjHYhlPLrlvufQ8edF1zn5Vcj9NOl3LoohSE9BVSLttJ4q5qK0t2rSht8zWp+6GIo54L2CqeVcpr+toODgaAHWn8RdG/RGxio8OhpUDYHz7d/Jf/8jfVp3IwYV3QXtNf4Hvr7QK0lOXBep/PegZlzlAA1lTJVeSedHaJS9d65lGBt8hyyTCDMkufNXbl/VIdcbQjdq0fX93V/geNSWFec1ffCqDtc9ltfffmTUUnC9BhrySS/HtFNa9ziWSoQZ3p9MTryDQAT1AXOrKBbd7p5qk17YjzgKc4mnnNuT4z+hsprbVfaAY9DvlloPI0oajJzKV9XGuI86mzjsznBOJJL7WDCUSC16XTIdfkdGZ9j4vxvLhVhWL9rYwXRNXXkAARGaOBQAClnjsBlbrdc1H8QqpvHBeed91V6o0DmmeO7MTqOVxO7VIdkF3lgNBAIhHaPEPqaqeLtyMO8oj+yOmveQPHIOir/Tv6OkAjsrlDQttyoPmRahHGk6wxgI2MU594tuWvaj7X+m7fP8nHr6zhPteSWYHLZSx2JCu2SMlmZZ9ANpvScjCTs6HlCXRnHAZ/2wmqbQw5xyWrF+0nwwVOrXEiwYmDi3PYbc0hYDU887nqwBKx7bMQPLBtdPPcZdlkZ4S0Va0U7TyXBjA9z5pr9LvYELUmQdTZt32fMie4R/shxs5/LVPkLMzA0XtZT5IHm5eyDkQrjW0DwOpDh7wj12MT46i07b5tT+hz6jo/DnB12tGkR/fz4s0GiSVK+I8jr5z6dtSv5Mwho+CkK/00uO01c7wChuc+O5n5faLeVmX0t4IlWucVNYvm//h/fbj5138p2XqLapbVWzejg7b+wt6i54uWCWj59QDg3gAOc99jb0PBGSnOP2gd7sKdfsEyEN7TVtqYUV3xUItB+mgI2kybgTzU2cPE3jv+3dac3Bm1dQ1IPAJOx14dnzv9/vpYho3RdD2AAw/9/RB1rn0fYI7vc1C/9P6f2/4f+7lfAwA+CpPJ85e+mwDuFoQIyN6M2MQPrKBI4Gbh0+e3xM+amUrxihA+LNT0cb/nYLztiTnp/wKADdxtwxo3HwCcGPTbLhdheZQXlxwWvCGbAJdAyskzR/rO75ZBptbKtzpG/By+TF+OnvGX+pTP5jPzPg7UXAtc6/x0XoPmkzWHbUi5TLfJH27PNLXB57iWd60EP3cEdu8bW/qfSCTJc2RVv0dDqN/lARUDeT90lO9zLzjOxeS7833Bdx/3nWv8d2x70nXO0eSf/J7D85QpMVBPIJV2rkVDTvrrPmg2lJ9paD6jw+Dr3VcfiEl5evLeTqHqfu1D847o3a2nr+dr8FRGzDG5tlH2/Mlz7QnbqWeOY9veeOb3Y0SJjDBtPMlakSfgACfmfHNP6tdM2RAlPfN7lBsovBgAuOS32jKIIeVeGWLHWpvvTb+juGUNHO+Z/HqMkJ/rORE6eZ/ahxYYM0vhl+dwNHHoVqeiNavwRfVbNUIPao9BZBt6cwhLGthwwHH/slHFqUMznoj3RRPsPCjkfQ+H2tmOgUAfctLG1O0CAMsTWJc9LWOpUB0s/c0Reh+8E3U8HaSgvcbYBidHVWIMYdOqh3XIs4NAwB4fvmzwSPrDE3205dWsOxk5pMN2A5s7MsGjMO0Sie3P5JncJzXXNLJnK9OJp2qAjz33Tok4aXetdu+8j3fNZ2zksKF4zWPvI2fyt+kheY3hsjrnGoi7H2lfY+zI4Z3C2e/Of6IR61Zer10zj7WqSKld8yzrNLwYYMJ/2zt6vjf9C9C8aN6RVTMyUmtaxsD6udbFBmV2ZO6m0drL6lkZ7mR87aiudBI6j3UmMH9+B7/JEH0aNSeao+tJnjnVaeYrPHxNt5SDhYwSjnhi3emA3QCjaYTFgvhFe6UrSqYBD0fX2agYgHN0ub47TbssBwocLzCodFpsnmUJqQahDuan+4NrlxJhBsDg7zCIREYc9wLNXcsnRbnV35KRTTc88uc+7pRcPkAHqJ77b/q05VCveWjDuwAWqu1V4zpW0ZKkis4TyICBxqnjAzYvQKPeC23N23ZCIO2p5Y35Wun3MBgAEDBP7Sgw16YyOUiud5Ru9Swp3mNQBpw20MAcWr55XDbccwXo0R+SSQYzTG95Wmi8X4gI7fWYNMSKENWeakY2+OSUiowrEe3bkSvAlJ0WeIcjRg1kMW10T4BdA8rZIx3BaDmwMz04swWWz+ztzOkzoo0ajLBRqmuo9fgSASjDeRtFn5F+r+bAtVBt3AUAURSYgNaKEiKio+tyKqJCC7FoqqyEffYQ+GTwHsufat3VvwDP0CnyFPpMhw7mRpHL1QbrYDm8FI2hk9ZOtZl5VAo+5GB1Q4Z9QAPGyxbV/OpJZk0ZsM5l8KYAvBojcoP+eV3bgMmyJAIH+qu2Xs2x5aijsLyPWT4x2QC8ToMKbztVYtYQ4KnnEZ7jfvOel6kjleNIRxsx0nIPQBf9Sgpkp9o1xEg7aqN5VNGLKhVhupjmWy8L4K5+1z/RU+3U2JCL4j8JPddQbmMoBsyPAtUtawTD6FwSR+pka3H0sWqOVnvQkVq4uaCNImErogj5prGy39V9GJ8N9MCHbfLHkKp2Ot2iFbyWm3amCA8pWr73aAAgvat4N0400mEx3uKw1XusjdWO8DFY63070W/ojEQyq85mC1GeIbUp7RqcR054rokkZyzCPADOiXxBGWYNoSdJJiTNIsZn6860TbTsyipRfXSqf+ju9Q0ICbDt1OSWdaQU9ZqwZI6erggr5FL1f+pFc63J2N7nHYHr6MaKXja4yU/XSnZac9eGDsDRETjiYdMPYBhQxZkHHBlt0K0+q+hC+vsR5wxQl973Jf9o+2mBuUUjQGN4+tWPTp0s0KkuHFf0ULXHPQKpcLSpNt/V3qGav4pLK7qVwZ/55+/P1DGt2q0YkyWD43Ck+d9Zj5hfgQpK6+n5R/0UyK515HXlLCmO9ELndVSsecY6rAemNSlHEdf/RWZqL1N0n/nC9cu3DOH9AIC8TzWBa37evXvT+yHRmQA14V3eGXuGV1ec5rIerHvW+hfZ7IQKbQ3K+6KP7DvMESATF/Iv6ehJGX730mAt/Mno4iDy+vdVQ7fkGutDIJIcZUjDbH0HvtC72LO0NwNCvtU7iHDNWSrnAfYTwG7RsSP1vK6IJoSvXFdea0Lz+vHmZQHWnEk+VZpqn7OsGzri+6n6jhzzmAHFoQepau3IIB2iIwfpl529cIZyvd7bF19u/u5vX95UwKyiy75nf4KP6h2Aom/fvtF4XlWtY+aZNum++WXrs9l3AMjoN93R3iXZ4zE5A5cB7qSyFlDEQ9AQ2bROq06Z+6WcF179UM4f0juJ6HVUKnsk/CNwpobIMAF7P1b65ufPX5WsR9ATcY3DEvNj+wZ8b8eBOAE6LfDbAo/dR+tDjqplDUQuOM22x4KDkHkcvjewau4j4hgwntrFt6VvaAm0aUX3yGBPEm7LbhwXmFXEm3QwAd41PwTToMOKWgaJs78iZ5knyTEBa+hjjtLVpffQf2QUa9IOFElrLedabtN9/p0L/vygNYAspg69v/ee6Hu87v2O90Vr7SVyIMXJwCUllC5djmwV0VolKtg+WJ9E0hKtKvC/GEQZmvrMR6S1SpS0UyjnEwFsnF/0Uhwm2cM9145Cjj5mQD/9c41v+Eraufm8gFXGER2uMuhqvr50SuxnReu7O5fiUjtS7dDiweKsK9ENZ3xoxwPxgj93NhtKYiAbcGxNVjJoxQruM0nzCjRRCSWR0mcq+DUAsNcRoLr5RXqZAGDvRf7pdzuLi8fmetB2jeJ7Zy/yHGZPkm4lXdtjdVpwA9neV2sMcAHjO9gckV9yDGStwrStE8uRsPlFqcbbXhPne/jCpc581vqJ82fvUYDxtpX4vGY9pXmtM1p5JhB5vf8kalrz47Go/z131vlNO4kzrZedmWDV0FTWiSaEZ7b3e/OWx295fwSBJwDsfWM7G+vZ0ayO3DgPkDGBcX/5/uZ//vePJbPsXKr1b+W0+7qDFZJtw2e01mZ/tRTQEQiTJuaTRdD15z2/TMFyelsT9oToFn4m2n5xlIw9EWKBB16f5x+6L80cBnrv+M9fPcHf03763scCTH+uAPBx3h4Cuh/DO/OeX7q9b33/H3L/NOxFmG6Q6JQ/pfwMVtwAA+nHvOhlyDuw9WMAYCs+EYge0U6VvtfeXH8PAcDZTNya25cQP1t23lFPAEs+uAIAH9dLNoJ4Rv+5AsBnqQkPjBW5dwZAHQTpNQA485BmbZTszbLauAbazeajoF7a+L8FAD4qlpl/NsE1v+LB/5+9d2+yI0mu/NDdeBQK6J5ZcVcSV2ZLyaT9a/X9P45MZpI4Ik3kcrrxKDwaLf+d4yfCM+teoNA9JIdL3h5MVeXNjIzw8PDw8OOPZvje1H8NADzBmONG3vL3RL9L90hOX9h/5vW5NkJjG3a2ohBQ1vfakJn+5eB1TZ5M0HQBYCfl62sA4PQ3fUz7DwWAY8DbY7UMgkwyeLbClrEeQF8MQZlbGbj2qLWnt9eSD7Q+HcXAn+diuLcpzgakOBlAcgHAgFatEAX8Xbw25nO2OYG4HEwnUDDnJ0a0AHUBcyTr+sCW+9PWeX7nu/lOqRjhm3FjIkDO/DajmsOfSeG96upKSfcBJACw5qSVauT8qhYifrLizlE7hgm/1169TJvT9MRQeBxR1s+mIwr7rt0bY7uMkkfcx/wzUu6k5W1caqBKyrr3E6U6lMEyxubeT+QZ3R8MqNBUurrvU92U+qD8p085POh9HX0uA5LG77bWFty/qDZog5uZY8WedEqfrP8zAKq26EeDvI6q8EsylqScyzAUgcfhUUagI92TLjUGObXDga8NzOt9Dbie9dJE3c5WQ6fIqbQVIGuTN5v1EUxiHNyrqK4BhJ/B7gkAJro5wOyiadMqBzmWtVIc9j52CST2fBkYcgrwLcdbLBj8StqklqeSXb0+eCb8FwA4Bt/cg1Eo/BEwDcAua1hAZvUjKbHnuopOR5tK39hg6OK3NNKG59WXNrjDD/aMbyeUtQ7c78w7P+kvkQkGHTE2dprYAKJJM4wIquWjeoVyMKATduQIbzIGgLJ8tlNGGyv6iwUA6x3e91Jb8UznzA/AHwyOISG8gWxPFLCi2Hrd7Pcjt4x6Tbktwy2RGW3YFHjTFjlkbyJgVjsNLhKVejxrDoncYHiAwuXsigGmGgIsEL1OAPBy6JCxyDKrA/NHNCgARzngYDjk4A+AWI1iGMh+M3XAZCpI/w1uez2Kjs3zepZeLcHhaB0B8w2UKmoSWap10/1TJEMDxQ0AM77E9iSlryMeoKcdA5RmUIbSgP870tXjtsFGRvqaZ9XjVErfNnBgBI2DQF9b8woIEHkiYLBAk16vMoQCTBFNtkDBGG0cCaJ1LMDIIJXoi7xXmjavU0X7tuPLAoDrfqV7rPXMvADOyBCmUI+1FLQ3ngFgooFW9MqYk0T0xuGEJ7MvuIasI5TgMdd03uua37nXABwgFRG2nWq+I1KFJTD3BVRg9NV8aw/ZDhCkj0VeAbBwb1LzAjhguOOjyKxqa2fnsX5gnkbOOGotciGOIJLA4jnzk7MgWJ5YzfPYHIniTU17IXsw/FnvjyOR67ifHMpq8uZ6MPhA9KhrYkp+DJmwIq77zKweMP840XD+cKIB9U9G6XofrKLU271PwFffhJZy+HD0mvquFH9kWWmDZfeP9NKR++gsEp31PgzeiQTFwM5Y3X/rvHFUiCwSuK9IQbcHj2Te2A/F26y5ikR1Clyi1jZvyhFu7hHpeDt6rjs7RTLTS7RiQOwAvoA/AavTN2Q7ckp1CDEyNwDMTyKr5bhBXdY2bAMEcF6lCwF/kfvSt2sMpKolLevbmkekksUa9Vk7wp8IdvRsgEuBi0RF9p4H0M0DGm/bRxowpBVFQgpod91JPnJAGUaWVR+cNd8RnpaRdgbRZ5RFIE3vu6456ywI0Yuq75029W3JKjttea4BDQGCvi2AFnDo7q311icFSGDwZ075IM8EgBaNtT6YVOnjdkxg/OzXMmhLPzQI8KT44FOtfQFHAOLyH4iDnZEaA7SMxym431GHVBGzrgUMPyITsi9r2FosvH87owwu61+9B3AYAlBjbYrHpRc+evT994CXtGVnKNYOgJSijDs6DdDE/GzgKGUAkjUJ8JU+fMAJSPKercAONKrtLgBYb9H/0GHvqq43axvwn6hi+BGa7TS2H5U6Gn6m7iznL6UKr/uYAwBCUtK++gkwt6JwC4SlzvrWyRljOzN1SmroDN1Zt8h0OxeVPAbIF6iFrCfi07XFo2OK4+v72wJyw8s8BwDsFPjWkewMydnGKXtpnzbgLZzLUk9aO3vRU0BNR/xD6+UkARfAP0/eFjd8X+OsGtLPPz36y99/evTDyxo7YFLdwzJ5V3vCTz/9qLkGiAYE//HHH8Ub1EFmzTxTanocj7yPCEQsng7wC9DGx+cEohvJssE+4zMOgJXGiY6C3ORMDzhXjxF5enPLc9zoMxqqAHTUDlx0gC4AxNRoJb3v3Wvq697W+vL9ir4H7IU96gKOLSoBQMr8Pp++eVMp7gtso71nla4ZwNjONc6MwT7pCPj3orcdKO2QgB8Ge5FsEUon7rq7H2ut4tD1vNae3gOYrDOjHWgoN2AQsHRX5rX4WI5sOAjgeDEDhgAAIABJREFUQETbOMnIqbKjhBXBiDyssQMQo5ZgY6p3IX+iPwis5D/1xfu9903XNW51UNfsrOS5gMVcXsJZAC3j9ll0nVnqXmUgYC6q/y5BaACY88fLchYg2wYpjD++dT1tbAEvXnKGIVUzBoucabzfAxjK+TS2oAKvdeZVf5BDLgHAMYg019/Qfn0hZ070R2l+rDHm6W7NEw4DfKgr7vTfdmZSJWyir4s+ciipK6xx6i7ngxoDPwqUlGOKv5lnVH73vLEP2Z4FnaG75kdOeH6G51st9lppR1CeSUYWajXzHLWxkQEuW9/OCugdSnO9bSuArchHq0Fkh2HemQ7LHjtd7O2Mfsq5p1MW0yfT2E7D33xrp2AcDKSPL8DVPC5ZCl+gi7Kmuj0cMjVG9BP2n94+qR+sWvXFdKw5O3ygr3pvY+4ShKv26v/gUaaTeSdlekBYKJFTt/01e+7b0MT7hYcww2IaziYlP+3T4f0pwQoA3ei3DR7TtuZH52LPHUPgHpxI+UDHnL1yf7LW+HvOZgaac7ZZEeLqU60v5FiN/2//8OnRH/9rOauUfPvlu5+qey9at0cOlWzvs32cZqdDs3iwiqxPtW8xrbu9PxMgOmmKh/v2H1eavXL39cvHfpzvW/rVA193vt8L6oEPX+zk5/t3pNWlBrZxf357Nrxdo8/nAd9rTzFe9/uh7/nqafszfyD6ew4l06iqRXji/187nEQebaXPLW2W61PF6QXX+pf+BiA9HGr7AOumOmXOxY5ffufXjDHvncYvnj8bE5NC+lrbE6xe/DgigedB6+LqWcbYTddLPH12ADiv+fM4voYW894Y+a7R59e2m+euyaovAcNX6T9Di043WSncioo2pN4uduT05OX7bznz/UzxzN1nYCstXLq+gLMBlorTTy/5Gnl+Xv9f4oPzvH7pXdOI/zVz/1C5/GXHliN6Fq910+3zc5d7Zr/nVjkjeTc/XEDruoFzlPKs3bsNzr45qbpCX9Xzaq9HKZvtnS3FagAYBgu8n1sRPBr+Ls1vQCQdsAcvJdo2SlPosNKn9L1fkoHuCxaHrSusZ5qXY2xbPw+yfOsoy4gWBXkI0G873dLMRoMoFZ2vrBEbZ3dqJtfiJVLQh+2sr0t0nmth7p8rcr2V/yP/7GgfG5h2lBYGE829lGwU/FLTSQGH8a2NURMEnGtPh4zMB4YBHf4xwG6jPhEhazwamj3FVzuyQ/l+PgLu+G8cXnS9D7oBU9cBYMzvpbW+QLluPzVzBaRPo/ZYZD6c2DhtprbjhKJQeryOJOl1w2FXRitSVB49SUXb/j7v9mFyg0YaH57pWm87s0WAhxiR8n6vN0feunapxxLDc+aNdhPZhmxLKu9J60Ti5b2KnOzPfM+cj9SQPdynKIAGbWQccTuuX2yDjWTIOEXTjydtiFXEV4NC4ZfUzF79zSEew0GvE9PX4KLBgg1eCVQdYOQnGWiouDR4rSfxvKdc0lWgR4CnPXZkeoDTzddZG17rOzrpUsS26NT9xJDi2nZuK0C2DtscyHUoty5pANhM6OAzrz+x7Ph9rqd1cIduvAOnC0AeALV6xgAPCoj7NPdqvb8jxBSRONaM1pmikxyhFX7JPNlwTJQ84IOj4/gOPlENsJI34hUvt/U5jIN9p+da/N/WgTVXyDUBCU7re/5ofTYYL2MdYLXWktNZi+96K8UQmJ4YjN3R0+wpGq+uux4wvAd/hZ7meRt/I8ehiVLtQue+Lv7ttrb+FeMIvOMo4R3JfpQbiZ4P4SxjzBMAD9Zp7OijiCqsGKusTDt+QsvmP4NUSbtp45XnKLQy6McYEvHBPRmnnJdacHLfXaUzVSaFXrOqrUgUYq9T+unIdRt5HOFqoM5pW52mMWC87icNsJyFbPRkT8h6AFijbxjy6UaySeCIi4qitOLtJGC6OxMCEY2wswyoGP6rvzYcm0+0phqk4n5SzPIJYBDHGxmf+/6kARYfSfFz+3Ls4j6JKu8p0Nx1eLfupPWmcbIYi6qamwApjt5kpjHWJtqGiCIzsudIEbrIAsZVBjXrZx6Pa3RmL+J+wCrI1udYDP0yXDr6S3zb+5x6Xu3AG0pnXvTDQL/2KID2VnYdlWi5zH2ug23DrNpR38r4Gl1EFv8GBuunorlZZzgE6bIdl1iyvmbhz+vi+GJnEqK8nO7cxnHGA4hrmQxfOfMD1yLrXPcWEObmpiKgMHArch45YaP6t2Vo1aoqwytz6GhLG5lpD5oYLKb+qPmR9MRy3GYu6lmlBJcRP2l7GbNlSdavM7tsOWYZ0JHRmlNAJOSwAY7nN7eip1NbV8Rbpaf02rKMY+6QizIYC0D03hVHD9ZeSgeYvl77O0rX88XfqVVq7M48D4DABzoEOBN/Ub+RlLw5M8AH7dCQsQqEab7gWdbXcjBSFFqDx+JXZw2Q02S9ANrTH4FnAqS0ABZPwCcY5VFFkRUGR7bjoXQf9BPp4UUfAFaA0QId4B/44e7uTqBDQAu/A3lKjWciDS0PNPjmaacXb2dMSJMzNDBd/a0o6uqcZKms1q6xTB8i89HP22dIfA8AzJwYgPc77XRgcERQQvEpgGjqpzIWDPj+eF/yPvTJdWnFYx0RXzTE8eHFixsDzjVvWgcAWA3u2fHDaXcdRf2dgFbmy1kGeh7qb4DHpL90/Uevc6I2LUdd89ayroDbV6/UpiKvCwkkQprvqUHMJFHHlUhzRZASPlp0fFWpnPl8/5IawdY93969lcxTO0ofjJwhktGprL12Hb0P3QW8VbuOQNzAuZ0RKtr5DRHF1quY0zgace+LSnGsrBw17rdVZ9dAS59r6147ZFkeOjIWmYbzgDN9yAmTeaRGK/SsuUIvtgMS8+o9G+DLjhFu76eKcobf/qJqtf4P//7Zo7/4d4A/1UaXOIDeRNwicVyrnHrWNbaOGLx9ieOTuYK5/enH19pfntZ8QydFvXV9btXIfYLMhpF5f+m87wsgFPBObWtoZwBL67/avb0lQs6iHKcU+2aYD5Ml6GUBi5wI37+rSN7aP+TU0Nlo4GfptzgM4SxT8xUQHb5N1iWl1K57nj6jZq+jq2nPmTG89RIN/rxqRfus7TIA8g0jIrXm481r9BQWdfFwOTYAzP3udy+9vooQvC+0j26Pcxbjkc7hbgqsdur+cpIBNK+9RqmccQLhnMb46328H+Cbfpmefk61bUu24dSFg7N4DtC4gFNqZztamrX3vuaU+uEN3nG2akA+lmZq0nI/YhcgF96VQ4naqPXcToiw0w2R9FJRrC8K4C4AFlDtu5p3so2slNaJ9K5+fdKexT0uR2EJ40h+OVmW80xSFLNccTh4VOP2GcbnF/Ym/gwQ+4wyRGQ3+FDXS7f57rs6Nzwueihimw2HbAeA9rZZCCys18iRQuu8HYEGnuA1E7tEpzGvd8aukLMu86OEBDVGORr0cd4ZQJIZyHp9dO0cadkCNL3FXwKA1Y51aEBsgZDdXkqoQGvXG8d5yuufVO8GJD3fdB1+cHYOxmH5JKfv5h1u0spUhhNHGscS4T3I5QzszOHzmZ0nI+ts//N51Wsmuie/aw9lTutf+B8e9trCqUyKpfgkujz3hieghM+v3g8THMJ1q4kGi3fGUxwknGFFswGDtCrkSOPt1JP3rTNCR1hrTeEYjbzptvqYJ36LvTdnm+jeMzDlm943aaO2gEd/+H9+fPTpvfeiXwhewJpQk6rgkB7j05wxVV6tbVpDr/9vDgCekVQaMYQYgEHrhflqEWpHNl03YB8eWn9Y0Fz/bKX50j3xKjwDuV8LAHyhE6evrZxN2nzd8/9y7o5BJsp9ev6PBQCfjXXZUM98t+1VDwOAs6DXgazZar6PMe1xbgB48tL0gkmb/DzT59IMz3vOQG8E1jUAeBroJIiaIJ8DgM2gn1+PlxwgYhyZ4/qXBABHsb8oL4ahc35/BoAfCggnJV/amgBYeDY/e189dKvtKssAO4HbCRLnoYcCwBfHfkHUnvn2/vr7vKyaRuXzOrg0D2d5sozcJyNv+C3r4tK+9Nld49TeAbgdwMw1B6C95n87AJyDi+VFK0gYUpdhbETqXhlUUqVNvpwAcGRCvr/k+HEGgbN3TkBW88kBtY00UXrTrTUfGK36AG2jh41Pm0836HEJFA6vpI0llzHwDYN6FFSBByiy9TPRS3qm53mCJbQt3/2x1vWeBiP5fWVIiHysph7XwRhlUseZBsu5z96d25jrA4YXU1IZxXs3hsAcjud9HAYFqGBIGBtaUqqZP3a/c8+l9+17N4AfhR07QyK/fpanrT86EDT44b630Xx5bh7HqGca0FUU3wkA1nwP4FVtxmBeR5YD2Nzg1AJVmnYcfPbcO5WyefmYVjkAVur4+ACMkd2Hmeybc/mIbj221BYWGK5Dsd/rQ9IGemPE5bqB4a3nBVjFYBkAOPWX3L/9dlgv4ErmKj9nbcyMVeCvDBojonoOpn7PcwHC57xekrWTJlNOT/B71fc9ge9uz2saA+Rah0U7AXx1YJrrlGsfPjoySsbxcjzwmsGYYPoir1Zacw5zDcJonuREARDuQySe6K5pbb41SGgaueaZD8nCC4pnfKCOEeIss4+E5P5ErWW9hQ+UqhXDc8uySTcb8Q2aJV3jeZ4DbvCcUqu10UxyRYbRADa7j+aTeDfbcGV55bEvmVt/J/UoI4rDTeopmZ5Oo8nncwDw7EeAz8mnJ9bzmmQOTvI580Mf4ZMArIlyhQCJhJwylOdmamsMJI5m7VSzcjzCAI0h8Tif4cvMXdbMudZf+pZILqeE2wZq7ZXwFLyDMSXR3cXjGP+8JHr91715D0ZE6ODajQbAVJ947BEav3hy11nP9/zUu9mHMPZoz4V3TXXeyLtoU6n1AVTayOFoAgOcTr+3zz9n+mbOMq8ceWhLekDzlcBi9aP3M/a7jvBDTkIT+oHl5a5CTfSc0mQaQKOkoaJnAggNflWNRTkQ2DjLHom8ibzWPlx9ibOAa6V6jSgqVjVijwCwxgKQ2WNAz4k8lFxDNgT57/Vjo5yBw9RQnfXdBV40iJX9nPcqgr4tVd4Par5ZY+PIab2StQEA5L47Mts0jr6n9VzXcNJ5j6F4AUgG2TG6Qmsb6l23WABwA/ymibNkuF6oo20YL/9h8BN4B29iQAVkxkqr/dsGWhuDiUixI4L5o2tFV/8SMYqMdiSMnRfWxqY9jVS1BqhEj95Hsz/bMLj1JVx0sg9qvdaTgGU7lNtGU+jE+5HjGO+JsjYQnjTEPXYZZB3dSRQRPMg6xCiOowc0wPBuA7JrsSaikChFwD+t14qck0G2DNKSzQImPX+0RxvuUwGwHdmH0d6lNuwgxvfsgdBrZYSqeQ247cwENlgKvB5iLCCpZIHkPyCl615/KNACwCBrFIBAzhQCUcyrfCdwQuuJ6HXm03vus2ekvT06TzmakbSxdvZ49vS5gDU7TFTN3Y4WBvwiFT4CZ/KIHAzqPwEavT/Szk2BfhPoNn+65EEymdBf5Az7k8FH18KEfvCvwVPrvtRvhWiPq0928GmQXPIPhw7zLGCC0+3Dp46m4nygiFQM2cqiQWcAkwC1AF+/q6hU6gUTxQp44ujFlFt4D0rSeqvmR45Fpqnqy0o4K2eD0vTyAiLv6IM5m+56jm5vbzWvqrXcDqSAsR8rzbb6VZ2Fjk8LGAXMcipwaqVHdtjZDrkMcPu2omk5mcBDALpyAGH96qAC/wIQ0n/WN4B/OydVe0RmAtJSz/bFi1utDcko6VwGbe6KF+Az3vfiBWAZ+515iHvtKAD/A1pCX6KznG3EoK11NAFZctwhavUnzfPT4jXkyLsCgAGon98SFgrYRESa1yn9056JjKh/P3z/vd9dc/DmTdX0RbbjiNXAFPc4hXDS6/ocABAHMEVKaeZbgHVkFDzQi1B1P6vPTr9MWnDXGmat3lQtZfrypgBgnhWw3fuaz3V25pBskDOKdVmnQrbcoD2nne9yFexz1KGvPcKRqnbUi33zxx9fCVyu1VgRwD8/+t/+6mnxXMm5R9WXnCuq3bcVXauSBXonjkTWL0hBfXvraE3XhW6nLoGjBneQc+Gjm7o3x55PlQaVmtHwKrz17JmBM6YfkPm2ouMI8JbOUfT46aeabznpeF08L6AWsmr9ySkF3oZ+pFA3AmVd1o5eANLUdvfeaL5FPmqvqj6SNvrJU+qwOqPVu6o3DAgMjztC22CwnVkMgKG+0JbOY70upIML9CkAtx2S4CcA4OiOP/zwg/hM0b+tNzCOwmgtk3qv/8TZpSJTtScAztZy1HfI07r5piJGP+JIQcYG9hP26+IHxkBEtB3yHWHKtkyaYyIsXQfbJYeSfpznOQZKH+o1AR0535NNSA5x4v+SkTU+apPHOY59H7A4paW8K7ivgITUqJXO1TxlOjBv6A+IS0dIB29FBbEMq334F9aqUxkDkMK+RJaSscDZBpKWv3Vm6NCOWd9V5LD4AH2GSHX0Vuhc8oR6xzsVu501LU1NfJ9X7fyVs6DXoO0NclBWJgz4wHJJupd0QwO1cRKApugKZsuS/TixkZ5czmV2AlN0ePMrWR1wPkCecL/26AZVtzOPaYvstX3HfEyWHkoSSS8U+O9zhjMK2A7hlMq2aeEUIhqxmNAJOuOLZGs17zPwTrMt1aztVHaKmoEKpgFztPbaVuX4m3GmPm/0Eu1LGoX5Gl7SGuUaqcJLLuTjAAGfYySHej9f52kB19tGKB1JZ61+STcUnYbn+eSn98je3rvtqU9l7zF/eO3r/vq5MxRuW5pKBUgn93v++g/sqXWOv3P2DdkRNHayAHiczIOkB3Yy6UOWqdNm/GAA2BwV8k0irIuLuP7lSKjTl6Oxh953v4V7BOetA+zN7zGkSiGVEeR+W9PYevlN56vXxn2+7/Pj++cBgHcfHwo0X6PJ5yKQJ/1jiLpHnaxaLR7T9HNtzucf0v61fpN7/sg/nqfwwa+NAN581ItwbVTHnkTgsEmcwVH1Q8LOG8bRMON+0r+8y8+XgOjDtt90Ak57/drLcFsA5towPa7x9fb2mXTK/Wln/lTfSX3E5jDmWb3r91wEgK9N2oXrZ2D3WkTkr3Ww+IquLN69BEA/pJ05nxs8/bycOfLAoGvTe4NXnr/7n7Nx8j6fzittJzvIUCnWw4CW+y8BwJMNJqudgeGL8riNfNd5dK/fh9D7Gr8vHm7Q59J9e/36nWc56n2mFUk2dR3idjTSlwDhc3sPBYAjKwKgfinid0bl5gBxUGIkE3fUTw6554jd0HsBuD3RoUFkwJQ3MioOGs05S//3XKP8tOxr7V8KNIc8ThvU4Oh0LIo4iR6Q2mun/ixFr9/v6Ku9FhIdGNAgfTtHDYY36GcAahm7+kAxeVUeyPAKBz7EMO9s9SCGgxiikYsHAEwGCvdR3saM9ySriQCWZ3w96xSu7rUMhANo9iEkEWqhqY0hPiTvvXDOz0GPWkZqp37ynmDP4cM89hyLPijkOZBK2c3a8cVErsyIrE+qC4ReZ2OX/mPcmvsNAAd4XbKnIk40N6MzSQHtCDNH8mSfjREzNXNT2kCvGns4B4AJ+p73z7PcWvpEvdNRCZ0+tQa/IoDb6Goa7jVxpv3UByZgser1Ime6fc873sg7cjKggYzoAOnNT+jqBz7VPHba39P6NJ8bED0cJPqQk3TLcyzpdyIep/FYvDjA8iOPbfmZ9py6fPQ3E8x6GiBwgHqMgxjQ5wcDn+WRZZsZzAb8yADWX1Jr25DpiEADWNUHvNIxwvW6EpjZFim6gReu05iaz2zESh1Gm8o0R4pAj5HA6zLOMib9PvRlDF5nljEbnEhKUNcQVsoqDowtA84OrnN+p3655y1RIzawJIU5dFJEmyJnTXyMOomuB2zTOkbmIOvE5zYoONqkgeKOSuHd4lntkQajaHuBzf2+BTS6g8uwLT6MLtlABHMSb+35fX4P/0y9lGsYouiAU1nuWqRJWevzo2XjktOt92S8AGQGWjH+8dP1E8+AfOg800Mn7SwgRfZR5F3MSaQH1lxhdmnjPr0Rj8nAZqP5cS2nvxh57Aih9up/GI+SYhRnFEcgEvXTNeCqbdWXU6Sl51qAgt7pmtXHFNvHc4UMUb1enQkJS4f3rcx55gSj8tx/J8AfWonXoWzLtGnMztowHyG7uNO0WMCjzKTb4CodrtiRWpmXwNdt1Cs5WiQJwM56SLS41kPrDrzHtTF/dsQeYFv9jlE1MhDdxNEKLdsUgbxrc6s2dGe8CA1YDxigBAADEiCPVjSCwWtFxpJivuUR1xR52XzBTuhIFuaoZY90IqdNtdwJGO36YgBrgACRMTLs9doLveOAw9y5VqoNczY6YQBeuZLbAOhxY8AzT7kvNkBiVEUGOOpEkYzMkcZkxwcbzfuadIrtqJV9xfsetQcBLLjXvSWjxNw3xVftkON90vsz8+co8uqRInq838Hr9FjzPZyu6OTP1Eikb8XH2V+sY+pJ0Vc1Q8sYHd0Qcx18wovelxHde5brGxqQJeq1oiwBrwqYgsYBOpFJ3IcxOpFkrOW9nmzMjs6x+I9WJcNsEITu1n13ykquK/3tONPZkSI6sh11Mo+iY/1tUFuowprXZFRR5K2AbxwFCtAEVNU+6fUinY9uKQ2w5Y8yI1Qfkk46jjSK4pbeb0enyGvJQeRb69Sq+V2fRHY6enrLb+aS/co1Y7NHudTDAkTrHo0dxwfVHvZadQSW+UIpbBs0JAqRyFg5BDVPGTiGt837AHyAf+wPSFPp54DhkvWiZtEeUKJkMemHBTCT2hXnCvZ9p3BGDwEcVqkCTbzTxwowrPe7NrqjylkHt88LyOx5XnKi0Tn2d+Sg9V1kO9GwThufDCrQRLK19wDAM3hdwLr2dqJwHW0uh5KWJwKsqu/S36sf2seiq7UDa9a2I9jjGOkIdvYmHB/4AB4BTttpgmver5derfd0tLkoaR2Mscm5pI3o5puSL0VwgFI+8ACpnAXA1H+us2tnKcmFoiVrCiBZ5JZyRbRcgbw1Rk+d58Ip170/KlU2KaohgnicZwvUo7ZrtUe0KqoCwM6jb8zT0c0tI73uHElPmucCoMUj7QxVNPNy/KVqB5O21tGYKluhjCad1ah1bctEP5955/kXL3G8cHReSgTFVsj99JeozW/JylTjYi9xPeq3clTR3vzkefHZz49un7599J//6vc1vn0Co+27twZ/td+yN9d4AKGJgpYTWy19AXjVmKLKGyBi2X5AhlTqc97/otJMA5YLxKlo+LsCWQEqn1d0NkCkAWynUZYDRUW/lrSr5+/saFPt4Uxg54qsO2jofn2oNn/88Y2dY+SkVECozhGflJJcJa3FA16xsl/V3P/041v1+/aFM+0ojX+1Ba3eV1phoi9tT9mlUaRvyRHG5wnWyYsXrD/vjgaIzDdEpZtX4at3j26/f7EcNd2j7hc6CvpsR1ISCfhdvRs2eVug+IcCpBX1XVThfY4YNX86bbuznZDyHZ4Sf0l3Q79H7gD4+l18RwAvMoszPv3lhCP+QlZUm1zTXoRDVZ8LBLhyriJyu2QC9osbak+3qVI6tc5hPX5ogb5Fz8NW7R+uDLXgjpoh2zC0tysCODXv2b+dqQpfNEXwarka9HcpB2encPmqnfZfc8266Rqy8BBzyFx7HZg+cuYpuS09g0lbqe+xg/tcY/2V7APWg5RaWw5rXs/8hDasKebBtdq9fTB+6+x2Lnaa+XLKwYEDx1nR2uORuOn9Dh4mNbXGQTvpHvpoMsdJz/L+2VtV9cf0liNanyttXzOWpu5qLmrNyHmvxkgnGnBkxkXhahR6oiNP1Snv0R4o20Vv3q0zrXGv/u6+pZ/SB5EP1UelBef1bYcyzRw8QVps7ot+YPpsWug7urtwFPZNnyGWfrwcNOL03Wugu53xpO2sde6yPgUfbOcj3hm9zS0dPw7Qsl4DZoUs+f/+7n05vDAH5fhU+iT8obIN1RhlHqRbIfORsZIr5hWlHz853D4cAD70K5Pkib/8mfdcuiPPPfS+K6+5eNltSkk9RRBa8djvnEa2r3nD9XF7c93GqM+P758TAP6t4K9mfxjdzvR7CEA7DaaZi39tAPDFhS8l0WvkbAjONQlVBJgk2hcA4H7JrwGAbVSy0fxL6+VsAE/yhwkAa5u5wjfn/j00AviS48dFqdPv/VPw/rX2fwsAPCMk59xfk03rQJuNvnnm3M7Squ41dASA59fZzNwPf5PNc96nTXR8EY9P8QpK2GwILuq2dNjsc/HnAOBl0FwA8NjEx3tjyL5kAL1Gv3lv7tEBfzgSHWmSNXnswz83AHzu75dSp++xWkHzHBtsiEK1FKUTAHyNlgce6IdD32lAPhupzw4ipv8G0M/vkwIpwDeK3zG9SVIOakwccfrAkfV05o+tJHstKFp0RiAM/s318Nqm3QaA3yvyw1HFy/CGUs5BA1mKwVVKtnlJ/esIwLWe66vpBBJjHNeUJobTDn2Nt1/dTzUPHaxJG1n3ZR7PoOx5P+FvG4FNz9TNujbPvh5eOeo3K01kjyvji+HFtT7dgpVx5tpCAIO5FPmqixUj+KazHQDmnphUn7R1jryto6V5egwi9VB8amkAWAcT0zJRJ36HwTrzgw+N3OYD246wnJFYE7zMuCefzJSvBsaSJspGu/mMDh0NjM7ritzRgdXrNvcFlJ6RvDMClXuVOrN4JFFked4p/yahTM8NlMXA6EOaO5offUBq5xYM1OYnr7uABxj98hGA1QCmwFEiYvp9C2yoNlSzEJ7u70yH3dHU0WFbCDg0RtH0ocaqU0CrX0QUyFGix9KGM/VVkZQsPAMBoWUA4EQKyrBX/ZDRsyPAc/9KPVnNzHW3+L8P16klhsd66JyDpnnR9E90j/vfNNe62QCzeFTGM4zKPqg7pSo868iAMwAcowj3uDakDaXbUWSn/44zU7IqIHNmvXHejvOUAAAgAElEQVQZSiFotUW01Iqoqv4rarpTn6aObhyKnJLbp/epr8Bae862MXSt/fo+RqTFoz1nM/VzPOmzBjNHk0cEGrTgk2yvl9MvolRMbwP34Z8AwHMPMdjlMRgABmiw0ZWlFYeJtDHfn2iypH7W2uy9c+6nrB9F2ctg4Zr1cWhRuwBHnb5xrVEvGI3PkWtlLGCuMYVizCnrigEFG2eSspSouIwPAy/jyd+a22rWqVHhNxucTCzzrPh3ZQJo2aFUkNAXWdr7Mj1RimwbOGYmgykH5ITFpl9tO/LLBjSvAd6Xc4kNLGwx06lEsgcZgUNG9tzqc/YeR1bbSXVnDvHcb0cSg5KeQxuYA1CJzPUf0XDQCYMOkRawFTzl2mht8G4gLbIR46HXeTtssG+3nqv+9nO0a3DSUclK64nhv2gQA4/4uIFcASo9B47MdaSAUhsqsqRTCKqcQeZO1i+NUfXWGojLXC49qvuiG4eDrwy6SpVtQ6PThhoUihwLIKm9vx017Cgjsau3A7RghN0pRqF5l4cgdWjRM3qVwMuOmEnqaehEZJ7Tc28jaGq1er207tW2mkTXl+a2ItQsP71vKJpCOlX/k84gq7iiOQFw4R/SIDtCznLXe4CjFOmfSpcQWSKV59Oj52Xo5zppGqGl0mjW88wR44IHAE4VwVPXkUviTIB98ZjfRV3Y1FOe+q4cdYYTmNcnfWsZUvuYs9947/CznrulP9QTMhJrvog8ZezIuwbHtG7ULa3x6CS+4qgzrrF235WxWjUva00qzXhHF6kmMjoszibVfKKzV7R0tUT6X2jHu5LyF8MuNTJnRpToSKohSvpsUhTXs3LaaMcZ8aj0E1ISGzAUH/Y+Zt0dBw7AgDJcA7gQpd3yMrIuOgVRmI7kLTCqwHNSwSI/FIWvrVFSU+uqRlnz7vMLUVbUpUy9+9hGlCqZrAPROd85Sh4Z5FStGO4dwZz9jRMG640oV9aT29wA8E2Bm6rxe5K1zBI8DEh6W9Gj4k9PXvFVpRGudiJDV1RxfadUywJLcw5zpB2Aux02iCDm/QZOkypzyibJD8kNO7gIhGkA2HLBEawAwFl7rCcDwHbc4ePUzwVgAkimHnLdA42i28jRhzqnNX5SOtMu/OX66V4HO7r4icBOgZtks0BPbccd1aDFwK6lVLWn6x5HZXOh05yrtjJAk3knmXkURQufE3mvdpxSlX0A3lK6b9KiImP7jBBd6/VrUj9XRGuleeasZHC2S1X0vkt6Yz6sCe5Bd3bq+Bojd/eZlE7oHUTcqpb9kwKWSUv8cwHiAPYdJtgATvZ7850jQaGb5TtZC24KYARktOPgm3/4+0f/XYGTf/VXFWFb7IB/hyJJ22nDjjuuEUoEKWmAH316/OiH31Hft0D5SoMsxw0Ca+urtwUcK8K76Aoo+fL74vtKfy/e/Vhz8BZHK2eiUR1ugGfOkkVT6U4V5cpa+FiAibPwAHgD5DptsLK5FD1Jd62yCPXsH//4U2crQFZ4/WufrzHe3LAWo3+wvm0jffUj9X1vKgrbMhJe//jRZWcA+qEXKcuRR/CQQP96lxyE2AOq2+yhRL17W2ajDCjH2a2jhut8Cz9/qLa+//6lxjM/70sGWQ81nV8SedxRo2+K3vjGfKo01pxXnhY9EVcLbNPctiNJXYR3bIuoBuoZ7iv/EOlxAmnrnyO3qdlsZzTtRUiB9gmCx/ng/A4tnAmh2mL+aw0SafoYMB4dV3PKmqj9rtpFlwJ0TsQq7/xZa6VtELSLflPOVFpPNaHUFUYWyNmurvlc4PUqUI8sLMqgYfrKWQC9Al0Y/UoIszOqiU9LhVSK7t4fVYO9Hr0thwNIAyC3s6m1vMfU0Q7sfkcDp0WbZ8+sW9jR37yhms3tUBDeQB4ih57fWv9hDBJ5gIjSfSxL7LSTLCOsF0fY82Grw9FM5bF7r1atdu25RMaSvcg6W4sR9Y37ETFcc8119ubOFAPA3m3L6apm+32XbMLpME4n39pzQOcDyczWL6EZ8xI8cp7/EgCATKfvjDdZd3w+Z1wOKGh1Hl+6pa/EgWbr8rZDwAu8xzYHFsy2JSADsoTol0tLdd9Fl6PtKXqnadaR+/WTdu/b3n2P99SvA4B/dloCy+p69m//5v2jV6+RhVDSmXBU2qCHQip49Cr1C35DrezzhTJlyXnMH+2n12sAr/tyuyfy3mcT8cKXD7h0qc352OfbPxq+L/dv3wMxtsHbRPC0nw0kv2acFwHPgbhfJEYD1P9YEYqXgLaHALMPmDgz0WcAYDPhl+b3oW863nct0vN6a5f5aEVIdD/PRtyH964PlFeGuwRVNxhBmzQDX3qPDAutULDYA6yuVKBZpWwovYmcKKb1m/Hlu/Pf27DlA5/XxhB+mu+9hi4ZvQ+rt/nbHiz7m4t8cYhg9r1fArLOUT/n/p7HOQ13X6L5r/me/vxaADh9P9DvzDhXOnV/HtqQE0Y7PDdl4FFzPPOD1vixQ/rrHN2rDZO9CmWAzS4A6ng2h1u1mXH1ffdA4gv9XiAiuv14R14xo25/zdzNZ+6tkxMgnHGaR6fDT/j2eO0aoPylfu41uKNww2Oi4+K33VL2tON4AhidTgpzfnpvnIDBom0EZV+Y+2gUnikn8tzmExsEzvdOYHiuVcatVH5SuG0Qi9zJPB+iitv78ry+S9VbhtBlvGvei6Es/V4AA7JWEdvm/ACEuX/eNw20ifBNSupEDIlHULx7LDmE24BrI3HAJxvP/N7je/ZEufbeNEj7O4xifGz024AuwNU1uZfrSbOl/nTqNPc7fBOv9+xz2eiO+hTPaN5iYNeYnQJJ7WHQxgjRUiVRBeoHyn7d6zTP0cv2+trrbL8z/U9NaHmmy2DTqW7oRxuJlB4nc3riZ8CViJysuQmCxmARw5oOEcOVlWeISJHRR8b8oz4QeYXBzAcGokltxIfe1/fhPe9JDRoAdfJHeFhACgcdHcp3u6HHJQB4yonw3YoqHrIt/T6vgzzDnEKzGPsD3s41ovWEYVypOF0HSHTo+cDgipEbOqWukdsNPX2Qj2Ff9bY6BedZ1dxRSsTW1PxifJAx3AaGpBlX/20HkMWVe1SjsL2IFdGiQ7AjMwUE6HCaQ/Mx2jf0vDSnmSengMU/usejg6mjf/lAs1XLlDntCOI9ph1Jrui/PsDTP9WM7b3Y0XS77q/Tydq5Ifwhfm3v9BhUZ98VCV3jxxDMdcm1lpHm6+PeNPlJcrzDJSQDe1wHYKKu7xqBGCXH+m5A6yy/xIsrpbsBsfCnsgTIO9201OEZ8Ax+W3PGhFu+KWIIuTHWi4EyyzjpmDJUG9RhHwrolLkKL2EgSY1uyULSc3XEi/uy91/oEjnodgxuBQwMvbQnyODrfYno8oA1yQREHxWx2Qbfbc5wRFQM9zdlTPIcBOxp8F16uusd2rBiPc6OEnsvjIxceyJnCgDcZUCCNtDLKU4dBdMRCZwjiJBUTU+nSwcASSrtGdnruppt3Jec9LqdayLRyUpdSRQP4JBALH5nMXuOn9Qc0Jf37Ok4lGBD6u0LQICahBnPcjZZkWnQoWS19rSSCYpUtU4AjXb6bhv8nTLbNJBjCnNVNIysi+FzrwUAdQMafKYeb4cMZ7mYjmzihxjye7EpBXsAau0xnr9Piuq2EY9oESJgkBHiozIm817obrnhDAhODW5nmKybvf5cO5KPU/YZCIHcBqZsMN1RnA1Q1w1x6Mk4vS7tjABVZcCsOcT5w45i/GsLZCkHivSTQcvReDxvPWfLa65532g5Cn9hIJXB0GMPv4rH6z/er/7yPXJCkeq99qW7bH0wdA89spZsbK7oKKVe3s40MsLhRKKIFt7PXoSB0WmEASC+ETic84LfxXOKrqyb7pQa1x+vCfoEAIwzB+sEh5lEzprvI9uj8/oU5xTGPO9Ivo5GK9pyPZHogFQGRB39GRojU0jDS7QrIAzrgTG5BiKIdnRF1qsdkAxAiitW5J+nFj2pnFb6PRiYk8UH+ZPyFe6TLN4Cx+k7hmtFHEruGJCOedV6jqNqiIyKsx5AqfikIyKXA0mD3tAV5zXWDAAOkV0CuAA/VVfXabrN84zH5SCobQ4NnpaBXXoFrKO6ptz0TQEDTlstedxpYwETnjwnApP24RucAEq2MEcFxCqFK3Kyouy+FagM4FaRktTiFL843Tl7KOOCJuhHqidb8syRY9bBiZKkdi38AmALaGodBBALWW9wTZkB+gxl/qpovAKpcj804RPQVWCrdIideYR5iiz3OmMfACxCtlmGugbzrkdsRwCvV3SupB62fDHvfF/plOcZLLV9LR+dKvum0oYDTAJskJI3OidRngZrCyCsFNnQOdkFcHChVriji0GzrDdE/3AddPQXdtmaS4HQ3uu8vRAp6j0OUJ8IWTKvkBJ2ZRERbxDt7prEXo8eK+2xPnAWsCOWZbTquDatVfe3I5zfUEO3aApQSypcsUvNAWmRX774XvPKemWOIDzjA/xUrXTAJu0lXuepe5nx4jADkCBQr5q2Q4d52ilqeZ+jG+Eb2nj79k2Ni4i+b4u3Xqi0wU+VCvo5Dhc1pg+Fwv3y6fWj//iXv6++FFABcFw8/0314/sChyXekY71C+lMmYfvf6j5qutv3lDPvejc59jXtY4+FkCqWqTFTo4AtowGvHvzyhHAtAlYxjrhHA4/yqFA9gTKvhAtWX2pPV8gH5imZB+6rcEyzqqsY0VZtp6OX96rnwAqKwK80h9r2SmNdqfPxjdF5wqAYtKWP+++kR2HM7DrnUpfkE5OfeE+c/Jc9QEgnHeSDlv6foGHP9fe9Pa1M5r8/t+xBlmn7h+A9wftg7wKucWY0KlwCKJ+dK1zHOlLBhBRLJ+XIq70pgKlcRb4ruQE0bwCOJVeGZlV6cSpG1vtqD6wAFtHz8LqH+udt3qG9WaHHNV0bpuJImvr7mftDMA60djEU8V5BX4+Vep6ddwftg/0slIt3tW7yZpi9c2laOwUYTaE5s7+VXSMHaH4khIHT+ofOOSbAkDRcQGUb4sf3tXvyWwmzq5xkir8mxqQ5lA1fE1H6cD1mzI8qfatI4bJAkMf7oj45YxVn+e1FgQwl2xGjsoyzxlSpR0Ynwcmx5v6TxlckB+Ash1BjbmFPictOu0+qTbsgGU72LkGMO+0Hcm2oKQUVv8KnDagbCCbval8f5b9SaOsPcUgMGsKfS1ld1rnpoSJfZrUFnLb5xBHwwL0OxvLDtSIXird3scVnbP5CU3eU+eXfaHez/kXftT5gv5rKdt2EMcCcUvvqcpKcMKaAsLGtiJnreJR6bnVbz+zM3lhBwuYGqcjTWLrx3mfLtW1BCWxd3A+htbtp+/zJfSo9llv8CN8L5uAnEE2v0a/tX7Tz8kBwu/Rv5MNGfr64zkuX49Hf/jrt0Wh2ter7bdkFeqxagm0/Z2fyMwAv3GyRG7GWRA9fdk8Hw4Ad3/u/RiL+Notn73eJ7Gr93y+/TMAbMXLh8DjxwqwP/cBkD8VADwPcHrVnykAfK+fv2ru2jjymWf/DQA2cbxJ708MKUkhco2Ec54uAcB5LgYNCcyLALDvPBslrxuefxsAvAwGjfpOAJjVl/ceAOyReiEGrNW/UyR/xn0GgK/x9Z+K349zuAGF2Z8/NQAcYX3mkXn9PL7IvxlFsp//OgD4/N4Nomym1saOQo+yw4Z+fogNinXAAat+rkipZWjZoLIkdBZI/T7BZm3MMjrufWPywNlQ/CvF2uLPtHfNmH8N2D1v6P/YAHDqYVjWbOpHaf7y/hb5YN6YXmw7Ampw0FJQfC1RX2dAdwLAlj9W3Cfv3gP/dbC34puPD/ttlGtQ4Bw5zL2zLRl5UAQXULAjODTGMYbJNwEMTMvN43ONnflCz2Bg60M2PMnhXcqpTtTue8btqAuceroWEOeEMa60v9+T+Wl6d8RwDlEMxanaHM0lI3SDawYYB0jTY1pKoBTZHTGc2kTHtbPBlIzD3x+zQvAejB82cDd43wCwDK5tgHVNIXHOOkQk3TOGIpsGMNT7kDzXTw49sy6uPCtbodahBgWcMUnBRkGvQ2PLJ8spj2ftm2P8AS6P47TRX7VjG6QJa/DTqdPa+14gynG+QstEYNgb2Eacz8nxOQcBHB0JtkGZyYt8l2jbREXT/gLEq8GZcjSGtTlWHeSKPgJy+iMW7vce+eL4lz1tk/7QhxtxSRtaRXMZwzDMD8C854M5g46qpSgHCRtYMfQ6GkYLRQYTr0enHLykX0He1Dczp3VnmH/4ax08dWZTbVCAIyKEU/uJewQo1PcCJtR/g8kCLFrU8i4OelG9znt2ZEeucwDWOm0Sn+XzBICT+p3hzrkzAAIw0jUvGaMO5gY89DmdPzI3nm/LVNp8ooglP59P+GpF5ndKToM7ThW4JphXiWc28BJwdcppxi8HDTmp7AjggDSKepMV3b1Aa5gRbJPbdmo3A04LqOFoLMPh0ELqvUnbG/kuEIJ+ANy000rqESeF3JaRjrYTSeGfATAveqm/3e96n4wjHQWWiO4t1210WTKx7pdBvaxkALlKZUZ7IgUGmPqOn1wwsth9MR9j4HQktyP8p+OkUhNjwawP4I1BYuSzoxb54Cjl+n6OQjR/YLDBYNipM2W88PgBYQLuesTZP1gvXYs+4IrkrxoUPwp86rmRITP1O9vYmu9m1BIGUz4TTKdNxiIQkxSP1bbS7JbRyfWUGVM7WgAAE9XN/lPtfIcMkeG+n08+w8VgjsCSLt9GakU7Aao0n1OXTzUJix4A/aJCG6nM811fuTMcpOmZip8xhL+XrsB8VL+T2s/POVMCH6WHFfjFtaRTrf0Eecmyx3isFIAGxAU21t8YxpTqFlC+bhMojSWyhWcA4PBR5P3UfQMQG1BoA173xRGQAJIYpUsu1boS2Kx0nJ2icNFXZBOPAYRAL9LOQj8ZzGhb/NO1UKFt0f3pEyKjAFC6XnfLEYOVriWr+rktmGnf+7JlgqM5PVdx+lLWCi7AL9CHdSu9zemodS/6hPhvZ8bgOucsHJYYJ6ChnHpwbioj8dp/McoVPRTlX+R2VIvl7JYHXWO2rgPgIJeI4hNoXc9jEM+7zZfmG4W+wKGkipTe0TzSDj5Tf/TaYQETIe16gFprShPo9RH9LfLUNLAOBq/GCQiWUbRy/QJ9FU2EfFzndDu6WZZ7r5bK1zwKWemqo5JKXmCwrmtOj0htTiEsg1v4lb2fyDBHJMHEyBL6SL+4W+m3AdpFR6LgdvT9y5cv9J2WvYi/7TKsFdWmrA+AJfe5drGdJNgfBToXUkCkbfhoZQWp9JrZbjCuZ40JHJFcr6eWk0D1uaIX0X/Y98T30LgIBMiFjEf83xTQZMAHoJmsFACLBl7iHIKu58hfeMz6ENHoMVSTcpZMDfSdKOUff3ql/hDx+bxoDMikSEJF6PWeg8G7GPUMADvzgWtKAwADlLEOVWO6aCSgkn22+Nf7uUFkReKzLxUg7z0YJ7KOAG8dBrqjt7uOtp3viAAl3TGAmvcaz5d1UcuUnGsAgJ3yGBDZThHMKWsS8JrIdMA/gVmsb+3fjrwmYpv5BaRT+YU2xqdGPQ5C8JkBgY467TUpWKf6BJj0vABUwCvqNPOh/9QItZyYepXnj9rAHz7e1ZxW/+rvZ9VPO8kwn44GZa7IqgJdcSZgnVNzmejTfD8BYOiWqGXWkvpQDgYAQe+K9oCyTtvNHu29wbLksbIXKKq2hsmWrCwErIMCzrU36az2y6OXDW7SN3gHx4LIVNYDaZYBpDk+/P3f/22Bj48f/fv/8H1FS5bMqZrloBO/AwBujtP2U+98W4Am/M0cAQDLcXHpxzgoud45/P/iJXuZlzH9JwM3YD59BKCmPi11fCWbyBpS/7Gun9U65X3LTtBnRkkX2RgYI20zrzVm9vOWfa9eFW9UmwCNH38G3Gaftgz8/neOBOUaqZ6td+CIUjy9HJqs+1i/6uhFWKrHrz4UnVNSSWuiomrvSPda9/3u99YX5UyjlOElK5WWv0C/klWscwBb+MH6a+uGVWv+xfcVoc1W3zL650ol++pVOdrWPYxHKZHhqfr7x5/KUULsyl7oCFwidD+xh1U/WEcvbtjLCniveZKOyj4Pj0BPHAlLFuBs+LTPA9DkHXThbFnvEgBcOlv2ll5WymL29h3p1P0deho6qxz84Mtqw44nPRZ6ia6FM5LATtfDVk1Zgrprf7mpKF2cE3CysD0AYJLMAtROrevFV89rDdJzZz4p3aXmHYcb6dtIMvYteKHG9+FjlTIQmLdBdwC3NxWZiex3hgv41IBpeJSfqntfTj7sg8wb0sRn2QDacuksBwWcFVoOoN8LhPeZgXUAb7rMQM4jXgt8h4xNzWbsTM9qrpTtvscOP/O7gcuU+JCLnNpgT5CTTK2hn2tftl0JvSl1nsUacohKtjjNK2dRHAa6T3LWa2de9Ccis1UTmtYobVB9+lg0Zt0xz+xd2H5i05LeqUxbBlh1+ICGfcqKbUDnn94TAICZV1qDR+Bfz19S7DcPcvZru0H2FFPQH+s7zJX5zHqyHcuOOv62RTuq3PKlVWrJq5RQgL4TAFYd6d5zxQP813ZyBZNwNq+sCPTlD3/4h5LDNd+VYh/tXfsr+xjnXPgfewkvtRIlXUN0aR1KeIBSd8NLwxb43yYAbIF0/AwpO77YB/Ao5Pegi777pIym+fPlAUx4Ne2N/9Sh5rQ2rJ68G/5UwOm1CN0/VfsXx/QVF68BeGliGuBns1+KPL7XhcEOEYRZpBYAviE/r733+tBa0Oc9/TNYzJkd8+6pGH6ObDJadT/twR4DkV8UNrRis3luRt3qvrx4CbrzOkkvju1HSzHd7/P0mW7r7wsRwDyd7y8DwJsSax0/AADW/J3X31fw4kNvPcuWSdPfGgE8+5D3JOoo83fp/ffpb45YQKo2gMz1nj/Xmtqfy4DxkTIBevsFa91oq21FKfO6+UB7uR+pf2cAWJ5LKBFsamy0J8CM52bEZyIJoxR8jjYPndcz7ee8TvouWTF47SyPHgoMh2e/JKcPAB40jgG4f78GAJ/HHmXnEiCca58DfyPHzgfagHGfA4Cj5JphWr6slHFHfo3hfaemaWW4eezSfG/+iSGDk4k9gXN/eOieAW6slcN6xjDTBqzQEqUrIEJSN0uPEN/auBqAIM9On5zQyBEhjkCZH55dqbrWF638NvCFwri8JVHmTyAv6099krzudE7yStwem6FBDO4B3Lw/7n3Bc3GUE/f56rx/cqD2wca0d0QIvUm0rthA/bRU+AUPZLu26lCg+Ww+4Rlqjhok97sSxZiIH9raaZtz0M/BBzNZR4hJQTc9OTC4TY8Ius7PBFG5DoCm9G1Kc7Xv1OF0pD92pJC/v6eK8h4ZGzZfct9MWxq9dPZlrYUeh/nd/U/ED206cqHH3XIi6zPtZX5dJ9E8nmg2HbxlrN4DZBoFHMWy2A2FjtecKTbI5+fziTE7hzh52LbqDZcs41T1KwAwrKyahad+xRA0aaUDnIyGPlSpvT44focBbOwvor3PmlqPpCLDAuLDeqWQI8Kw7kmkdtaVUsJysmxaa0wdPc97pwPIlCE87whgO0uxPr0O2tCg9WyZ4JrD5jXXALUB0vfu2sL7UJ/6U70XL+br9TT4Ml7KSRltXm1gvdadQUhHaAQYzXxxb9ItZ79wDVA7bsTwj1Fgpqi1c5wNZBMAFjiHXkv/MNJXPwJAwc8AIhx6fah1VCtEgx4Y0jHS8lFdSPhXNNv8y++JZoKeigTqe1ZUH/3u9yYCmINzHGm8JmWy0Zyr/fbq9vpt0FD1ITsCk4hLrXMDYanXaD0n+8gGYll309FDPNIRxALTqh1HdFtfWnpJ0RUjfPqQWsvhlUQYEqGIYZjxiZ4YeUUv5glgoCNFe84FSnTaRvFcL7YYjqY8Sb8C1s59JOuQFGRJocmzSUE9167o3XOEUZ+5j1OTIld7b5DxRGlRnTaxwlk0rndKD+h5SyQqcl1R5mV8K03CJRQw8NZjGDh3BD3gmCMivX/5vGN5BMhk0Cx1IuOQkfT+Ux5qjjAKqZ5cp+5vg9gGB7dT2lnPiEOR59iRZLRvwHE7eIUvHXCXPd7CVGBK8c+3nQrSUYt2VNJ6J0JI81oGx46AdM3VvTcF6Kcf2xkDIydpWx1Zz3w5esyZBVibjhrq7AMltx35vdOYP1VEVAFvFaHIEImE81pMlCeAXNawx8M8ycGs5hC9SenoFeVG9DyOQ53thMimRBR37V/tawXIAExrfwC4Lp5xFJd1JdQcRwyyxlkbfS7BLIu86f3P0R/c56gu02ZHhbPeDKR7b7YMMK/Cb3FA0/woqpRqjBgY3Ra0UOaJuh/gD4Ouo9SsnwD8ywmssxIk6wpjZH2dyw/QR0VOYWyVcdf0XL4k3U87D3n9keqUT5wNGK+AdoEqrBPXnUYMykGFtrv2fHhZek7LVO3HjZJqLgABiEJGDigFLHuW/wUkmXJB3K0+JAK4wc0CJFQyoNokzXGcZ6i3LCeKlpUG5GatY8tAwAo+SgXc8jUgMg4l8JydUQGpXX9XGV8KZPB+WHNdOoNSTNYY4EMM8Up73GCtwMSirOVErbV6Xo4RpJ2t+WJd8ey7AlSQrUSHPa9Iz18KvAEwAIxAhvEuReXVHEpeF71FP5y4SCksfiGNudcvNCZKLfMBmIqeSspewCgBwAVYSievyEK0ZEzsL16+1POvu+Yo9IB+RA8B8t3efq/vAYCJ3KT9REobJL4rmjxr5zz224C7jtpmVSMfnDKePaki3aumr8EL67DPKx017A6gSR1hRyGzDlOHmZHTBrzqdM4ac9GGlOjS5Yhka9mEQ47wKPZp+FIyHtmumdG8zExCrhntqGv2Tdph3cJTOp90enP6Q/Ss5ZYBdeZT8rraTbkAOQ0UP6jkSQPAllfQturr4vRQ6/BNAahyJgCiEvEAACAASURBVGRLq3eLDtVH2kXe4Mij/U7vA4QlqtVy8vb5S6XU/fDhruboRfW1opbr+osXLzVvfHdbAHLOc0SB+jxT9C4g8JeqQQw93hYfotvA12/fvBKPwXvMMYChQmfr8+qnn/Tzhx9+3/Xu7xq0e665e1PPwsukTP7v/8Nt9QN9soBQ0q63vi8ZJKDEDiGsHTsAkK2E6DfQaEffaf8tmQ24RmQjchY5ybsiZ53i2WUPfA3HTK8/oqcBBDXnJqF4Gp2fyG1H/Bdg3vQF9CLSVjXq+1z8tIBy+qgoVQCnAthevAQgAmDpKNl6HevKe4SBRfZGZD/OE1475sHQH9BaKmu2vPqJCKbUNaAudYVVRxs+rVfXslBUKtGdCdL+2E4stK/6w+xxtcYpNaDEPTWHv1Rk6JvX7AfF2wBxBYojArmPeWbuS+x5rxdQGcdtvrVj28uKqkX/BwBOdi9YQqCmHExcIoQIXI7rHwpI1JpkP30M4Of5pTYx85XoXJ3Rai+EpwWuV/+fFb1ZtxyJFNnq8EatG97HeoTO7FfMszKuIM7IuMCZQqxqx2TZZ8hMIx0S8MyOuOgi0McRuvCGyzcYBDQfCbRFTpPNQE6AtgdoL9N8uo+s3fAnvOqznZBx6UuA03LWy1lLc8U5E3mBjaP2E+a5+i4nhs7MkjOTeJqI4rpBYGfvmYwSgDy17lUyoNYB86ttB74a5g3WAH0OH/K8dUFo5r2GjBTWhRlr0vXbfOcsHOOsqkxKHU1ebbElz4w9H2piYl6BYjh7yL8J+rSzXWxa4t/Wv+U82zuTrvf6yHmDawQKkE2ILiMbAfB1LocfaR/5SdkbHdzcNnJj1bEOXbiXbhVdPqCXSWfbthypf4DvWqg7mIU+GPzdjrA+9zLvdjqdEcBKGS8+i3Ndl+SQzCcFveXNx/ffPvq//68fS27XmGqhi28mxhFQPLYk0az+daYieDZZetJfl/Dw5ytSQK9nTr/sQ/a1Oz5/fXDkxRs/3/7lCGAbMo4fc/80CuR7L8QceDZx7j8/rqT5U/fuAVD/BgB/dvr/VADwme73AZljNyyU57Uv8eH1YfiAEdCh7+vm/qkBYL+9vUH47cryyTq4v04yzn9ZAPA/BfB74JaTfAk9vwQAn+l9SR5NuaTZ5JA5mHUCdBLi0xDY950jgI/Rkv/4APCEi0QqNib2Xg5fKGW9PhY9GgBmPOfIzvx9jiQS7c6OM1fm5UzTz9Gde2M0MH2tpOS6fsqT6gjEHvhjALTn65fA4i8BwLON83utKLWSeervHvfe3yYQO+sTzuvhtxn9K52k98npKJA5nMaVCQiHfw/OBXHoOO2P07AtZVQK1TZmTik9+f5M41a56vkNBEThXkZztX0fEM21M79lrcnDTgZhK5yrjeZFKahtZFi8dGF7WWB0G1vnGALu5Hn0u9TXtTHdiqJritloKeNq811qADPrAVICOKSWYSJ9tSY7lVp0pHg2h1bIk2u6kyMU3ftpeIxe5fdiZPc6amzLB3D+oaSjbOvQY/mwwGnS3wnIM/BrwNN6nAyv9Z9AzLoeI4Df6wMWBwHV72Ot9jp2eh1PyGOAzu47z7uW55aPe/34/hhveG/m3VFVXUdKU+9NV0Dm0ivb0N6ArWnlCDHzuYHcXD+/N+/O9VnHdwNUpu9MzTTbnfwVUC7g4rn/ExCBVPADB+8zaJ02MwZFFAwZHFrkuYw3tFvXASJ6Xh2VZDBP7xbjeJLgIw54sHk8z9XGlCPMYx+IAqZJZvbh7FvSwxGhhTGAvRXAqb6Td3I1rPqaS+Y41SOGiKTNpR+k4eXjmlZJ+Vh/c1jtg31S3SaqhPuzTmFyDL2CE2WUz+ExaTM7eqq+D4hlw4ojGk0Lr7fw+5JbbaiXDG8Z6ui8eM933dvmVQENa/34UAv3poacjTrZP1zjjU9kIPuPUnZ3xoZMv9qpf4osw7Cu9JweN9/tKLMY6qy3ThAYPlUETNELY6YMr3VPInfnHhCHENPG7cS5hecUqYSXekfKJrI1tTazpr0GrXNh3Ep2hIwZY41TFHuNx2C39JSilx0oqLkUqwuRtGWAOB46NJcT7MfgG/Aha8vpmw3CYyCLY0HGqftqfgCAAzADXBiEz7mk5SdRdwJUXR8PIw7vE5iHFRFAgkjRumaHFqfGTruqYVhziKHUdYjtuQ4dZIjVOnY0m51Fwk+W3RgwO5B1GXimvJi6Le+FplpHgLJEdkD3lpkYV74hNbeiBusfUcBFJ+pgGdyjVrXTiyLX5QhGFjgM2V3LjOmhTwEetGdUxNReW9vhCNq4Nr3lLPfKGCdB5NmKvJP+U9cw+KsmJvueItuSvpD1tG0NRMR5HzZ/x7glwLsNSbTDdxisw/cxnDKf2jfTZu9/LUprvOyR7TBR62jJBWXO6ChpyUPmv9ZbHH2k/LLWW88Awaxxs8cQsSZDmYzmgJV2kODZqTdovjCUq+ardWaivgFumV9F+NFzZKlARe4GaHFtOy8wb97ixeoD/wyeWI6k3nCACebckegYXCstrurTFS8pGs7PAnbyLoykMswSbdz/ZQ5kDIUG7USkvRVjs8BsAHDmx8BsHEm89xiAjoOt65lWf2ueDG6aYVQ7EdBrOJ7xbkAI7mPuXZ/Shsik33bksaNRBXBVX6AjfQEMS9aI7BOMVYBFtUNEFemFlSKxxgWIpCjXMqAL2FBkj8EKKC/gqg3dtP+2gI1vvilelHHUIJXkhQB4Lw5FsrGvaq6QXZBwA8Dul1OlS/co8CVql0Rk62pTXC59EZmk/dtG6Y8FQkavAABmHphv5Bcf9wNA6FgCgPdBA/hd+gYOEPWfskdI9rcjQBPRkXlO2S7HB9I1a+9z6krvsTZ6wwPQFGAvgIKBIKKZKkqvonRZa8U9WstELQJavasoT2hP5Nzty5viyRqHanbCU5ZF26ZkPtMeVB+AEsmBuuyUqwaduA64QJ80vwUCPmsAuDxi5BhF+wCz3pObl2s9vnn9Rv2Epjc3FX2kFNNEpQJiWRbd3b0x2Fo0hudTSsER8QZb3gFgV9QhIOfT4us7AdFEeRpE4b2vXr3W/fBvHGqQke8KATMonHrH3gOUXl2pdXneQKv5gGhu1+h8TDYNhaRZfvHTWQX8rNdgzaciC/dZzimc4SvrWYBjdmjpUiDobIRNosfVLEJ3/t3e3i79m7WPQ45qUSNrak4NundtaOaj06gCChoEx3nAmZzgP1IJIwdY6wbv0UcL1K/IaMlOgb3J+OEMCYrYrT79UFG26OykAybiW3WGa10QlU0UMGo1okUpsIsWigTtSEsBwNX3Fy8qqrmiUNFB5OQAAEab7UggwKqIgkMA7SgdNECFok9JxftWZ7AnT6kR+/rRf/nf/6KiG4velaLXORUs3QFzATTfVfRnHDeVvhtHh+I39m6AMztg4UTjerh31Q7juX1h3ufDenlbaXChhXRv6j4rSp4SFxX5rjrXBpV+IVIUvYzIytaZ4KWbAnUFltZ/7+/s7IFMJV0yqX1fV8rpO8BP1kVF6j+/5eXwFU4g6HrMrbOh8HHqdErbOLuB9w7kdUflFa+8rLTWvd0uvmMxu74782N5y++8X9frb+bNEc8lt5czObIJaWV5gYOCQEDRodI8FwBManlHRjMmzlnW8Z0iuliiOrPsMdUPOfJonyuHgufIUxxE3tbfRFyXXn0DaOr14cxERPBWfyVb2eeqfzBFRYH/Qq3veuZlRY9zadkNOLvU3yo1gOyU3uQyEtIt4wDAGQ0ADR4mIrZ+Et2tvUeRrS5B8klrn/OVU7l/QNdgfmB8dKTS75lvSrhzjx1dLcui4ykDRz13U44T0uFK6WFWHRXsMk7iZTlR2aGfd8HTkvGAjX02gie0d2l/a6Wx2gIMdYpw66fURk4krfcaO4qwVthLOb/KKZD6vQ28C7isy06RDS9aD+ce70HWW/mEdvCI5qzk87JFDAD4G+wvqLf1L+mfka+k+yaC1jLEOoQcerouLxi99dZOi1y/cWaOHoBdjqwJ0YDtn4HOgENYZ5UTX9i2KR1LdiYpZNojl91DlDBYDr8wtmdd+zkAMAftAMA576nGcK2JOIda9/b51vYl+KrPkevM27ST6DIxN90sz7gumaw90Rl6tDc1GIMekTOQdP4EdbCncR4pOuLAwOdv/vDTo3/4O2hzU2UjhJevD+1D04NNpe1/OHZoDHyva1DI+zj8EGeZb6rI9ubC0Xh+/fy3Fx74jZeuATnXIqzyuuP3NpDyOT83Fcp9SLlv8NtU3oe0zw3tSxGp18Y1jdGz/WvXfyN5/9kf/7V0Onc87XwJ+PNB+fj08e+dwvJrieM5OvJH+Cvv+FKK5/Ocn8G9hwO4rnNy7fMlwOv62B/G/+eIxy8B8rwv90SA7fV6NI4Y4PIknscxwTC1qQNAK5ZncPBCO/P+Lz2/ZOJo5x5fTgFz6q8VivMTMaxm8/D3mfcto44P7ohCH1ZNm0vtH9935q+v4fmZejnrL4aoAKI2Qu9Wr+0f6Ssb9jnqOIZUKQM97EuRyboPBfP0PhnETwDsNBTPMX/NurjU7uSJQ7sXeG/zt/nY7fFzpue9PCM5iF6bLysvGxgwL/vuS1kGjlHlu17FObJ39i1tnR0Sko4kqWfnfau/FyL4rwH7eSZG5+lEo9p0od2JuTKXNrRY2dG/KG/Qu/95vQSUa4/wIWPSVvqo58Rrm9lco8U6hgyGfQLNPYoWwUA9eCH9X3xzZYHIEN2HR3vIHuXEPDxkzlQjT97PJ1nSwM8lANh06JR14pcGJDu1VYDU9DfrW9FRQkBs6MonADR/C2DjFhmYoY/sqOtgpbfJWOp77K3IOWrXWtHpQzy85f+MeuW7S+DpBCoFBjXAen9/ds+5zqvOEa55d94fngp46HlqZZs6XkECmiCz37MfkU+K5Dr1LcbgBURjhII2QZqatgdwGRO7whsGrWJgabr6O3fMESkGV7OeEnGmg5UAAw6bru9nED18siMcTbvsPzsi8Xw9YPc6LFHsiXE0gNnk0g8BAPWueF8DbE25lHVmXsKouVMzpx1mgn7J67vWoY3qqWNtg0PWrwEx7zU5WOIYAPMCqIRnVOd+yA/T0wfRjHfu10oFVidMUnkF2Ik8QjSEhw60Wp5RO5pVhsfuhKMhew7beK9+tEOS586ZBc5OY/TNkVoG1vIBWAp9HV9ruuYWAyZxNOnvMXy2nE3/D4BzN849jswzyMA4MCYqsrNThft97lveuaIK+jvRGH4UCAgwaZlLikUdovEuPznSzLWad5gPyhhafQhfiP9zmB96g8Ho0J5xz/lvAxN14vSBT/y91hTARyaq70gmChmfm5dUE3y9s6NFYb1W5TEgaz+rf4py0wIhxa8XMqDBlk0GW/hgZDrSw/3zere8i3e+wUYb82lV/NNyl7ZmWnD4WQZpUi2XgZxFEwcf9afnxel7t97OddVSHIavs25ro/5Jz9Ua8hwoBXbLrfO5SyC26sR1locIupYzeMQLmAHgJGU0VrP6hBYABnYkscMF/UgacBu+kolgR4mJpzBXdaYAybbee7kmeS/gxNHpAB4B+/Vu7iUSWX94HwuYTj/jFCKQoP7DcON9yjTCmC9wlf21I7IMKtU10gzqHa43mHIafC9DbAO6mbNEKmmfZl1qz/Z+gX7HmtV4BII4GlX6Rq9vzS/paDXnPr8pbV/pB07n75SykJ1APQDg7IcBsR0t7fefM6d5PrquH44O7BEtLBTZrbHutWSi0n/rdqvOtGrOun8C04iGEJhqQAiwQFHAdYdSSbeYPOsT4W2l+CVCv+c788r3ArPZN+XAxKLjHewXdkoTEF6GZYy7MQ5GzhuQdYpayRTtv9YxneUAGnn/NJ9RI5aI14pmk/F9p1mnTzH4OVW0+cipQq1fyWha/IX8f0sqSwGh6DZOM26d2qk3AS2IbHSKVBymANad6jY1YqX3ygHDjjDbHmdS/CzgnFTCz6R3YfCX7ip6O/rKc7TnWQBrAaIAa8g9gbcC/+1oIhoB3tbPRISLdtWGwUuvKVLFOmo7AIdlwXJmGel6ss/YocS0lgG8AA0mgDfb7rJtL8p2g5NJ8Q9GcmhAP5RpA6egkkVyilp2BDtdAFgRkSljfwGOt4CCNQdEJgIAmrcst/fe0s5nGiPgt/VYRXyrFizgD4AqUf0lsyXnvPcC6H0jAPi9ANPnNy/EA1qbnekgjhKsafjGapEj36WRKoLetWBlLK+xE4mLwRugjfvhUWVuIS08wGNdY/8gBTJ0JTU3tHz16qcCEmvMsY6j02ovch1VMjAkCi28kXOeFgOtaO54xkC15rVDxlxH1Hzt68wn0cnsl6RYxrEGR8x2ekB344yHc2H9g1ZKraqzrCRO773IPN93c3Mrhwyxb71GtS+LntCXcTuK2enWp6OpwWKAGEcdw2eAyThj8UH+EgHsVN8GzXW9dKHU25b8Yn1WemL0gNuK+vSz6A9EkgrVk4Pj84qCleOq3gm4jHyn0xmTAQNlX0mtVuQlV1tuwcsA2u+IAEdPqevfv6w600pRW393dLIIUbR7Tjru23eP/tf/+YcCgInKxTGjQTfYu55BB2GvZb2mNMTK9lZZHVwDuaJLi4w4Fbx5Dej8uMZqRws+AGaMVVkSGLjAfzsX/qw6wo5sRp6+fv1a8wnwk7WOPHPU5NalAJRvqDFL1GJ9VLNYAHCtu6Ll81tkuvW6nytdu+v+lmxs0A6wWg6I7K04sCrysnZqmA39VQ43ZBGwrp1zEnWTmRM7psJP8FXxFHtoZU2gHi9NKCK3s2+o3qccVcr5QKUIam1XH80yBvTuqv8fP9jJRU4YTyzrGQP3cAyhpi0OjNDVJTVcjuB9rcOnJddo5+2rd0odjm4HvQBvEcc8I/Ih6+XkxB7tqFml/W9dy7omGSBqvqC53oGu5Ews6B/QLeroL5+IokfWeZ1GR+EG75Hsx8XvXdPXoCHrpfuimt3Vh+oXMpz1hEx5TntEAOMkgUAofqCG8Ts5EkBbv4sP+gFAO3sd+7gd/HL2bskgmrkvH3U+9b4rHqzxaV+nn9I3H9f84BRCu17fdqzy+7T3CiAFicWhxCB2jUpj055XexOAMx/2TpwgrKP4TGAbmp0C+Ak98F/hb2ggWdljSASwnA2IopaNsh3elSrL9igDsNYT7Tzjfjv7Qu9XSunsNviQdvojADoODZpv24RUoUb6Jue70i1rv0K2x5FM64lb0E+lmxpsj60L0izbdo2Xdmvo0iess7iswJKd0jVsM8n+dLAxKUuDnYkWZiV9wbwUm6RkW/fLP01/bCb8oYjmoj1OCtwJHQTYS0/x/MLbqmnd/MUX+OT89V//segPb5n/AjVpC4J3sM2oT1QGDv/ZDkzmEJ9jXMJnfeQMAU/Y0etfPQB8yTi+qcWM9SwdLt7/49cCm5PpZqvXrn+hG3/2X1+iU4xXdP5LgG4GeAaAp0H8uCC9aGMPuE+go2H9IcByhKHfeeSPbBL7fRuwmP26NL8x9HDfAi0iFE4dz0Fxj/syAJz78vg1Ol1nnOv8vzbfMW/X6Begds7/JQBY/ZCy7UNZeOLaeki7c1zLIP0AAPg87sztNT67tEaPYNp5wo5/J7Vx2iF6YfKFxsvG3X0/G8nynH1RxSmrS3M+cjF9y3eXwNYzDc7G43z/pwCA762PGDL7i9k/pXyVUmBFatPMxmfWyFk8e61fB4CvAcP319OmSgASrqCoJw3ivB4+PdPyvB7uA+dHAPj8/Jf+nvQMrc40vhTZG/pt/tgKhPlx/z354cwb0BuvSBnW0SjFv4n68VyoPaXLOmbgmCDENo4PB44eiJXm+wDobG8pqBk8K6N/lx9va/BnOTHB4ay983pcILB4cfOhagvDh23sn7KW3/keIG1+zgDwfOe8zwbEjlytV0oZRmkdoIIVfBvmoHCASBuIbaDiJ112baMGxFu2bMBvH3430JP536CeD8ju5UMAYBm7O3I4Ubger9vwOt0A8DftPapIJs4j0Ja+Dy/H0CgRmoooFG12NGcAVc1VP5/7NbeAfSj3Av0SydtyJpFP/aKkZZ4GYOic9HHwVqJolZ5Xr9w8kv6GN9QPxseBdZ8iDo6KExi8FsGryJ1ed+aBjhzrKEuvOUfjLR47dWulSK7nDVQaYAoAHGNivFnhcxvkHIE2eTfGk/M1/k4Urg4tbQlOZBSsmhSj4qs6CCnNGbK9QRgMVuEZA6ihqudMB3Hxpv+pDxyMe60orSXySQCknzUo4EPqjIIOHQUAc1/2k35l1txe6+a7+YmxPh7bqrXUfD7ljfrL/q0DnfukGl30CS9gUkTK8BwHig3eWe7uNOLTASsgs/rKfNZ7BNaO+z1PPixipE4kigFmA8jus1PNK3JJB2IfwAXW9T02ZHdKtTbAT3AmkbkBJXRwJX2lDsc73bMM90kPgKGq6Roglkgzpg/AJVFWdrBxpNkELT0fO7ptymba4YCe8c33bCeqI3/Hg5pW3Zblo6LPdNZnHp0yTmAbp3zoI9m1DReSzJqLjpKspqZjh1Oq1hXRGvHZxg7RzPwqp7fWh5Ki2u+Hb7pfAP3tgDT1YRnI4Yd+v4wE1R+niMbI6PTYWQfmkx3dyN8bYHF/7ABkfsFAbkcAj1m/St46Wo+/XWt0673nffySPo2R9z0AdY9bKXO7Dfev02JqfrL3IQcs4zEwBvCWobVBmVnvUe00/0q+No/YQYTv3BYAqmJReq0wPjkmKHyjOU9rwv8wEKZ2vJwOWoA5c4XljNLBQqTuesbmGp/WXwC4zdWeW7cFKKN4lF7frhVN6j4+GP8UndvrjHaRe3ECmTLTvO1ocOYyclspbWts3hcM6LnPttqllrTB/8goDMROm03fAwDbuOsUqvtjpxVHfqD3bIcyp9X0qC0PnVpZNbsZpiJ5G0xWNE6AfcuqgD+pK0pL3P/kcdXbVA1A1hWGX+8lMs5Rm1DsufUn61HmWetmLW9K/hwyD7TTj+Wn9TKBwJonjyNzIUBbQKjXEdenMx1yOVGNAfwAu4lURU6oNaKiem9LP6BB0lFHl9hr2Cm5+afIPyJIo2cD+FLrlmhN+JbU6KW+Kqqp5JyyTZQB3p+mTa/zOPfwPgOUWEl9eINqkSc6I8jBhfuIVvZcv620t5A3eoEcAvUWnHN87uIDAAx/UCddfFztGMi0kdd6vmVP9Fue4345rhQPiX5dm1XGV/FidNu9l6s/AAodTeU6lJjyDWgqxXfLF1Iew2PoEs+fV33TYiAATtOFsRgM56Noxhq7M4pYXillsABg2jFgRQ1oIoNV15G09hjuSwbAv2v9YKCnT9VRAGMb0eHnD9KLkJuOEiswDFAYQ7T4t6PJi/9dJ7XSPr+g39QQJeLW9/BT+q7kYdWmlgwvfaHAE/rJUhUApDVrQOXNm0rpXiS9KQCYsTFHyBTr4+1k0fMDr+IE8Pr1W/H6s0L2fG7wvgHNUkP4zZsC6wBZlQlh8635BxmAc4+jKPnAH6xBO3cYxHpcIImyhyzgwgIXviOSjbHzsby6WVkxlA69jOqMzw6aBjz3uRUgDpAHoA362MkNvovjCryk6NOORmWufL5IFgDXXo58caSoZbJqFRdvsL8yvpWKv34nG4EBEeadlNDFdzVOQFE55dRcvC6gVFHeOKVAU6L22euQkdUjgC8ih9exccg794MI/zufE+SIRnRwpXmu/5ya2nom8wLfkXL6A7Wlkx0BwId60I9Jb/vm0f/0P74sgBDQqqLBa+4ANA1Gkk6dPcYZSWYKWSE6JTwAy6j4AZsQAc06wnGgMXHJcp9Z0DsAx9g7rRu9qYhV1gA8hzwATHPUH4Aic2rAFHriDOE9xCAN7dtxkzrXRNKXHKlniK69qT59863Pu4ooJ2K/+vuka/QyZ4BszhTA8wXok9uZCNTimZ36f+vevPt58xO88h3grMQu5RoCABPjWwBv0YxU1JkHVAzeCQCMXAJ8lPzSmYr5pg3bBmxvrXsKBGXMjAHwtoNktR7kw+RlNVxdCkimLnUR53nRH/GmE4NVTJ3dWR9v37im8MtyDoivOPREp5AcxHG6+kRqbdLeO6uIeVn7F2+M04VKO0Bz5IOWrtdrd05zxd5LGyqd4MjgbxscVckuZHE9yz2vK4IcfqPqD/sS64BIUeaD7AGUClEkL+/gXU1X6KH1VA2xp8guKB3UgHrUG5wR3peDDX9bntlxyme96knxA8A7/SaCtUI2fS6CZ2utxMZoHRlQmCjmjvKtSG7rknKNdMrtWk+8yw6gjgL2/s7M2EGEQbAeiMBluxRgS3+w0aGf8G5AVOpxN+jpfbIdXbiT6NlxEI/ZRHqsBtuOaUqt7Whq8Q4lP6BtyblnRVfRCj5R5DPAaPTKbde2s9Z2Bgt4Cv+us5t4zszw+JndIeVbWdejJ2jknJFwwmjGke7OubjtTfucmPcf9VTmgcj25aPUayI/WuVZZ+WY61KCR2dF1pL0FM9J3um0z5bH/8f/+cdaWzhlUWqh5kn7uokoB0/p3awN86bOi30OkRNp8ZgcE+r76XS6gwS7BNNvjQDOZnuiw2f/1DhzkLsA0syHPwcofc07zxPE33sSPtPSAwHgay18Dhi+CoDRt57sabj4NeP9c3vmQQDgAzodI67mUcKxV3s/u40KFgoRQOemE6H7EEA5c3KOnpttLwGwLtrzbBqZ6MP57wj6e0BHb3D3+51xWSjYkDCF1fkJ6LONlWf+uv78FsQTnD/P4zWga62zNU/u97V1fa9fMWC3vLhHhzbm5znT4viO+cwlB4PZl9nObGvOPdcneDXb3+v1Mt/dB2Azfxto0T097mXQPjFwPH7y7nx9bj/r4EtA1+TRaZCb12fb0GzKpmvyaraVtZE1K8NQXZy0zDt4DoU9IMQZOE+756jMvONL85j1Fv68v/5t0L7Ep9fGfuT1TaMSiwAAIABJREFUEZHbPDr5XoYN9kH92/eeUyxf47PMewzWmw8ClO70ZWdZM+XPea5nuwFyzzyUe1KPMn/HMJj5PazF9uqfCpYOCSjUMrJ4HfCu81qefBZ6ICfnHOZdk8+nwS6/c5BdhumlBO73z77PNnWowETJT/Yb+jp0mHgl8h7vD9uBRfRug/BhLL3GZ13PsyyR92a9DJ064HFSPU9aJeWfgRob+O7JygaAbSxwGrREBXMt3pSJMHL7LUsjU9vAlIgglNhtdN2blcEAH9xEbxlBO8oSY3Jp/pk/Dk/8/l0dXlgPsELKvPJ3jAAzUjaHzHWwqDZiZIxRW0pyjXGCxVmjAT/3HHutz/0h6QlFf6UQtfEMI898v+fHdD+AnToIeRbO8sgHiW3oznvp1wRf9hw6eoHPBI4TybV4AXo3XzEvcTCaEV/X5HYOCv4eQ1nSaju14Xo/NgwZezy4w7h7Qu6DcVv/sGx3hBJLCGOlUoQrGkurTHwzDeNzfxEvITv6dKUIsPSFA76+tNd86JI+2qnCEY4BtleaaE71DWBBap6V09Np7z3SL57WMY94xpzy3EY2PhgJ8lGf2Pswwp7SJiebggBgeBoDdxvJ3a5b0aF19CttZm8KSBv+hmFd8xVj2I4aFQQtQ68BxtQZ5d1ad4oE6tTyIqtBwtB1jsVrizVXkVltjeOd8I4A6pIVHL5VR6vXStpxGlmvBwNL8PvewxwR3FGRZe3JgX3tTcMxZq+ZDTwc+GccWiOnIge1PxhLlcEO45nG1UatPYkB47wWLO8dKa91UjQzvS2Hs94FniIbAwDXd4pwb+DEspTUfOyLNX6Axz4/mNbugeQiKU0lt+Fpe/onW0Tkv5wHVv9bDtcFp8xNBJ1ltcFgg2rhG6XzlNf6Tqnr1M92SIKUATlMy46i6n5pHluuJjqZiLN8AqQlsjSphi1fHBEbpw9WEOn1SGtGijMBFOy39V4oZqeEHT3DOxL1r6iIBk4wyqvO1mlNrn0Dems+2EcB8DDUAYjQIikpuxY6xqSug2rAONHgnO+875xlo9ZCr1voxhicjcDON05Xar51fbp2EEHnGM6iaWNniPK7lE6u9ZLoY6rJrOgRR+OnrnLmWxBdiy+3a5q6hq0BU/529FJHsTQAzbw5FSt9dpQDPAnA5rXdEcBK+dd1Tpn/NoIq/StzoXVigxgfRVEAOA7DXlu6xG+K5CyAQJGi3Xf2a69F1s4GgK1naNWINkTJAogp3Wnd93MZUlXPldfLcLl1UYzFMrAtmRH9uh2H2mjqNKz+LhHUqZvuNRowwW1L3rbOIq6qYQP4IW+jT/BOIhn9vYE+ZAoAeuQrrwxwTBuuYZgIGRv/p+yTlbvn105DmrEGklNf3CAxhm8iwlTrjzXXNW7nflj2w9ZXHOkSeQwA7HrJvVZklDTAzZxHR8WwmwwR9BsjtnhfMs3Rn3Z89J6DMZ3Uu0RlRVa5lnsMvU4RLlp19LTAst7nxAW999iRBWM6DmSO+O7ZEU3EN/ALqbal99mRIiC3IvulI5kGSjldDThjCc85jWkcwTKH9CG1pGXcrTk2fZ90dHKnipXjSGpkWn9grET2RnarrdanlWK9aIyuF0CJdWYHN++5rlsKWGH+Z98AhGF/TWkB1fSVvod8rVTvyhACnd4KLCEiiaECpD8r0EhAb40D8DRptwGzuY7sYB7spGXExu+zowiAL99TrzmZJBK1Dw3hKUdRYRh39LxB0REgUH0jLbmcBwF327EM2rAu5TiimpkiofZJO5kgLxAwBgehNe0gV4hw5x45S9R7byvCkmhcy0MDBmdHltQzZk0J6Ci+8k7OumAt/VLtdJS29gfr2dq3BLB4T2XNOHrZMhgeok937yodd93njA6dWhzQuTPbIAuIYqamOqASALD21wIkXxXwKQcCOWnzzpbZtQCIYGXf+UAtbXRAMgG0LOc670PXeFsODTMzi1JJV3ukrW4B2yl0PQ9EBzNfiv6ssbo2eQHyb189un32/tFf/affFxDbUZ6VZvmugKgnlcoY8DrOEr9wfztqEs3I+PmeCFA+6FGAqdDIGV3oSjuQFinflVwHVH5e8ydwqfjgzas78b+ck1HVALvaOU10kYOh9Y+bAskE1LcZlMhfO5oY3GQOSbEOIP1tpTb+hjNDPXtXkaOcYQCaFfHae1R4UOuJKNKOSLacs03DnwK1KwW2IhurzwLjxErwBVkMHNENd8opomiiqGaNxy2oKfQ5gU61lhR5y57iLBxyeuKMVAAyEaSKcFZ9+nqnfNsNNK0umV0bjIJfiw4dPSrwE1mIJBC9/Bxzj1yAH15WSnvp1pK1BR5X2nXSk8cxHZ5lLgBW6RvODt5rokPbwQA9jIjrqfLHSu1zm20IznbgaGHazYf3c9+74jki/0mB7WVBSl2Adde4977hsjXPiy/56GgNUNn0BR6iRjRgMzIOGlp/c2pk5lWphEVHg3s6J9Q9pLRvnyA5Mxic9fwpylQZQ9AlcahySnI5PtaYuB8gWPrRtzjToj+g67fDAnSQTmrQNmd6ZAEyjXew1zoydpFGMpT3wNNaE8OMJEe5Lj/CWLNmeH5lW4CHRSSXpIFgi394DfIT51TpKTsrl6ZZeteO6uV2ZkDp/KELE47855xT70xGLt+3cQpEO9P9yR4IAvS/hc+lQ1mPfdyOtTyrM3fLadlTRfNesE0anyuYWtZI+/dG8ex7Ylfc1DyeG9Ok5lQpIvweOc60zeLHH3959F///s2jH1+Rtr54vct5bH3GetHMihSdK++Vs5zO2kUIyUPrvfPMvkpq/WsDgE0kH0we9Pk3APhBZHroTTB6KC8FTwL7GBn20LY0k72q/qkA4PvAbRuCxgYv1U3pBthpPh8BvDxRdEi1R+EZ1LpEjygKe/xtgGppezz0WSlCKOf6+XsJhO7r8X1HADhzZUOjBVyiTzQfFxw7Inz4Pv3+cwGAH9qPeej9HH8G1NgRlMe758biA0AMCp5/HQZgm8OuudvIdTyzzhvN3FDOv6/NodfLef6nkdEKShSeGNbsyZ3PbwGAJy1tKz2OJdFFT6KUS9neb2fo4blrdDrP1/31sgH3S/y7wLEGU47A0F4TkUGZ9+3UcwSAzzzztQDwNIbPtiYAPPe0ef+lCKdLUcHndmW8a6OWDWvHeZoA8Jf4AQP5TN8cWXDJMSGKyjTIij8x3CidjA9fZyDr3MekoZz7BL8rckdK1x6xDuBjbcw9ac1tDV9tIsf60fDO9O7XV4pM2zLSxsxEmxpsDTkx2oUeh7VRNwQApmvcF8/1eaBcchjFUh6+MeDbOCWNNv0d+5TfGUD82CfXXjkCwPs9KJTdZx3oTI05H8vw+BkAOMCSFdZSrdt7laic7IvsWzJwDTAt/fA7fdhK2qwl55o/Eh2Ye7NfXarzewaKc8C0wt7Rq/U76a6WHJQsYm46gqu+yDvn/jgB5/C3wba9h55B6SPfGkA1jx/lT0Bj3Q+A2UbJAMBI7kR2Z02ljUmHAwDcQPI8OGQdKEVUG5kvpa+e/ckYHLFhnqIGsw/ytQ7rb6VGLAMCBmefi2zkUN0fgUxsiJu/pv7IQQ7DUtbDWvO1vlx3cRuT1UwbHgMAi55tXGdfAVgSBN3PTp427dyfmWZ9H+xMZ6051j8RJ3J0cLTuOoC10SURsekTI8fQxwd62EheBoo28EkGdPuRJZFlonP9SxQU8hiQQO/0JKy2ARrOctf0sKFW44T+JUdc8xSQxfohE4GRKJ+pRyRlt2quafFg/Dct9On0U05V3/NS72JMGKxXimgWdEc2bUCQsTji0JEM2wFh65Rei8zfutbyLg4Jut57urokmbnHLnp2/Sgir2YU2Ro0z7UBOuMXMIaM6qHSByJEEpkAX6qmWUf8rOc4zJdH+R1GJOjfspQUaYrOkcHb0ZHW0SxrBTgUGKIogrEvb37dYJSn3446BqNsJFI6Sc5jRX+idgzA20AUOWGgyjoahmHzqCMu81lOL9VHAdtKl+xII3l4cK6RAd7pfRc4UQ18p1qLAHLtAHLlWM6UBex8h0G4jVZyKMAoKYObL05dDWPxdMKARwV81n+utbjBtalvOMLc50sDwAYObPpz9FcMtjsitte+6G3GM8jktOty+khKatZ1yX8cNRTV2bUgPZ4h3zVXXQICZyuMUA1uaqxt+IIvaD+14gQ41vcY7PjImMlce1Bqc6cRNVAoAAIdBSMuwAK1UeujSD/A35aTAKiOeHF0BwIu9EhteoxXjuJ031kvzwpAkfGZSLP6IEdUUxowWGziaF+DvwZFdgSLWtK9XmfFN9ofzK9yNJMuYlBT/+i7UljaaEZ/2C/i2EJEHzyl9LKq5wofuQ72+rQcWvrg+I71RMQsgJPqDCdFO/NOlF2su+YE730yuDLY1jflQIfh2KB2zFJ7TzFPZ+/FWMlaXWu+a9YxB7vmrgFQ09GRiHY4sdxiXxAtdL6CT4mEq/nX5mt5/bgM3o58IjWu50vpmqVvuc8CF4puBj6dgl02Wu1dyb5g0MdRPH4O0C/jIfXzdvRylOazinqNrYL7sq8ghwyGkC7ZjhLiTzlquMan002bjwWSlhFUEXa9x0ADOyFZvvIMfIQ4U81m2aey/mBGUvhSU9zPfSASmhTKSoVPCnQb6WlLOlbrGNAfflBaZukN7mz4aP7kOmChHBaRt/UP0JO+R15Mu4EA4HpX6lDLwabfJ/1Pc9D7ZPXtTaW5fVI1f2kvTk0uv9A2B85VSglpPr2rYqwBI1gLzBe8+fHnO+laqgtf4AZg8jcCjiqqteb/uC8QOVfppKuv/KN/cVIlStd6hte6HUyaPvqZc4vXszUY+ui1DNAKEOmzkAF5gFsiBpPBQI1rb+efo0Fta4FvERTMmd8T8IR231dU2QfSp7IPtvwpKVr8UimAi/8Nvrk9A9lem3ZQSFmLBtbbeUrrnmjG+h4AOGc6na17PxeoXH9L16s2WRdZA3LEQZ8oYN57lOcpcgGAHn6Bf0gX/q6AYsBAatMqVXoBaqQWtxMPEbQ3FRFcNJfTdc1fRbBGX0PHQj/UHiE9ymuMMb9VrWADo3xYV/Ag+wG0pm/Itqx3+vWc6GHUAHyBi1dI8fzhTc1Tgc23z98/+l/+018IBEb/uat1hgxBh8JxS/NND0uWuD6veQMZrXrFzH9N0rsC33Dqkhxq+Sz+KrDmPUhZPUYt46T+JvXx3Rs7GH2Hg0SpPYD767xX7wEcVPQ7QDM8KJsDqFN1ARmoqEHv8YBlRKSynwAAE5kop5l6hn49rshcnmOPa5xHbWjO4R+t/5IrAFF9HnGdZpzNnC6Y/ZfIQ8tnQDH4oc/5pMxu4Jbv5QDBuzgDCexzpKVepH2h+LzA12S9UN3tWsJOke6o/4+A+lBb5Y1qnQAkhtfBlbZKr/sAvJ3m1qWrkKU699RLWP84gyAP8mFNMGaAVgFy+mdisFaIcI4Na5cyoX/IH9YRerqGY/2kOpSIVK6xfrxOAXifKgU2H5ac9KJ6LzKMfM6sf9dxL/nLvKD3q64wPGS96Zlob+BPRwjIifzqtngXDVuf8T6m1MptR8HJTdzCXtyArPQ//Gmki3uNiOY6Xrl29dY/u76u9HUyGAGUmx3QdZ4S9VrjsGNst1OdxGYUB3rrrR6HQWbrQtwOr85zFGtQJVtaFaLN2JakT8FTbcOyDPeNdmz2WV8OH7poWpn/rPeIV9A14XfpSnvvMx+2M1/dn7a3Y3ecMw2ky1Gy9XKNjf1PPGqHGteDtwPa0kE6s44ojd7AeaXPhXbmt5yNTLCzOHejF9kJIQ6noZvLBZn+kZuZi/m3s+d5kuwyaccUdPm/+X/fltMK9dC5boJpfotX5HDESKsxwPW893C29dTXx+te5G993/thdNum8fuPsay3pF8N+Jd5mDp81ZxxjkA6Pb46eb4ewty7Pgz9IvcFA7yvn5+89+YLN3wF8Jun/w0A/hKhH/y9NrushH4qqcwe3EjfmMikPHds1gdcv8t8fYnf/IyNIBu48YJMCt77fOvvdRAf7csb5QK/JqXfbGctSNrp/sm4I+HR0nuNcxizxiAjyNf4e51kTOdxH4FZlJPjep+GvCMQfAK75DV8enZcuwQAi55X1vU9+j5w/T+UX859vfa+w/hPN/HdMer7kqyMl7k3hqNRbjcInxy/2/N9bf55urYcNXLeWNLypSjPz9HofiQyYzpGFYnP29B5iDYaw7+3nnsD3Otv91l80MNdBlAOvX1xHoo5xDulrZW2BbxN420TI5uu2z+un7U+TnIn16/dfwaY47E1U12e32uwxBts9sXFfyfA/kiLDRbvfh3b4fpO2+fDc9qYUcPhre2AcLSoRgkKyE4bGDPO70XJsxHU6/08z8eoJNM8deb4/VrUMYdUe+oeI2RNMxsk8m8aZDX+ek7e7PU7UUCXPnmG77aX/ZEvHKFiI9l5/tOHCTAfnSN2P+f7D5Fy8KGMlTbOxxg3nQriceg53DJ+9meCvfEOn2mhUVxTJzhsP4HmPB9QyYc7nzIEBrR268gxK4dWeuuAkXlAER5gNe+RLG9Fch0E11qMUalPMzLMWtlUgCUKPSlAAag6iiOGUw6IMi6OfFPs8wZGYsS1Yn5QqDs6Nzwk/ouRkrEC+g09Mvt9DGcB7XSw4T3DW9h8R3qkLfTO9LBx02tATgqAGdC3o7d1eGoAefI3Sn3AixkN5PWIXDSHhW+YuwA4k/eUurn11BkBGjpZfiaScTshBLhJvxPBkpTD4U3zJyfVTptbpAiIZ14y3UJXA8B7z18HvQVkdnQpRkoZPb2mMH4BlHoekT9JH9q1hnD+6ENMnE8mABwDi0GrToFVbdHXp3WoVO1C2lXNxY4QE8BmQJE1/53qm9pznA8GIvF7/cnBTxEaGO3Xurbcw1Sl2lPVRuY4wIMMzQ3cykgmQ48P0WdA2bXYtnwKfTMXar8ZI/MUOcM9rBUd8qAnBm310zyk2lH1X2rv6njZuo3bbWO2wBLrxDL2dqSp+3zU4adhO5GRklFyEsBIymGf+nfWI2P4pf2A1wGAk2JcRn+M+PUvRnw0ZfFDrwkO4I788jxJbtevMT6iMQl8X3o6L9/7S57pYD89R+0v2mE+iZJGoTfYZUCU/k5HE72TY7sAJqJo9gGbburelpPQGYPoel8f/HVCqXYyb2tfzOInJaLSWh49+2WMKfn/y+DFgPfhFX4iU72Px2Gq6wTXiwPoCSDqfWHp74lorjknigN5ZgDY0UnLUaDnSjJEut8OJxBdFpDvda36rmqlz1HVviKl6t4YxHif5EmvscwVP1VvdRkxHDHr9dYATBvGST3M5wbQvYHLpLgPEGLAk1pz3ndifLWB1+llWfgCHFOXvN+NXjzBUkdFb30i+wHPOsIxjiMxyiDval6JFgOc6jAM8x8Wyb3f2PCWlOHu5xMZm1wXWfRc69fP8172fe2dxZh+125TvLP07tb7RUcbLz1mIsHcvtYvfIrRlr7WjSuak+d67JmfRL55zhxJ7UhCHFEAkko2rUglnkfPsKF9p++kv3YkcbTiLgVChDGgpspwLMBOyonkMzW4A6onYtjrwjYBp1jnzA0/8YXBIP4DMLKhGQO85SkAe1I12hHFHzsu2bED/gIIzifzEHkmWoAhtIMeOtiHSqvL8wYw/GwM5cyFIz0Bl7x+2KOlL1Xf1W61p7qRiy9dCzYfjO9OI+0rjMlAMfRnng2UKlJIe5vT0wv0k4Hd30tWKxVwGfoF/ltH+ZlUt2X89frtGrHVjGu2+rpqAHY7tEX/tK/ovdmL2WeokdlpSNcIzNuWj8ydgRrVSK692nu95zBZJJIqP1lm2AdEB507XApCuo90yxpPgVH8+aRAMyI1+RA1KItOGdutv9VcEM1FPcuaM2q96oxEKB3sUzcF8Mc4Kwedmiulzy2ar1TBQ84sx5l69g6QtHXHpW8BYXVJANtrbGMig0LmBJ0kqWtdP9jRgvAqfEOdZcAQ5gPgz1GtitNz5JN0aTto6OwEwAkYJaDCTEOqX4zj70gBLKcBdBjrOryPSE+e1zMjmgz+Rg4HAPZ6cT3m6I/hZ/VDc8ueatBfNJU+5jXos51lIWODj3AEcRvIUPQy6gyTpthAy5JfSlnqDATnPdyAlR1IiKB1emVqbSLnfJb7rjJAPC+glPERTctVOYD0GYa/nS67U2vKwdHWvfcFNBHhDH8DAHs9ANZW1HLri6oZWZ8nT0hND/8AIjIPpKJFvzbAjGybZwXmy/qc3+sU241SykbPAGosFV3LJ9G96JnRy+FXARq1tiXL+vxjh5g6cytVssE674nIWOr0OuJcDpzK8PBEssbjstOR0lMjtzmrynGw9qX6nhDNgmcfPXv88dFf/sffaYxyHMShAsCt2lJEaD3BmnOJBO8P4iFSGjd4plrgAN1KUW4d5Rd4T2UZHJF4c8u4LFTeF3j6+ifOFvAEDg61VkgTXJGUfD5VDd870svWnwZ6rD9BL9U7x4FM8+VSIkQt3xQAV6i2+vdRXkW2UbgWKHqoyxNIFxeMI+hQMhXnH/qpyHPp7ez/LXdIIQz/k4mEyPUuh4O8ZnwAzpLpSk9ff1ezRJYKZMKeV3MKf/OcHSeQzXaWcwYXO4x896TOPtIP0LPt1APQyhpj3pWeGKdW1pEcR5pfmYN6CkCPcwJ9ItX3Dbwgudx7QzvsONOby2vIkalebgcG27Sgj8uzAEBS65isF3Yw4GM5Rcppp7SW3r4izInsLDlFynxlGfFjtIPzhsSZxm4dFsDN52n2vdqXykmAF39gLwSQxblM8tF7Px/OMr9UVoSXL+teqVOu6a5sE7GpM4c1p0pjvaJ/LV/gTfQc+rmiztm7ykkD3YC5SKkPy2GcIpwmmvUDDwL84sTw80ccOm0LeUZK7PqpskAtg/mbgAnNgXRpO9PHaZJ30SfpXEXzuW8CWOss3udxTXc7AEseKcuC54S5kpMW5zU5K9R5u22KsSNZp9z3yyGaBzlX1ResIQB5HBYN6GbvM0/oUfqKTsSZVWui1h4OeDh94cgl2VD7RRGAiHjXpDavRT9nvdjZwE57zVaaY5fZ8Dlr2tF4tZwT6QelPGr+WAO2VbgFZ7eyfEughkfbdpCai+14y7kt30LAkq81p3/3D+9q/6n+Iztkc8I26zOVShQsDwH2dp8JmezluI9e27ZaO7raOXNmJhIZlz2uqPyvEwC28PLnC0jybwSA85ZLQNQEHWPIWEzTytf5+uj4v7hfAwBLqPbKWwflrMQHjurPGQCe3HXwJh5jC/Cd+WUPCgA4sdkcVC1kttS4BgD7FVZOsqFO8NV86O+XcEJITX47RALv9fE5cPfsqHEJJJ5TO78P2Db7c143Vx1RvsAv09h/vvUM+ofG0yFAfWLDqX/x5L30vYG1y8DXGgvK1wCAPZ3bWWHOfyJHMi+fA4DvR6XfJ8rs2yWSGThszlW6uLNc3H9PoPosnxbPSTE1v+baxfc2zSb/yRBTykGMsDw3AeCsLxmRu9EYOM6A3qb93HF9dQJvuW8ZxU7A57x+DeS9xKPh8wBIOgDo3wbbzVd7vbpvHuUCkqv7rinreTjP+f3Icj97bidtTwA46eTSL+4JAIxYPsidntcZQabDev2HEWuC0WpnyKzQWEpxjJEX9tcAKD7wN/hc740RRWMAuDm1PfuJsiVDYvd/8oWVfhulohjGWy5tTgA4NA8fBhCePBMAWHOjw9cGgC8Zsp3mbG96iQhOKuwZPWwD3uYHGfzaQGLwwdGO4efQwQc1H0LMS3s9zjTPvRoWv4k2vVwcgZP1YmVWSubq+mG3M2/qsNyAwwUAWIo3B6COpE0qXg6qAp+VZsgGKT4G7I5OCDHWWwfu6Fzxm9fHWnfrUGnvZCn6HZkTuRQAehnf4a8WKDn4632ntsU/bbh3iiYDTJMPF2C3aLgdHK4BwIrEazmxI/ANgBmg3uMMfe7rsR351AfEmSo6Y5lAdurNTh6yF33zTI9tAhXzYLHBTqeX42x32F+rmcedyvgToCqgVNOKdwIUAcRsQ7ZlfsA39bUOevLOZR45s9MmUTnU+I3+0v0NSGTwo9qVl7IN7Lw30bd4yHse24Bba4YIw2+WXDJ/w1UYZmL8d2otFgFZCbCU2xoVObwPlHv/o7/847C9DZqmryLo6AtG4AFsznUrPaSBJvUp4abNr+G7dZDXCd/tC4jC8aL+k4PCcIC5BCjbScfPzshU9RXat/zVWpJxwV7ddoAwjzqlt1PmHmR56Rf0ZaZqzLhiMJrey+xPGAExGOXETvuJUAyNAgDflYWE2l2Ldhy+ZQf1fijtt+UXtA5QzAFbtULbSOD5joe49wvGEXmRCMqMbYMRFVHRBhA5KmEYKRmMMfRJDCOt98Ww4HRzY69tOWsDhh08oguIbs1LpBFk/hR5oDmBv5GJO6VgHKHWvlVtGtBso3/PX/Yp87WBN34luiEAsA3wNjqavgapeDbnOwCi1KQKD1F7zQ4F5kXQctqsXu7IdKJG6oUYQqGH6oX2h3aQYTudqA367A2OiHQUyf/P3pvwWpYs13m3a576mRYlWjBMQRJg2P//5xgCDdqQJXmg9bq75qG9vrVi7cyz77l1bzefzCeC57FZVefsITMyIjIyVgzhz2VTmw8dtRA+5sNz29/XTt2RhcrJcUaCZw4HzwRyDXDaHsSdXwMWDJTV01W5c2b9jA0wl2xgMavtpUllrl7tfB9pLn7m7BtH4NbYAWS88G74i0tcinn4s/2NybDBZ0TmJgRoRYS9QkPPNC49zl45TmHz9NhoBneDhEzWbdYRxy36Dl4r/zGW8E/AOf4eEHWV+6OXZALQZj8ePYHXvD1KEwjRjBX6oQb4W7yZe3e6JQs0maZP5RFlvQnqSA9m6CluoywjNLS9hFihm+IQ5JrIY5z/lnX2qQE8yfTy+21c48ZzAAAgAElEQVS7B4hJKd3IkQNWCB5if5ksU9YT2Y+MhPdw6Hvvmv2Oa90rUGAij0/21OhU3Zf+tZMpPv1/HbTAfEe3BqTOGTW93xZwGjnNGI+qPdh12I7IM2etyaRH5g0OKEvMe5jWBke1K16Q1SRA4QPZO5ZnwDpAMs0d/aZxt8w364hjHB0K3fqpfmee0K/BiU9VMhiwkv21488cIp8BvQA9WL+U1GxFAp759Mlz82aBxTqXdzrkuqwXMoqNwjg/q5amQVPxGL12OaM/9R6W7H1sEAIasF++as7vP72zswZbrIEh6K1kEqXMNe8qwFHeqF5ibMjra5V4rbyRXXnYktZ9aw0b1ARvsl9Zj02FIcBOl9TWOOmDi8ywXpRqprIEFhyBBfyXYAIAyID32EMBb5MtHqA9GeqW/zBO9lyyBJshbeA3oBhAYoHAo5ci0Ip5C/tjBZxGFuj7/NzPculn8fMTzRUzojrSdpIZZlp1EORhowPbPf2iuealeh4DnDQAMjo4pU2Ry1acCWAZcMD7lvVTbCn2D/P+2DroTPZpdAEBc8wdOQvo9NLvfaeMeOQOcAwA3qc9ZJxAHmecJqCwpbP5zRmhQp8KAGM/0gPWa2EbI+XsGRrOfetUA7uA0wlWcD903mXQK0GEOTNN/19XF8j3BiIFOLu88WP6qrYSgvhB+nf5D6dk/JyHCxaZ/F56AXpaL3wxnLOcHSmgle0CQByQIfoiQRnwzvv36gFt+2qd2ThDtxz6V/EYAN0TgDBlVr9+/ejmL//5G+390d00hOVZAKM8CBkp6O2zAkElc+5tVjjWiAMDCIhAb3i/b7UFMnlXtSXA8GS/gu4CehPclgAkeOWrAGAybFmjLwL7nJGIfatJstr0qU0AFrzImeLbzZvXpBwmS1AayxmJXnHRhriebwLsvFPDoPgG+E97z2PJ6KtXKvU8/Ge6w3NzKTILfV0lbOwK2xeJTfB5wdmW6AVAW/32QsE7WX+NXevvvrCAiwS5GCiOXvUKGTCaMzx63Ho51VEc3Cj+Yg7IYoOwWzmA+5MFGvDZz9W96CSOJg7kUyAN8hh9n0xRgkJYo/T8fuk9w9OGdjM21pmg3ffKDG+FiYNGGu8r0bvtMwiuQL/lTJegF9uDrBtjNJ4e/+xHZT7Dw/nM+Ujrpp3x5jUlqjWPz+x9CvwxsOlxsY9ljFQIkIWqawGAJTuYEro+Z+HYzLYdXDYd65bveDe/k6lNJrf2jbHfvQrY2AZ1o6Nj60T38UGfu5qv6ZzM5WSIVm+Jxi/jp1ltZ2qfsx4EAoe2BGcQ8EF1RT4OhoFjCaBw4HPe2dYDTCa6MXOz7AGGT3B71i32kvXSAMCc58vHQ+wD8K6vgT3Q79IzWSNKZn+VzrJ/QmNNWxsCW+Lnjd/ZrO/Mf3Yon3lYRvgd1cEcOf+hG703znmI8zX7uJ+bIH90qIk2nyawOLs/Cixnh/nMV8e/HVDmMWQ/aaBeWmbk/pZqtm0+smK9xGu9xyaC4j/+p49TBUr2ocHfCTrmHnwvDvZl20ev6LeprMfcbVvqGWn1MJnUGlsCEyewfXwBnW7bY90NAGf8x0SOWfcvBom2Q/atCx72xZmodwE9twCliTS+OwN5LewayUyqQIfnd884/54AcBmhyusMfJXGFxvARvfz9w+j6p/jVTgILp2jB6iiRWjJx4eP/HJ9E6HSu1d50CjNu9d57/fD3YfDogDFaUAd8wLo8lIDKtyv+3aXeA/453Xs/X28M2Gs4KSotqndCQBPya/FP8jiOD7i7TpGHsdAfj8DwL0ofoURhhMAfC1Q4S6A9z4geCfn9wIgDjVzxzo8hE/uGve178+O+/Pzz3Jcunftzz0//b15cimYOuAugat1cD+cPRxWTnqpPQ6qr2af9vOvPzcz8PkNowr+3JTdLX5kM+pYOWjMYFY28wIoL/jzpGYjazHaFwgzmTcnUHUE59a4cj+RcnFyHTw6f90B4DNQ/hB9eW0tr613HLv5ZZ8X/242bmh8mWG4P+saAGzeGBtU5vAEFqys3r7v4jlj3KXX7CWwu4PJ+z23AdJdJywjx0aMDdLbz82BhlhJHSLIN7EuWeBrHIDXAeBzNnJkYpWkMW0m8+KQ9/0gZNqOfsVpgnEz+vEMwtaR2eecAeAzXS4A4JGLC15jT9ocuftvzhSczaYZOLv874ArTs5G3GVd65xuNmNKo+18VrktHxRYGIk+HGLhzx7ALvfWvmv/8zy/lk4sWJ0x4OzTMbcHFBvM4f86zZ3dOrKxgOlm/vrItMh9ZFSsiFEfZreIUB/I9L6URrudpWd6DL3z5MlOHLrZ8baBszsL8Xd0pZ1r3qADnh77lCbWDF7eHSfG4vNdV5j39T+A6zrMDqf74UDN1EOvlWW1075gQTLeFki/v8sZZjjanI0EXeLgjwM1chE5DOCKw92O6U0524EbfO6KHR+5SpR4/iuf7uWhd7qi03GY9ZC4y5THwkFuDkxErLsM+GSG2TG5OfHraLdO0Lx8YNw+dlj0ZNfvawvwvZ2QsfMMCmldcthJGcB+AI3bs9kZYTOeBgEUiHVAIV4L7LftAHjoMD1wZds3QzhZH/lMBlkdKy4txqiacb0mZ9COOduJlSj0BcADoKZEZT/lC6/TBBxYCtDXPH8OwtZX6EhnP0/fJGezhDYuZQk40gwo8+kqZbvLHuuW/rHJwEFHnHWus7AmUjwZhSxLIuo5YGc4un/KfbXHL88KUELWAYf0ACv8B3+lzGT4swfathBYvJfxOTORFzNvjZKxusT4yMHZfnDJZ3TAQdz0bCSTnGAAl2gd/dVM6bBbSpXDN93DUrLaronwqv7EaYz+AADGgeu+qPAce4Zko4f0VrCo4xcHXunjeePo0HPIOgu4M3sujv/JLLJcew2RlWSI9JPxBvDcbVs7Nsx7ycbFQXEEjw0dy892Zuk5lBpk7cmSoexiWRAdisP7AHVGPm0NFPAtiHi0OQhYiVy676D0WzNfrH82sLFBGtZv1qdTEo/yqO6pKqeRQSQy+NJb1BoNZ0/1GdH6ZH4NsFeeOuzbuW6nkVmPBciBLtI9tof7BnM+whU8PNvyzly3l3DGoWR7hQ2odo4ztAIehjexay51n8so17E6+iE8EAeWPwPUYpM9nVLNuw3E2FKak/LCAhS8zwWgSOby2kNKk5S0XXs3+iRZHQEWmvHs6zU+8z8abmxCvoM/cMY6M1COR9YivZcXGNA+zfyZ3tLJZkAWHBzIvmXAHNnCECFrI+dX7/0e4wC1yJWDKgJipUqA6KTMEDtDdT2AE2vhTOz29Ua/EUxFdtQB2kd+rO84XzsgJzYxYyRTrNQ5dLLmmUoMkUOADejk8rwDIPJdr0/58bgqGnjgtaEcKPs3+97wmvcel4gOCMR8ANNdScDXrHNE+1mTrcZ8vf4GBDKnJ8qYti00jtpDj9o+SH9Oj0frDAhq+XCpXEBNQDUa3ymIyAEXZHolS9ofrvN5Lb02uZcyqNDOoINLJobHz/YUfOJS9pseBbg0i89ebb7UdfAGoAJrn6y2ALSsTQMgU1Uia9b9jn/DgwVneXZse5VadOaaeirLqe2AH/3vE4Cdsmn3vs3I3XNl0JoGoo+zWmePdLCKeSBZVi7rLvokAAPAE7AgdoqrbNjhTo/UF15zdDBgoDP6LEP0GXxhGgf8JTBpSp/r2qxr9DjgqUE4gR6UZGbMnotsrWagcnpL38hU0IgtnH0kwGvGGwA3AQEpFZ4KNdFzjoiY8bOQ2SVr/6cEe8Bv7+OzvzsrUfc548p7BWMmo03yaXqQlZo58MDKBnzDfByc4IC1VaWKzFgypgtMOCSQPY093OD1yFYYzgEDT7Q/oCdhQ9uH+DjMI9AWPRlehgbwekD8gKnwDjZMWwckwA7gDkAYC2+yQ/UIk1bvpLdpz5gGEul5KVl6/UZgn/fNBHYxL/gnfUexzzb9q+8BWxIotFqBQKWjLyb6U/TkfgJIGjzLOOBnbN+cl7rGrFs8KC2Vzt+dBWk/QP47SvmLnwAUA1Tnve4xTNbrgKroaeacwKPYmWQM18/GnAA504YgYNG7X1SmWutB5iw9TJ8/A0RVsIiei5ZlnZ4AAHG+MVBPcIO1QtZaf3MvdAU0EOD0rBmJ9mHpmgmQYusF6AGI8x6SLdcAL8AdgUD0sXYPX9SYbVMBuwIe0y9X9qjLKwc450NVkaeWw2Sd4zf7kRLTyhL3C5TRV9cB2opOE58E2FEO+AfrSc2XrE6yHsnus12Ysrm2CXiMxkLWLT2Q4RUl6pm2bquAfY3ut1wOSDjnLgceHX6L2ELsW543ZvJxXIEfi+FML3SqDznlMCWUa0/xRQJdmN5kZs5qjBqaf43PExLbXgEUS6Zr2TplnxMQxlzfqLoA4mgTiTnZMca4swck4GcBarXnydh3AJD3s+x1DiaiJYL3NPbM6ELzuvUee82U8qWfNNaB9x3uU7l+lYmGRcg6vvkV+S+wrYxSZZCb+2yKsv/k7EXVaq6LLCfwx3v5nAdLmASH52xDcA7AMWsy5rh0YTKfAa+Rkdis3QvmHK/vfV4T336gRDlBHbYhRWfJ0RPxXzK7Iyf5pBJEWCJlt5Gw2NYJ6ENXp1oGOqFniLFJHTgy/40vgftcJN+XxnfVAOsji3YKoaxKqjkf5SyVsbH/OAudp+iHnm/Nd3MNRxpah9gMhNa69pN4gsCGVPTCdmm1tMgf5z/YyFnz+oY9Dv5tyfauiW0RPbP+urTGQOYnc90TzDkjcx0+8nmOtRh96UCWBMOh65nHYRN7fHulqvjRPvEOfDwq9/x3fwf4y3wIONRzCYzU0Opj85h8XhCNEBZ4aQ5hqeoHIBzAl/c2WKa+GO5PVbpkobvEOxUV0F13ZgCPoqjBVqIdf24A8K3fti/2A3gIWA1URru8+x8bAHymzTUA+Br9dkP5e/T9r+e3Px8AuMI8Ij2CvQwvH64s9Jc82gO/lddxeRTlGQAeH+UYmred89xfh1ufdw0A7nVcc+HM2gDg4zcrcB4cA97ydjgos1H8XgD4zI+/BQDewcCdX38PAHzXs67K0Mz9wrmD8jxo8nDpuSaPhxPAh48VKbQ/9ZyZWUB1ZXAuvivPXcuQ3wHgOhvKdzvQt54b3u21e/bkzkv7vemfFT6xz207jNSpbiPtuuo+pm05OYG9+3cXvHwABLm9PL6vWcfY95IV08/jkdHz+ty5b52WvDJ41z61j6e3ZvNfYR53BSG1dGuAzhhKHfr6M8/ZM4D36/bh7iWgj7HgNDL/ZVF2/tod9jEmFsDba60jLtY5RuVa7wGK7Qwaw23Ti/cBwPx+9JFkfBtwUwB4H8OZ3j3McF+d1c4A5OB9Gvf+HDs1NrBkpyPz6+HcBvX2nF5XZ2p/P8vYNQC4ZGkvwhymUxK4QEbARQ6bKXdWGe2fOQjdDpSKkRq+58CIkRqeWY7VPs9jHrnafz+vtQ9bs65Zb9aXZy4AOO8L37bHj41uG5QZ0Z5N3Eyl8vQhJtzTqNO85vgUwG1vQxuxzpIKuBWgLAeUORccOhweagbaDux6rnbQRe5M15Pe7x6W8mJzkHbkbk4vzbLpQHtwwalCVHRCvqKzssbroJCDWIChgoxcxxgLou4AcMtMdxytcIIDIjKQwI9o51PJUPcdaumiS3kOuE92bSJJy6P2YQFEuD9aDpbJSJ6slyF0+adAc8Hx0rI0LHi8ImYnI+oAweVsnH6c4c8EChxyvG0qPJufXVJyeM/71zg2qooc+OLDDKXj6vSbZ+r73JNellxrGg8PVM90Tc3zyGMBq9EJnSfyPwHLpqcdstiJOnjlwFdZjv5sKckGVyRwZ+TIxA/fFACGJs1Q5rqCgQ3c2g92e2BN9xhHL6MLRku0bKJBTL87Zd14Ht9x2N2f3XXofc74tPOQuca5z8dzPQ7wk7E/FQZMMjuCOdzPctkhGBoV0Cv/Wk/qnn7P83cAuDrTAJ9LrQY84QOt4rhY9wPgOroaYHmckuZfHBjsfT4445yJA7E6gj+fCYS2a5Qs4NN+YOe0KNsMLdas5UZTDrnR18mOBRxgf8DhnD0qDjuX6hsmcjbJ7FHN2Oa3AsSgOwasRi+1969L687eB580iIB3tLcg86E6GRkhfKqDuuf5O9YHAExjqL4NTzboLvvBNQA4tIgNVGeHeWPGgyh8m3680TmujxF66x7zGk4JDeITPQHJuLd8yTEF8Kf7U743IHEA3QZOxUHPVsW7ud/7kcGK6sAFsNrxY0BjByDZV+J8shOKzIAJJGjQTnR5sqTt6Jt1i62QTDOkDZ4oXzQDOfPMeLuXo1+ixzl/1EGK3kh57QZ8MBacctAS/iATuLKJbBwtk3q2kX2RDNdm0Sw5TRlHMmFW9rEDErZxEfzgihwa1KH/63ybvQt+brDNfu57PsBW26M4I0f30qvS+pvMVV2TUv77oaHBnTj2AWeSmcc6tbwxey8lYWMrxVnoc4n3jjjeMw/WHmdmgBrewprjBGT+v9oRnIw+6Pp1+j5DR+ud6aVWu6U9SSkx3QA51pe1dWau96OM0zwyJVjroHRPWf3G+AEoAYLsltS1KVGb/Wi3c8ND2RNxJsdRF3oFQAOcDIDGs+lpONun19cOywla4nrKDsMP1eXRQQGSEhiZsqIOShlwo/2tyc5LcIJfr2cHBIPHAMvpqdlS1YFq5qxnuVaGk7ICXWJUAHBARpya0ocaD5lgsRVTPjcAeBywycqi3CyBHNEVLV3vTHP0qtaO7Ce/h+xAy2f2VDKbkCOqI1SvOnDBdnImE1D+sTMU4Rkc9oC9n5QBzG845t03UOP+8Paj6ZQqNVofAECASnr6YnPqN0Bb7APkCwDKAJjle/Yhr2fK6mb/lRy57zqDjmM+4CTO/gTLrf6/zwP+OtuTAAp6tQZw7L+Z0/Pnr/wcZIw+uPAF/N+el1lF9GgzvFoyMnsN4wv4FH3vkthklRskeKHnR6cSfGA7mXO9dSlOe9Y+tE12fGxs5mDwept/dDD7ZLLBa+/wnifS3bUF+S1+CHoR03M2rRMWABxAKGWwk30OOaO7AC6TvejsW/0PsAkbt6Wh7Yw338YGg8bJnGbswyeS84C9rD8VTCgpm57wOUMTuBJey96azD2yqXkPc3urLGF0ADROCe5kAL9583IyhZNB7PUkIxZdZXt8nbGhlUv+QlNndAXMjR0ZO525sx/C/+/Vu9ll0SGLHvPytQJfHCwGfyQzt5UXTGeDHQFgDGIjl9n4wmOaB/sqASU5uwA8CWgWEEp/WoDX2ACxvRNkSFbnU2VJh2cbcPTmzRvThfGyF/7ys/pS08vbgQrAZejMrzf//b987bYrj5BbgqbmlNXKAIDP0OO51gfAz34qjf8Pyt6MzzWliJ9ozOxHDoRTlrgrMTuQKFmBb98GiMYuI+AEANg9VCWH9Mf9/AnaEFAaABj5fvvhnd/tDGAAYDLEbUOpTLp6EjsgxXPm7BhQldX8SNUJAD72K9ZMWbGvdD18hP2C3LC2Kf2fsv4ijcGgL270+tRBeNxvOgM+zrmq9shjB2wgx+irLeiUs8TETjg4wfsmQWMp/x9+podvghfJXE3rqJQ9JuOV5714iZxmD2OMn0RTA4PDM8tPk7N29IUCJnUPdgLDQq8jB25NIX3lDHq3FUhJ6pwtU+0s50nOfxl8yvUuP1czixMgkHGlxc0EtejFzwSw86n96P7UU7o7Z7jMBf1OBjg9s59oTlT1f/eW1i+cHWLvvdCaZw+PrJD5zJ/wRfawVJ/g42oLh3sw5z73llc2udvLaA2/0n84Gkp/IuMItW+3ny37eQLhCBSA9rE9fFsyhvUf2yntCsg+py+22xoQ+DZ6ZAHAebgDnKTLoK8rYbA/T2WsvHxORgQqYitqeAnSoxpI7Rg9g7VCp4993zYHz1zqWzR8n7NdAeCeQQpMo9/J8Iae9t/M2R66Io+fCcCAD/BLoFdnWJCVYAgCrgIAp3d1Z8cMvpLJ7sAADcXnJ8q056xTW7XnQu6vv64ZwK64BCX041dlghtA3Xwn6XM+ARnoRfP2+Jl8LsoeWN+Cz9tbIAJL854qYKL1//N/fhCv4X+SjkZPIFEOMM35w+8dzML62r8jx7HjXbnHq0Z1k5zpj+x93V//q0vA2z45BYIKTS/bDfdd/+Mu59lvAWSuPfmhYMwZcPruYK/8uICxGDrLgb95Iq8O8J7fHziQ741/p8Fu+H9/Qf4043rg8H/HZfuBb92OwO0R+Pet/13ATo36KPBRjBaavKtcHWNpASP9vSOy3cv1dwBRZ7DrDCx9vxRzxlPDeL3zNm3OdDje02xcO9bWfXWse1MYsK3zuAbO/knkZ+OChzzv2treBRz/DgY70eNSjR1ydIfTf4HP1/n0WKstg/eqehjH77p+XUUpqW54fLuDdMmwW+/e/94n9OC+nEibHB0GRr47A8v7+/r75fjjjOBzMY7ZbK6VWE+AwvdX6hooF3mcLXrj1fvWvI6vHjjznJmvndK36XfIG8b2vOsMVuzvxYmXg93laHjP+bv9/XW857u1GKsqBs7s69m9a32v33umS9+FM+OyJMkl+LsD0XtW8BlQ7PN3UHPx7zhqcVJ2zbZFj1M0i2AAwVGymf/Ru2y7t2vfA2QNowJGixbDH6d37feRNdRPIhC1eif5dt+xWbg9GGIHyesMriP0gh+2RY+zMYxhA75OV32/8ybX7f1665ysbPWRcWKHVnH2r8hY09MH/fxeh3jH1ijFne/W8xOh2U8zoHan9y2e0uWJSudEzvuSkp7S1AEH/PwdNHRfrfRMJALzeB+Gvv/jUB2HWw36dRCZXqm8d4xkbmr/Mr/LPVTsbnNkb9en0aqM10bvjM0ZURzkNiff8ds4eOIUxPCPYR46x3jH4LdtsBnrLks66fkY7rvuaEadAeDJOu4YdlodJY4GYCmg3ECAOjaTQbgyp8/vy3oULMXBkgAdO4zlHOg7G9AAWTjgBrDr4TeBAzg7dxXH3T5wA66YpnVMZy1zKCvvp+RsfLcBhVKueBwSBtk53LecFDyVYJNmJuWwkiwRzpgp4QyPhe96XrUd5qN1nN58WiJ8OSqXXXWABroupTNz4M6azmkZNz2H7i0gpIFDHLW8T7AOEwAx4fWX4xqZz165Ob3IaLDc5hkFdJdsLKdF96b2A+aaXQ+6jBh0EbF7mCsP7ADweQ9gwjynFQtaMr49EMsfvBdHigHROVF37z9AphlDejYtZy3nTPcKd7R9eWqV3D3mK9mxk9EAYw6gOPfjrCSTAEA6Wfaf7cBF3xGgMLJvh3SyGHBO4Hw9SveScSwHA6v6AQewnsGcDRqMsy/9RpPZ4DLIWq4+bwflLDssyFSviB5s9YHo4J4JcPAnAOLS+OE7HNF80huu/MqYNY+Z0y5H0NXro3HaAY+zgHHyH/sIjpHJ6AyAk0xd5A961THggJhN55f+CG908fTA1j9wtKbPe3VJZM99rAArCKCoh0UPMvg2W22A9gQxdX7lyRWsMlHven6zHrGrDufQPHtVK8hoq9scia65uF/gyC+6Hset5zjZsywXTij3u9O7okcjQwF+BqyYUnbl6a41Y+ualu/P4Hh1xOE/k6zHGQqIk/LUx/MGPO++Yv1dHmG9cFDbiTdOmnGscn/3HAD+lt+to6fAHWOjNG6vbwZ0aWe+sx2Bgwz9peeKltgVyZaccnp2pibjL701l3MKoMSl1fUpUNUs3GTtwcs487P37DajHZ6izRHAcGSJCYgafU8pW2QT3q3t09LjdtZPRjUZetHbU6r7qAgRZ3TKELMHRR+kp6S85A6kC7MCGO1AfUpiJlO563wEi03WVfoyhh7Lpovu4N+YY4BIOKPdk9IZoAHME2CW+5uVC/98FBgTnkk2ZKsGtJy0Aa2xdTA1Uqp0ArFG/jqnI8NrAgFc1hrHuoGm6DDvl5OthH4AhD0CTSS7Hr/oYMBeH973wSAOGZFj5+k50MbVWRhD5d8VGZIBiL5gn6PEIi0csn9HZ4ZX2d+TzWzgQFlWnAnISmR+ZHqiEj8CnALcG+ylzKuAJX2XgLk4NXkfgCnzeimggLmmukICXRxsQSsJ1m50pzNFXQUg9otLh+rDXpo9gkxbgF1lygrY4hkur4qunhLQOJYNyAkUhOcfT9sKB5kxR+hASU3Go+cjOzz3ieS0mb+UlHZFAleKoZQvcqP5EEihOT59ovkAttLzE3PIeotsr1QMMI/aaa31Qn+gtxxuEtssej/8mgBOstY+JuvSdI1MNKMw4OHLBIDZrkavVt573phzH7af14/5rt7TJiRv1b3ZczOu6Mv0qGwlB/ghupnfKIWcXrGZJ3yBbahWGwBO9q8MEGk7JjYnY7QeEqEpQdzvKZVt+RGP8DvPoNQnWWLpXQuAw9hTAvuXn9/nfIod4DLwAa7gy8hl7BADsMdZD9qhR1XSXKBQss/RcwlK8nnJGX6MFMCFkvbplcy/AeJZW3TWY+m/Tyo5bKBdIATBGfAMPIg8ll+bsHEAFJPtx5m3dgu/uboC83GFgmTCUUocU/fTlJROwN1XAZXZT78p+/fje/atyuic4aE3PITsu1rICpJqViU/p9JDeCEBMtKzWu9Xr19rPO/9HfzNtZ6XMoa7lwWcS6WHZNMCkj9Rr8tk/QPsulKO/vyiQJEfXz2++bf/5seb18pm/CYQliTd0oD1TWn39Ld0JQJXl0HnMcbYplziMt5afwejURlC00O2yBzlw3Rhz5ROpboJf+JPIeBCYwYABugB5HPlE42Z0tYEqWgO6FgAYBd7NkA2QUp613uNCwAr2agpwZ79DX2Qnq7wZkr+U1UmfeSRIej+7q0ym/XM5wJdAYGhF2LG3PRXn4ugA4ErJOa7egx61ufj8OSRgeqArwCq2LEAyszhpQI2EjPKGTelrN8RREP1IWyp0aP0OgOTmIwAACAASURBVHaJaY3t+QtkNtm21knsbaOUCBKI3HYPj66jAgJ6DB5yv3Kf/9PSKee5XI+dT49xj1PP9nnVv4VHG1DNO6ApfJ/KHdFLAI4fNTcHgrBPj98CMN6VUDy22MK2I7zvNlMTnSw982ICOsR0v/xM6wd0LXYAQSiq/sAzEL3Jrm0LBPQ7+uIA8G3D5P6sbQIybwTUEhhKiV9sBAdYWBelRLtXbnxrnO8Pu3IyeGP/JLvVFR2mNTK8Z30M/uuzOft0dL2Df7xfZm9eAG904uF/yDF8PtGj0MdZszO3VubwXqxAEOvS8QPB29kH8wjWlHvru82+BQH9q//BfJhDEzW43+4B8SVBGH6+roaulIuP/znVRaClnxX15dwUt4Wr38Ml3rOPFAD2cY/5EEzP/x8eqcnOe3smQb/nLDnnerfQGP7mjLX5HQMQhy/LI8x/r2zkMtbe34II/KzYpv/wn365+fyRQCda7GhvwmfS55I44kN37F/okJ16ne34O/qnAZ6h+wrQ7nm1AaYHQNxKJKzJ9wDgM7B0wSLdqE8O2P0a/v6nAnx2FPz8jof8+x8KAH4IUBamiXPhHzsAbCYlwuvSl3LnElYJ9sB+/rc1gIUij7B/7vRvb0ocUvTj2Dvrfb1+AOAzULADwNcAg3Ov1PN6V2ncB3R3QDuAlgktQ/8uAPga8c50OF/zPVDs2vPuCgD5nuwtkHVltP199cEOZl3S45Kh7gKAb9HhBOCef28fmR0k3a/5Xi/q8GTU9jlLcweA92fvfw+/xdDvRloeP9p2zLTvymLsWG//HqAsYM3Kiu7fr83Lbt8RtLM8XufBlXGWzXhtnN/Ti8spPQfekdFDlpDnAmXexOeCbRD9/dZ6npymyeJoKZylP5Y8fo/Dq2u6NXN/HSoxbJrBuOum87N3ADnXjVU7F14DmHeAtxm7u8zbwbgB03nuJZ3qoN8zdI/MXwy4WetdJ7WMSN9/BoAPI8nO5mXE3parLXNVNzUbjeuqZwtgHrxfm+OQqkTwLnom8q7z2jOguWYPeKjhe+bnna9jDC75w+IsH1/j/443YHEBqDW+3SHNtyl1Wh5af5Zut/YC02bxatfUBuLG1313x9jye/sawLHOXsPhbhnitJOD0XJ+BwgOYBTjuUZz6x1AD0TxAFfGkVoAeJ8zWah86IEaRxAWaBxb/sxpTi65RH9b/yVTh72EqGEbs3Nd+bsBCAc9cAVoPtzjiG9Ao32MXtcA0nx2YKT8x597RpfHPQfJHQD2O0WflvTcbYRm56WkZPo0QZdmHPN7M2qhUxzwS+cNecJzlsdkHqTET2zGvVdqnDk8cy+9HN20Z6iWTw/H0thGyUjZMtcGxGmUaR40ug6+WEvmMabkaJYyPMWBpplaS1Cd/Ve7jdLCXs9xQI7O+FXr3KhZHJt1qJdVKjcBgJPNUfrFybd0aA+CzvgbOaFHVwaaP3wNezV8h2PE4w7Pd9+Koz3zB8QMGJk1yfrcBnvPW5NtUT2jPca7FjyzgHwAx+jEjC1jaBT80W8a4HmCFRiswTMAD/GZD9We05wrzFjI6pz0e72+bs/hs36CFpH5HMoLAOMY4LOD137PzC06qjyQbKk4YXMfoBDjxIkQ+yjR2ZlrxudIeXo32zkbB47vNWjw+Oad+wEHULZc2Vk0QKTXJ5n2DL7jPHTU2FP+fu4JkHL66DrWZA/UuLyijiky15K5lw/O8PRj67u7nnHcke0Cf6fkbssod8925g+OMGdoJWJ77/sefU8GXRznR+arnm2A3zokKw97u6fgZH4uOk/GIes/AGX1KdlxmCDwNFmVzVbDW9ryYvvezIzLu94zJzDH45ygrcok3/V9rfJgimm+sUPWWQHnfnz30SW8P9lhAZwCnOfe/JdS6oBrzf7byyvvz/Yyae44dvcWAHyd4Jbu+6FjShIz/2Qr21Hp9VlOogYUlUeS1TVg1cyxezL3GSTRM1OSPXa4aak5NEiE9xa8bPadnenQaZ7Z9zUYxr1s9b9mgMMQ8F9LRfvd3csEpvTv5fNmZDMfZ7OjT9jDTIc6wjJuPtW/7oHGvyd7zLTU+uwZryb77Pmsf3RawBb3s9Q6UyLfOQ3Oio2+zHqxLskE4jsyWn+AVx2IIQBRhkiCJXCGUnpeGaNar2S9Vb+sILxWFSn/7HZ33+m+l1MSOj3N8+79/MJ6AUrhhPec68sZ5c8cQ6c4TV+olHABWpf3pDS/aJFzSHVc+LJZoIBFOEIzV5WkHed1sjq6T2H7JhuztgvPd7ay5l8HIICp4Jaj126DIj5+IqM1pP7VjlLJB2VaVep1tiJ/R9bsF7Kt/GXoyj4BUEImVTImYzunf2EqJrDuPAugp1UhXr58dQTipQdh5twM5mZ4s54AKcglWYNfXTKbsuSxH2znAV6gFwD19L6C/fxGOXKAPhzvCM7jAYA/kq1FaX/AOvdmZKwCuCbzDKCYNaHvbHn36ZSAdc/GyYTC6R47IbYHlEl/1mTa8SeADx8yuCnJi2zFSRx7ItUfCN4A5MeBD/jw+ObHH39MFque0UCFrBKfOIiZF88H0KE3K3+iJ5GBAOHjfXepY/bNZHW7QsnYed6LvedPP0YCPr0/r2Bq8wQ9hgXmFLg2QCqgh/fsVYgYF316A7RCkZyfvLYCs5h7gzehR30lCTRJBlozpGuDIueAMQ32+/iRvREAJPNKeW6NQ4AlfNIALcaSwDj0T4IIAA0f/UDZVvr6vh0wu/aWShL/+CbACbaYaIJ8cH0AfexwSj0LhBuAhMxXPr+ovDE6gW0VsD8Bczcqg5xMZweJMEYHp1AePCCe5YhzoytSRE9Sytj8pIHD0wFeYs+/lB6h9OdhJwj0Qdc6W1R676XAVJ794R1gVIKJfOa0yEbQ4b0+fw/yCUBPWd0pvTwBOdz7Tems3ENPZAI6KOGOHKUfbfjKwVD6H5Y+fEzgBbKfUqzw6+g7Z3ym9LmrtHx7cvOH1x9v/sd//cZlod9r7PS9bBZdsu1ir3+kP6zmmrNTZIPeqOhG9khnZLvnbQI2Y99MNRDGRVU2B7HS/xt5ze/0AP4qkAnzMYBrTgv4gh0conUgC9hg9wQXsb2YNgpaeyuw3RmegEb6zr3ADQanzDPy+fIVgQIpPw4PhM+iR3/+SXqCveypAjd07TMNjuO5EsntOycjFLMKffZNZ2kDZJonwFiq6mj8ljX9N5Uyah+lItGvN6/F+wZxNWXknbV/J1raxur5mvUcoxi6s98mWAnejk1B5uFxHjdf5sxR7Ajdl96o6QdfE7n7Sc+7ztiUPocHEuAXWyg8RPBF9k/0gOc/e+vxPH7HTiZoeMxw1tzgu4HmPK+mBEd/Fy7yQBg0QTINFleG+C/IDIeY9GqmhQLC1LOkA8B83oHSgPgKiLA8TCYo73bVAHrRJnsaEUJLvRXY7gAbMtJ1PYFRCehAN2aMx5nJo4a3ejoZq55zqp6NWoWXMMU8k+0Qc1Qt0HupvhadEj7rpz6ms7+Xh5HlHSA6QUzYFfFdtCQx9n34IOWqkw3bD/Mw4GqdmwpaHh/4D7qN86jWoAHxXEOgFjbMUYlHEyQD+KkAX1jCaypw+Asp9aZLJoMcs1cfiRgOdOK/OXOKZ+B7JxHwoNF7zew1TebcNBQ3DxcEPuiz0dd2rPVWnl1fAvzKux30SOCkf0dW4qeDD/7mf3vn3uA30nfp586Akr3twtV18I9/G7uEBAlnhs9ZjnFSuQr92nXveb8+4QDkDXJPuyPo7WQEpnwNAP5TAjf3AT4PAUgfMp7Fdtf/dgkAL8a4774zwHfv9b/xgjNQ9Y8dAA6jzikDBty10Xdodxt4GsEfZbZvKDzm1gYzXywQ4FCBF8qwjjm+tJLaHOu7c7c3HX1w5otzZEintyvmu6Z5FSQ+kL4Blo7AixhvhwNzHKel50Pk6jey6u+6/CHAcQ+gVuQnftidNjtQeR7MGSy5i6/WdQuou3M9hld3x+5a9zFQvpMBHD5cvL6/55xZfn7uwZ3z/LOY1B6wEYKhtznO9ij9w8C6xYDfzwAefHUDzZKrtQOvD2GIrsND12fR4dKYCW90U9emqnnb8NiMmdA7O/Q1WTqMBT8obzroUx/T6Xn3zfHYeGeddwDYkfrjnLz2nPO9a+6LN2vE7NmsXNdSUTYshjlq3PHenZ923Vnnqw3/ccrjOCkwcBgOpuHirTgaWiIqpepK7z6/GXses+51KZqNL3eZPPTUjP0Y4za33XnOu2y3cUgKAS7mWPBi57MdQLmkUwyyMwDW+WRsWYNVsi7lpOoYvKanCs4aGBIN9qxdFHUzQWoQtv/rmTfOwHnGmfnyd5yluyPomq7b96oCnYsnQsPPcp74iI4RKwPbB1gOYklE9GGhWae7rHgM0M/jyZhihG6BPvDlZMD1vU3g9gEHHsUw3h7syiAAmBzS+1xdDCBRcOKif++sx94jKI/jqSnr6es35Rm6sBoLINz3lXPQRAgxM5i/s757Bm6ibldW1WHwG7RYwHFBDvOVD5CLnw5e7+Eb/h56dHxHXy4/dztpmU8n83qAWQ4CATYK+FWnJPLaDnZshunrXX145kX+fRzKNKb0/ouD/ewwb3/aazZIIlMh4OgRskcm++uZMoySXQAvZbwAwC0FmezRAYG6FHMAb1ZCHAwBA5h3nKnRQ5ZFZ6ok2t88MvqfkmHdA3BirlLeAZiOjMBxiMO7LBElQlPWKyUc7aDrwap8fYWYkZnv65GCAwz8uB7aD3jbDFGDMp0H/Kd/rNLNAziMbZC5xxHT9/MnfFcgx+s2JZy5npJUHOChGfqBvSwgU5xozbjp/sNYEtCwKlM4i3fbjwz24uTRnhPnbOQzgVLJwoYn+QB6pNf29MG1sy7AKdH+jMVZAD3Mjpw3C9jrXPmv3axBFvBzVpsP6/ZQHKA7/+5cuXYHgHddsvfbokRaHWEpEYbTZM+ggu9wKmZupTt8iUw52wrN54zk2DYAdnHAoMtyYG+gSUsT43TFwebMOjlscNg6k8yynXkApNuZMTJgvaw5+lmOuseRlIxhPgbWBgC2LI7OZG0ahOD1L2jrecVRVP7KuuDyQEbi1Pa8RydXNOpYOTJYBXRAANbGWXxyOLZ0LXRJSdq1fztLY/6d8raUXE2FBpfinczJfd/u3r8/Z98v83sBndCxPUrtzHLpxAme1J+8pyVB7UscoSzwEoD3Ul+3nC8RbCl7OyDJ3FvbxaWjsXMBBgZYzL5wxVDdvmsf8ALFPCe9xZOZ3Ew+gKLLsUXnVbeTVcT4A6ohC8kmjhJFegNAzj9xn4eHteaR8YAFrX5ReY+TL70dvZ+QPeJMx9hcBeALAEdnpW+4S/75pVoHenuKX53FPPqM/bIAu2V5WiQsnotMrUAh9kSylJoNzPoGeHY/29Ff/s7gTFpSxPEpmSNASXN8QZnk8YCOSvFGU0C/mdIAwJRKRI9WV0Qnxb5NVnfWBZq/f//ONHqhcr/pxZhSqwBoyAYf+vZCD5ywAK4JFEulk9WWIzrIa0VGygTAJcNZ+yY6oME2Y9+TfdfS4NUFjAXgLeVJJ3CBTFWAOONYgJ3oiuhrSj8nSIBSm5TWDfAfZydZkZRvnVL05okJCtNQHYDCE8WnzS5M9t/HA+BlPQw0DwDstadnNQEiwxMNnKtOeAyo4nlMD0TsC2jLHiY+ezEySzlJMstjD4ev4B147uh3y9oZbKAnadpooH+sl/XMBmCSLRndzj6adcH5i54nCwz+qH3/6fP7o4IAmZbo1pQABlAq0BpgJNl/AtlUAphPSiYHbDSf0K94xh+9wZrFXmrpUsbpM4/2/5TkXmVXsaUzroCUAAGPnBmHHkjwRYIY1pkMGrCuBjhFHPZKeADxICOY57mEL+sz9EgWfPj7GT2Q9W/KhzszbGwsv2PWlAolkRl0aOw49wKlz6fm2GoAKTsN4JYABwAdzqoJbEgp3/eT/RjnemxpyjVn7yzwJ/qSYU2WofQpZZUTLEOpaDKdAbieCrQcYB8aWzel7/GzZwHKHz9KT993b98aiOc3ZJsP80vG4lQkcAn77B3vARbJeCWwVfxLL1psUbKiE+wAGPTiAgC2XEsOkUeARNYZmtY/0h7DPqdY9lOanLmxNuktTGl9dFICOgAn4BEAYFeb0NpSgtrBNnof6+49hbO6A1wiw69fkxkML4huYJxkCBLEMcENlG3++EH0/vrh5p//xZebf/3XCg4hU1b8ntLoPFtZ2Qo0Yd0pW0xJattSZJfqHR8ELJNVCA+xHsQcu6Sr/ahoHvQkvc6RP+lxPQdA8ZmyP1kf+6ZVjpXStywDrGNwt74H9nf9O60+3t+8fA4N1l5sQMsBktKB9JId2cm5MjYSfPVKoB2s/AHeYJB+fs6m795lnUk6dfUK6T6mwBq6P6hASYJt6mcoCBqQlLHpOgcO6B7aMWDDO4s055RHKrVNCWqWiOuRdQcTire/wP8+N2X9KcXt9mWmgXjeAS6x0/lQrvu5ZJVr4YGjIqZbU1DiG1sTXxC90FNFwnYDADYVXmxHFlgNnXP4v7RvoKntLLLy1dPYGZ+6rKd4Hmv/5PyHvWKbaQIErQvYv2nd5LVIFYCe7dvLGVmEzoCMjOEZ79LL+I63NeuX8cNfjDUVSaa1jucY/mDMBCohvzznV+lMZ3ITQEWAALyn9/Ec5h17YM6/txzEKLqMqTZUbFT1In894CocxmM3l7PHrVsot4zs8bkNAue+fnwMZO8VDezn0Hs5x70QzySgLHra6082NmXn9Whkxd/2fmfn98HouSTb8HkmItn+84BzDm2VjZxHxsYWOQDQHytDuz6Cr1RjiKF9PL9nWfYJ73G2lQE+Y69XjnmnWXqeH1srfMcdh12pL1xNbfa0MwBs+/8Af3Pf7qOFP7i1wZShO4GpNzf/8f96d/Pxi/wLE3z061ZZgvE4YEQPgJYtJc67XOkHC5vA0dq6Pr+GprH1sy7RV6lOUP8cvx/VteascCcA3IW75szhBQ/NaPxTAcD3jWex7/W//RMAfB+F/tS/XyrwPj0Cdum8f8ibz+u/Mlpyd/VMz8D7v8/CacCMyAwL8HJa8472jYsQrSy1vGMpnI75TwkAV65WtM9OmeWwXtctGu+17T32Hbieud5H5z3j/75rv/f7QyoH7Pd/DwB+6DjWRpM7zk7/28/5LwMAn9+TEkfhnYs5bw7Jft9N6XLsS6Gv64YXiXoahu+9CVpY8uC42NPmlI3qEgDu/byjkVb8vZlax/db5u1D1qbOtiUv1/VCaXTsN2NEnN9x6AGMPw7kY5iXvP19z3DvMy/WAKN2G0rPrv3urEfumutpWS+emRKVObzdpZfWmm5W23x5ZOOOQ52vu941TNLfMeVWe30zFZOFl0kedBnD5whs4vB6BwAcIPJYOVuW1p1k7REae/q4x4uzNuIwaFTzfhn3XwMvOz47cWcxHGE6jiH3btRUmG/LOp0zeq/O07RfZarPY27wRJ0XcWrHsdFDX54bx+Reovkunmg0byO/e+BwpmDpPzfHsZnDYcqkRS91r9nlp4YeDs27AOBbesZGX3iwADZRxKz53tM3IE8OpTnAxlF1sXasq8cZRxlOz11X+exmQ3rfJ2PIwkaOWvYBrIZonl57/QtGO3TmgGh6B/Sqo80g0WQRn2l/lkMiq3u4s4OJKOcBXXNYSG/FZAMs53z1Rq8NMJVytKYhJQjdVzI28AoqyW97Oequd7NfTNMtIKRy2jU/68rjUIN8638+aEoO3LtH47fDfORzBYSkB1KiV5tdywLwDA4PzZK6pCDPsWQXoJpn40Q9A8ANiPIhZXRMnP5zaNv0Tt9SHRXgPBkoXiPKfdmRFwAYj2Z0TJ7NXAJcIhMpQVf9ct7jCwDHyRsnkR3gc0+eF4cDB0TTewOAybopzbsWa09OFPmS35wYcS65Ny1AgBxoR+m0sTE7f89o1r4y3/Loe3WOlDUL0GodUEf87FXQDfDgi8vaJduRn/yMkZn0A54yZDhsRo/ufYVLEwM1LoXZ7PqUUuRMyfMNKhvwiB6xg3J6+iK30c+ZZeRk6dvYdSvbOfo6OoUSb3Yk1GOAi5EsLLhDTrJEKQdAbd9AB0DoXc540V9SunZlyFiviDbtAVn73bqy0Se6oxn5XF/7Jv38ogf8/axBM4D3srwFEyhl3z0oZeBCh0Z0IzdxaqMbjFRm7qZTAAvGiHOMEoFMru/hOu5vGTXuXfIex5n1o8bQzH0cpSwF+651CvrN67L2L7u+ho9577FfWFZQ6gGACwoHeIzTxA5KZNdgHdUCxvHQ3wcYbW9h5rAHulRH8H2qSgRw6MeyNaUvXd0A3tL/CnwcGd4jWxn7BBDMWY31amZuwZ4G1+wOm2ZWn4Fhj234FNoV/FsAZujAJQFikt3o9RqwufNJqcT0k+x+TdxOdaYd2y6TFxmKbokt0HE8UbZ8K4rUOchvrRzBQAoQIy8Goo+sawKTJqNg5O6LdFyfE/um9unlOePIGHfpYwBqOeId+BF7pYEe5wB59hjej8wir7UlqlfRxw32MBg49k8yyBP8YL45yDD2kBlX/8+OyNCz/F8Q1DuLeLKZsw3+cFCjz1tTTet4RwIZkVHsWTIzKd+7Z/BaJLQ+BZMAZ6BbevxmT2CdDZ6gD+XU6ydOwtGBW+BHM6LTWxkOD8+9Uk/NVA2KLi0fwl+AkIAwrXiQ3n0JPOCDzvG+SnlR2yrZQyAb84tdTslO7AOyXVdWlEt8w3tklmOf6fanDnAKb8MLKTOeoMYGvwG6XFSXMQthGAFckx2ZTJO0OplSogA1OKIl99Ct+hEA3joHG2D2lfJ16JmxZD0yd3875wOXqZyS0nYmm/eUSTtAALqULCiO4w6g1EtwBr9/p2xNbDr2Gs2PHpAOynAFkji8XWlgAhoAWb2vWS+lt28CMtlXPvg5CUThDYCFlFpNGdiUfIVICTSwnhyAnd6mrQpBgEOAf8rr0nNUJX4BpQXswgcAfvRUZX0/KJuM63nvV2VFAfaic1gD3MG7fmLfcbUPeIJyvG4OmlLTK1AQoJSetWQ+CpQmMx0HtejREuLYUOwd3Btdss6Z1Q3oQoBAwFj3PrbBjDMfwINMrfSujg5KJQuXrVdgAR8AKwPF7N2mcfTTH396m3XnHh8EKXcrQMwlaql0AXhDmeScX3h+9o9H7jvb/eulsnF5IoETHzRfZ4w+exWeFB0NNAoURPax6/IfvaMFatMj2DYTfXV1r8j49GnspCcqtR0bFanWIOY85SCyR9PD28EHj5x1HGAFHR89ByBC33BXj7CPBmBSJWI1L5dndw9pyqLT+xk+/3bz88+/eJ68H53qXpK6/uXrnL0ANOnJCw2sx7Ue6K4XQhg5y8N36EyydNkP0KfJtgc9aaA0gGoCmWKfpbQvPA4PuLy41hP+ql1T/mX9uA/g85H6/QK82pTTXAk4KXD8TIExxAR+/qDrf/1w888EAv+r/+G11kVrAMjtCg8JWEwQCEDafIcuAvB0tnV6lhroMd0oS43eERhNBqPAX2jkvcg8SXZjAGDGSt/PL2QXCzx7IuDO/T11nUsLh+XEM/RCFr30D2j5WsA7K+6gQD3/q99BYB+/58zBGrGmb15T3j42Gf+x9P5PtOFD/2GORpSkJgEJXvmm6yl5vQBg5APdP5mUoidxSm4/pPVw5rASS8kQdtY4gRXuF488fb358c3KAMaMTr9zzlx6D1VUMM04O9jGspBafukDbz4lE9i/q/y2+Je1xB6qnQO4WmAzupFzfEoEYzaiNiih73LP7jeQs1ldDofdC/vqHehBKosAACPrXwDD57wJ7Z7w/8gSpTQy/Nk2IJwPbBMlgIF1rI9j4kJij7DullmA2/AQH2SbDRG+su52yX160APq+hI/j0z1Zifzu9/vPTfBSVTGIJvYwbAKAPHzxGdMPT1+09M2LRhCc8+PE4qI3OojDm61WI7N6IoY8NfYPlN22Zmw6DcD18lip08wc2Suuz1rUPcI0p2zHv4hBwDHh8DzAWJhA1T/4NQaYypT+H3mGfg4/JRgzWVjxm9RuQ+QzMXoQPamBorYvzQBgV+RQQf35GzQ4ECC1aza2Ed17xHcSmUkXuKfQ0MHh6W9tu93BasxNG3b9eyWLeagf1tPef4EYuqxtdeSKDNiAX82OBPOmd+4/mNbcjEnreV/+D9+uflFgSsK75Ae8WnXIZSHH0l0jL+ofkDOjrOG7JueQ/59jHbOQ/ZvNMCdufM/B5pxfptgOMaBnTWH9jtLQN+XuXcvADyZi3uWQBcsNM4EH5qpeN94Lihy5R87IADR78rMu3XrdkC97x2/5/c7M4A3hvrec++j373r9J2H787kHGbiTPO6wf0P+KxnsN4BEPbP7sT/3uPuAnx7T4fTxxd4a/aMD5rzYx1rPaBFYBNVsjsEHjbP5cAwW2/rloN+Rnia9m02szN5p83lc2dPmPsSmbyv/TUA+KGZ8w+97r7lvvac8z138et9fFo+uovvzsDH7kzPuoee58j577GxHXeT1XB+73rO5Trt/B2+inK/pr/6XZ33uD88bpxjc9A9Iq2QnvISdshkJCXSaT4DKmeskdNmuOzRSXlfHAydh38/7q9xSoTm/vgp1buJ/vf0QNekQMl9a3cJqJz0y1368ASk9x3LUT/jH2M7RnfA0m7gXNE9tfzwEPVWA757yR5Z1/cs/dQNvfoz7991QzOndpk58/2+Xkt3Lh7cyyru9J7ksePRdY5zALSzWwMOv65xpgfTlLacfRCjopmty0mVx8aIXpmNKVnXKLxcU4D4zAue5xa0soNMqxziAhwrM+f9Y1//nY6hc/aAs67w+o88tT+d52MnNYeqlAy7BgAvgCiHvJbkZG05RGNrnAH60v4Y0yxO393npNxk5rzzQRwmyUTgcwA7doouga1zrE66r+NsZQ0NAONEaDdVlAAAIABJREFU07rawPZtKZXlx45DYtfXR2DB7JerfHT3t9VHr3zocjbmjYCoLe3D2AqUV44uZAGHEF6CmV/35Zb4ub22+aYy5UjPzVBeuihC5+w0xjRG/I51ezzz/mT/3d6/E1DIhTwg9lBB147N+hVn5ByuGE9lJtk9AWBYi3hq8nEpNMvZlAbyvBI8kH5beq4cIPsBxEY+5RAvggiq53i4nB/zPhw82RfyPqYymKidOB6DDlI4UHkuDq+jv6wOEi35WWCxgMZFRvDsP7s+wWaJ3EKXlhMfRzV8t9lnXneclaPaPuPE3tZz7/0NnZ+6JG7KkzLP9CSLTecMLYewy2lrx30c0nwAgPnw7JaiSmn2VSEgfNUMT3hm9sGRp2c4irUuODSOgJ8TCE7UbsuT2okOOL9tMmf9y4Hy4swiOW1/xIJkjKvrYpfB6IWOvdmaPvAPKHjsixp7y1dy2I7DZQJQOGSSyVD+ow2JHTTmjCOb+qgmMYFBBFPmPeGr9A4NHVNCNx/rQ2fQTRYITgWytp3tEBvc5d4G3LDjQPe0528c7MhHyopmIZGZZO64XJ0dzCkb5qx1O/Yp5Zcsh8NhMDJQJ1HHWPDBGYfyFCX4YmXvFqCPHdXAhzgVWTdHW0/Az372MAXNS/QGY4yZO07EpxNY0soZKSeasrr8PT3GLj/Glce+3Ms8JxJ+6UM70SrvQzKXncUJM9/vADAyWgdI+30DeCz9m7NNHCrR09C+vXi9JCPPrY5QfvRvDWywfZGAFre7sTJdIJ57Z1mup4KG5mvwwbZ57NjQdNkG5QmyB5sVWCdVqddANHRDM7wXf+ZsBajnbFjsAOuTyexGXrzXxtY539fx5PuMy/3RBXx5XaZ6gu0DA58DZuDw9xmQEsMzr5aAnkz40rWBMAVbWyUh5Y6TaUHmSaoGpFxgMhqovAEwQaYoeotMGfgX4Z62MICWUyYPOieoZZ1lU6Z3es0fOizne1jLpZAt25SoTCAS74c3WsIO5qF3ZXiBCg3piwnYAb3SA5qAnJT2xo74RilGAIABgO0wlKMdMCDljfNO9E57naNrCorb+dh9ie5poi06xM5Yy1eyaSn1ypXIfRx+yeSDXvBLS+ixL7L+fHfyyfk5zINnBpCOrgpAkr0cANilgx3sQElXSuOHn7gWp3l0bOwmAADciAS5AHDkvIBxMn2Y5WDmOQ5+si06nEkWKxmzcnwiBy7ROsEulN1s+Wmupg+d+9y2JK373CbQIf18k9mL/JCJhe3oqhHYhDN21pprAIA9F3zzR2Zy5PvQDWLPdwI684w8J2XG17r1GQbhRIPKQN+JHCbTOJmZvM+9zV1eHF6OrMKXBjZExSe6zo57ZxIHaPOeQ29TgznZfxOSBDtEx7MHdS/gudCp/Z/t8EYMyKIly9HVCJ4bCHG/YGq4oq/mLJoMYYAJ9SYWwMWSMHdkGhvG49E7X6iMcmQg5YX5CwArwKVBLLLwBEgANDM3017gGHNKQFmm0KoU2Q8DYDNm1sKZy3o/NPmgHrbIGxmy6CGCCz4KNHQG4TiUA1hix3xx6dMCmDzLDvnJIGUeCRaJTyL8l4oHqE5XUxhAnGd/EI14ZgAkgM8VcMD16HTeAb0AmHO+SIDCc2WopZcm/BmdmyAJbLZUlGj7AHjBe6LW3qWoxddPFYTAp/LVkqmsY/q5U353zg3QRXR+9/ajZfH5C3KzmLvAHUBaETLyHvCAl7VChh3wmqPL62t9ANDQv9xvIJw9FZrTI9nZyHR6zPnS9r/u/4N1Z6olkdmcYKcAJ9CROb9Umd+2M3j37oN5kTEQxMAzXimwoCVcCWaDXt1r6WO8er0S8KJxwofwyARUNsCV9UWPQs8VjEZwS/Zn7mUPTeY4Zhi8wzg1X2d2JjDiueTO/cA11ke695Wu/8v/9vHNX/13zOXRzX/+O94ttHKeYU3pdwIIo2gCeCHrr1X+Ou1noksB2r5Z7yhjnR7Xkg+2RkoJk6TOuqL+2UMopfxRIE3uJXgQWy6BXCTW09+c9fH50kEM0LttSBJUFPsmPl1+p+wz00atArj+/FNaa3D0g3cAAfnP5xLpT7Y263s9Bv2hQhkqAY0+YDyiFT3LKU2tiXGt5+P3gg5+dXlz9DMfdPXXz1Q7ICOVfUj0eYO8Y8CRwY9OH38hz0RXE3iLDeQzgPiPM6LLaXvYzrS2fhr6piQ5Mjh2obMs8x9DYl1iy7GXtUc4Yw0/o5dTCYFAMyoQxC6DTyLDBK7EoE2wWHQaM4RGrKHbpHAKOJ7PIAIAIz/YQ97WWGNt8Z7bZCQnqDE8ZL1gnVVfEUyfqhYGDDUshmZwmH3Ceim2a0uRv1MVgPDAVKcgeEAlzbPXSxeJh+AjwldaJts91XdDQmP3uYyzsveG+tdiwEOD+CHm3+6jneDVRwQi+TzITgb4zvkodhvv994j4jkjmb7i2Lns4T4/cRbhvJxzoIOAsdPn+LEDwLHZ0xaAZ6XqCGOKLim2EpA987COc7Yzy5N37gBwfCTj3zBW29YYi58p2R09Un/lVDTCbnCrjgClyIQrREwJbMuD3g+P5Lfsq6t09fJhHeWY+V3jbOUZi9icrfgTmu9+t5w14zvkgxyzz//7f/9/S07f6BymvcOBh9AuwaS28xwIEXof88KGZs0IanEJ9bGzx8+XZK2cl9JuI0FdDvaYhAcH8ZEJP3zi8z66Ebv/rh7A9wGu9wE2rWH9DwEA70BClmAEBfm2k/kfDwDc+f2X+PPa4fb3A8DfH+HhyGF1xtje7/hTAsB5bh0H68BVADhZhVGqewbk9RmMlJ/4jH/+XgDYDr6ifTNOO2nGcYOALxqNAjwBZNdAx47pPI9kaiw63HXdtft2gODac873nK8/B0Bcu/4hz/0eALyv963nHzS9vbo2Xk4A8BlALh/17msA8Pc4fweljCWI7x4CADvQenM+HV585IfNZyykOoMLFDc7po6pawBwM/Au5BDDBYMCo2ij2S63t/hjxncN2N35zYbW8O85QOB4/h0AcGl217tj1Fjl2xDdSdZNnHtrd43YH4/j3+d7agD0+x0AvtRZK1JrB0IsXwNA9/oYy6t0pse0v3guPAPAR2bdbOi77F7o1HHE932HsTdOmz1AYH8m1xtkmNKgsFWjBQtmlS/WXOLErwGYMeXX9tTcx8HfzQPDV/Bv+aPRfY7AHQPVz9kM5X7f6NM+r06J0Hsypua+W/zWgLSNAQoAt6dQAbg+b//ziPCNGvXHAPphnJ/06/aePejIBvgA4Y0E3Ndxf14OKCm12Dknqn72tlqg41jAKPW6++AHDacHMGMZIzJ8wQm7Qr72t5TsXfM7MoRHvtqv3o5AAJnK/5waiU604e2TS/t2XcrXCopJCSfGkwzgHMgbjcoofP6e9QwvZmw5uK8S3KVNfs18yuMt92YDfPQvZOOxR5aJwcMBGeyEydh2PvO66bo9A9hvwxk2h6vOpwdL5KOg8J5t3b0bAHzJQda4awuItZdFzhJOedTNJCkAj+MMp3h6acmRwT5joGqVENrphLMvDvhk4MVplewuetv0cw7uORy7c0HH2Azf0oCDuPuDahw4ICCnD4iMa/iG8liQ3oDgRLDyWFc90Bo3sMG61PohLw2wGV5nL0ugQ/YB5o3T2u/AEVDbp/pX7yKLorToWsXJszJEAxZzyFUpSE0GfXRkZMF/lbUr8m9nIs5CZM18m7XYbaH198v1QXB3njeP2cm7AkX6e7NOIzMDRA0v7mudQ3BAiQaWHL3PcT7Mvm+lsQXSJUN3sx0HvCrY1mxWQAtJ++IZZNk9ChGq3M+15ksc2ID9E3wUp/Nl2VUelIwTnBnjSJ5NvnvxM4AWHEKssbOVEB72sTBKgzIaINd16FwbFFV+6ztD7wEr9PeUTo5hEQAEsC0ACU4W70HjjNhpxXXIVQDUywxS659ZCweDzP0un+d5sCbhxVwXXu6aVof3+uy5qaDBCjJmO2T0omRMio+3/SjOIeR8+k7rHQWA+o4EjURWrwHA5SVfP4Or0yHPSPncArc4pVDBfubweHunds+rTPnZOKEHAF5VVtbmtAfe1NapTMXlM44T8RpAn0uljS7o39PD9zKAs3pgtcxYGej7fpp9PA4q9H8BYMrM/sB+zf5LkBKyoIU5Yn+n3J7Lnup+9yw71narsiC+gJ68sxmwXZv8SZla9rRkXAEK8Sy38bCvKfX6WoY1pabHRiHjxCVkY5f5PWS7azrNAGNMrYYSr2nWGTbye+dTxxigIMAsz2umfSqTdC3SDxSQonQDWHWvPJyPGg8OfLJ8ABJYf+sAHFsa2Av30szeDBhRBy7vSgnZ6L+VOcp8M072RtYHQBcQkWucsUSWH3pez3QfWQNSlGglYzD6BR4FyDFUaHlaBmD3Wgf84MGHG8YpylXpvbzuSanllAZ2yW1KPKu8pu0fQHLNy2USndGErZGxhdeS3cUqOOMcWqBDqarAXu5MMAErusLliwmQgS/lFG6ZQpe2JhOXdRlZMNipd77QugA44LgFXGRANhNta0QGHNBn2w/bgfKs0y7CZSIj32QMcaZm3RP4oUxIAcDwJ/MgYCM6nGeybtnnnYlJz1zAAH8/oDNrOv3WDQDPPgdYAr89cn3HBNlYh+n5BvAn05Hr4GOAXPMTuTn091Q5U4PG7psq/TDLunoCEqCQHrUJjEl/zwJ0OLddMp2MNTluAVDT8x6aBZhNz9gEAjiAY+wL6ADNXc1A74bvCnwzpxcvXjr7j+xTSuCiTFYJYtaIsrkrgPD1G5Xk1dw/DogJvVzmWgAqn5bgfSGQCtLzzMwdoDZZysgivMD6A1tUpzLkp2rhAfgI63MN44Xo795pXRtEZoA/Gf7oB9bKmY3Ds9kbeAY6T6Cq+2YCjGsdCZTZ9ifvB3oQ43e1B704pawDfhI4Wzvl7duUTwfAw66DTh0nNHV/UFkdyX5NNm4DAF1ynnOR9wj62tI3Vn143boCUPSp7oMfE/zwiKoHuh7glgEaLJJ8UMXhq9YtunGyh8m4lTwCXJPZbUDRBio2cfZ33uPAEdHkudMV00+W9f7DawEJ6Ahnr1PGmhLMqQCCvYWMp8Rt+kDzcvoxu1+vSna3sgkloyEIZ1xnhA+dv4i3oUkCkkbHit72/4wvxtn7/rXnMmA2QKrVBgD9TI9TnyXMa+hZAnYIrNV8DUDFlnNAAvaIAyWk5yV738QLz198uvmf/ue/9LMBZtOGJmd671sGvLgFPrBmVdZwSpV3f3HME2XLRZuPDk7BZpNecnYgcjaVk8zD0WFv36rqgkrPpioH5afD1+kj3sNG7Ndd7x/2iu378MELgns8f8BasofRoY+V3Y9+SEZ+9BxXxUL5oDF+RJ6s/1NpogCwt3YCyvTbZ8k6ZXFj33I7Pel5Z3QfMk2/4U96HoCjAeDX8DN7SMBjA3cAc9ZnBCllv2dfCaC4zulQA3vAWeVjh6GTX0lvvniJXZd3xkaInQAfLFC154hyD4ia5FnyiR1OABYBo4yD/R+epwfvc9E/+/uA0pxLfAbgTJfqAnUiGbjUbwa/OTsSjCMgnaAWjh0sKWJMRnj8LQkQYrtYyYGx570mc73tDewnAGDTZPwAY+dlnbJ3sIrf3GIjmZkEeFpP2O7gOvE6pfNFy4wtQSkJIkpGdyrEEFibs7ePrfCyz+0ruCmtHnI2BDx1IJR5Kft0wEvsCn4H4E0AFGvjylXsm5Z17N3c672UkervzJXnoFoDhEfu69cjkztBgQ3CnXsYh6nY67PmCdTR22aujKt7nN87vqtHshuPRAeCE1CP8zAvy2Q8l2ZjTubZpmHOCt4DTH+POsGQGsM6W7SaU65N1Q+IXV/aAoD9hHXUuAoA48uM+U8QhXr+/ru/094Jf71yFj+VHrxPjV+dPeJXMtjnfIrOTz94GDk4FPZp9B4BRkNHaMAeBQBMEIMVA5w3/k4nQmzZv/Vh1N9+FwA863X8cRcgfCcQ/MAM4PN7Hvrva5mEHcsOXNybYTvjvPO9f88M4PsydPves0P6XoB9brwAga5Mogx+P13h6HV4OcbFAXi4/S5Q8XvP/i3jO5yHHBJ3CbPARRB7vurPd/+7h9k41/ZxBFvN80i/72+uK6/Pgb36903Sr0x0AbX58TaAlTHft565L5uJn3PMf6KudgBs49lzCep1f/7Wd9/Hh/cFfOxTf4icXSHVQZ9r9991/fn78uBZxr+nn7K+m1f8oS9jRdpDkSdUDjbePHoDzDNvZ7gPH574uTxn5y9OFjbzMWoN1IwotheZHZWdAn8Oq3h9kVFPcXjVZ4gly37Xxj+hXZwfF1lIGIuMRd/jEGTIx2PuAGAXUHSbqDFQ4ny8FgjU776nyw+n3aaazsa2nbabmPa9lcceGDvCjTTHoO/SI3uliIK27lFl+iye6nXnAIAlj9/nv+9VpGh22DW27SG6WTo7LatDnJk7mE3l5rwvcNg1PzhaOsTcQeHbAHBBhejqvScxTMO95e0YkwPIjC4+v99rOvzLWu5rXP4u0GszlYya4VUOrvy9GcvWe3qPD/ebzMZhOgb7FnAQ/kimCZ9GLvM1B4ICwP0tTszL9Ww/37tKRN/i2c6VaMTJdN0zgHnXyrjNu+p06Tj3nsSe8xxGKgvOBsXYnefT79Ef1njkKdmEuoaSXxaC9Bhecj2G+mkPg8964Dj4kmhQ1tp6LO8qD8ShlwNwQKbJmqsDuCG9nofoy0Fo5LrAW51JLWntclc+0GDcDwhu8CXBB+WDY3z55tijDbBy9rQsd56r19lekuigvWhaQMm9ER39mQOsHcA44zSWfT/qXJ1VYoUd8H2nT8e7gOCWeF20gs+rkymBZJERodwfaxynAbbToydjHsc3zuPpj2kH5BxyWiL5zJ8uC2yeSO85ntO+Snb2V8Y1iThgFgDJ3GtLMQaXUiRzaBraBCAMWEAm6GcAYM9FEdQuLxjaxHGf1fukA86uu7o/HrIw93Sd2kOygQjVZcmS4OCYw2qzIqNHU8KuTmTeiwMuzuMEIgSUaU9aDvmJMO96O8vNzszwWfnK/R81Yda5mZDJTFtgCe+zTPkQHZr6AG8bobJUQDu9Q8tDO49bTlgXO6XD1xz4oWv7UJovGN8Av7Uzjj3DgQ7NWGe9M+fzPln+8jgOFCsOHsvv6NsGItjpAKiCvACEiQ/4VLYpUepyVSPXllj0geZCic9e22xcZ9gYBF77jR360HocGVlHwA5oi4t/wAZ0hjMV9nNP9ofjrDN2kLP05znZ21IG1muGLOCI0pfp5Rk5ty7cxl2HVPqlZ10KVDoafcB2DvHmAa9PgPKU8GJduS5ybX1PlgBEPSp0tGQbvBVnXHpFJxvaENHMtzy924emtXVGHDrV1axnsv3Qrwmw6NpEp8WBFJ5OiVADLSPAjLl7Zuyz3p8/oZUDOpwBvgJf+hs6H0CF8TRLCccVJzScyWsNIy/dd8onfsl8joAIePwINAA4aQ/OgGl2tiP3LnWZT/XOwdfzrrXP5bo4Jqf1AHIDRIgTriY6ewWABzsGTiCzIH+Pvi3okj6X4c/wVfgTnu++3t+SqVEnMhkqqRrw7VsAOcwAnL9kC0I37q8uw+EK3yWrHvsmDvpmtOOITLbOsn2sM4kJs47hWjlnpS+T3Zd9zrTQ3ynxG8A29sWRTe+4K+zHgCbtfQtgHEdqAEsDozxLzm0ctQYvrWdzfqIE5L6Hrz02fOUMO12fbIhkwZSPuM/6gf6cEzjSZwWEluMdwA6gb/iwtqWfOeWfPQ8HW+R81dLZsdOg9fA19hGa13ZCzlkrcxsHdxzy4SF+CxCHXH2gYeOQ1s5Pveu5Srk6g4aynFNpgmov5lc7n3EI0ytUQLX3suz/zXx3KwYC9gQo0FPZVqDt6YCQBU6Rf+Tl44cAnU+fRw8641XXxk4ImJQytFn3lgJlPNELWWue+5w6mnpGHN3ZLwysWs5T2ji9xJOZzXtC1wATdfCXtuwztgW9d+Ys28oethPZvwFf2J+95ydQh2f+8u5n7w0AsykFTHncZ+7PmjMRdh7ZOPC3gCBdg25tlifzAaAGQExwH/oap28c9wZgx+6zLWFgNZm+5mGXeyfLFCA2uoD3MP6j6ooWEiCPEqQARG/f0vc3oI37bWp0AYDho4z3xzevvE4FgFNqXX1AlQHaCgAAo/wPh3ntXmfgOfuRfW7KbM65qfsbawqgyCJWR5PZD/+/Vybnh6M3Nc5pDgAEFAa0CyAUHRG5ZJ8Pr9tO8xkjLWlamYa1JWDAdqXLkidgAFqnV3kqB0BL9BlZ19mHBLAI4GYMcZiTCSt+sgM+QQFc/0oAEWsaOUaPM0DASYFbAhRpE8J9gNzOdgU0o3QrGZSOYBq7ynIg3tA4XQVAuox3vJy+yPxGtnOChMe20AuxUQDnGkTzRTa4rYAGS/z8zrzy+vVLA770G3b1DPES+gmOh6eSoS/ZGpDKgCv0lI6gV2uCi5O5B0DrICTTO8EH7cNtwMUga4MbZt9OlkzkYXRJ9gCekfLilEimzC26E3AnlQaQ/egkywCcSHASNY6htG2Z7CmMmSCcXwW6q+L5zV/9ldYUPY6tb/twndlrL9qaFu1fK2MYsnwdGwm7kh6s8J3LTAs0xXYnzonzIiCs7SobSASVSLZEWzbmtgkCLGfvQI4sD9j0A+D0/bUkj8xHgFS927IEqDP25lfNF34CmINt2Jvp8Uz59uj8AOPv9S4CBOAjZxLyZs3rlcBdqjewT757C7jO2TDZfwDDlHmmEvwTvhPQ/OXzaoP0w6PPAwBHvgBZA5zjNyE4U3ssICf2g/S3AWB+HBAYU4Dx0dv6/S8KKiLQweWj4csGjvGsJAukElrsHcbn1gHYP/C7eSLZwaxH9RGAObQ5gGnbDdgEs4e64g92ZAJKkpV7eZaKXkHWRZ9xgL1xNQXGAsBOAHD0tc8jAKXeZ+NLOXxHBtMAyuO/eEQQmsouE+xhepvnZE8hN/Mfap7gIXaLVB3gGs7paS2Qd8CHBWBlXwgAnuPa6MTso86mlT5ML/DYqXOsGtuQEfDbtFHyUga5gMbwgdlPv7sFl+xB23bWbdknLcpeZAWVYCNwdnGbrPAnQS5tDYT+WP6v2F1tkZUWUwF/nUmu+z4xB/cSbjBX3hXbIWYiQPweSJrzhP6zKyDnYLcICr7pG1d/3vj66guArlyTllzwYc5n7gUMCCzaJGsXkUxmst+CveG/NZN5/sHScQ7Yen3vR0aeU/+CbSdGi04RX2kLvPnf//aP2rNEy8cEXUSf8CGQ0OC/9hbbCxoz9p17S5Ml7FTrOSfaP0kLj8hlzx88x/vZ8KurflhnJjiAPc3nbeR6O+aWz+7MAF5Tz9/+3ADgju+cUdjD0iG842i9E2D9JwB4SDnSeFr43dC7CwDer+ntl06VTZB2DXflXRegw/b77wWAzbsb59epbG2E0PtQvQA4C9Qc0q3YNqHps8pbkYu6BjLYfygAuGTtVM//Psvz9+T7t4LF+7wfAnTvgPxOy/vGuP9+5rmz3N9+1hiup/W8/52DtFZKTvx7DQDeMyK7uRz6au7fx7vzn+lxAoDDp94T/DFQPPPoevN7WdHGzHhfDt6/BeBOZNM2nwJvOwAcnkco7iBcQec7CNmKAbf4bQOFfw8A7N5A4/TZAeDOt070wwl/Zfj7hniX3JwBYOsHHz4wMuKETSZNjMbDEBhn3DWyXAPDd5D3cO7ez5zhBxtRy+mc71bgTkrBlP9DCOs2vq/+O7IHU47l/OH+AsPJAL4NAPeZdWp2HPt46pzt83ewuc7RMwBc/q+j3UYth02twzdAI2eILgC4Oig9rvKpcylOw8UMiz/iYOOTw38ccxicyX7Jv/vZeSfPr9NsOaBrkOa33NmMmB3EvQsAbqntfQ7VlzHozrop64YT4cis0r9z2Nf4TwCwvyMakSwjDtUoGNlDBmYOub7UmwvYyqjMewB+9gRn7hwWfOBjnQDHPPkVUJJS2is72j16z3Oxgy6BHS3t2/LRKWtHBG0cZ8k+WQAN4+o9R2lvr+0swkR0t0+QgTbmrp/bc5h3cwA/7EhoZZmJYW4HBeWhTd+JvPVhIpnNXe/d7iwfeP+bQxfj6/NMO+bmk1jAG0dvcorRc+Hz8mBkhAO2SmU1mn4YBWe6DyXWUwHCcFzbmTs6i57acdKHZ3ZAg3fhpAcARhUkwILM2pSLzcF98R4yzPPNe4CjXDz80/6BjAMnWeXNiTkQz6UXI2dMm9EkyyQya8cAh7lZvo6T8Wed48SFf6t728M7DDr9dOFIjckyrvVnnJ7PEagQwPUc2IEzi6wbPs1sKSjmNR6ltYCZZHZmP0juY4CbCWrUZJKRHEfvOdDRJSYNOFS/hg7lQ/drM0AauS7fly4GFJtROoC1ySAaeR6j96u/YSyvJzrO+mCAW2cfXTpUdju6c7JMzH7R0tQuETu96g6wbYKlHPTM+EdfAop1fraDNpCacfObAxwAZuxUn76DUzqu5e+H9dcfOjgXLOyX9IN0WfPR4753HHLVI61cZbqwv+i/lvjc3+EM4kMnlIYpLe1+wgOwQ1OAmdoJlm0zfkANdFrKJ8bJwSeZDOOUAIhDlvRvSiWa5+3siI6BjykXTkZbjjQThOMsswBSKcUdmYzfdgVkhfYJCKoOtt4mo5D1mEAJ+C1Aho3B2R+XTcHv6a+dTEDGUrDN6+h9Os7BlAQOzRooFIeFnm3dvFc4imPGZbhFJ8A2l7A1EAe9U/qv8tb5G3C2Dk9mafct02+c6c30LX0DKKe8Kuto4E+6L3o3c8XuNlg4QE6f5fnO/QefoLcm8M57hZYIR02AsTjhDr07W5PlBV1JpgslFu0QznfNsPAYAR+sw8Oju+5rIFkCMuCdZgCz51LhAMfeyNI4+9mHXBYVu2LW1+vTFg5TotvZgtb3AVC9T+lebAij9FOGAAAgAElEQVT2HVRBAeDyVmhHKVkAj1SU6F7eEpAAA9UVzrSjh+KAlS19TrUGwjjSCxs+SWCMP2MvHAGRlkNsgl6wgB+clLPB5HeXMWyv2gBg6UlLZhHgufiOrESBStU3Cc6J/JU30PZkeUaXJPOzpjRBE84UnnFmP0ceZv+qTcr+4AoRSx/MBO1kpwwn+2P72MGbAJbo25R5xqGN43nu0mOSwRUdQsYRc4aPoVXKpzIGvVflVb9oP3M5TGSAQKLZD7C3bSuSAazynwZOVa4zAQGxvVK6mExX7ITYMNjROK6d0eN3JvM/vahTdjelhnkC+kaggoAxg/R6HuBj+ckAsHQpmWDllSUrtIhIWVc+ZDFbRpCVcYg66IB9UKU3fZ4WL/EcZ/aJNj+/V09W3ZdS13GEs7/DC786e16yI9AmZZBZ+5Svjc5J2erO94myldjnDFByrW4AXIhsJcALmYVfDITqmX6PQB0AwwSSZl+2fA9/wJMG/AdUiw2VFjXJgmRPSc/KBIJxQdp4wCssg/cE8XMDXfmONYI/CwTlPcpaxJnfKLy8aj5zRhRNAEQNOo5ee/Xqtdce2v2kLEo2WUBr92V1r9EVvFLZoV9sSnImMzpgztlpTaBB+mE7ptUGdWyUV+rpi15D9iiNTRYbn7QxgT7KtBXAAoF8DdnklG53hlp0ITR4o+ew7u+V3ejg0Dn3BQCYrHtd6/LJIgF6jIxRZ/DidfHeqmxGgc0OItD74W+QCMowo5vfvHltOQDQc7Ywzn30O5RSn04DwAZ7NH8DQARG5oz7UXNDdsh+Rhe//YVyzuJXzQs+hjcIK2Jc1ucaC7IUewVAkMCB994X+aBT6AXMuN6pH7ZBkTmfYPe3+o/BG9EAvRPbL5zVEsfsV/AeFQsCmFJamExOBVMYdI4NzYe5p4WdgDQD/ulfbb0w7SS4zhW4nlKd5I1avHDfzzf/8l/8QVmzWgeyk72HJYMzwU+BvZjTSwVIGAy3DAhsJhhQfZoDACP/2c/JoP705UOAWFSUyASvML+3KrcO/8NKr1XmHP5lmqwb4A2fZwJ1eD/7EOzYAPDY0tzLHprMdusB821KFiuR3x9oDrj47hftO7TnEUj0Upm0rOEvWu9n0ufPxHsu78vO4DORgj7M7/Sf1d5CT+MxbLn/6zeylDV3+21ke/xK8GSuvwEAVg9gZ7sapKWNwVTJsYRIXgEjuRT0cPtYJ4pQrb700/9LX+ynN6/U1zh+zOw8ARA5KyfgIHZEzsxkJx/7oi6n/Hjs5FQeSHDPlGvOtmXeiv8n56n2ZmedAPXIdvb6odcBaesr1a1utTDBV29eIrdUI+F7AoC1n0jfxM+g8Zm2Aemqm9Bj70RjbBx8IwQvw2P0fHe7C9Zw9HR8gdHbDnpz0HNAUVdQg2fQxaUB9Bc/tmXH7nqjMlZ6WrPW7EsLAHZAHmSxrUFGPYAp/Bca5JyVv1PZHuCRv0NrgjL6sa0/gG3dQ4Ds2W9y7kxgJjRNMAOyfNDGfkD296xh/JgByXMNeg4gM3JgUNk+hdmvTDvxvwOtU9Gpz7ZfyJVBMjcel+BE3pMEkNIgNstUS3LGL3yd/ZdPAj0DABtctR7TD/a35Dm8F8Da15/83bZ55zh80HGAZQeMz3kDPkoCAgFXj27+9m8+KrAMm1n86SCJBvURnPTBdAYAhle+iBc/SBGkWkBkh/3S5zVX0MBugx9WIOhhe3aPHn9Ovs9e62oxnCfst41vrEHuDwaAD45ZrDPEv+6ENMcw1LuAg9sP/Ht9UxDh/6/3/b0Ge+XmMwjyW+YRxRsmPjuUlqCeX5r1uf45rLzj57tAmt0ptD9r4aJL2UTIclWB1e9lvs2V/qP3nce7yq+uTMprdLjIsNweYmPEBs2a806zu+aXMeVg+1s+D8u0vZSpRYf9+9t0zeY3yuweYO4WHTmY/oZ79izeRYvblIiTJ4u+y2jpejd/Xj5rv35/Zq86r9OhGPd6xRePPOutM//U+bmuK6/0z50/787SvLaW5R32okv+W+NeG+g+7Bqaa9636XSm6f08PGcp+Gdbr11O+XvBwq53dY3PYSeV0e84mOzOt2PcJz7dr9npu4DutUnzjI7zrO9iIPJf6H5kGec8aj1S8ITrfGaesV+bx5mje80O9qanV67ce/AmGyPOqjN/XAOBO977deLdGudWBvoR07bWzwbFGGulZenZ38Zfb2O6a29+0H3uUTgGT5x8deauPWWPUAtduh55d9zffuDFZM66uD/yDr/3eM44ATkcbwCwy37qmj0TpnPkzzh1Zq8kQ27ow3vbkzZOl1xTo7LjuEtv9fv00xt9Z36bXh8zzfJJgSvTdqNNeCAO+vZTWc8b43RKA4f22QcMMAwICrDVXrCMq710s7YrU6aHd0dKDhBiI3h6kWRda3gH6PSBY8CNTDPPX/K4np8snxwW9+jMHQBuxus6OGY+cgWkdI8dLzmExtEdcNuZlC7jEwcsh0bGw6G5xq0jP/cD6WSF9FkBNPMsH9LtOEmZZGdz0FyJGYwTNOBNgA0AkoP2jO3IkEq0/KHHBxx3NuKV/TXZCMw1HMa7GriQEkCXGcDlQw5AvhfHFeX0GBgl9gyshC7t7Rj6L3uhzve1T8Dvl3KYntdkUk5py+Gxg8813sh0MgACACdTsTwc+NMscthYcZTixJjMTfQyjrZNPnZwOfyW8kv2KepaO18nYKUlppNFk0Ndgg7WfNwP0pHMcUqgG9zzF4cDB+BZmxWsMMMeu5DruB86R9aWvVinS8ss8SzKM3YfYp2qIy8DaEbOO/HNwE3p5JygEvW8gNgjYEYXuDTayHyittNnswCwQRoDiHVWx8kDH1K+sMFZ2TMCOMRZzuE6JSAhYw684Tf3ZUandYKsfQFgBkwGp3i2WfLNbFsZqqFfDrHIKn1/eV57O07WqR2Eo9+wSUZ2anc26CMBLOE5l0izcz4MBYDBm5otxpgtF9YZy9Hg8aAH7ERJJmMzFJztO2veddz1sYMB+N1O+uxx7fUMbxLVvrKVcaiyPitIiNKszdANb6VMZOyMOGHC1znjMRaAjTqtE3wTx8kzg+mBkSuHiHUCDobf0IHQFTnZMqfbL4rvvH+MIytOpMlwLhhkh0Lnmox27J6CoQVkI5NZG0fXDx+vrNxkfeSDUyaZBZf2dQJQHNjg4AgFPfBv21XogjiEDKiPfVeUor0Kj/eNSmhmeN5Txz6lWCntm+w9ggVMM6LuD/6OnWNn92TH43WuTLqUq9aC5x5BdOzRGh2gHON11q0cPXqLA0DoZbZ/kkEVejOAVQkgZ7sGi7knHo6wkTU7nOe/lphND+eAU+7LSkYBGcBT4j7BRbELaxM5iENvdgCHBp5MY0rdzx7MfqS9+ekTlV8l0EnXfnGQQPrLMYb02ktJ3aeTScycWlI7wB4VCSLz2G/OeJ0shlaz8P4HDezUBzSWHuZ/LlG8gIiW+Gtfz6NH5WQiW18ffqiUQkybgJSSbCYwf7K0zjxGN2ku9DclyIoMtjhKVabezulkpAMyBMwPnZLpFnmEzrWhGIMBYPYz8VODhBrQ4r2coBtKc/MZ2zFyPz0PH38z8MOe7yBFzYnSzOh3g3feN1L+9dCDhAPOHkrpYEQQ3QwAREUB5AhAtZUpPgi0eSIH9VP1Mi0/dUANNggAjJ5DpwCcASBZS6J5HJjRrC+3xUDfsuegX7HVpsqHs7mUjQTgCSgA7+Esdua99LFtOt3DnsMnY0651gIFTwVuAMbwrAAtlZ1kRH6bqgTYDYzXYJ0y18wTP7Ae0BS6PFI27VuP8elzZYnpfamAEpsS/mbslFN2ZnRYd4Kw6LU6MiL5dQbP7D8Zd5zVgIKP5ACGb1xlZ2S9WfaA5wak5QBOsEAyusKX2X8LAFsfUvbYmZ3laekvZ8SiS5GVOJETSAFA+MLOZj58B1DqLGfxdYIWw2du/6DlZF3MA+wXWlv4JkGP+pfVVuw7AJ5Wd3FZZphM9AQo4B2sF32VG2DLtZ90D/Ny1rjGCd/ZQT2ZTi8FxO5BddWRKQmbdUl1l+xrb9681HuyV6and+yAZCdH/5JxyZj5nkwryuZaPrkWe0dgTsqwiu56Rnr0PhEY90LPVJ/d6it6lRJkAXCnLFwAae0ifo+rV4jWbwQQe++XLnnzo5A+0RO5gadevab09pTVJm62fDt20asfRStt0AC9XAe9nlKxQGtNqWd4gWxU1osM5+4r6Ngff/wx6zWgRHVfekxL70g3vHsvoHd4MAEgyoDWMyltHNsp597Yf9k001s7AVUEbUA3B8oYsEkgKnsGdMGOwl4HaGbM6AAARsqgJ9CNZQjvAFinVDN7TjKPI/+zWRtMf3Xz2MjKZwGTH2/++q/fuMcywBmwuQOEvB+kQkX66pK5ymsEbCtDlvHSn5bB0n+Vs7J1Pfr6BrvYniq/9/kz6QMD5QXbnwoATqUCPswX8weVxzPQv7yL8zGgXa4JMGn73SB8Sg5DI+yTF+r7S4I2+oj+sYBy6D7bHwCa+t10dQYrz+QMRPZoxpD9IfZhy/KStexAOwWfEJzj4Ko5glFVwVUSvon3KBGtP9BTCU7J/u/KS/orWNIT7eHQl0AkeOg52cB6N7LF3J7a7qEnec7p6SlMwMVXZU6/c/CI9SCUJeBE9zn+Bj1s3hy7bo42kJZAgfZw553OOjWIHnaxrYde1XOgSyoIJAiJ56F3YuMH1HUlBtgGOZ2Ah1Tt4v6cX9kDTUvNFP3AegHsknn/F//NG+KFBLCzX0IbMp0TWOn+yjybfQR7wsF6/LbaBzFP2iDwQZ7aEqdgpXvVWhZqu4Wf6OlNP2X7WwheIeBTgGr9Aumf2ypJAfOQNwP6ehxmHqrKtp3miP4FADbvcxQ4fKRhDsBYtiPbzwxJX+P6cFUD7wM5G/JBh6B//Xe9F/5a56JMB3O5z+Iu1t4Bbd7vxmcgGroSBE/2emJLpW9wA7ih/RwzDts++n6YOmLgD3/uVfjqv0tVopxX6qewLTZVJfYKVuHLPNEBX/577ou/Iu/y0Xds9AQ0xvdkaJb903v8Dzd/+79+dK/s57InEBaCHHOGix1pm419h+Bm7FvxEBV0nmGPOUs5ldw8dtbJUfPYg83oDR1ywmDtdv8edmaCglkntzMY3wzvOoK2H1oCeui8/ZGX35WF0qX5LUDm7Xfc/c3ZEftPAHDW4x8CAL4Gfq0SgJdZBGNPJALTQx6E4c6ljtT1vrEbtn+vDbdOktLhDIYEAKrKyAvrbCg/9bt9OPtvdXSv6/58AeBrwNtdZL4E4A777LsiuYPAZ7r2xgt6bU68a0DKfu35xfsanNfovO6X9961Ptf5bvFy+W5tNtF3l/9uAMBlBudOv7znHKBxAAQPAIBh2b52f/3+ff9+puvt8V5SZzkz847zGpwz4M9AXmXzTJaO51o2p+n4GwDgu2Rz13X1R5/5hnEkgpryZgPIbmcQDhIXIPF5eb3muWZXHaFVSgrXQeGDmMt25SEtEdnrSus46y758ryP3hXQ0/kdTjuMk5NOu+C3DQA+82Hf4UMihonHFf1oes2/d7D4GgDcMeX6/Ku8dNaXe8aL31WdMGPY1++sUwLeritMMz2jAHBK4dZZ0izLDigGksdYOTaT5oDDf+n9lLE3wjJlseI0qCM+IxijayaceTKc2w7s0OOU1XQEB9SOWqDhDg6f5Tdl4cbwGz7qHubebfq0bJ+/x11r4zrP3wHgBg0WAObegEhxpJkP5hAB7eJISk+5RsZz2CrI2ucXPDAINAf+FXWYQ2LH43tMi7XHI8tEhJd3lhxlndLDEgdsMnEPMGjW7tCFA74ueUzvOK+vM0ajm3l+7UdnVdqzucrSHnQbXjUwPHxTXsi6Z2wcFDImgMDV45Nr9/515osBqY9S0qwBBysb7QkcwRHIIRA945KdHncOh/L3uoyiZUUH/mY8VwaZSA9Du2x5rQ/ZY66X+2EPWW2B0YynPqMONoC7HpCQrOqNloTm/bzG6l7jduYShyoftlIS1eEg2x63+uwtxz0H7/RYbp+j8HOB/+4/8GMyA1MqFidwwF70WQ7TLh3JdwMcmhbN6GoItWV28SQDTC/qKSc1cg8f9jvzkjOtJ0uVZ3ConQxsxst7yYSrvVA6dM0tc8zRwNscun3ybCmxOF64BqdGAGCcN3GAl2+41+Uz3Vs1PY9W/0t4M6DLAuPCv6anNn2cOgbCLN/hwehIOUkIvhggdeepAJ8QLeXrAgjNFRNoYSeJ135KChaInUpMldX2cDYgW0BsHpbsgjwY8Al6WrZG/1kW9W87XHzgJuMipexK32ZWdfzOAMQhYdrGuRIH09LPkZnlJDA4hw42Pw3QSXbp7Jvov2YINuDBa4UTdegIAIzjs31R3W9wnOzWrUN386Id8akwQOaT+Y41hD76Mz3/4JuVDY98NfO/znz2CVwv3Tda2r26PXTDy8F8A/i3DGv3wwLAjMF6WGM7Z9YmUzaZnZHTWbPZx+OwSOaIHeL0fpvodGht+ut/yHAZCXoGWM6zskewrslU4Fv2rzj1Al4gyLy6dNp5NlkdCQYwYCnaOwjisGOyrgZ9oT0ywftta6T0ZrNdyGAJ8JIggD1wI8DKZOvqdzLdAT/gWcvq9HBNSeb2dY29Gr0xZec1F2d0DghpkMO9AZl/aMyc2U8AP8K+yQLCSQht4owMb5lKXpfuw/mufaORPQOTqpUZHc2/mWP6eEKnAsDdZ5rBDlhD5hXP4z73zh27J2PE4ZcMzIAL6WOW98fJiIMse7IyJAS2WOZwws5e456f1pc42ij7mszoBqjUXmgVDXgCYCu9kaPXHFBhGqRM5sdP7w0KsU+RuRiHG5NPFhAkNWiCw9qOTIC9ZBGS0RmgLjwf+Y0uhz/4LpmYCTBb17K3QPvsuO0dyVdka9oZKN3qDD/RzGOHH+c5CXJKhk2yZsk2DcDBe6FDgNZkSr1/Tz9dMrMCcqPDCsB8kt6yhkCXsUdb/zOoyKltBYA6OaVx4rqspG3orAH3AGY4C0pjcSY9TmqX/sUhC/AQHmyQwkvxgEvf6xUA8DzTFTfEF+k9i1NfoIIAupaXd+Ct1gtwi3X78Uf1RdXap0dr1oW+0dlzyaJCbgSiCRO0DflIYLfW8aUctOjAn38GANY+z7/1zmfqbcvzACfdh15zAMR1SWY9z2XSyWJ0xq6AK5c4Tx9r/mPcBLUAHgCaAbRTAvqDxleZy3nm0c1f/MVzZT6nTC5ABLuWeWec9dlP6RParMxk0TZjCrAQuqWHNuBWAAOuQQ+k1DBA6etjr4HGgFzoBZz88DIqwfaY/g4gU3AS57UBYJfbt2hYHwD+BwAegFzAJ8DGW4EYzvoUn7wUeJZM0lT+IRP2M8E2oieZtA5Y0EQBjlz6k4x8g3cECyR7nKx/dATPhC4OwBSPfnQQAfaxsjQFzuPopm8w2fqpfJH1p4e4AWDzsPSD+ZX9Ivtoxp/sPH/G5mB9vY6TOY/8vhQg6QxueE/fI18Fyw2iCwB4Ltp7HxXdka/YnMt2NLCmf7/TfFxpQHRl7VnnF/Rn1fxZUwAGZ2WbrxSMojVDtl1WXdcYUBS3YAsSEFA74vUfVDOZX9ATMz9ozzjfC5gtANz+1T1Lc0/tJAe0EOzAfgQEIQIBYLNe0Ar60psYm+6b9vlkK6YCSPYazoqjWzVMMvsbMAnIhqxHLtBJk76OfQSYRtCSxv3BQS0UOFYPdvHoyxe8493Nv/lX/8xr/0REeK2MYJIj0WspfY/QRH+TqPvTTylTrEruntvjR88lg2Sui0+cVZnzMXQEwIa2dCTgd9aArP/XknvbFIddEDbZz62AipRxro8jZXuxA6TrhGmnYpVXRf9Lz+UG8iTQKnYU8gJPo9cAitgn3YLAoCZ7Q94dZ0gA0VaFgG7PVJ544jyO8Lrwnt4roNn7gva4VyojXvM88lZ7KgEggJf0ezUoroxqB+kMDVo4FVPuF5WB5nfrLT3kp59+MZ+53+52xiTLOcFDBRbVA1mlunk34/gkwJme2lm/lPv1MwZCaJA0Waz83eWjXWmIgWfPzLkpQeAEkTwncBhKzVkOUBsAk2x97mFvtw3pAJln5ltkkMBn9CX6M71pp9e0ba+cF8nmtI2n+7Fzfd6ailI935W+AJnwtbOAfW6N3ce4Kv+M0/aFN9vx19iOGLrPujPntjVA3tKaqGWe47PhSNTgTfjwkYLHfDYcED56IaPjCAmNmUr54L2yVrnWwXqA/wbZE9hGWWpLiwYP6Zt9XK6sXLCon8Wc6CzsfD7xq8XGhAbPBT7ziSmKX6c2+3D4EJDf+S+ZuXMuxt6Z/8qXXHOUkhbvMbaWp+74oDkmzGUAdNahfZZRTvGrBgjeKwByfzO+kb2WHk8MvXhB9/3N//KT5CLZ/ATUNVgzgbLw9jMDwIbGbbsLAAYg1u9P6VU/9mT2fzJ/Ewjmsw2jgqEwSW0Hwvfh+T0w1OswyQjxd5yr9+j3/1oB4J3ZMtGK2tr0wojr+/M9f07/PmeH/Fbg/Owo7tzW/KGDd5/5fI8u+3W5/Dw+s/qAODlkne6p1j4ROYdICdtxeYCGa586BnZw7QyMtEfrBRg0Y6kD+RB8b153zXtFuexjOdP1eCbG48ZzD+Wlh2UAW8TveeQlgLQbJteA2fvG+nsA4J0HHjr/769zoq53uT2AiBN/7dft/Hc7AGIyBbb7D8Wud+3Pv7z3YQDwt9lEb7/34Dr/5TyPOgmbeNXfy5/dnM8G586PZ8DtGt9+T4+UJ/qc3QBMZFdkNeuRv98FTN7KPJ2BnxLLDlq0RPOhW9AlI091TJonrWdS7nnnC4zS+Srj8ka5wNzSgmEcTm4DgPSCif459/Ld55s1iwwextxY3rw3tFrX9H07HQr0FhRemSQtYQddV4bwziflg7vA3TqWC2rWYc4zzoDtXbLZjO5dT5b2BXL8vCE0zzWgiBE7YOolfVYk48H9Z/7hQD6Gox04oqUPJjaip9yJ3hOe3Pb0+f2Qo3HIwpjtDdl5NPvxkh8wBEObJWMxglsaJU75fW0X3zcbtzxxW14LoC+93Gu7xufS3gE+C0Azrhr9a951qsbBxn9rX1iBC6MzC2JhVFp+7waA4yjO4iwAmAjWHKSP99nBGud35a8ZwAEv40guAHDIwQzzAPxPdF/8kYyYPas4crXeGTr1oBCH8J7hWWdr5TJyFPukmW3MJ5m9U7KyoaVk8Azga3qhc3ZbEuPbikEPnWUJv7TcUGjYzFb3fRujG2fSGQCOkzbzjUOhWSvJWCy9GliEHeAMXo3xKAftF45u0l/T/yan5GaismQttblKkS+9s9Yz/ftw7KRk5vowNnK8rtnWLa3kyNKR2+qC9CoeXcs5ZTNVnD1T2eWGGXcif5Nxjn4o8GVQ0+W7Q/yCcgdYOWuCgyqZ5c0+TdlYIuEDYsyh0bSf8trO9Ge9rtuEDTDYM4QNDGoO0Cp80bK4WUvmSrYD87QD2llmTHM50+uU5K18X+dpezJaF+qQb7nbny++MkAFoDuOzfJPdVjAeDL+CuhkTAaMNa5GCafMbZxCzdxrZP4eYU2PvCOL0wfMzWE64Czvq25Y8o8zMwEa/aSns4BWO3UDWh5BOXNd9epFaxUfdC3Vx7N6nXtuDT8hJy0zzO8GWMaASfQ3Dhp0YjKi/YyjZFYO16FVoqV3u7Kz2E852UsoNUo2dcp6Hn2Q9WwAAT6ha2hX/jEgwn12WKRE8a/ItO5rafD0E0v23P6JTYCSRlamgoxutaNmnDg8xw7HWXuL2ji1zGfoweEhz1NrUVDaJdu4vvv+gJxdyvKM7/N+Htk6+v0iX/M91C7AVl5Nid1k9RrAm/XrcwqAN2PiqHAw8h9wvisxysUZg50/6xqHDsJnvaJ70XEtfVzHCWNIpH2eB414X6vF8KDO01VPdJkBNUps4o2lJODQyU4W9zgM7XbezzpPQJTXOVUxyDpDnxhQBNyeLLPyjUE40b9Z1uUD3mn9AmApRxLrace8BuggPTnjW1Ix74LeKfOczPjuW+nJ20AL93sU2dCXAArOBsQBTwAS4KpuawCLgVRd3ACzBtRU/zMO+jvi7O9nt734DpkpaOgtkXe7DHx64aZCUh1+rC/OzrEFBujFScsYGc8BADs1K3x4gPbs5aJbAgpia1YHpKxmsqkAENMPHgBqesIDREqenJnpca8eugWNAjSmpO/av7OfxeEaGcu+gIM/Jd2hLY47/gzvdK8LeFX+/Kj1eP7ytfu5Vxf+IEZ1ZizznOcwpzosyQoL8JAzVPROWmiQoQdfvlZGImBY9nLmT1/Z4S/mRLYkJj86zHydEuJR+9Gj6Dr+dBlNMgR1HQAGQBw0c6ahez+ioABpA4YHNE/m5zNnpmMwRD74EACQzFBACK2vHefp/2xjgVLhCgyAv18pc5Zx0hf3OA/ZdojjGjPPekAZwA4+eErQDFnaoccvv7y1/AD8eo/S98mMbI9egJX0i3UPQb3Le475afXOtX0gPm31B9NF47NesV6WvFoXo8NjJxk0FyjzUkATQAr8Rc/mBK7ljMTHAQl6cfZ7eDDgGXvI58+at+jmIAH6TU7lHNah1UK4v0FiBAE4a1MVSwooBhD1sPQ85C4gy4dP76ZUMOA+zTB9MhfvvPGcXN59stIcUEOgpa4BrHklQAubBRoxTgDgrwD6QqmYL/rtj//5j0eQkO2fMf9tg07QZvZPXObIkXhBAPx7ZRi7Io8c7QDA8Dm6Dx5t5aNUcKHnbDL4LPe1G10dIf7LZtxaBn1+AnCYIKyRX3oLP6d2r21Kzcd91JORjNjCHwZLknxlOhX8IPs7+wn7UexQAMusZfqvJ6AcEI+S3AC1bZcDryATsRteKEPQQDnP0GM/CHDPc8InT10OGiBxznh6Ljo/wRkKQLC+5BkBl9pSgb/bjtV76HX7XpB0s7QAACAASURBVMEDPpOMvxOejw7vno8+JWBKdBdQBk3ofck+44CPAcQAtnhv22mQyWw+0rPa0oEghCQYQJu0FXjnMqmx/8nEpkSvUHXd8/Xmr/6F5FTljHk/uMhz8QmxcbIOYjfT6uXrYwUWUEpVIP0rjYtsQP32Sd8J+3B2ZOwu9nNldlO2XySjBDh07n4MDaC5gWTFpcCfQ1qDsgEkWYf0jEcO4YPXykxP2dwGjSSYy7zsfcHLFZn8lQokj5wxbnnX/7GkppM+6D+qvOTsl3X7Rja9A16mn7yeS3npZnQC91Lu3Pc7oz924x9/kq7T3yn/bYCQdd/OabAa28A70YH3oJp/GLDO5yHYCjq9D8/xPrJW+3zjU5x7Zk/n/W+VLez279zhYCGCB1Ilh/mnhD9z42bG+1QgbmxkZ70C+LqUMM+l33euz36X6kdun4Aw6qIXkqEXvAN/38yNdfrpjwro2fCJXv9Sete90Dlv2K5KoJ/38m1PStuKVOrxWV5/X5VfoljGnPTfxy3jv9ft4DnNPnLN7+y+v846zT7rMWHvc46bc0XkMNfw1wRd5DrWLlskQc9U3Iof4euX5bewHsImwu+k3125RfM3SC6gniAt3mGaSHdhX9vygC8lAM56dqsL9s+s6/FhvJwtCVDAjptM8h8GuLQuc/WQ1SZjD7CAtzzfztvypgkZ4G9CTnxmDvwcfZ6qcPveWH01PKDrCFRxo5Pt/Me4U8klM2iAg2ljXycT39che7Kzc7vA5oMfbv7d3/wk+nHexJ6JXck8fM7WPa+lx6DLB+2/KYWv301XXpDy0ezdrkJ1BCGHx839PnflXLU+TSDJBLDJ2f9C31Rhsc3jpIRU+vI8fx8A3MNXFuNi3Q8tMoJQLXnijz/1P/8JAF5r4oUtJ+8SOYfZ/DaK7vK2ufryyzrW71qz3VFyXDMK9pzpV0V2EWFxa6x5Sg7ll5rlNgB1yX/ct2cdbtUC5lA/En5rMrzn8ll1CuyXHrT4MwOAL8Y4gMrOB2f5uBZwcL7G998Dcv/WQIVrPBT+iVH55wAAx+kQPtmdoYsnt1kMwnkXAHwts7OZ6GeAa1+v+wDg3lvR2Q2Oq+O8Q3jPeqL8fQaAM7ZEYF3TB2dZOZ5rWt5WMr8FAN7p0rlxQKnREcNoGQZ7xi5jrmOqPVCxPTBkXPJGn73H0ZlM1wC3lKTJnFpydS/Fuz+D7wugLd6+DcTs2bgGie7QiWzeOSycdDSGxHbPvkbnZ+069Fa5VYwMDibz/D6z4ACGxw4A35nZvo0vztBlwBZ4TjnRMaQ4oNoYzdwDINWYXuPp+9r/DkdTy5KW7nVsB1iusRjHkx0KwziZZzIMXOJ1SrnwHNv926cgybHuXf+xf85g7DUZPByO23M7T963A8DnrM04RXBs5OaDVttBBqeLx85hDiBzLjZgqv+19GVfX6DSDhBFBid7dZzosg9KnzroW67ZPVRxxGxgabO/4gQnc2CVWOV951LP+xz6ew1t2+Wn0pg7byeTcWWw+ZCy8dLBNxsAzDtq9BYQrCPDBvoseLPBbOyP7vLvE1kMHZ0hxlkEkGNArDhIyqcpU40DJD04V38l8/fw36Ln/8femzfblSXXfa8wT1XdLYoRssODwlKEIhQevv9nMU3SQVn+T1QXZqCA8vqtlevsfc+7D0ANasoK3mYRwL1n2ENm7sxcOVgbs3FYZ3b3KJm/9NYL8FhjgrOyvfGQBNboZh62zUUELnc1nrTQWZ66VzwIIBsj99EYFKjsRKMfdMKYR9wsuTCAJiUmxwhvVQIDWDNH91ucsTFIHDs4liqTPh2euOzPLqsOmTG81sCWgHhTFnf2zSWNTXvpw4rjyZlGmFqz5r2/Di3TIDG4m42SaN9xPrPeE5FcQMdO/snkMj+P3N1lVRyCcVLWkjzLsr7DYx75Q5++yggcHntf7I7R9OByjQHf+uE8tRNCXyTbdXrEHoEOA0Cx0wYBVm+vgO3MRbQwDkSDyHZQxfhPxmFkwp6lGDDgEEq+O1le9yfDLY4A87idNAAdlzpBzzSuCS3GPvH+zFnkLH2fIZn3texc9g4AmPE0Qn6X16aDcapA7wVlsobLiUCJ20aHx4EyYCVzd3ZsQLbw1Aq+SBZNxw/InCzG/b0e//DkDgBn3nHSuNSbnh0waSLQZ40LJrlUHvw+axJHUHpYJZMrdHof0G7O1sprAiP2sv1d54JdFwAwPLt5d8x7QwPX9Lo9WAj5hoN1l90BwKdPMo4JOWE9TgMu2XPTCVkzZAjKY4iTsmNcoDXAwDjz0f9wDE5p+dpxZ55LUAZZYhmDg4MMnOLYHU7SNnjvJXPJOkNCdP3w5HGuvocGtIcuLd7SyKOXId9Ms8yjfKG/4xh3gI95KoBQy8oxrsjq2TPTaGSQwSHGofsaUFDaOwPABnwmiAAQpAE9WYcADgFhmp2fIEoycB10A60NXa1AnZGFznITkCOnKhkxyFkABPPhpgeUl+MY1fkHEE1GrUbgkpgucRzQP1nzAQAyX4IgEnDmvpXTWqLZzg0YyML4cvN5M4ALAKe/ewI4mDsBgnXkW1dAtrlgXz4538O3zhBVuhb0hGplnpj9wNGOM77OZmRNsqMjK/k0aMGlvA8bYZN/OOid+RWAnl9a2tFOP/NX5DqACQBR9RtnfLr8qgft+f/cs3for7LPVUG0pO8mI20u17PTDiFOW0pmclYuXQoHKkAY4zeAROYy5/X00ku2JT0HU6be/kgNl/KuyTBZtBsH5BPLMbLFAdNCK+GR8B0ZVwGB4ZrvHlCSOWWKXaHCvaVzPj2lrKvB76wPywsADh21VcsrgYvZywToOxDKDlUAwNiClGnlXHdGsHsjZ/6UgMbDTLlgzm7GRiAEvfrYKzI53S8ZeUOAlrNu4sA2wOr50PMwpW7Rz1jL6PL0qeS5ygwlMAqWBiAF4DWvCPAViEepZOwQ3veWjFjp0YC20TmyZ+nVm8AystbgywSCUEIyPVFpQwE9RVarp63LijL+lEGm5y7BAYBhAFuAWtYL5fR/IwCdFXSJetM0c1D5XY2NfX8n/v8o4IdnA0oB5PB36KRl3ofis5YAC5xJcJ3W/+0brY/GmexfSu0KENa/H6t8tPs+IoOxL9BJBjR2mwP9/RG6t89Zradoi6TTN2+UuQ0ApYw/xB8gM3LGwQUKPoH3kbfc85SMTILfbF/kDK+sZewJpqBEf3QV1NMGC/G8R8rcekwqqddVshSdac6SgAXRcQGCXbpVD3j142SkqwRxAiAiU+PQj9xjf1iDBp1wPwDwTy6dG322ADC03HLinF/IY/c5xX6z7SROMg2IlqZqzcHn+t4BGdbnQgusC3M00Kjfe6ZRkQE7IGV2OT/Ivg+YyMe+MdEwwQPwdwCt6DCm1QncbECSz7mhKc7CAJOTRam/ec0cgR1djL2gVDebQCAJwQJkFBL08d3P7wSufrz56796dvNI+ukTgVTPDHBOYI8lKwA79n0yT5+9CMDjrGoB6wTgJLg2gS1PlMUK7cHP9OPlfS13i3xp4Ab8gk3GtW8nmM0iGzBK+5Re99CXgh+UzY0tDJDqrEHaP2ht0GmohOVs08nsA2gjgKYtk9BJXr/67IxtxkTwAiXWmSPv9vmgyaVFUtresD48g57YkNpPksvwF9UHDj2KcQsAJ4Pa5Yw1b2y/QjfYrAR+vn+Xik2RJwkYT7ZhMhJtp9vvluoK7nU9gYlvVDaZtUb/Swle0bjWoIEE8P0zZW6/0zuoNOC2FHqYA/usQwXQ5Dq+i84RYM9loUWL0BhT54zz2an5vn7NNUQppEfyE+T4gNCMh3X7839WQJppM5+e3U8tnxOE/F7PpCR6novsyLtpv8CHsuUOEtK1PB/Z4CBP/d26HvqNzg6CFwCWvW6HXz4+KKr/rGStNR5kkkH5Dbj2+a13USUnATzlwQEY/e8AqmTev38bGoEmnIWq/7x/arnwSfyTDNboPtz3UMEXzRoH1P+sawCA+bj3r+5nbVI5KJnK0C72nysP9TNgdccXG4tg5siLQz6NP6G6/sQQW8SN2pRzwGpaqq6YnkSk/J65QSsJ8KuqXZ2Ru1zRjz0DPLZtzFpFn6ivzP5buAcZMDRhvdG+owwy6lbe0ffwfgc8eT3i70F3/b/+z7cKWlGQyFNSql9qrZ97vE1KcblnZ4on0/ynsSXj74//DT3J7UYA//XM+nVCT0NHGrXBXSoo8T/GzDitS2S+9U3xzAbdMp89WPy79x9+AUJbWHxtd5SGY5lyWP5TfH5rBu0/xZj3d/7W8e/GeJh6OfwsqGdb4rxYzmHGEEMpisj+6TOvZfftmX25P9Grx2fo4AwAnx18feft8UPMCKFR9Ec+dh5mTAvFlUG8Z1Mez9sc4UdmnK390O3Z+Zf1iHFYAzL/mOvHIPP7vwiORkLvzo8+M2t0+/2XC/jr/tUxnfmwEd7ned11/XL0roPp143orrsun7vvK4Lw7nXL8/bf7VSbB9wGYu/KAC795Hm+f/azh+38cjGB83tpzr5nqPfiPmPPUG+/3338dfheA3x72PRZ4ePFu/09e3q5ztecc9d2ou9voEScS7nSBy3GxPZOGxej7OzPa2/WY/7jwNqd2AfwwDqPfDjvs3nUfH0IrOz3AL4cvHaWzrGzzp+O+Xa/3e7vDsAyR5fNxADcFrIRsZ1H1ryZxXHG7vvX+KcO9xpgnLW8zE7es4uv7Uv2oTJnSsFC55q7DUupYrtcPu/3JZ1kjjvIHAcM0c9sRRSLzss0oWnu4LAl5uypDeoxnnc5cchf6zJxdLJeKGhcD7jgHi3QjxX8ZGSmrO2i66MEFUoM187+HJk2J2JPVsKlPLGCRuThPLdRcFyHYXGUmUUBjPV2KLJR2EbDns3hOYk0zHuyXlHGDpofZW3RTn4zz2xRi77/yGDK1e7ZNM92KeE5i9f7LgEh2+0Y6y4dlVKZdb5xj50Jo1XvGZe7U5y/p3xSQH+X9iMCkayj2euj1OY47kojBWDstNP/mm3gbGJp7TZiJuOtIJrXYluvABW35dkquX25tjuf7IDysccTbMH74BGW070Fx4Ho+W48lbnkHXXyLzqqA75AeOg5Tq8AdQaZsDUdIZpnx8EKv8W5iJHfEql1NnV/XE5P/+M5Ln1q59cC0O141ndsI0Yw5dD6jNIiuop7Yw+dN/Oz+xTayxzjlF8OL75udDnPTRm7rDLzqnzc17303OfVcNt5zRl8enZ65wWUxHRsAMYRXqvvcdDsOmKB1n3cnRtyBKPLJdINEBiVN+8kozX9XfOpXdLz4HZ2c+Yyzfw6SeQD0bHIQOTtONb7s6OZL4Jek8mzA7rldWd0aSESuJGF9TNx6DGXLdsPALsljNPXM85yPs4w8/2RhaWflBNLJLqBtAmvJ9Kf8bjkmJ7V8rsYx3u/TNZxzUt06B6AGh+ZKpYJepf+zf2ANymb2ij8ZPMeNgI9KdGbdU0c+7EHnEk4ARuuwGAH4+ohG0AvjvSWeg9IFrm870F7WXNeuWyynYWUlp2sS/aOsrpTPqtBKmfbopnWjA8x33MqY0m/3P2zyjtO6TUbJZPBNRfHmdIbV1T4AsdyDlaf4vlkpuIgIiIdcAcHIOc0IFQA3GTVNdPANOnvJS8crBSAo/RVcMSycTwwzsRingdfJOCtPOUgApMmzquU4Y1sjwxrkBBXHLqi7bJLfSG/jx49Dg/GA4jqgKCh2wLTkY8pSZezNWdOAd70og7/NdLdpX0vAloCwDcggDHgqOV97tMKkG75xx9MMlH0BpbHmYJzC+d1K3GYJgDV9B7TCX1DySrh2eyfnV+sUWxmSvAmgIrs2gDS9EPkbaWzZuunjHoyjhPIQd+vBIt47iMb4nRM1D5jDwCc3q3eKZ+tyoBj/cZx74yyidI5yvdPCfhLap4et+ZreLSAaID4OJMB9OjzG2CHfUUeoZO4qoTudZlOxjxlnCNjUgo9+4m8FW3qOZR+Rn6kHGa+Z97NZHkE+qR7cPb7OQZoo+vCoFl7ZOCA81kFr00qkJBPAe8LIITeNb6UzE2gQbPOEviT1Wi2YssrNvAEuoEHWh0oZZC5CbpKX9WcwcnCTe/X/N1noF7h0sW8w3SS33tPZRHAUfaxARrRQdlr7mF9+LiNgXvPRyd3ZpLWid7KlueAqmMXcr0D76wXRrZXh2854OrTRwa+bu4YC95VFwJsaMWH6IfJoA8QmbYCXJtAqwBIPDcVWqJ3PFE55ZYb99ytX8L76b0cuyRVMwisuC8A+LGAVtMOz9c7nYmqe58+U+/PQR5ih4neXH46oMeNSlKzxR+P0tOSF8hKB9UgD1KG+6MAYMBGtxnRej558oydFEgD4Lp0AgA0l1MmE1GAKc8IDcMXc56PLQygCr+wNgRqVFZy1leHgC4c9OPzCwd6+rnyffgC/gEchoZz1rv/q0AMnt+9CCAbhzzADk7g9+/pLxt58d09lZEWeIXYIMjZvRz1AXDtuD5pDAAnrK3Ltz7NeYIeQVbtz/rToCm652eBVOJfgD7THYAa79Pasx9kLAO28KEn7V55w3JpAHjLNf0bemhZ8PI5463sQR4mEC2aY0p8C9wQH0DW0BE0RqY25yf8DwDFvDlPUkp+tXGBbunr6j611oeQW/Fj0K+3ZZDNY8omh4/pwxi5Gz5y72F65Gps1odUUt+6kM8oxiSA8bnoyPp/+BbagX5fq0Suy1kb1In+3WDe+wLI+e7NG7K/IzdsO02Q3AdliUEDzJ39NfgGMKS9dwsBveeVSpe/UPlz8zsAu2iF99Lb+qHuQ/426OqB+JffXX2CilcT3AaNUoLbMpIzW/czz8dHNnxtXr8m49T/yEAFFCagJEFMsXXdh1rfsw/OfPc+5ZxDHyTIxvSs/7HvHwTUQ3upYkBG+2Tyia89DgduUXKbcuzTakay75l4+l//j49u/vT9ZwHAjyUTtR4uX0vgjmSnYse47y1BLMpyfCZaJfMd2mFd4BcyTaNb6f0aHzESPlvwjQzQ9EiVhF4JFO7ZWl0ZHdNVZ3Q/zwFI8we7lv8BCGpeAJg5AygaErsOVYZseOQK2bPNLHXfXwHUrCeBMZBynhufA2v7QXsILXM2uNIULR/Ej/YriN8AY6H3m59zpvdMir8H0BT7At0Q3ZvrqZCQxAT3MqZUM9UVWB+V6HaJeEoeaw4Gcges+o4AGGwQeg4P7XJQvXpVWzU6P3TRljBkh1POmw+qO3KEjHeCZThX01YgWba2UWxLpoQ45zPX2kcwwZH8jk8HsJ6eysjFo91FDVp0h/E19Kx/CI8tE8h7ncqAAaut5muMyD3eybq6egFnPJWYpmKH7UE9m3HzOgKakqkcWy3ztPfLf0fPjn8C3Qu5hY7JeTDKic5I6AGy8nnGWlh/jq/E1ZMQ6dZ/eEv0W3SRlGNWkIfoBrzcFU9cuju2IntO7/O0BIiNhnwG/GW9bTpg+2uLkTf+Hfuaa7TH1vGZrm17/HaMJ2Axpe9tB4tnx+UQwJf/0VbCegODxTGTVklOhuK9vIdsfNZ/AgN9Amht0Rfgy1FpwpP0ONZfdLpFjvmd0Tnq57RvTPtiO9lrFB0L2vC+MAwrVaxB5jYe18Gdss72TZqXs5fsBYEAqUKC7pNM27/5m5c3L5Xl/kCLeV88Gd9CzgkCM+xjQb9mvfTvJAakJVIqwMR2IYDEGieBF/YhANgT1MhiZuz3JctaUbA2rMFwB7pFb6+N57mjszf9Xv+uT+BXAsAsZB1k5aAqREPEXqq/3Oe3Aqh/uZFef9NvHf/ZyRGDOwdZ/+PNOwBcUHAnlH10h3On3Dw/FqTptbn/1wHABXDP44+xYJPoYsH2oUS2BmSAwBGxVnD5fpy1vdmROjY2/JeDfu8CgDuewyH83wAAXEGwL+g/A8BrNQpg7cENKDr75wARD6M74El7JR70Nrx3DQDm+X2OxPkI6ypQeYLJP18dfNzv93csHryUK7fo92sCbhx6Oxh6zkr1oVLHYk/jee5vAYDrFOdRKO12WpbRR2krMM3XKESfiSazjLuUD3u2bQ9InruD9AV5zyWgzyDtkp9nADiZErv8uyhZ6f0L3fRdJxHq3/eghR3M3YHq7PkCgG2koBRM4EFl91mGn/e/z6wDOo7lbQ5D5seeD+0toDTy+ABhNuX2cCbPPZavI38ZL84nMhUo54Zm47g5gC2UYBtacXasrKo4tZv91HUu0HvtrLt9fiRKEaWqfNM+WBjinddeYhUFnn3a+0PWcR2n5spkLm8GYMy5U0CldNOIz30vcp6kxOv50zLnsNYZAG45M/PIAE4orSxpM3yPs2oe7CwN7CfORowl80s2aQHrK+tnzxR2dPo4NwLKLXmEonnoBoO3HSWIHeXcvoqRY+GD/HmWa4uH1mqktM5lENYOoDVqtM9kn+2McCBDCNlR1eMgL6CR+ZceqkAHLLAF4gHGYDG2aOfe0mvrwCCq2UAtPdLGoZMI+dGJt8Cw9v3Zr+se8l3oPE7irHciN2Ms8czwKHMlWtTruUUv39MXdmQcQHrASJ6XqNOVWV8aXeD+AoB5R/q0xQiLoZdIcI/X68L+xbA4sgltTC0ZfAQ6aBvI9F3nAte0j2zK5vLBpnHG7LzH75qMq76rAJezGfQ/Srm6zNMQwAEaW47EiUFkcugtWXctw8csVgZnxpTrlrw++sDx6ya4bXBOFl/2MD3zAqxnv8oni7vjON8BuGaiFwB2AAWZq+gCjA+gqxn2AKpbRnXGGhAZZzbvxIHJ8F2G046I9NRL5layfe1MHgCYZ+BgzPftUUm2hJw/vJe5EWA0zi+X73RJkETBx/aDdhNl7kw+G6Zc07KaoYk4ZHEYxREcByh0vuRQetfRGzMZR74Ph4YBsPBEPw1iKMhhsGQCILwnsx78HYN3Dy5oAIcdGlPCuw4DnJJ7NlzlTYNseN5+FiT2YDPCKQl6OHhyrXUZ7JGhof2MW7YVWRqZ3wM5xUyHWsv0sk5mA9kRdnhBxziPmS/riBNRb8Wh3goInLsGPyu3kP+cachIjSU9qC6rMwR0HYcKwQl2UCegqCWtudfy1aH8AZHLd5ZtPVdmv3C6GMR1CdGV8RseSvZt5NvqMWzHyjiWKv+8j1PiNnQx/VWnNO8hj7Y1bi/fozSv5dUK6DA9Ahxzj0CjZsN7PKOPABy5RKb4BD5iEZkPQTg4fwn8TBn/nOf4elxGVf/G8YrcS2/YnBUHEAdA5ow0HOQpbXvoTyOrAwgl06/0Wdu1wB4gFM5D9snZXyn7ERrVJJIxn2c7MGDsV8gCOVFdiNGn0kVKOz+lH6y+o2RlHGsAiuG+9/QNJjiN9cR55zUPEN4KEc7UMw+mtC69JpN5jcyH7kYuoLcAlFk+ARr+pMwJ1S0EmBA492DoCRlj4NHrxOvIzNVzDTTwRebsIIlxFtcfwPpSahSAubql93jsCwAdr9WAIMgoaJPztFWDEgjBHMlyS7ndVsFJr+bIW8aY8y4Z1Q2mcrCGwaCM33rD8G/4I9+RDcefDwEt5EDkHOCG77x3lT2Spc2UlXxOgA9OxOgFkS9ZYztdrRPEprITVev/E6AMcp+5WnYGIGRNAupHd0IOBZTMeXOs8Zxxni897CQHXdZ6qo3wDM4lP4OzyFmI4+xlspMhH96fM0DPZyxvVG72O/EjmbLQDnth4ADZCg04iCw9sK2XEaRkECDO93s4UOEhB2YIVBIgQE9J9MDHlKV9mADUlF1ulQhmSJWVBwIYAgBDU9AvfMj82BfPFVBMz3ksUHuNPbLP8x7g1+ey7QE5dV02NfsC2EZAIOvJ+rX0KUA7NkkrFvG793bG6kARrUVA/GResU/wagIWlCkpWgYY8rvIiGy2NGCqg01Tbt77mSVwBiE6JecsMsKOaMpes+4DGidTCgAywTTf+dxGpnGwIGs4D9LPdESh+aD9re3sNimzpipLrAx25AcyvfpPe1MvJTw2ovlCvIicgIafP1P/4tkhaNZyTCAV4NgTgVQ44ilDTDBB1lTrxZP0nAd6r+WkzlpO6kdTueEDoPCciaHJZFbhxPfZYj8Oc2adRQMjzyzvsMHHbuBel/s1gJIzEhp+L1AVQMh6D/3CJ+j5k4C5T/TzFbDJer4VyJ3sekodSwaP7H6rsuSUnSYznOcwBgdMC9AhMOCJymvTc/X777/P3uo3elZ/Iutea8AwW2ECIBY/VaoYpMQo2WZ8GP8bZRwThIHs4GxjDQOOi9+8hwO6HTak9mnK9+otQwPZIWf1u5T89B4HwB35DQBN2XZ0G+geeZSe9en9zePTAl6yQEELZJnzd+bN/Fu61rqdStp+//TNzf/+7/+kXt6UoX6oeaCnZBwPUjzE/ORgBQFrbwHbyaTV92SzU1nAAY76IE6J33klIKf6fDKaycblvIq+6x6i2q8PmgcgLLwOnz6dPrnGuSLCLb9h5cjisa0sV3gP5fHpV4s9lLlToYB3PXr41PoT4OvjJ7VVpk+9MsYD4AOYEqgpcFL3+aOHpP2DggBEyy4pPwau9TyNh+AP6C4VftgjKlYl6JLgjg/vYgXcs7wDsIw9+Alw0/p+7IQ//MAYM5cQCfMtAJzgqerS0Br0z1w8Dj3mnYBm9oY2BJTAzlmV8yd6Kc+EmXKGOJjH/pvohUyLowCgD5lAYBx9hefoirxA/9XvtAZAl06J/dkfb9TskwkAkJezON+hZ0AzBYAB2am0AO+w7/R0Z20xyaFPBzgQnEpm5uikCVBkHaK7EC/GmkTvgPci+dh3+IbrnJUtWmIczn520GD6aqcyDZ/5kzUferP9qa/hH/wiyByX35/fXVUDn4N+j88ma5Us4QQscD6AFRL00oBy1nyS9/MyXWPdzNciM8iARbJGzh2yHDpBd9Y3nKn4TvyB/gGaDeRHBiFLP6O7oMdav55gF/Z4Knkc1Rp5P1U4XLGj1aFc9P9I1AAAIABJREFUY2L4FtpOgO8ZAIYGqtMuy7IrOovpf45+onEarN5sDKdcYKPqHGTc//AP/0n0SPa1ZO7o/DPN4/1tf8T5h15qvbCv83kR300DI7mfihfOLvY5XnsT2gygb35jpD5ns9YJUovfqNUboFdkQspxDzjMfb8uA5hlG2fX4fwZItscORnaX+bzWwHUv8wo737Lbx3/2QG+K1M9hOrkbBTTnhV618j25/Ya25qjBPT3MwBSQKyO7N57G2AKC9ZAC9FeOul41eYDuhhq58I9BYANsI3C0ot3ADhjGEOUg8A0u3PTWSwwqFxfY4jr/ZhRAG+vX55xdsqv9Zzn/YX45S76+i8NAF+sV88rg0NZuCGj0/ItIbwcZbtgXgBqFeW7MoCPQ/IbGLyZp9ZlDif+JS3sAHDoYQhAc1rA3VIoAIBL2z7gUGqGf/z9cXhfrsf4o4+Das6e4xA609ah0GyHVOn1rqnvtNmD6Ch7MXSJo7H8uWev3E3XedsBNHXgM4gjg3bbzjq0/Z4rALCfNxnA/N0R4UNL54y+S+d+DE8+ZwC4AsW65QnAOK/Xundl8e78lKyz83lIJOHKMOYdNTTj5OcAv8w+3t97Bod3ORwnYLKoyl+3M6G7D1noXe52PawsjgCr4ndk/daBjCzehe8wbOV7HbDe77nHRvEdALDHOw4cg03OYlvgb6JFJ0t4jGDTcYHkQ6mOvG5U5A7U+JfJam0vtBgRlTdbpCBG/MyvgDivSEZjaOeIltP9iXAex5r3Idd6jeff7jPb+W/0vwDYBQCzFqWf41weY7QOTTsMR9MzWGTHYYwtn3upk2NF0Q5yWwAwjdbVyYyZ486z/Xf3r9m6PKvO4wBGeW4jJP0il5kMfTlLcDtPC3TF4bWMKN+mdamcyt23Pz7rnUXcCN+hX9YWg0zz8/gql/h6DLUdAI5TL+uRMdVo2mSTrbxkojPWAslxLiZ74tBzxlAOn0XRLjDZa4793+QJ7y/AmVJjC2y23BvaK2DbFbEzF/4YgMA0N4YfVHm/YLOGmh5/AYcC8kb53zNxSnvJRgpNJNp7ZQ/HkMr3JVtX5JpzquNt+X4DadMXqtd/N38BIKmB2EzOrpPLnE02xOfRqwqSFLArCHz0eGLtjky4lN07zhIT1drf0GVKVTIR+HPPMARwZJh7GeRWfTHgx/rpgsM2GznkPQcA3uQhcqYAmHsxFQyzXhlecQAC5z7P1H9HZmBQxGRhUDqOgIJDr14BQgbbAE/1mwNXLFsGuNUoI5/kuJ2ssfBYaCE9khJcAKiYuIoYyqt/EoYnZREB/GMgUkIRfuA+7ieOBscyJj49HgMe4GiLDIqhCY8znjzPb8LInwzgBEHwPNZmKc6VM8n09ODNr8kEzlzbM6p/uo8l2UmU89sAYIgbMIK5N6OtmdWWg3Z2TzY47xmBxHwKqDfQqL2Ne1abt4bHJj7F7+ExDViCjnDoLXk3dgbHHPLPDnqAfvYzwE0y3PS7wA87icgAnghxwH9n0QLUWB4FoGGxLe90I/yfcsTJyLRzifJhnKVDxa2EUPniABk7gAr8zpmocaZnbypCBBBKMFB7WhYUr+6dSgXZzz14x/Q3DsAVdHKpT5QOcA5VFtlh1PkYfKGXc85i6CFgxQKgw+/hVv5s9hLOstGqNa4APn2fM3igryNrNiAiJeZcapmMM5zfOButC3DtBEnYmTwg+ugZyD2AO5aUTNGOAb7OmsDb4XVoCBkSp/TqydVWAc1YdTn7Bpwg/wG2KOlt4kvZxmYAEzCRPdCeEdwB2DQZqQb8Zn8gB5eKlQz0WSYgobpjyuARiEJQUWRR+597bfWfu6cNve9ysHYM8wyADQ2TwQldSaeYco41mBm3S3+bn+KFBewhSDA9wuMMO4ICnN0YuRBgMryTfrnJrovDOAA0NOJyv/ShpbKFGTLZzu3ZRknnOFbjMGtlCcoZ12lYvcFZaJ4X65fgDORTHMHJ3CuAAc+w5lRi2AOwjrLm3Kvxu8ywxmmA0X0jKeGK45dqCAlQcGsk6wJZuQ9kZjFH60IBqPiQPdXsX+gsJf2HV0YfSJZMHIfh/fTpxdFb/oR+ei5WrjaIaDkVw4fOstZY0jqF56X/KvIcHY0/ybwEnOMT53ayyasHOXse4EtjfKtS4QRk7BnbqXDAZJOZVvkJDRDgc08OWJJqWDMcxx+m5cRD8SJg+TuyxnBeU41gymoyVtOSeJesR/7+SJmYBW4BoAkcc7a7fNPVHx0kJN424K29dTUj0XeDkl69emVaLqsReNAAVNtrk80cR23OJ+iK3qYA2O9Ej4BjfHjmE93vzLHRwZLZEzDa5dg1cejwvfu0AhTlDEA2JHM4oFSDVNl/VJcEEEEzWr8pk0nGPyL2kc52ZyK5r3j6qrOXzujU3qITw3L34WeuYzwCnxmvezQ7uAiASWAe+6x95TwGVPE6CwgsSOJ9N7CQ0r18YsqQmSvwVM/9qIzoBFpQqlrllwfRI6Dp9es3yqxi75VBqZK33AdABWDsSiDQvY9Kzs9keANgO4tQoGqqxlAeG+A/QBUAv3tdijct86l64iy7BMQRsWj9EdubtWzQFwC1ehAnWEAld13WXvJZchQadFlpva97lExh8QU6PlVAlAFrYEl79Py5QDWVanWfTc4i7T9BB5WT0I2rAAAAim6c4TwyyBUTOCt0j0uMknlncFJBKQTJaN8ZT2wxdPT0D2dsyPwPc041W73nxkPd2Ex+n/vIO2WKEyhA725ASIIYG3SSIBkCAaAB5h1ZyF5A4w5cEZ0Q9PdE9F858Oolfclz1kFPZDBHngUgZk7IFGjT5/Rnndk3H2/++Ozjzf/yr38w8GsbAhBJc3WrBrdMQcYwRgAWBZroEgdPiH4AgB+TDYocBZjijJTssK2pdUpgbGx/5hQAeKrTWJZOuW9dS+AS9EhsfXpopyxwgV+LHf7TT9DTO/UX5z3PBADHfYC9oCxmlw3HzgUMJKAqvwGMuUqL/qMkPXOCH3kWvMDR+E6Tevf+jeUDwOrFZ4BnzjCPAzvZe4eeF9NemJD7wBIMEnDQZOpr3B/WLXzIKPxw8+J5Ag9q8sL7ZC+/V591ZAZBpc+fw38JRHis9QfY7Bq8UbY23z9/QQ16ghNTcaFtHaggxN5ZN9OiMibeQbZs2jzE9xH/EDwdsNoyGH3L9oTKPv+Z8v6Zx1OtCeer1zMXWu6gVrEf8W+wGdyrLEyV8yVe+TO2nL6nJzxngkv+ez/hN0A9AnPS+qkBx0fAl/0kSVaLfZSqFB1T90iqh/mENTIN63/IZgDD8GQDwjPu+u1YT+SHy+2TyT0+dmf+OmCndkoqLmXRYpsYJNaaHf2PNVbONSoTeW/RP/Sdq0AMn/h2bBfxRDJWAW6tfZpma6dFHiggycEeaanwiPHp/lTGiS/UprDN+OyLx8V7NUH4x/w6gSg22cYtj63K+ALIDthMYonXJgkSBoprR+p72iOEXhlnFKiYD7EhiovVDwRvmdaoPGB1LImE1oP1xd//3X+S7FSghAN3tNZY10O3P1u/h+6ohqQgBgX+pOpP9Bx+jM0yY9c16DXRI6zRmQy5lzPNlc8mSPbAUCjRjc5ruzK2U3XhrmP1aQetTA9pz/VrPYD3yPxVuu02ANwNCWX95T+/FUD9y4/4+hvvAuTOV9fgXQ6jEK83dYRa/23i5r8xFs59Ta+NpM+/9ttlhmSvmIN3/vl7AMAh3gj8MOjV0Rxf7hmcBbSOdcJYrGbuO8YxY2HSxZmXXCl1fnYwWvhGBn9xXLvTnQvXuub9F/x116N+xfdn+qjzPWNY7/2lAPD5uV8bmg/HWagqCT2cuPdiS46HReHbP3cBvHVC/VIA+Hw94+C4s5Obcf1CAPiI5DnNaWUW5fDYAWDmt4C0ENLhpynuPPR1jR932iqPfEku7OvZDK68kwM+v34NAL5rv++SF+YsH8SX+2nWOW1+vysQ7zHOC1sJIIo4KkIDLCZrZq47A8Ch95YBXcxah9Vo3ce0kgW0XTfALRckE2A5d3uTS1xKTt19X42tZKN1zXt/szruovcCB94n/dcx4Bzos3YA2AbBsdwFLAE21rwKZHbfdgetecCGzcwVhWcDEL1vA3CaZvpbQWOMSxQ7niOFxQAbSrbleJ59OGwnM7VBEnxfELrz9T36by8BnTJQzP86KN/M3gIldVD5maMwZb3jXOfTkj4tQdz9SMm7GFkF3VtOpuBK96HybueHOjCs0E1W6oYh2SHDOApm17lvBZgywhMhyTtWVu+s5f6g8goG+mQYu5yrmUD/ad3b781feV2jgO5yo6Uf3U9lDlX/PueiQYEji2yy9ceYaPlnJJsdRQWBIUgeYXB8lfL0DtjRG5DZ9DQAMO/kXc2sbX+XXcEtOM+z9/4v7L+vk6Mlc1u03LlXBsYZuXq7do2IHr34jByxmTNj3nte9iyqXEuGWAzfOsuXozWOxYB0MARrtUpv8+/0Qsw+lW98LUbkOM5jDKc0aOmLd9TB3mzT3SA43jk0sNN5nELpC+x7RgI/nJ6VoaWptOK9w4G70Q/8S/YfmX2M0eDR0t+SHRHHnwMlTsBtgeDOh3UIcB5DyAYd8mbm653VIlBmbV9j/m6QUFtAWbDuE3vtEopjgBmMwxkDnYwzujRqo2qc5+0JGz1qV/oK8MVRwVzjEO45kXG5FOTI/u5J5+j9AijdSrx2TwwqY+BSmhjewImGHDFonEATMtaQbym9vMpvmWU3/aEAMAa6HUfwFvP3WRED3oChI5sxYjN2O0YhZcmST8p4eKjyeTw2zuTsPRk2Xmv3PGzZU/Y+mUUOrnCGsGfhd67MozF6bewmC8FyB94ojRpoZ2xxjBQAdqnAAcm6LoBfjBtwg2dYjrKXk/XLM1MBImdHgC4yMuntugJlmsFrh/kmI9PrcQIpeJb3Dh4fsGsCePYzoBVD+pxFQ+klaFrQ+jI2Z3fqHXWY8h0yxJl1ogcDAfrS453f0k4hGZd+lh1O9lcfnzhuk7HA/yHnIyuSARzWToWRId/D7grQyN6mKkJlsrOgoMkJTsEJU75JFgeAU0qT5fkrIzpyNnzi7B7RcRwZLTObZ+PoTRBEHVuZVM6H8Npux7SSRSLnW146JeJbQq3AWRz8OBOTRU1AGuus1XR5VeQUDhtnk7M3csIk029KVo98ZhaAMhEXCfqxrqCFdqlRfZvylinpz7iQ2/AYjnn2PIE8AZ7N85OtweFg8HfKBiK/Woo34AHrEweygzcEovHBoY/qcJQQZ2Q4ig0MAPoliCLPDR+kJ1p6XadU4nZuIq+1Xsdec45TyhhnJkFZBkkC1uQMN0KiOVGtAYAcgIpymaE13oFjzc46eJRMYJ897fUXINf0KT6PM5F1Tx90z3foG/mejNTIxzrL4GGXyNyCJXk/4JJbCLCnehDAuvlqgM11ToeGwhcB2ABCWm2B/cKR90RABdN9rRKR5XtXvrGtTRnz9v5FLgkAQfbovXEasi+RdR/FY4dNa89hApL4j8ASyhc7G9SBXAjwLEABffOCn5c15tPqLzhgycrz2ag1AfR0Rqkcx+Frsv6SbRrQjIy79O9lvQGxcs7mjLMewQvI/MFJ6hK7CYR29uyce5ZlAmYMNFtuJQPepY4tL+SU1zq8U1nYnwZ4zRrA5PxJhhU90VPtgQlaXpN9qP8BMDtQQ/e+0zv4PH36LBnA49DH5ezSoHbOB/yG79+472+yel2aFvDQ+6bSzAKCKT1u+2D0lA8fKZ8LTanEKgEL0i38P2iTTDqDbMm24fcXL17MGZtqL+Yn01MAYL57psxWeMS9cHveitYAgJNllD1PKXBACrIGOR/i9P+kdQcAJ2vMwTsqS8m8mb/3331qEwwQ/UDPZCSw9n0C6Qgei43OV95rjctZXzjLRWdvXhM0MgFMDuCLbk4vXfa19gUlLgH1oEFn6GqPoDWy80yT1csn0Ixepey1+273HEI3gE5wVEuWVY+Bfp+6LLd4TXT7+jX0EuCbMrUGCjVPn/vzeShw0pWmNDMAYAJSXJZY+orLr2uelPdmAuw7z7L8Y3xRhTzuONtzoMJrP7yg3DPwb/gvlbEIDAHU5/zi+QIeXapU5Wvfvta4p88quj0AEtmbU2o6GeEC3fU/AgcYrwOApgcwcs9nP8EWeudrgcw+F+jhSuWJ6ptj+LviFsEBU8ofcKxBpvQb5jxnHVyhjnOUgBM9z4Ep9AMlmMn8GZ0GgMvtYhrwpN8ASb9zAAYyKvaHbRoxuasYSMYBIvUM5rc+kzOy/W9/+OF7y7/uKXTgkuBUWgLBJ7DEfeujVxIwwbveSlYCdN77pNLmes+f/nBz89f/8qnmJX549Em0on7V+r5np4F9PQ5aI0M6+0sABpnpKUX/6k3Ww/9D5msuzRiF16ny4h7zWhO3LqEsvOi91VF+5jyXbHjEOSE6SXlob5Wfn9LuIc7ah0eLBGXaIh8o0fvmNZoDUgtZDUAHvwUAdvUwPceZjGMTvSUwiPFqPAQHcIaS8c3YmSfBNyMMzGfW93mM/gRsdBXsOU4AgMkAPnQ1+um6xPe0bvE70ZPUh1kAcM83ns943r1FTkfOkGH/TFnqvMtj0h5AX9aVtef0Cga0ffYc/TDjskyTzKIEtUvsElQprAzgDmAVlZIs5VSIi+xNsAtyzI8QDdC3dvyrevePPxLkwZwFQiujF9ka31HGCbCNHIt/yLtjfvez3SseXoP90QfTdsb+Pusk4lkCkqwzpfcw+hx00mAX877kk8+AaZMDPVolNcCdEscAwK7o4xLZBOMnmIc9Q/67MhT7bEUTPT5BuPBZWzCkF3NEMqWCfTZrzKKiCeQPwG7MDnvVGe4Bzn2fAeAEhzeQF3nCx/s3AC7/dib2BPg6AY+gF6Si7bfobNiYzyy3kIPaS4PUSaJgDugM+DLRiQoA18/JJWQwmzNs0GSM/aC/plJZgppNi86sTqUX8511k+WjsO/B2djQ1wRF4e+YdlAJjo0/qoEaAWhzbjIY/oSf/9//+Oebf/xHnqcgLmWec8VnjRPZEFgpQfy15aBrB/oR4GIA2EqOp4OcQr+MXTC+3aEvy1TOBQJzWSsbdpzNrG/kd222vSpWbdu23GAcLTFt/e1uAHizHLcFL6BRheiacz+zOXvP8pAjwwCFdyThGby93OLLf/2XAsy+9M79t853d5jyex2/nuMVwONbn/8t1+2Ohbuu79oeGYpXLszyL2P6fMmeVWXFsQ5+CaAqPnR33D+Ho6yn3IkOLp1nh/3yhWnHAO2nj63ht4PR/a3Xxvga5joAvRxSvf8WMLVdd21QO3D2LXt1HtN+z11j+JbnfpFH+uC56Bqf3dqnb3jpNbo77+e2U8ca73vn9bACcZYvoyUNL31tOOf33s0Tt+nHik/XyA7d9bbT0t2iu522zmO8ttc1Xs7PrbyAezqeqxnEM7ZLZ+Jyoh17e1x3GlUNgisT23v5LnnRwygPvJY5ev4+QN8cWD2F2ObTgtiYGEfDMcpxqNe3u3gizm4+e1S1da5Dgb1+xvSe/Jn1PWcC35UpvN/bMV6UG+XQRLdpNIMuSobmmu8O0q4AgGQAl+8WTyRij0+AiKy/nfvz9/NZ4z3R/6Gg+doaf1ZmT0CpDbiJbnZkYN58gOzzjoJCxzmG4maZP9cPHbVn7w4Yo0zufXgNVs172atmZHmO25x6TdY8Tp297/BOe9abN3riuQVc7OAbEOosB87Zh+xb+1BmPJcZvOf7Pa5TCZ19HpyfOIS+dCY34jJgjmfr6/PfKnOU8zVAcB3U9Mxy9tOcoxjtKLA7MJg9u3Ta44Dd+2/vNNRM4dJgx9J5YcDySQnh0Ng+v2ayxpivYytP269r9lB4NplZ3euL543Tv9uLUXFkM0owNCOlGa3LiRCa4D87aU6yLpmW8FTWeKefXV+zsi86x1kS+kjU6S4yeXSc24m4rkxKUM8mX8bg6e/INUcxm16XbL0mz3k2RqwdKfCo7okT/nJd+XczWpnfngHcMuTlhwIkNQq6/vy5g9ExfBNc4uym4S8DPBp3nOoC+TYedAn9cRIR8GG+n3mSoexnHn2SYkynRGichwByQMyJTqYX2JQG22SW53ronVmTylrGMseO9zkZdQFKtmPI+xPaCRiSv6e08riwHQGNk6TZS82kb79axteyzC7tugXTmFdkIDqDUf+zAxSwZBwUdYz1PFt8weGUdbJhxvgNrkX2p0x++Ku07fLqNk7TX5USVDiQ4iBIPznTS4/Gkd/M/aMzdqc/Nwa/gaI4+q2Wsf+UOiTwYzKbQqdxWqH18/9tYMsRQ0+iPC8ABXKS/bXjlucd5cvHRvDGQctxYpg+nKEzfcx3HjHwIeeP5nGUz+5hNAAwg2omst+ncXoN7BSgx6HAGMvTVE14OEBXMrcSlGG5CZgyqFR7mB7nIWfgOANdilb/xrnpyPtRYdOblquyTy0xG4mYz1nfhSYDiM+i+KrIiAJ2O3/inHJp+AGDiGhPBuU6ewyWDdDVg1sUbTrq+RBaTDBBAK20PchZvEX8T/BK1wU5BADsfYPGtopIa68Zfxzb8Ac82LOlcigyLXufMz9gfbOLel2yfAOC8l62p+vCWrIXBjHFAy0dvtvd7Ab/5/5yc57t8vc4a0ZmsSatxsF4AK1cct5ADUBlzi7e9Z5edXo2GTZLv8O5toLm4jgiSybl3+EvwAiLQ+85vMMewqg4d1IaNdeSqSrAGnlpUCHlmAEncNj3nZYjBgqGl8zEySLnqZ/o4eeMyGTIxgFJxoaeMedK+C8BEg02sawg24+Sz3bqeUR29LsMo5yVOOVaor00aTqCX/VOBz3h6Jo+g9C2s3hoSwFP6VoHFGjMZDKblfT/4E1XzmHUyHIjCxPkpJs4M9hHvscpXTPSgTA4zuBRn99bNYxlWnouLjesMqAEihx6mF7OPOyUs70Q5o5+U0dxHM0Ba5IBjJ5mMFT/w+HOngKMhE9ED7PX0SPDqz2LvK66l3eWXnF+22F42FPRcXhH+2NyfjqjSjTb9WHM5inzZgJ4KmN3HnT2oIAc9sLv1XiOfskaH2VfyZDrXtLbD3DNbVNGzjnTaeR9K4q0rytrlqzPyMjIbjnHLb/ibM+6Dg+ob+thO1jHFZ0ItCAT39e2ko/ojWdUhwyvcBayZ4B8lF5P/zxAjcdkV2vN3gqQ97lLAIIABJfRdLAKvUgDELt3r9YDXklFCXnhtZY//PDc/LU7ZBm1gRf9+VZAfvvrQqSALcgjZEuycpXZp2zO7AdjyDnDexgn4+WsB6wGVHTv4AhT0yY9iLmt+9Oy1PANPOs1FxACXz97ztlv0rXsoJwo59+Y0F7z6L9VCPSn7YwEWzQrmn0ho9MAsPjrsatBCGxTRm/7mJrGjsoJqRRh+hs54pLOuo+1J9vUgTUHT/X93KIvDbAFQOPdlvWc2UgwvQYdJ/peFBq3DlFQWUoGR08lACBBbdGd+R4aTr9QaDdz4FqAEjvPtSesO7KUvp58OLMAU9trHrkawDxgmOUWfKVznjEDuFveQrXIPhupPDs2hMsZa9hko+f8v3fzUv16DbuZ79MPElC39hFb1AAFgNqURM7G8l7uITPWejBggv6X7F/GFznlzFgHZmk8gGj+v4D/0APl5g0uZhnyGTnsEq2Oh0WPmd+2PxxY4DL00c+wTxkz52fADXpCUwI/VRGQdQDR8GtbIjiAyVnqoj29I+czwFqAGtbnhbKpAd2cdev+qfne4Col5ckydX952jNoFMdB8P7mf/3fngsM1h2uqiD+I+ub88o0yqjQgyP3WA/Wm+zlnDM69+gpPvpgKj8kQYJy8pHBWS/rj8hBzlZ9RVYtgRKco7zPe6nvQz/RyRP0y0ASaEdpb4ImXWZa5yt7DYD6QRm036nPNGN9oNL1VG93NRX7262Mu3wya8HKvHqV8vXPfxBNa6LvrdOLNhy4o562BI044z12bIK/kn2Ozcn0sYEYM+TzQWOIDhOQFbpAXlo3Qv934FjOJOiUNXws+edAQfrPapzH/ejfPseTlW1dxM9GrlBC+57kV+ZavYB90MhMp9pcAc3wODdlDg7s0ceg71Q74N8BhQOYMycqUfGsBMMkoL5gdtBEQFj1GVdJbO5NpZL0UHUPZM0n+0IgS4NxPVTPlQANA+9UPCFASnyQTF2qayDLsEWR55FjAYnTYiC2M+udcsAEyMES/t2lxKH6+HpiV9sJZl8CepBLOztwnSCurF3kRwKEvdYEPFDdQYzewEy2wr5IbHFsNOvh2OMRBpFFPE/36PwfU8D31E+3iQTPiyMAXdU2G+SJzTq2AscFa2d9nC4f6MmA84DqtpM1xgk2dpYvtoOFfvjG+g/rjRRw4kfkXP6DwRLkFF9fKjyxBm2LA70kcSOynHMylaoi4Hi/y+pPQklLNQerzPNt63Ix+qDuJ/P5P/zDj9r/x9H3GIt7T4tGrLfnfSxs9S/fbn7y38yDHQPfWP/WnynfnvMuchjQHd0isiTnU+bP/dBcg0a53xWIRuY64IrgYL80gaT10fjfvxcAvBtXM/KdRo6//zMAfHVZRiGuknb9mgumGwMlxhRUevmps/NLALAJzEx2+34zxvb9GQCm9EsYc0Vfh5mGcMcYqVOho+u4+u89c/LarF0CCeYwp0fA7cOlbF2zW/tbBWGvu8x2zFv23/b3/pJghK/v0rdd8XsHNVhIzAQDRs3abYEJt/j1G4Z6fm72oxrkLQq82Kfu3az+lbeNJPfeXI7/Yn/ueN9dNHwYPPOQ0sjvDQCfh9V/H3R2YrHDATrf18l+XpgGOPT6/n7ev/19F9eeQJElFwLGHnw5DpPz+8t3Z1lwBirPAHCBXssIDA8rwXUYlx7HuMMRshsjZlAyH1s+e4H4nudcbKV6PN09V475bABt+D3ZPkcA00EPefae+buDu7yvAO9BWHDzAAAgAElEQVTKiOWOVeqrmQQ7aLuDwGvPGnm3iCGZHEvRuAYAZ/wLwLoLAO51iQ5c8rvKBMpJQWbk90GDJ+K1EjakgZ93dyaxn8x3z1o2qLPJmfKvFR/RX0rLLtBzH9tOx+dgg/1sa8/IzjFKVZTeHQAu2LrvYfefP1cmzaL0OEnz2ccTx9vlubNnO+4yp8oov+8flO6u/3kcO5Dp3zjbhuHL98RA93OAUtMXblcsO98zEL6DvQcN2Zlwt87QrMcdAN7nxBnZEpw23CeD+rx+dQ7yvcsBD4DitbJ5mjFERqxKH8kcGfokq2Ic+C2R2bHEGMEJzBqtvkHeF/1fFN8aNTiUyDTO3ZeBBhN9e5TQbfnJyA2XNwK4sOEcR3mfk0CK0k77tCwwFU48+k2zxyf6OAcUxhGj6GHTYvZ+p7nOPf2oI4MKALMeBb0rG6vwc1/Xv/u0jKhF585emZLSoZdkYDHJZD4ufcIOzCPsNJl0PcXrQGnZ6kTgZk8D0MawwRqD/zBYeL7Lo85ZUdowpWiN+30d4l6biQjmuwDArEEcauU7y6PJTEvZvxinyI2QSuilPWNxgHqfZ29bLaHAOPRIpL3X0b7P9LSrAxLjH4MxpZ5S+m9nt13HdJEnzkeDYAsAztwBemM0OkMDGsRQHRA41+CMCWjf0uipsJLsyDr4vD5XAGAcqc2YDB+qFCCGPCVmJxMR0CkZzKxvnLD0CEbV9/c40ezQTAg5xrgzxez8D7+wzsk2XoEQBY25B1pKdsQEMQFODm0c0dDmcTwCnClY8QsATqR5y4dm79lPhuAMPwDgoYv2Qo78nky24aXK1I4jicih+Y4DELAOlMpUO+aIeB9hcNZHd76/lUWOc9nnbEpmllddZnRotT3j7dTQtUT0lz/4s5mJ+3fl84Kq0CnvaCYOToVD1pdfOn5WxvNOGV5oDscy93iPTQ8Qf/Sn9Atm78KQARbzW3TOCsnhUwP87GfOgvKqaZZxDujGM+t4LABsEI/yvtMjN30KV4Zw+YtnIh8yDnuUPJ6OiWFhP/o6gFU72aJnNejIpdWn9HaWBueqnLycL16/rQIGMs30i7hMoBDBPz639G8c/Q6SGAA+Ef/p5crYDC5qXQExXYoZXUvv4veHKn0amo8cbcYXzm3/Pg7sBDBQqjBZmRlL+hPjQouuI6cnZx2shFPZ52jt+DgKAR6Qad/ZmZbec1wDeHBf46TUK2ODD5I561Wde5PFy/weUuaU0on6d7PUua6gFt706ocubzd01SocCwBOUIlLCw+47EAMZNZkekCfqaZCWdgAEJadQ4fNXCb7l31u2VRkT3qAJ1iRzG8HGWjMAHyeh+bMmKuLJJCBXpxjr2rsPN9Avh2KORvto9UY23/tMsAnGSWmt3EINxs3/fkguAQFFICC/x0IgKN9AjICDqcsdjKr/DfPH/rMs+JETmb6ZVnW9JBOcAlr8lEAaM7V8D/XA+rEqQnAn/thp1bTcbnt4UfGQgakSx6aB1NSnLOF/UNuk0Hmdd+CTlIBR3unDK30gJ5sN+bh7OWUO66uC52T+R6QLz21KT0cCk/GDOARc3Pmrx3ua02dAarfKCkLb3A+AhQ0iIXMQJzrzCt96smMBPhLpvhLlXyGx1oGPK0FyPB+73voM0qQWdcdAOYegR0GL9/6fOLe589fuG9rytWmXycgWQCzZJaxrwmgCHDWMpBP6EfsYLQE0TSDGVAsgHKCAph3bLbSQuShtVvbKKYQ0wA9L5FRPO+5MrO5zSWUVXKZuxyoa50sMt1nm4YQIB0ZR+lj3a9xQs+WD3Mf70lQY8563k/2d9sm/ON//tF04p7D2Ahk7DnzaWwI5JLL07dqQcaN0zuBvdi4AnRcAldZ1M7iToBZKDp/ZxwEbDAF5uXKAVbqAzY+kPwN3URHtC5nMIaxJ8iGks+VLbstxnvQfwB2qIQD78Q+UeYuNDO6GSXiP+o8zrmWbC5GiOx1v2GN03NnfwyQBKRwr1llVVY/BdxDR2aRWFNo78kTZcUaPgttAEYR3ME+EsBxnIWAGdonguOeCoyEzziz3qssdjPdWfvoQylzz9hYf0DeJ/Q/dz9mwGq+vxF4+8PQVPR6A876gZLF7InllvYIWqaHboI6UHQbIALg98x0x160PGraaxDAKeCWijLWG+ZcR3/Rv6kC8OLZ+5v/49//9Y3iPezHYEyRiTYB/Vyr/PrvrYA/xphy3LElnck4dhrjhg+VkGydvmCvx4bN4MC/yNqP7tEc6ZNsShN7bBfGYV04Z6mzqrXf7Ikr5jgwJediAL8EwOTsIZCI1g4BgFm7BBUnCSD2TXQXyhs7aNXjIegmwUq8mzMRmkkp3pyNrjzBsw3MJkOU+5wYflT/Cu+w96zH9wKZnyjbkXuQjy9VtttBDw0YIPiAwHWvfXSu6KDIjMyVH3m+s11FBw4yIqBVk3L7jPbopoqJ1pCAANvDDmxg31IpA5/WUQmPtdH/UKEpm02VAjKm37wiEAbdJPrXI3oaW2bGPnFLB2UAW8bSM1mEE7tQsuEd+4ndT1Z67MLBpD2vd2/jq4gdkaAJB6aNnOP8gX6RAdCOZQnzc5Yq53MCj1lzxudqFwZiCaCbMvETzHHGUmKnYmfmv9UGZGyWAVcqp7vHB9A7Orb3ZwIWPCkod3RHt3j3OZ/1SABBdRJoLtXbADrRE+zL5LxBZ7aJluzitEUDAE5GMPO2KTGmweGCg1f19RQU6nDMxwVyOSdbnWmNty1NFjiMrlE+zX5EB7L81sQSEIEdk8Aef8bxGbpNxaHaiDCPn6Of/v7vf1SAk6oUaBLoiejboNSeG7aifWJZi4MHbEel13LXkN9agYfXt/oaf3egt3Xz+AjYxwZH0hc+vgGCTOHvZdtwZtZXQia6bTbOT7KYfbalhZptnTt7AB8LsZzvDOpaBrC/Pzm2viUD2Os9AuLY6a/85QzQ/d7g2dfG8V9DBvC1MdahuYDSEsQijPN90d9ul0fdr7sAJLZH9XDofuzZN3aY1EO6ObCvjftrAHABvJ1MXE5unp9DPQPzQY/gFi2e6aT3j8560OvX6Om3AsLnrKSd5veI9a/R3S/9/eyAKp/d9f2Xnt97ziDgJf+OJD8elD3pel+u/yqzd9d7dyBmv+bafjSziOtug0iX8qs0QnS9HVtWbvOGOEsW0NZrS1v7OM7zOmiv58j2zDz78rkF2M50eQnciztPz+l79pKU+z7YEJm57ePd12V3sPeaOH9X1ul5X3a66WG033umq31MjTxFUW4Gkn/HsBmQYz2r+7X27bjEEa4LeF17lu/bYzffRynPOLZnnb5f+7auv6C3iZhq79H+dgaS+32B/H0f9zHYGeAMh5QD7MF9LnvcIRew7fO7j45DLkg2RFQe38HZHTThGdkLKZwX63AZRIRidKRW4IBtNJ+VkR2MX6Dufo7bIIEOh+YLGlmBsWI4Dkc9r+A5iv34vg9lh/F2PZfTJwpoHBa+4kKHWBlccdp1jfY9jcK1+D3Ge3i0gQKl384hgBsKWuYVo2syQkdBS4+1S8A8tNiMp7wTZ9Kh+Zo+UZDxmMdYt+poe55/RwDY4Tho1yq/nFnl+QWkmvkbCI7H2uE/YZyVDwsAjjHKpyUQXfpG77fj8VxzZxYyJScvZbzHgnGAQesI42SB4SDAyXDQJ856nEgDZmWtaz1mPn0W43QGuZ7T6/t7e6nm2gzMe4SSXotikxnJNMkelN/2c6YydZfVvN9g9UbP7Snqvba5svb4LCfN4VdUsCMQcptrn+OoUAMLS45B8+0tzXUYGQZ37SCJE6COYL9vzqEY1Fum7hgSKyghABgf86kdG4t3y2fJZo2D39cPL6e/lv5p40JGHfJZfxoM9hhzrvArdODV1AVE/0IfGE4uIciciIh1+cUBZcZ50vcaYB36411cV2DMzsQBeffzifHG6Y3R2H524XMAYPSAOPdmwbwOBQVNUXZOOspajicuiwGboBY+AZDikEJONCo92Sx7tjbKxgI5cxau53g+OPgGZDMdHpk2ocE6Mo99mIyevbKEeyPa8AbMTaQ8oCVzwJHobJlmAEvu4kw6wPIBj204uqxw5JnXUGWonTWKvMOAxIEDGDN1ht2TDkeCHT05n3xee8+Hh6BYeFVLEfGR84SxYbgmgyrrH8A7Tuk6qV35QNT0SCXSLNsMYKccHM4QZ3XbkRr55Uh2jRNnfp0Q5n0bDiaiCz5bsjoy2VHnJx5v0AmyrplLQ5b+o0BD6aPOBPdE1bv5d2RIAceMt87kOvMKzvIb4EeclgRipGe012TkBzzWUvB+VgFY0ytrHAHZvUZ+2xFXOWFwaAFNrJ3PSft24jGFT5PNtQdXJENpOcLrZBkn1Cb8epzhcEUO9EzKubOEJLzp8nMNgBi+8L/tSExQFfxoW8/nZ7KZu447b0bviKO9a2tepQQf5635MGXvvDeUOHXAxdoTvk+WsmhNP7De3WfWLcAczqAApzgwAYScDYscmywkdOAEKwBqJUAp9IXjcvbTNJkMLsaWssYpfdyevWt+KYuLkzq6xWTuDG8VnCHLBucc2TCAE3GMRxacHVTRoVhJjcnlXJPBA62TLQfwHToIwO4rucGyPr3Mqx8/Meid4JWdvlvuGqpsyb7QZwDsZv82m74gQN4Vp2v4KIEdzBMQrfTAehQoZq+P7HGNkx6/fAog+71aw/ThpRJFejp6PSVbktElsGLKAzejkH8TLLMdHQaAGXOCpjinkX9UadDzNT5oq3qL5dtE6BiIdL9Lzk6ynyoD28szmVfsYQJZEviFcz88kUwjdCRn23RPZn2btcygAipEvjPHgPF6js/HAF7tP8hz4jwlKCNO8mZ892xKGwiCFVi/6HxkjCdwLfouMjulW+PUxBkLkKQElPhqIB/0C4J7pgdy5Xf2T8ARmfjQOoiIPoDq7Bcgmc9yzR3wlQCkyIH03ct6s3+AkqtdRm0pgBF0YLJcuZW9B+TFUUu/xwDkGUPKBJMt/NPNK5WPhgYpJ4pDlg/X8l8CJHNOshrJ2sreRZeFHhSIoF+fKROVs2i3jZkb9GknsvlhgSUrSC4yljWADto/OOdlMrYB4vnwPs5Gy3Ldk/LrkTyUB+b6t/TLlj5HsAhyC5p8ZFAoZzTAIWctOh+l2g2QjnOZ96NjpH+8QBVl2CegLgFjqVxkj7Xnk7L+6SGcUqlUN4hexnP/9Mc/OsvvJwGEz55pfXi/S0rnvCEIgo/PMC0eY4Ovq5+4NLCue2YgEXAC8DTBh8uuir21KhOlxK1bmBDksjnKeXdkteQngAtgoPbXwZq2R1kPD8k83PdRCvgJALcDGBQkoT7X0YkCVjHnBE4uO4FrGDOlwZ0lPJ/KwJx3qdyCrE0A7mZkWG+MLoo+zm8JyOEdCXpgzmTEg7tSMpvrDcRrP6G9N69nnKPDV9+N7ZpqDnxHKxrmmszGnHuPBWrygcbQ66ADngtgjjwwXwNyE7gkmcf7AUIZp8vr0+PaGfziNzJ3NV7oAp7EMOYM+k7/NqhGcCEv46zUXN9ojX+SXvDDk883//2/fHzzL74X7QmYAWz38Vn3BTTItbrPZao5Dw3KSWcGUBm9IjR2X6ByqknZnjXgN4CM/urzUn/6XBU6hAWPfmpNVXSCbHBlAvZa97ZPq0v5T2lczjH3TJaexznAO9+pNPlj8S/BEA65kM10X4Ed0PErgZpUCHhDlilVErz9efZTjRUAmsrmtBRIy4q0qHgqEJPYKLJ83wnczH6OrkZWpGSH58E5KB4IKB/9CR0UvnihagOIplERhk/jT42eKdoUgM0aHQG6rvoU/w/zeWi5GHsnQTrIobRY4FxJsEzOuAQWYfsRvBGFtQF6/D0ijTMkFYjcc1Z9e12mXqzx1j177Q3J+UswkN0tZNSKL99iH5LhjIwGPOZsDGD4XsCwg9ekP6VMM7I8v+EmUxXsOecyLnQqVwaYTyoiJRisoK+HGnXJY8esTOWPECfnzo0yjtsrHhluGbVMVPNrx0NfdsqGJxgzQqi2d+z5OsvgW+gp4/dnnlm+qLrO+Ng7ZrK5T0Pn2oMG2qGpNPA5wHarHxDMHF2DSj4NmE6WP3PEVmOeeU/9NctOTPDaJCWbPmq/rvmx8bWnVzut6tGtHIZZwDt5RmQ0PkgmnvLY5v19kizLrJkDQ0xjepf+T6Ry8//8x9cKKuAsSCD48j2wqRStn/Lq2M0ToBKbOWvp6jmc2TCh7Y3QS+fus8O+N9Y/a+T3j03t/vaHDV7bfFUJqw3LuV2bKX6p2Y/jDNSjfw8A+CoI+w0loDvpg1u+4S9fA+y+4RG/6ZLfAwDeHYy/ZTA7+Pp7A8C7E+0ANXYdYwz2LwHAEXTXgZXO+9cAwB+3yBXT0AE2w8wjiLfvQmcj70bg3XXdtQyd37JH/xQA8O6E7thr5J9/6/dfmqMdPuNoOvZtFnTdnwN9fbLgve1y/b8NAL42trsA4I7xawAwY2rWVsfUMTPWnTd7UO/0s1+7f99rr813BxnOdH+mS49PDwlolrHu4+iaXgOA7bgf+j+AwhmQHY+62b0C9MB9P/c5n4HivI/nblkHfLf9e5cVOx31e//pieD8Oj3nTsJbQKPHYJ17AcD7mlSZinM1910DgM/ruO//AkQyoD0j23Sh/6Ecd39tqB77tMZ6ZO3NhV1r9xmdcSWzeWUnFsyt0lYg5pj3jId/93l1ZIYGJ5pLf8ZRt/Ph5QIXjIkTPFroWSasTOfwcEFaO9wKAM1jr8mafUyln13+9O92umoccZZF8T/zb5wCVdJi1Ob5GX4z/Y7IvmMt4iSowVBQi3vPvX535+SZdrzmVwDeGqWX9NZ9iEJ57KejALNgjOOdM37m3xOs9ICI9unB4j57Uxq2a+XSdFOGsgDwoSx7G4fuh/8NSFm5jKMgTsKMI0Z4wIdUCAl45fJf/VgxX86R4+s5VwsAn2Um1zVTt46KZmZ2PZyFqTExnzqFCwR5jWZNnMmIMd2SujhMJxiB65Kh2IUc4NfzipP9GLMuinNzAcBeAzsWLnll7wG6FqNguNbZz1iK0AEY8b7JBtvlPUBtM3B2lcSyHUPSFsmS2wZ4TgAwQ1zrFNnmKmLac/rmdE0C2MX46AihA5wqyQQKuGbHuPkOw3tZo9CVI9xnfgb4W3Z3FmPPnE7vc7uucraY3pLpQIlRj8XnV0bj0qPoCIyDflb6Os63gMZ2+tvp0Kj/TcbqHjsFZhGh3zhUsh6OrB1Qdud1l1DGUTYZPMjdjrHlneOsG4Cbs3GAPaszGlhLzB4A8Mggy1rWcZP1KeuUwBYcL4mMD/DsPdwA4A/uWbkb61mnOjdK/wV7DzlvisnnbLjinIrDJ5kLXgtfh9M3e265wD4D1OKgnWj7rlsdse0FfsjuCQZx1oWe67KRerYd/Aa1JsPBIPCiI/P0oZuIow1wRA+5AIApVzyydsm2KZ9mmZUgkGYAp3pRMmYi4wKOlj3TJxLn5GcDwDbU9RwM78qi9Z4J7Bn6quEc+7u67JIVzGcHtPb2DpZv9XzNPkF3iGicXXzKZzynPch9Ho5nZgH8WTscROYzjc9ZiMzDzvAAiKx/+8s3+Nq4Le9qZJU3Ihm2Lktq/okMbKaZx7NlTDGX6FVZWz6m+falJ+th9pp54Gjbe/A6wE/OQNPGOPeScbPkqAFtnIVznjfTnntSSvEyQ7hZlHtp1tJRgYYAtNGf+RAIYABUAFF1PdM1YN2cKWTdJjAkIDeO0CU321N3BTJV9qcFRkrRxilPoAQZk82yTalFNq3l7p0Jg1xwiUZoIrqr1xK56VJ3oeus/6oUsJx2yaRwtukoDzzfGUzQxejcPJt3AeywDji+sbvhl++cnTG6Cn/qXZR0ZL8NJAHqDP0gcwHJKNsd3W13OmWfkuFc7yI94wI0lm7o1WbdiRlvgYXhCWTC0In3L5vH9dD6EXyorw0ys+4AfG4BkkzNnvvO/iRT0rp2ygGWDyyX9bGcHVlepxvn6j5+skOYP2AHgCVE1YxEl1r1PEaPkGwHaDj6cTKHKWFswJPxyYnP/XG04+RN5kwzPN3ncVMU6J2bDNTQWLJdE5xAQManaXoYmZ1AP/pn7vqCgbMJEkhwTEHFZg4zZ3TS/hb9OvIjQCJO6sobSmKiSxlYQ5qIZ6LjaOw4/l0JIb0Sk6kqx7CWGhkcb1DKMJN55Wxs9n6CYeElzk/2JlVjoivzLrJz7+msot8yuirz4j0AspX5lGMEUIoOloA2fqckNXwJQHyp8qUVBACeM8mcqa+MP5XZLQBBVnHGDACcNTP9jv5outI+LvA32avIs0MPY15aA2Q3oA+0TYAYYyJT2MHQ5vMGPgWwhYdTOSMAaGRO3s21AbeznzyvGUSsF3z3QN5+yp1zH2WL2zsaemA9P2ncAZwit7m/a8ce81+zyOG51wKeXL7UtkLAHpeklCxAlrXdz2fOXe29y4X7zAL8Ew+7jGqCtuyz0TwY36OH6oU9wSjRYdlvAYS6/pnohs9LlblNT3NAjCnFC9VqoQGvk6Wd0uaAQKX56nsOZOPMBJAwUGHu9bOX/TF95zVu5tl7E8wH6DhZtLQLofzrBDmYU9CFLbvh4QlMEj2RhZwAFTIoY+smuFbXEyQ7OqnJiH0WqmQgT4Asn7ON4gxQgh2UBdkgu0VpMx14MZiFx428qO2fPswAtcmSbLBKzoH7BlhtlkxVJVdjM8iMjGb9sa0nG9I8kD3QWyZQKfTqnssCiwAqW7kEmqDksfvB2n6bjGAzJaWf1QucM1pyD9DvkcYXkD8Bm59FO5xPVAigFHY/ACVgfB8/afyvAGI/3Dx//Pbmf/4fJCt+FiD8/fPICclXMERkJ3IEMOvtm/exWaF3wDbsgckwzpyVFS+efaqsVxiasuv2ibAu4jtsYT6ucmR7RvqmS7KPDHRwIzybrEjG4d7q0JfNnVRBItiEkvtPnhG4QCCVMrdfCQwX+OisVAI3oR2y+13yV0F5GovlrXf6880Pf6DqAL2MATUlcyTE0ts8tjbVDsiAZbrOBG9FEYA6Al90vljGaDGRV67IrQ98R6YqegPH5lONkbVIRR8CMCILXARBe/OGzOq5OaWic/17AdbItRezlpFrAN/Rv5H9yHb4zqWXNSdKfatggmml7ZpCnzmnUk44/866KNgIEJwgY9HlR5d4jqyDSimbzRpACz+7+pRuVK9hziMC7ABwKefPO94xL2xAAfqsR2QWgUHJmgdktB2vuTpYT3ucEtPReQiKgqaMH44+zvVp/RGedGUmvrSuED31nnr3OvjeGcHKenef9crc0CR8yPwdgELgwZacYFDWQSAFPpG34WEHz4xdgy3QQMbykvdf/0gJ++ioqEmsc/SOJPLw+ZmA5wbLGQCOnkrAWyrq4HtJFmszf3mGfW6UgN5swK5Peh6HHqggk4ApfLKzBsYWG1S8dI+0JquttnyDBmmh4QF70XPY+wauwZyQ+S5nG9RMj3DLckcMKPP3717f/PiSzRQtPqRVRGQYerPXAxloPTrvbx5Cggjj4xyV8/A/7f6kfQ9sP0zAA3tZOW25iZ0w2kXpLvS0/I7REVayg/076PQdAKt4dwnoDOVLgNg567OD/9KfdwGo33Iv1/z/GQAuge3gwrXNv2stzopAFI6kr98FAMfBEcWinyrLs8OjVMZ5fc5cW/9eUS32GY6Tts8895Rd+/RlABjW3N8bIg4TZ202hp73Hk7XK8DvMccKghMgfNAsUSAX75nV6EKdHJ937cm3ZgjfxUdXgye+lRlO112jr7XnNUV+3cNv094Oel3SFgL7dq9Trt+I8Mow9necnex3zaPr3/fdlXnJ/ZfA7+2x1AH6RbqYgdTxWl4qjx20yQFrBSnRTXZIYdwNfS0av1wIXz/Gna+f5+xXWZl0FOKSh82NOgO7e+9JwF8+daQ0S/NaL+B9rLujBgOnTtPFo9c2s3Jn8f8BTkyGUByy3YcNfNoe1zV0lNaOT10hZx617wePuczojOKxaOnynQUSct+ij9JDQPkoaecM16zFzhMLGIhCVYf3OpD7nmv0dgZCTb8zphrOhxNbv5Vm7Fga5ez83B2MKa13Hjagyp/ITsnNAN5rHWIgZvVC71HS9vNsp4mdTvqcxddrAw3mVE7zgjGSL/eBd8ch21JZHceecdLnM76Whj7v594nteCZX7s5pc/7n7XumbQA1Eu+HCVw6LBgxuHIHLpqxHn2NArjKvOynKdR8rIH0G17sASc2DNmOY89yzhiyGyavoAGgKeHUrNy/V6iOC9AUtZ2SszQ05PIar0XkNZrMYB097cBDc2AO/97l6U7wB6nVYxMZ3nhRNwcxos3KXU1ALBL4cXAOcajC1P2MB87CJ3JkjJhZNAYp9qcdM3i9vxR0G28hr4PIGjTF/qdaUqXYexbfrAv3mP9OYYKPNBSlu8NcMRAsaPdztKUjebxVVua3bXzDH83fWqPW868oHSzI9lsHDLOUtIzm7nX7A6v9zCqM840toApKZMdfsmcYsCzfnFuRo6sNdmBeS7cAWDvjwMNMGwCJCBHCjAXPOJpyBLWhfcEeGQBCTzg3tAA6+UoaRvFZJYuXkjPwdAk2RTQd8pLLpneSOTsb7LQDKpoPU1jM/4AaJMVgsFNycJG/GpEyRLi+2RZOoNN9xY48L66dH/pOCUacVyUJg22Dr3kOTjMhlgnOJZ9cvYzC4STQZ6bY8+RrbNGyba4zOoKTabs1/GA2fO3kwlT+mPNvL7aIxwVlqMau41ifb8HUkALZN205D6PbJaPJYwWnL3hnatn6MrS4HdKKxaQStDXGOPej7wTRyOAfnkMZ8MBzGEk00tqzs2HcgTZyYKjWffiEMxZvCKpA9TYq3Ho9R6DriFaPbpHwIz06os+tpf8eiAAz5mJ8KkBbVPnIZuZv0GvOfeOcsgOpEhWYvU/y6SJwAp4piUAACAASURBVO595XOufSinUMY/jtWRty0t7b0bguEUaPBBnFEB9tsnvQAwju/KtI4x2XrQSojvOB/1d5cIHH2I61JKLM6rBgjtgF6dB3b2yhlTGzBj9YwdZAD/L8A4mbXwPddwbX4PP5fv4WkcYV4rHGnD+854pAznyNnOAb7eAWDOxJx9ydDjScn6XWeE3TM+d0jbSElVHKer/HhK1+IU531kBiWzMvLQurnL3AUU5/04vFhr+IletjwfUIu9a2lLQEGekIzeOrfIxkjGSwJx0j4gPQYZc77fAWAci+yPy3hPlm7lgjM0R0/wTmi9E2DF9R9vnskJD9/g6MZZiyOdtS3A7nUdenO2EpVaRDb3nSm6HNzv1XcwZwaAT0rqpgzgyhRqDzUewIgDWGq9kOkIA73H5/6W1RIQMb3OWmHDGqJ5MXKywYcpeT9ZnpwZzoilzOm7ACK6zb1sAbSc+ZgSqz4HoT9oy87RZgPmHaVH71sDmJAr8WorcC+Zw84YNT3oefqLz4tRk8ke4mzw74loGFkqutB4eIdLHBMkpNs+CuSKDppylpw7jLfOvQD2ucYOfMBPn3+RhQEto3Am8EBgAaWHpzciYwSY5EOAAlvs/uEEAYhGcLLz3ARSBtDi2YD81qM0wfSNjg4KgAX9fWen9sBL+nfLa84RhIJp+QLgk+ADPYsSmDiQLY9T2pixQyVeY3hTZ48DyVydIH0+nWXpgCpKJqvsrICfgkJMnfe4H6neA3iVdhP5L0FBKpmre9AXKIXbbM70fmftspfpsR75wbOc9U1mrQDKnHXVu7kOoDGypc5uQMhk+lc3zy5CBvAZAGUzpJDh1VfTt56+tgDlCiIZ2oaonHHrwLcEckLjPD8yNGV1G3gF4FY6JzAw4DDARvoRc5/7JTNvzffVS/HLAOiAG8gUQFdokI+DK8jydBoWvUkp/5sy1czdGdIGeRPQg/5IxqYr03DW6x7AXXQ06x76jiCAB7qXYEDONHo1v9W4AYiTpR9Wevln3YeMFvDy4oUygPXlG6U0OnjF86ZHrFfXY2XPM0+VwRX9F8hjK1pO3e/0+ClfjOzq+bfOxugdgGMpYe++pqILeMiyRQNEzps2nJ2YPrKA0uGH0F0yJ7P50CugJr+5HLRLnTN2yRT6lktOmwYM9KdlQPXOVlPx2YsOQ4CP+R5QT3qneBN5lOd1Humr/k6o2SOX+9W5o21F5lsXFIAIHdLb9qHOunwCKERHElhNz1jtB1mj6f+cYJc//PFFeAUwBd6t3uzzPHpT5GxaGxAk8+L5cz//jZ7p4C6BbJivlHnWSNx/1bJAsuWPf3pheXePwD7psfCFAxTQlfQU5o5++1T0wpwdlKOPM9WnpuxbgX2sy1NlGD55+Prmr/70082/+AEZ8L3l/nvRwBsBpOhEj0UHgK3wFnv+ANtgeo/Si/cnyRbOaQDYRwLMWeaWovdcxV8A9YzXFQk0SHgdwBiR9oGS25KdnIHwAqD1Y53j8DUZ2LiM3HP3HfSbM+3BAwG53ye4+c0bZB6BFclOBcTk3OCZBtfpnastNH3p+h9+SLAEcjB6fYJrwx/iU+1N9BeTo0DztJyoDveH7xN0gCrmwEoAKB9moVcHLWifvteaAeCFFgCAY18wJ/OPsosJ2GBP6NHdqhRvJHMILOC6J7OeZpf+Z3AuAOTB35rzyx+papSgHDKYOaLf6x35Nzoi5+3NzevXyZx9/kJZyq7In/G903q9dcCGdAPtuTtmBKXT/+Gwhp+5VustnuBcjI3JtQqcIflc82UxUB8AgFl/KnyYe0b/YR7pM5xga54HXyYgxxrN7EVkj2UEfDQV0AxyuzqW9put9TWA+IwtvGo5KxlmccPZZV6MT6Pnr8cBaKv1Ybz8F11/bOq5kBEd+j7LNfZAcAnseexn5mOXhPeFdUrAGP7p6H7wjH3cDuTifZxd8ZdYCxx7DRZ1CyNn40dOnn3pXnfOcEZg1WaCGb3QDXwKzf2k9cVurm+HoRRAPvyfG07EI/hnAtAPg/wSr9DvH5GZzoSnkbRsGs3i7//2pQIrGJBWxRW0ErxTAN0AuwO2WHv0QAWFTbC919JnUatWwF8J6GIdWwY6QctkT4+f+fDd5XsDyQ6UXOvGnBy4pT+PShvsJQF0R0BX7PgjYRP9CAzvnwFg89Q3f35LBvDuVO4Ll0P860OwsB0jxrwAEQwAfH722dFuOpvPoaT736OwzG9nZ/6vAYAvQdEFuOzOkY7l1wDAAcUiTMvCXwNYb2Uq/04A8LGmJyFz3s1r4/ul4O+19dvfg8jsIXEGkL6Fzr70/Nv0dQkA71mr1wHg7Ne1T9+70/ddtH2ex7UM9P0dOyhXADhEM0r4BoLUaDwOjo1RvjT/iz2ILe4Pf8J3LmM4B+DXAGDuw0C3UwnD3LR+uWo+7E8A8Pjs50DZFJIBQLKel05Ar4IPgoLJC9xNtFENlVH25xmHE3ETKrfoiwyTeW5HX4cBwzjAzM7NCmY+u6y6Ri/n9bhOU33WOBU7R5wLA551f1a5jxy6zgzkcAToQam58sJzyeZ97Fx+BuLPmXTnMX8Lfx7riDG0nQP9vvrM0RNllNJjvxgXCq9uaEBC6FQKFo7J2YKOHUVjL4V00MtGF3x3ZBKNFyyA5srwqXPT63woninDbHDFSvrQoJXJKI189h68a43XmcIJEGdgypvstNlMX49x4/M9E7a/9T39987vkQvrnft71pjCK/2vju2Ox2swz7jnLLU4h/xs/Xmcg3ayZSP6rIK/a/8L5q0eQM324R6Mg/38j9O5GcFZ96x5y+aigKIUrxKgx7x0TdYinpkCZXE6jZODeRgUuMyoPc7oEy2grFsuOjsHB/zK8mhpm9BMwJYdoHIZwgKx3tfsS0E83tnycLwDY8DlhUxrcRR7Lzd96ABW/bwYSFn7yMse7fBHM5h8zTzDPOIsh2Qfvpfhc2Ty2SBML5nKkxiGqYawn7k9f1pGL6XFFm94LA6ASNZaAWC+T3bt0ou6f+mrl0xwZwzbeURvuJT2s+Pe+wcNTN/1OdpTMveyQkDpus/vWnls7DNjGce+e/3aqZTzjN6Z3l8D3IxVhjYl6fRbgyKSQRKwb2WSB8TlUyepOYSxM764JSJaOHMBC2UYci3lIOM0T5ZYy9iml1T26dzz1yWFdX8c0Y06T1Rzx1kAmLV1xoKeleysAZw0pxjegMNZLcbnM7AOQNNPgKu+qyXGumbIQoDSPfinzur2YM1zs67gfO/IFKp+wFmhAbg09/BhDPbIn5bG3cu5fxDQ4SxOzYHsYPeinUlQotOlHdFPDC7G8c7HoJloKwEYrUQxrQq6Bpz9BYDH4cujGzSQyPWsl68TUPCIwAStJb0p/T7oEj1L17hnnXsbw1/I082wP0DPyIlklh6cMWBb1gLQC7ns3ERkm+kp8tFGt98WJ3l5uxnS0bvX+RBAZZzok9EcAmi/xTG+fY6v63ZwueeP10P/a3/qykOG4wzCkbtc48CGnvFHVmIzysdRM9PnzIyjAf1m6fL8bMBMY0tpY7JN4vz1ue7S1aznKjsf2g4QiBwKeB7nfc4A5FXOOj4GJiV/cDwZNNH30ExKyKXHKXwaXkvpW64p0MEz2XNKLUeOZO4Fjl3ufMb3GR4ewJEsN+eA4KgRvXifDLK0jDmONRzxzCWZDimduXST9EVERq2S0KZ9eGUyA02XAOpT6aOlnq17DdDGwA1UIyemGkbtwTj/KcUbUJj7EqAzrRPoOSa5kioucS46oGf0VYObOODp5Sc7l3UBAMaRl8w/zZrzSk7YT8qOItEgVQpE56IFyx4HzMSBPaR/7KNpQc/C8Wq5ZD7LmjHngmcGzOzgoxylgDnOOw7TCawgAyr0KvnvvvMJ2gsQEQa3bqq/Zy1nL5E3vMv0keGxBun5PQCwnPLcQ/YTgCjze6cxuDQ0zj2ckMhDdDGeYeQp44i8XJnLLacL8MAyP8QDPfqkHXbwoWVagts4G+zE1HcA6dlXnKUABqI7Mui0v4Cj4WHxgzKQ0psPfSfgBusGSGieGvp3/3nLvAS1AIBk3VImsrzE/fzG2rIO8JcBYNjX2ZWAYWQ8ARSG3noemt6YP+W7HUAQZ25L9PPcew54eHzz/lN6lfKfnY8eN/ZEHNwBrZ8GAAVgBNDmfp375m+/X++6l4CYVgE6yvgDAgpsNjipDDnW2jLC4HRoBxmCLsb3rGmyyEcHJsDLQRUJAOA56UEKeECgI+cxSkN0EPfJHFqIfKAcY3QKfmcd3AqBTGTRFQF2PivN25TxBowb3TiCwc83fWovyQKFHtjj9sWm9yr3N6ihGdvRVaEpzd+lstObFkDRoLPl5py9+jsAkzPnkEPQqVELOaGnjCpjeGRATWPUsN68Fm1JjiDT01c6wGLkbDKWfraczPq8Ef/Ad8k+Cz3xHoDIt+/I9pyS0ZRz9vmHbEBOkP2rEtMf3jgDmBLBvN8gmLLtAJYfuud5zgeAXMAdAycCQ75X9qbXzz2O4ZmUG2aMAOABgZOJzHsBbBgTQLplPvuoPUzp9gSjGHjTe1LOd/wi8J50RfTFBBwhe1iT1YeW8QFoWXZal07p51aJcSCo36MsTGVLE0jy5EmyWhmnyUH7SFlr9o9yw63Y4rMSGUJfSc8xwTZ8Bw2737PmUgC4rQgWeBwdhcewl2/Vxxf5w5mG/EH2sF8AwPAnPU0Tq0DGGnodlVlSsSi0SUCcSmtPb2+u/MMf/uB3vFb5c8voiT/JXvFL7EwHUnEGIk8J7kFPhmb15zNl+T50mVtsM7IzJdvZB0r3ApYLuCbD95HohoxR5vtUc3hAf3W9853kxwvxTIDYAMCSPAHqtHYEebAnj58Czogm7//55t/8Tz8okxwZcO/mNdmgU4kFuqdcsGNv9Dk6B4Xkb968jG36SYEp9IZvIIdbMhCAYD5B3hEkQyAK+qv0iBErBlL1/whwe/1a549shMdTYQRZ5r6/Oo8//QR9Z/3u31fPWNHXixcEhGZckLh1WHRsHkpJZL3++Yva0gGAkgEZu632eUWcgUsB3963qUyEfDvoT2P+4w/KxNcjWB7zGkFBjcPlLIc+eO8zgodYo/gMuBa6bgUAyPa9QG1O6CcKNJBI8OfdawJqUpKaYIhnes4xR5ZzV0UtD6LjvHoluS9QDRkEjbzQvN+qnyyy3H17JUeYH89G5wFEfUYpZwfTaXz67aXmTqDoIwGxZJajn1pvEcj7QWC/AWWCTw0AD4ipCXAmPFIwgTOGNV9XubFuSADYJj9s16UNTrKSU2XAbOLgogQQtCpRbZXDt+Qg+wDA3E8gAGv68SNBlAleJduWjHCr1V/4tPIdc0dGNYAstBCb0L5NzgtnpmJvRaeqfcbj0Qf3PeG6VB2JzYlO4+c4AHz5v/idoDF0jAMANm2ybsqKZg8IoHLWc2yNyI3Qs9tFofOMHYadX/su8j6Vp3IOJWindJTs/Oi0/cT/skBqvs+xnzPn/MHXg+wiAOCzdLO/+9tXCmChPYUq+0Bh9IrQvY/tr0DgRrZShsDrMS16SBpowL39HZZ7WbNWfslaMncCXWltA6iNrrb8r8yFIJycXXkH74/+nbnWr83zYqNG9+DT6mjWSeFpdHz995sAYB78S0GsHbA8HJ1fAc/2zfml77u6u7/hy7sBYDYlxNRrDuI7Edlyzu4DifJ/7VMivQ0eBQDmEyEdpr4k6jDBDkjs2Yd7ydJrQEfHk0yD9Ymrj/M/Y64j83ZG7HIK787OrsHXAOCUqMz4bUbh/NGfCCUY3iJ8c+53hPseXLx31uvcUP2475Csy6l1dVPmy671L6HlIwsZBvyaJJ+17Rrs2dH7Pvc550zw2/O6PZudvi6zry+vteMRoewxXx5CY+f4BgvqK3tyfvO195qWZo92Wm6p8C9lXJ+zBPK+RbcWibPm5dW7xnRet/NBkUzQdfe1bezvGCb0Stk//deJrXxJAWDP3zbB7dP+1sE1610wN46cgH07/S/+KH3nMF38O/LCB8is4Lz/DCDXEWqVc+Z37NmUM1nvXoqEeXcOoLWEt+lpw9w8kC3p8Rjb+fyec9FzL4ATR1oMLz47AMy/69SPo3FF9FeB2OXi7ojPQb+AopboPa9bFrjZEnNGHD1PF+DX99hRuE2saxqn0CUgfVwHXQ8gV9qwI297Dnzl79gvr8MG0lJqsGQ2/GdHgHWI3FfFMU4+Qvhyg+UCzgqULNtEcb40SytKBw9aHJC9HUUmu6v/shaJDIwTBVpJ+TtctzGCcLqsdUhkvJ8269O37KAu3x3BMVag1lh4fu/3SPR7SmvtfNdzru+JUr9/uL5gSN+XTPoYARj7NvBwEhLRHb0x756/VDFvhikXnQFgjDCXGR0n48G79pguIyrjD90VkIhzLMCt+2Miz3EYu2zrzNmlkqJYLvqJXCjPxznCuxLdbCduHbKzbgefbesdoCbr3zI7BT7O+xdHZEoQ8dl5fe8H3DHu0Y/dl4BDOPuG/2adA4YxhmRieb88X60J3891uADNB4Cu+h4XiceC8mEnkeYztJ2yaDGeGbsBDQNvlpAHzRUAPkqPDqiCwwpnSbKgMI5iPKzgqsUvnrO3N/Nyb+pxai76z2+hy3zbkoyEHCTbNucY8zW9OMK2ZV0n03aA+NDc4rVGvp55oHLHPDr0jVGGM8GBJ7x3jDPonO/QWwBsufwA0GbDm2Fso2lorBnBdmzhIygIPAcrxmHpEQcZ8oN3NIv36Kk5g8fwZPpEvLsnsLJDABtjWEVOIvfay5r7A4DiiLgNAOOI+UjZdhvfDQ5JuSoybJvRsWfW12HgzA77/eJU22UKa8u8ug/pnR5w/57oCH28DmTm3evRs6Ej90Kbs5rfXFrVpbOhp5QjLgBsuiFz8zCkWevIjDr3GV+CL7LRCaCATnMGsF+pSNGs3eGZMZAZS0CQ0t4KYEn51pwz2ffwqgMZxtoPGJIgj9WTckBKl8+q3MKhms22zDOtB1CCP3+SQ9nni75u2d840rI+D5DDOPmm3PWuhx66/8g996sc0HSVgktlAkfku1xcMsSPoDjkSxUe+NH6S9bRtOQy11kDwB6vG0DgnH3MK8EhY5dxnhvkSsQ4z6l+YRmgMfh9tBsYANj8aqfVJVicfq2VIzg44xjvp+/kcQBL8CJONGd0zbz8Pus10RMCaMpZ67KmUy6efbEDOgBfeTqZrAE0+i62f5VEDYjN9R0nMtx0OvpzzpE4unEQUhrR+sw4yOL0Sq9QcBPkYQBg5tlApGSS1tHF8xkDshq+aLnhZINlH1ya/OSI2uVleSYZ19lz9ply1JWLXOP9c1lR9jhAQjKEW7KbczW0bCyYfnk41chewFFGNh8TA/wDXEcW4DT1MwDiAB7S99LvQx6jt5H5J4AtvqShI70HB6kDzQBeLA+gazKG5Nyb3pnWZeaMNI+jzw0wwLMBgCE9Mp8MOOvTXr3ITdbTVWj0fcq2834PJHzMGK0jDOi4KQjIPmQ1csMZcroesCCVGFLtxmNQuWTTvUEPPY+seO3DIwe2NNgBmavzBDo1L4XPKjuskyJ/hl8ZW/qSa/3Zp5F/gF9kuLJP0QuXfk6paGgc2mcNKl8Bw9rn3vvCvThh9Uxfp2Uju+oo/655xeEY4DcgYngxQFEyigC1yFT/rAAAwCjfb6c/8y+YTe/WKa895a7REw0SulzoU63JlBK2jk+gc6jboRW8V6XQWzKbNX+nACEcq/CE6U7rk4xUeB75g8Od967Aw7YpSfBNqpeQEZWKGZEpkAS0wvrCf/C3+S9Gv+UVdHRUSbFBOPbU6FC7vt9At8pnHNIEN7lyjrPDA8wm45GX5PyBbxtwUpu4/J4AED3HpZqTJfmzMvB++L5ZldGN3Vua8syjdyWDNQGGAMAEXrxDzlpJ6Lkb3YazwcEw2P76HcDIwVUAENoziu0DrJFgDV29/ylZs/AFNI7j2b1W9ViyNz+PI94VTuS8hjZYfwccWa8KEPXu3VsHeVj2j2x3gJF4xSW4CVCghKdtjalqBL8iO5D7Zmv2I1m6lByfmSnDMmBiewUDwNOjFjvwubJL+zzTnTPLockAqG5rY1mp7GOBhg40cvBTMutj/0yQFcFrLvUrmaCVYngOPJhM29hSAKcC8QQCB4hIz3PrSbZRc56yNfRkJoN0P1+fk80MXWpPkEcE7a1Ax9h1KX8eMN70xTZr3cg0pQpEz2PojpLJZLzyvPQfj734+pXeTca5xgUA76Am8T4M9vpVyr0DAPMsB1vrJ+R5ZHfkkgNoJiCmOr3BW43v5cvXls/fqVRz7ALWIvZwdEKqayzfgAMC9SZkKH1oAdFZK/gYUI+h8eFsRl48V5AAZhW6NaWRHYA3usnPOv+eEeBD6eDJouMcIrucPXr7VmNjPQS836fcsZ7/7OFPN//u3/5V9Art6YMB2ZB7Dx0Im/fH7Atd5pwB7EuWu2lFc6OkN++z2jT2xgeV42avnhDU5JknsBaZ2iDTN5oL9Fj5nfMenQlbkmAwznjpm3rEY133TOtUD4SrRZApzBlLqX+N3xVBxP/Q7PHxGZhxO5Naf3NFA+tD8PT4uyRvCR5hTs5iR1d0UBeAOH2QkRt6CoE7lHMnaAZbY/y+MZnl1ySLmYVQz1rKJ1se3LAGlEmOzuhW5nwzY0gQx7QrEB1gJyWIhgx5bN/owhkf54jA85dpc4Ftgj5GVQDO/lZCADwjkC16N4Efn5Sl/NTnANjFa1Uu+WBZht2bLOKWgfd9bwCAU6L74SNlj7P2+sePL5OFDsBMVm6CnTRzdHirz97l4+xPZZuUsU4scMbf4J76KtISBHqLlPPHgXTYczsAHPCX85p7nqh0NmqJbV5IdOivj7HM8hhXRaU+vgGUbARnRypL4OvqOKP3WofWcy3TXI0vtg/fJ/t0gEfd9kBnEbIUnbT+m56ZlPWGv+vTi9/Dmte0QxCtSH5wFradBro09AztMkECReG1Y4kcUjByRoyUAGTGHboGQLf+C0laD45Px1VB9F6Cycj+ri0YmgzP8Pf6QM2beghBGX/7N+9u/vxSdEFvZ/QS0a6D2TklxC8OemOcPnOzr+h/lJg3kGwZxV4lqcvZ05z9fu/yZRL4H72+/kit7+EnptJIWhf1Y30CPVBn69FikFlic+u/6NLji62fCB2KoMQhmP/qAeACSedMv8U1f9m/fQ0APgzQLnCNlY3R2cTb15lUj+/3WdmQnft3MOLSQQ1hRJj0+gJ1Zu/t/ZdAb4htzyjr+PYxfA0A7rV17q7XxRA4CG7Wo2Ovg/A6QJ2SJB2f2fQKAPwlCrgzM3gcGIfz4rRfPdm/BmTemlc1iS8M6jpQmRvOz9v3k79/DQDu/cd+bALjPKSdlq8FF5yvP9PV/uhDX/IecUBtB9sda9GxnrMZvwQA73R2wSMFQG/x3SYwR9hnzy9Bnz7rrvU7Du7j+QUlFog/ftXZxxzQ/ZzpvBklPdv2a4/oHJ9gOZj4fR/bWS6eM4D7vmYdno3RW3uLs2abQMtvHs7NcYIf89GgkunVA/4S4D58mfO7HcC9xNkiuc+OOu9dHPBrrsMPNn7y9/5WurOyg0KBYuLx5RlZq+sA8Ll0Bs9tv772+G1JN/ijzz0HylzKyzqZA2Acsu3isF6ZcFGUcs/KPl50ygT2DONdzttZpf92eVn5GmN2OYHNr+MA8loPAGya0kAvHGfag70EdJW5ZgB3vwxGDqBWedS1sCPQZbIWUM1ziGhz5OiAKV7z8R9X2bkLAC5ghYNiBViNM1pzteNxgNgouHNefEX+7OBwAeQqrtmXMO/lGbu+x3Dse8/XXPJWgFKeBwBmgG0ci11j798syOEsYH/sEVwA8J6pFYdIMho6Tvf/GOf8kakrxbQ0HtopINk+NCn1nT4nkYkBE5fw8jgnI5vfk+lbHWYyn6CfbSxcVwfqnsVq+txkWumzNHyArePA4t+rzGWMxo7Bf46ybBlgUD2/92wjwj/6DHJmZP5xRgfgadaplW+uswxJthaOzOMDvUHJI8iQsTY6xmiyA0avp/WRnW84hvTulJo8yUc93yA2hhiKfwF0XX+UAdU1ZG94LaHtARKOnoPQ6czFEb+sAdmiw4N1noeeU4rx6KsnY5NSfs6JG/o0HYs+CxY7yEnjIjPAzl390ACFs5wpv+zgomWG7vd5hhwaEfcdRuTIqfYKLtiBUyfnwFqvlTmdfr57xmwDa7pHlVPMo5HtT7D2R+cmI6yZc0SSWz7pnemfDPgSh6mznaA9g+Rx5hR4jfM/YBT/NUCDvW+51Ox/HCIFgGOUcm7SCy6LkR5/AXETVDOgsQmxzoDJZvI+Mr5kReST4AQyuO4Bhur3lpZsqWA7oIgu1m/tEX9kuks+ALAl2CL9KQFxsp+MsefyOq/Kz16H9sGas6bjCqhMubpkma4SxLUF1v7iYLFDhTXXM5NJnzOujofw9OrznCzk8IUdlaJ/QAPLjyFgg8JjQLtsqffrci0PXZxsFN6noQZQX3trJ4PWYs/+9fh67sz1rBn02Z6kHjO0M7K0pYxblqt86lLE8MjoRIcx772O/PG+k40qSiwAbPBuyoVatp8AYK5f5cNHbk5m/V6i2/du8qW8ZLrXe+u86nWmDYDjkYOHLmdQtjJtsqK0ngfAP/OIrE6ZVUpgxm4NP1CisOsWIFiA5Tg+AhjWxsXBmeyfXs+frSAxHRbtLOWDY5vegygeLmmHIwjHtd7dII1UiNC1KrfIMFwq2cE90NYAc5ZlAWq4yJmYABqW3wEdUjIwWdTViSo3G1yQzN4ES0QWHlMZYHsClJCfTkHMGe25uPxcAIdkcqecpSsA4ABifadEPazgPqoGcLBZyEQEGEqvOkCZ8EAyMQ0AM69x/N+Xt6wZYDjXXM5+MltYR3jMfOCs11RiaeUVywnLUr6jBPDUwGNtyXLQfnrNLelXmQAAIABJREFUoHGvc3g/NJfsjsiQBCRlzVYwgnl0aDBrtPQz5FidoOYBvRvgDYDTchE5zDsoxwxwSOly66mRKUBlbp+hOR19aAl0M7GlmogzJD1uvXf4NIFwgHNcRyY2axu6fChnN1lw9ALegyS5394f3VsAnHsAHQG7oEnz3PBGy8YD7LAmrFlpiEteCxwr0NmAp5R8JTuV8QC+pjQ05xylWLmffaDkMraxA7V8JuFYTynB0F5k+kcNypm7OkO7X8647H6YJnEyk0ms8uPosXr3GwHaBz8itwmSI4BCGXBhZLJCBWK6Nza2BnKWraUaQTKrfla5TkoBpycwAGMyeVM2Mb3gV+BP9D4czNA4++Ce42MvVv8M4J5AgJyx6WFoGvTaRP4ylgRoIA9UacB92NG7VrBqzw5nnI7ds7fEYhyUELXdofk+eRpgsvabsya15wQ9mLUIXjEQn7LEzcxkls/VazTjZS8HQGAdBCQl4A0QfFXSgc+sa2hcZGDpKtOj+zpS7tQlxFNS0yCpwDPjzKLRp8/Qb0PPlMdFd3GWuNk6md3MCxAWWnPgiHYuILBAeYFFH6Gj0Z/4LRnsBA7Efg/ok9K3AdpDc7yfdSeblvVuueeAmwS1RM4f+sAEZDx9lvWhPPYP3yvQQXQFoPJBYA80YbDG+mgy5RhTdD72AxCLIAkYEP0De/OdgUbWjjGxbj6HtPaA0ehm0B577x7P8PrmxC8AjGwyHYkW8aNY9lj3j+6zggsTMIGMIOCCd0IH7A/r4vK2At8DAD/22Mgyf6+15zd6eLL29ES9EYCFWHr5Iw1VA5i+Vpnen5Xh9lB0D/CfbMDokAaoLZZXNbeHBgifOgMY+fno3tOU29cYPwqcY60B0AvEsyduzSD6pQLER+lpZF5CS+wjuvFbeg4DCFp2JMAt/rHIX+iQAJmIVOk/ktmP6dWrsyNl1wPiPxUfmTaVje4AV/bokbLJX0tovP9OWas3N//dv3p486fvBfI/wbSGgyIr4q9KUEjbXiRIE95ijMwPG0hBBwIfD1+BhmwfhKuIcI4lgJYNcxUjB1UECLJ4m+y/6GXx+UeWYTRq1sr+JcCDgEP+nHQn0Ycy+ZWh+gEgULz9WFnLlFHmjGD8ZCT67DKolzE5cEHj4px9qrPHMkWk1IBMslrhXUr6pjc2FXzUX5ky+IDpBNpoDi5t3SCmcVgCoMODVM3x+aF1uXcP/kFnE+2L9V+rwgByP/2sqXCRNWCPar7wfgLAHLTkfUxJc1dj0H1kitLf9u0bziQAYECwyH3Og4BqPFiyDJCcYJef6R0u2QgdEhAgmeSgbALb2Qit33O3YfA2ee/fKsM4fYwJ7LlRlnrswddvE7BDljgBc4w9Ja9zPrQEdOwe2tCkhDg0HjMkAUpkwx5+TnwtUxa5dnOCfUZ+u/wzz4rv4pP6WrvCl/Yjut9UQLIeMusJGIiNbfpLEGG0xQRGVZ6El3O+uS2DZdjo+Nbr47chGIT9Av/FtsI+c+APuvAEMVgm61nIfQcDQNM+VxkUfBh6aOazV8OHSc5yB2SSTe2M9uwFMiIgaZJGyPrGR9Hkn6xXfBGjamRPtPytaIR/jedzj/Fr9EknO6BIcMasgAmuia+b68dHaq6k1/jPN//h/5b8+ECgFrZ1AgDRjTnHUDMeicYIMrD8sB4dRocvrcuaF8eXpBuwBzgjkI98rDuM7tJKR87QHdsSuz08k+Djyh2vo94PjcIvvmb2Iok4qYp0+BlGd6wdeeAHXysBPTR09Y9fmsnoCddBOxP8svP0S2//p/mtjsUm/1zPmk0GVx3s3UAzwHx/hA5dnUYzoeI8YNNuA7TLYoQRzbvzlZ2Xs+G78rG/CiMxe7E5OE2QmyVqwltjCMEidFdmh8vqjoPjMio+byvAUUF3bb/r/Ojz9z/vXqdx5o6T4ryMe4bmYbB/A8lcm8tdt12j/3Ogwl0Zq9cA0q7R/r4zA/e3u/hmX+c9C/rimRtIvc/h/Ozcv+60oD3oN/Q2ZHZcdCIfKOCLq76P98hA3Ohw/31fnyMj2Pt/Oca7Xnhkb2rcXb9JjBpavT2/Pqtz77/PIFx4Pb+e16W86fJv8N1c2HvOz97fsT9vBwX3tdhp4a71OtPRbT5fi7j3Dd6dLPu4mUd7h2SM61ANz9fBWz69DYA4YvaQWWvt9jW/5IVLOcdvK1pqgb/H/UO7F1F2jKzE43EnyjBlu0aZH1DZhthEOA+2dUFaDnQ4A82jgHGhzwYrdfkkWj0gbTNU/P3GU74PBQhlbjtD6mS9Ux4YvFhGcAwHdPgp98JcqzHlh2NcvKv9fu+qIHAGnO0MNh2nf5jPqAMATBaRSyOJrGpYN3sG5SyKtAcy92c4l/NMlgbXBkTLXM5A76KBU4bktlvX6P987jTT7lZJ6u05+/hSIjd8c5vnJ4PBMnQMwgEh2Iaeo6t3uaFFz7POtpYYbZYDhtmZvwsmYFDgEOgathwz33eedUxlLWMg2llhoz/KfZ156z2RkOWFLsUB9jJm+iBatoXmdhDW48Hg2HqRGOjSkqBk98OexrG2QFz3vdSHeYcnFtjd+zrOOs92kHwHqo+S+SN7A5THKEtJT9HjnGc5T/Ku85mcbCf4JYr5Z3q0zAEUYCYyimvi4MOBlWvzvHWgFrxhbpUNnm/7QBoATtZswRePjAjfKvQ42ICFeK6dF3Kcku2hv+OcYyoAuDYW2Gf9G4PegC6Gix32KcXkfq2syZxRlJviNTgMClYlUy5gdOiJzKGN/2cMLWXMeuwgVrL9wstdt/R0TUDCLkNyTXpLdf7QiEEXy+sYmxnzOmfa/zDOggBmlW929DtSOOUavYcjk/139g1nBHQ9VqflNecdskj/s3PcmZVxHB3GGUR0nBlAdexJ7j32X3SFAXgAk2yNf09fp/QfjePF8SKT8RaH/MgZnoxDw0Yg74x8LOBPViWOnwKRlivaY1dR8LsI1qjcIsI/oHgNUTadNTnoQnfsuiRrYEeDnmdZBk2O88HPx8fi3+DzrAnP9E8AOThpeN8AtYAhjKF0l9K4C3BPD2UmnxJ3RFTHKR26cIaTz906G3K2Jas4VRlYx54dLe3oM+vQ2ZaTEyDNmajQ9oAG3v/RC3i25dGRoTW8oHssw8w3Xb9EbrcEV+meNXTmj434WUTWGb41WJ/s0XVGTeS4rkkvz4zNcmOM0WT6jgNi+AQAp0EJjLtlxOpo3s8z88VmG9jpXaV25lz5w58JmkgFDutOPuvpSyge12848LoPXuvhA8szA6gNQsqzAvhEdwQ4Qya577ozuQPMp7xf1qz7zm8pnZfzr8ElCdjI2RtAQw5qnEcGFVJmF8dpHGfRSbjX5yh05SzO6Iv/H3tv3mNXkmT5BXcyGLlU9QJoIAEj/aHv/4UGA2iEGS3T6kySweCWTJ3fOXau+7uMyMyqrm5Ig3lZrIh479173c3Nzczt2OKsXg15r87j6+lZSpaJ5X1AC8ubcTIxV5cjHdqytg7k0cOS6U/WSwAyno9sduCQnXAJekN+hm9Kn1YFoK9mSsk1I7TVCuCvZJpG8uT5kS3pNRiwxfvC6iH86goFrp6QLFD8B9HdAZ7JoLCDPOrG3wUE895G17lqQuSWZQFrqOtTmjZlrd/Lac8Oa6sG+OCjgBR+wtuutCAa0OeTfV5d1WyvBDMBROMwj06zVBvdlfYIAVKcBTjyg2AqZ3bqu0+VmepesBqrM+4mY37Z67VLlz6sHoCoKY0YwDHO31VpJWZ2MkQzhszf/Ksxvn1/K+dhgKYXSo+qTExlA7IfA4YgB0PXzJA1aTZJAihwtAMmAxak9CT0unv/MSCKnvnx0wdfg75xBun0cy0AzEhfK1OK8SMbnPVlp3p6Kzswa7LYHCTI38gWKiZocM8U9Pb8+auDN6MCyRr/aL7lPgGek9nqIB/4SGOnlCQZs5SLffsGsBC58NlzSSsFAJS0t2D+9FVk/OxpKg1g18BTZI05qEEgqMvgwwdcvek0ysLyfp2lzZxhX7S/qVtFDBBLoIHtY9YJPht5Bd+jqwCYKK3L79A/vZRxJic4MnogJbSx5yzLyUwjEEUgewNlnJmt8ePkZq3QlwbddR/kjyuzYP+EOuSTmS7N+Azoxf6PXdgesWlHoaAHMgYpH815HPlFwMacoa4FHiPb2FcfBLDwcgaxgCVeLv2t8rzIJGjA9wHAAEDubqf/tICgF+rlGZmZkr45S6vn6a1KEGNbae2vxWMt5/tVz7wWzySDL711bU/reu4DP717pyxOy4Ab/a3+scqw/CT6AAA7UA+bBdkMEC86fwBxsqjH/kUeRUbwXD6A95IBLzqLz8MP7FGyk5u9G32LvnH1B8e3ExRHEIOqVaikMsBQzxotfetM4hxms1c1j5sbZXVvDq137975M0DigELIRmSu+FWvN2/e+Ccv7s+8G+xo+UKFAM3V1eREI6oisRcABQDaHUioZXv9mmxydBqyXvtfIAzPZe0407iPNKWKBwD2Pp0sPc4Lrl6i91ppxzIfAJNAjck0fSxeZ09av4pOzqomMDMpkVc/fP+9eY150Pc8cjKgCLx4JZ4BnAuAHf0GbwDW154LD6UiiHu0aq0I3qFkOeAx/MLcDdBbSUTOkMHaLE0CIn8hEFSy4qvG+0S//+lPv179D//4+urHa7IPU06cPfWKihHa7wRyAHyTbe2+tYA2TEsjgWcizwMKPxLQSUbmM/Gnl99zji4O0BXwzf7yCTysDKfqQkyr9P799FE0UjbkoyfIP65BR+kfvio95+4dAYo5M714Cbgzil13QGajL63j3XqlviPNn5Bl3Yty/fR8JlYBudI+tSTID5Y0NieyKb3KLS/M/y+0xvEFt/ALGcXcFxkMAAjoD0+i98EDP9Ar1UHj4Qnk4ysyKOf10z8neO9aPYx5FmAx603wD/d4p8AEA8cqEw1/vFdvX+6HjgPcbVBIes/CX9FTfBeZAh9gf2JnuNKBeI/gA/Qc9T/cN5jzFmumIX4U+OtS5ANYKmYpclufkf19ox7SLXf9VetkMA4e5X7MeSqUEBiMbnQmMz2DkYnYtdpjjA9+TxDgCjaCDg7O1hR9rkN2UWEFgFtMQoa0r/dCzb7w2TcA+JjV1sHwRyoiTGLMAf6WP5kvtnjOUgmyIbig/dBZ1wSiwGN8Lz15zap+2b5jrWgBMudff2ib3bPJXiduRTxCUFHjuVNyXzLDdlfWzfzouWA4EeAAj+J3kJwSsN+y0KhgxlObNpZ9AGqfmV25JDTHzvYeiZj1/nCFMYPY0D4B3JwnGngSlyhJSY+vfv756up/+0+S2dp7XGNRPgHIqRwR/Z5y/9mXKT3NvkkiTGxerq99GLnQIOm2ZIqdnaDO6OhUfQslc3aJXZ6g9Nq1qVKSoEGelQoly7/k50ue11/i2ZmfklTgv38LAEZAlbmOK7Zf/i0A4DpP9oPofWP5t3rv9wDgLFw2Yhe2Y788BI+RNQQukByDqVl1cR7vTvl1ryiAMyDHe38UADYDbGBIGWSn5R8FgM9AZ5RbxpKfYejzOu7OsfvWsI6ybz/bDK57Fz8D+C3+/S2e7mf3AbgFlP81AODdSbLT60ynCp2dt/b5RDmEf/rzvAYXTr2NUL3nXwMAn2n6UKnlfm8f0w4AX/LgAk37/SOD1ipgrfOZfmfwz98d3vT+HMdF73Hffto/u4+PCwan/8a3rxzio/wttAeIa7Q0V3SPH3w3SiEH6hhpCHLzxFx//i5/n+dbOcRnZ9C61+/vd3490PR5lWW9JspuLALGNADwAjgWAHxf9hv38QFg1q63qtxY/JHfljw5y7ccOPudfb8Xa/mGB6anW2mSawueLSBhH4vPa6Nba8zct9bNTtvvye9cW5CHQ4GhhBnseXw+NGy6d9/73ffn99irO8hlByrPPfHKsT4DTPuwgsNk9FX3/q6PfJ+T/F6VCFLCJZH0i3YFgLm2wDTWDffnMJF7Lt521uk2jtBvD6oI2Fqwd/FHAKW+Ov7z985ysnTsdZeg8mT+zBh2Whfw79j2jLdEDndd4+yzNeClwMgbHTiOtBpypS9riMPoyLYYwLdziWG/9tzOfzw3gHueX7C0Ds1el3UJf2F4Gz6cQ5SjIbWO7f8ZmnVvTZaYwb+V1Vy6uhSpvr5nGHf/4FDZAeC1thNgYed3MmbjhA4g2hKGvJcMrkTJ93r3p9vsi/1vxhEazDpMkEKv3WnXiFDHgc6+q97aAVtkdMCCHCTtpHRW0nKedbvxVg1tMowHb7uwh/ZMXsZT3ZMobpweCwCu4c/3EuW8DP3F++nRyVrQcoADOQ5AHBrO1pnDikv72TkafjJwZMdB+v8U/OP7HheHlpl36dEMJl/nvb9AWK4P0MH6BuRpbznvgznEwC92aJHto5850Cx+C8/mgFoQuJkTjCsZisl664s5cfBnPxhIoa+xAd8calm3AG/J1Nv5qfsw/L8yN896wH9zP2e5biBk5d/M0SD5ySYAgDIfmy8LPCUjkqhxDpYFgN33j7OAgZw8h2e7egFzd2AFTt98B4cGQ/hEphJ7yRl9Szb6kGoP/9xnU2TeayM7zBPcz/TZQ+SGysgXgx45PwSIXkE6OVAfXLlvNY+faGwOuQWJd1C469R1Zkx13HIjrsNR3pLGlYlZ4wDA3UsB0FknDsItvUe2wyoXbT0M/fQ997dFz3MLHDWbXjnkqZd+yenKuwRhGBpPVq7mGQCPXmiz3ybz3feFDgOWrv0bmz0AcDIUw5P8H87/BD4ka2kF3FVfmJ4DWkM/A1yyy9zTFyes5tSseMvZZjDOAHhe9mBkbDP+u19L6z2zsuAGU0rv08hD6Nr+lGcd5Pvrf84amsytHZBmERJVD0CPYyx2r9fVRfgDsnKf2k57ievQbErh4n+cPYgjBudaA9fyPd7jl6SD8F/4NwEB7NfnbtkQnZRrVnWZ7M/YXg5MqOyzno2zBvnrlhI41gaMtP41wB/QufcubQvGshIBxxeAHrA5svqLncIZD4AhgJgdZRMA6MAIZjNgMN9Lf+UpIWleTzUfg6WARlN1wraCMhUC4Mahaj4/ViOgUwDgjCEZwuyRnvf3wFCVAFa22ic965kccAa+xsYIoBBbrg4wyzuvR8BTMridtTI+C8Ni95y5GqSV671hvZ+c6T1BZJax5qtU4IguzsQMxE7QQfRPzhjdFwQl9PzpAKWZQ23KZmwamB+bIX3oQ793HwCAk3nYwNPuMdah8qI8Xmcx3z/6vAL+CtgI0FgAOLwJUJFe1pGF7iM8mapHVgjZjeJLaAXQ7hLzzoBMRifBTQaLJyupOpD7G8RQ6WDrV/EcAQw9+fYcyGd3Au1YnqculQywoEAY3fO5nPyUJCe72SU51f/3rUptohMfPVGZVM2zwQ8GgOmRKToabAHU4Sw1gVPmV5f9xA5otYEJRrTumOzvCaSrbOAn44Y3oAP6Dtqss9hy1OagwhWRoQBu8OrzZ/QADq8DArH+AEr0lHRlDAB4bC+yoAkImSAk7G6cyACpyEiyWJ3NSM9Wza12yn7msuPaWZDoXfQtYKIyWg3oh3cdHIetZUd3MvyfCUDhftjgPI/nRj8JHB0Q7qPk1icBAH6e5vASwBMgHFmneXa+gIgGgvTs9wDAyG6BHGTHtbchNksAv+yv2gkvX14n4EXyAt1ARqfX4iqlX5MRNXa09gr8SOZk6JaMQXp4A8ZAW5faZB+azmmRUJnjc7b4jV7DBoE8nmxul/K2/Zu9Dn/Q2zWJNinjn/7B9eFSijd0hg7XAh8tI+xbSwWG9HVe/kj3msRmdZBA2gEAAPMCWHSVHZ9dqCyR4NAdAM7I6o8wh3lvAFqQPYcEjuyMPecSvrZhyL5VmWiBX/AY8AEllANKIEfhgS9Xr5TBiguE+cDz75WBy6vVM7gfkopxU+74JSXFOVNgV0NbjSHuH0rmEygRcM6j1qMMclPpypo6+4I1ocSuS+Prv5fOCh37W+NzlRyPD72dvuK2s5z9B9ACTwjs1mdkqJNpCf3SL1pyxsBdspgTBExwVLLm2H+eo4EhBX7qOf/+3/2gstCSm8+pTKT9K/1CH+sffnht+cncuVcC9U0+v8KHyOhkpD5WqWHkJboXPq1ZhoxkzpxtYq4nQYFNhb0RvcT/DQD8gTHru08HALadP7pb7394B5RL/1eticRW+Zc7WN85aCFVEdBxyEfLUMuHvAwGOagE0J4MYsrX0qs6GZzoWPQUYwfEtK9Gf79SgIdzCxA7sLmuYbVtHnNM1XzggdiLyZZm5crDrlxAZi/I7dgPAPcmgZ5BdrqDlAc36VmS8SOLmFf8UwlacybxTCu2cdaH3x04o7HzLJ+TZp8DACeYmvVIawx6EDtmHptf/27Vn7iBb7zpc5DWFTo5hpugNgdWzFqa+Ad5/QvrQlDFdzdUncoXInsImgNIjRxCv9puEIOxZ2zGMFxAbLcZaAlfZNlUo+E+GwAcf+Jkts4wWIMEf+WN4yi22CAfWF9QvYB+vKnyEWA440tPWsDL6JbaPp0t59SWnO/eCH1SZttBF/TD1X0AYu3O4Jm2q2ixAQ0YVIJaHCcwlR7gKftPJvO/dI2NuSaSc1jOk5ZFhwGX7zngzb4G6JqA21RKqz+hQezcU/uGNcJX9fXp1X/4D2/FdwTExEdiT5m+Bm1Z3wLAsecT4OKEhQGAbctobPERMGcb2hc6sT4UL4fPDZTfj3+i54HgE8nm5VVZGlsD/Rp96PfnjLGqYaZqFYEtrSzDWOPzHX21A8B7VmIcLl3u4RloN56s41BVz9blVx/8q9edMzL+4OXb1zq4sdr/8hv8VVc8CABnj89rZQB30XZn/34ANXNr8R3HCqPy+28AwL2fBek+dRglen5KPGQoD2UA7yUpdkJ862CO0bsbo45oGqEbN9ASwN9m0P51AHCj586C5xjrgDgPfj4G1O8t8kP8fAY8zmDp+bnn/XAAKrOPGsX+EBjbcZ7pf9/87gMB6rwrf9RhuPPdTos9O53320tp5y9+v+Cxba0veWb9dQazDtDjLEzuWZij/j77aOTKeR16GYbhQ+PrdzqW8z3uz9rP3uu6Ze/syia02O/Ztbnvfvt0iXpCKN93/8Nw2S0676c8e88Svg8A3r935gEbUjiAxgrod3+Px3qdeaHXOoK4/Z9R0Av4CM/cnwG8Ow7OS25n/xgGC1iLLLFPeQM59gzdOjwLoNfRYfuo1+yZt2OAHb4iyY5zoAD8XweO72sjYRn+MS7HONIAdxC4Y7cRMvc5+GfGse8LAxfHvJds5ZqCQHbm4o8WHfZ+tF3DgsnHftgOuXn2KIczAHHo6xg/O7jj0n4+KO6Hzxgn5/HvFRaaAVzDvc6yOuPL4+k1db9d8W0/3ThGw1tLDqVXXg7rO1jE9/o8fj9/z85A6D4Cbd/nvH8uHb3LDJc2nAzJzm3dJyeiZHjEgMwr+hlyN3KT0kKJ6J+AFhumU86GtZ5Lm1G579OMccAu7rs5HOpATvDBZKLUWO4+8FhWP1vbKh5bNHhK6iQitHImtI8cKr3yvbUufNaeVHEY4wBeAHHWagH3Z1ncfoG837KPHZfHoTG2l4l7HpKNBB858h9g9dK+WDIG/l5AFGu425wpY1lwa7I7OVDgmARUc7+YiRIdfuuhPnQJHci0Nb85G6VZPnHup69SnLwMk3uWN/jrDADnszgPKWfrbFWNZYF/2a+W82GxZZeN8Xn0LbcsBL7Id90DczITOfSxfwD4UjIqB6Jk1CUyOKV9VxBD17EARZxbkwWti8oTAScI/S1AGp5vKbRdtoQvcFSS8RIe2fktgYyJ0LUTk8Nl5dfMPZl76xSe7wZ4iz7IfRuYk16P04doA9HqgDeQ4whZwIxVHrkgYfdE98Mq2TllIwcecUQvBzONB/2fCOfNvph9WdANANgZk+gmDqsurdpSTlMSGQfCABUZb/Y0Pc2SjdtM5WTs0e9338PMy4dEjyXACi/TpyCbPoM+7uM315srt7PgZSBbgAOenZ7Di+5rL2YdKhnrbMXxYB8NcshO60Wf/u71nO8lyyHZYNEXyVpkj6WsHby79JqdwsSQux9XgFPGjrMKnrHcnHlVvnKP8gzjZH9Xvlp/sDc2ADdOiNCxesQZ9mQnjQ5nX5Vf/N7hlWHeSzZmXRLBzz60fDiiIuNACA/RQyvlRfdzYDJNwhOH8118ZtAH2e4snXGsjrzvRmlwVXT97OfqmaFRKzHU9vN8nYEZfjLtOCuOR65raFkwWXAwSGnNmlHm1PwFSE/m92SyvLCzkAyU7O/YGFlz/3Ov3lVZITwaDkM+hq4TpGAZHU9f5GOy6ys34vQLPVMifPjVCnkyKnAPGXyfbPVZ75R+zRl5r17A7wXpU5KdzC10Rkqjh8+gM3ZzgPnKv3wPoJaMI+0rHPDW93GC8r3cU3zlAI3Q6LmySReQTlnFZGlWZyfjPtcnuCT8hpPLWZU4itAR+hY6wucag/rMfTLPqbjguWefJ3CHtYnTMOBsgXMCGZYORi+47LBo9VwpNu7P6ayRtLOg1+MeMGNbwRkbuQdOU2ctDwDs4PjZBQaBAJBxQuq7ZAg+l/Mam9D7XfsomWHhEe7dnva7LQiLuVS7z07cqw5cX6b3oXUAbw8PO8GlD5Pd7Cwf04s9nIoRXZPaRzgKE7yU0sopJ501d0acAbpl17BOlXOHjaSx4Ghv4B99G8k4imxuX9MVHMU9kUuIHmjvoF/r6lTYqO5PpmHLjLPI61zHmqdyBMEOlA0W0CyQ5KVK07YlSOw7rksWMGzLM82+014CxztL+quAgRwAn9n5jqx+9EQlSAnE4eWMUvEG6li3BABOmwY5Pd3LOZWSALIAiGpDcimy5bWy7LqPmOv19SvP+Z0yU6EnADBrnN7QyDJsnvSIZt0tXfV/n6gIonnlbPRUYNKtaE0vXpXbFchNvoPJAAAgAElEQVQNmJAAmNowWUv+3d4CsgEiCMBSZpplv2hDuVEy0smopRcrfM6ey9qhwxJYl4ztBiusikOMk70A2Fd9RYZsZG6y4VzqWXqi/MdcPlD62ACXgE1lXKIXGYeDDpgjdoPWlMx06Ox+vPQw1CiSVYecBFhMhjLZ3JRGBZQB6LlTFh2lhemJiDwB5Id/6QXtFgoGQJIlHV6JbRZwCFqrOoCrOQB2KYhhZHd46Ff3tk0JdMpMJ4uU+8ADLXH/8eOdZd9LAYzoPgdU6b/yI5NhjZsVTOapy91qL1CSOn2mExj5QtnIzPdWa84L0L18xp55JXA4fycDM/s2e3f3sTXAP6XZEzhDSWf0EGDYc/ouI19qA4tH0uIgsg++CwjA/hZI6P7tCewADI1N84uDOZCTlIB2+XQNJWVpeSb6gO9cmyfoUcw4yKpmrRpIwfMMjLFukqsvFaBgMS0+9+wMAEc+PtO9sd0oxczLWde6Pxn08e8UAJ6sfWUy8hk876A8y/ZVYefLZBY3yBb1AcnYu7QmkUEwoHrk0q2A3QDQnN2yB+F79BL8Q+tC+I9gFErQUwL8iUoEf68s23/39y+u/uHP6dVKDMl7lbX+7jvRjz6uI/Y+T0ZdALvoPHCet2+075FXKid8cyPQ1JmU9C8f+4KsZa9nAEHmSF9Z8zH8V3ta/EIgz0eVmwVYfHUD2ENwQABRny8FSBEgw74g65IM4P3F/aKLAwSz5gR6sK9cCcNDqR6e7GDOrvC35pVqDdPyZoLDDUBSOloZuuwXi2qojOnlx2svSo46oEH3ppXE3XsAMKeHJotZP51xLtkCaO+rsC99hsm6+J6Aw5NdnrNj7ByDtUbPAY+jl+om7VocAclzHkJu55wf+ZPvp9+tedZBZpzNWCsqNLCooR/rEBsBuzug3hON6+i7ixQ5DgyhwaP5+zDpR/0hZ011n0fRG5y7PNsEq0D/uWjIcPAXz3f7EdtuObek3RdOhPAhsi428fgUxl6o3mmG9HHvZYYdfMn8wpvxZ7A2bWHD2iR4Jzq3r4xnfEn2G4Qf+hxTxfyXahDMF/14rSACYgIyrwSAOLNVY8CmeOzS3MgWT9Evrx2A+FSt8IJgs87zbE9NVRWfX5CNkAiAnyAst3oZsNe8x71iI8XWjo42Lw1jSyRe/Zf/8/bq/TtVfPgkPnmGvy6+X4JBXhGQoKAa+M5tWAjw8LkbfSJ7B/vS7XFSQtwyyTI/NERWJrCXAAyqMsSut984CzF0T/UASuPzchKEAfn4GQrOO+AMPtz8P6uF0PiK4CPbI2nfkrNKQPNHKr1ji3gHppaDIETrywbvOGD+OwAcqtwH/nydUno+6G70Kx0j+BaAW6f/ovRlpMO5LOf5+nXf/Fan7hloXvfPRgu/XQ6wDtr13fsB4OHVgz8OgXzijxpDve8Z0Dy/37//vwYArz0Qep3nsdP2WI8RnNbhBzCQT/d5XxxA9w13ek6/FyfNAuOy5ssJar6zoFyAx7fA7FLAvX5l9YU/M85vZ7YL+/N3/tYA8L109b56eHy95m8FAHe+NrI2gix6fUunnUbtQ9l1L+/s4O59GcB8f39Gymfk9RD/xXER0LfR/+2Jt/Nwv+PIVfhk+Mff5QDcfdznDQDsP4ev2/Mk41mOgmYf+KsHUL/GztKds3Z/CwC2ISTlVZq2p9EyoJZD7dgX3wDAGy2XPvZ0nLVyATbHCsGAyNxCBEcFb7T3Hh7Dq2PxOm6LLzPH117siwFBy0qHo3S+170b45cDR0o6eSyHTLk8BFwGKwzYUGcs97WxOJlONjy3jIZxnmdpl9zYQfIzYH4fAHzwdfnDzqgAODV+S8/OZ5VdXhkYF3w6RMrY80n7dC2e6TpN1s7Mk+/u37kEl1ZVgcrJ0mffW3EUkDGIg2g95/ydPEuOAINLyGbK6ma8OfBxfeXE2gvo6pZ6Lh80srPPCO9PhsH0YrODYnvf/ElfknGW2olvL1ujHWcsHBDtUF+OzToYCwAbIBu6F1TadU8dmdADx0dKRmWMBXRbvqxO7Tr9a5x2DD6w+BSRDAau5zMDjSPvWuKmwEYjHZ0ltc13D0qJAT5R6bq3I9c5pAMAWFzMfiCrYoIKsIl4Vgz0lWUWozvlOhskQQaCHd4+k6QvXoEq5BPzv+Qn5rgATO+JbS8vcHNlaEPbIyhq9n8BKUpf9mXAY/ZweaY0Kt27t/kujh72Rfsk5iAUBxjLzroGpAoAVSCbe3RddwDYhxDoYAAqJT8DmM4I9QvRrRxKAbU71gI7KcGd+SynQGwmnKa82ruPW84Ze3g0gVWZX/ZawMTsfTuJh4/qCC0A3EMT+7WlWdmnlIWtfOyePOziZq7MQYz7p09gZKzLfSHz7EzO2NIHN/T0XDhEuwRVdE/6NKYkakFiZ9WZx5LZC10MCrsX02aDTi9Wr9mmd9pCABDCAD9063XWP3FAML7uUTvB9X4ikMkYCEDLa9jPfzM2VgHnEpnU7b3kEq8DyNuZsOmV2qylOffEURyZMwEY2C4juwOeJs+OaUXOxHFdYG19t4EcGWv3FXozjvBUGzFAgnPcTuiR/+OE2cvXt9evgS9N3PM0f2kgk9Xp+YzNVFspB33sBLKRpxzzlCP7BiD1/exl9dyONXD2ZMa4y9xGlhvQkpN8HfKjF3DmRZbm/Fd5wjic2axXAeA90CKldHPGu08/In+OQC5cnnoW13vM6BHPIItkPepSpwiR8JxppPdfCWxxhtpkoLvvugbrYBR9h7XGCf4LGVrysL4UADG39U/b3gas4pxnHY9yyrM27ilYO3Yy11OaMgFcBmmcTRp7rLLE/e/szCI7BJvLXiTvTf40YOpgjDi4UyI+L5zYR+n0eQ9aIhNdGhObwCXLp9fXOPDivEpgB6/MjSxIAdvOuApgZxlNYI7u4wAenE0jY8yT0nOmBwCzM85ZnziPm0lgcN0AY4JoQpOsNw7EACkpFbcci3HCsrrwTfZ4ys1Fp6Q9QJ/tntyHvRkQhLEDlNW++jCAA/wGsGJn7Tg1C8y2KlBoonEKMGCvBgCVbLI8C0gWns4+TBAIJTDHttIYmzXhMr1kz809o+dS/rU9GVPpYKpG6F7WZ7AC5oLpxDha7Sb1ENETzbgpvyTwIoBEnYTQtPYRY/jsnsaR/cgo7pv+rglWAWjbzwRcE3t7KkiNfEgpQpyMgHDYO/Q6hdcix2MzRh4SUMZ4U/5zBU8wN9u33gw47JNRlCBFPQ9HvZ3koTelq3MeC++TQuYS6A4cpO8sG5UxkbGXXvXV7QStAFrSAsG9eu1Mlo6Rs/5WJT4Bqp480x7QmOjZyotsIvfGdGUPqM5zPhkQggdw6AIAuXe1aZuqCdgUtis0xMjXGYfG/k4gIq9kfqbHZewTaBggP7I9Mjhlt4chRAf/qlGTZW3eU9sGdLTNzeGTBmMDWDIOaPTh422ypuhl6bLwZKEJ1NG/gLbYvNA98hp6xiaYcwfcPexNyWsAvceU7R3b++7ubfqay/EOXZyp5nY7mYcDJsbWZZ9BQ9tklssJYEHjMhfkcoICEuCQbGnEInYJZYLJAmePJysRJ3/olYCglGJNoAQv+CG2Vex6Sh8bvDX6AmCQbHTrI+SLeMP8RBlxvZdss2Sz393dem+TOR0eSTWjVPIRoKWsUHiCnvEBjxQcoP/IIHbAhNaYrMP3kkcEa6Tcr2S1s4MLhDVQKb1TWUfzf0TioZ/J8MSO4U33bjSwED/BDgBHh7C3stf5m/ED6NFPOQBw7O20T4luNM2xaXUtYKv7UQv4dZWbr7GNnz195QxXZ/cCAI9sxE6z059gAp+pIpsA4xpg8NNPP1lOv3r12s+LPLq6uhEozlqx1ygf7IocdWbLjjqAsLEb3r4NQE7AAfRclTZS+cL3Es+aJ0VD+JrvwO+Y584Mh/8pR215hW6kBC/2A20SkiEOd1mP+bqvV3dk0k/QhM9UyuTje1yGzYGggn5kQsMD199hc+o+X+6uXjz5cvW//vu/dz9gyha/FaAJYAQIzMsgqgMjKR0fAN7qWvf7p/+aigXY3T/8+PTq55/urr7/IT2aedVeJkDkTlUvXr641nOSVV88KL8TmKAs8tuAlo+fKmDEJceRAVNpQkE4AMA5y4sWGgtl1/0c2ycpA213kf5xf44U71VWGf5B97QdBzyyV7N5bWCWc1ZCqejpat8ClRocmKtPAYycEZx1Q7e8f6dADT3wGSCW94PmoLle/crfKrX952REv/mZXtKfr/70I1nhZNmGZymjzCvnYKoIJNs0Z6HYkthClZGRMYyl880Z0/4+bCm3p0gAbUB3Al0AxwK+Ir8c6KYAAypdIdMCkiL36DFMdYrY7w5YFvgHrz6WvlJ8hGkK/5BhjYyhEoKTJM8AMHMzP2es3oPKEicwAD1NuXWCatrGxcG2Bt2TGGAdL/mNjeD+zmTSs4buAb8SCynXHrs1DJeqK8iWvJfqW9H/vHqWYGzMpXokGfdTWdJ2XYLsAkLHVsjZKbzVVwKVsia2MbbPDAArQ54AFD9bVR5eSU88mcpc2JMG9HW9/ZLY2fhJ6xeF1mNb/jr2XXRYdIl5A7vMfsXIS9sC3gcBaglTdL9i3RYejixeQRy89wv+AdHJNrNvfHX1H//jz+JR1v619xBr58xmxqPPAYAtl3X/VqaJLUqgIQFe6U0cey12+3HuzuCjIwwAp1/0Ifvm7MvXKsOhTa+vPdsgwNh30dvocJ8DOQPaNl/0ymMH7J7kk55dH334GGRqd2jG4Lg8EIaJdgAiJZp25lrs8fBvf30G8MZhF7fvUeyPPP1f/p2VARxaLKcL0eSLPgddtuHtJV/7OT8DWkTgdy0Oh9NpyPs69aMeiHu97+1NGUPC96wnZy5awPQas6MvMPBRIh33GP6j93wfrkjx1sU35/Gu5y4e2b9/Xol+/8K5ZZ777fW9jx77vc/z/va540wb+uw8/VvzOz/3PO5vnrPNY3e0rPW/n797eH7oe/38PgC4Y9iFUN+z4LQAyXMxwnaw8Tx+8xRnO/Pq8NQ9Q/52uS755BjTQ9v59ODSlZJBu5K5b3zf0jzvfAterW92Tvu1D83v/N0/AgDbePehYE34HDRiJywH5THcuzb3zbFr+RD/tX9vlOSlUz1ruPZTv1vjoN7eKMq51oo4IxnM3YaK/8b43wZ5iAwOG9gu8JjPzVG+vZ5LIMdxXw7cw1cFC+0Xmvf5fhV4eDXO8cP4QamOovV7jYbbaO6SUaf3O8c4bHLo3vexnzkGTg5hyynbMWFMMm/vwxN9/Z3tvp1/nVd9Hs/k6JJyQyk30t4P3BNnAXRkJ1meDfC0xpDIba7jZWewxtMegtsSZU2O/TsGGvw39N/3d7MDLvQIRoaNpuGJ4Y+CLLzfnh0tDdjn75kv1VVxhC7aex1tV6RE6n2vRsIt0GuBYfddE35e/NLot/Yi3dc9vMnkoFP49BO9SbU/k+3nj2y49lWeSQRiVwGjXOswkcAYmnbudO+Y5jHucGTvr5SSWTr7DPTy3cOA2+bVccQeGNrh+LZzO2tmQ9ZA1fQpmgfjPEmm6irXXKDXzl34Y+TJAdrq2gNsmM/TAzBzdc8+ZISfnX9d7zrz+3712HJWxXHla3SITw9XZHnKu/Uzg3qWQmHI9qvNwTc97Eovivw4E9Ylh0fvSy4449ObOA5+SlT60C8QIoelGNgBSQLsmAb8M/8j7BYP2tHCQWRoe5b38P6u1yPzYrRbfAHCjazJAXBJ2dLrKTQ1r+YhlFay2wkacQ/9TH+6PWM7NOWQDU+1XHSyoQHCw1eheUqK1wlXQJ1ZtXdxygQmc7vrvPh4HVx8KPEhN2U4zZsbkJpI2ZS95jsBaHKngCfTV1PjTN+4OTT7G8xpDoSaN3QA4C4Y7YOhAyPi8E+JsFVStuOFb5PNl56N5a+sNYe2S4MlJQIrn5I5/mgy35cEQOUk+3kHCQPoJqAJx0ucTAGovP4GGhrZnXt7jacnKb8ftpt5tlHOi1cK7DoLbZx0sQl6EI4eYJ4pnwwokMOr+99t8s5R1XYMJWraTobhf5fQnYy3flY5FNBo5Ons5SMoT/ds9vQejFL9w16P4zx0R5dwwG4mnFfeh+yAhz3ebGLZzkzIyInlmRwQONvcz2nT47+G4H7twSQYMAXL+IxSYmT/mmY9K4wBE9oMADqy95DZZPTaKRD5YNrwvM0YcsCIHZ8rK9Pr7z2QXr/teQ2PNlOH9aycJ8MqWWi8tzJ9kzEwstHgVKsQzJxH/1q+TzYvvwO0NRtpzyCujdOM7axD7m/n9ICVCOsGXEBHg5oGOCZTW2vH+n9y39zwEw4RdpQzC61rCR+c4AB9kOoDGXcdf/7e6JboPWR87IfI2ABc3aquHAFwRWoBelw/7KSzDIwDpa/Y5TwXh33mGPqO/WubEyd75JdlgJ33kkGUZgMYw2mnf+UPy0Ccfs7oShDIzGjZ5ugCIv/ZMxoP2W0ww1M5W9GDHx2MNDJRdIyjOoF2BCs4iwYaeTNMv9wjICr807L4XTdoYkBUbyTAkk/QJ4seqUYRfe5+ZfNCLiFT0+t+Ml/G5hhSebyUfwYASbndONmbpezAkdE5caBNYATBJqLHS4BwZJWywNg6AXTjPHT7CWBE7Y3ID3g5/dc8i5E9oUn4a09kYE0rV2DPBDQl+2bZH/BRSp+mAgDAH7RBJq4Ai2TghkkdGCfQBoc+sifO6RiQ1oPoWu+ZqWyiZxIYQYbswYab2jE4aycn9gg8zYdxoBPcwvrRx5Cemem/jnZmvQDcQlMDUXhKGQX8gn6coAzr0pqNtnvJQEcmzVpPMCHq6Dn7iEw13yj9/lLNIkzhcvDwPXvfzvbYhYzp/d078ybAU/ZAAMuAjYCPqfxCZqrtYAEj0fHIWM5bZF4i79I3MVmQGwCs8ZCp6YA95gxPmo8TuAIQCN2cgaPPPzkDmP2YoBPPwxVcsn8CUsbGDI/HLkINMC+X4zV2gAXWYKvoJkr/cg3zpFytS9Sa5mQ80zv4VK2kdik8NYEOXgPdt/SlrDCZxV+GXoAyyJ73AkZbhp+FefKIErDtrR6ZgXysHofPvK/gJ8rHInc1TpYJEJNp00IkmfScTyP3fqEnqQAT+PFa83H5awPA2AkpM83+2Ssg8Ld7QetkC1+xXvT7dMY7wS5kP2s+ZJvyPKj9QQAO4DwvgG2+D5iTrOIAAD4v2FfAt5J1SJloAg2ZX+aac3tAbY3j6HNMwITKf2sfw08BjhJMQDuOvgDbAfF4JWsLcDDZ1ux9gMZ+vzbh2R+YUs3sWTLVB+HQLAlqeKS9S39r1hu+Argmgy5jJ3ORrDHOH9hMCqpRwIFj7+R7cBCVxkz2IvsIcLf7zOdk/uNMYJmEXIiNwT7FnqJ8NXvku5vvLRuhOeer775Tj2ZlypJoYXsJ6nIG43r9nmAbAsLSMsAtXgDqRfMgIHOOqK4cULZ2ke3OsQcIGgFIs+xk/ug57RkylAEKU1Jbc6aSi88RnJUIEgHQH5tXNEWH8R0y4Ql2oRQ1wRbIFWd/i76vFfTwRGWgP9y+u3otIPVawPKffgA09873uF0BIRtafyJrVDHBQDIZtRqPnvX2DfuF4IFnCqR4pEzkry6V/O4tZ0HJx5cToMG4Fezg843ep9dtzrgCk+hl7D6v4idlAKsCvF44Yj9e3QiE9rwV/AJPuqR37VTtgddaHx85dR9hONongF2A6ivDEdvF2kb3uVbAA/NqcHcyOeOd4vmMB9HtXqnYGgIcnREvugGeEqBBX1sAcmQpATv8dACD9oLPGSOrGefr15ToTvlZ/GZ/+hOZ8ikVzdo9l5zHrIm9Tlb64B9GeXPOhz9RTci3AKYZZ3RN2nnsfiQDlRP0zdqgR1LpIeeD6NSc73x+NnGyF24FaKOn0W0EHREDDAgLv9sjN60evCaimqsGzHJFFg0d9W2AZ2QG1TOss9TX3uX4AVbF5/gGUrGEPZ3AvfTJZYGTOduqKhAjdmxA9qxofHzR56lsZtt9znM5QyfQ0fSqUjatm3gYviv/xVfXSnApvxxbgD2VIFq+j4xIta4Esfn4xLi5FvtrbN2vn/hObC98CQDmMcfAyeY8QtUEV0PJ2d/VcA5/a+zMOgJih1TOZ9Url3xX2zvJFk7P3Jyn6n+OrA6GMF1nElObVVSP6Kur/+M/v796p3389RcCTNLOZgwQ69rS/ZnkBn+azpOt7tLRmgvyL4B01rcGVc77+MTQL21xkXMMfppWejv8SnPmp8R+qzalwsXoCKqo8J/mgMy0rYaVgF22+RPrJ/TKW/bzk9uMDdgM4KGDf9wHAJ8dqxbC/40DwPvBofTpAa8KfqdbfUQFUPfvuPvLcVDOIfFwHPvQElbsd84GBJ/dN56+30OpNwOC4Tg4THR3PSQzYAMKc1jqHP4SAPjIfJstdKbHXwIA+9rtoLnT9D46X/DqOkHvbx+//x4AfL6oPP3N+2PIHHxweu55vS4i/ufa3ZHbdbt30NubFepnEPN83Xn9f+vz8sg+nn8JAHwizenRI2hO9Nr9qQ/x9cU6G/Bb7/SZ9y2/DZFdWcyX7wN2bRzbIFsBL2dgt8/47XmusZ3H+dD99/k9lAHc75S/mrlrxwT7vAZ2f46HrA3mu9b8PAcCNOv3mPt4HZz1MYbGMUaU+dAfoyg6JAdCXnzUv+hWUsXdEvR25c31+9o/mqi2jqH9b+vo22m/6yA7du9ZfK/dKRCnc+9Y1/riaB8AlxljDPbBzMmGVPjO4Mg9fJKeTHl1/hcBNKUj8v6gn+T/OImOsdTHoPscALDLW8XhY3mNoTmyfcnvyU7g8BQL3KUUEfeO6lxL5DGewaizvtnlTAFgnEQLj4hx4zWfPWbH66bPcOLwSqbYQ69xGODcHid0ZV0cRws0NG2H9vzeLBXWruDu+k6ApwBlccLsAPDKdEy/uX3+lzKcw0TmiDGMIdUytHXM7DPz+PRd1o7DizNDB9AyH2lhcNr1gNJI+ERcLgCY+8Txtgc4NNJxsvqH75upVnCg1xyywnRYdhq8YdrgqtrA9b1v7w4OJyNi9SRJJm6BjLX/DXqX5jgFyFQq8LXpvo6vNLATYZtnD35ZSxwPU6525uuMEcuoBVLz3IDAAdTaE9X8KT7d+2nTe8rvkxXhEphxILEuBuoRHazTGPsFoFLaEfAh9Czv+3qcz+w5n5BCGwNH7q+cV8vSJtqZuSUbucZ5AeDyIs/CR+u/fZAJLxhIAVSAphMZutMvJtQKJMEpgxzv4TCOn3HQMxZ927Kl2cTObikIxUEq0dHexwa4EqxRwK5R5XyO4yCgK3flIJKM7oCMc1CsU4Xn4lTyITJZIPxefrNc8V0IqpmMEQUoENHsrCmcgvCNZxCaF8Bxv+lGwwIMctCeDHW+xwFxSWpuk+u9R6chVDJfkt1lPbuBQj7A2omefQ4vH2XU4cPpa1/9Z/4CCB1dCRDG7VKqHSc7Tm5mG0dXxxNQlQPeAvACuu3nBPRTxu/yfrifN5k27BfZabAh2Vq1GwoAp5xsAFee2RLwzXhoyeddPjYrlqN47h/ZsgemuFwzQImBqYLYiYpuZYLqo5btdgYdNgFgUzN/bOeQpUEpyji6dsdIAp4CeHHv2iJkk0bNUg6QLEh0OA6YAAHeV+M4OezsCYDAAcjzKVHsc5KXaPZh9bjnPYCYS/kmU8c0sK5OZkJ2ZfT0qs6UjEbz5AYAm9cofXoAwOFtB2w4CCbyCvpVJ0YGksmR59YplufuPbq3wKBhjvQUzn0JAiq45DWC913WfpUkRt5d6Exk7Aa0uWQZ9DLIl7J/OEIckAawOPRlQb1uOKnZTwaK5Fjh+8zdsjZBAt6PZEOwBMPfkWMB+ixDan80I34CdbxXzU8NLIOe3Dd24hdnW1DBIpktCbaIXX3s880m7J7ip2WlGKOVKlhPwBn4iswlA8f6XuRIstk/01+RbFZ662JXyIkf4Ja5wbviOXSHs+QS9OTy0JrvcxzRohE9O6Fzeq+Ofh7HV7JK8wyXkHPQU7KmcELbvqAn8eg4gNTsWRzvAjL0zJQKDn/tgTrh1ZR0DTga+4qvAWgBoLVqThyY4WM+Zy7peR27CLDfvDzeOJdetLNTAA3ZnbqGMqbwDM97BTgH4Mc9nUW4AO5fCawTHZrxWZ3YPb2f7Syjhg9t65BBO7IpgRoCBFXemHOJqzhsWdVkOCF/kVUvKCWKbhk6dk9E94gPyPgEwNK6wMMp7x8g0qAXHke9nsrpXMDYNo+eS/ld61hrQQD86HACWpK9rTW1MQc94ng1gK9nkLXzWc5XMujdzgBb5BeyagFFX1rOex3snMyZArqNmRZdbeFFZmjKuDY71dmJgL+a+1OBUIgv9DgZlYypwJ8n1sQB9ycWoIMdoLcJZqB8NOvA+88mi/OjeJbSvS8kx+BDngvo8MEgcOQTN3AAJSUlBZ5gD6A+mYqzt+DP6QdMFiLBYwyS+dDj03tJ9DOYpz8M+CJrp8LPS5czhe/g/2TnyxLzunGkRB4hZwNipuTtc+1B7AbmZNOHoy/Kaoy/97oXGd2vNCd/x3o+jnSvt3W2ABGDN+n/zPuuiECWl22kZJN/FCDyxKDLSzmxA+Sy/vk88vtOQAahgC/Vn9jLMHs1bQkINOBskTHCl5QwZsU/KXCAUsQBFujBPkFtBpeRr9gXnOwFSAIAK5MPGxfglCzg6N/wAAAsdpflkx7GmjM+/kYW8Tf8QunhJzir0YvY19bd8PJTl411Vj9AvM+DZJzLcU7Z1rHT0iIBfZuS684A1Ci51j2atbcAgbmY+ROAQgYe9HuuMrqsxaePqdZASWLoCLANn9P71hlelgdfBfC9taX5XGWbzYMA6chzAT2+nzM2o//rI/Ybc1ZGHr5X4EECgjkE4GtA3iF7Bbgqe9TnGnqVjmyw3h3ZxFneQavaC+gKMuYs5scAACAASURBVGIfP2E9P169+Ukg7hUZ1gGm0COAZ6t3fM4byJObmxvrSsaZvsSxT54KWH4luUt/W/j0u+8BuGKFu280QeiSCaw393aJba0ffp1blU52n2sAd80XgCe7MecL+J0MYu/fOXOxt9mfDVZ/TkUcdpbtBoJwlalPVvHmF4ZWTwCSnA0ZQB/6pD92gmfYa+yTj5rDK0rAz7mJEtXwCq0l0IuYZQmcIvv/89X//L/8vfuPs4Hzec5B9OUGAKYPclozRCe+fcte5YwQIJf1fal9cPsWkknu/vLWmf2UIffZkLc193fK5LUoE0/Cm7GFGftTA46UqoYfbr57bbp9UnZ4q55wj+jXAMC8JF5MB1cYkWxqcLv9SwR/59EuuUsp4zlKr5/jH+E7kPpOoCkyCB71+VE3eKn5f9Legc+TNBLb+IP2CuP+qMoGsFHO4OGn+M2QS6m28eOPGa85inM64yamAkcJgLYAYIcwj9xM8F14luCPyKBkNhtY4162vbHTYkPl/IhtlTkL2wo/Ieb94Lm5nnPhT9N936udAuv7SpnIvDw+ZIPHH/8GL8BMeJ59ZrvH/Ym/uJx+5rcBwNqTj9D5Clpi/PACPJ4gswQ2Y6dBw65LRr695jDDlFvdIvIw47GPY1oe+fnI0LlZzmPN7g0jrBLWDRaeQAAHBwSY5nLGmOoqyIaAt/Aj8iln6PWsVpFlLrb3sPEJ6JtpsB4cT5JxnaAxaGd7xvZk/VupVuDz//inEPWHf8LXjQ2FvvFRA/ndYPPoVlfEsI61MoZKPnN3Hzq4ns81wk9keitT+f/+v26vflJZ9ydPKMuPjRZ99ogEH58/E+zJefG5gmx+BSS2/M65wrJFWeqxm3MG5IwZmTGtwaQ/ySB3WXZGNfeFa+xn8LrlX9eQgRBgYxk6oD9+AIKkeBY+X/sBdV8ujy+VxYrqwb7zudhBjQSJYi/mPMn3H+09gC/4bg65fa8bYH0nX3gIMPuGkeeNv30G8DHChx75B9+fnTaMzUV7NlQX5Dz+3WF+ShK4eG4jEc70PAN7++bdn/lQZmo34g4AxuhY6e5nAjRzrwL0GBMMAVPCPLN7DyAXusCaKHguaDZdv7cJngj+MtASFr5sk3QXjurJlDvz12FJP7CKfynA+3vMcObnGnP3l+EOPfZ9sDvJznvmzEO9bhfaD41vv1fWehyfY6g89Kx7+YOrZx0Wv60Nf1ZGVcod21423IeY7QtngKnOqH3dvbcs5MM8980/7pL1WvyU9+qTqW82SmM+0y/fjuN+yhbUu69X7n5FsgzyjNKH3/e5u5/EPa/z9/qV/Z7lr4Kyzd69735VFmfw9/zd0nynxYWcGNofc+cgiTLj8LfR33RlG49hxTHQdvBmPC7pOWuLk8KEiqOISysS7LrDcYTROsSsrG2U1j6XI4Jt3rQJfE8GsOk5Y6wBcR+N9tLRqyRVIrHTHyL7ywoVmdh7igZnoP4CbK7hhaO9ExhHLQ5N5u/x8PnGq3wVgMCZe/NQPk9/i9knc71l61yfTJI46nAIRtLq9lMylN85CNy3F3a62GHGGA6DJM8MCNHeoQFfPNZZ1zxtAa6Hkex9cP9eONZ1A+ntQNXX7bCsTMCAZB9rfi1N7PmMnlnPOiid0TizdYClHeQcI6z9P3b+8rzHkXfIImc7kD07xh/8Zmdvy+Mla3J/eX1n2rs8tsNU/wCiek0dsHF4XALAcbxhEOb+u+zkOh+Ux2mfcrZhpj1TeD1/MjxmoLusLRC7z2GVP41D3lmTOB2dbZBxOtp7Dlz83aji0D8l23hO/10QSX/YSLWDLRnEnWd6r+KQpARmMj1r/MdxzAEFR/0CgBdPYGTnnukd3EPFBqqZ50Ir9g5AUvqSEWBxWks7eunxkgVN79E429IzcjKUexDj4HIAeESyB4yqbI2sJ+MDp1YyQqN7cDjk4MrnnK2gG45uJtOMK+QBTr/nACY+2F3KTzuFtV6OhNVUeL57DWq+6cscfj3sE9ZqDtnLYbX4Daeysz40jDidE0gRfswBsX1V2QZkjbqf4WQ75mC+APx9P5gvNvntUp++PzJv7zkYh7OzUafELeKB6O46PM2PPkzH6UA0seXZLCeiiEjwZBlmLbMWK6gin4UvkrmdTAQc6gG3Fg/5O4AVLtELr6v/Vx0S3F7jbcZuaDWA6shOO0rm2ZZ36BQ7c+tgCKCFlW2HqHmgNhYHyzn4zz3K/3tG5jdyafZiS8T2Gk8Y+rn/KDTrITSOArKBsPUKyh7Z/BodoEEMoQGAtV/ijOWO/Izzx2XicCJzWAUUO4HYzNsBHJa1GQ+tLo7qDgN+8r4rIyDbZy8FJEFvZN973+BIHvAQR1WyBVfJNuwaHB04zQoAH5lEs6+8T72fuekEooRxPDdL3Nk7XePHZIDOHJvdhxw75NdULShQyX53yUqcSM5iLEAfgNJU9OE/2bDNcDN3zv6JfI3NhiM1fJhedEdGABkHyLpdboxePc56Y7d4rBqLezcil5D38IRuGIeGnKXQmj0wa0mGWUpvZrwuWca+x/FGhQA9qw67Zoq7RBnyyjokG9WyAnuH8+UY99HLA9aPcYN8SADYBL7p2srDI/uUMet7dpyOk81gGYDsZI3gKIZOX5VhE560hap/sXzZe7k+UfUOBvPYVluLALSzd9HxBxgtGm5VBtLfsjQsgB6LOdUMsuapnEJGl/SrnVYJcnGmlGTkU0pQaiCmicbmss5jZ9WexDogUMIZIKYT5eYyB/c/J/jB820552T9PFK21zMy/cgg3itHiC7Ih9q9LTG4B95hpBIMw/j34Bvv5ek1fO7RilPZ677ZLzizoG8ASWXdKQPM8g9gHQKNZ/cDpeBHvyfIkF6JlMKN05oAryUDcRzjzUugBnuzLSXQVwD1lj9aetbTQCZ98QCiyfabgINf9V0Ag6/qSdveqzgvf3Wm5DjUNBKADfYNvG9QU3rR9o5L9eEQjL5oQCFzSuBBWk/UZqoj32Ay+1/joB0CNmTOXegwwDh+ChAVgMX83ctTzyTDGl18K0AB0O+pGOT6tcpuiw5kYaXPcFg+zmx4r5UvKKeII1t89CyOewAovstWJ1vxKWVg9X2cqdhy7Bv3d55DXlpgDPhNqUPzOiBvSnwCfgDAImecHem1TtCIyx77LIZsTA/eHBdaGePz1fUN/WHTa/DLZ2y1ZP/dCWT76tKTAX4Zjmk4WTeMA3vh7v2dbTFoFxuULDOc+JTkTUuL2MoMF1kV27N9vFOyOwEyAE7IM+9HreMnZcT5PCPHPADjr9pbfT1+lHLBAXViHwCspBfvO9OQZ+Io99mH3sbIIPddDX0BUmNjCFTUGmGLsW8A/aPLU37dchvbBXvC+oq+oPS4Df8YgKU8su7/QZmJPBsdBh+Zt1k/ygOrrPDXX1P2EgD4i0DIOwFZXxRowBkVAIN/gGWRrwFy3X9XIFikWOjJnk5v85x7nB05DvEAk6lYQHZn6JvgAlpf+KWxWd+gG5Cx6FXsQ80DPqbMNgBlxoDQBixNVha8kbKqAVDhv0+fAN4+2nnP+tHD2BW39H0D1k8Eemnc79//lDlIX1wpo4/gSPbYFwEBH1Re+Ln4AJnGTN8nldOvXwF+Bgi3PiNAQ/zMHOGPtwLs4a/v1Ec2dhMBCFOpA0bwfKc/sOhOwAz8dP1aQRXPkSlatzt977Pmqj0MkG2bDV1nO0oyawJOGQ/AAVnWWaFHV2/evElFHPEtPYkJHiGb+dU1tAvYA9D3C2PWeBJYkfMf8wLMZ17PNRew7U9aj488m+xJ76Gc5wjgAZivbu+4vGfIdNe8rfMkRwhUuSODk8CMOctfC3iGrmT2JsA8NvljB4hp7yFDsTU5ewLssKfRlfomPGd9Rzao5umAXP3HuYC9+vXr3dU//sOrqx//TElu7EV91/tSPC155R7hmsd339+kFLV+fycAmMxcaER5fQfgaX18hNV63nyn9dX6xK5fwOubN+99pjqAuOGTGwG6mAmsf/YKPd61fs7MDNAEf8ALLvevYWDuvVep3VQ6wD7BhonNSOa2y9k7Ep0+zgPijb84jyVQvQGmoojISrD7Hb2nLXMC4rG+CUjE/iELXuspMJmjiFSAbZOuK3zhth4GuAnyglzJuoedUePMDxH5QWO3rFMfZYDXxILMIaD7x2es2ogEgSZz/PDTu/oEPbHRGwkiqO4AUE//3ZgO7sM7ch1xQiATDEJcBWXYEamc+biedQRsToJHzzU5/1Ouuq6fL9I/BAPd3FzPGSSO0ndvCRBKtQcAYMaR1g4BsLE5c04loJVs6QSuxoaco9XQANKzL23L6ftpQTLnRX2Z7OjDOXtInvhBGpyYsy9nhT34f9GW7O7ondyAZ37SM5GXBM+6UoHGldYD4euuS/sNIysIcOTV1nckC6Ez6SVOOe1w3XCf9VbG2Wok5hGOIX6+AgwIthPvVh+nD7JoZX9ASmq7NRK+EXjMjmnsPXiV+SZAn/syD/sS2RLIKgIubn+9+s//5SfJFfav1kG2Q/w74YNPn1PBI1Un8bFK1xBU9AuBReMPMWUlA18wj2auT0Z8g3eROeLVTy7bnflHP8VWDXZQ33N8RQ2wtB9HX03LEmzmBA5AB2ceW1dnnzbZoL5LLnCVLgcCZM3CX6nQ8kgGnDkp/79eHeTuuDl9w3/+twwAX9LjUjCFZiFawYvfA4Av6TebYO7xLSC3Ijn2iLLDgdcFmnH8pQCwpTdM2JMj9/FG+ZcDwJlZHaq/DwCHkWYzjRdo+e5PjHki4r8UAIaM5f06Z+pwvy+Lt48/f6fZSuf1Of99Hu8f3T/7PrwPAL6Pt/b3zvt4BxXCy4u/N9bK0nwjG9YbBYAX/+ap65odNFojWvlR2Ufn8VwCkDGi9tcZAO5nZ4Dz94DgM0DYcTQbdP/7ENzDM8zxIQC48y9/ncflHbIRegeisy/XfHfalFa9Nk78lNC773s7zQ4wa1vQfX4F5VmxMwCP1oZFuJSo6IqNAxRgzedhBjIPJ970z+PzGhf6fZUCvJSrvZ9pMB+152/n4t6FI2wL+hovGcMpxsIqK70DHblvblwaogiTYZPovACdDwPAF/y6ZxvboIsF02DDQ44NgGtnJV/Z9pSNPw6/+ulSQ/rcJYjm5YMwvDaGjOU0hiTleobOjw3cjwzVobEOsGaexaCI09Rj4FkY9nP9HlHo/btHGBrQi2FU+q1MtF0WBBSpc/DoHfit6ty4JZOsk7jjbOb4sa9nPB7bzOH4Lo7SeUYNxQC9GS+m1l5muo7lZK+EHr3XQfQC9/M8DlM7ALxn2jUjGhXmYxprhXE1NB/cYDIXjyfYkMP5iCOqfMJY2su363W5bpGne1nRmeLagBvfQI+9FPiuB9p7tyMqLUqPw/EAb+KAdrZWMtDqwAmQuei4A8D7uHde9hgGYOfwbPtG76X/T8qsQY84C2cFcYhxeLSRO73EABxYvwnYcHYlMoo1mOhQsiqOlzZRwR72uLOSDBYT8DKBFLMv2P/mGSJ+ta92HVgHljnr4EvkRfgIGpBpePRVx8C3Qz5RzI7+Nd9VN8I42Z8+2ev1ZZy8OwD8kUy6tVjZw3OgNV2m1xzzd6ljDlYAQnw22dzd8y5xaB6FphO1Ch3G4b0DwAFhVnlhj0+HrkSbDnAIODLlC80/Gth5X1nuTIZEAXrGzQHnyPbeQEhnHE8GZbLYsskBFZifHaQuU50yYzla4pxOlsiIYjuJdx73us3BK1HNE2Vvt1hKZ6EH+OmSj6cy3Fxf+4MDdfmWB9IGJnRZ0fAG5goAL24c+iRYovaBHbAufzvbefsspW39dNF3RXQvYHU5Bfb59v44YRw17H0Tmrh3owN9krV/2KeAGg5ASmZObOPJitM9DA7CZ/RzHLplv+fACf2gW3s/7/aPy72yS0fuHg4evVUQOL2p5GikXPs4hp0lPnbOroPrNO7e5lkBIGCHyXB1b7gEnHHIb/UI7l+As/La7uqRLS5LZkIlgMvO1XGodgyRqVtAgYSPe1YDwA3t3Cpi6Ft5ZRAd+bwBwNlPGb+duBqHe8RvDh8H2NjBEX7vK3w4JQxnv7PP4L+CtLsO9z6Y7MLsCRaUwBGcxji4KcmcXnulMXYJ83UpdjJnXR50ZRnDonUG4tzl2cjY9sl15itOftHYwRXxyMU2QXaXAcrpek4csGPbGCRKbzrzn52BsfWabc74AHR4jstC6jmAXulVj5wFME9gG3YkssSBJ/qdZ1mWaDyAePYeAV7ZyZI94PvP+jb7rgE2jAkHXcPxrCddki10Q3Zxv/JOZDB2XwJYXE1Bzm9me9gYprf0LyVUrYuyHjzH2UoTfMCzyXB05o7eTwb/BHXCGbqH11/3awlBnuES2QIJCwAXRIqdvEDdC9th9EScxIETACj5ToHwlDeOA7ABTsliARyKA4uJ2k7z73HauTzuOOmrn6BHsxkbgMV8nXXqAAfApOmj6rlOCdL2SJ55s6deCfgikMq9T1lL7YFPAoeQu+5LSZAd+w55qcw4XoBn6EBQDniHUpi+ngxr5OHY3rf0kTTgoR64AJtkeTsiKxlGLYv8xLrNix6g3pm5Ac8ghW0qjQH9xv3Yd9hdlBnMgOBB0RCAUGN+pVKc0YWfUsZWO+yZ+k6+o/elnH8vXd4S2Zzywzhqkc3sNxz6ywZIFhZnkXdv3+mz15HpTF3/KPdLSc0nctqTEUovWMrPc33bO3D9nXr4Ahe+ulYZVtsGZIeSCUp50JtDl4dfAzy/UoYUASYWilb1qfzgfW4eoU0Fe4FSiwGVXYrYPZWTAQ1QBUgQyHEalXnLAegLmBdAxnVv3rz1OjujS59TWvepEJiPoheAM3LKZRwtaOgnq3KxAtDzChgMjwFgs+aMH7v1pe5DSVQC1lg3ANq3b9+4VK4drwIFHsGTdmQDutBDV0EBAiE/f74bOUvGePq0/iq6ErRx9/FdyoTq6a/JbDS/pWfnncoYI+vcJxeaEURhpzXjm56QuvAJemVAfmTItdbmFwGaDOX259vYk7pr9xE048zpEqzOjEOqia+1B+7eKIvX/blBVjjPQnMO4c1qjQ+D3rbeRxbuV1f//PNPCfQd/cqhHZAKIIrPOfetjHTGO1mkdh5IfqKDB9hF8jz+NaA4PMVZ4p2AWuyJOOwFQgmwdJlr7T+AQECh4Sh/9vUXgfRkMisj2HJa4/n5pzeeB3Lii/od4zxHVYN2fRwAFh396uVr7UlKFQvsoZqR5vvDD5RSpt+wQGCmrLFwnxo2Spz3HoiOUhYlJXF162fiQ+hL8MFzAbR3yqpFchDQY16xXkTWYwsAajA3AAGy1JTZ/yFyAyDHQVX6460yfHMeTzB59hRAiIBtumRaH30Rj75XwBJ2qzKmJTMIpHis/e3+tJITVD54jCzS/Cw7XaI7gdn06o7oDh98hfbIAkB4ztAaOsEjAMAElMTqXEG/DprVl546MzrVfgiIQE3ajjCdAJsjo1yieewj8zemGn2NxWPYdk41wK/h6eo/AjSs02ODvCBA1NnIsQ/5jACZZ4DHmvf/+D9du1/rDXxLv3L2hoIRfhWdyAo3UKaR3r5L2W3AXmjs9hXwCkC83vvT39GTHrsCJjDTmi/oP95zEiWC0xpCe1f765WyYK1yCVYD3H1HYCDAJOBS9j571LaUtiPnGsfOE6QvcdjqG2TgA0z6/ESZfvHtK6oJuJR4bAMHbgjohw/yCgCMffIBwEnrAUf6PD/nLAKObt9+ciYrhQNc9hkQT//S1ibgHeMi255yuICe3AgwkT35+jog6J1KXqfHLBmJXIf8Dz1syg2v8tP6cPxyDnYZ+5tnuXe3dN5LB6/Ff5dS4rGP4T+yxp/rs6cq/V379KP2PNU9qAzB+ACjHfAi/ebWAsoMJXiL8xx0bfZo/AYpi8yLvtboZII/OC/G76h98Y4glNg98AOlshvsiH4JAKx5Y+/re64Go/E+ddA91VtGTuguzv7XfHqutn9hFCP2FwG2Pguvo4Bl+m4nVd66B7efWxqHTowNfuczruVfAGDkBTaCRaP5sr4A9ASAcMvf8zwqBbgSDovKuvnMRGCGfnKWx7Zgp+N2wZ4e7osvNjLGv+qfwWbRCv3TtnIEgJgOAKv2SxaUTsA25fE9frqojY/YYkP8RWUBaGSNrvX/IFn+v/+nf1J2O2e1G+87gsvdk1c3dkDjL7LnxFvoYNvP2kvYEb9+ITAo+5GfL2jz8CrBAlQy6R7PEEgAyUQBkX3OlLyxT8bBy9o7PsNg14/dync4q1p+KigMXnfAaYKkog2ZayqoEeDlNlvc9/AdY4GFzj5joAdsizMS5qpArIcygGddjh9nB/H58/3vAmme+uzkvxb4OrTWgw8sC/3WiO77LCvC4mWcs0D+m41/ec0Orph8c91+KOoVZwf/fqdvAaoK4MtxrGvW/O57Vp2sdjgyjzlAtx/xDjRcrlEmeF6X0mGnzQ5SPgS4/pHvPLRC94GgZ9D7zEf3Zeru979cz42au5Nru+C3MqxDi6zDmQ86zn1tusEbfVOw5XztxXqc7r87uPL8S4bsPeHVv+R1HsMCci7v0n1x+e56loEqOwUvx/Ut/ywg7jzOfS+cgdry9e7g+qPX975nUHrn6UW/7H2MtdKmmbm81zWPA3rJi9LnoWfdR7+CvDsf7UDuzmf38Rrv3QdoNwOpUVS/V0664KtB5pPD7UzjQ4mOIbZn1i76xil1uf/qsPuWr+zAsvMy+8n3MSCEglzfbzIYxsI+JxQzxiRO1j0LOfcbw4mzwzimeP8AOlGUYykVPMbh5/Udo6slTnZ+QOPWedpx12nZdTtk1GyCs0zY13eXJ3bQjxOzTuhSIXy3Ikh3vsJRm5KKYwQwSP0vJXGXzDLfzJzrnO39C6TbqJhn7eM0sCTrZWVG58qzfOp+7fu97n45sta465VSXxnDnhHbz49eP3PpHnHKd0r70HIHf+eA5AypHNZaCrF0t1WqV5w6yXrmfi4P7sy4VSbzMqMzBm757qAp722yo2Nz6T3WyyBXyuU0qq/XQq8LIAZaD8h60J3j9xzKeliCBu5lyGFQB545O89a5cCQ6FgyimJE73yx+KGO0wkiYDw2NGuYhtdKf/Zg71ceKBBjnjuuzxN4L9knuV97PTKeljiyA1lGccsdHvtwspgQWZx/ACBKkxi2U4rODpYpezbzjNM+pRTJ2ikuvK+HszIY4xjf3g86FJ1lTADgKUs4BzFHsts5j4EesMAyat5nvV1uED6vrg9Fjjm4HCBGPIdSDtc4VsbR7v4xBngS6OESS/Nsy16Nx5mQgOkDiCPncSE1WIADGy8OcDg9DPY24M4HGQiHHGwkaejMYSbrn33hvXFEfadEYQMsavPsZZsu9uY9QGicu5eGeORxbONEta7TbbK22UeJmPY+BkRj7+JiNbDWSNeVMVwe9351tvYcspwp0cw+DpvJHrRTGcfGqMn0LBudNTIZB6UDFay/JmMX0MmnzuzdvYTbeZ9FdqzAHNNK/wCf0nt49I4dX9AD+bUOt7UpONA6kEjfwOHKy9l1Ws9GTTcTZi/NX8eAedIHxaHJJrihaXsawec4p1mtZh33/in5m2oKjdJnXxpowKkzvFmeY//GVk6Wnp1bBrToE8X9W+51jAIOsAOs74FNZNp5rZytHd0ESNtAMRymkanMcXpC61cHtDh4aJwrM3c7JibDtMBO1p29FwDRjjR7acKXKWGZceJITn/KVSlg15d9XkFZAJD0rqJCQCO7Wz43cqsZ0cyf66AngRPt98Q6uywpMgM5OWXzfK3LMEYuBPzPOof+43ByebY4frz01qHJdoan4GFnNI+M6/p2Dkd1EEfgNJI9wYJ2IuK8Hj5Ar7LAOE2RUA2UaSnpBBBGHjDWI8ACWUC1hOPsET0fmZt9ZOe/9RsOv9EJGjPlJsn0wulvU2j0gYHs6a0KiAj4CkDGXkuZtThBk9ma3ct6xeGWIIkEo7Bns+92/WqIfgAPB+IYQAf0imPXLINzxg6hgD3c3yUd7RnNQwNmJ6PE9rPmw/4je4T9DqAOz7tfJLJa12S/p+Swqxb4H85awYMOJoncJuOVMVvmaD6AXgtADVAObZ0pvNm2tktNx61UOnOcUn8wI47N6N3JvkBu+zuZV3L440gzvxmUJc+wPT/Dky0F6xJ8BG2MbP0sh7Uz0wVeGIznn5X7lO/HLuKetv0E0uGoUyYI+9lBJnPuSyUVPVdjS5/UVCZw/vToHvQgQBUBaLxlwFt0BDzM2UV8Mhn7zJHvU8oUHY9N5vdw/nLeGMCBp1JC2ftZYBBrEscjGaXpjbvKaWqEMw/4/vlzMjgT/IhNRm/LXyh161LVyF1lbgLg6z3mbLsTOawLsAVc2lV/O1Of/0aPZt8JVLsRbzgTSpkrctbDm9AeAPiZnsVTcaLavgBs9Z7NfV4C8Ov3WwGqBiJw2IqPosuRl+xrlUQ0gqF10d5JpZ8E7DkrEJ7b7DbTDzluERO5SLYke+mF5vD999G5rO0n0QC+Rg7yctlxgTc4dm1Pa60AjTxidLgAgC+iP870l3LW//TPt97PAMbo2zuVxk0AGgRESEp+6X4fyJgTAAgNfvzhhcDgAKDfvZL9Cj87UCW2iPF+DYfysdABuwEn+3OBJDc3AZY8FpkTjkvUYz6g11V++Qf1KcUJ7wBlfYYIc3yk7vfqGr1GWcipjMAeN/9dXf3TT+o7LIc1GYkBoQLQYJ+grm8F4L/QeoK0UhqbfUJP25cTnOSqw/r35o2yZCn3rMT9JxrYT8pkvKZU+/TK/Sjg0naL6EcAyWcxDmDZY9qtoF+/KiNezwo1wh+s461b6yo7/Sa0vX3D2SjBd4+fCFwX/9iuN4gm/nsi8H9AEmSBKGmacBSAHqhPJ8R5J+X/YAEwUY4dpoF+kFF3p0oLvwhBxF40wKH3qYpMv0j25QAAIABJREFU3I+SngVuEgzFmgEwS54Kxz3AETIv3RM2Nneqbk6AD7pI93rpvr4ZCxmuZJMCgTp4wWIPiYOsUcazwD4ySAGW/u7P6CsMb8p+p5rRS03sBSDxRIKzL+8oD/yJIAfxLraJ6POP/yhwF5DDn+ufAeavV3/+02QYm31XtRVwV/ODFpoAA5f+jpDw+gAKfhStbhmPA/oi/wJImW2cSUsZcPbQK+xlyIx8MBhGYIQ+ey8AVfzAp3zOWpER/JTqMLrntEYf+SR7gWBUyb+fxVe2F/mfBuShGeTgLYH1b9O3l5L0rwQuPqcHsMbx2LIauxV5pS/rQnoAfxEtxVKGPTlmed308f/zX1NuGqCQks6vleHK/HL+ST93vtdMydt36c2ZwGiVOFaP23fK5v78AWDol6vvf0hADrxpOavsfTLpCYiKPU3pZO0TyVayil9q7NiVyKU70So9ZIPSAWy9fh25yZpzT1fl0S8AvLxulEGODKd0NXN++88AkJJRmgvyKNUR0A0pXQ9P39xIfxBgYvslAC4BS7EZkqmYamoawwScvhPwzZno9evsR86SyCPbrfA516DLNOf2bIYfkWe2eRwEjc5OMFqqKuAHyLmTMQdgzLkPuld3B7hn/aNj0JMJXoq84PVJvEyfZYJICPQ0bD4ALCKN3fJZ0QGUdU95fYJekNW2VgyCYlNDZ9bisfqosyeRlRy/bRtOeWvG7Yo3GkvaRWVPU9odfZkzQwLDkfEdYwI+qUDUz8ULBEfw/TmPcJYB9LeMcFBcqoo5yJwACJ/tMmd05s0NgVYB4JGFAKWc/1JpgADIlPV2NQnsVpdSx64kA3n2ukjFPR2vbD2Tc5Bb85I9raAQwGpkoAFZ65L4cpDJPJOxuBw89hj395EoAHNf6S+cMxe2PjRnnuldPuM3XQHsU1GuAPdRGQqetF0amQyfGOAdmxpZ/1WVQbz8ohf7vNngtrWwowDDkdrY+DaHQ1+ucWADYxQPsU4MH1lo94W+4thV/V2AFV6zTal/7IGJ7Ys+R4egz7zeoYIrWaNbTZ2oCXiMtTM/817cZ1EhyFrTmwSJ3D92VD4zoB8yei69P/ced0Dk2e6mZ6q/BwD/HtB2rOr2y/9fAeAYlqF2Hbtn4K9/N0Nud/KXBPcBwHX6ne93znQqg/ReZ2DlTO86E/4tAOB/abbtfbxyzHMO/P37XwMAvi+IYedvCyQOFrMIPez+1rh3x8p+3Q4M/5F73sdn+/PPQOsa076jf2uk+ew8pz8KAIcko3EsnCay/K8EgL8NhBjJeJoCfM3rPuDzfI9+r05RG4yzlnZ0zvwfyoQt8Bs6Jctpv4b360CzQuKQNVp4B5tjOC5a7VM6r7OpOt/dHZEPreT+3T7zDADvf99X2honi2mF83zW8vy8ZvyU/i0Xu8ujFdjQDLI15zhRo0zLdxfrsdHnDACXdhiFVpIovwEhuBeKvoBE1yrKLcarwZ8xMHb5XN7f98DOVwWAk02W1/G5lS0leGLIWNnzUDucVkZHryu/7WBSDer71rZjwvHTa8obdbqWjr0+/SPnQGTHSoi9Awr8vTt993tkbsswq/6zHLSjZWXdrXmNo2iA0n1tdzosR2GjFUPTVUY2DrFm9SULIKZQelFWF+fJPYiUJqxFs3Hyjd5vz4RPdF4OCBwm8gxn9Z1ejhCeqP48Y7KChoF9sNHwaoCWQ/hpR6gNd/gi4AOlyeyIl1Xmcpz6ryC77y/+dO/ZWbeUQU55I16RL7lvHPcBEwKAXNLGa6zrKA/I9+1It8GYe/V+5YujZ+PctzTNemSs56xexuBSmI4eXkFrzkQaeVLw6HjORHAkEKOOv0Q5tnR6+74atJn7MJ48I2DxJXAUOnvOW0a6oym9Rqt07v6d9orkPR39DACXX7NOAf12XW1akBhmZ/yac4Dq6ceszwqodH0AnDhQcwDDeY5lDks4cv94zTwGQOLZX1hj1p2DjWUYIFaie3HiHPTBkTs1GuA/0256ZGbfsXcLhqUnYQMGeDy9d4gKLwBcHjSQ4tLGucZOYc9PF40uzUEstIgDJCC8gwsYFzw65WbPeq18thEh7qD7VX8OiMdBN/vaazZHpgbwdPyOlh8n82wjfz+lKTfbRfdJ6a0473zfMfjdfw8HmgHmFVXN9Xb4G53CaU7WEz0CQ88cwgI6fYYmc9JqX9FkpGy8MsBO5WFlPvyHfmZOBcwsGyfTLI6agIOJcL8knp37ADmMjb3gElE5bQIIMV/GW/nsgIPhIa8jNo0d5OFVywT2va5DfuK0wunCGjvAACf3oIYpO0mASbJDG6Vu5//sHztEcPRrjgmkiFzo8vAZmco4jVeQQeRhAr5mHbeTLAAwN+geZz4AKwYsR2+njC5OEZZK+3kyWMgQsUy4OBlHPns/D3NaZLGvALfGAZWeuRN8MAwXgDbjxPG36+7oVd/IvJcefSm5nEyQyBmc6IcNOWeSlpXmfuhHHCoAKF1HO0FOAHAzrQyQObsxz7fDSn+7FB3l3PTeKos7YPnYNLt9swPADRhIb1eckvBsSs2bnjgV+X0ikAlYOXjWBh1yQs57g/M5wzSr3GVL5zzIPXG6lRdd5v84eywAuKoOHjhaAHiPJRCAe/+ioBdedeDxPnwB6NsS997T07c1JdAj5xwQMnsrFQcCsjKHrB/gWAHgtXf2AEvvTet7xs3esvXgMXpfw1fYBVRE0OfeM7Zn4/ArAJye0cgi1k19VAk4wL4QET5rHaao25SBJTAgGSftdex9OnzNIyIfU37XOtR6NPus9lmcuEuGlo8oTWyalf9tC2Ue7dVrfph9WxuobVgoEXjsC+RQFtqAYp27jMX9GgH29RngEfugQVLRb1PSe2yo9K9D6SbbGdnrvUVFAZcw9PR4WOirf9YJ1gfQ25r1qELyVBlsbi+AnOE7ejzlQ+FxrzvLyHXaC+2lbTnqcsT6yKUodZ32eZ5PGb/INfcD9RknZ050M2NPVlXoG7WOXRkfBdfwHK5xdgcOXZm1X+VYhp8BFlNlI9kzICa24UxexoldxVfYs1OtAjpsgWfuaSf+ACwjQwpQKSUwcZJDWvQ/i5v14hX5HJA285DDctoF1G4zPQw8cd8EI1p2owfiUrXdw8vyiXdQu3agAg4gs/Mc6OXsHP377rtrO1p5DhlHAEzMk/t/UEbiC2VpkfEd2irjTmuKjqc6ogEJ6TfAUs547kFLAIn3QnbLeyFq3g8AYdpDlD2G/na4Mp7JlGY//ypiXb+ebE1l+lmXmPjhuuiHLwIaVD4Y0JlsTpzrut/dnXSCEeCA6i6RKvAIR24c0wH4PmjfQi0loorGAtoEsHnf6TutIMWeNzA8e/qj7o098UrjJyuNAAjkA5lw7rntTMdX7kOdBcj83ry5ExgOSkr1L/GX+OwFpajHu0yJdF7w8wcB7wBGzOmTZK5tX5XYBACOPaH1mfX9KGARPrn5jvX+evX2Z3hngEgBnq42xpmGvYNO53cDRcCe+lzf/SJAhzLggBkAgFToNI95XULyAiPmIz2KW+BMJxPQqzcZyKiaZLBFZmGT8/OZMm/Z5i4vre+i9zyOVghiRN7vyTKkNPI1GZDIqhkDmbY87Rnl74McXL2nFq74I7KVEv2fBNZea72zXz0H71vAz5ybAC4+kKFoMDABrWS88tn36t3LHiA7GxDrk+UY/ZbRtyO7lMX9hexV+EvADpn53wvdpoet8Q8HyoVR4Y87recLZb/bry1eBJh8p8ACog+4njlaVioL2REllLT+jrK27L2UZiWz3qXL5xwIn8P/gPiWb8q89N6dtQIwZ+T//Dblm7mtz1nY2T6j8jeZc5xTdJZ5RkY0bQCkjyVTHrEOBs4ATABYqc4jG15Zuh+cHTtyGYmjDQUwis+IffP69XOV1I9vzKaJn50gJMBsAzGWW5TaD7AHWMd33v405bc9d9xDJCsogOPHa++3EY+jP9hX9BhWWW5KS/M8fQGgFrlFCWEAZ7aiwSP9I/MYWWUTCpsL4BQzi7OX+PFa8ov98+6n9BJ/TlUF9AI8qTVwWyVtQHxrN1oj+NBVNDR3zvz0rLf9bU7lzBCbxixhvsaW0HdEa9vtun4P9p1jjb9rO3tSHz9I7tDagvvu/reWtD4AXMkraMtupy3Cp09EiEwwFxPlNVX3GFvOFnnbtr7Gc3sbWcScCDw0fygg4Vo0fgJoDQCsORB8xNmFHUr/ZAJOKOGr3a15cn7B1zjVmDQh7G1noJt30N8EDORz3gpL1Z6J3ig9YNjqJmjj85Xvlazn96pksblrTDsCrfB1pvoeAe9Wtsl0nqBObBpkts9k6Grt+wRr6r58W8qA3+O74u8ArbiI6u9kDRPAieydvus2YWObPLKMC22gKO/zffiA353B7nZJOftx7rAcsQ1gbThV2+JfSG/p4Xd9yZnos4YeP/zN+Qt7DB7zWSR2WdceHkKuMOfQk/PD2K22sbDP4JXMkwAR6Naz5ojf8cvYlJQ4zP0JQLZvfwp3cX+zsfdZ9uFg1akrhU3hgK0Et3g/Vs/rb9xFnt+Mk3VJIEtkHP8YF0fROap7X5rd4ZvRV4wDsTAxbf5855nsjUUPvs8w2mHOa2FdnP1ie+r3AOB8db3+KCB8Btt+67r7AOP1xKHkeSDH35Dvr3nlvibSsXnzN0ty8quMYct3R3GcAMs/OoIFDEWYnYGt3UjO+Ga1fvcBiZovgy/6P0SfEaan+56ff5SrmO/9a4HA9/HHnpV70H121u/xYedhRTRrVUftBT9nwS9e+7POz/nmu4eDfvXatEGzOyk44JRvTgQ+MnC8zFEevBa4Vj69fx+s292/zrvjk/su5bv4P+9fzmwnSz9LlHOeswD6gHQPAaE21Lf59ynfAsBIyMXrv7dPzvfZnc33bZX98x247Xd3ALfvEcl1pt/eo3c3ZM4A8N7Tt+Wc9+/7sGjJvzIgzmWcs/+H3rMI34zHDM4hcQFfVpjjVDtKSXPA2Z6VNdw11f38VcfonoGVccV48oEOfhdzuIenFdu6184v+3cLTi2AvvwY4BHVdXFgFmvgsIziDwAcvq3jYfUMLaDcQIDu+8PpjXIfnozz4XLu8bOsPdv9yM8Ye5O5AcfOpc2YWLwTeRDnzZobNDvLfGc+1bidNd/3kx1sM9/2eOA5BYDdI20c2WdxFuAiAMUFkDYlPve9Xz1op/YAwHye0nFrVwUgWGVEQ5dYcDutuW7P4jyDv7kutDkDwLzXEjbHulX2azAFgPtM+MX8Nfugz2bcPhzpfRy1vFx6c14xLjGM4nDbs+Ma5JH1Z3JxBu97MDqXPRBgI+NOVOTek9c8MxZZI2AbsLDLhfL1DsrtdC1od9ZL7uO00b/rsOu88mJ6F0aWx+G3Fhdgovfq/UKjVdrRoCbzxGk2z20G5D7uPcM0ARPJynUGFzLLe4N9tmyRZvaHXit44SFboMC0ncAcOLSOR7Dd6KrS2YCL1zqlxrqnnCk2Gdk25oceBlBmf3ucx/oms9Kl9y1+bdJ7Li31zF4CtGlwgAG5giKzTmHBzN19lnk2BxYDwDhXk6lherNWXSc7khfN7CChhJTo25Je3/aQTyRtHfc4JXYAuPIHWWFgbxxAZzueI46z1ufxOCF24J7Pc2im1CQw3NgzyL3Zm3Z669WMbwMbJwPEIAcZ2fAe9PKBMEBtAQZ+OlNoHNgFVKo/vG+daYQz5NI+cuQ3wQyUdre9loNR5TiHW67AeR6QcwG4XrU5wFKiMTSKfnW2g0+ecVQ5AAQns+7R+Wbdk6nbeR9l5IfnDQIToOXDeZyQHHbbI7m0+SZgwaXS47gOjVMSFvIC/Fgn2q5pBn4dT2bKbe/k84Arcc69V6lJxsJ9Ut4YcCDlzD0fl7RK4EPHzPs5hFIib1pVGHRJL1LTaVt77uWhj4ywfq5MJ6hizkOtbMT44MHq1WTyxbZJqcI4thJg4QX2MwGu4Du+2z7gXZc8I6XEWWfLFDtEUl7Z0dYacwDp6K7K7ZbX8/7HQaKfDVTp2Bt4kJJe0XNHBrH1VcC4koW90L5fS6eEF7q/+Lz70FnxWjPWwwCzA8UwAMY7YD0p8GILuGF2XIPjEUCxpbbtcprgo9WL8NImRa+6nKrXiX0Qx5N7To9jJwBwgn+8X0Y2O8PY48nP8/mHOaZ3b+xc9ozlMrzKviRbxMwQb0kCBQFrgwThgOa+GXvWw5ncW4BgSirnfnKNjVMRgD4laAFIKxdWP7qUNobWBF6ljPqy88rXCZgJ0Ayftxev+2OT6W7HW5yofM5eTYm3ZGzGUZWxwRO1P9AP2FyUlnX7Ej0aZ/1HgceEizCSAr3IP6pS5EFkuwEAX55tKKNMNpH1FNczcds1y37ds064FX+bT/U74Esd0ealkaWUEHUm/uiT3b5xz+wJiqpeYn8aAEI220sZWx1e7RqYX0SZ0Ds899wbU2NivRSoQ7CKTxE4gV0RJwBsy+M185ixtvyxHaOj2D7bLqKUZehGGVkHOwg4calEDS0tKnCYv7JTzkCgTe2BMcduwjYKls/+i94DyMbxWV2VnoMKinHVmYDRACbPRo+2F3scqzhl4ffID8ZAZt6zl4CZXK9sLzuw40RPBZ/JbIfDNdgA8Qib6NXosy3wB6hGjl/maf77BcdwMlNeCEwCU3abCYAD9MkEB0QnR6Zax4gPmMeyo+KENSAhWn4BfBjVDC8RPIW8NKhAMJblFlVRIicDvkf2Hpn2OIcHgn4p0JW14HKc6kGoc05LNQPKEmstHXiAI1f9b5Vt91kgF1lsqRoQh7P1Npli2AITqJSqHKJdUj6PFhyxbbHRsFEog0mpbMlnPd9BfDifByiwXTtg/0fpVM6zTwVSwYfoGWcSOuBDKaf6m36zKTsKiBWbhnEleF9jfaRsW4HygEXINfai7TRhNw26AWxLhYNUAKhT2KAAtqX1evSF1cSUgEUO8DnrnEoz9AvX/QGMZefcKDU2cj8q5t27W/Ony2EDonkPkdGIbontxvOPMw92iduBA4gARJENlwAZCExZ2IpuvwPL6uetSiS/ELiF0CEOlJKvvwDg0WvTQEC+C71GBUXXajyULGX5CGq4IwvVZVqZAFnxyDSy/gJMp5UKAOxUv1BtUfSdS3xjX4wtC/hAJq1tAW0UZNs1fUkpze7Dt60S7W9g7FScI1P/i+hinnYJ6JyXX+m+ZGyTiQvoQhCabfvZKF+/PL16o8xXZCr88gyb07pcQJBAesBLsiBdghmQFL/PI/oc0/eYXs1fXaL2K59JdgCcvnDgZDLd4ocLkE+ACPrvtUpb54gfAPjtmwSapPxsNjCA1y/aSwBuP/6JShsFlaTXxAOUBHbyPOvCmnmR0gLmlXoaIzf4xz4B+AGovWUMjGZsHfQ4QGa4Q3uVnswERz5X9vH05+UCAhAAHF0Onoz87wGrr5QxTMnrZOMCIFIpwDauaEkgBPICGx4QmJXiROXxchab4H+e/f4WvQDQrb7P7Gv9g36UNn6n/tgOxKBeuQf65eof/lE1k2eP5E29dF8Cdd6rH/l336usu+UmfJEKIAQGoAdf6lIDXfC91i3BagCHZHiqLDf93yVv7qTnX2tPUBKfcaQ8v/aagE1uzvbFRwd/Iy8MSOo9Kjyw1mk7QClm6R3JJM738EbHWluV/WBZ5WVP5TbGYoD/CA6eCk2zP96/V/ax9lrOWrHXoNfzCURhcuzJjiUtTpbdE3sOuWzIzf+xZQlqrU3WccJWAM4+M9ngQ9dpfPSyJUBA4yfTmR6w2B/IM/qhEyQRW4vrWQON0bYpdmVsXKpv9WzF1ACAk6lbk3b39cdfOJ2tBqzEhk1lp/q7vwqQNug/1T3qG0FOMT+fMSg17QoG2JHZb88l6JB30Az94MAP7SsybLFRct584sADyEBmPDYBz/fao2LHHmEv88IOsA1u/0LmxRzQPe3OwNixVXImit8D2gKyEuDWl/cyzyWrVfegV69teeySnp99Do/cZl3hXQfBASRTqUb3j94PvXLeiU5HxzTAgL/dysWI8QDm7SAmOYQtnyosmTPf9fgJgjmGPD5ln0WSaMHjCsHx5NIth9T1GTRx8NDIAq7ts6w2h9buRGL7jqvzAHjMf/Eez5v7sr9Me9STftq/xXvzk2uMKzOfsERsq5Gx/O1V1P8dfmqezzPYb/DAfweAQ7TLl4uGDUHz4RmIWb3fztcuYlvYnYDi3wO2zmO5DwDewek6QljqRLF2vNnQu3P5cqTZ3OfX+fl/FAD+dtz33v7BN/+WAHA22FrU/d57ZvG+rvvAHqbZPfSyYr08TEfJrfd3J91D926Ey32O+4zzGyad9f0WpPwtyq/nl0/y7cv12+8Z497/RoiVvrtTvsqiz67wq7B+aEwL6MKpEycJr9/aJ38EUL7veWdHI985A7+lQ4XkGajeAZX9GX8EAL7YjxsAfOa9Mw3ue+bZoX2e75756898GBiQqHbpBryc12+/X2XQGQR2j75xXO0A8B4RGDA6+7EgQx0u+zMwCgrM7+u0DzElblHkcaiHnpFjdigDuExEaYGQOgoLfjVr7BxXsz/nPgB4LyHNVqxTuny+A8A8a3dWRSlPZCBG6Qb2Nju3QFYdbs6oGGZsNleAxjgmeBUAbsZs6PCtrtozhfscR0figNS4Cj7k+kQQNmvQe2Rk6drTMaDKg9D+IQC4BmbXyo7zyRLa1/8hALh7Jv0oF/C782IcyHFU7pkrLSvNPVLWNToxPabi2KhzNRl3lBPjsJyReawckQeE6T5E/+77L+uSkk85JH0LAPf7R1auszOiI2pMpidvDhDGKqCrD1qL1n3WTrvqumVwLmD3rG8OANnzz313+QKdzkCV944PUgsgqwOu+3AHgPmsY68exOGBUc+zcOJXFnV8OwiMkT8JRaN7UpLqrGeb7emz8mxo8z/AAA53DmsTReJySC4ZlHvtpZgdsTolncv/0NcAkQ4P3LM8xvuJfh2ZNotnWrJXRCsOX8gdgAHmwtzIJotjX/8ZVIx9SW/L8DUAsBbdnuI4uJENLpk2fAhAYwckF44RWPozHo4OK8iibq/FOy2XnDUf+3D2jZ9hR/2UlxqQ8D69gCPRB3DzRDKVAxrnZIGjx+W7JI+Pst5ei5RyqiVTALAA8B70knLLkfGp6OANOWyPTsEeyV4xUOCP41i4KNlNyV/AvwkeMulYEzvkieBOhDuAb3s0J0CA+ycyOXw7jmTmyJhqhB92Zp6Lk62AG/M9ekdpAmTF+uq5B+NeOnEOgcgEfb7K3oY/EiSEIyyAxxkAZi7J8ry0E917kRLJui+OHVQHj7+T44uXS6Wx5gMGph9qMnZbgjvzlZNIjkD39DVgn8Oo5zTzgYf47AwAF8xxwITG3nK6BSrNR/PCeWp+2qaxgjwWjXDUWd6fzGJKpJo2GiBZTAf4Tv9MLaozUIjcFzCCbHLW//DZIUdx/Q0AkGzlOPfhde8TR5JH5iMUCwBbnnMGGx1d/XpUjei6wxcGf+GGAAMOSLGzGd2RDOE61usIK7hMydEC8QSLWGZNwIR7i07gSjOMAaqOgMDZQ8yvwQTdYzjHOU+S3YZDMbos+xsH06XOzYIxtgRWYUdMJqHfT894Mh8tb5wZhMM698NRxH9E3dde4h6LfulTVx3ewAWXFJ+AkZbOtvPLQTzJTGDcybwBuEo/4wSBxXZyXhlZBkgLr1ne97MAXMjumkoCuIBxjnZt+R7j8uhtM3BdShfvL5fwZa+MbHIWM+NysB6BSMniiSwOTUxP73NA49go6ITj2VrXD8pCdCar50zuSmxBtgFzZ68XADad9D50sk5CL5IVROCJ7ZpWZ8Hs0BrL6cuzCJQAED6qExw+haxrbYZkYEx1C7PyeKHMULk/2WPuJT2A8JH5O3uBVci6jMMM8Go8YaaPz57L5j0CLeZMGhtOMguAjjO3vkv2pPesbgD0W53jvnE4FN2jPIGY1R3ZAzw7lU6OEoVjh7Nm6DN4gb1JdqOBXGe4CVCk3CfrJccoa9bzAfO2bEbv4ZzEuSzgzLLSdQWzh2APdDhj40VGjwE5MpW0fwEjnlD6nWAQ2205++BIxdZ6oeDFp2SYsb+k8wx+iniUM2X54lhXxrLvrUAgBUmk+sUE4mF3zL4NH8ODAaD8vgDgVK1JdtELOacdQEiFCeQtIBmLOGZH22Awz7QGyCuBJbKzNf72/oXu7iVou4lzXIIGEsgUG445fyJTnZFp3C9fqD+rnckz/lEEZECy7wE23Dt8zkrmfeSL7gcATKluiE/GnIEfXQMQu79Q+WQMc+50n22j3uwzMhcb8Bo++6KgA+5XP47BP83no21A0dkB2MiblTHPmZegDRz97rsKL4gPyDSG75+ovPtnAViswwuBWwDy3ISMPZ7evtdpXZJMLwPAnHP0HBz/fHZ7K33xJa0boDE9HXG0Q/fS5+3bt5NBHDnNq9U5sOffvaPNAkFrDcgKfZ/KfgL4gf/h9Tep6Zw1InsRUEf0vVOJ418BtOjHqTfZVuFhQCaCXdB70BBlqFLaep7BhbnPVkHU93+vvqwua478Fqj62XxoI9FZ3C4RzDltPOreF+GABFjqQ+wZSq/e3Kh/8MjpTwLKfU4w3wdsMljvGCpaexBQHbCLoItmprJ377S/AHNgkh+/f21gW9xs+URgiTP5fkl1D9YFAPiXzwL5BRDefIcdRlBcSgI7w57x/kr6mM5M3jcMR3a1eOL9LWcJAqzoHSu6v1XPYV1BNimA4Nu3H7x+rWjDutNj1jpC4Ng7AYnmVQ3XGbKA8vT9deAF4PhH/3t9/Z3n9d0PAvrNfxkD2dOAkZS21U7OswTeZ83U61Xl46FDRPnjqzf//N4yzZtAt7Gdiu7TtfSL/fPf/TkAMF/XT/ei1fOhPXx3feMoAf+dMsazp8Z+AnxCJrtEvt4jiw8AWIUybLfdfC8sfOQ4AAAgAElEQVR9qp9vfsYeJssdEDTVEaCrKjQb/Ge/PtZ6/PjDje6TYCTkADYX8sH9P233cl+CGWC0OUuLX+jR/EXA7+1bbALkGfIcAFilofUbICizhOZeTsvBBEYS6ME6EQBx957rEgCqW2pNA8ARTGHZ7HNswCEl7LsywDuBiDfXAsgF5n2+SzCDzzrsW68v1X/gXYIXsvaxD9JH3GdSB7Emq9WtIuwjSrCJAT3bwwGuE5QW+t19vDVY+YXKE3rjWvStNcAc0EfMHRsx9ppXemzLgG3s55R9Jls4GdToCgD5Ebe+J/uJrHWuT9WhsYGwAWbfAwAzL/AX6MZ8naguqsNDH2m1QbUrAvVd1phS+GT5c7YCPA9Yij2MvZ8gh1R3axAe3IsF5iA420gNIuQclDHzLGSKn+zAIslprX3sg8hzZDYBOrEj47ewDYqsJilB79NrmBf8lJLS2AcJGIJevAz0zh7BNknlH/pWp2wz36MiCbTI+TcrRPB4Ex/qj7E56o+zVi6fDGDIGKxbFwDMHnjmM1H2i+c6aoQCC2lBEXsplVV6doobw7YfNqAuIoinvlnvTWQFNuHQ18FZ/IdMdbBW5BVY96dPHxIoJdrYnsKWN93hI/EqfbTZ69hUBKrYtp4KBPb/xLa1X0F2lVt9REzZprDPgbMZlSlPGBPrYP+0zwS5LoTI2a42vFtNIp+sYzhXx/6zj22uia0cfvMt9EXHQua46VfODvMM/t5A3/nGcT/rvNpBgxRHduiZ/1oAcId2CRKtAZfRVgbkNpv1tTXji/f2Px667sELLj6o8yKOk5WdtTujuOD3/uY7BY2zaOMkOIaXldsXLd+7HOf58x1Au3R2ZKOxh+N4S4ReDkFww2zEw0H1x+jx++M5jXccmefM4N/LnO1dHlr/8/vnv3enk+nIvGcsu0P79+5zH1UWT1xmAT7Es+ex7OOp824BhJtk2PihoGbovwDYCo5vQeQ4aOCPM0i5z2mBaVWS9/OBn7vx4lq/HgZyXQTPKqHyEFet0tIPAdQZj2cwTL/WLQotr+FznEen7/0WoPvQuPr+3oPWTzkOPWue+9i+BabXE3Z+uw+8Nd1mSstBP9c7qq2CfmVAnIGbc4bUTovcf9HMUamz/y8CSHB+ee2WHPot3sl6RzmVRjsfFnDls328ATGzbo6MBsjYjLT71mYfZ43uKO5RwCiuObC2dMl+H+jbDOHK3vau3TNJ41hY8z/WZZRx17xr0md4H3osdcYv+VowKY47DkBrvXt9HLsro6L7ugAw3+v1dvwVnBtDIw7n6JS+ABowJvaI6jrnjnX1IYuFDJDAy9lbm6y8oCPfN1FaYi58FSfcpbIqgHqmVY2NgLKJ3I8xPzpx3g9/5entz2s+G0dy52IHHxHAHtvaK6UhhxTYiy1QYPqQm1MjZTmZAT2mRyYO4nFo+pkDMu80BoDDAPdA9ZBmce00a/ZvefXIxGpdm9kHh3N7nJX9/p5lOdskgBf0mXXqPjp0kPnhWx2/f/+8rvu8dlp2fffs4s6T77Xv5iUw3MzH9ZRkkuTgs8+pWQgFnJPJhGGcLLH2JDfg5ANWQEvz3ABePKWZu+UBHEkJPEnWTPgp+9M8o7FkPwYwKyBsh6OefSHbfCCL05r141DIQRibzn8bJE6py5axDICIQyAHZByXzY4+Mrvm+d4Hdri3p02CFdzLl/2OY5d9Zy9IDyU5gM7E/D0fDpHjetN03Rz1tnUOuy9OOO8nZNfIAdOHccxBYAd1OOi6/6rXYIAZx6GsfV+a9WfL4RbYSa+/ySqd+S75kXk5m2vGkQNT9vbO2+WqHraPzHvNL2u68z8unwlnx81nmixnruUzW9jOAXgqn+HAAwjxwdu8mEwxDnI4TiJXF0+Vv0wN5maahr/8lu/RnsTJjjtk2LGMgFKrx2Yqd+TDHkbNn2Qte+3WPBh7ytQHdE2p7fAUJakLFHb+CS4Zh4Xu9ZqefRoq0dsNhjl6KJsv0wPdPZR9SF97G6czfAGoBI94vj6cZy4dP44L3nMG3eiulK7NwZ4AmJZ1J9OUOZEB4t7lwzfmheH7TwLwXLp2yskTLc2YAXkOXrTLD4dWSqOxKsjtBHAM77NWDNj9ruJ8ctkzM0b4IgEi4asVfJOMPeYYOX9ZDj5lOi8DdJbNnntb7qA7Zj/wObzm+xLpDpA330m2Znp39VV9GpATZ5GybwAhhpdbFSRAJ06hBI85wxJ5ZqCqujdenF/bn3h08gHs6RoyY6K3U86SF2ue3rcTGe/1j01WgLv82764BkolUwyUuTx7HMR+ucQ6APAE/g1tvA/JQJ4qE6VZbBgvlNfat3DmdHt7JYvADibLCBz8oWV4E9lGUEPtycigpwJa3V/3aeqGwou8Yq8mWI1xfqXSgdclAHuDMPiMcto4dpYNG6PV+4Khsk/gH9uejC0Ox8iGBM4YFOc/7XdXWLCuSdZ65SM0cDa/frZkN8BG58fPj9M/+NGU8Y+DLD1WP8orxjOfu6yj1tOlr6ENUgzZlexQgI7obFAak+F41ebjLbJ3xqsxc6htlgwleNV9qg3YC5R0P9isHt90lo/VneSK6IKDHZ5LsJ6y1N7fmhf4/uP2/dR0cFgeNudkmkY3anFHTjwC4DQA4icl8MPHorSVQKdbvh/AZxyI9K5DhtdvsM5H2b9f3JNQIGifY2dheCJ2xfRvdnbu6F879qcHssaCQ9hZlBb8rB+8RsgX/MCvOKuRs9rrkgcAbTyPwCoDoQT0QH+qKuj78In7aQ+/GGhyFpBo5/QRC94AosM7yB33MJ9MaugQPg8fHwHnAuh6RrKsG3uQkrwuS2/9wyA0H60hco2+yLUVcdg6EGQ4qBU3PHCePnKJbFLv/ZEHDZ6iRD9LRCY2AHazgwHtLGedKUagAaViVQL39fXI9zzQwK9tvQQ2oB2sIbSGBOj98N33cdbru6udBaXpY1N4Tcdxnf2b/YIeYvlYMwfc2AOrNSFwxzKDZRS/iC4ukS+HNHK7Jf4TRBrddOgVgmUMqqeyDH0kOXokYw8AB7AirWxScQF9gCwSIPjhNnahD6mRsdjHX/RgMhEFi1o2cvTBEZ6qDXGiA9S676Z1UBzmsacjowENcPh/EMD04mVaSXAd2bN3AmLR4+1HfUefX/OkABXZVy9fkdWrDDd63GoUrwHyvJ7pE/qYrDEBbmSStp89dALgRQ4R4OBgqfGJvYCXIl6zv33uw6aCzgAtZDK3qotX0DzmgAcuhG8bWOjgJe0diDJnqQSF8GcqrqRMK4EVqbIDVVLqf9lt4eNkFLO3aTHzJ5VxBghl8xC8QeDALZMWQPxK2YaohgCcAm319+ubrNmbdwIhJadbXYStC2/9+KOCKpWVzJqwnj+rBDNlr5Np/fjqVrIS+fnqmkzaRwKA3x+y74WQaPbgh4/vDVyzjiwCXAHQ+unTe5UovtG8w9cEY7x9g82lnrV6HiWIrwUemy84G+j5b98QNAGoqnLi9KDW6+Md7RDulLH6RBmtlNSlHIICZwRYkxXLM5FyMDf7BF36QWWxX6t/LVUF1LhX97/2+N7fko2q1QOQFPj5WsBmNnSkJbz7009vbWM7m1egFhz2UTot5dtB0GlTwpoBsGqcAsff/EzAzBeVZ6dEeQKPGL1Lqot3nVmv79+IT9kjBKxgVxAsAJ8ARhI7wn5x0DNj0v99/PQ2mdSkn+u54JMflIXrl2h0LUAcXZ8+79Oz13ZBghCRAy5hLVkkNTRZxJwt4Z7P7m/MOjNan1M1BrJqU4kCuU6wj0qO63tk/nKPqG/s+QDOjJkeuQcATGawWRSdmHYHT5UdyhhqE2Mjo8OxcRKQE0lOWwDLE9HDGfoEAouut9rnqZZFQCqfxfbl2QGZY+eThYrITFltgmsWAAbAzF7m/si3F6pskb0YcvJCH7Qvs0mMfef7EnQrvhIAzH6k0gMBEd07cD0mYgL9e+ZH9iewyZXjRIvPVCGgvLrWjDW3y2hMV/jMFTtoL+DAYmyYVDWwHaef2Bb0agWY7FnLFRjdN3z8JHNuRJb5zOlgNvQlVTsmQ1v3Bqx0+Wnr6vQTpv0AL65FnJEVzzNb3Q3apGVd3rMepIy09jtrRjCHgxcsVzPu3HAC0qlyYboStJOPvPQx+RNcwJBUDYBk3phD0kn+fKxCfh/5RVCLq5gwWOu9nB0JoEEnNhCjz0Fv8oqU4uEBQMfssq0T/2KCJJz13kDUqddsGgJgG+zWvzlSuSrWgObN9OW7CUhrm4KsodeE811IEDroHzplr7rojGLb3LluVfRqYNKQd+y+gNd9LzTdX7Fblm0fv/UCpJ3E4CDGCdzzWWJ8ZnOmK2ie1i85s+ybiPX8VwWAdxDwMNhLxBEkfwkAPOe/S0pdLM3poz/4Z52GfP0MtPQWfxQA9qFOjNnMjYNpzqHqBx0uB3lmhBwQ8jrSuNkMewlAe2JymDgA4OP+l1GNv0eSWZbja9+O5/fucJrPGPoPXfW3BoDLZ7vT8gxOM5bfAqgf4ofDQTmesfsA52O9B5Duvf4SAHgZ4BUQcWqf79G5/u0BYIyvTdsiNv5f2t5DUa7jWLKFIdwBQOpq3v//4JsRCRLeTqyIjF3V+/QBIErTurwAurcpk64y0nDYGuHfQ6NHN/0YFuBYSTbgxHiQbvN/frciGOHlx82h+Axcm/5P1+2g7Y/odKfrKM1LxwnPD8DWNR+eu1j3S0F9G7he8uM2QJvnXQOAd9449tRObJyaMVK+97HMqQLnHbZqR7t4jUeG1OCQli4A2IP4Xc/fHfNn2bhn3O73p0zh+mZ3EN/9ni16bA54By+dpm86nCnNuS1GwObsiyMXDbcMMDt55xBfeomBkl4l/Xvo8lIjm/5nHC1byHXI+b63BF1n7k5LdwHAu3yoQ3UI5VDou0zb9yClnRl7DlP97PJrfRnDLgbmAoBT3mbpmFyTw3p6jK1gj3OmcJcoDvC1f3VYm6fGAd/nBMRYG9pnnAHgfT47WF169P5uQDJrDQvU2K4TPs6s7GX/pBxpStFkbvlPBtZkU9kp6cNZHGF2lDhkMg6aOG9Gfui6AsDjaz3GcC5tXD4uwNC9qbO/+5N1i4Nh0SmR50Rad7zXAeA6vP2MDSDev7dDeluXrGUd2xjm6Js4PvhUf+4A8Fk/9Lo4pRbvGJQZsLVASUsQ8u9Hj1Qe8Ep2b/fZa7+VjCvQyPsSUZ5M+AV8J4OqJWHhqTm3WB7Y6cmBaxzw+3qWZtyjBpeZns9ex7EU+gng1vKfOhzNqYJxen3GSOWdh8Mf2aF/QzGumkB0rwGhHL78XEBKDmM+qaw9bgUZHP2lOZcu1n8FgM9gavkv450DDWUIOaDquwDAoeG9ggIHdvMddDciYdkWc6hDXu6AVzP4OIzgAK5DfQh3D4jq+5GFpceCX5e8mPmXHzLeADlx7PjYGtpkp3zqZNw5YDtDB34eh2hKa3HuDEho6eY9nPK+zEfjx8GOI+UjDlstwF5Zobxq2YrcsC2UTFU7CHUBwLZBTL2H+ZE11pLaiz/CU82Gv9Dtehay3P1zD/2T0rCl0+4p69C1Dm1SCgzAq3ZNoulZm9gDoV+XQ3ZJ6GQy7nZlS4QXiD1KnuuZzM1Olsn+9Rysh6svWNTIkR0Ado/MreQ+Tl/LFhxrAM7WzwFVkMs4Bu08t4wSb+u3ZnK5nzJjIBtvnGYXsli/Pypw6nVgQS/lpcscDwDQwDDrxJF/zCvZFdENzh53mftkaBmENV0N/ekAHvrM9QV6S+MBCCdDALtz6Dgg1+KDOrB4v0G+CXC41KUBNnm3y1nrQ9BIIsjjSHHJTmxW5mPHW0oKx2EdByL3Q+e7TVMbjfWkjKTtmgFp/Zsd7PR/pg/kyuTleZl3bL6Ot5nkn+UUgS6BWHCw9feqCNzjoaXasHFAlvxdBWHWm+86f2f/2mmW0m7YFDhIsg+ZK6DSxH/5HWcAGJ4xLWl8vzzUnLW3gForYztgJNkW6ChnVOjf7n+NvIffyByRh3zPJK2s8LzGNmr5Wvgbfk5/XJzhK4A3fB7nHnLDGclaXypmVIcFKM5eM06D66F07wPrwQcA2AFQA1hT4hJggc9Dsv5F0mQ7UfKa7IiHAvoMfJhGpuLGZgJ7bFtESJyLeg7z8Bwza8t4e5VjT7hEtkHrgI273VFbCsIB2IE+EKxkvEKy5UHolTHjcIPWkQeeow3sPUOadyorGblnu2xkFH+3XgaklDNfaWGMKb20E0TGf7wXUk/v3WWj+qzIXpGJKpozvTiTCT2egJQGuR1JAHakBoDivXHAIc8E8Oj9j0Vvtg8mANgA8ti08R9FZr8XkkDfUQD8G3qHavwfafeAjkOuI5vnrAi9OMPEGezqUev+gRM0qTngFP6sORLg44AbO5HTh/CBs5FbYSd/NqDI8mLkiddd4/tFco99sGwECEEP0CuwmS2zP8koxGiAZsXb2h/TC+WkATxnmaEF+NWBIlqLZ0prI/MIKcc02YLaYTkbjD0y+pg9CTD/ROVbEwxV/otsSYKGs8PRP/rR4Jmz3BJUQClWxma6RWYbLMBmAixmvaMnHDhwnKnb8iL+EQP75hPWlTEgU1IemGzTr8rohA5+GZCyIET9fARCuOqIAJZk8EUe4rCnLPEjMSk6NPIkYwm/slLf7r169Wp4UWuoQA9X2zHIlOw/MvYAgGnn0A927mf1nuXz4qXSCXmSJ5Nn8vz36idrAFjgwxM9F3uAzNBW5XnwQHxHed4BuJ4AYuh+eq96OaZAAmXmDZYqURiwzs75hwOUGkSpbZQzGdlargYTY0PAohoeHzyfGdROcSUOA67YFJqP/oLurRhzhRvTUeyfBOKEL7g4ZVQJYESOpqwtMsKZkIxL1ybzWOs6lWMqJnjuO0pdz1nhibLuXNnAAQMC5zRvaOCdMpsBIgHH+XfPN5hIiG7Kkb9S31uXYnVwaIBDAOKXL3QeH8r/1/+G3hkU2awC2nQUIqsVmgOceKNS3OwbgBjl61k/sljZawDSGwUDsjBvBLQCwv7zfymgQvQNXQEmfVWmsnW9LiJjkH1irmQOv1M2J/IF5gW0JDv1vQMEkvEL4AbPsE83AmfpRfxWWei10b1n0LVkL5ULvFYq//1VQOm3+wJpVV768ycCCdO2AXD4+U3OJZCkOV8L/q/f/3Bf799+U/lkfcXaUDb6nfiDzHR8YknsoiWE9LTG+tcr/RvSVjBFsoDj8/tCn3OX2Q2g91xnAeb0hTO3eO+Ze4Ojw8jQBcgEeCIIOpX1oHOD2GaelCV//4azAs9X1u1z7MAH9/7S+mVdCFJIACkZp8hw1hLZg7x4/SdlpAMAs5bsL/vgzGG95sPbzwZsn//6zOvO328UyPHEGcCiQ7M351NANzIjafmBrmDPaAOBPtf6IL61psgS9j6A7dJ90DX8kfMWsjz6jO9zHwEkyKcJBhLdYP9zNuKcWgDYuo8qFBorc+Adrloju5J1dYbpuLD+fEUVAfxa7H8qGQT4i23ns5zHpUBIV20Jh6NjqZTAnwDd8NeN1xTaZdzjn52zhW+aKQVgzHMIcPhICWnKtetFzwgWANcfPTS5KH7H56nmwX170HGyNmP7xM+Rc6qDywDIR3DknJsWb8wJ/oFO+sEOSrllLEGCMeDLVBEwqfk8nv8IkIJ+sMsaVMDzU6kkk0XXe09E048FrLPVx7M2e2/cGH4HQ93fx98BpA8AGL3PGkNPMw8We0jFcgKwmfeNmjIP+u+6L5WPGrRtja/fdJYm2Fgvr+wx/y/SND1wrX2/omP43h96OftckDMw8tzxA7PXVF7gvoCww/+zzkiR+N3Zh1Rt61k8gWzsFRWz4JXRVw7aGj+jM+hpFzD7w5nPlSnmjIN9oOfvAPCx2ae/pPpSNmUHgL3fBpxhBOj6MnGs/oJWJEQnJaBg/HnbGv4QAD4DZdfAtPMErmX9nkGM3al91wLk+2Y6ZgHPmXoxUP7zTwGhuzLtzpl9t4FiEa0dUJfjOeY9B7PjvrmsAEZncLp9iDy/XgOAj0wbpzdkfVJeqi8IAPwz++brLhhsMf7fXeEfZQL/vwaAdwBrzxJe6732a6fR8z5mbbI417KRz/Tdd+0Az/6MHmDO+55XXGa63f2MMdR/anNuM/9+m9977P2PAOBRqNsDul4rUGLo7jsAcEk0giz0y6cAQpVj6ZLLrgG3uedEuPDLxkyeHoJ9lNn5OQewtO3zvj7nABDz4xyu93LLZzo49vcWoH7atNM6nZ95l1xh3sk4TNTx8TkBwAZsUNQ40wwAx7hZFQT2m7fnFODf1riggcEMLIhRQHXa2yHotb7jmT9Br3aumy7ibHW5NDgjuvRibwss1NlRZ/mx9rNPdT7usrz7XlASg/TQTUN4cdhh7YbG4nTOdThK9/EczzOAt+itAPBdtGpnM4azFH5LaGecMcz7Sf+UfHz45giBI8nOpGUI3AoKmXU86JwD8PD8DvLWYZk1xwDnfSv7d3es7Ou8QP4F3mT5eMlEtdvRlt+9DttBowBwDuZxpPezA8CJ/IsTfu9NnP3IIf0MbNX4zQGCkkpk7EyvNfaw2RxjIOEoohSpD4r01GRtQ4p5BzMa2cL3yHqey3+QSUVRZU0OLNu+zXp0L+KEDGhUcI1/FzgpIFsglevtMLSzPwzBAaOZjF3jHWhOVGayYvm47+U5YGJAkGYwh4+TAdWxLdoLrS15N2CT97dyPHt4lL2edcN4rg6lZBZXM+/SuYFal9KitF2AONO73rf37n2i76GX7mVlOoa518YnjMWrBp30m538YzcGvIAu42gxmEN2Bc4TnGsTINF9cVTyrJMBOIOoWRU/l8hZDn+TUVOlame0/rNjlcOteZWxDc86InllxNV+qI7h+j2zHKCL9WimZXsnd44GiSZAxDzlTOrwXr4fuvXRKFlEBYCRKT1UXwOAud7ZYfOxA72ZUONI4BlLD2SB2Gf2NuAGTpnoCNavwCX7U4ANmluAUspnMw++d5ak5V6yPfJJr15HIs/3cWzESe1sUOiMPbOcTfQwH0j2CSUU9Xdn7IwDgyysXa9BB7wjkc68MbTe/XI/Yj+D8lspr2w9uck9r8Vum8z4XQauoN3IMcadUqsTxT0HUsDTABUZP06CRDBnvA124O8uZSVWNADQDNnRT0sfXMptnlmwF5qHPnZ51b1nLTsXA0563zkDOABo9pisqyxYyvJzUk4f6fR3bGnmmh38VgDYZalH1/W9lF3dz5LtXRtgJOWs+fg+gDu9FxCnsoIdNJ8fZcaGknDa0DORaPEBzgxAA65Ag6X/0auVNdAv8s2lpe2MrnxZeq8yhzcdQLEVCPwReq0jp3aGl2xoKFo/H9YhDu0p7QtNzjm5NkUzgKvPHREu/nAG9pR4dcYFe6l1Sg/vyqeRIwaA1WtSjlEGugdQHfIQgE7vBxjlAygK4ALnwxUFSbHvCwDjTIujLA5N3hu6awBIyiynJzc8GwMe/scJhV3rEqoGnuKYDHlNBi1l/kZPJdgkDpnI1WQF8174N6WZl97wgzS+2GN4PCMzmpHbqhLw7cU5s/w8ewQdkO2V3pvtmZvqDZWvO6gFAAyQZ8cdNDG8ajpmSBpTg0sIkMDhZF2AnegMQNQSfUjluBzdCbnaycg5AaDc+1TeAQBOKVpPmfudqRGdlUCSgPwEnuOcY/0BQtBZlFbngR4rNIkcGnola8pBMMjbKaOYDYrcsO+WfZBj0nYYemvoGX6Av20nwr92jseh6kd0nYdWGhRjee0AJ+kMOeiPdgsMjgwfgXA++9hmztwi4yfrffbNJb51D+9sIAIz/MT7R7Y4Y3V0jG0HMk6QJyVE/bmfgwhWg2cByADn8MBHrglExlHIXAlm0BjcaoKezuhKvQPQ5jPBHhoU+8O4vO7WJRinBLZRKjpgBbQeG0PXYHdg741vqGvIcx8rCI/+wfATTvUsa9YNO5i1aRa3S5IbAH4UANj8nXe4GggZk3IwH7JaAJZLNdvRD+AzpbPFl82uzwMCYn5ULdb09kOXsIwBKqy/S5xwI7IKIrbBnQCEBxoTnJ/Aptgnh57lflhjzhUAZOzLrwI8iQmkLCx9ZSFRAxePlf2IjTx6GjnjkpwGCbM/zpoFoCIQcfSw7SL/fXyV2teAFSnf+lXApOnZZ3GBFbI5kD/oZiovPHVpWP1PdMt+OFNJwBis4b6keh5ZppTDJgOfsRh4YJ81FsA8wF3Ge3OjMsQChCi/CqjBWhhwcxajsvqc1paKEu9Udhpgl+8YQ4AR/IgpxfrnK0qKozMI0oj/h4z52Buzzl5b5As95EUzDkABNCeIBTsP21rv07p9UHakswEFDDwgU3Y0GpmWznLT+ruMP+VmRedUIAG4wLYL3URWcX5w5h4ZhDxFdE7WPOtjW8xyI9ei75BbBZ6Q/bFtEujLWgJEEXhAUBp7gh5inZ9Rxl7rQa/oZ1RSGd8G68bHsDP0yrNYO/t7oNlknr4wKCqQ4nUC2tADrbTBvtn/MIDgGwGwadGBPqW/u3rNvgCs5EwkgFYZte/fJkORSAoAOLJuyTgu73pf+J8ugdwoCW1rFdGpfXj58oWAXEDbAJ6//Y9KFLPPf1JKmgzVG70PoBGwExp/5uuRP1z36TNg8iM954kBXmgIABPdRQl6rrXtw+vEv58+vfU+PFFgB5nd7+A/A5Rk4gLaEZyD3iDo45d7f/xL6/qNliXYh+z9N2Xtiv7FX6w52+/S4/RjH35jvV+/CUBD4Az0S0WHRwIQWT/6p/7v//+VgKiXBsLI+KXVBetHpmzOfpzDRCsO1OJs6dO+e5wWiHqr/srQ7j2XvEaXqpLAP7CloE7WmECh9KGFjx8IkLoRgI+8cml+fZ4J0HYrM+0h74xdG53GHpGB7QxoB6ADhiF34zOxHWhQGPmRChl//B/xrwL3nui5XPfqjwRww3tftGECujgAACAASURBVFfoVlf80NUA9Ee5YAc0UaKXAL2UfuaTUr18kiDgPug+U+ccwCc0JnnifYfvAZSnQoEmgd2WKl15UuQZIHbmytp++cSkkZkBhpHJr1+/9ZoQDEeGKRUKkoWawN6CwDw2fbcT4GuaUDAE8oGsc85EzzVXyyfPBFqcac30Drcsekt0iix1VrxKcLM3DgRX5jWxEFhPqGjoKy2tolePM6Tt8/q9s1ef1BqAdcOmRX6l9PWMZWx+y62x2zPGyDJ+Zt0TeJ9M9ATJ5fpZVmcZ2285PibTUBRCbCz2LOac6d5BN3rMEwWHNCs2dkLemb2ddeof87vBRz3MVbW0Pg5V0/PQT5Qwjw9qbBIq8cwoCTxy4YT5jMloPcMzHWy6+YudTatrae3RMuOZtw3Gsf2ysbl3gvqVCfyV6g14cIz6ThDktp7IUPxLE6vtEZFxzJz62f2PPLv82bU51sujmfVv+w5nO1+uJbSC3tl9417rWe/y3b72pgl4BF5g78aHA13ZJ1gb0/u1Nu+MhTQZgmCg877+VwDgayDf7uBgUstJUwILhZ2/P5GdV6jMwW9/BwD+XpZxHTdnALhOH965A8/XgKCM+W4A2AL7BAD1BP+fAsAmGA4FJwC464hC9TqPs71l2bL2txm9AuC4/ywITht0l8DYn/09EPgaKHubBtY3d9HVDrjudHVxMLcD8O4J/exYfgYAXut3+b5F7xXf5Yf8WWNmd2rZ8c1BeDvw3vX8fe36ruOAeDz/+govWrwNAJcPF31czqvj/VkAOK6CfHYAOHPcD/hrnZADO3Bb4G+fzS78OhYfgBGi42A93nlahl7H13v/u+89/0dy7tgnRwJeX3cL5fF4nnv3Vg5d+/5YPyuWKfV1vHCtr7Mg9f6v4+xLXdEYUvcxer0+yY49fxzNP59Ff7nOjm0iljWxfa35reBkTBmvqOd4l7zfabV/TxnVBVyc39PrrtHBeR67HPD+28EeGo6zIYelGi/LyN1Kk44CNkBYJ5Qesfc1q5PWawDPjiP1DACf16HAjB1ls6a5JiVJ+fjZGwAcI3E57tmDgnp7xH7XvxH9uQewwY/3nAvG7mVHMDg3G8OPOZeOjjP7NmEfGeazEc3KO/Z2gLIYVulbVeC22RK7sWLgZTJJGXsi3wdQG9BudwjmoDBgCOOzPZzD/oMBTvz8I4OCA0zAxIusOB0gzRYY0HqMjX7vaWhnB4Azh0UvexnP8sOeiXs4pp31ljW0rJ+DaIHPZGOEXtNPNoZcv/c4xgnZvzP3gsQ4suKoITsWg3gF1R1yezbaEcjj1CtYzNguHH0cMAAusTsOuyK0mTWftRlw9uBT5C+HMyKKZ/2QW5WL6Zlbm7hACA4YSpJOVpKjLQPfAgDDtClLFlCHVcRhk8zv6FNrlNkXH4g4vAzJMrZkxOegXb4OYJGs79Be5cUqWWye9LpRjhcHbsYQWTL7OQ5a3vPVkdMpQbgqxPTEjfM3IGXoP/fnIIzDlcwfHKmRBThOXG53+OscgOExzz7uALBpC2B1AgjipMphkYwhVwQQvTj61HOODO4nEe3RFUfJQOhh9ATr2/61PkR53ZeT/QB3DyASWs4hh3sLfHWcRzlp64LYsc2QdSCEe2V2fwI8+IDL92PrBcAbBzJrqqV1BhcOwjF6nDFm+R9QzlCJ5xgZ6wxYAAGchhorzk3GGwA+TvHInLGL9BuZVjhdCgZDjDhBzx/zMg4WEyzvw4EUXiDTpLLODhMDi3IoONI7vMN4DGrZkZTgB6/l0JHxE61J9Ujk9eiN0s/IVttAY2+mdHMcV8jva0GyrGXlbAFgAMBmqDIfAGCe02j4ztOlFHHWO7syjiXzhQGGOHJcgk5R9h6LwfXwBY428wdOmU3uumTfAEnuRVy5xl4i2yw3cxA3H1EGnN/07l3GIeeTAU6mTjIDoY8CwEeJ/O1cx7jhGfR3KxVY9o6cNNhkfRmntO0WPbjZXKYzHNQHALxF+u/yC+Bw1h3wrfMBOEmvwWWb8/xkoaeUqDMyybamIkDYM+sJoEqJYM2ByHdoPTxIBQaAv5RBPOQja2Y5h4tnZevDi404Rw4XAAYwgjc8VukJZ3rr/veUWTx6+gocmyAoiD+yGVAiQTsQ+95bFEcd83oqB7uzCeWAcR9Iy5HYBw7mmIwUZ5hLxtXpz55Cs7VjW1Hiwu6wfQDPLZopX/C9ZZLGlXK41Xu37SHsCt5ve9AOxGUrOGgHXYMzWd8DDDA2064zKGMTOAhr7CSeRUbsBzJZnXEwfhLuG+CQceLgTqYwvbGBGvBTxF4AEEnQVXrIBgBOcCjAn23BmQqZVNAru80025bjAf3QdI3ze7GP9Lzq8fAXpV0pCxx+dXCvZWSC1xDRyNwv8ouTcfNQv7mMI945njlrask+Cj12b9Y9Y0lwQjOO+f7T9NR74Ayt7IvLugJEOa5r2c0NnrKOtjMy+xqtFwcsgABZyA91MwAumbSMjfFmHOOARS9rPxoYCrDO6wHy+NNr5F3AqSyemAAy6BhgyACr9tWlqMlQGaC8diH6BoCXjGlXYPIY40S1LNGf8FOyGFnb2FrYqekZHU8wZT35PrI5rS4+fXrvLFyf8wy44rfK+Yg9AVRm5LFHVl/hlHAMCPcF0JB1nrPSV9Gc9YH+hE+f6hlkklJyFfoFPDA/OFCDucduNX1IBrs/rz7u2T17nfEEiP3q/pkBpQBMDKoyOAd7Zo/5ANbafp8Ve/v2rX/7VaVesYcBCyg5TmCY56eyuQ4Ast5LP2+X0wT81XM+qQSpe6vr2QBRzrYe2mEPHYTGu9lHB2+lRPBXV/EBxE/gCzoJYBgeBeAFYLYzWsAGGWZpqcLa0RMy/Suxrwy4+b2sX1gjNpgyIAUewsOUFoY/Af8okQkzv9Q7KKn6Tnvg9RcY817lTg0CCzzG3nApWUBgaE/lZ92b+hOZfSr7/EaphYAl2qIANski9/sRVQSWw5sa1ENXxyDo4JOAwmcBArXOZGl+E5jMTylriT0a/mZuseFYb/VnnpLr2HkEQAA8OkiB3HoABm0G4zCQDM1pLeCjgmoOFLC8SBBDsy2p8uIy+pKDlpdj67InzvTE3ibDkJ6mesIzZy1qHwQEk0E9nQJi60Ji5m1sRv7UvWT3Sp4hRQxwmg4BbgXUST4EtPl071dlcNrGdwClaB79rXsA8d2nEuBH3//2K32WqSCgPrZkhwoYQ5iwh4CJ9gtoHc26gIZ6N9I6mXn06w0AnLP+NwPAgJFvlZHMupKFC51Tuph+1r/+JvoX6PVAQIz7k3585Ozfpwoq0CgMaFKW+JMCGt6/iRR6/IxAS53JlAX69i3zz9gpv/zLY8rUK2iEmBXkEsEmlMKfAK6X6t19X5ngaKgvKqH8x78Aop+6BHiqbJBZLJCSksfQBFlt3SsklYdwX6WTtZYCdyiJDWNgcwF4vnhOO5AEnr4TOHj/2xMHIdA/msz6J5TX1vvfkf2sNfxN6wMh0+uWz43WxypJv5EBzbZrdt5f6JoMbWdAImGRA5onIDgBU9D2i18JNFM7E+O/CmpWMQcCTg3yN62bc6ED3Ai4CABs2wIAXCWT026F/ZSsUGBHWhgkA/KdwOan8PIEC7n8NFPC1nJrjIC4rA3921kvj5PqLM56p59uzkO28Tjfe+bRsWkXkaz4nBGQcdA0FQHoCU8AAmeQtFjg95zb/RDTEGvLnAgKgy6jM6H39AF/rDki37BV4OHIdPgnvcs5O/HdAc7p76hqZLvNfCoOaJ8IeGV/4M0nUz3McTn6PmfD2ByeA+cbZ31i5ybIzUEqAoDRUZgqlEBnfFzP+QGbpSA0/8BGPhIKXJJ/ZVFTiYDztcvkW14u/wWTiX7KGYTPJ6Vu23fns22CGbrvlFFm3bpGcDjr4jiwAQTrL+jzctaac6HXO7oRucu9MY0it3afhf1UyPE5JyaTPvLdgD1ZywQVOUALgJtATMYxujbiPP4xzZHs+LqXs69Zxw9Dr0n0yRk4Z9flF4FPkIQNPqhv0z4vzR0Z5OAMzeeLA6aQOwkMwYZhigQk8WkJ9lQjCm2a3HXR8vFkzP3smbPb12Nz2UVknQ1v8HGwk98bu4RPKy0eyUqHA2rA3TkT9p37e5DZ9f/F9l12DTrP5/M55+7+xz3Rib8TcNL5Hu/58PE7iNixBOsveybpXWDafgC98oif+qoH3AiZEHjfbbtqFtZS7o7PPtZe0t5sa6GzKN2o8wYc5VNP7zgEAGPDwN52jEzgEn7Hf34H1/DZCe3yFZuTdtuia3Pysxv9UWd879mc8/t+NWup8z7f3+nsv+/r3+93Qr22Ded13a/5UXbw9eet/e7a7cDtciwvBt6fswPF+/3nd10b288AxPv7y4w7U97av5nO3euUC340r16zR/9nvJnZtf3Kd9fpcPHwcv7ue33X8+7qrXttL898cwcbD5+MkB6H+DWgd79/F3779yhVPihWPufrdtl1N29e3ndN3h33juL8Wd6ovPEhylZt9meXQ42C6zOj9EfhzZ42g4JpnrNBm3nV5x5ZZtWI39uI7bdm7Sxjg3fNeDkIHgbOusnrsjnBU5zj9ocxusSxPsvBnJKVOy/ctc/Wyttnv8fONAAHW3LJpiiIWSdDI+svyj3P+vCs3m9ntR0Wl7K8hlidQxeO6CtC83C8My6eRQxbaXUilO040L0tVXM4nhjPAdaM4SXDgHktJ9kycI71HCAw2RmjZ4cvmhF95nP+3V4lzPlcVqTXj9gZ2g2v7RFrsdi9aj7IxABLFthe/rlbmHIoMbBcRnEDTAMerOCCzG9dU1L4bAOYDOAEY8RxgjM2dIYzeM9WTSnzJf9iuI7APgUzBGRdusll9UovGPHDF44c17sLZvPeZlCVLFzKTOvTHqLN8Co/FRh2Ccx5Lte7pOqsAwdnr7n3a2WWB7hbjBGHQea1l332zrBwY8jvPanbe9RrMw6W2lXckzLQeYcN12On/dDj+4KZOZgRobzKbx4j5GA2Gc+77cZapDdYxt5SPbw2kcwbaOk5rIAPgzMNEPBES/u9hl5rAYCRwwHah1rNfzw7uhUHcA9KBe658sgcqQKe9zQQgMADl+WCJjmAzRjcZ2kDgCuHvI429ONYBHgBqOnHZDmHmOM780tKcTVSN0ACzvI4v5CndXhDb6wE4ERB3NVKoHbyVBxgHQygroCHOqkvbCAObnZc5DqXqdWfB58xhgFDSnPubVg5yHv03y73AUF5R4GYZBiN3nGGyGRU+ftF6/vfWkbbwTs+6HKQDJhrOaUvAkKMvQBoNr05d7vONH44Qwr+Q4+RLTm4wZspCxX7j7EOferg2764vp6zxIBvLj9LxhSOG7bXcj5Zg/B6esIOjwN26r+WI2Vc8GkBU2iMzNXye8bth5r/A16uqgC+f1IeeAYyxL0nR9cdPK37auu0T6/7qPpAHAdL162ljbsP7QHMvHxPD8sGRxPoQmlOO3wNTOJQil2x92K3LB3Qu9fxDsCMgpPprRp9iNOBksTVpXayEbwxTg/m0dJ0rBfOq+rzBEkEKDOfH/bzcmBE/6SccMqvNTAmfNtx2EabxVgBQgXykw1+cXaAD0RPKXm/9J2d3doXHMs7GJs9pvRne08SLLG4wOUqTfvRuQnMQajJgWI5nSxagGW/d0qMF9xp+fbIx2TQ1IlCtjGOPmdKILPsWAOQpzQx4E2CF1j3lENbesFlt+VpM+d5LePMxinEvD8o8yyBJHEQPlGGiAFg0wCA3eqrbAhjKiHg9AoYE8AJ2WD5rY8zcw+V0SAsmHgFnXblCrZ6/0bROWhklIQDY0ZmRR9RYjW/Oyhr+Nh7y1pwvdckYPQOZLJGtm9GhrKGDoDTXBysNZmVtZlsR7FGotlknBBcQiYnTkokDzQ4Ki+ImIMgkgU18x4isYw2iLH7OCzEHHASsG7Za8ynQR4tkUsQTNccR+txbjsWO701AUwsJ0U3ZPzsR5HMKftknt1M+9g3AWkPusSWMPAf28aBTPDIZPel39xiBLL9AEFTYjoBDHB2bL1krrI27stpB3mCTkrrHhO0aBkFABl7NmZCQJdPAv98lnAgbN4dGT7rq3e+p2Q5qkfPC+BIlvA4TjWX9wZBox/2D73sv2gNkUUNQIHfPqgkJLLC7xqwhPUluwZZH32fTDj3uwS7+arMUmUEw//wEaYxTmdXP3U8HP1xuwHRR6zDMxANZ5ZTNjUlYiO7yFj94Ewe+BR5ApiAkx2g7amcpawKALlhcSPVkw2s9eADj6ckb0BtAlLICkKfEShFeUn2551AJ/RsaBL7BHoO0PSwjQwpqavhUy4T3iKbk9l80XPIGuy+AMRar3GO8vkkz0oFAuSWwDwBrWR4AcSmMsIDATd/+U8nXnA75wTsW9FXSsNCp1nPB79wDtU6f2AEyth9ETsYfgCgZf0J1AHwcdlWAQD4QT8IfIbHnz9/6jl8EG0BLjWr0NnUep57gUpWkk0LDbqXNMCufiWAgXE/0rjLt3Y0ay8fC6ij5yuZx7YPtFf0m/2sbL0EEjF2aIGWDKFE8xpjGX2NzgAQomc2vPnrC62z6N6BYc72vu85JgD4S7I7OU5MBQMW2YE/Lo+rNfMZIH4OaPKVysQi15CBAFfIQ+jC5zn0uw0dXhU9ZtnBOC2jl2+CMzLvoDyy7UZN+0aAExdDfq+dOfslPVgFjJfy7X/WP9JeBNrgddJlAuHIWgQkpNTy188EGBDU/VnltR9bvvF5+2f6BQPGA0BSZphMVdaF+dHjFN0Nrz3Wby/1bmQ5GbgJDEA3J7CD7M0EmfGeBEsAxMGrtjkZp65959LFqhghRAtQ7bXA3/f0YdZN6RP7WOMmQ/q9AFDRxmPDLp7PK2WYfv2W4IBvDz6IVkNHaOYPAlQNhPYsQNY/mZnwuXWJeiIrQ5YEhM+fAL9zJvyo9fG4BSj9zz9uFGCTNcUUfPUHfW0JGgNYFFgqAIks2Jjr4Xv7LdwDNHImFTgJyJD9pjWgXDdyGjqnzzA79O0BCKx+/0AgCuMPQAsAyjjfKAgC2Uv2PIEZH1QiG8CLsvKA5DwDWUkGtvuZc54GeFSWKLEQ/k3zphqB9wl6FvDMWhLg8f6t5DJ9knW9AVLtE6Xnm1kf85pMZuQ2ICC2qOxu6QnsSQBz5pK2FwmuhScJLkHktCWEQUVNiUpRT0Vj0VXQqwIaCRwifkC08E3ERoY6PA+/wtOurKJxu5cpJoIe7aoCosZfX95kj6jY4sCV6EeCHEKTOWvHj8OZAnAaGZBKAtB3AstX4gA6LkEMkSU5xyaDl3FgM0DjfNDP7mENbds2DNjqnszaB9bPLTQAgEUDrFHugy8JtOPVsRNZE0Cx+I4UZCC6wYZA33wgKEbzI/4OXQO4/s2VKJAAl/rXx4YRDA2cPnS0vvcdo5Mc7DbVlOIaCK6Frmfv3C5F17oCwti45eEe9wnYSSJB+tsSCJNg7Uqn8ekPSJbgF2zLBqUk4zxvx54M4JrjHoHsseN69lj+3djiCbCKfAwgnOoxAMC7u4PsbOgfG8ex9OPqJagiZx9sP3Rz9KvHY9pZZ3IkhW1krUn6JEcHx2ZOIoRtIgd8xZZkM6go4323rI/M57FeNr7V39vrOu+NX7M23bcO1vIv1TrS9ymAdyvkJEArz41fNFXLDpxpAuO5v7avKy4am9HzNl94E4mOCpDWh56G9f61JNXiSSkRvnysPZP3nbZRHWyV80A/9/9TAHh3eh5P/Tf/0sHuz/pvAMBrlmtAZ2CvDt79YMzVZei7AOBdCJyBLCIgG0lY46MjODb0JwHgW+M9ARt16JwB3ALkW4D6cpIgOO24WQT23wCAz2v4IzLoO3cnx1qndeALg44gnz8bwfujd5x/PwPAXYcKgVtAOu/eAPh/933X3n/x3fDi3WtXwXi5HtfGcTgQx2niTK/Ir0OQlK473wKMofkqkLXeO533Z/488JvTQH4WAL4rWr40ef79ru8tHLfF24Hh/bf9+/1ZZyD5LnkWx8Nan077nPl6CNZDgNy+5+BZ78tl6Yv+u7rcyuZEf7lmFByODRuh3WeUXQxzZ92MY7zj2sHf0EAygFEgGCH755rs2/dlBzVvrccueDb+vQsAPgO53wOA97mc33vIj9Oy707YlJZdn2SC5YYDvLBBgFEd8OEsb5h7QYdkb6xPndRnfiqIUVq6xm8GRwyIjANiHhvjDoM/GW77J+V5Y0j22R1zMpovry8AvIO+S9+d5W7u5fd9vHuGb8oSLQOK649eYBsSzNoe/DU0XXo3mIc9tO1bnF19doC4jCXfuRSKnhOHHdfWqc/3S7/5mXo22RPwxS8uRxZjtZF1fe7Z4V79vZe+ToZCHPCdTwGtOugAgPk04/cwpgcAthPJ5axXGcJeUycqB/IYvisDuM5Bxn+AFkO3duiVjg+5P4bhGJ3ZzciMgHExLg2oDJ3UgM1v40DwWqVvIRkm+8cyZJMzOwjMNvuwNeV1Yoiy/nHqtRw0pdxchlS03PJu4bkZlA9StVsCa7kPJNcPzWQvUjr7yOyc3849Vx1pP/ToPZt9yR6kboqd9RjMjsDMOHIoi1OMuTQDqLTQZzYD0gcaA5IL4DBgAx0CRpgOA+wWIKCE5LGPBlAC/lZWd+8CECVQkOH7kLBlsOeAlHLbKa+ZwJccKKdcLw7vicJtJQScxitT/fKwa4fJHI7Ch4kUbk/oAmVnR3WyFHlv5Bp778zNOfwOi/p7BzLEE5415/rjgFhAOfoqIEjKqWadA7bFSZ/ekwbmR4avg3kAlB66WJeWrm0EtjnFhk50cADnefb2TgdVdIyHnTrRzAW+CTLyuHL4PPSdHh/5HXnSsfJM+DmO2wCgu/3RMvgcogvyMt8dAMbZ2FK9UC/jBwgxJyFX53DcDG0DeBN0VVr3tcha1nmcAl6X4avqEr5rxQDAXNg2c022q/Wa+yYlOKMl6A0O40S0NyFSJWsZEI/fUj0jmcR+joMgQpflm91uLxCNw/sIuHQp7ZSYe08J5JHPDaZyv1Xmr71ISf5kiPNJCVvGlX5lzkymeVqIc2TDstOzN1RSIBsyJf+6Tu6/ab5N6TrLc+QM/2PNBuA/dIt14ACEU2WgAHDkdMBGxg297NnHeUZ6gO1VM3IeSKlM1g2axknq0pjMFT4duuUdzcQ65A9yT2u09/tmbwvw80wclw5gGh6KDGUf09O3OsQOIOhj5sFaMQ6cxyyIz2vIN/JtXNqfktzhB2epHPs61w44d/TO0n656sc4kWJfwesAovTUTMazbSFkPZmIcgTX1jgyGZHD29mTqgKuorLJ6r3vmnlkZE71snvXIjNNtwkWcRapeUROeK0pDsDKgpbRNXjsEumTnQMvA3Dxb+uRaSGBnpjDHkEjgD2UNTQAbIAwAQfQoDNTdK0zTcnsdPWLZvmIl8ksRM8BAI4cDi9pzDyH9bDNNXJF116A4KIv1m7xe0DHBPnBH6kHyH58EPDGGDnrUGoUQBN1i/PVdGOdHH3Lx3Q44GyYMCCvzzFaA/ftHBAWvjU4g00NQIHsNU0t+80l0ck0p3y77UmnI/t9yAyX8icjWs/HqcwG0muY36lOEMBJ9El2oLO6GOQMTNcCzrH+5isHnvBjbZVUf/kKAAxYOwc/925mnWafqTTyXuNqMM2hPzUm9zI2MDtBN3r6OfAEeQk9+M1kygOcEpigcQFm8L/0LU3gYSqOYHfkTARACgU5KMqo3ziQbUOBDYuGDcCh1ynjS1YmvXIBFMjESjsEBxFBNNxDBqqADPbSGZPQMnvvTNH0hc++R4eH35edb/uVErgu+/mLshxxoOPhTclhhsq7ABLswPW+4Ile63NU6cH+GuczABmluW0LGjgf0BQ7CScqANQAwMznqfqQljY/qm+v7YXRT9Je3nM+BhdsD9ILOWVQ0cYJflCJZ5XTZWUJ3gCEgBwoeQtfAEAmyxiaC6jKB+DGvVc1JvqQ0ieUCQIsG8wTn9eOAPT+7R/KbNRbP4kmCRB48duvnmeCbrDjAdsAwAIAs9XsJT1FX/+F3AVQgifGPBtSZvxi1XtvBZo4o09VDFy62xlhAhmHHyhRzp6kjyV8zHjjs7BOsLM+tJXKPAWAk9lnTaA/ARc8HsAHZ2Yn8woagVZIILONMGWufPbWs1zBibfNnw7G4t/IAwP3yLOwJ2Lgzz8BgAWuK4P0qUrs1tZiyGPS52KmyjMAnDhbkAkpmQ1NEtgK2AbInSoTAmP0WOs4rbEzDLWmT1Wm2D2PJXPJrqMUNEg7IuWZQDKyLFkd9BY07bY/7uvc85hkLiCkaDABVOn3Gbs7spQzJ5m4jP0vzQ3KcXCCs/rqS1OJaAGeAKPOKlfW5gcyejUnMn/hT4O9tiEDlgF28zHZaw+wr47AbD3jH/9QprPe8eUzPWoje+ml653WHj4T3d4oC5jPm78+iKaR5clsJtCBIA9vlM+u+gsyQ2vw4Q220wSJoj9uVEpdwQfEObylxLXoEVqk57LPWg+RTeJpB76E3Ewm+k1Pc6UKjrLfVN5ZsROSy+hM1vq+AHyCGkLIb/5KeXZXRxHtuQ+ulpHyxW8F3j+UfjPY78AVAafK9KbMPLz+/t2be7/9U1nX2EfKkiaQJMHtOSsCVJqWKNdLdQbomcxn0qcVkHUjWmwPX2wQxvFGpbwbAGpi5HynoT4V8TwVeB6bI2WpP0xLE8ZFNnDogUNh5kYAgW1T/S+BLdGh7mWP/JsjId+9cU9jelQnGCX8jKzLO7nmncZm29DlghNU2+AqaOhG4G8y1UfP+wn5nP3M+EJs12v/LHOk16la4JEbU0mbK8bhvrKUl7e9y/mXObKusSEYR+aCricIRRV0CPwRVWK2v32tfde4qFLxSMEnAMCR5RO4efDLspE6ZkuqOSN5IvN3gELOaQm458uc33ou/Syw/yiB73NC/H0+F44P6ri7hwAAIABJREFUB7lhKWYfYR8e2Ribf3wJAK/WX3lO9MrYUXl19KmWBpvLVRgcXNGy07HP6leJ7E1gLiyIOUuWNLLjF+STg1/G3kJ+0iIB2nXrk+wndAXfdml61q7vyxU2DGrnerYsNlzsSe6vLxY9atvegUgEv0T2e5wE0qA7bDMkoKE2V/pB50zQM0zeZrFinTNte31vPhZss5FJ8PTKO7A4s/nkKhvLR8l39dXuiSQtWW1T3bSX++0b24iGNUnP6FnTDQc4/Nn1j06CbL+vPbz7rQsAp0rSjP/vAMDfA+66kP3zLkClE77r+v8EAO47z5lvl++KFLsG6mRsJcLlPLp8Xg7efPy9U/YKFGR1M45kWdya5wkALhHs9yWqa5ciJ6EyD/Xrhzh6/TUA2M++A8zsfaW/85D3say12dcpzz7v90Hcp3kc9HHHeG4t2DHX22t5Fy35+4m06Lj2dT6v7T7+2/sxDHMh1e8a5fr+2jvmSRc3d71vPz5rehsQvaSLYz3nsBxlkG9NH4fAuhxzQb59vpdXXL6nzzlnYnLP7qjtv/f5cO+ZF878V9q6BgDzTIT6tfecd2Kf+7V3nsG48t0OQFT5nQVz6C09LPrptS3V3Ht8bq0y28Oj5sZdMex8lQxgXnRJ7z6MT/QXD0ZZpWTo1peOozSRdjjSRyF1nOdglfM+2i1s+zrvvQsgTwmmOG36ubh2DMElD5C3s17IPjT7sQZRfI4ARtlzWPPcclDof+d932mu7zlk/4k9+v25zLXLxm6Kt/NOBgwj3ua3TnxxFo91uoykTKhGxa6H7gpMKHEc7x0wmgNcPuNoGQOcEaUXUj6VDTYWJrskTs4YTYu/L9d7v79GQ55XAybXL6fb2QmXPTr2RnJ2z8SltNmFTDE91/BnYZeO3EHgHPhjdMXZE6AmdB8HZ43lBj4UAPY+Dgh8PjgY5JxyeumPdgkArrnWqM4K+eBMFPqWShiAYNHFmfYyz9oGK/P02LT5S9enYAaH89KSQUIM1Mni7pq0Z53XB0O10aRal2YMt+fpZbDTOgiQtVDHfp0/u95mDAZzDNKSVTFlrSbzsoBO96h6s5lcMaJDR3H2pcxpnd7H99hYYzMYyPScAhoVVOuaVc6E3lqedGVd5/6ApTj0j/fb0YZDht9rzPuobVryfx7Dsq1cKpKjHl4lDtiOPE0EK3Kv/T3haUe4GsCZyM9RPHtvVEd3m+TzPjs5dTgyeG0HVeTskVE0tpLBvMkcOwBQZ86Q8UbUb3ilABHzL9BekLY0nKjSRNw2wrTzz2FhAaqXQODIQfgOupgTzaHv5hB5BEBsNmsy6HsoDb/037wDoBCnOg6b8vROI8few0+bDZTDcA5OyXLNeWY/7OxysSWjk3lZuZZDbO0EQD7AuhxwcUQmQKPin+e5hKZLfDVIp6WzyEqZLFGfXmv7s+cBPdOzk6yFDLZA7ZIjKT3IOjpjkwww/YeTwLLAOhl/0pKNu31SXuzBZV/3lkZ3xvncv++FrwWUBeQo387C7PbCIa8AnjSe9BjfwGz4udUUtCsOZJqgpAYxtCx1KyA0Ixynwzpsj/zQ8+ycHLppxnMDZ/LMeY8WtRl17X1u/aT/cR3Z3TjcsDsAPo9ziZ1AiQ63LGxveAdIBJgsGMg40nMxjlHTBGUlp4dx6bW9XpEpDmoBINoA09pwBbZKtwkqa4m9xS/uO0uwguQR/GuQkHcbOMz6hC5w2KV3Or9HDmYMEF11Z+VFsuBiJx5BbMxN9+Bk43uXBwT8N0Ce/onIS67HYd9S11yTLL2U+sZuIQuMdbXjeUqa135xOU49C8Cm/W8zlshJSvgmc44esjjM2COE9Nil3rPogdgBI+fHbrSM0H/IYdamdJbynnJo43TVo+g5DbBie/7IAo+sc6n3CVho9ZHapbW76YHbgKXKJAORw2cOtHEgznw3jqfun/ltdLd7lyIXBfCkwsxm/2qs3iODGDj6kyXa/p9kf7ZySOxZZUm6jCvBMQSRIMv0vWzHVM7IurlEpfaIuQcECkBbvbSD0Zb9vB8n6mHCxw/S4IGj1YRtsQClx54O3SKvyRAtiJm1jV5rKezSaqqckIkTIK4Z5Zf+jmiArHGyK+D1ZIXH8V2dtgetunze6OTwBMECI8dHH6ZU+TgFtT4fcIwbWEzPYu4HBO74d7uytAn/A8hHlzSwk5NFeBQnn7OgCZyZygTYIJXVACDIoPQOJbNefWPd8z0gvtdmgv8apNdzDYEYARVYc5szF3KW7CwyReEfgD+ye5w5KD6Dj+lVzJg/6rqPlCIFwHLloNh3cWTHwWBH7/yW/UtgQhy+yNHsjx2RlCYVLT5S5h1A2weBVtRdeUKfU/UB7tmi9Me7Uuo/UjblUQH+yL5LEASgkencZyTJQj0LGuTZ2HDupax7HgtxA2AJSB7g0aXJ9XHvT9EFWZcOvETPmTZSDcEghf6HiANoIxAIUO+jgrScRWf7Qnvrvrwpf20bTe91hpkz+bSObi0jZ7vXL32gDSzrHYBpAIj3BFoAAD8WuAQAnMyrZPaSNQivAR7eV69U1uvlP6BH5i8ZLACRPph8LE/03MfSDS9uEnjx7k1kPwA3f9L/mPWEFdEhz5XhCXhCJi006azbP5gLgSWAwMh/8c+cU20T6bk2mSgJSk9e9Lf3LfyDSCSz9Rk9QwX4PfwFXYIN9ouAM7IgAY1HvyKrAO/dn1gZpy49nLYW4PEsM7rjs/bAIILk3DcADNtKuTfycYLPQqIeBx/ANDLTkUMvlZkLi7iU6gCCjJ2xvRaA+1lo7UuVREb3wy/ozV+fv7B8fWx6b2ZZ/AXGmUb+AVTTMxYQmA8gsPlJvVABe58JaCfogiCG2CBcdT/gpebmAEn9Lsmnsr9PXV6aPQI8dQ9nvweezfmEEbDGAH0OdtD3zvCcsr95PhnP0A9AI5WEANDUW9i9ddNrGN5kXA8MnognJeLeie5e/A/Dh6cB1nQO8WjVg/YPeu4SIgI/CLC1PSA+1J8AQ/Cpf/366N4fr946A9liw8si+lcWNBmyKJZ3yn6l5LgDrLTXgONcC3ABSJVsRkpTS3YpoxYqQ4aCVT65YYIpUc9WN8EudMaQCcLSar576NLoANVk4wZgFj9DR7bRyeBNdn1A+ocaH0B5nv/mr/RP5hxG/2KCZx5pnH+9eWcaeaz62cgDHfRGL1nreTz39bxnz8PPn8WnzCOBeOpVrHdQkYEsXWc/++yTcr0fdR0ylOxf9hMecrli1kHvJKiZ/Xd1G59hU3WBKguYDiIZlb/WMxqEgg1HtZem8ZtCQ8vIbOTjjWhubwUWF1jO6OEjMoFV8YEsYO9TfHnQYmw/QOcEgXDfixcBlJ1RbHBOss0BPCwrwGZA1gTaLCfe4LWmOwcb6L7YfJEr1nM+0C37OfZkZCbgXHwcObM5CAPbE0IxKNwy1KmW9fYNgcgEnUTWwAu+biie9UlVK4LWkPuRA/zXM6U5bfTVLO2AmfEpJcCJ4SUI1C0UXKkl1RkKHgb0JvgrPIG9gT5Z/rVUJTlASq9BzlNPxYtUGUCuEbzmuFX8YAaCE7Dl3vaVD7rOASjYUbP8br/iT7K0U86ZwA/R3zyPsvhkAEPfbDXzqE8A+xo6Y4TsX23p+kTdjsoBD1MNB7E1Z3P0L3yPfWT5SNazKx1gq4lfHQCDHCYwJfrGn1l3xsLZPhU56ttkTynLneA7Pvuesd6fTwlMxfe8Co5u7vkscru0Xv3SABlT2vaOyrH62449PFUU7DT8PgfabLyAnVu7dXTdgftpLOz1UZFvJnb4agcPO3zXfxcAvjWBfcTb33fH4vmSCwdx92045r8BAJ/fdwZws5lrYa9PYYE8O2gEM+wAcAHSHOZDHJn73wOA60D+EQC8DOLbYPG1+fy/AoD3oID9vYej5QoA/Hcya++ip/N7fubZ+9rWEV2H106bZ+f4HaQeQXKa593juKS77mPI8VJr7M7PIxr7Droto6P0bPD0wHShmNbzf8zHE4E/w7URPcKn67CAjJWpEz64ogBPGvHfBYB7+87LfVffd0vpzniv7WmcJZlcHXM1bnYHa9/hPZ55/TsA8EU27RhPftbJYPA4NtJotF3X2k5KZ+k0E20BwDjKPBeXOMmh+JzF+z0A2O/eAkn2teG3HvRjAieDDKV6Bospu3Rg3QfQx6QuAeCzA3unhZaczXoHRMCYO2PoBzAym25euSLSdzpvacVzYMDO1+Wjnd/O9OMeXAPg2JE0c23PxqXc17r2HXvPhvO6N7Nvz7JdEWwcgH4MAGMExMC8DuTu9LSDvj8CgLmvvRl3/m8fX0e5G2sKaMMa1BnbfTTYM2tVoK4RmTXSz7Kl/LnoIQf7lP+JgzvPxxpbACykgCPVvD1yFQCujj/sqgKwAaGW3DoM4Omv2TG19+Y+pp127Gx0xlMcuOfPoasse1Iuhs/eOzVO7dD9DtoYbMSZMhmjfRbzwSGQd+tgQw9U5m4HOIeXlDqHTQCAuS+AcUsehs86p5YTClCc/mYppRkd1wNPenxlhjjSmu3bAAneCaBmZ/z0SWwgR84+XZ/YSexVnfUpQZu9W2sWek7ZxqxReC/yxQ5RZ5MX2OWwQFRvntUP/tiD9gwAD2Ctd0IGZMD5kIFzx07x9N9xOTwd0JKxxP6lDJcdTziifL8ceT6A5dB5AMAGouRMcOYqJe4DUli2+aXZazuxLe+SRbBnl8NcHDihYQ4qzt7V+xuUAC/U6RXew/EbZzzv4iBpWvBerWxatrAZteaV6TXZShM5oOFkCmCAkziZtznoJVN8MnRcRit9ABN1uv6z+9SOgen3puugw4Afa5/PPLM77lN2MkBoQKIc+5Jhc3mn6Q45qOtYd36PPcV961oDwGSqHHyR8XkNdT3fhw5bZSCgU8GN9ChcLw8th0aaect6lfYBiFraPBNhfDlg46zmUQlW4v3Zu4CZAb4Nfp4n6wcBDk0vL4OJAbLgDjsMuWJkRNYsjjpGHqD5ZJciS2cu7D2BUT6wb8tcewgWxN8S+yCO5/LtEZjQgAzWkqvmdc68nP5ippeRiT0H2QnPvboeOyfZ6smAbwY14NHRkgBnwbA7v+NESKBGSmG6lFcdZhNgxJTMa7bJVgBT9EOca8AUUal5uEEpA2dxkkDDAJ9da76znWAQIQQXnhne54uhLe/HJtMOEBBn9gDArGMzgA0gcw71s+lRF9kFnVV2AP7l/dAh8j6yznPXWjZYjXvKPMmeJ+sFkKtOyBiqZOaV99yD3EBlygAmwCDOPio64Pil8EPBLTItAM1wSsaBRApO1qQ06iBqjRXHZsFAyywci8hxZ6Hg4EwJ2DEjlq0B/c3a1u4o/zJHbCfKxDoKXzqBUq/JrplS42PTZl9XxjpjtFzcDNAje3DjBYO/1nUEe5CNkgyerjkOy9JBekECDmqtNQjkuukF59kEW3WtH7tUKc5pABjR15SohQJYA66nR7OHb30QoNAUqwvcbxG5LyctBO4KKayA+Q8bKkEFR4bI8D104FL0Bhjj+KLP6/3Zj+isBHjxAUCwvoEydb17B0+QqHtzmmaRO6n4UXrk+Q5YGPkMYMUccC7jFM4YCEQIMNmPZTlKzvbf8ALyg8ydkXet1uM+5gMQx2GcIKAKocoti0A9N3MfR7Pm8V5AkPXcBgBvAzlkYsaUQImzHMv1rYAR4A/wtsF868yVqgjIg2fKMGXsLpOvD+vSsTUALMEacYq2ikDWNs5anuPAR+OS6VkYOqUU7WRl0mPQWVgAuXE0J0NSznKBUdAXvJusnLRrgV5q6wEcPh7bK/opVR/gNfbP/SGxm1wyMn1toSneDxBiwMrAK2WLGWvsuPBeAiXyb2XnkX0kkfvY4IuoDXtKz3HWkZ5PNhdObT4AwOl9muBO5MZrleiFHp+QHTgl7r0ztlV4bnsZNpDBozAtes7KxINPb9SLE0CW8tFPCBwbfWYAGA7D8S47gvkD4uIkdwYvWbv3FSBDkIJ6qmIneXs1vY+aPxlun5R9CO5AjE9KCN8owAoQlQtHJ93XvfcoDwwoi5gkKEDgloBLwCtoxX2CCUQD4Nf44JZ3Ko9rWqI1hcC516/faF5cp+cIoH2hTE8yHx2EIiD6s0rH/qmyywAPzkYW+IQN6qoHDq6EcVPCmJit2pywPscPehDTT5es8hvuf4q9PMCCnv/nK2hNGXhHe57YBoDs7ts4BofnKcCO55uO9bttOwMA0qkTaOoS0Hww8ixTejZMpSk+rrSEbS+58UzZvW4BMrts3YctJr3w5s1rZ06zhoDR0M2vL14Y+G87ALU5vvdaZaRRqwDttt9ZbD3w7Rv1l1a5ZUnfezcvoWOyNlO698Vv6EOAOUqVs+/09aUUMxUH2HvK/euZDjwIMMhcAHYAGAumvHr1yu8kS9n2DXup/9IaAt0S2zJzp1x6giw4BwHYAqyiZ5GJDpwwbSDukesq464qAZSL/vWf7LT2S32I6Ql9Xxmsh+4mqEiZgGTcfiHoY2yoZ+LP9Df+du93SklrWSip7GxtDYB9BOi9ESiK/n8nwPyrgGJXNrCsDRALHQC4srUA6vG/xQ57rgABAkH6gftQC8I3vAdPCFaghPhDstjVI/gP+syyGMxXJYgp8atNfD/npxvJXGwCsut5h0uwk+EYFr331yvJD7LdxbecAeBrxgvAyjifP9d4NG9X3NE8oQECOqwKBQC//DVgMnIEwJ4qGP8QjdGrlKzlT2w+e+BeqAO4SYe7Qo/LFaufOiXhOVMCEBogm3OXNhp9QXAyATVk+cbGIRtXNDaZodZtRsljt/p9lrkBASk1D83QQ7mfui7LXg5MctWSBEc66MxyIOeVnFPnbs6PPjsqKILsdrARLa91O+sv+nYwlcb9XCXjY1vG55dKLHkOwU8JWgpte+z2N/U9ARnZs4JvuIgIJoF6EwREEAGbif8yWf9PRAd5B/slYJHsSx6t/1F+Hh5p5vFr9dTOOZ29eOo14v02RfTJGW5PkuCsuA6c7l07lXl8Tub8F5awjASU5XLuoBc4IH8rNMY2Sknz2HLR4z5R6TkGKI8EBfoiU+afYIMJQB5bKX13U/65WayM3YD6APiZSwDh2FgN7iHwILI1/JFsfeBzxoveRy643QvBrw58il8s/c5zZncw7fgKLc91D/RA3Fnt5JSSL66GZYk/K4FUtodlPz2lig17x9lKc3rk4HPRMfqUXuqb3W79Tg9g20Kx+g56ljyiRdB9lXDns/uBc83YdPiM7DeaNWev8Gv0QDKkGP9Q/R+hD155nJnbN3iqSLofPbzjfVy+Bx5XX7NXfK7LGuasFNt/3rH58Xv97os8AOCPNMb7yc9dIN/3br/mAN2vv+7EyBW5N1zfzL98f/GE4x/nZ9UhlQvm8H2a7l0AMEQU4z0cfX42hL5/ks6/HIzruZuX6TsLVYLwZs0YF/iQGyFwC5ljNsivcUTy/Qxp//3aK69lut6VAdy1PlPJOeO479mBVK/6POBw4E4EQtf0R/TxnSW7+GkdtBY573t26VTaBPPhaJoIYk10zyQ57/15vNdo7oI6j4ULHVzS7nl2d7Pij94Dn5g2Zvx9V4VN3nT7+X3utX3Ib3HMn/nkDJ5d46O7rrkMpLgMwliCMWPdeaDzO6/atWvumtfugC3Q26xQO3jILEKSbxmqXcvx0WclNbzdQbeDJ7n+OAn6WiugWk/bBKCKkoiLYG2Ib8TfOMVRNhbwOiiiocdZm0wCDBUZWgrH8nuh6VuKKAeg9pA8A6cdcyPolyNi5NG2HinnOb1vB1SxQimvb0EQRyUCDLkLg2gpuF0W7EE1h5N/FOg5e7d01L1OVlLWfafZAo4F1omqZVwdj9cQ/qn85DlW0i1/svazzneMTpepnDC9KtR97zsWK+5N6ZvOaikOLVwaGs1qgjgWyOVnY2QNHdnRNGuaDJlEqvPZ+5Od+WXn9Thq0BjVZ3Gk1WjpvV0r/t1soY6511jvzCGz9MUhwM7xAXcK2rWUava4jp010rx/6c7LQIbM9QAXJuuMl3fcBdbKXymFHUc81+09efOcy8zf2osMAXDncOxAK+MU33X2vsZ2PCe02R8DN3Zgzb/ZI+2r+dZgamRAAWCXpvU7MPRWj2LPjYH4+ktZ7lJIlFPVNXHe8/cc7HLQIFsi5VPLvykN139vjn525HBewufLSX/w2mRjH3odg3WuazZReAHgOY4xOxzGoeznD197bWc6HLYMcFOe03XmYlNBCwcNWM9F/gR7TWYJnziJNafZMN4JH6Zs68j3iwC97In5x4ee4SEdzL02Ywc2KtmAunkmNGt7x4fKWN8eM99PSUqe3V7czTp5SIlKjcd9CgFwBzR2T14OcziltsCSZAXW+TDyftaO/lAA7723znEyr5x1oWf5dztS4izgmgLABkuioOyIZk1dgtWZ5dxDVsgCW6GFAIEJvMAJmr1ce8R9xu4nuOEA6kd/4WYDkDCPGjBL6VqDCCN3WbfKTUgjAFuyPJGdrFttutIGdLbrmPKfM+uJvjewNCcw9sWNDaPHnf06eo11YD9bRtMBFfLCtud9QP7wrsdpPksJ3J4zKr+aud59PuSKo/RzMDT9QadGT3N4t4N9gMcjqGMc4hyo7fihhC+XH+MIT+VsjXNlAl/sjEmPNwAwouEja3JwTOnWAPb9oCPd8xJaHidDdP5EnmsZd/4gIMBguKcTpwT04Xh6ShcbhFV2iFOWkGst8bgCyNaZIiWEY49NAIie5BKPWS2PvSZWnC1xxKWc8Di0NhGJ3GM+KUEWUMmAEbr+kFuV2exDMiwLXkDD6dedrr+tTAH9wj9HBjhr5AAPHBUeZg79dlSQ0Z2AkgJhR6Cb5UyAXjvy9G+XniZoYL5LL9X2AI6NcwRayKkZp01AUt7rzK+pZcbeHXQNYC1adalXQNuhpcNe97rFYNlLpNlpo+eG7kJr1Qc4721fDsiGAx1ZnOoZAVcZO/TmMpiSZwBKpblcl/VHRTfDmO8D2KdMYAALhpd9BnpIQAACLvz90Q6y0Cm9LlNBBDA6AJqDrsg2lPMQ/2r4oWXYE1DJJ3J4nKL8G560YGNfRxePs8Y36Lujn7nHF53FPpRena1lGylyj3ewNshjl/DG3kCmMkXkEvs/do3pFlAa/TG6PkEQvlqOUTn4Iqot78l0xPHe7FwPEYcs/VbRdwDFnmpKhrYUue0V/ZaALQUsaVyHvjBwqDEhOwgwhacAO8maQIfo3y2D7J5ok2nMWz6q92FbmyBfS/umlQF/A+YmwAsnp8ukAgA7SyUVDJLluT6tmBB7YMlTAh4MPFjvR76Xn00v3rJkz7F3kf8N7I9+swMPWWpnXwJA7LAdXe0McfZdWwCI3mo1ddBVvjuAyHYu80gpfrI4kfV9RsYz1W6wMeycD890Dpb3Y0sBXO4f9/fVfeUXfjOfEvyhtUyGFI5snOEAWQA+7KOyjSgBOaA/tEo/ZGRlemQnsAoAmnKRdtSSvfjsWZzK+lGc5NKQcehqvV35ILz4SFmW0BBOe54JgPFA/Tyfv9TaSc5Cj/j9qcqCXfRQINJ99KHXGBrMWtjOEn88fCCwThmUb5XFylwAZhwkINkA+PLl60cBMDcGr7ke3q6sCo3TqzYOeu8/st12Z1pzhP4mG17jAxy0eKEkru5xBqYc8siYp4Bwtt0BccgoxXbAtsfeqGx5b1vDIJIATgdMiF9sR8gxDmjkd8vp7CAngQ2sFT2NcWjzb+b4TGAz9AGgzXnfemJKSCZAilkEeHv1u3jtq2SyBk5/TdNWDrUeF89gvM+f3eg5n5TdqX6pHwn0DABMP+Kv3yQv0b9f4DuB5irNyzmCXraPlLHJ2icoBV6OfIT+yFiHltzDcwI2UpI42eTo8cdPBLBgCriUwC/OIIVOeDf0/ecr7S2BCLo2x93YYy3HDV/CFwBnfF5qv02XBDchv8YdAaAEQOX+n+IX+MD+k4lbtb7Q78+fPtPv4jMCmJS1Cf2FZmInoid4Ptm/fAftm3a89wRdTGsB0WvACzJXVRbXxuH9e7///sqg3XMyIDWWP/9CN9ODGptVe+H+3+gxBcbQQ1Zz4n4APGS0TcMJ/qLUuntD65oGNUcOpPpBAGbkpoKs6H899k36tOZKMoDRAfSrJfDIfXOta/gzttFj+NALdV/loqFR7Z2y/x7r2nfK2L7RGtSN8UQBHR40YI7tL7I8Aegb5AN/6XstGO96Id63znobmxkA0GDdZFmyD+8E+hLDg+yHHwpOtmd5/BSRhzfKbGduH9y/NgGUDmbSO8nOTZAIyBbzeXDvX//nrfZMIL9myO83zF/A7GdAXRH2jXSzg1Q5A0qORT/nfTz7D5XPfi8Qk5LotA54oEAUqmbQCoBgFCpH5MyVQJV3rwOkO1hOc7oR2Gi7kT1QQMfL6VFMwAN2iVWS/vuo63P0ISAIPwql+2PLW16LD+IO5OqUaEa+wSsE61FymTmWbz6oJDz2uH0MGjv7g1xvUJ17AOMvEE9+dHsOeCABNG2hErs7lUSiRnMmRocwzi8ao9tOINO0AC4xXV9OxKuCKrAFAsa6x7qf8c3Z8shJ9jPnCHqtq6y3eMfZvA9J01cFDJUdR+bCU48kQwme4fhl+pZ+YX4EVvRjme3S+dEFBIcBStKP1r3WRWMBgKHTVE+gDDsp6vQRpv+09ZsDcwgMaAZw3gkd9GzM+rwn7ZkZVMcQNWZanXP8HENTUSr2mi/R3539XbnjQBfKUSsoyv6QLCDAegFMdBXBNW7PJRsp/pq8h996ro08qz0J+pn2CzlH167griTb8Jhu28S32p4KD2ADIC8T0PVYeq29gR1LOmdpSjBX/iATEigewL0BKT53aM0/uMqQbC7Ab62FaZJWCA4Orr8oVTUS4BO/Gud+Kg0wXgBf7Lbq/uxBQO1VGY/WCdUrQyFcAyUzRnzP2lvOAAAgAElEQVQitvcSfOCg0XU0PmiKgKH6Z72HBpTDD/3YevL6Lj9fsv2jo9zyisDdHDk8Tp+bR1D3TJZqT8M883AHRrEKnNMm+Lfz9b5sfvg9GNEjHPvy/s8AwL15Bw6PGf7gL7uz+dqlZ0dmJ9Rrq4R/FgCu47/OoTXm7ODPAFfeiDGcrVQx8KvpZmBnAHif2yVgdoVyrixEFcs+vj3r0GMf5XMXAIziNS9tz9/ffm0fDwfuEMvIlyHkQ94c/z4IewCmuzJeu6/n/ef6awD098joDDRcu3YfR+ufn0EV98S1YfBjALh0+KN3X6Pf63MZI/ySh0/rPB6rLVOpQOT5Pfu6Zow5pF0Da7unFrhzqFz7mAFd41MfdgYV+xkA+PzuM6/xngKw+7ruz76LDzreu555/v0a/e3goMu1jZD9WQC4wnXPJNvlVH7PHh6O3YnK2AFg+LTA6FxuzROAN+UV6Z3QDBUrD+jW/I+plN/znqErHFwod5T8OJ7M7zPAyJIFouwA8JmWuh69Po7GFcXk3hp6Xh3odoz0xMUa4OQ6M4EOSOf1KS2cL7VRz4FvnPxdz2vlmy/Wf9KPnH03gNBhOED3E2ln5zauQ+bV/Yqm9uM4VB0yH1mxyTor4nHQFsTdQfN9LjvPxtiN0V/g65LuYyTYetfHGTnzOdPU2p/lgM1xIcDvKkPS6LQYeufnFCzO+tZQ4v4BfHzAyjO6Vuy1e6Lh+B7nZ59bAN3rZzkT8I/fj4jsbYHq1IrBORbQ/O5ya6f3x1kTQ4oDST9c68/sTfhnZdqYBuZyGz763f2+5vlz8wUZHgGDutGl4/TsZt/uYG6BZL8e56GdMhzKiJ6d9Z/35PtZWwo1zZwrn1PuMHztNRuH+77O/TvX9H47gfW/ZlE2G83jMbCWTJPQx+o5ggMX53nn36jMZg1HpyY7lTGypReRlKVP/Vmwia/ssLSeTZljZz8NfUL/OEAb3Xmx6KbDSA6MfGdMjoxmJGvHGVX6CzJv/q/2mZ3+OuSmHJYX0s88yj3akch+LnorjR/Zg6znZM6ZTjiITGnGlIvKSJz1PkCYPWA2xKd3Io6z4Y866+2eYy848GpczpBknwfwPwBgA44tez4HNmcwJ9OLT3VtHLdxngTsx+ECDeE0Dh3loA6PsVYAIcnc7V4GjErvZJ7F7x8pu+qxyREy7zTwS4lEO7Umg4KDvx3izb7MwakBEC6FZALXmlItQmtrYGtKB/I+Zw/qmTirbvWgHeYwEDY8CA0fcn1kNvtPKbuU0QQEXf19CwAXvG9kcjLW0w+xa5pMyynZPcER+TdOtYBYBuQ2uWiaJ1p89qU0badsmRuaxrEyPOV4EOuepU961kBYGVA036xs22aSo3fZaxz4BW6TAYrzJUC55+ND3ugcHDZTzpb5HpmF8sLiJGUoBb4s79Hh8IHpatMJlgGSrTqY2y447NkcqC1bydo3fXlFAmxxMEfWMDR93RJmzd4Nq4ZWXN5WjtDyiB3/BvCjc+LEgA7D486MI6CG/lGWVQnOSjDHBNqc9oFnhi65DlkwgUr8jfnjBJoM8GbGA8thW3A2tL02a9YAsz1gzVUn5lkNOkhJ5JRItsMsURKx6cYe3QFgHHEH3U8Jaa51STOridgM2Ccc+NvXqqLPJcTtZAiIWn3vPp76GIjSbe5VDN+w9uVv7wdOmgTq7TZisj0v9avlDYEjjG3sKp5foA2ZjJ52uWn38s36pnwl+8ha9OS6QDbey3UACKGPKRfo7AXkYErh8lzK07I/zuTXOuMwYzwAY2TSOXM61rMDEXCWIofIwPFqev7MrLTLGixZ4758lqVyqo4t3f7jyJzKDldwmal8Fj+mB2QrPQBSZi6t2MHeFGRlHIx/l3G97nDmjVyxPcROYOdj02rwOCf54KgrAOysgmkVgWctmRij12XtUsKS9YdeWlkExx37zHo0m930rfnwB+9F3gKIkrXBOsIX8Dn8a1ob+qkd11LJ1nNjD7cyA/aCS6kbdE4GyUOyXMzXkk1yvlL6FeAxfV7zSV+4ZOqW1vg+dk72r/qdd7IXvg6emzEwe2xebNUGQ7nEM7rcdu4A5M7WDCDbcttHwNjIN9aciccOT/BKZFDmzJhcgnj2AxpewGv20n28x76uXVMHfWY9Wf3Ijq6Dnu9ezpID7+R8tgkPfei/BBbA82n1kLKZlJJXEIh45qn6LvMdZXhrixjQsnMyZ4AEFUbHAzqGhnhWFMBjSn3bSzqED00YTAO4IdOd0rnJFrUtIsDokQCm2G7YQuGJAHEgSCN/RibUlrENQ/9OZeYBoLOXADOmU0oxu3TpO4NnyBkUUkBKsk+TiWvbCtuclRR9QSsEvO2OcoBgB41qHJR/pYcoPW0BWtxDXPMBGK5OhiZZdyfo2bZPEJDLtgqQfiZAAyAEvdhAMmfQamLQErwUoJ0sRRzAKicr0O2eQAjK4/5TPUORj/AeGU1fBciGrsOjdeADfgBSvPrjrQFgnk/WNmCeHcicQbEjddYgG9DZU1pv+O2dwDj48KnW8bn60Voe636OVwAi71Q2n/V4KHkBKA3IDmTes+d7PQ8df3MjUFly2pWZJC8KwALcW3I4qEG9WVX+ODbHA48X/gMghSf+EICNTHqgMtSWZRpTK3fZbtJAV4UZzncjp8mEcvDYnGldaSby/SM0LFTI2e8GIpD/0w9be0FlBdYGkJd5s1+Ry0S25eyznzN4JvqFTFD2w2VpKedMlQXtA/ovepPS0coQ1/OgfaT2a2WEAjBhKwGYEZzsTDy1PIBmALjJ3DMAzJINo3NewLIgcIIPWc+WCLs/9gCAky0Z/Z3ezT32BABGJlEmePWx5DGAkABlCRjMefuVyjZnn78pO/zpvT9//1PPuzmCfR6LRin9jV1nG1DDeqcy1GRd5izIehMclAxuyD37WD6MXIIW4nshczo9XCkNzfEKdn4jIJUSy7zH9jG2JOcwnbdd5cDVpsi2TXUYZBWVCZIBjfzNQr5RBvRn8VHOH9gKaetESwS3P/C5DluPKkv6E5BQYyfTk/kATrOn/O42NLoXgPQGsJMYYLAhPQO7hfHSo70f+msb69Z/b6ke8P7Nvf/1z5fhN73fwI5lqySdaOADmfOUyNd3AG0A+c1sbdJX7eo5DvtVZKu7n732jYCFBACtBAKDUJSyJ3Bs/CXsQTLuqdCB/I89xO/wQUF3non8akb2HGusf5I1Dj8kuNYA+e4Q1DDIoOXzbLJTHZyFzpbsImM8y8V76ZGMPTeZyN6/0L6DG7B7xPMEECGD4zdKb2b4rfQLqWEbOQN6+AG94ZYlpgPWNTIS3UfMSI5S2BZk4nOOYVAKOiEbXdnh9s3bHxBZUiCPf+8AcBgU+osPtv/OX6D3wZgAn/XfJzVcd4CdM2djq3+iWoVomwxr5oIe4L707cX/EmyD8acyR5ImXYp5qojhT7L88RkJ3ZuATft2nRHTYMKxhSfbHrC27l1uiy7OGJCJtnG0V9ZvlpHyOUwGbnzWucf/bQCwg8l41pgM7/H3OgAq++vTme2g+O8YP8E1rjqBnvXCJ3CR9YIGoTyy+OtvpXIOtIMut21Mxq7+XQCYsfX9n7DR9T/jbPYf5/zOO02OGZbpOuem2AM9G0UPx8bz5T7bMWf2aQWP5Ld5Fm8Z3M6yjL227Jhgs7FRuaEAe/cAW9bcMLS3P5P37u/ZAeHQ6/z+PQC4SqUH8zXkWYd5yzVQhitWZt4229NDdif5fsjsZV3E7wHAfUbHcR2sOkES9VzUmbetHs+poz4Mfnv8BXC60R3vPpaMY2UWxW6pyZ47ztmLLVFU8He/3IQJQ0Ao22N8SA//huC2Ne4B0XTrA8jlXM6Zs+dM4DWvy427KwP4Fo1shslOT/v+nu+5ey2H6eeCM+1cA4G59ABM6iwccOi8FnbEbAt+dnxcG+caQw4/5/sXfWTdT9t/AmyH1sYQuGtdrq/PJYCCsDV9oaPK7NCHgZlRXkMT36PhRhKdeWof211g4n5N1+m85ufnWi9tfHKm2Z99jp2T22LbWWLFH6XSTN9+z1gv7mnG1WiHPRtxlwl3jaffH0DSbMbo3WyBFUloBv5tBquNuuGblhgteMihHNGFu/liTCh8DgYonc0BZUt0PkvW3AaCe42jyKbsWQGCZDrHwbWv0R6l1AK7Nt4Z3yZnnKWCg3D2JDI9e4E23YH5Og9LJ4ejf/av++Q/S+QzeIwHvx+TdXi84Kzd8+X/kZ/7eNzzF8NJYyRC2P0/4Z+hxTrwdpnAtVmbObiMUL6mL4KphintrBsjbJ8fQ9xlZB1ULRWzZPPulB3mHrs4hi6Wa5zfHEwSxRlHb3k9mShLF3S7cv+6rnSRfUlQQvZv6ZJjr+ZxOFP4a3uA8g/WvxGhfWZ6eq1nrkjBZL6EZVZmagz3Sx3AMw/HO0Cdr1njs6Mfl8zIlfZz7PgTdIHRn1GtgJewYHkAOdrxOfrRhnPAroO/BmxgvhzqTd0+OK0SSi3nG0Ajznuuz6F3OQ27TwctsX8+3HS/U1IoTrd8kskXHdL/zj2DmwlXa/Zc1rlZcbBWygnHuexgEH2JIetyrhoGjvVFH5Op53dHvqRv5CiizSJNCe0VVNCxxkkakLNrsVvKzYCLUzUHo2ufTwDAY62z96GZAZB8cqqTfNHLDv7ybiKjPXbT3xyY9LLdieC90O8ul0zU/PCT93TmzWErZRSJ1h77b0A1l5bWM1rK1Dyme1OyL86l1UuyPX9Y2xyw7bCwgh+7QTelR+fQ8ngHONSnVxVMwKFvQDMzWK5lKs5E0jgBXACAs79kksaJHsAtQKMBPTKYdUq201jy0oDKHKgKAO86GBGFjkoARQIq+lz4k6yazpf3JqMpQPSFnISvoIEjS5pDFjIbwAsnwgKALc/dGmFAXeQFdHyyg5HNHs+cxkp/K6itJcov7ffuubNErB8v7esm1cbJHZnwiPqSGiMR+slsDH0NZmKnVXsH4khOwE2cVXzcw1PDcEnVsRMqC5I1layKBmUwBxzKKRPK/hIJn7E0U9J8j99rnmdbgi+wJbCLGxSk91qvACzbjtrWA2DLOhDHQ75nPXGcBBBOttAvlCIeG8wgSWEM69o4vuJcmT+HyX0498k/pXV9reRo749MYeSROw5W0No2CCnjicw96+iZtt/EPkDbBRK7RgwJkOugjeFxr0fXZejKemkCJ+xw4bmANM4qXiWjPQ5kJpw1gSCVjQCWDeaBttrj3YFnY5+iY8nUiGyOg6f9LBOoFr3ijBBXgogDKM+Lky+l4eJQpyeis0isb5ItuJ/js1/5brd9A4wAvkzLAcsUso6RFzjE13qwsbVTKsdNF4x9QPzZ8qHJZIRG76TKwtF3eZxWzoQDODPN5O7wTRzEOGCd6Q+aYVsJcAFF3aCCOIcdRGVdFX0GH/Gnez+TyY4TC7pDblve0IswGQkFl1JWPbyEHoTPQ18JHnJmsC4AcAAoIVgsPaJxZCf4I3I8cn0v3X6cK2p/acK1Gbtm/AkdAOT4rXrORzkVTf8E5Oke9zlDxvN8AVzI2kiuZL46iG50eWg0AU0sgGXRXM11CXBYzsPymUHL0Z3wbQC2APgBOs0VAXb0P+TSZ5pNWrfxhmRuGwCW4xtnrvt+2o5Nxg1mexxsyZznE3mFEow+tX9EhJysi5arTmUUZOIhsZmndajAqSc3HkNA3ABvideIsxSntGV2zxyzVwFMG4iZTLSweMbGGMg+spwdm6/71ooTHY8l6dhNR2CS17mtH2Ln2eFumcg7yF4iYCK5gfCX6UdywLrBwTMJivN7cCJP1t/rN39pTQNqwisNRvE66p04n9NTMfIRO8Hrp6+0G1ln7Pk5B2H3uOIIfRsFRLhMpQFg6QQ5+VMCNTYRDnsMFwAw6w8DCfAZtBxw36bO2A7OEFQWFgEfkRs5b7hssa2/ab0ACAQ9iEbaY9lnOz1sD0BGlx6Z5AZ00gcTUA/Q5ymVZcyTjAuaT5YR2XqRZeGBV6/+8h5Yxmmu9stRJtR9cwGoyR6jDUd66Y5IM0AD3X/4+NaZsWSvv/qXgnL0TEouv3hZ+yVgEGA6JE55aJdd5Y16GYF07O17lRCmRK9Zk3VVyeZHAvpSErf8pixb+E62Lr2PKcn9SE58l+m0XZqgNuRuy7gaaNPypZrHDQd9vxvedICKXmj8Tf9zAJDe8FblpkPGnB24np6q95VlTEsC7Dv6cSpIyX1tBQCp/O7vv7/xGrpXtLOAE3QX3ePTpOl5WF4bAnjA9fxn1Cq8p+sNIgggobTnA9Ge5bL3UWMlUx1ahz/HWINHvkg2Mv5ff31+6CDTvWxUm/1zfmetyE51G3DoQoAsZcGj90ziHkcy7WB5AOKH9/71e2QY8g5agkaSpQ8NvE9mqvRDMj2PZU7GMYFM0L3tm5ERBGbwHgNB4TPWiqAEXkwgJ++HjtPLmCARziSPRVvNJjQLirbgWf0FXav1eqK9irDg3JtgsvdvqMqBV0fZsgJoDagocIHS5291v99v2yNgO3QITTtQwz13TTaQgt7H4rEuBJE4AsvXv1EZc2cXik+cyap1QO68Ueb/40fqh4yNMu0tbB8QJKqBNmCK7ND7ZNM7UDJ21suXKp1N4Am+GD07fAtthdatkfCTTky5A5zIvJ6qHC/Uu5irCPwlYAJ+MO/pRuiU/XJvbOYsmfNW2b0OFoFXRAz0PE+PdYDe6AdKQjvgApvbdl01QAJmydZ/T9ULreeNegQTOFP/4ZigXtc5uriUuUtHQysTyEwfaMtP+4Cz9FZ3LvWcYB7LM2XNuuSw8FkHZwKp6WWUCaekdZMQY8948KPvkmyS7HF0wAKpeQ8ln5HD9NJOEEscLtAjYColyaPDA6bfPJ+AdYJPjuosvA5dpF7UCkKAT2N7BAB2JSDsWPcfj+x4RoawtowS9JQwxy+DTPXHwpmgqTjJnz4lKAn0nnfqHq0D82W9aVngAFSDw7IdIH9PPzYd8smZotP73LTp8uYJTLFMjZXv9WpwmFdxzrePXDpe/EULAM63DnLNd2T/U1qestS2zfXs2C/p81zb0hVWxr5Gf8UnFH/hIzLLkV1jizieD/vGOsIbeusTGRtBerSeg25MAKni4h7BtrNFH/MEbGBstszPZnaywrV+1tVk+IbkrVugzQ8EnUt+0rqEoxNz8bAs2HLeR894/uLpBHJTPYaWFXkxVEU5dAO4ug55j52YQE32IGcR5BXrStKFe4vnoHOcD3MGiJ+Wj4NwbNcEXOfTDGD+XnqzHwHdYD2c63xOhic1zvql/cPokdw/+mru4fU+I5fB9QV+g/J4KyvNcg+2kZsPv+L83WPYMK8d4/tuBvDPAsAdhF+0EdL3QKP9nvPf98N5DsOJZjiDpVm4S6Dn7ucuR6mvGXrPcXYdcjuHMwB8BnrOAPA5s3V3HJUQQseXjHae0w5i7/d5XMN41wBga8NxbvTw5nkx1c27cc7Y7XrdBeiex/Cj60vMx3XbdBvVsO/R2RGz/9Y1X2sZRlvPXg8PA4bpYggNl5pGNsawMF4OwLue13f0ued53x4DK/3vA8DrPRtR/gcA8LX96ndR/gjz5UA60/W+5hnbHFy3dT/z2A6klZfOdH5+T59xFwDc3//uc3ZQOjSJMA8d+EAwfBjH63w/itgX1UiYgVys6xYUclacpafj+zmwZynjHIjTIg8uAOyMVNuolKOylym3OIMqh3VHxtujlQxW90ia6zBq6nuOnOjuLT7IOtRJsvNHnApxbK6ewtcA4HPp4oN/tCZdUwPAhxEb42KZBpG1SyRFrjOs9k3tftUR2n/vB/YaTRe0aP6naFEMhp3GWEHWp+vH7ztNcgDkAGlHfcK4x6AJbex9GTrnPQPYTqtdKczLa0C4BNYGEPf7peDZ/FkL67zQKNcZiJu5hWZyQG+AUQiJzc1LzwBwgd46/aGBlpW7xpfpMRLAKYDAlrm60c+eoct7q0urny5ke+kUPhwHcwCRGM/mzzmABzgs6HQZ2FJa6N7uEdkFc/vbTiOUiPE+jl445n2ASGOsXrLLQUbwYSMTk/Eew/7omWfeGj3D/tkUjYFdAKKZLXwPsNPfO07WvI6Fs1PXjssBgOvYr0xrZQuXiIRmZq7Zv0xo3+f0JA2L1CFeu8CZnMF9ZOAGjO34Eukch1CyfBeQssvBrkN7/p4z9w/gDjmMzMG4dZRwD32h9yMKkkOK5mAnaJ00BqDW3OKszvo7AxgXkfmn9ANY3sCA0DP7GMfwAHCjH+wAn0yqMwAc8HgRyYPJcG+Efg5UyJ9ckwjz7LXBT32fagkB33DAo4oAe92r1o6flPfigNFMXQDsAEShbkRU+vBxMglQ4IMmzxiw0+AFzno7xtK7B72DLGpfXHqMhZ7i1Iv7IUE8yXSqEzsOQWd/IYtMOwHbHFls8HTpnWTRTS9M7wO9A3EnVK9lPnwsy/Sns5ftcE9gRbKg0+ONUUX+s64rwKP7zj3N5PWhdcBlJhYgL/TVzKuzDMfRRYYsQPKelZrVhlcqHy7t9wbzuCSX3sthcv+kh1ecye6Nqj1vKTXLvyMyfIT3ODjcQ9QOcEqkJRs2c02mKyTmjOSL81Z4P2sfW6+2GeUVTedaS559BAPp3+lJzSEZ8G56DNsWic4s/ztLQHPxfrdUKYf6jgH9NmUycfZHJybTlJ125hj9IF03LkB0P/s+wl8577GmcSTFoYJzH7madck90R2r/Fgce/BZA5BwRh9VEYbX9+oKdTgeOogofANN0YPWxdAlAIeD41Iuts/0+8dBzXygEGi1IF5pMaB0aL59fPl79iVA2A5iJWO89locbC3ZvPQONJfM6mSqZ/4Fb+o/YI/KH7U5XE6dXnEAQ8N36CVnk5NZiTxgXKY3CCr6rJ/SJP+OXZnMnYBsyTxiv1wBwTYv98buSgYDMxqAVfuM47S/XzAR37IH0Ca2r8eN010lpN0LjY/2R49z8NkEICULLy0ByFBkKZnH7vRyZgGZepRL1O8Bq7cAOLK6Zh7svSs+kBHqILuUB2VMAAkNaEkm7vRIdSBUS8olK7WfAMDtu5rsfbd8MJ2HhtjTAnLtbbzrdex+B8Bx/HfmaBxf6LqLwDOVv/Z944QMGEPgEiUlA7Clb20AYNoUlBYz3qwJdG5dj6zADpozExLcJMK/8err46xsyR3vDkCPbcA43ryPgDH0kHQgIPfxjoDEOC0LIpD1+egJznPmyvpgdyWwKgF1MX738SYoMECPAyOsD+JoS0b0Kr3tAfrI4An4mU+cFbvGdowbUFhe8/RUTtZP6DlZ6wCZ0afRE6yp58d6jPy9DJxbwU3Qs1v0zBpbj6EbB9zx/LTfzkgeMNKlPccmgcdYOwIO3AYDp77WP5VhIiN9pjPou+RK5oY8JusydlVKuCsjUn8nIxLHeLLksk7OCiWD2FlRGtacZx8c+ogMyGS1ovveunRu9vSpwAj6cSLXEV2ARPR8NHDr3rrJMLYM1/TSCzSlcA/Ty/pAIAwZjtI7dirrv2awozsCBIUmA2IiTxOQUhuM+dYOcZWE4bnSB+Dk85snKhGrdbVDP878/P5BQMSLzH/EInPtPlk+mqQod5zsR4AIMgK/fKXnrdZB+/VxMpajk+gpGTvrz98pg0z2XsqVunS25CT7++ZNZD5liwMAh94o2c1eukemSi6nDD2gCDz08N7vr96YFp4rSxd6eybQ99N7ejWrv+s/BJgpk9PluG3nAe+ZJbwfdpqLbNA3/MbeKYHI42JuyBFkvDPqRhb9IvkWPYkhAT/Rd1YZ0XovmYzIPMfkiJ9rk5O9/ccfr/1eysEiYxkrM0z5dOzP8Yv4rJIMNCrMOGjDQYpTRjcsbTp4B1+Mzdygui/6zrxp6ZM1NI1P8Oo//7/frBdK1n96XAKyXr70dVmbgIHO6JWNy9wAP9wmQvvRIDmf5XU2eax2CR9EB7HhdbMAQN4B4MsaOtvTAHTol/WmJDFriDn50a1j6GWb4DYHNo1vyOwNmDwtAtzPUqAHctbnADLyvZ5TwlZ68flz9MJk0wJMav/fkiHrChAA8sqmdH/dlBf//V9/KiMW/YRdpwAJZ7fjMNEztROUleY3aJhsxvBMqm5wDoEOORJZH7s3NGuQUtQAOnwA4F7/9Vb3pfwvsgj5AK3TvxreIXP97Vsy7z84W9p0Jnmf8zbrKVks4I4MbUBOdhmZ8kL9d+GHe/fVr9dyXDaeykFzD+cxV1WKSnEmKnL07VQJwY/kgF7vJb4LLhSAKaDXYLnGiuwhUMA6YM6fBnZFC88V5/FK5c0fKtDmo8YFKER/2RsBwA6G9/5FUdmOZz3pK0zGqd6NHHEwWtS8ZacD3MZfg+6m1QVrZjtI97vCgNbNR8WxwwggIUAMgBPAH5pLgE/Kw1Nm2XryXvbmxQtl9RsjGxuO87fkIIB9AK7Ia+tdXZ+WZNBO7DOqB9inho9Df6bkd8QWJb0/uNcyegiwn+x3bBj0VjLS67cJgzIf5GnPvJQIh9EjP2NXxD6Bfgm4wHak5UgqyDV4vLYE2cKUjM5ZHNnHNLAz0GeM9RfJRWg3eg/+g/cbBEl2eFqeOH4hYsQf/mqwdtoQ5Bw6wdP2QQTQpsIBpdXZegd+CuD0esiGxV7Cf9We9qxJAqugsWTwM/YQRQIoyI6OPzfnsJQwT1BIzzuwC+au57q1RGjySwOIfT5HDxPYMHOrLQVNM5YvqhCR8yHrj6+AQIgENWP2Acq6ShHBFicAmF7b6N6HlFj3ex65/7bPxvhl9QzotPRrmVv+0h4wN4kOf/Bb6CfJz1QBMM3qZrfdcWBT/BQOKsqh1AEPPgdNtnXxppxPgik18MHLd/jOYvPxDIuLkQW12ao3PN7xmRXU7XnLazt2ns+z44M6fF+6ufhEs+2jE0I7fJpMdL7XrDIHjl7b6md+L3JEEWEbuS7C/Xf+ttbLJMsAACAASURBVDv/zvft4N33nnm+rgO31GDRN8LbGQzhu66Nsbf/m/svr1+EMn+7PqwuC47IKw/oO3aggwf1cL0yxbYT3zYPRyp7g/JnX9GI1bote10HeR7Ktejf84SOqPchrv33u+6/Cyi+9ewxgu4CkD03reU503h3SH+PLs5rf7m32e+d0K8xQX+/cCofjJWD0LVP9uaSPdZ47r6vp5RdgBz7e9Bx1uS8/vu6/ygAI3Sz6Gt3LmScW5betvc7EH+txPO1II4znfLuHWTtvlwL+rDTxQdyhGTW7Xz9Jci/dqPrdgaCv0cz+xjuCkgpoHftOVbKkrLtBbyv6/Xrb397SgTKwR4BPwqNg6yBJEy0ecEOzi4ldDtbd7++GZRZ09vrVhA3v3+PZgMGWYk3bckEthwFKJrKtzPY1jfv/No5XCrU2fuT2mFOdryP/L50CC96Cc0vnuyhrXJ/B/P3zJXedyuggMOklfCKZKzD2wc4jIdxjvq6sXxszNjplBJj+8cl/ua5R4+7LQLLB1bW0tknl0C0r/ehcQBQO8My32QwxIEZx7dnNa9eejIZgutTJ9WRAbTRQflwNxR4bkCxPOMMzGd9ciCpI8nGpgFs0esEKFzsFTrA9J81Yx52XHM8df+KvC/fB3TMnFcG8MUab8S+04Pnsens9Zw4ubq39Cixo638OA+/S79aVk85wc4rz0MBIgsvgR+P3c5CwIr8WaOvgGPnY2Bez0gWJVHdlzYL8prIa8tQvQ5nmAM2cDo6cyhUQAYl19LrsZ9m7kUH57+HOpwj90NXU8KHklqmqxiGJkMfRhJpymcvPQ6Ilf6vyXy9FmSGk5z1aRmjjqm01vXoexdQkL3vXvm67f05oGB1a02GRjGKW96rTrrDRvPJIRfidHQPti373H3XzI8D2o8c2uWse+Fy2D5l/OxO54O2rD+GR/Te9vhrL0bLuAF6kS+s414WllJPHTtOBvePhQ9wdul5BVkq25O9GUcfQQI4Ei8dvIcfIk42ABqcDQYTw185LKYHosGj4RVKgVq2TiBYKmckkjaZpgEbAHiTJRa5SGm5AC0rK91rBwFzKBsQ1/pmxgHvBXCGl5Zdf2RwaUzMrwAi7+Z1mDYuY6t1Og5DpuM4fAp82fE7crW02GzgZO8VYEiJ3jjRaq/4bWNvNdQlpxOgC5ekGz3BlZXP939hXXFihBdwZuLk44NT4ChVLHmeMnb5zZHbODBwwg7IwPeO3racDN/y5yVQ00CuydSbUnnMpf17yYg+SrazHd7vyCg7i7egCL9jvq9DgT0M8A24FrnXyH2DrzhTdahOlQ8yMnLohwUNjA1om0ClpduP7DJnpKakdzPMWGcAarI5eKaBvaF19vTmRqUdNZbqDhxrRMtnLVNmk3kE9CzIggiZ3q+ErDkzLg4+ByGx/gIYW8kggQVmQgNgOwCc4JUJrBh6jm1AaceUkjWvAKyOPC1Q2fLpBZG47uh9jM7ENtnWqbKrNk/kVgCx0EUcX6z3cW4GvLaNlczP3d4OAJx3tr8pDnk/f4LWCvzup1nTHoEDVDIwUBygLfI3Mgud1XYWO51yryvNkAXFfrDuyD3vc/SYA3hqi9qBGplQBx+MQInTAthMmPvJ1sEB5Kx/B1TEtmPvubf2y7Lz4thCN+B0DVGG99CTzrQAoAbYBZwCKNVapURfZGWzUcqT/Gm9Al+NXs2D8+zY1azZOGYnaCHgch13jInylZTADA3HTu1/AQPLR+6lp/cmM6Q2FU5a6K+BNayHBxGdcpRIjgyN7Vfb8hjxRUB1S+QnEI5HMU+cuzhPU6KcfTBNWO8O8OhgWP6NHZOMBsrYuU+154Rt4zvt8G7fe8CCI2OEHVJmIw5OaDTxFLFB9r6+qUCS84z1r8bSEtoOXgOochajbKXhkwDgybo4qpTUd4Ez8ZDNAKzhZ2Q5zsWAJZMBRqCVzZPa9qMTJ6iRca7fls+qAT0pZ51Mn5zhJzBE/y54DcszXpeNdeDEqloUZ3w0U89vXO/WAbQ8EHgUeyEBYVznvpM2k5ItzhgAoPw+6MJzTxsE63dNEAD4hj6lBmdy5omthtyAp6MXsEuT3anyznay8r4AG2w99/B+Pj4Dup9qAHyygQxAaw+fKguNsZFB++QXIQTYGALcOE+RpQVwwHxcWt578cTXmv8kZ1LSmqAEwKn0XU1AlvSM1tCl5vW99aTpgEzvj9ItzwxWsh+dN7IFcMrnC848XG+H/j33wLWciRmTffB/oXP6K0feiva1Bzi/4QX2+Rn9VQU2pXSr1k+3uZes2QhQF3CYLLH6U1pBZipnWPtKD4l/yCh96DYp6B3OnGR+EhypZ7q/Nr3HCTAjY1F75i0QsD2OeuYCcIXtwlpRShewz317RQuAzOnHzfqnxHBsOGRvq7tMAo/PugGNAKicNao9Q6d/0jMcIO2zWKotvH791nN+/uKlaYXSrck6fmbAz+cl2glYHjLnBAI8FLjKHH8RfbS6Av2NA4wOz2oeTwHfsVNmv91DsrgQIJn9M5RQFvinbFkEHfwBTX388O7ery9fHMEfyV4mcDz8Q3nzgCDohmTM0hvalVDQWS65C38jJ+ixPj1wOXdpNckwdDUcaIpsZFoDiVZ+/e03ZUwGRDfAoT0gKAk+dNlq7FDRPXtEyXwH4ghw+fJJwR0CWtMSgj1T5r6CAxjDfdEFYOiXr++ndzN6I6WW37wOHz1TyeIbgcQAbznmPnJJ8Lf6HY1Lv1bG5aCOAUQwcQgEaBAb+/4NPekVCGO8VNCHbUnzUCoTAN6/m2xXWjPQagGd4HOK/gcYB0DW0utkpb4THdJ73rRnu9Mi6gAaoaM/lU0cUDIgIesaX1eqyXzSM2zvQVfuQZretb+IRn3e0vgpO48M8blJ/2PfELOoEMQVeuOZxvdB42bPn6iKBLwVURa6hsbe6jkAnk620FqntLR67jqNXP+WvsdOBhAkvodsXLKh8XWF3kPHlg9A7mN75QzJt59dhh2553KyugbeZG+gYegHUBw5khMZY9z9FwCPCfBmT+A7ynC73LDWzrzhIKzQCqMxwGZZrnfrWugXO4bKBq5YQaa9dbf+vzbkiQB7AHz3Np7e8OkRnvk9e57MWzKUU/UjgJ4/BDhq4ZDJ0BHzeaf1fOoWK/FLW/dbRIZmGLuDEt07e+2pbU+99+kNtBG+Rxa5lDW6HxmIv06vekKAyxjUtuusg6O/02Ip50FUZHomx6ZxayOfc2O3EYDRdl9UrUHXosLZG+sYyGUCaSyDfe5I319oFHnsnVdQx7jhJBtyLuTD3gJ2A6Qa7EYmaXBUmLGtY92T82f9jQnWT8ZrghoDvPMe3+9ALBKOAj7nXBc/kW0+yZecWXgXPh+CLzMe1ijZ2UwsZ0H2A1Pgq56TDHTtg763jML/ORniDggYP2wB1bTmifxEP+KveoLdSOEHbCQtT+RAkjYYR3y0rBc8yB6w3+Ej7KUGZ3t/9T4nBFmvZ1/68doNq8RHkCoU9eWa4nyOXMkFPW8cQbIOTkAXLp6rz/2MXXA+TfuP0KfH6ypBy1fe39co2ZMkVuztLb0XrIl9Ixn33wKAe/DcX3gsUE+c88WPgJvdYb8/7zYokl97qF2MeAlynR2RV/yyIcphlh0guZhXAYpxJteRfHaYnzPdLoGsHH72T5fnLgC41/63AeB9DDYm9elYvgci/ywQXJB3dzpccwrvoGb2c2Vz/Aw9/ej63Rl9CxjwnJfyzPs27h76uhzH+fr+mkW89bhQ19Bq9v9iTeZxjYLewfHz/P8OALz29nLcZ2C563AGgM/8uvjwkmY8y9Pk92v3n7juvO4/AoB3Gj0/y7s2F1yTLz8DAH9PLsXJHicvxlEFr+e820mzYQcfjVPddHHJ9rcA4KNHLTr5wsl8e52bJVz6OIPsBZVZko5vB4Zv0dUIxR0Q3t9xsVeOwlqTqeM5PQLz/f77fu/3AGB0b+mi99QpEpBwAXb7O/ZrvR8ztCrTXZFeG9cO/Mch2vXe9Mg2XxsPBk1WwIYdHBS3smGSrK8L3TEOvoKdvCGlcQo0513NDNnB1zwnvBvHb96z80ONmdxXglxybAeAd2fwjwDgvqfyyucy01SMO9O1xxeHXp3CpS9ogg9OB2e0D9/7Hj/rNgCc3pXL4YihuHoQl75WEETftUrqrTJ9x28Dau301HcfYzIQhDN/ZYZkfpfcsv8bx8VR1nouixMfo3oBJd5nDMgNGC0AzG02cjeZuAPA0H17cXYkcdoPuKYlSUYgUZtkFBJtnjFw6OKD4W/emLnUsYlhauNbljIHkmTYBFR2VtUpe9FOQmKAB6hxmVmvbfYjpS1Xpt3Bb3b8iS84VIhsmtlc+lk0FL1Qni5AUDBz37/+PeAp4w3vUe7eIJ/HnoNOeuCMfta3lecNMnAPNx0GC/g2A4RF9F7iSDlkW/jKZRIFeNaxbv7kv7lulysGyuYwBAPlIJae5hyACwC73JQ+zvbknuGtozSyDyE4/OJ4sAw66ZXjgDhKKr36LrO3IrMH6Bp9Q5WJVpaATI6Me73TfbRc3tlXzVzCu563/xjZ4/lNtQAHJQRcg8pyKMrcEtlta0hnQCKrG1hZ3o7F6zKjHk8yrA55DhA6IHd7oGY/k6H4XhH4doCN3si9CwAu/2f8+1wiW6tDk92TLB4OwpfyYDxLODLmIMWzkg26evv1oJeysXGIcih1mTAdoiNfcUhE+ThoxoES8NulAFr9nLJ/Z17h/pXlDs8H4EsZWmQG+ivzwYHOp1lSh315eqczNSzjLwHmPfPRa4i8H6eMHSsTAQ1A5sp4Bk3i4CJzIA5XGCzl6y9ATj/PzBcAa4JhoBjGgROoJcjYE9YKMA4+DQAJaKsKCNtccPSbTA+bG4BvMk5s18XhzEXp2RnQoXTuNdRvzrLjl8pTnjkA8OKJyok4YuDplhMvAMx6EczhDEsfwKv7Qo8GkSaFoONJ4EccMxnD6vO921rQz2PC4P17gInQ+cjssdeylgEXDD46KCNOrw94GntebeWa2iIHj2QsoaEV1NWxONBgIunJ2nKLgVnTVJdIEKEB/ilNm95v0EkCl8gaqm1h55ftJrLZyhsB9ywTDaIG7KzchMRwsttRfuEAUDadMmNgwNB2gDsDp5pL+qvhDKf05PRtFf+kfzIBBZTMVvYnzMz1AEd28rNscTCytnVmPVM/0wYMLbKMQy09kBMcY50vh1R7wKcsd4IjiJZpiWS7agEqdH1aN8Th30x6sqASYICeqT6hH97SB9Y/lrEpsY8DmvHDS5kncgJAb52V25IB3mlgzNFvdwJSIkPHP2NHb7L4AdL4WJ5ozinti+Mx6+02CNgKgMbe54BI0d/lKZYbmuY+9jplatcaRV/DZ6GXrFwCrtIaoLKMvQFQZ6zpcbgqDIT2Uj65H8aUzHytIYF5WjpKCSMq+M2BcOI39jKOT4IMYpskHMGTP8bEmvQD/SWoJt+V5tOzd88iDr0wZq4JCJy9cHlOjeGRnNwG8mbdYtsN6AYQQAanriuAybn2kOFy6gOyOFBHS+5KHJax2B4rcNHAo8AjwAXWDtDpMY54+u06Uynnz7R/iC7mP+6BoKDPnrfgMYNW2qyUtgfYwgkNYpF9h3fpCQz4x/4DvjFmQFk75rGPAKrJKCQQQ0AW56WCp9AKfTCZizND7bAlyzC6McAcZZxFD5o/43wvGQgA/Myg9v17f7567eAiQDWew/y4r0Ea6zyaYGGvxdaWBZ+71xyZBu0BPkoGIeb1GJXGDlgEQOiAFc2dkrjhB0qYJgAkemoc/5L1nzc64rcGtlkv6plf9B9lzCkbChna5iDPkzWgxQglUfWeZFYTCBKfhYNvrIfTY/WLQICsocaiTOjnKr3qzdTF7MMblwK+LwDiRr+zhw3iG/t7HCHR9QmEo0/ub789C+Cq7+inSiCIdannKVlExqX+/mIAYMbtLELt74fJJgfceORzAHJQ2ZXPn6jntMA+9asFlMXmpE8zei28FVn7VAA9gO+etAKw1gA0RsC+oUfc6xX65R/iNWQjADB0RBnanMMEhiojm2w9V7d6iPxoFZLYtICMAIucsZDXCV5B/5PBh/zPHrH0LjGrZ/5f5s6DO44kSdJkU6sWs3vv/v8PnDc9TQKg7rPPzC0jKlFosbt376qHA6AqKzOEq3BzgbzDlvJ5y0EYjx69Uwqpl4npWO8EYEpgzYDrlBM32BMb3z2jtS8Fe9jPR19T+pYAiu/KyH7y9JuymoW6OcgD/Rpe93qpZPMBAFs4KyjuyxMDxI/1XEpev6SsMvb94FDIR8c163JKmhswpjQ952S3c/gq2n6pZ0pHwmkaB6DJrfoG34guX6m/MDY9QEztCeRq5Nfdo3cqzc0rMld6JcXELuz16JEE9BBA3SAVvsczeLn/L3aHwSnug/7WmUW0h7xBLztoRNcBwqZcNVPlewpAkA4jQMFAoN7HBCO79qOCBl4KxXT5WQOKCVKCxt3qAEDM9wEMff7otdaYgBj2/BmlsDl/iNW+et1EDwDGLLF5ObKd/STGMQH0ydwNf8Gr7BGVF1Ky/N2P4rcBgAH+bm/U5gcAkPu5LHHs+ZQH1jsTTPiMgANnToZ/jgA5T3gFWOZskjPMux+RlQmKYA8CDut6zus+sE4AGwEbDmiJbHAmtv1stARI+XG65RCEvicFZN/I2k21FnSdi+BIdpaPvPdjsHMv5DV25fPnCgwZPY4ugnehn/Skzr8En0Unp7VTeOel9Iwtp1HrzhQm6IOM1glwZa9pD8H3XYHFgX1L52OntGS/HwC/wPesOjK6l6JH4aHxG7q1iy5CZ+LnoYoA1SlcwlrX/vTzkgVcw36m7/NK5PDzxjcJj1NJIBWJ4I8EL1FhgXVHrrAOzCfgb85y0Ay2Tu6vax0Qn3FzJoa2OLOij5lKANP4BTxLZ+Viq0G/PBm9W18i+ll0Cy3NvC2zDV7HJrBta98ANCu65yF6PjHVT8SHobeA1LHpU4rf5MoY9ZP9M9guPZOA+NhV9ptAo9hrue3xPT98+5v9BVC3vGP/bDclaCDCOb6ao32Qru9ZsUcSl5+fV/GZHddwEgEVlMjuHwDYc5gKJPUXJVjxuNXxS+Xffk78bwHAvdEOcp4fezgB54P94feHGGHG63zdus+Vmfn6Y0subnvONmMb17Xr0pVZuzH7tklHkM1w+/3xRfjR8+TYxBHM+4CuZd2ZSHnW3PuC8efL1wDgbiiXnDNqr63tQ+/90XP/zn28bwOMrDUYQQrxbgt/OEq6ntvn90Hz66M409+1e5aWznR1psuw96XB4HW9R25LeF+O6jpd5pr1nTWO+WQ+2rOV8tzc7wBq57o/45/O4976HyDfuu8l+H4JfO9zKzjRMSVy6XL85+v3v68Bwc0c3ffhIcD4vA8xDpaSOX/v2ni5xwXw7FKL9/fSIKC1Qz7vXM2jfX/b6vHDebrjqx7jJdHLx/wOh904tHXDC1BBX/ahtI74B8ipLNTeodc4o2UFM+blvNgdw3u2mMtgzo063vb+LU8UHGmJxT73AIB9+Fgg8LVxLefo/SoKGL47ALwO0lGUdeSXFhy1pwkeMmAWv6CjDUzoZHOWHmPevreX9k50ZkGoXB2lHYO+yvzC0WoFv4zmrBerCT9lr+PI5u9YJ3yeLJTOLdHOe69d/k5EOb0xEuVbED8lQ8e5wgHKtFMNkefb2eTDQYyRZhbn2qwnwECdwktejHwYBm+56Mus40ToZR44di6fnTUgA3jkmO5FqUCvxWaI59l5XukoWUORL+4fOE4xO962LKY8e9Z3AibiYIrjPAfgGl5EsE5JMRxRA6TtMpcM4B0Avka/3VuvJftOtoHuVaByKOaYj8u8MOaeEE43XZlfax24pABwM1ENMm/34Nk4aFu5IbwBoJa1xJCOY3JlEtfuaKaw9w3wdxzliIlm75k+dK/O81J3btlIdlhkXx1la0fhZDptAAWfQyPO7iHCvo7ZeUbLZxZ4Nf0ih6ExfXfJs0iprndpJsE7k0E2QFLLx/HcAAvIwkOJJqtngAk7hieowzQ6uqXgUeU0Bw9ezuJjPu6Lm5K8zZA1XQ499/4uyTYZxtx8zwCuIxpG9x7xbB+el+63HvG+4tAO+BT+mL7E8/dBXsPfLj3qUqblnYBqdhrbuVr9Nln6WrvQwWRiknlEFr/2EgDYGV7ILQPqlWeVc0veueylxuDnkGWDc80ZwAFT46yg7Bs96D5ZDjbLlAA0y88BnOoEj5yJTobuS0O8n2yHAj+RHwmSyME08m54iIjplvkz3zCfOOdTAtyKzPdouevwVOUUB/nppcdhlHlC+6IFDqvcj0yalgPjnNvn/4BTSwdd90f1Ek8w2WT7lbYPO2t4aAEHs8Mc+gzsFhQKTxg8mSzD0AgA5zIkEogQoIx7FliwY3c88XGYD2BoZzyZjskkbZ9z7lsnXGXYkQnvKPgVeOG+juy7yxtmnETy23nk3nrQ+5Tm8v6megCggQFXnEEDHphXnMEQBxqBCTgW9mwF2wTD5wGYY//0XFJ5HbmXXlCO9lavyTrk4C07Zpt1NUEyzJ/R4AhsiWxmAr8fwRijz9Lvl/Ltyo6h3Df9rEy3Ka9bOZmS+tGXyTrns+q1BIjxeUAY3k/Z99pD3KeVBDLRZcfjWGKv+NwZBno+321ASGUsgAPPgB5ayh97w5H1E3AWuzMOvEwxgCIvl94dwLzZorU3XE58ym+ShVCeTAZ6nEK2Q5zrFNuF++LwrL43gDEBZ9BZeD8rH/lJCVUyIQSqAGTOvVv2Er1mgMxjDD8wdOw9/vG8gr98AF0lOC5ZOs4swLFqPigALCDG15VOEhhgp6plDu/Hsc0c7Vgmy2yy4MufOK9g0WQqEhiSZ2LzJeAkWeNHKdnhZ+QOWe3RhZRpTd9gfsdRz7oAPjkriXtPUFFAU4CJAJ04cBsAYPqzbRQZHLogW4isHTLG0HkNmIgt6zPS2BCWhWN3GpBVgBx73B7lplU5pNkfFgV+Sm/w9HX0WM0MOTsZQSDjkMxEyik6s5UppvdvM4VxUrIMzC3BabEfWe+Qzeh973uuaWY7dOXvY387UCY8s58/AswnmG5vTwJYxhg+0fsWQGf2Hqe7q08MABJQAn1H6dXQd1/WDZbTyVQ95NUED0fW4tBPUIPlsCsijK0newB9Bl2mNLicwQZ/cYj2fMS6rUoDlidav5Sejl7mpzWfvaGsYcr45ryCkzTPo7+4V9TnjpwrACQTSMN+52yBPk8fX8CrrLnvo88APVkTQD2CVHgfGrcel9MfWghghFxGBylzV/fm73dvAIIA8HSp1vs5vaqZp0sPSzpjX03FFIacf9lPB4noupT7TS9ZTOTYGOh7ehinxDLzgY/4jjNNCYIYOVxbxVnZ5j32bdotTCYO6/VKwDhthAJUTY9a3YTx2HEv4AqnvAM1xr6/UR9jQGfA32RkY1/EN2BgQlvpgDzT0PgSoAn2MGbT8XJ5WDIo726cQfVaYOELOel5oROSYah1oLKGnscePVU1IGQCgNZnBVBJcyiDlSy5ZI4RwAEQx/5zPwKUyGpFxjoz2L03Pxt8JSMv59g431M5C/3eqiQ5c8B/9DJFfBloFF3kLLIyx9IiQftgmZbMM8t8sgFFX5x/FoBP/+IE0QDofHh/p8+whNJug3nAQ9Ce5ZMDZhNkU1lIRjDPspbR/xHzBdYHOOFMbYNUyZT/TF9d847WRMEBgClkhz5/lYzPr7JlkIXszzMHEqUqBrTp7FUc9lS+sMyAP2h/YClmQJX7YXeQhcocCRhoz88XjFP7bIzBXBvdlhfzBNSSPNL6p/x7qieY4w32JvPzm+b2TSDwF4KosEVU4vaVgFzokP1wCX7sTn3+Qmv7Sv8e/zAtOwQA893fVMrYPaq176x/M+qw6e9uoRl4IqXbb28DHbI2lNd2JQF9zv68JsjB9//+6P17QFYyfNM6IPJwWqsMCImfhB6zb0SP7KvLHdehb/s7a8LPj1oLAhWg6cixyLCPkvHwcso2ky1uRChrR3ltwH7qENs/l3EyJ2Qb93UOMKCMKvygi8hotc9i+DFBxpyFkD0JOI4MbQBeQNfnLlGs+VPCVy/uf8ueS/54SvSupjWA5vXEfKt9gS/HfgSAq7/H5dVdTUPZsBoPcopKAQR8ANIPtuv9vZ0ezvF3IpuVsaxx/Cig2HSltaDHOpSYBQ1QaJ2h5yPqqZ4BPd98gB8YR4Byepazroh3dFXPDE8d8Bw/UchV35lKeS7djH/ADDjVKbRuZJYjt23T+QwfvwcyAHkXABiZA9+kvLlx13UM8qM+ai7obWze9m3nLMJ9bauJ3OAdxLIDJoxPAETynJShhz7GzWj5cHuTMxl2N0EArG9B+NLuavsWwoAeHOc44zMbm56yVvaLIn/Q/+yL9VXmCn+wx8jj6AvkYuxBAGxnZxs4TQZ77LRZa66yypBscjnmgKV+GRRGTsTmQO9EziLzWH90bPxD8GbPVl5r++CSURz9OhXLNE+vH/6840EE5+W8jlvjieQn/oXa610zftbXaD/P+Fvs/xl9m4ETOhK580LPRv7zPZfi17p5bySbJh/CQQLE9jFe5G2qwFAhJNuR4NXxW+oNy1L7YrJZCZAY+yKD9Llkr9zUqbq1GiMcn0O/n/e8ZT5LIIsbwJFrIqOO5CBXW+N99iU0dPgjZ/tyFr9P895v/vV8zLlnxuwAQ7C7v1MCuoc1T+LMYTOYOjPmz8Ow7t/nn+fr718XRXR+3K709u9cA4DXWNaVZwC4B4CO50/nMZYXR6A/yoS7zLLLPKy0N+C0CmufR+fbefaaPWqtv+/Edcy1zk/T6TqA+FqEvqNwduPhoR16+P19LLlvrrXhsKW395n7OOvMNkFDlPPla/RQB/GZ/o69ugIqXzqxM+fL9V2BAfvy5LLL9br4Xh3ztnl5ZwAAIABJREFUc8lpaUeobuUL57m9bu1nbnCP7u7d/+GxZFxrXjufXJb+rRN3B+X/5wDg7uFBe9ui9MC7H4J73UMy5BrFXeOHXudstjlo8d5FFM2x8A8DwHGsJjIp2QahYcoT7ScsG37bsg0GOQfdZHke4zgAkesA8J6hu8+tAO4xB5Seeetk0Qzt2EAeLW+H7/BSnGo7UBfDgBeOD266g0x2sDqSKNeUfuLYzkp7TKNokJ9VLrt8iTMsinjJ0ks5Y0DgUKqj8MZxaweXnaADzI4c2cEiVmQH4fZntaTnmf9Lf42MZz4cLCsD69zg/WcyJGzoIcd0UNx5tAZzS6/X8Wk6P0C7tda9f4HmXBfwJ07UAYX1N9HXvAJoZA+4zodYvTLGBiz9UYZ0wLH9VTCG93ad9JC+O3hUc1pZCqbEGMPzWnINY45D/0S2Dh1xQOwrtKF7zP56LebDZDak51Cxc49t02MFhzrmOOByaLKTJv6n6FgMLHpVjYPTDq+J6mqgRu6TqFToP4BT+GwHvI/xe98mu/eQ64vej1LJzgpa98qax6mf3y952dGtmmdBFWcE4papgNF3WlI816yM6GZxwk4FVnsNluQOkLj8swH31VsnJXZieJrGWLh5xU4IHbbv78539kFtoHyc6uP4o6TtAFYF71oWr6UY2/eyMqPvc/1lgMAqUwx1RTYkc6hZKmcAGDpIbynAvWTRRoYki2dNcnT1EHKz0+LUDGjEQZ7f3ZtHRvte0ppxGLDSc3Aaeg11r87FAFgPMCPTAsxN9ifZFyMz+ck4DUboPnFOJ0uAXcHpz7Oahd7oXtN8xGYymyeryjYeEa3aqJRhRe6i50bG+v30qOb7LAul5SiPVr5LAFACDnjFbqueG36DfsxHvN9MowRgBBTGYaG9crlMysolazW0NIDM0F0DVnxIHAf4HkTA53HaDQAMPQ/t5tA0AS/mwRyWysuMvxl0zqp2EEAUmgE++HM8a+HR0AoO2KjSlC+mfLZ7FvEMrX366kRG41CzI28ynnFy4pwwkImD1z272NuWSMw6AY5E0W+0uf86bFn5xPftiNaNK+OakVt6Ci3OffW75zGMnlJ2kX/cp3QFrXGwLyBqR7ad0QFKDvtknP4u4Sh6zRhSChJnkftMExFNRgPltgysQffRY6xBM+AZp4OjahMMHxAsEMAo6+XrRUdk+poWfZJKvy9o5dWrl3biu2S1wc+1xj3zoCB8DWOYYJ6sKc4LekAy/9ClATF95IASjQmnZTJqcyBPll8cKQ4yGH2d0qwpNXfIfd0Hh1l00Oy55SPO4QmksQ5rcEKCJ1gv5KbngsNkaPw4M6EsxymBYx3nHLZGQKyU8EMuVW5Da8yLFxm3dQSwJs4Gs93QgxxrvM4MfBcQoVUgUp45+1rbFwC4GdPWd5Oq5N7Cc9tPOAWnxFv2fuxFAlcErCUIbCLop0RpedluW61XADxoO3ICvnYwJ0DklLMzjViux0bG0WeTAiesM33idKQXb/pihzern1k36KTnA9aXfeYf1wQAbi/qyIRmEsAHLksPqOVn06sxGccQDBl/OIBwYLuUtHgOMC3gWQA+MvZZ/2S4k1Wh/REvkfHFewDS0Col/1zOWMAc/FuzqYE/lkWm6wku8LrFlmmgHusEfTPG6MsANYAorBVzjW3ezNraMtELKUk3fXE1JhydvD7JaV5ecICG6Jfb0NuTcSb7I/sELyWgD2BWQJV627nKh0pNxiGpO+hL6YOIran9Qv5ONrDthgHQDroC8CAoyYFb0DvOY+gyQHuc1ksH49T/5CwXsmiQUyND2G/zS8DUBkGyTgXgXY2FYAXbocnErz4qLXqvbYPR+zXl7PmvmerVeabp+Yd8bqBUs79ZX4AgsoG4j/tdmnYju0xH6EnLhuwHfQZhQWfZwnMOTEJfohcZLzyR8xh7TzCPe6/6DJizH3OkQgS/uwrL8BPy1ucmzRtgkB6iyC7WgqAYyiLTJ5Nst54hKf3Jfb98Dd+45CqAsJy5H5ShBmhKqd07AW6U/uXcF/FJ5lvGQxMl7AEc1e45bVkQucvafJS8gvdeKxMU1kMc2emrfWPd2Acy9QFtu18JzBm6bkARZxtshil1an8BCz4tLgiawDagJzFyBvpEbgNo82JNHBBj3aCSugKCvWf6+KN4gCzn6O1UhmBmdjYP/dUetsZBzmndbm5vbPQxDsAqSqoyR1ebMn+jf6O/mVv0XrKsXmk9Uy0mYA3Bmg7OI6uQPqY+69AuJmXm42cIbaEVApYDwAdoIlPQQK0Dl2NTAfz6rDXn3VSxGLlJVpZ5JPaqgz/0mbPtAXg0NmzkVC9Y/gSuT/Y6pcFpB6K5K/MYtQVAAh0gVz/8hq2ebEKXh9Y9AdoSoIT+FY2SpTlAP6Xw27MamAu5Qs/g2LuRecwHHvp8dyuQi/LFolnd01lx2sPnojGXtcauJgBU+0BAJfNi/5FDPMMBB7oGHmkVEPcfRT7qXuzFM7LrRIdk66IH4GeyyLn+hYGK6H2XonfgUmzxLy4/LP0q3n76WGPEThFI+YoStyp3/E3ZvuZ7ehB/pqe9T5rpycy+6z6oBzKaE7xC1nr6AOvupuXHtBASgPTvX1Vam96+oru37yIveKFf3ysLG4n++u0b0w9jciAGZxCPWzoLoFfvQTdv3iSA5bcPALafxPc/+l6ROZRAxkaFXhMcY5Da5x70oGgfH4n+vtV3AdcZMzLAckBZ3F+nApLPq1QbmAAYZ9iZxgLSk53MQqaEfGwRaCU2SmSpAxWd7degim+PfvmP9Iq2X03PZCVih0XfZ22wTbCXQ+/s+H/+47Vl7m+/EdSKNMsZ5t3Pbz0eZFvOGumD/E1/OztZPPxa4JZ3RfuFLPtK5vacY19L3qLn4NHXCs5gDW3uI4tEXzcfkrkfP2NsAbLl4WNetwDC4o1PkhtuVSMd7DMXW6IM93dvAvYyxw/v5zzm4KQ7nfM488q+cSYtAYn0vX4uuTL9gqF06E608xgAkz1+xj5oBZBZavHw9TNly9kl+oXru+Nzgj4ZMlm2DniE53WPj8ocxw4iSB96ZC58xovP6RWNnGJfX9LrmDL8yEq+ontKfBsgZC+sFyyHyLiGvp8Y7OU+kcMJukfOpJQxWfLRv9gyyaBPsHZ9BfE/JpCgdML9OX7aTnOgwp1lOTz7wkCxAi2QPQTNGGDG4YJsjL8qMtPLZ9nRszZ7io202tplzXwWka5FvtCj27yqcWFjJVA1ex+6Q9fFV+l76VEJaudp8QkanPVkUu44vBkAHV8F964tnXMFziTWOwGWpj3Lm1YYjC+NVwJlc/ZoZSAHHI5PKUHDcFCA99eqohCwHftD60VwHPbH0L33ZTJuzcsEOjl4gjVNVaK2c/HzR4/Wtxxf4+AM1mdZe/QRdhb6t+vX9/np8xVyhX/jm+hZBLCcvS0AbPtN/3h2zjC7D335XSGl4meH/9Z2gIdk+nTJ/fn+nixq37sTnMKDfwsALnHkMddfZ+fmGXw8f+t8/f55vhsH0Z71d3mPTHQHmHYwsYK73xn5uN1iATSmbRaQxRyHyzHnPdTOi5wLHAMrgiowcH9VFoCyZ/2er7PJ1+fbSp+xjAP8nBG0f79g7uXaLSI5g28d60OZSn+0v16PzSnvNTiAj/XZ3gvZ1wxjnzOXr4HTa6/GoNj2v5/1fmcA9T79FGAOw67vX5vlDpDm8zN9XluzMGM2rWu96OESaC/9/U9mAPee+z6fAVEbJQiGufjPwNdrNJP1WOu2P3cHXR3VbCNqHZ4foqmHxnOdn+/fpXO6CgAPiHdvz6feUcdfx13nZkXu9ULRLkHQMpHX1oBnFIDl9wPg3ADVyhfzOc65OfAtel/0c+aBa3Ky2UiJMN1Rjct1OlchKADs/dyCJ671IbhWweAYmx7Z/riev+ZlAJ3DyQyna9WIVV83ir38xTU+MDnCKgfaHG7QwrmR5XiBYVv+izf33qRnebDkyyg9K2LoMwfWAFyZ0eLN/O6D9CiCZkjXkcp9O3eDd7I0GgF7GDE4zwFhbDBxP8rzxMhxFgD38Pxy8I9RNXqlAKquC2AXA+K8zwcYqPnEeE9G7B7J1rmkxGUZ+P5zsgZ9P9ed5WxBV9RhnEcxwBK1lqha36cZC8fzsPhS9aKGlJ81ALiNIwzRMfRLzp7RdnBhfewgwVAemZYMj2Xw8j6JNocBZCMb52ECBzhksa2xDeL4saGJc8BARQyogh01RAuslCY8fioHeD+TUcJ7GO65dvGhL7XRuvi0a91s1KMMzFhy7aliChpHT8fQjMPumefCWg59OcBA+3Hmb5vMzo7M4SebvI1znLFduwI3GKRkIF0EDxzUmv23vDSNxh5rH3Vo3fvD2s70KaOJg4fDDk4ZG8jiBa/5RhcpkxZwzT2EOCx5MXPS5oDG3AvocT33axYuMg350AyDgg1rxpDSKv925oHuIY/jUHSUUUcWWe/nHw5ElwTVs5hLgVzoAuCq73P/AMApCVYe8xwma3gvJ/1UB39nrelZcTSnHBWb1jUlGjrluefwJOKPD46/cwCxnJk1s4xFQ0EDyC6+NzLQMDHZEZQNhreHvrte5etWCGi5eff/M0Ba+k+Ay5FdPM8js6oAcMrdBljvYTmAI/Q+QS8DIsdJkykEgIn8Pr9KGgWQKtNNP/SMFX0w1e8cOodWswfo0IDyh/KyoxG5kjJhbqekv5u55fUd/YSjkjV3NPM81P1+TfPIZPgNV5v4yP3FUu42TjYOzALgpoenaepsY5/s5wLAliFs8wCB3HMvU3/oP6L2nT1VZl92aQHRlFXHwxIANQ6FBTC7PJaeZ3k3MgqHVq9pFiMsfMwXUNReMXQFc81Y+T2ZfHNqHQJsv2H31ZyMwVXSPKViY6+lhygv97IyMJF+vQYE9B/zPfpO81i7JCPvXTwYJw/rYd2byHXoir35QfOk1+A3PQsHBOuB84S5w+fcuzTGe8265LrKSegN3kU/GbCTs7h2MvIbp/Bh52p9Ump2BbskizfOEpcIJkiBAA1s0jmPej80t6cqCffihQnhAgBmfZyN6KyuBDatDNBFD7dyarvPppyp+yu9ZwEpI8MACZLVG70XUzbCozr4CFgbOkbONEiBowEZDDZFhteqh/lzl1kZexwfZjXPLgGR0ICBRevUWQ+eNzqiPVr7FMrkHgF6uhdlQQOAjKPNQRgCwAAwbLxKbk+1hwaMwQ/tMx35AwC7qh/gqGX8zRhPpmYcgeiAZiQyJkDnGJytChDApGAW83NGs/5zUJ0udW947UF6oK1WETwHWk4J3/B39ZXbC+gPaIBejbxsi1bO6r4GlGafD5tE6xBAJHKSjJNncrLxIsjF48RmmzKQKxCs1RpGZ0+Z6+irZLvHORn6AQRkPPv5DTlsGSPn6ir7LtozP9BjE7kK7y7HmioER647CDd2qQMTWHuDsnO2MLhNGXa+kEwjl1GWs9+VdrQfH92TkL2MUzFALI5S3QfH32a7w+8NCAAcQpxxvbMLydwC9HF6zlC7baRk4xZoZMvQw27Voc8DTE/gGPbqBCulR3MqnPg5+h68BLBIBubxDNviCXCy014X246yg5ZAFgEvmiuOUsAAyoWi87DxfHQ30BJgnM8L+gWczL7ZpsJGmENtA1RYf1dZcBnbANw446G9W7LBkWHeJ+YCgAEATOZvMuEr/3CIu9y0ACSLaH2HwAe0iWlf8jBnRF0nOc29HBDoCjzIg9y3VZX4G1DC2ZBjX8ZWTcBDdZrtD+4z2ee1vWtb3wm04/vM23Lf+k3BNLoxyXd2nOueLo8ppz2OaPdIBCR0kJfoWOmXANpksxFwwPxaxj1nI8kHgHIza5zMDhKzDZ6zBfL05ubGgAljfCLZgNx5xv46GCMBAE+hF7JWp49vAooINlEZZIJOhrbJJOc891Ugh+/3DJmlNaNygI9bgMQR2i5fT5AOAKcqabhtj4M/wn+s+6sXANyUeE/FgwRwYe/pBtgXYyOHB9G9kTO0E3FpeDvBc1hIYHT5PWWY0Yu3NwEJXghYAtwkAAHZ/e2r1uZ9aJm9ef2WwJg4vhssCLiEDnhJmVTrdAJrNI9pg8N9AWQw756TISp+S8WEyFeLWdupmpKrHyCf9ccAGl5DpmswWBnCAjBrA5AV+1z0Baj0aQK6nmt8CRqKvgD0gtdvbslSBmhnnbT/9o0kOMq+ceSh6P2lrkfGwyPOpNSSff6kDF9nBKov61uyFBlrQFxCQZEDX7RWyAW6g6QVU86/AGZp4ZM9MMDvvsnZY9u52LS05tBnb96lrD4ECzj7WX2HvdW+X/wtT5H7PBk5a30zGXD6HmYH9HIrMPFWgR//8ctPuV8wo4A5vn/sz3/+84N5CDnN5+/eUilA4LfGTb/bt+8w1o9jjYDhVEYCaDffIjv1HvMgeDMB+YDTCWR5qvfYPyoRwEuA8NbjetO2LUAhQLv0yNu3ZL/Hbma53IN6qjfxuQPPcmQzrVFoxmCl1uqt+uVyHrh5r6CF27Ruefzky6Nffkmpb/QH+98zX2Wh7RNheNyW8bDvXzgrcZ7Q9145M52BwstJauAfL8aeABj19lWmMGqemEDGyP2Zd80zyi/D986qpH+r5B3Z4pSsToxMwaQJ/nF5a0qHp9qEdYXB9Ng5E89pPBxZlNYE0JYuh1+QBZrA3W10k/XCnK13ENt9rC0/Uy3v9ia2MqDvM/XgRp/zPfvkFayAnQHAi+PH/e71X+xvMszhnwQMGLx0tQxsNAKN4smleAIgc0zdryq5HF5ABiGb4Wm3YNCbOfeuIDFbrXZrDEFrTKwdfMNesU9c717wo4t+/hl6zhrx/eey7R0XxLqJxvhnUTABJtAU43awjuaIPeDz1gCf/CQ41HpzQFxzqw9ksaWxtfk9gWHJArbtThAN+65ruNoBQyMnoYeUlk/2e3wxCezxWU7j5/y0zp2sj/S1eNFBZsiqcfkcZ16GaJ0Q29AtWuDN8a3UVrSfSfTNmKMDcg5BbziDGv/G0PsKAk8VIJ8GfYbI2cLBanMU5ZmDM0d26XP6PxuontZUnQ/ByLHVls+vtrePvZM0AmHk3BQ7xYGNDpzN+T33CIhr+3z0AoMrluQqfQPsHglNPY+ji6yPwuPnloimovEP9nMDzH8lA/jSOB9PkR9z/7VvtB86h8MHLj8I4wysrQzRSwC49xk9PBv5xwBwv+NzIgy0jYlDhBeEw2PW7gAiDDz7O+vAve6V7/H9HXC+siLHM60QtUE5Xl6+zgDw6N3VQ+cKyMod/gjE7RruALq/M4v33wGAd5o49mScotf2/fzMs4PrGn2Uds7j3+fQa850dx7DymzMk0o/O3nuER7HeE7A/3mcLWG3C6VjPfyQvwcAX373Ov/sPJWDbuh3B3XPwCpD2Wn/GgC83+MhAHhf14ckQRxpKKw4aM/POt/7z665mNfBGHE+5RC2ol32e/XS7nH3vEI28qAAYwAlfx8hPEooGaOX1+y0cxZvBY3OADD3dTkVfs5zfKCeRXwIwL0GhO97ayFuF+sloOxsm40mCl4zXmcbeV8yZxu/dvRmLS/2C2ftJqwK4Bg8GGVUmsWpytSeAOItnCsfc5KyMRgQqCDHweMcxgcA5icHLZeYnZu3NIqd43rPh3BAD/PXLOi8z1dy8IheKNBe4ywRzUQ+M/nwxbVXSnt0+DKAxjizk8YRwQHc+rz2qOx4Uvan5bzkeBqCLGBduvV9nGmXMVeWnOe1/92DWd/jO42S3EtLNyrNYPYYGow3ZZMHwB3joc/ufLom12QrICr7s/cbbTk70/gQilwMa2kH/HXS3YBnvRY++MGlsXI4q97tPJ/LUONA4H3HCWXAN4cZ94z038l2JKrXlOF5ZX+RSWTu+TpnAg3NcJBzBkEcnhjBGIMG3K+AtXEUlSYmgxCa98EwfBUAONdExgRMyd+T6TbyxfO3IyoH2/3n0T9kxnLo0I1OmtEeebuyg/mb/Tl6EM6znbHqrKlkRMFM1guDD3qM/DfAvCPoGT+8YGM5hmvKayb4LeMa5yC3nGCAXU7VyXbQiMZaxzp85TUYSjEdNvBj1tbjsu1Uhz9r2ozslW1Qx6nBZAA/nPhTNhZ+JDr8gp4NTCWilefaUVqm1zOZWpyzmfPSJZx21qHB6637m770e8rVUaqpmUPT/2ib485nHHacsY5DbpNnHKQ5IPdQVWZqVhhR4QHF4kBqYBnr5EPUOExcchW+m4Am+MOfj55whjnObvaYg7jlRQJXeFWfRYbFCdtsYD4PuMlxi56EOKinzx7ghHkm5UqdvWeHYiKOj9KzXaeZezOxoSXGEWd56LQO0ZZ89QChQ6hw9NIBPNtpHSeEexFur9Kt+Q4A0Kfk0dF2UKd8XwLZNHbsAgJDVGprl192buJZ1nM+aQ8BtBkLTojIJB2Y5fDJIbzOCTJX0SPp14n+xcnkABWDUakKsB/qdnrpdYeeQ2aNvCrYluCHHHBbXcKHTweMZa34SXbGsf849udQe84uXmBtFtE8g7NgQGKc5gEGtEaUAiO4YECUlr61Qx3aE62skraMI1Uc2ivdDmGtQzN/sXBuKSs48h+eQN+Rgez+z5pHAKspqa+fydzNWPdgDTsy4gM45K0zls1/9BZTVo/uaVllR8Vzz5XMsWZzIu+O0nbiGfYYuQhtpvdXMhlTPjyywPRgGm5PshWoBd/UZvY6a544Uh3hLppJn7JUBjEoYxB95uUZ4mRLubNek7KxABoj15g3toszrqCtAXGhW3mbsGnITDvkox5gZ668Xzg0XyrDmrERrLB6+2YcLWed4LrIB7x8lIBDrgN4YSrhOPosR3tfR4Cd1sh2Efw6BmdtF+SiKyag37DH4Cn93cwA768zzhtglzNR7LNl3LmsrvVk9sa90vRIHFGAe94nZy5kfR0Q5kzuAE3NAuN5vM94Dx3NNWOHxNGToCTLI0BA5PRk9vL93nuX9dBTnrFsStvkoxtjV8Rp1B683NN87kxkZFfPKmSyUu4vjkhneJi/2HeCj5A/kmNVaHZO5CwAbcB/7Bk0nTJ4Wg/Rl4emPfgyfUr5wzJl5HbB29qzlPts5ogBc0oTTqAS6+BSmdj5o2cOABspgb3o/RuPCbIFenIAL6B05sRmuyQwV46tYpoYm4rnIm9igyXIBX5MLzV9T/cDNADggD59PBq7wM5Ro0bhz3X2ToCTM7Nx/rH/3u/wlAHgw67EOZyMG94LwBsgt47JBrmx3q0m4D22Xo9cgw+hcYDm8BOgVTI737wN37Y6R/nLpVw3WzbBcIAkymSUsxuac2AAZXLlOCU7n/0nY5csOgAS+LG2XO0+Mtg9F5eNj35eZ6FkujlQQetDdgyAFmVX2YHPBnxT7hwQypnsWmLHHrW1jdjdrXh6Vtb3ADlsr6zjnuVFgOvo6xeuVIFenewZ2+rJaHLgjrODY/D2vFP7fN9faIGxuz0NezqKxLpG98Mesn9jsqkLxkHrht31HcDMZM2OvYxMQP6yH87oBOh5563iKljoX//6zX+/fvvWz0YvAXI5wIxnCcxwcJRtPo0qJGK+SOAJmeXKFOU9rfObN28cePRVMtcVChCjA2K50oLuyToDRqDb6Nvpih4EvUl30Qs5wcTSR9O71KOdEujoeHqXuiyvg5gIvKKs73Pz1LLpo4rNn5Kv7h9NwOS0R8DhnfLSKe8aOy8lXfksVWAoL5sgS9QBIBHrgN3xFVAd/Ue5WIGPzIOfjOnHn9jL8DTftU2PHgWcm4oXt7d3GtOd1utHz51ysQDA716/UWavSuJbj/r0cARM9mwXXiNDWvfUwA1cDI+5JYbAFMrpcg2BAU6g18KkncCAufpeqwf4DDrnMZcIF6D4uwMU01qAPUvFlMhDU/h39c3VOJ/oOoLTsF9+EDjvtgRabwAhQO7fCdq2zMIeJsiNABDkk1npeBHAkd7P05rHGdLR/zkr5Yz8TTQBfQSwTna990vnfmeA89/IZvpRv9V1zwFh9SRAK4Bm236P6fEtGQbBaB0ByPviLetS5JBDQH549Ou/PmieynIdIAqQyAFX4g9o4McfAwCXAO8kO34wQJv5P0ceaV0TTBf/Gfv2XPT2RuCpVRR0MvqxeonxIdtcGcrHiYJz2UfuV2AZnc8rfYTh7+ixr6IHMqxtjwACC5ynqI17/Trw/OOjfygzGHuJ703Bm6V7+AC1xflTd7yFPrAp8asxHc5g0hFp0ZTrXEpZgOYyiCM3Cisc51pGqMsonY1c/Kybmg/JGOVsqs+hFWN3AtzwoyHf4r/EpkgVk1b7gt8BzxgD9GXfT1jRz4cPmaMrSfCP96EjQHLJlZdT1QacEuAx6j42LPLrmQIf7wTkk23camZSTaZvg53QDhnSLuWe/UpQZqpd5HwlwJyKJLbpU64bXgEUJhDUtj4AsABZ+8yUdf7jTwoyd2AP54+PDvCDB2wTTLAZT+tRnuUh5sxBJpz1FDDgigkaInYa9rXPYQ6kwfaEniUTHnFmEEiu4Dv7ncZX03s3A5r1oiJCXl81PkVU6N7I0vQIzyeUa0/gdf72HvicGT99zMDoTnRPWpiw9TmDIC9i4+QGBKSkncHyhfq+mm9kWEps14+AzCDQknvaJmrW8dh/XFf/WmUMlXE+qcR+WqSEZsdM9ZoiG3YAmGezVPbDsBr4qceHY9mHntlYwXsE38zauqLoYWTETvBZk4oXvtAWsufv4KFpa9E9sT5m7XSfupLqM67/KTJ0+V+RL+gxH4Fg75Gv2Ki7D2CvrHvGBnzm6ELP2FoeegjDP1IVbc4JfwQAH855jeYaYJQJ79ZYmPPiYae/Lz6cQf7xfTatxOArkOe550zK3n+Na43Pi8phwVEPee0HxALAZCIdzzkuvRxHnf/rfDkUfJrgDjyWpuY4c3HlQwDw/tS/knm75rUyVO6vCfPOuvwZEPsQSNzv7fs+/o+NAAAgAElEQVRdQl3g/aKPa5m/h0N7A47P2cQ7iLMv2JnuznTVvzu+cyZjyfIcDOD7Wjtd7vf5ftfWdB9DD5+I0zK013voqXR7Hvf98S5a3flx3f/SYRxe2p+znhBhvxwEfFLQL2NbJQf6rRXcUFAE/pl7jKS+PBhDU3EwdI96jz1q5do99medxQZzajnHRePZozMtXALGa/5VLOZDC+mUSso9YqT4ZcMGIOg+p/aaGHuL58+g9jUAGPli8GQTmY6JvALWZj+uyxQ+K3jo6waItANxBngBLnJw8X6sqHhP89i/VVK2qxVjKWv7UGCBHUPzPJdIncMI8hMHeb9vup2/nYHlvRyA2op3riWq32FkTDAOlb5cMIfv6dpDNg8AfNADBgzyfe6303rLYYPR9fP228v34+BZ98pvUcgLmMu+ZLyVTTZot3Xv33G0RtZ2rc9jXZUSTsDUsWSZz86b+3j295u9mlLDcfBmDgFBKhecSQmAByAq+tvLRR9jnjl3vDvgkNVamWA7/x/jOXTsRsMeg5yQFrFLrjnqHjk5xuACgMMD3BMAGAM5oIDmIyt//OQ++OEMtCNg6rz94N4orH1+AgDHFa31kCHL87yPLv+SfUpGWnqS8Fkd0ceeHWB/ZFFBpn5euigQUcfbTpNLvq8sOh9sR6bCHzgh3feFrMf4Nw9HYems9zycxV7bON6dSTIAu0tjzhr0/QNUH6DamX6HLMt6LbriQLMy/46IfaKNvUZLfnrNOBBQspgDDxGpdjZnrjiccYx4DtCk7suBO07XRFp2rO71MmvSsr3QRQ/k8Fh4J5nb8ekNiGInZ4IvCgB7q6GlwyU1vD42YTOHSjPhmTjvXFrYzt4VDJO1NqcfvG3gr3JAc03mVDKALStmPnX2VvcaXDJomHXag0pY72ZO73S08yXvJ3PaJ1qP2bWPeOalee51skyfzAuD9SNnzX92wg7gbSd7SpxeAMCWf0MT+iQlhQK4e/0IitTzC6rnvQ6EKOQ4+nJxetAyVvaqawKfp0x2S2GuXr/O2J8FsNOY/4Y303MrTsxUcMj+4EAFLOm+RYTP4Wp4hneql3j2HtzC9Z8Zj0UGsNw4DwzOydGLI1rrRcm0ZHhR1nX6FUoWfXZfNYKIpi+d6TdZWrYztBwtId6KBOWFRWvhy/JmANgJ0GBclqmXditlD91DDXocfQTfjcibQ3ruAa06an4ydJqJ1nKYBrPHRiw9FwBm7Tq3RMAn8yX9MOk3mMwT1tRZLvT8dZT2kjc4JjqfgGexITPeOFqYH/K17RsKIAGY4/j0rp7s2OjprBX3cw9L0UVKX6eXJvddehWAK3tDIgN6AVkH/QB8ZMhkYmavKwdsr5HpYmf96BrRCt9F/5B1h5OdzAscRzhXcGoZfLGDM/xfwNnOIhwAzoJIjy1IEKcOzwd4SqnnzI1+j/Qmaz+0yucjCn1AjJS/W/YOYwUssLxC7s04mEKCyZCxZD0nS4KZGRAlywHZYIdKAkq4D6XNYm8lqMfyw1k24XnLCkp0zCs2ZjKRCBSwdjY/52HpAUqAIMBDeJ3xO1ObqHjkqoHxZIr5edgI6ByqIRgAC/BZuRWn5fCuM0SjaNkH2yPuVRawoAB+g5fYn9J/Mh+TLdzM6jsBB+7Pu/FK+gnmXjuNHjIvEaem05Y5dUUA0VfA9mRIMbdkFZGRhAOy4FCyGb2WwzcGOe1QC1gIHRDcAR3GziGQJXoswHi8YgnuwcEbIMIZfvyiJXpC2Wv3iBP4N6Us2WpKFoI6NWOlgWnoe9bKlTl47jhww2teCfOQZfE4tln0WGjMdXqYa3nIcuQrR69u5LoDTMQXZO1MhrFluBVfsvCiU0fGzdow9o9k+AOImbdSlhkHcG0qt5nQmqS04diTQ7Pus91AZ3+GANazTHcr6KP7Ad2lnHXskPICYB3r0xLbvN+MX68bAWDa9x6KwpOAGeEDytzizAb84RrrE92/fdybhcuwHXAMTcMFGmMczmQ/EQARe63zfyoHOPIma5jAkdDvlEoXIIAt/80oSGQ8TtHKUOsi9swVdQwROzP24xf6/gYkZI8+C2Sityx9QB24qfe+O5gGGyLrSYavg17QP/VbeTysAc/VfPUs9oSzDHNgHNjPsYfZewCslN9E79YOtW6iogigELppzrQGeFyiPcBTyjJP8AwBA1NRIdnG7GvAad9L/Uvdj1PiCLvpmbK3nimj9jFnGN2TTMUG4AISkUHo0r+qMEEpaF4//+MfnhcgDnZlemtrjVzhggz2KVns9Uime1oAAMgSsBN5jB3G/TENHQBnuZ+gXIJdPmvcOPZtJ4i3oQH3m3W2r3gWcNj6DNuJrNHQ/VPJXveCp4cvlQ+0rsgnQCbvm89X2F/Qe7LtoKPI0AS8AY6/VgZiq+VYpup7yBYyi4E4HYylcboUsmTo23fKbGPsZJhPr056X5LB/IZsSsrSqj8tGXtpm0OguOwQlZg1Xwqg+u3f/zYo/pKStw6KeqzeszejNyJjI5M0J0D8CZwKD2V81oW2hwaArayfszVk4UxmA6C6TqBfgB3OpA3MTBCrSwr7NgS+Yx9r0Uje1D0NGiGnbW+kbKnBFXrp2sxP5ZrvAsC9j89eOXsPf8ubt+pZT8lngx4AVrBeSvC7v7BKI98qq5E5PX36LVm8kWSmF8Bpl2qujCJQamwIB6pMBRPb39Y7ke+Q5Pc50wKSJaA6tuC7H9XTGRrRQ+CP9wrqQ8dSzIWAE4BnRvBafWRhccf66L8PKnfO74Bs8BvAsVsfaFJkP7OGCRoMmPXLL+ojTjCXbeLwCGOMziJwYgKWMR00wMhygh6Uzay+4y6KhFl+mNO5z93tx+gy0SXHLPaH7OksS0BG6On2Rtnlou2eGZ+IBrE/WCMq87uktcBqADTMVuQ0Wf+ftHevBJBzfLP0RafYts++8KY5iHmhHzxAbAbxIXp65nppVz9+9EYyPr25owd8bspxr665fBN7S/ZLqhXwwDSsRT8SgBieznnQCQ/micydfYmdFb1rcN1aPPd1iefRf4GS14vEdLdy0IVPoY+xE547KxXZxX2TBfpJOiQ+I/TWMwPuth+s29LDljV1X23TGWWB4UPoEjWCnMFnlIokjNGVPXQ/LkKWUPb5teSJzw26551Kk3+bDOhHyqg3dqnnuNKM3mcNfD7S7qQyF/7VnnmTVOBgB8skPUk6AZD5s+iOSkM/vqNUOlWG5jzI+Zrzyu/II2XwCzCGZj3cIWnbpnrDdgwy5htRBqwTPYPpbY0cDADMTmPeYfu1qop3Tc9IwFnsMe7p1gUOGMyehLezVwZTTXppiwX9jekcucH+0QoCPtj453Ble8wLPP19qo+153i/7+dVGLH/Wjuf3RoYEnNE/MJzyPrm7Jr34gqJnY0cStAtY09J/urGYyF9ZfaKubW6mStKjL3lK/R8bEH2CHqvXzXZvHl2bpL7sJZZqznzWPdOMLl9D6nMA326gtuMf45Jlkm2TzmT9SwyAfwZa841Pe+ecRauSVWH8uia398CgLep3ft1OXZm7hcrwWbvK3P/TsnOKqNkUpevMbxnMe8BLUOY5++te+73XqDNAhqXgxqAwUxsIs04FsB7KbAKuiA2shnXwZq/CgDzHDvGmSfPn9vtT70Erk/A4uZQN7GO8KlD/7zOfxcAfggo3tfdjqp5biMVug8PAcDn9/8MAD7T2x/RZpnE4xoaO5MX0R7eZ38+GU3e9HFMndb1YTrLmp+B8T3zMuPpiLPBD/HPAqwXP5Thr/HHDtJt7HRxKc9+CADuvM7juQYAn9e8h779/d7nDB72OdcA4H7/ISD4EvQMyPynz7TBEb7q5fa1jOO7/H0GgJvd1MNSn9O1tfId4/E8bjveZttCe+NI0oV21BusydiT6XhZOnwZb5dyZcmS6e05xFRZxP327NKd/sP/C2xeNJ/Rly4DJPjTgzbrINrXv46K8tYBAGMA4hDcxLid1qOQPb4BlPxgnHPjeLQBBxvGpr0A2H2gtA6QkTjWsEvAjOLuHpS+Lst7YqxGUhcA3mk2tHoJAHstHS2+lOe+TvvzypeOOBvB7SjlcczaKWQj6jIL8BrtHvcdut0jujrmnUd3YLcGRwHgff85fBcg5mDpPYFO7bxZBkycuIlW3g8RzW5q2TrvFYf70VNnuZjeR5E3x3jt4NMhgd4s9ucs/p0tD0nAq2M4FQBO6aUYgV4H/wzdxvGbjNY4niCeZUsczivvpYx2shAP/oyjJMZdHazJ4DEX2IDM7zvvY5ilFOOMZ1Mszjhh/BpLyjeuoIRdzsawTsaTS8kxr8mK4Hc7dLzGl9nI3Vfft9lCBYBN4zGwfX8My1nnZq1zoOae7tU4B3UAr6zDCkTIeOIELe23BI33FmeZAbYwbfnAPe5M60TEx3l9yFO2xx6iRV8tfbzzF4E53RfGAd0B4B8AsN4rwOhejJWnvA8NO4J5AcBZEFMXo/GfeSP9wNjPlCVMQADHVssXZ2FMpoHLJGnsHOSbqTKBYtAGwE5fDQ5A7hhwwSltDwx0RjnV0BSHkpbpjBN+OZuzbhBthryXAOKznX98LzkQPUMOWAPIdL082zm4G6xxOSPmWQuWleH4msNN79+MnD1gI3McWab547hhOpTVq4OPz88RqnXE4/gLOAXvAIjhXIxT2gCw1qoZsLXDPH7TY3h18VH2svz6hPBvXeN+fhtPcl87zuE3Dq4Tmota6P1SGhQnScqvuvTvgCpktH7WmuG8I6iBDMQ8N5UDkKNkNrlksL7rDC2AKjLuJwOYMUOrOJmQm3b044weoBoAGJrFUbsCEFCXqzpE5Yl3AJq3HUIARTJmz+sFveL4Dm8mkybBP+HJ7iNrEFoNUMQrjs6UUW4wTLOMI9PgmQk+GHokmys0nX/wigNiLM9zX5cOxQwAPBuhymcBvMqbyBzWG1pMVjIOR34vAMzaMm+3SOD7OFIteAu6Bgw5ev2inw3sJwOYbC7LfQBAZ0fiLAoPG7jSo5/YeZ9xJaCjfUmHd+lfOWvpTMHJHF3lhhcAnFLr0CayFv6RQ2PaUKT/ZPaIHpvIAUrDkdGCgxs8kQx/l4tj/7TVLqHmtbGys8OZ6wCAWfusN3sQkK1r48wrnNo4mLbzWrYia1T5xRi93m3NwJ7PFhkIcNBG3qvtgNPJ5V0VSJmI+ft2T2msVVPQTZRpTuBo6DIvARpycLW0ITZgZbTXCVBT60GpUwOnI5ePnr+6TbO7oaFWv0imRbITET4uL2dgOllCANa1rVLSNv0z4VHWHR4F+GjWXbNKAzrnHmsNk8VJZQTLL8DIoaf2ynWp7+FlZ205AxeQDIdkdFbKGpLhBpgR8AXQqACdAwVGvrFy7SXMXsSO4j5kCuI4FRhFhYop8b/ag4zd7yohBdGji9EN7hHqbIiAWHIxWZ49o1S+MTLkdxzx1s9j9yOD2reygVreXc4+muNe4j/tThJkYHkFnWIPyaFO+WfmzxpBdMj12LG0fkimX4DxgNZ2ZNrZH2qqvHHFigGK7Zh30C9SPH0KnZW8AcDJFFyvL/p+snkBXgjqSdWLw9bUvV0BxPSMXyB2otcElzLve1ejaxuwYNnjihCsS8Zk4BJdObag7V1o1oB1gkvshAWAQEfpwgYTWV6LnawbrGOXPZjMIPqDpkck4Euyflh7AgWohpKAlgJiyBP4EZ0GDQIoNWNpB4ABoLPgkVV2JOteti/Qn5qbnc6cAzR2zCrvEcNVD0hk1TsBUtABdGp5Bn/MGXBurnuJR8hiNXhDAAzAduQ++qzBnKwP6xj9uQd+J1ubPYQ/azOQdQRQk7NFaDrrgq3y+6Off3wdPTmVGADybYJCiwKA71SS9E7gGil5AET0YKWvK+VNPyqbKUEVqSoAP2JPJDM/ev3xE/XflIwBiLDutpNbMhUQQvMCRGb9f+esA8iJHtN+pSf17Zw1k2X6VlnAzMfymSpKGoNtXmdqpo8tawNfG4x1+W6wED2XstPO4EsmFwFQtvtlJzhARvo5vabJoG+AEP4PDH14MfejdDbZerxcUYKsUdEdADPjohyz6XtsQgOB2nCeAR8xX/pHv9I/7AdsAQJbbBvRb1n7i8M+slVAokxhm0MORuQc0ECtBmd8nLLvzCcVD/iPfeZ6XvACmczxm0TpWQ460GAyXAWM25fkmGsqFKkvrv5+TU9I5uYAUgCR8IsLAYw+RhbbhCOQYgLTAULZh48CRj/cRL/QW5j9dXlxZAP2Fec15KR5muelbzM9tMku5Tz09idAI05NAKvTekH0+1blkuFrtu2jgDX65r5+TSBTbFcEBrIFc4b1eP/hRp/rOwR6TjZ22g4EwGCd2xc9ugWQLnorVZHoE50S4e8E4FPO9gt9ebW+N8q65vXzO2UX2+YB8RAIynj0PlvBvvzzn//0db+oNDQ8dycegqbIgKYySUH06I6Utf/48faQ9zlDiv/miAYvMh4CiNjaBK82qEy/xrz3NeFJzjcCzG/ubBNTih25xjrAoy9VEhluynlcJZ3pseugHwI3sN2Q8ewfgRfQ2/Sw1s0BVkkWpkcufIfoRIahcgy0+uyS/X5KX2LdGZmI3KeSAuN7Kl64BeREb4sf3iirm/fvBJx5XtiOIgLokLWA520r2hadACQNnWcTXMGeu2Tx7/QFfvLoreQXScBpJaQbx+QMvxBgMT6A2MKUkk8VpOfieXiAEsxphRRshUCW6AvkDPYqtjf6QXas1pL9t54AcKTMr233BCx9/qyMW2S9guAAz6AjA77YS3ZdYW8hOwghiRxLVnYyXIlVA3zlbI//nzl9F4AKAAzerDt6DV9rDU0b+nernuLfKd9rAJy55OzHfjpIeoLXat9xjkr1B9YpGd/ItNjFs98aA8dvArEArmmNgezwOXoySOUs03e+SYZrLLod92BMyGL4Hj3H913eWmBxaBYAOH2Ay5sFNevnqm8T/Ro7EbmSQEwWjQzlOSJ7/L4/a9eEBO0vc7U+8jznbDe69EguGrsL+cheOzDAtk0ICF8xL+bFWLBPXtDPd/iu/kXFsVgPvJxqKKE90cwE4DqoZEw0bv2FfveMj7YPA0hzTih+7D3Hzvcklz++ct4ZuQRh+PywZAF/o1MLYtvHZp21MCbml+DmzNl74DNaZH2CEmP38EL0dL6VObF9c/at3WhcZM4qxZpWAtGOcfUMzTOyAfPVg2f/EgCc4UXp7U7nvt/P9r//zu/ne3bx93tcy9w8wFkv+lLM+/ea+bB//6IxMkuLUBnFfs50fQjwPM/voQzZv7MOf+XaM/h7/s61z20g+MBhnr5Qhg8987+6Dr1fCfO8l7ujJwRpb8PhgDiv936f5SzMd3a6e4gu13XznPXV3uHiPvuYfP+LSNP7q7UDXJ3HPoc4i5Zg2e8wJJf5n8a1f5bvXAJTxwHzuLCOktBz16r33u+3R4vw+R4xkmwb9qMC43Jg5+iSP5IJ91fr8lnX9m+/3w4AewU4fLEn9xfHCvMsI7qmPoP4wDgjOpwAC7xlHyO8E/jR7479514l+6tgbuYQw9FjwzhztM0CWTunlmG0w2EGswOynuM2t5Yg5a1zdnCvPdZrAIg6VaqQOmbK//S9wznFIXWjzTihF0+e96c8Vvrq58sJH+UDMGtnzAYAH057rY9XCqV8cvzCK51zMyT2Pexceq+UckVBx4F8TY/YyBgFynU2lux0z37GgZ3fHRlvZ1do/lCOpod7gsPXtN8me9QyROnRl4NmosJyoMwzGG/udSIpj+1MqzWu9zU+78vhZPY9ObjmkB8AOL0zWh6WOT6Vg9j+oI3WHGF6RCpmpZuB1jKDGXMcamutYqRxYM/nl3zS0jEYStd6Uhb0X2OZ+9mwW/ca9X6sYfY748x6cHCIdeqsm1nrlKPtNY0MjuMt2WgxrMIbMXpDl8mwYMwGyLxvKT3TV2VK+8FmHOsCZ4xV927v15HTue8gTwFFyMUOFeJbcfgMbazAnQixleVb/bYCDHZZwLU4RuJQXevKYYoDWTOGXbZs5IJLPU+J4Drr6lhPhgmRx3IqUDKVDL85KVzIt+HNjDXAU4nczoUJ3CCCu6VwWm7SGQdDA81audhL7NGhxYK8uxwI2Jq5OoNn3z8vF7Rhj6mdC34ua4MuIKtmy7iyzNQJEGcpv6dH9S47JuMKIAbHEE4MMhwH7EVOLVsmQUur3GNKflX3erzzuWllaMcOXsDnkS8tG9le06H5gDA4bnsYi4wbuhw9YYcEmRsaHxmQdVAHcIn85hDuHjrIsBMdM/72/7OzQ4dODrt2vunPghcHr0jBuoeoehm3v3fleA+JlTfhtZQNZE1MawPs934Fbl1SeF7lozpyebuO3wv5OfudfY4saHbHDnrxfRydkf0pzeeD97HvsatTdjKAvvcLIIpgBP0bX7DeDyibkuQBf7z/uj59GgP6IYPaF9hAFgEdW3BTLKDYGdX9DuBgrqyV+XdouHINkMHZHzlpRlct0Hkvca+VsLcNx317OgFwOYN95ld6aqZu+CxOCF52bBgAjgPDmTyiN5yCLGUDU/p+5M/S387CF00x12SRj+eNsrdzPzvVnJUk3TZl6sii4v4+1OMc0efJDGbtA4gY/NBF7FlL9JNRw/dqjyRjsjIyz4cHGjEOP/Jxs2c9V8pxqqRZv8YzwqvRGQG3kJWh12T34ZiKHEfP4Hxnzymxyfda8cC9/6yfcbJFjhOB/wXgxuutsckhwribmewABRzE00Oqva27d8wpve7Tm3i3b8jyYGw4NdnDVI0JAOyxM0l0xJwRXI2DgBn3OgbcTP+0r59Z1PQ4O84rAAv2IsU2eu6MpMjLrEtALWwk7t+WFaTCQIfNvjUdI3YMgIdH2YMAtvM8Z9qMfvfGByTjPnZa+ZnQZbK5e28+Y/zQjPngsOcBFHEo4SAXkCs7Cn1ghxSOfgIkdJ/0S13nzdgAk0nOuhvIK7DraR86dxLO/DfPwvZwRvsG3ru0Pk5LOwejbyILoo9S6nnsAN0bOjkCIAwWEvAAIJVMedsJ7qHGK0EUqYQBdcWp91jPg09jP+DsTvAEgFVAi/AHDtOW7C7t+Tw89i/O99AD/AM9R1980U06D+bH+rU8d/nSWUUaDxlVPIPylN9Za2QH5wrdIwAeewZojsM3WUIJ5EHeIgNiv17awMlq+iYeZp5k8zjYcfgVSCeBKfl+K4MxxvSuF9ig7NvSov0tgNoEYXBOmcC8BIBO6WmyH6nuorGQyReazBmE3ysnbaOSuaO1zTkzpUehM5eQxgE+JYITyBTd8ES69qj45I67qzS05QnrpnG5eoD24rXKPZPt65LQ+serfrUGSCUumOwmytkqIMMBC8moZR/Tuzc/ncnr81Q+g6cowZly/hqL9Ix7d/tfnKFP7XCN/Pl0R+bTI2V7CpzzXqwgKcaGzRi9gQ3HOit7znuv9Rr9Ed2UsqjpF59Azu/sGU57wMvR79Wz4XeESwIyU0UmDvfY7nH+Uj6bYBvT5ch4MjAfq5ekg3J+p+SyQDCBVJ85D6qn58tX6YUMneILBuBDNjQYLf3lfzc4B+kRnMTzmzXfMZqmBTAD/KcSQNpM4OQGvHHGmsb1TO9REvT2BhBZPUoJwNDQANIdmGzbQzJG6DT9OW1fMBmvJ3QewPFWINtrAbUE+VGNAJqs3gD4evLCsKmzzwwaa58pA0zQErIimZnpi8q4zf9U/xAvvVHmt8es8Xz+JGBN8tj6V0gTQUTurS3Z/erlq0e//Xbn7755S+/iH/T3e9+PDMCUlU/GeEB5gESAtui3gAPINOQbcpMqFXfOHH2pssMO5pgyqdapyhZmrgB1BOgQ1MYsU4Fkyvdbv0dPwkOAZgBVvz++9ZzfvHvrfcGOBfyRFI3OVzaf5a6DUqBZxqSRmVAVjEFmtdb1X//81XLeMknr+9NPPxqI6gsZ5kAbeNs0EaDIUptgHP+MLiernHVClnz6fPfoNevM2UAyjaxGxgMwi+qC/A3G6x6uDGC9Ru/bycoc8+i7aNPz85mBTMNUBnj3ToERugegsktA63d0JEEP0KUz/XUP6DJBaegt8RQlpMkQ15zh09f09MyRxK+bmw/+g5LmPbvZvvP5TkEVopcEvXHWFc2LXhtomUAuQPiAfncKJngDoBaSsG1l+xSbkb6+onsqLyTgKvKLZ9HTPfoWG4rgM8ZLS4IvmvdLPa/+HgH4BHlo3exfEPD7Ws9z5qkZgL7g8DiTS1/i8EsAwICAyQR3CIGB5timyBC+0wA02maRvQ+w+P7fqcbwBEBZ8gD+Q+66+oF+J3CKalvcn5LHrvYzQFzPpNCA6Uq6gbLl3zRWgMR372JDY6PeILvIMtcblOou6J+KOJE/2dckpDyhJLnWldYFKZ0t4B6+odqLCVWy5YvGKjmBHffytQBgFbTgM2TRHVnihz8+MpO5hQ6widGnDBz/G9RChYn09mXMPjtI/lB9gX1+pvVyyeeYOH59cen7r1lLzMOIIVtz3BMeJtiND6CJVwJYA/ryL7dha6EH6Cl+kdhR6VdOUF90iwP1RCtpY9MqK9hWsbO5Dy2DUkZYvEeAgeiZZ9/Sy5j9A+An23d0qO127TUvnk+pZ2ReMnvTDixVxhJchZ7i+R6zbTQmQXuX/A4Iixzk9VXguINvHew9gO34OOqfSxXBVEewzBV/uOe03sadxXNY+9gVCfBOBmxss5x1mm28QGDEuXvvOvN45kew7hjMaV2UoJkC1l4LZ2YT2IccSesc9FRAef3mQLnYvkfbkRljAqqyh6WP3Q0BHw1cEjtkaLP+8fgBEkAzj/D8HCxg/0kCLRzwZNsiNJj1gf/WWRn62c/8PCu++3znWBPbM7Gt91eTBuqDupegea0E9J7JeHG3K3/sjs8/u/b8eTfgDPZ5U2aGBXdsl22LtUDBTPg8jjMA3IUpkbVnTbIBVyR0x/j/GsKiUHoAACAASURBVADu8x4ClPfPSxAHuIuSMVGEKnqPEkmJq4evrsG1/XoIAD6v70PAyLXIhDw/Y7twyG0DOL9/DUjeme2cYfwQ7aXx+mLEXmfmm8PptfX4rwLAh8NDix0anqzGi7mug/95bBUG6/LrADCfx0GcQ+O+vgE1IiT2++0A8P55Dv5/DADvPLme/dCq//33d/rax+9noeRmImc6ulaqm3nHsbMEpOVIfG5+HUCjhX4+cH+R/j4CdgeAd1nUfev6xmGWQ3CUagxeXjiT9vf3tdyB316fkoSVd4lUcjT4GLL5bPacEqFldMZcZWL61t8ue5c5WkHoewUFeZ8xtwSwx21Fu/7VQds9KQ11HXfHIsCBHRA4wC/1kP92CVcbfpQ0XGVADWh4Ulk3j3eAkz43c+CQm+yWy0CH6VPTQc1Py3VKAxNePutZoPR06axR3k10dp1rG9F4DLkGcBRnm401O5pjhPQ5e4/djv1Mu1m7OpwHjBzn6lne1rm2wGkcSku2pdxOXi1N5/IiLsEXui4AvM99n13B6tBHnJ2ZzwKS+L3OVesf01QAjL5SbnMyMzB4ZITVgbR6QkaulU9cVGgWdweA9wzvyP+Vmd6x4dzl5XHZ8YTbruvaUeU0yfhTqrHRuYs3qw+cPaAxFwhMtHcAoII+LWu6Z+Fx70aH78BS16+81O+sfQgIvYy/ZLplnTmJJKgkTiiKPC09n3WrrMjnpbde3+wal7y3gZkoaZdOttMxgKnnqwsMLE1mkDM4DqAnNBZnZhzzHKjb386gWJ8/Ds3uke8N7dggT+lGridopJm3HjeAlZ5fAL1gwy6TnMEumVG5lx6t4Z8ClssGikPcQJWdS1l11rBrlcCJWTcA4AkowFGePnzjxJQjIMBUjXUOt5FjjM/A7zidI+eydh7b0GfH6mcj7+CvsUMOSnX0/WQOjQ5hXXcgj+8DqHBn6JJxmu5HbkV+ZL+yLhkj3yugUzmRg2wy+n2t/mR/Fj+PfcB5brJRmes3Mjw5FDs7JNnS0FcyFSITcQ40Ew1nph0xrIvWu1lClPTsGthJvJXQ/X7YjRlNS9evXpMDwOs6A82U5kOujDxcAHfW2ZnF0E8Dc6SYcn32y33O4DcOiePMSGZLHCDORIRmoXUf9ke3jH4GtPGZ4tj/8LJf5ql11mgW1A4AM13L+MrCCWRI4MUcgC0rArbyKgBs/Wj+utTj3cfySBztyUQ7aM61vwOceZ2Rk46ijmz3vqFHcCEMD2d9puqNxp1SqdlfHOUGCEUvON+ZTuQPvUklN3jfmWVZy9ozER/wRspRQ4v8dFS3HfI5OMNPDcAhE4Bxu4evxsZ+ZQzRfb7jyCX4iMxRaJGM/VY+YIDuma7xO0BFNoOzQg87PrKJ293c3OqO6eEVfRM/GiCNg2N4D5mkq8gMa6/q0F1sMWdv6Q+cZu6NimNM6+OS0MyNqgNy8uM8AgByi2mc3GTMy1PW/qM/AChYX+NoTOk99guyydyShY7sbfUO04y+U2eNH6j5AxQk02hlu6b/Za7f5Rlr5PlYb3yRwymOXzItfv+uz/Q9smKGnKwX4kBV2U8BCvhWmN9y7IUGKqOie0Wf3tdmiEa/m3L1MY55Bmcbpwd+f6vBagHDUvoZx3aAZMC3OKgCNDPfZYMu+o7sGD1Fdj/07IAGZTSNs/MlawbNI/8HOK9eSl/UtGQwSD1BgQ4osww82C/0D0RAkA+BDfooLSlyTcCgVCTAUU35SES8bSbNL9UNUs0FenMmn+k/gQKRw8hkyTg7T8MTtMroGSR2ALSQoAhAVAL8AoBiq31NGWqqBCBL5dBMD0X0+mTiWy5mX21/sx+eaCpFwNBeRxyG2M66ZzKTYts5gEpyPFkyAEYN4kiFFxxpN3e3Lp1p0FH3Rn8YAHYP7Nis9HfkfbKCceq6JPQAuJbtG4jIvD9+vBnAf5Uqt53jjBecw8lUdjb7rhuc2a0AFPSI+TZ0gkN+D0IrAOyMSO1VypdPtjjXI0PmnMf5z8CZeRieGKcyzj/TB/SNgzml9Q/a8vkLHRb7zeuDs3kq2LjEJtejm6nMYAANGjU1OJMIfgGoqKFkkAZgxMGDOI5TOtr7hRwjo0WOdr4Rnai5CSCNHk5p02QHxg7AUf9KIB7SsQEHlrljwwJaflLmLL1M374j2w29Fx4wj3J2nFL6yDYy5b6oJCjlfC2HNU6ft3H6artwBDMfZxTqGZ8ETO395Z2p5QoQy95JMFiAEwLXnPuu95DvAdJUAcAZS1QOYH21blpygBKD8N90DVU/hBlQ4vM7WaISWK9ev4ptq/nUxuTZgBXoop6tbBfbXk6wDBl4acMCCEW/SGXBGlQNaOyxawEpgeyyleyetuvu9osAXOkXBxvA96x6dDm9kG1jQ7W2iQOWJoA9682zsOXIpnwpEBVQip7wBL9w3UuBAY+fo6vTb/fTRz2bxHwHHQj0Ft/B8+zDJ4ET0ADzZh2e/CB5prE6EATfAKX6eSj2J7oR0Eu0gz57rb399dcE7bKO0JADPyltb/9FLN3SMbQPAIcMYO0o5YqJC72ZJqSTAYXTRqJZ9FovZdwafHybCge3Kvv6TBuL7GRB0R+RMwScxdauDWS/gvU6AfDJdncQhP778F4lzA1OslTpa+yzuzP25sxCX0x997noSxQ9dXkAYRJkYZt4fDq1lXw/+A416aWjEoL2Az+RRS59flM+27pMnzJ3+jozfgMro0MaRMkYmjlLwI3LK+foHP5DTyEX5yDlfuz+ncz2BAswN6rhWA/qy/ANNIiE5MzwWXujpfQL2cEeO3DNYFnOvLzHMdTB+6YPbMf6HsLLvKpCWQtoLH06Ay4yDsBntztw0N0KVEUGQss8j/Ul25PgFDKTb0QHgLexUZWp+/nWgQK8nJmqF+WnATYJNPhG/2kBZoBy8aFQXlugobKADdEL4P75F5WVniAE9p1YOMC2VBejRHkAwdoxiGiXVseTMT459ggAGN4DAHYfbe0R5ajZy9sPsaUfKSOXUrnQvn2JWjd0AEEKPptJ1rxWT2j4CG3G65zg84MDQQDSUpkFUwsVSmDGjYJTjmQ6fR2dix/is4IL4juJHdoj5FNlgJsGCDywvRUAOFm2rzVGZWt/IFgG2iJgAPmdagix8xO0Ct1h30Rej+0TkeEXa8a6QqNPRTTsZwwQDlXib0olS0C9VI9nA4/+LN+FjJlbgt9n7NiWWnuCcdB37Btj5jzzUvdmDJWV3IfAHqoqJMg3dju0QGYtmdgOmIO+NTeCR14oKChn4pyNch5Klix6DD+nz3mS2xYXutuNeIegqALAjncZjAMAmLUikMD9nh3wFt5knFQPgq6zlsg/sqij93yZeSjnzwDAli6m048Cnnm1pVDPTgWAe7Y8Ks5OYCv6JQFDkRjwQ6oyZC/texFhocdbJYX1aw/nbwSl2c+xeJ5xRO5Ct7FxmOPeVpNS4rwir5hjAlg4X/mM4UonBZSzB6Wj0NacTUofm6PU/mGmgb4cQPawoR0wlvkxh96TfY0OjLwx+e3047FmDMmyD11+7/k6f2avsJd4roX+Gnf0y3Zd+WLO3bFbtwv4OgDw7mzupHqbPwJCz07q3cG9Z7ptY7/4tddfB4AnP7qTnslkU6PMeRFR2/t0w71wc31BGy/ONvkdAPb3zgszzvU/A4IfAmwfmvN/9f0zQNwodDYVxbYyTldEwv6sgxDHMXas2bauJq7TOu/RB/v9agiUIHd6sSN8HJ/ZowVOl2Z2WrkcZwZwOAaGoXZa2ffrTIP313cTcNuHZr65d+Z9uW7FU/b12O+9yQO/fYDyB11eCqydMf+IBnZAMNclk7hjPO+BI4wQOBikCDYfJmPk7xmbF2M/7jdP0DrUYbtnAJ/XdvWMveTB854egCSjn4mfr+l4dsMjDrJkST00/s5pd/j0XvteIRybBXSs3Rzy6qDleaj7Zvh9ISKXdcRuHadtwbPznp3pws6UuT9TPkq/am3jAMyaHQ5J5roRxS7Dmp27f+cMvBagSTT3pRJYvAj1RHEf6zxOhsOQl4F+AVzj4Ea5HgJ0AIyZ8L6Pddj5/pp7AWAOP+7NpTnvfGIXAoYSRuIcIAw4bDTSssneswPgDP1XjhREcH8mrtnu0b1uWU07ku1oiVLuz573r/GlS0IVKJgDz6KxCsiWDF5Kt0aE9x9ny9RN6cG661Rn9LFPBZ820OVMb4kUjyGX7JhEs2a+iZLr/ALs8H6cjzWCnk5J4f3e4xv1WzXeCjZiXfRgyOdneWA5P0CrM8i2m7V3SCLA68SZnqiOdA0YUycZOaH20WngcaBF/5NP0FfBszPf1GncrFFnAk8Ewtk2cN9NHMZiC5dq1SEpcxtHMjLB2Y+MYw5UM4DSu51b+g8HRQ3fnYa5vEBUe18u+sHhkyxSXhh4x2ezlwlciQ5NRln20Q42ythM5l/pKs6NOAsPOT78auCQsrN2+IR20vM12SQ7QMbBzMC45W9AkGTHJOLRMmSAYdbHEfrQSD0EMxHLfAzgCWQxQMU/ggqcYbgygJEZ7QHr/dbnHFy77bb17CyfoBTr7AXu+2CBw6PzhXb4z0ZydKPpYwuQqGN/D3RoRmmzkBkLjh8Hx/hgNFnC6GMOtzgTJoMxDvvYof1noBJHnrPjiHrP4RYnmPdd+wmdks2y3BhZwAYb2Dl7UjTWM+h2zc00p3sCPPC6ZgfzfrJdIomRa9mz0L35zQASzog4jVuWdb9nZVaf4RJFlAh0ScIcih0QIyZOj7rIILJlOsZkPQUgdPaJy83F0WfgXmNI6dYCm0SIJ8O4cpqf3NvR47MOlVEBDhIMsA6TSzcapIP/veZZZwcjaB8AJdlnfk/p1Rw8ucZZvSMTID3T0wYsFgjmO3tf24/yAlXPxp4JX+2vXZYF/MbxP8CJnoNMhgZdllTjaSsD7sG11Qd+tp0XOXhi+xjkRY7UcefDamwrr9PoV9PIic7sIBsvXe0aB64YmB1gbAORS/edW8F426/QKos7orzAbR1CDRDIc+JtrMMPOVLAOQBweL9OD2f8dT+hYd2DcrssjB2+Bg1WYEp7xzbIAFqyHK89YrmRUti1d9d+QbspRYe+bcR5st9W6eSLcq7juExP2NghkQOp7hCwHyBl6FQ/A/Cip+KQR88bYBtw2FlcM2e+uNtkR7b2DJq1ScUUAMVXcYTjohev9P24TwAwAgDX0Q3gWNrxeEb2cOsjO1P0ScYq33Wms7MImSqgS3qL8mLbUk41ctWOq40RnGnkLIUAzQF9tbd8l33VuNjXIzhyqQA76WxjDG14hhYYZHuTZRa9Rf9SO1V1LwBg+JqvuP+x5XXkAvN2j9JxqOC0Z40LgodOAxzhxHLQ5Iw5GXhL5rAfOL9Z61Rm6Xl0t3sTwJYgzQnetYNnyirrM/YLvQidAgBDG85oGic5WVuxDXDq4RDOnBg3c6nNQKZRnEasiRd3dp95pJeeeUjfIYsLdzpf8NKSSYktQZaxgRNAkcrh2BSJfhmQqePweSJygExgnpF+o6JB5P448ypDoCd0LM77bKkyUsZ2xcF6c5vSnj5XYbe5hQAAM/SWjBdKTiJXcLDuGc9JeGKvY/PZUSu5eXurUqSsFTbh9BLf9amz4ifQsE60ZOUTCLICJZG7ACgEEu0+mxWoFyccz41Orv3HOiOvCGKpfA3fBNRFruV6WL+9x1lXMmQBw0xfpm10CLoosnpvNwGol2zi9EQlu5JykawFmVbuSW3zdBylE9gCcAAw4z7dtjNhjtAyGdaQUzLM6YlJKeYEGRA0gGOd8pqp/MD1YycBlukeAYcalCKaUgYwc36pLKbVFy8BOtDKS43Z+wzIqSw1akvh8I6tCg8gi9JbDzqA/yn5ybySybcy41O9JO0aXPlnAluYH7TO98i2JRiCzFH2lX6LZI3GJqY0OzpK9gzZUQTaKQBGeF5kPRmEAt0A7ckUd49iZcgyjyNwQIvmShJTPcq9LrGRpyx5KxOxtuaHsUffvycrVsAR1Re0n+xNgtWgKZXXVR/S7xq738fZTt9Kn+kSWOIS1Ogx5CN7gXNaz40+hYfSZxYZt9pCsH4JtAMMYO2RAW4FrWzBCBfWPE58AGDKN+fzZJ8RqPGDMmEJEHKPT+iIQJSeYwb4cSnWAUo/Uk7bwRe1l9GbqT4Uvsij2Q/raIkyMhWhgzdvIkex4QH9XAVBtGUnvK4lKxiwnuADKhK81vWuICLA7Dmy08Bc7CsYxQGlPr+mNy9sbDBcP2tS4eOwnaV/jP29Mpjpg40edyllD7gBRgQNyNbUur2SzEMGvCCIx/4NSsOmcldEdgKYoWNo8pf/+If38ouz/6Ap7b+GCQuzngAhv/76wXanxb1k2D9+fnfI7q+al6sXaP+t4xxQQtY4epMgLgIeKB0emwyXgyuZsdaWXVlbnm4+t/5inGllAg85+5610QfRlQFID//NrIaDPXWegH5YDzKDKaXNi3Ws7evLhkaQJ7S27t+AtwSAUJ0BHZj2FSqnLvsewN8tN7CxRLOUaXYgnfbk7dtX7i/sksASox/eKwuatlKmLfVHVh9tpmuzAmANSnTpYmgHuZkWDfb7ic7hHeSPwVdN/qdf0p6AlSKj8uMtwRVTOlnBENhK6Tk6Ml56BPA+SxPfDgGZPhuN/n6twIwfZi+gsVuVnbfdrBLFZGo2M9frp3XiiNPM+hcq8QvQyh7mjFFPXfQRgVU+uwzYhOojuO+FxnkrIBX681lRiwmwmHHH3oAeACGdZQvdaRnQHzmvpEIG73E2fqtgIAjzRuA12cVkrrbKRewoVjrgv/nJQU3IZPZTezv+G8aM2ELOwNfYk6Y5OIZqFboXvqovAl6fTcWgnikz38gH7CG3N8Oe4/zgYAINkUxTPd/AqXQNAPOxZmPIAgC76oDo1tUPCIwiEEhyxAAq8ku0UfnoMtRTSt++FMttbCTCRobWGBv7naFp7QmvUdlz7a8Dazc7uC0c0K/h0eVH8/qYppDpCSTNs5M5yzOge+SgdYp0GgAwv7uCh55LeAnyuq0CYujGl9XAB2bAPHg+9mGLzmXtxncDf/sZy7/CuYGAQl8n+nXbDgdTxf9juctYR0/fw5e2s6znOn41/EumG+SUFtXHMM6GAwAjk81hY7M7kM/6N34T04b5LXgCe4j+Rh7Xn2F5BH2NvQ2vpnKUv+5Xzj+xpTsO21nz8vcHqM14cn6tH76+np5TW3WoLmO+v2N18Yld3r/3hd/aIvEAgHvIygasb/5PA8Bnh9YZ6FvAblbnMtPrWC4vUF9nx9cCf02OxwZ7AQbofSjT9bjn/wcAsJ2Gp3Fc+/u88df27Py9rssfYA7HWtWJtcgpBHqmla5viZe/z+Dl7qw4CHK7cffy/nj3p++EfRkAcL6qjiLe3xnCptSJhvpM29gHeS062+99znC8P5cV/ZHPro//+rtLqu/0f6b3jH9FcO9jqCPhPqCcu6x9GeE1zpOsf51syaDs6yFg98zT1+Z0Xuuzw3E5+P8YAO69j96Xm5DrOiP7DwB43EwGHK8AwHYk4DjFSNmcavv+3q9CcM5AzeFzv24HLZoBfIwPB8SJIM7rcclrMfz3NbQjtigmtD32mx3Uo5BzPes5ihVHDsbXFlSx96eFBFxuG+UTX5gtj4JEvL/zb2mMyxx8MGuN/N0zyCwrUFBjuCYY/5IhuJeBATuLIvdKVw8FQOwOyTOf1EDA0OmcPN4rinGfVxR0iKqOqc5532NHINu7eXlPljyH6zo8CwzFKdZ5emkxbh/QY2detmHNAf0YW9cvRoV5Wp+5fM8cPn1vDSTOdMpFTtkbXVsgoxF8dYB0zeNMzTNsQB0ZhtnnyPglp3YA2PPCYJ61ruO3BjzlymJYcnILmWGgNYAgpQ+jYzigNFvDh8sBvhoo0vHxs0CW18LRd9X9i9baB5PaVHb8GMyIDGScPNOHrPlKy6ruvS89Pr0ADrLuGHvJOrikpSmnfdB6DhBxhIZhAYDtkPMBgz3mABRjH6cR/JfeRQHpCuge9GNmyhoe2a+dt99s5leusVFux8VWJtOAbxxCOUknahK+4xCU2ww/cmAeB3gOgTFUj4waaBReRgbgTPMzc7jB2QDHULbUR50ZJ/2MGGdlontUzpg4kIcPw0cGPmZMBX+7FuWt8Hkcny0faN4d/okDBxAka5pMo8wzJTDjbcHJGPAtB7s4C6DIOLC5D/dIpgKZCHnPGnSTlc1oDs+sDFgOs34q12Z7jlcCuUIvlbMpa0/kdEDa8nsy2nNgaYZuStNFiLtss77DesfwjzzwepIJ6BLNKT2L49Z0xveRcT5wJwDBzwCUYC8BhFyJIQCwS3LpYGegEgDLMidBAADlOPuZo2Xm3L9R2C4BPQAw7QMKYiUCnmjmOGhnqeyotaPcfLRA8h0ALgixH5x2Wzfll5OhioOUMnkFcMlgggRSsjavXXZzCEvm95SKJPtusrmyRvBAetfteixBALGnKid22ykOWPGf12dlxqY0GPKSLMCsBd937yfJjsoffmeRfT08OAfSVvwoaNdn1qFZFVQqNH846yuAc/kq9JCSk7ucc5CP1tLPcVHCyP705ITG8pnpwaBQfm/P32RfZ93Snz4ZrdguDVSoY97fNR2tcZT+u1fIy1bM4L2WZM+BGn4fgA8ZMMBcI7kjO+LUbLBCAXBo+5OcIZSHTGWRRZOucmFdG8dYMqmYy/Dg8Fvsg3Fk4VTYAnIhccaa/nroh2SExBlBtsyU6dVaJUgqgRyMojyLvuB396C2TZXygbxS1jzOfPjepTjHhgHU8RrrOj4jcMNglnkwMsS0PTLb8hVZMWvI3MlOoQwmzs3vesYbZZkcNhP6dSorJNMhQQ4Ophm53hLNltPQChmv2ISA2Abz0keXLx72qe7hsthk5Nqx2PKwsVHcC5V1Gtur2c3t21adWfmbyP2Us7b5pHsT7JT9YBwF39P72zJ9bFae45LWGl+CptIrkvt1bx28lxX13sRhy/6lJB6Zo21tAh3Z/vY+KhNDmY6pzkGGmkVC+Mz9/ZLRnVK4CYqwzrSOivMxwGICEEao2TFaff7NpVsnQAFaQJaPHEomeuQ3c7Kz1XI4ZYELEpGZDd3AV+xVy/4f2eaW4wk02kv/J9ANWk5PeL5vGwBnmtbHNpdTwdYZhjUhoMzAvEHS9NczwCDZmOx6AVVy7GefUlbWGbWSY5FrcdBX3hqwcGWUONCgAUYMcOHet2OHMKbYE9iLiw7Sn1gZYTR19HknthPOPV62jdm42TvoJbZ1bD72oM652IToY8BDSlNOQOLYaDFSUx0BoJM5UDbUPd+1Ng3oKn8lGGTOV+OMRY5Cx4CblskG+2K/80rg4QC+Hj98xTjzk7XC2e9MenuPU/rdWafjOvikDKKUyY29+FiAh20l5JodqekRn7LGBJRELtA7N6BCgF30H3RAxYfICsaXUqeOGbP9kYw0XqlGoHsNGAn9ko3VdgI5U4WHoOtU1MhcDQBjW2i82DMEcyXTzQ+ChA0wEawAcIPOfUqpYX32WSXwP95EFwJwAKjdCRB6JVCNvefv6kKvp8/ryIXYms0gc1lTB0PBw6GfZCVC3787sxRnPAB8MssJ+kgmvgvXsD7iUWj61ZQ2BfD8RulfAERlvf9ORpsWD9nNmrNeCS4CcEr58Nglsb+hteon1ov3Ug4f0C7ghjP7JPtfAvTqLcAPxvr9a2QjJad1d4Ne0KvjRgDTTGcaAw54MkP1zwGTzuhNtZFPynrkBPrTz5QCTqA2ug4+GxXlNcR0I6ABeQaICV3fqnIH2Xz8TVazYxQM7qQfLpnq9JR0pQLtJKAnvqGWjwZcD0+kRDf0Gp/Pt0c//wNiJSjSTGKZ7jYj5s/Hj/71q7IjBf7A78jEAOrRMd5XFkbLQ+uVLwpUeiFaa/DwS/q+9jpdRuYnn/HzP//3/7J8+u1ft5ZNr8luJEgDP47ep7zwv/QZY6ZfNBU7uO7d258U9EKp5/ALJcp//fV95BJrqXH+7DWObfFJmeSxXdJ+IzaQaIOKbAYQCehJdYNUBJqKE9ozl5t1yVx7DrLm0mGApPAetG9+9plTZz/bVQJdBQZi034d4POF7BcqMzK+6jBU2yfJZWwj9CD9U3k2vA+gj9MJ3qQvNlmN7wT0QjOAr18NyLBf2C6yLchWdwLEY5VTFkKNj03jZsBvAYD9YoPJikS2sA7YI9BBgnQA/gGGyb63LrcdQ7/rGbMzydUTWyWw0eGu9iCgjfW3Xe8FBzRMdRhThvdIOl/jftF2RpoX2cjOCteXyDDlnwO0nuGbgn/QK+3rnj6uCdpVCey3zFd0T5l6Ef+raa9Q+v6k7HkC5t68e2NavlF5aYDftyrxTRTArftTi25Yc+Sj1hveja9IvZ5/mhLA6ArbCgl6mlp/toGYD3uMzLkReE0AutdZ9/h4C53CRNBZzsKpJpTs+ZS/j53Ny4E9oj94DTp4CTh6+ESh+/AlugAaIluWvX7N89E9Cl5Ipjz2H7IQXwtn4Pjdog+jE5FZ4rCcAY3UJvsXGW2epWev5hF5GgCYDFe3l8COAkSl5zNZ1eOb83mUxASfmwi6yOOoMOFkCQKKtB5ur+Fe3QGi66d2Kwjmr/sboHaAWWxLB6tMWf/YE6n0YhlluZlJwBPwC39yD/qmt/8ve2xfiYMeEzCWM/nKLma/nrA247862klwHSaPz0NUSGBe8EU2KHY2fBwdkyCZjA09lSBY5hQZ78oatK/AnzTBcvHfoBnyQpbkxTv6Pv7PuacrXxQAnnOZ7SjvRYIlEswzcpzzicFxsv6xdeD9yDXP1ToTPZ3xJ7N5xjH0z0rlrHcfALarlc8J+JlzSnxFAYChfaqE2O4igGZmxhp2D5uRXz94bL+xX/Vw2xVj9zuArz61loCuA2zu7Yn8ldf5e3/0nd4zBmankW/YMDaRdVN3fwAAIABJREFUzLbNLzsIOoD8GKi5cH/+JfDbDcg85uywkcTlSP9/ygDuWHrY8PrUAfYnAHYdLperCzE/lJHaMgFdr/v7sj+/q7bvSw9K3o8Z3+FQnX08gzh/BvCegxCu3e+v0GgB4HMgwVHycejchshMLoIqTrajF855QU+EvmeaDwVf8NB9PqmA2m+0AJWLd8sU8+YlEBv63u9fh3HvcS97dD7o+q37LWDyyBidSJr19yXfnffgoXG0NOg5w/c8xmufX0bCXK5R191r4MP2Amd3kLVZU1mrZAL11cjCPTt3X/8966b3P8/TMmaTmfuz7ejfwLI4BzOPFXiz6MGO3I0WI/HzeR3RJ/KLkwilUW1yXDCOBxtQcSBifK3yFys7rCUas0aJuHZZosnI4v3uIx6tOuU9j02elyaiUAM6bBNavzKfTOrIOivIgXPFkeEn2q9MjL64H8RxsW7+I31564gsiFpQOHNdQST7/Rfo0Ai33P2azovDOQBVS2rHgMeAjBP9mrza59DvdQ7t5XuUW6ws3RzwO5hD5OJ5fI6Znozh3h87pKCaIx43o6PPbvnoZhrYGTnAA2NuidXImgAhKe8cIDPbGtnUDK+WyPY1MtQ5eHBljB54JBHEycrNdwkU6Dr4b5yC0JQdtGvsXiMM3Y13rq13SzdzEIYfnlLey3sax0fXZYFL+az67vipNz1+PbPAW/uKrR7KAUYOnnSUbMafXn3wBlHXyznoZR7P2S4zOBwYVNMd3JNvHLNZt6WcmkUZJ39K1AYsTO+uBqZgD8TwT4BI5xGDObI0fNNM99BWDPCVaVzAc/UoXvvm9R9grGAlEfYFyy0fWPeJdGdy3lP+s9GLAyAZfH42QNPwMn8Tgdm57/wVesLgjsO0/XgxzG1YG6gJ/bAfB3CLDN1kVWRFHAJ2wMvR1ZKBlT/cuzLVgNrQ/bo/pUrjMIfvmA9OJj+XbOhTBZvQYgz03stz19iaAYmDowAXcsyBCBzIHHXaUtAcOlNnjfsdma0brRQQhl75fUW0hjddpgvZPL0wD/s9A0uJWqtRHUhdpjAOWOsC/a/lxRdonFJQlnk9gPhwPXsBrRplCEDvwIEGaoxsS+YxckKHVAOMof0CLhcAK7LN8micmHPY66Gppfv5HGca47IjGMBmZOxRMWCOXQs0Jqs+DsGu8R4Qw3vWnz5EQthLf4c2er6Ko769UDOXodtZl703cPrZZ30MZsy44JkciNPbtK/0wg2Q3aCFZqPnvBUd2n8GVaa0NBkHBY3bGqK8aRAHh53lVYAU+hgil3gPR316SKdSAu87sIMD9GRrHjw0usNh+zh5B3g3yDilu/K8OrNwvpBB23WgVPWSgXFSBgDN3iTbIH2l09OZtSDbZQ84a9n19pKPYyd9svOsgJjOKLCjaPreUuaZcqpTqjrBFdUpASGGSjxOZxlqri7lO3psZRHH0RIWS3Yp8zbYKsePHTe0dtA4LOt1DZkedvBO6ePqzj43gAaBOw5dQKnG+e30gWRzpj81wH/s4pQ6lbNZNMB4bD/b2RKAHFeunX3ek+lraLlL70kFlOiezoiZSipcy/nc9pGBXfg4/VNDBwBnydppeTr4i3HdKuMTfmkQGnahpuPntlpAAGDWDnoMH0PLzeZnraIHk6WGLgAkLG+wXyknGkCOG7nUrZ5jXW0APsEr2MnwXu2yAEXhP8AIV5FwYEEy5Qwc8QC3U0iQBg5wyqbiTEpG/bnEZdc6tIAsvrm5MdhFVnP6kGVPnamNXHTJ2pTij+MyAUxk/aTE3gpKdiUI5sz+A3DjJLJAMMeYhCy7CAzSutnW0f2z3vTY5JzFfHGwJzPD34TfPysb2aUIxRPW0SlFTblnaJJAsMotrbid1kc7gqEvOxYd/BU6JRssvBx7CV3F+J9pfO0/SeapASXJWs+ZbL/J1LGdgq7FsYfTTmQeORo66vnKfOfn5HyBvZMgifTBO3obat6xJxhbnKpxADM3SjxHR9evZb2HvWMbOuUYS7/QSM5e0fvOQBmAuoCewaKgVVkHbxTnJjYq+/FRfVQBqY6AKe+vIyzs+G/7A9Oi5hfaR96nNKdBV8n+ltuMbKqvLtmXldmuOGTHLPQWGxTAACcn++YyuXY+BxykzCffDVhPptd8Ljph3RLQULs/9gQAcINqMOvtQNX/oEF4E1GFXALQS+njBDBaFno8WSM7lOmR6zrTyDjmkrLpeysJMlp5tcQ+toRlnBYGmv5BcoHlB3DlXgGSKD8+bU2gPV37SdlSdwKAkZcvBO4YTBhg0LzvIKlksiVgIdU90CHrHAXogV4GUCrA39Kdus4VppQJRoleZJ1kHzTA9YBZlFc2PY2bAzntM4D27UZjS4npnO/hmwDAE5w4DmJkagIlss7QVSpKRTfZx94AVNEJPJc2KF8f/fijWgK4BCq89lgZfoDlkcdv3hKkEmf7Y/w1ugfZX4Ayd7JZATcCcAD+pqIM2aSYBewp2Yv0XHXZaNuSCQoJmE4fV9YNmURmdGx2Sn+SEc29APreGgAGAcnekClN2WJsHwBoAC14+c0rSgh7Gnb4ozcBSv79KwAhwYd41r8qE/f1yADeg96QNel5/7uuA9Bqhn2yAwegGTlr0YvtjBzmbMrYsD9cPSvAy4vJpGXdKVcN774SoAnwA8jOmOn97BBtfZcSzgZrEWj6R7DCY4IHJBfJRIRPmtFLj1rW4ubDnWURPAaIn8ockzkNzUqHWOa5v2j0mccnRMt9sw2Kh3/JUBW+YB0D/wECI8+QO9CC7SdNGH6gAoPjFwVQQYv0lkXVMD6AOeQ8YDNjviMzlvLZXn/mxp4CWA2woXveKQiNY1ECSCVfVcaZrFiAT9MMz+LsOXY4Ih7Qy7a35MN70WsqFugOGvtb9avmBds44EG9sX/86Y3vwTihC9rEM4f32puvosFUFkDuc1aBbqe8r+6PPkYmEwxhG5oAC2U+mtfFBx8daIj0RgZFb9GnmWe5TK/kpkuYQ4+6F726GTfywGC7z5U539J/28G6o//hS3S2bbKxIywzJpuW59t3pX2kTzdrDO9Iktpf0mpi0NRTggrwsenyBCGlogBVEYjZSs9f+AlwM/5DByTje+GcAAioYdIvPXoz1ZbuxC8EK8W+qG+TctTSVdi5Azaz/T5TO0Cee2VerCkyEDvbtpFbFugfZMPZadootGKCyzxro55ht0o+NGvdZwf0CXQRbWqw2fJAa8jLvhnHpefcBh05yIXhiBa/yM5z2zpoXffiM2KUHJxuAwcagQvG7neQeWy1F86kxS5GPxIgy3k895j4wJxL3MYEWRjZCb8ZBJZ8N1jqISc4jHsRkBY5Dm1NwDfyABvY5cPj+6j8jksvf/M+62Hes18JesmnPoNO33JX+dJg4WVUcbKcE8CETPX6jPw2sF2XvB7mEtZaBXohp5JJyrd7PLbZcv6oDxA59RHfEB9yzuEcMHZJ7P7YfcYB/X3WfvwwDiKfDF/tctYIuQ79xV9B1Y8cy2Jzxzdk08r3KwDMFa0oavkyZ7ycO7KGAeeZXirRzI29frsv2lcbaJ7zpGltbtMfrkYQve211PtpQbRsfcZRndLxppWW1vCPAOBrQO3p8X7oX33VGWL70wov382k67zOonrQ273j1BsGMeGMIVzUl60JfRwEkHvnzTMA3DGPbj/GcqzrCXB9aI47UPlX1+HPrmuGHtcdTrc/AYCPcVvRTz+N7ftnABjHcxwk/z0A2LfwOs/PDQjaaWNn1jORX1uPvwMAP7QHoa8cuP4OAOzj6QijvwsAdy4BZkqQofHLVylvf3e+s9V1iHEbB13v90cA8PVrLoGyRSsZH4fIKgOPk+ePw3JdGwFYnrw2njPQbEU8a3ABAg5dngHTOoYL8nRcjCGHusX3Z5pxudsBLzaRENoUHTw1CLfRaQHY2aI94/e+3Fl7tQPH+xj2uXi8GuzugHTGxjijz4ByHYYdXyOpL+VvnAm7TNhB+WvPj1M3hNxns4gpLXrJt/yNIu+ewTo4mdKPYV3fOdenuaLssrb7fR1JjKOTrB306ciw+3sXOjkyi+A/G9YYbwX5xsAYMPPMW+e/F33mAMm3m/XWa+v03te0fFqg+Jgv8tL7lznWqXrooY29ExldI2Nl21UGxjE0Os5OrqxmIhrXvqSHG5kmMUgy3tzvHFAQZ13oFPqf6tCH89nm1NybSOsAgbrXyOuCjvveuFyZyxaOITjfxyl4ABrcawNjU64zxl14b7JgMXw2wIRBYpgvvYAxnYyvvUoqEet10u48tQd72UkzALCjNmc9933ldzvydZ3vp3Hb4c/zBtj2WPS+/0NmEHU7RnqcgcmwTN+eRATGmcbtCijOfPVeHAbJqMw8JxvH/EiGAVG99NrEUTlArQEVTJiAG8ChvAoAB5guEJqMUs9N9++809sFwDB0Zdk4WVTMLbZWSz0vG8x0yyEN0FW3Ndih+wYgzWEHz3vLFYVfJ+tpIxzLT11ncEXvM14MaQAPegqZTgG+p4ctYMxz0QbjbwCIM52daRRncYA5lRGcLBMeV8B1p9muQbP2ChgDoLDeBqrIXJrTBntTcHTXN8c9RxfuOni/rkb32uPsWI157pPncpDUXgNEsQeiBYO13e95YEEb1mp/QastSYzD/8jW4OBocKtAYgBgtqBljSvTmrW635d1arbuXlGCQ7UdRvCWHZzj5IU2hpfTP42MIj1bzhf3sBqH3nrG0p0rSCl9BUObFSo4WkQDHKhwYU3/1gA/CSmuvO6eIS8L5h8lcTlMa/L7/av7WO+1Fhyys0/wX7P5C6CWfkIv9DyMbmwkuunPwMDlC7pqP3T0Hk737DNlDzNXaMnR2oCi9NQkEAS+4GA5APkepACgy7NTojLBHC7lrvsXDC74jHxqb+AAOjgAkt3VUpfVPS4/zHh6eNS1Lc1t0EcetJaM3nvMZ8Zx3ORgnYxhwFIHjDlLOXsTZx8gF5li9IcbZ8dkKO7PB9hE7jTQxZHfHJw55E6JOS7gvu4lbpmaQJzOxTQ1wSPOMJ/1ZuXrKKqtkUymZneyn8kmX8ANoEmyvJxRCxAwYDr3IFOc9cE5HToNmOpAPB+wMVqzVrEpcR4g99MnL6V8c6Jvtt6eaV/AJP1iRf/IIhw0ooffRS8B5VLBwJkhtpui/9Lv1u4AjSll9XIegh9FN1qa2BsBbZ11MlmkHo8rUaTkMHIn5Ul5H8BHNGidkAh0XocjRr+7zJyuJwig2ed2ovisKecSveDIWFNaAyVoYcQ62ZuhewTlOBuGAII8B37KmClVmmoUrjBAFr7G0uh9lt7gjDMilW6h/YmsCd9bFynjBHovrzsgB11FoBGyegBg9D2klBLcZHQBDrP2BFwkYxc5cfTktjMyATjMg+f72ZRfdglTaFjrKkeuM2UBLg1GpKQodkIC75Kt7fUdHsXhThnagu7MB75OhRCNkf6SPMG2amwz9gM7Goe570sW5mwctw/Ql2AvXgbAuYc3fAXRBHCOPd9ydW+U4ehANgeXxcEHnT0RzeFkpsRzWosgLAjcU4CHS/5rvxy8QOCE1o8qAeat2Gjcp71anUmnSWHTQJd2zmWEzpyznKXcp5zTDkRy0GcyQAHGYrcnKyZAfujA+ojME9EJZwSHR9QePB6R9Y8DN1VNACJcUtj030oLXFP+ShZkAh6jiz3aOf/EeY3DnAADZDrZfmRvE3iEPYrcCG/6zG05Ws8f9AvQwXdVZl0AVXu6w094PnFqR9dPIAD0ZsDXXmrvL2vmOet69qBZ9qyzddLoOgf8bHzDr6gNB9AiTxy4wCxDM+wDfGf5bCcpfMQeJFuLveP+ZF4RxPlJmXDwIZl/ZCfZH2XQPo7iDyrT2jW0vtZ3HMjEIUH3Y0kBf9xDlKASnODoiM2+gG+d/cN+TZYt68pcj0x/HPeTkeQ+mSyVwU3KeaZ/MevQgBLo2Tat5eLY4DHcH/1b5WO/KwuYcQKCUJIzXBnbM0GTsadaetcZbS09PnSSbOtUHaAPo8fcUr4iopR7l00DyIm+tTxC3sEB8Hjksl+cv3W/O4HTvykb1+cNghj0XvqB5vwFX7TaEGAuuqOv+gES0DY07WeEvflhnnWvcAI/vHU+BAIOUWUFO+C1wCbo1GAy9qttfcBlAk1i48A7zggXeJR7xgEESPbuR/VSpvcwz+b8qb3yWYUAIP3Hs354LJ0oORn5mT7jPjoI+IQ/3gjwNKBgJzzZy2mW9UrgD2eeO2Uc40d9PiXrmZ1LgguMYj9+/ZeCXChZOvf/j/9868k6dg0A2Jn03BH7GF3F3FKBgOoaKT2fbMnoo4AFbmeA/av5Zv+ZJLo0JbdbqRe3joFYzYFS4GSmI+/CtwqaUrbzCwHAv/z4zrvq51JeV9ff0c7m02r1gLx5q/WAXjjb/PbbrTIYBWiPP63ZndgScSdJxojnmNudnvNUwWKxV2OPkSUK4P6DKhbwXOYFD7rvue7vNhHO4AxAGh90wNXf3k/ZbmWHMw9bIKhGuySpSCE6Ilvzhv1Wn3CNGzDMvgztc6rK/KD9UXY7+o6MUOmhFwDQyoZGJ/k19kSSRlL+G3nTNht3ykZ8r3XgrrV5zOf2nQiIHF6FugL4sXgCfz9El2B/OFBX/ANN/PCYnq8tf/7Ecg2/zhv1m/ZwkKWuTKHy1fRy1fdvmaN7FNNiR4C6Ah9sVygTFyiEvufo5zuynQH/NSZKVQMu1gXC3Ag8cHan6NBrikxyf1fp4+kJS9sAssfRES6FzC5rPK8VaMF+x767BL24pn4mmB9w6k7l+5vd7lheB6ApQ1gAK74W9hCbnvHDq9HrokvbRGSPc9cEf484PWxML5H9iOELxhSbNUGDSHdoInIstiCZ/tZtzqBFlgBsM6XiTQngT3Z/zlgA4ewpdMfdHHcEv+l7XyRbWn0ivcDX+ckj19jcB1u0zwwd3CJdAA84Q1p3fK3Eeu5Ny5NU0RrfDWe/GsJzL0aJXicQIOcIMoST/Wu4b4I7U0WreijAOoFK+AYC9o7NIz2BXIM+ctaJvGhiAz4AtxpBNFo/hk7WSTeCP09iTZHrPCMBnj+IBp/q2a74pQ1LRZWcPTjzYt8muzj3Rl8TwMBjdh9uzyZfsB00GAP6BkITBNLAJsssfYZM/oi/wr6m0JPHOZihe80zPttTK8iaa9oexWdVgkqZA8AvdpbtCAggPhCe1S0atb/db5TirA0/HODiucVG4bvIfgPe01om55n823GVBiT3edwngQYBehPI7Y08zvDcw3bX3K8bZZt8qh0y/3sAsAfLwVX/+uW/AgDv3+u8HwJDusG9b5/H9+5lqC4b/1jOvcnzYdiUECHY2RHT+ji2c+CdjR+q3V1rdYCfwYlzRvC2pxe//t8AgEM4i5j6DAsbH+pjzPa68xiaHWSK99rmAFSC5b0IgEzFP+f3v5oJvY8Jwuz3rq3jTtQ7jeXZFSWXK/zQfpz3/aHv925/lAF8pscdOOz3/ioAvJeaPtY0O3SPdLIG1+adcl//h7w3UZLsyLEsg1tsXDKrp2VG5v9/bqa7qzLJ2BlkcHDuwbWnbuHBzOqqFmmRMWaku5s9e08VCkChuFjOV5XCCUqen+cgxHquoV/6nHSJwsCgXE1yfnY6JeOgunt+79vn9FmPPeeziR5vnOsWJbXPuY17D1vlCXlW46z86s9Kr5tKHSS5KIDEKNY70sZw2fs8lol7T9s8u9ff3esEoe7newWxXFnIvaYAuEp9x7mTq3yyPEyvPelOYOoE5Eu/yu2ZuXtPVxwgkganMbuHG945Vmm+BhGbA/yyh2idRWboxiDAEOe/WAiXIXDJ20WVynqfm+csCN71iNFwbID34N2pOxgHG/SZLdWnlacFNuH3GgDrMK7zJZvmZl8eToLz++XByh5/Mw6MkmARMSCMMC9fd5ynQ1kD59xtep+WkvL7On1xKgm0u9E/BIZ9z3udTuI+PwepBTIpI6Nj7xof/Fzguffufa75ypeypSUOz77ARifjZLyyZv/YDJ/yWLPCek9+ppTq3DNgxTrF6f0lP+hwwMGvT4d5LF041M0BrnNMRmKtoZuTpNF46oNmOZzPL48UjE2p2BzsMLgFXcxmeQjosBaNWO78br1AD7XeLN8AKXGK+cQCzs2M5nBVR7Y9Jo2I1hFX5+OWpZu/m5mCwy40WtkJXzV6dDN5kSF7++qkTG/CLdMVntmIv2bT4mA1K2btiLmnAJ4Hjj+6r+BIynVhiThqT5kMP6R0o3v5jSwLUHWNAwaMwZsy0JEh5ZTMkPDl6p0CXwJu0tFSiwW+dBoJxOEZuMZ/0v92fUA4ylQKIMuPHNAFThlvMj4TdbsHnlWsTvnKGL544HLqnkaVsqyM1hCHoIJ0Zj7hEK9c5uDbE3Qcl34/vSl3vcq7p47kvVO3st4GCxhkccvIxGm5YHDWHV0Lz1dvzd8pnzf3azZSdV77cyPzLbMcPb5AqGWoBYDjxN7eQHXodYwKw9qhoYOAcXkooCdBFUNznhXn14KD8qb75e8F3nK4ufi2gSzRzzgRNwq7DlWPStd6FOzEWWBGrM5ishZbEjflHEd+Am7vPsj9U1pxs5OhTwGy294xz7Z0qVlR7OMFmHBGRg7h83XoN3sKu6vlm6MzEuDRqGwcEjrO7oPKdEAbdd6SwN5T+lwZ//JkAK79rHzFITS9qXavCLi6OhZHfjMsr/10AwFuAS+WCReANsPHns2WujRrh/en5BzAXyMrd39Cf9z6KbP2iboWgHANn4U2OtDhe/cnQQD5KoAU4z50IN+HH5wXOofMDzIFyNzUMcLelnKvcxvuIVDnHsD2goMmGVhzrboc4AQvjs8KMD/jItBGuV9QBErkUKTjzkxeq5Dg4GswRctZVwZutn73Dwa2DscEwmBvJQDAcoDlZRxRlBrUaJUXcFI5pM2G3gh0SwBePRq5JmUu555vJouEfcZ9X7nhd+wEwUwctmZhp4w/MjtAVPvSQWvGEUdd9MLVexk6EfySkuJ53oIhOAnD8/LgBWzu/snKJ7gLOZ0spwFe5Q8yMq1wgLxYTt+MkfDEXMv1ybYmC3Xmmd6L2K8b1ME+wAs9HCd15FtasOYGt8wFKe8IYMA6CnIZfGHGMPqtpUgtmWtUfmzVOKTM+DYKUnmzxKOgYu49IJEZ2fMZGU78GTu15wWzDRlfSmgvf1kizj6EPJP+dokDnO/bmxD7ymfZ3oHMIZ2dkQ1sysjI5RC9QK7hphnT1dPaUrThZWg99AAwiQ6e97RJDIxJRvyQpqBH7BtK1Q6P/jqZqvzdQCbW4NuvnFOC4WKbCVJ+oOzv2N2QOb1M56bJYEkmor6qlrNjXvAynBsnevS3mc6h5QZeqjZautlA1/Zrt8Qw/KWe03HbbBGzq3VGWh4YqI11ptoD7mLWGvsJvwHXqBfUx90n4J/0GZ6B0vcQx6jAneVP05t1xm4rBO3+G5CSOcDHzuvZ9MhMllPOC9gzZt+ReQPtLNHN/iqftvVB158xASyxjwDQQWsCEpL9wwPCG2Y96SglU1OHO3IX0C22lHyM3CGXBYAhtVUXeAb6lx6+lOWe8ZGBP4BkAJXRYYAQv32yqo4lx8n0dQ9l7+L+7OfQxuArZQYAyNL32IZmg8KL0Bb7kkAdyz/qPH47oHMy84dOlZWUX4THZk7pffs7wA26nv7C8Nyeo/eskOAFWkVsMELAi7nZh82WpNxv+gPPPAEUvkWOZ8Tv0j9zghW+GZ0NyEGgJpUoZo6es7VRwyvRB2R3wg8GF7EHpbJAMiQtQQm/WQlAgCfnJbJao4eayUWg5sjFZDKR3YjMEMTAfNurPSolgILA5c3e4GzGeWG+T4sGhmZQxdBz5t9KB2dA3JrBAQLevZue2ENDM6PQ8awcoCglYXWEJ9Nwnoru0xanQgLBKw2YUW9yn+cDhFHmtq0isCGQ+WQPzndfDQD/YQBcAmUEYQ2W+mZoTqACuprsQLJBv449YTlY/Bv0cca3YY/1Ag3S1Exi5fn39Jc2wPXXj++SdQ1PQxf7j9OnUyAIEI+5GjAM4DSETEb4PJMM09HRWcfRAx84I+7+nwC22KaTfcmD4PWZExnvmtTyPHQh4xS+ZZy0CohuHJ57OuXSWwL/6Yzv198t3TttygP0mQE4mZ4v1VFmnGqnhgfmmcwHPW5/XjNeAyYPQ3yY7Fx7RWsrfzt21o8/2e+WOb0HVJl1hDcF+gR6y+/ptwo/wVtkz/5t9vR5JuXDAWtri64qmjMklS4oCW5f7v/6X7+PzfJ6MpcZ23/5F4F4MhIpw0xQDmN9Of2mMWtTcSmxGEtkfh3avh6QlHeeD09EToc2r36ZrP8NfP6KuW3Q24cpB/90eZk5U53ih8nOJTCIctuoBOS9tjOlz4djBoCefzMveIOqJs9nHV4MWAjPQhN7FqM30CMzppHTpBWPTD9l3xneo/dsAmpmjOwvH6i6QCWR4Vf0WXgacDEle10DSlVbnlu5JfueDHVeAMDu2dDpecqCJ0Bp/qPbLLbFy5HNVOmvK2u3BqoJoC8AJGNDz/fIRE8rIcobZ/MikIKM27Efh3fRW2TaC9dCe/XIi6ELeqItUQBRqZwVFc91avuMVWBSIA5blECqyO/c5/J5WWKY1gl8mXNIkii2h7hAWu6Y7/z00+iK+fMVAQijF/O9+Rt+Zd5c71l3A64Dbo7NEip6Hk/gSuQZ/W3AJP2eW7lA25N7EwRpggj3tXQ1i8DZFpB8aEJmfSPFMlmUMzrTzGP2UMb3e+wcA1+4zJcVU57ONewnAXw34AHdVX8aV9YmYazN/M0dQh9NAG/JH8M37ChrY8ePkIAO9AO0ZV62MEO3ZP+IfU+AHyXF1ftk4ksj+S+9rjMWA4B5AdiiNxNths7EBt89xDYs6m3kM+XRaVczPEbFim+p0JH7yTfZ27M+2m/ZHm/7tufd+HnipKRGAAAgAElEQVRyTxMCPAIbFJukm/nbwLpNhNsNrr2h43u70X/nwH1DQ3RE35OuaW12+Ibbb1i7Tt+W7aB2HrED9TmHVvh1oP9GssAeWOV8N2eS+fvCbiRqg1t4/g0Afv9hYjJ3le8Z4wQZlw0e/XF+72Qqfq+j6oZI7x36nRNgKrNV2ft9v1Cj/f5ZHVDwo84jct3V+N8LAP4SUJq53i3uSew/W5sTLH1wj1h0vYuA2o1eyNX+nZ/7+38WAPzYfW6Ox2NiXbN7xvr3AMCnQ7r3uei1kvfgmfDVwwxdPv7PBIAPSt/48hzbPwKAKxcogsrQY8J3DwD3mhMIfEzhPy7P3c4E5R6+HtLxBJy7ho04vr/3Y+/fj8/IrlWWx7OTERbnnhtLI3+6OXkY2fd3iA/XcfXHKux7pZh1zyH3YYY1B/tsUGv19DDEz/sMXvXT53x2rbeOMBW7DsYA1deOrWOM563DAXmM03GvF2xUn2ZDmX+VW8sEXut1451beJ6HwTqZBWwAay7QIT3C8rxGPt00RZ7XZ5ZWKcF7qY2bMrnRccbJteWNRjMVCH8MAOaJAWcOupy8VPCiEVtx0HDwWNDtMmbYHHfMARiuTbR800zAZgW7hhsRN6SEXQq4djzN0DUb9yGXF1x1bTU6GmxwPkMDY4M24ujQkEEBFwC+f3ZLJ/e+rkdG7CF/1yfZUzjnMPIx1FZ3ZPy7t7Ss9X3J7s5RB/uC/kfGbvhnHSyW9XOeqVR1rHOzAozI9dDU7LyAM2uIGtGoUVIAOD2KuOn6dgL0wJdMFmN6syCiD297l8/gkvbBeLB3MHVoPP/VsEsmxAJZ0Mo18/Mb19fA41n7+01+S2e+szS6ZSYx64LTu6k6b50MGJUYopbncdv9daLcS0MDLqR/e6BSog+nBQLXdRIM1tNr5GsdN5fBaQT/AuQ4t4cfml2XwDgM5Ph/fT4ObsGpccKt3sHhw4Or/zi4XcCxxj9OqRsfkr2RU6eRyn3hGBg3VgQRR0pK9s6zns1JKKD/EfCW/QK9v+Pq89K7ZQ96jTLOGSky7j4ZWciIffE3pWxZ/2ZHcl/7/xoURdlDwJ6Uc448Cdr0FfrsHeVF795xhR93n9J5TbDMFbgQJwYg23z1Y8rrKQRx8DInZI7DR3T8OLw3g5JrmiVx8cdmBXUjnGuMRJam55hS2jmOUmWANSlvpozyvAQ8BKgEw7xPsl7nerJy69iL0+YMTIyTXId1HeLuXzpLLQW9QQFzr4yFn/O8rm/4M2Ay3pk5LFfW1sFoX4e5F4flzRgR/DPAoSAYz8OBnucGPBe04WVvHfmjWdQyh2sQp+84VT7OAdJAAfuMwjfICeO1r88VBMWzE0gSEOjKmEMPWBbyes+9c7MpcUSQxbh8gpjxr7axjjFLx19yaYbFGfAGP7bHboC2lArUfuPemUciwHValE7Vy7mQa+MQu2S6+gW91gAUn629IBs1KEyncLJLIxL7/GRj6dhP3yvoPjq3wFKfkTXZQyu/p3/a6AgBb8vO0o8rztvoOO2mlAKO5/6yU7v3s9bN5u4c+fkdAHDGZznlgBTYO5u9gj4gk7Yvy3u2F697Hftw5HVGCd+mByyVLFaeb3voXANPyzPqCm0VsyEts2zQQ8HfKyhrgd7o7XFuAGyirya7WvfVOjLWQcC4IufsxSlzumdueCIiTsaAwQf8LS8QsGEkOusC70BndDPBGdhXb+mfiEsHvcp80JPJVrcEJo5beAtnKJkGEAh9QaWdVG4oUBhaqP9+pXdWtkDA82a9SnFLxZrRLF/Kk7UTcOwIylvmmFcDHBo08XEyCZPHtffg/WQZEYwxTqaUSg1fulfKS5Sqfp7nqtsbvGCJWU0zMncYr5m7Zg4bMJYessuLjMlsFPYGPtsewAQiZLzjOI5TEwDYPoQ4uXLvqCpLaJLNZgCTWZACfh8388TAvDqXcX6GFuvQohSnQSojScMzgnkCt/aFtRKAdJj5WXczclC7UsfkVgNKKdlmXrTPnOWCCRgzU2JoGXtX0jfIAd7DWY1uZU/+dviHf5S95pWqLSPv0P6bAYBZ32SPD03JKisAHGBr1iD294KNWS++sGeh3G91NN9/P2UvBXEFObJW8GhkwLVvqfvqWX5mL53/3Mc8e9a+tnWFOtO+0O5v2A44r5PnOXzKWiXjbWifYKbhGcHnq7VBAMhZ9Nev38YuZHwBgNGlQ89344gX4CPYg31dmz9Tjm1hv0N0ij4CbZ70opz9C51EWVVomAono//Mqtah6lnD8TwfxyplXskUA5D4bUAiHZbKInwCGIqOYL9vT3H0RPUbQJ3jVwbaioWxpULBlp6knGt6NAJGAXiltyjACPsulQUIvgYkcY/pPsh9oSdD2liwZMjB4wXf4Ks1H7Lf078c8MGe7+paPn875UwJ9gEI+2PKUTNWQDYyM7///mWCB9i36Pf+++/vEmxkNuZ1FlBvTOZ0ekqrHyHaO0rRz7osdJCM0QQO79kSYCal3CdAgow72h20koeasGd+M4bQCx8pjUxmXc4OBBx8MBuUrMb5R5nd94Cs4/BH/tODe76D3qZcq0Ex6Cl8XN8ky9LAAG3Z52ThozOCdGA7mYXb0taCBtphZqdiK2k/frV7H2sFgFTbzrY2C6QOjelxaolZghAEiv6YrFjt4Q8DMhH8MHtKgmHV7znZrF9D/wcZtqNTh08oHMHY0S+vXr3JOQzepQoAYBgAIZ8lOxwQc3gBPkhv7iQ6zNmDvsh7pngz8oZsvRwgiL7nybge4MzAHmR5K1vFZ2Kf11aVCLA7gAs8zXABTJ/8YVUKvseLnql89pe/DMg2GXMfpkSxYI8ALLLDueuDKF0y+5FLaJ7ytNjr4T+OSr8PYDVA5wY9BJCmz2gqCrjO0u06FwJGPx8aA5LA9+/eossFNr4esOol/WRZX7f9BNvE3wZ4PrJNEELPRJR2fvpsz0AjqwCtyJq6dfoLT99Y9i2UPkdeeOXl97Z4ojXExoPnOZvIn2e9fj3rBBA76/qXyTwlY1dQpkDK6KHhpdm1B8Am8/XDk//7/6YU+JQYf0XQFOWj0cvoKGSCPZ9gtinXPPfLEcMtQ/7an8z71ZRFR1e/mAxa3ifL+HpxPlOGkLuUOp5J6OPGzv8tPW/pf/p27kOQ71czbm3UGfvw+Tfwx0v9S29eTyZ89hICX9T5+R7nieG1l5PZS9E6evoKMFOaf0tiY39xnuW8hl9gqPHx49o3U4WJihyM/zVZ4fMLpb2hH/eyqhj7BzaewQef4IF5Hz1OoFx4KOuItTkXz0YP2PhsQMvsMUsWeDg2wswVuzB94Oc7o0ZvQFP22ZzbBAKfbuY7uv3XWTv1iWeVZwmuM2ApvYFnHg3YRi1h37jduw5mwrqA6hPb4QiqeYaHT03IcK0RrQCPyOPIn2WE5WP7xqvf0asJKppXugbMLd9PsMcVgEfgs2ftFiNhXfkO9KE6R3R3zlD4Gnp20HZmDIDA8b/M4wmgiO07RMLP/TUBb2l5oQ69BcimfLqBWADUfPc3SokzZs7xnCVxpezatQJJq5e4l7bSnDbdidMAfHOP+PowC8GkY48ML8S+I/CggRCep+H5VLMhk5zzwo4Dn5b2tGfCT5EXKI89QNUcz718nP7FqeDAswA+HQfft1Q7TGvf4wZmNyDLCjyeRd6NXY68E0jWSgmwK3sG8gIt9b3hOzBYt0BqfXyMtb4kxoq/yfFcCRK8p2/NfZF9+R5DgJeiA/cVUnAMQn/Ht7UAbs/Se4ag4lTHkP13eQQaneDvLfh5rud3Ak5g1vAEVUnCzcqLyVsX/hc5xo7GtgUAvgb5MAWZ9+9B4Pu/6ww4ncC9Xw9z5/35PYbUHtLiiIToq42rlG+UO365fSWRSd7nwb03Sv78LhlE/8zr80zeCww7v3975i2D6Z+7f+Z9OM9u466zmM3yVrLRe34+Jp1b+WwJddL9vP62uen3e7DZPaTHRcPHnsl9yjCPjblL8NjcHrvfZ6X/vrA4/wgAjvI61v9La3xlOl40eLievn/eKlmJS5Yz67zzOYHsx4C/Lw2rz3kMcDzH1CwJZUL5OAHXk+dPILVA62Ng4Mkn53fCl/dylI1ngZfw2h3HsHH3pLUfFSA8x8rv9896MLYVMR6PsaAz2hu2AnU2/y2bpKL38zND90s648abB4hbOpy0OudygauX8j7LPgu8nuDAw2zfx/ih0erNGGL8fa+UbWZwnNoYVoB4KO59VnvwZe474WY7KJ/XGpW/UlZuX57tLnAv67RreAMXMjcBlALWJ/jbezVzIve4GdP+wr0soXcN6NLtV7R+53DyiHRZEDDOpIc6OIZqouQcp05Vrynge68XdCS6+eWAM7QV6NJxeq4X10KzBhpcpeaUgdJTfr0D5A89Xr5r6eJbFOmOuWO6z+htNhLzOZ99loxuRm6NFGH4iyfKVzyjJcXu17rrmLXN3nBFTrbnL9dgXDUiD0Pnmo98Jd9wcMABzOdpurNGh5lVmCFxsG1k/mVo6eCERZvxdzp/wxcsxEFX6aICqNPONWv5OZ2Jlpbafetm7Ix+icW5IPlcd4KGzvcCywpa16GR8axyKnAh4GYGJXNle68vuDzA+zgIL16zt3XB345T+3QPY9xrGPRWunV7/GmMYycYZRv6rqK8AZCV4fkpmLSg6AJqydxY2lhWTSdg54fz54xMNKqQ8Qg0X2CRxvG5nhxYdKwm/GAOTR+0PTiEZbA6oL8mAGKd8HF4Ld3PPSTrW0bdnzqx19F760ElOJWs2XXW3oCYXePSJnNc3VkAMkEKcWTimLCXUGyPuxYIHUodniwXQEfAmc0OKV/2Odwb+ayzPvwLuJqMRoHX9thTj20WSMoyrWI91qel5YmYrQ3NGHCsXXudtoK25K797iGnTLQ3ZwMn68R0DSw3HUAnDkTlK/p2N2Acmi3DCi0tq8mKWbLPuW4JQfTL2r7qUYNCvBo5vzK8G1V8K/12OwBdYK9Zzo7x1El13jc7UoCPkleWxossE4zBHrMbF4fpHioBDhMkANAFeJHWAeozs/2WC2ZMzRojwrplY5kb/96Nw4554HA8D5kGBaGCLvs+/R6TTbDlEOe8UnDGZzeyHXqrs2ojtcwnPHUCwMwXhyJOv764J6VOfRmc056uHfft4vnFPqiOJSBhnAfXHs+17fMrAIzsbykzuJ5SbwHczGyxNDb7zPI1h2/ogG7I+gN6w9ejP8bJBn9h9wEEJVgEx9DQz5K6glXypDJz2hNm5Nk775TjBl4J5JpRnfLpyw8BqMkYJDtpeV0nic/SKSGgya215z635cwmJVLfvaFygQh8wJkbddusQO+TjO+1Z242KjpbP9GDMzP6kxKEnTO6g/K5BYD5xs2kTynZ7teCOQKfzgPgO2VZN6MX3qI3WSLf5+L2ruIe6RvHrWYeROGbnSevMZaWYLWk/tM4tQLmbcBbelbPs/n8xWQu1oxmvulztrql9p3BLJYtDujP3h0QnYoimykfAHMDHFiLBJ/oAHQcC4BuX2kzB7i+ATCUkBwn7O6JrAwgM07W6LXhv2QKBsBzNQFv26LA6hJ8WXuye5Byir2K3WBAB45osrGYE+AEjnX4QAAYnwjPNUiu38dZ2/64DRR0vNoqZHk2SIi/6+iJnI1jPxmdA3qknQilv7MXs29tRSDmuGAz3y/oybqpP9FBBwAcYEfQIiWZyfaP43QVNaWdMzb7pbKkyerOPu/e/c04s8nESlBc1yHfIeiNXnxmjaTNCjFj8ywyyxMoExBoHOXzuAC4UYaXDQzfR99sqfDQBMf3AAc4ecuP3bMtsXllTrKfosTR2/BveG3+Rs+jd8IHyMgAKYCI8CTbfxy4jCNOTO2urCF22O1MJx3NoMVh/Cw2UrMpuR/AC+sZ223XkzlE1ySD/LRhzPRKQMPuueknT4nBcbIDajZ7/WsyrLMe9qBLD97YddrJ3Af9KhAIcGIwiWcDgkB4NrQWhMvegO6FDyLrZjxJ4w304Nq5J2BWz1wJQJnvpdQuchja4TAnKAWeHH0yAStkauIsZ14EmCSjCQf7nnXJMIJXoDHOcOwPKk54ptoAkWRAG+RhqUvmsWelVHFgrup/evzy/B9++DG0S5/gAE/08pW/0mpgzx9pW0IAUFss7R6kHo9V62fDIKxpAnSoQBDdCvBjlQsANu2krU4QoLX2EHLG/v/Nk5/JjJx7EnxCBuwLwKRkpLI/6j8JeDFrQf9Twa8JMkCHThbq0wGH6M0Yfh2W/ph9fUufs8+snQ9/wQPPZswtua6Dn7mwL874k6Fuf3O4PfbLXGMvcjKvDaSjCgAkQIbo5/w8YKhtb1LeebPyfvuN/soAqMgX1Y62b2zO4o4DGYMF6VGLzfb8pfvCH2Qhrk1B704YhL9f/UxG55y15j1k8dWrvwegfj669t3IBXN8PoNy7/z05PUvrwbkevbkp78SLDX0/uXD0FAgHP7lhVy3zYmAAsGjBgvGjsMBP5rOXsicfwjkocfyyPkAXnz//5gMVfZOAD9KQwdgHjVGxiPgL2Aveo2WDt/Ry3X9fwQafFjeAST4abIyW7I8e1IyktUrVlaAb0B3owEzrpTVnSUgsOH9VPuILEylBWQTAA7ZAlRFPz1nDNAz+yLjgPem9/HPPwcQ/OEnKiUQtQTN1fOvX72NHmE/e/nji+mT7BqMJn3yL//lRXgH4BzZ1YdKAJB7ee0VZIS98McfuDdy+PuTf/u3109+nLq5345d+Psg1ND1twE90UF/+auVJn75hTLY6I9vBhz/dqqZvIt+IYOWTNuU9J11QvbevXsXuya9hgf0kq+mdH0qvejTokIZQTPggtDs/SQYf/3NzC12lxUmCFaSLz5O1vNz158PAXdQGTEO/b66VF1roDqBG1ZGa3DD5e/C7pqeykOrnMvo2btZk99kD9Buy95LNZG5Dbz69Xe/p7c1PGAP4lm3DbZ+Pxnxn4Y2jgu7YHQ1NKE3bs6aBlRRcr3nZyuU8LwBZFNqe4MrBgCvDRZbdb4HL1LhA3Ac6U1vbYJ4YhtMNvx89mL0FjTgaPruzbtboEzKJk9wAltvbUGrsRhQYTUP9FtLq+vbgA+5Dn5CP9k7XN3PPLEVo2MTXL0Ba2Qmz+/IH3NjnVkfdIr7H/ueJYp7BE/PZ3oycx6eQb4c3UPSqq0CtCO1k1k3lgcYU8Au2a/zPO9vP3funZ7VsWccT85n8xwoBhBfgPTmyyAwJ/4Wzjq2JWhWM2O4la3u8Sr7nExotmmr67SSFVVp9FnVhyPNa1Nog3rO95qOhX2WV+zrBCji7109wfrG8NPuv3lx1sa3ksSsE/viZhJzr98JBoMxOK+gAxYgPuI58x4qrUlSOU8G4Kcig2eg2FwE18VeXz7YIOiOP/Y69iRnlsNx0t9vfq7YPt4DHb3mf9Y1vDJr7tqtzNwwwZAn13t+h5bSUdvRoMATd7FFhhVnWmEKu+eaAz7UK2kxc+e54Rh5tv6d33ZO9S8XAL5hKzunBEe+ff/b0FCuOQ/RToEBX0j1ec3noJHXnq/HMj77eTNKCnDdnvfwFg/vB7NmckMkxnU75e7Y/zcDgOv8iUJaB9i9k/uWLRTDTKdYe7H9ZwHAD9ZEW/a24T4GcD4g+v5xArznmG/ycwdu14lRHuo9vwQUP/bM87uP0a+0vHhpeTaC20PhBYI9Oq+lx8l/JwDcw+WX5OHk3yqIKPWDN8/ghn520ucERXlOa8PLBw8BYNfuOvCGRrx3TO7z+12f/hk4fMmTDpT7+5z0+/cCwM7rGOXNmehdjZYXAM7mnQMJGvwCw2zIvmu8Pznule7363vp9njcfM6+eQLA92t1D+Ke2br/CAC++Mh1u0qVGb3r+vHvynDjvcr8CfTH8UzuSza9z9dQh8g160QX7Y6l897vNuoozw69LsDP8RQouByp3fALenHdzeG4Rk+cfrvFXw5ZSnFeG9epowu6nOvE95rlXkdugIbZ7AqEV/bPEr2dw21ND8Am4NExp3sAuHzU/k1eL/jGq3xI1NVpNLihLx9dLBXjCCMgc9mNOI7vW9lSNneB6DPztmO85FmjK0byrc+ZB/IaAgVAS8P4+Y79m7Gk9O/8dwJPOj2PQe96EtFXHqhj1HXYCMF8LF3aB+vkH+TVvjtkQkypKo5h82ZKy8YA87n9jg5Yx5xyyjv29kI8+Sx8sHqgDtGMFYN25+mzLgDY9bOEyzndGuonv/f3PDOneMyKCyS6H0v5swCw/Q2dbz7LFy6AFVmLLtsyxOoOypfh8LffTYIaEknIdwFm5IECwJlP6HtlGrUfnDylI+mkcWVWx/ECSGsoYnwjbzX8E+G4lmGd+JX9ZOjEwOYQJfB8A4BnXALIl8EWczTggqWKKoe8XwA4WTro+fCTvWiYfEsKlq87n3Bf6GZJTfRg+wMVwEFLFgA+eRlll7VZW7GHS9ebg/lmv+bgZy9HSow+CFq60yti1cO72z8TeUwGXp6jw9elVL/zrwAJ34QPyfogU85Nu/TzIG6mSR0krE3LSJqtGoAmh2EPZGbhXBHyzW4O3cKXG/2Zv1kzKZwIUMCvffy9LZ0KDzM+HPWnHrntCyvnDQJICUSAl3kImULwmJlCl/0lkGdmbnk25a5WF6C3IqccDjcLhLHeMluXz6WnjuNz3GZomTWAExKJBISNHkbnxFGxDpLNUNQ5bATxYwAw99eRv+BXFs1S82YAm2XcbBnmYuCDjr++AnAlkK0Z1d6nZaxautHoe2UngRGxJV3rRi/rpL82/ujCgMs6KALeJ0ORMpc4fT3oAgxzL/RNqiYsrXAOZv9anrHHuc5+jIeW7jxpfY1HJ4zOPUEdfv92nEsB+tfBH05HXyFzLB5ANzYQGj7y7zoE7KNk5ozRfrvDTwCzOGoTaMG+ZhnM3BMf57H/VUcn8h46kH238+cy1tISuJcjAfuIceFAQKc9H3CyNgHPE8jiYG5Ut6XGL/0mL29G1AzIHmGCqgn2WUcE8w3YEbdYdVADdUaG58L0hE1PTte3AMMteG/eo4cu+qPVcRBUnUDKxU3v7j6LQ7vANm0HAipTKnQmgZwACDa4BLsjwC18v/tVZQC6JUNgxkbfr2QyjzORTKryKoAkc3j+7GXWKOU2k3Vl1QVokHKvs8bhdTIZ4c0FT3lmqxIkAGzWLwBJHCSCf8opTjLL8Ga+8O9NzwuykAmJM63rI9AvXdOWYl4B9g4AmPmzzzA37geIAbBuMJXKssEF7b2aPpzo+uGRZj7estgnQ1onGGsO8CWY0LJ5LWuaeIsBmwQ6nA9yiEPSXtxmgnMf1irA9gwHsN6egwaNGuBl9mDmHUccfULD8XteUOfm3+4HoW3sGeX0ArLdm516S5kzDDNRksHFnrd7XTIIGcsAA5Y637NOgB/4YYBYSgAvzbjr7fw+zyBzN8A7gXWZj45V9lN9FZbl+yryNbp3gXmzetVxOMVbIeA2NrJyU61FuWyGb0tQRjfNvyugdLNSlnKMp60BUIuvfvkl5ZfNIg1xdQzGhwNRt+LTjI9gAngKEmKnABABmiEHVplgjzEDGIeqlU5cGHUj8sqabnn+lfc4HzdD7veUTpY/23/dtg7Ym2TOQjd4PifmZJ/aQoBsKDNCuQbnsoCD5Q5jW1DlgACgBAUIvHmWMxv/25Gz9wM6oq/tb+ocahsRiFQnqcF+IwfT4zN6ZcaizhmwOgGEZNm9SPYUjn3AudinAGnJiATYtuclBP3hB8qTFtx5CACzHyW7luphZABHf5DhxV5u64LKCSVKE8yKzTvZm2RlQZI4qYfX2RPQi81+tpqMLQ2QvZYgdawAo+4JMY+x6wEBhl8/EdREWfj0RYQS8m2kMw5+1pRtF5ma0rxT0pWPf/77nK2yf1LxxRL66eOeYLqe7WbvGdogH1swKPsoASzfostSxQB5jX9+bN3JRJ15Mj/bEVCa04C/74YHErARxWQ/3veUKx86ceanigYlMfEAAPrnfDLzorQt+9+zZy+Gx2YdY6cZeEKWd81dcPQ30y/V/r6sJUD7kyd//csPkV9Ka/O3rRnY17RxUw557gmfEQDAPlgAmKCCt/AFMpAgF84uzjcZugO6cI9UJJg3E/SAvM7zPrybrOyXL5/89BcyAb8OAPzrZP3BH1SIUI/YMob+5Z+SqfXV9KD9IWvJq9Wb4LFfB7wjo959mbMFJdnfP/lp+DVBdYPn/z5BBsgI4OSLyR7+GPt3WzIgh8g7/oTV029nbd8OQEuP5RdDkx/ozxq/hefK0HnXmznnfIQtyXpxTg74O+Dz7EmWoKak9MgPPTnXJvk4wCFBBpiAWa8smUFk3POXnwHr4UHWADtIG5VxA85Hx8x1P/7002T0ji5PlYL3M9bhhaETlQ3UM9s6ICXkm+jwaYBiA8OAjtD/nJP/9rfXT3548fLJ0wmegiepNvB6+lizTn/9FzNeLdUK8P/bPAsAPNpzgMbXk1E7PYkXTKG/MTzEfvry++cDbGqjv341ssA+O3xPIB4BulQugGeg69s3ZIwPUD98t2ZAxgGvo7d++ss0dpXxPNftuYotKzzIW/m/DCugLbJ+7UNslNq/3I9MxvZUVl8C1LNHaU10v6dv9psBd5GXb58Pj6daxlCPRHKWBj/I3DK6dLYaIaMJsknfYioTCDxpN1r2PNPIOdMzIHbLb0Mb9Phvw9cEwKUC13k2nmtoC8KYoZ/2AGqb0X6aEs9jCw/YXtq9nzL8CRpLaX9sGm15Xr8lA1/bP8HIkVE/C68DVJO8Mf+x/mTzYk+lKgJ7T+grwFtbGx0G77Ce2Kip8sATDgA4voWtosM6sZQES7QSFNcLANOqgM+2ZUUmpc2lfT3zTwAXcq9/iDkkEC2AO0FN6Nn1cS9vJKgpQDbAKrr+OuN9lf1AGmhTYYcKGKJbcy5BdS3fXQHXF4jJGCd0FLQAACAASURBVJJMNeNlz+5aVEeG9oDUsXU3ABDpj5/kWh/0580Pif1Pe6P1W3LPN3M2+GoG2DMF77GNJLAqEedz7xl/quDxZ6g39CQoiI0hPr1NxJn3UrZ81o4xlCL1ncaa4cuJA1Xw8jxJFf9G9tQSj/dIsJqLeo6GHusC0++6tmDf46v5PTIib7dqCwPqepw/9/G7Xn6He/DMZPneJRi4h60cbiIAIH/XqPfrMzq/vt/r+LyxmFY+a6D36p/9AteF9mcG8HWz5aLbxVfG7gPnGAuXzcfrHwMsCwJ/DohdjqF89+EjT/pdBvaxiJFOSNaaBLvYHcttLv/BDODT6eE4O9CH43+w4AfY2+u/dJ9/FgCuQN9KqN4R7LN5F4y/dMiNUSMYS0s2lPN1f597x+D9Ot8UzRcCBb6UyfvgoY/80eeevNW09ZPn5AH587FABg03hfReWE6hOnnwFKZsmceXHxx28+yL/x2Xd33seW6y/juByI7jAUD6DwjUMbWn44M1jDK+BOqxNby/fZ1klqdDlj/n7/OeOkjW8N1nVSk/NnQPNEbM+ep3r+foXBdYSKnCGJ1XhpqHAA+EZwbwSesza/SxbNwHdNr1cL00CB7P6L6yfO+DDfjO+d6j67pIVA7xxzMeKwNtJo2bVumdyMJ11Nw/n7/vHbOdIwdNlqZ9Am9On93gzu/ey72g5hVxdNKtz0vmCu6OzVgOLeY7Zjg+DBwqnS6+VSC5LhnD+BJz6JF3myGWa0IzTiI6OuusKVB28pNjMMLS15ayizNJ2evPW+RW1n/Hs4ZB59soqv5ttlMB80vOC+y25Azrh7MX/ZEelzOv9p/ovTqOk7a9z73+K3hcELfrxWH8XNcCo+chJEbKmk7Szqi9GEpLJktDbtnOY0DtBZsjWfqpAThaPrDBQ87LjAleghwLisJ/RDlPBgIlngvmtI9n5fhWvhkdGqeTDG9IlC8dNg7YjBoP8maiXQZy1BEGMgbQI3qs9yuwogNZ50r1+0l/HaLyj+P23iegfsoPzhGGcMsyWX4JbUIX9RgO8a7dyQM6lDkMmFFU0Kq6KQ64yIuHixs/BQzx4HbjD/rCrY6oo0AAWvmGjik1SHBNDqTq/5suXwcE77V3bp2rXJOMmeNV/Sewqz6Ibo1tbskxgUydyTHO45jH2XGZtbd9aAHMzvOPmbjOVJ05Aoo6TjtP6eqgUl4YQBoAaQGIBKjc8QVODgaJEzOBCRnfVfYM3SOAZy8rymeRKdbS3Ol7tLTIfHCYwoMz3oIBkCBzXhpngPAUumHHk9JEAek2Q4Q12gxj+OqigwDXyQPdKwNMJhNIcJJXMmDmWTiE4BFMVEhEvPbF844vB5z5l2AWnEdLv9I3h5kVywYaRV4id4DxPpfnXECWveLS/24AoVQ7wMHDuu/cATpSOnD4pNn61V0N0OC+OCKYSzOhO8fSgvEm+4l5j+O+PM3nHKoEsXRMBmTAjRkwSnkkAxiWRX/Dn8h8nBFhT/VSeo0v6HTxi7QzEMISYByCG5SVkmlxSK6C2oHDL+G30SkG/qg7DRhrAMdm7a4ObCZS91n3y6s9BWB6exH3oNu+4ZbMxxkBYKW8G8C0Za7RwbDm7pl8Xv2eeS0fMm4O6kyH75t5Z7k3euklcGQcRvYjM0MmoAI2+fYzSqBBdK99FpMxwxoNPQoAR5cGoEDfTHDBOA5YX+0TQQlf6EOcKwIerN+tdyV/0yOK/WLWV1kFyJwSn4lkx+lPad/NTJ5Pec/gigVh8gjGr/xYXhWmeBiMHAAV/TwXJkCJQ38c3fYStpVE7R8PBOZKrN2NsyNZd+VseH1kY9eKrOjo1px71qYeGlISMHKY97nbGQjXAIJtlwD4mz7BBuxYbtYKOwlW2DJiOPUbcISDDbAlvQrTqxVmBtAl+8X2Ai2jjwPTUsmX/ut+GZnI87EX5L9mmCMjyDfZ0+G7lcNb8OR8L4BonESsj+ev8+wBCIh8Mi5AimSEA+pGzsh8kNd45q38/NrEtiARJLNHO4EBfrev2A2RfeWz+j2OffaeeRceTMuKlsCb6+0HbGYhL/vyEfiKztQu1QYTPDPjFP0FoGOJ9+jeETBLBssHyVhONpGy2cxzMlTgGdYJOl3Z8jrXw84BDd0b4Ft0gKXavSeyZgCMJWEVQ75vqfAGEMHjzdIhi439i/vyfUry8QD5CoDAEsS2m8GrV1mwr3PWJQA/OoTr5laYEHMZ0oaDuH6fZIbPXAiqSul9qtaEDq2w4aqRldpNi8AA7tUzDp873p4D1nhg/yKjcQATeA3AVvtfBzM9c5kfAIM24hUAkL7WsWcMYNDpqMxChxcvXozj9JvJTDRYhPvbe3hthGW38nVsgjhBXQ/mY1YSeyVlTrVV5Bmy7AxQQtew33rW0Wa2DYgBb9GTaa2ivkA2AH5qCxsootPfYArOCcqItqkls38ZwAy6fD+gSnD2+f3t0AeALz3FyRoeWaBcM0En+X1A1W/WwQ8AbPCgmbUJPuS5VGWJneW+wjUGdBkQ8nQc+gWdk70e4NwgTmwJ+zZu5Y3dd5VBHbJkd1rG3HtzCd8how5g02u1kdBXtatZA7J4UQu8T1lmXskanO+xTqE1ztzQfvVEHOp7ltif3AN7KwDzgADIfM4OszYEpyCqlLomg5/voh8Bn+DS8kR1YPTKrCf0e/PmLXVmwh+em7VhoNfXM6/Xk4UHbZkLcoms2RKDM2J7haODkctPT97MnkuLjpRsHbA1emH1ZP0n7Cn8ewl/z3PoXcr8Mp1sTQDFAtBvphR3SvPHnhiwe8C4ZLZRwhp+m+ekDcS817ZPv21lBnjDagH6Awy0Ut7Yd36YMsSAMdVt0XWxtfNWfn//jt7flKL1TMvcB7cO3X8JwOge1HYRzLly9Os00WX+P/74U3gkfb0TWIA/hF7LlPC1Agb2pIHFU648VUFoOQJ4NLpgwAC+Qw9S7Rp4dc5k06c1ASd7Tsfe/uX1hydvR7fSgony0C8JoogfjoDJ2mFrhs/8KNPbSmVMPMewoT/zePP6dWzRH3/8ITSJTYMNLH6+fHUBVN39yBClXzqZt/BUbRHEDr1vMBJBfC9ugSNUvgBMTeAehAFwHM6BLgBujOvnX16HB/4yGdIJxCFLmfYGsxZkekZXbUZjzlUDDPEKqBibGjn848kvf4eeZNiPfE5GOZnT0LGtr/77f/tbdDA664cfXw6wim4a3h7aUkShAU30UI8/ee5N1vGnXykxbv/S3R0kNGfG9BqHVzbgANAVWosl7b4uXQtk8f7bKWNNmf6c/dbmtkICPZkJFBtwd4BSdOX3Y3uR+R9Nhc3D2Xeu4LjwZkq6I7vwLmYtwR9vB3zPWWQPwiMhKUX9+9iL3w5vfTPgI3zwPLaoY0PvefZ4KCvsJZTNz2cJBug858Jkb3P2mDXPvjpymfPn3nR4AXsFADi92+e7305m+ydaDkywxrezX33//dx3j/7QjRLZnhuPQLW94BYQuefUH354mXnCe1RXgZ/ce852ImMvUQ3BeLHol/TLbuDB6Dpe7JUAqe4zrp9tThYVz/qhf0cPzO/ayuvTStWGtWNmCHnOfOb+y1kEe08piu0E6M0+WzLNR5RSF1jEhsN+wM7inhfyiYwCkjZQGL2KHQEGu+ZGnrEmrNs6f8dm2SBa+Jyz2cwNewaboe4QrsO256wSmqTyiSWbvRHPN5A1Z42Az54L+qxU6Vn57HkXXcwzakbntIOdFttyddbc/tcZE2yoPWngVGxQzsM7hgYKZDjr/krFbGg7P4Mx137az9fEzDUp302wcaPhofCeI5oU1CSgnbXj3pu2HYQBhccrNqV/Q4OMb/f++nUja0n0qK+r/js+4DsoDW9SAL1PqJzyd/0vt6cruj6bu9zKVLfCnZ9Bh/M+/0sA4PssTxjlMQD4HMhDSt7RFcKeKxgKKDn/WQDwjciVyHX01BF8LULV/+cAWa85M59rMH7pPn8GAHO/E0AtAOr0Hcc9cPPZPJSzLLoGmFf8swDwbU5smn3mjUYyeMf52Lz/swDgx8bh+vv8Exi7on9VhOe8pdnFXydb9f3+9LN/HwDc+3/pvh3LlwDg05FRUPYaret+D/qdn9/z6WN812eUh07a/hkIffJaAeCCcQ1MeIwfY4hEp6nYxOaUnxwhdj26CREJyaIVAJZmNUFZv/3usaFcc7iucy289h/pmvv1ulc3ff4/AoDv6WBQgCC2oLabWUGgk95nf2ABUQlTAJipnE5BHc3KwD1wxfcKAN/69fR+Q2juZdbP6pG7e+vM0PC5gQ6sI7qcNZyBNDMsm+ahE+Lg5dpdlMd0oLoCQ1RHUEpcL3/cDtnHokGvs7xxewpfjrlLH59ZtuG3HbcAmHQ91/eUkVP+Tro+lLFmW0C9h8EW5TUNLh0rdayzjhq2Grc9lJz8KRBbyl08cGYPp0rYMYGbXmZeUDFRgRcgdpYwl/8EgHPwm4cXCM/aEoW89xYc0VARUMfZZB+0C1S59oUCwBnP0rm9JL/FwRY/4LVfZN5jhPf+AF0FfL8E3GYN5784eBYYs9Sj4yzLQOezp6ByVCB+ezmuMMUpAYjA2OZ/5TOdRFuObfUIo0+PvC0FdwEEV1a9jjycAgIfGXMMYA1+lrcAcL9/46/5vFlj6TW9TrlLr9SiDQspn8d+xtgo9SrQsCDiyHEDGYh8Jhq65Y6RZZxMlPpl2T9t5vmN9+M4tvRSygg1QKglDjfTSH7U2RO+JpoZWm5EqdpAwEgASr6DA+W7zXpFXq4j9o0slokVxLBcIddTqsneYs3A1wnfLIDNOFxZgL8K1KZsbsHubBnKTjgePgEkBOCa3+PcnfE2epaxcDjB0SQ4qHzUsZi7rfPJSG2UK0ZY16ulQWvD+qxw9ga6WH4XdoTPN4MV2aXkcJxqOpLL1/K+zkrWn70ERx/Ocu7bCgeIsRmen++JBlVsidT5PHLVQ0XAej+LvOxk4MsA8Ave09umr4svsf9xIg9oNz8pm1cHwXW0XpBr+a90hWcqP47ZDDjWwuj7DQxZGevnCXDASb2ARcdkT0wWrIFR6lJBByfLoT3ZS8jvgrwpy5jTrPe9qlKY3cF7Zp9d4EqA4Tjt97uZwEP75CzhTlaivfNYI4FS1oo5pZxWHEoACj6LMQdk2LOjoNhm5MI8a2twv9iMu68IvLTfpj2HI7/huepndV9BidgDyaaybCaZbN/NmAruorcBUeIIJYMIR8z8j4yBlovkb2Q4wCEuo4DGAhc46ZK5FODO4ADL8Lpy1V/29sL5yDoYzZ6sA0AW9PXoJYAaykziuAVsiyN16ERADeXLcDy2vxhrnDnOfzg+mkkC38UZTob9nfEocGR2is6Ty56AfC15vdt89tBWY0D32spkqzPE8aDDo2DaJxz169noPs9+k3KvWafj7JlgCQHmAHKhywlIKz849a8MYdZeRz2f1QaLniPjttmxQzP6Q7YvFesC/+K0tPKy1QHMor/2X21SQfoTAOZ9dCZgF9+lBGlsEAIAAWhHVqG3QJvnHAAC+IBs+gBfm6kPTxQoatUOz8ftSU9gE8CH/dW6v1CdIHoRJyD6o0Doyj69zuA9ZLcgLtfx7PuzuLJuQAqfCzwLouEk/Dhrkq0QbgfAi2eRSgPqCcCx7BtkaVLyDvBgQV54JhmGK3dpf7D3uYD0AcqH/uxb73B4zrWsRzPcKeFoQEm9Y8raWUmHTPzymOtuhrb77GSw7TMRZt5Pr7G1X6DHb+P8bQATgKRl8wUNo5vHSZZMo5k68tcs1GRXJzNV/djzC3KiE277wm9lAEpAa7vreP0tYPW8F7tgMssmkEPAUwAxVWGyX7r1BkQHuEQ/kG60+9fXW66z2VaAbJc9/fVk+r5OIIE95RfIzH66/Dt8SoltQVn78WUP2aBEHMHp9by2Zu0TsocBcegtiM5twKRtArSLorexC3Je2XYem/EOr2i+YLsabPH8OZlulgJEB1HOlQAOZFhbgmxVeqSzz2SXiT2O7duWIuiJtLpBV7OEBN0On76dzL1vNxv+mwEQYhtnTQQH4T/0PzoCm8w9UrrzPIEDZQDHN7IP+AogEBnfIAvW7QJs9GrigH9Pb1CyXpk/VhEBmfPftwMAWzVAAIbMcIMDvaZANfJznUtaDpMeregDQOC1W2a+gAMACvTT/WoYl8/oEYt8Pd2gOuZNSVNozfrWViCg7rtv6Te6AQ80VWV9CdogsJP1ZbzQncz8PScZkGIZX+VBcF67dEq7Tm/SJ19ZUYGMq1e/2Dv4yYBdBLm8mGzb03mMDUOvYc5Xqc5ET9uY6Di/AR9eRHchf9iLBKugL60oA/9uwPKMT1AP0HJ4ZxgnlS1mDWsHJrAmJYfdE9AbtqCYvTF7N2CI/1IFZnr+PhvgTfCcUuoCvOmhmT0C+5LqFDNfqvPMWNjzI8vz/QJV15rq5LNUNWv39sn/+X/9l8wvfTWhDHpmeXqPpwNkDtCfdiqeIZgTvVoFgCkhzJ7GvD8kYKzZ2MjER4BYgkGWbQCisSuwiw3iHPBuyiwXYAkAD8idahlkagNSWaY97w/4zZpFj896fz/lidGbBvBwWOK+7qsUnfl1+AQ5jbyj55CUPVsi2fR8pRINAQgCd5b9xy6jV7EVqP5I+fSsW8AsMqKVeUqH81j3HM4u+gKQ6ZT4/nbKUP/l5Yyp5x+AoRn5fJa9djOw0W3ItMF9yqOySjAItmrU3JP//j/+nj3/r//yInrk13f0cTaoJwEeUxaa0aA3GVQygGd8f/kJuVAGod3HDwLCT5/OPjZze7oB1z7lyZP/9v/8YmuW0fM//TSBOyPb2DPJhGd+cy/0z4tZy74I4Plt9DRnB4A5bJ+QZ8qWB7yaBxJM8HoyoJFdA+W0Kf/b//u3yWr/a/iMOb+cdX4+vY2RiYDOewb9YXre8qInPOvF3waFKp/PZ51TlWHola/sFkHAABUcsKnos5yKIUOLD9MfPXI5csVZ6I9P2Fzodnrxsi/ad/332CLqmQSsQQXsOUqQJ/7B0sRvAaJnXC9mj+G9W6s2vrngHnNGzn7NmZ8BElGAfpo1Gjsj1bWSiT96ZoMNP4xepjR8M4D53tuRm3x/dE6yatMLdUs5xyej7wx9bnljsn/RSZcd/m7uYZ9Vz/MCqiY82JdXGyVn4eiVsaEI9BqaI4ucBdBP2FcE2KUlRTL01X/0vmUdrsqM+j/Qz9zz5axV7Lv5j972HNULAAcsH74LoB+bW9kzqMc1tOR3bbcoMu2YWaJWQsP/Yel9gh3MstX2Dtm1l+arCfSN7tUOzR4w9GOvYXzYNwQz1VZKC5i0tEAiPDfwDPW7sgbNwwPzngGkJmf0qMRjkP2rxQe+mg1SCUK5rU0IUSJYnXNAqm3AP5wLDaT5ZverE1fImWVoFH2y9l2AX/QjP7EB1uTFDI19mnO4Eu3+oV6z5Z32Z6vIYKPY1knlzn3jy7slE9W33uQ0z8y8xBusQhYfPryKjbPJQFyTyj7YXHv2yHoxpPWNNlCz/nvHuuuJjsfHtn/3swSXZy08R8bvtv6aBIruhWaM43/aII4/ywBudHmJ5QQlymMO6BLh/OxGmcLT+0YPuxfhritDpFgr1+vze/YQ7GKe9zt//2d7APf+N+O/i3M44zP/09v6cMgPx3v3vS9d2vud4Ol57en8ivPtEXDgsfW51k6leOfD0BjMej6k82Pzuwf0Hz0I3z3gnNeD+TxCv8eA43t61SF9z2OPAanOq3y6FtpnC3DniPvsc/mr0R5fek4dnuf4TofRl773GD8U2D2V3XndY4Dwl/hKXtH5fN6v7/O9lk6N/CxDPC6711NO+W+WHsZ7I15uAPUKYTeNZLbelkLaR1neHOTzew4RKs++CuD+QdR3DFyhBG5l5qiKTyW+h/2tY9IDat9XTo5nH3+fwO59FvB9pi73eawSQuhYj+UhDwV2z35XfKwTc8fDRoiRPWRov9/S+lz32/ocjuTzuqtEMJknOofPTNcH1x5O79L7lgkeJ2dLZWil44LKprI6qE7q+6CBex469Ue/gxHmRm65sAILPIcovGbwnhmxt7EfoNO9zNzWZfnPSOwTZnCm0avz734f6/r1c69dB/TpvL+pzcuhpkFx6VPnZCZ7nW72WLuMjkueAMfse/ZwDBmBg67uDJ8L9GZdcC7eAh28tvdt4AG9cML/818BBeblAR1jxXKwt2dvpGfpUEOXIeCwbATgSUcMW17JPkwG42ZLrLPOrIKRUwzV6oeDjqxljOwZo06ducdBz5ZX7LpV57b067kFBaTdKNEbb2P43MCYy1hNeR4ckildBwCsM1oHLyU/l/8BlHLg0AEmOACYokPpBgotANxSeXVwNsuTQ1/XDnm4ZfMtT+IYwpKNnuP+M6hTJxjgZFmv8mfbBjzMasFp3QwmbBczTc3c50DCga8ZWgsAh2dn3kt3SvRi7GuMCj5J94LjyofbB07R6teWV57DM3om/GBZIACFy+l77c8cOtAv7X0eGyYnGkVAXhME5gCHY7GZRA1CqSO+e0Los4fFk1c/EnBSIA89wLlo7i2YZ6Y7oEycSEsT7pUyt1rru/dgXCGEDFDaEf5LabryKc4W3idD7yr1T6UEgloEwcrmjJ+MKfnwPKi4z7Wf+MfoET9PNu38B4CILKAPfseht5me1UHoj2y5WSm/60HCNWgZVnnKqOkTsIxjB7nafSG02j2kwDS3SnlVyrzhJNl7xzm+ehg62Ntv5slYdrs38nh4ZZxVN51GtCy6gHJRuHaHPtCS68ywW4D1sHPUhWZUVlaJkPfwjoNajYADMf0Zmc+WPywQLJDGibIOLh2xjA2aVB+avecNT/pBZbOY1oER3bMHPUVF+q8MC+ibqVj6M+84Y1PGU1C6wABgk9nUZn2WXhxcU+Id4HplphlBPYzCombjWTYP/rEEKI77pcd8WSDF4AqDAxZ0QQ7jWLNSR/nQ0sXI21bjGTpZjWAcMARNZN/juyyMpaXRvRyG2zKAMokCNDq+kmHCWsaeVSbSKzP4ToEYAAR1Cjyf0tOJ3BdoM6vJstFkr8VRO8/ks5RJpST0rDOghPrLspCC31cJ9OxPZCfhlI4DywCRguThN8YYWrWc7p5T175OxvSME0d61h+nVAIFymenM+HIwMGXNuuQTOK7yHVolwzH8Lt8VX0Jo8EHDX6St6heMD0FN0teBwk8gBywv7sPwnsFh72nmZcGV7luAl/oS0raQkey1cxGoM9tSkxv1YRWzUiAYHhffZ5xD30SDDByCB+ljzxVF4aOrCNZmwEc529bUTTb0WoZ7QsGL/L9AnJXljtOcHU5/MBMdUo7R5w9ZjZYxYRefw2Uajn5VqjIvkHWy9wL8Kj93d4PCIktICi+/Z9XP2WO6/QqwM66AdAi32aWKkutypFMdjLdErhAYISAcMqI11bY7HfLZLu3R++EVwsSIoMCEOq5DWpCrjeLVKYxeAU7iD0MPmVNktU8z+P5tUU1hdGI6jkgiGa3srjIacrpzlX03YQHKTlLNhX34L1kskQe6aUrYIZ+s02IlYFSzSLrY6lINoyUsyTjNbyqDo0DFWBi0BHBpKscOgAezlV6l8YCxoYFiBz6Ipax2ROAWvD3Cj6+2b8JGDBARPtZnd8gO+b3EAC2ygj8lQDc2EzqS0GNKWk6TtX0w4yNIz8Kyu4+zd5ahASOzbkHmTDw6bv0yuXWBkvcso53zzVri/6iA2Bjt7YaTPQbX2SDVh8kK56AoqELwJP2SDTaAEn2qzZ4EP4xKDn6IME3OIRxcnpf+NlsqAZh6aw1iMIgO/iYjC0c7gKM2mAC7ZZszggiE+gSS8s2yyrtAgMm9bnwPXKnvvvEvpK90Gx575UfkTmeyR7KfFIiOVmoPi/6je9PNi9jToZvqr8YBMFZCSAyZbTps5m1p4Sl+4dtgIb3ARrg93nu0+WXXxPggDNZPcEz4W35fMY/3wtolj71ZMmiUwAIAXg3kzkBRQIZVGViXZOZNqAh90uFpg3MMFOINaIkcbOsDRQL/2Pf56wvbbLw8CpA/NAFnrAv7DxjgJyvBxSlhPu3Q2f2S/fmPX8uLwV0GR0S0CB7Nrpoz5nQ/uO7ZF4Cun6cz7DXopN4fMqEulZkMMND8MmPA8ok6AFfATZGAzf2+KD98vWTv//978lqZYy1d1iftwOIAeAx1/eTmW7VEPiCfdc9H9AFoIj7/D4gByWMs9XGFqICwOhoWgRgIwDiDmAEoMVz0nJj5pPgs1nLb0cPBQgnaCYA0PDPrCS9fbEi3w5wB+j4G/PPGYygN+bt2ZM5p31CMtC1c+BLeAQbAqAwZ1ARyMgvGdewOjzw9ykZjuqIbTOvN6+RYctsA5bxLEuMesbFroEO7geeg7iIPYRsePrlIgfs8ZSa/fD7+wQ+IVu/Da1+TUDs+wHJ6U08QPaAm/TRZsdRnjcJDNsg+loQCl8A9303oD06+6cfZ53Hxn7zGn2rrgMoNu4C0Hgyi2d8ANwGq9liIUH2Q4cP763g8/QZB5vZ84Y3aStAgAR72R+/z/2HBt8GUFU/A84yTzLcybj+YYDhZ+w1PjLrQUANgCl0o5QyP5lTzsHzxzsyt2d9fnn1Jnz/40/IKwFrgMNUi5gmwvOiLLruHIJxKAfLPvZ7Mp9RFACXAsBWqch5imxKnjPjfka2eWjtnpHAU3xGw19Pp0z0y/TppZcz+nJ00egRglm++XqCbbAPUpjDvQQ9/QGgNEFg2mANNKI8NudQdA97J3sJNGbNCW6Dbu+m9DTncIOw96zMzDhLSz11w1ycMs0jF+ktvWAjIgtwzngCAicAxLN19mv6yg+PYPvBc9k7h4cT5JpqKp4dLaNuJnP1WFr6pFQxAe7zzJZ2nrvD6pjL+JlyqiTIaWiIrsWWITDpt7EloAk82WBlbU/X3OowZFQ7T+iRnsDz2pzeWAAAIABJREFUD3mHBwlaMLDUtX5Ktjt6DcB++Fk6GkxuuxQIJk8CDnMNFtZYZOHBDxOE4Dqp6+ATdS1VBjjH7Y4NMB1C6DNI4P6Mm2BcxmyVA/QrPboFwdE/7Smec/5c8pEe1wScoF+Y06wxt80ZhIBN+G8PsqFJ9tGr7UeD2eL/TFCB87fMtMA95n98crFdZ+UDAhOwZKU0zIwmGmGnmNlqkCeqLxXo48dZX9GMrzaa/mV9Jvazd1+xImb9OOy1tkm6VQW6A4AZq3NZmq6djfxYnlwmiK9jhbbJBSm9nwAYq4i6V+NbkR6b67bSwrpZtplXqvItfzVBgO8g/8UruCbVVZjPfI39AvpxllH+vEF/cu+Ww+cxf5oB/D8DAN87/28z+wcAcK/buf//CgD+Evh7YyqYa53/dRx7SKiaRchd8DrcHgOAu6FcaxLWePDnPQBcnr4Hgc8v1RF/vve/CgC+p8PDufjXmSH75V62lxDd30NAS4NC49B78vosG2BRzZMGnwHAEXx2RQ9B9/fo8x/Lvn2Mtr3+z+5zymF5IvPYiDN+t9ToRbPO788yjM971TEOQFID4s8A4GjgeQHxcPB7EMzgwz0kz83WbZYNiBcbBSuRzLnd5eM0ywHCSOTqjkbVcZi6Ob+XaP8sAHxe988AwNw+JWpvB5LHM347zoK/N3oeWR0PNpTlufs1sTTI9SoN6kCCf5uVVf4tL+mAc1O78RKHc/iTTRYn1NKY99josm5snoBqe9DLgb5A0bEJJmqVZ5S5QhtX9OIfD85c0gzljsWMvuXL4/46xC+noUBAT67eu/xX2UjmcMqqaHzYi0M+C8vlAGxUYV98dEb2tfxg1xZOJNMjjveZK47ymrzXhu36tIysZR+d70GWXFNjRGd7e3DUGA7VdJ6skxjh4F6AcZ82Y+C+HOlnG39kQSOaV6PLcvwNjQsJzd+QovwYcEQaWcLUkla8lN91XAM4tAQOAMBGLHJ45UDctcehRSnoAi9fLzAd426e+zXOe5yKyPMeIwIk4QRa5+ypgzKX7f0pLTeT8j6Aa5c3fIkjfYFMvqMzUSM4UbcHANxx62m7DCkdrZfOSQbD7sEAQpFzVg4DHLovsMPhHQM26wW/HgBwwCBoMD9v+/mCoJbGvXgUL4jf93rxfwPE5G8CSoxQdGwb2bsOxU9zTUrr4fiIY9dX1UoCbuBv+IyScsObz+YgH0c7Tpj5TBmXny5ZF7BGX0FTHe6W0sz9ALrmUF9AovtzQQnWAl3R0s23ccEf832d9vJcxrUykXXfg0Tl0rUzc6syHz6DJmMgR7etY06ZdE4f54SP3KaU35aeArzKwWgu5B+OHHsrLugLTZBvfob3NvBq6NVM3QAPCzqHLunPaqlbDjbS0QMrmYzoUUBoeOQmz8kE4NC/juP5DgdkQNc4NAN2kb6Mw4A+mzoNs29ygLnpuS23H6fy3J/rVp61UQjq0kFfGch847TfrMIt9cwDqoYZJyVaYWTGbh9B9Ucc0DmwklUxDguAa8CD234kaAYhG0lLb7jwZcakw0Rnn2VWc+9kpguyX9fqAHRsgiE4Y+F1AT91BXTL4ZMI77lvytptYEfnzU9l2NJbyQIOKXVoN0vU4J7a4dCfzEz7wPUQq3PT6HNelkXWEdk+vpWnW7n8GR982lK8AVyQ35mzNo4AbdelwRWVHTJYzKwyWyKgWDKOcL7g5BCAiUzNHCODCyQhnwU02fdu2fHhVfY/bVumwxzh9QCx9NROVYG16SirOT3icyAmIxfHIcEEC6jULuZelnAWpG6Pc+QMR1XmAui6AGHK3IoGmJW85ZV5bitwtH8skfNfz9rdQHOc07FVBBEv+u5ccPikJ5eZr8gH6xeAb3U1GTyR2Q3ukD8v2dRmEZiL3oJmyMjwHdwa/YNOipxeelUQvZUCVv7ZU2e/bGsA1ktHfp1fgtPylSW4a2skmxOHSgBr++JCj0T6R5evPptBxWnC99dOCiiy+g8eYE3gX8+gOsIT0LGBK+X1swKHVVB05mnLXnJSGuGwM4N0eJIsmu2z3nKAjJNnlc8NUMCpb3BJWk3M32Tg2FvyoqmlhAFT5fs/4pQaJ1IcgzqHcNRhT/H6buaf0sXzAgySFzcTJYCJPWV5Vm1dyonyXMHnbteWI3b/Y8+yD3dKCg+fo/vhO/dIgXH0X3VRM6uTxTLrzD1KI+2grS4EALHZ6lYjABiKBst902+NDON5k2Cd2lAfJwskfbcpkUgZv+yB7PueUz8OrZC5lFIHpFjABoAj+oJSxMm8pa/zAEprByIDLSuLnnffR0e7vsmmjQ66gG2zAenpiJwoN2Zwk6mOg9Jgl/QhnbmlpDb6N6XA4UP3URyaddCyF6k7B8ji8xhKtlgA6GTP5G9KqBrsRFUiM8ATgJgSrGT7w3sG3djrD5lmzayyoj2+7Tb2zAIt4ZkEmWw1FgMdKEtK4MCAAwMCRX+iR0fOvOcG18y6wCPaTdbG6Vom23kyci2Nf8m5WUALNg+pu98A1kFXW0MY9OALRtWeAhjjRQAOOhE9AC8BVCWLOZfCZ/bv005BRsxiMnOW4ATPW8xP20tbmevSMoOnDn8AWPFuHP1rZ9FDFvoD9Kgue87dwMO1c9N+g4CiGSSlhD/9jlOVnuvs5dieOu9Zl8hL9nvPMOrZtc8D5Hh2vPVHJ1hxpoVj/t2AU/AlmcoM6PvpT5xSzZNdmQxm9CRyO/dmf8Mu03c02XLJmFdP1p/xK/tDAkm1CwGong8voG8BubOPpNqHtm4CZMJf8oS9Mc14zj2GdqwhZxazWM0wDe35XnhdPQEQVLnCNvkOBzQmUs4N7v+A1rEnEsBH398pE72BZwm8Yp+g7O5c20AEWBCTL/0dxyMfh/w8NwB3ZAB+MDCYtXg3/Xaxwb7/fjIwcx5hjc3eBXQgk5N1Qm4BKZ9PqWMyIMM3az8BeGUdN9CydhdnAkAqpWV6+b56JY/P7wBPnGso3W5AKm2JAPU4w5th+SJ9pl2vf/vXt/F5kCnKCzK+HyCZQMKv0d3snclq1w/1cdb2Je0QZv3I9KXfLlltBkt4UuZ89W72mV9ecW/XhWxwA0pcR+SPjGf2KrPS0IPqYMbN/H59P1U44GVsd2QE2Q4tNsApwNv0VCZDdl7/+j/eBKBirAGA53rOc+ifPWbHPk/24oDPOaNmw8JWJ6Bz+HTGxB79cUDXnhvJZjcgCnp/evLDy+8nE/XbJ3/7H1NieoDcpzPWZ5Nx2qPrp+EveIDgs+xXM2/ki/3ux+kTTIlsBvT6FWAffhYqBXw7oOyeUec5f/95QNbJspcXDKjXf0NmtWXmv/9R8PLjyClgKLz67NnL6dlsr97E5ACvzRq01Qt9br8fmX7xA7ok0pBAg76SqBA9BzA5/cd/XB06U6eSw/MBMP/tb8jLr9PL+KfQ30xLM72ZF0EjsCZnckvc/zrltAGFWUOUlGdWxKKqL5RlTxleS9UdANkpF5wkCfhjvvds7CqyUuHDVGXY9g3YZ6mEkHLHlC8Oe4eH2T8/UKZ8QOoEEc2z01JknkMpf0DZ9iU3uM19G+ASqgAAwxtUu0CGEsQWpa2f0Ep0goLvZh2Y0IvhIcA4wH0yUL+aLN9UFBoQ8zl9jhOETxYw5fCRy6lgMWuSMtux1eAP28n0Vd66vbG/kHGLrRwbOaWsrLTBC52FWkt2N38MjUb6oufJEAdoh/7YdMlAn+eRbZ3WJzwaOSNgBx6eteI8i3x9lzL6grcBNIeW0An9iL2ZI1eyr9FHu29uuwZBTD6HTwz0KA9QTt5gWvVytMlmbvMcApF6P9bRfe5qsaVfbGzOWbtR4znHvpoqB7zc2hjPlnKevyEvBXJ+o/x1Jsz+sqA3PqDYd9gs2pWcx9ChN56dIcYXAoC9ZyB9L9ta6ebvWP8J40hQAlUoTOzCHgIP1gZmb7FKEwEjsbtY0fVnXD5dW4v1nIJuTdWR7T8d2rC3Zv9gXyDb2jYL3VtqzzFt5mPg7frKNyDdpAhaAsiHPQNoW1w+6ZQVH9pEm+y9+F0/9iXj5V3swBN3rd+f+wreYrPSDkYbBx2auewNTgC4tlMqfnH9PLNAe/01X719/9vQ8JrEvRD1796sB4fLMHPy7iLXYn5+n5pAfnIj0crxWUqYz40d/bNXFcB1XTN/q7ODkufQ/I/u9flzvpTp+2fZsP9gwLeP7zNeS8vHAMDHQL6uQVPuw1iPAMBhOn0j0nyZ6KHCfLhmvXcH+1i27znPkx/OcX2J5v8sXT/nuz2cHo79U1AyVw5KtwPDAhN7GNKZ4V1Dr6N39C1rcL9bh0gB4Ao33z3p4/M+zyI86XM5buX4s89h/r7bvf5RJm6U6fGdM3O1a1xadLzn9SdgZqbVRZOO+7FyzjotH2YUn2BbHKIr4jokZbozm1bgMGeEB5l9y5w35zRK/QYsxtGkbcSex3MwtDu3mH03/dU1vxTwPXB/yyi+OaB0Kp9r23l1fR4GFEiw8xppU0dPswgvcLV0PYHqRHsf69gD2MU7XRvp+Jm+5eDBhroyXVoXrK6Drverc5G/r3Kd3tuMiu2jMyRsVFN5vQ4JqJq1zWmaHV6QgcN+S1fGWdLd5Ri32SLX7BC1iuqZ0cIVGk44z691FFBxvCkjmYPHKe8XH6T3K8DJHnz9jrxzPqvGIJ/fg8BnVnLB0vAh/Evc20acWeKoUW/X/BgD79dx2F6JN/W0l9YoqNPGsZg11UNVgxgKAHddTkDqKi+us7nrXb5JRPqQr1mxRoNSatKlhD4EXmT99kAex9REDjbAI1m/AQwt+yhfOhHn6wLHQTbrZU849iAP4F2/PyZ6vJl5Xy3QHF6Gvhs9vz4p7498bUnXi8LXbycAnAy+/fKDvWvnljHHMMXhIDBdfc9hgxcAoCV3TrvhYl6jplcPx1GaM08MMfWgEY0Mg8/sjeghOWBegIQ6wB/aXryfUnHw9u7p3WcERon4szSqjmtBgtK3zvE48FhTDO6U+tTBzyvO8bXVoDeHh9tUGT9DitE7z1kHM85fDmfpz3WLhnQNTkAYSoQ/u5fO5zj9G9zQLLAcOhYU6fUtWXMeGK5V1nEKnXEsRQ/hIFulkr1pwd44jheoZKWbYXfKDQ5E6IwuhP8xvFsGMD37Fjz4+qtxPBAhDIAKX+Dcw4mCw34zS5J9vAc3xqsdaglwFuAmgwFyr2AYWVtn4M0BNxc0+yOHGIC4WUdLQyNMHnA+BIw0+wD6Mmbok3JZcz0BVtCgjtXq7YDUPHgPMhxik0G3feO4zoPN6goyy2I7EQUs3eV2XsoA7zWwJgciANKhpyV0LwMjGZi7X3FGy77CeNe5eZX4t5xwaLnOJZ6RPltzuzqMKL2ZUqXpHWyQQmQsznlAOkutWVrYUnpx7gOGqMjjRJYGAtcBIOlptKUejYbW+OAZVyWE6jrLM3dv82BMieQFlQGnbodF+1BbCUQncZ8XmT/OKZZCvcqRktnWPoPQpVmtlY8ctZNRu5mloYH67LaPb+af89gS6EOjMzO9AWANJGGczRZOFDih+HDAkE8nj7uFBPAsEfovgNRe87+PvJEhFV2bMqNmBUb45tWWDqfObSBmMhIjK/RNgyaAxPCHADTmG9cW/M25aLm0gWcIaHRu9gFkXv0R3Tpve8BXV9Aj2EMzTi4ddw06qXxYGt7sjF/H8W+ZNCpjCKD31WoW9q2eL0SuxlkEGB2Q0ezrlilOdDjZaHNhSqfOOJIh2U1mxoKDHNlX1u1bVlOyUfdndR/GgiMLsDdyTEYlwRzILZH87JmbOcmcAekE3l1L9nP2jFYDKEBXm4WxV/55VgINZpyWmNaWM1sP55igTCulsJZmUEF/nBsCh/RIC2gWh6K8hf1h9qyrW+di10YabKBd9nhe7rPR8/MrAFV4fz59MWvyzQILfJe1S+AMj5uLA5aTsUV5wHFgpiLCvApkCkC7H3TfTRUDgPahp7rLHngNMLRiUXUGY3LtBXifLT8qx9HfQxtLMgtg80oJ3+h2AyJj787vZsUAfrckrc55S4UW0JPvfc24h3+TaTbPxoGXihQDsH41+hN+xgQHdE8Ju3l8S/8//+6FAO7uX+lBuKXbDaZQl1rKWW9OZDt6dvYp5IshpHSq2U4AvYCa7u8bODKOavt0RnvH1tEeQp+T8UBG0fYMT6ll93HPBzmxxFFJsNtHxhpg+QqGA4DjGhy3v31CPthz3ddSNSKOVvk1TskFnqB7gym4oGXCMZ5qdwY4ZNch2CAZpsoB90qGePYyAzN8DzBSnsuLNZ11J2hAPardadUkARqCYrSltENZpDorDX61hKcZ5EMnnMX01NtgBvYUA0LIFCO4QvvNXrasEY56y+4ahMj438VpmlKelPdENWQu9nWE5+E5Ss2yx+GED9AVf4NABM+hJzsIG7Q0eGH07QBbyP133+oIjqmSeV12R2yZoWMAOACWee6nyW5ivZ6yx+FITlaTZTgbYAzoodltEIt6A5q6R8ZOzL45fycz0WekPOyMAd60usTo+A2caUUWxvTbHzP3BBG43j9Nf0qe8NvoBGjPNe/Whq3vin1SJy4Zp2QPWkrTkszYTwtYEIBAVtrQ7fsBsZAP+36rE7AplHMrMdwAkowHW2f9X8eROlr05rNZlUD2GMHNMwbsJgJAsmeyRgm4ADieNZ2sRvj72QAVAHqAdU9HJ3Ce+0gZYM6U2DezTsRPDfaWn5g+yYYavkXnEHQSMwC/zjyPbGP4lYGh95jL9z/sGWvNzmRNzRqm6hFlUPeskTVMeU0z8xjD+23L0YoNBDqaAUywyuhfgNABfZ+9ECCm9HHU1KrIBOus3Q6F4G8A7GfT99uAsiu4tPYQVSF+GLrAXuhPz2eCKmxHmBr//V9fRRbQA38M3zSwHbsE8A0egr7hV8aT4En0qXu31UyGD7lgxgBvRq62LYZZ6HOvAUN57Ktfxo4B1E8wkuB1eD/782S9TsapezgBqO55eUaWf0DVAe7CUwHnZo02258JYS/Uxvz+hx+xlgIsxgcxY3g+pZgBcRtj0/Lw2v1m4HJ2Ibjkp8kgRueOSZXcx7h8JpOXjEjfIct7Aghmvq57Nuvb78gRZZYnfiRB3uxDVJ6Afj/+9ONUomEDmVLLk0EMKCd7Q2B03QQPzHOeDy98N4Bk7jv8hR6MBuK8MNf/8vPraCMA6wZlpbTqzOfnyXzmez+RATyDf/fm1ehJgllahlVeeP0KPakwwsf0VPYM0R3W65a19WvH5wcA/NsEvWgHfZXgLUHLBo73LMCaEazBYNlCWXJzFWYSQ2sC3D4OcG1pYvSaNvKs/NAKAHjWIe9x9iZLF7v0Ghd2d8oBsxfP/QDeGRP8AX+lOhrngA2wkycFm1O9YOQPDQ+fUkKe/cIgtaFz7BJ1V8rZT5luAsyek3ygytt9wZ98Bx2EbZFy+bnAoC32fuwcnk3lD6oDfIfNuTbfeyoN4R9J5QsqkA1QPjqZAI4En7EqVGtBH27PdG2vbfEz30VWOMPb/gY9PI/H/7I8xLkFHiPQLPZHKpcYKJ/Aqk4q+5E6LEu+Y2SvxLYLvyTQuDY0ew1nuKvKYD7jXLQByejKVF/bykfsiWlHl6BO7c+nU03Evu4heUaTffXjBkYl0cDqFul7nO9alh7b48XIzOmzK9923758LwLAyq2vs2WXdrCgerLe2esjWypRTFcCA26JgNFhMgQ/tfs8XyOHcBh7aOPdetYTJF5bJwG9vYdjWlM169NzI1SpL5xrnEczlAWJM5ZUStqz09r6ju825fzeZzR5p+/Jz56l+7O2fmw/1hY5ZV/em/b3m68e3bf+A84+9Uf2GU04+CwDuDe8hlqCuPueDzyvEVj5zwOAv74BNAfVHgyq71/PjO8JBtiP/iMAcB91D1j+e8HkL33/NFr6rNP5cU//h7T2kFGGgpEels1dZp5rGoyQa2DKCMnFjF965v34arDeX3/PgOGRPHettbuJ/GcCwI/x6AX46eTp6x4AJtKuYz8B4Gt+m8Fzi6D0Tqd8eBDVAXre63zul+h1jusE8e4B4Ht5fCwg4KTDl4IIzvueYz15qPeJ43E9mlE8MSw/DxQ4QVA2FQ/PW8qn0Rjn4HLQGj7kJwru5BGRk1zN4eNmaOx98AEm4I2DAk7HpXm1QMHVz3niYab3lwDgzrPfP4HjLwHAXNsNgrmcPdYu4+6hHHScZ6mH3Oeg12XYQq/r+ycvtcziPY+XlzwkXa8Y4ysPzXrjUzaSZoVePUOvzcXD+v69ken6+Lcf6DwEwOLBw47n3oIJcii+Nv1ufs79jkabldayt+GJHGB3D0p2jDzJ6z6AiWeeQQFcFj9iDPgj4mwPjNGNxxjqrGtmroCez6+B0RLVfGYU/jU3x2u0YctFapx4+P1Mt8ZoufbXrr88fqz/zfC99sTKcpxIRP3GwLzGUqAxpWXG6DPTwDEEBL5dG1jb+QU44VA0dJnxtpR4SgYng6rOE+WxRsXvZMUQhTzrwwE6GSCJtI4JDbdlvT7RZ4mfGHZLt/AZl4XOD8cfADzG8DXv8nMcNnmmn5WXy4IYlNDgVpIl+knjuo760rtZ2vY8dAw3oDbj3zFY//D6fO7V0qstLxO+RI/FoF6HHc61jnMjCmu0Zs9kPxmaFAA+A8XgtxvgeADABfwSMjdEl2fYu+w3zMvydUZRZt4ciNZWImoYDktm7dCXzKeQOUDFHJ7mZ533twz1oScOe+QPR3fKh88NdS5233R9o+c4eI0Fzm1bQj76EZngvx1ojNS7/aZywc9marfkrpmgzjelpjJ2y6Hl+D7jNOOqEfbSA7qm207kWqCWdUsvxnj/ZtxkJ+aQwIFz5omTbqLR0avJpgRsnE85AKe3MPejvPCsN7S98dw6/DtHo6UB4bfH+sr9N+PwhD4c3gH4q+8swRpuclEWkC8AzOEr5VE5KN7AP5xNAJZGiTebM9ncOI0C4BuxbRlSSxoK3FwOEQBR7PB8P+MAIDj018oAdEjQUHSogFEAYMrVtZTazCs9XWuTjdwnAGf+nS0SbkEia8TfSsTO1AvAMC6eZZ8e+4tBb8sIwtioEUFZlhAHZUFYneiXTu3eduqJHOIDUJplWweRz3H9K7dm1G0QxszNrMqJOk/JrC3PvGAS37n0k/oFmiSjdLN+qm+adevBjdMiznwPnLwS1b6Z+/fAcYN84I06taMX0K3zH88I2A1vrlOmrUJCwbXfqxeb1dveohnA6qsAHxwwk9Fr5nBe2WfVl5nDGH0fB2CJHAdg9Lr0FJ1XMoM3mrklxvkuew4ANc5PMmEsC2cGZeQBkCNKau2QOgNXR2PrsNoBe+NsIrvKOdqnCdk3artAXUuG1tkBcHqV/zXymoAYHBMEtrEu9kwj4x5HvaXVsr4B++0lFvBgwXf22PYhTmk5PBtDm/RZnXt9mr0zmZdkAcYRvg7euV37vUb20TmzryewhjWGKrspZztdnYqTp0GH4dddF6sMANKZTZ/o+NFzrbQQEAK7IfLovpeAkS2Fz3rLqzrryLqDT/ibHoTX+dDvAiylcg97ZngPR62ZlfQYTSnclDPevSSGW53hrDsZz2bDtyxrM+J1gF5Bbml5EMeV+0LKBKfHpr3+AjwiWgGLySAeR3PKsup4Lk9gBwLUZV+JjJs1Cm2Yr/uff6e0LKUOBwQAUGu/48p1nDFx4iwteXIAeNZyMjrpA569h3tqQ54AcPbqmUerHDFW5sV+jJxYMr3BGc7BEpzqZVYxwQbRw7M3TDRuAOR5fkp4z4sy7F+PfMFb7BmWwN0qLmsnv3g6JTXh5ciUdMfRDy0BFQuIZz9Ye+4WwBYAWvlICegZN/fQadzy1Pk4ss73KeOJLhe8lK95USmDOesA5twqCKRNaiAo8g5dsW/piYgjtA5S9E9s3vCzgTvuOdIHJ3DsBwBb9PDqjOj/6BD3S+28GU+CMgSlyLhEDaHXrnKPy38bQIqMcG2CjgA8Rzei/+zF6ln6Hb20U75R52gD1d5SVnT3UbdV9Zs97EWOCHjgd3SNJXBZMfS0ASCc2Rm4LRKu4BX0ASVxWUey6lgywBUyaX7/w16OKdU+dkucwNgfcZjjBBWE53nobbO/dFBXFrMHURIch/rIKNlLgAD0XcVpT6arJWrlB7K/vkt2pvotmYf5D/6nB7Z9hp8n0AHdujrxiMNGr6nnPE+6J17nLs923JFyuoAf2EnbGzOIpmMJpfUf+3fsvWiQZJFxzuI/wAaAhY9bgQNZ/RW7H/2yNi+BsoC2gBevX782g3f5B/2U8qTR7exhZj2/HPCxPdbJmOdWACTY3t9P71DiB1j3cHB6KGKdbs/B7fldGUGCky22lZi+jqzMGOc7CUwhWIus5Jz9sZoNznvzsxlp/EepUzPA5hlDr3fD9wmunTX/9InKAhNs8z2BjezTyON3T1797Bnr5fcbaMD8whPqPz5LhRjO6KOWnjaTNjpD2eaFWmrWfzMkGeskNqkTdi9BX6d61dwMuQwgN2N5PwAPei7jSMlq/FIDYg2QF508fOm5X33zcQCRNwD1w9sGHRJUwToDdg2wN32XY8vM2hMkYXABrAM/DPXQH2SyUS52bAV4/NZWJxqKtgL09Aaopq/5zHO+/+3IqTY418/ctnLKHzkc8M/zHcBT9nb+jTw9Deps2eD8DCD/bXhN2xDbnqxge76T5fjXv3wf2pEd7FnYMbG+xN2RvfnL9OBtZjJ0b9sFdA28RkCNPeQtO/2X6RfMzyS5YmPQ035+8hz2G0ojU749fj4qjKz/iuspq/zTX+hZDUerA95MeW6+W1vXgDZoTQ9XgSz24rRxSHWQX+2ri/079/7bz2/nJ7yYZfWVecy+N7L/HT6KefjHXwHX6f3rJaULehugD7oU1CR4oTkLgJCpxjA+Ee0V7Fduqd37b//6evU7m9kf0/sY+w5gzXNyx1KJAAAgAElEQVR7Am4i9/YZZh6hXwIyR6dSupkh4nckcGGrYMBr6KC3r6dH84C4YfN57ruppo6dGxD96wkGGqA7gUYj9+8HnBypnqCW9Q3NNT/+SIAPNrv6ln7F6CaAUZ7bdgX6FLBT6M/smeuXn+HbjyNTP2RviN2dfskG/mjHK2ecO+mtzVUEC2OvJfFg9VTsNoA19GTK+FolxeBmBAtDDR1gKwCe+2KCLwxGM8AhmeTDs5ETBj9r+wOBEbM+jI9Me/gMX0h0pUsSmwP+NyjKYI0EdcVWIiBC4YaHEvg3i09PeWjQnsbxBcRmn/WPWhWMZC2/GZqgt19OtAJBJnE3wP/wdYJk1DnwLrTRvuKzuWcCyaC++yDrqq0vf3FO8qypLUSASwL6KH29MZRTrCBrl/Px8EbKVsd/I/+lZPxkDUP3ykey/YceVhfDn2BSA32t0VO7Pa5dVP8Z1xh0x5A40yXgy+lFF7S6H3+nhDuKJgBwfVPO69PwTntV540EqupXhRHcny+hZn8l25pnRV+wTyc5wP3D86lZ6toFjqmvJiH1rJIxZP8R8NWHYpXJW1Bm5BTb9aF/6/Tf33zM64+uPZmzfObzsKJXcIP4E/XheWbR9paGZgE3kDq+ryF2/GHxiyxfLx1uCaPtAXyCUJ18jZ0T0KvhAiPeE+siGyqohtU6BB7S9So1uEzw+b1OzbyG1oN7HFkrd/fun3WMFCz6wmX/rrdPAPPP7v+Zk3+dKjzs/Oz+fieTlEEfG2C/50FHZ+v5uq1dDdYYWK7JAxB4Zft0Ip1jOJ3uj43jsXlmjnegzr8fSF9DewWyisX5CuI8HNvD6zvWhxmSvht6LcPdA6p/BqD+o2vPz88syFOezmsee1b543SE34NdXXOuvb/HSZfzezeZ2HmftLu//5kB/GC8bMzzL+DwHUhTp53ZVhmYtN6D/kUD6c+/EwR9uE5uQjoRVBDNguzvgg+WG+p3T+Cr68zP9t69B4lPkLaf9Tm9b9fjrFDQtTl5zPeuTIwb8PaI0BSwyE828d30z/WsY7nyms+gf/l+HbA9tPL5uaYt4Xo54KqPdchy1OjzmklmVosG3akDCqjWmdspJRPiALVKF5+pPFqKxG9cJXMf7rJ1NHfjPsdcYPykZz8/M3idv8/xeWZadP2ywc4/M588DLk5mtV4zrcZvwGLF7R8OLdLhxeQuTJadhC7HjcAkYOsSE4cZxoru/nl3fN39GcBrcrLEe1VeyxkRsI2C2+su4sPOw4zBjtXjJfwEbKFq4MMFw7ce7n9mNxbjTQzo5YDAhYsFBEAkUcSeb7OJB1hZsNcJbTlSwCpc9XZD25OxV2nG//ioI6Odl26Nqd8n+9p+F7jPT/LusdIxlC/5Keyx/r2MGFvvIfrUF6Xj9xjuSYRkEd2p33qNvt/38/BCAcKhi+E35cGnDzUrI7KXdfl0uOO5wRvbnpg3k/wxTJ9waXMn5KXKSFU8PsCZvkchwW8zwGFsSDL6R+7/MHhliApD9ge6jVAVx/HgcmcVqY2k/IGhsHn62hGt5I9yhwrD81gO9e3NEg209BMUERnqmvag5iOSd7L+HddmrXZiPsegsKXcWBda3vqcKPpBRBTFhQgJBGUjaLZdWyG6S0atcAHwAYhvfGbhffVMZfO9aBYx66HiPZyjOMmffOU9ZSyZDwBC9Rb93YWDu0CUDiweNmz1uMgNEypwhkHmbLlE/QUEc+psHHYfi2fy/qZCbTALzG0AcUt5d6sh2isACzKTMqJnzw+Q0l2XBxQW4oqGRs+9BblvNUcIB5AWg+wmU/uJ+iDg7p6S+B/y+rGwS9/CCzZS5dXQVUzrOxNGB0TnjeyN5UT4O4NEa4OK0BY3guvxR4xW6kH7z67+7XPknasS2QogPuW/Kb3XO7lmPs9xnplBzO+z9f82gOlCVml3CMH0QNA9vBnWXv7Il4VIQpOkI172k0Xf60Ns4FClOizRKwOXvfW1f0L/KmrkC3nheM6DoyclAVAnK8R5AFj+M58g4xQS/jZc7clqFmkgvLMDcdwHDG7T7ZH5KlTuBcv+ozWdswxeZ9dO8RAN8YL77gnmFWnc0P+3Ky9tUPRBXU25oK84DcrKNjH1TVL72H2pOXhVlhBB0ZeQil0hhl6zbDmMx2poyeHfgLAROdbFjTlk4ekzWLlsN++W+l5divnfAUa4Gyr3iyolMCQ7Ig60wLAIRYRHwA8HPhmjjLm+xdgeoMuvh0AyP0ecAhnkb1vzfCzHLg8Cm3N9g32QT/R6DwcmqNv5hoDWXASGZyr7hC812mP420Ajg0kDFC6gUSjDSylH7vGF2tIJqBjMNiCcTKnZrLjBjKjQoCAfU+QyjnEYTyftewy92257gQCDRDg+g14PKAvuod1eDFZP9C2fcoZU2yjbP7o3sp3s1bN3uWFfCiPOnzK4ympih4OCCk9oFftSbPq5S6AVIBb7OeApmTG4Vyd+yZgactAI3vNXgmd1pFof1LXLpVfBrR4ihyvEKWcKzKJLQFPr7PLrLW2FwgnRNYYV/lPnbo0Z503OM21Vn8aqDkgIG0Y5nOAe/YeHO6U3WaRmSoASSqaxAFogJL8sSl8KX9twEB7egMeIl+RyzXLLC0JD+yZkzElGIEMIoPyKM2q45WKH9o+ZgXRx3jGWfDXaUeGQosZw3P2nrl3eo9y9s0aTlUEQO+hM2AXQSWfhvcBRAzwUZYocUwWLs+jFyc8x3fp6SpvKO/IsaAEjmqD8pCljC+9F60UQgYjvHqen1wD9s7NXpn78nz2bp79+zijkWGyJXFck+n6XXrk4qCnT+i7GcsVGMUamFFOVjDBRlRccT7uR5bNxA8L2Pr0Oes9zxpM2z7nrJ/nAOSSdQdggM/IDqv5YobVgHJv2hdZHUG/VjKYUJjRaWTUh0aUHh4waQZCFRjWIoEHsQ/ZK5gnJVV51uxLm7lt3z32M4G+vq4KK4s0A7hSAWm+l8ztuT7BN/DQBo6xzrX9DdgdQHXWGJoYrOFZueVQAy5gX0f+Be7dZwYY2AC+ZOPO3kHpYMb569Do/WRTp6z17stWvDGDrmc4qtogW5qr6qTYUQB58+O7lTd4lADf6Ke599vX2L7yHeD9T1Oil6oNPW9ZWn7kAzvmyfS8noTIr7+B3vDIsyevf3HPsJqXZ8rKaTJOB6AJADnjgF/520BgZADetU/zHwMww0PDigk8AeRg/QGh7Bc66zqsbVYeZY/lWZYQM5H757yxgSX0Tnz9y5vVqV89+XEyUnXWs34CGAE5VeEBfPiJ7Q4wSq/UD9vewQoSyylzET2VyaEkqCv7XPa8kfvRD4BQBKv1iMJ6si4ERanv4ON5bkx8Aq2+efLzz69mfWbNhzZ/+5vViV682LES1BWe1v+SSpjZ0+Yf78H480ayuenvTe/s0U/v3iiv7KsJOlswBd3/YgAogCRApLe/WLXg0/A79s/L6ekckGVjFFHH7xJ8IgBqeVkFJ7o/wL1bYWhL8C1yE7/CVCOY6dBXmFYLHHEB9bgu4PD8lp6ylELNXoYtYSAotMk5iiB0bM/wumVYyezlPdbw/fQ/TRDzrC2VQFhj7CoUC/skY2Vt6LVLxiGAaQNvcl6eZzcr8+2AeNnj0pd0xjFBPJaV//TkL1OCG5l4Oz2N4f3Iz+xxAMgJ3kDmR35efm+v2ATaZYzVgexHBFcZ+AMABt3eovvRpcfemmzkpe/PP5uxm20NXTfq0XLN6PX5963yzZgATwNSTlZ0zlazpi9n3ADA8IugHToCXtKfQgUEvoteYG0wvRv7KY3djwGqCYTguaef85cJIDFowTMe2w8yDt2pGPF+Msit5tJKG54h0DWMx2pRVj1I5ZYEyKoXeY9sVviSDFIChD68gzIGd2PSUio3fIJMIAokMCXIZGiVMuXsy9qqsd1Ai4c337x+n0A7ZDLzne9Co7dvDCRNSyD8LvMl+xKbTJF9degc/0gCWuBLbavgtAkM4IwooJme66n+wf5nj2NovObuyo3Pz/rEh8k5bUFiWg2EHgawwI/6uK0Ek7FHHA3CiL0ZX5nnbs86+Cw870b2CC2IvPl3W8FgM6YsOLAANhngPntUMoQNlsRuwQ6CD7FHEhA3Ywh+nz2YTGSDgrAbrIQRcYm9xYvALEuVa6OlYgEALCXF6Y88zzFInfYsBGbOT2wIglw2KBBa6Tu6fHn1DcMXG4ebMedMWHs3dvjqT86Mx/lcAHj1M8lJ+EWwzTfIy1msbXu7XxNyDmNir3MvsUQ189RulbYsBftWdDr0QV3M7wWAbz7UmXcxwVbD5PsusxnEoelEOM5aRQv7xu1g4u957wAvHwOAPweP/+MAcCO8bmPYsdwGilkD8/wJ0PgfAYDvHW43+hyLet7/GtfD364F8f17WufgtDxwP5+T7vf3/xKg+tn9D7pl88fAiyKQoXqQKgt8aU738+h47ul08cfFU+Whcw7/OJO6xkL58vpZA/i83wUUPqTUlwDgL63Xl0BZrv8zALg0dY2NZnw4PufzGADsYaDzlW6ng7qC+1iQxj8LAJ980fs/WI9lgPt1/tK8AgjtKyDDOkcLADfJJomEayz7XJVoQdmTj64+sRfoy+fM8eSzAr+36JdknqgkH3sd6u3Bxyd47NgezqnPPXlVeTXC8v47XSd54OH6P+SFPwGZVkbLE/nJ2Dby5+YEXj30kL83ghkdfoBTjufiK/7m8OEhwGguXi0Nfe4BfO/MqNXppP5ID9p1mtahaNbRBTZpQHazrUProW6QNszyev+af+n8cGVvpTgP/Xnq0ft7FSSsw1UA2Kj0OtD6BEuiybcpM3XQrtHZVwCJYNQJAIc/cOKuY7QyVWD5vuex9BYgelDS9qD1maEMla4AoItmZHWdesTDeAFCDjXbq3vBj8wX4yFR0l1XndnZi2Jc6vyXB5Xd8A+RkTFQADh7yuV2OluScRxDyLI60Qd3RlGAERzRkSfLzcW4MwzU4d3ZJrx3yzJjTIfMF7Du/tDvxujeEkxx3mVxF+iIwSrddALB25Ycw7TgnnWK8LVu/8m6OXT8DQDe7xSgxMjlYK9+XLkPKOvcUmZzAwMiBQukCHLxTnWh4zhl05W4QHKhP7+T30IcfrsA3AZsPCOafMaGfs5dONRuaZ/IBZnBy/uOxYx7QAscieWPGJ9xFul09qDg3DRKDdQRXL/0E8+0FK2l8I1YF6iyv54AcDJzl79qqDveewBYB3VJnFLVW66xdCsIfLMpl1qNPm1JVYF8I2Mv2d+S0QCF6wEEFDJjqTRs2aWr701LOEvfqzyvwIcBG30JnhuQYX9Xoza9RpCt1zP/ZM3R927l+l7nkalGjzMcMJyh4MUCwLeFD5/Q949+gva1hCc71m+nT9qVeS7Q0b0tmQ+A1HNjSx9fn6UiQspM54iZh+hgZRzX9/64VQO4MvLleeXfzEqBx5QcXTA1Ge7HPpNrF1BrOd3aBwalXACwIFQDGNRzkZqcqBQbdZ8H4TgbGjwJ/68T8WYzz6TCb2QLL7AbwHTkRIe+WV4Z4+ihE2zmPedXZ4CH3WYonbZh+aSVKHIwn9vGmbtnNIEYx65+KkjvtztmggA8YF52Z8rTouDQM3PfAEA5J9jWIYEEAVf2gB+7zGCJZCzyNwBw6sxdNo58jpxYurlAd3r5zl57C8BYOcdpyDOtqGIgAypIh4yZaje5XEdf6L18QknmAszwndcKZiWLJHqUvQlnu6VHedWeMWDK0vXt1cTyt1xr16EOkmRgUCZwiJYgidGj321JPq4F5GGPCcA7wEttx9oI7en7vFkF8x3IDID0cUAw91PAAcDPLWsKiD6DSi9OgKnVBw2SyIxjhwgK8i/94zI+AUZpTBbf5WwpjSzTB7jWqhLr3J/vPKyqofOD93CKId89kle/QV7k48p+jwUTXmD96c/HO834MnBgCLCHCIBbo+vNvIAvkzUNXdYex/GV4Av+VdbgrwMAphwkQAxrgD5MEFdkwr3ZUnFWJmD9Iz7Yrwv+50x32iMzjvQbnmcm+zSbz/Z8DZhrcIY9aclIEfTQPql900wEs7JbxhlCNnjWPrj0sqUkrCDaVQ4eB5E9s28bEaOYoUxwf0Ba+4jC+9ov2rfqnGYcL56ZuQMWRuaZF20F5j3kjn2k2xVkYH+MTUAmEWOaawP6714OT1iO+QrodR/ov4uc3I/3E7xChjMIAqU/0+edLH9bdjAHMpWjQwMW6IxvBmjs0XEIJrN1PqfXNuOwD6+6N8GHyVY1EMpAJscYGkGkAMBU9zEblfsGNI3+S2HoXUf1Npmw6X+Y3c7AAfVDnaEAmpZBN0t7ALqUtjZABhspJeQ3iCE6YsYP2PvL9Lwki8kqPoAB6qUPg5JkV1kdfALAgC86xS8A2IoUyIf2CY+wNczlDDWD3uxzzgs4TuFtMtOgM9melFgFuPu0WaMpr03VsD1rxMGcbEVLzwNkMVFK2SNLoW82WeZDpRC802a9v5nMNYPE1NFWCJrgkgEjuu4JLooatxQ4uv3NADr+Pc7leQ59WwFvAIjeTFYm605fYbKZYtvOlOnD2SpP7oPQ2DL0gFEvvmciCQ+LoUx/37RzyT6y+yaVb5KaZ3BbWkxEHNRRiB5lRJMtha2LHp+9IcF9oT/7EiCc/Gmfy6jH26tBJfDfFbhqtixO+HcDviM33S+T3T3fBwCmV3d6pG+VAnukt0QqYAh2KGAaBMV5npCYKHGG8IxyugPgsDVzbgVEAtT5+uupNjD/yDIiw+rFADOWNeVbAvfRL/B/+kAiZ645tsCrX+z7mrMwNj+6Ys6d9EiNzTt3AQBOCW7khNfI9MunL6dX6IxndCmgx28fLYn57KV9NwWE/pgSuwPE0kN07vnDjyO3oauZ+gSRBZSZ68yO9oXksseTyZnzzoydEsovpySze5mZ+glCW7n+sJmdT4e/3k7gJHry9aRbEgwSmySgnWAe3/8x5bs3UHqeGf04tFqMIxPX3AfAhz8BdQG1V8V3f136Vm8OHpgLXv6wpIo+XRkZ3iATPdsZ3x9ZA4zm9fqV/Wl/HAA/5+/Rs/Aic4Df0ht93semAQAGiAwAl4zKkYxZdzIJ+2rFcZ716tUEoJLtF50JyGvGbED5uSBA8vSyBUAMQAVdhleSZf2OvWfGSV/mZJYq64CsMAgAcM6Gc+vvhx8IQkkVogHZ0u5jHpBMcmy5+e73A+S/nB6zvAICzdoDFAEgWRrXPr6/TmlzMt2fzjMJKHw9mc4BgOcassS7h2bf2bWHZwJOZf+aeaUSF3pi+vtOmejop9ecDayWYq/lb2Zew+tznx9/RAZ5/vAda7a8FR0NKI5tRQnsLS+ffQndMl9+HhsZZhBgTUW/ocUrAjQG+Hw+Y+Z+0BId8eP8/eKlviYqQaDvfpssZ4Jl6pNgrV7+yJoYrJler+vnu/m50MuRZdbfigk3ABibKQqactAEf1BNRP0a82m+98vPyLRAYv5RQnr0EiB9yovHPvOcD98ht9CougE2UGcSsCz42vEwDsaTAOS5OzbfuwGA0c8EFJCN/GxaF6TFwdpE0QG7//8avTIA+vA6ftTLftEf1mzRnhORu/fT5/nd8HIrTMF/8SkZjRDZIpuWhzB2jm45Js2LeVCOnM8IXGpLLrYLgkrgfXRs4ltXrqUNtul1Ts0zIq8Al4LiBt0WaPczttt0U9r51lWdwMKtphVa3vQ1F2ojNFnIM6gBAPBIS84nuzuBOdpz8T1l/AS0UX1JXddnx0xbBdx1ZF0AgW/Reatc0haPfQk7eT5GvMlQZ3oAwLGXKOONU2vuGZ1Ni4ycEa7zKLd7zD/fClCa+K5fgeMdQvYNs3OvcbPf1mQsCH7zDexhKN72ue+VBAVfWkY7K19/Pro69up1xk1QQAcwP6FvEwbqk20Qa4aeCV7zPTG5nu/0uQ5dAIAliF89HQIP/97F3NVqCcybIzzS06f/8wDwzt+FXSIoWDJcX6ej7HagP75zm/cdIPzgJv8Tf9wDrWVWaXYp6y/d+p6e93MqAHwyzP0zz7k9tk43h2ZAomafmA7OolRRHWfXm9BdPuld/3Uk3T/nH5HuHvi9//6XAOtjhaHoueKPPjL0PzZJLhIEW6Dj7lsnQHqBdq6d/H19gfcKZBb45L0CgaXzYyDuY+DwCV5UlojI7D3loS/L3f1zTmfgmbV7PqeCfc7tnMNj8vTYOB68Fzp5QC6wXQC4vIViNJqTjUMHYhwdcbxdmyj3jRGE0Y9jlmv4t5Hqj2XgJZtlF+rM4r1fu2tun7POyftn5u/9lY/RXOfvzmsVp+OX526GQNazjp2Lt3Joi0F48TcZC/BxDar27KnaO0ttPsZH7DgeeDcCfwZxXncCwPffzxocsuZh9Mju2zUpuHwC4RyYMIBiUgxd6EHTcXDfgBhsLKtYUhorRhQOYOffHr6VCQ6RpftJo/Zt08G4gF1ofK1aDImV4ejj/azArcbCBZy05x2OukZW3XqfrBes7ys3Gs5m7zXDwkPE+SoYKNjogAosNziBsej885uMu2UzMQRwXl77hfeAxQJIxXDeQ+ButTGyR9aapZt1TWTkpVMeA4Cj5/ZZyeTYXhZ1zBVYyX061gNoF/w0w6KZIjcwFB2Rkj2WOuSeZ6ZvZYbrk328hGzfXntZbQ/c5a0HfD1j6jhv8rdjY7hGAV8ARXnMnoYaRZHFGKEesNQ/13daYphrdRRrRAtyyoeWabyYgPtjuMYox8mbMqMe9Plpf1YNRUtn1fGr3XOumf3ZzMptBux9Fv41x673QwOX3r0ymfqoDieM/KxbPCE6JzyoWEKJYaWnJOeWBYDl/7V3cOSNU9ayMntIW3rzd4DNlHiEdur59r/LcByVz+awunQIja1xtcAnGZGCb83sdb10YqdEFqefNe65r5mq3h55hU8Lihc8/f/IexMlSY4c25Jb7gvJ6n4j/f9/NyOvi0vuGzn33AOYWTgjWS1vWubJyDgrKyLczc1UoVAogItlQT75wLlfAwAaLVrAcLK+agjhKDKyHNDI77q/zaTwmX1ePrA8klmNKw+653AeHnvcL53nxcpGI1Y3S3JjAxgne60tJypT51nlL7NgN3up4+n4Yuw2etQIbxxsljPVoeY+P2U/mUca3HHUYugwvwHpuL6Zf3oJupfsHYlTJPQiayff5Vk6J6ZXc/eV0bmCcjjG5pzA+UwfpO4ZwBvp2IARaF1wGQedOpNZmvYO5D7s01YvmNdmkBa0HZCQ9Vi5vXIDHtnzjrHgPGqm1uyD0mvsCMvH6bgtzXAYZR32zKs6Wrl+Atgr0wmU4GXvUnWYyvc+3/54BDdYIm76fh5yQd1i5YL2lvTdspVr7EOj7U3o+cs3ze70N2l6/hWDuSDgAsDaCJRLfBTPQA3nfLn8dhiuZpQ0M7mOnLs6neUiWQ+DiQAe0XVZWxxkjIX9TalBAFH2dTNbc0/PE9dRh/ieX1SjIPsP76YZ1cyZvW8ZXl6TbQhNydzMO1vav5HPHYs9upgj31+QqiBFe6vOnTjvKzeIyne92tsXYDmX2E+znhrHWAeLGZaAJTBJ9y1nS0ucmWFcUCfrWocqmWHlBeZjNgP7kfstcN5MwdweRzMlG3XqCbYBluxa75m7AVGVPZFPlh72DC3gREWPcRwDgm5Ano4sbURloTyCs8ayuTrgN5Bg+4ZusBOyuHxbYI59MT17uSP8VL6fICecNyWcGb91RJH100wMF8Dnjx1HllJlx2RJA9aFn9xT7tcCs/ndfTWldzNuAgCgXcFU9L8BKDufKbnejAnOtcPnYDWYgsATiFC9peJuSiMiE0bYl5fCV2fJPOVXdUZARezRlnRE/qAbEAhntRErm8xuHJ14z4ECgfH2mxUvEmSpcjV25BUgzsePgj6sN4BXd8Lwb9c938WhXFk0+7LljfkvzPUgPd/ghZY0bNCPdN9sXudhtuuWyGt2BXO0O2PpsnoJYyP4oQGDcyb6vc3wnQAoMrRG/q9dtPZfeWCc26x9HaWtHmCljTp5yThrUND2OM8eImMnjtIGD3a9ARbNBnkfXtj+1N3PoR17iPcsv7zlS+EfZLMB8mKQBmnRo5JMOPavWT3klUgb9olVMaimMgFgoVB7pY684n6vf3976BtmD7E/kWNkGtkrt87L0LTlc9Hfuh/MwAUU4YWdaKsGqy2svcCeh95m+jo/1tDPuY8BWJbFZLUMgPW8Vma5BwWEWUcyJgs0BwCx1yrnX8CBZJnyPgCD5+T0iw0/2bfbYDyE8evXbwX3JhUNMFR7kExOMr7cMy1ZnGesLcJY6C9cOdhxEzzkOVdHfveQ/gVeb9+mxmn5B0DlWWWKmcR/JDsrYFayRtmDzeLjvEaHmvXbnn2Cq7YZQGQ8f55znrLOnHnNpgaoyBgTFLAVXr4LgKINNLKwJc05V9ARzEBc+b/86ZpQ8tTS+7WRW9aTLDgd9DyqR8yc2ysjV2d9R0/MZmju/OnTbdYXcvRJgEYWgBPxfXp4b/uIVi2YdgLIb+gB2FEAuMABQNq7hpACgH3f0uFWp6EXMtmOjOvp06cFV+sIRycnuOEHURuAAV41MRgewUSZ3PuAa2SXAkAD/PN6lX2xuhxkYW+oz6AD2/YFGWUAkP3l2YfwITbotoSHZg1YyB54F/Dw1e/vSlPkxIsEAzTQoBnK4dmeuQBkbA3/bpUTho0tlhHZOzrgZIAXwEP1AfafFYI2weFVgGZegHnM93323eugsbSD4QX960NAcAJgJxX6B/iD1dEEk08AtHIrfmoDsSdSTjfZyFQz+Ld/pLdu3heQbYL2oSex5qglgMU/PEz7gQBme/8/qSSSvcW+eEjFmHwdOYVuBojKmsCLL3+MTJlsYTJC3yR4AN7ixBAst60JfW+/pVx85S2AC9mW6EbSkR0JeIO6+uuv9HOmrzsB0GYxAvBDvze/W2UE9v75H0PyTyEAACAASURBVKGJ4qKI1vu8/yrj+pL5PA+4+7A9eFnv6ACRJR/a8gC5FdmdwJv2joUmtVmwGbOfQnN62QOQtmxqMxkN2Opr9lfV8fyDj9n35becrS9ehFaZPaWU4UNk1bOUdR51acqs22ezbUmQKZwB6I/jL3qSsf+Y8saYw7/8Evk//aoJEiEjuu0dqB6Tub9+bcsAkwT0ETFu+PeH0PN7/DwJBlRuwzSeD/SyVc+Un/geoDW9ewma0pYx45t9xh5ArhFA0ep2uQ9ZmZyfC6I2G/f5tPYYO3MrNx1+rm4VAw+b6Zwexl2EPB/Qsn1aaxcFhA7w/uCBAVA915I5zB59F/7ThareCdj/7BlVMJwHWwZdf9fIgCFtyYbltFqLAQsEEoRSpcX3yayFJ1pJQZbq/AiiaoWT3KPl+dH30IGJ80HW5idSibMffqgvKd9t4FuG3SowZM1Hzizgx7ihPd0Y3qUv83fJrIZHTv/q+j7xQ26gHgAw+wRdCJ6l3LRnNN/t/WcteR8596Q0PH2g2g2UnVaf1L7HPlKP24pL0NEAYw54/VPVISdYpuMftZaAKIPdpKuZvi5rz/ktlzK8t7bD2lzru63ONvpEn5vvNSs7cql6I7ZIK2po7xG/yP3fIYtCX0tRw8+j41RnVf9Zo3bU8AT4adtaYYPvzpnEuct6j3/gik8dvx/6EWsooovuJO9t1S7tQ/Xh06e7so751K+X8VV2Q6+5/qgOhp6Sf/WbT1Uj7scZxHy06dVJVkfofWb/7Ofe3Rfye89X9YQhT/Wa9T8OzVi/7ikXxexqn/dt0t2jY8y3O3g/uH1dHRBdh8mCODOhLg/rQeI9riXd/nLTyxv/FQB4lZ87BsMyxtzrX2eW/t0o/vrZvwKAS4txHl+/vYq5tLrQdzn3SuuQrgplrqvDYjwSqxzsfddRLV2l99LkCiTbQ+OvALDXe7cdxn0A8M7pv0Kpfw3szvP+5TrN6XE89OSnv47DSSxdbwHgK92+BgDfN7du8iHQNfMVhWLpzPfuA4Dvv9/dfSQQNcJknnN1/F/nVKf8hVe+llF85a3li9vvXTMLd5xX/rmOve9fAAmktP3X0JQmJr1a0Dpt5rDGUYAgGwD45KG7AHAzU4hKKi38zMh6I7Z2ypctcxhBez337jpdLrpvnfdm92XrXgHZW/D+di3NbGH+KipLu2O+s6aun9csaHpdk+t7G622a37s4yqSs2eq+bhX25umB9OMoc5wneocuH0mWVh6aCpDzozq02BZOu0zrvNZ3lzHzpUOG/nFe+2rN+OAV46+BHPQeU/5wwjrE2TynmfmUQEYFC2uKZhz7nuzbc1EEQCe/kRwXx27Oq75t6XLzmj2GX0+2157dRr2cOQw3l5QGi+VrfnXfTc9L+pQ7cF/OvJWoYZlFyQ4neFEjJ17fEuRHuvD86tYODad3ZYGY57rSF3H8fLGOrJ3PVQOLXXKOm6Jz6Xd3WCcs7TlloHt1mFdiuoZmV7HWQMBjFZcgPi4Z/e2WSGlUx1JKLVmbVZZxqlRA/mUD4x5S1MKTmC4SFN+30oAWx6N91GUrmPctdmfS7t1ilwzgq+A8oLh3uuv5/AqVjqQjWRsWbL83TKvezh2b8EfKLPydkvfDXA+q9lxb0bB7Vq1NCHAYGUptNPZh2OxPDVgjBUUBEFYX3pMweClb+Wk53oB6SqOI5MX8J0HKyXYiO43aCUfzxoiT7hZx2K0J8YzTkvKglXWxPC46nFdfwxenMp5ftee/8aZxpOYYwGKmSfvbT9JlOUOaYxWDVmDWFquhj+ZI9fEiVQAE2fiNGDqcozTBDGHMx+wtb2MmGXGgfxbZb4l1UaeXMSKDrcZXwHrKcO4PYTrAMaQJ0IzYyu9aywyQOUaw7XHrkDvlvxjgFuS+SzjdZf3OtY7eoZ0KYBKtkvD/WeM1Q11TDTDJxm/gh84+zSO937t5ckepmdnnYoJOpgwY2Qojso6nadEso5LZahlqgC3zmz8ZhiHhi3NypgvwCryk/1Vx1aDvNSL2hsVZ13ua4+k8QuwxhkTWTR1svfzk87yxikP7D06oBrlrOKEaR+sMAFAdf8eIHZ5FHBozzBARgGSATKHr1g/94H7jvG2NGz1F8+YNbzqiKS0HPuwYLT2Jz2Mdh9v1DX3Wf6/lqBeXtr+QA1Y4B+GMPJynEZb+vgAvceQ37nd1RNnj9RZKT/yqvO8c1bOdoxrjI5e0mRA+DvfNENvy3YCABMZTwAHhxsOCuVwyyT2rNpMAtsoeAbzZEtePsr67Fm6jumjNDHx7y0Lmt5wA7DC50cg4+yH0p69MIE8PfMJpgg9WF+eR0m3E/wYwIb9wp7o/DHGz2Atxx1nYEtmT6ZFntFzs4F9zo29oeObzGp0KQLcLK3acvmI38ms9pzB0SkNtswuggEafJzxL6+1Xyb7LSytw11ZSzBcM7ya5bt6Zsaf+/L5t+2/u/udfQUd8Y4oO1cf2fPaQCeFgqV7Aa5wsAo2c8aZAawz3YApAUn6j3J/nKRUFuBFdtnOdQGjLeW7GR8tw0sAR3jGfW1FgAbWAMpnLmZba9PYv9fScJ4Fym9ocXdeLIPz39dDsh9rN6hEbSlqztMFDXgua9OshGYeAcgoo96/o9Qq+p9VLMAqPGvNXFXOO3545kGy3CiFq750Am7IBP5u38vhH8+yDY5YHcasT4O8dDKzPC1POO9Bf3Uky1U2Ezr3bIZqy94NyN3rAUAFgLfkJUDNyqyCkj2zuMZgBUoW9iclt7u/4F16PgrGKTcNrtnqE0tv5FTPxXnj2N+rGzUTRL8Fkn4zfh3zsWxDTyqtcF7r43DdzaYQSLVkX1tr5BOBNHTRKSGeezZ4dHQAs06K2sgnAQU4X74F/C3IbE9daL59p5FrGxBk4AXnLQ5x9CyeykYgDw2dxJ7uOEUBH82cnLMDGhfENaCqAAjfQa/KvB9nTR609xx0+T4lUwHOWHMy0HX+68/R0c3+wQHO3oav0MUgOqUSrxlCrcCSfnt7nC2NXyfbDhuIeT6h12+zfM28ga90WMp76iwCbbhlOCvJ6uRloK7nIME67HUrw7iWZFBVDlO2tsC0gThcTwWiLbPdEuu595vX7+LUt6doz/9cX77OZ4BBPzyExwFJBDEc5wACBHv0V4Lqtlyw+2j5sL6fzKPmaH5/gP3V83XOv8p1bef6L8b2aIDmnPUFAMor6V+b7E8+e9aypmQSyntfKq8tsf0ucvXNGwIwBPop947cAIR/m6CCR6nUUJAVWZ3lF8g0gMUXgifgDWdvQAvLXxrQ8iA0Z81xwaLH4i/me1s9atdBABi9TNnJuAH6tlf7k2cBaAlKCkEZa880MgbhYeZJFm82CddU1225cpW1P1JeHoLBo99XdjoGQJ2WsYWv6Aeb7M+WKMUGzT/AjDdvXpd/ngdwp9fon3yQ71Ay+t1bbQUyq5+k5C2lob/58rhr2azbCSzj/s/TPxT6QTGCriitTPlbngUYR9Zoy9dPMMFmXhOaTjbY7+nxWrCstKPEbkqIBxxoSfeCdtAbLmEvWSodufSI7OLIYMCpD0FkkZlb8Qg6V90h04zgolz/afwy9D7mQ3iF/6gRwB5GkjSAq4GfBBWkLyoZywWvoCsLnQCRgHaUyj0yLNmXzYCGLgGAf345NvcGBdVKH/AH/YbAiMz+4YcGcIozII/YpwEEU1v9YdYE8JyhAraghyBbqCjwNGtiYL727etk1Dfohuo12VuAS/b1JqM0Z1MANyogAbQBZDXIINe3UkWCi57/+LzzZ09s9QVkEbxNVuiXgDPl+azfTz89jywwWxPA5n306w9fcgYDQBOsNDrm52TUWkHG/sntJZoKRchTZCfbC9DnLbzdTP+sO1VJQuK3AefQU6hg8Ozps8zLHtEPpu89W7JlV7NOHz6+TdY4mbuUbuZcTq/qyCqycNcG4Pnvw7OAgtiBrOt3VE7Lf/AkOsqTZKUzdIIe3r0x2w9ZhX71IHuH9Xkc2lmi2CAY1/9LANWnY5dZVYn51R7v+Y6OtUCVfoVWLkGXCSD2OqD1w6wL2dyCYzZ9pbQ28pvrXqbH7zffEkAd+RNwFNCW67+hTDH9fDP2yoUGKBEUh+6tXG4QeQF/7sk8viSAYBD8VjMQcO1WiZwjgOTBwwWAGaS8z7n3W0q1bw9p7IcF0d6mHPXqpfBks5knkxgScaYD9nEf1u1dSjBzzrKmyJ0XKWHdnsLsb/TekAB9ntE2UHp0qvrPxh6rzZrhIQZ7lnLz3A9zHF61koW+IXw/TxIIxXjZH8Qf0TO4faypQFJfkEGG+6ovZ8BTKkzYIon1Ya9DL/b2ec4ZQGcp9AagEejQ8xteMXjPAG4EicFfPM/qTxOclYC5bV3R87U8uD3bqXDiObP+L/gZuxydclutMIWthlX/KPzQrP4JtsWenFJy+xn0KhZXLJDqFJZhZ6jIHfY/69FzJLpVbaCcL+i2/M118O5WEUInRufYiqLwTrNeNVyUydlX3VXwR/gF+YA9p1ybgGpslAksr/ydI7mBDejGk5G6yQ8C1FaM2Oo92lfOfwMk9X3U/O6+9jP12PVbct5vW5vyJEGo1clMUtL/pT+GPw5f/fjGoaf+Gq8ZlXt0mvl75m9AmbYxrx07v7da1bwKAHfIFTwe9P7tFX5612FVJXg+uIIrKEv7OoEpH1ZH+hKbv0fJuwXAjoFdnK87hitIfDzo5pf/TgB4aXE1ZHYsxzyHbvcBcfveLsTVQb/j3GuOmtzLDDfz2rEczZuvg7qzbiq8t3Tcyw9aziWblXddB5j0dp5fo/ft+1+j/1+BYr95M415c3jvDm3ho1OYntlcw5sDUArKVdu/w79fG//t8wF7F/y95f29x8nz7o8F9g7nNYrr3Fgjz36e1/te15v7Ho4+hPF8/77rr8/o9y4HTOl5efZ1L9533V/eG0d671OFoXLVOeLsnf3bQ6p0PgXJn0jmyQAmqr7K3CjHrrPK+wEAT5ToFbjdHhtcr4P2BNOu63eAxpc3b4NYfKYD/hoAvGtwLWF70Kw+UDfJdT/5u46rHoYXOtxm+aoArENRWl2BkS21u6DR0td7nmDoQeY8egFgIzM3okcA+APRYI1SjpIyfLA02HktaMw8BEj85JQLyo8FSm/3LdfWMc+h1FPIG2xk4NL9SrMzQGPBnd2b0nczx3aMx6FVz9DJY7sWh+E+4AXvbx/fKxi7B++WrmtZOVwD872rjKvjpv2/VHCOZ40MQnHa6K0aedkPt9nqRs1dgjzmu5sRvHTaEowoWYdzr3tjsz6wCXUQLVBauk7Yceefz5pJNEDgAhoGEM3ezT1Vfi21LLi4DpRLpjC7fZTg0hLAhQyAKGMF+IZQ62SUByY6MN87Snjm/hhonScGQmXZCRrv+l7vc6z5RW4ViDn0kInUrxPnbiDO8sE1E/jQY1DmKpuVXToYk+1Sp+MZlbkOaB5XoABQPeO2X5ZK45Z9OcdvNF+BS/Z4n4GSjsyZDKa5eLO14PE693q9zmQVb3uDLsiHAtySisuDc+QBghwlhOHRUWLrnBk5uePj50aoX98jm6zz4dmNCFwjbbKMiIKPY7BOIWRAnRYqz6eDWaW8/DjCo5mCcw4JDGNYON4D4IFnxrpzj5wBTpvpvAFA3AqDwDLIZERN1PaIAmbhNUT9TrZJ+VagFK3bbGvlzKF3jeLMWmhY4ACVP9chLY8pt52TxqolDVfp51lm9XUvDLBaBX3m38jkGCDtPXhZ9x2L4L9j2/cwtnkGhgwPlc46kQE8N2O0Y9yyXIcerS5lcIL/CvrGccCLe22pUEqfVf4fQQ7XPW6ZJpzxAvBmxBE8snyufSPIvPxsySiMXx0x9Gorf03QGDT9TKnKjLtGdyKgcWJQohHHzFYAWHkvEINRJGBtrzajoDcgiFFssKPzEdBGj3gXp1fXdYA0rj32Xg1HApncazjAAXSWLzeD1+xmxmyPXdZrgVqet3SuAUck+fDbyoXun3EY8F191DiVNR8LA1fu5r44vWLQ2/sxluRF/jH2awBug7wGUK1xnv9Dzh9ZogOMm6FtIIXy5lznB+HTAj+XYNPSqNzSwfnjVLnLF/C05+i+/L0R3gPANxCjFRLs47g2C/OyRKMZtpuJZJlc9yK0VBaa/b8tFxasthS9GTLSRXOb7xR4hw+mdHTnU3mrU0RHLpkWcQLP+X015pk9Tm+zkOxLtdnE8NaCiJthbuAWPGpGjRUirKTwMY7P6lH51/6G+T4ZU/S4Y/k+hOdxtqyuIa1WJlMfZgJfAMBKi814dt6ORyeT4KFAqlHmrrnOYzMXrR5AFoRZoVu+DerpdFyDMA769gc1a9osOvhtzwqBVc4p5ryvrSxh/1rBF/hR+eaYzMCDXwW9t2zZ9j3bICX2okEwU6Z1+J2yegAY314CRf+YzPmVk90HRZEMJPgua8/9tz0AmW6MjeyR8jdOpfAGwDCqgT3SHHMB1Hwm35plVEqFjj0/urfnPpEz9OVFVzfjCN6TZuzRZqG3DKMtNnBe4jgtbXGaAjZDU4Lf5hyhx2vB9OoW6G4G2CEDKRuuHnkGU3Y+7cPa3zy/kFOjxyjfcDCaLU3ADzL12h8e2jfrm++xdpkLYB58UPumNs3FPplSh3UaNnMFInpdx5drLVFu+VgzsczE7Jky+hBCEX7BCdqzquBU9mvupf6FvEUHPsHdMyBYxx2yjFLQ8Il0y33QXTgTsjDwXHV0AD8kMPeuHNehd+rpgkItbQzrl2aAqdlDdVTG8TpnrOCzchUAlDKgnKutLACANvrT61dxdOdFxhzrv/K1oHV4EpkOQGWWNjTQidv3QqvGh2i+dB1Yv4kT631xurfMaOUNfPqxjvc6hceGUrexosWD9Bat7Bk9j/KLVjfgXJbfyVKrzxr9VlWn3594jTmXyX7GsQn/UwlAnm/VlwniQ55YglR5bEl/zqb0Mx4AZm2z1TnbsxN5XT0VcFFdeas1Hfs89O7+bGAYYLJ78tt15I5d0/YMoRvnCf0z32c8BMZY7cYgSEurcpbSm5X7ICsEmxgXQC88Rkb459JKPRYac/3nADScLQS9qC+EB1YnSPYiulFVIghUPuZsTDbka8rMho7dFyF49jlQEjrYVs95MgFm+iSUWQAf1XXD6+8IbEEf4xyI0//5SzOeV/Y4DIAP5gfgSCZuQNroYQDuOMtZowcZO/1OmyVPVmmDO1x7QXd1TIAOSIY+B3jLsFnnN7+DCH9OCW4BYM7ijwE3Xoc33wckIZDrybMAvD9xRx4g0Ibcga6IKioa1I/V5xKURclYAI9tu5P3ApyxfrWfsemRjaU55cDfBVDb9irKPLMLU/o/a4Tc+xgAhaCkR4D3TBBC9VzzuW/bzzebKuu/WeflfwCFzI89Ri/pBjnW/pNGsB2BEdrbymADzOYMpd9qLhIUW9mdktj0LCaDu6Aq96XthsyP3v8iZawLUKEZ5BmvX6WPd4Dbb8Oj8Bk0StKugRCU9g3tKd39ZwIrWJ/PXz60T+8PtaW+/+af//kqn1lJIGlg37z8KUELGRMyByDGoCt+t384fZePVk5kjdKeIsLx2XPsC+RXzqMGnMGP2JDyOoFwa5MA0j9k/4T23LcFNsJTBLW8+DEAKwG2mfN7eCGlvfOIsR+m5H6eQ79jwM2PKekLsArwDq16ZqOzUa0Aer0Mb4QO6FzQhGu7l8AuQtbfwyOphZ3s4+ff/PYrvdT3bKQkNEEdMv2r35OGDQAc3oE3mVMr2FS/xbcCjydLPAEXzK+YV+0wTXgANjPn1RfQQZu5iomfntjsN4F+5C+olv2eX4Ye6G9mUBPwYJBW5T/6U/gKQJKARM5pzkrWr7Iqe5I4D2wo3BG1ERhHaEYgSyTwN89S8pt58uK5H95n7ADGE6BLEFGz5QGoMhFkDDEkjefIdwig4HvfBoBHj3mWgA4Cr2pBJODjdXoeNws4/3UdKutZCyvGAKhrT7rG6hqAqOi50pYX5woAJjZDfTXjp2E8lHnmBejfcundW54VL14abEkLgQa3EE+FbVy6e56t36o6WyvIJOgsvMULPaI2JXpIeMggnVPmI39ZE85ztsob5kugcG1ge4PDLwQDMHbtYgMC4A33iXuMPVf6j15F0Bove2fLU+y1DchFH7R8sEJnbaO6ZWEh7he+Wf+bbVOk5wLD2i4GuOuHmoxvApUywKeRbS2R3TP79Dv39MHevfhe91znM/ayustpI9Y23Kpy4zNgfbUN9K/0O/U3bUstdaK2kcp9G3Q246FHsz2PTdAxo9VARAMZ0Ze4X87YCQA9g1zRhwmidb1vX6MyJxh6/I28cfHRlCfZb9XJTnuaMwQAuHoyq7q29hjQBCp2PGO4Nlyw+ph+BIMZ11/lOta2HbOM67CJ0ZfgnxnWnJGcw1TguDuhJgiMoum5sMknp932VQCYWVwHcBfwvQ8ADqPOfRsUMsaPrg4dklcA+Mimm+tugYorwMf3bwHqvy6d7/zvAoDvG88VBLmCv3vtFQS+ovVXWlxBaBVxN9Zf6PUXh9FpsHv90OdgKP/+7wKAb+l+deAvyHGlkc3Jv7qKxwdXGl6vvgWAj5KbPX05hPbqe3b55UbXMZS+Y/hen3UFKcvL9wxcwGzW5gJmXJ3sC+huRvF963il1fU592UA77W3NLrlje6LlSQzsSsIg7BuNsSsB7NAlT6FT95gfvs5Bvbs60a2i7JU4+HvHmsVbpweJ0i6enYzDrlD6HgnE2qWSgEnALy8e45FGl/B2fvme986nQ4DN0Qz0/JzgYnrodVMoRHQ13XSqX3uwSsAvM7GZb3SYADgnYv9i7yijoCS1uiiw+nbw3Uc6Pm8ZdVGkO9cMXh1BJ/32WjYrtPw6MF/A9geJbwzBvs3uqhnRo2037lfaXsFVAgM6PqNQral4JZW9+3b614YNvzqD55rNvNf9+8eogVtZ412nNdn7O/Q2QioUV6mDMdtdvKfi5qhTPT84/7Sx15Uvra0818BYMFfXsuvV/rOJwPsbGaavFDnxGQUlIajKOCQWMdzlWs+m/EJ9g9IGY3hzGBTYauiVkeufMLnVwCY98wk5VwZrs3v6/TG2djyMhdlbu+D847vtQ9cPufeVXJxCtRhpxLb63GWzV6+lqi+yrorEHZ8DxA8/6HEXL933Lh02+wT13YdAi1lNxfWcYmxRo9TxoIRsMbUrG+XrU5cAA4zznHGqABvBPeCdUtbxudaE2VrFu+Zed9bDnhqaUT3WwGSlj1dAJjoWjNRuyaAyzM3lkWn1vAwfLyBBVUazzVUX5vAme5PCbCq2MfMiz2/WYH7Yfd77tssSAC/Ggdm5TZTib6bXNPx6tQ4MsFzE5z1d5TZ3KNGyvDAKqFbinP3KvJjgSJLaE+UJvSsgS2/43hlLtCCeMVmL+a7W3K5GWnHd8zUgDc3QEYe9Lxp6ULK+l4yDC2dJLGODGLoNnxfBR0QB4cdxnfLUQrWmm27PX8tD8kLOW8GN45MAHKBOp3c8qqZVTrZzawmghiDJnyXe3eMdSQAPky59JHjh4OTsqLVPTbjSvC34BAGB313QjOM3WbKwyP810yyKQ997G+EuXSAF1peqs8nk8Xs4rMdwykPmwFe+aEe0UAZxpTnbmYidG35amQQffLKt0NPoq3pJ1gw4Qyg0LDT0VQAnL0Y43iBW45E102H6AYmQD+j5Zmpmc8F0TMG7qNjTcBSIIQ9LxhnxpPZAfbCFKzaNduKBe1rPefnnjNXFUvZSES/NGmGMLzHvtBirqygFHsz/sMvZFuyJl2nGx1gn98ghwkMKECCPMncNwCKfQCvCvhnX8Ro3kzQ7tFxGD3GIRP6UlXVe6vCfYJGs7+UpzqyUHkWoKuTu+c+X5T3Ws6ujoZdC7Jxx4vjI+rIWWARuljyWEfMlRc9l+fMatDSyWtXHUSjuBL4lAXQb+QXstwSaY6vlQQiHwHPoG/pMXOEh+AVgVfLctZBNPzPteW75SMCpADa5z6eXxlLhk3WC3TedVy+arWPTgUQYcaRpwLwHHowOjSgUvihpdt6nlpqfp015an8jZOezGGDXgSAe26Ff9p3uEEulpa+AsDS20zaAo5V3wXQyRDZsu6tOpBsHpw9BtcYNCaP+pw9W/aseU+5b/QB5FfGzdnBSyeVGQArV7kOXrLXqPueZ7JP6Xe8wQBk6EMz9LNHyW6qF3Lk4AKNTaQicKeVhKzeUbmHoz9Ex4kKiFeVkjlsFHzGA/jaDMzwB0AIY4Q+lSdMcHQM+/hqN8BXDdQAEKiDX0cf5wLO8vJT95b74zPZMg0itPQ162J/PeTOrFsze6lcEBAgdTXNAhZwJGOzZY9Hh2Bsrq97izkhkxg377VPWfXX0Qdmk/NMgBAzPixFvpnIzeKuLFmgRVlC9gV8Vh6vHaIO03uPzrwBEmyAtgQInXFgU4bT3rsPLVmY93/I+rXMHwBV3mjwwsghnZs5qxrsg8zUNoLFkUMbZFk9lnOHnn5lvmSh0TuQyXPMtYSrWf/Q5cHYSw1K4Hxk37G/cnmzRUsnncSrR5J1RDYaZ2UBSZzi+QJ036CI7bENPwAAo0tsxjW8Qe9NXq+TGcnfL148PfSFckcz9PTrkNlrf9qU7w5gwZlKoECDBRpQ5X5xTelpGyf+9BGE3q+TZVmeDQAIfxFIdpQ8XV2QPRew8PHjpx2XgL7ZODjmDUhRlgAY8Wf122Z8qSM2GDz/tqeyHGgQkBnoVgOoHAlt6eloZR0DD3gmpYQtcWr2+tu30Md+1g3iit4JgNWlRT4hWtG7qp9T+pL3Ik/zDHpHIhJ63kY/6B5jjdmXmYd2ufoJ/A4YT+9W9rtZSUUhuj/XJmyGZkDFTwBbc/4DODKHyurqplaoQt/h2s1WV3dnvLlrZSt6NE5s5++G7SMLpP32K1mzAK8pNdwDlzWBn5JlljFCnGL/AwAAIABJREFUgu8aZORZqJObDETGNi0Jjswlrk4GXEr6dv/0dZ6f347uzj6s7RcAmMEIzEemZZ/yNebc8qPH2tqntfRB10owLTxJaW34iXV/FJnV1g8F5LRTsZsBZwhyAMBlnk+S7fniJbYTZ8X0I85avst1LQse2vf4H56FB+jry3zhg+728Aey8rsJKv0SWgHCsca//xZwM99vwEsDPcx6e/bcrGgCFT7lTIE/t5pSXQLweu+grUFP2LfN9D5pSEBHM+gI7iCIhbN1HO98F3lNJiM9uNFVCsIhNwGv8jlg3/tkwAJIt19vFSmyMP/45pd/vu53AHa34hl8JeAuQFC7ITf6PaWzyYJmz7VKWvugA7wDqAfAyvMB8YgB43wj4JLra3tlTf75n28qZ6qwBNA2O/fRN2+p+JF9BkDHiyAQAE6yFMu6nLFfBIDRpclytaILsifzaoluWsgY2NkMcoLSRo5AzPZZbgY6AR7oPgQDpjRxnsmx/DZ88gaeiU3QXqp5bPdyfqMnPHYidISfHlUXsaQtK0dwB2cncrT6b+hH9q9zyVmWNaM8OGcF6Gg9mZO4xrn/NOMno7n8m/fhOVbuCRm1tT8EgNmfMAygI+tVNhzzCZ9Bdeb8TR9kg8uQawYlc+9HKfXe8yyzekdG9AR0RCJ2jSi1/ebtm9IRWa3NLJPy/5R4Lv/DVyNTyu+t4vJNeg8L+gGmM/5WIcDOIrjoczLbA542ICL3wnZgPTnvrOxHhrpy84fS2/6+BUoh5JzVuCsaxJe3AMx18ahv8DxA1C9tXYD8dTMja1nvn5Ih7t/9cQC+JwCs5GlFlKwJWew8WPvcYF+y0beyTc/L6dQDEE71igYdZ52tuiLgJ9hL+wFspKxPaFwZPjoYe5oXQQqI4icA6+GbguRtBeEe5AzgGe2Jnee+SQaytrzBJvBQbarqYvpN+K/aAHzSM03gm+DJTw1cUP/YksnIqj1/9e1oK23QYKs8tsWLNNwXfEr/d16lE0FWe/4P8O35ZHAJ8pWgJc/m0XdKX7PnO67LuPvrzGF5gWeuLtqWP/kSczaQbLL75171QMzn3Hnv1VL2APmjb8sgBrU1MSG0fheZvPiBNhcVbkh4suoYFG5wWNYEVn6Q/U+lCvbkMZfqeTPeocsxP/w06K7Vd+7ar+iN5UkA5Cxkza7OSXtVv9memJ77GxTM3jcz+/Thtt0K5/ol8c69wE1VfK442dnKxJXWLzW8hH51sZOXF5a2reBZW9fNeyQgbg/g4wsL6IwBcxgY6kizyCfyfT7ofw0AXsV/B3c68McZeADJPklg8STypmxfx7+/XwHWr4FEe+3Xfv41c3Wk37/64nx+BSQOsOyYhxd9DTzdxTvWAKHxLwDg3g/D7wDWZdrrPbzmXMv9zioq1zHdlwF4m73M9XcDBLj3yWz3g6ruvPvA1F3fvwNe72SfIsyqMC5fyOx3szPPMe7SLSA7e+IvoNcVoLwd6zWDh8+uAO3ymlvY9bg6va/X7zh3TLe0+q8AnbeseDrJzoPmCsjV9thokys7jzOrpk0NzuFPDE48UWu7AEBd9mXvxd9zz2aYDXCEwrHjObMdToXgynvHuKssnnv8yl8eBsvTp2GzNNjv3fLO+fnd/Vsnfh04Zj4eQOIYVAeoVE1lvnspcX8tZb3ZSNc5lW9Q3nEt5hYbTQwxLfvgPS0WMftm6FiyFnCglMWCT+4Z1UBfSzcct3XmzHIsKNO1H4fZdb8dxmjugWK1GY/7vSvd9zkHUDfrz7Pq6K9D+9zTRwbBvLclAjvHmd+1RPWVh90vGrn+3m/VqcUzNOLssnGV/4fMmayEqswLyFzk5oKyOjTNiOi8phzgHdlV4JhCkScw4V6S91o2cbXY6yRmLZcmx8Gf52x/wQ1IsLyXDrmCqYynhv65xipYwyONpvJ3RrbrtaUSr/Kf3lvl747HAVb5q+Nt7sdZv7x9GfcCz1tKcMdj5uBk2GZgC3IsXbuXLk7EKioDVNcZ02etI+NuNqnju7tHN9v4WgqS6yyLTCT6uTd2CVT4F1AUAEa5rUMzBm0zlOswHiBg7rM9ReuQKXjm2bJgIrfca1YB71hwxDewxbKyB0hbxU+QDrrh/LxmlsFWC1B1v42z6czW1fGnsy0gVoy4Xjf7bcsvrpOrvIpMa0amTlL3EaZ+QBeybvI5tGvgC87p0vGUt1sS1YwhDcyCvrnO/n5mRTpfS4k26xEldEqQ1vjhuZcUwt7nRqnuvpj9tPuB7VTgnb2f+285VzgHulzP0wUY62ibez8OSNDI4zK9cxcglU8qi+Z8WcB+eXszsZvRMk50g4R0TNU4SAli+BfxDT14wHKstLEXG/NfAJg1W9m/8u3cjxvIghFjefrjLMV8714zqnVC/Hv+1sAKT7kWZvi2/2He3/UQ4JqAjOrvCoE1CNTpZw+UUOOwmveAA9tzkVKbubaBDAVuT1lvBvfsPAwyAA7Wr45l+wgzBh30W05beca8vsSJwvXH2TL8zV5rjzqCAZqJ6EN6/4LmOKFXFplV3/ON+U+P8t0PnXe+XgMawD4bjyjt0qpOUfmf9QJwUt5uRQfBveUdrlsQrHMcYOw6fn7fCPMD1M3eL8AK/41Tmp6UzZzN88j4WSe73jaNvH1Bxw1QYHw1OJHtHb+0ITCCZ+MML2BFxmWe1+mzdxhrePfR92TZrJGpodpehT3XDHggIIVSogZYmNnGcHBy8gwzUC2RWacoIFsNYwMsWINmH46MrTypU5Yxohe6Py1PLvBuoJbnvPTH88T+1QC9ZlqbASkgpzycTAV6UM26CDRPz3L2ZshUkC33NDPx2jOe/SVf8+zuIUCcAp3Slx7J29MRxxT8jUOQuROowjo283b2p+Xj1zFgiTkyT+gViMONL7RnHnu0IOT0rKvBXm+V+sfwwQaarjOC/sjViXPOA6bgvLXE7zgYoWEzWm21AZjYrBv4jhLU4zTAubDg45WPyerCmYrcI0Bh6awz2oA3eUEvFI4ns0XsCbdAPtexlgusn3o6+qDr1jOWM6NrOb0W89m2kKAf5Q89k2f/wO+cZcikPGx1pINHIsvepf9n90Xoo441VQ2mDDHuy828Zx8CsPEC7CejA9/+UaJ6ZIV8x9rpoIR3cXpBe5lH8U0P0wVIeZOvCHTbz5YgsJ7tBejpeU9ZTZ+Pw6t69WQfthc1QSQNSJnsjgEr7aNtRQv4kNfqHD1r4NvIOs9wgEHX6tSzPBPZf6wl2RF16rfygYEy/K4zSl7UGX76gfge4LegHoC2VUF2XIwRByo8j6zAad5y8JPVt5ouqu0Ga7bXLfuVvtWAxJxJtddGbuVDAmiqBcMnlK49dD4BIkq1oo8RsFz51+BEe26zJi2xDTHKz7t26pQ4Ee2la/9Q+08jjAxugPcAKECc4Sue9zzlRXEQqjciV3X8VocOMAs4AlCyQLPlHw24ffIE+cD9HwQUyP1CG1rnFjgcBKVlSkt3s6fhi8cBE6pH4UzkjMhakT2OidBs8+m1zufoSO8iMx5OWXJsdVvUbJ9072FmOHq74G8DjPIMdFdLrVOyWvAL+tWO6iZXTqIDIY+4Dgd8323pT2WPNAhlxhY5Ki08AsAy6xQaAs4w5s8BEg79v5lLKonfZezQlF6a3Y/5R4CPNoe6THWxQw9NoECAsve5hgxQgjhahp9gjFYicd6PClwBALsv6BfdLLvwJOsL17Vv5thRjylbOeABZ8v32YttVUAgQtaebDv2HQABYq4lSRtwY/ASfPgDGc8ZJ0EEBOI0UAdAFT2z8lOdHjou/756FfCY7xIM1GBc5BIlZMngouIE16+tpnjSBoMX51wqbSyjTnnfb5OZSDDAxw+WVF/bla0F3yAv0S8o7f00mam8fv2VXrXYFzmHAGYyaMooUyrY4CVAASs4dOzpZ/qYDNVkrzaIHP0L2YHt26WlUodlqgmgZBqUZP6S0sAt0Z458qruOjZMK4qgZ4a/oX+rLyH/urEBCc3I5/z4QsWF6sv2P3cvoz+yjgSasj6A1gZiCKbnWZEx7PVvA56yfthvP/2cPb+BVJ1bQMZk6P74MqXP812BobJnQQMASUouP3jEXobPk8GdEsGvkwkuAOz+QPv4mdLP1YUEFQn4eJdMTnoD2x+dyibQB+CJgAsCSv5Mad0EVOS+zA1wl+eRkc0oCoBmD3yX7M0fkoXMmgAOwt/uawEsZM3D0kdb216iZrkBWv4RILg+gmZswkNWByCznLXiOz++fGGAY+cpz38ODS2xi+1kAO3HTym7HLvtZTIPsRNeBdAjD/6P4Yf1v1hZDLVJuw4ghh7ByOcHkQHvK2cJitR+I1AWOiJz7CFu5vwHzqEsNKPWf4X/67tvXqbPL5u7p0JoyjzZXwTDMEXPCKQZdivz59xzbTjre6/8ja0IqPo6gS4D+6kH8rUEaPz0c/YNOkK+R/llguzMagzdM3fKeMMPnDPP0m+79hNZneXFrEkOhsrMOY8P12T8Ucizn358UmDxzSuyTynjABgvn78H5K//cVJ6ydBtMGH078niZp+3yhiBewHQoHO1ykz94up1XM1wJiDkm2/+8W/PS+/NRnydigAr32rPIcwyb3rawqMbpGJ7hYr0lhO3Cgq2rC02CDjx2jPQt6WvIx8NPKL8fM68/Mc+2KC1L203YDC/OrTfZ4+1EkLA+bV5WzK/8mEqTUwQCXo9suBMxOG8JkiCCkqR39VhOI/x/RBoKsg/KsbIXHlkX/BwS5JPgMhn2ic0uxPhd143oqtvcPZulY6Vaci8ZiFfvsO9kYHQq7Yy8nVuibxAD+sZUh/iGaDiWCY4vHa1c+gYVJfuvFrKmU3BOV0w2gnCRwb2GQSGfVMtDRmA3tidPTesj0ratMw2TX0Z1UEsdeoG0YY+Lb1O5aTqEvASwCc6C/JdW5Nb7xmLakNmLs/Y+VwnsXTTjhkZRUDE6PLaUp4zjsNgzYeTRFSXE/Ma8pQcuSl+i7Zk4oSbgNl97uq3BvUgN4ZXuKDylX3t80xsNOOakvvHPicIgt7ULUGOHjL612VyVrUzcG59UXy8pbNrG1wB4HWsXR3cy4D1lw2RGMWtk7YG8zBIwesDIBpHBoJjPu+Sbmr0cOYdJ1QJ/v9NAPia+doFHAXk9v3bv0uSAUauDHoVAHWoDl2XIe9ce/n+CRRL/2Mdh97Hxh6OujpV7wOqryD17dqXqWYnXSP0d/63oKZrfSNNrhMZgP8+4HgvuwWA9Q+tI1VQpg6kKSnA8O4DBdlY18+udPg7AJjrNiL/GNMYHDXQxqG+jhoO3vtK3V7neBW49433Fti9Q7L547773RrqjXpegXY9OGZJWhZrjIZ11CwA3DFyTi4ANcDJLQC8vaiuAPA6jPYguPINv98HAPOdayZJnV11ApyH3pW3vwYA71re8u4CuDz/awDwfWM7AQ+dXzz3mil0uy8PEKvGihlIOt8mqy77cNeErJLrq6U45/SVpwWAb4MnkK9j7x3i94h+HoekQQ86Fa+OvnVAGpV0Pl9nw+lcP75TBbwW+ijQ9wPArtOU87hh2J3LMe+RIfLwROwtTzZyzRJu9i1aRe28qVGz0oB5u0bK4K7h7M8FKu2hoZO5n10A4OtQS4NGe102y78AgG9pvCUeGff2BNYxr+JUB+1k6XXvj1yu/BoFwch/FAK18I7rGIdja8bugBmucZRkytGNc0KZjBIwmXArNw5AUf4wuw06CprsS2XmGhziJyu76iicsbu+47TguRnzOnGYl6+741ga70/uwfjrkAu9jlKx+WZL7u15eGfPYAbreOdtMy9VbHm1VCEBBjcAsLQ5DYDNhD2VP+ai49bypJTs22wjyqiZJcN7+2IcZlbh6DW7gSyjBZS/b/aTYLgLaHYtWYJ97gQnrEGE7blnVg2VAhjX7PYBXOq4ETwuLXGYVVHO3FtG176mAM6ng8eMnD0vuvW6P0beDqC59FiAC9CCFwAD/NJMcxxwOAfrwNMR2gjIZqjclW/rcKycaWS1AIDrsQZAxsa+xrycs1UAajKTVx7lOwDAzbTGgIMcGB3lvUtm4YzxKuvqsJ6ye3AQNNoqCxhKOFLZEzg3GhICSdkPY6zs2YtcqRdhXhhB69A83rz8Agsf/YQz3oIpI1dxvtZMI5AAB8EGpQ7fsxdxPgEKCJiSzaxhx3godVsajRxcwGcdrhjY1d3rFBw5ObQpfw0AzC2VC5b03Z7r6+BuZgqO7vYBFDDumUigQeUPWYmJ6ifwHkcWgQhrXMUcFLh0rXhh0DRjMk4d3rPPqONbAHjLsCrDJztueAvgcvfycWbl6/YfRNYasbuv1TG4j+WgzQ5uby0WL/teAMXgAebq9lgg9AxMUEbbI3wDNXoxQQWcbT2H/O4XssTDx0Sa8wJMbLQ7BjX7DvC8a2Mv++XX9kDDmTYMgZOpn8EXPRcEOJtB18x+n8cqNRgGedh9AaAfvqEPE4ELzWgyapzeUwCkZJp+bm83MzVx8PROpfWcBfDHsDxrJ3VGtwHkh26T1Yusg591Bm327vQ5H71k10Xfg/sWutmP17OjWY6Z7xraK0MFqK7ZqjpKHZGZEwACZsaegV3cq64K+J59h7zIAJodMM/EQbbl1R7F0Ql9CRgg8xTAAxK0dDlrlu/X+V0g7HMcRmSQISdxcsEbMAHZL/JhM27bU7YDNbBgzkmDxE79Y3UqzhKYCWee8thZAiA+fRaH+EXUsr44/5ANyBgcx3Xg8qxmoNgTVb6uy6a6UUtYAwpSKp1gIc6gObN6fxwuh/4g393V5ZW9HVn1uO017vnGi+/XRmJN61WRmQRM1TG/p71EM0IBSg2/B4QvF+b2ZDrh7gXUMeAsPB1AV4DX/XxUpSCgo/taJxZO63U69bikjFye8bjrcRKRvn8GkEyAM473Zr4nOyFOUKo7cT633OW0wzh1bXmq5aWT8WFGAA53eslZknl1LZ6vnHBf6yxijwJURT7AlzhAq48ByKlTkIG3On8DF4YPkc/lbwABHEcXZyTzReZBJ+5VICEXEFzQ3mrQGH2pZ63BJAxgHUn8zdlY2dWzj2z/ZHO1/LAHFvNeABjfDw5y+M9zJHJi7ZMBalv5ZtcQYLk9vXNt94NnEOfHU0CkqsOApaznygbLICKtWlIVXiJ7OtdSaaOZJsiILbuIg5HsW9aHAOdO0j6eZqQnI5me6B2nz6icX9APx2rm/z3GcfnWUt2I492D7pWMC5CCQecNAiXI/kM+PAIArr7CXib7DLkCCJ/Sp2Tk4d/o9tTZbPALAU0f2+P025ampVoIALJlMb//wdKROhpHKiMkxpf0XWiCvkrmVXsmomv3LEZ3d5ivkwW5/gzAn5cv6WNq4BPkrg1NtmdpP3I2zyCLSp1dHjUoUwC4gRjInmafEVBh+e8HAYBttWPgL2xKtrDBMgyIeewawA8A5I/DBzq6+SpVCNCn6m/gngTYVKiahQogjSrh+W4WGZ8VQAVgyVo/CejOHvnYEvPYNPaChy4ATkzzQ/uNRp6GSHX8t1INQQrKBkoB/5H5Yfs9f54SuwHqW4I779Hz0+oVp47+gPKwOQsetaeqVUnwuyAbmmR6iH/7DUOd6uat0CM4wLrAQy9/fFb+26qQiIxXrwgWIvstcj+lgx9lzKumNmAumagGG1oyl6xbqrWwVmbIV9B3XIBKL7bvad4GVEQuP0+G+9NnPwQQJtiIXo/wJHtQALy9ljPy9wnMocoDGZj1R7GH8wkBsoyBvWsWnvb+y/T0fJ/erF8+AhRlXgE91i5uhmXe3bYI1TlHwG1VtC1Nb0l25mEwa7WLyoCAsKFfA4Uy52Zi938bdG5J2W+y1wDv04K9JXg//UnP3R/Sx/Zl6aaw++ab//P/+qV79fvIrBcvXjR4hM/JJOQMoeTyw0fokuhi337z6y/sMXSFlBpvZq/AJUBgz/TSAfJb+hjwSn6NzpBMPbKqCRSBnz6mnOxvAeQBlpGvvP/Tz5QvV2/dkrkNaPnOjNn/+T9ftdoH58fjVCLgWR+y/gAdTAt5S09zXlnmAv7oHGb3BuwkeCIfP0n58IqXltomCJGzDTBRn4zBXNqY9YG1hDBgX+aKjM3zsBPeBHj9k4xZAi6wVwOS1h5pQFR+L/BC/1u+F7mSpQRoQtC3qkJA8rotAIHzNvd4Fr4koIaSwG+ppEDG/xztBGlQ9vYx94KMPbY471xSMsEJ1FqQTH9KeLcBwaFx+JvrbdtA+d/YO+GnTw2S1geCHdRs0OgcP/4k4Il8YC+/fEllCH0aH96hXzxKWeHcK/N6FtnR0vXhc2QJe/5xzgMAIda/Pp4GGYZj6ptQb+G9V78lcCXrTFYsWdboDfAvWdbw3ZcEYgBIU1qbuX1IwAZjbCl4SrpnPg8jL57TE5gp145Edi6rK+daLj3BHA2IC+/Aj62g8AE6wBvoM7bn4cW8fk/Z8w0cfBqeL70J2ouOatA7epztWF6/ft1zgzN4A2hrH+WZvJoUQiBBJmfLCitCkKlvSwYCIVnHyLVP73ue8mxcZa9DZ9bnafaawY5kQyO3N5DYyfZMnPOnvJ4x89Ny2CB/noOWambXEACurcd1rK9+KG1J++1aWQRaURJcGWIrgmswNjpxgdXDhpKOjAn9DH5cNZW9hX7TCnaV266ZFWQst6z+6RoapEqgyF1dhfH2jMeear9nfQRW+6NsP9VECLgg6MPS5mtLtB0ROv3YDmyp1ash4g+TpIPFhTsc84oKEOqwZ/CWVcG0Nb8nyCsvst8/RzZVMsHSuR/VNwqIjj3KcQb++i32a+TC+ob5PuNYX4J6hkF6e57oNzHAZPWZwwcID8BTtadnTshwY1edI3bJBNBoA45/eWTN2gi7h/Rl8yHCBrxjE9HwnenfWf5ZOwp9uZUnCPBuVbMRVNxhFM4dcwNkM2arRTBWr6+uuwDwXee2jLEG/hLN9/zsOOz8s+9fAeAdzwDlf7n+1nF7EPNeh+48ZJTL/cufbs6/K0Hc8TXS4ASur46/u/c7/zqyJGehr8+5grW3z/7a/fb9K8AqLU/w5zrW+7KPr9d+DVS+jx777Nvv32bzXuly3xyXT24z/K78c0vbCrz8W/Bp5yzfzPodyq0jvQ/I/FfvH1yyQmQiUnze3VXZTfYXEG0uXIBiN9yVbvuddUJsj6Wddx2PswGu/Xxv+/7+HcDMfti+Wlfhs/vkFnD/O547eraNxNk9LP3vfvOWTgq0FcJeeysDrtcca4CzYACrUyB5GO56XMHaRviNsL+dy5Z/XbB2aVDH5hgs67y+3UtfW9/71nMz0JbPFjjRATMO6uGj7UWkAaZitQDwGb3k3kbx2ego+8dG+KIQjaHN88obeW+N744v72PCIsC5thmwjQY6FZIrz93HA7v3+OyWFq7lCQg307hzvTg4mNclw2mfvby8czgOlAtDdfw49S6H07lHLVlx0mCjlFWONM51iKCotKwwPabyn32tVpESvODVfk7lh1PJEgRz0apYDEi8mShV6gZk2x6/1172Guhn1qclU04HL/ddJdbnnoBVAd4CkQNY14FmxC5nJQe3jhOiaM3SOzJl0WBnfTZKUmXskpE5UdNL0517nbQoNvzX6GYz5nbfdP8NGMt4mqHHe6OYytNoOPLHOk07tnnPsZ0cx+/tcXc4kOFTn9tr868KcB3F8u+psCpj7tNBYPWCDhlvHa+XhzLGlqq9OIyvThIiAnnGKrLIfO6HEbFZacpq5nI3K2YzS5dv+nOwAhwdmzGIgWuQwzj8ccaOZr0RlputbgadAHCBhWZaSJ/l4YOoC+IPka60sXS7zoCCBDglGxgx0doYL8gY9B3kB4AWCmCjenmu62Zm5enwb1/jcWQu7+0eFogyKndf28Oxzo0+x76dHQ/G2hg/nGM6Ceyb25LL6O7s1RpH3hPH7AI9G2nJHmmZzAlM4TsYeWR8nSU57Te6ukwzgHMdiu61BLu9UrV6DuB25LZAiODQloQ2S175wXlrD10rMsi/rp1Zt+Oho6zYPGfl0PbguZ6t/N5jo7qlzuqluX3f7Of0KTxrtu6AUPpu62Dp2ZIvIQ/bz5G9MhHF6C/ttYckKI9ruCjvcmEzbwXokHs6bc4y3ziFzVBTN/UcG4fjgPlmqxFdTznaZFPi2GmYvGvKdwB05BnpW0MJ47m9aSlXBmByZvEePrRciwOpvcSQjYCR7LG8b+lgSqZb8tE5mIlXY/VC6EbOkrE3gqFBActvE3AD3StDWm6OccuPOB8wrPdcEIQ+AY2lycqnrUQgjY0ABoDfdS096khLVPQ4bBZMFIzEAWjmC/y4cv8aSewayHc4mCzjqpz3HBNIbGmp7hmzHnG64aCmIkSd2nFYMM+WCJ4+k83EILoap3ie0/VnfRlXAXkcGoAWZoIgN6HrtQoHMsmeXmZxneexANepCmyvTPUbs+al/+GV7v4QCODZzANnv0EHZkDbS5dskbsv9nlLPBY0nbK9Cvqpcm6J5pYKHYG458jO7XrHlnuefWoW/DpuItfiTMMpC9hgBszUZeVZOHrgMwBvAiPIDIkz8yPlcGuEU2aZXtPqApZ0M7vIPlaAiYxxyxxmVNXJBSgLADNDo9eG96dXbAELz15eLA3ZycszZrN5GDDG5TO+YaaiICv7DmccfXQBV5C1ZAYLtJtxt6XtATMBSI5smXn2gp2rYxNowKv6X9fTTGVoDG2gW2UJ0faZh3J4nFEhwIc4Q9fhv1nA79Nk0pJznMnO61OCdQB9eP9hzuq+N2X03DcCxjx/I/LJtFiiXfXr9gsvcO95xuus7PF9s2AAdZohEGd5nfijOyKTILX7ASeMpdlZTErttR86gTXs1fGB7BllX2BklAFJ6mkGmxkQYTYQ+4MzHr7gGeWr0d/Yp5yl9HeldOFWHmIOLZVIcEDkDvzQygjo7XmWTnxLt+P9rY4KcNKky3wwAAAgAElEQVSKFPIeD6MULM+EPq2QAWABf43DF7Fp9jk0+CNO7QASjK30dPe6Hp5RBTa7DDiU3TeIBvbEh87P/uAEn21w5YLksNYfOXd6phKYQRZKxl8brNWbBC+3px/PRldFj+m5OtKkZQSzJuiN9H+FpQSmua1njiNHBipnt189lQK2J3rXHGdwz6LIimTJtzJPg3zQRa0w8F3KGDZzKmNGRljuOcBwM/KQLdKHh/a8jn5ANi9n8JOnZFaa/fbwh5QPTU/COlMD9LWtLPRln1XvsK90aZ4xwHPo7gWtq1uqNFcnyu9mqrpvWOPdd8gWAsRqq+V76G8GLQDgmRFNwEwz3AN09yzl/GKfw+dQbvyWZG4SHFaHP+WXGSu2EVxHoMQ4zpE16Dt9DjpgnLsAhWZnsz4J+IiMY5yUEd+2LGS7Mn+ASmWsjn5bQQBkoU/AM+inlhCF0O+a3cWcedb0Ac+9WxIb/btAQYKjsGXh0Xyn5zDnVYABwCEycgnGWQCG51BeuZH08BAZqQB5OZ+pypAtGoCRliDh1QDfZHCS4UjmJIAH4yFLDjo/ffK0e4zn0AcYmQJtAIDZpg0a6TliRiKgJc+gUIAZ6u4j9RwDCwg+ABDD7v/5H5YKp3R0vRFlDQA4q4ag9zPfV7+nXyklq1O6FlTsTWQhe+IPgpoiC//j/0jJV5J+ksH7AZCqapFe9FaBiTyDXyxZGvuY/QvASgZtg7WQ648zRwNEg3QVcGhbh9rOqSKCHjoOZ3uWky1Gf+LMl6CzkBvW1vz0vEU9Y09DI+QjGd9ujQWOBG/Qzbp+33PWhUYBtpoxmd66jOenn34sbfb126/v7DuLrpsAFHQC9kQBk7weByCjfy5r+Cl7/bcAdQDw8BP9X58+hzbqi2Zw6Sthzj1ncnQAPDW7N0DUw0fMh7FTJeq73C8Z2Q1GYbLJxP35aUHW6mqh9/uAds+fW5qZ4IpffqH8NGcJttNUDMrefkEv59G/Nogc+vz+29te91PuCy+PSdR7vgdcqm1gwBXyDvn5LHvgS3WJMUBZhfAl68FbXZfKWwIrsF0CbiVojngbSojbKqCGSj+nn/VmGEKX9v4Or3zOPd+/xZYjYDaAegB69k95XMy/2ZSsBQEIZIPSwxuZ8TaBMB8SnfEiQS5cx1kKX71Kye22qujZNwGw0Dr6F9Usnr3ANjQQglNrq24xpsfRrykV/OaNVbRYsycNBpn+u9nLtI1AD+dsAkz8M/uEdTZL3UojyHPOaNbjeTLvkc+tsBDBCX+11y0qU8AwbDH20Z+pnMAuZf4V6wNUNejGZi+Vx5yvzPVz+OKH7Cn4gtL92ANM7HlKShNIwPfr+5xA2Gaf57/fwg+sN/K7OntAboFXsxBrsowvpnYR9sQEX3H9swQwmRR4Bn9baWj00wZn4IPhb+oUqTN2f7DG6HysLbZp7kuQQ1t5jR2CbOX8balr7IisR338FzucfaltnblnT8DCyOb1A3fjjix6kiAJ7RvPMMrFl0c5D/Mm9Gdv1xaoDcMZSTCTVZWqM9TQIDCGntn4ygxobcWMVviYDHv0ldpf6lucQw1mbNW5kXstZ88eQqaxfxm/VTMaSB1BxDMAbgG2P9J3OnyDvcVnjxO4YTlhNRrsDisw6KfEj8ralmCQGTytdgi8pd1TvkPETx/c6nP1UelHKPnwY7CO+b48zfWOr7ZkrqvN4v9J3Pxs0lPmR+AWd2ollAYFy78EqvCzZcDr81Wuc660VH8O1fJh/nWMfa761o6Nn4ypPudcxDPX53j46QiQHl9qJwRF0PEnMGLvRSCTGf229tuzgWv1ecx8up9MkJDu+L4Hb0DVq5KU/V++Rs/U18eLZxBDpm9URWrHyd9HAGjeZx9e/Tzrv/wLAHwL1K0lNOt3ZyJLABf2/98A8MngLs7VYXt1WpdW69QdQPqW5rcZuF8DaW/vs8+5BZiv67QOvR3HguJ3AVfnsPfh50b7Xu91BbDOzXCC2ddxXOlzd3xLr+udTwD4kAMVNr6/9N35XoEtnWw4HVFuTo3syr/eR8fc/1MAuOfaOAOumUA6XdnYKm5sag8936uTsAfF3flIU2nRjMcLSHAVIoeTE6VIX8TxWifbvt/SkSi8B7B3XntVWisYx2FZ8Oai0N59gn9tluXy1BXo5fM7GbUI9ry3wnDXYwGzZqgNALyAc3kwXzqzsM5RML69vzQ7weUdm98/icN9r9nQfn53v/5lXa4AYtdxDyrnv71ZPATGqL65ZyN1MJYbvajT/ZqFzTgWAOb3dZ533+ffAjMLAN+RJ0PIdWpf+0Fe+fK67+tAwuEw49z7HcDG8GxBlMxxS1JgIG5ZrV2J6+F5m+HONXUaXxiUewrEnIfeAvtH1k2BPgywdWir5NXwy2sBGp9tZgK/rrPpyqvXHgoaMsu720Plbi/HrmHRqW6ZGh06pk4+6XP7TGXdAsB8YQECARx7j7D+3LbZlfmePT5VlIqpwg+5F44Y913+HkcfozXy3Cy4BYC3dyoOmo5hv4f8I6uLSOtqaGa6LqB5Xa8dP86TVQ62T8V+tj93/ptRsjTufsEBVKe12b/uoXWQqgg7Hvm8shH+qxNHpftuCWJprRNXZ7tlTox+PbJnR575LGQpNN2MVhReFS+dV/QWodSoCi/v7TjqgGy5rLvrfGTGMs4qbButP6GTlR+CLCvHGOcCTs10AxAcpmt2PYocIY8DpC49VfzOLEYpk2EhN9gv828DIJjX9pLfce58MW53neFN1qVg0JTnIwtDwxFnhAYWn+Pgr0PiEvBhcItyoGPlZ/lKGbKOU6T79gervMjaWZ731IVayjHzbC/QlcujTHPLKwC8ZbGbMUbJtaExPxcA1lGtAdExD2+ZsTQ93qHpZD9dAeCCx50rQAuOS6OocXzV8R56COROMEkGiCOAVx3s67SujqFzjJ/21pyM2uFzHPT2zbt7PhTMm2yXZhFyl3y3/WIpfxYZQMlr5GKdnRPJDK3aUxewPXNnvp8S1dx9NuXkC+THOUypMMszmfUOW9V01ld552Xv7pN3kCNdh85nImUxTkavagYCPXl7zakvcG/WZIMzlE3KI8sxJmuHntbzrCvAyIB2HxZooz9qzyADb8qn9K5teb4TAIaW6xhep4ARyAMA7zkZp3ABJWQ1TkPAzXyGkxtHBGcLhvf2jWoPbJxkufYaCKM8UMZZDtcjo6KE9SGjjlLADbzwjNlqJj8gl0b+4LRlIQxOAiQUyDvO5ILwe9acADzP7X6EU6pPKjGgPfsfoE8j2yhw+KwOoXwB45ksDo5UpmCJUZkBxwG9wjmwem+AxynZ2TJSjSQGsDJAAR6t7jKZbzV4cVi1d/hVgZzo47F5NpMU57tOaqtMCGJ7LV+XxIwEhwS9Busm6Fxx/v5BENDFwWC5O4PImg2Hzle5EH7E3UW1lsokI+O3ZDa8WcCCM5l9OUEJS2fLRZvBIl/h2KPEL2ANTkP7XnEOrvzZNcThZf8mgkjsLbs6OvQUKEI2CEgiS+B99he8XP5B9PRc3az16VFch598was2A+fY2phzziK74A3GUaBvxqkoZ+4nMMx9zBCmdprgMDKS93hWgxha5cIgmy3RbBYFmYqspwEtXb1ZD+i2+viIT9d8zvHNNK6uMxlwyHrkC/TiyGxVD3SNKXF+nnMAHMkEGzk+zV3b67Fl87Lo0F4Hj+WIbcUheLlnRNe4JeDVTxeQbKZu+O02AKr6UWWiGT/anlSLMGOMzymNvD3SkesCZgTt2M9tAdeTVhMEufpIdVGzB6szdR2nROysI/cpr4yjuGW+J5uzYyiYi5fKUsY4hGsTzrnKfjz3IOMXMGs2ECk9fQmOQOPqq1MKm73EXmwWTvYP2e3oHGxS+lDyE3kKH8HbsKq9cKkIgr5mdRdVjfO8rsM//B7cRz2u/B2gKw5zAdP0ZqQ8I/Jq+My+wbm2+g19OFMimICwfLmlWxtkobzk756LY493oKPX1FaME7Q2SbM/zVAic6byePRe1TRsKbKJFqzBPpgAlME6lk+3DHvLgx/6psFR2z/Q0tMCM+jlZBp1/4/90zKhcdRv5ixjI4sIOrx5myCIZKAx7tInfR5r09euzzlQuUrvy9GZ8xug5+r5BMQAGXymRG7BSPUi9nkz2qBp5eOcLaWnuhKBkZaJhTfUd6gE4jzVPxtgDBDTte6J5bnVgBYrhrC/lQsAQxPEOTYCoJsBM3Pe4qwnYGTtianUsbzT++Tatn3JeADlzCzDJhNkxx7gHIJm9FHFsUx5zzrPx7Zg7sohdB50YOUWPZ5brrcyjvmPPam3o7oE/COALH+/SbYcAEU/q9j2LHpCD9TM/X1kJwGOPYsH3H72POcGWdOT8NKStWRtTcUI9uW7ZJaSkczc20McALEgNVUmKK2NTkkloikTTjWD2XfPXxiA1mdG9nZUkTc//fSMxTkqvq2tCgGajda1Dbj1Or1Ow0dP0meXqhbaCzkfAFvSH/Q52ZcsesA5grZsITK2aWUuFQjoy/t9s4jRP5p5vY7xXoOOj85MEAaBgKyb2Za0tlhbtLZRI5DQ1dHpQk1UlO4f3re6AIDKH6EV2WKAXS0tTaDR+MEAyit3tuVAsiVb4nZ8ApydW1mIaiZjKpV27wJAAmB/jl7+H//xMnwm2Oc+owrAq2SBPi0vwgu//UrZW3wFyXb+yVYalmx3Ltvz9qweBuCkzgC4+PM/0E+wo9Xr1B02aCPrSAYwgALRlxk/WY8tD89ZmgvJXG1VFgDg3FX6/RFA1722+8jffHEdew++43u8w16iDYQgr8EH/N3WAXnr3//95153ccsJylfFg89WD4p8RmbzNns9/377lcznnIHsy/z3A7ZS5Cj6K+eZ8xMkevNqKmARWEF2fvurry8nNx09mGc8buld5/Sf6cNcMC5vKFOwCcmKJRDnLFP8OUEADTDOjVpJ5QH2OzODrzyrmRLfI/iEgBJ6vfOiswEvpvomGbfwCc8jUAegdauyvE0VB3xH+oi0K179bsAPwLyAt6Kd8/Bd9j7nMM96mzVhXA+3BAAPzPdfv/IXxAFqV/1HM5YGdOXMA4hmTei3Si9psoypGEAgA/xeQBAAOBPgGbwIXChPFLA1YBkeaPARdFHUN4ADgL09Z0e2whvPKb3dNVBHrA3VYCt6yNNiJXux/gv9MPBLK0y1vy8lqse/AQiYOeCCsBIA1xuUgwzWxtZOY/x8Hz4t/QmeRnfg/c/oB9D29Ff1vCoAnIpNkWkAnqUmZ1fU3Z4ds7/1ZctUPf8yBs6PBjIjcKYC7ga8VO9vcJrAM0EmXyIre2aP30bdBZk/OiB9uGsjS0uBd+2HiZPQRpszADnBeiAD2tM4IDAvZIpZspxpG/AtiMrzAVQNxJ9NkoAmE0h2PIKm0kIwsnpTftLiCJ/KuhrYH81Wrv4gjbdvuuqXPvWr6bjuY95rYvTwG/LcKnwCzZ51BkHwHOR2q6FV+OtrOcvYQwfovbojvGGrNbJ3O5YL2OrslC/XsXkG+G91vL121/74bi5WpmizF1wfn8vVv8x6blUS5ZBeOtfjfH7pkfesuuhrfUxd1wky5/ctB+1YoZHf+DaHdn87Dva5kUwLFXzw7cPv+/ta4nkzf8/JX8kicfvcOeBXwN1f0nG/q5C5+/J0+t+dAXyLwF+zEG6Bluv4l2luAZmv0eVKs4O2F2v6mrV7/Xyfs4x2O4b7AKHSdRZ6gbPr93deLeVzzxiua3oACQvKLsfOQJafbvnlutkcj1f83Xiu2bGrlF35ld+Pkn+3DzgII19dAdpbzlvQYh0YC96uUti14gCaZ9yXCbn3vF53O7+9752572brM87IlqXRbdZuBUMN3crCbdVzZ0oKsz3ITyG863il/wHcXtZPWp/fuwK3y0d1dK5Ev6yn9/bZd3lRcGXfa+ST4aN9LV/dAtZVjO4RFxv9zXc3A9U7EQFHFodyb+Wh0USnQ3b78O3zBXVmLPO8K2/qjDs/X5B0EiCO59xmAPONZqDh+AZ4usz1umhHtsCNE/C4JnSo8294cJ1BfL7vbSDCAmLXPd77w18t4+VdNeiX/v7soXKziXfNNxOyUfwzjwWqz3Xw5vZHgN5T0qtOtCmHOP12t6SGzz2psX0adx5+cj5zh7cZVJYDFSjkMzMaFDBsr2u54asy1/vXcJY37wOA2WSWbXR/wrJH2VUM1hk2ytACJi1pimJEpmbnBmBCmRjKyW3Za94/y5tuJikKj/07TgBYeupMrEMc5zf/5RqdsfK5Dh2V4K5Plam7gFWvzX/Xcuxez3c1GHyd5/reZzPGCoJPhmiN/45hlehzj22mIneT8/uLP/JMHfrjqJ/NxfvwVEHoLvTMib1TZwX8KaBF5Ny+AA51IJ7Z6DgMVHjXWSBtajDJHQet6uQZuVW+mGcdcml69fD8pXH3yTroAVUKnlsaea/ZDNkGbLNe3RcyO445ZlC9rD/93MhQS4Ot8rq82awV5Pue51XSNZ5aejxrWEPiwgc8S9mg4tv5TdneLRXNNfattNwhxmgdk+V7swPMhIqzDUdZaF2nTc8JNtmxFOWNzbBfHtCQ0dhwnvIlZy5Odghx9E0tm5jJsGBvM6PruJMHzCY2G1qesd/Z8lYjJ5vRmu90PvLT0opsFgwas+gc/OpcVz3vKm9XTngfA0AWsMHoKNA7ZxpnoyAWCxZaZnyCkwKfGDvlQAzw0kJQZDObBZV1yBZoyjNbenzofT2Lmuk0Gc7KTNdi99cGkjDeQ6fqjtSo3KAcQMu9v/TAIYDDH+DFTNbSKnu9VQIyNsvI+8C78nfPF8FsjOXKzVzKc9oPOt8hklvAYvUVgY3VD8xaEsTp3p/gLNZ+e0teDTbmgmO0MjLPwpjffpmsZct+z3jVYfDKuCfgLx307hP4BpnSkroFhwQcFqhb3hDEwRmgeGNuWza22d8AFuxBgt2aUbG0ke9qKI6x7PlFoAffEFCpFByZ3gomCJWsBxk+zWJpHzZLBB7jz+eUDsWZLyg953Kc2ytTmokShx9jamnOjsvreBzOBJy0Bo9ofB8bPfzWzJnJJARo4tXMYeQqwPqcCVJF+cSe3OwH3pPPI3Pq7Bi9MT/htYJwdfCT33GCjshcAGPPPce94qcZgVmvZp23hLABIqzv6hvs3YLE3av0W7Unq1mRVnNwXGYU6oT1TDCCX3m7GdPNWg/PWTJu5Otk5uOcRiZAAZx69uA8o9Vd1plDAzzsr75BfJ0cFC1QQFlRncrI53cBgD0/BWZaLr86ghnufmZGJC/kecFSZGsCXHq2cW8csZlb90V52HJ0/F5QeBwo1zNxzxe48zjroEl5x6yAZmpmSVmLd1MZQd7y/uyRraSza23VBA6DU4/AMQL9t+z76jvsRebaigHVm9WDStHMhRLslS2c+WOrwEuUiYZfry0ddo7VS7LGPV9yvzr7pvqBwT/oYgMso3PGca0udc7Zct7O82pPI3u7jhsg0nHqhOO/4yzpugFkmT2r3chZaHZwHcVRKKBfy2U2M0V+LIA8uhlBDVvGECC/mfQT/NSelhm/QVfoywtqUNJdPpaP5M3NhoeuGzzRvZnnQU8ARwN2ziyRrchjn3CyqdXzCYaiNN/qHtD6WcB7n6cMIBCJ867Zy7TkyDAE7uBvyg5PNjHcWlpPRYU5+7qneC+fUYqUc6zndRUoMn0C3tG/llqicx7oJ1N38pUzN9dXnz9kmc5cFphgCwLFVrbKd9DzY/udkv2zDmCckYIbzq86YGQE5xNnnPLD8p3I/7fpg7hBCM9S0vSHfE6mjwCwdj9ltB2N8k3eHF08n8MvBe7Q03p226/ToFNB3NURON/K6+E5jgpKh7YVSGUkvGYlgeqCyJ+twtN1oDez+45jgspLzcBsAIzVZh5wfpp01/fUSTwzSu6uCXqj5TTtMx5AK2VEm/VDOwOc24hqxMM4iQFp2sc09yWDEpCSIQPOQleyVlspqGc/vCSosecTvGgFCcta/0F1kMBVTTwo0Im8R85IH8CC79N/lBflUlt9I9m8bdExdsmLgLCQg16WvAq05HwFnO5YBlg5zskJIj1afuReb1KqlvsacGfQA9c/oV8l9mrdQJaDb/uEzK2tB9qjmCw5Ss2SxWjWISWIK5PWX5t7rk7xMbIBvnkfUOdzMhYp30om+h/pNes1oXvW9GEyZ0PdOv6/JVMeuZXstDqvM0j4o8Ew6FKcVZREnfNwK0UI3r/PmKg8kf6blJMOTR93r7uuADxst65xdUztgNpK5cZ+6PlPxQ0AcoIpQgOALn1XMJVAgWCBsgm68nqWgIoXKUctAhUZkTGRgW5FEPhtghOTFQs8+Cy9TnlBPjJOv4/OQK9vWg8gOwVryKBOKWbkYeOquknlb4DT7IHXrwLuvykc2vlvyXUy699/eNueqi+afW1PWeTGumQFk/F1hNc+PKne17Lq4Q1K4XJ2vk3gCHuc/XoEv0LDjAeAlDOo4x99sC1dQjPAXcb9DACPx7idmw1JcAVygReyn8DRf/sfPx3XeCWvMkL5rD2rWZ/xNb1+NXpsgzSoHID+El10bPNnQTIpCDTLVglLT3UCEgjggX7wH1m+G8fUaiL162WNRmazLwgwBMxmPuyZnnvZY2TiYreYba59BM9VTyIgISXOHwQgfUCv3GkTxHXrE0GVaADtyDpAc9a59OkZ6jnNe88D7DYgkmoEmQeyiSGylrz3JiWM2asvAhQbYGbAZ8vah09//NGMfcpFa16fPh5shd9+NRDoxctUxYCe3Jv905YwrENP9Gauk33/oRUO0IHxl7qnK/vRbWrTjS9kqiaVBwoqC/7Sn/ZY5dz+XTKs2yYoN0S2jFqROWh/kgWLvEMuF2xjfBlXdesBwktbuAZZ5Jae8yO/Z2/0uxkPpG3uTYFR9Czp2OM619DihnLs6p0EiqFDwrfIA3RvAoXhqEu2cu4PSEqLAP2ZyFHaZZBRbkChQXoqFOsHWt2zbyZARl2as4Jy7+6bDWBgbBsAxvMLGGLnFUQeH37Pva0Co2/WGFoBxg1Kdp6ChK30VADYPcI8S0uCaULzBkmNfsF7ykj0HmwwA9LQO9tLfaq7dQ9Uz4QPc8bN73dsa/SB+hfkC15Wb3DMBP5g+7KgnO+tyEEGbc4FnkMQRKk5a92fzLPCRvm49i+2rb487GPWR5vLvbc6yPA8fIz+07GZqGS1Gc8LXxP4Ds/0THKtFmCH1xZM3W/UV+gx4t5lT5Unvau8sPebYM8LJtLqXcgU/B8zkGGnDmx9OOozk+mMJTDzcNjax2tzbtuk20TOOwDwMWcGeQHqduIOfsgyA7v+/d8GAF+iJ+54CMfZcx3nfn4HAL58/1qerHTBeN1B373RX/76GphaOpwe79MIvtzhCkJeGeNrj7xuGBWUUYyXUZYTbp7dOd18do1c2M/+bt67Ce4DqvezHffdqP5h5hta/Cu6dXw3azA+nL9dkd00XHQLNvHe7dhu+fUUxvCByvjXXkQGXl+39Ltdr9vn34KA94339tnX8dd5NULhzh6bTb7DF7zxTh58512b+bEKjnKxrwWAr9cube8DgO/SYe6Rex8OcHW2YwxL99vM3aXZZlJ1LDfjvQven8rDlnvWePkr2HgFgAWWzu/6nI0ss8TMvnRcM36A5bPs7n5+CwCzJtdMWfsfnRSqUAbsOxxpJ7C2QGt/Ds12/p1T3zszrNr0/bpXaqyrzPC6C6SfjqCd33305ns7/t2D13Htex3/yBWBzDPLca+57uEqxWNc3QY8XAHgdapuJqi8cskQPQBgD8ktnX2UECxAaoTm8vxJ/ROYO+TWKKa7fxf85TtbLktwdY1l9sm5oDveHSf814N2HE5XxU5nylkyxow99yWX4/TuuHkPfhwlsA5YlG0yxlBQASmo0dVD3b21fXdx8rSvzDgtt99qleBx6DVTdhzdVwB4y1gewLb60wG6LfjWLNUB2ha43B7WfwWGx/FfAqF4acjpVBYkqiE9NNhsNtcMZ78yYLN6efcKAG+p2zp4j41mRktlG/RiD4ZIAAvH2VLF1fN+HY44WrafxvKMTlGdO8sjAMCWY7Scj3wmaCXdT6G1wAfXlC/GIb57D0cfRt5V/vNtSu9V1uY77aFbpfJURhcA/jO/cK8FIHXEWZpTnjz3pY4m5NOZxVmFm/XoPMzq6/1yj2Z4VJ5ZutdMwbsgcOUf/40caokhZBX8wXxzWzPYZs800MEea8MSh5wCAGYj/ABQ17UfesqGHd/VmV0wgiyCMTLYCBqCEMvMNF7bV4y5NJvzSp8CcMoLs6Qmq3X2eIHSAm2uc/mlALGRzcsTm2WEA+To03g9vODbi9xYnrmeZ3t2bXnSlvZs2eRZr+5znIIEMmjYMFedBGaVAQC3D2NpYrniOtbHgKHKBzxaUJ/fxwGw/M79LN2tsdVI2TkPGZ+Ggv3wahTh5JyMHGXwnqUw3zUQAh6bTGOMURwYkWcAHQCMg2/3pyWJ4XVloFHkGnwbYAK/WeLbTN2CZVOGl++2HPM4tTd7/u8A4BpOnDMFTc1S6nzG8YSMIlDBwCRKiOl4cmyAsQBazv8KAFPSzudK4QZ3d78NgJAxWg3CgIE6tSPLlK8jK2sQGhEtz9nHsI78vN+gA3h9ZNmu1zqo+A70wLHC9df9uI76LaWsvNDZbfQ7gO04R2oQ43xCTpwl3JgzGebLyy0TmznbS8ro7u1VCq8QYPMFhzxEuADA3ZsDegPU0Gt06UbUfgMSjoh39zrztjSkWZp84RqEtBmxKyNb2nOCl3q+75rHwdDsyEvAQ/W+TG73JYA9ZyfA7gI0KzdahSVrTSBAy9MHIMbxC//gzGi2Q/v2IccFSLb0s4FQ5Y6CF+0jP9nn61AlS1Sdxp7x6qSbYQE/mtmwLz5rWa8pUc78GZtnmb0c1bG4RzLL2t90nJfThopv+ScAACAASURBVEQdT3UH0FvZsEAd+2/7yyo3a2tsJv8RyGUASnXRuyaTwPcYKofOuGNYAAXABDmYa+0hb+DAgwnQ+TRruTKX0tOCIfRue9frDdixxPaf7atpgC+OJaAHz6YBqoeA0Iuyi/Vh7hlf+Ua5vSlt3LWckynvF9zO6/30SoaubcdQR4vOMXUDADwB7JanIwMNvs2bldUEa0Uurjzb8Raw5HzLtVYMCP8ToFQgkaw+S3Z3jGR6d3/hWDbox1MUZxhnCuJCx9jnlCn1bHJ9zeBH9kzQD1lwtakmUPCogGFPtpUzBhVt2Wedcht0uMblcZZNVg1BaWZ0AHySYT/Bi/luK9sc9J3ebweIDO8iR8ze7HOg/YCnlhzOXq2nTf1IHUleOOxY5v+Z+Vuakld102YXLxCEPqEybNsBAZ6WaQ9oAs8xfgACACrkIVUS2retOv/qh/IgjnbGxfkHwKe8sP3GF8rwpoEocuvZs6cHAFC9LYAaZYTZ518o3wh4mO80zqRZTJUuldHNes1zARyYN2VOydB5Tz9hgOSAaPRiRZY3MAjRmTnUbsGGArhsJZxTD4A2m+3PPqIMPNm4Ul4HKbjL6kysJYFAtH/49OW9gUQhSTMTYU20i+xj1t2WHpAL3TDZdA12wsZhTJ4LfNnKbAQ8qXtt+dMGHVACnUzPCpqphpHfAeUBeDq+9tw1yIxsoD8byEKJXDPE0IiQ2+CiH+Kw55kvXj6pnCS4MTECXYeWZE0mHXsC0IKSsoyhpWYJ2MxB35L+EwhmdYoBoUNn5mMfb/WWxirWdgAANtsT2nyqXm2QwZP02QQ4O4I0C8xYfvrN29cFH+GbrejE3jYoaKtfqadQFnpBKmhPwAfghqWm125gjAZaM3YDnwAn7c/MWfjsWcpIT4DWB3od5wVPVI9qwHyIlTmRwfrmdfZD6EMp0T8IGJizAJ2wIBDZ0ZHb7pVvv3n7OiB4dRECaqgWYenZZwGF0Klaljpfe/NGHR/eYh3MHP7jm3/7mbIABgU00JHA0gZCWBmu82bsDTSEjiiu7PcFbdiXUz0nNP8lJZMBzgs4ZJyPCKadQGH2eUH72kLI7lQw+NGKAPRopn82usaTlALm83dvsUORN9njAWYZMvNuoEIYGxo/SkYqQBBlnxkX4MnjAHKf/ggg9eeDnG1WcKG0MOfH778lGOqNQRV8D8CXbFFKb7N+kVYBC59mrZ8UxHxO8McEPfRc+I5gh8jz9896Lm5bE4L1Xr9KeeMHlOR3raBXq0XkRU/ftImsvchzAKx4UYKYefOPvUc5a+0BNnlKrb8KMJzzaoP+f/3tddf0RXrdqiegEOnPgg8/E2wTWYmsbUWg/I4NAshVmZ11ATD8PvdHLlPZhfG2f+pZmbaBSchGe7x7tkPvH6Ljco5oo1vZocf+Bjjme/SZ5X3Odcrub6slqgYg0zhDjNlSxsAXBrAkECnr9ENA4K0cY+lk9suDVtxplm96syNnyIBtaWgyijOI+hoaCJrWCDkTuOtvv77K0NK7NzTUDgsPBohGL3geWlsRRhnJ/bkeefrzzyldnRc6SoMiCEzIvv69PbrDl1/YNwGAfySQzlVokFxlogGL6ERPGFsDTw1E4VkGJ+DfZL22Ys/avXNG1yZm/9t3mO8YWGMAbatJoONR2SIyaQNWye5u1YbvAeDDu7Mu5ZTKDH5b3IB9pxzrKYPtVMSP6xJMUtaNjdXqJchrbSpEdesxwHMf5gxtEIY6DnyMjkBwFT3Yo3lwOukPGNuMIDKrwXCubNA7FTmQmSZrXH3y6xOwzO9Uecvc4RPPcm1o7r+2EGPFFVjAdVgUu3/B8up05fMAp9mP6sPoK+r77ec7Jc85TjlaWVcAf89g+9d3b7G0WW+y1NuepkGI9mpGR2Rsf+Ss+hjAeKsCcJ40mKc2ivL80DPqwxBQH7W634P34AMTVSxljzr9kYoxGcfSyYA9S0obmK88rm2FD3GCfQyo0l5eHx5B4QSPWaXKsVXaV0cbD0/9V1tSWV2mNlOuZA3EoeGRtcGcy7KbZ+5UMhvdVR/RRKzAkZyP6FsTsMDzGsA7N+nnE7xVru74TvtEPwWJW/IXX0NPLsdPYNBB+zkDN3Fq/VVTWqR7vbuBhe+1/i1on39v32sx3Qfs7QbrATqDPxyic8DvIh/7cbflxUm6k5yP+mOB2btA510ief1dIMf3TgDn7n0u7x8rtk6V+4HfXRTuehipo73cB54ugVeZK20aPXnX+r3vvjv/W4B0ncbXe9wHol7pd9/vfzfer333a+Pc99f5uj9v5/mvxnQbSCAvuDmvry1nedBoLjgY+h4e3WuvYOt9vMx7OvYQwhqjG7VyhycvfH773KsDfwGzK+2Wf27fu0aQL+32+/eu4fLtADzHNSMIKoDGqSLwcd7Fz86/t3fuzvd6/QoCx33e53r/aybuldbS7u6zdTT2SBva3nXUXUs2Xw/3ve8+9+SzM9JpM4DvW9vb6xd4vY+PdPxONnEOIhwIC+Bdy3ev0CyvTlTLrh2H2yp3ltWcqCL15SNibUs9L1/crvkRbAFOxQGR/yvoj6C+BFRU8F8OjhOgHwGOsVnHmYoK87iPL086W6LjOq79bPmjSvk40vhsnYfbS/ooJTuHSPfXOGBaFqtOHPtzXF+WL1Zx2HkscFFa9+A1q+TMKJLBr/PuWZabeOjdFSRdpymlolw96bSH7u4Ze4z4eZ9dxfUE7HfNW2ocpWGyTPawPvZzwU6j7HYe0m2ym3AscsjH0F8wis/X2dyzpEqFitLd9diMJaM10QJUWgRc9nWndDugST2AKs46JzFsYkxMAMEqEJ5fXr8yb53SW+Jvy/F23WogTDxdHl9HZ701RihKE4GdrtvKqox1e4I75rMSwGbUHPRsVo6ZtXVm1qk9SiVOzHFULq3dhxj+I+PZk2QijLPScqWuzRW83e+bBURWi60DOm4yty777txTc9ZX+T15S8PybhSen0/pW+aQ52BIbwnzDbIwI1TZjTNsebhgzewV9rj8J+B3lCjNl9Zxzucrxyzly/7T8Xs9t8vpoYfl0zT4cfw1kw0nf4HDKSE+e899dEa3AlIWiMwct1epzK/8WfUPGM2gCOTcGeTSM4lnDZ/IozBrqX8Yt6vILm8285eMOZywdYKbuX3uA8FphEwdwbOG3d+ZHz8x9k6gWeO7jo18Z78L/8L/AoNjGJV/LBu9Z9jyZscBmBFyW+7VLLPlG+RaHf75qVzUGN6+l12q8qG9lJENZsMJ+LffFZ6nvPiMc2nLLWIIttd5jfTwQBwdGKQClVJmx7ElXBcclu7qY/KrEeXsF+7Fa79j1p0+E6NUjTC15498K1Cr8Q0dWga8AS6dco2iysLc30AknXDIxQa3TKYrz0W+6TSc8mqV+So4yw/QAWclz6BEK88/szQ5j82mW/khuCLIZrkox/w4GUAUCRbkMCDCksye8XuWeUYhJwzagKfI/IBU2ZYHnXG0Wwrd0tTQp71N8x+Oyj1zdl/KR+piBcLnHNCZIIDs+WzpUl4AOdseAjC2fJL3AYzNXLFlwBHsOGARWSNQcbPu7Dk0QWs4lKtLeI43eyQXb89BZYNZiy2LXSBeMLLAcy5XHtlL8bo3W4Z2yhpbdoxgE2StvZvMAsYBIfivTFUu9kwah+yHAN3NrmQtJ6K8BCkoahQ/8qlOumasseY4CrM3chk9CFmfigac77OvCtiEjqwJMmIzYA3+cV3gT0qQMh5L3Vqm73v6Vmby9nCFCue5XWc82VyZzJbtBIRwb40DwONaOZ2BId/JKCGgSmePuqil4s7qA9wPBx8ijzVSJiNKzNpvybjuwQkSmKonzofzklFQhpgsditRtARoboIDt+B4z9vdvwYuNUigX6YPofJ0M327d3MvzhTknVlxm2mskcJzGhAxGb+sNU50SgL3++yb9pb3RRlAXmTnNBArcwQAXoDyIevOnMYx+aVZZTknA05dWwKsHtCMg55N7iuczmT+Vo7hDkKHrdzBMaTTcvds+3azRugkLRlnhmlLDM94dfioC0HrVmFoYN1kJOdKS9EbEMO4Le9HKdY8O9daXlOQuw5K9DdWC4BrauFVDhcsX11Qnbs2cfcOe1uHUt9nP7BW+Z1M1Opp6L+jJ15tPp4LEOZZOeuDTjZ0KYA3Dqb6Hsq66jgdY8YAKKGO4ff5iXO5ZU3RY2aBu94tuao9Qz9RZaOBBZTl/RYnIH2M6WG6853nX1udMFZLp6NfGOhpRh/g1oDFeV9ZaUUJdVj1N3wEBvuQtUgpdAIY0eENvMTpSsYUtPvIPHLWMl/4jGzTypusIf1qC1jy9/gd6OOKnvk0NLCqAeV5LTX7uQIpgQtkXQUQMvOKc34C3yaTiWzjlsfM/Lg/4+QM+jKBPbhBWW/mBUDDvB7HaYvT9ctU5YB+gPNk3TajmWABzmnk+Zx93BMHbfcRe66qcfZYxlV7DPnyLWUt4bWPBaXayy9nCKVHW26+1QOU1TiOLVsqKNfzLHxDdmX9B/kPuqG3fcQmwWmNbEU3ro3FHlNP/A49M0NARr999/abfwT44H1kV4PXZiMiFwva9ixTJ0NmAxq3HPrIkwKQDVTF5Z+1JEgC8CL6DWBcMcoQoI7yzcbFyVsgOhmab970+T8QfFOZ7gB6llY3VF/j1cogDbTinAJ8oEcoOoSlSzfosnJo9geyvY73zIMzBvK3RyVgFkA8meJkwDImztRcQDl+ehWra5vxuucTYzHQKHIvNAOUXjnx4sWz8paZrcoNABz44VnGCc9+/oi+Fb5NT1wy1n/9JeBUzpzHL5R59bOwpuVpwAf0g8jc9pb8lOcB4iV7H5o9SnWFALyfCIx5mD6/ARpZ+yfwX55FlunDBID9+BOBTACp8iQ0AYB/nNK00lo9oeftH+mrmuzJ9inOGvT4CNj65wTK4dNoFluDjwB433dPUSqbYIEGxVVXNSuVZ5LpDI8+TgZvWtMq+1qpJ+vS5YZnM7fQ7dNHlOSRy7kO/bc9ySs16L/7rODqmCcFtwELmTt0Vg+ktzV8+31KGgO2YtckqziBHYwBUOif//lb7mmFMADa589fVrfG7iSrHfnw62+/f/Ps0dMCqGTIvafH7TNok/tVISdIw5Ghx75OlqlqiP4oxvXmzduu27NnL/IZGaSclwH+C+zRK5hqAdwDHqfMeXoQ5/Ui8+TFWV19+RPnLjYwPGFJXPYoa1eZMrY4Ng3Bhey5n38OP9agVC+qlMxaLX+y1ZBr3O/p1lcOn9VHNBpEywB3kVgLQPvwKzrAHJvQDtlhln8yvZPRDHDM1xkWGZ6W+NVXJECTdWhfYHw9iBPvDe/+8z//mbLcL8rzXM/7v/7ytkGPAJ/NLG2ghEER7Xdde9NS3thg9DAvH9ROYj3CNwH9C86RkRtAsfcOD/76y5vy2L//+4tei4lJFRlKfKOn0Kf5998FDC01DX+Gm0MS9j97rHInj3oYGfc0mfy1RbPP32buWEePwzN1TeaZb1MyXLvMc3tL0fdYDs3Q5bfS2tuUuUZG41N48jj6QKveTTZrfkL3V78jzAwigD+ePn1eHuQFLVo2+XiNr5ksx/JE9mPG1j7GOYfehn+/ybn0hZLquUfLkVenZ/t5rnx6hywksDhyhhYLayg3KC7zS8BH9ejYSldwtss2PFO1qHZd+lw3O94KVS0lPWM3YQe21oasPQXThUbQkAtZT3Qpq8eY/V2our4U/AaU5RZgZxOxXwhQ7n7Jc+pbbqCk+hcym7OY5xrsMCBpFtc+wugV9CTnsJmKMLl/A9RyMXuSM4nMdl7w7rusYX3MmQd6Q2eRZ1vGGUDdJAf9QZE9U+2xaip7KPfFHoDfK3cL0qoPt0XL2Evsz/ULbbUR+GUDSQpm46fivfED1ZbHJ1K65vwlIBdzEeCfcxKdoTLx9Jde/WGslVV7uiyzX9GL1EHrUx/eAyhmzfAPNChgFX7mCN+PD5g57JhZFwDl9cGsz6qJLm6nntNbbrw9iycQnwcYQMy+cPy1O8bXiqnZ708G//pF1u+BLlPfR502AsAH+Isfd0tAX3ZXfz0JNBFUc1L9vwMATyTRnUGdi/evAeC/AgPbcLxzG6dQt++ewJc5L2j5XwGAOYiWXvfd98poO52/y5D9u2tu1+j273VAX9dvGeJ23vvd++a/dLkF/bfU8232833jujrPdzyQesm9AtJnCdBeX0u36/hvgxT2+tvs2tvr1uF426v3dgzc7+owPgAJNvwY/M5lhFoP9mwwT4LumS3FeAWa+eyaHXn9/rGfxvhckBrpesdpP+SRhv6hc1AqjD12kLAG5YAeV3os/ReMWTD35IfTgcB7LXXYNTqzbm8BYNdPgOV6v30PxVJjdRz2O+jLghfUusiYBZhv+WX/vo7H8Y3xPot6zYJ3XXS+8X0uUcGeMc94jAg/6StdV8LP3PL59qa4nCc9HPfefs/DsMpinWh7hDjpKwDM35RFWvCaw7HGMdfNCXMIdt6sQ8Q5r8NkM4ML4Mx8rnt7aXQN6LiOo2s9SpBOBecNrTjI4C+BDZ3FfjZGbsYhmGWARR3ePXhPp9k6tOsMAeMeh8j1HjrXBYB7fzSMmwxe3x+grdf9FbC9CwDzLKPOrtm/DN2eujqn2s9oxlQj5LJczT4ZJ9yWG9k13ntqkJ9K6ipCLPvRnzTKZjNp+V/5z7J8vMh4wQA3gn2B6fPMqzFdRVLn4AYmcIXR3nMj7tX+O+7JzUbi73Vo+0TXttcR0TngmOMWaLoCwBsxvDKccR8KerPTVCDl+SnJB39OMENlwGQS6unWWLd00YKzDkhA9i4A7HgFawrSF9gw+lugyx5sG4y1ADD8vlkzXbP2BTlBfz5vCdc8sw5oeHgmxs8NRNgAhNU9boNjvFYn1QLKKnRmnvLCcVl5gHJMZCZACc+Pkcg6NiNxSlizhbtHxnHLnjSq0gxUDOENKikfzfm5++rsqazsOeRNhZYOmu2DW4MacGYU3j5nAOCzvKIAv3I1/wCIyIobPmlpPhzYzXTBA6Xcw1lYB+NhNZHVg7U/jrGRV+w3nCsN6kBZHpV7SwbdAVInvPNuJQkBlqVDy6iXRzx7O49Rzu2pPbILU5yxTMn5lmzFyV2leh3HZv3wMhN4I5nPjH+BAoA6SxOvQbdAPJ/jbCzwyXrlATiMz3LkOCvcU+3BiuKOETGlFxcALs8D7kc+b5nOLTVLAAu9CdtD+JChcw6VFxVq21O8f4xOtnt5gUR4gIj5Go/5XjM9x6nZPYgsm/68GMAb6ME+b6+sXHvtJywQYf8fjGGBVugAsG0mUDPHRyBuAAlGnnvrbgDnrkdL7Ya/kCOVL6z3RRau/Gkp0QFhlG1kCGIAE8mt01Y5uj3EBbb6bIywwwTUeCfEpXPIP7JFoGwzK2q4h9+G1x7kHvAFRuq19+qeG8rTs59mz3Mc5rMg7NE7mZHh3e1zrjw00roZ0QSiZhwAwJsFdQ1mO/VAnQk63eEBy4Y1mwwglrOc9zBQS3uv7+9Zu71P+1DnX8umF/i37C2OTuZXhy+D6/2VQ7s/q9uQKTyAPstuQJcbrf1gAS7ddupTZPfCi8lyAgCr/2PkLgCgEeEC6VynTmimyLdxCHW+GR99ZX+og4hnAZ5QTo/APoA41x9e7f6cSHbWiRKI7D32HTKb72J4Hxn95esWN8Z13zGv/DQg0HJmD+JsaY/U0kCgkftsVQXmRBZiZUMAapxLxgOw1hy8GPHyHOTSWUDGYbKTcWY0At9yqFdnlI405TT7bbMIoZnZ2DiHA24CvABExplltuRpt6krWaHAHpDIMfeJGfUzL4JAsI1Gl23gXw851/MTGSdMauR/HfcFNk/eQ4aTAYsz0v61OHXU4Y8sP5xBnEWjE5gZC9B1AsD0roMnWA/24Z597dmbjI6q1OXt0bkbzECm26njWv7Wsofbf32dKRsgt5md1T9xplbe6rhB7hGgQu87dC3kKeAia189i6vQYwqUWymgFS5wHJbenimMsPet/rU6ugGI7lGDN7pnOMs4JyLfAME899WZkcEFKKdUPu8dNsoEcXFtdQT6e2dOOsSUFfCLpfs9UxbwWX366JWdQBnkLrTaALMFzAE78Pf2bKycVN8FaCDTt7oMMmjsmU/J5H3wXYIvGsgxkuGoQuF3OePJgmTuzeRDJkHHrBv8hH7dzH2+3vlBb853dW6drsqN2iJ5zpaQxjEN6MW/AvCcAcheMuTCR63QUb0N56lZNh8D+GqjsInoFRiAJyDas+gC9B11/zL28F++QyBwSw43myd0BrwENO2Ypgd0Zs9ZIti1ARNkuWVcw3EZWe9TOQPIGP579jz9gEffBjjrOmTPE1BDqjVzKV3zP3gNJzMl2Nk3PSOxA6ERF1S/QIbE+Rog6AmgwTPn0bvkc8YIAMzLACGyldRbGwyBTRl5iyPc89A1BdiiFHQz+wua4saUb2W20Cnfa7/zyqYv3/z8E8CUPQAbXDN2B99DR6icDQ0/tISqIFWDJwiWA5DN856/fNHWJP1qHf08NwBwshkhETYGJY4JFjsOJkad65EJrWxCYAA0IlinPhz3hw5h9X/tKitwQPMCqeVxfQjdK9NaAeBrs6YIHijAPvLYLEbOkujXeVb17wIFTn+rRJVks08loP4iMm8BgFkDzp/2Bp/sqwIRGedWXmgACsAkZ0T25+uASY8DKj5udv43ARlft+/ww2QxK/P0hX1K9QE+Z9wE7zAMMmTfBFSPRGw/1x+e5kzKN96TfZb9DZD2Oby3tmgryWTv0o+Y4wXgl8za9wCQyYxmfZ8/f94sWrLgKrdThvp5s2exywnSIHM85anrZ6GsPUCf8hAAG9lgZix6Lxnj8Ki04n5v35jZy/nz8iUyw+DFglbDlwbGo5fQjxV5iV0R2dKytFMtJePfNWU/AvBy/1/++XuBN9YNOwGfSwGQ8pBgPzIVgOnpU/eo6+pP1q8VTPLzXco5E/C2Zfvbj57Zs4dhXVTY7i/LcP8ZgKc8VbOMgAyDAXgtAIwsBKQE5EdoU46ZDHl0/9ev35RvKCctH2vzNsCrNNxqV4giicoRRZblVozoPEjQcDrV6XkePba//Z79bSBRnSDoGpG/lCpv9aY8h3UksOh5QO4mGsyNCpBAroqrOavaI5b+tgZyMR/9H9r7jPk5a5P1kMj++OUXs2ThSzLqqwe2PC08NEFPmR/7GkD55388m2ARglW+zRq/aT96AWDsaPhHekF79hU6KAO2QoXBZ2YuO5DKk0yO9+BBpXD2QoIDfsse/B8psb1DZh5Z4r7eB/Aki5ygzOfPMu4kAnNPzhvKgavbGHiwfZ8bUBPg+G2+CwD84qfopCuC8936bCmBjbnPVAihHdsVXtgqDgJ84wsNXz55ovyUN74kWxzwnYWyLdPq7OrVWwEL36LZpVbCsNqD/lV8KAGXB6AmYOdDZEEdbZMsyK3Y149aISiPIvCAMz/fZZ0pt8ur/FAZPDqh2HFflauMGH8Z52r1dFu92DaAijBedxW3K9PJti+7cXzm6wRFNLAKnygB0OVBaVj/Dnpg5Mfj0KvxiqNXEjjE2d4zbFpDiENY4aUBvRmI48CuUGdv9am2OXK/NPO2gSJWKoS+K2tWTmB/ENAFiL/+k5bLTlDI0oV1/kS1Hc7T+jkI0JNm9Zb0LOW80Qaqe4g9iVyboK36qNB/V7Che+FTLGAsOMvCIN843+3Vq15afa5HDgkTyD0DWaoG42cj0JVAvPVF1h5UB2GenWvPjLvrVjAcO3NsXPQWsvK3deRBo9lw8MzaF8o+fd0nX7H4BGwayL36+yabrP/fyku75+GVqVo6vvCe9Yy7Pai9rgHGYBBYn3NwbXKaI5AXrgBweS/lHVbmyiwsBMZQDaKNDJ2NweNm1S+4yLE59kHdLOOhwVm9D79+/l/PAN5vjeS53qTM5fBd3PHSzWRvn3cYTJ3XHAaXnXr9vGO+XHMFKpY2B2HrFB2OX2IXEDpIOzSSptd77z16/8st9tk30/3qn1+77+0XjsiAm7GVhmtQDn2ufen289s5nfffCJUROlWsJvqw/CSj3gX5zm8b/X+52/LZjPPvwN91hO/Pg2NWQuWN26zHy0d3xvV/M/cmSnJcybUtQRIzQLKlZ7L3/5+nK6lJTAWABPn22ss9IipRaOlK95q9ZKOrKjMy4gx+fNo+3K7XFaC93ndBZd5bg5vfr474fvaNeTRCe9Znr9v3+pwbOlkHeg97s/tgLiqHDwmc0tg40zquG4nURIJKtN2b+8Av31nwd+9/LZF8BYEXvL0PMpyg8HUdGMa1/MGuaeXuGN1lzgfNzLgqMaavXGnVEkTHubzHBzi7HqbBr7svGmZzVq9OjkiLJmXVebgKxioD6xAYB+js5y2tnQDReY40LszC2HOz432InrdcHsZvHa0oANXwdDZb+lhH1kHP7HP32vOzkea7ripUjmO/Y4auvF46qUlfZbOrUEf4ec/tUYcwXKHJddd7b4lU3m/ZKJTY40xbguN0VrAvZwaoY7D8145VYELnmc8yc8vPGeMJeO7ZMFJP0Md5KPCaUdH7KSSvY3c/Rnj2LOnUQRHZNW3G1wAYa5A5BpWtPgdllNHifGyEGtmY3ksBbZ+qOrUBQnYfcXgitHv/U+jv/vGzmVo4FAdARqY+ugD0zpOnqxDXYTTjF9DyXzNOlp9e5NWWauazdULy+/Ysbr/Uqxznsyqa9tvajO2z74nRib0fDgoy0/L905Hm7LbPKsrzPV44wIN0caUJlSYUpJaKm8hqxy3trgPYrDkVpypEw2uXDyxwgItnQdN1WtbxPWeNda9xyN6OXsRzcIw0M6gl687PzPREeacMpGWo1lGjM9OoWxxo7Us6Dkwc2JZwnX7dfd9Mks04v/LNZnyWnidgAmV6MnirXJavQ3xTqm3GuMEQsYy18wAAIABJREFUS19LD5Q26lr1mQLNDVpqBKl74P7F6UamQflk9jZnFGO3znkcUEMrANnLB8j0KQ0RBJTrD9B+tGPu1d5P7Dfr0nnp8C/vqzNBEG4Bfq7ZDDV52WRc5itmSgus8H3uzFz2HOHo2tLoGO5mO7KXnNPpHTuZhS0b2MAYBS2fW85QwNJsA0vWuT44apKZUJBZ4wvHDJliOPoaZCAzqsNtgUD47R+UKM9Y0Ls2a8by1uHPua+VGOJAZM8pDQiAUP4gENUcmoyxPZS6zvZiK53OWFnjRqWXwSqLl5fxRgHfBfMLAJuBWFC1X9GpqZFlYJCAkKD99pIu/RTMuU8/DSbKPKHV0iuZmdUNNcgstSwf6no2Ylm+bMDb9lY0sn3PMeu6/Gp1XIEu7r2BS2baa0hq3OHUxSgWHDPTGCfJWSlAua98P20QHDSsPXsFGMi+AKh9X76JQxPgJTRQUNrst21jAbi0wJpE7zlewPAASTtn5mDW2rEGmZdru/oKfxNAx3oQvT39rZtFJb2tvmHlAPbtzDLm8wL3gF6ZY3s3w6K6D9pW/W/sE0t3GgzRPsD52eCiXEAmYzOhkH85UzjQfU3AB0/ovpmpzbKOz5DDP+cJ4ErAfquP4GT5gYhvnPLNSvO+PS/5m16iGvIotgRCbODi8veUbAZIxVFD6fuMgz1hf8w83OAzzjVZa5vdMOABDtyCw44XB1x7xRdkc4Y4Pw+9cDwcAofwaB0M9vBStkpvzNMAiDriJwCFcwRQgbOrmfGUBm0GMNnnZvhuliV7piz2DDK+Zp0C3uXOgNbqOVOBJb/VoRt61TsKT4AuLJsKPbS8NDyx+tIERUWWKM/OSiXQvWUKKdk4lSkQt0MrPwK29A/pB0dMM1oWVR6ianBIBl5eElrfvwHrCSjZs32Ah8ng2UA1eHIPY17sOrR3ru8AXawDVS4uNlF1JeyIAoTqX8wZvqr87K5W5hyAJqBU/jEHesE3UKG0DpA0ZdszD4IKCgqNbsOd2qu1fSXJJkvGWXmq9tcguuq8zCX3a/BBfqqPS+9bGvtPMs8JDpngL2ijWU7lm+r3guYCiDgfl4+ZET993YaPrIzvSa1taBWfZoZCAV03S7tajlh5f4Lm6h+VKXU+um6MYSturK4BvZlpEvmUuzZQoYCFjnnkJzIO4OLwH42cJTOzPefznPLU/KdDTVmw8gu9jTkCAFMOETDWijDhb9Ob3d7Gw9uY2CAFRw/jLMRyL9WR0HpLF0ePAfQdOlWd85y05GTWn8A39A1sOV7y3dwha0Kp2B8z1knsKl+pDpRxwt9anpgsywwXABjAgBKXBIKYgQOo7XnbV3nI0MpHsvwZe72vBiR9n6oBBYDyN2sMfdryYAPj1ik6wccZDwAMwWj08cThC/+lxOIGCjbrKBlilKx+kc9e/WRWPfyZsfHPOWZu2TN5zNgY2NzDx8lEX71UmWbpeMEPeIv8s6xI5XlKnJpxS4bUU/okl78B5EEX6lifswfPUxKZ+/fMBXQCxEXuV3cPiELmP+v08hUg08iNOozRqez7/HvmWd5A6coAX7Y36HQ9H6wFtkozlGstaHesMxZnMMSO3YhO1Z7XPF8Z77FXX+dl5r+9ODmL1Q+aQWbQggEHlkHWgex9yPqs7eeoDntvAen1fxSQ5PzAitFfMzfo7GgDNJWL4B2Ul4UfAsCyp/D7d81ITZbxy/SgTfbgl5Qupuc0580d9zz+FYDi7uOHlqWGn8LryCCmRDA9Np8TpJFsWvQvypdDJwXkCIRlFZuhnLKwBAnmfdaDVgevf7LULdm2zImAJwBgegwjRwBMnr1Q1jbj73P4KG0msGNyK/gh7g7AuqPvK/6lfJf7QUPIX84fQQ4Al4DLjwOCv37NmbLf53cp19zzXVvFMq8I6D9Tjv3vvxHYEB02MttS95lXs/vU5+FPjwP2klU+4rn3slS+Ao2AIQIMm9F/BLtYvpu9v4IYXY/0tSagAl0CwB2aeJk9akBDryebkz66Bj9Cpy2xX/PZHtwEBrF/gKCURJdW5J0A91Qg+SVZuWQZClj9+d2vv77LeiawJWXKOUI9AhJCv4d8s2IZNI5OAig5GY+RYeWl6Pt8WNlhoMSLlAP++PHddz+nTDt+KNbvfc4GAPZd5O3zZ6/aUoiAFtYIQBbwaSvYPQpvuLiRhoegh3iuV65pY1IRgb39nOABMlVDK9i49D/N9XfJWv8j5wweQKBFS+qia8JTj4DS0XOyAACSWzXhy+/J0k2Z8WeZIxmn9iM2A3hf7B08vmvX56irF2wmlTX/g+W3RD1gZ/aydBPgNEewwL36byovEahAP+DSXUrIp5fyp2SxIytf/0RAmk/9xH4DtHOwCIRoRRZlfCsGpJ/03Xt4OlVikhmdDORqc6p0GQuAHPRm1nl3O7wC2U0bm+oItWMMxDAwAdon25/noPf+FTA0dkP6iGMjf8R+vvARE3fgxMzNwC42lfUCgGa8BFLAlwvi5Zy/yV5tMb3K1uoI9gSun7Bz8H6eC/nu/KieO6SonVhGrJ0E3wQ0Z1zbBqR6cm40RR5Gh/IcwH/uClrCc0g20HbSpxJdtW0HtBO2atj6pOB/T8LTNRGQg8jfrHkCTLoB8BaYSX6tXMBXgywZ/zYfRNp0btAEutPa7QRvICc4V81WHZ29tkp5NY+QfghyY5wtxTz2we8NfnW/KSHOOj/Bl0I1JN5HzxvirvaoClm+O3G//dwKZuqznGMDdQ3wZf649iAHg5b1R7Cu6lTKCu1xAtTG9sl68Rzi45Atj3Tw3wOBWwVieNXSs64Z9eb1edbeKcA61Vwmq37t4f0J0Lx+zwNLg/YJgi2dnT7l6qvjU13f+fppt/2Afhl9mmWnNwCwgLXVJWobokvMYNyjEx/S3HoAAE6Jl9zjBCtvAeDe/ODmOjp5fQsA3kuJ7HLMXn8o/0MQ/7cB4KsTpc+v8exYrpm6M5yO7/r58f4NMPnQdddsw9vvXeddA6Wn4FzHK6HsAXS8K0H3jv/45/8UAN5xXNfnfwcANmLpHPPXgOvXAHCftUznG9O9Asa7Anxn6ew2E+shWi29jhOszo0L+NFDlv+77tO1t+rtql/vvz09FwDWseU3bsd3Hef1ebvu6zg6xvENAJh7b+nbPq8Ggs+7PnujqE763kwIr0PcQYrYU5fjfTB+PrsyOB3dpyPRvZtsl7nBFQC+zdC9AuELLN+u7X8VAN7nHuWCJ2Dhfma6G4GzbMHk6/N0mEp0CE6E6jp9F8jyHJ78a50MV/D2mtXimgyPGWa/oNqVb3RcKLlDd3VEEc3dvSDDZXrFcr/SkuPcUoX8fe3Ru/MyMkjDc7+zQmezI3ufyUSsQEDYVnkRUOClM/oUVptRatmx+5m0y2db6mz2QVBDJ9RGLJfWcETUsXYKw2vJ54ItGfuOucBOHVvnunZPhlcsMOYYFqDSkX597fhVxjSKj70sYDyZhxl2DQKM9TFgdz8nILa3XfBo97v3GubNM9ZBUiVuysEIoky2KhmnmdNG5vU+FdCsjwrzvoxMZfGyp5tBjDI7Tmf3y3VC3VLZvYDXAwCzRo3qH6dRlXKAgJHTJ21brsxsmbMn3So2x8BwLBZocz9UMOQx9gHmDbRIDVoVErNb3EN5bg2gC0N36irr3BNgcq/d8sJmILJoZtroiJus5emjxz16vurcwLCZfswX0ujZmglp5JJVEaOfsHHWtc/X+LnuNb+TDcN5xDnWEV/2rCB/gW/Bceil0f+jsJEBe4pKAWMMTTPsNaK4b/n0ZDxJd1vWmT12jB0X/3JxI0jh0TiPB8DGCdjSi6jH7PlExHi2zrKzOotGNykfIFI2n6/+l+sLdNVJYGZswbgoiC1tVvmDQezesXiWugVQmqxKzlW+J1BgttPSOqU/3QsDC66KbK+/0I7f2cxu6YhgoC27b88W977PwZHOkOBrGNYt6Ww2HLzITGj7rSDT4a309qoTe0yYK/gv/5Q2FizaAIcnlKHa7I2SNvsi32wQyEXX3tLA3VvKKE0wwf2WIp6XR/ms2TP5k+zG3+PAqbNyjQLohmdwzsZI675D/7W4Rh+HJze7QNqkF+WWty0fbYT9lsEFfIZ+dOx7dgUP4dUAjfv8dSRvP0wzFNkDgQAzVDTEAXVb9jR7Tg9BeafrbT84n1UnwDC6laOMWx4Gnzmd1t2rAU8cp3KKKblPw0d797MyRbM/62Scvcl+m3UED20B83sy+JjvBJtSahiwn6jqtpSY/X0a70aBghpw4/Dt2SRq3OhpHG3Ln5b/7pkuQJ65MpcGJ2yFFf4G0Oc5bMrIMoxPA03sG2vQC/87wUbXUGCW61ZHkE86RsBEztGWzV2nI3SAU5q9KqBTbzYO1GTFTtalLNBAH3vmUuLSctCHDtNQdmVfAdjQrf2trvsVmgt9l58Q9DBBOI8BMAhK4Kxg9Of9za4mwKF6xTiu6C8IjcjT2EuUKwE0+DtATDN+AIPhY8ku9GW54oI3zfZQbi7wuHKQM8F7Zgi7Fyvb7D3MOXKNGOtmuBV4rzP/DGDje4AUrB9OZoFBMhPYR6thwVPs8YWeJd/ekrmHjgffKpBlsBzb8bngsQBng0HGAcS4AJla2jwXQjNkHK/utLqpMolsIeqjqVtu30X3GmDHoDtAttU9AW6RFz9kbz/Eqbnxeo8KlGRNybRCnuTxZPKwjgQRtA9drjEIK873lkUE0GW9pEv1U8fET/ZxgRf8dFvhQT1PGfOB7CiA3pGNzK+l5zMH5FcDbghgIlsq12yv2nXEbX9o5oxjfUugH3Khe0eGuHQLje3+1GEY8In3KanMXLnWwKgEBjV4wiBM1hFaAsQrMDOli9mv6tOVUwAI6ngFtUsvZFhaIpbz1Ez8OHY5O+1V2vJ2BqdwLnjuZve5Z+pvqyde9bRWtcj5YK8o6QwfOF8TxJBnb/YDa1QAP+uInN0M8f0Oa9v+85nLk8mAMVANUDhZZmRV4UTmnGZRtqpGxwYIRyWHjBfH8x9HgNBmVIzuXDlmz1fWxTYO6qeWCGYf7QsLELHAnzqWwWu1MzlrGThLDN1/gR4js5C/G2wBDVhlJD2JCzinJ24DbLAllLtkjrQ3XvUvShjrSG72TPqrFwQPqPCYrLM49D+8tx8jflmym7aihNkwluJshm/bARgcRbBAgVdAzwbzTFYTelDkWgNKUhYTGrWcsLQP30cGWsLSIGNUC9brfZzsZEo14yfP/lyAPs7sBj+iMLFBnBtKaQryIos+pKyzdDX7kQGjd6hzcj5SghIdjMC3OTOH0xvbaL+WeyxYqS1OdhOgDmAoM8SmQLc9g7y4529vBS3rm0GvaG/DZIkFUAYssDqB8hX+DHD4Y/gRcqlnLZ83YDD3BtgiIxsgEF4PLVEiFhHLcdI+oQJJpUfntxUAHqGT1QYY2kavCd+yYg575t61vG92CV7K60OyTeFtjxugYDlm2x5sxpp9GLH5GB8ZfpQRDjUFoAw4WqBd04qXgUoGSiKbzsA+7TL73mZ/kXmjj0HfW5aSoAVIV54THYwekhnz98m4+usRsjM9cAOs//w6aG6WcGMTOIaWPtbH0IotBRiVJ89zBgE3yOa9Q35AfwG21EUNvCNT85fXlrZ99+Y3y533nLKl6pm8133Me6wrPBCQt+1UGlCh/GTNANReJFOZ/TJzVvACUkFXLiicfqvtX54bwqvprVsdMWN68TKB1Ck1y9o+JZVyXsjl2qv5+8cfApIHhGqmXvbscat59Fft1dFdH5X/m3WqUWjFpDt6DlPONOv0NKWIn71At4GfA2azpuhQpdQA888LksBXmgEf8Ppter4+zZhZi1ehVQFg5CFy6PF3b3+jxDI6Iuv013evfiEYJmtVXdDqLa1EAMCeYaEn//b3BCUUWAIADnCdzMSldcojQ9dv3yYbmPKx8E7WAUCxuh06fYVb+dL79DO23zWyJeXNE8zwOXYl9surBGJgVgPQwOeQK9AmgR5khhsAH3qPvf5XAHj40usXtFOIPQFglOf+FrCV15OMu26I6gGMSPuUoRigNZVIqr9Fz6i6+Nd3P6XHcQPtRl4AfBME8AN6fSsGYY/VSi6/fvvmY7PMyYKHfinVXHmKbpg1+xCA80u+T4Ao9Ne1Y6DrgMiYKF18Fz1BWbx2qTpuex2jnwFEZ0/oF/7Dj2O/h0bukqEOz+D16FF0r5wrgOZqoHn+r/9B33kSACj/TMLLBCJQxYmKLwQNZ+7QFnv142NbDDA9eItZlp9Shv2FJYBr7wPk5/zkfBrEZCuuVrrJ3pFh2gorlbXZX3vk5AFU3UH/m2onydR9G4CaZ7cP7e8p+U5QQh5Pf3l+r48r64l+SBY1tyHTl/VAX6AfL2Xb1+57/wG9UL9gM2LR6evPsHT6cyolIGdqm3CZ+hRj4gXPWF2YygsNGiVgKgTSgO7QugFvBvrS+gEdYdxblevjTu26tlx5g6a1/bZqVttJ1H832cwNQMLXrn1OFjPy5jnBLKNL/JFgFoJv6vasrY5MsPpDA05bDlgej+5Xxa0yfZOBmKE6rgkL+EjYuwnig+sMiMtZIHCGtWR1mR90gWpTfluwP7pbeSOJMgLsts7KNdjfec+dgPkZhACfAYfJ9ubeoSF0ioz1yQSGGXjieeU+rdZOwEPtD6uuuD74O2w59Qc6ce1jr18AuCW1bwBg9K22TKh+qe6rHScfhY7XxhUf1V+/FQBYr8WReg5qjxqIxGJfAyr1dcl3FhepL25saGTs4gicFVr2HDgh+sn4H2vP5hlnBrBtyhhbK0tCt5sV3wBghT/0vf6CBnXnGfX/XjOArwDY1QH9dY/F3rOM7fZ1vcepwY0G8tXV999YRaWH8eKgcQLns86xjSO5RICt7XO4j1lJDz/3OreHhnS9zz52F31rcV+dgVfg9fa7tyBuna7HXIwW39f+2p+XoV8znK9A/e08bjOQjxtXmPhv16cEkf/z+RPdPWt4zXpeJ4BgwUT0XcbfnbrsDX8LbJ0OnyMqqO+fQOt5z28Txo5zr7gCt9LF/ec/lFV5BX5PgPJcj+uYtmzmZkLueu2zdhwHcIdAGY6/+3EFOq8zuwWHcRz6Gof5/FWlFoVl9usK0F7IRQV5XpsBed3fdeZbasD5VvHx2Bz0cND4fH7e8/wOj6rBMuDB3m+f14j9A1hwXFfaOenC/d+99/vrpLv/nUJwO9Y+f7JdoMMFUhCac/7XgXzs0ayPpfBk9BsViKOL5V1maRmP0yHnuM5DeMt/DtqtArFOlXWQ+90T4HK8CONvZXju+mAs4TRYALhOYfaKOeYXnFPyNw3KKwde4OcKoOpUnuvrdFQRaGT9nMV1kK/hfwiLIQwVUQ2UltJAf+v6nzRkRNmZXXsLsJ70N0E2OPWbTWLpQ+lR8HNLFq5zi6hMs2buP5PvbBaQ+7OgsoD+lp/mui0tt3OzxPJZKrv0Ci2xVhcAeJ1g9eXOcVNhWIVNh9KunfexzCAlvTczhPcbRZYBkKmEAsr9FoxeetsIM56LurUG++5V6S6f7RmWRnW+Xo17e93MehUAmaweslIPxdKTUqfiOJQch+/XGIgWXEUp+9uzwn9zfjerjnNHZCFjKHAWxtXSgPn+59BLnSRHuUsVmJ2vyqnRkFtW5aoHqN9Jc9vT2B48OrM6/lgo2DLtDcR1k1axvXcN+BmwESP0G+oI/YNvAWCDE3RCLECzfGEVdrOuFNnrwMKRxhs4jfaU7ve7l7w7jktpXjB1Xzpm/Zu3jew0g2XLsHO/Zh9NxgLrhgOVM74Ak3Q3PVZGhi8AbIatzxCrsNyd0Z8CpnWSdQtUxLfdZuVIx5y9yPO2jOR1jVif7XW8dNbPifjNfVuyczabNbGvrbRxDajaz6rgXq5fnr1A79J4T8Q8Z+9niU4zqaGHBYDlKWYo7RgtgYyxLsCi6XLKKXmNYNXyYMAcs4gtM+sZ1aF0rUjAV7cv9QKaRxBVvrfAEL1KOx6CFstnBfbIprvyXuU+RoDA3cH3KHM1GUobmML9AF4Z35YilL7szdfsxqsIbKah/AYAyYoNrAe8gJKDlE7fdfOMQLfrSG+p1tlPDOX288tzjuy0ZtDZ13rPavXjnjUBtd7/GunS2dJbEWdMl0hPTufh2vOilHHXCTHTTCzmDm3nl8v96ohuKd/ck4wI1nz4G4yiGbtjdF9ptfQwZ4czs4EVe42R+w5PnsTaoCsa3ABdQDubeYg83v6A3afKkMlozo1wrDULqrL4LM9vDyLLKJMZQQQ0Oobl4SDuU1dCvxHgdX0aIDIsZ4NENsuwRmj7855nFD5HydZGRvfzOLryc8E4e13qaGmJ1MpJ5A7Au45Ar2EPcaQMKEgWzICSrhkbFwcHWVy5xixH5Q7ZTQ1WYE8nI1bQcu0AnFbwQedZg3n0HEuQK6vrCMmnzJd1MIvyFAxbYm55O+D0j+35rLyv1MmeuhcbWKxuJQ3rzO8I2J/RncnuBeCSTs1q0OAnM1TgZfk1420vwjr5yV7SUfIl5SsZR7MbB8DcKiSnPuiph+bQJdXxeCY0qDO3oHL7c8rPKAO3srEAIlkvyMQ4u3CkW6J5gwtx2gqaPW2JdvUFgA54lpHwOEgz/jilyGrZvmYF6DMOZEMr4zSLXNAURxrya1vFsH5kAtpbGsLR4cn6u6/wR5z8yEUDsbjMygpLuwb3IdtZiwaPkYWbAT+PU5Izcs1A0IGjzGOOC2jLw6Rx1n2rmSwQy3c2S5hr1f3IELG9hFnTMi3ARfqB42DnGnoNqrMxJ/n+p/RpZE7PklG1AU0dVwOt1ftwKgJUKUt4liANY+RZzXDKvjSDLM8hqKwAV2ku1SigxZkTAOUC7eXRE/i0663jE77v+dS/As0r71iP6kvwqTqpwocaIGdADeeUQKiejwLKlLQ2e7pVIsgabe9pgD3l7WZiN8Mk69WqK7mX7RUolznAUnX/5bnrF9IGI3N2AeiDt0splTPsCP0g0W/hi5stw+cGwZghBE+WTjwvCxQ2QCf8mbHw2WZHV0dCD6hydZZkn0eXF9J3VJ3JoCzWHT6Q052yyjrdyRRGCYCmWK+zaoj0WZuuc5Fuf6eFAbySgI5ZW29B0BVWhTrD4wbU0Q+dAB7kOyCu52Z1jJbippw/MqW6BzzcoAJ6S6onufYAXGSQ4uRG3QfU1vcCD9PeVFbN2ci+pP2cZ+IIYtss9vs2O+t+16Aa5UuD9gryEdjmPho8jLwTgKX3MZmiz1++7DqS0dkMo84RhpgsOgASdJrqWARNjF1NkEX1GXq+57pkIXIdfSFbUYqevc3AiyyaUvbcs2sOzY8OWV4D2DpBknz35csXBWzJcFp6RI6TzWYWrvQL2Ezw2aEvtewn9BL+HTC2gTB/wfPYUyqAfN+yzH8k8/TlK0DZVE5oxrVyrXp0bSPvD89sNl5btgj4t0oOgXLltgTdcOaQN8n8S+AHARP4oqGXD9AGoEZ14QmmwfEfugDYf0Hm9jyHks3QO+NGr4AncX9KacNGKqcKrlvx4rsEOsPXeG1Q5/MDaBWAgfZfPCcj2b6Wr14FeK7Opx9AE1j763PAZfrVMn14SQHglMGFJMlGBsACMGBsnL+CJ60UAj/VxgFo+qNASPgOARPleZbnZTYEhtgWIgBs1gzgivmwCI1B6LIzr+xq/SgQHS0tsHfQp3QyNPss94MWkwiZ/RDoex5MH9qAhwOUUTL3U0Ag+OtPyY4FnHuansLVBSKnybAGJIFOuO/rNC2Wl4WHZ9f+7V/pGaue/CgZvS/TXzlxLeOnQNfHBmGs8JOhH3SCitk/vvsp1z/L88iAdQ2RwaGxTwRUnnbl5y9k7z4LTWIr0GICEFB9u/QfHmXJU0D6z81ifZm+wXKz8KLSFMuK/0wNh6Xr2QujQU/EZ/M6z2gQBoEFef3r//qttiaBAbxamSY3BSC29Li9nAENOefQsdm/mXNoh5L52uTsSfY3NP0hPOWHAPtPsg98BGCOLkNgwZvfKGlu4CPjfBKZ3pi53A/d+0MAb0scC9aRWW4VDgNLCAJA37sLH4DPI7uRKQKG8NanWRt6kRu48Ms/cZYMev0zZ/9tMvL5Ca95+gx9Dv3eebGOAP4eKeXhX+EdyGACLFdWw9/vApyS4Y1Ogt7HcaxuF/pvKfbwFHgEgB3no/TFGQOYr07W5bafdfS+BudlX/7lX34uP6h8RUeo3sz/k1mPTQkg6Rn548+70LR0qw/UfYGnV9yh901g39qL0GJLLFf/JEhiq9CRFGMwGmNeG0VArjmjldv6ZWoV9N7cp8EtBIDln32Xx8+Jvym00go6tREpay3FApRyL/upn37L9YGVv+AHaLsx6WP9xdUX2TfoNXSxgeTQGrYPfbPZS9YJwJ/KG7XzYqsTUAA9W22INbCFAs8qNjj70kxe2hRQaWR8r/WPTc3m6t74Rqu7qnvwHIIbyq+Qf9NijnUjQEawf87zJPG0ilzGzf7cgqFtx5Az18B7zgi6VYPKANkFeBvsir1RPQqZu/Mv+XR9SKhhcsjN7jfl5QFDo9YTo8DzrRSDvTbBEQ0QNogantO9KHirvLEktzKzfl14MTw7g1L3G39D9aXRuWrvqHc36zZXNTAMWh0a1kegjEXr1H+3/Fq948A4cqF+JgKmhpfm+gZklS5N8mCY+FDa97kZ/ONLzaKtz5zBNCBg7rd4mG3qMjxKQJfpVVlz4rsAPY4bwee57kN5fQsA3getg+SbHte538M/zgh9x3AxbXcAo8hcAdIdnyV8vPNDc7o+8zZz9gri+uxRKnB2Arzg4Htgnfrsb3mX54FXAHcVsR3LTmtsu2OI/x0A+Ao8y1ycx64Pv98CwLfrsDSxA/mvAsBDHZclPh0hpZsZyC1Ye2zrrtWM8bpX14iLdfpsJuV1r6/fudL1Gja7rzueazQ+710B4Ifo8xb0fuhE4KaTAAAgAElEQVSafW9p9xo0wGcHfHdzvsZOWr/zUUrt+gyVNvd0fJ7H3h40e2T23QeAr/eRLhbUuw9E735wTUtd5jp7gs2ZmO+yFgtCcO328Ltdkyswft2zK33dCzgYAHimcdDr4bRs5NYpPNcxeTC6dQbjYJ71uoK8a1iZnWcj+3UWek6G0T2wubcZ4kev5QuIs/fSESvjb+naA7C+f2PWZAHgloBeHjOXMRqd5a6/Je42Gujs83kFmqQFD34jjCYT6wSNzjkuHV0z1FwHAVR+6ki8D/RyzRp1hyI1z1QgXulq+Tg/ddCcpWzNCFAoOm4zUAWAVVb83gL6CG6VrXWemsFwdZjV+VGw14VsFP8/AIC7ZkSO51GrmLUcYOa+z70CwFyPkr7ngjE3A6il4haw19nc7JMOqATRsW7whk47y8t2DGOM1FnebAnpqAB1HcBEoFmmj0i+BVz4fNdD2VXbqQoO12/Gb+lzFF8BMve3KuaQBQ7CGrpHP5EOe5SlQcSJ0BsQkutR9s9SuGZ6btTj9Zk6as0AMmuG+0grKvnef/lhd3/myvtGezJeFF72SsV6S1ILCJ96wxXMqKo/jgIdmJayZh1Ls2SvHftzP2t5I/WkJsbk2AV9pGmzmifzrwqfLpV1Jm+WmmdqSuLhYB8HKko2Sq1OaA0tZlpApQ43g2bO8zLKYDNM4dOn44c9NdNOxfbqEFreaqZE1goQGLCsawPoUOSseg0BORjQ+1yyTXqeMJ6zx4JLArwNOuq5oD8rire9r9kNS30RWd+35SflA0a8Xnl6SysXtCE7TeNLJ7OlkwrcjAP0UJgvoHjHlLHIr6dUO8/HGd6MUEYkGLFl8XGSWqKaTEFlB68VBzicANpvdcDeCwMJ/sPZpBQZ0dX523+9S+8DHbR8a+d30m0zhvL6noytZonA6JUdGEGUYCzF1yOzaz2gcjPyp1w4rKJRrdL/BoccznoiZoe+m/3RkoKU+1JpXno4y1P7Pg7DBu2Q8ZmhFACr41RwkfNj9qclVC1ZKEBTOQsgNMEiG8ywTtuOMffWiebv9gyXKW2vLxxTZsJMpDYAY/mo5eiYs/vpxuFsU1ccftWqAadBJACsM+n6MvCO62ZNsnHNQp8zhAO3QQuznz3343wW9FdWITvJAF69aO+31zPmZuSyXnoEDj6m8xP5atbj0j3jBGyCxgQYLa8myLngLRPAaLTqhr0vzXJtaeXJxOVv9qLPGhuncglDHjqu99Kgm56ZkREAouwlpMjxaqbN8IDyuZkPALA0hmPcrDmWZjNh/sx+8FnXAEdPV02dsw6nnnPpmJJ7zfgFSCW6/wIclLfV8CWLSeALujjK2hfwgCbUGfm3ZYUbbd3s1gnc63lj3oI/Or1wmABI4/BS3qzM3zPOwDX6PXN71uW5Ouu+DJ1pzBOMQibEBnxYDq2tAOJUApTlCGDg29+QtWSelmCuwwS6rAPH87Av1rqVN3B+kXXVst5mQwhsTQnuAigDljYwj+Aq5A38X9ChmRpZv+1LWqdorjCIYO1LeJKyTFAZoDNjAxAoeDdyeioHwL/LgyqzzMJoJmxp25KQvEmJbh2WOpMsB6gsZByUtK2uiGe6tIiOjUJwZmQblJJnFVAhO1NabqYwgMYAvcqxS0sIMoPLW8YZzHjq+Ncp2zPZ0nBmicuXoD/BKmUZWSU6SVdWAVzhAPzYvpSTfV0ggXvxA3As2VYZy4uUotSJs0DvVN6Iw6tyKs8pDeVM15E9jmuux6kG3QIE8eIsSrecR+XnlqgGAF59tfYFgQalcwFe50sAA39bIcGsAisrEPzUbEoA6fIP+/oyDubL3O0NbjABWcQ4Q+mLfAbaUVliBC7LUF1KvssR4vvQMs5w9le9ZoJKoVfOe9k1YOAEubZ8MWVqzd7crGzPCT1YsTPgjQY7qlXKG7h2AQTOLuepuljVd+UJPItxSXM6/wg2Yt1evHjV89rSl7WhlP+sO9nZnDEd2eggZt2gb3wJAHX3Doc9UDA80TUl89mgNJ2FBvKyTjvvko7BlLV51XvK8zImM/7NDH08wN+25Cg4WjuG56EfW76bz9c+2Ge1P2H++AOHOny1vjiyMA0qehcQp2vRcwNP9lyXBke3F8DZSlcDvJSe1CHW18PekBUHz0dGWEUEAFoHPmiNusLYAx2kugl851OeUboJfb8I3cC5/qQSU9acErcE4pQ9h24+hsdyLuE5zdgFICmwTSldAlnIfA1PzeU/tgypLUHYP0Af9qfyqf2Jqbqgrrc2nvLbViAMnQy2DUzkuQIq2g6lrQaMuX/4p7UFoMkBG1qWVwD4j98ftSzzlwMAzrUEQpMNHvpHZ20lCGiuct7AF8ZGv06c6dq1gpvoegapGfTwOF51QJ2WQ6bcf/l2+E31EwM5uO/79LWkLOq2dDF7MYDjvyVzt8C1vJwMW84xdm7boqj6lDZRDh6F7lqJoSW8s/4FfVwYMv/N1LV3MeMCzGedtBe131lkMrj/bJavIJYAMAAH/ANgOIFt6W8J8ExmL1nMrQAwTvSq2owNADg/ocVPOResT+3aZKUh65lD7dlcj/7R9RieRAlmdBdeAMDIjHKOjPOOHtpZ52cB3CiLW8BgqpC0rG/29Pcvd5ljSjIH5GSO6F7gGYAyH97T71fw6zEgYoN30L3z3XcfDvvl9YuXQyvaDqwFYBCy70vo/MVPCUzI9+l3jVTCXmsQq6qLwFLGDlkDHr7++XkBfL5LCW3ORYP6v7ysrch3ei5SRpnS8JgK2HlWE0qJ3jdv27eZvuXsOWROT+B3bwOk5o8Xo4MIjjMAq+esHbb85FOez/l+HTlZ307OMPOn8skfgHP5nYpbANkMKxB/npfgxdAuS/I0NDnJ2QYQIPvYnvUPNEEqd8nWAO4R3PAjgTgB2wwk+atg+yf65NJ/FH5IAEMyhFtCO4RNcMfnjyykPKvtGJokNYBdHgqNFFCHraDPk51ZX5UJBSb04JcY/1AI8vXP6VOctQGYZi/J1ORsNlCIsuLYjFBMzjp7ZBUcqs1ELmdcBD7kFFf/4szS+7d9tUNT0DLl3TlH6w/iLLD+VDNhvznLz3I2JWzldXXO/PlzANy7BDG1CkneB9DlfecBnfOH1bI+hBc8efyiNKud8/G7Vz9DF9y0DKH3oFIHfE6ZObKtgcrohYCkBDJzJmilZSDQ6m74KHlOgd0Jkut+1FDeKeBH03/B+SBIhfLt2BTfh46bEd0EBA9FdSE0oNq9rDTrTHUDdF9b2AC+sn7wN8uol0sdAczba1vZYClmgdOpBtTECwFoS18LPr9PhRATH5iMFbngIS3RPH6S9VOvHV8dimAYAu14zWHqbCprDDSdDxvAwPgbkJzj3ZwB7Guqf3Sf2Er0kNjktVUhkMHuRobBS1fnO2wFvpvrWyFOtq3fhMovHKmuFXwbHslo+Cx67FQc6Dvw0a6M1Wt2fHy2ADC/syvwSgIIecFDrF43ew6/bmuf8bGOPgndVNeqLnzq7idQrC8DvmgAqzr28apdYsAtrysYvIGs3H9tSINU9bcefsT6Tk+7Tt973cjjZ9PuvlbrVN9Cvp3zax9jDu+81odRX91tCej7s+iS3XtrGfD/aQD4ayDXAV+duPf+HuN/B3c/A3gNRAHgA0xZTnaZ0c6nxNyN8pd1huwzr47Tfj4G3nVxrqDRt8DgE5ydE3Kz4OMr+GobeL+67WV8txftZwVWjkjh45zfu1xFqbP7aq7/2fz2/vdviMRfIhtnG9Rz6XFwO96Hsof3moeyha+HdnsGYyjAfHbMt8DyAsDMddfwqkRwoOxRedL57u0asrd7vADmQ88S5NAA3ozidWrvM9rram560N15Pv1kDMwrPnzO5T5Yu/e40vI1A1gaPvfkOp/dg2tZ5uu13Bvjt4L0snD7vWvGWa+dcX9FwJc3FsDYssG7d3tJnzPne+ngiIRZIO9euhJcSo63AE17QNVByln2ziuAb/dzI5pcp92Y2YbjDT9cwLum6tDdjn/X6BYk8r6CFleAdXnbAdqi5+LEyL/bgAGjn8epfQFCdl22B9jyoAVKHtqH0vcl42UNdZb9ACEu52Hwvd5KJ4BAqg7ydcD4pCu/PhWwKS042VfS0UnDpZsGvp59C857O+dbB/1VMDJUz/EJnB/gxwBlmx330PjKz3KDQ6bNDXduLTWK4pX3Pftnv9F15G92NwYr9/o+EcCbebw85kon9gRizvfP5Y4PxaZgZBa/oBnOKeYZmqvDMl+n9ChGzlUpaynDcbLpKD336FopgDO+zj8VEZ13O0YAFLN+V4G1nIyArY43e/haUgzltwDwYTidTuX2f82W8/kaCjzHUo21oaCc3oPzugEn12vlycMXsmYt4zZzt73DlF5rRrBOyqWhPQPrtOXvzQxuFGjmeqWLAxyrMuZ916m/WUC8Z3lzwR2cAS0f3OwfymmpzNLLDmAN3r+Z4paYF5gR7JXGNfrMmKEknxkeBkYUlEOmDD/anwYC6ITf9TU6kMhXlWMVy9Mg0sDQmds1bYlPjBzX+AtGTsHmMwO4+lB1KQjiLJGOo6vgTmlHEGz5AGcORb1A7tAX99RRhvEnOFqT6KKg8hAzzqRl/w2AyzlFvkIKAxru/g7x1rDYPeanZxaniOWReubIZDyyR+stzdyhHfm6mRGCuOu4dY+iqJPpOuPyvMjLWE/4FIYaZ4VITfawRjGK+4DT/NxMwGaLV5ZshOmUTev7ZkaVx2DnNdsxz2D+wzauNL28XyMCupAvlo56vWd1naVdm8vabpZeDa44FqqnNINTXVXDGIeEvZ3q7GBgY8CZAWxm+tLAlgLe/WUc5bU14M6Xz7B/LdkQZ7sJs8N5roanDnTKcJZvN2tiqmvkDjpkL5meY7Tenptrlt7yiVMe16+c1ZfmmC/zbElb9gDQLIPH8cSZKK3WIJ7MjpmWYLhncFsd7Fmvgyw8/to6gXk1gj+gCHu5WY0Ccr401uEXVldYGmnEeIxmnFIAdvCf9uUKjRfgn9JlWza5vZUaVOGYzx6MGPtx+taRhAMDXmT1nsq1/G6G5pntTkY9qtAGNRRYvdhaOHB5tXd1HM08j1KuDQKo48CM3GYTkNEZ+aLBqqPVLLPN0OEM4lgy8vlqX2wm3RW036zLjexusNAhx1E8sB8AtldfhC/Zy9ZDthn9rtUGbzBF4R4lV/Wm0RHcKR0qy4vNbI3czHvtg805bnAMYIUZmrxwrG3gSkv6NuuAahJ8GroeUGCDAzzLyM3Tftns8jog4kBoa49cBm+CjxZ0yJoepdQP2aBeAyANXyJwgSwUshIA4brmGYsAqIEDR4/uPKBAUabh/Q0iwH1AmUB6yXHGcaZx/9U1P8cxacCBwHRB+ovODc24nPamZrboDVzSHuJz1gF73HcDhaRpOYxZuHh/1TEotd/AqyofViroWahuBW8R4CUAYT8zCHLA9pFxkOiXgj3yB9YbsGszfi3PK804ZvuXLSjUoAn+JmOI/tahd85szQrGmOuf5uzYs14Asrpgg4ZwQFIaE4A8/VzDlwRnBOy4/lOAEtdBvcFAgbNqiCCXQRnwTOTmUZYuDnIAotXL4L1WjlD+Lr8ga4sgL/h8W9RgQxQIH50mZ6v7Wv3PIDHGUqfb8G29Y+izgiY6yMaeawzaZBcNnTxjvtPbcdUG9O4tKQ+NFOinEk9BL2SXQQAF/cK83797L9hTfoYurAOfZ8ErKXsMeRSwIzOd93FaNmBIPZzPOZ9v33xQ7nMu0HNS0hT9AcBrK9bYr05HIIEkbQ5ZJ6EBHfYH1IGP4xNwkIg7MnUtG6iDtW0XJnycspr7Qp8wAMGMTvZNp6a9tZkzQBdztbeubQDO12lbVsdjjpyjgjFmEjVbjcztBvNRNvkMsuB35A6Awl2CRpAP2sM66/dI717Ck+TNU/UpjyeLDCCSs7JZRc1yR2Wr7imfw9FPyU9bLhjwQ5bu1d5hfuzXu/RDVR8g25EbuU4tFZtn0hKgJSlDJg26wJNAwPHYQgUfZ0FgRdBYA1TgRzlvP/bsWqYTmuy9WtXAoE/+t3YjPxcoBDRvT3r0odGdKfnfygkXYL8gZnSwBvxEjlume6sKMJ/CdaHBT2Zh/cm+Am4BAk22be6BztKgsQZTqK/YisWgggYIY2umtDF0uTrNBkq27PkAUejvxPhAxwCl8nOJBmCXVxOSsnG//PL68L/0krxH5re6T85s6JEADYAiKgSY51RnQOUiNM85IsygvsrskPT8XcravqX+SvvOGkSFPOccS8tlQaVxsv8CuL+1vO6r12a+NiAydEBmJbKN0rKvXlF+M/uKnETH9Sg1A5gAIvrOUmZ095dEjgaakXEXXaV2U/mpJUShZ8rdvg64XFrgdqgKbF1+f09f2VzzIqWzyfTlKWYg0m+XPtqUAdehD6i0QRC1mfgPPZTs2+p+9J5n31cvUf7V11MdKhSZt1CzyjczEFQQ1v4TtmAyWFs1Ar5G4BjZrKx/smgNrjFT+yeAx2E9zBtAHlC6/e0bWGCVAOwkgh0AkgDKAR476zyb0vLc83n2Drrg39uAv8jTvtCrMx9kEiVmOTcA/W0PUZBbG5p7ELwD/0Zusy+PASazBu+SIf0J0G9tZnSn8PhHfxIgGlmQXs6Pc36bIJDbNQGjd83vpPA1tAVfWfYkn99NCXCIgixywG1ChmrH5vIPyco0AJrAIkqiq6cAPBa4bLCJfoMCwJSsrTz8IqBubGH1PQOxXRderRaRQVpanjWEkrRhCS4oMBV6NpDdYBmCFR8zntqBBtlVD8rPzwSl4q8ImE9wBbSKT4UTiL4tn3raUsnIbvgU+8p6c17lyfZm5cV4D9VNtjc6nt8jo1gdzUCZ6vehceibPf3nf37y3d//Lq9H7yXhv/Jp5mmGseWG0b3vsre84OnQF2XMsbnJOv6Qc7OZ05V/0Y1avSDr8jHrqM1rMBElqmubQvNZmwaS5E/KXlffBVxuOWGB413/fp915fzQSmZk7Pq/WRtsjmehRZYcnlf+2Wdp86AvNThufGi9xZwF1qFnO+cN8JLKFvh5GAPjZGzwT4JoOKdUMfkxOg90Xz0jX5bu5YVLRwQKUHkGmjAI2HXs8xpoJsHJvwxc47nKD/XXqs3jf+d8aNPKa7Tlsqfom/CbAZY3iAwwVX5kxYQWSUAGMt7SthUTtPM5COyVujxZ0EtjnRrjmPPSktjRm3gP/kfMWedf/+dgPJn0gr9Lv4xZAFhA2/U3oBad+lgbxjhz3DLQxfgmANVTcL7k76dNpkgaP9f4ua364HcEkk//Aeu4lcQK/Gb9G4yKtEe4zsuqS/o/SnOVa8dt5ZLjg+t6cJ4uWcnNAHaSbuDXr/NhfHYohwfYd530El2uW4D2AdD1oaf8nwSAmcpG2zrmM1vim9N8YFBXQHUVnNNJtBG+s4M337/NJN6Pj+fPct+Op+s7t6wz/Wb9/jMA+AAQ/gEAvM90Lx3I7f4vCHqd1nUNcKheX9cMzxq9Syg3AQRXGuo+XRbgeo8ysBp8Y3ij/A8p9lyP5belpXafBc5kaPfHfgqo6+Hn90aiznNmMcoQes/r+3PDM/vnSvv+fkQGwwhnDl3bKgbDjPmd/3afWYeLLXatE//QWeG9+xn795n8zn2ztdzf8wHX796CynXO5gadP8MmmvjYy3M0V4B+AZ6Oa9dt5np97pnt6P4IJK3AOenpCgAvkHlkrQ4NYBCxgO63zM+9nKzQCnmjmfcZG3F8PcOHQnYRvJPAcAgE5rWK+0YqGZ0nYLZRO+sodb0lwCsgfs0APtfpDFBprBdrP8JzV3vB4I3k8r73CXwd6PuddTgffQxmPMcZfgAA3vO191BwahheQWDnpyNWMObcO+Z9u6c77jX+T8fAKU+udF4QnEyCEVjX+1+vu4LAu9Yn7S9fg+513JVm+OugmZOH96zONKxud56XWwC4WQ4TyXg9t+vYa4nJoX+zKa+KBPsLgDPjm7JGSzO8X1BnAOAtnbmZ0dyppSQbdXhGna3Tc8snNqAjF6NUHHSU9xoQgf6FsxPrD0WUiPRctADiyssGxoww2r58C14dGYBzc5Zjv+8aa+y0jCzPzAEyC2gUztD69rTm+uWb/N6SwjdyQXk0YBxRbhPx77pZBtTNPR3GBYiq2HmmeLYZaYIa66Ts18YxXqN4HPM6Tr2uJSCrgKmA60zFy4ERbWlT+3HEEIn1svyKM4KDuA5WFN49KjPO5YkCAmMg4UgnQ6sZ8EZ08sJYuJWRlnyXH1wB/IPmAO0AxOfBm1lRcLoOHY2o9lOj3+YFAD7L5hhRT9uCrmWe1+I4jA23QbNV5QNMr2ctfzfbM/+1dzhrmPO3ZfF0AluS6bb6iPsxJSCHr9+KIHUAS9atzOJ7zJPAiFuZpUGtY475YowTP4qQO3k0WrsG77JX5tMS3d1znNvypi1T3ZJ5GUxBukbWm83DeJVJVjLoio3cZxwF+7jPZo7PAxvoA23dAMCNTMZgzdn/SL+lOR/Ls6+6mQEglnTFqba9vE8+4G/lV8eYJkq0AQHwILPaFizf/rrt9ZTvbM+Zhl6NTLbEpxlfq7syH+hvA1HaU646p19SRxpZNmeCc7LGz57hLWmFbLaX1IAZA9ALcEygEfSzmWHlp85VHrByed676Ac1JwsGQRWOr4D/OE4bVR/62Niz7bkN/zzAlEN+4xi2tG/n0OwaeUeBsazzhzinreoBCKFjGToC4GBfN3JXIGnBejOWlLP2e6b01QLA7BcGMLyOLAgBdTLwpEMAYHmijIh1sWzdODSGj3NGFrRauum5zMPNeLPyBbwAB+U6q/7Y7KfquwYDMOeuVb7fXnj5DBrHmWhfRXis13ImN/vTM2UvSuZcYDt7U2dxs4KtPnGc37FJcSAdEdAK8/7jG5UT+cU+yDpYNOjpRSho8Cm1F58/p3+ea8T4zMLH3cF4OL9EFpyVGCxtt45nzp6/r57ccmVkt7WfsBH0DSCYALVrcF+/l88XAEZtkQTIfHNdty8U2SSWfVPPYQjKkbMkt86X0Ycr3+ijbaAU92qP8HEMACQBRLA+LbnX7CRluT2Izx67lsSl56FADo74I+ht9V/4H0Es9Apl/GS/QL/5q/3u6miVDqE3HC/KM+0PquFAOziYLYtOkAmBY9Jxe6NnfpudoF26QQ06xQEHSlsFU2zFwfBgBd9T7tMvd00LRA8AhaPM/vOWyT/0TY7vsqz8NGsbZzdBfwt47XlT51ywzipEBrMUBBlA1Q4HrBOOWSt/tC1KwTpL8y4AzP3s7RuQcYIHkP2A9YKUyD+v73rmv83OZ68PvTGT2IDP6lv5h3PWtTVz8qga1IoWZ6sEM4mn1G4zY9FvCFzpdPvi+fAlK2JkHsiFvE8mouWnJ3BhAvp0DAuAcJ+Wtg+tAshojOkQhp9YCtk9LDixcg49LnOHd/T5ZP6O7CUgiyomyLbSdYANdcApeT4VVCx1LOjGMXZf5dPqiZbYNljMbFz4+QYawD/g5a6zOmJ1sD7buVliFX6CQw56AEyGz0SfKQBsqdYXgIL5PucSOtX5Ls/coEIBTPmJQDe0bGlUHNcGFAHuUCJYwFLe5ti75hM4QUBp+fZkuSMHnk2gZssqZxxPyBQGOBmeUx0qz8IZzXKSIdkqAAQSchoHzCBL1gAUeNGu8bZGEnTg+2SVQXeAUVsmUSBde62ljTOuz9TIzdKzJujL1QkbPeEeI3sBOqqjtHICH5AlGzpIyVF7ORqkQ4nXj5PFSQUWHOq8Xv/009AidrA6cwNfviO7Pc9AlmHj1DE/IEHmiy60L4JpDTJVLrenM4BzwIrt944tAbB19/FDzzu9RMm0Q25s33ftB5QTgweYj3omQQjJ3MycKDNLRtir15RwPfWh2iXDm/iu5Vmt3oMjnp642orQhftpQJcBqLwv0GEg3F8FmyBd1pd91RZdAPhV5CfgNCC0+zEVM/Id6BA+WB2mvMH5NNO7gRS2G0GuQA/I4o6gwbrKY2QB2ar0yOQcNzCi2bMTWF5di6VifJFdAXTevst6YjeHV9FTk/Xh2Yjmu/RPpdIKAAplhbXDGbn+L1ohPEumNMvDVOlb/+V3SlgjO+UHBO9QkaJjLI27NticvyRDlXYIvBqEhqoZOnnfrPzPzbak76o21A8pKQxYHQApz+QuynjW2zYXP7RHq3Yf4MddSgwTCIDsfpa5FdtpcAA0F54zeg9VJ5DnT/J9PsdP8Sd9wSPb6e/7PiAml8rXXIeXCZrRD5Fs6ZyLX355mXXq0nRfAJX0qQjgNBAp32eff/75dUs4Q7Z8JypvX2WZsHRuk88Al968Sf/gCbz7mHPw00+/dP3QM1t4IWMB+OLMAnq25zJBTNk/Mmz/jCxH3QPEp8CCWX+efVkV1wuivE6Z9GfPlvcBuCNruY4AaBZAfR3QsiBXBomd3zOc+bSHdDOSVWbIQHz3jh7Egl6PA1ZtlTIytdGdGghDcC36du7J/du7NAT4T/9MAIBrw/3epKcwdFCQLI8QADZYkDl9TnYt+8qcoOV+93t1BvjA7+kTW/naAA10Z3VX1hwA1UAz9008ySAkeB9zfPtb2i1k3Sm2IYBppjW6O3Ie+Q3ffd7KJQLAvADjkWeVraPnwUvVw2iVQDAv+0CAvAEqBBuTjV17vICf9CIcXwqpDcB52WqE9sG20gZFeaBpvofM+JDs2LZs4dvotwCxtNng83zGGF4k+At5awalYD/78mPoinOW492AJEpwsbb0VG7LiPJI+RNnLEe3fLFBk9ULJtAC+7NL4x4QKGcFFv3+yKsn6NmD72xVsfVJrT3FmlDp4M8v2Jj466gswu+suXvgumdskXXPX9oD9/QPT/DuOLWVxVQTiR6Y6yofKxuwjw1i9wUfNYizAYd527LL07senzuyb+zsqo9dR2XH6hHa6WY2t5z+nHsCZTf5lDIAACAASURBVHgPs8OgOHUGaLaVwrK20OmfU/2Js9T4wtoGwzvQ/6BcZEr4N+cfXvx4eEPbrHGuJzt3wV+uP/yiGT+6FTLXKpnKu9WR12dQPUFSLy2iXz2t3uHzt4Lo0tz6vA87oTa7/xh1q5hAa2NHqPMbSFmenQ+2hHixhvrapa1rS8PZrK7L9Vk9Q3P+WjkP+VH/h/xJmzs/P3z8I0F+p6G7N9yf3y4B7RX70NvvTfDt0Qr49nO37tuvs2zK/WvuZYpwvOYAreGxBHL2Rpm5zXW3AOo/AlQ7v6+AFndsHW7HBnzj/l+t5839zs9VvP5R5vE+83CYlqLYA6OYrq8rMZx76W/3ASb34SGHu/s7FPrAVu13fD4c+34EA1+B0V3v7XswQYMFvg0AnzS5oK7rLs0BAFc0ZN1hnrx5lug7B1slY4zS63dvHel848imXEYwJ37X/SEg9HZZjvlkXAcAgVNxFOSjhGYV98u3UQi73mQiZl7rYHgASN1v7bPO83s/q/I+PQjs7p5eHcbXbKZ1pi+Qd733SUdmqe5LEOIEYXeffNbMif3pvp/XLdC9NLHOsjKn/Nu/zSocx+nQzy1wvWTKPe0BNxmB36RfFTEzATVSKoxmvNfonZ3HzqtGJpE3c+8V2irAMtdbAHjntJtulOjXQSQ1yHEWjKG8a3zLb1SMTv57DxCerKizNDfC40ps96l2x0x2xtLkbq8gr/0kFgQ+P7vPwytgaqCcwOQVtDaz0t6SS3O7Tju/0t/xT+OdMR1lCmfoV760xscBNOMQKm9xfO1p0bM8ghCDdc7X8ofyzzmzWwL63jPKR3TmSytGK68zveU3yaTpvnl+C9QSWd1oWoV9ewBhXNVoPpWK9nLJuAUyojTFyN/Sd2ZU5Nncd5SeFZ/L0zajbUHbGrab8diZa0g1ahH+yV4MkIXzjrFZnkmZWqBmaJlxNPM19zmcYFUgTpkjgKmz0/cHIO36y+t6bAY9qWJeUEb+cKxr3tj950s8U9DEMRmZqNJYB0g+F/w+Ayl6rvhv7lVlChCipUFxwEifGm8Ck3UaTuaoveZSUhGgqQYkkfE62Y/9mcPQrNE5EGRHcM8z28ferGSq8T6Oq0M+DB0xB+65wSQ6SszY2X91yDL3OpvkVfvM7fld2ik/UCegzCW/GKlKKTgttAOYph9gDcDl3eOI28AEMoz4Tu63PWMJ2GlGFPy+PB+a9oxtGXLGeThLUY6ZB/w71wOWMv4tVby959R8Rk4MKNHo+zmzX7Hw+cIq7Me5IQqSFYde7glXxscab9YgtEsEt7SD49xnqJiv83Mz5A75Vhp0Hbds72beaOQARAzA3LXBaEp5q1jgy5u2xPS1N3RvuK98x+hTMhHgFZvhuvrQZJhsye3K1JP29xwBSjaTfmhWV83qejWbnMciZfndnqZr0FjmeQNJ+P4GKeC8Zv4Yw6fa6f3raIxhd32xzzj9z56EjregbPnGWfoIo3bnXz4ysqyZ26X/OLJj/fM393gRR4MAswExGwizOvL3Q584CA0OE4TCHjYj0rEexl/+7H7X2ayTzl7oMVhj8G0PWkpAG1BkAI1llqevb97lvhjZGFncwzJSOsALAObmODxZX8+7QPMan1tmFl3mY67jhLDmGJ2W1AbcVa7gTNHppj5MpDTypD2W6Ss51Qg8Y5atrKMr44c2zQqS125QxWb+1nM4ZwmdrBkeGSdybcHdDfiwaoQO8sffWwUBsmumD85RovUL8knLjf4ncwVZkLMIWNF2B9HdkEUtF5n/mIfrrA7YXqF5GUBEdo+lcHn9EY9MMyKJio8zCnqow5RI9vw02w/ng2fSjC4zobYXFrQKUKtc4lwoz7qXXTczZZth3d6jk21aZ4ABMWa9Wf1AeWa/YRxRrLT9JR2fMpx7bLaeWdb2dLUKAAAFY2jmHH3nkd3Q6WSc4ez4seU1sz4Ff7CPdNBsRr5nzmw+aEBQGyCSdZt+ogXjWD9KCnNuoSGzY+uQCTnYy/vH0Fwc9mSBTQDBU/rtoQdNBH/PdiuioM+bJQddrryrTjF69AbZUHaf8UFj7ZOWwQks6mRnLbYfeQH0lRez/zwTmm+AXOaAM0l9QGc496tdVgevsqy98JqxuHb02m7qvs2yoQdZ7nc4sKq3oM8NIAQAFg/3yu6Ckg0UtD0HzvkFDhsMMOd+SzFXb8y6YS8XUA7t1hFEGcdL9OXaJe05TzZv9SppbIORul65392Hu8pCaIbs6WYKNFNXZ1czqKuDKsvb1/nCD7cSwAK46EhU26o+1VLbq3vpJCVAhkVZec21DeZjT+KQtfe0tM/+Vuhnji0/PO0NtI/NdoE/kNUIGN0M2fxjTXmf/p/tFwcv45wB6lXPwEGGcw1nc/gUTtwGaiDs+D/sa88voPyzZtRaIaH8N9/n/ZZQRy6NPld+1QoX6l/qhuphllzmbNrDrm0RRl/mGsYMkNAgLs7kVFXoDcpXugzaVwSxxJEJAMD6wFMB/lgD+E511+rvzT2cYDErcdjLzuAe9BRonoxAy5OT9Wxp5lZ2KCgCDST7saXlswasfQZjJjf9k5WNto5hDtIQGXbfJ1sRXB5SLggYMIkAkGbPxml7R0+/ZqLjSOccxWGaEo6W+hcAaYnp9hFefZagM0rfZ7zIeHR1MghHPgEosdcA2tDgp8935R+vXln+lbV8l7K37DF8tvIiz+P5tWVQJyif36A9QBL0fvVbe9Cy4AAith3A+Q4PRl6wrs8C+lA+2pKL6jvwjfKQJhGkjPDoI5bbDu+IvmIvXjIBAaztz1zgLpmT0C3gX3ln7VNlm053bdhWVoGmMx/2sSBr7EP4UauXZdyA862yAAnlWS9fG6ChheRY20exqCgBBn8EKNFeAaT9+RfsHYPzykoBB5t5LE+CvqCTZpjDQ2vB4lyX7qpDhMfdlcaS0Zi+tIAyDOjuA3pDdI2Aqxs4ZfBT5p4ywOxzWz5Q/WLu1WCg0H6rCPV8a8+8yL56/r60XywVRLbyRMvNZy9epN/t4YsInTJmQCF4yQLAlIGGp8tzpdPVIe5SahbagGcC8HM/xouu9LSZnwBikU/pw0ugdvVYxh/65Hf2EpUBwIdgTWQANFr6G/BCuwi6R9YHXIZeG+CGfiNYjU4CkAavMlgBGrHc+ePMi7KonPW7D2QgmxlOWeZHuQfnDQC3vobwkz8yVmj2aTK56SX616OP7ZuricVZgN9KKmD3ZGOiK20QcKuN1b73XPz8ywv7niIDO6cy8/EPaA/+9uu76B8/Zx3CC56EXrrWBGJRjjcAOlnt2WPk5scgbuzp69evm13b7E90/4wdmiE7lX35kkzaAvgBk394PEE46ZP8H//+Ie+/qHyjXK+6isEs9CYvj8k+/J4zh15OSeL2QaXUbOXn5waw4Df6En1aWkHvQr9hbSMzAd0K4OYsvrCCAPoH+8X5Y305XwCaL8vr8szqhFRwgUcSwOf5BFwEVLXnNiDu0/TZnr632YR///e3pQ14HdmzpYecc66j+sGn9ohXr+Y56InQxstkNT+Jbpsqzi33m50vvTxPz3JeSfhTl0TfxD9AcNtUbmkcYIb5oaXF5b2Ml/db9jljbVlwKhRkQc9KT8wPnmSAFOP5+WdaV5xgYvGYutiUKcTukGVbvp1exYD2rYDy0cCPZ/m6WY36PgTd4AGCkdtmhPPLWaZfLfsJH74LX/vxx/TFZpr5D3p5NkA1YDx85lXWkfcFEKGzaFbxf0LPH6eSV5lpeDD0aBu6CWwqf7ZCDpuLDNsy7wQywHNbdGf2fm1+dBsDjuCV6JP6NtnDTdxwTZkz68LeojuT8TsJFMnYfvXaQKurX4QYcwKKyEpvxRKOz5zWJj7UjDNosr6KeXZ1tMzL8vWcd/STzfg1IIs7GcDNd8m2RiYLbK8fle1dngsdcl/A3Foh2NSVX9njlpBXLFWOjKuA6jD1H4aGDPqaD9A3u95WSOFVGz//GlzNOuTZtSUrOtGjkem5T9jl7wQkNIkDWal/uwEj6MN1KYxf5XicdkMDi7u96g48H/cgNIW9yfvouytj0RE2CGL5IM+DDwnID+g8AULwecuNux7VhfA7DuFYOaXT7WszfXvvyvUzqWN9HRsUrA5/6pXaW9L4fv8HwF/k0f9fAWCVlq9f/xUAmAXtAbq8brNMvvX3Lvoerv8MAL4C0DUIx4G6j/5WBu+Dk7u8eQuMrDN+L1mH7zXTdse+RHX7jK7LlWt4nPr/h7N/D8T8vIIgt/f7+l5fz2oB4Ov4HfMJSN4GIPhM9/96CDr+cXQvoMbnmw28QPG35r+jK2DspOdArKHjzzoILgrNOb77TPfYixq9pwJUR9kN+RI4VPqogWvJEQWETiZKmRG8vgDw3tvSN/dfV+CUT9aJe6VdHGk6+OfQ3+znvn/d3155WfBbwPY6ii2/uvfZa/ea61jujXfWqQ6qy9iYw/Wet/fjswWFdz/KwOu8uL8vNYN6/7P0lBt7yTQkQvgCVPIxyl2dyXUan+tesKri1FdLbXHFCKnrPL6m81GZhy8scIPj7uq43/c7Dvbtcv8FwjuFcXLggLnO25KAAyjjaK3R7HiNALqlIel1y9VxbR10F0z33EMVNYSdSoTfvY55766SI8C2rIb78D3WTfq3zOne43rW1hF9AjjuwxXgdhznfHjORn5vJg2KfF/z7GMuMz8MtgUet5zdFQA+SjR3HmRm6JjuLet4RXnWAOOwN0KrlpACGkO06573mkE8AUJoFVcAmFsedNSJOm6KD7mIm9Gj87I0TeM6rskzlj9ce//y2ZYxNur83GsWzl6Op3wkWwJSvgLAuw860Ccrp/x3erXqvZslli6uGfF1NGPaTE8p1pgl4LHlBwNo9mytspe71cE4RLjZ6xvcVGfRZOngeFnZVQNuouuvwJ8A+2bqbsUBy8w2EnLAoSrf7TV9KW2J83ocwyjUV362SmEVQ0oDjVGzADA9gqrU4VAdzrEZsQX1yvOlg5Yhw8EGf6tT2LNTx+I4ZksGVeJOwGrnaZnnOA3I+rrsKeXMy9tzPww5gA5eLXlHoMMGa41OsLx1AXpKvjUDIHvW/c+9mU/56qzrjksQmJJG9IKx19hmlnYMQ7db0nnBrS0NzecL1tdp1vO9slhaOYHMcTJAN2QY16ktiFEaHNqRT51Mj/JsAnRncM1mLpKxczj0ch5x4OB4bXbgOJi3PMBJUwCg8hCrJAD4JUuNcs8j2+THGMo4LMdJX2d4xjtps/fjcuAzZkwZ8GBvy2slmgLorHNpdsF7mSFrfwDGBDdhleW153d5tw6PybyccTDmLX3Kd7akqnuhQXgEHTR70jFwH186GXnhqGdsZnTaV6+0d6lYsHJ7n2VZU8/G9stVr9HBjvHSbLmccwCuFiHPuMh4KD/LHuA0PCpfcO6RsRitGHO5rxmLRKfH0ZLP23tuzskhw+s0isOnFjaAA/KY0omRqfTny3sfCyRLl5yna1/Jgmack87XyGcAWhy3jToGEJr1QY5xPLY0vP2lLS+u08mspo9xruh8cw03wKROie65ziD2AJdkMx5jfGJUrk4AwGFWqNlzzKProVI6Ge1mQXY3Z/0KYHW/de5AB81ExHkEU4Q+uLa8K89s2VjcNJPZHIu/JaHhhACxVDEAyMk6NYI/13VOACeRa/D4x7HccZYvD+RI27fUvlrb6sEyoWYmtJ1AHfGun/xSumx/Rspn4vTIf81CmEh95eRka09prU8pBQrNWP5SRx6AMWuxa1qAFKdDnmF5OPkKY3n8WCAQ/lPexdnK8+sAyXIvXzEifUsPTyWBZtvJu+z3aY9SnHbMCUckDuNDT5iMzgZOIL8A0TlHRwaaDn30HR7O+dlzuP1ZdTiZEdIAhSnly7owR0BeAi+w5erMyvOrr+eZnHWzMQFNyFgTcO65oXQ7WVwFf5E7ZuGTTbUCFb2aeZH1x3ncXuzQGPwU+toM9gIBuTH7jzMevvKFDNPJzvT+ZHjRC47sU+6nTMcZX/naM+W8ANKhNeXq6qynfD6Dmu0z9+LFizqPoMd1dgEAC/TiOH82oNdWeIjDtpknZv/pQJRnAkyVxYRHITMssYynCEdeStHmyBQwvVQ60ealcoWyrq8C0ABEZpVzJnHQITP63+iPBi6hh0LryeBpWwLA8g18oHepGd/7vVZh6EPOYB3PDjq8+4njWfpnfvatPWzCzA+nnE7HH+tg537Y30eFtryx/cH7pK3OAZ008EO+sRmW1XUGsKwczP430Knn2QARAWBokAw25KAZgw27zOdkL5Zvo9flCbVLuMfIaAMONmPetUZMAjg1wBK5zsgaRKauIg1pQyFH+VynH/oyspmqBWaaHIB7nJArczfQoM7PAFL0EuQ8/EDGz8sgMpk3vLHZcAQSImp7HgSzcYYKyku/7pl9uNFdcKC/f5/+rFQgaEnn1d+VSwRz/JH3KDle+w1ZkbvIEq34QUl0nvlDnx8AI2P8g0w0nOxhVa9ep+dxHvr27YfvPmc97PeatSdDMMArPSbxOlZdhPbyHAC/Ba55kv0oWT91ZGiQZ+MIR1408InxA2ol2OfPzP1lADqmzL93eTaAKAAkgCmPUjZuZpYtBpqRnbFaWllwxGBIz4z8DpCZeXJWvs89qeghD+1FnKh8h7/pOwmPoVw26wUAzHe//8FgpFbbAdigWgg6XX4vn4xe8Op11ny6PFx1PbPMdbjz4hwggz/RC5Nyl3lOe0a2pCPZmwSQIStRuD2Hngsd8M1M7TrwXMuMG0hmdp56pzQDgMieYfNyhtG17QFvAC4kgv1rpYGzOgYZdjybEpwEH7Anb35VryFTkb3iBaBFYAoVcLYajqaC526rrrTtR3UtlvxLyw/zghYAsBcw5z15Mo55nP0AGgGdM0728v1b5IE+Iejiy18BXRscIYi+7BTR1HKzDXQDpD71IWyigv/QZs8Z+gxlYwGAzQ4H7KfEMrsDnf/69n3BZLNF6dXrRhvER5AFlREoO84+mxhDqWr6USO70JcAcr/keuQ79iT78yyAFwADYyAbFAC3q0dgxp9b9tixf0nf2C+/W1a6I/s++vMPAa1yHluRBbnw15OWoyYr8XnAt7//BwCwgD9BrIydMcOLoDd0gFevnidDdKpv9PwcYr3Phfbev9s2A/ZbLwgYZlp9I2cQunoWfelPAJl856dkSpOxyr2gh7eU54YPZhzQwvsExrDGv/yCjuU9vhQAfpt1eR6+A91Gn4AAqZCT/X2ZrEiDMANkplw/cwJYR74gS9AZXgQgfZWsYHiZQRYTuAbIhfwuEKQ0JJuWTFF4Cjp0wd+ubfYyZ+h5AkVGdTkS4A5TtHyK6gbpJR2e+zyBTNLzx+/+9refCrDBr98nQKN7WxlhZRp1cFtaoGeS7bqJLgBcKA8//WIgAN/NI8zaL0sK38PvUP0D3p61yXuvstlbWhf3AZnKv4Vmv/uLwJXoMwB++XdH1n7k+6NmQo5dxni26k1nATAPYxhwD3lbnxH8QRlev27WCQD4/QcDnCkP/uo1MglZMNmPoUv2+Y4+xSNzoV14lwCwpEwluJcBj1XfeJOey4Bp9uhF3hKosFWKoSv2ncAOZObF3VkT/2NLJGvDlG+ynwRtsjZTDQbesOXQKZ/NeWRurdAAvTDHUc88fxOwRT9c7PeLbxbZaJuD6Ss+NoF+Lv1LP1TvZj+hgYD8zJct0HTrT54BPcAP6xfJBw0g7JqdVTxtV6YdhL1EMAH3rv+PIKjq23q7P6NbNfhp2lPl2Q0KIOAZWQIrGTViXGlwxq4dP1ptqn94D/gwFaIOesBuHJ+AgcPIRWnkqKbUtdzFPLEqbaHQQgagXaKthvyoDKPySc5oA/no250AxALAMy8DinyZMOC4Vx+wlYMy5fCJjT68lfl4RgP+mG7mihyUbhwvz8PfB1jOeWxJa55X29q99frRFTPWA/jOPPTTrJ62Y12/GIlFYgitslhdmyqAZ6avyrs2gTaD/rINkuTcPUpt8rRBOan1a8DvPgC1l67j6tAjj+Wcgc64v514dj16N1+eBf36XRWgB9+ft1dw/FcB4L3Xzmvncwvk7nVXoK+bdzMeBcW5aes4Ob5/s6G3c/l6/b1iMx6XwNbReWayfs14lrjOsZ9g6fmci8E2i7BOo9vnPjSOK1j60L5sj67bbFWE7jWj9kqDZkF7t1v62rIVfIYje/d7r9t9vH1/16ICaRTFBRq2N+91DDuXZea397+O7TaLeTNJVyFqtHkHdAIglB6DUS04WkfI0PD1zAgUewZ3TkTrLx1cgdIrDV9LL1+zdU96v3+O1rlbB/dBB+fZ3/tdHfONcr4w6G8Bxo0sGsf89Rysc5nv8VwdyjIonR3LIC9gwGF46ey/gkeuyX1+dT0DDOEoETUg6XHeGSMGNUwXsTmKzZ7kqtc7Hn7vvpxruGfmCgBf57DOq10v9vr6/dv1WcFaBysMHIGenzp8cTbYX3CFh8s7kc4ovhfHvs/ZKC4GjgfL7yrovubFjlNj8uCpNXpO3rYG1335sVmFrs2VX+717DVjt8Tl9uiyTNbSwvndycTKc7fE545pl99eooJj6zSvC4TzpS+kZ6+0sLjqlIzjPRTmvuqQN3ij+lUVrMmE7X7jTOIeGDKWo1pFZQHgnePjZpT47JYVQUJz+ZwDwIzuKwDgRLjz+Q/DJ7AcNtvQe+rY5SUQPBF4dcSbWXPNFEEOGVAhACxPvR+oouzy7PGrJYGlM7NsJiAAOuh26vwgUm339dxfwfGucb6/oMt5P50lSz0bCDPLXn82z2g0+CWTuAr1ZCminFnOlrGdWebcYzN0lxYX2KhjtVkeOpdmG2a7Lf9ooAyON6oOuEcqXxAPwJ4Zfm6g8uMon9lAjuHje8nlIYPVz7pIU2bZbRlxnCv2Q6tpNOAez2mQxJz9Pnr25p6cKs0a+VrDjgmUrma4lBoaAJj5/Ji1BKjdc9CsqovT1nnHKRSjfPnNAiqCKmQ0kXk0wHP7Z27mCGGvRB4Lglra7QQOd/zbh/CWN+w+7ly93u8vsLmydpVfrrXEqfS3kcFL70uTKOuWPhWcBkAsXWR8zWyRQg5AA2cbjqBmKkHTGBazFzpwBXj6rYyzfTbzWvDvGph3KvXMRQcybvaeEShsFPnOlQy34b3NljiiqA0EwRlasGsntjrDyDYBa+SiRiD3tm/g8mK/QFnyOm4p54gjtE4BZU3HF5qQHyjjOQdmqAq8cpb7nYtRwbU1zFrCz0xvrt3KANcS5tyy882dP7XywPSGmiymnstx0howkKzQzI3+neWHw9PMTgr95W8c9zrEz9YST2J0CpR6RtjwlnuCl3EOcfiQsTqgF0BAaRdnMM7P8lD2iuxVS5R+ZF2QR0QlZ1wbzCR71oHMT9jAZoQ1gh2nX8+XgM3qFDqg/d5Rwn8Bs1zfTLYxWJHX2yt11xuc/9q/ueWlmlGnY6CBOD3jOjRWTrT3EftMOasp34oTofR+6JxGZCtvrAQBgHfYfwUMt/8b/c4FlXFU9nxXhnq6CHr4Ic7m9icOLQvkPC19QqKMg/tjrLdELHxlAqG2/BWggn25LbNJmb8NUjKbUucna0bgRZ2b0YdaTrlOWDPUOFu1JUYek/XXsmMZ6t3dhwMYL/8f/lJAc2gSGvLZ44SPs5x1ev/+fZ+rroKe1cUsD26ZwaxBnUctN2qpepaHgIv29CILJH+3pPB83rVoKTQd2JxdlRr205J8/VIR9mEMI2grbzgT7SNmFH0dJ6Hfu3gIDV5AN/He93U5S8Jtqf7OudHvZBclO66lknF6+bBmemf/yVKHNbbkeIYJoFz5XDqg9LeZUm0H0IwmnOZk2Chv4ZE8sxU5GmBQztQ9OXqiDy3+OaBYg2qIIai8gM/raNrgheUJBlm5N/B28mCaZVHwTIDJl5U8BHcZd5z7zGvO2tJ0C7blfnW8cTbpl1he43zJ6ioeEz5h9qpBKA0AKltFpydLAT0jshmgDc9t/uZcWZLR81ugIl9bfooexi3Y3wLn8PN8p5UQcAQND4K2WkEhr/bGC60i8yqjoM3sT3vR4UyH3w2IWD55sacq/5upgePZABsdmjplO7fKnFnBOJgsLY6MM/DE/ZEv+P6Ap+heY1sof9xD9qWllZudpP2xvhkCE3Amr368urhZKoIpb/7+Lt9/bhBK1vrpZFm5wzrmqp/nP2iEMoYEI6yMb/87jlamcZdgk7VbKMnJNa/TuxPaRuex3zoOUvv+4UwXRNKfwRocWSy1K6ZXKoEWnOnM+zHl61M9YQOuPoUXAWgJytqOwqBDyw4SALPA8rZNqLjuArP22nqW/E2WW/gcmSuQuY5Y7Yh3795VFj6l3C4bmO9B25zQ2iQ5p8yv1nFowt6EZFyiixQ2Ke3j0CZDlVME4G8Vme1Nqs5Y/hvAw8ooa9sbxMi1ZPsV9AIgAvgBBJ6sJErQtmd6ndxFU5S/Bbm/BDCiWsaXZCi+rAxsH+icxQYpNRBsg3LkAdCSve51ekMnHzM2aLU9dBM88DFABUDEAjvfBaC3qhR+Ah3dzPtYo+ERgKx8v/RMX9nJgtrA4Q1qJBuR9zYg1SzZOUNkwwOYwTNq10cPSjYh/AV9wtKmrK9lQAHZah/nv0+U9aXKCX2KCYiorc3ZCz2kH3QDDKjGFR1pAyiwdZo9hSr/wwTNjFwAYG5fTNb355fqecy6Zyi3HWAGAI+1qG2b8b99kyCt0OnT58lETBAN5jb9XgVeBVoZlgE30jh0gi7SvSaLu3IH8AI+EmDozl7d2miiIcvz2p91nPrbLvEjoHldDWYVU36TvqClf8hn1htyhbbhDoKU6GXQGIEboblm0mvfPE8W6OP8wx9HRRjG9gweHrFFJiDlluEpzXYOcT19GrBt2lrgqEd/gL8UYGq2H+eITGJowUz57HJlT/e/QXWepedkPA4IBzWBvwAAIABJREFUxNq/e1vHRJ5NhqaihfNK+V3ogHLVqxxQzebLX++boU15d9aEzwHVCTqiDPaHZBXz+r2VMuixS2CAVTI+fnzfYAfAqFevfuo53/VjvduvdzK1aXdO4AxnhKzp6qb0xkXWEHwwNID+/iI9ghuwgk2baX8IzRiEHL6EThV6I6MPOfMy9ycbm4UF2P/1728bVNUqCVmfx9EhS9tkSzfzT8Ce0vrNxi3NGGhH7+WC4ekji0z8I2f2Lj2KC6qOn+zwd6DvUY4W1YT1Dc8iWOevgOzcE32Gez3LNZVvF/usXDmPtjINNorl7rv+oZ+WPs9tUPXr4q1eaBCy/jx0dfQHzyVBiev/LH02QMR2Jjz81wRe0I+4pcDxXdFeION/RDAc4G/AfAIYGns5cpmzip+pwWh5s42SGhiVgJa2lKH8O6AkjzBApKBheBAZtSv74R8tS9yAMqsPVOXBbiQgNvT07o10DT/46Wf1EtaiAVP5HL2lAfKcC8ZdfQU+w/+pR0PDz5MBXHUiZwi64qzTExtQnqo4fN7lg39WV1P2NWObW+YzuTdVGqhuZIAxAUCPWn48MjlrUr9BHkQAm1WIBOmqdme+dQG0eslWHOwR6quthKI38dm2qNJOybqSpZrXE1qHdTMEYzkLa8dxxsnKNuCSs1iOd6zX+jnRS3jhp1O906dq9UKC3KDxDdrSNtZGsCIM+0mAA3PiRUBMA3QIcgdUzdnSxzr25Nhne/75jvqHr8p7bIFmnY+O16QH+R55mjyLs9nqTMUAzmQm9qHPG9/liTsOw55AMX0wBja3wmR7e7PlBuk2+CbrOSqDdjF/oOc0wNmzWZ8JelhuBQ3Cp7ueHRPjNtACWqwdig4ATRMA1KI23M+zumvLvVvGuXqv+yKtWK2lphtVurqILl7B3AkC0O/k+0LYfIVMZTOQ51jk/uovVpeY88J3GlSprg1dSA/Qc+bxfwMA7oAGU/jvAsBVXpnoDWD6rczdJbhjI/+T750k6m//1Uzdq9Nyv6ez3Qm7uJcTcHPvdVxdn3+d497/dny3APDt52z+CZidn94/jP8zAPgKRK0zd8f7NcDrAV0A+Ov5fBsA7r6vB3u+uPO/vw7378r52f3fn9cr9r0rYHtd79t9uwLUt+Pn773PrsXuf+XThSOWPqCDKtIymgPgmxtjSFwB4AVcbwFgLt9ynreA6+61jGwO4GWcD83hpNkTZL2CvA8Bqu4PZR40VK59gq9zPJnqfQD4oXVuacWCGPcB4N3vIwtwyrWu03rntFli98pHdKAC7cuE15FoY3mF31HGFMaJk6H27jDaOcoTIHSc7wYz1rBznZnTgug7Px3l3uCaxSvw53d0XqBkrUDD2YBGMn+vBnnZvDWqBdoWIIXBO89GA2VcmymzCgDv4zSwtI58CiG2/Quu+7Jgq07TVRCnjMXSLPOb8S2wfktj13Ng9pz3E/xFMT2/AQ9eYKcgWR0zaiLOVRq9fmfvw/sbyT3bPsJ+si1Dr1sKur0oWhLW/h8LAFcWE+HLOI5xCRQAB+jIUegvALxlNRZorQmHEzuRin3OVTOaqW4GcOeCcF5tK38fmeaMY2jrcHB17eyb0Sz0AlkCwN5LkFd6W8XFhxbMG2C1wNy8Z5b89mgd0AXH3k3GroqkQPRtKWBJwLO0To2WlBvnqYqH/P62J/UCd71D7sPwARiYBde3pFMtdHnIgmCrH/R7uf8CJ73/jGMDRJoJMMeJqHAdiSOvD2Vd59A1An8d1o5B5fVaGnu2s2urc2xecya6b1U0dVpuqUAWarPh+QaG9e4Hc8bxUXBpQMUd695+r+3PzSSd8w4wi7ZH70QVXIBOouGHP+CcQpnnsqEX1mn5ZrOAsg5Eu+u4mojCRuE7Q85ZATKc0c2q1YDZrEXK+fBsHNgcVjPOFwAYJ+ZkZW4Q0Zb5q5M5z9+s0fKMCZAoWx5+yYQKDOdnHdV11CyI4Urxt+UWlbkLKi2PsfelvaJ0XOsoQ8mGXMjMWhrSASSd7b2vcr8lkVti+uTjXjiVHuponaAvHL6UcWWu+bclVHs58xhjh891+lMGltJVnAvnSx8+XoP3e/agKxyedRjoXGtfoxgXOBI2g9wgA51YlBjjtUBnQVdoL14k5bH3quOx5ewmkGQ8lMufO/ZqOWZBcQ8d7HNmCRoguhk5OXtXNyVjC70z5ieUnh1exljhMzwGUAPagqY/T/BbDbXKb/cdlozzCnlluTDXl0AcjObdFtmiwC8GGplKZGi0nw+EUvAmzpmeF7OcnVP+kb2Ds38ygNmnx11n5Rrzgo6XVxSgdWFq4LaUcebfDJQBWwoYZF1wbLtfGqM+V/7Hnh76YEE8s2vtUTnRxVuesc4I5IF0uO0DrELRt/pqmVB4BoAOADB9InMvQILK2p4717f8bb4Mj2yEfGWETnUqHiy4vfLL9kueeTO41asex4Fg+VEcnTjFyZBC3zGrhHFT3WFptdUGOtezok0zuyMTkBNX+muZwtxjs/RwqFgONQB/1hz9x0xMHSfVGScQh/ONowgKviMDc8ZOxsHSFXPAicm+cAZxrnIvzijOGpxmzY6eaiClv5Yhls+Qyb1AGDyeeaz+sGXQn8UJyp4RSPKM8qPQZ+iRLBnoolm5c8ZLL2RFw2fn9G0E/oL27HWdiAB+2auWDS+v8r51gGYtobMFS08a0RG1PcQ3wIJzDj2Wd3RMBrUUVM0cC+zWeZqzOXzv5IsCwAu0PgPwqg4inQFGlC/O+H7ovk2ZzdwfHrQ9mxnPX2T81K4yip81JYOb/VV26DJZxxLncEHLz8lYBgAG/OfaZuCPLGtZ4vJJKMJqLw2kynrgwK1syTy3okZ7tyJHm/Fvb7m6XdKPkz0HeFsAuHOdCg3yIc44zrlkIs119JJsoAa609CiAB8ONWVBM38BBLIOG9TRM0kln/AxgBVonvPUXoahZUAL5CB70KxhnPChZXizfEF+Ck+GHgD7fM/ATsDAzZBpSfeMvU7zZNx8IWixehWOMgFD7Qx1DXgeAMiOtfYP9DwObm3A0y9gz1q+s6Vuc2/WpQEpZk21rmh9RTqO5TcCwAVh6Vs7fcbhWQRY1OE7vK+gc272OF9Svn6Z/t+ux9pE7M/dx2TQNlPycYAESphaTQZH/JYs7Zlk3fIftEKWKjyqtDKZ2VuOm2stxbjBIsCo2jw/BFitvpE9ZM+tFqCOyqFj3dkjgN2l1dqCcv3S7Or2X4YerX5hgEDLqdLCIevInnz+PfPBDjhA2fyOM5un5abQN2AC8podppQmfO75kwDGNSfsWYfznYxZ6LoAcM9PMj+TYSeIjxwkABKZg9Pf7KhmVwGsFvA3KABAqvPINVY7MYue57RkPDpsgVGBHkqevsm+QH8AwFaIEHzaCgToOdybMfJ6FsAbHlTfbCZGH1K+T1lmgMRmgjbDkrONepBSvLQ3yGQK5gPkk41ce9JSzV0N+qoS8IUcH76kLiY/wyFMSW7k2+tkAFdVDoAhf8M2NjDFktmWqedZ0BC/svacb6uMGGxMT+SnL3WCg6myHohWxvn6Z8tHA0jyE4AEPaWl1yMTuXY6WuR9giAA2Ue3mmpj9NzlTPKsv/3Tq9Llo/pJhldlDd8nA5j9oy+nPVrRSQXq7gIcUv4XGWdlHPfUzC+UJM8/vII1gV7JWqd8MusPgNIzE/oF1ERXtsWFYLf3QS6pPxSwAFDM62MA42YqF1D/oSWAm5E4ICrbtEH6bY1RmcrYoHaB5/aVbjnpALu55qeUUP4zc3wTMBu9Bx76IsEL6ALv3gDUUbYePeXuu8+hu6fVR6DX8GHadOTW6EDQ6eNklrNejP/HBMVhqnf/ABLhCpSJzf2gUQBGSngW0Miy/fbbh5xV2mXArzgXtG9Bj7dKAYEogNb0AVeXyzOfAp5RZwzbAp2HYCKC1OiXaslb1GFwG0AQQFP5DwESJwD8+vUv5YnwoQbg5zsfM99//ufXAxxWEheMJIuUcT0PjdaWG9uALNSWgn5hC5CkpH33qUEXgqSoEmT0PmJMsOt89/3bdx0nOh5n6UMyhQEmuWcDtuunIcNQgP/9O+/1ItnABIrcJUsUXRBACxDxr1SqgZ7h3VQMAAgkENGMcasMtaJbS+RmPMnyRWQaQCrg32oX0T8JUHidPSrfKvVpp/H5h6yTQBL8Et5rRjz7Cq1tqWHGyAtZg97Y0u1kXucM/JTqBn//+5v0Df7bwEH0ADcQkgxgzv+vbSEgEFWgZ/Qj7klbHM7YzwleQhVeUBP7hMoCj7OfzxKsUZu5MtiqDJj/8BtGpn2+LVCShVu9Hm6tjGZN7ggW4Zxn/1jnlp3NohDAgtz+LX2GIVoCbV7/hK42i5X33vxG8AQ0TICgejRnZ/Xau/S9Znxkd+PLIFChlQtoaZCzrtnG/ieQB0Cz/g78XALsBCbUrzcZvHzA+cEOo0UE9nWBvToF8bEp6+GnZu1iq0CJ+mAf59w3yGB8JJZrV951HwlwzaFGd6o9O3oTe0bARNeYdjzV3QS/BXu1qMhq5hw3yDB7s1WHWrY/skabe4LZx0bXd64f4N5rqkMow/zEwB4GrG7B+/qL9TUyzvKEIegv08+Yc2ZLBCdanzc6Z22A3jDnkx7qZ/nstkpIH2POx13mRLU1hsh5YO4LBPdeoRPWRNuNfd6gH3U96Fu6sILOyrCqzvzrNQK/6hrOl7f1WVuJhL8Zw+4Xv3MePav2+2YuxaUIsoLXNGtbvw7ylMC26sjVcwx6kM953wOY5ezXTclc9HPWX3LZJoOUbcNVnT6/8DnXN8AauT6AtnOZ8Y8XknU4bPdiHfrPeV993ICyAsBX4viKWIbF3KegcxEpK7DfsQ79+drFfAj03Kuu4OeCsNeN2M9vP/sWMHx73yuwe5sBdW/eF6DlH1330DpIUCqiPQQ399rvfCt7ud/fCIce2rnP/OTeJxCGYLtmdZ178dDYlqiuxHP/urOW+LfmJsFdvEf39vge+Txwi/vf2/EsbXwL0N0Ds2vbdeWgVIG5/5i91757veft/a/Pvd2328F3T0eEX6c/2EEFyD2A9DLV4TMVrlcw9iGA9B/N55opt+fiNhvXeZxjca/Pvx8Cg/8RuL3AaHtj4rTu2ju5vZdMB65DGQ77B5xZI/d5wDUDePfw/r7I/Oq0na8efIiInoOIZdp14MNAB3Exq2acjSihA6jdA1XDmxoxOucU4GRwpQq3pa+rA3/PHZ9dAzuuPPIq+BaY3+v3nnv99dpdoX1vgeQKswsgeKX/g49kPfZ7196+18zYRhyNMtLxZF1akmIjmobPnPv69dHdzEC+x4vt5r3TKazyc/CWm6Ab57+Clgg3hRgRm98CtZpVoD94HI8bGWUPxAWcvc/2X5X3tgcnQNvw3z4bwTv0oXJyZrnUqTzA8J7pOvYqbIcHl+alj2vFAPvF7T6cwrvnAmMB59jNPu4Kc64eTWQ4DtJvvY7nDs1uj2FUB6O3p9RL+aLnc8undvw9o44dZx+Als6SBYA18qDbRjfjzNjzgeNvzhfvt8zIDBWAj3vrhLk/fh0pZp9smRUM483cfZxn36PLKj4e5uWNdXADogOu1IHs2AQZ7NFxDQRDecJposNXZ1HXePZwv79n6Xe8I4XO3euW5QJgHto+zi1OSxTiAiGng+DQZ8Kbul5VsFSqGglPlN0IjHWoLt/jAECP21up4NEFaNkymazgZlFfx+UcTl57DXgp2LOAcH4vP40BsI42v0tko3TvPC3HteBAnU9DAyf9mSmxGrLK/YBe48Dd8s6VHXNWWNeqzegvY+zzTB3ORj2vM3mFOtlI7Mu+394rGP8XIema6jjiBYDerMQ9++gIQ/MdZ2ULxrNOP51eAsu82i9vpldabICM/If3AXAA6XhtT/QFHzdaVV5wykd7aIYP9Fu87DnW5+F8bsaYpYnNYPGzo29vjCpBGfUe7oXjuAZzHP5kL+DQWh69ZZ7rdOTsHNGhVo1YIJOz0ZKCx3wHkJ2IfOgCPtoeOAAu+W4jTUe3t2QjvIcyUBljDSL5taCOZd00igRKuE/3fPhO+fGxLvb7ZA82s9VFIquGsp0aYA3eqbFF9jSZm/Jez4Z3gw4wUhuNe1Qz0DmpvoI+MwE9uad9gck2jDM6ADDOePjlZgrLMy0Rx7nECWIwC859Mq+MzFeunJnA3a/JhiwoDq2hs/cnJeTo0TRjvgDGSxstz5pncH7YB+a42ebQZ3toE1XdlBbWO7RG2ULWBUorWdfCPPikjr9RUCc6l1MivWjDFfCCt6+ezVlGjzx4/Mp617CO5zFcLa8tD94S1Ub/Kw+kj5R3Zo/od5h1bpZunGxc45wBtA00YvyWbR5Z3OhInd7FQBp9f9pKljYWOOA50BLzcd9Za/kpJIoTnIxa6YZ9McCL7LtmJwe0IWMcHm1/UhyuyoB1gLNeBctnnPDd9iss3ZrNV4AX/kGfxjzfbD2yYKDH4QWc1TyDcwV9A8YwfsbcLAx4Ssdu6X4qBKzjQsCRsxHnfhyY5SuU+ubZcebiiORagC3WazMUzSjDOT8VDtAFLyWQWd3nAUYKRrBg/dz7yXun/zDjyX+CnaXe6mQ9i8M/+J09xbG8wJ/AsxVLAOT4DmddQMKem8s36uji/I+MNHNc0KsZulP54ipvK+8nYrP3RC/MHgPIcda7p+xBzibO7ecv7IWIs4t7H4A3JZibyU5/cfeLsbKPzFXamOox7HDXZfo745jLopihbUaa5eF1eBHqB6ABX4P3AEjhXGfd27uRvSW4YkpUQ6frIOU61qdBb2RstKwwgQ4G7ywfgc675gBCzcBY3qBMhqb+DN2sc3X3GlqhQo290zbAVH2XMbRcXs/6lFYEREhWj+WH1clxgj1P5uoGHiEv6Nn6LGUl+8q94GNWQpGfWPlJfsrcAX/gx2YA6wFkH7c/qL3MvR1gy+q7LXOdDDl4PeRLic7SZM5KyxLDSgAN4uyV17BPyV5NQECD2JqJBa1zc8cD2ArA1nsEdIAGzFAOAJ9MlqOd0DgMHZMVR1rivlnwysiPyerdSkftG5w9ozILjme+Qwba8ge0KfZx5Qt8klf71ube0JSguuNFVrEuhyykNm0cxO31jUnQAEj7o5t4Th9WQBRktcEg8gLpiAwa+Z596AHvap+xrnEav3z5on/T05Oz3HPokpYesPV4Ld8QvDOwrFUXohMhY3//I2BoMxyVy9CDGZTM9/StFWQKLTRQD0f26OAAJWCRZALy80XONHrckwYboWPZN9isUYDFdx0XOqAVFJBT6pTQV7Pxm0XOXHlffRBHOUEdgEIEBv1I5i6yuP2M4eVm19higLKrBFhsmwjfx2kP0AJdQqtkQpF1hbMfmc4zKJH6JOA6FZM5u2/epMRt5v2KnrkAcpTVrowhuDXgWmj5x9zjGSV5s4YAnoD0P+b+ZJBjewOEUMa1lW2y/7/8kn6rmeP7ZJZR8hYeXxAjPVtfJEsTwKQ8huormbs8iuCn7wuwN6OwlQUAaODj067gS1oyZPnJ7ixoFgCY8/kx/K4B+CGvJ+HrG4zQqjzVnQEK7NP7MjQJ799zwD50L8qXvg+9cf4+FSgmI/Zf/9dv5S1WYZAnU0r/KZmiWf//+Pe7rNHH6q3wlp9+TvZjSPW3N+gTU+K09OCatvx+Z8YLW1R5VRrKeSLj94cGKmTtyFQ0A6e8lJKzb3/90KCYZ+mLDZhCBjk8wsoUKZee91HHPmefQj3t0UqQUWkyC0Qp7Y9Zi4Kc4WXo+gQiNADzUQLCAqA8yzz1LwoWwxsoHdy2AxkvdPrTz68LxmE6sOethhLw+WVK7vZ8ZzCcxwZbhC+gE3789CG0kQCK0CMy8a/QP7E2nHd45C9/S5nmgMe8APOgQwMYuSF63d13/++//K2/E6gAOPruN3SJPD/n4/Wr8InOk2ASA/P56lPsI7I4AQnzvH/7tzctM836/5z9+vW38N/sH4At/Aa+a3nkjJGAiAbyxo7I3lUW46NBxmUpPqcPNa8nT6my8rj0w3iRQYyXoL9nCVh58SKBDfkPgBX+hO1p9SB6bKMzddG+++X/sRS2jCPrVDlDFYPwsQTKELTAeSMQEta5pco/fvyQcscBvJExbEHtWOgPfZIgLXi7Nga87lXoQh2a5/q4qvG8CT8HEMq/dylx/l2yxl+kHDkfERRQ/pBzzzmDxd0RtBP6829vhjh589u70hBBldrLlCZ/lH1OL+GUBedBnDFeuJPIZESP7X6PHwu5Cb808YRs1ei5VVgEoAnIamuanqHQc9YEAJi1BiB+lZ7lXMNcrCKhfkMchhmp+JpOHOIua01wyctX6DY8hsxv1sW1lO7MUEbG/BW6gm8hZ+E3jR2rDWnASQHUzP2PATZdHXQa5H/G35LC6vMNIM15b0uP/I2+gF7Ad47A40TANNkmc20gQMdOtQPtc3TCBr7OpsLX2oc417QncHipck55CuDNOUa8AohXv8kZR1bAd19Eb4SetoWa+hTf3aQz5dL6OZgb5jjfYZ0anFxdZwIp82zyEtZ+MsmLodQg0dbALh19/+rblobIJJ6g2yxXdetpY2M/XWl8A3vRc6tKV0eRV7VKVoisPkz01XynPg9AX+QIvsH6K9CvnSe8YLEFpr8VILQZ+cyfvNYncg/DacUaA5ekXeyHBYA9a/vaqh6c/5Z/HpuuuEJGudnbXC++J33DF5t4VTvHKpzlBZeXlcwctDrPAMDjz11fv/NwXMy3bsf6u2wfIT5j5SB1mU2w8+//EQBc4Z4Z1LlQ5d0ZqGj6byf/LfDzWwBwv3fZrPvLw0TWgTkPvb1g/v4WAHx7+RW8/e8AwJ33BXi4jv8hEHuff12jK/jkOjq3hwDgY/yHsu07V9DrmhHMc66fca2fX11x5+HZ++93/icAsADy/X3aeT803p3HFXhp381xTI1v/R6NXce7IMa+dwU7b9fgG2RzrDsCVmf3rC/nvLR9ZjQdzjVtVA2xme5m+u5zm9U2RvpDzz7oYc/ODbC6978CyRp+OsOu70tD98/RFTy+AsPX9VNII0zMfrmWtKjjaA73ZuuihN2Oa+n/ClZc5/sQKL4OiOo2y0zGwFsghXtgUB08BoVhsnRux3otq4wwvQWAe498ySyZExjccV6f6R67qcfQrvwJpovTecZ+DeI45jIWxZU+ryDfZrdtOVHX0CjcPRP8XDCa+8L4b0FPlZQNQXA2CwAv2H2O4dv8E8W02aE3JTK6znUinmDrQT/jBL6/1zh4jCA7So18FVBghKmAlgJtQcPOvZm69szTYWS2h47+dWAT+Ss/2/ktkHY7ngVvd31XsB8AKDG9WZoqPbv+Gz5WInBPeDbOBa7lWKNgoCBGhbsPJC/RQG9k3WzpOubG+b1oFldac+5+3kw8wOkMarOcdq7Xn/dodebBFFrKMd9tj78+lwkIIh0lny+8bZUmHX+jfFe5GOfDMsW9V2nT8S5oWSCDyDyURX7P/m4JwzqLUEJyfwHGs/wXDuGr7GnpTJSa3MPeiL64P+fBaL1RcnMK1yHccwiYPSAR6/B7rI8tkYPxSebhrkPBT+axjtSaqveDKQ653OhHS+SiwOHMafbXOH8247c9dy+8Arou6N51FeAw291IwEbZHnJ9Itsv8qDkd9CT5UUXbDj4CU4iMhnpMdW+ZLteJwB8ZDt3vSwNLR/3YWb/DvjbNQF4EizWSatQVFk9S/fs+JDZy8u4ZwHMvIh0tQy2juw+b+bTvR1a5doC00OvxyS675Yag/cv2MB7gGu8KI+54yjPYK/GQb8lkb3fff6ngSCoUfmRm+IMWkf4UWK6xoYOW53pZqqvXlAgCCN51qoGF/3auq7O2x55GiJE6vPeArgbRLCBJluqvKWVJ5N2z5GOQGV/+2gWsB0gADoA8DrO+Pn9XU+BI+ZrBnxLTHMm8x9Zt6z/6rbNThwAuME6Y+ByL76LznAt/byZjewLegR0X+NtgNOCzADt+XkFgAF4eR8HqlYh59g1oy/mOr52va40p4G68k8AiXts9v/SFY5BnC7rpLc3qllGBpUAxEGaOo0tbT2BAIDqkT1r+3CWF5go/c06bdm18rY4WHEw7tgIErAEp3u1QMgtAFyKRObdA4LNNqWUHBHlRFnXYIWn4GwIoLFn0ntvVq/ODrPKcR6ox7YXXuimJc+zfmbOn9naBVuGLxSAHtn//Rjp3UcA3clo7pgLCCm76oQL34UnQAs4Yvbc4IDUoTQyNd/lTJ+l0szmYw03S3OdJermm0GJLKY0Odmz98uLLjjdUmwANzhSV4eHHlm3OlwAU3FCjwPqqM5g6bN18GxP9VYGICK8RrwOFwAbSytXrMhlahsEdEpv4wZKjLOg8hEgE5mKbA5Ntndp/tt+gaXXta1L291RDfjuI5nxlrHneQRlfxdAzgoSGxypbIHHbzAHz2ZfLXNvoKW83zNjZo8lwQWAJ0Vj9on3yRoECDdjezLWKs+t2LHyGWdYHW0RlBu4Ax0QnLRBGOwvRwFnVGUM/3E+GvQwPC3Da2ZrnsH6/ElWRbMHPUetKME66IXpqxnz+c8yooLm9OXCqfnuAxl/gOtmhvG89g9uiW6CCKynKTgmkNrShFlXHMT6PdYuQI7ZN03AFXDQUpQ4gKEdSuE1Gz0ZWziLWQ/Gt+uMU7/VGbrmOuRYI19TKejSFsBWQj5fUN/gOwMCJT6cmNVJo1TALxYUbw/SkUUGQa2SgsOUSRtQd5bdngC7cawBVMizTsfnZkvgnGwmLNlc7eFo2fddq2bojWxk/AWyRkdkLPCfdW7bO1tgeft9U26YgBcrrJRCK+PrnA3wgYMVxzNzBvBCNraUcvbid/hSnKa1keKs5zlbInNBTHmW2bgGH9hawPL6ZP/reGUtOReePYMBeW32Lb9vj9GCpuV1KX/c1gSAzVlgjisBey2trk+OnhhkAAAgAElEQVSNvvHc42XoZ6v9mEHkeYS/rPxX7pwlxll3xkxmVX3AZElnWAUOWyLfc8p4mqcO/+KcVWdA5+mpkSeWfxC8QrAL2Vqkqpo00FKvnIHhGzil6/SeV3sAVmYpa7pfeTZgMvxhAeDOqTzFCkuUhmb9DSaRN7eyBkEU7cOI4/955TkAsHSvivAh5afxvdR2y168SslhHLFmv3IGDSCvDs7vs5+Uqe2sw+O3jPrTlMLtq2snyNIAmwB2vOAPzwtEK5dY35awzatlal++TAYaep+Bg7WJkIOTDdUypflPWqUKCTKXjFF0aXkNcE4ry2QPCuSiy1ddFkiB+OGHLZdMNQWywLHRArq292HWtecne8Zz2nIp34cOK2PD19HZABwqA0ICnIEfUxZ37RnAS/Z6z8nr/4+59+CS40yyLEEShEgIiq7Z3fn/v26mp0hoTXDffdcs3DOYYHX3nNmzwUJlZoSH+yfsM/VMBMBq1iQZgAQrZN/YZwBCANuvX7EzKQNM4EOyXr9GjgRg/hAZT8DXPcBUxtMevJEH6Ft1mCXrMyBzs8EzEGht9V1UM84b2ZAECjBeA/fut7c09tc7KndkPNAVL2iWxeCskL2MrQDdoj+3akL0yJcBv4aB9LwBgmljm23YoPULkKDfgaoRBazZ98ypLAfdF19AsmyhqS9k9YV+H4dOAY7QsxiPfYgBis0Q/S77dz+ADlnXZhGyt+HL04uY5XoQOvwh6/r7i9g79K7/LqXcA9A/SZa6cB9BFGYlUqab+TfuJ+Phd21NMoEJXCDoKjyQ6I/s30OAqvAVAkI47YDH/I4eRF/oVqpKeeMCwPT8RjYFgP6//vvPXWPOhAEl6b3NSPJc9uTXALZtzZJ7Uq771Qt1vwLXWY/Os0fe6jDwv2aJ5vtk+dnj+V2A32d7BBvcQWUE+Nq9jMHKENp7zWKlYnAz20JiIyPfAYpnTR78ALDLnChFPhW3et7N3i0A/Cgg2gS6snYEUFg9689k2CawpOxI/nfv/pcApE80WzN/PsstKk++zz/WHDsX+UQwxh9UgijtBdRN0IJZgvKjyif64hYgs2IA54Lghg2w/wsALGe6AoD1JzB2giMI0oA2tzw8ARBPUnKaEt/9bm3PlGNPtvD6zRhbbZXS4ZHgYVl0KhFkT8N/b54MONc+yiyMIBn3rF1cIA79A/AXXdJ/O+a3b9KrN4En2k/2ACYwgXPyNr3JG9DFXfMs9LRWPxkfvP4B/VAAiewTD3z6LPtKGelWBelb/axVAVL5BPnE8qJrNUMygRzoP8wLNY9xP0tvaeZQk6x80nYtZKjrdxbn6rlj/fAXZWDQLe+3zC9kkP/amu6CU3HPARJHz117j6u3nR/fpp0EczArFNmXMackO/2RGRclywXFBXQ5Xw1Q5lwgURrhdoCB1QEuuIX7XhuCn/lgA921ARYANtCnuu/M6ZzgaaB01rbZwd7L4H/1CWQyLWLgI54RspMNDrCCB4skEzUAWUCaPdb3a+WctlOpfyTzHb8/vrHNyMeGf5jAAfUv9+BTeGz1S/xPEzTez3LvdeGi3m7rqdJKFsUqI+M3ySDK96sPrH6/ttecnfBQQXwzgH3+ZrJjiwr+dxGHHi/+xY7F/bOilTrY2l9bGadnkLkPkr0qepeU5eO8sT8N1nT+DbyZM8ij8bkuwHz5/qg23737cMbE/5oNegsd7zRuv84ww9hBvaCDm1sfYAObME++4153vVUj+tAp77ynzzsuuhhkLOh5en/zzOtx/Ve/9x+c1uWy6+ec1+queZ0zn7yJ67mM5zqzc/ekhz7/t/ffTNp1jJ8zMkus50XP35ZyHvCvf/+rfVxurSO5xsTpO98CYq+vqYO4h/EAgO969NJJlWxW5RvPO9NJV++Om/WaAo86MIzg9/Dvslxny/VeVbpQYHRC8LprnTTs/fxqmcs4HdexfnOry3cWPNh92jntXIy8GmaQn+fM1L0X15x7CW+01tKRYzuMrx3rmV52fi2VMQ7XMwhdZ+/cY9+/6/s73wJjM3aZo6DTArw6N+1jti+cLQv0WqrScg8dL6J/zn9B9zLLqVgwfGid7iiTCrvZt8p3VAfX4Xw+KgjX8Z3rKlgoq9RwScGj2yCtmTHcH4VgsxvX8bugurQuYLZG9ZleBSQ8B4ei6njP9HTOsLysf50sK2CY1TqdRzg1QkkeqiPPSLT9e8e6z1J53P6Qe44UvFuissbS8BydzJtFt5m7s099rnvLv1UkBQ9GaRw6OuaqIrYZYNz/UsqZ/RrnI/1j6hAZJ/u+v8r4OrcEiHRQHGck45k/1ml/no9jmbKdOAJnHxoNnv82s2KvuwCHKBuokKzhZEzsfV1vlCGNedZwnc5dG5TI0P+WmSydM9+JTK1x2UxoS2g3SyvX1AFfoEWAh9fZIbelcnm/+kSBPwx7JqUyU2Mk/7OE5m3+v/S3jq8tlcz9AAXaP7ER8pRpwcF39NVt770Bd5v1AhCZQayjuOceJ9wq16Odq4wTVKCDpGtHYMKAXf60bCJrvWO8ZCANbbWfWL7fjL8BDjezj53a6w/gU5o06h+wRQDY0qZEUx5aUfsurnUwtLQlkXU4uI5nALx9aoaWuv+UaS2Ye6y58iH73i1xzy2lOo5gAL06Us223Vedfhnj8tX2v+v64hSfvp1zcSsrNDpepsg+bkDPERA244e3lt8fjmSNu6OCgzLfck5m6hl9uwE4W8Jdnmz2aOn5lEm8ZwgAH2dgx8bGNnrWbGpeGwBzlo3QsCCf/KZifsZ0WZ8OcSJThx+aiaWjr5kdlz0zet4gEI3UBYS3rH6dRdVDj+wpAB6Oj31XV0d1HQWo4HtHQBLXkBXWaOmp2dTzXQe1Di1ofbPMDOY4dABLObNOBKlMpupJYAhko9t55gWTHc9nyuENIMzfdajP+HCs1eQ7KTGAze0JG1psRH4eC4DMkf3USPcJKmtJyymDVwewvUzJKey+T+BXnWuse85ZQZjuoQEI8swpITi0An1vX55K8JYaRLYfWY/Mo4Za9sVI5gnGqKEl73GuOqBxluP851UAqfR7tKtowGj+Y/x7Lrp+8J05jxuwYz87nfgbNNAIYADnkacbHME1Lbde9NNAN0DpBj8FiMbxy3OacYuTfUrxtixkxkiENntgQKt97NhbndTSuPxL8Iv1xGlZQKABDZ6lntU82zLhgg91bMA3mqW+usSerOFBI4P3bPX+AxCox1Huk9KrBppZCcJAEXu6NiSmp9VKDTgRCEBIJg/ZSj2HygXorJm/AEPx8uyc2OOND+T5AK3lf/mvEeCzZjgQ6TF3P07yz3FgF/jn7hnn9r52L8y0W/CFuVXXy3P4nLEASLIvlHBGnxbAQQ7kXt0/6OoYt71mmToOR/QCAaulcekV+0m6ZT0AzO3fLcAGfdqr2GoYyujzS3q3F5uZGjgG4MmAnTj5HyaDqiUHAWhyrnBglsaG74ipTpY5/Kn3sVqD/arM6oJfwr+3Mk9pS0F1ARPVBwMqx7nXDJjsnQ4kHVJbjrp2QKYieG2vwQJJdeiET3TfDahhHQuyFmySJgFKjJa3ogBrB2/CMcRZ+Fz9Sxrn+e33lmtZgx8pydcMIh15W8lkexhvmfuVO3W6Z2wGgSlf5AMGUQGYbFY5DlPl28grquKEbnGWmo252S6WeGXt2P9WrBmQsf28cJRyXgGEcv8CBDMX2wdA8/ZJ1C5AJzQjuXw7Y7MUcLXX/t2s54KClgxtaUjK2zYoYxyhIzvrvC8fOexW9rQlNSv3DmcsJd4tI8p6yOfRKRoIVaefgQQ917VzdK5tptXqBQ1WaWnUXefVb6adTXTvZixRMrO6mGezdMAKFHA4gvq05ZXDVPvQOd8Jeg6HfnheAd5mVAualZYmw9+KEAYRoIit/oIT0azXacuTzyjdDb0+XN9C1u8D+gx6CY5R5BOgdfaKZ1mtAt7HfJT1vKQxzjRrQNAU4CrnxczzAsx8I19bAJk9fUIGYn5+bI9SAHpKQ8MTzSIGMII3Y+pSepJ+4fAH1QLBQYPZLcXMOADv4L0FoBoMI//5MNmJrAf7QOl8eFwzb+ssnlKK1d3hR/CpH5PN5tjfUt4V/gyIlWw9gCkAsLZxypwbQAR4krHhe+GFHKAqDBmxjPNom2VPR7OeoFHlcDOzU+L75gZQR35BJufFSU1WW8pwsv0fyfLLGkC7Zo5ZJWD9E/Kdsbc5t7UL5FMGQKu3MSerSORZKYtL2fSvnJf6EALcZOwfKakNIJAXvLXVEHr+N6BiKgtAF2R9YgB0vhlT3vo+NM29KjsIDIv+VL0ja2kZefo+buaXPr4nydDcfrTQHsEOvCpbcm6ePgvwTf9GAhbi+EZOQAOU1cWpDgD84CE9crE9Cei838zUD6z3lFJ+ENCTHq4NCsztyVSuGl9gwYCxDSImcBx6pf0CfBlarb+lVTyoaJOM4WeU8438+IOsbO0x1KwX/4tgX89swYlM8ZJNBRoUXqHNoC5R4Cr/R6DETz89bSY0cSKfQtsAaJT8v0/FhVzdQA16rOa19iPyhvNCZhxqJ/oE1Xp4vXwRELqZ2/yt/fYDOmICCgBv2gsYOU+2fh1PZQNsYvXhly8IlgQATsYw/XuzftA/Y0O3a1uN+qDQLdC/c2YTvPrsWQJWAMkK8KMvBKz97mPm9jjAqLrj8qyVA5hJlPAtOJPvvcn+ZaU7qAYrBACEb/7xxWcZ3IsMhv+lqkbmQ0WdBm1kH+i9qz/i+5ZXF2CEN2gv3q/stQXHm3fvem/o1OoWgkgv0s+dwBjkCwEGDSCg1jgv2bzdoBGJuMryH/4V6OTLJ85VVus+QO9xz+VdBrPYKqn7Kfu//M6Ze5ds2M+fCNCjwkuyz1MCnKxE6JsSzKwv/JJr9dnom/jxx8f5noE3N8novXmCrOacmmkIvWwJaU1T2uGkLHJKNM8QRhddloocMSjnzz+0S9Ed6p+v7UKJXTKQrSBFBvLHgPc9b1ysytCfey5x+qB7/PRT1pO1K2+yPDkLW4CfvtSlXc6b/Jc5GhiAAqu8bmBd+z6rb0BnAMastbKf75AlPNWGQi9k8hJUgn4Pv+Ga+iTuExhx2LPd6lZ44l4GG7N+6BPIi2aRz97x+PeRPQQM3W9FEAKWrWZBxRKecduG/hLQXN9YaYBn5f9aPaznJ8ExrUZyvmJ+X99MrmcLePbqOcoH+8Sz/IC32DKsMZnS7Bk6DaY9laPVN7EDlEOwJ+bLmvF9AGB4nRUDUsEhZwt7sLr9BYjWv2dgpNVWeJ62vgFJ6mAA5Oo5YjwGqjMWeA9ccSudNIBdtav3IHDHVnoE9tmbvYFs1dm38oRBRfU/tp9wAspDl8bVar83eKt6zK772C95c334pbv6RPKDKk34EPFlIL/HpcN4NzCcYCRuuj471+A40x1PZZWY56XH7uBcPcv1eaIfHOPawN0GZE97LObc8u/QLL7zfI9ntf3MzGmB7GVOBXVz4/XHGXA0Nt/QDk/dnr3IkvXHw2MX0DfQ4kKyc7AnoWjOIwB28ePMY91ly9vuBIA3e5Hb0tb8+nUGffeznejlaHAI7wBf/ysAcEll7nd2Nq2Tys+PVdDxOCvPZ3eM43pO/38BgK/H9a156dQZLl5COcqh/WXDTm+cr3PPvM+3AOADwIQO/vcB4H+VgfstAHuByTr9xiF9nmfLHZzPAYzvRJT73PN6cvmZhg7aHYVx0ECjPDw8Z0a1dNlzgn6BIIa5YqSjxA/D2u96vY6uHe4eyAuNzzPPADDTqAE0htZ/BgAu0z+Bs8d5tUxqx95xOqY9RmswWRLKeXGfM8C799IZvQ4A15374QxeY+oMAJ+zoc8RNwJwnuNGXucMW1LtAJItC6sjeoGJdZZcQL4y5+Nex5wVqN3z4Q9rlOvMOeihdHbHQVpwaY37BXq5dEse6qybZ9UBORKuNKQzthFPUxKz361itFkSB+h5HnuNtenpcC4BIR27dwucn9+TPnd/mRV7JU2v4Fug3OeZQXmUoFB52uO0z2q/nnmTn665YIj3nojZ7us6s33Clqg++vrKr89ZxY06vpyXHe/uq2NaAKdGxPTFrAGAgY0B0OixkeA7JgwXjJE6UI910JFsBoWOJ0rGzIrk/tLO7sj8zKWc/U9kUuW7Ogkp/WpvtZZRH2fubV6z0ZJK0/2M5+s8OJ27AeH2fYFGFbw9A6tYGECgc1wAXYdm9xOADvAAjbKAiPu3Z1AHM7SIkq2zYs8LDoE6nXCy1GF7WxYUnL7s+2SizJoJjOk033GgsJamxplpxu9GAg4IfJJpgpHuG6+NjhRUIJpdmlsAkHEDnFrObhSiofvdk67xKROR7KgPPWPLuzUmttT4ZqpsmUciqnlOe7iivLcclc4o91TiWQfirmX5xPCBLZ7Z++QmrbaQ33FMS9NHH0IpTvogQ0cATAcsr4LA+X6V8AJmCCwclDo/OYPQAM9oqaYBu3VgW8KI93Xs6ajdEj3cf3sV8377iUAoub+8xbOx41nuuXrK8vV1+lbvWNB9eu2SgbggMM+Vvl3fPSMt0ZbxohjTR84MMYI3JpIcGrnI0Lq25BH5h+NQZ69Gj2PboJirc80aDH9Z3ajOaxwTIy+ZwwLABSBi1QEimUl73FfdFUIwEAhHOOuL48wyvjo3l0fj5MEYq4iaM9lqO+wNc59zsOXrcaBrrsqDW1IPQwTZPXKN95RP0tQl0CpjtcyfwTdfkEHDEwxkss8aIAEvIsALvGdS7QGK4+EkKHk+TqdLGwYcz4PAyY88D2SOmrltCWjOqpn9o0dshmTmj8OG6GGj6KHnLesM7bvOK+/Z082ix0DeHu+Mv7Q5ekGBwInOZl6XUs44HTgLw+gFN44epzqlBFe3fOmCwduLb3WoAuSZq6UwDycqALC8fAKTODdcM+C52WYCzIzrKEHsWXencfy6HgSvWTbfXttbEpQLP7acmHwQh5DOCTJsNjDGUrY4XXVQ64DYjEjW5rJu+fJmxRQoYPMwcpE1U5rUcr/u4QYxFEye9QScLMDX7BoDA1adX9m6ZYQbgASfGtojA6o8JrKV/pQrjAuylw9u9rnrpH4wfbvrTMHO4VCFh+be2+P1zwZShNZbWg0A2PNQ5wPO3wZOGeBzzrYrjeDAKJ+091zXPI51M+HtIblBKlbSoaQ81xm1zmct+ddzgk5CYGbO6gREyeMHHO9e7D/1C0FPS8GauWZ2iw4J9kgnR51JOEEAWSgTm/Vh/VuatpmBOGYAsKcPWn5yvilTfJQfJzBJ+UEAl+XJLVFrFL/9rcnsBdhgHbiGChusQ4NChg+tngOtal8d2ZPQsvIcukp2M/p/xqOu1py40ZV1+O5rA2oKbBRU4iwTSMc4CaLifHg1pVsrs8YJsy0jNrhkM00XHEJWen+rLOiUXvokO575T0WcrHUzBZtpqR7KfS3vbcn/deBAA+wpIOv2EG1WSjPXqMQAKAfAbqZKaXdsl9oL46zZM9Y9R+/KlYCZOMvaU61gSXg25Yhbyvuo+sCZaOnjygoIzAC02nxTyaAOeQI2yF7mutGV97zr8DYwETr68UFPTxzUVv0pfdSZJshkRrSgBOvanvMt9+u6WYKvXGT0Cvk3lQ1aWq/AofeobBoQtL2nA5AYRGswuMHcnqPlbWZQbuCIjnODWqblAPKzOriBoejDBdAarAO/9LmtPlA9RJ25PYErx9AN7KPMv/cBNcrfU9a3pXFLH5YvrH2QMVJ6vpBmSJ91bBDLBCeSgbQZpAYWsVPew1LcngQyklZHhI4e8PzQAPRWMI/SipkTACoZUWTbFcwO6Nqy9+WbBlM0wy7zQvZugEjPKUEC9FMkmKhr9H1A2vTVfJ8er+EtVEx5khKoLD5AqwEl7id73T6LOZ9cBwAHsTbDH9sC/eKjOitObsjlzWuqdEAbAq3IgZsCpjqoreIxVbxq21B+PLp83m+SEdnjBPQ0M8ZgANYLfrtrBWixWU2wdfaO7H14M7TSUpt5xtNkx9LLdNvpbLAZZ5r14jga5GZGeukNZ3DphDNuNnSBFfhHK3dAa6zplzjzM+CMk6xW7sf5JsOLF0AivJu9LFCSoB2W1R7mBA5Iv6hOnLsGHY7tDQ9hXhv80UDZ0LwlttH98Y4rIx8lW25MuXsvfnsX/vulJW0BWN6klyo0R6YgeixlcenDSvnXZuURcBbu8ShZpoA/nzvfnJd81soOXU+ykD0rDYVGbhDYR4nWbDi29JdP0BR6EvwSQD9zRBcdfkaPVsoeF2D+/sO9n34FaA29fbCFANmx0N7Lf1rCllf3in6iGYMVOpA5AnZdO6jhs7rUq1evAgY9rc7E+fjUjP9k9FK2PPvwJRMK1+g5XzuPc0/v0NevMu8ARo/pT9o+ngZ7A6Ju24gGbdTmYm8tCfsg922ICvKjWZUBtXMPzs6nlLx9/XoCVb4nA9jysK1Kkax3uC3yhYA8aO/lC8p88/7n9mu2jCrylCzqN/d+/ceTAnVfk1V40d8DPG7wzZv0pwbYgy4fP36SNWJeBOaxYOH1GYN+LmwA9AEzT99RUSP3+cevz0uLDZgDIE6paAB0aPom9MUzYbdvXlMyOSWAE3TAOcb+YJ9bLjh73RZnBDplWgDA6KfwDcr9smbaPJDT6kn6OuCvPOTBBJH8z/+xPXFTqj7fv2kATLe8P/m3gTa8x37pY0GuMb7Y4VnDjykljTy9ecqYqNaArE7J7wGAv4bHU52AjGLOFfRs9YTxIWeNWPdnPyGn3GPOxttkUgOm1+eUftDwPvgcPJE5v3nzthm9vr62Bz37Q8AD5w16CJWkdPfPHW+nNvPi/r//8/cAwI/TqzcZrhUV4gW//fZa3TDXwrPJzu6neSbnC/CIc/M+bQvkE4LXBIkgA+qriG7xPueRfQ7Bt7/1m2RvdwiZL/OoLCFTE52iPAHwUxnO+b55ip44cio8Bf5Wf0aWaQE49VjXgyxhW3OEFrBfcn2BUbKMa09pdzEuALlHlReZS/05ZOePDB19mh71NQcLqsojSh/wc9YiGbjIgMeh3QYhc6/yDW2P2g9jyxwBmIzJFi3wIs6AFUPs48v1lY/tR49MpsKDO8wcAYxtf+QZJU6aluRUZ3iU/Yb+/qQqQnhDq8rU3uUwbLULg597Tiur5fn1A02CwMXe5jnVpvG9CQCvLwcboPKYQONZL4ZUfWQSn/jMoDwDwZD5tUPbvsu1qU8qZ8fWPvJdjje0QJAi+grUpU9Qf07XGHrGX8kqYUOFLxCEyVVQ5LbyIuDEAAx9dtga66fv+DKvqiHMn/XFJkenRPcY/5h2jJgIPEceoZ9IvdV1KW1nbI8IJiNon/LqY1ugn5Z+epS41goZ+EEu/tTcv/wN2op8aduSyTCvPTt6vBnZYi9NTsmz9QcsRiC9zGP8FfuudLDJYgS8drEu+7f+/lsAcIda42Jm0u+MBxyi3GcN+LhA6zLQJY4O4gp0vSzacN2/ZrLOzU8/rkHcKuyz+OtQqDN03t/31gm84/jWs//6xP/8O+d57nhXsFzfretztS5GyS6Y6zeuQckd//mzYy2ODJu7Rn+9XtfXmB11FwB8AKg7nzLfems2Yvh8t4NObr2LkpsvGmVx7N+CZFy7mcnn+d2VObvX/R0AvGu3319j+AIAZ/wLFp/HsGMe/nlRDmQ+fip964yBH5Qvnz7fv4dEL8twduDsm1y7h1yH4yodh7PnLjpyDwRir0Ht89zvAtqv1/QaiL1+3s6tAmPAYsa/DvC9fgHgpe3rYIrrdV5g0UhM6WYB3fNZ3XLA9l2UJ1kKSuVsM2aWeZ/PyTqFr89Sxz8axV5/cR6vYyXXLL0e+3U49K8z5ZapH0z7AJp5xjL+0hBnHSF3MUoWoPBJ7YsFjVa5HsLjjAyg0PcHbBmq7I91Ri2QzO117uHsE7BZh6zOEIUY913ac22mjNqFev3l+rmrROzcz/dcnny+xZ4BAbN16hxXcL/NSK3jNG9sv6t9xu37LeCGVBoeljnj8COStJg7Bu4AsNvzdO+xQP4ZnNXpfjylY11Bmw82crjrdmyNAroKhQEPXds6hImu9YblOUtf2P7I54I6U0J4eMA6vjZ6bGXqgnF1atYw4nlmaO5r9xQFq5lL7Rk6SsApcxDnywLfu7erKBVcw+k+dLOVH+o8njCy9nlD+TvJDT/X+VxH22hDLfmJg7sOKEHN8vE6vimJKt/DiebZkNY2m2k9tsurFkjeCLoaObgte85SkoUI7cl6boRfZQ/31NjXaa+TaHmD0Y/uaSMkq0TKl6goZIlj12x1C7PidGAWkCgwZKYTgIGaporroRc4ztJIPzxkCvMqMJf79BrWhIyS8sghts38wfCqLCLCeQMiJmscEI+9aQljDoGZdlsufcGIzcA51sBncE/WzwxhSwfvmHfuBfInEGVpDyfZnmv70FkqektLLm3uvfrc8ihKYRIdLrCKMm5WgArzQd8aEWYm+lQd7oICnBtsfkEP+Wf7mNVwEnxrH9/usaDeUQ4fx9lJyHPH3Bca1FBCcZ9MoHxmNrAAuT17XWdKE3f/Zp+qlZ8ASgFb9J2Jbs/cN8Nuy4WzrmfZbSCRNLh8vAEmOPYKoCcTYMpeM0cjfJWXW41hncg4Nbu/Q2fws6OsJM4qKge0667rRVQyju3ccwOAmK8ZkZSLSynvZiXZW2z3uADw8E0cutCxau8Gt5jl0CACzm2BfkFYItS3FHDpcfSDLWdcAC1GPzIQ41mDd0FgjT8eLQ+Unlfeyjs4qwZq8JnAhGB/e/hlbSyprhzccszsKzyRIIVWC+lZGeCxNDB6ZXkZGYhWnpBWzJpWrpnpJo+jnByGvoA65LJBKTiJXXMdhZdScPDPCR7xXpaQRF4QEIGztrwooeSC1MoY6MqgDsZGdoplcAV8vSdnSFBcmWG0v689Uw12GZ7dgDSOVAHALOcAACAASURBVK7Fkbxnr2eTs9zxqwsB8PBeAxnai9m2AHXYZB412gnkGX43MYs14i0/aYa15TIdkzqH7RD6TAzt9rhkLXVKbnmzZoL2jHPWV5/Jnk/2Md9vxDfR0q0aYebv8kvv51ncdjbqmPIT6IoMOfaMzBvAgrNu1MC9jNuSYlvunWx5MgrGMVb+JW86AHX5Eo43f1FzbKBcZY4O4q1c0TKGDTo4qiC0pGbBUDNCGwwCWFXwVQdRV6/6ExkSAxbGUYUjDsctS8pe11kI6A9gUEpBnsOLdIi1L271E7MGWY/tsWnQEOs1pYBN0xm9Yvams8NhYrYZ+9m+9AVwBLG79xvoQTDJ2AP2DjWrjsyfnrFmRWwVD2m8y5gfDUCY6gnnzEoy2wA3HmctyawikxC9ukBL7mkWt7JrA6GUKQGGW4HIvmWecfkKZ5Cyo6634maDeqpHjB6zJSzZU5zuApBWADG7l9J6ZOgNbWcgOO6Ug1vFRsckPBBnng5GHVotO4z+PeuM0x05z9gula6wceEt0Z8+tnoE42X+j9s7uSAUZdJHLrCJLRXaeRvYijO35dhzzTvK67IWed/y89IR37GM/oAh5cMCKvRIJcBOfVCfw54D2lpos/CevLf7AQCDEy0lJTlv8MOC1fCd0UdXz6pDEYd+ZaK8rnPIuuv8M7OT51Y3xSOeF+tJWVvVbsbqPRp8k2sATh8/vul9Cvb0vGqr8x7n3c+s5DBuzQajsui0RiCI9G0c/vSD9sirL5r1aP9riy4wT85ssv8A2pE69fuhP861BbpyWqHb9sDGIU6gnX10gcjbDzj3ht7WhpFOWGR0WTLAcJYCslG6FhkqCNzMw+g4ZPJ9zHmHNp48SdlbSkV3zJa+ZZyPA6jW3xXQ9yg5PjpT/Shm4nxpaWTOuY71AkNbxoE9wJap2MiYR89u2X16drIW0Atri4O5nwuc8eIMSc8bsOw5ff6cs76ZusqWVopomc2MOPPjrAOcc8tPZN8RRDH+vIJv7XmbNa7OKB/7FFCcAJj2s22VGvqRW2WjV4SpKkPItJXPCnBTijTXDZDBGMys1+YgG5FzzVkiO7ZAGxQwpZ5DvZ3vvj6kn/YGogo8QssZb8lYEIojouw0WIPz+iJZq8z7l19FJuwJmruHXJs5nqcSELF0yvkim/XBI85kQOr08gQ7gj7JzgYcukm51z9ajj8yNuA2/I3yrZQmrtyt/Lnf7DjOBBms2Fbw1C1DStbf77+/rVwkuxAACdFA+c8F6ukh/iljBJh9Et7FXDk37yNPmjFfWa6+SN9jA4tCW/mnHEkAE2DDBCChAxC8AYAHWF/NkuVSQY98zJkJH3n3xv7LzOtry9E/KqAvaA+oKgDdSjul+wlGCr22x3z21Qy9BBw8vymPpAfon3/kTFWHIHiC0rgEfsi7um+A/+gkkc2vfv9Y3enngNit+FJw9lPWVMD5H//3056vz+8JbnhXft2M7UkNffGC0thWNxCESkBFz7G9YU1RJlvXUq0///JDQOe32eugVPneL7/81GvW3mY+lLbl7/JVgiqo5hK98YfwEbJd0ReqA4f3PAtgx7L+/k8OCedwgzXIUqV1gZTNtJsROjr493k2607CELRI4AL3baxzg/Uskf24pWnly4BVT8OzPJHoPympTuuL7q297OkZ3Rd6Vf41Cz80QKA/VS7eZ897/6wzwQfwX+YJOGQFJp6vHAL8Kr0GyEMSk/X/uQC5QQZ8/2EeB+3Bzxn777//VuD7WegBwn2Vc/k12b8wwkfpx5zWxQFdX1cXvYn8eTw2YXH/3OPt63c5u5ThToWDZE8T/NPgm6DBjx5Nv2KGmC8UWJ4SzACepZP6Zw6eCQC8NMC8AFRfB5S9fz9VZHJv7EZ0KKs70JscmWPgWzOeP1qZhz2mJDWAfsUtQWRZSmy7tv4gvqP6wgSs1a/HutjLt9RO//fqg/Y8r39eNS9j4FwgZ7EfrKYC/8Uur73DNbnPk9AbPdTph/4x40ZnZV3ZZsb5IeeP4AnsU2QCQWb0Ka/d0qoc+jQph13bmwAuqoNkAoy9vq+uad4PwM/6Y8v02FYXdJ4luuwvvj1La2s/Kd+Rj/CZ8PxWp5AeCdBC3rFWrdhWXYOPtYHgi9AcunBJOLfFltW3cgT726YAnmiAXc0CaITZjS1q4JlZvOxPk+Hn/uuXKfCOXtmqdeJTBO4pWjxjBDkQJIhM4vy2GFOeTRWM+tGm0lrtzs579Pbqc+qO+u0N+LhfHdKx1M+XJfkQO0yez2fYOsMv8BWRsNO15plbJchxwAOR12vnss7rt+dMqodDr9i46hIGUHM/gwd6dvlrsL1LO5yxi91X9sHAQ/kia66dt8Hpm+Cwuimf9doG57uW8+My99ryl6Q5bcRdl56/8Wf2u+cS0CU9DA6iIOcAXbKDYLQ7oaLlKk41O1j0KuT+47XZbP51LMTF4TiG3H62151/3pXFeyGEnfXefx88C1RFswNiTEM8u2B3PPvvMpP/IxnE3xr39by+BQB3Ha7GeX5v76OSfACpVcauCOG0FLcA8/OS7TX/WQB4FeozwOrYbiucO97z2HT+UOJJx9D5Hjv38zzvoomlu+vPrgHRXad1dG+UCN/bz85j2Pud8JQLTe+6Sd//GgA+j43vwKjWgXrem83M3WyZy9mpYcs4D6DsusSytOF1d4H8107kvd+Obb+775//XvBjQVeuWVByDeTz+ByL47kAkIy/yqlM6qADgQXO5WbM8PmCvGc62F6/K7C4bgFgnofgrXDB0dDSVfIkxzOZTA70crZ0rEir52fV3EQY4Uzgu8MjMJU2gKECJ9fZ83gY3SzoPm8z6M7Ov/YlO9E746kBPGMobbBGM67NFlpn6DGng7/OtLjDbmnHdA0ALzhv9skoADPHOlAHWF4nM5eYveBt96zsQ8yUWkEqsNznLuCXD9e43u9czuLQK8JPcN+94rWljs+Z0Qq9A4ByPMM72Kt5prRLLK3X3q/TY/a4mTQLko3wnM/OfEClYpzHMyYdJzps2C8cMxLOXwFg1mudFKWN8LrNxrlMEpmEcFYP9PwS5VbaOIDCy/Wd7zyy9K7j1MwilbiVJ93LoXmcVNwPp9Q6TrfE84JWpc/T+TT7YQCIfAZ4sOWBu+44WjPuRuSidq8FdlqrZvrOvBY4ZEwY4HWcngBgvsY5wmHiWARhC3QVsNAJt1nZZgujUFv+Badpz0X+t71XoZca1zjZcn8cXsgbaRsDQcDAcolz/tFr5nx2aqzJnEfpUtqk14mlduuJHoVtM0s8LC3LnvufAeCWlO0585rODSVwaEmnnSANxoIAGBaBUZyXQIV8Rx+WAHUVxdUDelh1dO/Za5Rt9p8hCWhEST3Rd+UY/13pQtv7kyf1emSX3saeqZb3LP/e7Ht4a72O1boFSg0AKADc+eqg3nNUxbvKJkauQSr7nDoHMh+e3WyUEwjlGA5+x6UYK7xDtCzmdHkcGfLIhvyOMYEDh4ylLf/sGdC5vCDqZvsaMLPf1enV0pQFGonSpHeYhmwdz6XXmQzLxBmhzOamUAyd/QmQzllHvx6FH2fx9kWuU+4ku/YskylfcuiY5WPN1J31YXztndvo3gGFZ78AbrinZdQwUo7zsM/bTOvuBT01McB5Rv6z5JPg0v3JUF4AuBnMRPjme5zr9gYboQEA3DM2PHGz17ZntNgwVj0ZS4CuON+lbTLY15D0HQOBPOublWWZ281MtKwoNAUtLgAMHS7gY9AU42tfvCkxvyAw8r2ZJwVpmZcAMw58jUxoh+w9ewOv/N82DAv2IGe4RwPMOJv57hGMQpk+wZ/NKEY+kP0M2NeStwVADrm4AVvSvbqJlRnkacwVJwGZfjg3uHf7l+LgBHCt4erZNZNx+lhSrYAy0WSr4zwj+xBndxcenmBJfO4vTQoQXw5tfuMscS7ol9u+zDn3OEyXl56DWbYSxVmPaVR8syp1MLaPLT1Rw98fpU9ZZXMYXbO7wscZPxlZOoOkyZWHDcyBp+bMLXCKo73lsgm6KMHJu8ziw5GlM2vLcbc3IfOEHjHss35EvkPv7eW4QYfNsu6Slu9VNsy5bq/yAsf5XvbA6g06UHi+WaA46nUylj9n3wuq5D9kLuOHv5511AJk9AhnH8d22oDJOmgzNkuvkVmGo4N1EOyBNqoTDbDuGbAMNXxhg7bKjPPCccXYWLftk9i9AUSG7/EweBxV7HsmkcN5RjPCAcHJBFBuQ9s+236jyvBDR5enWZmg5akbEKF8xjlXp2kBOH5RtrV8fh1COIqSlTDVRXCst+dWsy0yv6xWwefJotEJq0zlRYAE+/UpE7GigvRdW6IlmCldSP/QnNHhA8yNMeEcbv/Q4RWW1I4Mb9CT+nOBzbwPzTWYrgEdVjYBOGa5yWIAbGZtH8cJW/1yglkYYx37DS7DiUxWhQAwgTdkolU+T2ZX6bHqpPJrA2d+iFOT9bSHNz1BAcW3nzIZ2aGTnBMyRR/kvojXP8LLKXUKPeHA5lXdBNnffs8EFESutLIIOp+0tiUgl2fUQQb4fim9bXAXc18AtkEWBKEwttAyzirOHnypjmh2vmeWn5Z4PrKhOW6HPvDjfQJE8AISkGHmKbpPe0VXH5kMXpxz+RoZci3NjNMT4HUCu9o/eYycL8wV+RIg1KAD+3dCuxuc9zG0V56esSD2AW7hLwImnAuDiZh7gzcrG8pA5nec3fa/dI5USNBbSSY7dIj+QP/wZksCMjcQBh6Noxj6CMXj+K6M1C9X/ZFyztBhQXWuN7MKeQ14e58+n9NixBYfGnfV2eJQ/64BNZb3FQBG/8GhbNAX/INsLDIxAYkBmwAwVnZw/tkH9hkAU3BcXqHNojN3dZT6s8Y+6jnKHAqW1z5ZuzF0O+XCO97J2m4QA3wcmsAhnrVuQAZ+ifIn7FTBd/XNQ+eCjwICoN4z9vV9AHZD11joZG75uUBAbRVczLm+peLJzAvaSXWT7+nhmDVs9n6ImVLf8Mn6qeB7BBUSuEFgUnWK9EodUBk+Y0BB9I6OfwNyaJFRxlCabd/fyhwz8arv5PfqJzNOncoZfX0XY0uTNwWfRaZVtsRmCfbGETZAZ6vC4PtQP6PcMOuirf39vVdvXjXzF6+wtMKm4TemYgmtADiHlDUHuKT/rN99mozW79vCKKuVII/3AMoBSVl7+wrbsxveoq3JXqQfbHgu/qD2VB9X4+v09WVvbpKVvTojAXCARw/IBiPrrUHLh5+B8rLvMxj1LAJGLEdaIK9ldJFdKvLM16ALgFtK2hJkYuY8tACta/LlTFPCH6Ay+/k+wDU9O1sN7I/0+waADkgPPb96FbA1NsSjlHvG9NKcwf6zjRE8Az3KSm+xN9oDPKvyB/ocgR/ISYLLoY0J7K+dzBwFFbjl2wCzAK7PfwIwlH7od9xKzZnt0/RxrrxIBjDZg9ECm/mtn27svfz2z3++SObp8wZxI38eJ6OWK7Tz83n68v7yc/r0xuZri5YJVDPFwXVX5yVr9V3BOqqygJk1GCNzZC2fUP46/JnAl5uAsY/be5ey2ewJvoMPlXnQ0E8/Rz7wfOR5xl8AqcGOE/Qc0Ao6guL18UAPuV/G8QBapgR0GZQlqylR3yoODQoic5BsVpZNnwPAOKWbWUc9dawgr3qcOs4Cih4Q5esEnFRXqq3YLzTA7nVK9nLPqlIF2uQrnGmqIxggYCAVoshghxeV++pWBPOw0fRAhv4zlQbEWF0HUPim2dFiNh1vaOhdMurD+rq9AqVW66D0+LjQeh1yF8CRdX8SoHrMUu9Te+jIjjQ4S1vunwk6AJ28nzE+eaK/yAAHf+4ZpR842cUA35Qyj0jwiF7KqZNhbxYw56TmVB7TSmxdY8spb4WN9SP2OegK9QcLyl706CxwAeD6BhURnXPujeysL5lgD2QOPql8t72H8R9kHAQlfU2Gti/0PIJX0ZfQA/Rdoec1MzX3NmEAfT/nHmInQDrPw8+Dnmr/8yOYfXkremQD6QiAg3cSyMjNkUnIHHhsdZA5W7O3ENi4NVd1GXpTj4NvPIgubHunfDTnl++sbwoatT/9yNS50GsMcLa1iSXKG2SXdUF2buaych9eqP1MADjHA1mH/LuXeVVOkK2dvcdX9AVfVeiSM0BlnlZ4QdcawhtVrPOZwmDSIgD+HCwCb6AvfQvubwOUBzAuN8qjeUZtgQGYF/w9gprVTSzlDP1IxxebL/dBF8ceq79NdXZ0Bs+HZdMPPWL9lBf7Fx/w+hXLPFgz13wB8ov/Z3x6mzS31y4wbLum2dOhzt67AZnafeeWmTwOAJhN6dgT7XvRoNtOpgLNDBRfElp1KnXDYX6z0HvVIWNVFMYodsBulosywEydz95vX3dlwuqkPr5/XD2jG6f65R7nG+7CXn/p9Pc6rXZz/g50/pvb/Jc+Oj/z7Mg/r+wZoO0+nLixIN8yJT8rgEOk3Jlrn0a3a76g1u7m8bcXWyrteG0miss70uz2FXeuwQ6je1gGeGQ37mdVtOYgX2f3nks773rd9aAFgHW2H1m+5wy8u75/vU5H76xdVxw5/j4+4HHE3x7FeS58sucHo4D5nfuk/YWGuzYCj9drvn9fZ+uer1vw9gJ6YWDNvc7z28+vn1+DbIwMPttyqucewZcSs3N+lxYXpHZ9BIAFh3SUbpTY+dn7vGXKfLcK0NCA+3QwX5jVucT0CjEEt+DZ0ePnvMf7mQIMmj5AsjOAe2HMCAgUHHhx7tnvz5YUvOBf5iaQIC/rvK/uy/cEXHVI7956hg5QfO9xHjPX6thUARRgXSVS5UsQxLPOv8va5N0tq8YZxQBROA3PzbP5XeDwON/7+WYA6AzzpdD0vNfJWoOU8biWS9ctBzLrsSVhnZ/36XM3Uwdwb+6156a8YYCRs2Pdsfk8x7MZ0DoOLvsEDWSTazjnOhwoLXkyDqwjgEJHovvpvKDDdbYvDV56g8RIxHlW4GUcBvCUAnd7xs6IRScLUej8P7/ISil/QgFtaeJcesqsXzrAAbWgdWkJ7YRrWfN5rmXyjGIrGDCRea6PTxUQcq44q/Z15hPyS+fiHAFQNfYXzN3rN/P3uM9BQwsm14gii7DAmOv7cAD5ls3bM573MYxx1vaayarrXqOc5L0CHgsOjuObDzZbb8/kZmysziEgFEOOzM9GMZu9xZnYvio7JxwRBbhwmrMXAxbvXlz4EvtZ4H3PhoAmCid87hwgA/BQQBuHH33VcOzXMIOfDB2NYtc+UjWqvG+BNsbKeRinOu+3LORsLE4+afhMXThyBEP5wGEaYYxzac/QX+X8bZmjA2SAjZwP+1LGYJ6DusYW9lWx43wdJX/LJwqw2MdQUAMDgRKPZGHpZMEI4/qWZ8dZlntvdP+ue9cw728Pu8tMx0Eu74GmOfM43yn9LD1uD3V+Z8ks0ywgQGT2OaIU+aQTbRxzze5yTciQqzOYpwzQq0Fg5CevjzHSyh8BxHH2kjKeMVkq8jhzsyE1HJqBB1iSdd3yyM14z/DrdAcQHEumJdwLnHjeZegGgzSwLM8hIwx+gSMXftDSWQNo2k/T7M/llRuQdilvzJySNfBDHBeUeJWBSb/QWHvlzfrVAcoZznpxZmnrXqdqnGo7vpb0xPmZ8e7a28N1S48KFnh/99jeszolK9PyoOoTOF3m7O85r6Mnz9ygpZ6DyESjiHV5AF5j9H6IMw2HfaPPcx3/lscAtm2rC8sg2zPp3PO40b4ZB06jxjmMs3WzgZVrGozQzVE6VpAeJ/vul7zbwDfm1PkFYOBMCg5YAQBnI7IGviJwpYOcl/2rnGOBt6zfOjrhG2a1pQff9i8dDxBkjNPErHAjws0MCajTOU6Fg2yAAKk6wzq1oLvlfUeADFn37kOzVocmybDYntnMtwFwFwDv4DdmyKlDuN/04yMj4HHXE+cr+vhmvgs0u3/2AiYbzuCSDTDBeddgDkCXylZLc/L8PqP9gV1nxst78gtBb0ETwBr7efOiZx3HDodM73limTwXum6pcfhe9hQAeEutIewF9imDJ3/mmdBJA6xwzGSvkJFk7Jh1NCVdR/eqvpnzsqWo16lV/gj/rP9tAcip4AEgVec+hv6hcxpMaVnozcxljy59qdNfkd95r+XH69when+cLRNIgO59CWQgsKH6tWU9C0ivzCufpheyPbsEzQR+cJYZdIf9YXCnOuvw2JaVXP3EAL0Cb6ODtmwxztO89xEEI9cia8ofsh4FuHHGMPbRLRd8+SF0j/7xme+SBZrx4/AxiAr+ZsAQusQGZEJH0IB7pz4MIME+LIgG4MyY9yzg+FK+A1inXCHl48u/BFnar5qqAg/ikM9/Bra4PtDODzj7ASjywDpmc+9HcSqSvQmP/m5oVD4wGbfJwsLu7P7HmVZAKc98//5NM3NwSrIPf5Bl0nYeyjLOLc5NgKXHzQjeQNfDV/MxZ6bAatYVoBMgzEAKenMi7zgpZtOyLvJdxnLs+5aal4fJa7jHls5DphFjJjhrP7Vmcl8yOEZvH17APSwjiKNVvWxL1KuvEEyCrCRb0mApdHrA79Jwxnu26aDhru2cvwZBrQ2ALMqn/H2TQBXu/z77Uj5S8Fp6R0S2RQgAAGeuui86IOAN2bXy8w3UMNsbpYISx8lozL1fvnrbTPYnT27mfJlZBD991MAPQU6ctvDDdjZnfPD3Bg9YchYw7T4pm3npG3G/edx3zRxF/hAgSLCMALSVMOgZSYnKLyk/C9gGAAztwW/hXfJXe0AyT8pYUib9sBd5hgCw2djQCPsF/+BeBrIRRESWrHtn771xqmdMW7lkdWqY6Cfsgsn+4X6A8OzX/UHVbqZcO1VZKi8CTjdLjAxNshTzahByVbRUKwhwCw08KRphIFXlNCVQx14143WdrcNTqw9AKwHIQk+vUwK3Ze2xo+g/nHm8efOmmbzVK4o8IOMJAPLZVnUyuAlOXsA+4/79xatm8j2O7gHNtORxdf+c1ZQQ7Tiz7uyx+4V+O+ADIEkrdCDHs4+5bwMGxu639Y16XjO4AzIB8NX/BTPMfHDyA86112i3lL7IlJwVqHMR9TsiUxuAM2tnT9WU2k05XOTP52TQ1Q5DR0Ym1palHy1BSx7k6v7YtdEDyCLmZYsBSpeHv2Sdnj1PqiMlvWuj5J4EujGH+g/IPIMmsXvIUsu6jXwEqGXq0ME7+DfyqrosMvuPZKzeFNSxh23WMCoqAQ3yaHlceX72rhUQUm73ScoCk+nejMMuGTzPssV/Zk3hx9CpgSHaji+TWftjgPNm56GTo2vkOqqGFLQc4J6lKEgUecKewGMYa7MiszTs9dc/AhaGZpmbIFzuk3OADQJtPx7QftTFBj7oH0JPhCciqFGIE2SSLGpoymdlbqCKeZE1bP9W+SEbzBFj/SjN/iaZpchAMpzvMf/yTQNk/QK8XVnXPQ4Pgc4+tCe6wR6UOybAAL6C7tGgCGaEDdHWBd+lxLIliKGNX369qayGVzKG3qfrfui3JHNUP+qhYgzYRmYat81DbQZ9d/w0QzPAeXgu5cZXxyYYAID0YbJBu7+VJegE0F/GCP1nGenlzHQN4La0a1/Vv8ZsG/ujfpWhP56Naq9KaasYKgEA9tduIWsz12CrAA4/Sen1j9mfPz6jc1IimfHNOGp7cpsqhGPrTIKBR73Zy++QFTl39Tkk+IJS5/uCdbO/L17AI8OXsiePsj+Mobr3PKJTO5m3ZJa/STDHnyDRBHTkbLBu6yOoH5XjnZ8NOm2mvtmSFwC42aYGYBhUbJCfgTsGN8OTuBH8s/4D/DXwsvxHMLW2nvo4PAgZ1nLvyDgCo5jy+IMrM9Ahs4f0qC7N1JemT+G7zOMm57s8aPqN64/znNS/w3lg/6srUyHBoMf1MRb0ZEu2R3M+I5ChuubQBp832aU6W4saN1ADXnVsTD7P4BucXTlhoCShSRKydjuf9XP4By0Jqu+PryVzq0xnixQfEibf1KSvTGrp/TnHZOSWLzewSP2XQF1aMJDV/f6NJZM5uwYilTIuFRLRKUyIYFDhI/VTIgPIQs9eT4AVNME5phVA93h8MItpra9rx11RkTF/qO2N90J7D78Dcgh6IQOYoPZWfuseoIfpO2HQpYesIXpl75fPscHQf/ZEtvQ12fT5TL+QWMNWJz3bgnzeCmPNut7ALXRS8YAzlokrZ5Nkug0zsYtvOht3bt22PvilB21KN0/7b34yztArAYPwQ/Q75CurX5bM+eN3ZCcB/v+7AHAjoMapsoPbxXZiQ2BlegcAs4txvvYMAF8WZCZ5mfg873BGLCV7/32tQ/UMrpzH963r7gKAHePJ6p8v33Xvu66767m3Nv0EYh/fV0s/l9a723m7mTg6xiEGmNe+bgO3x0j+dwDg85iOO45VcTXZ84GtkgZR5s0d1+7/twDgzdxdplqCv3Cv2w8ToBvnmFzy8tpnLk2yndfryWcLAJ9BkiMaf2i5NDjZTif618E47++ZGGYsA/krJSzjue7Te9deu2YqYtfkeP3eJVN5QK7z/a6B4OvM3S3NfKuHL6FSVd5vn4Mdk/t4zgDejItjTXbt+WmpSoEPaf6gYw2B0ZoqFD3j68CuUJjIrf1sgbvSx2nvjYw91n2B4DLHYdKOnaglech3BUzGCJ3p9vMqmAcAfKHZcVJdzlwku0aRD15AYT9fI+5MDbusdVDhPMEILBilg4QoUF8HALz4wrmX8xkA1uBePuIaMg8F8tKSBiVrto7W3R/XQKCV1/biXPD3zOuOfbCM5q4vAnMdduvUb8+q09oISDC+BXedqU5+ga6zHFlav5Rf7dVkp2C8augJMEeZOsmEKjs9o9Lcll++yIoa9/5bcPhHyqINSMlTdp6Azfv3QZcK+d6vdKKGzBC6hwMAMz4cwp3HOGO7szWy4I32ET0HROgQ0SG/wO6CQvYzkic4XTNomQM8/AtjqQAAIABJREFUx8wFnRQdD+duzt7O4fKsjB9n9N6r/pS5t2VjnPcFUBv5fJxRAeCNxkUxB/DD8bBlKrcsDE4NHGBnp0+dLadnGjzBHA5eYSau49iettvLd+ft81UScZZKXzqNyqe5XyeiY7kgBvtTunGfPfMa/9DRltKVOudcRSnfbE/2Zg1H3mPd6Ml2LiPLoBpIAI/gzM04lr8QQV2ndQNiDmC+johRdS4ZwA5kaFLAy1IzB88kEtnsYnnJViM4B6h4j1GQWwboyIRvbxJ6217pYcuvMAgwWs3sMToVJ8o61TnT95OZ01JQ5QsYZfbKhA8tEIaholG/a2/2/zmLXv3OM8JZVoYAyAggAwCzjtt7lXu1f1esqRoJaPp1Ah6ACNHKq08YRW5pS172S7M3XUmFsUFF+XgBYNQNnFgLAH+JYbMgeDPaZj7LhyxdTOmzZD/GONnSQM0exIDL+uHQOwICV8nfck7uIYDDZoLi6IJGm2mV+bcMa533ll+s7lSDQSB4ZcqCEL5Hv0iq/2ggL7FhHLfUcksc1YS4jI1z+Ii+Onl3MzI1PAHMLH1KZhP3Yw0baZ3yWpgiGLoaOIK/C0AabGfARIM/8sU68RbAzqcAxvLsQ/dn7XCOAxqskW6/OPYfcG6qN0BBoQV4c0GCrFH/bmUBQPSjVDMyCmdYM2DijONVx+EAhdAZTjvKDHJmOETtecq+Eg1eJ3IypnL/ghzDHwQKt4QVa+pnvI9TfANS+H77Oee+9krFeQYALH0aRDSmXT0zAgTtRZfnskQLrHO2jO42E04Q2OzAtoGQxHVQl2YFq6V6z2T5Uf86Akw5c+ukNQsOh9SjXru6R/eqUXVHiTQrbqBXqFtUBpCx03YBUyoVGsp+EPTGXkDjRjTjIMGxIADMa/lE5XoB1snoyLI0QyjPhn004GgVivxk79sTdXRz6GeDdZhn+83hbM3nfGZbha5+11uwG1krD8VRB9CzJeK5rlmIBRMdQ3s0DY+1dL6y4m0yZFoquPe0P3LL5GZdybYqaFCadRekl8l+Yn7QWIMuyMTQgWovsw0YMgNe/Vo6aZ/AuZ8ynMANs5HYo+1dW3kIz0W1gU9m2yyxSwCBRePb03EyBlcOCsAa/GNPtyOjBEdnM0jHcWu1F0uy24OUzGjPhnJb3dh+odAdGYq+L+AKpKAMud/zgiAXQF6g2eCF0F72sqBTnc4G6S6tF0CAX/L93LuyrPMDCIc/AxhrH+D85kWZaMa5gWw7J87jvhZk3LLkvA/YBZDagAUymQqsm6ZTvZyMiGSccVa/tOS9/RH3VSClep7r5HkGGBq9agBgrm8rAwKwIpcqL+C7DZ7K2cuakAEMzTXjuTQH7bM/XtPStT2H8OsvlrQm2K77NmVtm20MIDeZ1nHm/RAQqgQ5ulcrUeR+BagJCMinDZahdB7OKvglYA69T3HuZw0qQwquyos2+MC/mXPAj4AklHxEDyKLeOmp9IMeSKUE+mz2XMFbR9YXPLe0f/txD79amtFOGKfe8Cr2+3nAKMbCOA2owIEMSMCamaXE+Brs0GehZ26wo7ofa2KG+fDZjO1RxtE+0fAK5p31IMO+FFp9NZl4ZABTcSWfo0PjUEcNsY2GrWvYS4Iaq2+xlEOKX/Neq+uQHdzzqA7UTNXpJ186AwgveKOzvoBRZgdgU8dwAGBoSKeqg5U2PcdW5iGjTsDVIBz9Nz+GtizdqUzCKczak7Fq5i7PcsAEE2rTr1PVKiUmlbhfzYrjOa0odO/e86dP/U5kCroa5VVruwcgINPWjHBLtHddW8o1c0YwXuiRbDb/bv/k6AIERji/cSCfQZDQ37vcG/5ENqsZXugZ9HA1W5fMP6b17h0VLOCj6ht1MpfXeW64lp6nlAhnT549eyJAyzoHmDDwJOei+qKVgpBN7fGd890enpGBD8k0zIIAUMEL2zc4a/X0afqJVsZTmjdZsbRCyPu1ywl4oDpHzgp0WPC8GYHJ7AvQx3NfvnyrvVrww+ol0RDUoyJjACyRTU9/svTn+2SJV7ZRDQqR0Gx0xi9w3SCKZNhVt8n8fv6FKiAG1zXQf2xzaPtL1kzf0ZfuMxnG9Kf9RInWylkCuACPAHc8BwXhRskBJH6X8tANZkwPVfjaw5ShBehUp0RmW/YcHtB2JdWVMjdKnVceZH4BLVtVpP4ey9UuqP45PbUJAHlIP+XwNKrxtBIDeEDuT8UKdMNHyZbeyiwLALP/VAoBAP4umXLoqfT55HxV/+Fch4fSh5j9t/wpspfS4BlbQJVnPz0qeN+yw7CZ6h0NQSzA9jaAF2AsmdJMmRLCBFF9zpixGX799dfSI8ESyKNffn0mcJZ5w9/ep1Tum9cEq1HF6F2u5/Oj2gl7Vv10KlKgfhM8gJ33+nV6XQdYhkciZ6EzZIRtA6z6gpFFAEVbh2QkL18QeBT6zjl58pTqLLHpagOyWrSZ2HNrSxp8C7V5ZtPJiAMYf5oAIA+8tsyHqS5U3whBduHlnwNw9XzkxTkFyPzxARmiA+yF3l78Tka4/piff42+Vhk1GdCz5vVdVB9Bn1V/8tn37v37v1MXXdokExLau5/7t2VC1sYKMvSx/pSS1wG8c3/okbmTsfz2NcQrOApw//Axuqx7yz0/vMUeUR8p4EagVwDWH6LDRNxknsyfCinq/A3cQ0UfGfHqpfvTkvLNVlWuLAD8Or2bt81O1zFj477e5Ou9X/8tbQCy1I2XzKPoFQ5rqepd21B7sPZ65CYgM9mgfMr7bU0R+RmtZGSjASyUg4cgsGsEfuVX61+yzY12Qu3PrFur7tSXSMCcvEAenDNJq4N85x2lzLGDqYo0/it8zJwPdc9yoJ4f3qNaAnojfBXaVU/Wtt/g5J65ScCwkshkh8cmNskGewf+ia6Dzm6rHPgqwT7Mnxc6BoEABPNEAvQ9dCzWFQCYeT0MH4FPI3fbozjyg6zc6oJ5n/1pkA6tH6Yk8FBj94TM4/WDvA/N871WrJiKSQ2IxM7hfrGhOLPIzg/hA3yfs8v+7D02v4h52jIF4hcAVpfjfEtwrARZ4WQeExBj6ynlMj/669Ale9LxojPkp77erEWX5fDTbZAlVI+fRV2EdWNi6lTNT5szOSZQ9wWAexMHeWzXkgpg6NqVkTMuzYOuyaU6W/YC2bHVDq1Ooh9eHyUqlf789UNXjtbJBIB+tADbLO+9/+7X+n3Xx76t17ZSX31H6Oz4a6GQPPdR+E+pKf+H7sR/tQ3ff96p7+0vZHH9xmXAGopu0L96rWPxnOFagxSFQTu0rzN4e57oOZP4/Kwto8d7Z9D27+51/my/c/3c63udv1MnbY2sw4H4r+Z/Wc2rZf4reHw7o+eaMPc+58zOc9bmAqTruF7Ac+/TeawBMHO4Hvv1tXeBfdffub7mX63HNWh0YRgzuLtApfM1O89rALm0DWHfQc671mfguGDfGHoXeqsTxb+qL/dvD/D50gKdeaORHku/8/N8r96Ho8KzyiiWoXt2btH/eqCuFvC8337n7nMHkzxHifxdNvC3AOCl9Y3UvdDurgkCvDL6yO6zJJ1j2kit/d46587zPNP1Rmlfn5Hz2dChbUYir91DjXgUBBdywWT+rEN7Fb+ldWTN7gPneAGlAezOQHIdyJ3XamzSytLX9gBeALjrdqK7dbjZn2UMzKEnFfFD8Fwk2yzCPqfzqCNDZWn3dkswn+nHzDqVOARYx9JyrBto4TyWNywAbGlEo9eYasuUDbKx5XQFLMaZc7r/nsMFAr2/JbY2I33p9QzuNgp7eP8+08xgM13PJaZ3DEsfu851uOKARLE8gVVHSXGJZfcE403B6xncsTcrZXrZLSi660Q8HuvVzNBmb/q6AJ04G4c+lGcHvdzioyPjVkE4Z6k6RrMn6wBv5s+cpSorRwRg17n7NMBkHRisgz8B+ORXk3FVGaWzjtfudUuvnYDFni8cRHlVpmZvtiQ9gFjZV52mBu+YHaoTetfb7y1wK+hSta60fpv2GGS1h1mvLR3bM0cG3Mz/WG8dV9sjuPRax+ycySqq0s74bqqYa7hnLCiUAE1TCm6jtdf4MCqevdRZVfmf+9HrbrMD7VNnBuMCKgIWBsXIKwA0dZyXfw5IpZPVbCzLppJlaHWEOrFZqTKFoVF0t+xRoztDCusYrPK6wQJzts96GHyZ+wuKCu6giFZhTynTZmDm82bddY8tC919B+AePrUgqDQjLW6W2fbk3mzE9lkCDCgqpuFn35tkuU6QyfKHs7KL8WCk+4K4KzzHwEZLHX7brLDZWO5B5o0leAUAcBYtL3Afsw4tqWrGHyUU23M017f0b+5RvphH1mlSA0On6vZibNZsAjRKU5X9gll1XEGLzRywTwynC0ePzIFzQV8oSo5hNBM5OqWvYclL1NlzynrhLN2Mwg2uwXgjs7FOmzmn9g4WRNosr2YZYuxljAt+mU0jqGVJW/ZWJxYP3+ybnj2McNYHEKUG0Qbl5IwjdzB3h09jNG0WhKCdNFvDKE5OwbGjBLTOqKPSz54PnGAbZMSeNiO43zUbhvXccTSjdPgf42bvLOsFKGdG4jlAhj2tIx0jskarzj8crM3cGQDYTESDg6rXQefllfKTzdYnY6rgFk42ZFMjxVf3kl73/LTU1QQzwEvNQHVNSmsnGhakM/gIYtqSuHtOcNhgHDKeLT2rw5z7UjaZrEl5+iHvoF8j4nk9fvREBwj7Oz2Bmb8l8TW+rYoAWSgnmhlECSoys4dQ24O7vEHesjKs57GeIh1c7B/86hKMM7x9WxUs8MB9ydC1tYNnypJo9jbczOgFwHePpSVK+04gR69HXnH+DajByGetK5sKbhk80mxFAPzpicb3yAovQF25uX1WIS0j/wvQVVef7FwcqXl9jHOHrIF9FdAsjSlr4H1kWarHWOXADHccoa5vWx7Acwp+AbCQTWj2yQYKwTe2YodgNn3rAuhnzOz/8gUdB8qNfifz4axyjXYLvRihJ+UXYy3oitOagLksxp8Bq1kTe7oD1E7JWwIU8gHtNAgI48X5bdBdnkdPRZxr9Gql3yEveqZ9iayhUKJy0HEBWrAflTkt0af9zFoavEYGLVm86WvHvlAiD4AIfpe1wpnS+ZwCs3ie47faBbxh9T2+RzngvWazcffvpZPNEFbfn5J72HboMz1zOJV1+CsDWesNbhKorM6dtVJm4AhL8AuZGuPgWXoU0CVTlblYHlBnnLLKjFfKPTMOSiyP44txNAsRvq6zknO5FWS+Cz21XcJkQpB9qs1AAEqcih0j9KQi2uo/nL3ovZ6v5RGW90XGkbVG396WXQcsRu7ixIP3AngTfEu5/NB45WNdS4KdZIkCbtgXb7LYCNirTF/ddXU35VdbSuRlBQT4guebbJrvCnoI8kNvBoxZJQP5SU9OHIuWTKR3tuXxAQ+4F3a6QRQGJD++MTCywU8EGYU2lX+eX3QLs9QFVsne5I/2jczc0anouafzWbpm35g/8V6UvyXD03gg7SvWec82eigOaUtZowu6DwXEq1/AV+n3+mOB4LVzGW9tqwLi8Hh0LLKOyZYhY5HMbWRKaDnvIaqgJYB6gVZ0Yssf8351j6nYwHpvC4CWOZ+AglZhaLAWQzIzq8Fv7ENkCGBQdS9KOC6g14uxB8x6hNMI0I7DNj8f3yTgAdadyfFcK2jAY/2eTme9vjpu1SXkY8rWEiHfyI3UyaF52wK0JcKDpMXh7W+lEfcJGmpJTnhkwC7uSxBIn0WQZEtjGzihPZZblKeid6KzmRXcBceBGt71qJVDcv7yHg77qlrwvZxZM8kRK2ascb+nyYhli3F4138xehQZw5TA/ZNS45gD6UPb0uLRXzjHv/zyywCFAp+PsobtHV/aok1C/oX3clYeRf4D2HMWoAOASvYLmn3XTMp7AZWey4+QKVTIyZQeUSJ0Sov+/vv7CYhQJ3v75oPll++n0kLO2+s3lpqFFuEba6tSspWMcfrvEthCFip7TKYor8eAejmzf2SfOF/f339coKKZq1/g2TnHX97e+7d/PMlzbanBc6xg474g0z+8e99MsefPUn445cd//3dkEzwV+s95DlhSHSjyrFVBct+HN5xhZdmH8DdL3SbbPqDgjw8wJAmgQ2+md2zKXAdU/jz69E3WpuK6cpqKOJ5VKiK8//C+GbNkAwOuQGsvsn7I+J+TWQxN0x+Xz5GB8GCCVRrk1TLVK3sNesQmfhI6ASCB57GXH5OADy3Dox5Hzr4ugJrxtOQ1YLL2AWV1C6T+SBnt8JbqxYCK73sunmWub15FV2yMGPq7wM39lJR+mx6yf355HFp/n/V/1nNJQAPy8PlPTwrSkbkHf3v1KnIj96BVAOWjb55YkYA1bLDLZ84d+lf2Pe/RO5uMwZaKp59qg0YIahYEA9isPpkDBB1yBrYSHc8nA5gAlF9/FZh9FfC5waXVWQhEs8cr40OXaRDNJA9w/acBG7EH3gO+D38giAZOs7Y0IPPj0MlNM00Jygt49vFtQN70CC/Aj+2a3tj/BKQ1KOlpQMn7oR/o8+1r7E50rGR6JhCSc8C+3aQXMZnWjO8P+rl+JtM09yL4/H4yTQMAm/WOD237tcPPLCncai0Z60/ZB4yWly/wxRgwQTb6s+d+n5LYL1++LqFiJz0PHXHN+7fvsrqRjQkkzG5nTlyCHICeQxvhDchM/SobLIoXB976tUGUjBHu/iH9it/NeaZCAsGmBADpj81+Zu1uQqNdr9Dom/AOA+HUqRYAblBZ9fDIzofIPPxfJAWgCyKb8W8ZYIYexuf0f2Y9iHHkVV889lRtHc6UwW288D/D/xYM5m/s80sgeasxoFuFv+U8EhiHyf4Zu7uRBYJktafHV8I8qx+Go6D31m0CSN6AjfWnVNWqLlWTDPmOnU1gCvKk+6tfG3HCEdpgX9YSXbGlzfFX1h2FbgHAzLPQabIa+JXIQs5ZhGc/yplvwNwCjusPq01nOw0AYoL69GOLa9wkQMgKN/rx4QXoEuj1XKOdbhAVtpEV9Abnz3sExNROalUQdAOB/foveE6DXiahoJnpygzmQnxIy0VnkoDOXdd8rwE344fmWnTU9fFVVGd/WhkLGZ03zj5VfTnYSAblmgzBNmvDaY87nwb15Brtr634w66jr1gpqTwoOgYBuFuZp8Gh6OcDRtcmqj6jv57nwQM3Ca+6JT7BuZ61MYhWv1srnkzkxWIHQ27du31Vs8LuBdyd1nltRZHnb4W3XTeGvX577omezBJ4NAiUJYA4e/kfAYBXAVvFyJM3C7regmOct37TsYJC40zOjqH9rO+vl+D07W+BtFxyq9fmaQzXz7ss3lxzV+bwN4Z+6+3DGXcAwH8HFl/fc43Ty3h2h+eNdZR/ayw7rzMguLc436rEdQEaBYDOr78Ddc+Xsmd3XfufBXzPz9ZgFyzgdQbYrq/bzzeVvtkgYwg0UieDPR+SHdf1Ot91nwqIcZxsIMN5Xu0PctkXf2k08Wkpv+QeOBr+DgAu3Q+wCxPAUF9QznHtU47rzsAt13wLAN77HgEJOtN4Xe+5e3nKCpuFOz/rDGY64dsZuedxnwFgLkWpLcCdB21UyhlcuKb5i6NmQJZleh33rjFrV2Vo+8x6l8vcMNALzOiI2Xvys2XH1AEu67efr3LQe0GHdXJvZPEB6u13N5OBa/fZZqMohLa83l2A8XlNt5flZsEeey/ott/vOOew66iyJFejtOfcLB/umAa8sMTcRNeOcbI8cs/A7kMd6wWcnPu55PKCs+2JMfdf8NmMqgNA5X7nTN7N1t3n7DhLf0Ob7oPP3fk0e6r7oVN+S1DWQLgjMMJeiu7BH5zLMdgxzgWFAOWO0OwFgEvWI1BRnloyJKV2llaXx1bQVvHyestmnkK9Sxw7Sx3R8LQFR888CDClz92QOGY/NOd4dGJ2/lUeDgf8lkdeh2X3A4WH9cwzW8Kwa7RZj2OgFnwboPTqGdd7w99mJx28SNonylKDtA7tmT9O7QWA1zG8JRLdQ4HO82tJ+vzeRdyvgpYP7ZVS6rjs6a0bdVxmyrGGC2ozVyMCPb8FKvOzPYarrNrLankTPF9y1PnHq6V3AIPhYSiW2YftwYMjBWVKoOI2j9hAC+6xAAxgBBqmTjcBSH7XSS8dEbXddc7zde6xdzqpNjtfh7MRkvasUvnDKYQTyPO7mYn2X1x5tvNC1F3AKRwvtWuOOdT5yHOrsEvzy/PkDWZPN2NmjFEdxSuDdSLhwOdQwCNYt5Y5jhZ6Lb+YI8YMzoHOPwPSqatT1jkZoVhneYQu4I3X6Eg9lzNep2lLQFehtpfthbcMWImhfZYTrH/nXmWfcXqgMbRbarT4XAXn8P2hB+irQD9gd9Y+a3MAkQJ6KAXtoZj71ChGvsz5V9YouwCfLAs5YB68IuMgS3ZLRDI2dR+jertmBbksVVsDreWjN3LZbLcCPPkPXro0t3yu8qsBNHnWGGeH3LZ804MJxtEZbElcXmavmb0FWAlNYvBtcADXCABr3NjGwEAEHHd8t+UKiUzvfuLgJMPHaGN4uwa7vSl5teJH6K3nJAMnoKOG4zDzHmEAyJFrOEE3mITxkaG9wQHIvgK0+92R/StfcdpavlTA0TL7gqSCMDqqO64JFmmAUPZUgN4ywDUgx0h1Dn7W15wxQUBlf29QZ7lOzzOf2axt5bA6ES/7Jg4fCT0AFPLngzi3Wg0g121Wbh1llIDGadAIcZ1X8hwM87EVMjb2r2W9mx3qPuLgMNN3MjOasB7HYkF3gKHHlReC0jrrCxTnvhqt6nFd0zlTdbhPhprOBjNFt/zmWafjPLDOPZu5VwG00EmDDDPmXeutFAE9tcf2lPS6SZ05+eca9qsvSZvoWAswQNc6YgfAbZaiJeZqB+JCC522RDdnfLLGoWlKetP64ZL1PQ5jVZxym9JNs3Pz/Z7B0r+AMONotPnYO1BF17VZ3QvOuK86PkZuowMMn1x+xpjp0WwggkAga8vYG4SQZ3yNLHmWLCrXYAP9KBlsJjT9LJtFkoFs2T34w9M4vNu/i8zDOLN4kU0CX2qmXZ1bgvI4nshogDlbXtngB+w4+IoluLm/Ds860rOGzl3e4nkwm8PAjFmz/F4+XmeioLWgvrL6DKqvns9Ylc2gNQLTOEt12uAQ2rYUBJoIAANmlNAmA1gT0vNrljrgn9n/8LHKWb+hXVR+qw27QXvtRZiJ4xDEAYZzEYCCDATWg63t2kxmTHXe3Af5zxnl/Pw5MoYME2iu7RYmexQZQ6/UyvHJCnFUTHuDJQC34jjNf/SbhKVRFpuMFOjjx9Gjm+Wb+9zEOX6vwD/0gQMSeWZ5X3mnpeY3K5nziUPdrGbXbMtBd44F7qwiAm0YuGb/z2bodF1z9gcUb7uAAqdmmwISAUgBkgA8sS8N1AmNPXseZ2c+xVELCMLe0eey5RizD83ky3qqlx1Ox/ZMYx0WAM49AIDpbc/ZorSgAUVxVLf/rzbw02fRa/J2S1xmPHWMNngCnRQasXw5wD/ZpM3YGD8aASMPmg2oDoZeU4AZcL+OSHtt4zyvA5XAimmzodKGnIY+9IugggMqfggtbUYSgRSM91n6f7JXH1q5Qudls+fL+6cMO7IOPg5ogO+irQi0R8l4siyoa1pnb7ODx54ByIle00xYsubXVqqgVobpJOaL+kEu9jAO7Op/ALIGM2yGr7rHyKmpELbnuAFv+R5g6VbLWB6O7soaeKYAOXSgct0GnJF5tAHrnOXy38we6W/QD7bWEWSinE25UTJ82fDaeXh48SxHPkwrkM6YNWqQrLITGQygCh9+TJY92VOwlsp2GQf0BW/dACDGWt4xvr3aF5zP8Bx0S9aobVeavRveRqEKHFbZVzLTHgScKL/C9qkuOsGWOQDwPWSAwd4CBi9evGwpXABr7WDGznfhxd+lBzCAbjKCb54UkCyGUEoPuJ31ehvAiTNT30LWRBoM3ZJxB3ANKEUv9QDdgK+1xz8JfnxORum//TdKMnOGPEdm4bn+lWf5SUZp9a2AJS9+C1hLX9SASV+Tico55Dlfu/fyHcB/gjjKh/KP801QhP1YLc9O6V1oEcD1TbKWCVyBL/30/FGzuqsPN95Dng5Ailxk3ZUR0EvWqOuswrHVa57lHsxJwB76ptKH1QiQVxvgBgAKkN3gwPwHH+Re2mjsw1QOArTJXjIP9uU7dKKcgx+zT/ASeD7AJ1VsKDGNXPglACLBp+8D4P+ZYB19bmZcQ1tb0QnAj/1phmzogjLk8Nvvsr6AOJT8hcaIgOWcPHlG8IAgbKuzNJhpWmDNmUavhibIZi4ZU80Ae6DBEmxzgLT83h7d46dp+46M8XUA32bodq7q1/D9+nywE+99bACaWd/5V99Vj7rnqbtLUNGA2gtkMYySmWcL+fI8+1S2XTuNUrLvWwGIoJz1Hbz8TXkNTSMK7idDmPuwttApGdis2T//+cqndzzqRYD0gJvVu4sc0RZJwFY/S26U8cH72VteGwjuYAnkFnjbKhCArVtamK9/TEl76OnffvlZXoadx1aHPpDjLwPgW8UAfwJyEPt4e6xbsW2rYbK/ZCfTmxl6NDDLhQUAJliPP1lv/hEAw/lqAnjOF+0DmOb3OVsN4st/9XfwLxuJvvT9D1QAsT0F60VAS82/AnnojMn2z5pC1+qqU1EKP0ODp0w+MQOY7bQtDyWcm+Gb9Wg56LZ1IlDbKiPa0pSOJ6v1YdaQwGh00fe18QmgbEWFCXDa0s/wCEBVK1Vu6xoyxa/8aONX6WIBxuZZ6CMErNW3kvO0VU8aQNSU6SPIqX7IZJY/pFd55l5/B/ZO6Ax5SEUFZKR2uPZ+H8X3+LU/5VVkAev/MTGk+x1dBF2Oe/TcwDOxWXJ/ziv6y/b3pUpD9d7cTx1OPl46qE0jz4GfcV19OZnjyqz2VieIJfsM3zMmW/5OYaXuxQQfg6giAAAgAElEQVQ3r78Bv92+tJcn6KG6lMAq8zz7q+3xq59lK1rBj12XjJNnTyAq+mu/i/5Klr7DGV4r4G0AvmXJW/knNLwB1FzfgOZmNpNYsRWxrGAnwIudw/rIa6Rf/JGrI24rivHLcfyHbyl7XQFtiWNf+yY+lNr94gPMo3pbnrF+Wf14Jsj4fImymMPfAcBnA/wMkjgYnbBLbN1KBn4F5LYkJkbzzOKcQbuf+d2Z5ex2Hb0np/OFCk6fbybuGYjdBbsGeu/6+zz+84Lvs/a9jTA4z+MCGlwB4HfNv/P7xrrs3FESb2WoXpTmBZxn85bx9nQPMcyAd+5ENLAZf9c/95aD6TSH8zZcZ9SeDejr/bj+e9fn2mF+vc/7vct65o2LA7rGovM8l3bejJKdL1kb5/vstV2f0z1Yk4tj5TJnGcN57esM5L3h5Qt61dmbe5RSWV8O1gloOq/B+eButI2ZcTIhXvvdW4fcjy6HfgGwbwHDZ0fm9R5csmUxspuFdvu5Sz91vq9hseNrJshk1rpCFSR9IUAXcMma4HCp8jPlCnmOZQ51CO2rJeJgTONoOoC320Dkrsclm/W0ZtcAcEc2G3U4uGcRWcchjaXlBQudOxahz778fVpEM6qMLjYqyQ9bcqKMf/Yz722W2tzqsn9cjyMbfum+Gn11Bv8FPYyGP58bDb4DYLhtoDqxM1/WuTKOadRywBUE3pyBnbsO6l3zMT5PAof7LnjF7wsC8fs5y/ycLcyczuVaz+uwSpYl2W7z+TNPOTKSD5BEBcGXjgJ/qmKqDJmhq/Lv7wIj63DfI3rwcxVTrt313mfo1ItRfZBQ91JDDUcjmg29po5ShmaIDp9CiTnx6MV9V0G4TOYSYDH7mOfCt8w+EATG0D3v8fbnteeqytlmbLavWEHHiawt/1fJ3HU/y8BzQFaVhis+xmxwDNaRX0VVXrwAcEHnhiRCK0dp6KPP12EQEMQNuMt3WF+ijpdlLxvmCAPUtMd2Sy1OSVt2dompTzsCFy7nPt/dXr67D5bVpOyJAOfKhCPQ5wjocO5rMOJ0I7rYzL3er2d9Zczw/xmXNLnOCZ1adVzhmMEQI+uujuYojfTVGwUdx2Z5UhU8FXTW+wIUDr+4ZPIX8NApcJxNMyTqRO5z0agtDeQ5UY6gD/w1s3pA9nyj2dJkovAfPHt4eytcwOvyHw49I1/HiTs85RzYIohjtD5zQrFW2dSJ58ssJzKVLnRZuZz7VrE2EtxMNsu1bsBXv13Ccc2P69UPtrRm9cZRiJcemqUFP8y3m3XF+ACHel7tb+N8jSjdsdf+qKzfABBW4MTDRkco3TcjQxB7Hf3saec0jt4Vs6x393sMHHkV1Mqe6ohlLAAgBSQwsAe4dU6HvNjKCRuAhUGw/JF7mbF5DHsDpNqfJ/eWnpZ/C3qZ1eXZE7RdYNYMtgWA+QxH0Z4Ks1Vx+g7/GZnUknUTALcZ5Iy3pawBRuZ6hsl6MaYNsDpX89jKP5YcHCNzziogAS+ev1U6uE975LXUF9lplmjkX+meiOUBJeGn3avyOXQHItEXPDZARCehwQaCPUcmXc9i7tfAmZZMxSBaw1P6WRndTNA8p8BDI4A9HZzVlvCtg1YexXx4NdOWbC0A6nyhJWxxqMw5N0JbuvCsmOXmS8O0fK6lLzHWtUjZ+5akWnAz369jLYsA325wQCsldAbNBmDxiaZ/N6UtOc8Gqo3dUZoZALhBK+qBF7qAt7KayBGy2PisOiSlHOlhTC8vAFX3mFu1BPPsB46LBRgBSDYrWv1n+EM2o44kQNV6MdgP6CNyE2CsBnscFOVVOFml/fY2zRoR+MMZUX93vJcqHPAIzk79Ezplm2HQPsb28XJ+Myf6ruU513yYb1saWb5deduMYfXGDSprmdA4qFwns2yqR/Ypfs9stgm+Gl2dUsCXksXgE6P3bcAx5exwiuMkbmm3zINzgFO7vBt5nfdwYHQuk+1OFp8OLQBe+eGjlCG0D6IgFPRLWc8CcwuIzhlaHiLwZW9ng4YMZDJYwExPFkO9wfJ4KwMNHjILqOuS/zj3Bt4gUwSjWRdLGavXwrPU7aFJ5TVgwgLllkaVH759Q+oVfaDtidhM5Tmf0Gudxg0MM1AOJ3EBxFOAvNH+liZGFdgAB3tCAyKGzgBe4iDjTOJw3b7eTE0nl8ETLQGejWDdCg5nnJZJlfdB52YoqJ9+jDOumTG5fku1tjJRx5554kgNHcNT2isYgIMRlO4tsa28ybiy34ATqCaMhTX+vnos2Tnso1UGcESq6xnMZaabfXfhPZWP6CvdT+ULfJk9Yc3VHwwIAEcrz6t+A98i8zUBUg1KdFwwI/vQQmT+TVYaDmOAso/JjGGNOX83BMk16wTeTq87sjJvKu/lxwYX7AtnJi8+a2/IjPF9Aplu2iMTHZW90/H89HnkXvaOc9xeeYA8BIqEvzWoiMAw9FJxISm2RwcbWh5oFSbLMcuP1bmYlxVe+N3sHQBgS6JTicx5/5nz9iW62sPsxeNkTH1kvDnbPEvnb/qopo8kbIJpNqhqaErbTEclY9wASvb6c7NqYPpkmP5oWX34Sb4hn3JfN5AMxy10+yB05xi5KcESTYkq7RVIDyDbVgq5UasD9OEGzZXn8jOPZWuV05Zt9izroF0fkxmi0DEy3MzADeTjevkBYAZgbjL9kqEn+O95KICR0bVEIoB6ggh4NkA5POz7VBWoXjuVKPQtqbcpHwRvyEwtPx/dzuoaPv8B9JjvN6P24eNkPtpHeh3vtfk4M5GnHLv37wNENIvZDNhLEGO+swHCTURg7XlexqfNAdUgC+DJlI61xzL/EYgHdg/fam9x+uvm/iVFgiQe3ZRWAEHgUWT+bqls6ZZyuHNCJnjMvQh90zMYWTfgzp4dMtUamJdhoZ6UNwHAfqKMfuYS/vj29VROSEbjr/9IxmUzbtX367uYZ8ALkFst+5vnEFz0+vfICuYchvH1e/p50gM4vITnhLcAPj1KEJg6YjJS6aNO6el89ssvnNusW7LCW7o+pXUB6H4IndAW6NPn9y0dTPlZ+ab25pZjR1aS4UkQD3ur7vZn+40/ilx5HwCX8fM7L6orACxC+7UbqusfFUCePUf/YCstz93qVxnzz+nVCl9BthB4B5/Zc19ekHs2KDNgHYFE0DWgTc9/9hWd6SaZuMiSd8kCls1x3tIHNqW6H7QyEzqSusi7ZOq+fvu268ReWKIfnZHsdKt/kI74RwBEaIx7Uy74+5z5dykxDWBMoAi8lzk287e2JjIOGYntCsuJnvk1a8j38x3kPkEX26favTcIAPC0ADE6KSVq4dk57mRLF5QZPwX7Xh2ENSroiO4SUD+Z0x/xRTSgOrwFG52g4rFTAICb0VuVApmR89H185wDgnJtjkyCDjgfD7L3gHOeB2TMxwDGZDRjRf37b793vejjDriJDHuXsrkkRnOukd9/fofeTOYzAOXqeNq0rAW6CW/zzH/+rzfhG2Txpg1AgpnkEZR15xzRnx1eBHPUZoU+qhNDt80eRbZk7PROzs/7+BNadWB7ket/Wn9le+lG3rbcc9mbenGD8NHzOIeTeFIzUzavHyrXIdfeZ83NAJ4klvqPBe1KgdOSxgofVG8gi1d939YhZLXDl6YtQnn52gMGlPLcBkhW9nKGARhT6j5yqucgY2jFkKnmw+cNGmuQLuP51LLfD0a2SJdliNXdWqKZs5L1LB+LAG0fY0rnh36/yz+qH2xVJs5zXR/jKtAuUWah6wHGtjpF6LV+3eEr7VU9Ohd0TxgS68q4G9AxVSic58fwwfAYymdznJCh+cm5NoDMv+XBQ59ZNzKF1xZvkE2/aMsCnoNazFnRxh3QOddcZPv4dIbg/UFgNmD0VKXglqwleQHwOoUL18GHDECWVo5kBPaDyhDwB84CVTfa1koq8f/zmYCs/Kz94/NizpwXg5ugKwVUtBsfXP1ogrjrf7LChxm0joH9UQXSTqwPZxzBnAjklRXWsL2HFzKnPGJLaJePYzM3gNd110/gMFyDAY3n3gsm7+fQVfka54n9pKx4+V1R19IMr9pkAMDTonDtXq6jEYlt8ubaVppwfk1EzPd6/btPS6LHAGeYrtt8fAYaeP8MAJ+/+a8A0IuydgYdr8BRF14AmAWo051nLhXPuC7AzeleexD+qwDw9Sp0DU7juwY0/1X56b8rNX12wu9GXYhk1v0A8dy8v2aE/nXEloU41us85rMzjW+eM2nd7+N+/xEA+AxYncGc6/f3rmcA6K7rGY8Zijp+77rPzmEP7CXSAacvRsZ4G9YxUGch8xom1nkOQ9x159oz2Fp2MYd2BdVdAPCuofR5nPKlQ9dUwK+lEGZfXHevvwYEb52nRTDvIMylhWua3EvPwMkykOvx7pyvAWBiRa9p0bEabXUGgFtiNVPZ8hhct2U3zvxjy0Xufi3Duj1fQZHzWefzLSXlOsN/7IXo3weAvMu1Dul1kJ0B4PW2Xj/j+m8BCAQVdxkA5kI3E8XDesCYh1juolfvo/JzXg8HL2/bPTz35hQ4VWnghaKwytUCsXeeDxTbGhRkChxBFPucHoVBJjeCaksz7/oi6LYX3mYWa0TrQCtQOmDWZrltaTvuscrCju8SBdYNQpk/ePr5HFTZnzUVVHfBL3ydM1wHglTTCGDooAofpddQ2u1xhfOlEXMjiDv/dQLmK418O0vmeRDle69f3GOz3Ji7PbZG+SDwYe5DRvJdcuqs1O29pVv6Q6xScGSUL79Y+hPowxGyJft0iDKflj1DQS99ec2trGL248TYz3z3OD/yIvaJ5zRjDMcgGfjw1QGktr8v17YnXmnXgJDeq06/wxHE9xo5l/+MQLcEy/nF8zYTiu/qlFGRAqDrvi1dTGCKCluUwVEPF0yCTsjAKm3wOUr08Inbz1zA07PV+01pGEAY+ZuAbkvWVWnjbx2J3n+yhk/6QTMUMYgmC8f+XGa5/hCnXAPiMQZ6BnSE8ZwqlpURW+liaVDj5iLLGk09vYMHmNDRSiSjxkOfxZ4VvEV/IsP4FEmJ83R40Za8A8Cxt8hkKY2j/KJUNjv64MtcZ7b9UW6fI3Au410jcIIsDr5nKRz79umk38+2l/W2ErBf5eqB0ow80WC5H4iSp8xXnQPDN2ZvKP28UZE6t2Lsxar5g8xbALVc57nRaNsxsLZVoJs9SeS0/A5A585Xy4wJ3D59kij6rBHr7dmxvC0R0htAcAAhZtXgVDh0IqtBtF9zIznNiDyDZ7u/9jbLs2v4TeQzvKeGoQAw39+SUEtXjBQgic+gzYv8qWNVo6mGJ/s/oGzfqwGya2MpxgagTJDUZm/DjwXuXJMFxPe+OJgAZMwqF6BZOb5BFzqJBcZa4ul0TlaO8PwGrmWNbwCj8qK0L1Rij0t7C9r/WiezEfU6ppEr7d2dBQPQgeYEHS1fDkDPi30r4DoVAuqYy54xxgWABdAdM0CI/Zk1rMuTq61IPwt2r4wjYpx15txw7YJWx3kZx0buhUOWDKYt1c86FiusUefz2PINjLGyANng6krKfDPI6C9kiVuN8sqWBkXpJG957zhMmNtmJONgRA7h2ITPfmn52Q0csAT355ahpNeUYN3S+6X1QFYDhxaMCedrneJkiuKhGl3Inn9Hz1VLRQOUHb0yC+rVWYHjlkxlT+eTnMHaSax/bmIggUEO8jLK5AlEtRT4BFyRubvZxS19mxLHzYImS7Aynewa5mVZYvtFT4Z//m6J6RoZZvysfrXBOvzdXpaT9bdApCVhCVgQ1CDLuOV1y5fSaw+wMROCZ7UVyvAjM2BxiCkf+Q7ZNWTsdk/r+NBp09Lf9EZttjmeF2hFnklJTvjdmwKduaZgNEDelsk2oOcSfJhrPC88V/C02b0E4D3Cicg6C3Ty3gKbh53lPp/t8814JksJp669dn2Ocl49aR1vG9XfAI6L/qbM48wXKCVYCd0qY9+AE+7f9YIucBbBN/MdHLPd48pZnEMT9JT9b5YHdJVMOOaLjUMZbfmw/9rzu8ESlp/1ecoQ5rkyFro3cwW93L7iAsACibz0FwSwiaOZMW3J5q7llOfudQUE41jqmKTvgpec8/wHb2sP+qy1Jc1ZwwHUiI+CZzSrc/qCw6sGYESHJQuboXydij/lZ/kS5+7POJgN6Am/SYlG3Gxk0bWsMNm8ceStY4993JLuZ/B+Ze/qyitHtkoK8yvfqeMYnsa6CphzjgoS81/WV0AGf0GZ38gvgkgoTUhP9TjxcUJnDk/iJO/5gC80MMS2I6s/AKxDdwIVgL448q0qw9z53ruAck+fPBHIrUN19jMZaKwFdMc+L/DD2RXYtMwgjluCTKonr1pW344gofu5ZeVx3JmV2Dk2yEib8+2bt70Wef4AkB2ZmPKi3B8AAwDs+1ZtMtukbU7g9fSqBAw82T46q3GIU9pU3elSOjzr/Ib+5C05+X2zQgE5e44y46OKxyHLkJOt0lA9g6xRAXarawyQXyCVgImprEMmGH4YdKLKRM+v6yQ/wBOwlagc/+oH6FHodpYFxyF7qUxU0WgwQoNE8jxKEpNl1JLt6JjormOXCAjYS5HzXSAia29VFjOmCCyqFwIbbvwhZGlun+kCDRMgQzaSek6CdMKeKRkMG3oYALjAbp6Ls/x1Mk4/hrdYPcGMyi8NADdQDjDqWTJuRbXsRb7tMRqYe7FLouu02geU3hOTbHh66obHZS3oNf8QPt+gPkqHAkhaU5UxIY/epYdoe86HFxEgpI6cOVWu2ouUO7d8NEAe9gb7FJoAUCao4vWr93XSs84EkkATzKEVCjJeshv/DDDbntL57ovfsG2xKQCAbwYAHpB/bCzMzAZk5dmIOoJIPgWMfPOCXtPQeC5ISd0fc8/ysMwJAA9e9ejhzcWG/zF0hw7z/uObAMBPW16Wcb982YizgK0GgX3I/GhrcBO+sT2JC1wKr3TsUUtqZwFM/gH4neCTp+mVDOhOqW8CCB5zRtH1Mj4AYOQtZxGegv7K+aYFAnvK33y3wSZvoaPoSCmRSwZ5g5W/PkjJ2gmoA8QDnOWcNxBOm6IVC0JsgL/MC36jvmtiAOrBh3fwBaZBAM+fCZhJFZfq/eGBARs/BCgiK7NAPKWfQwvwlPKYVP0AjCWDDvCybUXCb+ujyn6/e0vQUQDgZ+Ep79CVAE3pLf8pa0s/a1ZsbCra+Pz5KWusDIGeWKO1a+AdBhSEfyfw5n2AZKrTtGpQeCHrWn40uglVKtwfeRPH4vmTgNKRs69efUiwwZd7//hvz8tv+RYBPdXHcn4bCJv73RTIpjSxwHWObNfqx/R4J3AEWv6f/yP0HXnx5JmlfOvOrWmBTppy2lQxuI9uYQUZAzoBRAlsY7h5H7lL3/gA6IBKyArO+1t6Ztff8PXe//Pfn/X5lPh/m8ztxwE1yeqPitpnsk9kZJNB/OAxcgsSUEaw7i2pX8OAseFfp4S22ZwsbNcQxlTgH35GYCS8AJo0QIRnln+QnYuu0moT8CerGtyktUJF3GwpvaPhmz8/Q48hEMEgwM0z4NkEYR7tTiyRXNA4VUzg01bGCQ3l/qnA2/NaOZV/2A6AoVzH2hKkKABMRiT+OIPQKTsODeOCrUyq7Ff+k0Xd8r85L5Rvfpqxflf/gvoEJITOAQ1RgrxJQMgrAiFyKLimvs/cVJDWIJ1SdgbbfsDIzDzXDEx5BnYUQTK2nzCQxTE15KD7Zds1g8G9v/qD7Ugscw3/hK92fbJX9f0NaMp6tFz0+H0oB19pkGfQQ/rsN4ZfMKf2DMeuy1pdAODQmQHPA9bXF0h1Cv02yJPeK+NoZTf2KA9h7uACbRdC3/rKYHU1+0k7r00qY9yVJVQJiJ6Mv6EVggiGo6JF/UT5QjOuAaaxSRhbp5V1IXiIeiX68QhQYO24r/5zbVGudz+sPAA9sCboCywgPIZrAFd5AQBXF8nNqCKz4DMBUAQkdE356sinnjmqjTisPrutNDKfoggD3toGyavaw3fWonpCZKClt00EasJP/YS0brkNAPP9LfXM76vT0bpgX+pbBgnwakDe+Ae/e/vhCn29fO32L39XjvkbXxln8O0FWsfH9hdbw/36HpeMgDq4jgXe6/4CpMwH54zjJfJzpvG35nE44Yagc7/rDOVrgOiueX8LED7fn+8doMdxl90gTsuRIeWu9YzVSBiD6Lj4srF7zfWaLrh3gFRHxMLem5933f8MHBhleBDW7cys3sGD1PHuEfDg99NKHNZ1IvRP15zXcp1p3yoVfT2OGm8I8DzyDMJe7886uG9fo8TatcOQP4OzrsvtrD7euwt8PX/v2Ivju97ryAKwlDCAzQFE3bW/5+ddr/m3xrFzP+/XeT2OPTFT55xZYzTcAYgfmSw6C3Z/9x4YXTU+M5kqlxUKCmBeOnY3w27r40+GyAyqe3iQzC0aKi3VaXMychCPfKcMW9BjM+F2nS/nf+iMwABGVCfP0ODe4zCepAemcTibNfQW8LtkQs9+3hamTqhO1TqulkHjsFkmPBlvamq9vsLxYsAdDgnus/df4eH9/V4X5jSOfSbvWVrzNph5zYcESTTMN+CGYVAiyx57GKcCamZSCozhqGsmGTxphNy55EQVmQEM/C5ZiBPQMXvZ0c/e8FPgQfANAbXndMdINsu5lPnt7Huju1QUdCRsr9g6er43CmsBmmv5UTrAoYeSfgVQuqGueektfxqcIs9cYHjpFycq+2KGheVFUKyN8uaMGBBQOsTxX6VJPnMth46/DWU4O6lbWqQ8ROWlDvfux2RtXdQQjuREfM1677lxD0ZrZ58AxXEO5b1m5FRxMVqcOXcpBiTkg820O6SC55RMkmZhozg1WylGxgSKVNGdtTzT/85VZXnBKNYEAp+9K5Chw7mA1NTgJ2p/y4zX0MKI4fk4Yi9nZU7MaQ167iZSjqNy9D8+yr2t8tyetzUUsyaT3YZxugDdlpOrEjbHEwND5dmACWhse1k1SGIU6OUvGECl3+zrggILwhKJW0WbMogtaee95Av24tRxZollDAjbAiwfdp8vSmL2emUye8s8Udal8zESJuuA7515Zkufkq02Zb4WYFnl25Wefd40+BLbZHfUQIpTdvbmxxg1ZtCZjdqMxJ7jA6gy84seNRlfHe84Ic3WXT4uPXugKiuJsB8e2P6prHl5jWeNQA4A2i3zc+blzbzd0nasdfm155gXq/qlZw95QeaJ2Wj83gxiHFUMofsxgGJLZSsfO0xkEnxvzpT9+SwNqoPe6/n+ZiZ1PmTld5oElTlXZS/jpGeR/KWlopf+8wX4DX3tOn4Z/W5V6WL11w3o8JwBTFnqlpcZaBiMZsQItrg+pb/yJEs48/n2duW7yyspycvjoaPtt2opq1pCPZMb2LCysTZBt8AAAH7HSWl5xM2QtTQwa7UlwS1FqAFItP/qMPKZiSqnpHqNbnsw44TgOzgJtgd4HQg1HjcbQZ7TgIU6DKABM22MSj8c/Be9LfRqFutmEOOQkUesfD/4cbUVgZ2uv5m/y68s3b8ODfQHs4pxQqvjELVsT1d4Cc/RWFQ+rpxTFiibLaWLyxiniM50M13M0oPfUWruYYxTDHYyDHFIQJMA8AAYLW2bgW1ljrXlcDizduobOmouJS9zpsg2Yn1xXNsj04oCG1XfLEHOT3gITj6d1wIWZ7tLHmjJdCPGBaEaoZ5xcU4ERFavY78E0ZYe7SEpj1oAGPotMN5eYo4Tpy/is+BUnKSA15bilycsH8P5SpleK1Nw9rZ3EyCE+9jSjJRJ57zOWWBMBqlsQIIlsrc07lbJekePN3R2AIOuD6B6QIw4GZuRWR6CXFcPOCLK5QVkOFANAF5FCf1VxdHDoL3uZe77JMDXZilAl8gAHOwFW+/rBFYWIbC1Cc7VWA55L2OF/RhIMT28hz+zz54J918+ie2IHpHrq1MpI5C/PIf7cMa37LMZ0eos0CWZOR0LWbZ8rwFAZOVYNtCyrwRwUYKbLI30lcza4Yh5mkw9ZRNnx70ozXF28rNlL5NBxssM1rEXOO8FwDYrF56MTJY+ydSqzgYgMlmoONIoJUcA3Pv0btSRDF9BBuiIq2yEXyF+oBGcb6ER5vShASw65JBv7cnYjEBlI7RW7Ix1ITs494UGm70bvcLexMiX8ILlB3Uo5Z7TG7G6UIAte6sms/aGjNzDdsKpBvDn+dbRaQArz7e08eqgZztuaV39Mzwv/LcOrMkSb0YuwBrZYOAYDVYhq43sQ7MmUTfYa8bzcJylf5CpS9ZdHYPK/QaAtvz4UDvbmXmVjxEwERprsErPB9leyjv5xujCWXuy1XA4A9h9l2wu+CE0Ym9o9ecLT2/2kwFbBsFNNn/lhTaxPY+ZG4EgBOt5hpF18AFacPTckRKWeT/KuAC7GtxKVm+ziNivw9GrDmmABPe12oUBUNvuCZ0dWiVrGD2YjGd6Q/KdzzjcW+ErZX8TnIAtq95l1s27Zos6ri2Bj/xglV68eNP3d53JUm+v4Tm/6kGuK2PetjbQ25Zz1mGPLNtgR21bAPvD1zR9qKdCR+2hAgbyieWz2K7wF8AUA0LgHQF9Ejx0P/f/EF7IfpPlzXfg8S1dWZ1LWkH9pw8uZ7SBSMiO8Dx0yR9+5AxN1YwC8lnzgJOAn/RcpGzqnwRYU7GjNoWgB89BJpoVZpWSnh1A7vAA+Jp83fy88p05X/1BcGh4LvP7NGUp1z8Ab+ZzMp4IYPkpZcAP2/MACpxfemIGpCpoHpr8mB6o3EebAoDvj3u/JrseOn2dHqcEyTx7kjYCfDXr/C7o4bNnTwKmpn/20H7PTFGAyKaAkZBnne21i5Slv/32Vl4UGfJTShIz58qBVilQXvzQEs3cNCBrMjVhwX98uX/v1QuAzgRp0Gs2oCw8TDkrgAxoyTll/q1CgA6UdeYMETTG2X2X8/X6FRlnZGWndH2w9iIYNCkAACAASURBVLZFzZgNDEnf4ACbZu5x3rM/4zOAbjnXnDp4OsU6GD/BMFQC4LwBFmMTKHcAOaZCVPUEKy5I85ELmQdZ5/QOJgP7aUosM2f2Bjp7+TIyN2XJAUEAnp4GhOSMfK19oT63/UKtqGKgBTF/Zkha0nQrpzxJz+PvQ7dZlax1etz+lpLKmcTTAHuANdWzor8AfiIT3ybDFz6HfvAoz9cMREB7Dj4UjIe3QnfIiskoT0ANJZY/QF+czXwFu4n1p6d49f9kzL4NAMxZAJR7nAzxV8lYhpFC/4z992Tfti1OZBwgHwB+7YnKI+SblWU+BuSmhy/ym0zNt5BkaOCnn+yp28zk8JXqkMBBCWgCELx5yvnTZgB8fflSeYKO36CL0OEGRjLz6hCjexNA1Wz83J8e4ehhldEXv5A6+/sA45iSBXro9Rz7vvZSZN2blE2OpTl6vHaZfEyw6PlPyp8VXW9e62NAj9Ve6mEM/SKTBXnbvgE9K+A7AH1bBkRWwJPuZ63w/RBwpT6gniCOxL76LHrhsr7v35EVS1Ut7KYEyYdGb8hIrgrwZ85ySsgn4OJZM871p7ZlBLwL3YYy6JkverZ2J98TAGZtDNQUJOO8PkmP6e1PDk8giKZPgq9nvapzZ1xUxOP7nG10UHbzAJ0F4yoaWy0p19EnuJnH0EKdMaUvettyfu+jB2V8APKwIAMGqephqeSOOj/LCiDd/O1ZVp/XdlCHbGUKHp21YG72EOb8uG5k3LPOyAcCKVkn5G+rglD9rXLSzGn0k4qu6sSC222pU58BOjWBzOjtH7o2GwT55nWCLLMGlu0eHwu+JrJhVWsLALfoWO5NDCHzatBTE4oMqFRviS4WHdBgJQOLGxyb8XWvc/4Le86418+xLQ8A5vlO9zPVE6Dt+/kOwCwBuQZzOSh4KD4vM3kJYtefxtogNwms0LufMwUgXrp3feoWgTdMWw7OJbILGudzKzuuPsqZ4wxId+i4u89b6tnMY9d9X6UpnsdcJ0v4stcNwCOobgP79be7/qwvvNoA5fVx1E5GTmlitCc1gei86hsk8YLxIUfxiU1g3ZaAVs8jOx15rS+AezUB5TTW/yMA8Brjy5wY9D70DOyeF+987V5/zkA4ltrfVqm7BmX/vwCAz8Dw9bj+FQB8zh46r8vO33U6nHLGrAxfGqWpRHBasIv9ctrc87gWlF2n2R7I28/0G4zvfO9/BQBzjwuRctjmtFwDwOto7lxqjEiUZxrY368BYOev029f53H1IOW5CwBv303XV2ofnMC1nOfWETxLvWvynwGA994717uA4/M+3AJaJvR3QcsF5/8jALCR60f0/2a3Xo9jswOuQWDXS8fF+eeuzXmtr8dTZsR/cw8dvDq+m8m23DI3c04Cv+d93oiVRiQOzfV+MM/5qaNgAAtoLNc1Im72E2Bn17/7W5qC2R9n5wwucg2Rf9VlJvq5RsmAOmcgvYMagE6wwPnucxC213znAGSdqaUodBY7X0vfVkn4fyl7Dy1LriPZEkBpDZDsNf//e2+mQaC0BMa2bfeIyIsCu98Fi1V5M8QRflyZizJtHScL7nDtGe1/Wa8LAHzsL0bHrCnP2lLZrtkZFbUGe6dTRcRzd6XbzbBi3a4AsCCl47BEl1lh9kQkw8A+dezMvlcA2Ch1JE3NrFm77U/dNRkg+LqGCNNGFA6A25jJkbC7twWAcRAOgMGGby9VaJm515GGY2e0vvb5pcxmMxWdD0Z7I8xwiNZZ50T5/54JHGQz99I7+zQu0e/JNMpKqXpE8c47cHAsp1Jhi+KU/yx9jIPDsnIC21PCsNqcvTn2QyZgS1Cy7jNeA6d8uuMm2u08YAsklx5n7FfahffWbzn3NzjjckCrQGdfy5+JKkbZnHc3Q/MkzZ41aGFBU53ilk13HdDwdOTBZ8imYKQofMuzmhW15xwFaM/3Om6H12Ccdd51PA4ozJpP1pgjOT/EaJtROiOe4BHedUT35VnXPtNGHNqvox/WKcvIudw5KicoDwcPWLBPYEzH4GTfTgUFeM4BWBPZmecz5j8G3OvZAaRsJoNK2zrrCq43IlTnnQanwGcNgL5TRyWO/+1RWSc+pfdqDNkv8MrTd00E6My2qAO92RAGGuznlocu3QmiYAxrDKjgCirtWp006tN2z52nmUnL/1r2M+vezA0iZ+cYMDeM6yM7I79vRnnG2VKAOJOnd2ONO2gD2ZbFKTgCkDJ8pG0QcGjCyyb7SYMmzoCRGzse9YDce1kL/lkeA6H3/OTP0J8ZJ5b6N0BIWoZetsS6oK48dNtWbDDArhVOoO3tamDYOs3tEXbwqs4JXqWDnbE083zkVs2kfNd+kowKxzeVDVijvmwmRsQysoGeOTgKhtbgxez98h0Mre3fuuvQdesZ0YnJ+7ifdS8ATMnGmc8CWO1PFx5B+UPWsX2M65Q/DcUdnjwMgb2A72kQXYORtvUA75Nv0WqiHK5rJDg3xjNlZQfI9rzSTzHzaPaRAY7wsAUrMYQBx5oBSgYlPSpb4hWDXcCz+4yzhvOdZ/C+syXE9TS55lzP+aFMJ1OEnqUdqhfgcLhb+cZexJ3KwdNPOb72AbKWPbCPmf2R6ibuTVvpg35yVsxAifGQlbeOvOQ9DXhkXQCAtzxzvsBIp2c1/ORJaI09wPFvpqX9a3ka53JLbBekyXX8LDDslmK0H2BWnt3+cThuAeTjmGq55/wxo1L9w3KIOpGagZTnvIsDmutrQ48OahCC2TUY1tUZyi+y3jMeDOY96wYdSGvyMunGTL4NoHCdC4yQLTEfoulZT5ywAMBkPrQMvgOatTU4Eb1kg0cMUpqgxZy1OoYZ05w5HGvQ4sM4YS1pin4UWomTegFgs6AFmwGAKe+HG1OA3Ko80CUARDNNqm/oHDVAM88k0zFftk8vDsj8m3c+bhCBzhOAJwLZCpRQRq+OTL1dBBjYQgBQnP1inQKaxLnZCPc8BGD/dMijn7OuntVdU65r5mXOQmU0MqtMzNLHpdO5fisIVGfMfrXkeniqwDslInWkLh/l35ZdtsSyNKhueuo/lkiXvi1B/yF7CV9rCcZkiKjfmA2+5/gwd3Aatt/uGbzZuRW0Vc5JW1fb/oeW9fSDPJevKD/shXgNxrLsoMF92nY9uT3hgATVi0P3nygJl0coM+0J+o0euBPM0zJ9gBOV/4BSZNsBMkI9ZiYjQCsXKid0tB26d53QasTsF3oHjn55l/pkv99KFCMTyoOqW03FhKw/vBoQBluw1UOqgzmrBYDti7ggIfamsg8Hthkxyo8HgAChERyBXwPW2Jc4PKAbJ0BTmUpmWrOdCfrULlo+WYdie9Wbebv8j8AMgNbTdpJHc2apQHCPcqQsW52L8H9oCDtbvqxzHvuY0puejdUXN2ia65nb0jeyU/mSuQbAr90SHkNAEzzRTHccpQS6CCjz2SpN39IXFEf33QASy+ULCBmE5lqis6sb0TcaZmOwS+y8XI89Zj91e+cumCzIDFNBdxOUJqOeNcZ5iz7Gfasf7Llcns7zyEDdfrzYA/YAFZiGAB8l/YuzDK+pPgWIQfZrdfUNTIW+tQK6B9O2ZoPGWR/k2fbIhc6/UgKUEp7UQW+WJUGQ6M05GwGFKAkKm/tCpRR2kB6WGcAMKyBNMgczvqfPbGdC/AfZUffv49gnYMbgxE/pefpn9g9bDyDvp+xxnbPZb9TOLwTQQcuse0il/eHrKyA7WLsH7ImqNg8KVmT0wwstcWkwRNtK0CsWvW+qlvwU/RwjBgCIMVLxocBX7fQKiNL0NYOJn98FOOvkAxwDhpfX/Ajg11pseU5Kpwc4BcSuA77Pkp+T8brtStgn/TbYlGRNPWo5XHgQrPAn9C10x+ifv/77TXX9V8lEtZoAvWuxn7QLCtBFttxrL2VK3mIf2yv0j5Q+h1WRlUXwTGHQ0YcMjIhMotdxMkG5bv0ROt2xcSO7AxCTRfznn5b5ffIMnUR+9gAZGVp5n/6nABWls+rKZprBT/k8pp1AqsO3tC9vip4l0EqlE2jVNao8QJ634seWaed39KIE0LJSByAopWUBS8o3M1cr7XluOf+UZH+WjGPRjgnGRL9AfrMOmT96H7rC49BV+VBtwzN4k/dhl+LpeEfZ6ABejwPUv3qlrvP6N7K56QH/MPNJ8MPv7wtiP3tiCxO33meiJ5K5zto0YZxty/s+hE8+DQ99mXLTXRr2Bb9AgJj67caW4oCR7Upg2T//9WzKQQuSNAs1D/z9t8jmgPrIvQYOjl7JKNgjqhyQSSgQGJ0pf56/SJ/rscsoFQ7ox+9X7sEj2B6AIuxKxvg5/aXfA1YX/cPXYXbgA4Dj6Ey1j3IPZbvJS3+bubMO3wZB++VfL7s2796kdHNof6uTEVgFP6MnNjLm7RtogHMm39V2VBair/nhbJOdnmzmyQDvmcjz0VXUKc3GP9xI4WtEMQPSvvol/CyPepMs6K9fOMfQI9VN1J85a2yBbVFYnzya9ytW+qlFkfeRIfp7gi6+Um0PNkF58VQGQufYYB149uMF4tBfOe9jUCOSCeixT7TryvzetNKEPjR8qAQbwNceJ8DseUB5nkEwwvqNAOmVR56r2uT4bPKnrUlKU+o+8Pm16H9M9nr9BHk94LJicO2hyIqQ/du39oBHvlbXiR61vmsrv9xt38Mj0LWtkMNgtKsoD90+vgDHk0zDGMmixyaoLKfSAPoW6w3AmPWwjYA+KlpXlG/VDreXb8OAsG0IMED3Rt4y/+qQ0RWrf5HdT/UBwWcqX/B5Ep1vlqzgMf9eQLM8RpXbCgB2RbI8fj4bSFV7LGPhvawFH4FibiajvFKmtIRu0HdAdQWLCd4Q5MSXRbALgR/0NPd7AiZqALAx1dUMDmBN0fUnaJY9iX1CJbqeEjJzw6MW6JQq8pSsFxm8gkQCwNibsMzy0wKyJjYxzrZbG91oHtHrDMgVe6nPYmz+w8/ocB12PtDBthC1PZ4BCFcAWP1z7Qp5EsGX6ss+BzLeRJPqAwV2fU3fUZsenR8e4KxbvYwdGJuy2N6M6/Dr/d9mAO9idFEPR5hPrUJ7BfXyezbYQ+k1Mra/XncLnHbxRpj12TfPvYI/d4GEjZQ5x3S9/1B0Ls+7zmXn973s3+sYjpKXe4rmxu/NY5/vZhkRupl5NcLHEO2c+aLZcxoImybOa/Zarlsw9HrvdSh9zHxuQV33yl/ydwl09m+fve87n+K11+def2eW6OmEvwtSXK+UTq5zOOftvBYAvvPuKlvnfbcAcLMV60REGuUQzPxPoFLDe0Gl3SdLY/mmaynCK1i7GcBXgNdSbAsErIPybtbsbbauAJxreAXEzjU/77++/7pfZR4Dau249kzdDQoYzpGbrxnMPGvXpFH0s6EVJo2svntu7oCFF03g6ImJMTFSvfNaz33eo2HuOE7BZIQQz93o/GNMKAn5vvSaLxslvdmYVRb/MwB8ZXRLO0szjLFgDDQwRlVBEc7fPHfBSgesM3I/RhFt+SrntHSzZ+Lq3Ck5YhfzXkp1jAN57aRG7ZDhUKfcJeP3csB0LEszCsGlYUtJrNK7jlQdCicIfJQuHxo4e+xO1mi+NyJOQ8D9UqBsBjC/2wyuXofzKWPHwbEO943u1zlFJjHA3wn+et8JbB6gxgCXu444aNwLSo25/6zNOjS+thSQkZQ6X87ysYJeRsEueFOBuc8Bgh2eXyAtw6kjMwoDwh/wr9GMeW77t07mQw2V/EcJnV1f5iNAgoYsQNs55joc5zoVdcDyYV1a4XLA2y23dQWAAR1QpKCJdQyxPGx5zy+ycO4H8IVMjh6Zl3O5QP8CyXUWjuzd8QuWZ74DmLi/vqsOJ64/NKdx4DcTB8OgWytNjuzY87+gTPcGIILzgzOQMrbjdOp54+zne0tWWTKU89H5F0Am+tFzYdY3m2BUPCVvWPuCzBjZS/N6KkufjA0HVB1c0DN01bLO0vuWUt8ejiu13I+RM6un5GEGUnjgmZulj80wZgzXnnEsCuMk4MASTvKXflAA22NGkPwoz0OJQNwqPYcnTXNLnQ8YhAXLWAfBvNLgrCPbjxItAOzvW4K/YKi9gVkH1tWs/KFLMuyIomQfYmTUoTZZ28v3GPr2Mqtzux4jx24wgZk0dabn580qOBgnZ2J42p4bnmegkA5n3k95NhVrM/84unX6VBFWZ8B5D/01yjt33wd0aYar69TzWIdjHAA1NE5Hfe8nkyzDZ+yb2VdnG99PhsrKKxX9GDbZs5a86pn2QG8mbNcDHj9O/wIPdZQNuFO+Po7e3gkf3P6TZrcdivjS78hPozahXzPO5NFG0tfZVF4WWizZ44yaTLrRexip5XyN2u278CLmf+VHM5elTehve8bvO1cuthdg1sOSrGdmftcUR2vGcmby2oPXLEHPKdfR14mhHaWkOB91QlGO0koBR3R2ruN9+8w7dFnd6XyOALqR/MqJyTBvdtAJwgMSmn2hLDKrirUh8hngQZnKB8DLLC7OOtkngLMGIpBxsXqihh3ZfxvQ435huOqI8ZnVd9YinIOxGQF1ckzQjHwQucl8XOelVSOf/ZR/Z/024EoAVmOZ63l/59h9nyA76DnngWyH6l6UAp515loDFy4BW3kWDvMHAWYFLwgGEiDDIUUJRXQYssVWNum4EuRoX1eeH8duKxfkp4dxGOrYHmcK5fHH0U+kOU5dno1j5HMzSOQvDfQIz8DhwPOYEhkyluLEKSG/24wy+nBC3zhcKidCi/eTQcleGzFupYQG/JRnySfYXx0NASwaaGPmqQFRpy64toNOdx3vOCTYY0BwxtQo7WY8I4sEFJvNVPlULbTvZm4tLZY147mb3QrPbKBCnQEy7PL9yDEyFLE/uJ/etPya8tifCSxp4OEfdZaxAfBRMrQAgM2i3AxG6Xb1qUwhMpsApemhPdmcZMMxjroLM1YygMiEokQ2Djz4aOVNWgjk7aMbxNlOyb/QDB/2FWeWclmw+cyGPgPa2BfWyBLilkFlNgX5WbI61OTDBjgoy3oOCvoIhguMLZAsyMU1ZAvRrw56VCQNQN/1ld5Wx+L+lvDNeuLwAgjgQWSR4ahFd+yQsv9koMIvKnem0sPyPXV0s2qgV+hjA4jMALbc4dWfQXlLnY6Ma7KVJwPO67y+zufypWSc5axWw8771uHEc9suggoDOK/ITKDCRANPAGEnI32cWOoHZpUJVFBiUBnGOlhKWB4LX6k+mKssB70BQGbfI7O6lv29QWwCBTzHvsRXfWt5z/bFs0VBkZ2eI3SpBs2017ZBWF/jnF89kO8eB4hDh2/JyTRZZF2etgS0mX+1DeKg1a5YBVfdAtq3x6492OWH0K/yqy1Q+gx9CIAWOMGrO+VPwQN48NjD246mZbJL9/APdEXAl7P/O/xO6H9bQpARF14FQFYdl7UV4PoW3oeTutkr49AtoFwdf/Va5drhE8B26bvV2dfO616PPXHwfXSoWRdL9TImae1JK2Vos9r/1LMtmESmFHoc+id6oPp8gYjQxoIe0qyyAX79PtntVo8yYIj1Y1wFDaeEIX83eCgBYy2BDn+aVkgGpCFj3QfWErpbAJ7xrdPUkuisn/TIepNMDotl3D/dQ45M+yDK0PdsUi5cgBNgdf1LXcccw/YpzRX04vycNXkX4Im1fhJgkpKuOLGZc/H00Or9lIOlzGarFUUv4yQzfjL2waD/DF3h2JWveU5qYo6tQZbjUTGjOh/AaLJJI9s4aa3KU1sLOUBgB9UarKxQ1hDH+bPwGxzsf6Jj1xd56rWVS1lLQIwPBbdc66cBTS2Dy3xHx8l60QcaGqGcL/Ll48iCRwEsWWMycQvk5VmUJWdtAOxsDzG+xMrnjDfynt8BxPMBqFj/BeWLydIlC4wzAAjIWkALyKYv7M8A/MiN80OgLaVo2QCq/BDQ4dmtbTT+HPbo9es3PzzKft9PRYh//5rgkQwwrZADdHsmHoSmqcYA4A3wSe/QzZxXhzfj+2FkEHvyin7g1W3UKdAJ2uO6md2brZqzC29uxSOzjLcfJWv07FloZSYD2weYYYsS/+Enr/3c8t2Uah55kTVB75kjn9+zZsqMVoapX4anCoyZpwBg+FMz9R/mnFVPT99jpvWC/ujZI8rN0wahLTZyFgBJ2eOCZ3mn8UhZ0yzLm+wdpYOpriGflYcUYIzDhd7sT57ASAO6v5UPk0EqwMuz0E20uwG/mS88ELsH8Ic1fZMMaOhUEM77yUhl8JwRaLbVSPAZ1WdA5jvVzSa4ImWXf+J91QM8bw3u4FxnnB9CtwBS0Bf6SvXZnGnez7UvAqBVFo/u8DRn/m2A4nfvolv0tcwvgXjJhCfQ8/3bt5VHD8OHfv/tTcF1Xsb6EBgJHyKruoHU1RndL+ZfITr89s1v78uXWp2qNGAfbxI2GmTfEu4pM53zutmE6MP3H6ZFUTLmWZ93yf5tIY1kkBMKhrvOjEbvadlcdME8nnlzZvajPwWQnYoqWY+RRfVx5iKC/KEv1u1ZMo4fTjUL7HbL5pPFfepOG/hY3SD7QPAAz8fOhM7qb8z40W+oMsJz0EnxPSzoCF9Xn1s9iqpzZrqvD45zhix4QkBY1vIbPgSIn37ZzywTPVvZNYJssUG+hMczp3v0ws1377O/+jlpIUSmvkDkqOjV5a1UQYnobR0kb4BnVRaXQLRjmQu22JdsCFvMMRIgZT8A7Ky09JJgG8DOyS5GZ6jfA34Q2dt+ttHZ4MHsX8t55z/GCE/sXtp5p2d1E7XWH1SdNLoF61iZn0z46th5LrTBfZw3fKhX3clA+vD66GVk6CprVufAP8FYkOtUM5EnogMD8D+hZUZ1ksmWRsYSBEfrjump7Z5aDc152QKjOmom/3UqO5Sw2LSsmxWwkK2TuMNaZLHJzIemWhkJPRgZUvsNHUB6KE3k3NbmbFLDGVyiL8wglz361Tlqow1YWzr006l3n/1yQeXK6AFs64DutWeClnfrP92s7GqP+MOa2X/SW5PmCOTxAOQH96eqKMs5rkfOM3at9542150ewOsoPqdw/ut7wOYtqNuH3wC1J9DmAFcx/d511/fz+ysAfH22kXOCpDuhHekCt7dA1u04rtd3XLNJt8+5jvm6LrfPv33e7Rpes5kVcieBLEB7ZnKK2qtYyNx6z4W49vm34O4VGL3NEub+2+t57pmNskDmOfrrO5fJuSZDb/OPqwG7e7IZFbuGxxpV0OqI2M91PQvm3nw2a5ivv/fcBYCb0Ydhc9lPs8X/CgBLR57SGujz3lsg9RYArkHXg4chICi5GYdXoGvHKeB1TugKZPLttZTt9V3XJaijdpSUlm1Rr+pnnRbXrOBzrU9Qme+WPlpmF6fZbmRLHDnIXSv+vaXiruB3metskb3G5lMDb4Rwrmlvt6HbRvvNuxoEkV9sj85jPxc05O9xcGFhVTbNc/cZE7PVZzQSZhgdI9lyQXcYHQbV0sAYWKWlbv/pgNl7ELatzT/jFwB23Gd00PfPpI5vBTL3F0DIRPY+n3mXh932XGRsZJs4HoXklutZ573R9iqspaNxbCytoahsRFDPftbd/cH4ETTxj+Ay811jwYhtDdh10K+jYAE5Mx4EAbzX5xfQnjnuub6C3KXZ4W+3fGN/bqmmC0ixWaXc10hanMgoqjXkzKBB2ZF+3c+zkkDWEMNxARyi7qJ0tXTXCGhBDJVEjDQyMtsLaiTo0qP9/XT8b7AOi8lRbAZGjXKYu0oz421/Xv7NnwFgDkMepyVO8wLbJwBsuV2VxJ7DcRq17Nno441GhBdl/VvCBIcfzpSMcYHaG7FWpaYZUuF3RMVWkV4AGAfylhkZujjO9hyEzfrt/uU/S74JXOxeNPp79oGI+Dq9iF5nf3ZAVbLo1RUDvtk5ljjkNZa+tfdrexKVrwjotQRRnr38p9H46GzDX8+ycgO85fcY2N+qtGPUWGILUmhG6Dj2l50u7XTf8yLmhkNte9k2WzF/cLCwF1um0jFyzu0tiqPEKP+T71FOiO1G3haA5Czmv5aNnVC/Ky+Sj2Dk0mvVoJlV6MyalEbWKGsvzAY0+Wf5bDOhM98GPowDk8nt3jVTo882+KK6yQiX9tKsmQg/GnCcrLryCx19ZnpqMF7PtmXSlfPOC2D3khU7ewkdwh9raGVNq5ADng/xr4whrp8VBtT4MbRAxsYaI6svcTSaITzyg4yUXYcHiYQtCJx9si+dh6slr+J82SxUAIeClmREZ9zbi3IBW8uhzmzr5AaUch0WgDcrR4fxUY5n9pt3snd14iLbep7PjNtmxg7dYxgT2MIe8EqyELrGldVmBZmhn2cCaME32X8MuQJZ00uQvcj+IQMth6uFtRmOT1KKi7KZ1cswVvOzfWPJtqAnt9UATiBMI2jXfzO6lQeW6+LfjazlvI6jeHU7nF0tK4+TGDqfMkm7Njxje/NqCAkSF5CN3LG8M455S1+Zhcx8DS5hLTgjyl62Swc28o2Vo2+VvM6+ajxnA8gAgBt4hRwDABlHaPXV0D6lXhk/YBJrUFARELj8gvlLGxtwRWDGNTiM30HbXdf2opP74GgBZOVZ8HRB7SnbzFoDKjaziT0GqLaP12b7ctaga4CuLU1tppXlscuXMOonO7VUh/zLOsCj99Ozmue3hGec2N8Af7akXw3erGFLY8W525K0BolRGrl8lfD7yn/PfYEcJWRlDSAwU24GBUBExsR39+OMgTYFenE+hEZKS2atMDdLgwsmsX9kh22wpOdMMBXaxRHQM551AUBgbGZ14lTCSTEl9grS6+SDPkt3AMD1iil/FvDYNVL+neXDm908IDz6WLPI0SPYq6w368zcOEP9DJjZM1I5ZEZRy1RXfgsAA2j18vxh78kYgdbpFck1ZKkZqGCGDfKStb+fzC2e8+BBgBNK0WVelt0dQCvvMvCFXl04ZgQmfmjkvWA660TvX+8DBQAAIABJREFUT74mswlnJDKE9SFgx3UC/A6oEPldJ/hUP8BB3HLdQJShF6LtS/fdRxz22lzroFs6Ecga3sB65t2MQf5oWVR4ukBLHMx59uod0vNmYJxycO1MMnAA65WTjEdZtDo2PKbnawaFHDBjgAxbAU/OI+9nTTi17U1LBkrmuYCU4wjNVM/a/rGWKaSawPa/ZTyuiVmkygRKf5qByue0kTkznrP9DrohJGu/+0gljDCG7aGubijvo1Sf55DsCbM/cTpa1njL0eEkEuAVtI9zudU1OOvou8jvk5+SuUS5Qrxu7TMd3sr7dGC7jjh9Obdb2riVAqbf9s7PMy4o3SwP3h/woJnlHS/lcdVt4AU65+ChZujrIA5fyZ/PcTRyLgH5G1RJBjaZVrSYgBdSTnYA0g34KQ/MnwVIrMawTkTBWsbPnqJzy8szjnzXcsv8dMnWql6GPdGzwnmj7zl9PpU/zGX3ujZhroWmyHhjLJ4neZw6Ss5jHLIEabBnrG+rfUyGtzTPXNWHCBCx1z0lX+U/BsIAoMMv1Unu6LoQS+02S2RXroYnQw8c6UfoemN3oBO2rDHVGCqLAjh8AXA3+BGQzlYmoRnaKRREsFLMOjb595tkxTGGly9fmHXObyur0FPhY4Q3KFPI1EVPpNR1g21GX0UGmlmlLiAodwYGrI5NxaqtwMVa0RuzgTchZwCTB49w0gtGMr/HcVCrm4RfUDoYz/LIi7VtcUhj2VG9gize9+0zHZAhQAUAFL096+Mg2ywZdy01mX24N3KSfQfU/JD5ov//iR7Sc4+8STZ19AxBqZyHrP+j9IblfFUGrv5JmdLMrVUzordgwzabM88gSAo+/P79++4Xn6dZP4JO0Gv1wanDrS+BaVJKGTEF/XJmyPokmw5apqVAs7MiX9iz0luqYEC/ZvSFhwGkZq1w8ONfkzf0tJc+8LFLCnkeZwJ9Ic+Fn/x4zyoiZCnaS5xep/ArW6NUX67qi+MmfbAzN/QFsuLh0e2VuZ9c9zVrSK9RKsb+mX2A75E5jKzeVl68gzk/zNoAif/275QzJ3uRvqYdjWeZvX2IjZK5kSW7PUDb+oOqXwTSAF4GPP3nP15kqPKJZvpOGyQGXx0MnQNeMgGaDLnVCsbu+hBa6jmnBznBfgQrmNDXsqwP07OXst73op8AbH76IB/+ExA6es/2DH37++uu9bMAueir0pY6PrrNt4LBOXt/0C84tF87IxnegMyZVzP0ozMR5NTes2T65dY3KTlMCduWcyUjO983uIFAiADA5Ji3AktXkLLQCZxqBRfOxr30XcZw/5gex+ruPLsUgv5IgEb+YQld9WLiqsqX8gdZ9C4Zs8y7rQ+aEfio2aNUSiCQgDLcP7XsObz8QcBVzjHtS57k/cgogsfJeGU94K/lPrknZzL0/CUBG1/IKodnZg9Y9z+S1U8gAwvw//zXq44Xft0786pff3udn63oRvJi5Qa8KevyAV2Cs1a/0QRiZ40IyIRHvEip67ctMzyZ8qFlAMO1DbT/MjZKWocfjasrD9xgLgNuXzx/Xt5LFaDa0a22hr36uX2lCeL7lnl9SM9g2kLUss/v4Ff8rq0XyHQP/aEDImc4lwuq4bt4l/7VD6NXFhgGz8wjXr+OjA9zYm/RrX/LWtDm53nAXng6esCWbaYEfBejvAd+bfu5ys38BlMK8JW91J9uBjAlppth3rMH7SEz0JkYBP8bEC3ffmxLDoOYCn4hOyit3vYeBE6go8eHQ0Wb8H/WCB2ibCXrhm0CT+A8sw+PMg9kTPvBT1l65Cq8hHfrn4cgbH3ToDX8F/m5NJs5cL9t6exr2/LCtQvwo2LgocmoFz+aqmesG/vxOHaOgVZmh9duj5ziPFLuuK5HAmKwFyvfJEx0ZM4UPbXho1YqWjvp9JmaVQzP4VkBcyOvVGwAfdVnO6/xvWpfU4liAvIjf2rnogMCGsPL4fPwJBg++lWOOIEc25qwvd/zbOlUvw6tESjNPInSPWssIzotulOrcIwNaqAherd6PzqcajMDF4tAzvFpAg+BNwPwYiO2stxy+JGnFgfTn3IEJ0+PXk/6rgV2hwEp2uWXoKa9zkcNncvbeA328dEuMbxpn3nq+ryDwHj2oNEQrQCC3V5ummcyPqbG42v3jtyAXmsfDz3smAHnFwC+k3jw/vOyMC/9u6zbfdDt37eg7bFIA9hoFJ+fW1D3dvIqJSrF/wmQPiMYNJT43F1AN36f5b9dtP/03ONZ837BhSsg+3crMWO4AODXK/8CAM84TiDhvPoEts/vanDO+PfbW7C3iv3F4399zjF3iOay5XUejFd5QYfVLWtkzbU6WO+O55rZc+47ivQZUXV91+71nRW8ZDbc2aPO9XRK8bs1zH3O1WElCNvSkzvIMaC733rhC85s1o7P4Hxp/KKwXjNlryDwCczrXN1x1HAcJGKvv853wSyeraPBd9ZJVUe7UZz7+x2TwISLveDonotdwysNb933dYTdrtttNrECAIaicGRQo8fcBT0LAs7awHQwsOYcLRBxZALPpl4BjI3Q6phz/9n3sxNT4A9N3eVCfz1j+9xrifHdiytdbmbtcY5v1vG6f+eZOHnFQceHgXTyrx3jdS8VNnd5Dz8v6AD334xnS2XfnmMdbUd27/AP5muJbANA1mBfcMfz4JncPahDfL7j91sCGuVKwPE8wNt7cst3777yLsEmzxfjaA9BsimHfivYMewm8wnjAEfntRQ1+9t5AZQ1Q2mcEKP8IpAZ6wl2qLztWp683DFv1kTnf6FDFHOMXhap/S1njNunds/g/l1gbPg5xi1LsixTJ8mWUJpMz1mDawbWtf/cgluMcZVYlLAfa1hJFwv0VOfNH3uyTUnGRgSeAHD5Ary+Nxu8sX0L3XuUdKkUBzEq/ALHyyOuJXh3btxz0Nko3pu5tWeCs7UOPjOq79L+/v7Ki1A8liYP2Y0TKWNFAT/PGEqVyg7KLo5bo5QtcSOIoYLvXpv5tLxXOvS7qxw8+McqRDNhI3vNcoBXqbQL/mDQcbSq4HUIk0nULGEdoPshc4yIxWYQTXR5zwdriKO+GXGT7TCyoM5PHpuxFB4pn8eBPNlvKGyHQ0CH3+EI3yGtvK9RY8/M7VPC2K5Z+UtnZmBLw53W6FKNXp792IwIvDBmWglYKesFg5bf7DPYC+43qpCF1SnleXX/7lZHUWnFiaKDcLKbm1Vvr6Uqt82eXxByz4OAbKNGm8lgP8PqYT3blE1C6bak31SYyuvMRD6CRjIEeA97fmSdLugKmBnDqn3pQh8o1nWoDnhFZop9kHRa4rDV8WRU7f5bYnatyT4zk9LDSblIPhgv9qNl3dxL/rbk4WScda+kOH7NeHds63w+BHSe3148Ayp9Cm1uMKT8X+cWDzQzW3pohgD7AI3kYQ9i5OlEVcbbv2/LIVqmCbrXAQN/11Fz7HPGuz0rPYPz7NH7lSucVSfGWTM62BLp/E6Z5/M384drtweymXyTwU6JzTpTBbAb6FBZhxE84cKNYEb/ZDRmhLOu8EmOpqXSjdhFtlZ2tpLD6lrK2c6rjokB4ieqdo3C8uTQn6Vw1ZFbmiugg3sgn2qPuHxKP5fPEUgGyNtxoAM6hmaL1NNnqeEC3gQWTIBeMxj0wfV31fd5J2cj330MiG/vW/djqwXgoO3YODfTc9XBS3v0flwZW1mZ5zVQJkY2vBPHBzRub12/EwizIgdO6O0tyRmAn9CDqnobkdV9pvvDc/kDvbWkM46EngV7GRkQYhlteasCHwcsDhEetTwOIJ/ocz4f2qN4MvS7Jghcz9yW1atTG+CzoNaCsT6vGV+5BTqFp+0ess+Ap/Df48P6xKNB2eUvqWKxPJy959wB6DX6frKLua+lRev0PfUwvsdZYkl/y7/XSV46t1LEBh9Z2cHAAKoQMKYGqZR+CKYCnMoaZwxUKbeUuM+mzKpAM4fDbNk6Ns05mMCg/BOeDFsvmG7QFB+yt1fHM5PevTwCMXjnAN6ccbMEpWfODc5F3sWSA6rwS53wfs+1DWTMehoMNgFw+Z5+gCtvyjdapjkAMAE9DV40UAX+a2aojmM+lOjXPoKf0yNNABcmAZ3+VJrczEFK2UHHjqOBaLNV8BkdjjjvcKgONJD3sSfumcEO8km/X8dZS5JnvFYFge4El9rmoTq3TnQAZTKMC671TAzFNWBAXsXZWWcSv4VOvzbDidLPBLpScWb02DioBOcp4Y4T2vsbXNeqMwa0eU4FJ0u7VL8oYGpJSpzuOL83EAKACplyn3J9ZHxmPpxdA1d0UkEn7X/Mf7NOC4jftRMNhIEOAMjLW5G9BHENP2XeDQDJcwAaOEsABDA+e/IJfjbDmvOQBWIe2NbIEUrXmtEvP64jkDeu7wO+OKWNaZtwDQTYcrawE3sXIk/YCwKSDNZZ3b+2EqA4mTvRfwHxkDttfzLyyzKS7i89InEAc8wqH7N/fP882XaAFHD1P//MWlARpcArqVvyCfSf0nj2zjYFZKMqkwA7tje6+h18hGxqMnuU/YwRMB6eqgyUptFttwQlz5LmOGs66FtthgAP9AtApIwL3vU4WfLwAIKFYJWl31buEfDiXDVAuCCmgWt1arI+0HTfJb0baIpTHZ3qfgFB+NTjKY2rnaDuiOPeYEB6W5K99770CKC2Og4OecvqSjefKN0fEBgI98HDZOol2zIibOSmsrNO1oyzZf3vyWepONSA6eFtOFy3zOifAdHaexQHNoAyAFNla+YTh3pLbHMj/BBZh442gRPowexps5wy7yeAq4BU+X4r46h7BmBA8PNaquNUxzIjs4FT2ecCPeGfDx8N0Jd1+/guAHUCDDhTT+gFCr2Flh42QAkeGud+3klQCs9vFjGAZ84F35EB3MBL+Gb2HOCv1dUzlN+SldhMsFNJDWDNfWT7GlwF2ERwAVnO8A59YMlsS29WgOQPaTMM73wckIcMXebzIWDXAgLbN/IMcJVWfv31bQGSly+fjT5HZuLb6m8ATY8oedzKYelrHNCwAdIB7CkTWnCotox8Dz9G+8bm3XA0nl/+TTl7ggJz3Ogl+wXZTKnolts2yAfwGbmzsv+XX543oEBAOCW1kzloNiMBAJEXta1L8T2TlBSG3noO8+dtskGtRGPPTdbv2xHw8vmHX35O2f4HsZtDz98Cqn7+REliecgfyVQl+5pe3R9TxYL9pf8rMoNjb8UMFUaAL9YUfgFYQ6bzw4BaKSxSuobPvg8w+ZR+4OO/onf26/RK/jElwWvTJNCBs/9D5ktWeAPjIoqoSkI7CXpBV6bmN5yDR6nU8Ms/reBCb2yG0j6i4QuVuei11ZH0D1HOWXrTbgAc55yToQsP/PL1Y8qRp1R09untm3cNckGWtux2zjwgLoDew4Bo/eRckk0KAFxzNuMlo7jBMT8hryJHPhGcQT/R9LcOOFtAPde+TZb/u4/vArS+6HPQGZna7+lJzN+A889SwpzMQj7EwDWDElsHXaQ6WdaBAJrcAFDJIX/5irrhAeqyttg16P6sC3yofapDyxtYynPXXtyqXvic0J/Qc3jQAwKlMpZ3OfeV1ckALlhJxaSsrSW0Iy9yiLkOgLV8rMof+0TgXYIncu9WkLKVDgFn6ONWXpCe0pM6JcIZ//OUgeY9ZIEzgZ+zdnzehQ61MfR37Kf6LEHOzWAdnS/r+D78gGsN4AmfeKXOs64ZZAg8nLX5OWfhv399Y6uOsQXfhWfTHkCwS9uTkuAERGFeIfOa5APAHboiMBBiqLwID7ZSB0uCryL789LqRdUfGiCAb0vwmX9/TISJ/csNlmZtap/lsQCiR2Z36UjaKo2XrMxoXf8j6wH/xP+m7QWfJgv5TP6AnzwlkCcLid6l/uOqImIKMsLHqJYBHTYQ4FtomV7mG8SmjN7qNNgxBKqpu2BHje1OdSLkTJ4vxKKO0sCM8hDptKA2QT20Scp8tEnYM/4ty4G3tmpQ9D141NqxVvXzfQ0G5vqZT6+ZqiPlDWltgU7BnNfwVRdwLTh6zW3HLidAKgfwUdbUIKQuv7rFLBY20lpkYhRWIKxq2IAyezCTmbx9gM1KRt89dRbxDPkEthgfq6FIA7s/tiLR7oBXdkz8e5SfJr/WRiCgSL+YfqANsAaTZA+kndIswdaLueLTwuapPHFd8FFsQkUrqLjUP9zJAO5ALk4eBaAX/qfP3nMFpa4O97vOwXWCnU/cyTuRE2y9Zu1eF6j7Nor73WzN3UYXtBMs4fr9zmcXan//d3PbZ+x1tz9/776/y4Dea7tGDAddrmMcEO7ysP8EAB/P6cE7N+d7AOTfPWed6rfzX+f6sU7z+HNPrnt29/23a3N11F8B1Ote92nfAYD79Q3tcQiNFtp9XCe3f2/5rnOdT1rod9BLD1KDuWqAeACHoY0ifQue7vP+CrbLna4AsA5HwegreGEGz/lpmU/mOLSwjsTOu4bFlCpea+hy767f7X673ustkCFjgJdZD8PmMTCwLfnXDNMRqpv9rLB3HDuXdVKIo59Rox1vvrsD7M5YVRRkfnvdnczcCnsNrSrRFdTf5zdrpP91D/Zcn8EJdaYsp7+z6hp3OqXHIdn1PgGsfb/ApdmfMOg6dAdYXfrbaxesv66x++hzVZCktQWQdlg8gz8F8pb5z99cz7pfM3N2HKW7ieDmcgHeUtSMVXIvMNPfk8WIQBLM5VMgJpt/9oE61553H9mzNfgUKKWpcQjq6LSkREs+X/ZdQ1kgw3tVHLdsDYDw/a7pnKFm7Tie6/5IG0IqG1TCc3BKHx8Ef+cmILfreAXC1vHNXYzJ0leWOqzPo/vlnm2P46XLfd4tn+KeW/lUZ1rmhIFID6ArbRfMr0I/ThwiA1mXof+WmRpQAkD7mk1LhmbBkgv4yzYILBH5T3TilAzN87ZEdOlkHVzjfLoGGizYy5i53wwhFkKeePQUKb3Ify2JOcoT36PDli9L75sRiP6y2cTyVMuiLs3LqnDYmnlRZzLnrg5S9sdstQVTqsztmZwzvEB3+dScmx0bziqznUoZzWTY7L8HMa4eQEPlN7xPPmTmxwSmLMpe4MXsdhRbAUucjKWA8BSF5JblLy3xxpGdrVqTZwOg2R+R6FTCHWcN85wFD1iL3RMGvqAI9xDVeUSZQrvZ85541oWsdUoyTmmxAojIkHXeFwDWQbs8mMwKHC/sA+yS57D1Cwge+tNGSJb/sWZo9J6jyvW8oxlIs16AJAvEXoFtwWkBNZTi0kkzic8ywep/dcmM0/rqoKXcpDwEABh+UMdvnZs+g/faE24BRiYm33J+OGsi33DWF2iixJ6lnJYP4pzd/nJmR53jYx+OZ41Tu87VjLmlQnHUAMBkPDgfawQS8VogrHc3GKYAzABDWzGh69d3nWNdQ2uDKO0FbhaS/S7z7D2zUOPoAFxvSXlAX/nNoT+XNyPVxunP2KsH4Qi1vF9PZgaOY5rftacfJa2yxltOsuWoiFye86LeoC4LQMJTLA17BszJd0+eL7A1JS9z3WbrYlQzTxxgZvTCJ+Xv8APnI3DfvqOtYMBzzTLvuczPC0TYu3CjzM/AlqUbjKiuXf5DFheEo/xljWh5yCFXJrCHNVrQZ3sYc2/P7/CiLXsNv7gGVR2tGNBHMaSbge9tlggHyAFImMzRAuG8Tz7NVJcXfqv+zGpvMFicBRPwUaNvZN06Fxh3SzCuXMZ5j84EqDHg+AZM4MAl2IrMH5w8LcccHoazgp5yAkg41gFr6Kf4qSAL+gZnC/rgrHO+DJqyNBx0grOVdyrXHQMf1pn9ahn9S+a7Dn/LJZZP4qHqHpgJCpDPudty2tUT6mQVXLRkKrSJM9HsLqPezQTgg8N0e8KRhckHGl5gqKVJEWwud5z0cRjmHZxvK3AAbpNhNyXLZn7SotUQ6lgH7GNvGVH5hhm/DfronOxDWX6IXKK0MM6U+e5ZnJ3wT9Z4r7NUnxUF6gKZYcJW6H1oNu7KbfgPji/7rgMe2ttW5z5VAr5Nyc7yGQZ18NGtirLl+qdZmNs3mTxmPfFRr+PsuhddvtpyW3LcMbWVQrPUCByKs2sie9hXnF3Mi0CBBe2hIbK+zECA96sLsdcAFtLTOIAyV2WDOlerP4RWuP+P9pkkQxVAQB5nKWezcVvVJR/AEvqvus4CqtAhJTgZEyCrOjHAG45nMuAshVrwndK37e0IjbHvzOvd6Es6XTco6F36OXOeCrCiNmYBG2SCjMtcDaDoLyovsC83cKU8Ddofx5A95eHf6U+YLCTkjz3czFTZstjwHcbE3FnLZsvWuKNEJbLM88L71SkF9ikB2QCtfKMdC0BvRYdD9++5m6wYsvMnkGJlkiWByWKcPvMZ/+OcowawVKe0vzLnjPHj9P/w4X2zRh7FYQn44lmRDgiAeJI5b5YF+3G/jjh5JMDwqMVHcBm6IevP2rY1yOi7kH7Lyk5AOc+0MkUPRZ9ndus5X9a3fe2SqYUuT/bavWavKR8p2cvatt0L+kKexHnYoBj2QD7KeLHXct/oEZRf5xwROPSEQMaWVk/fzoA08M3nLwDUJiAmgB9ye4Ng+D2fftezaQBVfQKho5arZv/oQ0lQTi6Tr1G2czIIM36c1/CTAtkBKckYapZ/yrpy7r6khH+d2+EZZK6amWv2srJaZr/2WlVH1Z/qS1ZxMLsGWVO52JgRabD3Vt7DZ8zQa9/AXP8umW3bw/nU39CPzRz++o2SwNGlA5r9EGC9DvAHAkz2XDQw36AIehwi0ye4GUc2QQK1B9TVCoVk/QEQCHBFvXsU4BVQGbCZ/sEFm/O+Ommx+5qt7Fr90UwwwfHao3kHDu5//fPZod9XPhYQ1yn9YSrmVC9ZwUkARs5m21XkvezXs+eAai4u+gMZky01PFmDH0NLWykPTkkZ76cpNfpT7QjoIvsFEWTMZCc2+KPBsgBWyfLNr8jq/O3fr8s7+ah70PvZvs/wDnQ+xv0J3lhd3ECdP/9Mn+UARsjjj+kZz/go5UtZ1SRqNkObTD3GZtag/gD1O/Wld8lEJbtZvxTrTmb3mwMAfjxtJaDR179FTiOApt8za0NJ5/UfAIw3w3XMHMZssBPBAtJ6wa+sHwEQqCAsP+V6H5F9nOe9TxDOl/CXVz8HkA5wCf8EfKR0rNm14esEf2KPcBbJ0ues887OCd6ZQAayeplXNq7B0rTcqH2G7p+s7AkQuB+ab0bs2wC1AenLi5q5myxNyuWHjl8kIKD8bs5YWzeUx+ULgHnkMZUZchHXP04QyZO2PBjZTOWFjjXA9JtPBaf/iH6Kjc6erC3/Q4Dnf/zzZTX8h+gnVN7m6DNu9Lb8G1DpUbJEIZfaqJTxh8/netbjQzK6kQXqePIJzuGrX8g41X/w66+v80Dn1OoKGS/7RtnmN6/feqbhOxM0SsstArDhiz3fU0oa2/1J1uj3lL7m92QHt2x0Ph/fAi5++eGX/yKIIfumSlVV6E1kj9XmoIeHeWd4ynsM/QTuvCTwYPaqPhDGCNCIza4uUbO88jb3J3CFz6igh1zSB0Pv5k+tCPI0Y6PPc00LRY8fh6u/rcApPN7zRj9sPq34lPc0Qxt7gOc2ICFyNvyYksz7WTCP4AZ6nKMLInPtCawNDai+MoQ9eZ+yzdhqHU4eTulneD027asETPC5BYBrj6P75llt/TL0X50q555S0Aa98tAAwOmxPGaV78lSEoe3FaU4/z278+F97D92BDLTdhvwfO6RDg1cyjsyfdvUTMBsgzYsnR5KrRwCOGWc0DJ0TVWd+vmzJm1NECFnoJzgIeAopbahRSpMOI/ZqzyDgBr4vmoFQSHwTveL65Qr/givLER5AUTfBZx/Gl5J9q/BVtww51VUOXPylZ4lfQfIU+ZaUBEdNv8RQGvAt1UguZ5ntjJD9VxtkVYMmOQ09cjQ49Dpgt76h0c3RC8cvWn3F9HVAMzwjwK4HJv6IPSV1+94AYCve87vUX+Q4ZxJ+KAt4Jwj+gv7WqB66ABZjVpaK7nvGiuIe/BH1Z6UrtdOYy17RGtTyh8XAOZd9QHSOmJspuZt4xdotje2bndt9k+aQTcxCNZP9wP9oYmH/tytb0KCYHttd9xtlW364Hm/LR6m8hfiuXqTiTPrt2M9xQvU7w4/du7H9jzW53s9gK+A6THiv/nH6h9XULUTue7c3HuALRdAViI7r98J7Ou+9xx+t9ct2MZ3h6OsxpJlUq4AcO8bp+j/PK8TkT82bayGBdsOZnzzsNt36NzjfxpZ1zEXyb+s1V9BLh/u4ThfVEKexT+ce5d1WeDPtfX+6+cKyu73V8B47/nefV3rOXjXjOPr868Apcz+zAx2HzbC7u68ysjyWVfFHtp99hWgdf05IXfLHHd8U1t959G/Z/0aW7EA8GVRz/mfz7vNnr2lG5nXGiR/paqNXL8tDb3ATAVqOJRMwINaxf4C5i444l7+lV72LJhZI5NoRE6dkY6t7s0yjwG+21tNNuD3On35aDRIMM04HAttM36cpdHAtQ8QMGtRc+cQTZnWbOgVJF6AcFdrs7d3K8p86WsSQ6RK4wC613NSGtn37LrMu04m6Fnbz+05O0EO1/XKa+ogRMOYAIX9HWPcMkPtlXFE+pxlwu6eR52BCsVlu47oLDEtuNVVnUXYZ5hVu9FxEvBmza7T4aoRmq3rISqPOPidwsHz5Lu2f6P0Is/ceV7nsMDe9jpdoNbn7UmVVvix2VNLQpOBwfy3B0jnXoXJrInruxw330XxmH1fABcybBT7OMz3Wnv0md20c9kAj86zmUTy4Paw4vp8j8G9POHKswviZAwFrhlfnWkn82WPGBqAoGNQmJ8ZLXxr5vOWkTabSYdd17GGtIEIjt3MOD6AdEeP+dxzDRBZfmYvLkE4gUIBDD6WcNR4vZ5F5r9O5H03v8fZt6Ax9NFedXm+ASKuW8vPDMgsPzeKTQVrnIV59wZG5iiiAAAgAElEQVTBNIMKOjhklOdL58+WBHbtthytAQYDnI/ixZ4CkDC1OiDHeQj4U4A6/5HVxXXdC+h9eB6GIz80U4MouCFVzgdgSgHI0t+Uqh1alve6P3xQ5rl3e3m213Sdfyhq0i/OtZZanj1lmuwjIBIfr7XEp8r4IeHGKaYStxm664QqYBYtex3flgCXxxe8zT2bYbiRgrxvgUrHr6MLHROFt07J/Px4jE/AnWZllZZPntnSoMxz6ApagByaZbXAYwYinUi7OHpZi5YxakbNAPcAxp2yIBaPbMneAZ/rYsh3Rk6aocZ5OemXEqWJhm1WqoYJziV65EBry5s4k5Y0V/Eu/+9Ztqfgrjvz4t8dZ51WQ19kqYwyvuvGGK79hI/gG8ZXR7B7SSADa1vHepy8m9XJcd8sGXmz2WqcK5bt6CGTQbS0U0FwwU57CGu0muGnkdbqBfl8nmy3wwFNRHX3YgKQ8q6Wgq7hL4/09zqjC6jNfC2BKr1hwMND+W57AO/ZM2JYB3ZpO3/MsPH7Gnj9zgzOZt5yRgD/LgFIZowB5Ex2zUVHrQ6ADjMlc3VOs87wtjk7w5K38gs/WrZaY84S85sBbiWFnSP7tH2grapgdnfLegF89iwIyC6PVqdanroylGxiy4f3XAAoZj0JxmD+dahkmdgf5s8aXWmxevTsF+eNzS7J5vFmSinzas9ka54me4J9aCZpFc/TyOacmqE7tBFPxZabZd4NGAJkLB8WlMRu7XrKlhuMQilJ5sxYfyKDh+zmlIDkdTgp4J22jTmrMnBvKzlstu46DaC00Ut5ppk2gsSdQ5dxAsvg25yBZKWttwPHZ9ex+zCVUlo5wH3g2U9SGnNlkqAz/NoAui1Ffuqhp11nxqZ0zjkT3NuMTMvEm/kpAMaH9zSQhrKyAMmhMTOZzdYVmOBCHZqHTlmDHOcGuUXyxA1aOUoej7yBz66MWNpjvh8mi5sofds8IPsAxix7y/jXxly7jOFY1eFqABpYZSaoALAOrdVx4IGWEWzUOfYAWQvJZjQgUQBXxzEOz8d1AJoRIe0VUCq4riNkz0f3jMCuyVRxXGbzGSBEuWidbSwgvRbJJFIfs0S3TEe9aAPtOPecMc4QZ4QP/P4zZe1Y96G5yrehnVZ9yr83I1Q7aGRjeECrVIyvwgxKAjHsswdvJ2CFDD7k/AF2Dm9Ct8ThCL94X7DSADrmtsAUAPDqgQB9G2RJJgbnwKwoabh6UYODEPwJNAgIrawxU8AAQ8/TquQbdLIlyLcK0GaRWyLc8wnQ3qzykScGIWTt4qiTZ6lfAbZQUrXOpazBnzkfZsJO0LK703VE/i89bKDs2q8A6tUpJ6NdMM8gPRz2BpUCAKtfspfVDSJvH2Vd4WVk/hHMZ7lL6aJZXwF/0TEoXVr/Um0SXKg6r78kw5f1tke3wSqcR6p2mOWh/lvwpXKEsXiuIb8tp7z8jucUAKwu7D7COzrm7BdnrNVfsoTQA8ECh51VoEz9pJkZ+a+VDMoX/bn7i7M0ay34LB08pnwlWcBZE0Cm9gKNboD8GhEQGjn5Hfy2WeToFg0SkydUPlXomIXPXNrvvhl3ns/tZ94AuQAj9F/e1j+twBR758VLAFAyUQmkpfIANtC0sKhzOnOfIMie1fa5NmgCsAWe0eN9pN2TrcqewOcFz+izS6YrPz9KGXrOs+XZ2WTKz66NewaeLe+DtwOuAjRSBrXO2jrO0UO2h7L6Vt+HE5bejNExP6a/J/3uW3Eht3xpsEF421RzYH/YV44J4KUpgFmn8NX3GTOAIWADdMf0yESjvC/NhhgPwtfMYoD1Tz+8BMin9DHgL/91TejxGH7VFjlmst8vH7VnIeBte9C3Qgz8C56ArQvAbca/Lc8GCGFry59xQmc+2AABOc1kszpW3WsBgz4ASNIXFWrItU8CRpF5/Tn7xti0mdMzNuOualvwTv3dtTTnChr9lLNbsOHBnz/8HGCHILvXAdHI6CTL+8mTHwMwR5YEO/oIoJXv6SdfCzd7Ag1aihc5gj3lmWVcBIeQlc8eIicXAOba33410J4ytbKz6Kq1HQw85tkvXjxtcHDj/KCDEZvOj1KbXBd+lLV4H5r4KetZcI1qGllrgKf2Hg/wBQhLBjDjA7ChBGlDLzkDBQfZR3vAPuJ3LW1KpQNKAaPDeP4IHmpwWMb+JPzrWdZYvS3nEjGZcZFxCaj78y8pPZ3rAPgqU7K3L14AWKs/UBnh99///cOzlF2nEslWQmhbo/FTsS7/9V9muJZPhV44H4CRr38jOz17HLCXljH6B/D7CJS8eIXdF1Affbh8RXkEKbaMOAAwpbVrAoaWOVctHY7M1p9RNah2HTKEbPbIu5wFgFTO65sAkz/8wR5QgSCgc+bMugFMf86+2HPcQEGCDsl8RH69SmYuuhLnQ94XHbj6tzY+563ThZ8GAKbU8ItX8m+DEfMhCA37jYot9GPPuN+k/HGSkPu8f/xCtA97I0gkT4uuGLpETpWjj5rVd+GuQO9YkyZj6byqj1JJjSCLzDvvfBI+x3lskG4zEEN/TTrQMmq/7bYR0B/xNGnczxMEQgBKK+1gv8OfKC09ABMlxIX3HRRBeMg+bJr3qSqBn4O+5Prkcoa7ByYCsG//+MfPWSeD6JCfyABKwhdQzHOejo+BsUEf6InoT1bVUibCM+TD7BnAM/RvYBuZv9AQsl5TngX4s+An36OWY4q8fh1dKqP9+VXoNp8GPRKgWhlPRqlBIyxdWRN2laqTPqToXIRiUVWGsQPewmcAgAHvKJHdTOEGhDgedVvlM3tLQD37bt96eJKb2uxfgL22Y+D6n5rB3jNTewm+ReUr+TKfI0MT+ugd/l8zxqGJVHMhAxjfWEHYXpDdYg1z5hmjIDr8BR3HdQOsrGWScQsoUlHKag7tMa6YmbV2vTcrH72jrdzw9zF2hjTKZvuO5zmjLnc8d0yOGWPPRfeW8629rO22WJ0l7G2dM+NhSBmTWcnYKeg56lS0PFHOnHpvVUegjzlnfQ5q4MyLv/XnMRieN0louXCDLsU05pm5vnoyKhj3NoBAXdDNMmuYD/NoMEDYGTKmQQrw6Vbam+vnrx0zf589gcfXPwGDW0mgbvzsH1IQXb1z4bkXX79+qZl0LmeN2KTaCNXTEegCwGUh7MktAGxZtZnXLNjdYZ9Ma793IkO5LEKZ+DmQLsxQg47Q83eHo3uuv2uosuB3n3O+83zffncFgJuVfDGo3Zy79/ynMtPXOex4j/6IzGEAugtOdyzTggaeM8dfxzCG/zjbToD0BPRWICxotSCr63cS9P78PXDreq/vdVh3DmN+vt57rN8xVu+T4XqtTiKiK07H+PeA6yuIvPd6wE8AuNmxPu4Y3zGG8Z+MPDzGvsz/BM838ozJ/WcAmIfABPaZyP4fx1C/AuFXYP8QNr3XQV1J8bqeu1Z7DY++rvtm0i5NXbOD+e4EgBFa1n5vtPq8t8b/vPB7IOj1bLWkEkKxQJMK3NL59WyV8WNwwhOGRgQgNNSkmfMMtan9AVCfZ5J/bWbcruX13jX4D2cx5yDPNe7Zc7HOOf69ABC/W8BpI7m3dORx3SglV9DHdRuBwHvWWTwEVkcv9DzraeCK8z0jkjUedSafc70aklx/BYA3g3P3aq8lUm75xs630UL5bJnMVa6uvG7XfjOANYAdC0NfsH6mdeGvOOGMKlqg2CAE790ILSSBgNWc8Tq3LRF45Vk6i713QRafc7eSw0ErA2yybACgdTjUOX5mWDbKaYGgGzrj2UZHqXDe+bB3ec6WzdzfX3lLBfTw+eWfS+MITpwS2wt6e6dVsZmAEPson2tgwM5dwcpqbNBCxzvOuQWAWS6jeR0L6/o/AcAFqXv92R9i544zcfzPGgs46zB4L/Jsga7SVQFdtY1egtIKWDx7tiBlja382r6D8rg6FRs6qFyCF7k+OB2jBZHlN2PsOc66bdmba/AJzlKj/QeYPQIFuAclyufw64KxVeIc5yqEHVAG2PJw+bu9uwYAxhlArx8UxUaALz+/OohbFsf3k8W2Di9AaHjW9qdVFklrRlxjeJkdCx0SNck1GASsXTPzdnNGU+f+jZ7chWes9Gi9fro3k6nLQzS2NMi2/92C6KW9vFfDgXlo1NaYgM/nqwWAb+X58lTGJf2MYM1TtgR5eypn7S3N62flK5cvkHQNWDv5iHuzqtweVZRNQBiBVbPu9uwDMDCOyrv8BsdGIxdZO0ochbYsO+weNKMny7eZ4MyF8nTyMwFmIunN5BsdBfC4vYzMcrpGTba0bl58BVyRgRgkW2q1JDe8cisX8J3RlBxqe7PvWiEfmhWP82n68+D4RV5uVnGdxjUGpTvoT8cAUlD6ALgoTZK7NcTFnIjK79y4Po5ZMmqaqTsGO+b7VT+r4YRhV2fZGXACj1zw13kZeV9guXxfB1SrlZAF2Mwfy/vae5c+lXF0TIbsGhrMe89OS3sVKLIUr9GsBqW151nulY7lGzWMJlBg6W+fdWZyTgY3AmWC/RqJPoDBZiy3x+8B1p6WVgM0sAU489BDAW1LT0H318xYxtZsNHjcZvoOH4QmLMFpP1szXsapMEbAkb07snX152LqGf7nGLw6kziDOlD4nAEN9M7j3RqorAUG72ZKFywHAA5osCC7hvMZ+d5emBMAZC9IgUr2cXuZL43z3bdmIFl9o2cFwI9ALpwijYqvmd8AGv5uxmAcFdC0Mt/zghypqOF88UOzev2zwOjyAfvxEmDH3DiTGyiEu8m17fmY6GzKDwvOjy42kei8cHnF0g/0R6ldeLFR/GeJfvjsqnPHGcMhXcBb/QqaL4+aErSMudmQ0BaZI2weMnirjkxm4WZNu5/oKWPrsQ7lEerVlt1fGToZeWTdACxcbO8d3+rm8DgAQ84x+4lze/kyzjToaYHVXXfP0hkEdqwRjnPAyJbOnb7TkY+DoXUdqiugu9VxMMFwWQEqUfhRZ0aH3TLUnTtbz/oQYEGGcvhIS7zSUxP/Frp31obydM1A6iEpwfR/3+gp3H7K1bJKs2adAnKaaem8yuGaAWz2qn4Lypi2dPoR4DG6fu55/oLM6TMAu7I8tF4gtwC+WUqAhBs9X9qujEd+WgpdkHiyiqu3yLB7jidglCxQngNdWNLZa5q9G/psefvqMjpXl38V5Ax9I98LsB09xaE/XuL74OEtTZrxyKfDG1LW1MAILqQnKOs/Tsjws573jmPWL3Or07sgnLrV9krnCcjiR81aNhiLDxlzgC8Gj8rjeZzZt6O7zbmHLtqPtL8fW/SwQxzXYdPMGanMI3uovWhddcb9Pmuoni//YTw4yp+kVHJ7VYaPmA1vaXYqrlAqlBKj1elDe5bqNtPltK8MkiHrzIAIzybZkRvUh2wucDdrW1ssIxNMoPchgT5W/WocW+Xu6ptbig/5Kx21TOXYoTjitNEFf/gPoAU6o2epH87E0HV1AYONcBi33DQ6wARxYL5TWnGSsQu+sP4MTfmrPEYO4eznPfJ+AlMEEdirp2RmkpC6N+d38NIF3ul1SVYm/gLshR/vfa3znz378hmegl5JCWGd/KXI6pTKVs6Efo8pfQnN4HT9cmaj9Z77lGulfzPzIBsOwBT6oFIAJVsBbtC11MESa9Ezsrrr2hQLjuMcZq0EgKPzpBzwOrl7rqEfAhegMbKgR+eA1uh3D1iHlIK22mKpWT9WliFrncA5ABb6RrJv2A+fPrCmWRP8zQRYBGQl6wo95Gv4LvPZ7H8ARsqJ/vzyac/mqu2wILbibXqZwi4ZK5UForH0/c+TocYfxMynZGDj/Ofd3VRK1abEa/sk54GMhfnwS2iReEwS+Kg88Gf7uTJ3s+F+Anyl/3TOp2X/CeRLgAr9ntFXS1tusAEB+l6aWdXSk4J/lMVGTUFvILOV/uqA+y+SfUgW8evf6TVPBQvsrk+hpdDxs9wDSPkt5z+lbDlcz57TA96qGGa82b7Aikf0ukX2ayNxDtQRkFvfAnx+LO999TN8udPv8rBmLXebNWV/C8QMoN1aYQ3IzNtb4ACwc/qkBth/FN2k/ChlkAmipRc0vU/b7iG9gB/kJs4XQRMEr1ZWwjubTU2wx8e+70Fo0YQNeASDAxBFmVJv/YKumuc/T5WSB8iV9klljSmrSwA02emUfU4rl+wVZZqxsbEEAIChI3pNf6v+OuAUgGB9NNHv8vVHeAH/hZ/+17+el27kz6maEVnyNr1f//iaSgD0UH6QuQS0Yu0+hr7bg5hgl0efAsK9/OFB+ZtaAtdQcek9FREyZvqpPs0+Mr/PzZhOQEEzvNWZ0LNaOSl7zNr9M9nwAiD4INTdf/s3vCC8N3T4InKdtj21jX9Qj0IvFLS3Yhm0+fPPCRTM3Ojt+uEdvg8CLEJv9z7/8PJndA504fDS8IbPydDkDP306LOBBCQrTDAMCm79+FlT5DQA8IOWw07QQfoL11cwpd31RZldbxnpCQScbL6PrTAE/8VuUy5DK5w3ysDzAQC+z9zz8/oqK/vDzwmeRd9/TwAQlY4K6gNMp8Ru+AcBTYwVnlCfGgEMWQPo5F6CZgqIJguc3swsLDwOsPRZSuIzdHj4N6rmjM3+qWASOqh2MwDkx9AV89qe42TcPkswSvXpmrfqJ5ASgT7oRb//hi6L7RqajgznDKBas/74auzt/qj9mhnXr/82a7SHPO//xz/yC/wP9dGEHn4HAKYqD+eRSg9WM6m+jU3TeY8sznUEI6hjcn94LoE+6JjR9QFMoVNajxAAh/wiy5y1bBBI1qvB5NWl/D3vlL8K+m3Pb6rAULmkVUiyBviOqKREqW/kO20ByDB+8tRAg7UZqQwh2G2VwGc5c6jLvzPPGtcEg9iWgXXYkr+cWWjg82foGF8VfJD7oDPAVRQU7Vizdi29Xh46ADDsXMBT+w0+s9nA7Ck6fwFw9LHqq7wjVWZyX32Yo593bVcfHfnVwMasIyuP/ce6NCRt/PaCs6K3C25XD8yf2ouxg/RLqsMAAHPeDJjl/YCtCBr905wrdR91IN67Hrn6RNuKr2QwoPPQYZ/p93z+AgBvQglbMfdLGwaRc30rqDTQB7qSNg7bhbEw19rR+l2h823zsvopLRi4Dn5YANrjcAaMHP5H/UDrE4bXLOBsct/YgXlAA+GmBd3/WAL6XAIHykeHiodnP7fgag29ueEEBU8wqs/ZB+bffwf03nnJd344gAeecQMs3z5zr70d+/fesfM5y3ye82dDTgPdRfkrmAxSf4Ikd4G7a6bdCbgfawlTHmf9FQT+7jh7sMb4yAXfAwrXiVCCq0FwXn/7zO9dyzVHNt6AI7uWO75dj+v7FxCs4TZOqn0+wtMU+rsjuM243d/z/I0iJkV+yxpNbMwdoG6feJ3LuV8ehs5pDFX+fYKQnuYFbdlohMjtOL3mLk0sXaD8bSbECuw6acniaPS7ztcFLo9ecvmOe+t8wCgsGOc7bktNX8d4ZvBsdo/Awr5PQEVmfj0TayRd17jzxjE8ETl7jyUaJkO54SMnoGAGokLkNtN317XZgvOiw8HUOUoAzfyAgbIu+bklggeUQkhsecIFgRco5toNuGi0fMfiM+uEq+NNxtn35Pd1Ss76b4a2zjdBL50+A1SPo1OnGs8CON3+HMx3HWInDfGeff7VoXJl7pynBSCXV/LuZuoNGGnp5jPybc+G/bsWCGEfBD9UJI3WrPJdAElF4mS1KpkHoDHromPujGQ698rI9M0Q9lnSUh1KIyXXedi1Zu3GuKhTozRMyVAURXklUYWbge5eORCOZsGHKjU6xzZjY4aqYMdQGcl9pek6zXE65poNIKjQzHs/b7TZnIPd57531vyM+F/lRf6+AONJGyotKMk48vg9ToA6FZvxduhpOmC6Lv4xK9TnriytfMj+da5Dswdgy1qWJ8gP9mwvUaNOHUEiebEOL6NHVzthjKx/1yV0dZW9jtsDXEWq68OY59RUUaEfjqAaei/P695ncifQ5vhcr43adx3MctCJ1myuRjfLx9fpVqCZyFoM7pEzPLsZuHUckCWgVsa97dvac3ry8u4F489/GPOApyhgZJ+zD64hNIXDHCUzffm65p73g0cOP+B3jTRESaPnxyiqLFezesa5dfLJWY+8n/VutN7s5znu06Hac8n5uPKqWcR1uPAuyhsxFpyyREtbzhInno7b637yngYcQIc1QD1LBbHyc5XuOQMtLTrR5aXHy/fQMXJnQXefY7a4yuyeSP/m7LYENDKs+8M85YU4bCz1BYCZ76EpZPpmA9AHC+CnSnQM/5a1F5RYABjJgCOBa8gMWsCxJQwBkuNwm2PVNbU0uhu0IO9mHdlPRd5Upz6ljcpTprRweeFJD0t3R3YE8wU87f5S8ngCJPK9vWHkXaufbL9teLNgqFnLODuazT7Z43vmxEZwiAgmCcjhwFWG4TDqmgNcjROejK1t4bBncB2ssgKrDJCF2GCvAdiqJ1BiLnNuBmTnsP0WzQLkd83ayn2C6ifANwfSDMS5DgB+g0o2C1ggU71hAQOusVS4Tu0NxmHft4dunekDguPsp7whxIfRJL1K34IqBsDIQ3Wsc2bq9M41jfBFPpbYx5giy5B+kc18SWYdciq/LMiRZV4dBqMfxwCGnX3vT8MKo74ZnaO/EQxAVlZ1CrK7woeISseQppQb8u7jANDqFfbaY2zYgu1/3cyqMRQzn/sAdjjQ8x0ARR28IzedCVlh26tKehGAo+z1jI+zPnSwGcAAddz/Y50l2bfKe0vXUsqRPui8qyW9yWIYHeu6n6tj8HfL0TczwazgZioVMOcDyE7ZGPk5/Ov6aSZW1q5Bf+xxS7VZMt1KEU4Y3tcAm/YrtaoCtGDJZh0jOGHsNysPgunU6QH/mcz605FugE2vi5777PlzAx8qq6x2QXR9gzTIAqkc6wHs/t6nh2ntK8/FOj4MIDu/4x3Lizerx/J09J5VT6qsnDXe+5v1Xbo0AAUeuvfDD3BqAkTBnwFwzAzFgaTzxHYiyGw4gVmI2wIA2UgWh4Ejnk+BIs8pa9w+Wj0brDNBqnsNPBSaGJ17BBr8qpmVY/M0E6N1Li2pSVZKMxxHX+i8y7NB6rQ3V08EECELb/U8nf/QeoI10Eem9Bt6ScGGON2sjoL/3FL1DIs+gZsJ14AX9Pzul4DK18yVs7EtRgoaYpfkDJCJzvW8Cwcne9VAgcxLW4F1gtbU1eCx9l41U29laHu35hxvKdvVoQtKNpMu5X+n1yG8DJCkmYEA2mTewuvmLBkkOXYKfdEKcNqOofoKAB9Ze3XY6ghFJ/HMcRYM+un4JzLCMoYAy9odyHqCSqozEXhBaWMy/Tln6F95knOjUoBZPZYJVAcBcGHMlKYF9ONs6CxUfp121urtlGwkA1oah9ttv+IGWo2MarBYaIsek9Az/z4rBglmtrJJaI2+lC25OzySvzYYBXreQFwz6K089e5tMuqyVmS77VhbnaWAH/SOnARoS8ZfAygz7spM6FjA6H5kBHyG8W2QGLruZoBX/lf2uhdmfJPNKwB8lGWvzFfucjhKt0WaOeP8Qc+LIz5n2D6m2uMG4cDPtG8Ov0+G5J7ay53zyBqwjcg4bniWQCPIrHZM99hqHV+zx93uvK/Z0+XTlLkmS4rqI/REz3VxQANS4GMnc49ztSAA9Pj2bcqu5v1kg/FRVxpbfXR6QKfV85v9Ep0C3rh+Ee5TL3NtGM8GPBjcvjqF64CtDvhBh8A/mm3KXpipw5zoOdvMtIz5aQBceDJyu/1e4SXsExhl/k2GGH2XOd9sy7/+C8CMeZFhTPlTQK2nLTHL+YB/mP2Kvse5Um5o7yQLLuv9Pme1+4QTO8Pj/WQoAtZyfqCbd8mYrIzOepcXpeQ1e1eAd8rXAqAAXlnB4qeWT63cDtjtJ9mSlCfN755knvaIjw6cyTwhm5X+qFRvYK1Db58+OMbNHGxp3oyRcr1WrppKUXny84yZa7nGjOEAFQCGvJts5Cy2/an1bwF8EHRAxirjFgAOsJVy4s9fhgZzDeVSAfz43T8DTP6ensPc+zhq4E/0u330LOOnhPTnZMdidxBIJ+9Ft207ipwnsufgPQ+Y85RSJkCBLPkPAXPbIghAqUGNKzsn8DOTeh5QHhH2hsoC8Edsk7acCU/jzCWjGQmaHe582CfWdwOI6psIn/6JbFeyyrPmVLp7kf6i8MsPKSPMNQQ9PMTGIzihyL+BIf13wCLlKjYxvWqRzQQ20ueXPqHIKJ4d+VsZi7zI+aPfcvrMqmfvUVPmMunfArBBZ4/u02v2W3v0Asw36LX0/mH0dAIuABsoq4zVk/X5M3QZgP5tgNB7oXvK0PMe9A34CLoJPA2bv66PgFSvfnlWAOdHglwgjdED9B+aZcp5ab/MtiSwMg8lb9/kjCFvW+q+N9L7m8gPAO+nlX/PchyZ55u36Q2bSgH1cVCSG16UQIOoFM3CbCZ+SrbTA5z87nCp0NdUOmHp0/aBe9u+4VIx7istHRookfEkex3diM8nqn3UHwTQku+yfG1nkmdUruWZtZ9G7tJKBVvlH/96WT5EskFlTM+9ID88/us3AgXIADaYhKAMEWj9J4JPuZWetSlp//MvyUAn+xD+Pc8kKKCZ81kDeEsD6PMeZD0l8b9O4CJnG5qBpuX5yij4KefoU2QAwWYGPC9H8e93WdNHCbwAqEdN+5zgAAJGyJQmIOOnB9gaD1KpgQoesS3gXYyjgJXWr74WbFHtN+b5e85/5535E4DwPBm5BoCgN903Azj8AZlMwBAf/r3+OtYeu+MRcq46rIBrXVh5ZoPApuINOg+2GtnkpSn8LwkyYjz68Q3MBaT+sxVS/APvYPzs2VbA69kcfyBjxW5piffwX+gQABjZ/iTBLt3/TKktFoaGtgLBqwQotFQ1srf6C9dR+Qcd16ACdFsCmiiDTFAGOvPLn5D32BEAACAASURBVOW3/Ky8s6Q1stnKLshr2zqw7vqQsXMIMHNP2cdv5df4VOFw7k99+rQYid7SHsTj02F++lPdv8qD2uqCoALh+trVeU2eAHhmP97POWlQJ/MKnZEjgn6Of6n6VwOV88yup3oML6r+XrmvPYhuxjs/JWCL1l+b2FX6wCTMGpUPjb6E/sLaGiToWeQ8tE+7ZDU8ib/VsxtwhDqGnlva0jZg7tp06k7M+7Dp8xx1X94/5xzehL9gaL4+vq61frDK8MPfOGMZvomcq98za0Zg1volHS/6t3TDmUE/3ACF/xUAvIfcRVslYpU2na9/B7xwzxUAdtjnvfvz1YnPd/8TwLz3Xf++3nMFcBf86nNRnsdYZcOuc7s+6xbQ9mifn4PxDQJ/m2VpWaRxVkCBl48KwTHz81+7mbnt/wYAdl7+uZ3P/nxkiI2kvQVuecYtMHzNKloH84Jkd7OCzvcu4HYCqk7Pg3AK+kYxjjP/Co7/7wFgo5X/twDw+uB1agiW7bp17hcn/a7FzrmOaRjK9Zo763h3f3GaL4C7AHDXIPcviHMFgO0noaC+ZqwW6Lqe5DtUNIJ9nztOvb3EXmvtHHAH6L4+AofRKl419BaF63rcpfcy6/yng0vHpB8dqwsAX/vvOn6NUcF+mf46xG7PfB38tbROEBZeuH3OBNcma3kACDFZz1P5de6vEj1nbvfQjD+Z4QGWcSt/ZhGWpk+QrxxznPwLjgoAu19rLKhoXOn42MeL4wrm6/y3xLCZajvmrmYdWoJYGxjg3ji3GpNEnF9o0fF6L591pEvnfL9gxzVbwbn5Tu/nY8npWc/5ewGAHcPu/J3+wcpf39918YcrALz9R5u9iEkzyrt9fh1Ayx/j7K5Txe/at2iCAfbdGE7XdbtWJnCNBC4MHhjaa09qy+XsZ3sg9ecKcMvXuhYbjOG6Foa5MFgzpVA+iOYb4I9gEe4dZ9XOq/flF5ZPmVKWM4j93V67mcSaNp7Loydw9rjlaPeX8/szgkzDupkgdYwMuMvadpxmNAlIcXbv8q4rj14a2wxn+1/VHjUZr/uM4SEQbBm+cSyWJk8jfAHy7gWDz/8OJyB7HCerhp9lD6/yqYoVDtopK13ndGi2vUZRtqiYMJrROt9ZWpzJltQSJG1WzVRXgD/iKCfzo6ViG9F3BkF0JpwdFOJm7Mr7lg5bYaG9Ar3QQJI9TzEYm8VGPP9kOo9iupmNpw4y61/ltdxojG7AjzNoxh4klljHyYzSLAgxNIoT5kLXywv2q44/fxjzOl3924CAaykZ1tSM8YmgvtC8zn4UTDPlSyPw21l/nLALli4AzLtLe/DmDAjQvbyY9zSLxnnWoRw+DQCMl6y0MqW3dl859+RpIbvq7IY/c54mq+fsl+v67Dps4I+GFY4gy7rCW7aEtmVC5ZUb8LKLaja2nGP770LuW4odB1dLkmYe7Nvyca7fMVRGAJ6PDISeyarpOZ3wTt5TZ8WcS+hnga1madWplz1rhhghtwJtzANDG2Pa9QbkV8+RLjXcCoBP5o0lN3UQN6Mth2D7822lCM7Pk+kpWICzoDE8hIoF6ASrC1iSlT1tb+VmTMkTBGnNAGYQRgELFldHGLCc6zyX7G+Mvpbv0jj7EMdnQcEwHqLLD1k3r4eucG5AD+yPlUyUmQDDuw8tg9Y1syxYP/lLQMaztz2TddwImuNMbcWPGmI6dVo2cUD09nLL/JtlnudAnx/oYTxBoE/TFwtaaT+v/Jv1g5zaV7bBB5PRjkGL07Jl6swQpMdtzw7GNAEzlBovT3P92F6i9NdxRi87hFzXP46/lWN77jvl0mJkZBbXbAUQrXxX57LlWHHaQQ846VGxzJI3eIT5m6m7/SOlN+nXEpLoSfz+bTJXG3iAo6DA+QAPnR+bJEC0chpn2wYnbklx3vkoztsN0DNbjpKCON/IDJUu22sdHtKzOY6rvALabr/srBVyjMjvOgmazRlaoGJAxapr1j6dPL8lV3X6VC/FE4HuSdWAyI863ADDOi8DO3Z9y7PQIYZXrsguoNesDMo04iCXntubb/p1N1uRMvJT/veOPTjO1b2/gEDO7/YQI8CMLBLsTAA4QA9LbtsvcTMsm/GY+ZBNzj615DdzxDlZcHaCpzKmlmZ++LQ0C93jDJH/o3cDkrIW44QYpqkTyHLRDWAb5wXzpHRnA7jijEKnQK5V5gKswc/IaC6fsFS4mWbyMUr4IpeRFQ/QdXJDAQzA+JzNR+khCbdT2pixdi+OOpz/9mblLLNLOUuApRNgU+9sxqnPx2xt7m8PPTIloiu0jDqOL8YWeiYzqPw335kVYobEPTIzObP5wznyHnsTci4ADvidZ4q9YhHMBjHDnuctOCnISnYhWRH0mWa9N5CA8X/OmvB+bFXOSbNSsx84KQ2yMUCh65Hr2kMduqzjigxSj+LKTKuE5HzkPdyLc5F14Ri0B2mddvC8rAlZaJT2LP1QblTdig9rwT7/BQBmo7rf2gndk+p3gHj+TU/uPyuvDQYoX6UaSumFACB1WNQT7AbtPw6nWaXMlSCBls7M7Z9SwnxVmQ34Q7YcLVYqB6L/Z13e0Ysyf0MzXZfZy3UKShvoD4KunQPz1kqWPgjCWzu0GSoETpwVmghsaAld5CNr1WxM+dDq5+qbcg6rFKwDFrqhcgG2IrYnpT4BSswIIyitwRyhp/oVshwC8x5C6KOASgEjA3XcN8duGUbPVvUJnP6UZm91KYAAAD4D51BD6HH5LAAUu2mJTJy+rdNRexceDYChrV4ldnQl5XR72xNkUDZrgBb0bND5ej3XZ6PcXn7LvNBXW9FmfCl1iDfbqZc2exUbow7pgGdfwrdLL/n9ln598zpBVVviPnIWIOFZymzi1F1/EZmvbAl877//+015HvrUk1zHvMoHQsvMk56ij2n5QuuOrD/ngCCV2ootzayNxFgJNHlP7+fQEivCmUKP4QyS/c6ZAFBizHxPWWx48ufsAeeZ97588bxr3MoXDVQBVP30wy+//Dw6GKRUh0mBGubE9dAKAUA8/wnVE7LmlBqW5pM9FvCF80Rp/dXHNoCiNlRo6XnaMMAIC/iPbwYgQsCeMyH41uoHBM6OXmrQwYesKUAhlSz0VHOk0JOehubeBXAFzISeK0PS/xXQ9clzdE521wolPOvbHwCVObPwtKwdmbPwFvbrW+TU45TFpS3AH7mYbMENNvsSgGSDnzmy9KCvvAFIRoeLs5/ziRymYgjJmg22nGzjl8k8hvW04ldlIjSd/T3cLOonn7Kv7WMeMP99Ag7ev0kZZWZQ9Mf9eBSA9X0AsufP+dkqShjdPIrS4wTSWDI5p4vszJzJVpYBZO8RCyD2eyobNHAh6x9A9z7AbMpSy48cl/MTxP0Y/BSQ6HPm9nP6FxMQSaCTmbnqfg3UzD0CwNHxAxQhr38AyMra/5//E2AeQKgVGngPoPmTZoiiY6Ar6SKITAmIB38nw7LrEjptwHb1ffRnewhDf+qYBEA8bObmu3dvEgjwskAjMpKFsaVOSuu+5d8BmF9FdyJYg1Goug3tw1vJyCbAMTSfdSPQwJLiCXxpOxHKTOMrQdahG6nD3PvJyhKcc3p806uazXvzOmgyATm5D1qurpY1fUyJXvSX6syRSQHRWO37DYbIw+FzlVvhNaEf9qcJJdk/iu8Q+NAAmx/xSQXwpiR85U5si5xfAU9sKmUd82d8rAvzBoT9xhnO86EFMlrXdu8ZI3CyAeTwBJQe0hbHbiKrPLzy55ePCxhxtnqGOK/pwQqtIVvX/94Xlk7QOU57vL3LR+hCEy8pkZ3VQU/iXOIjwK9xdUPVNzD2y/oAf//NYJvqoQcAzNow9XsNCrGEPDydMuVU7dDeVg8/g5vhl/cqU6ywBW8ikA95wTFkuASjEEC3+gI6mSWgZ6LZT4BVaKgZzAMOcp9BVLZFYg0Nxnd90O8+BPzl2T/+mOQDaJMAkgGQ61dC56k+BiNlXwDVk+meChsNCMh3azv+2Sxk/U8FSiNH4f/bSuxlgks+UW2qbQbMIIcvVd7WbxA5gc1RPq2vsD6AvBPbAB/atwQbOF5ATOfxPrQkP4CO8GnM/kMjmUOBzuoOAr9rB0C+rWjXwCHOqvKePa/eDwDcHsHwUOSiiQycU3qt84ttVdO+4eP7KPDKXlZHcjDKVtcf2dKzk+++oaD0kzFkTahOoZqGfx2d3DPjfvksth06Za7ODxpWJ0OH6rowh9xm0IZBoeuD4RkGeEg/67uun4OWAMzX33Tc+kzgGQRyoZOqa7dAG5c7vNpM5ZENeM1eYNOvX2NmybWN04Pl0Me+5dknCeT956Vor/677N49xLu4V0d4l/Jygq/ZLGuwz1gOZtDFnY3a3+3f/xuA9nrPbXbj94Dg22cvw1oF8XvP47szo/WMVu7CDxB+gtvDGI4HGR1w/ZzTvf7iBF/2eh03J6j0N8vkflWQ+2d/vjOXedUVdNsDd3tdI8pxrn/nhUuQO9/vZRobHaMlaQba3bnpPOAPTFdmug7HY38GmD1/Pu85ATqIB4bE5FDk7UclTd0FNMpYVkHg6plbi6PoT+jv17l7Bb13DFfQ8hzXXcDv9r5rBvCOe504B8AG0x2w0727SzBlYF3Dc07Xrdm15PkYq0sLPMvsAKMXCyBdGM/OwWw2DehrhjG/XwD4pO8pU9Cbh/u40zp3ULhRNubPHSY8v7sFSG/nixRZAJhnovgBa+xzN/vXjKfNrDBKfT8rfHTkD4iwAqH3uc5DplWcLXcp76sxNgCgc9FZdyoxA9DMCxfM3b06x+G/rmcJWl/mvkEzveYyLn4uUFrFYKJrh4YbCYQz5EIEm/XLV5sVvGPYMddBSNThPEdaO3nGfs93PEOn8t2MSN8rb7g7pxG2nasCnHOOYrXgP8KV81VnAUAVz5h98PxONk2dBZ4Boue37cp1vLyjIH7LJQmZXue1kV86HHWkHYEbjRKXjx963JzBY83y8/YAXmfY6YzmTFmq2b31DwbtZqzgwLkGQawz4wBwUUhxON6cx13X5Qc9u/Me3oUzex38ljJVGXfPzLr0ewE6jA6+2/6sCyLznpZ1zvO27PRf1vciS/b5BWUAtwEHeurVveuEwIE58pB5mT3kQ7pX9bTMekEMIwP4PcDTBpTUSYBjMu+5yhvlCsamtGf/QyKhBY3p0Xg9f1uFYEG/zzEuqybnXhxR9qfxfibR/nkFarc0bdY6628Ja+jhBP+qAJJxCsCP9nrQwkZ6M6coYbMG2Fa1UfJ8ysJsSded3zpAXQv25ZQBW2ZXQ8beztLdZvjAtyzb63JfCGYIeunM3jVn5q+ZzZT31RC40gDnt47uUYL3l1eeDk8ERC2ojIO8mUd3S5uy1vvsjezmWc0yIkNgHNE6HXHemaHXsSwNouSXX+vkg7lUEWZNkF1DZ/BzzguisjQZo6fyA1Br5Bz0I+hp1sRGgwJYso489yyffxp/1+oue28dPdMvsVGxHY+gyK4lRkfB0tKRQQsYLRj18ACin3G+2UvQEr3wJ8rPkmXI5+vwin3ut50XxguBIMMk5AHuA6W1azwV6JWeVg/fTKAtXd0ziqwZfWzIpvqV95GZDVAkKL797FuGvzR7noHTGbBVNgQR2BuygOTNrlH7N1fG65jGkVg5X5rDqIpDLddy1llSgjjqHLwBgE8+boDdAm6Ap6Uz6HMyBnduCwIbaHLy8dJ97jNz5uwbyn0463HywM/gAfRH5DzhJIOHNXggz9N4h/Z0EC5YtH0iBTfOLD72RWPda4/y4lOR4Kx0k7H1oTpueIdVWiw5tQAw8vVxAUUNPoIlWIvtBSwdKnM7/6w1wGCZMny13F2OZS9vMm/N9MPIZg/ZL85KKxAQxEBwjjWic+f2PjYomGtayo9zX8DPCiV1UkDvddrbh9OAJT0Muzfc2LKjeQZOz12fNhFBb0/WP/x/e0ptZu+ewdLw8DcKrn/Msygl7D4BcOmYpjtbHSjIxqLnRMbH+A6owqf6IsRC5lbpVqinZyA6QY1u+FR1GQNPFqAzK186ZpnXkSV/1XHDx76hgMKVVnWKl+dmfAXA4afj0FqweIMpyPxmPRqZn3G3PF+cjziQJ9+9ZwGeta0MGCOR+5bJtmQY/LeAKdnENOrL3ci6ln5udqfAyoNkOzGuP2p7qUPjGK8DY+UJ573P6C5IH52zziaeg7NShSClXQkQGb2tYGimzho1OGkcXau7FdBPic3HDbqxzx3tFv6Io5sMBkCAltsrWB46i6OHc0umA9lMZG5AM+zfZ84wEfpkMdSBdlYacexQ9Wkr6egh0CFZV+1RqIyCR+Eow4lfZxW6IZkkZNjUtpCu25tr1gO6WlkAaANY/zDOvjrF4wBG99iAU+XDggI+q7rAANicEfbAMoZmrlodShtPG1dQ+dD/MxT4mL1pJzMZexCejDOt4KtjeBAwhooT/O5oy7P6bN4DuEOlEjL6LB/vGPmeF1KS3mCzoYmLEdKMmk/vByDQyYlzmIyGgkzw3O7nlos3M6JldUPvnMcCRDaXPM7Vo2ZNGIh4DQTiiupgzA3FLDeVpob3N6u5uiEAMJyDmDRbkcjDpfu64HB0FupEuJ2lJa0QNK1BUDX5XbOrPAvtDQswMipfsxqzxvBMWI2BoAb2qQPphN29BEzo2DiXGS5ntFnTeY/VAtQbK2OwcZvhpV6xwQiUqOQ5OIG/BCBnnVbX4H7m2/6XcQiTQV/nYfYKx3d1LM5nHJg4yO3vi55JBiIZptGnmnmHrKEiD1lmVhc5qjdVNzgD45an8p0VHFwcx62etT4G+IeVEZZvkgX5XPsylyO72pt6bZLqgej94QEZf31sWeNW3si6vn6dMsQ9g9kjMmVyjh8DbJZfmdlu4J1ZYfRdVU8DxGKUCl3WcwPfyABee6i0C5XkmtZZqS1Df+tkrgZchZzqPcvf75KxhP74MEFAVGqAlt7nO8YHwGaVgAFcMpc3ARKfP39R4KNBuQ044EwY9Epeqj0gfQHtKAwS0pYE4GfMVObi9y+yjsz3GxUbks3dKh7JLBzS7bkuf8kakoX/IOeOLRqco3NUF4f3jU+glXHgjYDm+iTQp6onV749+uFDaNB1FOTg/CKfniXj702yxh8kQ5Vyw8j/F+kPCtbLtfj0AcweJnMYe6hZyvCvjIPSxe07meeTuUhlFuYDcANfaV/rgDIbFMSZIVtse6/bUxm7P2vOJjWLFF3FKlPNUiOoK0OB9wEaPqWvb7PtBtwY/ksbB+TZk9AVOtzvv33IuSPIMpm3AdXuRa5yXj6+oQwvZdahGYF4+PFX9NnuKzwiA80+QlNmS5ph+Dkg6Xv6fwbo/Bx6Qcb+8ssGyRF4sONCf5EOPpPhR7/TyK2PyWxvrGb9h6f+hL7pcSSbmB7VrIXrT9wjWdrfkqnKh7MDvUMbZH5SXpqs9KqJlCTP3OB1BGYhha2SEZ4RHoLuj57HOYXGH2cNUOEJOCHrnvf/8o8XnRe9tYfhV434/d+21Xn1KvtMb2EyxAkcXLssVzO3DwG72c+XKTXeGTXwwyw7z7tBipzDtmZCxkbX2ZK5Dx9TySLyIO8sAFzFJPMMkKyvgUCNe1OtCH4pfbJcD5JxDB/ChiCQkMz1xwGTKV8O3yfT9X0y+5shXv0Uvp4Aj1epSlOEMhmxv1FND/mP/eV+AIZzptCF3ieA6dmLBI8mKKcgX56FbkK03fOUf8aeA/P+mD2BfzIX+npzbOAzltr9KWckPaSzV5zFVlKj7Dj7R+uIZncaPCaPU09mPm0twH+HO0OZR7n+p6kwAG8QWB8//Fy3LgeC+T4EZFyfT9ty1H8jzXFd9czRlYkZd+EFb589lxOZTQtNmBnMGhCM8OOlAl3PcWym4oOcs7xbPzI21+hM6NKVb8pPriUYgaAhAjipZIAdzVnaYHeuQx9Bb4HfcQ88ld7SZI9WbtR/QSAiur76Lvupqsb78ic/k9Wd0WQN1O3glw00qsDQp0nATduTtYWWmZ78zLM+tIQ+PJWALeQkQQ8GaK//xQBE+Q90BZ+y0lLWMTQFD4Ru+B26dmm8vg1tTXgD62ZgljaL9AENex7of871XNeEuAlqa+Bptgz649xWhjOvZn3j87FPN+PV12MWMTKHn+3jLvbER/sdPVOfg8HSo0sg96sj8HzLZON20hdnS7nFk7i3djz6cYFedCh1T/V1qwBMVw/5ND6Nyjxppz7L4hHiLIsniJuon9bMq7zc8Q8dTvBIbTWS2Ma2OibKG/BFzdybadyKAJcrmD9jonpblsSWdgbb/ccM4H3E9zJo/5ohex2SCutuxNWBto7P/g7n3jiOr3f/JwD47957+9zr2O+O7CQQB3gz7osje5VN53F35a8AcM/wqFYnqHX3ehXrffe5O+tU3Q1T0E/kFoqxD5+1PMd63eC9ZI3jjuZKAHPbFbTde67XLUDJ5df38vP3fncAfhxkBFPfe+777TNUBKVwDCYn5c8aNmekpd/dne8J8vJLwboymQGAtzTQ7dqUMU2I8xUA7tPXWfGda863f/9fO+ZdH8d8F7S9ZtXy++8BsVdA7fqmBVV3P25pUMbtHQvk3mYcC5reBYF3nwoG4TxcMIPnYNzke5S9W9oThGJ/h0vNAi4AvPPbs3ilhWMOZf4ncS5g1zXYaJv8rWOUEhN3afG6fu1rmPmtQ4FHlBku8NV5yICvY1plcM/LZhgvALwOEo1ule8FUHd/Tho7s7Y36730gF/gEDRuEkdkx9J5z8OuQTLcc/Qa716cgSdmlqmEK1x14m6Jkb3vFF6+oRFoo2jtvToTTsCF665lpQVNFBS8y0xDHU5bYtpeaHuN4Bz/8VYAYMFp+V4dxzxj+CiGlMFGOC90NkFXrGHfl3kTwQh/vj3PjVgsIKgD78r36nwdx9jSuZlU6M3S+8qdApPQ/I5p5NFm767jYAFgHEhVdhGylAetQLekLh+eu9UClk6Os1dF0msWDF4g9pZOqvSi/KBYkYmyoFh5lEYE/9f9GnByS8j2V7mxitJEhV3pSwCYErBRBMeaL1BQxdNgCsrS+JxV6lQSS0NRZL6QKQgNOoxR5KRt7zsDCOq02Wexw+z5nMfuScu86FRvfz6Uq/YpYp11+ElX81xJogoo684rcXrt5zZAqXS3+4/Ck7UlkphnNKCizpJ697un+wF4s6wcCvCCiThTDAg5AiKYA/NqWTTP1ALApWMU4B46HLc6IgsgTwTKKp17PgVjPN8tvdrAC8HCRhT2zFhysxlPsM2emTEevFnQXeu8Z9JsrFM2Q0cACmZfGmCwwVudz2qi+fcGCpXP8CxAPTIuqmCbqWw1ACM9t1Rpgc9RbpefLzDH9Im6plwb70LeAKJsX57mTocOv5BlV/4jHyLCkYwkilB0HaW4/DeGRdaLNdo+f5vZvGWkdYZqkBg0RfS5mS/by7o0OrzgOJsD3gouez2/K2A7AE4DP4aps/7QMb8X+FKu8m6cHQv0Wq7VEqOCXAOg5UE1PMYZsWcKdYm9wqXX9R6jsTwIICv3UKYRetvenFf9wkAcS6v1jNWRrXF4/QAm88FByWIV5Mi/ylPIZJqzYgaZPLS0PXzOgFB79oz91zVFnpoVJv/kHnvx4lT37ChrceIBOqlXbgAA54WSnszJDGP0P+WIwNyZdfioIC3rJX/ms+0yOveebwN6ltcBUmzwnKVBBfKgVR+Dw1hHGfu1e7c8aMeJ4d/MtwFId26WVMfAdTz0DTQbGKdd6OLiqCplz4XsGwAwnVSQ5wLA7Ah/cKKdvLUZpaUL1s0+rKzL42RzIJ/cR8tTUyGZV9TBzVnG6Yv+1OvMTO9+TETG8hD4DyWcGQeBBoIw3Gf/XTMIlTHKT/l+VzDPZN0MKpLeG5jQ/dRxLz2fkeoAM5ypBiHle4D36iTNiARgMnMbIFd+6LtwbrWnLLIse0bWYAMvclShha8tTZ9xtqe41SdQOreHLEZzAylYS1yt6HSVy9ofnNvSJz3ERt+rYxy5w5q3H/HZcgE+d+WtOliVpMzfrOsNekFXoH9jwDwcAAVr/4izP/3T8i74Fc+yhLp9+irGa1Ox7lMudrIslYUAwAb5FfTNua7DYMp6NLsvTniep3xQH2u/05aJs4wcJQIBOQ0UpaxeSmwSuc8+X1gJ2UWC9gRd5b25XjmSIJzsczNTM3cccx+SxUqJUINzOHM45XFOZv7VAcZZmDs4p5R0fFCbIQEEAMDhWTjUileFDsjMbEn6KZX3gn6xvfdjxjTATDaW3pd8HlAVYgDgLdlsBkZGX0BCIAv+w1mFdz+Os7o95wiC6DmDZnEKeTbbpzABB3tu1NsFRXr++rfz4jvGfmRyj1PaTHoz+vj0/E9AJuu3/hLGRylM3sGaEUgED15wEAcu/JNMo9Wp4VfKI4NYulbQBvwV3YXMfGRBaAoA+EH4FTvRHpeXygrYaTrcLHVZGxG+kv+Qf2QubylJJmtgBTxhdR2Claw64PeeIeiF88ian1VKdCyy5gAL5SmVQ+pBZr6jewhIVeaGPpolGvoyE07+SHYldMjckRPVKSurt/0FuglBdspTgghwNhZMxnmJE5xgEbJE4WUAH/CPcazuOSXTzcx67ECCKnTIfU5FCH1JnhuyEpv1NLpkgy6QGa1khMyfgGt4z2Qf8n4zj8jKQZ9aHo5tj/3AWZqytgvREWjZYAKAOEFt6VK9ZoOptsQ4/R1fvkwvTta82doTHJ2hF6BsZorBtpSnpcQlsuBJg1b0U9ReyRp8TXCA8poKFGwc05cHNgAwF7eHO70HmxG3oL9z56N+rLwHvCTwAbpdALg0gb7RKg1TsWLaEgCs/J4S3wjCe6FNQFPOIeW8AWTaIgFQDaA1+7F8vc75sZvln9i56JL3f3gbANaqBgCC2EqVsjkGzukA1TewzoNv0Bg0R3YWfB+ewLizH60gHLnXCgAAIABJREFUkmPyj5TLhTYAeAgzIEAHZziAO/4BMhp/S09Nzgw9YuHpPLN7OWU0t30I5wLdj17eba8AIk9bjYA85U11lGce2VDW9R4Z33l+M6jSM/Re5gYvepY2HMwJ/vYk5+l9yvIWbq4uQTUAA2IBJ8m+BnQDFOJDf+SCE3WKh3BCiwWs8pySZ/b7t18/NUv5eXQZMmLvPyDYFV6UjNKAGQR+URa1ZUpz/ds3AGlkym1wpzKHDMc3bykPG8D455fJAKbE/J8//Jrsbc4KZZOR6R9Tsnn7tLe/JEGdnNNW1om+VhoiEFLb60FtFe1HAh0436/fGAQVLvLDq8yFMyODg2zgLYLd0NXTZ6zPV8G2T/d7tqpSZy8Ah377fz2Pz3Jd9U10Gs4Qtvrojvz1FTA75/FFMm23hyzZeWaxhRcHXC4A/DN9yuVlZlILOoACcP+bBKP8/OpFgSbKaX/+SO9RwR7KIHvobIkBXQOG/PKPvJPjmK9+/W9Lw3/9RqCktjCVnh6nieuj2L2MHZL/938DllKiOKWas07N8IOOojsgN56EftFxHj5IP216fiL/6ckdevn//r83jiO7/49/viwYU9M+zx2z64fXv9nKgixbAoqeBqjcCiul77yVaiHIA4IuHj0yUebdGzMVKQWtb1n5/Ouv6Pjj+6huySZRhlgwk+P8On1ZG7ydQXykjHkG9CLlwll32zcEJP6ddWZdKDdtH1T8AbAIAnfIzAOU88xS0YSsTekL4O9xAEZKa7N37MO//x350zL8nl97xBtw9OY3/QvPAm7zfbMac9YRWei8LZFcGSwxGQyR+8loBthM+fD2NUb3j3r2PN/Dlkl0IPCHqhLPX6TXdDKBLdtONnfKbJPhWHsOeYt+T0ntwQVKN9CdYBn9yruTsMjaKdpyEEp7G5Pt3UxaQC/W0+uJD0FUKPvQx+FzrAnAOIEstuhoL2wy/StnqWKS85j9cnz0wtZXU72GQEQAZrfeQGP08ZxD7CE+/M7MdgN1+67qAfBEe5Mjx5h3A8SqN3MU1BEI0CRLlLHBC7Gr63th6PV5+be97heAds0IeHhaQDvBLNH9qchksF54cs+PIGTlZZMSCM4HcFYH4yXQUzPwW73T8WhrlQWs693jhb5bMYssZC/h3+hAVMERVNVnk3MKSFx7Tt2BD3aD5cfVjarrh5+SxYz8rw+FHsL4r8bPUbsOPaTrSnl1AH9KiOuLepizDh/Rr2LCAEEvrB80xJleHZvxbXUjxlPbbfzx8gDGOdhjZFuB7toz+q+Rs1vNirUgAL4lyXO+2MNW6Jrx12/Yqi76n9jzBYBX1xej0BfOjtrWce1hkrxOAJjx2u7KjF7kDjynOkRtegOPtxJqd6n+rhP8Xl+cmykJQBYGgLAXOm363s0AvpZM7k0jZJjQNcP2ml27L/geKFsDmUMwzrTba/8OFD4GPQ64vwOJr87MczFRQh347ZjObJp9w8yxCosbdwt09zmNUJiFHCPtGON8v+vVZ6wkOl/Tf20W6HVtr/f5rvOmBbr45hZIvT56n3vdr5tX3/nx+tzvXXcL+u2YvjeePeC3c+pcZl3vjBVBPSDvRgZtps9BH/v7y5pf13XLK6+juGvLgcEgGBD6upY6tzYC5HYfTocC79hnO581NDbq9i44fZ1XSyxhrI7hfAtEX4HtBeeu9LD0cbvXAjkjGDumNcx1hvM5Sm1j0N7JHrtmremcP35fJuhno5SXeR/gTdfNTTjOR50X3omR6zrLyNoTaQC1zqfRRmZ0nlnEOq0LJpUtSSeb+cMT1zHFYbgNhNjx7BjqUGIOAxTtnixYJQN2nHdLWvdNMvyefQ3eK1C2cxNwWyPuBF/3Xdxr1qxrjMLH5+zft2t4gtAo1dUNStgLtnmv+y0t7fN2/f/ac8/IZB0vCoLOZbNxMCZZfxSEGtwnoLv7xrN1nAtqud+nk0En87nPWy4agMyMXrMJFG0X4G8B2s5jBeMppI5SHXW2YtxJEZa3NiNlMx6rF1awev/VgXrlS1ve5pZucVQxus0gR1Jvli/Pa7m80K5rNWVthxb5fRW18C4U0wJfBdSJomUsAk5dtwEwljb27+s1KFA4y8+sj12T02t6nMEu7JS/vvAjxrkg8r6jNDCBHoezkT2aM3kASHWubOR8nDSU/ZkPhuWuQUtFN7tm1p6xjGN6sz+6NgePmIzM4QcL+OkAGyfTKIX7Po3UAX9jyKyDj2jcLZm4lUV6NvUNjTNLJWmFs+DjRvb5bza9WdOX4KSWshrHNpmYa/QvvfVcZq8bjdz0CSkbBxxOAcEFs+8YU5VfQLGhTcZjrzOiBnX0Hry62dmWLC6COWPe9hkFeSiVXJ1Jp2SPJEZK9heFv/4m+C00ODyCNeGRBnCcSsSux/I31v0q3wuEz/5qgNnD9HCYkWEqZfdsCnwIQP7/nL2JghzXkWUJEACxEyCl6p7//7npmpJILJmJnZx77jEL90yCJVUHBWVmhIf7W+zZdm1Bh17esLzzsq9jCHgeh6cDTA7oQ8aeWYlZ0/y+mclmr2NM6Mwzg5MNMfN0+aIAzkTFj8MSIGbLETc7kDVknQryyhctOXqUad1AnwWAUfQboIEs6D6bDdKzw9muDNX5y2cq2vJf9mXLinedB5DUQDDTlHWzD6eBM41qph9P6/NoRK3827F/jYErnU35+jpYNWAMpjDCdQN0oNEtw03mVUtKZd0x3g6+Ik2ey+pL98PrWcnsD1mrrJ/9RN3HZoYBQFMWvXQqP2Z88FFLYqdcWxyNEFd7b4/xX75M4E/XdfhqM5icg9GrlDnzDIolO99mW6NVZF3bCzZfaE/inrspRxpv4Mo+S7YpezdYs7/n+u1ZucFxnUMdEd4LL8BFBgMSF3SEB2AIs3fQkoAEJYTlQQQyWeXCdTnor2BNPCs4ZpkrwBb3ae+kOvw1uHGQnu2aZtRXp9PZzNhKlxhul7N66EwEjxgUAr1OIF9LQLOQgkK8zIQ7MtO7H8hEssizzp/o+9uMye2zJQ9YYHJBAp2SA+jhuCFye+h+Ad7H9OFur7Cjcgl7A3/lnsgZ1oylP/g3c9YbY19kgQwc31uS/wNli/MedL0l2aVRgSOA7RrpzY7BcTHAG1uc9X4UfvEhDsJWO0MmBhBs6dSshed7uF6DEaBbe5z2fMIXM2CeXRmBa5q9n6zHAtK5Dqdm+xFPkM3NDSCBzldLHBioYzl77mPWG459OC4l+5gLZRjXIakDM2UGQ8dWcBAwFTw7KhnI50IPeX9LRJrRvFUgAN6lX3U6e5UhK3Fi1+ndsuSUADSICYchTjF6NOL8hjdy/HiPfpcAx2SxNDp+AA4cll3L3J/zY4AKmdf2M38U8KUVPeqYswQ2QBr7opycNhbVUSESKym8eGHPciwZzhsOKl6ceYICvtKHrYE6qxcnowoQMY4kggIQaAX7Mz4qhGz1K84k3yfA5qKj9+hNxHzeJ4Iex3150bQMYOxeppyp3OiZpioDAStmX2zpNc6qQK6BRw3AyF7YCw9S0HlWB2iBFNYfelDHbkYDl7GGo6ddQJ+OAee2vW8B63AyI584K7QJcF3UswS2p1pO5ZpZupC92Qpk59q/15KNBJgYJMG4GvyDnpX1aEZm20x4D+bM+KBBAWCDQxZg136KgzMZcVyzAPD2c/2KczxzbJ/A2mvw0AnCCznAMzlPlp+2FzDjXh5IOduW7y99wKuQL125zh06ZO1ZF3V/wWeuYe8IZDW4D6ATHrFVTghaNfANAI6zyj4XYAPE4Qxs0OfoMtpZ0g3nbCsQ7PoL/BroYFUcs+8NopL2fyhQ7/iQ9bzYy/J+Am4a1MQaJ8hhKkVsBZLrgFxtsYKvIPNkLGbHTX+5wwRpgIUBHWYnPkWe50UlDHtIG2TTkqOUEWbOoJUdT7L56TkYnYZMyAcpX8p9rpv5RAbZyEf2I/PdALoqlcjZ0BXPbMWJaTe1mcvQIvPXTkEnU2+Ywzc9iXddjuBvg2GYN5lztqNoZudky7MH0N6zyHWDBQWQUV3q0Ef3Gb229lf2lxK2DQqqwxa+rPP/5ctnBWwaiEh1JPJ9GS8O4Oqia/MxF8uofo2Tnf7A8D5AV9aYM/tH5T8BXgEwAYAyJioftLo1k4cHhe6u0t+TxTuCRzYAeHTF3AewH/4HLSEbt8JDAYMAZXu+ak+U5g18uLmm1PSXgDAC/YDHjAhnPWAjzzVwFZlNIF8Amxfpl0vmfc83IIIZ6Ny7JV+bYZa7VI/UgCHAhHWHs/3Xf97knrTS4Z4BmbOeOODv/W7wisumHQUo9e5teNuPkZOAHgFMngd4BGhRBiMrkkUcUJZno7L98/+7Kv96lXLHApAEsGEw2pORXrOcLypB8UD1RnQ2fClkUkHDwxtSevZD1giah/+QHfnipUHJlhS1bHPrSIQIniWbmRLe95OdiquGcqJmEgMg0a8YoCclrgP0/P7tpntzk4CFH2kFwjOrP0NMSqmscgAiADMCP2EhBlhCj4yL/fj572SIRn4UMU3ma2iU58FWAJXgzX//+8uLX/D9G6tPcMCePoNv0SfaLN3XP78oGFPZ0zHfu/d//t83bRHxMKWRDdAkk1Q9F5nMetAm5zrzYpAvI7+pdiE/p2c45fMBnHJNAyGp1JWM1GmRA30ZNMb5DIBIEE9+sn4XvTn0BbjPGfj9K7IyAVopw9wMbapkDZ/4SDnkK0tOP3tmIsWbfwq2kq0M0PowmdgEhr19+/u9v/3tZcsaK3PxtSGvDMDoeufHlwBQN5SL/hpdN7T9y9+DEEPj+fBLAw7gfeqKnKMXAWc/BhDeKjucNUAkgSeyeNVpWEcyoKGXtsvIG18+p1pBSnxT8pjzweeU5Absrd0xPkXkIvQCIPv+LW0zkHHagRdfbQPcAFhNNIGmOQPvr+wxbr03MkpNtGm1qvhqngVMxR5TzZs2gOuHKD8MveTsQWe82CfOWBcsLwIpKJdd3T10XGBrsCJ0QLLzuS/gI/tM9Qh4D6XK6ZtcX1EDqqa1xoP4ESj5jg6VjwDnmReadIEu/IljV3L+rxJcAj1xz7bIaAsCFmBkaeRn9aUnLyprWUuuMzMYHQf5Lu1WS2M4GWfbHDC/jI+xbwUoAFlAfwPn0INXD9H2JBsb8UJFg/LYgrnyVQJm7O9uQCEbxf31K2rjoh/xYv7wWgB6XwZqNZiCihp5RvVubAeCWPI764FJUzNHNak6J5y4e1ybXd1L36p2Gz83QcsAUXvOU6mJCju9Xy8TPI3a2N3nLaowNECeudSvZss+bGgqHDyeKjE5xj2XZjOL0eim1qdihSuDkg5fujy4phnPw5eQ7/T4j07L2FotaVqXVJ503gRGIKuka8aPTm4G8PcBYHww0HH9FtUXDt9Ys7GzyNXLJr9EnVd/c+1J/uWarleGYUUe+XSxJPhXdR5xLOiWtarek/c6v/Xd1J+6++Q+et4NbNCX5Xv1X90tAT1Uc+vHXQC4NLDkxboP8LDvXRzwg2yXDD33l9cS2/ne3332fHHveXZq3r6fg/pXAPAxRgneTXd8d8ci+Hx7zKMD3prHrgf3ODubvjcf3jsAsdvreL7+nK17/v3uPe8Cyzz/e4DxzvF793V/DmLca8/7fCGw03V8b2z0rqFOKl91OZ32vOs74G7X4HTdef0uAPHQ2IUpzf3OALCOGceAAn/uY3gGie6u67H+joJx93DhmC2Tm8N4a/wHAPwn+s+8bu/D7e+f57BjObKZHQN/V7HD/JuF5Hswti3Lu+9/d39RQsZRezxjhO04KbZnXBXarNfB0Ncw8XrebzmfMqUDwFs64eeDAYCPAIRj86vE4PABALlFV7cB4EaZn3jJAsbn/boLHktzAu5ks+wZ5pwuDZ/nv0bbAifna8w0ku6XXo4MSxQH57S8x9+HV5yI28yv3cc7jG6+v8/Q2a2TQjoTOD6P+QxkLeDK47b85u39PRvQCh6FxzEOQYXN0FuBIChy9GhcAX/sOcxxAe1jTD69pYiaubZZUmWlNZih2Q3wOPNtgIkFYyrc6qReYahDropNnUkqbrzwo3SsgAsoikNTd+mkoMnSxHzYc91yaO7j0vY6sUvLJ5CIvwV4ffZuc0FBAg5mrw6Htet84Z8I+hMjdN/m+cyp5akEUQSyNqt+o9yPcXpfewgePNLn7fc4XzyvfYF5v44dz11fBaUXzJqsnzGE6rScA7hnsTIQFWMdzJwR/kOJqMEoAOZaZv9qAAm0+Tj5Bf+adZD/9pyinC4PqyNoZKsOMQHgKl65z/ZR2TKum8XLMyjfueUPpblZE5x1c1OVHmXhZuctDan8Uupy+9/A64gCVcniODP/BgnMgXeOCygaLazSppK+GbbQNAboOrwFVg8lotmgJS3fs8SlZ7NlfCdbmbKiZhBiYU0WRwAG6A4at2y1so8hcu42I4f3zzxl19zrXSNo0owWaV2MaANmjuCYs2yWHo2gXPB+59YgjXGenkGsLY+pQ9d+dzzX0n1xFtVJ6VrsnjWyNfMDKF56qtN4o3HrTHcsxwv+y986F9cpDai7GY1ESLO33KsAbi3CI+im2fQ56JSxbL/l6iw+gZ8tgQxwxe+5rmADhnGMufbgzX2375zGJMJieNgAsct3mGtLCdOnqTJexX95VCsMYHC2j8wxV+lSI32V+Y4vY7PH6iGHcAJxjjDOFgCu8cbca0Cc5c5prr3fUcqpjtIJsiqwlzXUuFJxkry5l3tApoZzsy9haWTk423ND0fAEZS0PfyGtC+696fpU9XMkgHxKRMFPW2FBc8vziHnVEP3pNv3PWRB6c4S2Z3B8EKNyiMqfIOhmBqgR0HnzKwl0KbE9rNEmdelMzqoGbFTHaDl0ez7t/JFeQ9QSu9G5HacfgWF5av2kwR01SnVIMQ4eTqPs26Nrn0xTPyANcZh3Ez+rjffGT00E2evW4q1c2A/fT4vM551DLdEPX3ccMDlfJjRbK/1M0/Z9UF5NngGUEkejh566atdw94eWCszyjMDwgnQLW90HgQWyOvNpGxJ01x/E+djgTAqBeR+n3Pe7OFu5m7pOoaxjgAWZM5v9bUpL46ODUCfsRA5j2yld29LwJbRmYHbTOIpJYtsIXOac7z93cjya4/3AlpkRxwZkVwPmMUcWxJ5GCjXWZHDYAcGUV46QXcAOw2myxzIQuGa62TlkJ3IPsDbN+BGWwcg1b58LaWZL2z5WgFIxkvfY3vycR4LtBvlVblC2T96tNmLXHCW9TSTlT3QOc+ZMkvboAGAI4CUlluvXkmAlyXO7BUaT8/oT+i3VikxiIcAD4Bwmga2kky+RIaO5Voth/iJcz0BPGcbpQTiiauDkJ8FpsnoILMbuQjPA8AvsKmj05+jJwHgAcDkb+SLa3GUfG4fVsDA0Z+XPNdOaD/w0O0HnNSZ88v0I7ePvEAIYyI4pEBDaBwnKpm4Bf+yFwDr1c8yBM6fJdbN0mn2SNb2Bc75CwCsfsX42V8zdCfIYYSTa3To9azSAQCjK1qlg7VY2pBnCQCv7rKVbsp76uhmSgRhSGs4xCHnBwGcBEJG1ozziftd31yPPDdQh0uYP3TMGAhSkNakUYK9KusLWNs3nuMBvddhRXYPWVPJgkdHhJaQ4epLgNDY7/QMPZykzdyZPUUDVf9XP61t0gwv+W4zywsA45D1+bwsHc75gVca5Fr/glvcF45L3ru6+tjsQ7LWOsZkzaR2bq8RqFweKeBfpz/fbZl1WUQzuwjmKjs0WAC6hU9uQIrVMMzatwz7ZPKRr1qMdYIOJhOfs8BakX3NtYAY9noVaCMrET0T1b3l0kcd6Po3C8cs/O7j6A1kajKngvrhnSsTCLRBb5PdRW9N5iFA1vP0aySLiLMdv718OfNsX1zAXJzRGU+DEZtBbOCMa64t0ey67guVCJJR30AVypNmvbvG7gcvxrsZw9qa2lfKL9bn8K+0JGLmjdP+QzKx4YMvAhy2L/JgtOyH5dDPuiZb5XlbLzPjAyBDplGxgd6LdcwSHA5EN/4p5d3JX9QFy7/Qy0dA3+gAD0JHVkQJf26fwaxR9ogsOPYK/kOvVXUtZSTjZAzaTcjA5ffIPJ5pT9LN9obesKMAsXnVRm3WOXxSwKQ0kfuTXYvy9CIlZc1Sjc4Q0xHZcpXs2tpCBLwSlFkdKv1mk2UIwAaIYZbx+Nn6uf6j7nFpnhUaGgR0zx/v36GnhXdWPwPYIXM2ATxThr0+u4DNnI+bBDagMhCsVLs9zzdQ26oGBcYq9rRdi6nTBzr8iOAFzj10I0/kXEVXKijBMnooVs8z2FU6Ko8m0iz0fnNFNq8BNpSrbm/a0qZBDLU5soYAzthE4sqTlZ/BtY1P3vuv/3yTMUSnefQsANqHe68CRhJ0QaWSx5GTMAyTayZDt09JwEQymQEmed0P0Meav/2NXsHjw0ogEPvxhAOX7zdIGR6Qr7CHgGp/+/vPBb55Ua6Y6gqWSH/YtgkEAf3tb6+7xgbRsDWAUl9asvhhyuWT3Yr4Z4kxlUwsgL6S3cv4u9PZ6zzGygAzvqxT+9XmJ25MyuOzHy9fPr335u27zhc6eJUsZXiufMFnUHb7okeGRxYwBRxmr9in/qfFTeDDV3S5yFo+A4j+/Pnm3ocr9Cy+az/lm8gxhkYFgAJ74aXvUur522eC+37P+TZRARrrCc5Y6QH/9av8jcxyxv81voH3KS3ffr2hLfzoZB4nvqUZ/sgmAnUYHQEenCBAqZsAlIwVnf3FS/RnA095kRnfjjShEwIgyCQmEx6QrSJ5bMP+Hh1LsC1vt++5viDWa217fqIb0jeZyi7wCvjfu7fhQWiklUWW/GXtyW4+/L/4zA229Yxpe/E6s0zcU58CvONzWgAMfQber947r6rv2hHozBsso61qyfjqpx2Pshw+gr5C32p9nfj0AoqGB1FCvmPCZh1Zy8OuAWfzJmvaI573sDOeBEjFjrq5em/gZW1q9GLHhzzlLJg4MMEr/NbzkJ7JKbXOC35EQIgBysi4lOOOLCyrn96x6yZkvchs5icg554f5QdrYSASr7ZiyQue5injzLjvrD+2E+f2eWRQx1s/CUEaVmypv6JVDOxniw7FehJkcnJb9l7n5DPuta0P+H33eDDWnjV1rrW9D38z1yNjI9bUUzJWvl85hm1K0GMevhUJqXLAfVu9q3g355ig800q1WdSHyiytLK4zLqyiDVhLqw3c+/+V2dZGmXdDLbl5wZNre5H9TN6VOt3lT/VX1v9T7uzJvYEaHJ2Gwwa/VXwd23afrM2rb4i91C7z98PvHL0wPI0EzEuPp5shoGW+koa2JDf0e8gAfZwx+5dj/sSHCTGIHjsh/o5/lsA+HtZvQq9nQQLIFWeHX7nh+9ges1S8J0Bfu855+/9q9//6tl/lQF8WaCZxzGf2wreXreZw+fvLUHx3jooj+tvj/ivMnn/nQzQ853uAr139NFb+3J3rN2TZc7zxQXW7iq2Z6fqAYAdzPxyfaNClhY8AGeG1pIfVbr9uYDnZtjlaj+bfZCOjuvOGbiO34O4jrEyPM78MLh91iGE/py5e7cM9AK9Mrvj3rte5zGdgfMdy47nezS6997PNLaJcBuF5EJ/Rn1ttqsZcZvxM+uLIEBgQ284EnDOnrg1320v20bM3qbjdXzA+M/9XTcy6exguYAYMBzGUON4/+1ez4wApubwrBN252qZgmGcGMCX647NXoBwrc4qBSMsK8Tnud8D+3ivADBRvUM3Z6a7RmkVnSqVOg7d1yM6ZsFVaUalaCPejRgbqZ/vnde/IGKu3bXuGCOyjszbBXZLIX3uObt3+/hupu3dz4/z61hvl2KGiSvAZkdq5JwFgHM5sgHNUnHuR/lOhYYOMgWDZ9hrdVwc+79jWv7QoN0TiLfZulV6yZKaL7TfYNdfQ/ygT6+4BDM0s8OsNM71OiO4hqwmy0RfGE7ncpnT0JjgrzJq+yx0zie62rn1zEzqlaWRXAOuXzDThZDPlT8QCUmme43tA4h2XXWi27fLch3Mo8bPpaSxAEC/uw6EeSb7aa+S7XvpOqyiwLNvO+Cnt0mBKJ3Ego72br2ctIwH+tjMM+6BA8ioQBxsrmnHxTnAWdvz4Jo0Mg/nbufFwuLs1LG9pdfr/M3f22vl6NMoHS2v2lLrAtI6R8xqYN3gYVyvs9GeygLbLcE82SalSyJO2eulz4yf/WSdL+91PGb44iRfusVgPwPA2++FOeAM4LXl8pg/GSB14OaZGELlCc26HPqrs06HOob4AsDQjaDOAjLE0tqnGWMSWl8g1vFY9rTZtVUo3c/2MEMmNGNE7Xkdqwsu81mzDQZg3f3cMyuIokLPmpTPsbezh2bqqCCzL5YIlR8YlKQc5wRU9qEEc/Yx2jO+lrjsvY8sIMa566wzy6wL+GRLOOduzWw5TL/Sl9dgpGzf3KHPvGsZuw2UMNuI89Uzj8nQfbHEzZ6zBemX17MvZOtpPFjiVto2wKbGEJk+UfYbAQ1IgbxhL1uS2ICRPfNbWvrbV5xIAHhGsspn3IGzo33Ho1wjO13ZgbOrQUp1rlgeuU7u1dm7NnFSMqYab/aFI4hBXoRT3TKVG7xyzkBavohzAZCB9XVfV4fnrw1GwdA3+x8nLtlAzZAiIju/61jZoJPVA1Xm5PE4IYmYNRMPkl7eJb/H6KO3sA4RDFN0M3sN04eVs+PaQW7to9ly4QAmlhsu78q9zvp/zwXvYRaWnnVqU7qsZWd51nwXvipgbp9knCTSOIP1bPD6Uj4NCJLSimS0NLbKIJnNcP9CHzICmaYvkj2gnADzbKne7q1OY8ZOH9rK9dKuwUX2Z9pAnq2CYLCH6q97ZGbwBnmtpDVohvNARhCGsb2lPScY/WbRTbQ5cqNOlQ0Yk1fbu0mjEYcdc2G9oUmzBP18gSN6gjKnXcs6K3DgbZbqAPPnXueWeKZchrMnAAAgAElEQVR8qxmu0qYZg+hplDA3u8ws+fa0D/+3ryhZLwRGsB5FghoUUP45ADa0ROZF5dNkDTYLkjLe9MmmbG6fGRqJQ9lMuulDh/cx+08Ue6nhFOiDDN5sMNazPeTzgr8uL2cNXyT7CT5p+W8yDSgjRna6gUM6hUYP3QCUGjLMFyekAUg4kHBq1ylaMFEdoFmYrQgxWag4AvLCicuzmoGcF2Aq/KPOFzK/cJoVQLNtBUA164dcIUOJMXE+Wpa852IDJiyDRhYK+8v5x6G0VW6eFlhYnmfZb9hWeQWZZwCi2YtPRPc304rMNoClgCSNngdQxIFnhjL7DCD+jFLm2T/AGfRHncDsVRysAV4rhyYDCLpshszIB0+vWcPQ1mbwtZ1CS6TmjHJFrl8+svLQ/dy9MygX3bKZyvnShwDYyDrm/JysrJ6bA0QGAIfHssao05Ts4x6A5i2V17OOU5n+iIAkAHPcUxAeUKb6QZ2Wu65cQ3CCZ3pftVOqP7BXOBzN+GdeW36cv1mHzbRc3rlyactJcz17DsgnfxewNLsBPmKWpDYJ8zIrd9fSTLf0IK5sEaTGMdoghXwB8FEeuaUgAQrJTKZM9pZgt8wftNNMmcp1ymYKXgmkSOOtVtDMQ8u+kinTfQ7NwQsbrJRd9jy4ZoCLKzMagFMaD82TqTo0vC0AGvwSfRHev5UK2ndzfBfNCMm8rtILlvMAz6BEP1lU2puhHZyZBZbN4mBfr9LLFJqEHxu8osMavescELO2FOszcSI9A5ZtB0CZgMRmha/tAtDLWTYIAJ5oAKb2PzyipZ/DM6FR+x8DoKsjcrbZY66BHjw/sNGxexocIv9qZjHZUTgtqzdKG4Adzb6kJG94q/0YU1b0SsDpGwE52TPOPJUsOGs42zmb7BcBHOjlVl4iQ8hgG/a4mbtZD8YH33mE/jTHQVvPk7EVvwg4sFS+uiPD4z0c/bxaOSkLTRYkuhwl3QHZmluJjMi8aEPSnvCAyaNjsx6d6/CPDx+SqZn1+hpQA3rj34fwOhy/7H/1oZaGNwgBu6SBN6NfVD/J7dgf+k4STMDEmBrrRAlMdEUA0fZensz1BgQUSLWCArTF6/mzl6N3oqez/GaNmYWkHqKM1zl8lYxIdQsuViY3WCSgFT2dASAjwtqW6QfkNAGLnNPqZgb2bnUbaPqnllknWzlrlj1hL6FxKkP8QEZYA41wdEeGoT/k7HxEnpHhOfTN5D/fIA8sX6ptOPp5t09ACTn34mWA1QY5WM0BUBKQBFkMqAnJvvnNrFAO5eufWZ8hFk50g2oC4gfEbe/nBvFC5jgllSZ94vg8GmhHBYBkiraNTW71j19Txrql9zOOgNK9vjqqbVOgiRdTypbraWPEPrbvdx0e91PC2FL/7BNnnAAjxgv9/5jr3mWfAHwALT7cZJ8yPMbwJPtIllzHFfDiKiW54a3ISfgdgCqvv/9HShNnH1kPgCLkce0MkIvMk97EBYFrD4maEUjGmNB/kE3wSl710+Te8NqbBAkQsPD0+b32eF13/9pA9Do2CJRzS29jQa0FkMo2OP8w9xwSMmDJGH0WsJT9XZ79MoEVF/cXZzN6Hef58GE9aGlwEv07Pm9XwJn2we8CdpMXyrgAH5+3v/DHe1fvLE3+6vXj0vN1gnqQbc9TWnsBOLbofTKCK48y/pzgZCrSSzX6PEEq2J9N8xdoZj3pIVz9mwFwshJ4wAXPkxGtvwMeZPAc/+C/XEO1FWgY4FAAWP8CfIigHTJG6QNs1n4CVwJIWwIcOSDwBfZPzBD6MvRGxjFAMOPbygouJmX06Zuc4JfH+mQ+l4Zyf/hgQTbsowT0cJ6oUMPaZ97IU2lm7RYDuLThjizmpambnGeAWubQ84G9WGIx4WMTzSzHK9+srQxfmuovDQKr71Je1cA1Al6yzq4u/gYyrZ9dQM7Kour9lAuOXnrhgdpf8jv1RIIDALgblDQEOuZg1xVeWXnewBsDOjf5imC55y/hhQLAuhW189s6pTbX2syT0Z3+2wRceD4ITI/O9RQ7vxpqN5Hz+jmZ5FaB5HNkwuGf7mLmRZWPbsAE8C1fwW+wlamgs/rlNliaQFiCnKdFmfuirmXMgfyP7xD8Wrqd52FP9PfaSfIVs9jnLNfOwR+aNQG0ra5hkk9lEADw+F96dMbfUf5ooaquCX67lmBGlkK/c12rWcCnJuhhRlNdZpOe9AsZ2L8g7MVBOhPhfvrqfBb+t8eU2cgL9y3+IgMxj6Bz9maz1rnOQDVlyoFXrb9xZEj1NNd3GVmxhEtFQT+7+A1nnRm/rYj2jBvE02sHDPe5x17t33eTYreaHfL4kgF8JvAO7Q5g25tdAOABVXh6UfcdlA8/P/CvMnL/6v2Z73/741yG+l9lEO+Nvgfk+pljvzuHYwAH0OmCukF3AdnjObeHfgYOz5/8uwDwv/O8Bbl2wzdz7ntjugsQ3gWCdx32XgtwX5yZ+8sAI+eMXRgAB2nOZg/dXXDQvi2OTKNlD8PsBiQ133NfFphRgJ4B4PN67rAu61WHgd/Z9+oAQaygbM9z7gK7d5+3z/weAPxX157B3z1XLcWIMwiFH6NgQJNdn0t5ocsB18DoGmUQNRSYC05DmCaOjjJGaZfPNkNxwVvG3gIV+XyBY42WQ6FdxcnsjWoLPRIL1uzZuA0Gs4qHk5S1aaksDP4q+iocvM60+T2eso5knSjTb4EI34xznf11wM/9d8/XQGGs+/ldoPlMy5fMwyVOxsZaY6GzTrNRW4qE97a08gKXBTJZyxnbOnOrYoX5CwDP3t5aY4XtORtQkP82fXa9RrE586ON4uSzde4vXaF4oEBesrtPh+J2JJLCgfdQdC7H+A7v3uevIOPjS6Q/gn3WYDO3VdJ8baR7M0T5Xul3I6kmeGg1h9M4y09nXwp8oAwfJHoLAN4yz2e+JVBpietdw3Pf3xWK/bAA24wVB0O+so6wndtpaHVA6PAStKuSVgBs5jzT99HmjSx4WnrPtZZgc2xERHPAFPpmdi4gakSaL89+/g1o4HsGi/CzDueWthaUgx7so2Ep9gtfadaOUf7cH2NJAAsAJgpRx+uaM9yWcEXRG+BVoMoghI6niqHGpKULVdyrBAPImZ5RPruZK1xDhLO8avhV3qsjJNc3s3YM3ktfqlkHnFwouhe6HF7GxwJzU2IFUCR/t6R91oL3dcADRFGSRjBbgNBAgfKbydBlvQqM57uAantWGPBmP7afGGcANbagloEegk7ue8HpKmYCwDx/QY7dQ6OvVcibBTEg1FZ70KgQ3FqAbp3UPG8NGQzVUt04Lu25icmmjBCw1JDhxf5uFr6lWjVGGjSAo3DGgVNFmrEsZHWVPedzLqUxHLz2kWPh7I0riMQYcNCVLmq0AC4AcFtGEh7UMemdUm/I/23pm+31uVkbaxxe+HSmLtAG/eFY7enq93e+OBI173xxzsg84nlbLpP3LB9pWU0NAYG4lk5ew52AiHGsb7nI0kGBPrK77H0I/1pH+oVXQgdhGAZqWA7IAKLQU/mPJZ8wAh5n/1pSkXUE9AIsKR0wHjLvdaThbG5ZoPzHfjWzMN9h38zS24wcqw5AFwZpCLieAcVdnzpgRx4AULJWPNuMSLMDm12XcUP7OIKWr6lkaaTi1MJJzRrixAGQXMwCJ4/tI+QpZk7jtDODr2WnAS1PQTvNTM2ebMnu8gzot9kN8iX3ymCR6juA4XWAm/VBTymuBeBShsPPNeCYcvvA4nRA9xh+xigbjTvpQM3Wa+muiawemv2UOlWcD0oYAjyayacDsCBPHA+InQZh5J+BBkewGUCc6+i6kO1iuS723SC3fbVnMetGabzRjQ+wRjrB2cKd4KVmsulkb7Z/PgdoYw/lxZwX+9Syjjh0euYHIL9kz0+2cF3/FxsIGQSfdU2bbVNQCCcLmWvZe4D+ggyru+toYejlBwDRoS0DMbKuLVU2AH+2FxqCL7dXIr2tazPAP6F9g4hw5CGPu67TPgDXec/1lFOGJ+GopCxlQZfwrgLkyK+edZ2cnOX2dIJmOacFuMdWAehokIsyQX6Hsyulawt2GnT3Ms7oOlVxXOeOBnzBHwEHKKHr/NXxdBC32kSdSpQu01bAafXgB8CrAV2qS0hPvKyKYClhnHxkaOJgb2Yr+48DJ+NkvgDADZyAV4iexzkeb22DjACbSc+TR26vU9aa/cUZy/kFk3jI2OjnmPfgJSgQLU06RPoxAAa/U+Z1ncrNAKUfL/eLM7k6NoBkM2MtOYwsK7hIgBMZ1q1MYXR7nfq5/udkT71Njz+zpMnEMSBnXRU9X9A0zpR6kwxKM2DG3q32GEXOWAJ2nd6rD5eXNCBFXYwzJt/m3ON4JZsLHkh2zpMABSPHemZ0ILF+ADHyfAB4zxefbyZYHUztwwbgRl84gwkAj3kfnthMq6kSozMVR7eAKsEzq3PwPbMTyCI2Kw7+37OTTUMP4JwQ+MB8jsoJ2oW8lBv2yFMfhkepm5GFtPbI8iWs/PYYJrstgD10ae9ZqjTAzwSMuQ7ZY2+8cZ6V9jcwceZFJlMDfMxwlS9n/9q7Nhkt07e3PLGyA2CCveBzuFIcfJQpboAm9qJ9cxk34+fMsMfwPl0+9he/X/lGxQr5Hyd25eNmta+89ry7XnxW4Ca/X11RFtmKVD+QXUMQTHl35tHAFWQSoDUtJjynZi7ZO5Hz0jPYyhDa8gbA2B+ztAEfQubB+6a/dDMQK9ORx/BZeuqSoU6gmNURtN8srWjGoXJ3M8FnMS5A9D9//TW/m5GPHkO2Pvd4ERll2w150/Z+L9/GcQ+/SYAaYwYApvwse/4oB4B+j2QRUnqVtSCrmnlRkh39W51POY523SzNBYCrfxP0ZcAu+iaZ9TjUAQ+ftzQ18k6fgfYZ9KPvgflR+QWnv70YKYULD1HX02dlye6HAfK+EVBX2rBKUCmlvAwfByXDM8I8hsCE6hHjRK9TPvrQ1+whMh+HPmtw//4AijnX5UHYPGvsQkscETJyUg4Y4JNApauMlUxUHvQimVmP869t+7AF831LqK/Niw0SvSxr8uHjdfkstIZMxDZvkFkAJbLUWWfAG4CuZs2xVJU/2qNt09DKJfJM5DRAGjR//e46panDn1pGWvlidqzKABmvBn0AYFAZKn8X99dnwhj7k16L7E9+Zx8b6FufSUBTAnjvpdx4yhm3t2/tLBj8g/Q8TeZ5xsEcyAplDmx3y76GBzwPjVXuhBDRPcgKXkAP4PjjDWV/5bHIjde/hF+h++RB0MqHAFOM/TryC1oFeK1N7BSyDoJQTIlnvk+/X87lz38niIcAlwDMyVpGtf0x378JT/Dl2kJn6AWPHmP30TsZmQtKGQA4+yv/p3Txs1aTeP0zPUtzptApMgj4cLO771te2XkCCLLXAsCAbpiEALasE1noyNk3b6IXfPFcvvhpM3qvy78pvQydAezCS28yJjInC/IhfzPv9m5u1hh0EXB8AODywWTtIyrfvyOwKXzlaWRzsg8NNBB44blv3wBMUeL/Q7Nsf8n8esXYwC11XrvGwATsiM/hF5RkbmsLaDT/Xr0yvbg6bNYRvY39Xl8X5adZuwLAo5N0vTLGD/QuJ5CXZ2ZPKBP7LOtG5R3KnKNTPA54zb4gR79F1hKowT2fBijmPtcpjcwmPw1P+ZTMYcgf2fpTdSkAYB7GfEnpzL4CStITnECVBwBqBHfBmwQkOU+YFy1CI7sRnA+4zxiokNR+uRBW6PYr/Um/0becMtDMg0CV9IDmmrTmMNsP/6t+igaYtqw564hsg6KtMOFZYH8AgP9oH+rHT1CgQmtkhqcPMEBodYPWnMe/gYhl0gTm0R855dkTBGd2qLIK/vHyp/QFTx/49Wn9FCCd16c8H13zWXqIa/GY+AM9lydUFowvqxvIervGmzzFG2unVw+hbP/4xZG3yF/7+k7Z/waukZ1PS6lUKbkO7T9JD3N0XwKDkJ3hl6XH8lftFgPK1CnXBmNI9Ju1kgYlxIn4IjBA3oLeC/9oEEiCwqjgoO/MDFYTZbTPto0idE7FDNeA80w5fOw1eCO2DUEQ8BuztquL05/+VO3LDNjQJ4GcyMAJtljA+VsAffkQ/FmaNyv2kHFWg7O6GueqNjXyvW3itFOQfZSjFkPJ7k3FJdTtrUTkOo5Dl+SO2sSWIgf3dw2UX+gH0rw8ssH4+Rt2WHf62M0NqosdVJCeMepm7NoTgM05U6fyHg3Um8Cdi09jMoChAe0C1hL5ZYBefTA5l71H+Fx5IPcn/qs2k/rP2Z98F1c00MwkAOjVtjfbWoQxj08XHbbJBdI2+oW+cvWYtSXW72cPYQPjm0jIPvw7ADAya50vXWf4jD5b3v6XAPAZbGU3dkBrEKyDvLxknNxnoGdB4zWwuttcOyfq7vv7+fnngrx+zy/efdaO5wDqDmCiBFlFS8O3xDehHZceIzOQbgKb1I1SkeR1GIi3/7473p3X+Tt3wd6OYG54yYC7sy635l8j95xJeXsMdwHgBW33HlVg7iz0GWDiuhLdKGsdexbMEnK7Hnee+Z11WTDl/KwLKAcTnUgPnGAtHTo0MJhB/2aYW4r5vAZ/zgj209v0edCHzFQgZJ+zSsIBAHvN+XV37Pvcc3/gPjf3xbAG2DjW2azQOqRXYgzt6OA5AAsO+vbN3ZKO0ow0ugDEnrd97/zzcgarYGu8lieyZ7N3SK/SQw77+H0uY7uUC+Q7+VcjGOUEZ8PWQJrPqn/s2asUmjOSX7fUM2OrYxbH6oneCgznCZ+7KfLl3m/4hSDSOsVlWPusvc+W/l1AaoEznlmHBfQ649vze5t+3JBjXPu33+VVEHGZ76zp+XzaY3MDC4zCNPOP+46y0nUUALrQ8zihdqz7rHMJTu/hiC294X0Lnm1p3BNNnefWMzPZIe694NOulUCEAFjXegSP9/dO3ENATaV9wQs+w6jkOsd1LuPMF4+92vFuhthlQqztBDwwxfPZ6HyrLKAUqRScxwWJbAbwJWtxFJVVzs5rseuHsb4vedgoGvN+84gq6cfAq5NWx1FpZOa14DIZIPZFcl+2D6Zj5SYKZabi+nneeeEYEJAlqwNAEgNHYGId3HznDADjeOaFkrjZvfyNvrTn1qzYQzmln1XP3hgSONJxWFiGVMWOZyxIi5Pj4ZzBriXzQvnDKK/sOwAhblmeNPRRgJ+9yn0347fgsSGA8t25h2sk0L0lcbrfe+4mA1gjlyAZaMpn4xxYwHPpYuWZDmZ3ueeyANKW1hRwBBStLB8HWflztl2gMkAYz0IZYvP4gD2aM1EeOjShk2JAiD5PABfG2UjQLrpBMZuFzDhbZrtjBLDSGdfgnQt/NLKQZdvMoA2qqyyabMSD98p3BA2JQD8FPuTyRv3OmkAn9nIeJ/WqP6Urz2EdcnVoH3smnZnJvgqvgAbyDaUVo9aeeD2zM+dGmcJDasTZO5U5CaDRxUxg+I86/e2n11Ubfmc2thHBPa+IGYwESn7x5+yLGRCW+GSt2lMstIMjesuiMoftiSV96NSTl+pEWyNkM5nW+V2Qc4mAMV/OiN8VUNDhxOZCBs1GioOGz5rV1RJRyDjXpE5aSlUyBs5ivqzjzf6nlBZmLXFIYTySYVHnRhyKS79sLNccEZyCstynGWhznhZw2zK8nM+HpG/kZXlX9QWNDMuYAZ4DcrCOGC3Qo7wYgsKoNjp6S2Bv/+g62qdMJntkSwD3dAM8NhuH9W6mcjM8zBov6I+ll/VuVnDGYNbp9EPmZqNj7DknG/Go9sDZ9Zwx/w0I0VmsU7+Ozw2yGP7fjMPw4BrVpccSfemOveHMFiDqGuUZ1X8su/noSfYu64OMaWZE1t+gBsYukHh/6Mf+lJYy563qaejjmXsDafKzACdlomQ/BQi2H7R7D6ENU6+Dm5VY/aDb2nERFDCk2vtAl+2hVp5nEBLyvb3gqgx6j8dkojWYxxKb9dmNY/eynmQsT2Y7Q6loQ0xOIAb0Dn8zy2l7RYfeaXnQTB+dyi3TS+a3w768OkXohnWFX+QB0q/rYxUHxots4lLBvfaL4rNxBn7LOQIct1dw9q2lVo2gv8jyWr7yT0owF7hF/rPKGUjLAA8gxDy3fG7prw4n5ey+oOP2JEZu5vs4U9fGaH/InnOzGgvgxkGE/OdVmZDvNFglP8tTs6j8jdOE0nYVTfQczC/NxG6kubHuzUMpyETvLBxpeX9089JFri0A3J6mARoLmE2ADv0/J5PYDFt199omJ/O5TgfKkydDgBUgIwyxxvl+FmfxloPEMX6T0sjlq3H28vNBHXHbdw7ZKt+raEO3yTLCzwXuOYLJSotTrVs0+hQOYEDSFwHLrtprFQcb97c3nQJ29SX4lXvDugN8cXY4H9oIPPgopwbPbn+uyfjmTBrgBiCpY5F1cT9x3AMCWjqQLEJ8oWtvVXcgYzFDA3ApXbVflyWOua59PStDdGQZqCZgC12RCSlv2AoHAiTNjOH+5TXrqFNXt7+YAT7Ld/n+6loEu/Qc46Tj/yYjAl3EoKjpvzY2gzIi89zgDHhpHbxk2RsEB1DfMo153wofG6CEfjI1QLsHAcKSUbyANHvBd/Xzrg2pU10+N47BytcKkjorzWae8t3ojlkHHOT2UvN7jxrIZSYl69QASYgqzwF88fwqly/q1zieG/TDOcwZ+RRgETncIKZx1PXkA7okQ7DnquAtlRbg18kqznweIBvgGwDYDcYzw7myLPvXTOjMoWAkcoDgjey5/Top7y2/68rkcyu9mEnN+wLI/bhAqYGmBs9VfwPwI4gG3WjsUss8q1cTaLSVmrApkG9cy3NfBsAw0EIHPGMlaArQBNAGGsZpz3oo88Z5unZddar0W80+NfMYIPM9PUc5Jz8UXKn8qfMVea/MlGbzJ9nrBfyiY2TMPANgwcoyBoLgiKZMOJlK7enO+UdOV47bg9X1kyagAXjG44Al9r6l5KhUYJmjPKsOf+7Dwj5ImeqA+ZHhz5+/GB+KGUrwhPoZ8p1tncB8AX7Yk2ZKTWBJgdCs/w1lpcluzro/zpkgSL5rnvE9zFwahFb9hn7yOPyx3ZLlHEc5znLoF5omq+yP7EvLfqL3NxMMXp++rf/xouDab+/eNuDyp1cvpG9kQe2BgOdZm/fvAVs9Z9wPkE/+auDR+/fvy8+snoPcRg5Ji8j2z4BiAbwehS4qjyLXoZEOH302x+IqZ4NzgU67ZdmhxwUkkE8NmmTpB+1g/wl2eZp7tVwwcqM8OgBdwH0yhRnG+3cps56zCc3Dl9vzsvoCdhiZq+iEnmvk5vt3BhP9/B88H0DWsrrw8ufPYycGZAGQa2ByAGYAYPsrGmyyZYaZfzPzs58Ebj0MkAcv/nRtpvzj9ILVRiPIIaAxtuXo+3z3yQS/9UyjH6PjZRvepicr2a3rKyO4jUzX+3+8ZMUDpFKyGz2TjER7VSJsHmetPwTw+JiMXveBAKOcCRKF+Sz3IJPayhQCJuwrmb589u1LxhnQkz7Sr1+/qDsD2wOA8yYAYUG90FpB4IydCj6AsLu2ADO0P4BP4td4/Qo5HMDzN/RGNhuCyPMD4jcWgQ0BAP4N3maLC2TL61+eWwI5tkPt3uzjw9hxT8ITHvS5gEvJFs761ncZGrxK6V2qrjDvglL5CU+k3DK27pvf3mZvWT9fTbLIE7ENDObA50NJ8KMfJ6XUm+zwR85js+yzHpn/pwBu2Ae/p98u/AKdhOd8+OCZQE/+kGCBpxkvtPc8n/9OEAc8OfP9+im6QkBceBnnlnlyzttPPfv6IeBgqw5tT+GUDf8xwQG8AAPfB3w1s57S68kqp0x5xlMQLfOmhQmzK8crMJf+5RmHtj46FkArusVUmCCrlB7aedEKgL15HDvGIPHIn5xdAw2otsM567SrhDUzONffZE0+k40Nv0bmROcG2DbYC/lC6Xp4DMFxBKAQpAWdRnaFvpjL798et8815/ekQhfsNzgNvUs5zqvkUx/DkFbGI9irvQ1Pa4Bdnga/U8cPjy5gJuthrBsww1pB423zkc3+GFlMqXX+hv/fJ0EjBPfyhcAuFP05Z6+B/PV7OK4GiecZLyLX2EdA4VBwbclWtclngpIEIsPHrABz0KY+C+1wzzjnkL2FPonhvE/WN9nYlM4O//2hLSP8XtuytH0SgQIELIRGCTLie6rC3UB8p71HaIe1bd/1ToHAWdss8Oo+9lf4ceRL9G34iokb+mmQX8idUNXonAmqI34k93gIuF2/FP4A5KT2TQMnQ1PXqUjQYF/2j73JTwPvR/9vgLfVmPiqiSAQmmu0QRTq6lZnI6i1s5zrsfv0p2pLV77Vt4KPhapjBC/p19QnZQBXsRyeh75+0a+ls13LLS0NjQnciytVlRm/i3qHCVboxeI9I0MHEK+vGPsjP5C10LeBy1aXvOjx2Ajz8PK7w9z0TNR+8qdl9g+9sTKZoLWxRw32U1bqU9W30+v+nR7AF6q9AMBGEt56TXq+G7JRX+sMdaDn17Gwt98//7XZkt8DgG/d6+RoPgC004oxplvPP4BsiKuOuLngLnj0p3lyRE5T/6t5dR3mmX8F9n5v5n91778CgO+Cy3eB3h5umMydgZ6Bxr/eAT85g2AXWp8vLSHyZ80UBCAEO3O/ZOFCsOtUWCMGQm4prdt7teBjjdU7rwuouw/4zuC7pxVS6yS7fX8BgD/TJLfa9Tdr68i4OwPFu+bt3zgA8H7e0sR1PDow1sdsHw/0rtcZ0F4H+e3zgdmPLPI7B5NZx+woV33GGM/r+GG6Tv0yDt6qLODaAQA3y2afW+U/f1AiE+BowdzOY5wD6wBfAJgvEGldN0sB/jHqhwcU/MWBgOE4xuXFS5nv+MQdq2fRcQ9zn7lp+Mq8v3f9goN313DvtYDmrtXhWMUIMkuPF85JnrNrczDh471eGH4H3W6ZTR20I/S2P8mghuQAACAASURBVAqXTRbC0m0dbOul7ec6w445jdLT940Y02E/Bne/I9M/g7QIs3XgLbAs3Xifc7kjgyLW+WKkvS/Bl31tSWsA4FW6dHJ6LlTujxJ6u3f2TmCv5ho3QWWn4KJOJwW0IFVflzE5HsfoRzsPJr+O3Ja+PdHL/s71FwB4HHjyecoj6XomUr5ldaEvDIXlScM3tsepA9Hg1ZlINKfn0Sx+S0+WDnIvy33xq8pEo9JaAs4MQqZqSTKz1lqObYzEZt3XsSsQP4++5XBuZt9ki6Ds49zuPgMgE23K81EQcbJRAg8aArzJPp3pnLNdXnUJCpA/wHuJ0Ddr+QD3d916HljLWcfFydbhvU7wpS+zM+RhdXj2e6PNV4nid6IjNWZxVBV8GplFpBrOqg3MWNqESgWALY9ckC3zAZjqmHDuTElfFUgyXMyObsnDi7EwZcNR1jKOrjpAxZxTxt3Sw3kbeYSSyTm5jKNn9AAEdHQ6L/abbGIut1TwAf5u0Aof7jmW12ioSkNHND6AGR+vEg8dWTHBwI5V6HqGkbX8dwL3yzNqHI1znLOJQ2uURDMAnJVGggE5liPW0CD7ycAEDEiAFeCHcv5+d3ttt7xwBttMKpz6XY8iHXWydpUxGuCfdaajLxglibEhvzrAPA1Cx9b+ovQIDsFgt7dPWMumEtUa4LAVEQ6w0+8Aclpu0fuu41SDDgfJyuZmFHBuliVFzwBMEvS1D2ZLr2bslp7C4IWuBawECe073L0Zj619ze0bWACn/DE0SznE7qVnn0ylZkePY/ITWY+A6Ti2Q9iUTsQAWX2O3r72gDOggS1sJndBBIF91h+Ql98Z1xolkjrGGxk2lu7E8UVZv+1TpCMaQ3BKnQ8wC+9bmVnAv7RJWdfDCXEB/skYgr5K0xqhgs7HXheIyD+M5p43eH/58mR6tFyiPPXp02cdDy9LpisrzBw6l8rnbFLOW/rBcbfAcumigQQaV4Du6EUAisVaoPfJfIbH/0CkfQ9I7hmHzqPwE3qVtjwyTto8BwcnGY7IuAeTuYvRj8Oy/KCMwHKN8J/NnO2ZmwiH7fNl9pznbmWurFeHFL/LU5Gh9lalJ2MBoJ5zeS7lXHFMAprhDMDx2j6kDVBw7Z4mw4Hz0V5fo1fs3lQ252E9wxje0Dv8cZT5VjngeZRorDtKgPZhAbXQKQEmyQyDdi2Hbfbi19FvtsdeywJnSNW+coOHeSYgKMAg5wGesj10YWt1wpLJhUM7zk4y1htQQKZWHP0NIkrUODOEpg+eNhnt5cc46iZLARmRf618UOeRctwSl4JhK6sKYveseA17RJniBcufByjZ86neptwDJLZ8c4CGOA/5HhmaPFMAGOc862Y27Lf0k2vwQb5fZ0wzCw02aRnUvI8T1soRceBh5BPAAP8vD5VOngUYcJ7JVA9dlq/zXTJQ8zm9igGHShE9T9DQtLSoDJFvCLqiV5jJwXNfpG8cL/YOhxwlUKv34DTKwx9m3Ow77zXLKfcjUA29g/c4Yw2cSRQ+Di4kigER6mSMieyNT1m7BhBk3bWvyAz+2PNd5jP6HXvUiiSsYsbMOUIuoSM8qVfNM9xMytwfQFfgXQACHt4KNuH78JlL8FR5BzLQgArWFbp6HFljhqBg7/aotmQi/M0s7As9ZS68AEkpG1u5DL/INZbBHaB+ALwGxnJWen6kBc6t/ScJXjnbSqyEJWH5jblYNWirSaFPK+QvwRAFf7VXV1+qE5jsvILLE3Qw56EgSe5JQImf2yqn+sFkblpRQP4MUEDGDfsE/XT8IdTPcXKb1WO/P8/SlGEfZyB7Ah2v7SQIMaEjoS/L1bM2gi6AqYCvLTObuxlI5D6ozx1Va6pjADx038guzTnKTwDARwD/w/OYQ3np2D2ttpHfyVxpGfKM+SZlPgF4cWy2igy+iQyzGSA5LOwv8mKDpsxaNjDpc+Su+pvZcbzUV20dYAAZ+tKMfXS6UU8m6CN/sSw4R0sX+TcBaHxxA6qeP08GYmQ5gDpZvjg9v+T3Vn3IvpaXFFDXn9DAmtAaPetbHjnfYS7wMcqab2B5+eKc7/Zlb4/ox90fSuHSV/JFAaGAGAC9rGXmI4Cow/ewUzOmBlbddIysww0A+2T1I6uQ1XsGHuT72AyAru3vWb1r1gB9KfQC2ACbIDCDM1SOhqMfkLjnGNQcWs1zQzOfIrN+JMgMuyIZjsj0r8gw5FPm9ZCArtLwh2S6BShm6SuTp+oOeg3jwCbJ5J5krQAYP5FVhe1R+cj9KbGMfQjgqgOd7ETlHAEMZCPB8wLWf7zpvMs3k2HYXqNZN4KJmNDbALjQl9VvpA4DAimvbGY/ZYGhX+5DVmP7lOOsD60AAAMgv0h2bXlLHdvImw3VAtRmbSILyyvoWRoawP4nECT3f5d9gv6QYWSZtZxvCVPdlflzMpHKrA/nCtkAfZHNBt/ax3HO6VlcOz3rxTiRsZTKVxePzt6AFnkP547MUua5ADCy7ukL6QFaB6R5GWC/QRg5a2hkig50Jf0y0Aogga/Ip9h7gKCA7gQekjEqCwa0YT+pSoK+RcnQlAOmX3Q+flQZNFUG0GN7hs1cuwl4THAAfeyfPdfeJ7CS+wFENjgkQDQBGGRfQ9/QS1/oGlmvJ5Ef8AUCsx6GbpAz2L/YE8svAeEoSQ0ACXclu/eGfuUB4H755VV5Pj1SkbVX6WF8HXlUuwSdJWOnBQP22pPIcJL2oH+y7QDQWDdKOVMSvH9kev/4r/eXAHjAHWhpQaU3b9NWoDyVPcreZ78rn0oR6P4AQ9hTUxIWcDELvX1TUfffBdTf4JnuDjw/9wH4wm6AR9omgtcmYKxdpuzkzDUAYJaTXdr2EuiSH0PfBMDjsQQA/pryvPV5BmDlfBCUwh6i+6DDWbGDefFs9H5skuh7kW8AwO9v3tleoBGm+pTJPKbPOBm57xMkk1VtBvvzluuGPuipjN1HT9rH9pQGmM/ab+Bfe0bDSHJ9qz9l3xkfwTHsK9cVAE5lKja0ZZG7NMhYZBxBE+i68EEB4A+RY9gBraxSLhnelfPQYItZ78+pbMDYOHPY2a0agG2DvsN57kNCr6GLl6HvtTX/yNrUbgl9Q8/QJLSxfnHOLf/QUcnGxa/FPC4vVTx3tvNTV2Xu2Ae763XDcS28usEnfqc2Xelj7C500+wJWZ/NmG9VKxHj+wkuqAaFbhW+bCCZ+j/2mT/JhEWmR24TvJW9rO7NI8mWh8dlIE9ycAzAdByMgfNulVZtMHgP368cy9vMB95cVSmXNMBzessX1J55OC8zxaNmlV/8mAzu87ptIpLlo/GtYasTuGlFipq089rkHuIfKflPoJCB7lR0IDCC889a0WrNwP+H9wlYVC9rMEtoua/SQfRD7O+ctevp6V1ANzejHDMZtlZmstazAXK2mjADGOKWvmxNgC7rgK2Ep++z5z5r1fNRPcnzyIsWIfb71h5Bxta3NRMX75OXGLBu5RTWvnpNKx+os3Ikxt0zvGZ4IokRFbmUaba37vnVPWyAqzKgUTfw3kvLueiIkW/6TA/f/AYhnfdzzPFZAwFuE9NcF/EFaBM7zaSC1e/5vPSHekqyBuu4APACK3/OqJwv1aq8nf7sDTdyU8R733OTPLHnTKBdmLvPubVgp/sonG8DtJd7lDB8xp+fPR7DufhM6DLiM3dxHnfHrCJ2XLff2RLLo/f+abPPbyyhHet0G1C9M4xZP+9wF7Q9A7H7+d339tl3Qef/DgA+AydlbqdBXcY/nv4FOhfAvLVvs1QLAJ/nNkETzmuvq0PKEls9a/O+PYqMML69b9KiNHVwrg0UWDooTTRTyQjHA8STJvY553ufn9/7wHvqDJyDNYdzo5TO2ateP/RTpe9oPv7dDONcu6MXROP7C8htxscAwEwl99/oFJ517k1b58BO5DsA8OUznOsrcC8glY72BWtw6NfBBFfBoM2c13GBIb6lEHv9OGDLOMe52/Kju7gVzhMIkjGjUO6+L3jc+9zhGcczEOBnYEMmf6HvUQA2gvJMw3s29j3Wq1HRjAenWBWVA7i8nKUREscz1syGZgQ9D3qwH972z7L0iuU+Wk5y7g+nVwkqu61DpXR5AXA3o9inrpN5zxdCDiHZ0kpd32Hg8+z9TpXUKrgCNp3TrK3gzjGXYxX97XtneaP6FLoD6HY/BT7Z0UafY8hhKCsB+/LvPUNH1NuZl3K2UUCI5NpyzXeDWcqLBky+ZDPU+vK139vr+jeRV8iLGuSuw46/UZgtwSzMVkWAcs7woDxnz+1mUXhIBcJUcpkjQv4Yg72DRrh37ps5uSUEcS4R+WppGdYLRafKRnhTs0yWHw5TKJ11fzOLAjSeg+3Zu8677f22ZxbDZc9WAcHSYN9qptY5w5jSQ6WryU6vswPlGLAGWqqDfOZZPWyBc+e4ZwvDvus9SlSdg5PNZvzt3K+Hd3oNleaGhrIf7ctbhXfOWCPVlJMsyWbMnsvS8wHRqzhy29su19bxl3tYCYHIyaO0cXM5JhuzZX+qKAKKaUSh4OOs4R4H39Gw6dkqGKOD96y7sFcLXgmCGVXONVuCGhrWae1Gb2ZylbUYpBgYvKpsd8k5Z8ofjVNBOvnGAf5w5fae3jOx+2LPQsEAr8NZIMiifPR8GDSymUP2EDSjeSIim7m9PIve3jpAcCKxPwXhkRNxgHTcPKvGkk5k/laOUKLK7Ef2jetxPmI4FDTM3wQ2YJ+wDutQrjJ7Kcc3mbsZfsH49lEjM4YSnRq5nIUjKMtMCRycPB/n2K5rAzwKRmrErZOpfRQbES4ItIYNawZwZea4ICXr17HVaMGwFniq4QYVdo29h9cKhvBCZrY05ES0bv80HEfbm7AGMTwLF0nmu33QMRCh4faBy2ePAiLBIy6VLCokyIimRKw91qRpS0aXj0EH8FfOS/tGch7IrrHMKc5QM/HJDjD4gP2S/jZoRQdj963yzDKenivpa7PCt3xY6a865gC7EyG7OnUzXxKBjoOPfVn+As0cPU/jGMy6tWRmAQ6BIeaxbSRwIDSjKtdtiWNolUwOaJLPSz8tS6oj6REBAsuL0YMAjrJmrXAAfxhnPs98+NCyZ7+TvYODjezAZKBTwljDWBCmzi7ActZn7MhKlTr9h2aGv0CcnNstdV06ycYUyM94BCaVm1tilK00qEZeTZQ6EyzPideBcmv3yTYsvyXboRRQuiQjin5+e95ZY0odFpg5mUcalRy6RMzH6W2JYABjyyhzFuila0S7gI5BnfQODPA4JcpXPwHYQVY1ir7RyQI/3OfHoVMc+7X9OM/TAoBMoTWAAXrZSXRWI8f1sGD0QvP03G1FgDoQVjdyXchgwcn0OOfmc5wnVuKAP5gl3V7ME7RFabzNtOM53NvALXk6CwWttzpCBtdyx2QtZSw4baD77RUGvZ4z9ntGKB0+WRstCxinLUtnIER49he9WC1L3dLwgpSsjZmbw3fRGQgMqeOT4CMA9NB/6I69wnlfOTLBQjybcTF39vDZZEjCY7YfcHlGy6DpNMT5+RDQnH7K9BIHPCifS8m/ly+7DmSqFWCKIxGZZeli+u1OpAX71f7XZh6RgbHyEx7QCgPlUTiJpDHOxZYGZL0hzefJvAMQ4C9VE51E0C3HdfkdzjnAdHSWZwFY0c0BHMjOLJfOHOgTyZlq5gM8DjmZlaRENroHTiR0FGgCx0l71xOgERoFAIZI0Zm+pey7eri6JbRwDmIuz54qGeh9Or7khzqdzAjGCcq05RET+JA3ShsETWWNdcwBcHmPZk42m8pKTsi6ZgEDyI0O3ZNfPm//TfQjMybsYQ0tWIafkuY3XXNk1vIHdBHbGAkO8ZPztDSoLXRuURFQI3TD+Xn+ItlmACVxqHJ2oR90UhzFBYCnRcj79GjkLPHiuY/HAUnvtUIlDaw0qAzH9epk5QvonS31nWy6eEShv838HUwMDjn/9K6i9xmEBjjp/hDQk1NZmQY9KfuUtdoC8B17s1oBQd2YQE6AjSqXoycio7uu9wTA11Rf0LrBBnDK0BF02bLhBHA2YHEqt9S+2F5ykzWCPTv2SGkv+0KvYmiivoJ+ru2mHRggNKDf9oh+luAGXtAgYJj64ATUErQaWtROKXX1PlvKED7snmvXrw0O34TfIkceRT5SWvFLAiYepUfps4AY+ITRLbp/GWcDULg79kOzhsb3kfW7vnlfOnj4gACTcRoTeDWVGdqPmmy0ZmYZRPgyJUxLlD1UBN3wJzoPctwSnOKyzZXufNuip/YVPC5jz73Kc7J/Pkv/Bny0fq3OW2Cf80BmHjo7cov9pQJFaREagDjqsH+Y3q4JLMH8BPAC1J3EAfwqOMIB2RrUQrZi9x756TOPwGUyh6GhrGuOvT1eqSiRjMLwLujo/fQARt6XX1NlJ2Ng2JQRBXDiOQDAliqHH2MLErEgbVPa/En0aQAqgxUyDc5aPm82bHSeqsh5XriF8ycLNY53M+3MTmu1A+aALgVvxealn+UFVMbWGjuswX2UzGe/URIDAJP1XxsFXui/twESCRg6+1PxeWxJc2iQjDwy3ihFXyd7SuO+eGkZe3vXA7IBvGnHqv8R8BOAL5mvrWiHbyP8mkC1+5n752bhxnYPP3z1OrofPGFaBannoaBh78rPm4GO/VY7M4BzQD2Dt9WZeR898fHjZEMGjEHmFkwMzyOg5B+/vs3f9C9m3Aky+XDd9WgmODpG/UgGGFg5ifPDrfHzgVAC3qUc8uunlV+/d6ysrMA14HiDAbL3L5LxzGefK8/R6QB4PZ/wufq+cvO3b64auPT6NbzRLOYmG4QuaAPBuSfgY3uf8gxAMrIkGRcBLjVH83+UcK5855hAR203Y+WYBn9ROYNKH1OatyYrXIwKO5HnGxgJARGY0p7m0y7CYBK/0Cw4OULlSX0aWR8ylAE6qVSyPB4V+iM6SQDy7im+iZTO5Rx+/Xal/M2CkMWLnsBzAdYAgNWXAYAt4/7rPyjzT1Y4Nn3kXwDemKHtLcz9AE/JikWPgN4IXjBgbSrHVY8xUKPAEzp+5Z724+rnAGUt3Z1157xTYrxtk8rfbJOASlW7Fpu3peqzZil1DU9safnwinfZy5YbhkJYojwD/vCYgMjsMY/lPZ735m36KCO7CfziJ1V2COpkjAW3sIEoA52KEdBHg2XwyujDIiP26vqqMobqCOt3hiaaBZ/xW0lCXXjn6tk5kq54Dry5ul5lh/tcscjphmec7JgOj0gVaK4Xy6/ep/979eFHKVM9lSBc5fAASg+X8Bg/92N91MfJ4B/1tBmu8DbWDz8EPADeQ0UEANCKg/m3VQQ5E/q2wr8TIDQuto5bOQ4oik2iDt3s0PVdz7pU5873LUH94N5Prw/fZCsIwZvDf7i3LcywkVK5ILTbJJza4/qjCQLvCpPJH1ppz+LxVzB+VF50djKAyfilpciDzLmAMZnA1c+i6+DniC8BnYSgjupPrSoWCigDcB2bEc4qj1LUuSIvW81pAGB8J2PT6NeGvvCtWuJbvzYBJJupvSWqfY4837YzViE8AFr2cbEh5CPPXPuy9F4S0Y9RkYV9Vf8HugH+PekLXVbddwLJB6goX+kYDJhqUPcAwPV/Z1/4bP3CjLctn4aQtyqY70+28azVAtcEQh9B255l5b1BCuqAyhvXQ18gZ7U+yX8FAPs1NgVK+TNwup9XmJbxzpM6aE/f/wQA/isQuUoixtXcc3+vE/N0yo8MwdPJn4kvg6gYZFHWOzqEcvdeIusqpWeF4wAUj9kz7QrYY/rHh/ntDMDu5l3Wdr57/vuvMnn3mrsRDEskFyZzevr37rX7tHPby+tYOK8nBMPaj6PO5wgsLEFdQOEBBRcAPo8JRrNY+pYobUQEgMEdANgyEh6yBZLOBCxNeRDLAAfUu9DpjJHvLAD8XcB6nPe3Nmrp/XJglCZ/ytjN/DGsz2sLo7I8gT3UpKeDZrnPpf/LnI9tLt6I9BIQAKJK8yqne45cb0uALa2tvdNx7L5pO7g2KImNQBbgqcAcw/LuWeXrLRtapVfgZZ9ZAD+vAkvMo8zeM9nn5L27APCWZa5TZPefNcHpPWMtXcy9lzFdwMrS4kTE4ORtb6iD7s7g9XkuOy5uzK1bApA13WyhPFs6P4AsFtQsMAdTpr+ahDOvYrJ84NLjc8qf6ayR4daBeAHQPChmdFpWwmsWPD74FDS2EbdH1L6gEp9pkLpeCyBz743cGtIdx5FnVGV4Fm3oZ6/beZ6/V5rN9xhn+5X1u5t54LOa8dj1UbE8Z+Je1g5lq4rFAQCvgmMJUxWIKiQTFc53L8A5+9G9dw4L9gqa6agAlNzMbxznOOxxAvGZ6tqATxOYgEOWzJSeueXT7aflSwNhFLVZMrYNw+9YK5R31UMjL5eODkXVz/zO+WVpPUvybonY7aezZ+DMVxsFvouWG+F0AChbfsCcYbmMkfWZHJTLGgo8uBF0+92zzZgeNxMAAPigjToboJfuj3J1M5vZ7AbljHN157UR/AVPm9GhQ8FoU16srwEI+lFQ6CYDnKj9OkwoR4OD6VDiL1npfL3j0imujuGY3fsDAK7Nx97zbxzPnSuZP6N4qVir6RVoG+AEOwUR9/niWJPXQQ9VgrPIGC9GAAqclj9edCLHBBhW52yNHZxEBjFYTUFFbLMcub49+qYvaUvFYqDMPhSQ6fYJoPbcT4aGcgfF4bZOZHaOPLOZuKx+QZ+JhB5zGDrzrBOFb2kh1lPQS0dnzxhOT+h8ZCwOn4JlEyVvmSN7PHe3K3MLQwxghhHChMJru8bKRI3CGMNZPxyXj2MomPEnMMHcNjK0GXft82n5YjMAcGBg3Jo5gQMHqaQxMGXAM5j2zcqL9duMWAdKgIT9J8miYD0wMLdHMg5YXgA+yvVxgCIb899mb27fQuiCbMFW+qpuwt4Ihq8cwUG4gABZJu25Q6ZUrsNAwLF6fwIQqIwB7bRsdowCo5UtQ1jDC2dqslI43jhP1olfuqhMdW8x6vZlUMjQU2W7vaA0ziwjTEkkwSz4JERiKT7AJHhaAymGSW3PoJafrnwzE0MAWMNMh6tG8TrxREJvR8l6ngVkAO54BHoOWa37AtDmXmRiMA9KJWvgjLM6tLilhi1DGQCiAK8gYXlDy2y5nz2LWHEDCjyIE/MxjdfmtbKeM4SY4CxyvgskN5AoRj4lcFuyO7SWtf4ap2fHEwASQ5j5QNfNBGdtR6dQj0vWMHPFKG0ghhkizeBDBkMXBWoAgHFg28t9g3O4Z6tPtIoOZUR1LvESQOf+9mJsgFqt7+X3nqEHlWXqJO2LjSwmGhnP9bQ7WD27wVI4kMKnXF9lHGtCyWtLkwmEXPQIeGpLXBkIVKCijirKZYeexsMDvQAUA8j0ddG9zPZpQE/oXd7EfTaiG0Oa03LIDtasGfkBq9F1N4iDsSGj+JysEZyZ1+8EqOBB2w+reiWAQByNnzMedV4cOuoHrRCAbOZn5aL8uWAawSvou3mv60kZxnlvy4Vf7JaeVc6k9EkAhnzZgLJmJqQEoZnVVF0w63gzWnfeE3bT7DEADINxKPtGycc4a/BAtViGej3P2LLEpY/Q17OAnWuX4gDdAJcH7QVoNZGWaA8g2YyF6UMJPTA2sgv5aYiJ/c5x5DDnlr7OmX0Upx5EbXAh+23ZTcZDRmUzBAE/B1xYnlbe0OClQzfneYxzKxqsHlbZRL+67ClzxClsSWf3r0AnMroBWeyh8hZ51O9l9KuHbABcQY+AAav3kkl/E4cfawxC80OyBKsjUx60GRYGNdeBDv2tX6RKp3yZABaBQ2X1ArDNFi09ey7tsU1gANlHAogNuGBPGS01+KAZMpbg0bmlekvu30xmMn3M1uzpz9gBauDLV1fpYZjX9ic2s3365mUegBILJm95/VaVadAfMj0OYDJnGqC0ujryybYEWwXDEu443JErArn0JXUtdNRuKWdk/gLA6EtkLzLXZqvkP2Sk/Yx5/0cDlTKX9uomuICMnIDOl9KQYw/0BK9yDSjFd5ClU6qxoDjnh6xcyr3+QHsLx8c/gGzAeAP+LF1e3auVS2RZ8BSDfBAWM7eUcWzPVnqkjt+kPg1Wbfad88LYG8Qysnsz/+EF6g9Wmqk9nzFy/qwqwnMsEcyWKOOzv/AeeOnIWYCIp3FYfw4wTunVJ48571TcCECdcrBWqZh6XAW4AfRSOpfs5nFobqU2AWX0cJbgOJNVKXIGtopPZWTojQy2xwAcyZYk4IbnQP8AQNuP81szctVPcBbAu8n2y2lWXoRmyW7joQCg79/dNGCjeEP+7/mLxy2BSmUEx2tVlpal5TwmC5l94zkc0W+tZqOtzrhf//zS4BPkC7or/eInaPPm5vreM8B1HPDT35kz2bWvnZf7oM/RvqNp6tAG4AT2aM7KtwDALenKTh82EmwHfg7fp4ayMjgg47QBsZyo7Ak/Wflf7RoeiW0H+EImpmWBuXLt5LdvKelsP3HUaYZVPS2AFrIFBzTVjODRVB7Q50a2MoFznkGr6Vgdx4BdM13JcEevxp5uqfF8TjZhe5omQ7bsdOQ+th33JjsLgJHsyPLlVoMTiCYj8xPlu/PFm2SKqUdS1SeBZtVZtnWQOnX1BE5QM/bYsiNAHdscnnD1Ht4VkA0b78GnAHBmYAJuYHa8e0vQg+0WCtCl5CulV7nm00ftO/g6wSCA6R/S+/V97sm5fxVQ9Y9vNw3I4xna8vq1fn3zLp//VHkyx7Zrf5OewQCg99vKwXLwnNMnOfNkuX7IuWiJ7yzcTbIxrwLoFZCaoBP2hs9/zDPYn+cNysRWJxCAvqaxDchbRT9MeWsCIwC0yeL7mPUgQIF5lpeljPH799w/QScZEyWG6WXKVpbTMIbokpQMbiWH0NrbX6MnTbD365+fWfa+QbLaCAAogKpfMjYyXzlKX5I9ixz8+/+ikoG+IFsZPRs0CQAAIABJREFU5H5vALizjiOXyLj9GlpsWfzQ9JMAmQCF9FG1zQ/Bs7Hl84+5tgQ69iqATM7sy5fPOm7GZfBY9j60zPPM0CSwmTVXB4ZftA9u6IFsTe6P34Ay2ASlSV/wlxYXTqASAQnRa7O+TyOL8VnR55vMTezHirfwPirjoOv++o/rjDsVDB58Kwj/JWtHJZNvDXDzxX60osGA3PA77FnWtHud8UPf9SVP0ESr+GBKjC3H8gelvPef/yc9uiOzfnyiPoauy3MJdmC9PlyDZVB5ip7TKY3+S9a+xwkZcT/7cZ35Rr6gj+T+nWvvbcus6vb5m/u9zdm5BDhkXgDjgHHVEQjqjG/gx5xDeLYVR+hXTOAJQSnq/fg5+nxsn9oukevhEwbzW94Z268JIKxVBtOWPMhBKoLlTavyYP8BtB6YBL3muXeDQzlS0HX+UXGlve1zLvD1MD90M3q1EwT19MnzkWlWoilfD5Ddql713RBwhx4KrzeTW/tWvsX5wwf3gH7P2K+tVjP6DS2wK7uUDfYE1nfImpKBzTwWMKeyGboGPIlg+y2ljTxrABFBcy1AhvwJgP9mAOBX+hOgNfRr+Bi6V2Unmnn9mQbQtOXT6EUEfTQYuutNazj8amAR+pwImCIYBn2acg/s7UMybWtnwJN3nWmzAIGaCFKIB183CXmc/fEpUCmiwH/1K3xC2xsYHZW9dm8ej5/p0hos17Wfdv3h6s34Kphb9fTxY2wPc84Z7xFYBR0iyyq3sUPWBTHAFDJ9s3/r2ivhoUMQXEnVim01qX3N9es7Wh1wMQJ0i/X5FXwvwO5Zw8diH2X9gfCLDXBdALg2ApU1YL/VCY8EHgOppffFyopJ8jc5UPURSHe89vus0UIB+O2aUHb98YSClindBkb373WGyLhclP/J627G7xl89Z7Hc28/y/fX+LsNfDqGcxbw2Uh0fF4zeupFoT8W5fYsLjbCfOd7mbMLjO21e++9UxmLevGfXnez3O5esN9doPAM/n0vM/d7YPTO93vA758GNMRfZlwDYlbtNAeI+wyGnQFgFQYtoDUC+b1Cq4dbIj1/Z8dwvuc623dfPHzc3Kt3PXW4HMz+7nxug3Y7Fye1a3vOYv7eHp73b8up7HMAMBa0RXBtzxxY4ToOMIB2PVZQX75/AtIPWrWcWNetxuwChMe67vd1HMbwPpZmFui0Elm35W0YWDCqjZy9C5TutxYMUEgdRh2fbxT+AWqyvwLL5+/LXJ1HDVWi72Dus/h1ItWR7ujWEbbOQhxzl+bxnZ8g//4zk2nW6cQT7tLA+W8NaYFdQdMtmTqC4A4bO8+9wm5e57LNKFg7djOcJgsQoHkA9HO2rhmlrsWWh2hG8oAsvN/srNn3ja72byNwD6avY8EMthNfPIHVfN4gjJ4THHFmm14iz1AQ59yb2ew8fa4LwnwRShVQzQSw1B8ASa/jGexBnaU6SBHiOjd0tBZsy+dbIm5Lgja6Ktea4Q/gYP/KOlJxXp3oY2lps9+aXTWOkAVrlj6WeTUqtuCsgQctlYyjpy0XDQTonCszFZzsqaV8nb8gPZJ3wXuNQxVWAwp23cwM9B4F8S88SwV197X7VXq09C3PtrzxlLmCT/ZgCJaxjwUbTiLa8eWbC/RlXjzbvZoHM8ZxlLO+vL8yawM2MLAbNTx0uXzzco9YGYxN0NoqChfwqGWDJitszgfnDEXG/oF5Zi+WGGoCFNzAYENjXtiVQy79Edzh/W+fZuUB/yctnSuV1LGbuQqcDmjJvp3OTZW+Oie9Mc8pkFvjAbDwANRX5lCm7vdE+OrY1ylqxLFg9eonWx55M5HNhIAQjOzr9ezpGDnL5+zZqAPqUp0AQwqAcAxqlU7GaTkmMyHmnnWq6EgS+GBuZiHx4EbEBpC4lMlthqAOoF2HpamlZ87wpcwvTt4agpZpbCk3lGzkSsbXksxsXR2pZKyYgX3ZbH7LfuEg+kKWbbN7pM3+hEZyvRly9nHCydKMbbJxxuHYs5p1NwpWOmE8npk4NuIcMBIZnsE6O0/KWK1DHQfE8jVKFwqoc76hYRXl9oftOiqTJrlFx2006pFg8sGWONb5zvihHww0jDiyW5ohG6ZDgFMdeCN/F3Rkb4z0pmRXnIoTyc/ctwT8uSWGNKIxbkaFho/ZGxrcNeQohQfd17HtOlgK1DUsL8x4AD8KWk9JuTrnCuBamhmnFucCR61sx5J+G6QguM86QasGchwAsDLE/k8aI+6hsmcNGgw2HI/V5TIfjFOu5UxUnuIkxUButuvWzsL4dm7N9sj9ARY1jOUB26ev2ZmAPaUXy09vaTiBajJ2mBPlrHBysifQXrISAG0IBKqhLkkbCCOQVEcAwCuZyqVNMh0t1ctZNWMGZ/1mL6RkXxzuK9dYii/0qM35oOSmDH/ORgxf5l+smKh7ZHCBQDMeWhq8az9K+shqWCqlw4mghwdDGxioiNGPLWGsDoFDDP6MAxUwub1sOYflC+oJDKg7sH22sz/Mz/LbyvTHcVo9xrjP2Nq/dWREna11HOiQxeFd+VvAyd5vnCky1lcvVs5NIOfwzA2uqM7DPwKKuF8EOHvFGpHJA5990vLw8tjVNVdmdK7h45vNyzmiGgD3J7sG+vqQvnKwN870ArzI0559MgLhp5mrMkZ9tJwva3VzA9C0PINAEktwc//NwCSAZHtGbubuWR/AbtisS0Eu6NNzYLacfE95NWVTCSodmVYcLt9hDnuWAb0tAa1MAJhCQ0PPWvqs85kysBkfdN3+nmQwhY4JJECHKn2UDpPdnnUjoxK+0eCqKXUOGzVrfcsMA0oYOE0P0IveFv4Ev6vuT0YD/dvQS8d5jlwmWKWAaXU2eWyzm+rksRrGnmXOTp0jiKZcj81FdQqcjz031Vk5A4KdyGF4G+v4KQgA2VaVM/kufYt7feRvnXZk38Fvm+lrQMfS4Jahp/xjS/0jx3EQswY9EwSIGKRDgAGlP3V4qoszZv5JY5Tt1qbhd4JBWO9m8pBtTtnSAM3wPHgqAJd8yD55VoUSOOH50NeuJ/y1AGz4qFUZ5AfMycwJM9hWJ1i94FINoOXtkQmUGcdZzjxoE4BOaEYfDvUGbqBYl3PAO+QRra4BD4R/529KQSuDDLSU8ZFZQd9ogGgdldsvHtozwMeAyydxtiKfNjihTmcy2NsXER5vNR2csjjIWTfOC0E4tgpRx942RfC6ZqqGVixlbSY+GaxksAmGHqCJ54cyl+wjdGjgG9c1myL0DVikfKEdCXKDUuvSqFWcdJiqC02QZXtT4z391mxOzk2DIluClzWhX6vZJsv2+f4n+ggDjCnO+mopcfQCxlfdPgsA0J6/n1EGOfeCpwGItIdmRvN7AggAKepsD4CAvoDTk7XY0tHbAmPtufLkzH1LD9b+RU5MYDpDAsQCRGTdAFsePIRfBwQLaNJAJeRIHPHodgBC7wJAoNsQrIDz9msDzrieUpQJ1pkqLewTgQkAOvDGx0+pBPAhfSrTFiJnnww79DyqDEC3xEe0JGR6YLIvBoZCv/xpD0y+95QM1pyvBp+Ul3qu0Del2/E5ZS3psYr9RRWC9Xdcv7/KmnI2zNbGOc9+bo/Zm4y3tJvz92Pk59+SRfrmDYCiYAPBTauXAfwIblmyEz5ppj4Zd4CvBDgJMAIUAfJ13Gv/ZWo49MmmR+Ztb9+1iQkHpp8vGbLKInTLZIXlXvQzpcTvDX0yp40Dc2ScBu+Ymfg5c2llgXUY1vY1ILq8IPtbGiKLFv2Aih2hf/p/vvrlp3vXAVObzTbBqtBoz0lK50JPrEHLxGLHI99aohU+N/3kG2Bh0OrycfSsluhFNhdIthQmgNeDyiQCzDhjZDwCAAeUy1knkw8AuBmhAIzvkEsPksFIX1ZKSifr8Z8p1/8te5Dz9epnMlcNXv0xgX4NoMy94Flvkx2JfkhgyOvXVCHpsgnChaZt/5I+xJG9gL4wYsb3449m3GHzsUbsL0AMwDk8FRtjWxtULx5Qv/6APOvqPYBPAtsCwqJPb29W4okBPwy6AYi33zs01CCt3PuH9K4lQ5r3IaG69tFTExiCPAIoB2AiGKm6JZlrfS4BZRNwTIZ9xmUFCwMImxWY+z2kBHzWstWF6/+k9YZtDwDN2dclXcqUA5K392/e//U/Weev9375+admrvZVOwCgNmWr3wO8pxf33wg6/3zvKnuHr+p5sqr3PAA+MRbaPbRaQG78KnvDtTcf3vf+//v/+aXy9td/hO4jWx5iw2XczLXg5wQMtwx5gmK+fGKtDMhkXI/Yv/y04sI3M/4/0Z4H4JhqHPZ3Z31evX4uGMSuzPppq+nXY971JSOvMlfkfdeVCh/l98gOdBJsQ/SdHwPoyw9f/WwA15t/vm9wxYuXBtBSwpwS3/Ao5OPz9gBffTYZ5imvfZW5wWsJYIKW4b0wFuzYZ+GzBJrw/KsrdQOrDRKkasDGuO3Gbjv8gcjnqyuyTn+sDiNNuOelt94zY8vNfvrJMtjYDvBLA3T03zTpxoJjnTs0TuCs+5wzV9vVagbwklbqgz9MpmkD5L7SVoAzh/2lPtZezBv8FLqq3K6eT9l6SQ6dsMFm9e8Q8Bh7IHuPf/265boB66GVjIRy9pyAzLEAfYb3IXLv8C0jWwCyTZb4mrNOQGED3VpSXZ2WdiNW5TJQi/F8S1AFchmepbuWRQzA/g6FgYxddH7mPwA7cpZe6lTYI86oICbj4nvODTn3hSo5TZShRREBWuobtC1ukGRfGccEaOiDsKfvlwSpQt4At5YCt78wwUSo9/ADz6znlvVj7xr4VAN7/b7Qg2XX4Xu8kMu1Y8MG+H6D73g24xu+0WDcBmmaZFJfS+1vjEuDvurza9ChADL7gj0As2uiRX0R0Oz4CrHha8c6DlTcDXLvkg1eyTUbONx9Q4a1Oog2TM/HlIgu7aCHEuwHbRAcNvJ327ExqdUrAciZ49qjB84mD2cN5AfaFD1LA8kgx/ic97bq0Or43df1S/0VAHwQqwJ9nZ4SjBP5n7z+FQC897r1nFnoPn8An+8BwOdxnJWgWZrLx+sg7arO6wyqnt6eOR93vpvBu5+cifDuenwv0/fufc7zOX//XwHAJbaTwqeTQGK9ACL/xgZdMqpPhLRf88DKuHZfdJDq4O6/Eqhf3qgERjGYcN9vVkYJWwP8nI17Bo87p3FadB6oxnMj5noGAnUI7/hOVlCec95T1+MAjM/37w3+4nq/5xyXLnqY9oTl85YGZK7LSOc7CGxeBbWZd46KAt/XXTBma72f76Vj489g7BrEXwAXZhNWQLI+Oz8Uh0Z9h1G1P0bHZjDFOssagZx7uDf+O5+fvZ+gzfa69OzoEBCE2Hs7Z5UT7tMoWTJhYchVDi1/BM/nnqUb1i63aDZLxqlw1+HXMc39BTEtr+g6uej9/zJR/+79Z3xleChu7DHrMCV7dq79uPG+7tX5vgi7c8nry/pBh3XwH05YM76l66Vv72fE19mANGJ7FR9BactHOC+dgVvWTkZd4KPOHp+xY72cB5wYuW7BS55p6cPOrPcV6BtDlvHjfOmabbafWUSOzXGtwxmnUZ1X0Af3Gnq6zWv3LEjnXLel57a8xvZDbYnI7fGGUjeAyDp7KxQHmFwwuH04ck8Ny8l+GL6z2QkI/fKFnoPZk3xpe6LpHBdoNxBheFiFtgrY9hW58NBG/W3A04Dds0YLRkJzluGE/izXzF7JN3X+aWxZKrL0gPEz9+kB6Gee0xpGjf7yzLQnJkb4lGMpTxp+WMnf/dVRUCMOJabKEM/fUlTDpOYHkdrL3/c5Hf84OtrLLorW9r3rQxq5CDDMGR5las4nf7d89ASFMIZmLqHw9PxBH/bR7vzhT/DH/lNRY62UJUfk22bLr8QuL68jAqUzCn0+OAPAC/CUD3Vtesg9Z+UZR09A+TP7grxyb5uZA5+pI14ZtPxyz2GdQ5O5xbhwqhG9iXOi8rLnfmRXnzmGHnwNxTFvobBynVUIVOTay2YsBsa6gRFcY28e+XdLmVeJ5kxuv/mdn3x/nc2VWfUSbnkt6M5KA+cqApsFXMcTtFxDVidUe6C2wgE8kf63kIJrKV1aWtk+njJ05FcdPxiT7QMzQB4cN+MjhoBoZl6N5MwjF3DlrEgXsy70ekFUjDz0J/sv0MB1dXgAAue+jIf36oCEnscJu3wMksDByty2RzVjhgzt7StPLE9Ffo123RLPefa5ZCb7TqQ9slDDU3C2vRM3S5peUgDJyMHMrcYcUe1kSm5mxvK7mbsBRPJGDCXoA0MaYwK+1TUbHqAeovOlJfXnjHEPAxYMbin4jKO8AQ0CAPa9MajHDODmJuVZ0IFRogK99s1ZEIb1RxpAg1u6jL0sWBFD/z70Uyf2BEzkwLdseHUhHBKOlbXFQIVmzRzinhrc8keDVDbglLNIdD+fETCmzmAJVQFgHVsPWn51wTOfU0Nqyq5iotdhnrUgypr9JkIcJ+mjgH1kpPMeoArAFXRGpmQBYPhy1of+cKsPmwFqqbPet/Myk31LBq+e9oF+rDhYW3FC3l89gYzvHr3pe1sZKQ/ufCMHBEdX95g1quxHpgri2qtVQJpnmdiEc93M8cqE0TfI4CHbCj6yr+prRRsyz8pPq4EAFpROsl94EZqNN47nlmsl8zv/9ZwRGZ61gM/jaKnNQD57rie6n33sGWP2K8tmAGtPQLNkW/S8lu8JSC3wXD5RJn3oR8uzKb+rLqAjhOwbAEHoGbANXs3a3lwJ4vL+kWFnKfzK2TyP3rHIBsu/rVEecC4AcAH7rJeBAFta16CEPj9zXn2ldIFs55yMToejdDNAtiICQSYNeGr26mYAwv6n/NjwA0q5saEEgIQLlz4LWALE0M85tAz42wCayilknxnpri0ZcwRR4JzTAcxzrwOKAwCXtzcgie9aLUHQJOexDv3QZZ5PaUqy9nkBeOA0Z0/JMjJ4TD2zDpF6yHKPZnNI86vz3gTIQabghFx5Aa0zJwJX4HPcdwNLAQY3S49ydwTIqKP0zpWBFf6jwzXYKh4tdD1KA9sPGcdwAOAQOjzVHuZmXGxP8a3gwf02+xHnETTfwBHmWDDDYDIcd81SiWz4Fs+RPchYW8avLOaFfH/YsncCxwBeLA/zL6CbIIdPKQ1oFSmc4vZg5f48n9/bv746mxnr9kgkEz1lPbF5AJnRt6qfAJiQPWyrmMNnsMGk6tdmg6jPwksYTx14ZLNnXjhCKTlJmV+Dr9SjfcmLDGLY4MUqrDMO1231R2Rhy9SH35iFzxrJG9qbNnM0k40gMwNZ1m4RyAiPC4DfbJn2jEVzy7OwNfN7y/KSrRVnsro4oBUkqGx8XOBTngVYDPEIYCDHdQDW5oj8U16Nrj6VjTi/vKiw9THrVj5Jqe/MoTrA6LgFfwGZW4lBe6zPz54CrKPT0XMaPQE94lPADfYHGUILhrUptvUVAUTQLm6F6nEEV+aNOkYLqkxm8vhvkEeAajzXQGsCYtEhvxX86c7lPTgyGUzwR0vu65zd8pNbopQd3sxx3kMfhJZbBrqACwEsCTagsgGZhI+wbegf6b6iCMCjW6KXEskBzgCGWOvSNGBdAGMCoHg+srL8PnNrhh4khT5MICDBBRmngWEB9fq3+0bJe4BEAD7lD2NDoLhv16EdAeDQTCbVvpbjqIaPdP/Re6eCBQ9mn3GBPnueXu+jw169u8rd1OUBuikL+yR7C0BY3TtPB1BBfwP4bj47OnNtPukKGaL+LxDULNsAw8j8Szlc+F8AAwIfkA/oTht4xPq2BQTnttVFKMGebO/yE7PXyfSsPMy9kQvwJngrvI6/XwecIrDyTTKsH5LxDm8bm1Z/kbIR5Y4+ssvLRp1oieZmVuZccGYBZcg0rqunOvzvAYCfB7ijqsmFaUh/1c+UmQQNVIcpbwUAFTRo0ELodLO82Rfmgy3Apjx/bmZjM+jyUHQPW6LbmgAaI/iB8b4NAA8Yzhl7kHNwP/9Y/w/XkV3vsj55/1mriv9w7/1v8KjI+NDD6wDA3dYC0xMolF/asxzS4nHj7mu2NvuZJSFwoLyR89mMUNpemIH8tHxWoND2WPLIN3lugydDo/QMBhipbfsQ3VwQAR7EeJFZT9NH1pY4CcJI1jJ8i/200g2AOHuOvKOdDwtjkMvLnwDnMjZ0buyljBfATHAdUO2PgMw3Wd9nlUdfmsHNEnjO4KGbxFC+Rfn4VvOhnDT62aeWaEd/bkblZL9BAuq+FdPVPVBWyEqGdm+iQ/D6KRU/oN1eXzpCp/sWOoIRfL336m9keoeOowcQBHCUPSUgXB8AL2we+Duy/+aaOaAcf7n3v/736wZnUA0fmcE+slUFAzFWG3BA0J8lrluZJfKcoAfW+1HoswELBcY5n3+Ep8FbCV4K/bwLT2pZ6/v3fk4G9SYCv3171bP388+/9JkLbG1gz5ecT+hEXgfP53zo12hbEHg1eofxGT1nb98lCCFnjlLVP72Stxfvqz01P0ufEmn3OMcH+XGdwB10ZvgHWaQEYJDZDFFAnwSbQErch+dBF8hWQD+ysLtm5ZtD97nvVXRs+BV8HQB4zOneA12CgbXFQr70U+iw5zdkQ0BHfS2MdPxC6FCltbDv6uzj70WGWvmNjRNrICj2ybRrw6dTfeILgX/Z46eUfNcHh50Cr/05QTkX3ALfGfaY06jG1oDzjoPz4rreoHNlzR7Q8mT45EN6Qs8a8BP7AgC4QTqRDVt1AP7Y4NQElnAP5OnTANNsR5+XNetY6XnfvcPmoLw9vMl1XNsBXZs9IkCTMYpTZKzZS3hJW5hgK+B7hf8gfwYLoOoT+gPymznjU+vXmQM8OefCF/YgwTn6SO4ncASN4evXBKqE3vUJwJOONgCIx098Nv4b2yHajoFzsyWmlbNj57W9gXryjzkv9BlvlnFojbOIfVEVc14EILRqDPs/fBdaR5cEZG87HGyDsZvrv2+Qm6279APlZqvEhijQXfXHWTYa/kFQQn9Z5s4I8xFZwLx6trhuqq+0hHkIwITAGfAEktQMKn9Z6nIyC0Rv7+bquwXFdw/4nr6hxdv2vPVaxCD6bX1ijqcV3bABcmF5NQEt9Y9lzf8VALyLfAaH/lUW67E1Kmmd4jqK58M/Cf8McK89f39/vwvs7rV/Bnxvf/s22DjZjN24AyhcZnU8azZjFm2BuH3mXYDxDOLu2twGqr1fFb4BLc7ryu8XIHaJcNfptC53wWqU4/Nr+3BuVN5fjfd768t79u/QSceaoKxegLYZl6n3R9QW51nCPzJzdz33QCyIWwKfNb1NI97vnFX3vX0vJUH4dZJq+NxdzwOYO57wPQB4nU7fW/cjq9pDe57P9wBggI8H40A7wF7nVGyjY5V5nXhMDcpb42CCo6is03rX7LxeArvsl1lkt2l5sinIPENhGEF8F9iVHr//XecssyjQO4BfexzNOV4AeAHXvX8zNCeSsI7b3OvImHcw63jYc2V5eQ8Inx09H127Nch2r/v9u8YDDqsB5DtuGOHyniqoBwCsg2Jew8zv0sGWuzkCFtjPBeQthVTFcM7NKipVjMYhczz/kC3nTGKGt87dXfMziHsuteVzBA4KwJyA4NvZyc5Lx6q/92zBKxYArnt235/rB0BewID9bZmiKkiWst0+e3UGDcBjxgov1/TYF4G9S1BIBSgldI0gFQBeoOx2oEPLGQ+f1PgnEhbliww46QnAaveZdSn4icAmG2torJlnlwOAwo5W4zgLPESRQL/suKLqdb75DAdpnT5keHALQIwB4nefOtcusPfb8dp7wWzXpXMBS8A6j3dBndzbTFQ3qaD3/N7zUh5ndsICNM2czLXNaChQwnU+r9lsOMgv2ZhzTxxAjB2H6DgeHY+Z0T7bHTwrEpy55Xv2XOIC97p9pepc3e9xSG/z42YjznnuhwOYXsqwzzPrFGtmmxHKm02CUSO9cZZ1Nm8W1AaVNGM0u212i84t98sy21uRYcED+Z3AJs/bMs7yMktlbtmWrRFuQMAY3exrrwXodgKXvtaj/LLKFyYOdcCL6ngy07D7jIJehzOOCDMoLfM7ytkAGlZYkL4AV0ZbFGSfs2yW/7GHrQxQ4H3HIT+2CsEApDg6ex6N5O2eFugDwMDpBAqlw+wC9Lefk2eoJXoBmprJM3RW40Y9YPlDwY4o8GRGyeAPXqTT4HgP+roFAFdBdr1bUngV+yrE0jIO8hoUzRa1Dxnr2zLLyF3+u8g/jYvyjHylpTXHsDGaE8OLGWg08V1LT+oMqFN2MjHhEwIRw88IHGFPK8/ZQzMzNgOb8eJoWyNW3mCWEdsk77B/LntwzgDeMyZts4elOnkohi5ZieUKG31/u2LARS5jLE5PSs6+JacFBxgXzisjcjW8AIAZVg0VMZs+Qz6D84kelvbvrNzu3lodgX03KteodAjCrAT2nPNjBlnB23wfgI3bNOOuhqcAKOOBF7fU4Mh7+ALrz9nGkY3Ti++zHjgT2icY3SU0Z4DEBrepgzVLOxPrVkP3OAnSQw/6a4m27KkAvqUPdYwSLb+6i3OqU216vAJQbEZ1s3AbEILDhN5qgpPoC6sP4ny1LPM5wI11dx+ZPxlvxsqZGbP2VwGxKQ1f+cL13UOztohIlk8y3gAfDRqQ1zyOc8HS1xlTA1RCO1kLgz7McO4eAvLG+csLp5DBEO5Ly9NNplt7LOcl+GmfaBw9Hz5eD6BMXpjl5Bo0BHU1IMBAFhzP60hcOlXmbtAUIAHBATi9dPJa9lRdrOvpKb+czZXDOCrNNlUekLFphpU0tfznYzJzmsE2tNIxrkAsyeOAMLN3e3+VvisHthoEus70h22JXJ1E6C2bPXeRnZM1IU85zo3gPhmWVhio3MgzKU+3ayNfIALessLsVwP9sh5m5uqsb8WVydYmQ2JBBXVT+04XHJssUgO3jIiHlwCWE7nfILlWTDmxAAAgAElEQVQ80kog0yd1MncnML5gE+fxw8dkcU4WlFkMOKuo+ENmztgRBC9kbc6+BHigjikzWHEM6dQ6AhMZNxUOytsBcSerX0Byqn+QRRHnrHql57nBY5XfnAXlyP2AiAZLkHknSFaHeGxfHJQG2+AsNOt+gxEgNvbEUtecBWUJ69PycJTezh4A1EJfjJe9oCR8Aa86iw3iYzS1GaE5etaGZ6ADCfSqX0EZONW+pMRke+c2gIY1ADhg/zzzWy3IKiVx0ieTxoxfnJmWlFV3mspRU8KQa8zytAd2SX3kreCkQUOcs17bPVHOwmfJgtogIMZu+5TlkdzLlhOcJe0I94CXNh4At2An6wNtA4DiYEb2HNnylJeFvyrntcG2BQyZpmQWHzbXXTu3pRIbHGSgQ+0e1GZ47QTybplK6dKsZDbJSgaC65yhtkwpTRj4bMDEkYGEk469b5lI9NaCBurZzYrJ9U/YF/6boGGyhju2yAPOD4FTBXTjKOZ65tbM++pQp/XLRuAYxbl6RTnWBWKib0FTF9szXzFIB30GPgUAbF88wCQAsp9eWQ3j21fL5UN/zfLMegk2qLfJB62EA7DdigHNKmykV5Yi80Jm1l+QedGHNXOn/y9OYQD8378QqEL1DOTnh/aJFADmjGiPwANev0rQAYBm5oX9AW1xftlPsiw5a9XlSrfa++w99sPaGA0Mras7PWADLJR2cHAnu3MrwHyKo5lMx0dxasMbHrTMt3QsIKtubaZ7zmzPiBVB0DOpALCBgerq0CgZ+2Se5kwQuMn65R/zkCb8JxtZ8Negu6v0o3z1+qU6NHpqAODt1W15UABV9dfqbQl6oH+oMpxAQ+XZ2nbQLwEEyBrKmD9LhrVoEP87Ks0JNGCDhP8n+OBNwL77lA/PwiJL/6B09rQiaNZ4vv/qVcY5tFH9PXwBHYrsYmaMTvk4YBzZnIBuZE/Cr5sZljm0Pcs45bWVCcZhXb5eABYAMACHAsCUT0426nWyCVmbJg20ckLGEzlCadcfCRTJqyWnCeqIPOA5zxIAgO5ZPYyqG7nsKlmTAA3oWG29Qybs8Pfffk3G7+8Z+3NA1GRYviFDMVUYotc/e2751a1sWHUh/Om3395fABkTD9QLCpBVYOKPM+iNVi/sXUuTQhNwpFYTslILL7L6CAThez//DZ2XUrMGBGHrgBGXjkKvvE9ZdJMQ9swCNHsuGGv10awh1RikU6ooxJbJvkJDAisqxpRObrWyfP9N5v4i4B4ZoOgFyMyr9DSWfgV7GEbHUjqkzQflt9HB7QXdPrXhJz+/SoY/LWzy3Z6rnls5G7KzLSVyxijDz6qQpFf5nP3kvL1sYIAvQMK3qTJSHsz3AgQ/TQAAN7u+vm4FALJg0Weev6Q/usHNfO/jDT4d+F3G+gK5TuuOvPcFeWxGIRn82aKxC7WnsfHeZj2+fmEGBs0+TT9drmMdOa9p15zPHzbLeBJ7Pa8tHUxVjKkSl3mTPfohMqxVtPJC1j3b4HzJqsyDntUNSyfLsqiRdpr6df5l/3jBensGE8zKfv8061WKQBeebxKjUdmCuZH7dz/4nD3JT/D9D9g4U7mDvcDe/TnlzQGxsUkANbHB+Ztsy5asPr2w6eBp16nwQRDFk/BTAnHUfTl/0TMjnNoeojSrXYt98SEgezOQx+fEmdU+32xgedgzslvJkIW/BCWEdTfoaKolnbGMDzmHXz8jN2iDCH3Zp3iWRv9c7Ux9Q7zGfdB1IzgAefT0uRmonBFaMTDHnt8Gjxtw0u+xrpJN+S+BRw2gijwCmGSeZoxD41sNy+xoXvBM9rPZ/3WhEPyHvNEvU5lOpm1kzYiT0JKVRghC67zqG7R0NuuHTGyluZ3YnL9KUvTmym98GdD96D2MvQlsjAOdQfuL8waQSqn3LwncgYr0K6pjMWa+xngLKFOCvMySgBYB4FYTLu/XL8z5Aphs0RbWmgCe3Os6QTnco5nD8SWY3et+WKlHXXh9hQY4e96w+fB3bMxK+ecE6Vceu0UFSi94EuOszm8QIGsM3mYyhbShHTo+EuyABudTRcn9GxIan+TZx829GwfkPdYxPHvSZLdW+PQ+60f2d9ZO+1Ce679+luc2dyN/47NpNwpojyoSbESTJLYioozl/tWHuAL2Dh20xvnd17kUdCd3+s6fLv6/eGPBKBfuz2M4K/bn5999/0/j3oOsbLoY97uA3suF2lcF0ryxWZJnsOyy4POdv8ri/d4y7LU77jNIe3cc3wOTd7xloqes0u+tyfned50apfi8qlOOUF9DEcJAsAlOSey8NlPxwcWZ4/urIPcaFNoS58GUbq/tcc8zAWtEH9/1vreff14ffl+H9n9HbnfLRdeAK8O5DX7u2Pm5YKBRt7fvfgaA7TU4deGnBDRXG+XifXb5OJx7IHcPVT53Dec7eeYZ6F9Q3Kgds34KACOAZv/P0R3rXFlGdgY2z9mzZ+D4fJZ3XTRSdJ41czOvBYAvWanjzLn7jHWubTZe93VAUeloOOQtepGLoRAYSeXfjQoaUOdWIMbs3459swJc23Hoz0Hde0kvOojWoYyCsWf8fNYPw373f7MSoR2BGYMlFOrd7/nbOV521vGMgXOcMSOU1tkPnS3dSEOVmFUQdo5E5p8BYAHozcY3GrXzn6i4HTk/7ec75Zu5pvJNh8fOuwb1KA7c68hMERTCsbggcEG1DW/tmt/uh3043g+Aip5CLQkNONexH4frso+UIz3Rx4K91exqwOf8lmf5XXKA6ojFMYoTqkaEvKNrMVkXzSDD+BoApU6o9hLh+2NUTS8We40Y4d5AgO6nIPC+Dhk12YIzHkshQrMn52FnatCCDlozHAskzhnaLNMFjuugryKqQ9TMhg7EvsDj/FuAvZm6lJgCuCjfOhSOrsOchV23zUzuHHetzjy7jiOUDQAHwZwzAFw6vDhaVV6Z+M4HLWTp3tLP7of0jOG3JVeOwC9BLs9S1x8QuJl4Oip4Yehtr3HXT+CMOZuJKODN33WCjKfaLH3urZGyThjotJkqKFZ5lqVaoR/HYUm+6T1Th6jOnypoGMmzzjglR+1nk3QO5Xlm85uNj1Fycbrk9jqkzew0+EpdxLMhzxDIlRZLV6tz5N6XvvEd51FNwDJXOrJ7jjcbLn/jrNKRZibcrgXr43mPg7nGKgZBnluHgnu5gV9E65K5gEOQdaYUKlmR59LNyCoi6MkgUz9wT6EpSnDywsEMcLH6FIDeRqrD/vdMkEG88r5K65hlZqnqHCciFofIZlbrnJ8+rwCN/z9nb7ZjyZls6SVzzojIqVgHULcuJOhC9wL6/Z9BgAQILeleLZ1TJHMemdT61me23TOYrNPSZmVFxN6+3f/BfpuWDTgTJvvfPYQnLhCko5dTCrhGpgDOeR2A8ldobXt44kRroEmW6H1KDjagIt+Xf5tF2+jsCWxgzAKu9AnScb9rWlppxg70Ydni9jJn/M3SWllQZLT3L9+EL9SxzOKqo+ksnXKcZLfhyJ8SoYLhln3FOc2ZP8so7l3H0wQ5kaHLiSOo5vyiVFRpMeMgQnvp5xLkBRhVniLPYD6eKXQhnRbNViKGZcDeZjhl/SwnrIuCM8j7fB9H9AbiwD8KAOee7RldByU97AQc0JJ6pgcELdhTfULjEtrlvFPSra860snCM6CufIFydgM4WUpW54wvAWAc758CXLD3jHN7YBu1blYyGWmcf8FCeSQ0CFjGe+x71xIwB0c6gRcTKNPocACkOHTJcHtY0DuOSxyYOGiqE7HG9NRkVTVUH8RBKTC/VVeMXEenwtlv6VKsc+ZPhq46bEu2V89TRzK3Nu9lfeXJVrXgXJrdKF9kbeAbta06zykr2/HAsHBO6bjfbO4GLOSjnr8BpLc/N33pyNCkJDGOGvW1AerIygyvbPZl+2kDTwiak0VYcAIOG5rhLB3ZwwLAmy26/Jjd/EIZRmba9YLdjtwaO6Gl4UauwZ9xnmylB3gzdA2r9HwTwGB2M2OGJgyeOHTbnnt2i+xFQMZxBJNt80f25nGyzS2tmUykgGwblGtQAgNUl+AezfBq/3jXiQxKzx70MSVqv5NR2lNb9hcHPU71ZmU3Ewzg0qCXap9ZA/u9K4M5zziyeNlzDcBH2SPfhudtGTtLNBo8YVS8fYSt0sJccNIWKB0dt8EXOCim9Fmz33L+rgIMcpZWXjVIIHzi/Ye35QU49XHe4PjkLB5BOwvkureN6CdjFV5d+amMZB9wwG7mDzyU52q/aY+tXLoAwOXBZvE2QG8qLDDXBoBQNSMP/T1nhKxc5VaO3ch87kfGDPu2wFKlR/UYA1FaDjKgXMFm+q4V2LPk8OodxB3XzhoZTTaHmbCsyQTEDE/u+YdPRv6WPuFFE8TDPFvZZ/Qs+WwynEOTZNBSmnezNH5v1o/zXnvxKtmOK69K7hlzsyazzmRvqn8edh+leqG/C9/O85tpnNfK2fK77AsAjSUMOZsGQeHT3Mx1dLVtzXTIVXW86gZEemb1m1HZoBXOgeAEe9ssOvQcdP0BgBsQGh5MxkuDfcmky3e/hOdz/uBPZoCPzMr3NtCuYGF1Gfm54D18E66qPiQeBGiRuaBfxOH9IWA//Aww6uXPATJyz7cp4wv9PH36bBzgSqHfCUxKCV/kXIOyWk5cnYq+swY5Z55N57MvJc/CecvzKTlJRgvA7E36o+IYpFdtAxNZ6/Afe5yPbklGDIFWBIPkXg/GRocWe2/sceQSAYIEi9BPkqBh9jX8nxKp0ArZTrzeZx2Rg8+SFXgbAAaI+/nltTpf6IeMXwYPmIPviaV7k5KlewYEpQ9aLH9qIE30N/RI5EjPj3p1M64oyRlQAivr6oYAFAN/cT7zohoI5whuW+Ase9gqT0ySIKxMGQc9Pdbb+uDiJ2NPoR3lLV9RPmuDr6/mt/RA5fW3F3/L9/W1vA8NtHVS1uzR6F3Qmpn0BmEZxOg5btZwnoFz+u3bAAMXfYwMSvrH5rnRRQkCg19+zHpfh5caYLe2jrYitiMZwMgdsihfB5j6hlM9C0jmKbqZIOYEQvXcWAK2uliDNqBB7AqCUCjHPn1uE2BH31DO681Nei23AoeVL5bllDbwNVFKNDznUb5DIMB9Ai2mFDXnGXlIyXgCZq9SxhY7RIAD+sicJ1tRmXwnoOy7Zi4CQt9v2dh1gCPf6AVslYFW68m63KSs952fUrUhQPSbV5QpV//DLYL++OIla8Qy1CtQTzt7C8jx66+/RSenF637zYWU4JX/m+mLFsj3GFMDW3HY5x5kHTez9Nu7O//yL88GIFPvRW49f0G7ObJKyTS/c+fvf396qW6y9PjmNRVJ2CfsTMqzAp6oz7T3KWc/YweQJlgKef38+XU+y1lor1Np3N6+95N9/La9y3n+336+KfCCG4D5vU4Gd2UaBunIJ84SPdvRsTkTrKmZwfezllSjoR3YpztXoc0r5o4ug20/Nu4dWvgEVErU8J1fAsBTxv3pUwN937bHKX1tr6Y0q+P4JaW54R9tOZUXvaihUeikGdEJQPjw8U2DXARJ0bsCSqaMMSW9OR+sy8NUAEAX+iOBZADDAM7o3U+z7pyxtQ8BYHnur/8WfRObP3/AU5/lOs49/z69fxD+9PnOi7+hs3v60YXgp5wlzIm14/fcUPIbRoH/7ZqKDOPvokc0L56JC+t9xi0AbJANIuTT57d3/pv/8Hx8C/Q/TuZ4ejbTDmEDxNBzvxWsy0/OSrPV1Ut7hnnGmJb8fJdMUwKz7ubBtgbiXKdyTM78VXRU+kozZkogQxf0i24wctmn1Ws22FB92xL2XMfrY/bgfbK94Wn2w+ZdAhgN5rRayuH7aBDpmKINjKTPdO77JHtKhvWHAPptyUTp+Ojo8kkypPu4YiWtwPAZP0psxsi82ksT4M24sW3exZfBEb3JHLvufr29ngnG5L7Q0fWN88BPB8DW3tZc3+fCFgQu68dAxreEsFmXyDeqMUEH2kQEW8H7CMSgFQ1+cOxL9H+BUp5Z+7n+KHgFvzuGB1l/MochhsZh5pq1cdA54I/t76tiVr1rM6PrlqsaQqY3+m5olVZMeQayioA86VdfkpVWpr9z5tHwKrJ1U1EDH9jnAvoC4ewptGWP4GlJwd3ISp5AF/0QW20MPyeBtFYcYi0fTbAE36+bsv4/srex2fENbFl0KjhtdaXsdwM/GTNBQNtiTFuvvkFMUEQ5GfWz9/goN5CuPG18hTw3cXvlZfVjNgvdfV2/FnwXnZ0KIgNdHNhP7THxrYsfFkt1z1bR/eO1QauMZfGBc7U+5lndsnPxjPDa4LLS3QkAbvsFxlcCPQLxqx++fv81VWK9ic4Pf78NAv8IAN73bmf3niez9/krAHev/SsAeL93zhy9Pc4qD7sTLMppPkdPCp+0l80ll6GWweb/zuDbd5syXzzuPUw575/HfgaW91m3weTzfc/3+27dlvPs5p7GtoT3ozLR5/X8fh+UKe7zAc5y+BcA2IiGHfd5rSB4DhWvM1HuM87rj+O1TJADdpqHDOQY1XkP1sG/Yztf9/26HEbkvn8Gqc/X7jrxk38Im+3htPS+YPWuwY8A7C1hzXeOrLbzk1SCdxx9xmYedr01NNUKlw7/HOGxzGH7o3XMCI0BRfkme779gmFMjGeZ/d3J7KoTLHu1IBzfOwccFCzgPrcYzz5/r18Da+lsAcF1QCzYg1JwBpj293P/Uh2SMjqcK1VKx/m3e7Hzcy2Pxdqysef3NlOv57YG4LGu5Q81/o97nGnhe9oyIODce3iBh/O6GQl0GtMpc8710KjyO5OdTaT4bUZz2gsj7L3ngsh+X2Fhj1GFvA51J9m5Uapz5ocxuKU7+ByFbb42QjtrNJkAfHcz+/bZfa8OJA+ngtuMVV6fUQim9OgafTVGUexwkOVfaWoyuqpmTIboTn+z9TfTTsDgEIooTNzvAH9n3gXzBMP2SLWUXXvHeaQU2paGaW+a3lf64mXv2AXhpwRxnl9ArmfBfVoAa3nErsu55++WTTEikWdjaE5ZzpZbGYATudBIrgUVdLA3Q45o/nMQQkcps7zMH4USnl8H7EZ3BoRqaJy00Uwht+hS2pG9wPiSTnQYbLl1XJCbsc/nZ5m8Mmzp7aJAFqA4Is4vEZmlGfaAcUMznrnOZJymM7TSdsuG5YWj9MGAZ0yxpbqb8eB8Dzmi43UzMBrZFwW467/OcB5HJP4AaNDoOmqhSzOYhjZxoIyTyDEa7W55MmVKe9sO7zmAcpwjOtn3e/TVOtZO542lus0ustzpoR3i0GV+dXw3s3t7V7lmOE7aRw5AlOjaKqR+Vn2ziqDyoz3GmmFh4IGKqBkQjWCuwxLaxrmq4wgAmC9zHwyBRtzmhYEsDzer8F4DIshM92w9SJTmRX+Cf7PH0A1gwPTAg/fjGOU9gkPqqGqgjQr5d9msHb+GWsHp/Ifj3R7hnhWUdp7C+iovzERi/NLRnHuyZ+s8MALdjG8znqR9aX0d/Ox3eznN/hgENCBkrx9DLWvbTLQTAGzJWYFD6Jz+UswLp4/ZKYIK9vA1k+LigGUfZ90+NgMOM3cUd30nF/qV35jZ12ClAmXySYxfI0U98Z61nhrpskC9jjycN6VtHLGAjGTzNNOFzDGDq9apzXc1QnGSIjs8w59wJDWobSKvCUjpdQwax49rAj8rYFTaGu9QPje4YfdshHMzq6Efs6OcSJw2MUjZapyMBAGsXIBO7c/rmmymWoHVgo5mpHITeCvPN7MPgIpMsjjssyc4ri+yIM/wPjgstNA9P9CvHpDN2jWAQr3FNVW2MHZKcckDiFrHgcx4oAeywpVrZhSSZYdxDw+BThkXAAwR83FQF3zoLnQMq5ssaI2sBvTcbLLNllxeB79sYN6lGkQi61NKl7HUcRNnoNHlOv+bFZO54IAgAxcnw2Zh1hHEnlHetOf5YXpgsaeWDrRkuKXKNhCs2fZ5sfZbEtpAMbwbLM9mHrKHgLTyRc5He/pmb6CVPV/spdlelsNcPsv96eHG+hjJbr/KltDMmbi+ieM1t8a5+ZHShQEym4EUfsqe4PwxUMOArgaVoFcAYJTmKGE6ofvoEcgZzjXZXgDbDYoJQBvHLfzILHiybs2AWwNd/iIzWVnarLE8tKWGy7tZE0sz77PZC/a2MijfRUduz+9MCn7yMHRTXZ8sr/yjXG2DyELfnGueL9gqwAt9N9sb2ZPv+VwerXzhzAJwce7M/sahJ89tuV2ceOgugElzjkvbOCrzP8rrEdCKUxG6XR1DQHbpwTOy7RX4CXC2rSwaQNLzZdUDy6cbhEA2iaAL/Zp1xuF8MYiCjA/OMdlhVtFgbcnahWZazQCnYub5pj103TccT9BuM56RiwB48PvsH9kpzL2ZkelFvM4UskC3lxfrZmYUpSANYmL9kCPKXLOdtT3ku98amEfp18iGAlH0SpU3sv+VcLXj1C8MTAJAVj79RElD+H8AtLYKqt6M49XSuA0Ymr1VJACUhjYyVjLu1o4AoO2dhsF8RdcS3etYet9lPswrdKTeLbjWEo35T5AcQFHHneXt0Z0eKR9zL3nXBg6pP6lPylsBGHTw/ZQMHMAlHPWWnNwAWVs7GPRMcMQRTGVrHs4BIAfBPwJaBBEpw6mw0JKAvBrgG514gni2BzaZT9XDKMuJ7VE6ZWVt0UBlAgJdSidEluUTgCdLA6aUZUDBXX/WmXtAi9v2gTgmABnWCjAPhyfOfUqrkp3CzCo3m5ENndunksw3tuLnl1OWOfv4vtnWo89PiV9ondYE0DpniPVFFwk3Gz0TGxqAifELWpEBapnS9HlNdj5OVZzKN88muHwA4Pafr45uQE+XEY5Sns33CNB50gA/7MpzwOxXxtcznVKzkb8EENpXj71PydZkspEdeKlyMGoA+snHgK4AlFaZU09hrwkw5J4P6NvNJjOX9tTMr+jKKsHyiNKgvicBAPYEp3J0H0rm5ky2h2d6zUIjjI1S+M2uz9oJtHo2Vue3oox0vcAsAFJBtNAw+6DtSIAZ8jSlX0PXDPWXV6/CW67Lo9FbZpgpj0+WbM571tP2Ccvj1OGfpgRuWyjUnoUXEEBjkBFr28zFnBmAAWgBAKT8u2PN91NmVn4CMGwZWcYJDdIj+WlqG0M70CtPeP3mTddcWWyGOGAX+om9uQ2ypoQv9KEfTF7NdW8T0PEw80S20kP0eTK4PwY0KXKaDSOQgee1r2KAKwK24KUGKTJD1jE2S/7AuW+2XzKyM5fPHwnwiuxIRia0x2fPApJBU5cgEBz+EzAGGIhjn++QYQlvocQzmcusA+N58eJ55TT7ASgD4Iwc+OmewaLQx6ePrMzY79GjyGjFdKfntL0uIQvmo47a4Msp0YsNxPl4md60rFF64TRYo0HIue3DgJuobMhPwBMA/I8t929Zf4IeydSnTDNbSjYpetmrBA48ffbc4MjarcpugQzpFrl+E1DsfWjCrESD1GyHER5LD95kum6GJTwYXpXJZ63Vpxo4Ut02ulXAsicBmb6FruFTv2e8lJw109By3fcr2wQA8ZW1+lF4CwEhwIuvfyO4IjpyqTLBBiF3AHx0Y/YEnbH6S2UHwP3b8vynKWnN6x//RkY6OnjKQaefMLKi65rn2FdWe6gBrw14AbTSN//p87sA94+b5du2Q7mWvq/oVwYCkRFoaVvdFNGnh6cmLKc65f17BEB5PpBxr1PS2Sxvs29vnkIM2lCs3Ztkt8prKR9PFjT2vTaEY+dYJ9M9YDgy/7dfKYmOCMZmM/id+ZHxTAAnNAcge3XzzOCBSYRuYEfo7uYp4JlgO7JCmRHenO+9ePHSQIevKPjYMtjn2pAGRBEYYQAFfeJ5YdNX/pIFzplHYEJr9VXgp+JvAPDw2JwdzskGDjXQmYSRyJ3qTJesSYOpuLZgaMaObKUfb9UaKGNsM+4L8F9/VuwWSupvjA1k/9srdN7Q3lRtIQMe+7pAduaCCr6VcuTprvnz5zcufeXh4S/afrQf0euyES9b3l6V6E2qMrRtQIP8kWfJHE5AAX4syKlq1Kgb+EqRmQQ2Vg5h64yvAD4pAPdHg66oImAGKzYeN6Ba2gYjY0+pG0DznLGSRDN/w4PCK9iH+gMCxF5dY4M6Rj5vwHH10OFxkaMGvBM4q3ytTtHxm9xR3yUl+7NUBXULtqpvUo1myzcDsFuWOjrh+gRyNnu0YNvQzYhkAniYM7lLllDmY3uas69LG+tXRYCgCzQ4C3Ll6bkFa3xUTCTAyux7fffS8u1WmtAYOj8/GdfaklYiU1+4+IXHHwE/4/MLxjVmU/s5Z9/0k3ruzxVyG9SPn65RChNg2POovVU7D100a7M+yU1AsDXOHIChJ/0xgxtxYi4JNI6dvVj8xZPD/LQ9uBXbRlEBeQqYC6A+NBaJkjOu2f5PAOC96e2fC+gu+LAKzY+uX3tiM2XO1/wIGPnxPSSafwYAO/nDefzPAOB9xo5bwvjxbLlmPzuDuHv1vvdXAPCxMd+Pf+fTwzADOa/jPneVfq67RJjMgC7rd77IhSiRnccmddjfpc8uY3J0l3nlbxhA3xui4fdVpmHQ41u9ADGNVjwt3Trsz6u5WbzL4G+v9fnvXYPzus+UvtugRo0wTwzXM5jt9C+vvY/CznmdM3iPtffw3b7v2sSW4kTXcH3OtLP3W9Cbzwt2FRyDgPbeMo8z0LJ7eH6f7y/Ay/MVlONAnZntPnXMMMY1vGHq7F/3cAQATD4DXua3vzcTs2WljjU7r9dm+ZbBVtHcjNDDyd5zjTMLBrYMdda/JaUyeJwRl2CSLAeKHkYk4+D3H73O69LI3rnoRzxj93AB4DLwySg4l75bGtj5HnQyknuecS49fOYpK9B3742IPUAv901mv8zZjENfB9gqPeig1WlstNqfV+JwOrtHCsbZVyJ8IpAUjDrr16d+F0UT0iu9T0bk3FNJSlsAACAASURBVF5aKwRxGtMBAJc+W5ZjBFKubMZIwQCyE436FXTXWGB/6mxkbPnwDFrr1HYHz3To38dnXZM50/4+CzL8rWDPUMJdonUbiXlEVGV0uIO9grDIjGuB0wKNm5WPkTLjN8N3xoagnt+NHFsBa8Yu8rdOgTkLlGpbmq9zf9ZXx4Vrh3Oxc89wyTIj06PPYGq5Zp/BfYkcK+A3ICWRtQVfxmlRIU70JrybsnYFnFQoul4tcTLG5Ti79jzDHy7A9S1C2zXUUct+jIyYvcDxjzHHs8goWQB4qZXLG+3IWGcPd691YlpCvmDlPHtLLfMncg2jvgAp1w+tNDunwnkVNxRd4JC8kZ/09lpHK8oTwbfraNwymLs/guA4NJyb3yOiVOdib1nn+wZ5CPzwsvRbDJoJONAAsEzqBgzsPXdpmy3FmRmeuNmBG8hzPgeNko2DlKfhQLwQUp/tKpf2JjhCEJt3JyNvavlA3+63c9xSqgteLRis4/kAgC/AAPwYhydRnKElMjfIurkkSi5/qrGT9Zx+zc3YImpzziLPh041lM3Pu9BKtxOHNcbb6HVznpgP62nQi30mcfLD4yw1TaZUHJynfXB/NBLdU/d2AwJ4AmfCcpJmSLYMLJlU+c+sIXWCth2Y/VrDC/5xUeBrRZwmk1/NWtRRvWVhF1hYZzjSWKM8Dp7QGqWJt8e9Z9fMdU7PygjGu/KMc4lBYj/1BYunFFju2cz27j1KjvuPYVTnTQOMVPaJQAfAWZlIZlX3t/oBhvdUiJj2HvWWsr4XHVgwAIdAz3TObAMWeg40ZFv+cvazQFJ7ASuD2g+sBujoQycA2Awty36Wsmc9y1OwUDMI6MFIZkuG3ZvgKeiTgAI+bwnkydzF8CTz4lPOLmCbwDcOTOgbgAWSypqP4cUerMMCqxgawOEPfQBY4bzdEtkYfjhIicCvk7Jy0VLuK/LJnCNzCMdywaop24WzCC4mvdZd4Rzzb/njobtbscLMT7MWtxpB6SOb11J77fnbWJicy0Sqx1EEvWygFI4OvKyNmq5T3exje30StWzWZM9N7vHp0/uOuZl7AwBCR+wPfNQKLfBLM/sKYOR9eGjBrqkswN9XWXtLDMNHA9BBV1l7eGLPT8bTbK0JNNJREz4UZxVzXEBIgCb7NgAljmRoCgcWzwcABhhgDT5lHzB2oWtLEObczdnlLMJncKJB+19bBp4PMw7ARMpmVZAdZ70VMIjGTzY2tNBMo7zQuwogUsqSUTcbGseEWSg9P7kPtKnjbCPQzW5oBhBaSwMI5U1tW5A1wdmnY+NeHeP0hWbAlvK0TDnOIjKeqjfkjEGvKAjoL3y3Paary+DM8dxuYGqzMcgAxlasM8HgA2hgx8k8cOaz9gCs2DVkzsPDOfdUIOD8ofPtuWfOAP3VY2YNz7ZzyxOPnOOZAKmVEwQCtdS0WaOAC6wPQRI8txkM+Q+5zdq2V2KzbqERdDccofbKs58x6DSlKhkLmchkiihHNljEEu0GQpmJTP9jHNuCLO6hrVB2TdYuIjuJNV8QFeLDQc94BFZwtGVco3OwZ58CLLfXMO0BAs5Zrl0ZRuDFmJfNFrFkIBmcBGIYOFL5hv6K3jT6Ehl3nkkC9XKP3i//2o5AnmoPuO/tz2Yio0OMI+Bin8yebWUw1qBZOXHSQ1/s0VXAI66HzrQN3IOzQ8sS0/Aa5WSrLmAbwMri3KvzDPBsegLCq8yUU4YbVExQACVlkbPOBydqez83c4dMXHqEKyMKCAEkAhKVpsKjQgbv3mXcBITkHK1jT84buYgsYNM8rfknH4dm2ge3WR30zSSDi8oRnFsqMVgSu8441ih/4Tx/sKBSaJtStT2/BFrk8gbQQN8AetwfXYRN5fywHrn29+Fb1/TjnNdH7D4Arvz3kTM+ukIzpnHw5h/nmUxcgvQb9JX1+5Dy9pQgb+9GyvZ/C51nfMxLJ68O0uuAFz1jAYUMJByAIE+qbpp15X6sJ2A317bCQuSJdgllr/EnJCCmZ8eyi5wNwAvtZB3n7969bVYeNGkoDkTt0n/OoOApvlA8cu/sJc9Erj3MuWolosyPnqndsTzDdkDyW9aTMS0/Yq4tuVo7RdvZMuqU/0VHj54LHyG4Ahk8Z+xD9o4x2HdTmkRfsj0I5a0zl4Ce98IA6bNuRQ0Cc/gaTml5/aOWoP0SwOhN9QGDWSwly9ipEABdPLkWmHiXEu7VhbOn0KsBnQRvUfWA3tsG8QkyazMSGAWtFbgqXQageKF8I8saoI95FODJPAvM5x5X2QfGCz+xHRl+NWgUewON1FZNlNusWsf68IP5lfcRLENVMvgmTv2rZHmmGlCuefbsqZnbY1O3xH7mwDy4L3rc6/Qqhe91rwmUmCAdwAF4BRUxPgdkJxuX8rfM18o6Orgr50bhQjwiC5nn1wCUgHvvA5Ig2+yTXmrpf/2JzpDgkTO5FTS5R99bdDbOgvyH680mBUBPJuuHN13L6nA9i9A6gdeWzP8tWbpkLbN/j68pk4pGE3plzLVf4FcMCL2PNSeQi6BCme+nlEZnWZA1jAXwsjpp9CcCrwxo6KXVPSwRznmC/syyhFTZ/+q5nAfsHDwoebMQdwNGLTfLGf3lH69KO9B2bYZmx5P1TzY54PcAwADZyZB9+4bAMvXzp/kcoB76r2uDKgaVDzxLEuC8EXiBfVnVP+ARYyPDHN0a/XAraWy1Bfb6Gfw9rzdJfBbMoLy+ehhr0tYByfp1PvAa5gtATVl9bUP0Efp0XgVMtgqALzKu6woD/EqAAEFnrEF3Zlx3v2ec8P7fUzaezODyhNpWBgwhm+CvXyPb0evRWewprUxpYEBbNjwInwAYNsB4bR4yxHm15PiA7qzj2ogEcOIfweZBv6G8/nX44NP29qUsOpUpqDKS0vEpyV4/XNZ7W0EZTH0v909d6pwLZB08n2AI/XJWGVzw+Nkzqh1Ie3z20/rhmPkE+6GXk83N+fia84Aeg12DGUflKDOH1cM09wSyCJjWv2UgHzyFf2S90n+aa/mMzPO76bcNzfz9X27kUd7m8kIMUCYa+kXWvEtJcnyylCS2KpY+kPVV2pc8Gfwv5LPc6wIAV2dSjzZ4bathcV6/JBv9deiD7ylnADAJyLsOPZ29x9ADZbMNLNAnQQ9z9QorjPDC/0Bv6Ppv0aEi3wGA0W1MpFCWVd/gLCbjlWCJxQX6GUE6VOnqPmGrpfc1Z6Ug9fevugaYL2ObwDhtC7O277YSiYEjrCd6APqn1fUojY6d9QMAGD6KTVGFUzD8S/6P4ACmQPeDVl0ggCALjqvNCl/Yij5P+2NLY7NU2inNsgWorS6yracmi5k9rjym9ciBIay/W5FiwsLiTr2lyyqP4FFDf3CU9Q/zvv6HuSZfapLB4kzYlKOaWVXwuNefF17+2ypQ+Ki6t+oSyAT2Ap6u38u1+NHrT+NmuZv0hbzzfp5lv4/vv8/s0nCxNn+D+bKu91uaX778lxnAO5BzBu/FSDg5y/9Z9q+L7KovCOAGSOi3n3G+7jbYc/7+7XucAebbQPFyDdZnN56fu6iXMQxxfEcg896PsovP75037ZxBfCG0071vb/BfXbMMaQ9vmeUYcawcgg/n+TotG5lcJ0kOzAB7ncs+myiM9U5xMBrBA3lIwUT87lj4exXoBVjLSLuP9TH02kYlzP7+CEzduR6A0PezX2e1a+7zz2PQOFYo3M7yvf3dvfPt9Tx/V6VK8PgyttMDL+uLYgeNjrPScmEHvfI+BwgH1Bkw3HniYKxux4EfZYjnFYgZQXNxWue+CzAvoLi9K2WWm7k4kdodF+8eYMklEoRzCcPK5zDcNfo3i+a8+usw/m5HMuY6Uqf3UB176+TIhRhKKv5CcWcA+Hyf/V7n073VQcULR0XLtObetxmtdHCs867Ln8adN5olMVkTXZBRVKo0Q98bLtY9nwy6od8zcFildZ65497nnasgwKClHxWj3xHWMPKTvPXzg9ftWnk/FS0dvwo5nUmHCnExlIehSyN+uw4XlPgqphul5PMaIIDgnGvraMn8eQbOoTpUthkJ3yZTqlHEZ3B2+QEPsNzGBRwsFW4UN44qIz/5HMeZZTGkz8OZgtHBNYCaOhRYQ+f7/ZqXZsfrepwzHdgqs1POo/sHfUdBbgYu+z4OhAGUjPhXGLa/xuy5Rjx7YAQXV0ibk0k9LMGpEME3JXQ5wSgpnA1K3+Jg6RkU6GUtWuq0kZJEgKlAbuYENCSd62QRAIvSPP2Vt2QmDkVLaVrKl91QmRfQgb+T7QNgsdFiOHwEiLIWZCrxeelr9rJ7Ah0s6L90pKHYbChoYM4T563lPrsfOqSlJbNvCjD/4GVAivfCkfDdGDA7V0ua/WuwTM+oBCtApEVbOT18k78v54lx1tlGYA2lySw1BRDOOHF4FmiYjCKzHB1sAatmaZspjoNqszKbdZrP2ccFgO3h6VlFaYefG6m+QUfoL+5pF4/1Y5267zo8vac00mx3+DzjHcfy3usCAGcptoLA3rOBHRlHM26b5cX+WpKzcjHvG6DDnkmLrR6AgTpZetAt8mv3jhKyRLK3xFCzEon+zNwxlpqJa8ke2KcVoeUR7FSNevYo/7HW7Fvj+XHGjnUGMHzJZqbf4SrIHYfR9f7vcCCr8Duvzfz4EMCyAUSMY0qgLyi8sqMZn7PGu2Y6Q3WWE3HKvJcHbgbH9sdkFKxxM/PrWJInbuDBBhAsyXMON2J9DXyAQqKYOfeCBIBrZFEYdEG0rwY2WbUxYEIz7c9YXQ1idx9Z23WafKnDe3Ue+BNe86OHPX27NlOXoCDA24KQDcRgp6B3wRAcCdAcWQ44cwWSlV2l71z9ME6RZtmm5Cr7XVB3ytRz5lpWex0B8GLOa0sfWhKSaTDmvkYuL78HeOE58EhbSWgYty/PrJcZJmYU71naDGb+PrdJ8HOAW+cBqM7Zbo9bypqFlLgvpdPaUxo6pZVJzyEl4h5PQN1k+VzWQgeEdCRfIuoefsZYmoU+8gODtT2SB9xZI/Qc9MEe2BvXrALombnjgCLrqirLZBAAekJz9kI2g9PALdeabEYcgRz6Vgto4JWl3XFsNSADEA/ZErqRz1i5gSWmZCvXUy6t2ZPNlsbhT5lAMiZ1kMJPoWXOqT1f8yaGJLwL+piKAS3Bz39532CSI3iB8bJuG9Dz4B5ZO/aShEbhXwLIlPAOIIa90jHgnENWce7JzjJDS5qSX2wPXhyg1QuYXOZrpYdchJzuuuqsYLzQf/elDNNS+g0CyXK2xxZl7arX5qzk+VTYqEE+bW5WPeM67vMkjhj4hEGeyhVouzZBns/YFpA3k0ybbHuxWhlButgWENA9egjzWB4IDZO5XUdW+JlOcWQZ/f6mhD79rcqkWae7KV/39ggGITMDj1wzxwCM5U9rAjIG9s59VmeAXqB8Ml5weOPAg5cCtjIeynNLnwTn+Mz7ZGeUP3t0KDO6AQCeOYGjZghvVMvwOuaK8xL6ct5mryDr4LPsA5lOnwZoZw7QNVno8DdoBl1oKxFoIxMggiNM3YEy0+zT4/TVs8Qw5xFHGD1WPQ/tCd2zSWZa7p25tvxxr5O3lH+TFZP9w7G//cZgAaxvZWzGxfoAdBTkZhDgVfCAXEi5ZWzwHit6jbYMnBl1DwjyoTx1Pvya4AdK8PHs+6GLZjnnIAIwb49GMi1rrw4/3WpCaGLNIIavZ1/eE1xX2j8A4FZEaPCjWWnKGuUm32ftKVNRuxcAqEEsZg5CA0dZb0rIq/tY/UC9B6BkyyFTIpLHv80+WJ7bDCpKZLI89NTE8V4HFePOfkJP6v1UGplA084IHmrmLCXIVy6UW2N7hfm/DRDGvqHj4Yh/NMAy46r8B8gku7VAp+tSHfniOJ4M+iqP6H5xgjZQ1wCDcK45hxV1PZvqKQR+COI3+61nwTLeOiojA+HR2UPM+m8BztDnrwMI3gs/IsDkj9DEV858zjPZapsxQrbP+/BU+LQtHrTvCqatfUgA0gDlBH4wBkpWAgC31UD4EiKsCaIEy4bHtlBAnnUVABj2id7Hua59UT0cG44ATrJUz0He+1BLBPP5tgdT9ydT1oDhxMxkHCrJOH3VsXWi0kZhfR3lH5z9sSubMRpg6EvAy/ob2KPcw0DDe3duwod5ffp9AoAIZsE2Gj7MBNg7/Fz2gdZvxUiUvWamA+AS+MgH6EeA2rx+Sz/XR6QpZrUAcFqOnTLSlDuN/obo+ZBgkQd5XjNx0xeWEt6cUfZ7fTJbSevf/vGPCwBML9U3r+H5oWHsNoDMqZj1/n2Amsniqg6Fvh929vCqGngCAKBZgGmAJwLeks2dNcoQA4oCAqpf30+Py/tBAd8ms7e7nPfK/8YW494tqc1nnDV4QAO/yRiGl2WeDyKTSy955SeihvVjn2oFkGGYaiboJD/dvaqe2Iw4Ki1kQ+F5VwGFeb17m4zO8DFA17XLADHeJbuuNnzPK+cenvuu9NYZJyudlrV3KXMaoK+8E14JvdDPHV9CCAMLhGClL6WTu3f+7//yS/b84Z3nT2/kJSMPlJX6n1qNYXQ+qn+0DOp9bb8vn6gqEVApZ7jyvIC8Y4JvYw9/BtjLQhIA0GBK6LMqS1dp6FzQ/D7ngicXh+Iu6ul/hKboTfphesp2scY/soGolFy9voEfHMGuzSbMC1ld/fc+QUdWH+n6ZAhjCuwtI38+33mdAJJHAa6uklGoDaKPBRC4sg+5m81+kIw+ZM1N6PpJqmI/iB2DzPlCZnUAovec6VzD+89SpplMQMobGAZugC1ld7+BQjBxeEke9A5AP/uOPslXfgoQeZ2yyFvmHNlRALH2dIAv9HqC58Ov87a2buTAp/TtRki9fPmygDc0jC1rwOiDZEonYzbngmAsdoPgdYIEyTaF9gkiePs644tuTE/qnwIAwxuRgB1XeUS1hepwH5IN/kcA1A/vvqW0sz2gKVndKk15kYEKz6K3KXrsy789y9mAxyTILUEv9PVmb8gM/uMbJWkN4IbHco5fv36tnktlK4KZRq6zt4CWqNmJg2lJbmD1p+lp/vX3BKBQYSiL8+4tGcfpr0x52G0Lkntjo7FP799S0tkWHNDX7zDmvFj79oStbu6c+1OqkTlArbWTtFOVR+wDrUJYNyvSIP8IZGoFGehz+Dx3Q/4R31vQHeViIsuhX+T/swDaVvBK//Hf3gbgCmCeahDwW7LW225qxsh4MCUp4w+N2KJMf6q+P/USzjetFChXTfAB42Kt98WV0Pz6/QlYZvLIQtaAvfkj9PYxNEv/33v3om+iJ4RWKBMP4HqvhICcFFDeKmXoVvVN1CrTB8UL2mhP85pN+rx+T5sPAoqs7nA4lHsWAU/DpMhy349Wh9f3C58BTMWnph+F1/tU+CBYZIMKea/9g+uX8Ixe9nXaI2hjWIkE3QDZz94AgKKP6hq0JDVlv3kRQGugfmReNlx9T7uH71I5AJ8MfM/y/hwqzzAVcKAbfBOtkFPZPj7JjlF8C5qrLtzgtRlP1gaf1aXlXvk7QZMEmYzNdCqf3rFiLuYZBUerp+S9+guw5cVN+n4zhLH7AfANuh0PWM9eq2+u4jV8GL9jPamX6OFy+9JS96366uhNDAa/OHoNwb+QwgSgcv72LPJdTP36Lzh/J8y0ATPYzvluq3Fd5Ju02wo3JaVMEP0ce7/G7OJaBme2B3B3ko9uPaTjHAZwBk229HO/cxrU3uf880cA8O3rzqBPjZUZyw/vN5/fHu9fPeeScTCMze+tEvPnJ+BoP2fl7uNuZwD/FYj457n5zmnY3z1/6ej8ebdtDLad5zk7oEp25tCa5bfWawHgXdPN9OUynC0dC4b5Zc/nlwIfK2ChGRX1fZWBjeZWzGU+Wwfvd3uOwrWReeP81JGvU7PgyAkU2PLJZbrnM1Kh7vdcB5mW6ymQewaxeL/r1PU53Sjvn8tln8HdMwD3IwB4x+qaH/esmMnhhSGds5BrxGhZfQ8As18T6X92wHLLc/k4QUVBs6WJC1MsYzXr7wzyrEO8rv9qLZTAGAAQYxhn7jDWzQi9ZPCfN451zb91EpcOxwnJ+zhMFpS9OLC5/hRwsLe7faaP5uqWG9UprpK387vsZ85gs+zKOccJKAGUce719m4VoFuwdNdso3u2tNqek6XBdVC0zMXQtSU8L+zwQq+ORefUKqqr+PF9laalDR0KZsYJCG1Jqd33BRZwHBRwm5efT/RrJzJO6suQavWoiLVMBfde4I8svIMf4Hiro35KtUIPLT2cVyOfmxlGVNpxLlfwHI7wPX8H8Cxh+xznbZnXBZhWThw0ewDAOn/kMVvW+yJXwlR8/gEkmoGngdLzrk5p1ZPJPN61W35mqQwMJZ+FgHesrhsO5sM4N5CDZzaLZNZPoHh6Wdap6PNbunZ4WCPz4KN18OuoL7DRyFQG+X3ZWEDPZtzkMxQ9Sq3IC80Wbfmu8hLvoSOO0ns4XnFAxZmEGpK1JiuXNcEBznc5Sw8G0PeYSIvyOVfI0qoqdTpSDS44qJ09tsQujloMBZw10Adnd/tjcg8divI3zs7uZe+PmCgP25KpF/L2+cOzS5vwT7LVs/E6YVF2D+C1c6gS7j3Y/5bMGgO7AHjuw9lsZln1L89cx1vHtiDgKuCN8F05NvtdB1McD6VPAC8CS4Y/sZYtEU4prjpIjmxL1sveajiFBMsXaN7rjLhV4aZf4MGH3Bu+04ChvHA08qbnT7oA+OH7LcvKNUQYR7GGbQCQ1OCo0wyjYsE9gwKaWZZ7mY3lTkMnZEQQfSjNSi/NgEDuZDoYMo3GRgGu05Xzlv9jbYeecMQxxs30uGTPD2DczAuA+dKT/KIZT/D20qU3AsxyzVxDnBjtBdvxGbDRfmVkLGY+GBt8t+VTMZDgYUNTy0sxaC3bvGV6WeeNFrWc8EboLtAIoFCnPrSQ/87Z3R1ohosxzbM2U5VMFsbaUvI1JJBrXa0BgAWtIMyWcMVhkPXHsLNHJw5LDUUzITybWyZ2z275RDIyWiIZmg8nwOlEyS1eXZNarThU+9Y4SjiLnAuixF1Ty95pfOyZ0LjGIDDLsXytGaH2sKNn5FaEsOdXnPA5HzWYeT5ACRl52XOcNThSty8bBi+Zejzb6gkG5uAQsBwb+6vzDOd26aL6+VQGACDJ9eVZ0+On4x/58y6OcZ0mE0BBlmzo6brZfTii7M9m+W6MRnrM2v6iQNPooRvAUR1vaG5pmu8uWN0yU8m0aZYMjsfQzJaiMigNfmB1jpaV7P1xJgaIq2yypFfPPVm20AWZNIz5+qp8EwfY9sSFDwMMw99Y5y23iy7GeeIFPeokxwAf/owLqfoHjjYYZwCDOL8AASyPKK+nxxLAMA4DMiWa1YuTFeAOoKTBBNCF8g9wDUcyayIQrb7TI9JzabZkeSNyZDLq2PctMdmznLPJPG3ZYB8wwS97tfOvwFh1BqhDT63Z9PQAo5x0Gb5yAz0B/pXPGogVPo9MEezFoStoCq3UMZLbEbOA45L9I1uIsq+ANOr0E6yG3lEnsyXSrq7t+7lZ56w7jmbOGePiDMHDcDgi66Cz6xvK7yqX1AeNhN9SzQY/4XV0jdrDLBeWZtbBE+dMHdAZP5ln7bOXeTxo2Wf3Wfm9NhQgzGZ0T5/a0MyWUzfzO/wstAFNP46DifW1l67ZvgKmnB0ybiypbcAb100fWHhRABDHYM/xtU+6J7hQWa+RcVsphOstN7rX65AxmMR+aJwb9BTPHo5Vdc3PybahpOvj8F94A3yjVRQa7LK91JE59lDlfJGtUb1pzkcD7QC2oNfsFd/lJ07SBpNMeW6DmQSKcSjDW5rZTxBVHWWWLd5sCvscWw66ZzL7TP9czu1HUi7RSQigbKaEfYgLGnIOShsC7Ou8g+qhHZaALGKcfTigquuzusiO0ZnI0CWzr/Ijy4e+uSUd4UOvXgeEyZ4DYLNHBIZ8Cr9vIMvIt3BngVjoFecl/fLiONcOtL8k+woYDODIdaxHg4yQfwPMlo5y5lZnvx+Aoj3mK5ssj8xDr0PTOAp7LtBN833kR2PakHQ9z9pEh31QPKoO3vYZ7qYaAFuQPnvJ3HEekg1h+X3vAwCsDDWIFVmGz0f5qYNsq0zwe0HCCQY0w/pw/kGvDdQoUJ/zzz5WnssPNwAJnoWMBezhO9AagRLQ0vNkflJY50Mc+A8CeH4l0yYBQfAZZAj7C2/iYDzMGf0ah/k3MrlyI4IaRpUlgbIBLR8ZL/YDAZLQCxmHGVOdpwDA1QftwYhTl3KgTwLycM32FUTOLojNvtjTk+xe15FsOM4DMcXct+X54yFHrjO3lrEcPRZZZwCUfJlerDyfvaRErf7J8IlZe+i6FJ/vf0jpZxzu0CQBs61GwJZhm9XDz76Vqfs7NFt3JkEIZsBGpElz2Euc01xvqVLmDtHpb4EmyR6H6pFIv6Wf6+NHN/lezn3W/JqMT7KlQgM4ysnYonrBo0yE8/QxNPUhlTPIqoV/V/YitfKT4b19k/KtAQyq5wRUpKzoixfP6qfpmmJ/5j9KQ5PNuTolA78XMPfhE2n08yeYpNnUNRcICAq4Qezc/fsBzEM/8JObgHK0+30XYKpBo8GB0OuRm7yY8xOCD0ZH4KzyzKsbACVsC85NRpSf8JyHZO+CJWn69cXe3ss40K++BMBEx+xkc8WTK20UMgH5ApUY4PdPU74XGuQythpgCtmO2vSw/amRP8lmTG9oduJrgDf28OW/5FlRN9+8IWsTec/acoXy4wn+FrLseSfP/C//5VV15L9PKfX/51+p0gWfQa44zjrn8w895Xl6y3KG7t432ePLJ+jPbD6Aa3g2QKNOdfxsKUv8r6+bOANo+ewZlV309bBIVCGAkFrOmv8ofwoNUtY577cUNrZS5vGK8rwB7y/llvL+ddbvQ84oPJ/x/vx3SgVPxh88Bt2WMxvgthnkoXfKS8cPcAAAIABJREFU5NZUxm7aFlm7Wax19AmA1AfpeU0fzQYghZdATwybgLMGdmVQL66t7ENLZM55fSeA88n6fJVsb8A3e2EGEE05XNrrFkDvKgAiRUeD/yQAkOrmbRdReUL5ZPSU2LUdG7I5PYLTU1gA29Y6UFGD4rKWT8gMz2AAQAl2AEAq2JtrtjexbjQBF8b/W3oGc+3f/oYOA/BqUPTTFxXBpU3292v0YMD1HOGeP/gv63kTgNyMd+ReMnR/A716FP4DkXy68/O/UK4an4WZwUnA7Zzv3CPg7HPoKQ/KOF79muoFOUx/I5M1a47u1F6p7cstsMQ5ajncbwmITOY5491KcOh/9GkuwIiulEdAg1fX6FsJ8g0va4npZp6SxUyQFT6ZKrfhYU+q7zPft7Qk6OGzrzNg6AYSIw/ku9I355z1JJBjgwpqGuXZyIk3yQBvD+TsPzHtrGnLb0eGE1z4pK054NU9Bj0X7TkPr8+94an6Um2ZdJ0SxvZaTp/rlNd+l3NOu5D2Xc26IIPRf6EPeNMHsl/Zc2QqB3cSQZoxCniHnMWmzcMA+H/9lQCq7HN7RKuDvPrtXXkv40RuwS+qg+azinB4DGc0PJaeylRYYG05OwDALR1OgEvnc7SD4vtb3QQsHBuaYDD0m6sbgnbLQeqbNVGH0ut+/wwAb2AZ80B3ohIM9+aMclb0JTIW+/KeAWD2G/79IHZ2d7T+SwN/z5VJ+Yz1ajBR/QnYMNCTvmf2hFczlMdHynUtyT0qE89pQAeZ5fD1PKvBdq2I4t5/THWDnp2WlYa+rPCDvtjAIb4v0fXF3+XPo/exng/Cf9EbkBusp4Fm8q4G06JOUAUg34emah/DcyHLrH19nqpmlTcQInwdMmp1TdYCGke3yd5CA/AzTEf08q5jZQf6sgE96Cb1Ic+9tS/m/lk/5EtjYPKLZ8sX577Z07m+4DNysjJNXa16Inxq2oLU17o34KwNPsSpxZ+3PI016Lj7jxnJYxoAzThzY4bB/AnI+OndRz2DtwHevjdo/g76DOr8e8Dvfn/vfUydtdNg3Z/nz/j9/Hn/Rkn5Dpg5CGXHdPsalD0Bu9nxech3m3Dc5jKEI4O4ovRPYzzKs6mk3gYaq9igV0JcKMGz6bx3fvbtOV8IY7573g8+23vt/XnvnPXbUrtVqpyU6ea84Z3X+eCcfG+Nh3VK8N7hKJ8IpY1UqsJxfHfns/caP1qv4fcFgBds1ViKoT0hKQvg8szbpZXPa7HXHaD8HMRBBXTYfv+qQxtDeLIfnb/09iPw99hTmL2K9t6D5y+YsECha8/hxYhQiO78GdaCpDVcoYEhwQJFw+QudJvPd83XMS4ALP0sHfFzy0oWwBjFfQGVHdv29t0zxFgKKkEfNTTkUHW2zWe7epAFjLuZXTCKGdtGSuMIMWvh+xU3Ksf3eMZ+d+dYsOfAOcdhooPyyO45AfoosOgWPT/fR77sWJsNi0F3KjK6wOrStZnGjumgKZ0120i9azOZprf78HpWUIA0tNt/cyZyvqfXHdx9QVx72B20uXX8+S731GF4gBSlT4zocPBGM6HpAHQO7V7WF1CpRtQKd382SxFHTf4k43cziDq+KnLGZ25fJzMUAX10tjXJaaZxPs/Mwd5n8sQdhz8Fu5eGL/tz4XueKf6jvFejweoY20w7GeOeO895lJXMxcwLBDzPJYhhHDU7htwXwck3zrzJxfAiZmYWDgArkf86tHmhIAiCW5JLPxh9byZCsxMcuuRZrC17kbeNEjtA3DrZJ5jAMa/jScKv82kAk2b8TIYdzIuxl7Y4d+NAIwGp2X1xdi5QLH0A1BHA45k7yhrzt2AdSuoGpSyAu7TXz6PsSj/KhX0tr7PPWQy3Zh4LRC9wTAmxdV430GHoeMued649t56xpaf9ua0MWMs6EEODANyeBYEsS57OXudv+0+PJcF+smZV6gR2eD0MvbcHel445FSeD3CQ98vTyXwZ2VGa435VpgwQEExiUYZpT4CKoPlxnuFPKK7NCkHZjYOPOW12Hjde+lg+ur17OdPM4TuQsXJTnl/QBuMLnl0KNsgG+dlSrdWHiAgWON1ziaOCbE6eDRBEht2uAc8UEFcmQSobUVujuQuk7CZCu/28G3KA/ODsoZGO7K22KYDxiOyYORPFmeqYVo7gRMfIX0cogGkBSq4beVDeknuZzUsZaoHOBYB5bzOA4VsAYxi5Wypw6bf0BMiYNxq4kJ/b17Jl+zJnwCCeS0lvz10Mq1ho3beho7/i6y0RPXx5AwjWWGTp5H86eHE04eTD8EZOY5ihI2hgxZGBY4Q95l++R8bO9kRXrz4Cebi+pgYZwI2iJcJVmd5So9OzF3pR2Tt4dPce5042BmfHBo/ZT1oQmnPSsz6ZTMqa7mBJgoje9sxdWTMy4JJJmffJpiPLk3m0XGZLWHsuKXNpGSmjgofMcg5Hx+IZ7cXHvO0zpzPBQIy2EGA0ONE3q45ZoifjFKHsJRmeccAb/T6l2OKEgE5YO4xXe0vN2jRKevXIw/AkwwqCpQQykfHVPSBWyD1nz16U3BMHjnROtZStJsASfczemk3uGu/BQj40qz330ahGMbGUKesLyA5fhj+xlqw/a8h6NtMxiwJNrd5GL8JGa2ddLXEuLy8fhie0QolPX372OM73+zi9MwP6o9XR0WAyxwKIv6WocUJ7Niyh3qy6Zg8ItLMuDYYqmVj+denLgDn5oc4QdW+M8o2C5gzSB5B9WP0UWSBwKvjL9RuwYN9RncXcsxnt038bvVrC8vzdJ/M6zG2N8Y2EZh1aNtnVL+/nJS/HoU8vc1SurG0jXQ7awJguAFm6VW/bwIvy+Vyt085KKdK6PbSeBkATON0AWJ0S8MWuUXVK7SvKvUEfrFl72HVqROKTgUTAheXQPgGew+vohz37UmdHF3z0IeQEOjzyjXNVfcWSuD1z8HUqR+BIyVrjhGSMb1KGFBnBeSabi9c6dMqbsO/izKGfJw8D4GYOlDOzJ7iKJLKJ+QHAGVBEtqcAQF0n1Xtw/qB4waumYkz307YS0pb03YAiHDIF83F2Es3A+S5KIY8laBDdDB6XdYCekGHIz9ppK9vLf9EP0H85V9L26g2sCXrC8nreb0WAZrhcdb3QiwBOSnr5x3oxLsbNXAGTAYRvnl53nq00gc6NHPguQAmQOOAfIBKVAnIW69DPfmiTsIf0xIu8j+LD+lJykocCbPOCFprtPCVGv2YtAUEpH762IKV02W/LsFqVQL1wg409EdUzAZYj71g3ZC10AE3zGXyJcs2tJJR9M1M8tHLSR+3DC18eZ2DSyNBPoZ1WephMFfRJHLPavhWeLfn7nnSv2fO1AxgbACvORvg6ABxOc6PSlK2ILdZk9xOVsDSQecqPtOd7h/IIst4ynjrGeb587hJY0aBtry0tSFYC5BBlnLgFnZt9agAjVzAfS+wr4zmWlojX6QkZvgtg/yRr136fBR2eFfBBhtH7MdhJ+fj79LHmnvS9g2cQGML9nwEMTMZsg9fYSWziCUrvues+oGdDS8gVdBGADIOYHqSUJdlkBON8itO3JatDi6XfACh8t4AwmeB5/u+hfwBpfRE6scm40w5BT2T+9g1lzj9NT+BmwOcZ6JQv//a0SQgEzbwPr/mQ3r8FTgOQwlde572W86SsbfkpWWZf77wMYNoqOLVtDRoAeC7Yn/WgPyp8oL2RIwPIAL4T+nifayoD4RFkmgLQxrZpydiM8du3hwFqAgbAc6AlyIkfyKyW280ejz5jedCULA3Pg65eB0QoQeT+nCvAqlbNic7XvRiAkmWBH7x7ZUCe2gNyl3/aN5x5QOJvAXYaLJI5Iud4DrYjekD7/eZ8fAndAnK8DMDF/JGB7F+zVtFTyNzMmlo6HzsMu+Fe1uiNWuLo38o5hoFtCxj3pAEYX76QEYt8sKeyOgSyWV26ga35DxCZcaHfvGVcBG+QAUzgGhn/BMwBhL1K5mkypx88jmxpBp2Zjn98TXAUn6dENnyk1SYiR65vnjbA52OCAAoAuloBsehBDbDomb/bgKPI5huEZ/hospY/Z50pYvAk4BfzLehKT86zL7g+vlJsA796c/Yq2wM/Yn8IHnqQeT4LGF2bc+yI2pE5y69+C52+Y/9CE0FAf6KsaeaIDkbGfn1hXdtQAayD4KUCw19zdslMTF/bCSb8l+cBDPP6mn0lOITnEViAXUv5/S9NHab6B8/jZiPnsbdgqpgaFazoTakogD1U/5FBJOhbzJ8zVxpv5AVhzXcaiEBwxa+/vu6eVt/MmsMT4LE//3xVHkCJ6g8fXie7GC8JgVdpNdKAuuja0ZdZs4r2njXmmpLFyZK/ynnEp/L2fUD5BFJAl19Sjp7LPiVB/WMCGLYVC4EeH5GzoTv4afuX579nkaHwEIKcAC/xZ8HfCICgqjp2BiAdMuRxnvc+tMj+XiXb/uqa7Ddk1XX9ta9fvTMbMbwGwPBxgKWPH35tcMp/999Dd3fv/Py3IN/ZJyuo3b3z6z/I3J0S0D+9b2nin+6Fv2KnpEc1WZwaKinhnr0hexVw6ENKE3NmnqZH70+jZwvcUUEAO5BgWIIfqkEOQAyvTV/orB2AMfIMwHTlL+DfdTM+rYYGFdMyBdmhPYzvhS3QPrDFCJU14OMjv+Bv4+JARr0J6KrPaBIDxv/SVnLsNoGMBAXkO/AO+nvjnwKlIoAXObD2GrKBNhGPM8Zm5GaNuD/6+t///rS0DQD422/JYE7UBkDhowS4wD95Gsfxl39QBcCqQA3UgZNOoFqDd9OjG7V529nxPcbRoJQGLDg/7F54E3oa55aeywRncDbrh8xn8NabGwJ9egT1u4V2X7xMgEwD2jl38FcCiA2mgYc10CoPIUOUyiMVGzkPq28R7NJs1+wxPeN5QQdcCB1r1yF/oGX9wFY0M7lvKyCxj+wd/gMD41RX4PdtRRT5eJWKIQTSycewVw34WXvOJAH5/Cbh6TmFlwC2b49hAjvt9c24AWuxecxExe42kKt2VivW6DNiDapHov9OhRZVKoIeQhu0Vh5fMSYY+oQVPK0exxkxANwggK4D/qb6I6zeVX8VqnPW4EvmVp82+l347bbhYe6YDc1qx6+PrRj6tmWjmpvuFAJKvt353//XNz2j16GLO3fDP+7k3OeyL9hfEASiCnnXcYmJdX2zZozb6keru2pTV7LzHWzVLBr65k0qUdTnEj7cdg7cJM+waou+P4NSDRzm+6XhfAa/2NZH0NskR2f8GW8+h9/XfsIeZNHxP4MFtJqHbVWqasy+tSXCVBz56f3nfA0HeRd6DIABXM/OsDPA4R1lMP/s9ddZud9/r4cRwtrnz8/bIOg+66+uP49lMw53opcxnx7dhT891z2ZE9RoogFRWb95//hchb/rcGsZzvfdz0b/HAb95+8cc/O3P2ejSljr8N+H7rjKdEZp3YjeKgQzHQ//7NuM9zzuHd+Oo4Q8xH7OcF0QhOu2720fc7o/v98GgHlWMwJOALBrp8C5DSCdD9s/JbK/+JDvLwC8QCqXLjihUusc/z0AuLX4AV30XHTMMlTMSI2j3gtjgsM7Cy3j+B4ALnOYs3Y+U0aRm8mw+3+hrzK9AwBuv59bIGy/k3sgJHGCrBDasSwQcAaAz1nYfL89gTOGLcWIQ3LP2n5uhsuCbhLSGYTetbyAt7lWw/s4JDtXAS0Z3Tmje9fF+aNMnr+759O9PN9XUtDRxWsB3fM673qY+bWAmdH60vxx/+7HgJuW8FVpcK21oC48c7SpFbBGrB+AEVM49wa2XCdO3lHgK4xV4hfIbmZco64mCh6ja5biAmKVlgQ8FvBlqREUXY2hqzpZ6xjQ8dixd4yCzZal9qe0fIDd6/jd+/XnhYYFCk7L1r2si2UGu/yoijtnnXWcYIgzj+U+jXKN4GIXtrTsGjb1zxT09aycHcztpzhrg1ja+RcAnn1jvXUALQBszwv2ZZKZ6jhstl7PskZ8aQJBXADMyOGjjKzOHC44y9GWnsTBi4FaHqAxw7V1qONuQMmZDOpV7ktfnAvol2CLOrV1xPHq2cRwI0NrHLrlt5loAwYytgJvSyc43Jopa4bxvjYDmL93rv29JU8OYLaO6wGASz95pnSpInnO2OX5h3xUPjTjBwVmjI0GzgyxNBMzz1wAzNL5jJNMpfVQoOwnKycgFetemuJLA+o7fiJjMcqz5mRxzbnG4aZz1wyS5YEYxjobDwDYA8HSDkI5C4VKu3SMU6OPn38orM2kIoMS+XtZ3VUaJ9ih66q8cPDzjzMLPWVi8N6joocyZPmYhoGZQZYY70FwX3pmlfPSpxGtcCnk3xoVZHBVsYUWuB+ujzoiBRPrqEHOhDV8rOPMCEhBLEt6eSr5k5KVZFBmbWf8PY/5CNrA+WwGeUBTxjGBM8vbMChryGQcOBYAly3zDuDFfckoVZNm3vCNAl9TQaNbBZg9DmP+ZiX5Hi9LQNtzCJBmAWDOBXwCwwpa40yQzcE4DLgy658Xa7cl1bfM9DqQ6+weOdBn5/vQKA5SjCIMujrria5nnEQKM0+AJuaWez8s72efdZbtS7m9gSbShr1i5VMYfBvoAZdo6a2eS1cB2l8j0jJj7ClrYZl6suHoJ2TGr5l5PJ/7VHaWcfB8GQjnHeNqz2NlfebOfgBAP+BzDDwcxaExdAbA1joeWc8B6yufKsqPbEWo6V6BR7KO18BT5iP3DKQRIEK32goSHVf1RkpA68BHBlqKmRNrABvy44943jBoK5fjIBSkm8CyMeigg2a2xvEDvbyPQ/r6OhkoGbBAnuVR4aMGaFDyzdKTOLYKE19sIQOICNKgJGyzy+a8E7UMTeNoMmhi+6ubZblZkjwPkIk15D0A+p5fVgajsdmbAneUXMdoNOgB+op8gzc2E4ona1uxqqXPxtaYkdz1J8Aja88zSg8FyhcU3F7hAHD0ELZ8dnsITsneGtPlReMAmnNBdqllfVOaOAAG56UZq5RvLp1SOhm6OkofI1+Qbw2KaL3SsQvgE3ViakwrN9lr51bjuWfJnlX3OeeZHIa/LRXg0VOdI04I+rxypOxrqY4H2b97J8D3Rz6kl7SZzcvV+Sltqa8SxCfftzc5fMaIdZaAvW8QVPYFEK4ZEC3fqp5CxiTrhi62oGP5bBwLZkR+DwDj4OGMlseFft0HSiUCaNAPDrq0B16B3glcwkHZM90xu1cAmfDf+9mjrEDXsBm0BGNlvG9TplDAO+vYYDLsEqtQNAshjlMi0+Epzeq7Zn44cALG0J+7ZZrlN1v+WkcqNIBjRmcKL5y9VsBAkqAbqDMAOlKa1ZL7H6r/0CajwUHob3mu9GR1AfnPVoyRppSZgpB3AY0azLRgPTwCWhQABiBh3XiW9on8jbkbaAbATeBQnpuUJsBnely2B2Ze0IIBfpSepTSogR3cs1UR4L9Dn/SapjccMoJqBMgH+sRiU9K7mrWwTLPZh6W1aXlRfQOAcnRp6IxNZx04T3s9BM55XZ21AD2VZ0KH8Lm2tYjT2kxOwdQNRGhVA54PSAbL4nw3+xd5LX0xdvgkAAq8AyCIF6WeeT1qdQxALM8yWblb1aCtLdCJq0sj/8yiKz3kvjit7rfsPWdF8OZSOSQ0si1s1BN0+ht0S8/q6IIZ4wPK4WJb9lxkDLkX+wrtt/VFnnt9/SzfsSxi5T26VECcm+unHUtbMHXvJ2g4wGlLmWePydy8CzAOXQRYraM4c3pYWU67hQSqNXOcqlnIbWicoIo4WimPDF0B2mXPODcoT8+fBwDO3D/GW/o0ACMZj/Dj9wFecPQ9SlYggbMEhggAX3UtAFavky2FwkbgLJl22AddZ5z1CS76KfsHzVpxgmAiAyvvJ+Nx+1DiUC69Uho+dIWMgL6gNb6HA7rgFs7srrelz6lOIm/B4YruldKtySSVB5h1BM/ijJg9pYP9+mrmGz7W/rRUPgjI8jpZsFYcqge5vPqqpe6zHfCKBt8qdzkb8pyxtT0+7bVKyXVKq5PR8yHragAReoQtLljURy0TSZpSQMgAEt/KCwwgqV7cijTJiAdt5fnRRWy9QF/onIHcFwCT+wDg7utjStTi/H1SHsK+pMwvlRU+c41r1GDosbXpNUkAGsE05LGC8QEuAwDxB9lpW84WEJggAb4PcIE+ytzevCEoo0vWig6tsNAKEgIV6AtkNvN69ux5AJgA5uNH4h4QIc/Hbn2bXqUFALrW+RXgfXRM9KxPlNrkbIfPoqtANx+yj+s7gn4ABq8DnrIh//p/vcp4nqR3KWt7+G7e0584UyRgi3nB21n3q1RDAUAE2OM+5dqhIWRT+1IXOEiwRwKg2McPv5Oh9+3Oy/Qexi67nwBAgJ6PyPpxdm/QSW2VMSOR17UXqy7Za7NtDBh/eBKtHwAwOTv6dqQLA5kDAv/r2/797W7GzX5c2Sv0bYKsKudHN3zY7O+7yW5MM9uM88EjAokeBjiCfz288/dnz3o9/P1DMqABHx5lz28CJH4KmEkwA7JKfxclWOVvdyt3s+8T/E0wAMASrSwITkZ2AfBSerj0i7zBxVC/2093XgZY5bygv/zy26/Z/+vy83fhSewH8pgggwaEZEr0lP752U3oCrmc89KA3Oh67cXO2NZHir4TvSjXtEd2Pvvt9W89e/B62m2wOh9Ds8hRAGBW9EV4IOeEUuiMWx7QPNvqO+hR6DvIJvph/57z8fjKNim//kowUPTryCIqA5Xfhp/DzpGDH1I+HR70IeBbAyRZx9DydYIlPr7/9c5//I8vW/L6JiXxCaS+d9/EFeyoXxMgAv0QlAgwfENVl0z3Q3uJAzpaqeb3b8k0TTBA9Vf2HtlDIH0PJmdZO/xtMp5bSaHBd3lGe6XCQw3uRoYRuPD6dQD0BORwrjZAnLUj9m0eIb+Cx0xfWMEu/Y+12asXEpCBTX5hUQevin30Jv24ocNWOCroyW4cyTwEcz17ThUV2gdYzhd94j5lflNZ6DOBKrUfsAMIgiWYhWoQ6luv0/IBfvn3v5PZbyY3ZcwBtmyLg5yZhKDQHD2mWXuCIQFdAXV5ZvWU2lTwbcfaF7ycksKtSiAP5BNk2IdUNxoTegJTCM4bEJhnnABg5DbVkeBnz9NHHfnBjXh2Y/0iux4nMI/9Kj9sBQbbrOivGX0Z/bNg9Phjcp26uf+YxwLADH+gFm2y2j3q1z3veSY2Pr6KBYCR3fUx0C4g8oIAUXpca7VPBYfqkvoxBcr1yXE/dDEqTi3+AmjK+OAlBB19S9lw+wnbtoF1Zf66sLxvl33Wv8Ge6Lc53wQzTHGVBqRCE+gtJsu5LtWno5fUZxBezbh5NjySez5Lb2zwfvUKx7b/sOusjCQAjI1gGwLpB3paXzffRf/AF6RXjA3AKgZIjf/g7e93/vP/lso5CTbgc319YEcCwOgRVi3CpkK/ce7Qvf4naEX/zLag4B6vX4dZ5rX+9yZbAWznPLTVwdqVjSxSd0L/NnnQSgk8s3K3E09QSQKaal/mv88EgoUoH9E6sBUS9OMTIMmrLYqw++t3sZrgt6lAg+6yvtBLBvBlR+eX20DIfn77/f9aEPj2/fd7f1liukbpQWj7/QXzFoDowiOAc/0ZQD7GqUDaF+tTImaZ95dbg1sn2Pffc2Fv33fWez67PcuRif2en517xp7Hcnt8RtOidMlQzvPuOE4OyL2mHnKewVpcIvuOg2Mvzu/Xg+t3Due5CIYd1+/h2/d3vQ8n9TH3AkADPO2enNf72CfHstf/aL1ZuC3NeHvPzve+vfK3AeQd73n+Z9Dx9rO5dx2Qs87n+fTeQ5p73zNgvzSy+1Y+kf13/XUoFCCsg1PCOIDJKSk77y/4oDPS7+MAqFwYbs/9GWYBoxqxZAgKJluSQWCvpVwxCk+BG3t/5otSxX02Q/ScdQ+TAsCCQe3aLP1ub+PtEXzQskqm3xmgkHE2qt0XDFHjbcC2vLfZyl2byYC93LMRb77cfxmfDmYd6suQpW2uObKPFjiF6+7vAmw64XdOC4byt70ZBEt3Hw8A2PN5+zn73gLc3LtAY41ixyhQ71wWHL4AwNBL/Q+u1b7P1iHQzgDEOtV3Xc482jU2IIBnMS9Ly0rf27OXz1oaGn7Dis168n2cvctvofsVyLteZz5dOp1/KsEDROW5zbitksSENXbYTcciUCjgSmeRY5/rgGw2yLEel7kOQH6ee89W5xsH+QCOZ3mxvRPa8yz0h1GEEnFRttpj0Az/XQfOVPukzllr5HvXSSejvV2PfcEgaIniCSTqmDi3Y7A1WrYOKrOib8vVlvrJd+jb0IzdkVs47pa2nBOBSNNfGEW/5UvV8stXs84YdzyjfAMekL+3BzDXtefbrHdLZHPf/LeZlzrZzUjtHuT35WE7FhS+Ao6nQI/S3jhSFoQr3c7WNioZvlNHvE5vgdKT4pf9aY+/Ap/ST+mlhjXEdRHmLatd4BNH6jhyBBkBZKQ7HHal/8nY8DyTYRDFsSDL7rln4EvLEmr08LxGfWIwV7ElG1MHScdUJc9ztUD30tGW3VknCmORNcHIl5dxdqRk10Aa7J4BcJRv6By+nKMexr3WkoR15DZ6Uv+OvUUBATEindcGSKzSe8ni73PVpwRSlYHNnGddcSSGvnScof/qjCRSGE4FIEf2wu4pQCfP2zYH8gfnVYV9gwQqk8zga/nmlBUqnxwQxT72Zoi21E8+27PLOBgnfLrXUy6pzn8iPzmn7mHpGR6TMbRfYX62XGHXRlrkjBfELS0eOqh7oHMQBwR/W0paBu79OctGgZoBjGEvn69zp71uKEVn9u32luyHKPsnfauGQ500ykecuYKqlJM0wAPwAGOpmfb5r32ZGwA2pU4xaOg3Gx5jCSf21rLD5cW5BxmrPB263LPFfC5l3QF+oCl0iO4zJayJ3LX3XQ3D9sOdUq5ZhxqRLVEbJ/bIOEtyA4h3cs5VAAAgAElEQVQAxHC9gLAlggVKVsY1AKh6jJmJ8oXJjB+9COKu3BtdRrkvTzgC51hvykDKaznelLEky1FQ1aAC19jIa9YI56ytFXReC+5xniYYZ5zC6ABkum7p+JaIJ4sk1/J9HGi+lDF1COWa6wJmZHHqHDjAnC2VC++lhKlBatsblbG1Py8yIMPh/c/5nLOG86OfZx9wynNeMa41HjmoApf8w3jGycH7j1JesiUx4/zhDbKL7Dl09KPdM7s6BNcwPmj03pQhL4jYtYT/Ka+2H5agsgEQRJrX+Mz+2nLDYIeVNerI6ICc5+kL3XOJY/ZD5yf4TUa+pUhxxm41CJyNW52nhnyDT8hOx1FN4MaWn3Uv6enb9c379OIj+6j9QzO/PduziQYjFFRW+Wff5RXqMuiq0BCg4BeMc0p35/P2W801dXBX1vrddbqrj5iNWn6cM8uaA9JUzQhIRSlJIvFxaMnnJpiLMwAvraPUzGmuu/STrfwQQOfc2ksLWidYgwwYaZ61Zt1xMpGtQZBJz+MEfSFOmBdZSZQOhrfWmZxh0AvNl/1tET8NBCodIZzsr8t7XbOp1MFn9Nfc9y3db3BAgfwJTqwOTAZqgjlaqg2Z3ix7aEpgr8FQreLieW2pQyh6yJ9+sFuavOcmY0EulgdNkKdOKcF89oxsJfilc5H3E+xFME+DgHGyjNNG0JrM3G3rwljJiFYXW52Tc9qeurmnGcLoYoBuZC4r26DbtRsktXrdRjdWdgBO9L6Us69+CChLJQEcpwCc6ZMaZz69U7vvBVrQwXEE102Z7+qQg3eTMdXFyMse8GZbo881ux8HIiX0M37OEQ69BhJkfKwxmazNmMh32uOa3oP8hQ6d/wAw7KutrfQF56X1efrv5ipe+jz+dTIB+6JHMqrNBF1yGaO7V96ce1VvYI1t51D+TeBgM3qVJ4DmAKEbfIJzF+c/5+Fe9vBxFsKqLhlJGECdiJnnVUAcHIQ8nz6ftqhQj4JXdT0Yy3ia2wd3qgp51j1ULVHegBuDYACaKcHdns5Zs9Iajrkccr4CYL+BcNdP48zNuUfGf4yDmTXDgU+mEOU6Ad4pZ/khQM1PgP2ALJFxX6LHEGDG3JsZQuY41+T7AAk8GIcs2UwtWRoQ93Ectjij6WPJ2hpAagAdr7YWqe5r4N6bgBKej/SYTt9x+sVeZ83qsEZOp6zrTTOdcv7rgAgInnNhsCT0yD58ioP9Z4MIskhPAFYAh8MDqeqhXIajwBnxZ5CRHNnULDD6B5LlGx4Nf0K/ywBx6rM3yJXHKc25lQO4f53Q6PqrN5TWfw+oAWCX+8fZXQCVAFt6M2ZvW3o164+dArDG9chOHOMtxR+Q7zFOdKg6b6v3aBfua0t1EhRWh3L4G/ySAKme39Ad86LcNfO5eRogfxzsbwHCKy9+Khi2gXgFfNsPHFlr2xDAsffJQrt/P9UJcj7v0dM0Z+Bd5AVZwY95XgYpnaZsb0rUkkFEwIGANnVJ0cl9HnsMmP+YMprloWtnwBtNgOAtno0caaCbqnCAvtfp7R1Av7yevQ/4Fkc7GeU/ld4YP8BZaB/6wj5xNXLNu44f/l8bCF0AWRn72oBb14vysJyv8heqq1CNKfN5HCCEtXjx4nn3ld7DEK+tIOAF9AP90AA/XjyDsRg8BE3IXznntv0CCLC9CWv09s3bZvf+/PPPeNju/PoL/Iq+sNxvdewBCqrHkMGbvUEfeHhdMIqFu/dAEBH5xf0ftuw3AU45G5kfvgPu//z50wK5BAdDH++SlcyLjDJ5Nxnf9IBOBZmsE6BO9Z7wFPkx535L+MtzPgdwNSgMujLYBXnflhxZT+Tem/St5TzdTSDNi5cB/vKsP1ICGeASK7vBPexebgNo+3tolvOA3cYLXsY+UzLfWs/6Rt60J7W2PPOlzzf70YoPeTFWzhHBDpUzXf9klmdPDVZ9kOc9r46ArgBNAVAzl6+faJ3BrwDtr0sX6IrPM37u8yoAcQOlvubc0seUygbIkz8+3vlv/8PL0DogNIA5IO0ErDZoNkEv4XNkeaO/dn1zLl8lk/inCTSiZcOTlGVG7eg5WGAyc0avM7gztiNBbFkj5MHd2FLYA5Thvxveyr2rLiHrch8qdFCWnnWy/Heu48wNAExJaXh/oWyAsNoqgstUftI+wp6xwpVApxmoq1fYjmJKCWeuX78lUz97gr7S1gm1UwOah+apDsAYDaxWDt4N2Pb0mRWKUNMYOwG3jJVS2M9C42T4krlOhR1oHvtvq4CgC5K5i2yxtyr3oOpCh6k9Z2xybTmCN/WJKt/rG5ySudVXu//M2axUWlwgM2sTo29UztrrFxtJ3zEyTlAYmfrmNbovAVbRkbeSTNdV/9pNgpvI5q5/Dd7Gma4fiM2vZlDg27Zr6MAEWVmppWctl1Qnn+pdvLe8Ezud9fhASWiCQKhkkTNLRrl8iAoFyfCfFiytMpb7QwtUrWII7EHt3pbcxu+vXWAgrLILvq8tVrI8nh8+hV6ATAdcXt8J2dzsyUW8bTWE9h3Wx48eSUCQSR9W5IFWeC57xBpvsG0rnWSQVM7j4cwZu7xB97XV8bPVcO0ANxB7S0VXhyN4ADCZILfsndnilpHnmwQlbMUpxqHvMWcc+4qkqdIJWfp37vyf//njnTfhQ3y/AbW5DvnIOedvgj710wK8W66e539KACKvi798KtvYx/sIDC/WQBB1e5IfrR95fvXh8gcqB2hzVEMP8XPG6p8kwQV/SM4ir/fhh/Xj1UdCILJtWaj8SSXEb9hDeRIl3Fnf6kXh8YDPrBM038ph9AC+bejedkafwdoLEICyMFT7IxD4O/DoQvrHL/8eAMyVZ6CIv9excwZuz+/9fwGA/zn422P63ah3rrs2PwJSq/fn/45xHLfYz3b9zHy72FyXC5cRVDHB6BwCWQC4xFYmqaC9ZByW66mBFRyE13lJXz961n53dIHLNVW8bn13xzW+jz73uzVk3mN0dwyzDrcBUsfiOH8EDjunce7NTwFB53p773+0D99t3PxxAH+7HjpcF7g9f6dOLP7hqJrnLnDP2By30ZGc6/M9Foy7DcJx/2Y/YIQMEFwaGIa9DgL7h32flXy+Z53U9JcaZXvBFLZroy/XkbvgzO7dllvbs3c+91seWIVYw69MrQJSKx8Hx3n/9r44HXhtKdeD5hwkjuntocvffzrXpZspmXQBqhSSOw4Y4oIVKurSkWXmNmLte9pZh3IdmHOvBW4PGusT6vRDcHjfgxpYj3NmGZ8I5Jq5K3BpptaOQxDz+8+4z17D8woI1jngszhXm51XpQZGfhrHMSIEm47TXYPb/NsZ5Z4TPYQBtXNi3LcB4NIJ+1QhdJzPfSZGXOfWZwrU9h/LlX8AABe+1WwtouGnJyP3LShlD72Nym++RxUhS150IVDK+ozcr1k5xwJs8MOeqxWcRky6/2Y76LxWuZu1bRbuUZrlAmbkrNWYHQB4wXYi9N0TFe4ag0TgAfCwtpzhZkRk3eqE8veelynhUUCHATSyTuFdIDFr0fUfR9FmJzP35YctX5hXSx7mFstWK7SJRgfkylpiFFZJXn4639tMi45pGIUZyAtAT8bN8LgCOjjtcd62soEghplsY5pnLjhkl173/JTW8mbLWZ6FxhDPIZ8nkGGI59xPfOUG4xVsnF6GjdRzH445qvhDP5yfBUxbym2eCe0tQMtbKP/rtGc27QcyQREaKpZVbI8z9pyzyf6QKRGHyb04H3YMvF9neNbM88o4cAwDBiCY3TtJ2mAIaclIQc80tL5C1vXtK+/tPG0XoJzvmpTPDQCV+aNQ8zoHhhWwrsKY9cJBF2UTIIotxNlsz0Gz3epQRf7NEQNsanYIGYRo+hirKOc1HFyjAkt5BnT5cKoJ9NgyDmbVdSeD2L6ILIKq+K7FrO3wzH1fI27Xhl0023nBW/gPoKfBC4Cccz7aU9BgBUGHBWgNZyU5SvDS/cbJ3r3gUOHSGuLhbJD5ufyP+WEIwK/bh7sO4EPGmHHn80i0bF84jBsMcvhFM4BxuBPpb8lHEsXs4YosdR1Q3HH+tiQ85Vjr0DPKt3ub3zfDzH6a8CGAI4Oe7AmJk8N+z9xfQAHnGfMjK5lAs4BnAfwEmDTGWtIa4LuAgdnp1Udw9OT3GnScO8YB0FawLf8AGmJMMRb4CT8BewHoeAH+H4AOvUE9C8h8DNiyRJzzgJPotjFKiGRePe7Q5zSYWD8AGwzP8pjJ6PaMek7JSvSYTXWBMU55B8Duw3sBMZJFms2WsfR8ZjBkHvm7a74vbtdAq9I+f+nYZp44semlhxPqQbLCHB9BJGaQlR9GJhpYY6SwAYk6EMgywYHbMtJ9rlnDOFoojWawicEXBH44PxaS+UzGc/4AjMLexFlI9HfnW94JUGkZ/+UTckdkHcC0PAIn61UM+4J9U7qTvcVhsi/Lu5qpBO9C5uCIbfQzOkCO2gb5tJpB52oLE67jXtu317lnTCc54pg91xtljZPDNTTSW54Ko2Gd7OOnbqvBzzPblgCAkj6a4V/NmOAcZYFYv80AZq/J3oYncp39Xi0VzlkgS7el9KfEtpoUr0paxwFtEFyCvlS15QgWNXOW6h9kNFgOlHWDxnHk8pzerU5pyi7T+08dyfYqOHh0PLf3FJHuWWOcaM2yDv3/EUClWV0tvwe4YWDOXRxBfLdeUKtFwODJypRHUWre7CFezYScLGnpK7Km2R9HlQ4dOYwT/gvoQPlz+83xGEyCBYCJcG8RuNyz2TrDx+6RDRLgeDMpNxuDMUAfAjVm19inC1mnIwj+AV8S2KX0m3oigLiiZXh5xs/eWQaR7F4z2u3bib5kj9pmlWU+AKErT9QPDKxrL2f2tw5T+LxZo/0sy9lgqoodMwL2tfzjfZxIvKoX5HPWugB19mirwTSLhgCI9oLXwUl/yZ7zfOcSXOeJKN2t/co4CABpCdYajwbo6FRPVlT7N9vvEjAJ3bSyaGw6gmDIzmzv0WRbAhC/SxYaY2w1gyoEcdC2dLG6bwm0igvBCWbaPC5YoRO+eg4BSpwn9A6cWGfjBf6f+bZX+uizn6Ysr3pZi83258cEYPCXi3xUJwrC0Go4ALSUsgMARibxN/TQ31EI853KIDIzWf86fnW8IT9Yh9qCBdupAGKPcHgLZ0jA0oBUs+wF/5k7Z9WM87y/ekHlYGQpAQHho5RIfphnXTUQhcBhqCFrHKd8A/Dye8GojK2ZpaVt9YsGAlDpBj2+5T2VPQST3Y8Mf0imVcC8j5Eb9yi9yhkA0sx4kafIAs7AB3q5R2fVmTh9kXMN469OAQBMD0pstZZHpwcg5Zen7y76bINbyMKW/gCjeRbbRT9byJKyrDgRAbZZQ5ykvbY6PueJ7wj2sIYAOQ8D3EIjbwLMcdbIeGdc9DOu0woeUjsAulNmkSn4JfpLs8YaEaOwBpBDnvyWMr/MlfuvDdde75Sabd9DnGHSl7WptopDAmvgv0DM4alUgBAY+1rAFf76DoA64xWQVJ43o4hSy1TkIRO5YE/oLiV9rewgf2flONN95RrGt9nuViuBvlkX9CIczZQ8XdtTn8U63K8Ctr9Olp7zNqBTs881ehNg0uoQypQnAasYB+BvM7lzL4Ag29wQTJCysgEaF6QlEJLMU21PsyPJiobPcpQ9p+sLgg90UocO3cEQUM46sA/q5dyXTM17P1HGVrvgj4DAvOrAbglh+oNzTsNrP6VMMIGFeParl8Hjhn5yX2QqTnfmQNBDAzwy588JaGCed+4msy7fRw8w800dditVcebYB4I8unoEPDeQz/K21fTGnob7Qk/NOM57gCbYQOjaP//8t+rB0CR0/iw9hGGYzBEyYQ8E5gIs1VkPH875+ZLrMv979wmSUD9rqfVs9NOnT8ujBIA3+WYrnZnp/ntKJ/MAZBNALXuA/o0MBXQ1EExfWgEk+BCBWgEbV89i/qWDbOyLFy9LQ1wPgF6wOHv3Lhm40CWBYi9eJFAmdPlrSiz/nn6ztbnQvwpe5h4vk72MXhXZZ6lb/ZpkmtlWZZXrlGn/9W3tI0MxUn4+c+ZsAQzjt2jpcAKzMibON0eLjOy2CCrgDa+a6hLQF8FGAQ/9TPnCHhco71l4FCAP3vYt2e+UdEUHJWsVEZPAjuwDpX6fJAjmp/BI7teeq8WAQz8B+KDTh4+tfkFCAbykwTIpo48eSOnvJ1dkYOobO1cKhM9DD5QL5zw+zlzrN8gasCfYFNgM1+kNu1V8oMv34fnoqQ8D/AGgLZjEUuL/pGy1pY71QZt1C3+jnDAyA9ofXTO8m6zIR+GxAJO83qXsNpvGXFtdhH2N7Lv3kEoE+nnRHT6kHD+yBTCM4AL4JZWMsCcbNJFLLRNslQFKQ6PrYGtbdjx6VLIryeJ99WpkAjpmn1AOUromuKklrRlG1rzFQ+AhGW77seb+7f1LufDRUcnyNwjUfuRszZfpDYz6QLCLMjFnK1nrUC4VBwDrr6jClOsxx3kOZ45z+iwVBLCR2MObtDGAHbO+n1jTzLn9culF3ARvgxJbhnl0NGWEekdLMHeSlHy3woJKKz2p7bneahQc2RET0Ak02xYw5VME9EArnAP0UoIjFgA26JRxMH/1E8eLS559qJ8wZwd5gBgsjwshwvuRAVvxkff51z7fZHETaEkFs8wFG4v1YujswVmPR79h7NBEs6A7YStjwZsJYGC/Hj4yUL0+rspK2kto71Di3CBM9sokpAaddU30tdvea/TqxiQRxK5vq/uecZn3Im1xBpD9DRQNLbZKEHY/4r3JXALAZHbXP525/h8BgWlt0vGGZrGTqagCr6X6EANC38EvRoUI9lhf69pLTeup/sjLHsXaKW0ZFN2W/UQWwLNt4brnAJ5phSSr25mljI+i9nidgQZCoz+dAWD0yfW5rG3Q5KrcfNunmLAQeqLU9WT4Ywv99Pr91+jqDvjscF8H721w9zawe76uh7fOEons9j2d6kx4DIS/zAAep/4ZUD1/fx2r/38AYMe3Qul81/Ma7Jr4+W7UXn37b95fIHDX0QgGv/tn4PK47+25VIicQC0NU8uW7Lre3ofDgeZ9z1l5mw27jnYP0jH/iwO+Xtw/z5fx+B0P+37/Mqe8cWHoO1bey78FRr5f5aGBobuD/gRltzftsY5m5N1eJ+nrZITf2tNzFvD+vkDuD0Ezxpx1L83X4FcZ796OoXu8MQyNJbsYyt875N374zxsxqcORa/d4e97W8qokcBVuk80OY5NBLb3nqzFGdSnMJXuZTV259KSCwXG1tF2ZAAbhDDMajLGzo7upeelNcsqHN/ZtWh/PZT5giMTeTb73+dmHhjolgAXTOz8x6nQ9WWurHm+X1qfua8TYGmppZNWWro6pccF1b2O+/kMxrzZZ+2jOSDBOtvr7B4rq9mUdU6vQ9kZuhdmxHHvZj80G+zIWjJi+Vib7YFYQxBmPnQg8DsReyPU3Et78V7mOVFUVRc4c7vYM55LaedxQpkxts5FgEmBa9axkXIFF1ROG7mHD2SeYT8fFL4Is/y89HCu8uq+6MzbfcPZsgrDlIJpiT3OwgD5l/vgnDWCvkIeOkGX4Jl19AlIc38cIAusP8DB00w2hCoO1PQLaeZbQJnQkaXWXLfSCo7yZvTGEGCNcK5Nhgrruk5AgazN6hyHcvYWumhZ9ZyxzQ7rWKZ8LWu7mXelidkP6YH7D69vxKgVEGrAouBPlmN7Ns4e44CTtuSTpY9hNzjP7sc5smWaV9awDhj0grk6NHitM4Bb8tiWUlnds8CDe7h9ahtNOgwd5+yWRmvJVBxsJ1rdrN/jPDrxi1zOffm+YMgATyfhuKUol3w344trLcOuIYgzqP5MeCl7PueYfr72qga8EPCCzygzEKwYIBpZDe448R/WgVfP5Ul2nUtFktUK4NxexvDMZjHFYTzR3zi3mrlNFF5BwckuBXBrVoGBHJZSXIeI4KEOUnPZW6KWqEbAwHwXR/yX7P0RBCXfKuhIKe05tyXtcd4akGSwivPyDG70ZUtnFwjR6CIzBZ3BEjjQIaXW/F5jU4dGuVedkhN8tCXiNa6OXtOsFQTWsk2zJ9KKWa/dkpGd0ESzc7ru8vUa8RuxmHUARFt+x55gEHk/184AODPXkZ3tM0SUaAzEjjlGO4YtWScCRRpDAKSUi0Vh1onmc80yFIxcGke+rAxYx/sqzfLzAXoXEIX+2PA6qKH9Bf4MBNCZEj4X46uAe8Gs4VP5RT4K/4mjo+UBKRdp4E3v24oCRzlT+s6yvs2+bUanQLl92uJYy4a20kK+14zVyCbnZikkS1zDP5kzIDLZdUTiTnWGrE2NBUpU5V6lsTyrkadEDudZ8I3HE/zVfjpE4pd/4XAwOINxMLB+DwMw11fGjt4ooAUwASBN1sdkl+fZdYw3k9xsj9JKKxFsljQGnKDbxd6gp1ejXSfjvmDeyNpKABye8BcAYPKIeCY6HUDRlh6+n2hugAydldUbGGeM05ZbJPiC8U8QBgBHHVp54Whv5kgzgJOJRfRty3xPtmXOHFlOrD3jwPCr0dd7GMywgUObUU2GFvRuaVAcLDiuCECwtDEgEeOh1ycACM990L6QVKCwJzByDPCNdWppzHH4eOIBJi2Vzlhbjjf0x35aUll6boDSZM61ZFUjjC2T3sAayj+WH5J1ZxauOo7BCwuWafQa9NCI7WYLWYpudbYGUTR1QLAXHkvZN3jX50/oa0cVBDLOCrDDpavbGDSBjqV8EtQuSAbYF14BXcEuu+b0IM36YbgbQR9HKLJ2wDRuYYlpnAYToDdlg1V9jqA0VEayCavTNkACgNFy6u3JmPcFEXGg04MspQ7reDVjg/VtP3f2Z1peADRyjtujNdcVZC1AuCXIwxObAaseTtYEgNFG2T8IQMS+EiOBnGXfCEijlyHXk2lVGTR6MGXo+BxeIE8bm3doxhK4OgnrbMQZl3GzT9tbiu/1rFTXOYCVOk+qaxv49jjySDlorza2XBVf3QtnvZVUsIkOnRnnX3lC7sO5sKy3Warwt35/+Bdys873BfRzRrGjLQdPn1KCZKzA8yxZK8g5eAFZzc3+zO1ukuVCJg3yq4Do6DfQDuPiHDAP7tXASnITyQIv7XypI/GQWfJlmM+uF2u4dEJ2FWD512Sp4KCLP7i0gfOX3o88u6VGAbRPtkYZ0LwYN3yQeVMtps499Pt8fnNz00AEHLHyMvhV+tDlfZgwcpPvQ5cAWQUQwrCbaTftFKg40V26AMDqR4+qv5mxzZjfJhuK0QNu44jkXfXgqXhE+d86+bp61UN4CXCmVyRZcNkHeCL9d6kMUT2w417rp7kTZq5nTT13ZkfBD7+kdPLdOMgKflR+2QoA0OhJ9nJt7AX+S995cWZwEpb/53nsSde+thJ8hrLD9uCF/qGPPwCB0alyHWVz4fEFQ7PWm52tHJ4e13EU93HYKeEJmpy2GatNFLpnXeFfgFL0ikP30lkIvSMXk0WVc4Uz827OLIFElPwDiCwvyaJ8KLgL/7eKBCW/WZ+uVSsnqCfgtIaP15Zgz5oNn/sni6/XZ7+gB3rNG8jE+Te4iCwsbAoyzFuSvfYPTuKrOqBxfLNTZsCjd6UkLWuT8wFQiwO2ZW0JJBt+9wjdI7RpoVsoyaxjHK3o4ATz1U7aALp8CBCE/Pvtt9fDa8Nj0LczZ/gN86fE/PrSAEfY4z9SbvRh1rMBAZlag/2pxISMI8iIMrVkxOZFUBE9iuEp6DQN1uvpMgO4/aGr+M6rv0I3lviEpwGycaYI7oLXsResFfep/oS+O33MDeBCRyDrUpnM61fKNROEQPAFjvuhG/hLgxzzPQFWnedUtmCP3qdPe7OhJ8MI/ezFy6d3/vGPX0rjZMLCv3/55dfRwayU8fRZMjEzh98JbqZRQI122oSpTwL2uSbpK5yyxsihB8i9nDmc++yvL/VyAhIomQ5v4rnYt+jq7Cm883l4EoDj+/SYff7iprqaMjfAfLIl204J3T7PKN9p8O3aziwNWW20RDDjdYH00m3tD32q3PNcHaLZ16GRmwCR+3oSmgK4YE9YL+ho7RHuA508pWRz5vXLL5Q1BlBHvkQPbOlhPk8pavjqRX9SZ3/3Gsc+54sM4JT0LAAcuYH+2OAZ2myYDQpIhA4JH7JEPoMXoGAuzBO9g2fCw1+8fC59jxx48+ZV9je8ngoE6XPJvkE/lM3Ht8F5Q0bQO5txUhGBf9hN7C/7gW7FOOE/lK/mvHRbwpfsMZ/zPM8kkxddpBnqtWE3w35sQwIVUl2E+dnqB32J+1/Zzx2/zugoZFmjB2lnWCEF+vuSLF8zmzE4vzVDmgAabSquocKPwYMEWOLTIOuUyl+v04f6phn7+Ebf3/nb3+7f+R/+x5sE63g7JvbmN3ndNT1hP9PiQNseHkafZAIgkc/wo5ZzpgJdbKorem4HWEaNAix895bszQBb6NfYGwBU4R8LWvE8+NSnjKttQujpO2Aj+/Sv/5YMZkqwt8WMNFx/XUn4y52n07OVa+HBPY8585zJN3l2yxXfMQMbvv3iJcE/+guwd17Ruzwv9O1WrWjFI+QfNlruH/2oAQehWYPc4c8GoiJ/yPKtPTqZsPrXsOm1V2gr0Oo7Ab1kA/CylPYtEDqZ6ARAIfMahAVty/vR6xl/q1a1B3kCdTLftm7Ke8hhglLpA4zeiF30EPA7a4pMgVDutzKRv9cHO761VOaPjIYucn4C2HdoeXQLGvCz/MuA2GsA/XyO3Wl1C6dynSzqmtwdKzpMVbSeS4PLuSlzmOBh6DRZ5bQiQahhBwMmI0OuqZQRYlDPMPlBUF9Hzfq6ORsvm8lOZrhyeJNfDJTUF9IA1Oxn/SGdm1XHml0OD8xjLaW+NOV32waKXr/Y/NURsI/05SJr0P9bMZHgXWi3yrxzrh+XNaLNBTICfSq0yjloEnQDdxZaI+AAACAASURBVDcYyqpurUKFnjJ4S3uT57mr66HbyFdMLrElmM+vHjPmyorerv/olFxrMBT6jlmy8NwGb6ADAAA3UEbfPnYLeg5s5X/5n183AK0l49Nqg72v/3wCs/TFqfM2QBT/zZTa5314GcESi2Nsa8IGEgHot0IDj3Z/bblneXd8xeiByGPOXiuIEdha+5zJienwatBhxlXveOaBjkLf7QYwEzyVecF37hFUi+2U538GH8K+ToCUNJZ5/CgDWApmQccg7Ebsu0PfM5CLQ6ZEyEE6CK/3OCtH39/iu7/2Pvvczeo6X/RXoN1lvKdnnR18399jxj8H9QzOfD/eyejzFGm8Qj41Tv+8Hlx2OwPqnOX7I5B31/T8vQtgGGK9lHbmuRDL6JkFgmf9HR7xvlK/zvOSyveKaT5bILBMqxHju79H+UHe2vn1PidQVTBr12+F+j+/3jX98cbfpql9LoY8C75lOndtv1O0e9858XN7S0sKGC1jqfJXRvr9tTuv22t/BoCb8t+DaRlqXhiH3aO8v0rmGQDmmnNW1u4PP+tommHsd24DK3td1+005O/WvV7ViQycRUSAA4w1omfGLUE4TsEDo1321XkMYVtm9gy8Ss9Ljxojx16e9+6SCZHnXjIGB2SCUfK/AsDNkrH09b5un+mD9o5n7/7vd87ANTf/E2/KGxsAwf0qADJPlDOdTr7KrwYg6L41M02F73xPfm/ZXMCQXm/GkmUj5Xt7Pb9vqWefsedSwQ7TthyHDq9jMzTO64ibcZWWUeAqgE/BCDhFqgAcDvEKnHGw1HlBIEX2uoD2fyUAfM4ALl/M4BawK0CAQ38IEWPaSPVjbWocrf5ThWoMPObQtVhGkIs2Cov1pHRwrtkz1jPI35N5vIrRAsAIMnr0cd73PKIYty9DxsDY7GOBI2CcwxjKLek5fSrInMny9/o6tWOcN0vTsodMTX7n93GUWibYfVgAGF6Mk22z5inlJAbG86J0oMDm+gU2tkQNBkABS0CZjLPOsrlryy52rciQs+xaJRDKN70F+Y9yo90TFRzLOuqAx2mxcvgSBJP7NaMzr9uBSpavNFjiCBKaKN89I+NY2aoRlwzo4RkAmo3irsw4lIXdc57ZOQ6Qxu/NukXhzX84oStbsx8rclquCwN8QKH27u3cx5G1gRvlbX2wDn0Mk8wTXreKWCv59BwLHK3cp1yePeWO81XwqnzF0oCcPbM0LellJr/AoA56/+GAUyxPYMMEVPgOQIplWg0YwHlqdPq+en5yD/mLvZELhjXbWGOppZVrsJ0A44IhZjELfggw1+mRm5vxZ8mh9qKl7NU8mRLX5ZUYedw734ee5YfhR81U8NX9wxmXNWF9ymdKl/KhzRQtj8+CN1uNOcJL8jnOFIHYoxznmVZQqFnHrtGCoh2zCqvR90ah8r3HATygfwxD3ut5aQbeltDUicv8+1z2NffH2Fpe1/KAw4c9R5YjP79WThBIAs8RmKZkJx1U4XHLDRqzWRqFEMrPyGhzNesMx1nKerfMLCViN+gDPX7OmiXQcGxjaDP2kQ2XwAecSTjFBIrhLe35B7DN2jG+PE/AzJ6tGMs1iOg3GUe7+wmtWFavPIjRcxkDHv2y5aJxXPR6SkbTuyr0yxNG10CeIwvgW4AQ9aXUkTlWdSYGoGFmqUKCLFoMSkosYjiuLJXG837PK2PSWQDwD49Y4NnSmVl9dDuelyu3wgTvb3Yv64Dzq3yGsog9H1xryb0CJs10KEX3PhjIOGDV/XgJJkP/OuiV3VsammAWaAIQYctcwRfQizzLyE3KRZE5GwMvxrgleRWWGoD0pNQTxXF8l7JiD+4HkAl9bDluHMOUgsKYZT07ZspsxdHOWInQ570tlVgAAQBggJiNTF4aN+OfDJfpkzfn1IAYg16qu+X3lvyDRmEq7Av6OdePjQhtACg1SjlyuFHrFYScTXkMfFn7xL83Spk92JLI/j4yNuTSDPUG15FpCoiE/mVEePsjXkBZg7pwprX8OwE6dSDJJ+mhW1rPGsJPGIt8zwAZeLL61Oi4Gbf8fKK7R6SZYVMpVICD9QYIYRwNvGoWCc5gM5Khh/aN6/U4v6dc+wBsjLetIqIn1MnInapTMT/nCS9tJhbz4r0GHsFvLZ29ZRcf3WRUuQYHFpnDRK3DD3FGkilZOsy9KOXHPJut2iAkQeu39MbL9dfJHOU0sKfSEqVxmYFZxPwGgLTBtG0t0bUja2f7iQOQfyhYpgyeSJgCLEsH049z5Hd7S1f3xkFEPzD4qkFX6C5blrCl9eIgIyvJ8rmcI/edzF57vcuvGrCCA1YlyrOU97muQVgNojEbGD7+OBmKLflMhH8c/wWTy4vi+A1Y0OfV6ae85dV+vaE9nPjQ6oLirDfrZzAA/ZMDssbBXt4ROiRjkkAE+nkCABPMQvDN2wBsW7oY0VIbAN7dzC6D1WqrDA0W3GZM6CrRmeUzd7vPlDCElgyICAiVn1cBfQAhP8eJ+26yJpFH9LpE32x/0UvFnLGLBgAqRAc/mRKlLY2bdX0b5zqvAsDoOfm9+nbL+WbNIp8AK8wCwU4XCCILCv4PFPYoz/+Q8+6aG3RKhYj2FqyuF1qKbAcg/qlZZMoZv68Ts70ks15tV1G9luwTxmhViw18RZZstQT4gjqhY2avHWuAywaohBdTMrSZ+QaVfMnawTMeZe1bWjkv5Dvury8ArKE5A3CEC7N72oJUZMkcLMHMGZrrLnoW87YUbiufAdSga6DbZ93JbkbLoMcxfKVgLk6/jJ+zidx8n3MMH2YNCxhUL7bFCTK3zsCA5ch/MvO3chJzAFzhHJIhaTCuFSagsW3HALjZ/o/DQ5ExlDRGZhZ8Lx+0DzK6WIFQbKQQBRko7AOOSngZA0YvfRpabcY1QTsIF8aOPjTIDL2Tm/nVz44KKr+mpy1jBLQFvGrJ39of9Oq2VUn1CIJsKPtIVlP6Hj8KrcRPmww3SmjDPQRgrgJ8lE6w7bt+tEWgbDig3HWCachgRFanPHSDBZThrcaC7tne3DhfCSIjMEB7oYK01wE40n8xmY9UbgmNv3plNrSAqLo8Z/wq2X/sDeO3dC7PwkEccJ7qPj0A4RcJ8LF8MGC88oKEJcCuLadrtaIJwr74QFgn9ad//PKLciBnpfuYc0cfVgia5wNm6cvwb0BH3sNZ/S7lgmtnhsYIRrhJth0O9m4Dulh+wa6AKX8gQz308SIAqtukQ/0BwEjAm3cBrOH7ZG0StPUuZa0NXIuOlFs8S2Z29VPoukpHl/XOpwClBN+YrXbTIDnm9iw9iNH5AXoN8jFwU5mhbrCZp13O3BweXdoGoJvSxGqCrIPVl5AdBMf8+kvKXQcQasWR9HTV75SS0AHZBTUJ7nkyFTSi16W3adtMZLsBX9XXCMLhzBh0xN42qGfOrqVRc9+M9RHAeP5H1QYDFZ70OQULcj7Y+wYSZmJkdFvOND2J81y+SCla6PpdShpXZx2+w3wbMFb7gX3gu/T+NQNQPwh7yRkSGCqfHlferwHC4X/IFsYPX6K8u0Hhtp1iu148f9EsTLPnBG4BaJuJyQXMOfvfHsgZ+5cJ4q6eBxfNmkPTmieAYpT6zvl4+7r8gaoXbd1DxSCqi0TWPsl6AGQig6+Rs98AZj/f+Z/+082dB4OrLwD8y79aweNFykp/Dlp4L2ey55jzmbm+omcxdhflm6FxLAZ0t5BVAdMcaH7+v5S9aZMdZ5KlB5AglsRCkNXTpmmTjWZGrS/S//8hMpkW03SbRjJ9LBa2xL5Q5zmP+43IJNjduixUZt57I+Jd/PXt+MKeIN8/ZJ3RIR8/fFzaadxwXvwob60uoq7CZ/UL59/fXtjDGJuslUE64dhubSFBRQnK1fJMgxM4j8hFStLz7FbeIageAs/rl+fafO9iVyC3LrZZbeax9bEnGogPH5PWKTRm0sYk2uCvI3iyACZ6H3qiVTWgpeqElNCvPZb1KWDGC0IBsLd1RWl7fvbTlp7nn+1zviQj+WMAuLZa6/34SZZ3ZEUCEsIaQwfRO5KhzHOvsq/1qUYuEUShDHHNaqcOdhHVJudCHQedCx0SXXFxHfgnfZ3Rn+oPq/1iIOb6YsnWHnPAazX3+7IaRMYfc4lAKF0LX1KG3GpA2OwE6txJ9RXX2qoq6pjD03IF8pQxEMiuf5A1kA9vS4eLjxA9qs6jMtzKHMFafU3w/vpW8hVkRO3ICexD5mibGRBc864zMKvWFjroYOsTUs8yU36S5dg16LY2AD4ZKMP5s5YN/A1gbzUMAWX2GT24Ogp7M3Q4xNJxdE3yHzoyga+QUks0x7aUrLcyoDTe81R9n9Z7ArfyLyeEblb/xnwXfrMJCvex9fLZdUqV/1//9Db3CJCbwJzPpWfsKn2ya79y5pB9vNbv2b3PPdifxa5afQTRV9DbfVi7gA+wndrGBnuYKJHyeKpC2WOdZ2OTtEpNXotrbDVZaQN5/K5yZstq/5R1suKNOOK38W/fpboL8qWMKJ+9/XBCErswR4bdOfv3AoyVyEfH4vs4IscJ0C2pADxefwYA337O9+5/GwT+t4LJXSg2ri8l1AF27tj2CPv3OiIPQNhohLODku8teDV8VSXm9FpA8Ty/M3B5OxP45tXHuC8lXjkJXfNS0TGlmR79fqsw9sgxDz/AYOw+zSW8fzj3/d45a3jnwTVVvE/beBsEniHdHrqOxAtrdM0XNOb+u2bnC1VyHMvSlSUofS2Ae77mnNm7mWi8t8Dx5dqJjDkDwDuGgkoz6dt73APfawFUpjwiGtsoZC3XHEFUAYcCcPMIXQDEcxb2DdoZkGNBo4PmHPkZWOb+S/euz7GPzUyd/W4E13y3TG7GNNt/AHc75zm35+xenn0OVDjTP8bolou4uX86GM/np/dpZM04w9lHGCxO2BqiB6hw3mfp1/nqjDvmzu9dL+hogGbX5WD+533Y67nnubTKTTqSoW6JZzMDNTyPca0jCTo4ANlz6efzuD07KrzSr8EVjaTCEUYGIWWHUVIH+OwXp1yLvVlxRKgMouTWkZvf9vjDYgGttmy4jj2j1TagwLxDFZuWZdwAnQW8hz6aWTaOLCPuj4N/3ofV4zSgEB0AtGTb6iRwbpnvXI7gkQc7711SoAPFOgovZrfAIF+ooZH/CtzlCyh2l96nOKBWCc0D+Rw+sVF5ZCTem2w3nmqvuGT+kCnLnoxDHhqsYyb3Q1mosjORh59b4jDZQfCfKrQq+ewpwBffLjjI30MgLCNK2p71zWxYQIMMVp4Bzddxt4piBilAr4Oi9B1Dons2wr5lGetkMIr/CMiyrCGGJPtRRWcyAJgz57ZAK9ecokjsXwvPkk723wJelQ/DH7o+t2Q5Y4TuoBccncuneb73Ps7j+ZyVXua+dYa2pO7SpGMFIFEJnyCIXNPM1Sjq5T3jkJEHHDqHeoOZ6suDzMwZmVk6s0dtM8IK8i/A7h4AAgtizfmcNev9GvVq3w/GsGXw63CtoWnZ1z6jGcCuwZaBIqpvHUXNnA0dWOrT/rPNAJ/Fgg63KgKf83v7d3c28j/keoGzvQiACINuAeB8wLVbeaAO2MpTyxTX4KjFh5AIDeU6wZ0pEYrRAcibZ0H/9PhsyR9GgK5RQ97zekPXG1nLVLYSBN8hg75KPsB25z3Z9+wX/wGycZ6z/i2JnN9xnvHCqSVfGXmAgRgHBEmxzJFg9fbJKwCs8cG0cELbC4aMSAHEOimbAWyWZEHcYfSbYW3ZwyNYijGcZRB/W/o7DvyMHSCJfkzwKPcghhT8NPcAoKyhNOVW9172mRQI2qhbg7Pkg/yz57VlB3v2s0cF7U56No427yNPgpbOADBnmkyG7GQdwo0oDu+Fjepgcl91QqsvfEPfkTvknxzuYZwYBaA5j6xzjavR7aDPGHX2UIsziLNSddU9XMCzZXazVmaW81yAMTNY6WGGA5+efgZAeW5XCn0oWE/PHbP+ycxn2z6mL2KzasYBdeito/9mLmQQENn7Nv3nmmVLlDmjw+mcMdVhkcljPAESAYwzj/bGyQ0L5NB3kZRKeD/7mnXaEvs6owXCORBcs1kxdeSsvjiBRzrQpndR1uPQx3WaGxAg73gb45PJAWisropzGEcqWYgrURco5744PpaXb+bsgjDMm2PPuts7zmAV5PWWjSL6f4HfNXabcY5jqksniEvG3mYFAABXFtWxwIRn3QnGqoMA4lpNkPJ09DUjI1GetqEoGK/wX4NikA3SgkCxJVKVx5799vemxFrlyOo66BAGy9W5EF7xlSApMoeiG/DTI38EeJiBaK8810g+VblcUpoKGuiyU07YTH/POTes7Mh1gADoFM0EqHww234DLvqAvEpDDYYwWKVOk/INMyRXPjM/xgcNH04P9B76qQFKAFiSvep9r5J1gV8HcJZMCIOq4Fk51fSMrPzy3DEXHBxfKOedL7H+13H4s58Ahws4tdR8ZB+BGhqTjNX10xYxe5LvfYo+wvOuprQcQIeVJ7Sl4CkTU1Ce1eCb8ILVx7QFPV846OxFutU+tsemQWSFbKovqPvCJ5vJmDO/QTXMj/tZwt/93co8pZvqGmRvbaln6AAdSEUWnaRtYdD3CvyqU3IPs5J1CCGnGMdW0KlcGOCmmR1jQ9aRDI0DdAF253v2Wwvg9jj8AF01/I39IwOy+tYEh6AaAhAADLSHcTNzBIwEaw3e+bG1K8ehW31z+v+FrwESsN7l1aHv9gWrrkDmroGp9PyDbrVbsN+Uhz9SISTyVBuUcVG6lkBD/2Z3V86TxQ0raKUhSmCUnxsQBnhSx3J0JrIJv1CSPvuE/v4g+wAAznqXO+T/GH8By4ydvr20tqjcHsYP/dK7m4AHQDkctn1lzGTdI8/UIaZf8ChOOkTlgQAGVsHgoRlp9ghAlbVBT8UueJz9+ZEKDGXqeS8AMON6kjFD2gYWZL1yHToVwQ8Az1ctp0nPY0uPN9uqst5Avbdx3EMX9zhDtQkJMiOAwyAjAPvHAR4fBgCF6umVuYBVA/4I5ssHVDxqtnPea6/Zixk3bTcSmEofP7gLtIOTEnlxr6DPydmTOUAnjAn5upnrBKcAPPo8++ICyiG3WzmofBaw1LNrhSp1uwa2VJcWvAesMHspE8o/eMazZM5s2w/A908NmiB4gmzYVC6Isle1tSJ3eHV+/O3VCz/nDOY/9oFStgAPfOtqPuNQsOaUSH+YYCCeC4jxtUFE6qjQRMuMg/WsrY5fqYFa8jp1d4KILdU9Zk2yC9+WtuH1Xf9MjiziDRKRXwI+vC9tXD0CADXDvOemMi88mewh6D7Phya30gfnqCWIO1bsSR3JrMm2/oJ3NXs9MpeAoZbmb3Ykz+agZv/rvJuAWWaVtwHqFgw0o5NS4ACq4ee9Wr63Z668rSfawD/GjZx7S49m7IigaivzKir7xOi26G2hGzKnySqGxh5njG05lPvD996+Vb/5+nuyNQMMwocAG8pnYM3lP3vEs2acV2R29LdXrwABXUsgCH4n842MQexW+ASAPfRRW7PyY4IKMj5omTlDr8/TGxpAetsRtCpTaIozsD3secaLv70K6Bh5mXFSopuzofmo/WbLMfpzPik9qLuok7NOpY+MgcCC7lHoj/7FOui1mzknZGPzMhBYUIBlQM+GbgWRCcLxLBsIZYAjPUoBp5GZBNERGErghLYwwXEpMwswkW8os8NjAE4zXmiIgOHaVrWzAWApxT6tk2qn3L/z+s3LPvfplBhdvwN0pa4C37B6FYEUVnsyKYOfBurxHM63tnwDdCIft1LUtnurPUHGedum6E9Cz6AMOvN4TJnVgIY8jyCGVnrI83nWM8rNxmb8T//hecYAv05Zdiqs5DzDP3/7zfNHlic6F8l0yhtlGtm/lIpn7xr0nexUZLl6N5WK6LPp3nFGcyIb7EopaGXnVJnhYlXgzjWjrf4Ckwdru86etToIQWnwXfTe35GTtv96k6ARAvw2mK/JBtlP5HrbeHHH2h3wi9BCgkkJ+GONoQurpugnAKD8MfIBPt7TQyBMspn5aDXlYbm5zr7L9PVuksWJl1DOvX6B3wHACBw1AOlDztSz9Il+lBLUe5+ekM7ds6wOb9IGFb5oVU65cUvXCwKj/1PJCn3n2TMB+bcpLw/NU+EDvle/YMaIrlF/WSt3RFerT822UB/eY/ON0pxAAD6HZpiv9oD+KcaWWVZmWyXSajT1S2buvKzcoW1V1tqJEfyIHa+uwPo+TIY4QD/3+ZC9/f0be8qFzOeb5yava3pD50aXhLPaVPzPqhLlu9h/WQPBxK5eaRW+0kAk/iuofPib+doGWbjHE2DF0UDnyDq3BQvsaHh2nws9ZsyuiSCpVXzca/wK6MgtAMZ01iAvPzcImrMR8mrmLgS+ADAjX5dhaQG30q7hLiV7kqXHj8Oe8jEVhACUV25rP7F3fHd1KPcHG41y6Up55YfrMPuHXVeZwecGn12/vnfn//hf3ua8ZLXxq8PHkcl8r/opusv4Gcb2rD8quga8k/38AV0gPBofqpWfTJ7SP48vD91J/eCM/8hn9c9aycUKCciX8kjWKPfRT3Lnzss36WdOsHr5J9XDDER/QDVN/Kdpi8D7pd9max86NGt/992nPYJsgIvyvczf20Dv7M8ffuw9bgNCt79427F2fm7P0Ixl79PPq/AsdXrH22Neh+IBtEpRt7NHV1A2wm6ckOcxEtnS+8/yrNL5x/t41aUk5vy+zzwAykPQ/dk9uObSa/YMxCxnGSdrD+GuT95rBlMVntMMSigS/O3XgkSuqetzBmElwOOqg0J8r8KoCr5C7RBsOgc3lf97GcZ7171mSzufQdpGa8/rvFbnsRZ0RIDNmqAwYSzU+T008r09OwMi57LS+7zu99DZBbybKNwFarqnLS9QDtg577O4zzYe3/Kux5zdjM0Q3n1YJzdrgsCuY2OE0fmcbO9b7tGMuiqbMiUMMPGiiIruyTwL5ap75d+3s9RvBl4cxLLrvvSok8usxs5xnC9V1IZYdl7S00h2fr+cZaNREOT9zunc7fj2ujWAWvaE+c1zbqxHGbJg6kahnb+/666S6NoKjpgVDJ1zrWCtyukZALZkmIDK9g7mPmXmAyLx/SPbWGewJaOPcs5LNzq4dbR0LyqIPGg6T8cZA7DafSPjUMHKclbADUh7FhoKhJ3jZLIMXSA4LOuBQ1aDteDH7AnPtmckhoZjuewBEegDStRxh7N3VELwhDp6dpHzs+PcNwCAcxGCah3dnTNR2Dh1hj7IULg8b8ZaIycieR1rXNd1ZSxD31Q8OAPANfkawTbOp5YXo1cYhwElEiclgyPqSprBaIIY+EodYFEqUDaI8ATAbunL4b0osjXIB4AoxQDsF9AwurrjrLHsPhZkKdBlBnz5Stc45i/OBDIim6069D2ruU7/Osm7L2Y/speNPq7SaQQdSt8lc7FrdJy7BbZOW3TwgTHguE8DMvaMjbPynBl5LpkMz9l+SmYuWRJ4Qazz+V0aXdoq3yyRGJnYjC0AtIkOLn3kfpY3YX5RepuNgsJqJjvjFECWz8NDeL7O0G5KlaotO+95zX1z9nFaGchyAMCAS0T5wbsW4GWvl2eSYWcfsYlkbESzCmT5e48MJYWMlNZwlTZKD3PWtxeZGVSWO7Xv+kR5Ah6iSAPkA+qS9YLWm3FZOULIR56g3GWrP5NV2kAC+s7EoQyY20Osc7y/jhOUMl9fCU1lTQCBACnqIKasIhmRoV6y7tofzgwnMsJYb8o01bBgDM1um4jQGhlo/5Yy1JiQJrqGI483GnNL0C9QZSkjzwtOo/38fPY3U5DH4LzGaYwTvaBIjHmAfSsBQA+ApVgiZoWYTaaxyxlnrAWVKBFdpV7+uPO1Z6A80GhPnZg1YgrGDUDBc/IemVTwFwzCLzH4AOg4o19a/jAGFZ9zv8pngXR5uNtEZO/yGNdCo8V2CchKHTPbY/tirOSLgtiWLOR7m+WBQ5BSlTh6cGji0IWvQZPwW+QvZxogDlBXAwoAgQVRjtgPO4Ze1tvev9AFWZXcW7cAfOD+o+m/SoAM5xGQjDOa8Rd0ZQ700Cm/wslBAATlU0dWcpYrkzXQlYfSE2v0oWVktzcOA7PU2BdKvJFB0KChdSBxLWdbRxJ0gLPkXTKAK98zCYMBkHk6rlgTM/Iw4Gg5gBN7e36STWIvUcbWwIsxiC31x9s6jlf3boUJ1rc8yXGhl97syy69sy4uuX2a+L3OhdAyWRLlZ8NTlD2UXjcDBfnE2gI2lCa43zjVeu5wPWVdLc8/YH4cU5sBhhOEOQO8QIMYkQA/0PmWlN+9gCSa6VddyHYMrFuDfgoomxHK3KGz+wkasEwXUdhmVesMjQM+2Y2eRzKZcPDa8oW9WDD0Ov0y2dN797fnr7SurDJohgh2zj3nQr5gUKHBBWam4CxiPJYvg7e6ZfDGDW7EOdXgqpGt9lMiSEnHgzrh6Gl1QuEoG/Bi1OVmgmfE28u7JRqrOzp+e7FrV6Br8KulHeGx8k++DS9aXrBAk2WxJxCSHr8NBJGHoD9YelYe9SiZCWSRAv7ai1B9oT3eGtQgOI/8YC9xggHkdV2RmciC/AMQlX5wDAraA5SwZw3ay+WA8pRpr4MFB1vuwZgpuXqfzCGeiUOKwKnyALIm5NOWQFbnBCyqvJ/qBoK17Jm9lAEtWFtkIhleOPFZLEtLe75Zk2ZGZx/oH0kpPMBJzmj59oBuG0gFqElZWegA2hU0ZvyAmryvE0ZHkQ4Ugwd0pLSk8OypWcsGFtVBU5Ywcrc6oxUfCha2/BvnwaCLZndkjyhxCAAMk2157YyNFg7V1SllTGWHsUUAaKCpt8l8MRBrHFHTu/hBsp22JHWrFcVpyJo+eUTG4gGAE+xjALHr3B57lKgHxM9a47z2POlsbCHYBlfIt6nQg0MOGmIfoSjL3ZE9G15ETyefkQAAIABJREFUj9HInXWUUppZWQPAmfFQvpj+dDj44XXRzygBfW/AdHVX9HcBr2a0k9kdnk5pVNaAfQQYht6hMSogMK7Ka7JsI6sA1K6Soc/ZatWM9vG0XCgOu2avD19ivo3pgCZCk+wDtI8T/jHlWnF6jl3GeeDsMor3AV4MxooO8+Tp7C+O/9DVAKbv3r4eAHj0qAY8Zh8DvvX85cww55YTRBfMfuLXweHfyg5wE/wD2VPoupke9E4FYMYxSyY5elrW7zYA3LL0BNdVL9sAuI/NQMQOOwfO159Z28UAATInIWrKCFsmW17EOUAP5KxXV8p2QW+ADAAPyDb41vZn5zufuKZHA32K8qQGgzH/Z1lfnKK/fzWD/DN6VnTzL6HHPmPsTvSrlbWV3QTZDJhfRyuDZXwEMaKz53eCZNALGrBJT8qr8JWcBSpEUDp4zzZrn92uPvfkqQAtgf4twZgxXvrea5Zd5C0zAgBmfeAbAF4971lfspChV+QhfJI9epvPr3IeG0iC/Ydd3UnBtwyigTaqY2TMzK99TwH5KIVc/RE+YpUZePBmJAF6kd3dLGH6rhMk3E1VJ/j9rsADdv3LV69C71bjQTeGd47616opn0P7Dwi6yHgIJkJ294yEv1qVA0CR7MjQa87G+zisKT8L4ER5Yl4POTPwhjwf2YKMYY6W9Pwh2XwEFtALOoBzysd++TSta34PiH6HyiShjWc/q0tlidB3AEtZj0ehC8Dits1oQEz24fUrOBWjrJ5K4BegJ3wcIBSA7POAqeVv2QNBZksgv3yRzPsGmZj5aSauOj9rbJCRgXpkw5L5+iS9sJEz0MC2TEJ/NmhbvZtnkJlrSwhktuVsBQ5yZqE9AifCa8hqNVBEe5jXyxcv+lPb827KF/+qg5/ev7SSyXMIZGx2Yb4D7xGsjp6fABv6MLMLBCvTDxVZulmF7BWZytquBLIBcGasyEUU/wGVOfeAOuhMq8sYOEQ5dDKuk81LhjG2ar6LvMHuNVv8UekW8B359HNA7vX/FbDMOghA+qpfM+P9mGchY+jN+vLFq/oBDPiI7tjvTbBzfv/tt1e19wgwehgAUx9iZECCRZG3D6nikDn+p39MifBUA/rx7uNkw0WWtJKKAPCLFwQnEBRmxYcihuj4VCBh/UMXb5J9+/Bhym9HR4GubWFDspB6FetGcD626qPQH2eqwM348Wqv9uzjX9Mn9y26Jfba77Ft0T0BmtF9CD6C1p6mVDDiFb7WANVkdSNPsU/W94cJ9a66IHwZfYQqQsiR0FsDZi3tvGXs2Z8vXwhW+RKae17dFNASneUpAGteuC/QV9H5+D78HdHMfiIb36eceP1P9VFQRtczQs9y9G5WxJ7BVkR4HCCUl7qI+hEv7UHfRyegJ/HvWU9sGNY5R71nlMoZlCamPy9lnNFFqHBjSzEyjpXZlKhGLv6UveD8E4cGX8fWJbOYoGADbOXbrX7C/mBzTil9xgVtQOMAoLZkqIBUn8hz8Kmgm8LfNUHQcegRTZULK0dx5u6mNDlViGDz3P/LZ3iwwaXIycdPzNCFB9Zv2WSkPmr2RSARHbqV3EKv8M1dyw0cX39K17R8zMo4GwDJeebcVCJkrmuPQBMEOBOssFnqjBU7s61CsofMC/4tGO+z2Q90iqv4YgoeM6f8ozoT+lPtRPgBxdBGd2zgbAawgcXV78ZvzB5IAyaLYc/wXfBL9rVJtvH5EOCkD0zdY/35DK8FgkhA47NWGIEfIsSk5RsAcG7YxKP6wvw+93ibghv/+/96fYcCFL8jRxrIRyCtdtwmnFQvqD/OHvH1tRGUT4WzyG3oG5uogQPRgeF/3AebZNtubGU5yzyLLbRqQngP9lLbRYzOVf2nNoR6bqthElnAlSxI9W8nWtsjZ0l70eQi9Gt0yNJJ/rv7/nNukzktSNMbfQdk3fe+BwSXUKAoCOvkgPYdX38G3K7z7wzsXErv7k13cucb/gu/V5DhBKnBrQJyzmy8Ma6VOIx95nAbJPveoy6lUE9j3O99L+NXgNNn8LMug1vP1lEuA7+Aj2FY60xyk/13GetEWW4J6Mt6c8D+5DnWPddRdwZVvf/0vtr9nJ/d28t79vbZ6IUexDqbdArbb8lonvM6nQFhrqkRMQ7iAiZD+LfX+wzaOo7NLpTodx5mSqxBPBEXM+jzs/ceZ7roe723k6RfSfcH0A2gtWt1ZKbu3I7cxiPIYBkbQ/nTLGNocmh0waLSRZ1bBDoIWO541qnQweWQw/RW0dr1MjqSTJ5hBsyj9HbQ3jq1L9fMxmr3Ob8Fd/3ojwDvrvnt9btN9wsI3wa86aVaJ8gI/673HIZ1zO05WHCrz+r+HgS5+77ZdufsvhvrxTYOcF2BhMJyybJ0f5f/dG7D/3CoSxV/fG2GHd/XgSh9nGkE5XNLbSyIYGmI436wS6a0JVn43ma6dEnYy47f7y2Ndr8GAOv6DdAkmHb0DOOz7Z26TlKjSgXj6xTg56zP0mQzDzOAgkxj7NdJtxYixucAyjvOc2/Ny30QV6XndeoT1YjhI23pcDhojwkuzdtH0rXiaxgTztXsDUt9Kgi5B47EKhDZzyrlVVYsu2P/6iNghT3HcaQjUQW0wA19RsbIxpmyyvWZAna/SjOYAPzsIqzSodPQ4CI3+0yPS2MtKx7D+szPu18DPO0zdbBYlqwOzSEgvqeiBK9zntLiAiqemfNraVQn/GQHjPP8zBv4Xp1as9YGpRzBDrsuC0QYuTllxrrW8pJVXFBkunfjKC241KwSldOe7RlrHb/wQkDbARpVbojUFeQnA5Ln8YIu94US20zI7P2Wa250bIGk7DFOdjJj8gAcey0tNjyvJZeheda1gK/ZR5acEnTnHpazNwBpXzgctz/WzR6zlrxkLdprj0jbOlvtDQ0tmYVpT52HLReqPFWBdn9b0SM/2f+Wi7mck2N/Le3qgWltCu49pT8ZM46sM5/jPs2+bsmgoUMAnjje2K8NVCm4ne9UPmVcXbM5vy1Bnnk08Gb40dIR9z6PibFZ1tiI6eo70PbQO9HMVmQgijpgcPdR54u0g6OGjAEtaaJAcegBLLYnU2ZNbyBoZ7MiWroXIwvaKbiz/VYmE3N60tctXwAmtyk/to8gO6ySP4ZU/jb7SjmNAVjgvMDYyNoYKG13UFnifux9+H375kC/S/dlYVk/DFmzxAhQgV7MGtJglt8h/5ffwNNadriZVir9BYLz7AI5LfHEOsKH0PosbUtEegGa9lg1eIFXQfMqjp4BrKZm6+ZjnFZE//cMcIbCb8xYpTQ050g++3sAjS/NDsI5YeALa7HRrbvvBV1GFvDs9vhsueCheXh8+R5z0YnXzNU8D3qV76P0CGY2KnleGE866exLxVfvP1AuWApb4MoAMqtssFVk5DSDaDKaylvgbT0ncT7RJzPr3Ow5HNbZF52gOOymIgU6QSPv1Z0IMvFz+SG0jWO9FSHmzAoCWr4Rno5DsNHV06u5vHgyUFefIoOLxdBhYGUKSu42024CFsoDmtFnxRqi5Hnv3RuCPHIBMooI9TgLC+BUhglaNfMpmwrvb//LObNkmqhrkRmoLsU9m+2IAytj6N5n6XDik0nCd+F/9l30XODIgwbYE7PzPVNE9RuxHGAsa8v8WEPpyb6jGsueUxwq6jZm4ZNviIOqGbnZbvgEBjlzB3j1DFrKjDOIfMARfgCB9MI0uMpSsIDyrEn2jDVknVsCV17DuijfdPisXFu5zk/Gcimxlq/SR7MBEpwProRH5dqtQtBs+XwPuUPQDjKK6ymvjc6y1Re+5H3uDV8AROR2VJf+TInmAaGhdXg2p5/1RIa2vcIA+QD2cIftj/uATPKs7wYlcG+clnWUIxNDo2T7foqjGJ61jmbmgXMYeYIT3uxWaDEOosc6uOAV6l4TfJfrGZv+AXk0MA0gLjTyuolFsTUfxFHekre2NGDtW+kB/SH0BADMmcE5Zin4LmrlxRGUaWZ3eXVpw/NWULx6iABw6TNOxwZ75DucO6LwmRu0CF+tc5lAgYtd4Vx5rc1CiXD4MNc0gGOcPtItfMZSg9D9wzhM4RcFVcmaZn7RG3g+e//4ylqV9E0768hXLRuvLW3ATYD8rBcZw6uDIp+bpdnysmsfj5O+zrOVy+F7uZpzpvPQagQ4UqHuOq0r5y3DLhAl7+HV+VKevsEcBBHYYxg+sgEg1csIyAgdQ6vcBwf/OvEou/wt5/5rdHNAFHgIfE45ajACQU2cSeaLkxUZQgD8kzhRWzUmdPmw8oGzEPC2eoXfI2NuK3BgL9yL7MRXYaa65fxatUAuUbnGmvN8ADVLMEojvHCe8zz8BIjYJ09+Lp/7nPfISLbnZoDUOM43MBvfAuuDrBfkhD8rH+AjVn8hMIeKL1YeApBB7nMv5v/gxziAIxN5kZHGeDjH0D7gjlncd1NyMz1A83oXvqe8hv7JN7MiCvunY3l02WY+oQCNLyHfRV4x1uqeyLMAVa0qUL3ZQCrpjwAPnJuUmqUdQWgiDNgANO9fvTFn/Yr+mAR1kr0+ACW0cX1tQBjO2PutAGDpWAA9/SnoJDmTlaUA/Wa6dlxZx57XyY7iKmzGyuDwBmQt9/ypoBYqDiCDtiMBaq9TytgMS7MUlVWr6w5F1JZFdyQL0UAj9L+/pRRwAfm89y7lu7EZCkJWNpj5Dv3YuscAyeqQ6Ja1HW0hwKvVvPKdtyntzODI2nkIveT+bM2HZnAbIAYwBj8kO4wxP7zqAjfxl9LQbffCwpF92aC3nKWWzgfIIuvUeT3Mfth7Xl0R+VZ9uwAG8uaH9A01w/RxKk1AzB+SXQTC8yi8nXKg6GpksH2kNDoA5ugSq98DVrXfOj1EAZMzzvuRp5RUhbe8eRU+8CUgUbIv70VmU86bHqlP0593eStAI7RL5i/rTUAjL9aS9YW+AX/QneqDTD/TJ5RszefXAYq0G/jb+WkPj0zPul6/MSuW656nF7F6NnwnZ3hKm8OPyE5mD+DhfAdwC5AVnQY+i43A2YYeOBv0eee+0OqD+4/rN0DeIkMo2euLzdBevAq/L48NiEcpcF4+Tx8rwQXQOsEEz3/O51NC9921wU8MGx35QfgsoN3F1wawTRnkjMUMQQMbAEUI7OMZrCG9db2PvJAALuQfQaCMEz4I8MyIsVNagjp/UWUA3Yt7EDxE6XID2A2of5+zAU98Rg/lvOBT7Q8+tM+83hfEHr8Jj0cPyk94G/pXK1nlbezZ9TPxeYNV8kKXuEpACTKm9nMa2Hz7lpLMAXv/8R/+knFL3/SpRqdqL3X6p+aZDfghGBO9hO98VPb9+hfKscM/Y1/REiD6Anuon4PzSllugE50RHzZ2OqhkYJC4wMDgK9vhj7wJ5ALu7nlv83qRKZ9yL2QCdA65es5J2QWA+xCN/g21MkmIMvlUueqvMCGhHenLzXZqADKeS56GBNSJ+Wt2NZ5/zHvs6Z5D77HfbGlkQsbfEmwhElWCSJIoFMrmTTYJL2gYz/0+dlzArqePrWqSjcq5/yvv73OT0qWx/b5+Db0a4l0q9QBTFmdCntTno2NTwlmbK4A+lT7yvfexZaz+he6MnaA96dUPPS6fbQN5IssY22zIk+fWS0DuiIw9DoAMPrJjwEzsQ3gHQt8oougZnFGfvzJtorsiTYObQ0IulpQNV8OuAtfw75irxj3u7eRh7kG8Jh1hJ/ws5m3mWOzvF9nLcuP4AtH2xKCJrVFBGu7Ly0pbXl8gMQGfkHr45P5RJunkV1ks3v+Dc5+F/D/4rsiaLuZyFMZaASAsshEGGgRv14rwIWv107MvwYfhafeDX1TPrtqQl0z9lTmu8g8AlvQ+9Y+Fyw2+N1kHHW5sla2j/M9ADB70f7AmTA0uaC8ugXUyBcDACMLORswrp4w6EFbireQF/BHNhV9jrOFHXgBiHvGt7y9OMmOhZjTVEYObd+983//87fIvVgzob9vP7y58/UD7bamXV3t/PH15l7X0cM4G/AGn0ewEQAw1X7gxdIggbtMHh7KebKlTxen/7BhWvWOeh/Yunme/hrXFF3sG76j/A6bXB8TNow6f1YkU29lPIK7CI5AptVvpOy/2AG3AeDbQG0XZUC6/b1DHSf0buL2HNzPbgPB/xIA7NJrsOxrQYDzZ+tAuXzpO7/sdQf4qKPge6DuGaBaY/3fAv5+7/nnsZ3B3n32vrfXjv1wUcAu4x4j8gIAI/iaueKmQij7r8RObC7OjHGI7P0F/qrHXw7aEviWal4A7ZwJy3vNoJnX+Vl7vd/XubtlgWvkDgCsYYHj6XBO314fo7NuAsC3Qdo/2+c/A4D3/TMd6XiERXjCzyDl7fuzJ+tYOQPAAApnUPQMRLYTE4fuRLsKvePujVI5gTq36Xz/vvxknDhHJ0L7j2fBSKY9+HvdZnufAWAysNbhqrIg413Ff0e5JUG6Rnn2eb7bg+4GH3BRXdOCmq4DrwV/dtwHaOg5XGChgF73R8co99jAjbLC/M3363RgbxbsO5/nKTnh+kpvOjJ9OfcDSNfJJNixr9tA+zmb9jaNeE+dqLuegm6HQs13GA/MfUu58d4Z0Nz7LgB87ul7KXV4OesIv+lPy/4hHE7j33vBI5qJludaKtO1vQipcTbu+53LOIR01E207uV7CtPSBvswTubucQ0IbiAZcL09EY8V4znNccz97MMh3aGgWu7MDMF91Rg7oePsI0oh16CMo/BbDljDpfxtHFGX3n44aJsdrLOLDN06Cuaa3T+m3TIxAMBkySB0AVABHQcA3gzgKiizTnXUF3BQiLZE5hrxYyy13xR017nJS89n4xxgQOZlefuJX8A3D0edC7rZ/i1xWeeBPTEuBlAVqKH/Yi5Hlusaz3XYV/kSZC7IWUDZDKSl292PBYC7DxPltuCm9ECvZM/+Zvz1GUM/y0s1Gs6EAe5gL7Lyhp5tFESz6Sz56Sgoa3SmD7OGBYhxInOdFQVmnXIhChZ0hKIseDCAHQ6NhqXWdGvp52bZ5mXJYErubs8VHQzs22aacy/1AwwHyotuhqjZuzjCl1aX30NTOw5Lywq2bgmazRDi3tAbQRUlm6H57HLngKONeVsSFcczDEgj5bw+W11hj1FHW2BLQ7u9qwZIttSpJdbqICDCM+u9dAE9+bkALy8Ue4HBfbA0Z6aVZ6H7NmWWBUO8lvO6/YcO4MMI/p7nfIdzDl0sAMyzln6dJ+cZIwZgRoC7pb0bC2D0KvM995nvKazsw3imPGOivPM8MkPuT/DA6jk91wOMl3+Urx9yjecW3K3RfugU8CQMDnsVbkCII7aX6o91Gp3PeitnwJ9xUGZ/uGerMeglbXT/OmlOx+Cy3z7ftfN8OvfqVXXGWLJx142fDS7MTyJDu0foEeWB8hSAF/olNfI74wDUa4+blsaKg648T0ODLD2z3gPujXFIVlcrgZWeA+KPsXHmPeusFSgxmKeAe/tljr3RmyjTIb1HibgHyGx2JgBj6IoIaJaqTn/6cjXwxDPRnsT5gyoCGPwF0mOkWsLRFXnY7G1ow0xJ1Ad6zhbIGH6Fs5DX8gUA4AX8LavIwxCCAkjwOUuKOnYcf+f1Z0wPms1jZQMcFAv69XzgMI8TyUokOpBXV+antKQOUz1l5OcGBREYU2dahoTTroEZK6ihywE3Pn4gEn4zsgTAdVCXSkrjzSLNPPiMKPn29a6TnQxunTNdpvxr8GZpnX+NT+73kaf2JzSDRieMOgznb8uwOsbJ9ss9ADEwgHWEWkaXtW9GamhtA1IEMgWM61oZgIoSiQsAk41wN1H40BMA8FkfXqDLPuMCrkwEPse/zj3R9nXiUj0h92gFjuH/Bs7NIuQ3eKl82qADz5xtB+q4HDG4APCWhGX+Lc2cNeVMQKf2BVTXZO9x+jTLG+f27DsR+c1mzYtzSrYEOg8ZgXWC1T60WpGyLA7xZBSC2fk5WY9xEuZZ0E2fQ2nYjLel+NHBq0s5BmRkwdI8xUxDAz22vzN7Y4UOeL58n6CsdXC5HlYTsPJEHPYEWAGK5Fktfd8+i67d61d7fqCNZNWlVB7AIHvEmuIUgv9bAYFMHBwjOKQGiJ8bGTHPXqFsWY0AvtDxxTFkf1OylUKjlD1On1AywNGnG5iQuUPDnCkcnuVZBAWM3aG+NvSXefBd9B4AqgK5E+zjrFyDewHx6lxtmUKzKwGy3+XcwT95wQN4HfbV2ZahfKd9w+sAz34UNAiN3k9AA2fBIEYdiciE2hHVD4dma0gIoAMi4bgCJFvjzkBRZIyA66X/dP5e3tRKQIDldUopr8mmM9PQwBCDptQTmr3RzF50mdBRHMaMX7uELEXk+dBm6AHA5fr6VbPG6hDM9z5+INvcLHcCRQCqKNNcvZDKEMPk79XWmyyrDAY5y4uPa7NskEQyIwkgYu70I7QUO1RuACBzt2IB54Ls/d1Hgw3JTGFcZH2xD5wfAp1Za87D9lP/IcBheX4QAM4yIBH8fm3gAsEjn/pe7Vf9B+oO+T3je5iSngDAvEffVOgUUBm5SGDHZq5vdghO9+cpw9n5IleHH7AGAo3S+GUfWjGE59q3blsD2BP96Im4lfJqCsLXc76gSYAnXth62xu98jj7Dbj7OPRRu2l4/trugnQ5R+GjZExxCgC4oU8zpgDEAcY9l8+TCQktrW+gAbEjN1kzy01HF8q6sKxWElJHLdCJJ55MsdDlmwDALVtO1lQz1u3JZ1ColS5YD4I4te+RgwEPQhevXr8OaPas9E3ZWXSZViMhFDOTQFdt4EiW5Y8+KHUoMlvhuchS7MKtTNbSuQT6QX9UL6D6wuigDcYhKC9rQZb6/YfqJEnsKyDCepWPBHwhRhDeBX8g6IKsN/hgdboJ5LnIYGgauY5UzXp8+XS3mczQyZOAKT9mjSnTep1guafP2EuJloyw63dZQ6QQMq2BV5SUpuR4eGfWgHCNNy9Dc5ERD8J7kc/wnlcvCZh/0D6hD6/I9vt658XrNwWAWZvuWc7ltxw2ejtTDWFdlewzwU34Gsj05VpA63sBcJ6mnzD0BUiE3vAw15nx2jte9PuXLxNt9Dv6nqACp59sXNsQVCtqr1l0C8aJftRAnpwtyrSzh/AIrsdXAaDa6hTIQ0qfhuzsBxz5kbmvPtse9adAIv0g+v+gbebfkuO5/mVAeOj5abKOWWvLRkdHbwVZ/Cn0gKWM8wQTZOA37SfleO2t+i0MhgRs3/LWyEL0L0uXygd/ThY2NGMbF8/6pbf3BOoaoCjwjL4BP7pOidK1FQmU5Pw0W3LsSbLl4Vd7JgoARy9dvxRVAnixnoDSlWXjZ0FvaJ9MZj78fm01dEsCPNv2hYy8H7/c+W//4ckden22xHgC2LBr0TXIDB43RNeSfbd6RsD5twJNT55O8CRVWKja0qcis0Bb8vwEPnJOX79OMBCgYvQkyiRXPiEbVp7D3DP+53/H2UMuWqqec0J/5x8IYAhg+y6BFA3m4roCN1Yw4qzwPc6mwXTqErX9oNHKIasbPExWppnm0Ho59KVf/aec+wctTa2k3+vRt+CBR5IMvCJ0gD+lgcbYqADwnC2TMFjn7gE62ei3szylyW8N2ObsOr5W1pjqU7tf2pLqO/jl1kZDh/j5OeeNQXoPfE2ApgCOpZucpev0ZubMwx8eDBjdQJiOJ3MNYPyANjAZChnA1wHYS/vZT3gX1+AzqLqYMbbNFDpax2U2e9+nckH2Ajuna9+AOaoMqL9VPkZWfEyFJdaeF/bio2Q+r84DD8dOfPNavQc7dm1K9aTDXmjW7Owre8YTG+B4WmfWVHvTfQT81z+mHap94qv6fbB5cpsaTFd73s/1yzOHvH+pMBLZX/uOwCNkStae0uj4CTxa81z5KP4V9DkXnixY29fwQvfAN2fF0A2ekIBZj449enyxmtKb+kh3cGin8qz6rdUA/cwWbe1jTkBfLsfubCJIvtJWhdBMK93YXupbzp48EN1WE35fqHYsNSooy/dP/yU86qMBRa3cF/l8kb85o/WxLxCNvlD+6nyw49pWgAzg2mf6jazW8rD3MdDMNYH3WAlQO3CiBjNlq65YyTO2SM6kgf6O2opmzq/67ujdnKW2wqpfhmfr01m/wI0S0NzoX8vg3c9vA7rnfnDryD9Kv950iPU5FwPHBTlniy5B7ob4XaMrDpDQmZ8zk29/f//erMK9797jnJ15dhgepPCv//a9DM/On7GdT+nc6gIwD6fcdTiXye28GhFq9O+DyWxoUPxs+AXFJ6IibzbqehhFr+dw5ucZAN5oigqJsTK+lwG8z9j7aXwcwCEMmEOzGQG7Ss0qQzGfyLIS9Dznduamc9ThvEA0jnaBx+O629m/0o4ZwOf9PDKmPclrUG25wi0rvc/63s7SX6WgK0xjx5GDhFN3SyBz3QKi/L4A8AKY36O17wHAC8JdwM9Z33M54Tr4EDoDUpwd0WcQ7zKXpSmYWoWB2WwLcli+bRmvZ3LvU8f1MMEFdLnvzud767U0W0BmXmeaN4tDR6xZmwrwM12dM37rOBtHUJloFAKbo5tltgNkmBdAfSOW5/mbPb9zW2BY4bgA+BE1x/ub6XvO6tXhJcM8z22BXd7zTBy0amnZFXYoApZ62EzFBULPStKfAcDcn2y7LcHM3wRWVJFiJUbh4xy2tFXWCcUAhl/n6zjpSwNjXOwZbNkzHAt1Xo2DIT/P/Yr2DFWY9qwJHpYTl7lBPwp/ASH3hHEs4FOnf79Hz684UiLsqvzAnPJbnV/+apBRDZ8jkKAgI9HHFehT+irv8T3WlUgryuhtoMS5j+vuGf18+/060hmjIIAArUqKALD7ibFUgYzToJlLO0fLxHof+3ctALyO3XOU7QXkiIKwtMiYCsz25zlgwmesDDzzF6/ZIAnWw0hB151yepYu1/EBURz0egEMm2GA0nYE7GzmytLxbZnY8ZMBOZq3wQtmhGyO6KXTAAAgAElEQVQmIs9D4ToDwAsw7lkzEg+nm2flODeULTMqGrpeHtXI1ngWLnrILYtCoFFDxL03Y4Wp24cQx6sl/nifFwYQ/K0ZH0P7OnWUI/Yrk/Za1holu47uyYLpd+QFxV969u0HpotQo7fKJY7QOv+3KoAAKoYSIBXrsGXElwYvMqBgmmeZtZYep9Ry5HtLOwLE9Yx7bliPyt1IetYFQLOBFX0+zlSdXmZx2btJRz5R9ziDcdoB7Gx2EGMwK7hLj3FEZnT2qcZJvst5I6OR+Vo+V2/oZj7xe52rle32s1k+czlDI9uq/5zO/2ZWl9dxnzlne541sHAsAYaQAawRjR8Pxx064mbKsRdl3+VT8g1+CpCp/HMaCbCTfiagZHh+ncXwI/7Br2pEmKWNvo8zwx6PC4BPVQt0oDn3jLsZoNmnVr5oRre8piWp4iCAPvferjPGPxkUyD0zmbbKxfIDHSHQMPTC/kMvGocFyVgQ9Jip2rCAplUDyBAziKzzu+ipOicMWnjo3ua7OK3aNzn/rALhWn3+nFJxLQ1M2WSc8fBlI/UP/cY1hw5atnP2oOUN83t7o2dtyicakCKfaZBD+1UGXOLMA7BDU7f47vIjo/arGYQukoFQw5m1oayW2fYAwPYIUuZ1rnmWgT4C4AI30Bjnxp7fOFnhr6wH47cUJus2wFAz7zzj0APXMg/WBYBsaXzjueFL8KPS4QCDLeWYOb7LunAGcJZyHbLIjDoz+Cjnx1wBxMW2dBAIWEDvkbMpy1YekjE+SflTXxsCKWCJ85AyXQQ62kueLJbwvJYkNov3XYCF3xP5jWNms0Y0xNXp6iSrDrF0NkpJZZO6hY4rq1YArt+0cwS/OV/V05r5tg6/yTSfQDY+L0jHeWovUeUo+4UDcffDgJPpyUrp4jjmAHZ+uAcj0LFkPyt106tHTxq533NKsEl7+MoPDexjPRZE1+EKCMik4Yfq654hATcDRC59n9CBGuhwBOTxrA1s2ay6Pac+T95imfHTvVti1N5ODTTIZHg6YAOAUnvPIf8J5GlWo0ApGVbwCxxSzVKoiuC+SRn21y1953f0HoAjK+Nwtskk027gZUQ/tPq270GrnFPHHFrqtyxRiIVEdg2A0DmwGHAeMBGwCFqBv7S3LXNp9LxOLs6dDmF1tWc/28cUPoAzpoGEmdATSsgCLrEfgPQZ75YWv/CXKctYJ2N7CxJ0QwaGrShwLAsAI8sB/HV6ss8Ftet8o7Qmzn/BcjKdAQYYz/Y1Zl/aHxf9v1lYlk9vGwh4NQotvJnGaNUgAqLXecPekkkE8D8y5RJ4ZV9W1oQAlQ10ABzdnvGcN4ESaY7giQ3QVl814I01R2dkPKuncabI7LTfoC1HGNsBVs25zDXcA3qrTkigMtVL8rwGSsMr0evrv1AeCpqSxe6c2oecjCsAb4ASHNTtUS/dtDc7gZjZrzr7pkR19ZKQOOWxXyZbsMBCy24a4ENpX5JA4DMExFcmzNmTr1JaG6AX2raUMjTKPjYzEnsvuwEtWAEh+xLZ19OSvex4Wq3msD+1E7wne846aqTJf4s15jv3KfVLqd7I5U+5Nz0sK9MISBuQsn2JoYbQPGvLPeGxgGfQOs8R2JWntsdn/iOQB3pmLJasFdSDj0irtjQAfENX4Kw/SeYotgPzB4RRvsi30U+xH+1nNzZzM1fsEd9euVN5Aify8gbLfQsQAMa32kQGUYf+Biy2/G0AnzyDwBBas+j0BMiMEz/8/PnPz3td9XIytsgij+O9/aoHmJRWcNx7HuulzutN+rACFLFeZEcy10cFmwXiNlCz+kzWvv0wp9KX+q00r3/NNWW+gKUEGrFX7VefeZDdiI4AAPz23XWzMgWA3zX7mwCFLwDXoVsAnit6jSeDEB6wlQlr941MZfwfkLnI0+oFVtKrPkhP8KwJHHWrCmgrT2ZY1oWsawHgjC2ljMm4QwdiTA9yXr9E5j1MBur1++vS6l8Cntu3/ksrHDCutlDImiyoDDAeza2Of0qtIp8oD1v9L6BwAw0T0IEuAt3xnr3X1VsaPJj3rUJin8k3r9NzuF05Ar6FFzx+8mODgK5f8yYBIo+aBcweXCdgi/NQcFPLuXozGcsNgOCoZcHMajdR430BUDRiwF6Cj9QvCbqCrVES1uow6OGeF+5PCeWCFuEFtlF4H/Dpac8vNF4+30hTKug8bCngXX/48PZiJEv5EWU78018dwYmqfcjKysPIqPfXL/p2lNe3QCzybxsYJy+iN+ZV4ZHxmxbNnAf9Er4UOZiX83w9Kwhc2jLhKwrwV3ICa1VXupLrVY276ifyXdZC8Zm1v3vKYVMyenMm+odyUAGzOX1ImWYBQ8A6M0Wrg1KxmCYL+uDTG2Lp9Dwk4DXb968bUBDA9RoUdFxWTkGOuOc6jO6mx69Abaz9p9IwZwX8n3lLuOh4oJAlrKKTPcNyCAQqGvU+aATwTc/3fkf/vu/VN/9GHAK9aV8LevFdx4+gqbUgzpnAkpqStxNX+kEZmT8z3/le5TTNlgH3krfVr7X89sAKErg04LE4EgyLw2CGkUrt6SaBIDfVYIoWPP3OVOsORmzjUXOOKgSe418Q4+rkgbt7F4k2zbBEbtnPJyy5aUjglNrj1EKnaAe7DjtM+Q5djuBNz1CBFGkfc+o26WJly/eXzLM0UcfE1yW712Hzjkj7B8BsWR5wzP5zrp+UbvK/blRflk9pJmPbTkkjRUEho7+pp7S9kPY4ZTkLg+3IhCv2obRicyiN9h414g9KqDKNgVov0ZnmsBI5Lj4oHbw8+fpCT1bQOAQfABZdTdBX+oO6mPYjFaRCj9qn15tVspPjxqWcUylo9hFtjQS3K0NNrKDZ6EqvA8I3CqQCT599iz7Szljgq86TkE6WxJqY0EvBn3qZ0TeN3gV2iyfE5Su64AF2oPMGoT+LnuJjpglxM6BNs8YiuWj8Tng+5ootu6bAajsDi0EeBB2/NX40Nga2PBHSgpTUanmbcZO9Z3aSkdSB4Hr6H9NEEH/Ms5a+zSTbnZwQHLmuclZ2tWUYceWJHPbrOea6exNgwN2DQj4005dejLgCn3HQF7lqvnC/G6LMP2CzL+JFAMKl156tYNszEbnig+LoOl7d/75n15FbtFSyx7oXweTob2IVddsPbTBEQaZxj5Eb2Q9Mt4GpGDPUpXjsvR+r4HTnNGMsRXXqCiIP5+kAipq0CYHP0hWcn0U50SZu5yTAszen3VB/2D/uQ90vNUWN8CjNvO5B3Dnf2JWpbFbDthdp/PPlmxB4RwDcZ2p/xYA+Jzp+C9db6ThzWfs+Pb5/H1Eyno6PDQqcoeja7/nLBi2RvH//9dtAPji+Lp1w5ZAnRdlNS/0xthurbmfHcCSEdce8n6yl58YwEivC6MgY6OK0ZYLHGF/BnIXLDvPmrWYbTzWb5zGx8Gy7nvXtwfE3xcA7vswdggMQTs3PIPA5wCABWUXBFgQaN8/GKBA1ALjPGfLRp/fP+jo5ne7dqfJ7TXLIDfbDF8DtdadoKVaLgBw3ubAXwIGZu+WtnZeXLrvdR7Hll/WVYnpY3aO5/KhC6wuILD347vrxLzxvKErxo9i3CiUPBcjr4b4OHsL5M15WHo9ZwnuvrmPh/JyphOVbo2kLcdYJ54XlREJTMw6jBLdPSvQ4b0LeIzzTyP0AKYLABewM6q1StAYpNzH52usdW9HKOxabmlnPltQcjMn/L7O6aXbXQvnifMXqXPMWj5xlCTVONY5uBkWFSAjrHdfz8/cTN/L2agy7X27dJnLZjIJMhCU4MGHwa9yhKRc5+FGBsHk9/MNAGg5qaHlAnqZbw348h0dBT2X+YcAbgIMjt2WexnAdhRwjaAOskDL7tWOo/wp16O4dQ/g15JD7/mxTjQzzAQkEWiu1wGSmwnY/c2FjXgawFNShMbW2YEgF2xa5zGApQbKcaZ2H1p6EOfQVC7otTh8W9LLCLgqb2Qbt98Pjk2drkfWr/Rc0BkHH44YACR8UQXuJtABRWoiL8/nyRJv0usCS+3r2xKuKLT2PTmDahvs0NJBk2VZh1QzmC2L/BkFp47FATPzfoF5ziLKw2VcjnOrNezxXt7QXrNzLs4l0JmXpW8WnBH054yw3yhT2+eyJYFH+VswpwDw7CxrhWOjwBjR7lhkq+BmXjpqxmHefTxlW47wY3/NntVZZolBAeCVSRcAuFGV9hZmfguOGImoUtp97podYKYZLQY66Og1Kri9QjPeRtJFNquQa2TpAMwLmsoHrL0AjZl5LV+cF4oqRANJb1ZvAwqapTS3gI6Hp19KhdcxCl8lcMEyitBqyxxnDg9DC5SI+xbD4yIvMoCWYi5ItfRBRhMKqs/Dwb7nog7ggmCZX/dXg88e2kYntrfN6E1mbnqfOsEn45dFahmtGgTOu86oMdyd9+GElhc7Pp3pmg1nGdSedXUIqdgiI3DW4ADV8U2GpSWHcBoyv6W78o3yMgG/Ovyy3zVkp6cNTkaeJ9iO9XTIoyreRIASbTlZ6DhavqRUEC8isz1/Al6l0clsxWH+9Zv8lzmtYxUSNFtQOVrnN8D8Zn6Vr0hrGxzW3rYxwgoY4FxjDRtggeNQnYtZl//0WQJC8nsDGZAPDaQoWDt6EgbIyCHOe/lHszkVg+3lO6U7GdPHZG1UN809KX+nMT9loMcAq1Nq9n1LLvMeawldAHAjo3qg+F57KikftqQVvMpKCQSBsnwEjG62OHQu3TFvQWOy5c1iY30BVHiRaQeNENyBrORz6JN/Vt2wHO22MFm+3eoR+XoNteoj9uv1n33GfriLlWvGa9lKAzOleXgTTlIlogZ4gek4o8y8d4Fbii8ftD9lvq+eawDG7oE9wAwkafjC6EQa+p7hMwBshQqBwTpg25+M3qzwWEqaEnBD3yyCFLyHGcn33NMeNbIJzDj+NOeF7Tr4Vq2TAXbMyjwAVM8EfYxwDO5Z5lplvryETKyWymwAAOAdTiADL3wxBh2jW4IdPiNwYBm78qTQE2cPGXo4QOA7OIz4Tvhj+ytv1myyiCZopo6PvNqftmQr+LFBMsohASKA+e0NuUGmHSWO8dDJOigFiSc4K7vY4Bz2ugEHOuflN5bRvvQcBuynxDLnAXmKIx76b4Q9pY4FFT80W0J+AV/eDG+yn3DyA35cPVYfaqDMrDmO2g0AJCOKbCVePMez4zXNAh9nvnKbeQvw4TzTwTdtCwAAJrgOeQVPBsBlCylPDXhCCfebbVHWGRMHSkFngpsA2afcdS6Gv354b1lPyisCO2gzsB/QF0CONK6OS8Cp+g90S1YBAEEDsL6RYYmuIF3VYUMgDlmNlIAuAByAIBnAOB0B6gCZ3r4FHDDQoYBT9srWElxnFg/AaoOIc+/t8cw1rGd1bkDF9nn0NFevRB5lrlsJAb1IoAX+blY+X+fMKzetolGdY3S8BaXQV18nE5EXNh8O4fUVnDOQPYuWZGetqofn3Cz9o+OtTVY7L/8uJddLNyMDC6ba67lnPnPDhgNorHOTjAnmHMc7gWwA3tAotGdfd4PmABHJJlS+6cgy0x/wZKpOTKSo5X2jO5W1kils5Y0GTqBH590PuQb7XT6NPGGMZvw9D6CD7MQBWhAfnhm6s1oBzmGzHFkXuPWzlIHtenLu4rxvUEN0OHjl6sSUQ+Tcy8/lK7yhDjt6IGe4peRTejfPaDyzX+ycOf/VQUJTAKSPArrAmyl5yXnnvgJqtnrYPqi1s8dJyJ7RFxUhTEYlui7ymnnC+wDW3gfMINuJcsK8GDNrw2drxzWzNesMXdnH2OoO7wJsVU9pKX4DLOkNaLAiNB9wG0d9ezYK5CMvX71805/2ymZs7KmBF42kCy0I8JDWdQSkWSXKLPyv8C70Fs5Zgj2QftcpYcwxbr/bAJtoKtW/63w1qI5+r/doG8Lb6PJ5/lb2Qf7AZ1qJAPAq32/Z7Xyn/Lb6ucGgvOCngFnP0kMVW+JN+nBXttOupPqvGUKsGzynWbyT7YbcQKbnmJUmrF7gPZvhm+cRrEXme+UDGn7dD/Ziri4/djDrsHKS9dwys0/CYz8mKI8vvnlxne8QpKFP5WOCCO7lXAH00rcTGfXs6c+5N/YEvAXfgu/DN5QH2cfIGWhj9Sjk8tVj9pWystn3KcUO/6LkLtXQCZyB7wB6NIg9fPU6tMPZYx1+++1lQeWffrq685TWAJHNBCa8TflveAlAKxmu7ZGYUbSCQM4084AfvmRuOevtA5x15kVmLnTENQ1cC8CATvYk5ap/AHTPuUMPrO+OCh5GZtjioUFblF21tDXyCZAIHv4gZxtmhq7KYMZLc+fv/u6XyhQCzF6/NjsZvkcwQPlxgm/gPa1QEtAQG7n2Vf0MBuqTNU4wC9mqlD3mXLCGBO5og2kXNKi4AYMCBWd7uIBGShqT7VnUEw4YEFg/FUCqui/lwfXZRTfJ+UTW8qpvpro6pfvh2wZCvnjxW3kTwXQGhG1PeIFq9UwCz9R7CdRAt7SMdOgI10PuybmGDwOQK4cBuq57tgATKQvOuJAB7+iHTlAA5bQTpIB9CU9jPbDZOAJrR9NXk1f1ld7nqrLip+wn2Yufs1a0Afjh3rs7/+P/9GudTB/e4ksL4JqpA4yyWoyZssrQK2P70hLX8nZoIdPPWsQXlDW+SoARSXl//eurrgGBJlv1i30B/MW39eTJvfBnKlvEbumBn6Avbgy/Ck3dJTM5L4AkMtfVu8u6GxyRI1qdB58054f3bRFCtinyUfsD8fHixevhn1SX0OZ49TLl3Vu+aii2G42/DV8VlVQA+6fP7GjZAMBbcYR1pl8wpvyr12TXEhhiUNKjAMfrl73aUsC5fcfjFMsnCUSonZI3nv1MNQfW3/HRYqUlrKm20j67yOFqRaVb9SH4JLoIWbvsi4HABH7fBTBOUCeV2Aj4aExB5of+xaI8S1UCbQJ9/m+zH/oHKKNuwFlttoyqmcQFjG2zwmcEDfccZeF53ojVLid8G/0BuUTQJWCzAbj6MmqXVf9AB0K+0bPWoLfuOT6u6ET8VVlTHm6wb32DZJCvPIRKay/k/2pzcQfAWXjYnl2DGeFfBdprgxzV1AwK42EEd+k3umRZj83eKjj5h87eMtf4nurX0h/LdfhGCBhC9QeYZl6sR6+h33Flcc47AZ3Z2/qcQudthdRKKwSPko1LdSKxA/w57JEtQbIn5UdZy9yM+zbZIPwam5l1NoCb/t0TwL9+FlpmlUYJlp7sZPhHntmqmBMsio6PrEcPZZ4NdgOknvtIwa4rvh2CGglGgpz/n//6LnQdHjeBnMzrYXhTqwk1sAOQnw1w7Kwx2cfoYvp3lAH2YVYBXJvSgHd9Xy0VXfohy9cAcipubCs5AvEBhFtZKJtd/jnJNK3402pmBqOgC/G3/Z2NMGlLu/VB3y4BvU79Du7fCP4uiLMOxwOE3eV0U8+vs3Nyna43AGCMG+pf5+cZwPXehyNh77NNrpcJVajdeqYbu+Nwsb83VscpEd0c80Ec3wN+vUqHnusns1uBXTcJhsGEzZTQqyCh2B5ZlB3nMNN+NvdhPDqdjlEtsNhIiBHmvb7ABmDLOLnn2TUs63wQ+DlnxO69+Vl+wc85kPvESwZ4nVU6M3jVObFgEs/is6Gfc3b1Ot13Xc4gbzNd87zNQN15dz553ywPx/9n+3LObN45nmnvQi9zA9g2h3KfsWBbnZJ9k8yAowT0Zo3VcMRpM4ztTKfe6wRkQrO3AOAbE5i11hl8lPjSobc05H7oYIqYu9DHQaRbVmXnuOM4n88FUM/nvHQ4491xXWh2DsF+ftCiQBbjRTHAkdGoP5j40Ou5l+klyCHjxnjasR1lVFFKLadw4Q1DfzDYY04Iv0om16GGXT2uZbC7j7uOG+Sgg00H3DmrV9rlswGZZi1Y7AWAz+eN5TjK6+ioZr7r8Gd/cE4vOLIZbz37o9AvPRYsxME452TPWg3q2V8E5xqACDecpOt4PAdWmGViaYotn1P+NgAwz8Q51ooCY/x3rTLgzQYtWIXjrADkZPOTyTF9WFHgee3fGwmKLQUtKMAEzTk+OHwhVJ+hMO9xwSmN0tlzgcNAQwlDoc7/i9PXnpSQEyx1+xeWFuCFCO3cTnAktNdMPqPHLqJL9teXztjJBhunr5HpIwswzqKwbzSuAQU6ZxqhlbXbShfyYoMSGpkFWAWvHMBD0GWzhJkrBqmbCnCi/FVJaiT/Sdawlqs8VPEisyXvyQ+410QHz0WAx3uOxPNUdnkJLi8oraLaDEDOTGXpUSKqCYH1bOmcLL+dZxhtHGAg49nouTovW1p1s98EuNYxtvyoIzpN0IAFI7yl0UOgde5El07m17GRyqTlz1znfkxgCyoVkchkcY3DfZWhlo0dxzTK7zp0GNeZ/7SvzzBq5ILApiVMS1R8vzIPpxCg+/I7gWMBIgmONdge0my7GVlm9vC6T7+qAu1Ea9qL2IxEDR9e8gmDdXqvAXBbAjXzbb+W3PzSk5Zr6zg1+0j9xnuhLDLvM51tsNElerrfmej+WcfytjrlGqqhQdUxCnivQr5BCmauyN952UdJJwQvM1foDygt4oQWwDdgqOPOmcJZjNLveJFPZSV9LlmH25uRHmCAChhk3wAIcG4QgZ1xFqTJuuJotA8VjvojchyDAWa9NIuDFnlLhg5j6HlbeoDWkB9kUqGXUsox1zZqM06Tzi2OLPieGaLOt5koKWG4a9aozoJdTOyIwLekrEEnlWOrAHIPZEAdE9Cgz/gxZafKX9nflV35VDkJQ3bfS99wpeHD36bkn4Z5aKhllL23dKA8vWTrA+pkvO0jSRYfQGsNT+8Pf6gDv9l+k+07zhO/4nmw3BpOAB1wzQppAAc9czB4xiDK0CunBtBUruD8TnnDU6URnE9rHHH/zTYReMyeT+9PnN8CBBAPa0fAThwbGJPjtG8/uAJayi8cgpx9lsWocJwmzAOjnWAI6WADXlo2tJlNW2pt+ZnrAT0+TjnLb7Vu0cnV41ifL1m7Zg1X71DhwcGDswDHiMEsoeuRidAgGV9fySwq0bF3uWccK80yr0MbHrqlc4en97tT5SPjuI7zGqfZ/SmbvWcF3tmSvgXwQg84JdYGaZBN+GEMXXuAQmBQFzwYgBY5GMcgkecZTwMns9eUfEUBLr2W5l0f5yxvhIbkrdKvLYU4hwetMV7kNwASzlccg/YvZYxmXsd8HplmiWJkK/zHklrIYAOLmu00MmHVje2bad9hx3ip6oJOV9DNoA7KNmqn6Ejeqh3QBfYd9GDvYB23zlenh/oxZ1LdYfWM1Wcb2ALGhX5TgP8wHnQ0ps9c3mu52QKe8GWfhTPL4DoyQyEyHWJ18MQ507JvzR4au7DORfvFLR/eoKr21m0P2s/NBuHMcO6a+UOFjOy17Thmj7DLG4QGjuN5xpEGHdjnkX6H8Z4FhPUl/yoQnTFuoIN606c4KR+Xnnjh9DewBtZm9hOvi88Bft3Mnc0kF6jqWlaXISvMShFd+8x/e5tCC+X7cSDjuEKeLP9Wlh00C5+pYyxfaJZV21BY1vIqGUENFIyugFOyMnECDFtRpJmlZAMK6Hee8L9pSWOw5zgTczCaLRueC+83EMGMB17QNM42zuBmIwOOAMiREY9j2sxO5fHaQ5y1zbRBj+d8SIM8J9m47T0tvZmdYcDuVpwA5F0dx2xKHPjI36ngQP9XsgkJVJsSg1sNYDOkP30CONu+4sp4HLjbMxqaKs8IH2DfWKeW/ead0DlBDch5+SVBO5bibpDa9DDVr4LjLDKckr3sS87m81+SsdHWPNCymdTVv1tij/YQAIcGpvBaALh0T6BJDW/BYZ3hAhPuCU5tAWB4CfSFkFl9lPMK7VbniUzhWs5sM4lacaZakT6iBrMEvM3cAIALyuYAIouaRUlvTRz6a3dkrq2Kkv2m3+/nrBc0umPkGLXk+Yz1XbK6Sp/V+eEXlKSmpQv0Z5YjTk3WQXsxPWBfvfLccK7I6qLyULPuCYoM2JebXadMMCWq6auJXfc+JWABt9C7Dt+BmS7tq93ACgHgn1q6kxKT+VknMXqSgZ0CxQA2Zn4CzkH7tal4P/oQ99ls4QL++Zuek5QgJXBTAMAe5pxpTB1oydLwTFleqT/AMw6N1aZoqfkADblvy/2Wh9g6AcCqfXZzzYuXrFEc5LkvYCBzaOsXympmoPCAB1kb5vs+4D5gZR+da1tph+CvreTAamR9oT1Bn9hZJ/uyF449wZxYj6+fstEBeHDOV2/Osamen/9YC9o5WtJfEJk+vvpc4EsAn+9rL9r2qXBiM5uhOYDmyhiCXmuD5t75Dvdoa6I8OqZtARTk1vPnAbSztgB7rDNzN0AHmpN3oddsJRPOXltMfP0YeXOVdUhgUs6GvKenqnrEq5SPXn8SjvA9e+zd3/275w2OQJa2/GirQ2EvAEq9u8g99XHHaW9z7NhkZgbsRs7AR6kasK0xoP0uN0A+PU+zhxAec6DMMftpZQVpa9u7aL+h1wA08BHBbQHEcw1nR9lEYhNChWxqSooboMP9//a3F92flXdrA0Dz6BfyA3iQtEsFBcbOM8mqJjiLs93s5tzfTOVpl5DB85gGwA1Q/e0zgckE8KWkdnqnb4sXxgC4y3lgXwBk4YfIENYPRkJ2OetIeW0zTql4oc5HRjy0Solk563fFdqiwiV0Dp2+/C3ZwASGRP5zprGTOXstZd99JFP7rYECGgk9p//u1780QIfVB/i9m2c/Djj53/0jfaZTIvhlziBl3B+8y9/JCM1+IJ84F+xZgSsCIyvPM7bQQDPwh18+eyqfqd1DkAD8Ab9UfiJ/3iZY0uBOgjwo0YptLD//5S/wSq+tXttkFlkOspuM8acJKmmv6iwlfIEKPdav5azI+1rFA92EsuDRUakqIE1yNKxc2UCmvEGpcJ5DZjFZ8O9T8pjMfNaP4KCPh+wAACAASURBVJxnT830RqHCi1aZQTWMZsWGxsNvLmZ8vtZS0hF/2ORsBeMDDIRXAm72DFeWKGJevRoAGBA4+/YoQYhcC9AJWKmOScAB5f6xkfCXuCb6S8gi/lDw7NEjsiwzndo42vgE6OGvwf+OzGWtAcN43cu5f5L5baAz/OjdtQEDj9OGqS0GmCVnNzyn+lgBectst4fv7N/Z7wE91vVI26nIUp6pzK5G6XpWfnDWrdTH99tPHb9A/RIG119nPLW1CBTKgqKrcwb0CW/FLCuEAFq24hqBI9B95knQGTo9L/aBYAOeefYtr/+xAYtKrI6pelUrhshjKnPDRitDsP9Zw7Y7yHemFURL+aPz5llmRSMbo5fmu4DZy8u2ut37rF9tLqpuNdjXaiO2saF6EGfBtdA2Qd/ABmSoVI5UL6y8a2APvA75YvD4+lIJumGNbXdgdSLwAegFe4UzwT2t1Ca2whqg8xHICt+0ZSQ8JjJgzjtnpWtW+apN8zYZ3f/vfyVoLue77g4zilknsoV7fbEkguH0BVTmxa5YTPBoM3L4+Y6AS32Y2rTYr+povCqr8Ofld2TN6pR+P3oi/c/RgwZkrm8Bn+QkpBh4tKWp9fnW13YbAO7DTsCvBI9QV9P4Xsll3j9nADvgWcleNYxzfj9/DtFtRscZAOagkNXEXdbZy3V/BgBLyMerxDNOqn13QTr//mM28c1xylwXJHXMO5fj3hdH2HzIMxbk/AMQ13WgLFQctwMc/hkA/AdF7/T889KuIFkF4TJlZeOlVOyuQQ1BDNrTHklcx/zOS3me3wLWrsVNAPgoJSLB3i75vADxeW3OmbpllBs9O/QisGYkeo1EnFr5qYPlyJBWmV3wbyzk0xjOc7gAtfMMPsOp6d5PWTQU4kaE4NlYp7+bfxl/fm9WaQ3NXlzmfSlpXKVa5WSfub1vkVObdWmQgI4Ts81GoMz9VvllfznE8IMGTOCM4zs4sya7F+f90vANoH3WYss/a9h4nm8DwbtvmyW8keBnUH6B/qWHBYBxjNmv1/vXwNx1nkAHNvMMAF+CO7qep/HXEbKg1wiD8iAMXffFfpHDl7JXjS5ibeuYP+iAeW4pNJ3d0q/7rSJaRZe1LVBpxgbOI87KXt9f8lrAxf1d55xAza7n9hna0nZVajDQAIFnbAsAO55j31fw8BZKzvbpge4F8I7svh0TdHQGgC+0N4EMjAvByasZm4Atea8OLZRLQjYREOwBQ3HaFUTNBCViu1lWGKWCbjWmhydydo2aJHYZJ9xkMnOrRjFyw3x5wPbdny3rwsft2TAOxOVJGzxiuV33RSVtjNDcu70FiSnGGcUQ4GXIrP6b7IDSi9FUu0f23NMBrUAEOLAU3IJjAmAK+YuT/ta5OZ8jlMAzf96sYEBaloet32hiFQgdOs1ryVwAjKosZCIAq6xZe9riQL844g4n4c7FXjQCPRhgKHnNiCqe6yYVMB3aq3OsUe7IWbOBrLIIgP7HnvKf4sjgu+3zCr10vSjFQlaHAHCN+6HlZpEN7W3QzNJ4e1KXXs3GKW1AGgCi5W9kUMlHyHBkQcvncPQPSHAJ0GFeE1ghbZAR4T6bCWi58/YvlVFX4T4HyxiRmWjAjFl6k6cDfPE8HMldtvJnHLdmePnvyPwlw3Odp1yD4VkblX3/AwBMtCZRlfZiadYY2atTwnflOCXMoaH2MI2TkAyBZsrBn3J2UWIxxOVhceLyffZ29nyjaO/HOKiMHQCQ9TG7Qzl+CVTJ+1suyjOroorz0jKZnimcUka38j8cokYdMo7yqQEYWuaLTJ4JIsHguZ31awUJ1wHnEvdrdHn5jcyo2UE4ghpZ4vnmfRxMH6Js01MLhygKvcakzslWqIgTHQOkGWBhDo8opTjy43cM5xkr96dnI2MV5LeHX2VZ+Q+RsPQrw4BduQAfWkBDRz3nuaOD3xcgPgKY2hcSh8ue8zkvBNdg7FqWUOc3r0upcfZ0At8ABunnUt25oPa2/wjPrSOph/1y5vc+pcMYa/T7rBMia9uyeUM7K8+HBfd64s+2BQUZVr+3tAh9cNwbshYwwB82Q4C9M6vdo8b+rJOJnnoEIAm2QMvy1ZGJrEOfaFnflqKcfqPyZo22DdQS4DSzbM+9Ootl0zHCoT2ML+ZaB21eZD4sQE8mKNHK2gLwCWSYgMkGCxE5a8CmgWOwZmgcWt3ArDrE8x3W1WxsA69amShGLtmJOEmITv/I8wCyRjdkzaEllpUsQ+6Nk8JAFlxK8MbGyUtTOMvhA2S8A55Nuaeea+5Dn7A4yPnbc+Y+d2+zwD8SDJFbvQ8AsJmHlQXDY3EEWS3AUvIsPJ8XxEG2ofOiG498VS4mwn0ij6t3ZKw4iFjDOtnJfIK3z96ylvRRrP48cr9BKz2H6lSco5Xfq7PxmXJL4MngSGnMIGKAefVo1Dy+g65ojyVL0jcLsVU0BLMBwl0fyx3zPhlPW14TPvA2zpoCFNljnQkBjggkqt0ATfA8nYk8H52qJfQzvK0mMqR97MWAwbwPgFCaIrsb8Dx0+GPGTb/bYlyNfIEWMs44nQD2WP/2Vm5JYSqRJHCtpUyJmE8WUeYAy8XBWAdPnTZx2pJxVgB1dbIj4NSSs9I3ujROP8E1ziwlDwOM5z+ApGZvZN0Asd6m5yV71/Kwl9K2lq5kTi07R8BK+NWHODcLTMMtoMdW0JC2XU+v4dwWXCnA9kMA4NcXebv7C+3YKmB0S3egf24WO+9Y+WCz0h03YmRLM+P0RbdCLwYAUa7l3BcYdefoX9jzN3oxtN0AogbOqJs+jrOVks/fcCAm26xBPtVrcl3BIuhWYKxOI/hFg1WmBP3YLS29iD5YGUV2iz35Kg+rcAO40pNWEOVdsvugZei2ZbQbUGLFke5791WwYjNUoTM+exwnP3KBUrUAxysX4FttV5CnYd+Zqe4Z4mWwEM5TykAm6w2HV95nr20BQJaJJfAgYvbQ0stmuhWcbL9ddQycqXXkli7l9ZaP9Xx/+GDvSwMmyUDd+8PTzeJshnl12Pwf84V/5nf4JfwTgJ+gEfRvvobOxb7yOedkHWv2tlYa/fzrs/4EhCWT7wogI693oRP7fapTksnWXvQT7MZ8ceA1u3rONly8mXP0bM3toQXmCUiIXgedtI8bNvTomvT9I+DDwDjah5CJFl0hZ/1dshS18+x7uJW44GmfuB80XsCUDE4y0hI0MNkl1zjotdRKf60AAzjZgAnoPHwmQAsZ7g+S/oT+R3a5AFh6tJKdmTHaF5TsyYBf+c57QP+Aic8iwzjDlONulY86nd1f+T9lTx+FHwiAFhCAnpuFBYj9/s6DZLDSD5uqB8zxMRntZL0AVvF5gLIH4RGArj+npDUvwD9IrrZSJvL4CXoV7QysNgK9fkkQAzYGdgtgLswU2UnWIXPqfKNvy78+T6a8+ohBz4LCyCX+Lv+OXOEc/fW3v5YHXqWsr/qRgSAAlWR+E8hwFeDbigCA3GZD8zB9WGYKrVxRjueaZOzhPDdANuBm9C1VfHkpVEgp3K+fzTh8El5dnSUfU77ZSm0GexjkmUz0pDVZ5QlbAqA3ZavD03bM0AQViXCyP8xa85T2AO8RA/xwL94mm88y7QQAwIsAqZLF+yy95vM8smnpE0wmOHLs119+aTBOA4lbeUS7j7LJ70MPVCKAV6KTwYFaEnPALtaL7MYto/xgMlM9d99ashk7DLlFVjhjRm6Slcx8NwFi7XJ44M4XPtVy3+ERZC7bu9uMTUofP08/4FYyI9srtChfAKT6lGueVFbxt74Red6210BH4N6Wns/5LP/OOcq6Igc+kDqdsbYk8bSegi/+7W8v5YETo7D7/TQloe1bz/bpe+IP1mH74nIf/TvMPQB26AV6b8n5/Acoy3l5+vRJrwdEatZYXk+TvY29x/UvX7zpNVvimjHzOPhhfY/8F9qHj8CDoFO0PStkGBCDLIdXAP5VloycZs3I9sYOY/3tQUvGND2to+NljtB7MxEjK5C58IatMNkWLZzzzIusUp73KGWff3l+584//PtHd/7+v4leHlZ3/TLZrQk8+/XvUaioegPQGj9Bq9IIvFWPI4kF/bBq99ibnKdk15Op7mHDaTS+nAb4WVoc2xGxwdo0hoiAk/DCX/8SIH30CM78BhdiC7YPdAYDLRAk+jX2GcAnulsr0CWRlQxls0Q9awCFTyK36K3Ks+ADf/vbq2S9PjbILG++AgCOXfgka0h2eCsgZPgAc6zjVQA3XtjT3BN+ZqChA32YbGcqWlV+A6DSRqd6OWcEHxPAI2BugPoErJD1jDQxEJyKLdhd6PfawgC2VwG437z60FL62LIPbFxd3fKn3JPMTZiLPmHHZ+CzfgtbDG0wmnL3S21Fv/M7PrCM7yp62E8TTNXzkes+RCbyekxLnLzXuKn8pKQxz73bvT0CUD8EqMaGAeLULhY4v/u7gUUEUrNWTQ6pfY+ex3fxYep348Dph7D9BrRuGV7L87K2+gUNtNzqOQyQtSawY4OTPN4MGr2Q4BYDa5EnBHxAbxvIV7t+dMnVXzuHzGb9n21RNVV+lCMAzWAYtLjShyAPtP1Ks0gJXo8sJUil0Ajfrz5sxSV+Qj38CpjbssPxVWBjf2kVGEFIbGFiYutTyzqh9jN/ZG3xXuhsghC7ygDi2Z9W6eB7OW+2U7SscuVsnsdr+/wCJWG2V9uYY8t64ztj3Jwt8Sb3HX3EYNHeppVR8L0YoKR8wufy5vrrnX/+L+GT9AYnA5qlqs5p+XvWlJVGjlnxIUkpVCRIICMvZBn6xbpp4JH61ErAAsC5F75wE0ac1+IM+hoIULdlj61KDzznAIA9P23tsnhB9BzkkklV0vUfSkA7/ZuvjaZ0IN54Hc/7TZ2FvnZA+91monYTTt/pe/69YNU6+2vkYPyEcPa9KnU4sDzRAwSvy2gOB5/sOIaBWIrt+N4xs6GKW3NdQGoZ4XnOZ0f6eb77nfNzbmcIN8p5hnHOyrsNAG92ItGUBbuHIG9kZcx7JZwZfyM3xsnFWyjc/Tz/lsAKMNb0kXn9y6+bmZLrcL+UfJ7JXJZ7nr2EiqG4a3T0PAQ4sBzG7TLPm627Y1qnbMu8jaPwdonodYjqPL85n9v0uPfdPbK3wk061tj0/UsJ6AiVMro5MEurBUOInspSLnDN4d3X7ecLUh/ZnltKcJ0fS0Pn87XZv1UoAFdbbhGm5hj3nJWJMOZ5fu+Bco3jdAbEeuvQUDgwj3OWdgFPsmS7KK7Lrs+RKS6gvYDOnt81PBVo41jO7wi+BY4XSL70eB0Gvz1LVzFn6B1f6XlLZeq8WPpeUIt1LzA+QIxKnA6tglN13Bpl5Fz8uTTqXHDaW+6J1/bd7fdOc9nyuzpDdTauY7/rvQJrFrx7wVwAkMZ44Z5k+90GgAHEjujom3SJENlMx+UbPcEnftu5VQk5ymHrFJceVUjJnHFwBb/4bha5PR3ze/sVYCwBhM+6u1b2TrqbPdkxnkuJL2vtGiO4h8dh+MN88NHudWYxSJDdz2HqrKMRufJ8boHBx972vToORlCP41UHlDzmApgCnHT8Oqi2xCFrgaD0uZb85mVJSdcHI8PeCJY6NlNnlOShDTN4RtnM3M5npMby5fvjcC+S4tzsqapTb3vishYCdIIA7S80wEx7Bc/iGrkmkH05Pxm/Dv55H2Mjewl/xznEpNaRXj5RVQhi8Hxya8jAuZu52vJBDXyxRNZZsfhMVHG+wzq2fNlEkAn4cSNLN2+m8gLAzZrMd9uDAyVz6LTP6OJLb/xeILm07Lm3IoTjYcDtAx3lt3ws//jZ8wjoOUYAjqrtrcY1OMzsfzi9auFz42g2mMy12OO0PZt6fvumpaqaQTCZ4mSlsD+Mt73vMk7OddVNohfLhwUVoEeBxMnUrQKauwJOU+43v7c/HrwTRzmRow1IVMmGg2uAyKsgINZnASTlvo5RWNDH4SWW0TWQob1YOh7L1zaAJ/+g/y3HX7BpQJEGSoxuxvyXHxhd6Xwx5nl1nykzVyDIfbyt/wmMeFb5vBkRGVsdLcObMYQAaOkNhxGLYVle1YAReC3gEyVAOTTSFLTOmrG3d+OwJnjCTD+NlTJg/h8yy1bUwJgxs26VScNDSv/Q5PBMQBgdZjr7PuO0zbX3Y7RigNSPyfgmo1y90UhX5lZjcXjX9rZnjVrmDadMdkSZaEWY7d1602g0UA8qxGlX5+XIesZawzJfKCCY+7SUH1neoZlPZD/mOfyO0dZSc+3dZDlRaJD7lUVlfaCD82tbTMD3ARQ4qveoQJGUEpwWG6ylroCj0LNUg5ib52+chfZMAxgew756ELzSbBzGzXna84f+gMMfZ9KWL2y5KvgZa9FSrXAJe/eWrjCYy5dwuFlCET4AHRjcY78/xqGBNCV8W9ZPC65ZEZROz3haSivrwTyhvQXs2Tszt1f3MttzgQDljk5hz5BOGwZOT9EHcQDARpQFZlxr8YaushbvAqQ1m4MsY3oe9sxIw2UJNX1w9pOpD38gaEc6+NQyV1QSsuzeyibWcPsjEdjzKCUXeVFmFh6Kk4+sPpztrAOBMBjjGolwjdGdON/T07EjKv9WL2Os6gfy9OobsCqmXuOdtcfeW/3ETOvKjqnM0kyS6mzwVJxJzrsgfVsF0H5gZFoDocwG5ZqV5wRRXLLCw6vJMKspmfEAolxKM7eXqpl42xtbx766Rtc7YwCIgO7tMQeYkuCQllw2yn+juZsPiBwlUAs6HNAdOntHybQ9xMwH4KIBRRt8OCVt8xlqSUvLfSGLLmX6yFZoYKJBWnV2hh6QUXD06m05jxcbAt2ishCnFhl9OjXhC/BLqkzpBGJtBLK2ipOqhlldI26b2cXnlTtxguLQr0xpybMq5HWc9Fx07wJSNJhn+iNfZAIZgpYgI1gF54alOLWHDhuIzVJHA+Tec2blhZyfnA2d+of9urp4s84q23W4rS7c6h8EXQDwl6ZwprqXyG/2k8whaI5zbInmceblsnXusZ6sC2N7G3qQC2RFEwAHYEGWzqOALj/URqMHY3QCMmRigrRqCow3L5yA9lcmIwdHr4JkKyBA//AieDIg1wbs8bk9gFcnRZ4bjLCg4zqHuF8Bv9D3l4C07S3bnmzwOPnv+w+U8yWYZPs+CsJBL5bttK8Zry2PrzNfRzwgV1sa4DTNngKwsbYEJ/HZ6gRm206w6PALnKENymgbGbbc7AuCcwiiQW5w/ixL3CEUKGOenMdWZIGn4iir408Q81P4NZTB+FkX+ALza8uK8XdYfjhAUQAUt0Q+W7A815kJpj7GQ36i9mN1J7+rQ86gOCqOANyUH1Cir2ASfYYJTrF0rwGkOondZ/UU9r4ZNONXsJQtdEopVqsQ3U8wKs9qhs/sBetE9g9k8O6twa/QTIPGwvOayZx9/JAMPuZDJmWfm3+Abvapz3mtPiudk53ZPs0N4KT6ik57QHfGbRZ5ypuj82f+0pPyizLIvA9vupc5fGgGdDKAI2fYO2Ro5QhyNtOjxLZBcJa6Re7xqswgmGbkTWV5zhB09UM+JLuy7THC/5D4W9r2WfreUh0AumXdAB42uJQsTZz7zPs6fWfR4w3+q1tY+3jtdsoUNyvLssC2dLIcObou5RihSQOBDLxopagpM96KIwTlIe8AAHMtmX1NWq2stCz1Z9Ywn0EfTzP2gr+Zz1b4QIYADhr3CgA6TuNk5EH7ZnspUxpQEQCAa3QKZ+1VklJyNSBdSpKSnfUhmUu1j/IZPORx9obqBW9SQls93FYQ0E/JtDqRduU36C7fKV213D2+BEEeg3pS7jZ7Cs0AOsO327YiQW/cEzALcIKqGvBZaIz+vVtN7GvbUeQsZHDIJPSAbSGEXfQ5DyRQ4qf7clx6mz588Lj3aeBO7VloSJ8Mc+Z3gkseRlevjY3MIRiqNot22VZ2oh8rehcA58/Pfy6dt+xo9tAKUOoc7zMvZMbjZKwqfwKyvXqZsx7QumfZkvarHzYgNuOwD6YBj/COVlrBlshmPkt/3Opq0PP0623J+NCfvCKlvFNeGjlylXNMQEmzEKv7IgsC3kVGEMxjkI8BscyffWWsm6H4IgAhe98AGORd6JU1eEfQQPkXjHaqOGYN//KXp6UxaPzVK8ox3836BFWtLQbvRa8EMH5fUA2Z8vYtVQkCsmWsnDWE5MsEZ3jA+R+yl96y2n1v31kannNAJTHUjHevsRnoNZ7erb8EmIYj1KxW30EOsFfsS+fTdeC8AR4ngOMrPO/rnf/4nx/c+eXXnF8AzgRjwQOek218JV9/9Roenz3KdQT+Mx5A/d/JjOx5tLIMACnZoQLA4dclw+zLlDhuOWCCx0PrDynlHLp5Ez7y7TN0+cOdv//3BNcYYIUesP4vziJHFauLz1lT5GoBG/R5spNzxh7/DOCjj4LvUJSB/ab0MnuLvlo7CECy1fSyhlQdwO7I3QmyoYCDJfBzBgJgxSIMYG5GNdWr6qMMKPcqIDnPIFDq559Tgj06m75HSihj+4zsZSe7btrG+KAepi8xOh40QXAQfjwqFSGX0YUehG4fBVR+8wZ9hL1mAWyZ0/YE6dNddxD2BEEvBPsrMks7Bmxgr6AHETBG2fese+7Rs5Nzc5+euQG8PTz8yzkA/KWNyfiHnsUmOL9YZ6qePMp17SmMQz+g9fuAv1Sv2ZZdBK7Bw+p/Yj+iwzQwLue7VRygC/RPgmIIQs3n2LXoMDtPdIuCnS1XPEkEoYkmFFWdNtCjAST488A9Mo/6+wlmr76J/kzAPzKRgMDwDkoVZ80apN/+05Zl5gWNwJ/W71Y/SsbJHJqt3gAIzj3VGSASyzFP14NmjXMtYPORJCVoi45qoMTQcA+5+AJngvW5F+AWtVEAGGqHTrJ+EzPf2Nb8w+4ByNaP4H3VNT0XLdM99IGfCB6J761tb/Jf/THohMYA9EUyFziPVWMnwYYAjPraTBTZCnn4R+ryQ03JXjTJCbndfXCM7yZQ9PXLH+780//5LrZcPmhVLQII5Nn487Y6Gdfr60HmmPRS3TUv5EnJdPzSq9dDA1bK0VbegHermqF/EBSgD7uVKwCpM0B9rAavtDILSR3jc9N/B39XbsEjGjyMvXq7B/CN0zF//GsAsACvBLev2wDxaCbfu/3FWXExbgYA3hLQJbC5vSCGYMc6cLkpC3UDFPkOADy2086qP89A3QH+8snhENtx3cikWg/gaRMvAPaM9w8gcL97GHAlmAEjtgT0vwYAM4edR9dl5mDJtOOFAtr5zWGo03cW8QJenta1htiNW4zBsqeJe9WgN8JcINnDcuy5SqPr6vNK0AATI8D+JQC495tBLACMItYsLoSoYVWnvfdZBagGuDjGckxm928B4yqA85zd/9uA2hkA3mcWbKqypLOzkSGUNpiDdnGKdl1cmP3J7zrVDIZYYIT3z+BfHZkI1zwL5o2z5byOveeJBpgGzqE9DztWHHKMlQjNBY62V2fHdNpr1s6IzjOA7dnY9REo2T3fHlwyV+67393v1SHdfqsyqPO+dD4TYb097M739177LAfa802kfZ2/GnsbQbXnQVBQGl1QRDBoQJQF0U5zWbD4iLAc+qpDUNCkZWenVMSZUZ8zU3AImlXhuO1Hp+KCk3X4fAXVBjKQvbDC8lwmfZ/R+8w4joyN8/guy9pfluHzu1nyfg7GAp/ZvRSIRfGzdPJGU30i43Gu2bmjsNehNopD6Wyiq8+8qA/qte5Xk+2QCXWIH9mo7tVpf7O+LTEaqcQafGjpTUERywk5Rl8a7S3N070+yqvVecn5rJnhGvWKOecLYK9zns8287DrNaDAllo702ynVl55BLXs+mygggqWdL60zAg0yHjpoDQrBKeZ/RvJovDeHGrOpUDGGQBmX3GwyncO/tqS3VVYRlGoE94100ntM8tfcA6hCLSPygxp5mWfJpSlKGvsF0pF1vlC61lnnBK8HjR7VkNMZ5G9OXU+uZeM03KSVkQoMDylEI0WngykkoLzaWT6AFI7OhzdzSicPbRUuVUGFgDmu/C/ixxt5p+911DEMbgMIHIcfnZU6bBiwbEeex6Ps0Jku2VN7aFiBrBKtEoo49Q5IoBPNgTClH2gXDG0XBkGbxowv3SKDAmN07NXpTTrRlZ9rUIzpsiI4GXGIb3tJmNqgNM6oQuk5JzmHh/IbkHRHBCI9W8vtkZYmknUZa+iKRhWhfcSJOM64cTx/B0yAEcM38exvKUO2ecaoNA//2F8NDBnM610gJzPBXLhDNoX/A8dNTOHSEzm0sxMttv5Q/dkxbUnUvU/aQZHE05tHMGUNbKP7kSo1qjubLlDleLqcFlTjNPSb0EueVpLS+f+BpbgRNqei5aK1lmaiP04izfqWKcxDn1L4IvR68RFiW8vcXoWIkfyD8elCn608JHBTBH6MRssBmR4AmJuAy127ba0dbOC8xyyNQCscS7hXMQZ/bC9vQS2cZAY/EAkPkaczpJm5eDYyD9KyPIeBt6eA9YFxZFj95UM8/YBjRwjozIOM55VPpk53K1jhlLGLPaUS5/jVJpt70XuZ/DKyn2/wrovv3S/5fWCi2Z5DYBag+jog7wgitlg8IiR1RPQxT2YT3Wzk+7YALXyXbNi3ASzTVqqKxdRupNrGTvRyvxBRL4ZbbYpkZ9b7ruOvwZQYHy65+p0ySh8g24W3p1+VQDAwHCKMzffbDkcWDoN5BuUY91y3MMnMCIJMsp1lMyiugBR6/xHtt7HtkEIjY5ttIYmZ55SgM3YYqPaosEAEMu3IUtxbMmreQHA8Dl8r9028q8R+Dgn8+wzYGdUeuYUA7+OsGblGtEuD8PgnL1NFs6l1cbQCPS5AYScy/bnO9mT8PDtjXUOslr+LG2hhwrI2p7C51kiWrvmbQBgK6fQX3kAYDJhRt5aChe5FvCkGYCWHVuHibxGvsT94Jns12aEy/lShgAAIABJREFUyY+kcV7IyJ47xqaAL48kQx+nM1lRRuzrdAWMbBBIHE+AkNDLozgdMUPtKWuVB/apGWLYc+xR5nxpiTTBDDi84CeWXbfHd8uCU2Yu5TVtO6JuQJYGI67bs8dhsgeqo8s3oV8A4AZBEqQVR071HtMtO1/2gWxgbsa4LKW4xmGcZXH6UILUTHtkM7J4WgWQyd6vzr0AWVsaVh6ArODcwmcBVDtadJbhUzdbuBwtEcxOd6/OFcwWACabBL7Y3oO5/1XookG2Bfqkm87/4qqN0zFA0troOgf5RwnozC+APRnyzAVTlWx67nWVrK4vZAwP72+Gec4gGbfr6PU4CCzKT4zcX/qCltG5ziAwV1THiLxdvWaOVdcewAVyLDhKdY3IWM4fMrMOpDq+uYcBqC11j+5WoF45z/O3ZRU6YMs0t1IOzkeDmnmPjJauFuBweI1VLKSLPbfce+169SycpPI9HHxPk8EE/VFOk/3iTNbB1+NDUABBHGR/kEXysNn7jyOPm1GWzzkL9Q5l7mTtV65Rihj7YxZm+xXjLN0WH21Nw5xCjw/CD5cnQ16AdfKYhnnkd30QLRuY95C5W8Fu9xCASwAYwFp9a/0eXeeAL1xDhu1WXrkaWX03xGMFDMBrsrcCYmUTX6Zk7NroONJ5Xb8hc8tzXt10dLkGhGUfsDsJoOm+ZB4AhNpNE9Cby8jm2z25tD2ATsoP3FMrAuh4rIN5eJZZKAR9G8SCBvi2IBs2JbYrmdxT4p4dyHkhS8/S0gZhkCnLGes5xYaAZqpnZ7xkJAIuztlvRS4CAmePgYvv17639PT2G8ep+/PzZ/pPso4EFUCfnDuc8MgHAtM4X4wb8AtfI5VkCJ4VIEwPzGQmsv6AXAYfoF9C25v9acni5VvQKfIOvR265Jp3GRcvaFQAO3RfMW+5X3TV8uL1x3Ausk/v0U/DXx9kzI+TXVd4kzMQuYG8Z8H0+6wOA00qm9FFAIDZB+bdxP7a72T8TwAYlQ6KNpAJqvPbtic/BlB/lbVKlnLW6kdsUp6RoJZ3OZfoGSsjCHr5IXvC+Sf7EH7avvUZB5nmqEB//e1VdhebJuubfa8PDr2peirrBK15PtAn2zc152OB9zcBZ9mzJ8nqIwyOM4BcpQQ6Z5hWGM2cqkhkrNgHZIEmQzK0xRgbqJH7GrSqtOMngTaUKq8902BjwVfovUG9gNUPCZSyrzP09/RpKgKwz8isrm8y8QG9R9Y9TV9laBn5x36xBpYvFbghg7U0g12ef8+Tqgpn6bC4Y+2wtZc8v1QbeP78lwJz9x+OP6FymjNiUK+2gvdl39FlaJmhPINuaAugfEMuwQ82EJpsUX0WrKHr98uvT4bvWn1nfRoEWsGzoSd4AhUzGHuDLclGzLw5Z6w/86Byx1lHMBNd2+NtegFz1pCPBKEwri/vCSygCg4ZkAQnGgQOH14AGCAcufUcQDo94KF7gKZmHedM/Mf/ENDzYf7+8cOdv//1KnJCYOshGX4/SS9//Y2qJQBsAvcN5Ayvwl3T7D8C7TioDaQOfaekMFmIDSuODkM5cUoSFzjL+l89ix3YII3w6mQx07MWGfo0QwScf/MqASj3AMbtdYurtbYplQfIoG9QE4Fu8CboCoA6QQLPaXdARi0BXfpTmwmJ/pSxrU7wOCWW2QdsXABgAGcqvTBx6PlZwEJ8crR0QY6R1V56yxRra02SCjz0VYIO4EtkYHPm0HPQkxgbfczRXfm7uiMmRYIVKfH8/sMbNLas41V4CtVmDFIimQPQj6N/HdCWe1eXzbXvQ7/oQle5Xr6ur0N5qc95fcsGUwHmMRfsndG+vlANInZYdIJP6OeZH4BzK+xlDwAx8dNzLu/XX4XsUa+Az76LrvlT1oOgJT4jg/dt3qfccJ9Rf6m2CfoIGbLoLE3swXZv4CbnRB+6NgL2/Idm16O7NvO6Z8yAzNoh06/2I8G+U5mtwoITA0tg7iSgZaHIdP6a9f4JP3POGWW9HwV0x0/THrToX/hIpvJVuUn5j36HBgmiw2Ru6G3oEGRea5NTQphAnAleorcyZbaRwQTX5z9sEYK+Po2dR6WC+h5J8ir2ol19EwDmGZzJ2IPJFrckOoke0UkfGSxVcDv0ZaAS1jE6Pwl47o/+QnUb6Kf00UB+gV8+q/7fBBzPFXQEXdcGbUucaaUZerBSlkApPsNH9fHok2Q+wGibeLT7gBnEZ+8blI1/j7HevfO//c8f77xOkBeBS3cJWka2597VkwdAhq/gi4PnyeG1D2lhweuoSCqdm0VsP/n6gsiexm/ZID8rWnidfrlNbMI30Qq5rAw6QBNuzCTntb7p2sZNip0AlzMAfLvM8xJjB34L4O1NT+DgpYzeXHQ4qpVJGlP70jlYh/QM8Pzp7d/3eo05lcQ6tkdo7fdNQ9cJcwY7z/erfJzXjmkzHLuwNwd6+e6N7N4xvm/cdw3qW8//7rw4dBhGNY585t7/sh4FFPAoeQeGtWMvk7oYqPv7Ab7enqOZaxJEnU04PW+tw/59Biy7x6f9uWRg1rl1jGtLaNxe13PW8u6h/bp2HEZJ8drSUs7VfezBRIzO8zar+Nh7mQTCgNdmkW4WWu+DApuXmanHuPdeY+Nf6Ju/z4EFC9zs+AEhjsyxObQ4jC/PcGEFFrMnQ/cVXqd1qyE2SuMCr41ygq7rpOTMSRsbvdPo8j1HMCv2tAb0ggl72KUJHZwo+UewBOOq8xrmOpu+61lHagfv+DuHeeDNYIub7+98L8AX5y9zMzNbBydG1tIYt1zAQYBK5fM2/RznXsX4nMFboXy6ruVbZj2XqRZUHPDBMhyT7Tv7cGSwHM6qjmec4zumLWOzn53HVeAGB0QG35JBc5ZxnpauMeRbalXhxTiavYZQIpJ4wLpj7pbmlTcimHTUXfZjwNAFcfe6jpU93+tQgy7EffAIlQLB6e5RBI6lVo/S1s0qy3dcTzIapAXpkv3S6e/r4CvSAYpv1eQqJxvh5z6rTPPaPksLGvIczseWDWLeCDyz6g7glXvghEDRQNmlRK4CnvFKA5zGzXjcUV7O0Oz9ri+f1+lFFl6VuQmmGKXmvL7cYwFdzwPXCPo0m2/WyKxv17QZx7Pf8nscM/aY8hozclgPS+Qdc7VEqk6MzRq/HJLcHMMCPrEBDpZhtDQezz7OXrX07kXPA/IY3oKxiUI9JU4cK72qzEjbsukFSxjDBl6xj/Cc/Cy/nDPWKPdmcZKddfRu3gzjBunkP0u1Y7gahWtAQWhqssGgvxqd/W+CF/Lm1/ZCUVE7ZwDjCGENtvqAmf8q5e0nO2eRZxpZx9mwEoUlhU7yrOICR6X8VYeKwFMDp1graPxyDszOMjuZc8Lek01Hhud5L+3xptwGJXR2t3v46h/Z6HFLtfDCSVGHcMvYUe7TEq8FzqekC4ZonQuZz0Noac7NlrRdmueeVR6n/Ob2cVt50OcQuJPBbP9KxoDSv9nUW06+zsFmYmow7BnaIBeeYaSp81AuSmfwVfZ5gwWwVwsOsG4bIAR9ZBw6Msx44nsEaDWbk5JXF5BIPsB2fm1/GmgK2XMo2vJWMlGmB0+NMJ3V8p5kVCC3xwGNDNkSca0OQOmgU9kpS9Hag5vztVmPZmDb7/tB+td6lt0zeZHrwl7jfOwZD+24vmQOEcQT+QAtENDUqC8/16EPQDBl3PNdDDxBXcsOMiYAE+gfR8J7Mmni3OLzZnyGRgsStEyl+2NAkmWM9kxQPrGliGAVlBcmkyOOKPzgOE+Zo+fbc9MMKso31zFr+VjWC0dC9a9blT+4BgcMzxP0MLKV9zeoiudqrHKmy3F6jUECluo20GSAy64DBqIGrA49naXbyxL609Fv9Qf7TxrQBljKWWiPzDh1uJbzhhEGUMG8+LtlpuvwRWfEyP/Qs9/es+0znH0KbbacLWXJ+7w44OKQJqup0bqXEriO36xoddo6tPNHS9ZXvgn4VIcPyUL/8GR76E6gVObD2jwAgMj9KLfGGi3Y1pLkeedeZBfOeZ7fajAjOzU4cO7Ya2t5BdHZnI+W7075MXqkQVeNXOcJJQCrjnAOAFKhbRyz9HdyjQ2CrAO++poZgK180B5vyOI1cA1qYg/5gDOAs8vymGRBCMSU6kavt2WCwSHt65yN4XwS4c/5wuECXeBI41n2mnbcOJ2vsteMB4dRs4PZo9BSszbbp5r195ntzdhKBjo+Ggg1gVU4LtG9+O6blFgkoKWykay+8A/KZX7KvlgZwIwgHO6sPU4Q5OK9ZDzhnMYThIOpTiwc/3lRupuBQgc4ggrI4LmYChU8F/5G2Wuy2VkDMi5wQEMn7GEDjwggGUVuM5+ruzVYzGou6qDINctIW5JeHY/v4BDWXiMjh5Jn6jwtkUzP1NIRvAzAg0AYzpX0tjxIO21sjvIRHTVbkvpDnO/bF9aqNpYiJZDFbEucbqNXow8NKKPOz9jM0CS7q/ZPMlcBEFu94/8j7V167cqW7LzD5Js8fGXeWyUIZcsW3LABA+7IgP9/1y3LDVfJFqCGIdi6N5PMw/cr0+MbX8Rei6yUXbJ2Xl4enr33WnPNGTMiZoyIEZmszlV+z/h4BpJOEKnOReSD+zzK+iArAPEEU5g39ldB5AKo2sfOFV/uGrytfADeIjvI1K1bUom7Vuh1A8hWjhHbwEEwsLd+P7qFfozIf8/uTY4xaFWfP+PaVguHnTWhSCYTeloC9ho8fRRAiRcVKtv3EMkiWYDnUC/pw+Mjlc6+Gz0BwCSmAIa0aqf915CNYViZhLulHWXPsK74mcxRQcTGIbCV7A/BYeSyCUZUV46eQ59rF9xvNwHeOUwvPXmr7PP8ABubzMTYa+9yzzcBNVqx2Sp4WRE8I/Eh/DvGTLU3sgE9NEk7nmupiKR6EJkgQQq9ZyXxVMnm9/iwDdg1CXWBVWMH2G0+z3pt8qpJmgAldztvrBMAw/tU4DFuKvw2KQO5Wdo+AKnSFTboaQXd/QCHfPZ16HYJqjIWbAxgCYClCQYyX7xfdplcpz0bJ1DaIHx75Zk8gP56+9beqVe/e66gskVwW8r9jx+ZU5KG0lO0STIEUgHrBPFY5zLtAEBFtvHVeA8gVT17O2OOH5vnbouNjPvhAyoqZaDy8/i341e0t6aVMlZPMS5kXhuFHLG/BdXYN/gJ8XtoOeAGzt6lQjJ2I9XUJP60VU38nyMOps2y+ilAMlShw8r0JBWa7F/Ww7Y0VnMzx3wfmdzEVmkqq5qyHqlsbvA2IH+ux9a5m+9dP4OKGz1g31TmlxC41LrGwBoHzPPZOzj3JAmLIHLmkbViH19fByyj51/ttD5zExabwGGyB0AvFYsCwFRRykIFJWzbprRdRWxQ9MF1KjBZW6tYH5Xqm+eiBQG62zgIZ36Yahw//XG5OXPy+OGTgtn4fT1/00KFMwaJSx0nOhBdkErsN69NwOrJbtrxZB7KNJE/799qC64z9wTJ2wM03yUJCWDup/Z6tUpaf08AC7lB/nmmPnvjQyQcCSIh+2+oyG6FGbaT5EX7Ii8LCa0MymxQ1hgLJ0ykRy7eVHc+TWWkjop+A0wqgN61H7G19K1Hz9ICAJkElH2WXsj26/wtFbGhUW+8zoQA5Al//WkYCdYGVu/Xhg47AXY6+v46OuL2PeMFrCvrfCf0+8RJsHnvU7FPv9RWhkVuClK1bylVsKkejv1DLpkHQFwqcfGH3r81VoefZsCSf4fWuokBsuPVx2yyKO1PALdNHnn95qZ2jD9UUFPZxv0YB89B9TBxCvQAoKnJkdC5P9I+1o5E1w4rCNWXgh0CRU184Lw4cTSeGfAfIOxh5A7bBmD94C776beAwg+ib6Jjgz8/uA+4/MPVzUsA1szDbWwQvtPtq//r37/Ms8aHjVyxblS8dllzP6rjSxNNEmb9LPYC8hR7z/wAWEWsAf+/1D7+kGf3rIXtp4rxdSqZ2Xd3ck/mtX7jbyY9kBCJPNQ2RYbfpC/y3bupFE2SxfVTE9DwSZAfgHhk/NVLwZ3nuQ8rdJO5bK5Azyyh7I7MP3pqFXVjpalAptKU5AFe22YCanaSPkmyoSK+LI2ZB8BP/EKen2cGZETu8dUA5p89e6Kv2OfH7ka35ffYIynn9f1I0mJ+nqanMc9886t78sWP2QNZT2Uaf5nzL2dVpiT+S6bGGKmsScvqg756H/BbGw3TiuCxa+RWhO6Zalheb5Jw+z525GHmHBC6Z/OMg8pnAE707a1bSVLIe/jXTQ4GrGucyDYX3h82JOYCZgJs0mx75KHlqdNPd6pnX99kvmjFhPscmeK8qj9l8nCTr5ABzvATB0IWiU80CY+kW84b/Be7jN/zLvIFwwLz1v7NMDyFcYZdcR0AlzGtD9JE2TJAyOiwr41BsnfxufDZ2yYr+0uQnN/FP4yYcPbg8yQzQtnN53omJeaUMwdrRlW0uoKy8uhS4pfV4xSNeD7hhT1FvpuAk4Rm5nLwySZSYC94Rk4SjUXmDwmq+gn44hM/JQeD83XdNn1NPsLn0CWVP6a1et5rqnfFFpFz5LLty3KNFq7ku8ga57ImThLLc1t3jtjT7B2vq42r/4bvGrCcz5VZJMkLf//3b7K2JuFTQMVa385Zcvv3GodJm5Hcv9LHmYQzyBR+LpB9iftOIt/BjMW5Br01ftbEzzaWt0yAxNIAgLca+BI/G/vXIi8N+fh4+MqZs+8B4G8C4yeA9z8HAL5IxeWHnvJmgo/g6z/+3DofCOl+3p/33y6S7wEILJj1R9cqODLCsu+fAd8zcLzvfwP87k1xuOY6+/6Cjvu9BTFXOL+5zuWwa1bKfwoAvM/KJjgDYpfK4QYXD5D3+3k6z+NlDhoAIuLuRJ7Hep7Hnavtn+g6HBWqe1++80e/37Hz/gZBd9w7B9+vRwMsna/jmlsJt9dbAHjneqmSe60BgBtuz3XOvXFLNed58CJT536SAjpmdmxwnMPgBaA+Cd+3oLGKuUopQ+h7I+ZnUHfndgFgjXHzAY97zEOWGnHkvGuVvVkAaeJge/Dfa26/4eO+gnhmDJvpvaBi13xAgTPF9V7rTN+8IMtSSPe7CwCt/IzC3CopaaA9yRdEG8D6sjd4lqlA8xJrSAQLdnz7fWVmAUUB5AV4F2hc+WJuu+51YM260YkwGI5hIV50uQ8fntvzWIgQAfqlE76AKAtsa0PrjH0PABfs2OADgSmyeaYSl+9w0D2DbNKaGvgvpfMJNOHfuzZ85gyobKDyQtNOYGKAhksGyTeyagCBefwyVKcY3aVIhfaGSpX2b5x1W1mY5ehBWmOtLj/L01a21BhNRt7uHwMhrqnViASoDnYCPtdDQv5uVnk/6oGsG4Nnr5MlfSgA8Hl/+gEqKQ2MHirbcRpkOexH91zBvG9/f9abO3VbcXzZ27mQenj2+hjb7ZF8sUWz13aOcKS4voF3+2Jxfyub5yF3fvJPKIG2wtWx2HvkAJmkQOb7PNwCg9U/nT2meIDkebCtVG+2/QSoqx8ynxwAmoE49r+OFfqzgWCdXxyP+gQXCjecejLprVzhIN2xlIJRJbWgEs5iAZsG4N2/dcSQF+aEIx0VZ4wj32tvcQDlxmN1vO2Hpk6x4nRpYHW6t/cF32nv3CnxJzFjmSx6rayFh4SjX5FjpbrXyqmzTizI0APvJm2ZtLAAMGNqwC7XXmaI7pMYGul5GHz+TWbpJI7guJl1KMDMfwRpkP99bVWI4JeBjQ85iBc4v+g/9lEjIu05VmezweHh27lczR+aulEgfnqKR1gYH/MuDaFVhZ0nAMsCKENxM3TKG3wlUGhlq3Q07jWBm5Xvs73xWakeUCc2A3rswA9xluvkQ8fXYLv7tUA7yQgZN5mPZNYTgPcQ5yGC5ymlV3UTQXkzPJs9X6BTe8DcERjkPQ4z2xeNPU5SjJV6gjpkp7bPU2XPgD2zR4C5dJ0X+4IcSv/M97o/Ws1CxrJgk3O6FVeAQR7WVt/0ft0vZqremWqT7rtRDdVDHPgG6OD+6GkqNpirHvby3QXICwAHuNjEnU8JgD4Ymk6ea8F8ARfnjUOfQTzsoxTN+FVUh33IQfxLgCQOJcgD89DnGgqiHvAjx+3hyP4cAJhr7bqsH4GCup+DojrKva4+XV/B/S5Ya6Wvtt9AjbS+TLbzwXUF4jzwWHkj9XUB4Dl8t282do7rjo7ZrN3SIXbchLKlXCP4wL4zmUEbVTtSfzCBJnqrpVIIIBGgB8piAuUMl0Au81Yaqnz2DYDWAB6tsEMnMf5SOUrb3crA2XethAMgJyhIdjz6rln8HCxNaCioGZ1hBYvVEgXUy7zAeUDApMHyKBv2FYfS6vvZr02kChCw1KXIE3JoX3p8GfZ0DvuhekP/I6YcmJs0kIM+AUEOoh7k3fvIP4f92pYMkWojVKCJXwL+m7i0erg+YueVNVPHs8/s0+m/l9baJD8rGku1CIV0dcLIcd5jr/O+tLVSTiJDgIBW7pPAIGsFwTFeVAtZQWnFMNTGXNIeeb9dPUm157sETHpwL6hl8s8Go28DzrNeETxALWSXSmzsSQHh3N8qST+DjmBM6MP3ScrgGUi2WKp3aSa15ncDZqDjCqJOBfr2smbfAZpDtapvI+1YZYzUOKoUBvhp787pCboJcuuntcd5g+U6w61UBPwv2GoGOetTPZ0/yD5yu3S0rd6H3jN6ooGgBMXuJiDGXuL32//NXnHa89KxRUahaeXapSeP7n0NTWXWCXmkski32EQZngcbzvzwXOh4QHV+Lx204Jy9vWdfA7AvKJ/nAvTp5+lfmL3Gda0kx//w+Z89I6CJXFPdaLCpFeUEfvp5e7ejT2FS4bDGfFPF2Z6+zNecfdAdDaZTiZE9Y3C2t+lYCyxX/9rrtzquAVDZGvgZPbaJonzH+T5AKvvQazC+fGbfsweYtQQ0U02nynTvsx71I0g+CuDCz+1jzd7J+piAJW0j9Hb6B9IOs+athI1eQe+VLpgEJdhGMjcL6PKe4C2JKQQjGRsyhI+1rT7q6bvfoYnNM6xtaiXKAMAmNul/QsXJ83OWKmU755Z87jeuXwWC/0kSkBWs6HR1Lj3pv5SG9NmzZwUn0FXIF9UXJJj0fME+K8hrMggzyLOXLjTXYw67D/BzpjKu/cFzfez42m39N4KIVO6EijgVR3yPRJD69uN72QJgzwbS+stcgP9tdTl0uNiim1SVYduXvhfdzudK757nbv/xJqXJkFD5aCJZ1q96w2Qjngd5Ro8DukX99PpQet68TgVfwJAmf7LW+XoptQdgpSXG2vgyHMR+UHVD5dWHgIqAvYBiTbClEpPn5bxTvxw2ARMy7ZX+vnP8JOBB924CufRLNTGKIP+jPkMriS8UivrL2AltP/uRBAU31O4NQGh+BbBiBbL7mn305PpJrgvQEVnKwwC0rV/A2LA7+ED4O+pSwX/oiNk7TXKkT2fGSDBdn86YxteyhmQ+qLwv7aqxBgB9eg4zvqdPn/XeyAMVY33lGUm0AMwgkeLh+Bdt85G1MfliqtLH50V//f4Vdgn8CPS8yd6wStDvFB1oJa3nztoPaOHbq5kquoBAARjwCQB3CgLNGZA4GPPLvYlP/PWvP/cZax9TJQvAiw6mFQ6+x65Tz/dU+A0AzLWpEOR+jXU0CM95MHsRevAvUgejx/HvAAGfpLqS+fcZ3HsE/tU5VPpfXb1IJS3/Zs6ehjaX60I/TRKPNu62rRyaz4Bu8ByGTNMjG/8CmTIpybNYl8HVyF6Dyhilyf75GkDrSfciSQCfYWbKM0BlDHgCkELPVGSbtXv+ItcsNfXV1cv09G3QP9enjy++sX14n8yZ2MSzu/jntBfI+yZh2LYBW7pAQu0UiQS5RyvHshaPArzWd8x/nNe3T/yb6El0nokjAWlZvZ67I0Nf46fm3w8emXTD+AAO0ZvdW6P/AZE9P8nGg90CdH/xArCXSdNHrJVp3PbW1V/+8rMJsJyx5/zGJ34MWAxYyBixGVDSA/b3mJOJZU9BLY0Xh+55naQE1n0Zx/BfucfLVPLGSpb2+e/+7kV1FoDwo1R4Psyfm1BQA8iS2PX8BUk9ruvLl/RAVxaaxLDUwLk/AODnTwKRtByiwnUBYGYf/+rzxyQ3pHL3c3Trk6f040UuMu+NuZgocfMrMYWPkUcKPUheRachW/FHArABBFN13LYiX5Ct7POo7gLfVPKyj2MHSyVPP928AGpJHCIZvknv2FDG1CranAdo0xTTXxHPn1cvSQySop9FJ1zzCJaLbDPU4LJXUOFathg+1CnyHIY/is5kDakaXn2AwLx7hy8tM9q9+7AuPGxFbXUxtpJzSUAy9Oc1PcwDOBInBVjnFoCQDR1zjqptgblKcPdIgDpYoPCz8PWaWIZcZHzY3afpL86+q3+eCuN3rXYF6CYZwP7LHwMiA0YX28g6XRUIp/LcStYxB9WLtDeJKNa2EpN6mGrV5rLxOWJSm6TaQyuHGYHuUik3IB+K7QDX2Ff2AP4yOqH7Glae7OGeCVmoLUiYViD3u3iK5vsm9crURjyoBQ2TuPI4cu40MAixDXAQbGwLo3KNCY/1Wk3OAdwsgZXntdI6D2PNuyTe4GvzavJF5AORYV1MxLV4AR8HmdnzHUPt+bw+hH6o8RDiW8wVOxg/nPY3XN91JgGiTDS5tj6Z4y5zQuzSowD03K8e18R/9ll5ZPwHkgla0dtzMutqoZlJJs599/cAwMi+Z5IwOzSpWpnhXA5jE6qBceIz9fzDvWetl7kKe7I4DDb2Uz73v/3rgMDvQ9GPTSPRNDEndCdyvwUS2JkWCQx+VB+0MWr3JQ/buEee1XiXCXz8zXh5lGVhacIXGArneizc6mTi+VMUwjWMaauHFxepzzkJ0T13/VMA4K0Ac0JUoP35BBBvBTDvHz0F/FyBuBrONacIhUGKWbd+TuV/uXzf857H7/f97yt8vwcOz9/b9+rdn/DFAAAgAElEQVSwZxHWOTzutPc5no3fnIHQ7dfmc7tDz3OxoMZe81yx1So+nnc2duekz2QG7PeVsk6az40yOMCxKYuf+WhgvUL/Lf31GSDd+dq57JnIvXLZqKXtPA/u+4mZuTDTULDjPwaWG6Q7AJ39vIHqb9dxq3537rb3zHk+dh35WwpQX0AS+9oq2f6+gYRjHakH5OVcu2l27Qq2znOLKRo0Ost7q1CQmbnmBjB3zBeQh68jzwT5CBTUULDqU317WnuU0Bk0Mjh3VPJtoHw37WW+R2bIWm9PnXkusx0PEHWfr9z0+ZjBdBUlTv+3ADDzYWVgD7J8ZoRm53GBq6WabpAFwCTyh8LboJzr4QbWOCsvW329lYq7ggUBCuYde/8AFi/LWyW2z2TViNcF2Nl1Md631R86kW3iPuD0Blh5fg4cl/dG55z3Q5Vog3ZTPTafsbLAdcah3cJBDo1cd0EgKwU9cPMy+1y5I7DZeeT3HCZjeHCKthJY599gxb62R/BW/7QKfeT8nJSxALD3QZ7M1Pyj184LFDhWwNnrkbmmv6BGyXU5698TPlk6UytDfD4Medc7i2oF4UnoO2/qsq02aUb1HKbPY7SCVQC4zzLP0Eo4DGMz9gYo6zWXXsWkhvPLYNW5AlHZ4GPbY9sD33ez9Afz1opjgK98uIeWgtIbGFL3NMhE4GcC0FYIHckK3GX3lXprKwLXSBuk/D7xqPsJ8Ku6yHlzX1m53UDHBDXP32cJcP5w3KpvtwJvH7eHQJ229gzHQcl/S8mNza5ea+XAAMOnyeq40BmVF2lFeNlf6wjUeyjQF1h9YSXlUrQkEADoOGtcJ5OELqqMOBAmsETgyYrpsQMrmIyvh2qdHXuPqst5de+Nbt+5kbK1Vrnfsxrbimwz/va7R4Yh+70ALc7VZQ5w7I79i0PHs/OczPfOOzal1XNwqjImAs4EVVm/9ttTV2Anl74dJxk55c8GsrkevVV6CKUSC9tfvT7gb2Vn9hXAxNjrBS+r00ZxldJ2HNLdN3Ua6xBvldBh+9ZH2KDs6rQGXTN3/HuraXfupTO2cqc95rr+BONNVvidbPsJuNwhI7iZm1KotsKVJ90D0RwMdw0L3FJF0flRByNz0Kqvzii9F9R07FvWFtC9a21lPgcGqkM83DU0dvETACbZ4ud+KgatR+ZzHQ6R/I71IfCCnDf4VkotDybtaTS6WLEhcGcyIkGZ+4BFs849CFdmVUBQn60MKyMEl6dSsBXea/OUpx7E8hV0MwF9QBSqP7ZyrYe/XNsqIUHCBhjykmLIit4NlLS/Gr5MK881CgRq2B+MeX0P5mATgvgOhyspok1CadCzp0+fxzOBwZcelGeN64fti4ASiUb5JVUE6/4hD6gyKkKWKpwgK7Pa/Yk/wfjyH9m3HGgn/+MiFxymN/mHYHjlaPzDTfThGT9NtW9TPscWsv/IXq8+nSo2wDp7LNp78xKobIWtB2flhgN0ogtUQOFDTACUixMQa4A5MgooWF3fMW3PW/d8wd7MK8GNwb69fubtHodSdGeD5tBE236lc4aeyvUAcQjsuH/H5x27udnOrVTNAb3VnO2fzqJY7Wpgg98L9DJ2dDvgBXug1VQTxSDQcD/BcYSAzxOgwgVvwg+2e9Z7ASKSMjYplC8tAKy/Mj2V8r31IfY62kUCA5NZnsobqc/dRwS57SkKICwY1cqrfK8V3gPWSAWYIFvm/wOg68pQ5oMsfubCRGKCilR0WYm2gTD2W5NCWjmlbl6gDmCP77efK9Vs2K1WE3jm4PkEHA4KeKM4VHNaAcIiN/A6VKXYLivxCXToTxMs3B60fKUJeXmvgZf4zNig9bOPM+y2itF+MJYmc8WWLo2tvau5js5Se3ahQ5qMYhUn8tgK9GGFQIejc8hBsk9lAKY8nz23pjKVtYu8oLtKyTqyin5AlvkO67XV++gWxtJWAmMDSdIEbCRAzgt7rl51DQSKJ1BGpnwZSmIXMo8E/gsUZN2QbfQ1gEMDSRk9n3uE7FCpHl0ibTNT5FwgK614yPMhZw2YZV098yoPLNyeh0iKJMGgSTpZSwDHCwsJQdDxPa1+tzKCqi1ZIJx75sDKwe0HhlzCkAI9cgKi7UWnH70UqDwX336c5IUGDwlYz/7V4Venu3fRVTJLUPnnOLR76AUDdPYp7B7NFz9g/5oEADB8BA1JaCj7zCQ1sAcAaqSIt1JwXwLAyCmViuezAvv1SNplXttTtD2ApXuvHwfwm8thq5TtARfzOShKUdlUwkHj2zhFA76Rr2GNYc3OvcHrDbvYHRd9lKmwYb2auMd8kFg2SSiAJFJgG8DkD58xqYD5hpY9dJNlG9Bmrc1bH+3w6wN8pNoNgGrP95+jQ6kCRB5f3yBDVMqry5ApzqhUi1P9KSOMALBrq69t/zcod03o2j3TM0D2682vJNo4RkUBKtfQe+KTTEXNU6hw8yoJh9JS/UgwtRW8+U/fInsrv7tP0gp+GgBhKoAa/I9tgtK4la49O7Xer2AY98fWAY61wjFzxzNaVe956kKrned4GBCScwXgQWWrL5mYqHRc3/VVgLz27Z3zI79f0BWA8F50CMlcnl0+hwo01NtNGDCRxvkzCQZd/T4go4l22J56IJd71T9i/fvcxBQ24GzC26uXr0ZG9e8BuPAjeCHHVFnDXoGeJGHmfSjD1x5h+1lDWU1s38Dc42K9SfWpoBb7lvYB6LiASSRktOUCxsmkRnST/cgDfpJY2ooqWw4AoCB/RuCdUWweiTgE+wEV67vzXxMyAB43rkuSHJVWnL0N+MOwUAYO2Czo7Zp9UWaS6JC3A+gDmvYcN+cy5O3xtcw2VMHht1klboKu1cCA4o+brIIc+twkhwSwjO4iAaGFHLX1+GeA7frn2EsTvABBl73MZ91kBfdL6LwDUNcfzphevEj1aV4kYXyMHqCnKgAtIABz9zVUoVR0sm/vBXx89Fjmk4LW8VtZU3QWvnYZFUavN7Goels617aPyavJiFTc55lbURvmD/zIC2Na5I7PksDhGUuAo3Y/s8k+6/EfjZN5QD6azIVf8Ru6NiD6jyQqAdrh3+OHWL1tT3f8n/x+kmEYE2cn+sA/e56EjSSlbGEG+hxb8BugU3UszrjnJlQI+5hzE7+mZUmTntqq5G2poGUZMXH5dtb5XZJ0FhDc5GdjA/lc1hz64P/mXz7rHoQql/Vh2qjEpOUS8/7nPz/r7z8kGeJh1gNxrv7vWWFtRc7ySZa6eRm/75Z9zm8XQALNSnJnQDcAusrvZxytPH8uRIJCj8uxpzzTA1ou5e9XvyBvX69+/DO2OPsygDD3B1AG/I13EyA8Fb45n33+ROJAQMnHJLq4n9+/iUSSCNKEQOy9fh8v4iT1u2f83I+99PwFiWN9VF8ZH313NwGeRAH2fH2fnCPsac75S9B93IDOWc8LmT91glWszAn2gn3DmQB5BlwvfTx/JvG27ix6D9ARJqUA5MvKBI0wviNzgy5ib3B/Bv3bFwDgiS0fg6muR27EEM4JqSRSiAVUzzYRGcAVnz5+QcZ2HX3A996iBwPamwhsixf2/gnG6vOzT6gkxnft+ZR1jwvHGjeeZkeo2rL6C7kX7atkG0JvkrAj40FlJOPAbmMz9lqfKHAgPpPvFzvLuvRerAXJURkH3Rvew6iHDzdnR5ILqrNig0qaNK5T/Qxuhw3PvmsMhYruw7XK85jcIIMdle9WwAJ449sxTnw51oprt+p5XiaicR7lDDpjx7eurhEAhu1AhrIpZKkQYh2cg49l7yIWxJ7SbjVPLx8rnTZyzdqRgRb5g0Xg7oDZvicYXVxl4gXvkhSETbTITrthcrZxPRYXf4NzGUkCtcmsMWuCH5B/c95uJS0yzX0yno0rzPHs4pNvXFChwReLbr354erf/P372F20WRLCYPzM87S3c+MznLeM7+1rz/Qk/hZryBv112Bni1xujE42LRNjqg8Z5/hW6Nb16dCL2BB9TIFkCzIs9qrmb2DE2FPjVSSh/lMAYAb9/1UBfH7/PxcAPgNQe968ONMEjWZDHADVONp7csp4F1zuxjj9/nuA4JtFOe+W0zX4DFk0KwVLy7r3Pweb+ewCZpfFnonvwTZjKRae33UsLAh+9WzU84butfIdhMDrfgcAT0TsDCjwue1129uern2aht6PPwj0ub/kEXz5dt647hn0Pf+8QnjusXsG3QuYWZZxeZ1B4ipADm2XzB43DePbLFoMjw7LVBedAOCdJ/7ezI2tgN3n2WrUAsBVFjqau0HPADDXYUyCWQI9DdbM4iy4uXOy7/Xt/NlqvT43IWyMFo84Sut7ALgZOxyda9jiGI8sbJVM74uxmN8vALwVgLvOm821fXW3srjg5EVzIR8OxL0wgWp+hwHO9J6B/h1DK/YmE5kDb7Oj+297r+2rwRZkfITNLBQOgx6Yjjl0PhcAXlns3OcaC0x42Dsokb2+9yglVGWY+6mQN+jG3zw/B+SDzlKFXOBxAI6dFgAHroUButAAEzjrRtEvutDkMabJdHIenUsz/N2r3GMrkjgQ73z3EDLR6AZ7XdpLtV6faz6/32kFVe7ZvpKRFQ5+Zz3WeSTCVifB+9s/XWCG1wI6ca2++e4eBHgGD5RUUYygdi2cX2nuTGLZvgKl/my2JveWas19pW7r2s9crB7qHPcQYeWMIPBRodiq5Dmgr5w14FodYhV8e1VlDqX8OGTjkGmlcfWSgP9SsHrwbODmks2N3tCx9hk98J51J+/Zd8Q50tFa+jTlf/WAdLBHsoqUfQC2k0U393dveLLeMW0mO7/VYKvAV98e1ZVSZkt/TOCFzNeZ8+6Zesrdy63GGCfemWFyZo1bMeSeb8UhIHKchrUP/Sjnt3r0W73N4Ys1IUPS6jVeC3YyViuOzGLzXn6e9SUQ2M/nfh8n87GZctCmzd4u3SDjjn7hc8hve2k31ijIznj7nJ0fwSYCYFawsVfUaUeQ2zm90I/PuHk2gQj3iocb99I5+aRViB26c8GrdJC55sXetfJH0KYU0E3wUh/aO8/sWHryNrmIY+AA+N7b5AkCkw2k9jY6dLWHU2nbMc8Yd/6PIILrv/dd2VLvSe8oTWeC9nWeXY+z7tx/N+g/JyT8EIKeu5f6pbw2uLZgh71LWHdsnjLJWLaKdispmX4CrKhDdCuBDRKd14agB+4mC76URM34NFiLTjIotkkBBsk5oG6GvuuCLlVumCv69TUxo3bHauwGG6bPLGtNhSObW4o+DzI7HoJODVqPzi4FIs+W+7DfzV5FRqkCZp5ZOrNat7oUnWOy1e/SypXiUar7yggHiIKC6CvWWEDAgKiV7hwaeJ6t8DsSrcbph1aKIA/JG1UDZPQTGPIACy3s+oysk4EeqqUBDgTqDxsDldaji+yVHrxJW1acrb2xn7Q9U3HRWhGQefRZ2APYLWjM1Yv0o3QMBIMFfXwmQAT9M+bPQ06uRLCHfoOlg/bARLD32KPYHQ+W3Hcrrk02sL8re6lqLC8OeAQhSu0OmPrUMTA8DvTQku74oezlZ6tiGAOZ+Ojb2KAE9L8mUACoQuBCOZCOu7KXYCmBAsZaukh0I3RU+CrjG21P+7fQgVautyqcDXLQhvPsVM+QTY4dJNDJ+iIT7Xc0ARNAKABgnvtuD4bqDgKoJndA7W71nwHkoz3HsoCggwjOtGIvAQLGX3sN0Nvfk2lNpXK1fGWCqime0QCENPqtDE4GPfIBICt9oElZyOH6X2cAePWK9lvbugCwVckG1P29tM368TIo3E7ArkD8BIH6uawZFNDoeapVeXYCNg2qTZVok2wyZlt2pKdZArPoJwLh6Brm4EuCZvojBjLRLeg5qsEQLfbtwwTxb7X3lCBafZSsd8HxWScB4ObX+xz1VXNt5KdBGlKTYCgCLMBuoFNgdSCQRYXD2p8NUg3NGCBKAWADbO2526RJ5M0gn8wzE5BlnRqAtdIR2WzgIO9TDWqyncHosmeMnwsw28rEvAeYa4BRfQXAxVoAHrdaOHNB0grzyr4k0YHroW9I4tAXS+VldCYvfZxUMWc/uF+ozJadoCoDtyiPz5j3bEy/O9aMQBSyyFpyHfYS60hwtC1fMueAu1CdAiDg021iEnoFGW7FRam56QNnMgdrSLVuA+NTnc9Y7wQMZZ/7rCaOcl0GKYBJNZ6VqWvDCZwTRG57BYLVkcE9y63su5epMnYc+N+cJheEwpcoVX2eiR6l7euaZ6tMZp7ZhwTsBe3Z71aT2PMTABPfcJJMMqmtJdjJzb+Wfl0qb/SsclWfmQSn7LMmd21gavzwshiUccWzAzaiZ9rMJ8BkmUWmCsN9qz8n+Gm1HroaOcI+WgMiwAsA7PnfvrMAwCabuBd5BvoTtuIwQWWCiozhTUDZJvxhtzMHJHzdy9y1wnwAGKpOeUmbP9X2MzZ+bwKjDAP4KTCKADyxxlYrC/i+pZo8/9m/l4QH5pgEDgBX5CB2jB7feazqXQwSvf3KTmIyMCphQWPGR4IAOhsg4F6oQu+E6pR1f/0r+5O+3IL+ZQ/InqX6CFlDdqisM5i5Y7cHtzoCSv2jhQhrxH59C4CY8VGprO+X6kkouPEV83vsJNV5ZTjAP8nfrYrNCryHAjQvdKA6NCB9k0jwm7g362ArC84ZtV2tNNRG6YPJ6MDv6cuNnsb34fk3kav+29hP5J1kKr7P+h8AsHKx9p9n+fmXXzo+40n4hkfPZ3y+r63opX9l/KKASzA5PH2GfjORB7YAK1AFgd9mXpCJR/RlTsD/awzztjdAN9JKp20dSKZpkhHzZRIP8tu4VNYD3UrS3rOfAlTlVRCD3rQAwLkX+vFDKH4LHKbSDxvM/iBxgWdXRvX1oC+lJyRU7+wt1hNg+GESFz4CNmaluAbzZAIjlLI31ZXIbRN0AjjTx/dnevj23NaPdc6Qa1humC/6Z2KKtb/DGNZ1hL0A/1hbA0DIWmCfX/7ya9zirwFN0/YA+tFNxuNsVl/E5IHn6WP8yy/pRxoq3/vR/8hPe68yX5EdEjF4ZnTUTfqu9l7Ra9DRIo/0he45oElJj+r7I1c8t+c1EwvZO02ujG4E7OR5GROgeJkdoB8vVSvyrc5+nh7T3BsAuNXh+cyTVJFCI00lPudPwGz0OHSmJMxwvwWAkek9J628ct9Lq46e7azupTqVuUQP155kzwJqAb4iWyaGYnO0mS0YyuCgCje5mzMIcmcyCHNs/16AcJIykW/ohqVBBgBmbfFj+RygP/qeeNaeIwToLepB7qmC9QyDEKYP7it0N5fTl+eFnrhNwm3mmEQHdAOUyiRUokvfvru5ev7Tj+qVuN/Qa1NVzZr+msSN5j/NfygCkqj/nErsf/7PH1w9Sz4K/nfPFG3/gZ+Z/TZhmOsnsQ/Yx+wj+lhvj9h6LZ0u7czLv8B4kGe5MtbWPtd3QMaie1MB++RxmH6iG94FIIQZQUAvn+sWpFo2NNxJRmHtqb6tHL+A5SNAbGiCqeTsNQPAkRhwnXngs69/1cf+IVX7yC/n5vfv4j+EXvb32PrrZ8gpzC7pLwzzSW11Pl/NGf2SCmLYB66blxPwbBIHNpbx6pX055wLW/XaFiBWyHcvhUKZtVx/3N3OmQFWjzDlZB8gu8w/APDj0GxjD0h26J7pmdAK1UYTsLUF0mwdAvU0E00P1Z5fMvHYWu3+71d/+jMDZ28ChAfUj26ovGa+PHPhfx2Jwm9ee9Z+mPkHqJTpaOP00c2RnzevKZRCvjwrcQb46/9tgsB1xo8f07aKutK1mYwdH9vKZRMuSFa6m3XZBJ62Icr/tmAGgLvtDCIf9g23hUKTpRqzsZq8yS2cQ1KZfoFDPOKFUcukkLa3Y+7w3/Cd3MqZB2MbbSESHUyh/tLze242kczEKFufoLNsx9bh1pYQJ0E+WEPuVd+/gLt7AF0hi49Vz3VPBj9o1X90LPPD2W/bvzD/rOHn9GJGN5tIpL9rWnLWLf+PmmoeagWEB7MN0vmFDKKrsHXo5fuwBRJ/JOYX21yWMWxq/WyY3Iwl21fchP0mxzbulpvNHmaMZfVQFcUv2paHrDnxQ8dbechnuE7jJRPzbPumvA+zg8LiheoXZk1xK/7d/xHmh+zPxnC2zQfJ3hP/++ZBmWdiIxSHAZBnoTlvYUOpjN4Ys4kzy6IX3dkYiwkz6GjPDSb1MUeyLXJesyVCdUHmsYk7FKTkwcpIxKkSRqG3HzYkcgzvqJL0d/UX52Pnqt++993XFxw7g5IH0PTNFHTgC9TufS7gUydXMEHHxiD1BvXP3/v+uy7METQ/A8ZnYPI8mnOQ+BJQPY1haSx77XE8N6C/752B4e8Vacc4z4Fh2sowN3XXaYDh/MgmWaU0inRlTifZ+WhGRAO4gpkLYizl4wZGNkC7hyCvtUFfr7UbYx09PsOh5fwqZfIl8OD3+fdWhm6frL0v75/B9/O1do7P8nMGjwR8qISgjxQKZkr65yJn+TL74xy0F9RoVuIcFtvbMgNTMfG+Tu05eL4ZuAKhCxxMxU8+vJSjPrce8cpj5W2D183AUEGUoqNrBYgxyv0UVL7IagPJZq7zck1HW/U+x8/SxPosKxftpzTVzhfguM9p1eWuQwPWM3arN3zVKWmQFEWOMOZ3ZI/MOHaNLxTQAMUZK9cyIFvvrL+7BJwK0C3Y457cl5njE7QtaOgcneVv935loVQZ+xnGh1Gm0o5D/WTCcMiswveQukFsDMaZJnrp37qPTvvMSh0dDuVE5XqZr00EmHk/5m4r9QTRLp9H3mpQp0fh7Kd9/wwA8wzMMZ/nMLhzZSDAjN5SRiBDeXGfHdvy+y9d7ff6rtfke4BnGPNWgXkPrjY5FWYPZcybHHFZq67pBN9b1YX84Tjxt5UilzWYNb7o6VMFtof7kYe5Vyl4AcS6F12MgqdZGw5DC6oXlCxwEqNPH1B2QMZ0Z4Jz0rMd11j9dmYTwPgZjLIXtJXwAtcET7qXGiC3h9/KwfYmlqpNUGMrMvnOmWK3IFv+bE/gyzz098rJAif2mnZPSLFpfwj3nIf6ggyzfrveZxB4ZWllog7FyOyOseG9OQheKvC6dycDFicU4IVnm4DI9oWlqobF2KrmAhfIH451gZWVR6s1VqdY1Ye9VoqaZbvpdH0ur7EJO5UL5oc5YE6hQJx5MfGC/S64hkgxnk2MaNXQ2DP70dn3srTClYlDLlhTgQ8ptzerphR+rEFscysXa2P5ovLa4PNQYO9z7OFWal0cb4B/9xCH3FYiT4C/ugy6KwJfDchaRUTPIDIyN3mCe9lzySC4a6dtERQ0wavzt3q99tHqMV7eS/9nqxmbPZ7vLXW49KtQj35rV10tn92gpXO4CTk62wbjt2JyAeVer0E1gUBfs6cB+8sYwAEh1VT0v6wNsRKTF78TGjNzu6Ywh9oCX6X2EnSYfLEGzrtDyOYkgzUHLPWXe8iDjgBwKx8TcNNeWcEjGDl0dTPa7sZxvsw4JhhkpemF/orrhuZv967z43gJ1CBDZNcSgEamWGt7yBH8mOq4/J5gYnUQOpSKEgAadHx7AAGw0Wt3/IGpWEMvWE0siIa848hvolOrzEc/uZ85hVmFTJDFXj4e/MhWdh1N4mmlUSaAg7k0uciSNNcNyrfST5pPrl2grxUv7g2eb3uWd04SwEIX7uFkQVlp5MzQRee1oj3XkxpV6lWTe9bHNElgwWYCmdh+E06OBANtP/od+kSorc1wL0Xm6N17CdY30M4BewBkFA1VJrcIYkdPAbBtRveDrDOihD4HtFk72Axp5Io5ySHUCiwC8kJ6VB8SnCUTmICGvYipRucAT5B2DmD1Vbb/MYFwA9scqAEpCnWzJpEF9gpZ0R9CvUaC16NH+XQrEqnUNMhvbZG+e4PiDfaZ8AGVLsAbwWf7VjJ3JtI14zgytZVqm7TURJ78vtW+ozel0UZBbsDI9fcArt+MThDsHMA8a9aKqcytALH610P54WOxbzuPudfDgD5b4Uc/L/Ql610ftclnZm/b+4o5D1CSQDPyyOvtG9aL/WBvag7XAJdUfAoOGtxsb6nOG5UyJInEZ4vMk5CkL6RywD15/Zo2IvHlM11Q4gHqIPMEjAlatE9i/mO/NFBB77nqYSqVCEgi09Ef0LUj8wGDWBNAJA7srDMyBPjbHuHRvw1MsMc6DoKAoX7N+Et/zxx0z1OFyDyyz4leYC/xIaSbK4tM3i8lfpdagLq+YpIYCGy3lQ5JMwmMAf6YZCfdI9dDnjfBofYgV+ceAORrY0s32+9AZc2zILOA0ySWmYRh72TtRJPqCsCbJCCd+DwHwbStzsoXmyRQCj0AmgRCod4EXIj8cl+Beee7MzV+E9Tbtd9TlX0n+0FK4DwW+7fBFOUGXeQ4DKLRm7ABthor9AuBdyrF9KkIGJXeNuODjph5df9umx19DZMnpP2uD597lw67/oLzXPuOT8Z9837PVJl3KpM3addg2HFeB4hc9hDWc/s2EmykGrU6HP8kmsQ+t9Cw056D4C4BO8fH/AiGmfC8MRv0kb4KwUwCbwAbVF3Y+3YTL/je2h1slwC8z7H9SakA3LlgjdE11ZdNDgLYSGCzOsFYBsA2YLEsDvbkxf7wKuCLrmifUJlFSkuY/Q7gQtC3PX2zbADA7EUTawieOS6qKPn3AlwWWP9+9fJXql0BmJL41IOGiRw8s1Sa9k9s4nwmFCBe0JKKVeYUAILKpoedy4K46PIC2/XcqoeaGAL9fG2bfy7V0ON/Ilut2GqAXR3E/anMXPpkKYEDEMbfpDcrYMGdVL0AUGAXsIX3s27bM74UiKmYJBGD/bmJbTIE6VvDcAEogDx+yXxRaUPMxEC3rT4AZajg6V7LPLBGbd2S86VJQiYCoH+0O6n4zXoZuDRxVz8KgTa5tjZ95I+1gJ6bRZASFbBNv/j6+lo73rO/yby8SChBrpFHQCbk8F87qM0AACAASURBVF2AvMep6mVv82LtTDhKghQtAwACMhYAQ2SIM1B999wKs/gkFKO3yNTGL2XfAurjT7VvsFXUdUWpaOJ+JAnlwZGVVnRlnCujssSw12UFsL/o46tffr4JwESiS+R81r5gYfYAPvjGWvA56Ata/6EJnNvah3lgXmEmAyxO1V0ridK/Nj1GH9xL/9jMM31imb8nkU0AQOwQNpT5QN6RT37/+NF11+jlq1eVP5mLOJ9RCZr5hOKUfulQM6eHLLqYyjHsNK/LubTnJ/wvmRVkXrK/ZKuIQ9lKH+gyB+FnZf7wnelx+igJN/SQla7Vtauf3cQymBWwz+qld/SxbesJwEgqhPGf8bul/NwKyKdPX9THfZt5xcft/iURbeyLiSYBHfMf68/zk9z3MBW3AFTQ+Jb6fnyf16/f1K+WZYM9TFK41cALSHTgrT7lnlaCwUBQm5j7I6/oWCrVG/9jD0ILnJ8ZW3tux/eEIhvh+IHqxYBIzBMvz/kktpCYAnCrPnySPVIQKnuP+64OETSAFehDQT3WBpsEgH0TvQINPnuFSmVsBj4DFOeenUkswcbhF021O7G7NvhEDmytg+/GdVb/3QG4yhpj+/nzz/7mx+5V6IWvc1+e4WMAJIDa3+kznH6tNzdvCmRi0zj3vY3c3Y+s3ApV8ttQO//Njw+v/sV/HTA5FbPBTAocUTF4OwkyD6K/kH2SHzhDsscFQ0jkS0/gab9BaIE5+JL5t4oO7424kvFFEEFDC+ptenKjC2FJYN5+Cq10QyB1h2VMwb58SqXv73lfxkWKHGROojJ0fbC268C2pEfq6xtklErzgNSpAi6gRrwqVNMAqy9+svfvVlmzFu5/bo3/d69+baMxGQsMEWV2yPOgK25eZd//JkvEg8gyoLrFB549ryN7VOkT4jJGho2cNkLxc95Cd52xGYf4/erpc5JyPkSG0Mf48JzDN/klZ51sV3QyiWokEGNPihVEdqCkJ0lFZgrPDswFY/g1ugq/nP3W8/+88FuMyRDLpqUF/c1N0uY5i8GkAht2krL+tIczfAwk4LBu9IGmFzZ2PbubanF8PBJWCSjkmmW4yn6JexO7zP634IUWNviGZVrI4wI68mpcauJDJGTkKBFZom0BDBq2lkLvsHe/BgTGq288pJXEFllM+K/+PD7EwzLQkJQoe0vjFTnjUVX+AYbF3LJJzfVvnBw+j5zDLrJMJuuHox+9zhGX1sc1Vs7z4jM13JRp2+phkg2Y0sb0aC00/qmU0ZGTqCLiLiwhFbbIPpXyPYvEXsEFUUYKfMRc39CuwHeTEkhsJP5QG6ivgE4j3NjlqN9o+p+xSHwwGZ2aiBcB4zoA0bYf2mRoi7gaP8u+L6dDxkeO1BaedM4GAKaiubub58iPVPnzd1uIsDvy3Ni4h/il9QF8dXyMrR/Kz7nd+8jb//I/p60DOjeJJlfpQQ+j3MecZ3mReMGiN2ETH6vr4NkF/d84L+NscqZxSs6XLXTjhsxgBkeC92eScwhCVJdbqMjfJvt59oThjyQz9BprJjYDwBz5yVx37/1TAOB94MvTn344A8PfU0XXKc+fPUxcaDFHcguaEazcAzZGdR7Ue453OQvxfQXqfk/FgPHdQ+BxANyAuos5nztd9w+fiTE3QP7t/c/UzztuPrIHsM1e20D/+dp18PtMBN0jICPgHuZiIDi4rpOfcW789NvP+Qx9jlxrs5+5T8vpBxAmaL8b6FxxhXHiywsY75x8P4+73u0xx/gGzNwqwvPnS+k64EEPR7s5Bsz5HgDeNWRuv08e2LL3byuCrQA5g5XdCDsIxHjWyUoT5cCesFP6PxmS1XFsrHyIYDhzTAbuHtp7yO+CLAijk8P79rcxg6QBlFFSDSwwpzhExtDqiKPUmhE3GbINHAyAdA54rYw0aE8AjetNVse+12BNN7COFy8N9FFpK0ikgkCpXyqem6l3KK5z9ZY8/gZsBIC5nnJ0BpGRgW+Apu6NA0j28I1oeZguUNLxCaR6TwHfBSr8/AEA80yXfUTAog6musE1VQ5WL2AsF6zd5+u8dp/7TEuBZo+tY97OgfuJl8743Xd7n8u9LwERlUjvx7yNHttr8z0rW0+eS77SoEp+h8PRF2OpY2jWXe+HfqjjZWXQAmvrQC+wKLgzlr/DcY54utJ0NIV8b2Nl4gbCCIBRAVEGgs4lgXACFLknwHADfoL+KxdefxyRGHeCv/1mZcoer1YOHzL2jUzP73efCEQOBWHGSvCB6diq4AWDG2xuIJAjrtni7AuCNBxyLnOc95sBXhlzf5/B390rK3cbXCigPtln6op8smtfwVxBu1xrn2kTbmpMZ26pqJF6gz0ERStBQtdh544rtjdh/i6N5HzWPtQCNDzz8dJAX+xXxnSh1+1+s7rWeTUb2j6AVvhz/w06MIYG6AasvfSi4EAHjcs8y+7xAjbIa51S++ox7urBBLI3kaj9oFB6uT6HaXW09FvcSgpRHE8rUs/zcUnEmlRIr42DmznIfNzLgYZlYMu0srJZbbk6mX75+wIA56KbcVh9mH/bc5T72yuX19oFdAxr1az0Bi2PDEQ+o82bivOhsN3M8QLWTU4YCq1JyLC6wWC8lZfadA7xl4pmZCF68QGgHfYpjmwd3VnwMzjOrzaTr+sJmJB91wNp9O6KpwFWZUFnXtt+fu2YN5lrx0rwYWmwOz+5xtp5QQFpC8+JRxvYl1pmsinnmbnGytt5PXqgzhh7wKc3T9frAIDp4b3AXnUcuoHDBLmXPSDq0xHMUp4EnrkmiTLsGWjySvE51eIFAips9rQSAGZtTaSR/pO+hVaJCVYJ3JvFbhVuHef8zuc6KuYMGlshKUjJvjNAxpwKYuJoC1ATFJERgPEQzDaAZDXDVLjyxBzKqMCnwoog+iVDOrJaQMHq1ALpvRa9zgjYM4dUnwnuNjDe4D4gIYFy9x46dv0vrkFQxYOoSS21bSN7F93WCtrDr0O+pZU+WgbU3g7ozrwQUGGdTIxBxyu3HFw8qDAT2lD2CNVT6GAOWmsnNlnoqCo2+7d0ksxfZIDDLvM4pr3zW/Ae9gD6BybY3MxgmGOSEm6Q87rj4tBspvBmjWefQd2WZ6ECjKpGqkMYZsH7XLMMJmgi2EJK8Zp5TZCASipeJguYNNkqJ9YyU7BVxgCUpSDPMAl+UfHToBKA/Oj+TfyRapk+cPoCBVtY86xH6cnIOicrPcGB6pkEGAxG2F7CF7pUAMEECO6nP7Z2CfWrbVCvAEz0YD5+xFG9YQDHZ9t79V/Oe/9/E1uppNn+uswHAUv2k1W07fs610G3ldpq9DDyWWAo68LznwFgvrO0V/on6nX7jWIXrEogeMYavU6Q7odkrLdXOFXBeY+5KgVj9CljLAiRde9T9FpUPAY4i5wSmDzlSPYx3xD4y3M+TlCWZ9IOW+1KgJdrMLePH4far/Y19mbWlr6gX5o5n+B8qzDzrMjWJHtR4Qb/GGeFu7E9yCwU8Ou/1V/MdwxqB9Qi+W0ByC4AFa2hDS0TApULHPzRvVYIsY8bNKbymPXtnkWm6bdoNUf1UQKO0L9SycuSc860CliAvz1262dhY22vsTp8z0XY7PcJSPLe0/Q6NHDUcM84vH7n3Jqi1PNNeBvKNPyWJhQBgGi3eZGoUlnNusPcg/9VwDbiTiUIL/wH1phgkFTR0cGRgAcJMt5GHw04STIG3/kcvYru2L7pJuR5yGPcu6/dV+710qshu5P40Irxiw+3gSVBaZK+BK9JDDn8d/wAAjXs54LfeTDsU4Et/KjItACwfj4A2r60zcwXfge+GpWytjNo7+RQoBIc1ocjgOxnqGhD7puMQSkEeiPXQJ5IruEZBOjwC/AF8PNJIECGTH5cCrkdy5mJB32OzJRir7aHilzPYD1PFIxWH3Pvx6mqkrUF8E1f0aCffjJg71KIAjryoh/sBrYEFaBNN+GqvkK+gsxIV2gSEn8aXC2l/ddUdlJdhjxO3AAXChAnM/U6lX1bGciISUhswP4SiKaykr7B6mnWicDe2v5W8LMe9JMtuxTzacJZfVQSWKLTAbzZS8hBz/Sd70nuZwHqRwByLCtEtWDn37YCUoNian8N1Sc9Y58AAAckKliETogeuVsqXirKhzUnfjoUvssigl1Gh3H+pW8fvhYJLswTiU8E7vHtn6VSGjCD/3gGQOf2Fm4SC8klBHunF12ZfrA7k/wW/cX84AMhb+8AZ3LNVtCmYpteqiTANG0eoIGCg84Y1OtZu3z37dsAgvkuQWbPNYJgCwBzLoDhAVl6+NCewehVAGB7VpN4IUjsuQSAN3smc33ziopcEoM9n25cA/DxwTXrZM9L+lzivFOVuwwxuuZa3k/dyyaCALQu44Rtcdz7nlW1YcYq4gcFnHoQ4IzrfErQGDvF/gHsfp2kBF6Mhb3E99tzO3qOM4u+upTsTULKg5KAwPwDDhDopgqP+/E+9gs/B12Iz9g9jxCdCg24H1VJrQxmnnPNj6nQexcqanp6AryUPjr9I1kTQAMphye2t1UsAWNuqH4M6NOWQqnOLAV6vkQSA/1Fq2sq1+xlwHmq0AIAv3qtDFC9WYr+BwHfbvq77vP2ngTgTJJCQCru//SpCZ7Gg/RnABqZS2TiUZ6dubu5eV25JZGUtUDOmRsq7gll4peQpIkslVY6ANPHD4KpJl+yj6e3dxN37A9P0J79eZ1yTHwLXiSHtW915heg/ZJEy30zFuYfFoLGprA5nRuTY9q3sr2zmVpiCPSmDQ11q5BNnOR8h3+JDWMPcf9Hj55UvttDMv+hR7HdXayayfTQffmyfy/7D3qehKlnKanFT+PMZAIOvhWxEXw/fAITCqkYb4JpfQzPqvhFyNlSjPesiF7JPL6JTYK2+8cA8cgfZ/WeK6O374Qp5iGsNrkGeT4AwLxIkKCS/lOeCQrlH0Kt/eD266v/8V/9KfIL2Mm5yGrVZ6307Ums3wUUQyIbfuAHxoV/X5uCzgSwlsLbJMGJB9ePJN5kgsnlzJ25ehNZepuKc3TX3/5tfJsWVnA343dUufKct37fNh9UgQOGhZ0Bv49zwYyFKcUslBI4a/s6iQwcJbH39QGwCfE3//STdp093orK6o1utb5wKX59A+OD64CP8SjPxDkCv+jVL4BQJr2RTN2qZnZc5v0d1Om5jz70xLubXE5SwoP+eflLPhOgmj1Pb/Enz0i8tC8tyY/lssn7PTZkn1xf2/O32nvs/sbn371lH+H7IU72g++Zu22+0L9TWc6DzGHG+ZJSvBPUJF/mh++6RtglepzLQkQlcRKPakvUOcwX8kp1K/myJIx86P61zQl+OQn6/SC9yLFNGdsDAOMJE5UdCmp7WB3wOWujTUQFWGccnAfxx+y/TUImugHHQXnSh1A/NXyATh69y3dIUNj2mOA/sAtQ6YxEf8r9y1xWENShYl+7Buj4/AJZ34r2ejPEiIpJDPNSkxAP2VGCvBaAPraLPUyltsB6bFMmgsS6rgMYQcw0ploAWErt+m4tcIjezefwvd7RaLp2Vv/jbsbNM3Md7PnHYQhsohuJCZVx//AiAV7g0t8tNXOZ2Bof5jyAzLgV5oja7zZZhTNG/rYdpnPDB3ms+mqddyvjeWFPSNxnT5bRIl9APxOXauLGTtb8DdP//pJ7//ry89W//TfRa9n78dy63p+yv/ApFwDGHzCxBl0Q/2wqsGWY4blkjGlSQGxJE5snfspty7xKwg8JdvjT1Vnq1+1V7OTBiJLKf/yl2nbsNQwWJIGiT/4TAOBerwcCV+ZM67D//iMAmPekl5wVnYmzAu3IYth5/R4wXCCC9ze4WZAMQR+tvIGAvdd3a9R//lFg9I9AxP2uAKWbZ0GXM8hx/u4ZAO5cnMbWMY3wHr6V5dgG3HUIm6M7B0OCDrsBDgB4wLXRT7y/wX/veYBkOLCXDYRvNlK72R0qH5/UgIU/n+dR50ZhWRDoTOO8n63BKz3VAVCYpfPtep/XwKo7K3L31SDkVBjjxDfjnAzrS7XhAfSekwYY3yoFAhQaEyvqGiQuqO7z7rwSdL5TJ9n7LwDczCe+M+dzn1uDuJ/dzB2+ZzDkkEUz7PbgP8Z7Amk4mgs8bCB95eTS27jKMWt3RDSPe5dO5nhhMCoDBV0NSKj4a9bNKs4Hjj1yAHkr0wRHVl7JkhFwcz4b3Ojz47gowCv/HhqHdigLQDVZ1Wjvb3CUzxuw8UC/9BJH1u4CvFZLsF7b9Lw0qIArYwyWCnN7lbq+AqY8q4vo/HQtZx1cswnAdH78zFnOa4jIGIJaYqpdep2s6wYle8g7g8C9xox/gql73Y51AlU7t9ywumQcofpII3sbjCXDSsNEoEVvY/WPoNLM4yl4+4085H0DBwSK0SpMQqV09jcAaj6TtbnsfQI7NTRqIRzQlbLKKHq7VLQEAifIzzwW5J/5zu+7/vm8B5Rv9/QGhs77B1vEnHPAoULGg7bZwQ84aFY/WFW8c9hqdPop5hdbbez47POEm28F+YJ3AlQ7HANzE2SZXyrjyjGvLzGOW5Eq0PbtnuNZNhN7dQJOAhnjyqL7cPf3gjFLY790qDjNyHort3H2AbazFtW3ayQw6rW1HPhgHwAEFMgiwQc5w4nYYB3BF9ahAe1MMO/tnCMTjMUMV+yEFMoFXIf6qE70AGsEjpkrDoPuJ0FtdYEH6galoWGpUwUgxMFT57yO7QDAOBytaBqZXoAHCqNS4S5wmuuuY9Mq5IJ0VHsfySzt1YGDRKZb5o/M6wY3C9SYLGBQWdtiP03Xd6tqcNrbwzaf55na36sKn7mePQTVTBxmDyJSbG2AewUKEbKa1oD66n3UEYl5nIep0muW6TiXAGFkKFvxYvAb/W0SgE79roFZuMovU4djyLMUhKoTzlqgM6Vhb79B5Bn5q0Obyo7KiUwIlQEA0+k1088xliIcm+ym/RQAFjBaPc94YPhg3qWRticj+wXnupm9Q327lLYEgDv/eUbmsK0Pcu3u1wLhyvxWCrUisIYkz1O5gGJwqGqzwwVzjyQvEwO0NayDwIGBSccNCGkF5MrAJk7w/FI44fTHUY/8yqAACGlmsftAQNGKiwH3xidhXQrKm01zsZfoMbJ+23MN6uYmyKnfSvM0rS7oOVfZ6HpGY9OLtqCxAHMrvPEvAD3zHMhM6ThZiwFlPRdMBWYTp5T30jhnHrYCdw9MXddEV6RSYl4EMgCbto2AfpM2mFeBmdlP62cI2NpTrVWkyZ7muaAhI0CGnjDL2H2ChwsALNCMjVyfKvJAYLjycVCSEgxY4Jn5QYe0DQFr3IA5lYL6iEvRrBNi4Jv9h7zVhySoj37JOrAePBeyapawLRdKJ4v+Y02phiZAhP3I/FPJyIFLelJtv5VIWa9cHMAbQIOKB2k1zXyv/S79LVVtVOaY2MZ+RPaWxniz+qUcF/jZJDYYLkwoMiOcQ+Tb9AZrIP0hQVEqNQgQGmSgWqCJEtFfTaIig3iSTqjSWbpO9gsJSdgMkyrsx9fABtniBQ43sQt7LDiPXu3zFNx3j25Vm/tOOwXgtDTh1R3Zg4CPyDA0WSYH6i+Xere+/vav9v1WqSSoR9DXhIzxrTM/24ccUFnwiPGwLlYBYCNuUlUR6er3oKBkDxK8Z72eJDhrEogJTSYEeSaF/pvnBEz7PTqOz7S6BqAuADb77WFkQYCEQEjkKoHelVFsDDLNXJZuMvMGjR5gT320rovUrZ+rEw5Q7Wv2E4kHBEqo8sNFRx9jE1vB2HNRgGiAkHhDVNBtRbe++6z7raV51n4CBNqDdejpuq+pIGG/WHFTsCzzzl6G2hAA9XPpf7FpADB7ZlUnlR1kXSTNZ8fHe4zjbShKkdlHAfgYm7JnVdqCbqWr7BnUqn3AavTQ16yB1efuh1blZE62YnurhKugppKFoCB2CD2NXECl9j77gvWqHaS/FrS2c6ZRH08Lm5yvCNADjrYVBYnNmR8ql3gsgtW8eK5Wc5I0BMNA6WnVj/rAzpFUv+grQSxAXWScACrBTu39+Pz0pRx9hG5qokhEHT3BHtsqfK7dP+zDxreZT9bVBJf2KUX2CR4nIQTgx6pogv8kC0knt9X+6FwrdftoCYLTO/YAe31e+0aTsCIrgVTF0IQWtJ7vQqusLQN4A0SW7rSVQfFR+J3U99oUKhPslZ4EgSfP+7yMRZpFbctWyF16umUumNMPAaDUBzBWEMyGblaqap/la2k06ZmKDrp7B+ppQbOCI8TIowvYC/j8rGeToVmOzvsmRkmTzPo+yr0O+nmigwBOQ4vcs6WJWMsiw7qj89QD439wXq/PJqsTvkOpOruHPKvyP8bZdgOTAFdQKyAIHwQ82RYB2A/P6urP16E/pr3Q9RP0qHYQ+1HgeY7Je390/bvQ1WKX8X/w0wDJuieaVCJzAnYH+0KSC8aRcwZBdkAoxnkTgAw/rH1JA6TxTCb7CYKWxW1Aifp9JN5Mwhd0zb8lggqImf9V7yATyJR9s1PBlzHxev78SaepMaPIGEFUk8xiy6P/sb2Vq03GQlfQ5zn/IatPMn+MqXS9eV7kb/tfPwlgiAp59UtA4Yynvb7b5zfzm2fEDtxNdSs29XWo/qlAo6KaxIX6U/F3PgLW5lmx81T9sPaA7biH2F38R8bIc2H77eun0pwwReNTT19Q2WzglvM4cwE49y6AEvfHnUZu0fmdiibxc96IXY3+Yv0LliZYDVjMulGtiP+CDYTimj2DTW3yI3sSfYjNGkYn5B2b2krxgn/4Yj+kGvd15tJElKfPqHxUM9+8kmL/QRhJrlKdaSKBVVlXVIfFvvzycwDs/N0ehgGiAaFgY2lbmZyH20KkFeLYNZl7KtMBAdvHPYl27HdA7Y8BU+2Hyzot5TV7Cr1qJV9pLuu/GbewgtwERKqXXwf83XPCixfPuo+atNSWBF+ufkyVNf7/r6EyRh89f8E+TeX9DT4j7RGUufr/rGKeC/pn9DwJn5zBqKImiYp545qsN3oLANhkQSvRmeMCthnzMv9gD+/FtuPPvGmiKKoBYCIPNT7e8+ePu77oefRafSxAmjwvyQOl/qwuYQ8BtAMQT8EHdK8Zw8v0obZ6WP+iuje2hApmgHh8bvry4o/j8zLn6H2pp6EA59rGWvShBlzqGUbmPhJUqPiDnvpLfYgkXVw/r4yhm5j7JsQH1H78DPCeeNMPbauBDAK8PCpTyw9Xv/yHm/TN/eHqf/jvn1/99JMVgFVtJFxwjp4Estcv32YuQjEePYzbhF1gjOwf9hduB1WkL39hD35KVX0YXx5EXw1rQgsOqpFt+YE/yf6MxilAR3Ih+hB2gMdpB+MxVCUL+Pjyl1T0J7GB32OTH+YzsriIW5hoE30VMBTbj318EBp5ciOhiqaHtMwUJL1+vfrzn1y7Jsihs3MOphL1FowyU7DEvWGosRevcVD2QZMI6CcbcA/d9jCAZnsQZ7yYGHwm1gR/hgRT41HshySYQAGeCXwTuWd/PUtyUSl/+8jEN/AXsIWxHYCcmWfOY89/HJA6z4wMUk3Lm8iMVdnEd5TVKt/INDak1f+/JoGnSVMyWEFF7yZjfvWJvn7mLOG6biHEvfsBpqPLmXNCaQDNdyYOAODNtZFRXpgkZOfDJGvjijW+gHwT/2GIWd/fMz58CeSGOYIpp62IBihX9HSCGi9vjBfmCllWoJGGyrxsHaw9twfoi1x6Lrb6mdeeV5uMUt+JBC4S9ujLa4yKuMJ+zvPotDEBAB5D0jNuk8EdM+vG2Rv5Rz/gx1xqkQBjBzcgiQbbhm0V9/BZAHapTDafG/3H3md+jV207U5AdcJwjLK+XH0t2h3qI/axiSnwPjgHX8yAbmLn2mKlc0GioIlu6GpeJMJe/KdckyKXb3CbXAcAuGM7nUV41sp044HEBSdOWZ/BAhkLrrQRjtD2NcXPsBvsNPRa/ryd1hbXpU/22l37uaf3Yz+QgPvg6n/91wF50dWRcSqAAaKRD85C+jgy25isSUxSzAVZmJClZ7nGHQSA8fdIROzOQ380Fm88gcR1C4RmP80Z2RiHCXKXuEWB7WnV80cVwD5a5vMERO3v/v8AwH73AB3PE7jX/aO/zwDhGfRroIYg1WzmXez/2LUEoLUAO2n7Hf7+o/EseHYG0fb634ObC/hskLvX61noeObGgBdYbABxXhvwR+CaPXcAlZ21+egK3I77nI2/z7DPwXljYs7d9PtaAHiV4H7+/JnLsKpEDeicP98ga8ECg0EI1VYPWTXqIfOPKn83SP5H9yMoQoC/m5YT2mRKGtyck9kMbo0oy8/0XGhEq4A19J1HjEMzptjEGdtQppGhiQI+vxa0WWO/4E+dz5n8BUQXSFwAmOt0TAU+/flSTZV/9/vNvlg6V4P0HSMKKn+q5Ha/jZyglxbUWKqCvfckuA2tmQqJ5+6z46j8o4SL436HPChcBt9U5gX0cQjyn8+k4nGmfTYz2NbxVdEzgDXayp8ViBegdAwe45Mu8wCAnQeMqKCQmeKzhnNwXYrL2fKT+TXPCujK83YMJg3sfhFI0UDvmm51kZn7BL7GOZ+DOjcXAFZGugYTJZG+zQo5rznA+6xZPw9gvAOYya7Rmr3UhPt8XdBTww3gseBh99Tcc+WyazHj2/f3MwafGOtx3+35StDTDDktGRWJyvjqCMErDO1Z3a+ewQFfEHcrH3F+BI+4nwZW0ABKpn1gri+4z7XW4V0ZZTo/AOBMlvA+ewHgkTYrtAbQJRiY63BQ3WDbyhagEImtBBr2ve37q2xZjXD+3q7rKmXu3+m9VLYfQNOuNdmJO0fd0tVVgpAL9u7+q5OWC/LvVgCi3wBRc4tS8WWiSiE4AHCTYgA5MpcGB2cvoz/YKzUEyPLo49ycQ+iCNe1v2KxNqerPdovPoctxsEsr2T3omtFj0LlQbvnv0jN1KrU6NwB+1e88M+C8e6oAMx+K+wAAIABJREFUcBNXpApcpgb6pvSglQPk9rni89V1fWgPi9DiFOgrDSOZhvY4QUM2YIczPnuNALqZmDIyUNVTYKpA3eynSb5gzA00TaLIVuZwGG0vlAJIVlq2knQcVQ5XriEBEw92pdAcB6707Hl7k3lMCODuM48NlkvtzbChceoaEfwlCxFgBbtEBTCOMb1cCgC7T1auWL86rpxUW01ItihBKR3g2qUGXNVDB9Dt+wWAqexrLxAB4DqBw87QxA/We/Tr7o3KcuwkhwsP/IKqHEi43ia7nRkKNptdoGN62U2QU22gT8Bk3gtVIYH8pmNwCJ8qYwPxCCYBGwBg7Qv9dQl6kiiKzeEwjYPcAHODNc6dPWD4WepZk5u0S9Ae8/cG0Bugx67lMwbckRPXsQHryAL/sILcwwH2+kMTNwywbc95AcEBMydjlAMSwQWqD8nk/pzMb+dUGi/WtZUDtav207N/Xw5eBcOQS2XaFhjZ0xwkmslvD0/6tFvxv5XLE8DrQcoXCRLQPErZLF1b6XNJEpoDBGsh84rVb7UpyOvoBSmsDYL3QD6JIMqgiV3I9baLkIKdijsrkgkSlpaqyUasl/t0EzK4rxXju2dkbyGgL7DFjJnY4cFvfWoOztAGDl0Z+/Py6AY8GB+JMwT5pQD1cFf913HwXUBh6NpD1RX9RZ+v0hIzsxlHK93y7PRsRXdwPwwRdHxcn0SVUovn8wTYkCepv81Wz9G7OqS6vgkKUq8SuGsv7KwNlL7MK1VOLEUld3wDMvpNTHMv3o5cWKlJTz/7nSJrnz+hD0iGIViQCxRkzzoDPM25wpYYMxb09swDa9VkCuSs66vtxla0x23lENAawIZxU2Ux+xPfY3xZwVTsnBRUXffqT5KdAKsJ2lhp2oAffvIkk/FsperOC3lbgBdquz2HAP4hL8gn8tGepNFT0A/at94+0+iI9rgLBTS0dLhx9xOcZs8QrKzOyGcJzrTCOOvZRE4ArtIDm2zG3++oFpsgba8ZiroG5QCBSx2pbuQw30BV59SEWJk+7CcuxXEoHgG2oIXOR5nbNwkO4J4y5537zntAyoy09JpDBYeO8rxBsBZQ0WBsmSZaAUbCgfZjq5o2YZcAcHuTQ7WHD0PiDj18W3GK4YcJxqThUjqH+hW/kcAWwaAmp0TQsMWlQc7Ss77tKYUxyzpIP03wz8phdPj7BMSpxAfg0c81AGpVPiwjJuSViSJPbH93+1kZeJqqo55F9oxAAEl/tm5BbS//x45FT0vtb2JYgrW5JkkSpTklakWS1fisMmB4riE0heyU4jZyVp+JynIS1bkDCbdNKAKEFuDsvgfo5bp5Abqg4ztW/NsG8aSqJ5joWZaxC1QUeCMYlfeRMVkiDNa0T3uEoPG2DHHZvQB6BUScu4NqN/sO+7kHQ2xQZBuae3Qr1Kys0dlHRkYBlTbYSKUh+q7g1PiCrSRvpaPJIAQPl5EAgAtdxjMCarAGypD679dU0bLWTfzJ7wDhWCODywE/IvvIPPcVeNBWNYEqvdbQ/+gFKrQAK8ri0+SfYVxAx0Qfds/mZwKdrfTLmv74EwAGAC3BcoAQzgC2myhbSOb2LuwJtcP2lSNAS3K4vb09TwFeo/vukUgTe4MOVU67VJVT9bLJXmurLv0xWRF0+dASbhIFcqpgIfv9obSZsoPgHxxJWE0aApxqz0YZb/gyPhzVSK0Iwp/J3NOTulgoSXfRtb/lOmX+aJwJ20ryI6AirRBss7PnO/zR1UVNDImt61kivwesxQfjBcBWqlZsWanvTaaiaogAM7JjglN0fkA7qgiRK+SCYLZ02QBy9lq+Tp/PAnktJLAnLNcAeC1wyAzV3kBx7jy/CgUs1KJllahf5IuEIV4CWNiZ6Mbs4x9//LE2xT7nrhMvk5npFRmA82X05NB+Apyg/z5m7bnPrQAIPCN9l7GzMIeU2hQa38zReyoJSXDkstFPBf8BMTmz4n9XrgKa9pwEWMu+0WdANgGkYaZ7CN1wAN6yvOQ+7v/MDWMHRKT9AAB1ZJp7/UafZKjKI0+vQ2GN/FIJR5Uw842P+yaV4QDWADeltqw+j21jDNkrT55ct7pyE1mYpyaS5wbPn7+oH8Czv/zlVcaMcIWS9sWTyhjn/VcB25jXuFEZp8ABOpKemL9RzZQ5vLmhEkwA+IfbXwKQsD7oJ9s0GGtyX5JYJbisPozEFZyPJbedAHSysI3k2iwjRz4AJuS9VMTRsddZG8YM/ffz59ejU/BxPJcyl+xtbKX9fI1rojPa+z37Cpr0JiX+/unqT3/zJM/IWLFb7vsmBeX+yBrzCAOIMV/ZSPz598hweh7nP5kC8FlgQkmlM34FVd/ZsKXAH92nbJj4g35aeu5WOieBjXs9TkU6OjUmK34OMQgqBaW/b7/e+A3Y0u6P7An8gyYmcs6p74sNR5+5X3g1ITtgKHPz4sefMgbYleg7nvYUWdf2Mc17nz+HUhxQlmp1dhJnhsb0AJsBv1WOrcKPLLNmyC+24nOugR2EAt3KcsAYkiiy97Ju98NAUf0Qk0qCLOdnzmBPA5zQ//Jefv7v/tvI9p1U5aVX763buV/dRvYxEDk65M7Vf/j3UJcnaQS/n3MNuoGWAtkfz55d1wbzPG/fAdR9vPrbfxZbczfz+NUEjVYtI+l5XmJX5W3AN89EcyZhT7k3Y2vSO7lHqEkEBqT/y19f5r4B+omtxc6g9xpWGN9aVpKMoVWWn5NQkcSaJFXAcheRDeDq+b8VgWGvefZ0zr2cg0j6yJ8PYYF5cAfKbJ4bMIiqafS7bYioFn7y9EnjKfS0RR+XhSyV+nfusQ4ULeAPm2zfRJ08m9Wl7hNsb6vuX6Hn0WECwFHrfZbeNFMD8MzWo8qfNX36nLOJ/hV+yq/ph9wEVuwDrBRlDCeOiG9Egij+ELrU5CfbYOk743M8gOM7lcWdxOiLDx8449kXFjnlTPzkqWe7nu/y0bIOwG5IslcAeNahto5kv4g9PkbjJxkD/YW5B3nV7UH7Bt8W0Na9pk113zCPb/K8jQEw95mnZdYSBEZvmoBCLOJ1dB/6oAkE+FGZ33ttQ8Ue0b97l1iGBXDoCW1gizvqLyNDMvuR9C8bAC1yiKXgX5mE5PnY1jb44KwL+pnkYGSFfYdNJTZatsjGP0zAJf5QFor4H22Dk2czFkQiW9aUAhQqqdnbWTcKe99HdpnsH2Jv7gWEbWh8fASA855/GyNuikjnHntY/Zt7F5C8JHgyD8gXrGusje3C2FKeBzyHEvLYIonjfXTqRY31+xtLY/1YR2xEz0fjg+vz6JeZqOJ59rImGXTPS/irmEzdBWU+P2+bTAs49L94/fY71b5h6Xp76+of/uEmLAmxS1kvCh6QCxgo8CG5n+dHW0ngp3NhK9nx8Xxm1hkbBF7VBEnmOz8XeyOpl3MZsdN815ZFHUXHsjFPfjYmaTyT/8PXrv1+92kf7ZjYBUp2Ss9A8ALAvczx1U4inztXbfkZXbNO3Om1Xz2Da+fPnd8/g791ek73PVcB/9H39/NnAGev1/5hDUK4wPv3tyP9x/fj/g2ANWgg5c0xVzozl4Bqft6g1wLCnZI6EbkvOoRF+3+5P2P7fnybIb/zeh67RsYRnd/fTPfvn891+vb5+Z4ZzCrVBRQu1bvsCq5/Qo0ufYpmfry/wRZ/PgDxHe95Y+24AUK+B9D2WitzZsXrIB9zv5s8azM71cCuAU0+z/0a2C6Y4TrxWorY/fcFhPuDZxGsMkh2qQicZ+VadQYaqDSDhxcA94I1S0HcgBxjwAwDsvjFb16OVyXjHLhWpcLguSbwdR73WRYO0Gu+N4JRkIAoKAHlyQLFEPO2v/fFAXEDHB7EJoliAAv0XulrC+jqYDDUgjdDxSpQZw8gxiYArLI7vwwCf5sostXIZzCR75z3BNfDmEnZYABvL90qvAtQBN/+UdW/k2kwW1Bgf24W3cjt/s6q0CPA7txKRcpHC6rOeu9zbX7H7q/zGpZ6eII+lZhcpOA64CprDNiQMTH/VrdL77kvAQ300AAQlQ9BdIF66FQ17GY7+3uyhI8cFCudO2/zaLsn+XvphS707/lie30DJrPuTQY5QFqfw3lohnbGsj2CCegVMMln2LaAEwviGjg/qnYZH9SuzZyavSEYVRi041+ju/Ju79edA2WJ14J0W2ml/Ngvgeu1D1Qd3pnb0bfYhwXoV+77CZ6PeZ8gwtLn8KzKpQDlUi5vr00OfyS3bPWk49eBRDciw/bXEQAmcN3934JV9J1jvlRlZl2ldIIGiaDkAd7Yx0sKx+2BRxXTmfK4duwSOtEOMZZWrzZoYfTxDAA38zPXPIPAyCiBEPYo+42XjpRMD1s52bUY4WJtSs2e52L/2mvELDYrcgUdNtHIQKRVp14HJ9/kDql20bFWmqrrDUT190PJRlAVMKQOF2DbBM628k66UStoGmSBGjRDgUpoAeA6Zr3XVFt1763v1Nv1O/RtufR8a9XW6LV8ufsGyj+edyp2dlvb60S70urPoQ6sMw7ol7G3KpnDGgNB502wYKkZtV0ycqxOw+Y1IAUwvft6gjxb7c7ashekyjG7EBFnHVpZBzV4xryJPZvQdN7Dgo0mGEjLiG7Q2b5DXziqE8d2sn6/T0VM14ADTyt2DwaTOqsFn7QVpRjL4YZ7v8dpnoAO8uaae1AiKLiJGw28dN0NbAkU6Lug93itjTML3ipyghxuUYIU7EPpT5EN+1Ir501AyLx8hhcpuonAHTRgVEPocVMhKKiOw8fYoP8tlT9BEgIkmQsCPdXb2Uvs1VayI2fQ/9bWSOO2DC/b24w7sGUE+JVBZNJAugEes3l5XuZZ5GT7m8qsocwrh8odrwWAN2HEq6uPGFOr7EtDLV2h/a2t6jZhhj1N1a+0igV3G5wadpLIL9cgy5yxrz9HwNn7bK/mPWTjTxoc55CLjmTfE/hl3XrGKRVoIzKdfcFB9SwLr75fhhF9oOpJqLdIQkmQgspevsuzAKTz+QbXJju4Pj17tYF9A4v6Nzj0+mWtxBtauPWjGUAr4Tt3+FYALh/bswsdswk6PLsVSwLvPBtVAsgi42R9CSq1+j7g78f0H2rv2gbZu+LqkHxwqTTRw9X/yMGYuurM7gsd6bX9/CwIpR6zcnkp3An+c31BcvUyATvGKohc29++awmOp+KXYDp7ADCQwM1Wha08se/bxynf5z0C4ryW1r0H5uxH5q89tVF/A85RUSR9rxXUTSDJ+hGw+pJgD4FigspSGstUUqaA6anVhL7abYBqKWcJwrRqiL5zTVBAeDxvFMCPHigQk7/tcSl97vY/78GchKgEp0xIQVdZ2UJgu1Vc8XcAQdpLMi8r7qi4tCJPQI+BuQ8Y91bMorZIskLcCB6gO0x60Rc12cHKCarJCKYRCPScoMx3M5DQkJf5XNK7q/c8aLS9R6NUUnPjf7SSj8AR54bIIxSCspfIDMG4ALPql1PdGnkF5GJ/W50i2K3dRX6RD++nr8beUScZV7HFgdVF6C2AeyrU0FPoStuKYKesLCYwZUAUitPtAY4/2YAhyrLPa7BO5oGJXCGxWYd4G9UbPRfgm1UHS+uPnAoWmNxhNR+VCFZAumcifwnW2ydUdpqyP+T9VlaTIFPbczAaNJDe+2kTXJejH5xnEvRX+v01SIfOl7J0/QcqljpjVOPkvtBALxsGK9+gcIBYZB9mgDI/TPCL7yGnVGLX3mTvXuIYcw55lkrMMoNEzwtIalcAcRlDAcTc2h7sJkeyHuyNpem16lgWHNbAZ8WPMggGIASdK/JU65nNrm1hIyy44FmMyrT7CWjX5ocSkj7MrMP1E20vOhqflDVElivnTVhApiKfGVt7czc5AbA/6xgQ7n7WacfjHBBEtypSySHJUvYWbaABNv1//VD0enu+4xtn//EelLLbWqKyNYnhv4UqnjE9fQpwRcJegLBG2fVhoRTlHGHPa6rS8TGiW1rxuYk0sgPdJRib73GW+JB5rM7jHFUhQS+7JwCinO/Zd/WXTfhrcnTAU/YQCVIEpA3KYlM+ByAKaJb/vjaYz/NSbW6/UM9pJDbodwAyMVb6X+LbsW7ocOaTZwZILbDZADh7XgpjQG/OiPVloneYN/cYez3nKOz6GDLjcdCeQ3n4Wyqmn1VH04ILHVKaY5KH8TtOMQZlCrm93cozgsVc83EoTC89/xrkvR3Q+VU+CFjXEvIG03mm+iixwWW2wL9Pwh/2A/tHBbZ7hHNY9NwXS5W0mwnUxy5hT/SJpN5+FHAd4wpWj/7gufGVYSKxl2P2Lq0NYBwJWsQeu5t9AB13Y0yp9MXeFVwpZsKZSt2JHqW66pJgljWmUnT3JPuJpEPZP/RPkS+p4pH1x/VD1Mv0N0w/+tpUgZZSqOSO9zM3JN5YQf4x60hbF20e/sn9xu6yjvFbqLot2JG9xJzfL5hAgNTKplsB+j59BBgjkS9+QhLfatpugTixx0myIYEodr5Jv1Ty2gKlYFSo3pGXd/FPqhcbs+G5fiv4/erlr9ry/B67zB799NHEHV9fr/7mb16YmJCf0X9Ufy/dJkBBiY5g+cEpaoKOQHjnCKCbZLA+IzrNsx3P+uRJQMpJymXe2Dc3obnX38m6TyALTxZK5Fu/Uz2cStlQcONP4+eiW1iv9gVuf277vuL779kYUI1xQ7etv6sDeMTw9ZEfPCKRg0p99R8JaYzp0wcSccZWBhC/bqICwOr48b1a9shLqpWPhFhsDWffffEM6Fv2BfKBnHguoG+s51VkDrkl+e09Z8gokp+ePwpt9A9X/9V/EUri5Bq9C0BHdTYVnuyXe6ketkpS3+blz/SPjy8c22Ky3O3qUPwgz/cC3l/e00z149Wf/hb64c/5DOwtYQgIWFyGivr0xs14ZvY0cOtvn2XxaiJi1v3Z80NXs/7ogmUYYe8b41G38G8SWPAH8dfQFQDAZW3IGuALfaKNTnWaMRhaisiOQfIjoCKAHuwZ+gnswffo+vpwMI0IHHKzUhBnPo3NoP8CBNY++j1bhhgPNuZAC42cTzKf+N+3kq3481+ozI9cUFGbffng2gSXPUdwXkNfUf3Msz57TkI3exSmti9ZKxJmHmiX85iwoZOAid38HbuRxB72EffumSe6gmRRwE58VBITnifp5E5bDOGXbvIgZxoYCUy+ZH+/Z+7YEzDaZB+gC9vHt4A0D03PcK6d6zYpMhXpGVcTG3uNyF7kC90kt2XGzvNmPpo0R2w7Y3iTyl727rJKlTmEyvqM9zptBdxfXYJes+aXhF16COPj4n5z5uUsEjlv4ie2inNA40usNQ5V2AFij9pH+bJv9dl77dwD3agPRcyYpBTbpPCSXZMzCGC+84RYEc9oPDK2gReyyZ5cNoSe5Vq4BasCOtl9zb762GQbcBYZwKD05/XuHQ8a/TT25wvxH6Y8Y2xcjn9wf5I0scMkjvJ+nxc/T5bFC9Uz/kr2buMWfVar1pf5QkzFmDMJvuyZZTZlPCbJkuDqGvBqcQ3JIhwDKDjoOUM67sIjjG/Orz3D0wJnChI98xqrdC+r2xhb7zOxFVr3vE1S2P/575D/6M98/iPJm8QXYyNbeICeRd5bAbzxpJ1rfW/GgR99YRmyhnr+eE+eq+e1WW+eyyRNZYI/nj2M29v7m7VPDOqPAGCnyYufX1v1tb87jMeh3M4AMZ87A8AIqtWQBpX3da5WuhxkxvZ+/17Prwx/fqDC4hjPt7/vgYS9NgerLvTcoIHuDVbPNfbz349haX4rPHlzg7N14E+Hpz+aMz+vQJ0B4PaG5Rnm3g24cmZzei6K45sF6Hz6mzMAfF6my/zM/Y65OUBEv//ttb5Z5wFqAQA2i/ygrLbayJ5kh4zsvO7arGw0oDlB1vO8OtcGqOqoXaotVYjNVGOTnR5ug1GsOGvH5q5iPUSpG7oATJXh8f0qHwxoBv1HAPAGNM/jdp6c8LMcnmW3CjjvF4yY+3GoQA80qJrBLWhxNgZ8p4EHZApFyN8Z4/l5Vx4XBOXf+7vS9KH85jsr4yujC1KvPKyh2Dm/PFsDl04gxoNxbxKHGZn2o8JJK33bODCHHE7wnKzSgmiCoqsoV0GitL7Z89W0ozfGiB2yuo63vzmDVn7n2/1xBoDNnDTbjjEiJ5fg/hhY6RuRm2O+CxaMwlW35MCagxGvdYwMiuxcbZLH0NqN8TgnLjRwW+lgMKyzumodgtL0kpE8OkQH8UhMAADYPpfn93btALbPgPS3ulIAGKS0FBH1I70/tMtQznsd9dLqnv2708FY82eNT9cvxl2Qh0PHUHGiVxvwFjRApQnQmbEnBaFASQMIBPlmDatDG9SQrpaDYIN9+R0BvQWApZwcnZHv9pg5G3/l4dzz1msaiFbXadkXdOVaVqzaA7HVmStXnReyP48Ej92X7A0ZCUa3sMaTMNHMyaxl75lrEKDQmZnM8IoBlVCCiH1eMkzzN4cks/D8mSxuDsGMg9aNzbBmn6Kbs3YFCzJnWwVcACUXZcw7T9vbCQDY+bBRBoGr+mH5HT2AKxOVO5+7cknACI+oc2eSQ+npZ+MbFLASeN9nDc2yc+1xOtBTZLqeX/a4tkpEikSr1aw8NEja6juj0r6atT69LHJvkx6soN+qm4JVEyQrjRTJCbOnBVZ81gbOygM4iTcTGO9BiEop1nFo4PgKAeztldYqQNYOOzIJLgUU2bu19QO8NNBmMG33aB3ZPAMO6m+Aicg6oAhVBKwdwUpAfRI/Zqw9THecHrj492aHboCceebATlB8kxLIONUJ9FrsVYOUHtCY248JKLUn6fhISyfJAnowE6yGwo5rQD/L3mzCT760VQKr11cvrC1VbzBbHJuiJ0vllGefuSo7Q66FHLS6eOaTwCS9GdehLfVq5AO/ozY1Y2t1WgJLSymJvgY4KdV1riXQq7xwwHYf6UhzSCNjmOdtEJ/1bDXokYAglayZ0Rwq7RecixRosvewh4QF/gR2akNza5I2OCg1hpaDU8dX4NFKXnTV0/T8AmctHTiZngDyueb92B0yPVkjDh97qLCPoTq2lMUnOWnGOvs5Tr+HAu2TrC9SsrsXWItJdGJlCpYhu5NcNO50A5cckCKrrP+C6V3N0bvsL2jwtL+bwGHFJv6QcyygvwwMyriB/n2x9ruvGkRlPSb5qXSsDcT5eQ+z+FqsN/3bqMwS8C9ACdDdqlerVr5U+a/vbWIOhx91PtUSBNCg0+fAD1iS39OvtjoB6lcqAaf6GXCMfnEElACI0Z1cjoBf97k0sry2ty0C1Az9035uS4VcvL3dCqZgP6WcXDDBPWsF8iZx1LyWFtJdztiRKTLACUioLgkEmkxFMGgpXKvX0Y3VQQQ3i4R0Le29vLZOIERfWVAZ2WEt2ws116BqSXsN8A6VqXTHVK50PvN7EzmQqds5CNNrlOcgwM3eToCNvkhjJ5kLqx7NeDoqzq224H32MQFRQGQCRx8SUN4ejtKzSSNpAotBAAIcn1oln4qgpwATBoWY9zdv3id4FrrNehLSH+NPUTnBWKAiY4xfJiu9a9Dgi2tNkLlVO5mc9Y+wQ1a7mhBQkJSeqdkfpeGnnUGDNtLP8iyM5y0VP7nyVtFS4CilJuvASmvz61Pn8103AODII7a91QV508QAK1wfJojOMzB/9BovBTFVkuhY1FjPeMoPN29yTHjvGIdAtnaOPqHI4v0Hj1rJhY1sv66sFUCvwJAAj76JrBpU/ugHCIbpe3GAsYKFQQhQm+W+LFL4qYJVB2sEtqbgSAKzBLjRWZ+SwCUdqclV7U0LW0gTqKSN7u/b12+rpAGq6Z+Y6/QsYCXt9t899Ckyl96bCboyIdXN9G4mQSA6kcSIbQ8j9bCyTPWCNpC1srKWfcdaNuGFIFODWbIqWUF96MG1m2v7NybA+PwuwLpU4w1OFlCg2g8qOc+QJtZ6fmbNkXN9IfzMAGMBQ7B5rJOVfVMF3eTWBIsLXAqeHLbV5KKOO/qIvqDII+ejTSxauzTuYWlP6//l+o8SOF+qVIRCqm/1Gn/qmxH0r4+OvjZJ5h0Vwhk7c7q9da1YWZagPEWSrMBJ+drbBG3fB5B6FPl9HNrG6tj25gZchQoaIJOkdoBIQNFU19W2Iemeh1q1FppZ9tb6j5qQADDZC0uhvwk/rVCmWrPyRhWRpSjsh1a85Tmo1CHBx/0EW8C9zkF98ij1ykFbwqRCJIFUfGGo6ndf9znwp/N5Kkjq59fmRvYqGyYcNDgdPXgfmsfq59gUqpnKlHIkE7JWTcbBj8mzs8e5x5HownrfzfP+Wp+ywOuDa3U218c+Gt2PfuTQ4B6hL3kZIoa+mb0s2w6gOX0F0Y8ChDwP1+Y+XO/X9HVVx4fWO3KLLFthabATHfIklcLrFCI/9AO+JMZPHI29wXpxHfQxCdae7T2TLZhjv1bWm7MQ+zN0wwDABIRjP6C53tBeAbuen/k7gAm6MutKRS89PZvIHcCv/lsGzjy0fUV03QOSEnNf2AIAM2RIyjpC/5iFJEFs4z/10bNuAg0knpI8S9WQAC1y055+eQF88W8oqbuXYsdoM1CGrCTIUPH//kPWNdd8+uTFAOWhao2tQeewRq9fB1BEbpuI4xn9YXol4+94Ds8ZvOwVnqOs2KQaFFBGv/L929eh832mfFFdGHT31ausJS0Scg+ZILAPkbWAtPjLD0MEQCsc5gwgxx64+tUAFB8/QQvqOtwJ+wD7lf0GgFffIut2/SRzEnsFAxW9TX/5a/oCZ25Ly93qTtmxmIfHAclIKKNSFoAfHQ4NNGNhT716eaNPmmf6059/rP6B3rQAUXUSQHF64kYvvg/9NEkO0n/b/qHJCwEgSdCufAXU+5rnpX8x16SCsgwOtUv6Xcjt9t1lPX9JdTWvFy+e12/7y1/+WhmhOrneb9bnZUDDu7fdA1TqkURa1rXcs+xAWXeAGM97CR0fAAAgAElEQVSdSf65sUd5X5k/GErQOwWAZ9/6Zj2K3DuVsamGRX6pKm+7APZ2n9P5oNIQPwz7DigEeMcL0BKbzbUB1LFDCNSL589rX1dv4lOSvERFcEGJ2Gde6LwyG+Fnsisio/z7BhaXrOW//BePr/7LvzN5kzPCi/hzL1+SSMu5I7qBKs0kBpjslWr4VH9yxOf6TWLDn55+8Mg6PiPj/wiumUSCJwEs79y1KrhsFtEDZU6Z2DLnCWSm/gsiR4JpHhEwErmAmaBVl51M4xM3mf/OA7eYRBCLDIjJkcxBUvD9qx9DL143tZ+LJUEnEQPXMM3cLTWzFZ1vUu3P/Z9kTEw7yQ0lOImP+/x5ZBs63p7zsYuhTMcvagKh/tH102zCsSOb0LKJ4Jwhfk8l4w9JrPzxpxf1tZnPu3cezfMAAJvMQxWtYB12gHgD+5YkM/a/jB3o/ze/CgDT650XR7U3sdfXqczlWD25itXH+hD4GtBhq+/YE7yuHycBLWdxkxJJzPvUa95/0Eh6Y2TkjjJ16E622/2MYxMHa+fzPapXW00fH5FEBsbKIzREy9ei4vBtP0zbEwoG8NmfJRGB91lWwFn2GTqEtSKegmNO2AyKbfx5e2ebONozeN4jERE5ayJaK3HgwTORjM/gr/DCHvZzAZQfzXyLr5lMxqumDTlMkUJjRUNHDUV/562+vp81WcP7lzo4PqR7w2QInl+7zpmf60WvRfci243pNrmdMx84AQ9DMgDjw1/nPjIP8snHrfSO39IYBWcbktKOuB2Pja2b8KOANGewSXav0suryZhzVmn6DWd/fh+b7fN5v6q5sUnOgRsXP9XWasinMV4A/x5vXPLLPKHqm8cK7J8LXtqpDADc58gfbBaJg+f5rXT2+RwTbB5NrMx3/+Ef3oQd5GlAYM8EnDmQGWQDVkMZz/SHjX1+W8i0La/wEy9zMcka6PEWdrDhMw/iUJz/8Bm24MFn5OzAtimuU0GfCuAFbb8HvxbwPQO/+5mZtwsQa+bDcZjZ93eKmTzW6nv65vN1vqd55r0NnPwRELyCvQvB30elqvdbQGbBwO+ByvM96ljPAaqHsFzgHPgqvezcdJVzA79zX2VAkdpMjcvm+6Op4fMNCJt1Y4+eAZzywx9Vzh7zemzs8/OvYtjP7f3PAPR+fhuNn4HSnY9zta5jkjKShyUod56Xb8c0FNAc4pG2zslR1fn993Yet8KQDcTv9mC5MtVg64XeUIBRuoXz3Zl31xxXa9fC4DzGdQwDXOobxESxneb6SCw4gLjv94Xzd2SO9LrNYBEU7zP3wO81tvrLg+Q+3wAFuf+C3wLuxwOZLHEcTPct6cB0wBs8zBsFmogA5ivSMVrhsq8FQhjf93vgoFI3uWF7MJvRvPOo03pc77j2VnOY/T7yjxLkUDA9n6pWawyOayxostXX+12DxT7fys/e20zTrXKdPZ77bKXmfp45JfC2fRT5PcHHGrKRkcp6foHSZG8XHL8AWtIY7pg2sHIBAhvw5f4EvDTIPQiO07azs5lBjmuc5I7BoDmGEEd3XxsEWsaCyxyMLK3sNUDe+fm21y3vExhgPDVg0SkcnusM1RhKG3esk3dGLpmvNYhmsrJnBDgbhJ1syPoK+SCfL7VQM4tc133+Bk9Gly7IS/AO2SVoRj/kOvsjDgsak0RcQ4uDBZAw8ic9kuDYzuXKz1YwbIVfgyHd84csrhwbgJsgbg9lJmiYwavuvegi1vQEQnY/7zrOuAtIIH89QE6VzXwGYGVtUGULvZY/yqFZ+VYfjJdWb4hKl61QQOeSJW1msUE25FXwsxSp7TVp8An9uL0t2h8TUKHBSyrY6FsnzXQzLHECAP5L02mSROWzgaSRVcA+AElANYJulVs1HOOv6zVAmD0BBVn5w6EPywhwjDy6ZlbaaUdxtqQnbO+07/bNZUPMD2edtetfnZY/7PVNINjq1AVNdt23MovbuN/Vm1CJMQbWhuDgrTi1qCgSArima3QERKBt3NcmM2wf4dqdUknTUwtnsC5z/y7dNAfcJgVEZgAEcHYzVwSqdryrQwrqVt/yjFLVGPw9+l+akDPMEVD+YdciyNUrF2Dd9eK5lXMzg+vnNNFKPVKYuXZQW7LVjHxP6uE5zPBZ/KrRuVx799vu/7XT6kQdW+aUe3y6JN25gaBE3WSDraptEHH6IJIBT6CDpyCgfWFcyL+VWedJYNFKodJ9tseedNT6Z465ASTmbJKZVp9YwcZhEUBzKimGBgvbTtZuqSNLZasd6finAscqc6n/ANA+5ZBeesYEDlDvgsCzFrkeASkqXwjYtTos61I90GrxqSTNN1rt2GSKHBgaHBE4/JLszWaRTvU7D0m/Tumdsf8qaYIdzAMgONUkrcQugK5+18/yb/+tX4K8Yif6uxH4TbjQBuO3TFCiczvVAQ2Ueg2eyerTSXZEl7MeOSfsvmzFbYJ80G/R08qeYocfzd6yj+LZ98BHobKSCjPeB5AhGCGtkb3OrMAFfOVl8pPgs4lCZPQT5BJMbxA//ygQWfolfSEq0ZwPqyoBdjhY0d+Lz70PwOIeoDIwYCd9GKc6vNdg5/SZO4hey8plbXCTGyJ7rBH7oMwR1eXqc/eZ9qXAGLJbekFk0XkiIIL5aXVpq1jJWCchyMSPfVnp6PVtEaLuaYJBxgdVIGMtOwMUvbUL9kxf1g/ujyzttU0CEWDf5BP9AfQrMgZgO/1U0ansj/xXv6yHFQMoPapjrwqKC1gIMLmvaxebha58EQTj2chYZ7z2KNW2l2UA3Qb9Kfq+VY/IBAftAEuRE88OeZbYxcp59QmVxVshZ29nWmZ0v+ezJg4a5JW1IvTCcLNl7gAzNvkQuaxPjB+T/U+Qr+BaaVEJmBDUp+LEs8eevyuvBKfIos+riSsT+GrSV0Ef/HCCo56zyiZRH4bAAbYHKk4rw7k+1wO4wQ+/k33C2JB1aB3bZ7F+r3PcdaaiNHMqlXsAsqkGRb4BZhpE3Qrm2CP0DfuOfUzAH1pIqvGpflyQjECHoJ1sDty/SYHYxMgyAET7eFcPedZcPwKZqq+Z8VFxIAhhr10qMJD5rSrGj75k/M959QcqbpvwoN1c+ZcVwgq7i42q72LPROynleyep8jSZ3CtEmkF4dHvt2BJfgf4t3aIcbcHI+eJruYkycSGtOKi+tNkHvWdY9E3lYmJbVEWhcqFurv+FAkfrRogmSlgFXqs5yv8MVltmEeA58ZJ8zOyuoxMAq/6kkv1vGdc70WCAgFEn7GsKswh/vdcvH3JMhb2BAAO+msB5SYA5bMmhiBHMgfwKp3u6KXdh8wdfhWy4dpvNbwUxAAoKzfYivqXfR6qV6KHKb7Kf8Fm2pKlFTMBQgAWqfhi7dTvRmABTTiLfEp1/8dEermmtpX5iy6e5IAmckW+ubZMDbLGADDbC1n/jH3yboC56/QW72pn0pkXA3tS9vJc9BB/lt6dJJQRMDbB1x7ibW+RIZoALw3i+merD+2Nm8D4m5u5z/Z99qxe5o3GkQS/t7AdfY5e5ky1ff0AirgPPUZZX+MU2n2TZOi/ir6x3610scg164H8lYupPr0HRxMvlpIaf421rX5oArnJcqXvzedJNNkIMGD5zi+JHrTFQKfXl8s8tdIur233QgIIr5/+FIAiwW+eCX1ND0vmjcA84+T353P5JmrhL7SWryBwAJgG/LGPANxQmkPP+DXVmCTAqF9ZG967Sf9YzlPtBR5Zgar2bqhY0XPL5IKe7n4NKIeuXzYGxmYLBcF6KJvXBrMWte9J+sE+vX1ztGYgMakVx7CAYPsz56URDoiBXwrFM9WUUInGC6z9f//+TZ7r89VP0PlmnaggZs+VxjXy8CYyex/Zjw/A763I1497mP3/OIkQr6ZiEx1Lr1z2DwlLxhPjCyeA3aRGemVTUQRrALqovpSU4Hzn00eS4+z5+jT9Me/FNwSQ5V6tBG3iBH6IQD0VbSZu2Hu31PyZR9sJ2ffwXXp8P0+FKbbsZ2iW2wID/422GjIkMA8PHnLWTi/dG/1j+jjCrkHchjmnJ2n7vWc/PE7lXBNJI26//Pxm9rjJE4yPZA6Sn9BrN6nCBBAtQBOgGdngBXBPmwsAEnQkVf1lIkSvl53C9cU3KOU5bSaGurwXYA4GYNjkkbalYXWaQECf1PQmxncHbOwb+fNDgNBUHtZvDEBJUgVsJrzwHdgzL14kGWB84vVJlmK6rCnQJPe8MUk2BfA+htI3lcrDKvCJZNhWfRPzYO+xppGNPA3+PmO72/YGrEMSFErDa8IRtoqWJz03dT/jB0/fcJg0Ms4d88PonF9/eRMw6ber/+lfPc+8vs+1w6DQNkL4KfcDfFJpGwD3KTrdXq0Aa/S7pQUI+/N9+ko3KaXJcU4WABD3fg91cXR75RRtlnVFb7QdEZ+s7ZTpYeobKn89A9fektCUPsWP1cPGv45KUfW8DCFHvNP14PWnP9EWAdvP77Ky92SYOheSCMzqdzQclXv/8rN9g5/F3EDvTOU1iRDEnK6fAogqEsqRCho9hv4BQKeXsYkJxJj0xTZW29hHdBBz1Er5yDHU0rd+h5Uq9vzz26sXGTdjkuXE9d2WZ1RJN6+QmFCm9XNs6s1LelwHTKRqPANrFW9sI+tmLAhgkkQaKZ+JUVzi8vn82/jEbVVRhjb15Ppggu/aFPZc7SzXyxmBhH4KKe6lR23bfdSvHV83D3iPZD7Gmrf43v7do3hknzFxvnK5LJSh5yz09lVFPUfDgsEZkjGQzI++ghHG+AwygP4lYZLPyySinLTwokfbAQzzk+wLJnHjc7Me9wCoAfiiB7CPjs+4Tn3mJvTKitrYBM8yMQqu3mfLn8vniWlEdxmjQLY8j2JntqClbavw4Vq2y0Us1ECP/9Z5HsxvWFnY3ya5MO+jq1ir7J328uU5B8BmLMwlZzjGwJubhMytLFbgTMkJ2rM/1cScx7g4LVsEvI0BcqosZXO+R2yggeUyUniN3fsCu1and344c8wRuUwmiZPjn6Dj2wJuXnN8dxyRLXRCfeETxtIzOXKUeWQ1eN5HD+NHvb1z9b//2w9Xf/mZ8x8RexMfG/f7fyh7s15JsmQ77+Q8D1W3+0p8IDSQIvTCR0H//w8IokCCIAgQ0ACKure7cjw5V6XWtz6zcM9T1aQU1dmZ50SEu++9bds2s2W2bJjpiJfKfmj8jqR7NrCU6+Jt6Jq2g6vPpl1uEq9xLl6NFxQEVh6WSekS58tccT6uLmsF8JlCVGHxYn9E/XwTAF7AokoPuo55kL3mGfDhmirg37/OwC3vbiXT/18A+HzlH5Ro3rgZRD4Df/s9g7iTrTUPu/OxFKw3q47P323Fb3fnkaVxEaJxcAkL77zsJuAzKj2zvDWkvZbA+AGisjw7jyoBA0Pn35/veZ73BX3P88r7l+fuGv1+kTZDu+bHqVp3lczNr+zvVTqCJDdB+K3+7bNOBvI+9wr0WYnhdOxY68QyL6cN2Muge1hD5m/mpMHn2eQ90Cebls93rfM3inifh/W+SRG9MrAAl9VqGOsGDdAFdbgWIGFO62gfFcDcDyW2c7FzWqdofv9HldRVLCdAV8o4K/QWADZYZ1/Lm5/vfQfY3LH9wRac4EMMxVKpTb+EXHcBbPuTbsBYBcp8LgBsxccaTgsc+3l77S4QtPI8z7rR9JE9jRKNio6l1TYH3fVZJlbudOyOURkYO4KfvIMi3dd+j++Qjb+y2XtWbg6A/7K/c48NQG6v0+4dnp95oAJhBe00wec5OScTdEw9tHEE8lr9MGvVz3aNMRIM1hR44+DbsTXo6c06JuSwARgyT3Oot8rEfky9X6agGffe8dAj+R7rvn3IKrvcm+s7vM6TlQ+zt2b/NJAQkUGu+czujZVP16Wnf/Xb5wEgDbTckER8wJkH+4O6DvavmX6ynXO/qIxowBToHhnziQ+BWH3i3Xqcj87R0Sn9jq5UneN9hnMC0VbJ3tSzBma3x93OG8bdoRv2XGkPqs6hFG6CKtI6d2/W0eD5+J3BPILW7f13CtiSySvwjUNpZckGeJibo6pcuubt2V0KoQFkGSt75GEcnu6VGsHrqDhTrZZtJeePbAy890e/WzBzDSv3/gb7+dIAM9VX5fH8YZ/ePJdWOvZ8IqC6iVgLmloJo7F2Ph/WQVhAjWfxeRQB5BogbPcUBnydsFbaWC37tYDPJp1A37LA4/QoHH3rfbtsNdTK6MJYB/grINZeqJ5Nvxb8PmRl992R8XjI7gb2uMbSxzLWdYK0wQDSrOgh2Altn+tnIkYDGK3eJ6Bq1cm+Vtfu/FltLpUf1YVUBFgVrXNV82bsEr5T4KTBI8FgnoO5qMwP8GZPyTh+pboDdJa2cxhIL8+yztBWtUifqqFr4B3dM0Fx5mAscAFeq3g5r1rBmzHwvJz3N3uAc/1LMglLlf+YR8BDjHFBAc8MwAP1J04dFackOGzSkRXwCxo3kJugGr3kcI5vRTdi16muEiwuoGKFefc/Wcs5N/dcVS8wl/YC5hkXuOAKOJjeT8oogoKshwEekj20Afb87hioPMYRH+rhZt6OnVRdjmxgd0ITNhXoBSoblNZhx7kyycr9asuA1cHaP1IWH7YJQT3OA+aaPoCCz1T5xKEZ+SF4IsWkPZErV8Wu9cq5BueYQWb1s7pKNpcmB9RGgfovQbw4Vf38yGhnvYlIawsYoLwOcLtUnAJiwxAQGRDwNClrKT8ZQymIo5Op5sG+eJxqGSqsmDzsK0AE2DWuAaY2tXkynARE2Tf254J6UHDFMdv7KM+V4NjSNS0dtACdtq/rYgJR+wd1zhmsgA4KCLo0guvo4u1Zyb2pwNLOxJFHTxkYaqUUc1o6L21W7AMDhFRaUUVIxbTU2SYVTMZUWWOkqUKlsA7smTut4DGRk8Bsk1PaasRqRjP4D/uDpBmehUpu7BX2O3OywL99XQHiJ4GhfQPV5wSKv5KgkbmGctmqcFsSmPRARRfgJ6DRAGcV3axpq5m3b7m+yrIkfOI86Pno+60IANhsEFb7+z495ujbmZ8J+tLDu7ZZgyLaGbXLpqrRnuVQpgUUztmwQHwZP5oMRZBOsLFBSfq5xXZuf2XA32xkgk98XsAaf9XENKqSscGpCIUKuGdOno9AG7J2lnfGSaVLz1D2B9/nnC9Qib7VnjJg5P56FKSNM5JAf6sIYVjJewVcIovoC6o8CJhtpRvHMp+t7HZvIwsAwJ67yJXn2OjIHnvaqv0XiYT9N3JkrzKCm1ThQWXq9zjTBPLpydXvz/Qz9u1hyRlFgGXtUunoTbAh6NzvY59mjRk361GQupUYgpr176h2KnAkvbFVLl8LpvCMTdjKWlCBja7jhX4G5GqLj8gNfYaX6m+DdexlbL8DAPbM9V47L8NY0D6V+FOp5kmFG9enQg5wgBeAPevzK8mgtdftra0vIkDYPV77ZQPjgjq81g7cJJ5lGFk7dX3rJglQqTmvVoFgz2aM6jEAPPSh1+V7j1MCSID0+pq5P+h0yzZSFhN1BXO3dj56RCYZE/fQNx/SY/rWLewUArw5a77IQoVNTJ9Kqcql8saHQocALHHe3ZneiiSHAPggr+2znjO3gcf8TOJKg7H5zx7FVq2ZOFSOse7TtliZRFF6W/Oieg9QZ6n9LuxLo1dZg9W56CqAnm1TYJLsgH+tEJp5y36l5zzn4Lt371zDPA/2u4l7VB0L0gK+NgG6wVC+n3vkmWoDQGkZ2UR2OPM5C+sbZuxbOYJ/wX6tLxwZefQwAPDXVGRDm00ANIHSyk3jUvqEe8auv8sY6YV4Hb3IOu9aPkggHLAEquF7d5eq0urtVlXleR+GcYAxoVt5lm1lscnSX/MsvKBGXeC4Z2jWgTVG3Mq0lGeD/vbQyUPZSQuI+h6C5lJ023NTemzZYQDHoUDFPof+/M4Dk5mMsdgH/SP0p9HNPAuJOXzPqmsSGKhGlm2E18eAcA8foHfZp2OTQB3MWVzbysA1CVcknyHjvNApSzldPw0gIzrpY8Bvfr6TZ2Q9sEPuBohkfT99vg4FOH24TebQluFcxQZLNV9dR89RAGApb9Gl9Asm+Y8zbRI8osOfP08VE8BrWE7WZwAAro3dmJE2NH9MfEc3MVb0thWp7Jnnz9PuIp9nbp9Atw7zR0+grH2D9lK0fkqlWVl/0jOY6lqeu6+8T6IdVZTPAlJjswMAS+0OtXBswUlMIRfw2Qv3B6ATz6rt4hnLfDsP0X1QJ0ePY7/djVzW7zvFEFgvQHD0Mefxshz096FEp3KWc4j32l+UmGaWE5uJfdX9nbHwd+Pb9e0fFdhE53UOajJspXAAhJynjMdY1iZSxq6LvbN9tpUPbKZvpdJl/tGlth+oU8/pWVu+dkfjbe5f59OzGcDUHr1SphtPZF2knCYpgjl5n2pQEmt43Ur1LAktl8KZJvHR5kp5/J4q7zcByjemzjOQWMDeJzGd9gXoBc4mgNKXYUXCzuI9xg4G88/+e3r/Zu8k5+XWvdgeJO+Q1B7bgQpFbJbnLzgnI119rFSmR3ZgW3gUW5DE0sZDevZJWQslcHutAhTXvrWCDlVmuwLHRyiGeTQ2Y3y+gGX03+tQUL948awA8K3QSENPD4U692d90AW82HdWk2M3RFZSRXqdCnOmv35yk8WtHvz2a6q8M0ckYFRAajse7TAaXs6fV7/IJJHbxxbKz6G8bo9tEnlCAf8iPXi7o2oIKQP9u7T4qU4PPS0+gKH8pn/3ue/koe5mTz9O0sS97LkCSbluqdqzJ6s/8h77W3ucuSDBil7pSZ7AZMUmvzbRoXs2e+vta5gkIn+p1kUk3+X+7APjRVwD+0g7FYAVe73VwPVTTYpEp1bvYg9VdtXfXLM5v9UdFsQAiqMboTDm9zHNqtPwye2HbcsZOIkpirhCnrExaCUIU1Er+lmB2H4FnznrZZWjYvzFT5HbCAeJXySWkTDHtZftDvsGfwv7Ab269iXJwzKgeEab8HMuNNIutuBoGczwi7CpscdjZ8YO53zYOBbjvcRRWeLKkQwOG1ewddwmL+rrI5P1tUqHTCW08SMLG0haiywAZmILN7xmDEDbQH9TFWLSBlXUPBPP/Sm2XWMF9SmzztsiLudoWV1qH1acsr+2HR9jlhactSK80MLd3B8ft3HEjjXfrTzzCNPeMDfGVoH5iLG1yIgn3jNpmJ7QFQDqZQqYS+D/YBdxD+auz0vSalsY4Us4Lu0ob8vnOtb5eUH728QTm7Q4eB3J7qmIf/vu9tW/+TfRg9+k4Mf3wDauHtzig9wT/5GXMZ/cYOK+TcjJfBp/9yz449cmgB4JJxs/YC5k2TDpu27qfwkA/j2l84/AjoEWg31HxepBX2BlsJ/5o9e+tzTLgp3HNfc7+/v9ee95vuYCs/veTcCxCzcPcv7s/r7HwzqeA1ieg9wHODSSMzc3GKok7DgZg5tpjSK0ve/jiAom+B2zoezf1Z8ns+RcZXwTBN77dLNivA+kv/vi/Bw7R1uhelR8TrXurN0CoAsG1FCa1z7LPvf5PscaAjToUPIy4GVGSwG6Czh5ZDidAbEN8p/HsvcpwLrUvdV4Cvi+9p8LNmC3cGCXJjr/rpGPqYDRx5p0rX6sEj4D7lz3x+vrIBxAthRmO0aodljHgz5ZQEdHwedEeTVDo6rJF/72GWzmHmfQaUHi/QzfscLEQN0RON5Kcu9l0IZ1MJjy4/465u2QTwOUyJ6BYpMUBGAPUOgsVwzLddF4Pfp2Ob7NhjPYLo10D42Zl/Mcm3luoFNHUkd/16AG5CiwBfPWMPMzKA3nFGOG4EgrmPO9vcbStZ/XtfNJRRAzOs+lsYfB2IvNNVW4dW4aAN85HFnPj7C5dY8xL7OnbpP5R2YV684hNUGXzZJmAjm4tv8l1wdw2crhDUJxb6ttzBQ7HJNjLRubytwVhM1nSyeZg6gAxgA0zGkPv1xBo2CdAAHgQ34Fp9p7eD4CGMPctn8Zjlausz5EA8oNUFuxqGwKHvMZ5ORLgQ1lk1ed4r19zxAN3va4JENtAOCthrzoy6nuWNkFfOGAXNpa5vlmEsGP+so5E4TaA5XnQj7pZ6tTezlj+Mfs44ueqYGm/uieJTjI51j3Mep2ZSoze66cv4NMY1wMtYeV2cobwRvOqPaaS0CVrxOcsB+GQQaraA4aY9aqLAK1rGaMnW/l8XwEk0m4e2qp33ZdWASWCoBHmTCIvmu3e2D30f6NcVLHr/ecqjDmprLvfPWszHMuQ4bZzuq8w36Yakin4rJ/ZSbAiYZmR/3HS1pSjBoqxG114HsG7tRhGJQ6D63aJkMf+jXWaqjZrcazxy7UnbvHW71AICKXXPpe9m/p6nI9xrcUy+zLBubJiiVPsYFy14LgCZRqq5NaNdMqGgFUDfQjoUMgRoPQqk+CB/68c9m5q44TLNs1XcsUI/yolLWKDgN3RLrOc0G6qWraddm53T7fl76ek/zFfba30/Yq5bm2Eoh9TeZr5RYaH+YYwIO+dAS62WnIQYNeJhYZmBk9knU0MG2vztKG50sm5/ieFOUaGVZJ43TqNCkHyMnMPXNcUHcCVHmfdTXTXceGf9vneHT1gBJWt9pXVNozaWqV8dlq9QQ82endh9Nat3rO4QXp24cQUCkVI0txjzPaKkTGlZlhvzfTs9VBtl5YIHjXHX1qNRyVvYDBAogGgN0X0nZ69pz7q18o/RsTUcdDV41T2r55zQJmLgV626NxbZh6Qod+qcKuetwei7IL1EHtmW1iAjKubJJ5T8WfDhImAX0qeTFeqiEYF8GmZk43aHZKyGOWYQxo0gy7zV6UXBjwF2q6r137nrTtMY0DvokeZL2XBm/0GQ+BXFDhZMKDFYqrd6x6NHHtcQIciL+9JNG7AbILmJv0xLUI3PT8h0IuazHx+0tCBfr61wQBSms6FbnueaujWD/WcfcRc7QgFTMs4NAAACAASURBVHJQG4hq4dxu953VBTI3AIB8/faxusnrkW3+sWcqATXuRfAKeWZfsSZNIpjTgc8pq9o7CxAcbAMEI3hGK/wIfPgs6WMIhX6oubhv1UTPUHsdo9tJkCtQ1qoPM74LXNRmMRFTZ9tgGa+l9+XfDbwnOMP1kdVNeKFqnEAurCI8/93aNwRzcaB7mepWnvtOAkK8ngTEsYfzJsIIyAj8+e+eNxF1ghtr7kGpu4BZAxWsG0l2uc4HdAL7MjLIWV291OQhW1GUKrgUeVaZVIfkue0Lm2ckGzxBGYJtzBt9vwgY8h3AZfYKZyyAH/R8POu7UgES0AfcoWIw8wtwfrKdAa35bNeF5I88JJW9HRcTM3YuwT4y/EmkkEq6VvEF3ARgsWodiloANtaZgHfmP59txjvUmFSXA8bnd1vN63pbbbB2tpVG6gYWv4w1nKcNOrpFeYb2kqXXb6J4gP0AfgROqIRoawDaHRAYqT6zRxhAEtf+tVnyhxxKmW4ihfdXf3Ifq9B8yUxg5Xdlb/bKJjuwBwmkfIrc89Jnxq6h4goafxJ/AJBlnODFsy/1L1VrCyLzHoAeFT0FWvM55JkxP3yM/Q6z1FJm66MtQEgA7FmCpewXKjMIQLt/uwVK18w/WGvWjFcTc6gWz4eepdKSNQbUudhzUKiTmJL/Smuc7y4blIkQ6i++A3jKi2trZykv21KA+UY2qZrkdei2aaXR4KIxA3vPIavoFnqZqzfqq5AIVfrmSUrKWVu5m1gJiVSPAQ2ncu3tu9fdW+gPdDLV1qxRz5qsk1Ug2Qup0NwqYRJz7OeZfX0n1WUBxdozuhvESjurWKGp5d6e9wBQjKFJmRPA41yS0tGKI4DJ+m9UgKMcexbmT93WgId5Rs6Dgs/YF8O8sLTIm+DIPLeCFOAq1/gyiWBce5NzqLqzXUSAoqF/VqpJ9FLXcL6yV0qnX1pYz9+NQWGndtyYbfhxea5PKbFmz1PNSUEi8ksFVeMLEziu0M06ows5M7WXDGiypsg5OuZj5Of2bdg/8AOZj4CLAUZMpLfnL0DltrsopXA3M3YgAEwqcSMnyOpTaFuR5Mgn9KgkBpKwdSu2Z+kx8963gMacW/RdJekavQPwsPS/j3OvMilEh/acHDBwWX/uo1dD7Undc/Upvk7GZo9bKllDHR65QueRFMODPm21uNXz7z6865juBpD9BEAYcOF+5AlwExpbgu70hGfdGGsTUlsNlHMrOo59BEjPXD64T6/onAup0tb+t9IWSmnm5GnOjvbfLZuB7UH4G72J386YAHcBvqiEvc59PwZQBYx9SIVsEozqD30AQIs8hZaa5B7Gqg4WlEKu9UHcJ1Ru0yoG2xog9C46HaA8+5RKaeJkJMYQoGcOoVRFDptI0+ROWFMC8L6j+i7JGfm5FbeM+8uHOYtloviUCv4nkSV0wPtU8UpJmmuG/pR9x5ySrLeJAIDG6BkSQ00WJ0ZCBfQybQAGXjdhABrnh0l6IDljq7HwM+lpy6u6JwN4mYra6r9UmbL3CwDXvpRBBHu6QHh6pFcP08KgMSRBs+u36BbAJpAHgMrM9/R6xvZFdzGf7iptotJhA6qqPOac5hOCCtgRrdBv8pN2BgmH+HqoHvYfZzj3KdPD7STThGr34weuZ5Lv0+gHAM0PWesyPMTGeZqz/dXrV9UjJLj2ehG756ETXn8Sm64JlZyl2KX5LLLFg8oQqH+LHMKaQvV3YxPY0ZkrkgOuvoXqPLTFf//396/+yT+N/RV5/kg1bypQ7wXcfNREAObCxCXk9N79VGe36v3z1fvobSqgWz2JL9/E5U24JRGOPtOC87cKZFvA8BGa9sglPjsU61Q2V3bwPVs5aqIjY7E6Ecrz7NPsG2KI0DyLd6jzAcYBAlkjEgIAJJ+FurrsKkku4nyCrYd1YC8/Cs0+p8y9PN+jx661fv8mwSkFgOboOMAuEjDQswDC2I0AZ9iMT1/a7gs5b2Jw5puWQ/cfotfvXr3+K20cIq9QhjcZWQY0gDUThjkHJ3YamcDMQV+0XUxuCEDGWG4nttH9l0pqxiCriUAeviz+GPJIlT1yZTJv9Ny0QGiVaa6FLuAznCNUzj5pT2BPE+b97WuSva5CSf1s1lz5Ng5OkgdxJ+MCAIokBxLlz0i6/27fCStC2Ecak6gtLMseVL7bBoX1+JIxkqxMNX8reLOe+OO2i8OeJwn41yQ2TTJw9gZzx97gfoKV0IgPAE9CfvRAAc1JOlqfDhnhDJFZsUvbc0JGOv/GpsZeVSdkPqBe7jnO2Ry7Ib2J2YPMFNTbv/1KKy1bzqBLrRpfH4dzc/AZ7PPI/iahkaRO0pP6xT9te9K4iDEVWcr04XsGE5+pPe+zsyVhOLHoQHyrLQ4mtlO/jiA5VbiNeUwMAMCaAqLaEBYH3J2keeSCx297PFRkbkNMux3CKNKaOdfPkAK8vh5JwdiwANnY8Y0V6Vtg/7RafWKtJvhvGyttWOSycavOv3sQwL5+Wn0ZYxfE6Qljkwh+oa+OvL2I3cP1maqPmZOPrcq9d/W//wd60YcppP5u9iy4SK7DXNRvzfVgzyBugI/bxLnIKTgC60WyPHPX2Ap/TkCwuMowTebztqMBA0Encx3jc6YDIUu53fWn5pTMITLrONJ4pn6eJT79JVDbIA6L5GXmOnrdOj4/VqauoJ/iLxWovwUA/1gFe9ye72xQnd+egeNupBpFSua5qnKBzA1Em21xUMhuUL8G0zjRN6syb85XF6IBiwWtDDis4nZhMg/sWw4sApENuOYPkzevDah2bMevO8fn+fL+fumobJgNOYEb3jtXDfPzGQA+V2bvNZxTK4Z4nXuvLjjcew6Yy78FwwAmNHwX6D0H6BtImdc6wzfXbp93n2XBFLPoDObhBC54WP0363sJiu6ksOYZwm7yyhdpLKupLhprTKqLEaX8ngHCHd+CHitXHDYEMrk2Dkgmbp5z12G14mXo1dlQGDC7Z7CDTxi+8/4HENMZnjEfgf+laD4DwEyFVCU6kFsJ5WF8ACwLWJUqdoRMp8qM7VV4C5zsuvj3Abo7TyrDHxMdrHBQ3ux9asBsAVQDjAYLDP7zWooCx+Sc+d3NhhLo2Coiqzug/cPRixHWqoNj05SWNQdu12ZeF31gOtNlX5W+98Zr52n1RI3FPgvyv2NRAaoDTTBAxr6jN/qsVgYVZMr6Li3aBXTlGS77eGh4Z97uFIDKTTeQl3uUZnBkvPPUA1a5Wb2KHAKEYMiVkgOwhwN2aE0FJCZA2uDnTPasQYMWuwD8buTEALUnmlUgGi9W8gignGXkshZ5jlbxMDXwwuTF7HW9Wf9WIXmfyv44/v1c/n2341/DxEzps9wyRgMEBECgjjHDsKBagyLOo1V1yuvq2Z5Ns+4ArlbxSeO8FbsHPeP0lh5dfKYsvgTOeObuPce0e5kASvtSc7iPvO/4+HvBap6VnhDHmSpAbL9aRKsbog61YyKI57xXn3SuBRPIajSLcM9ls+cKjtZinDMv497+uAbA1f/2o4phPuu6oOvfSp5hPQ9mCBMOFoTtWAFd51pWOZsRj2hsX89ZCnUD4xj7Yn9/gKCyAkgTY4Zu9VHHLTgkxbXAu2vIfiEZA8NXwIbva5xyxkBTJjWs+05HpiR3VAIhKLkM2do10iOTBNpvt9+SgHKpWdrTNnJEJqkKsgY+z1mDFF2BHEBfOFUBOI+FeoeieYHRJn/Mxm42+pyDDUr+7uyjNyMUMntOOGvuBQEWnHjFBKDPZCX+XfpZTMnuAZ97A45W8Hm2nZMBSxHcPnNStW/l/VYAf8kcETQnMEuQGuCUeYa65yv34NnQmTXwNd5xDts/PjJN8AT9QiVyA3UZ81IIbrCx50ojIJM81Ix1AjwGCPZ8YV5bpX9KjsCRXQCA8RYApv9rM09P7C0xqDHEOWukWzZ4w0u9tG0N+DfUtHF0kbHavUS3sY1w9KUP/nWAhAcAwATYuC9UydPHcqkV+a7VLgJt9sS0Z48MDwIW9jHGuXbdL3oOZyjf1y6w+qa0n5lfK9ywQWUWobqvZ8kA8YyPTGV0AUAiAbhWmeYFLaQ6/0gOXPtXys9xzHIvgRuzVmuLMj/Q2bc6zh7MyNd1KMnYVwTJGJ8BKgJkUBKr23Tg2M8CMwU3E+i52Er5DPsRh/NT5IDeigSXOF5wnvnHxZdARoYNZGnQoeXfM7SJGgR0Ml6qq5ammcovhv6FPqzoZYCkUo6OrsnnH4VCsFnLJDowzzhzeZ+eo9rHUmPvXLXaiwr7XHgrcUsJPvYLZzkAN9fY6qdNFNJpXfYfM6qZL2m9PNtgf6BShvW2sud+AxJ8j0Aoe6TV7LXVDFCyJjw7MsFco8tL913aTIBUvq/tRfCk+gPZbNY1n8Em4uyxzQF0rHz200cqiqC64nyVOhrd2CBrIkytOJkAmv2akGEd+O2XTJ+7TVhqv6TMM/PTxJWM/0EC7rS94FiUtjXUeLsGpf313OEZqwMJPHbsk8jVwIuBxVZ85rIFIoZ6lWoR1hsAsDrm5IATQCQPBOpCtMFm+3fv5eHW/iPIu0AL+g+5434EmDmD+J12bfR5xo+6Yd7agzwz/Cz9DwnQMecE5VoBnIssRWv3zPTRbAUwACdAc3RwactDDVpgHv0xvbLx+zALPeusiuuZSkJKQTltXL7fitgGeQkm7PvaPCRS8NqqO9afwIl6PElr2H35j/Ej56y/CSn2E+eMgpq0flcGQpWy5xHn89B3N4ADiBXQLHpiAe6HARbuIBOcSVCjVl/wd/ZT7kmFCi/WsHZ8xrf01CY0Oa6zPbb21J6HpfXtWWDl+Nu3bxMMlP6SxX//jrOByrfIfAKoBvL0G0q5N0nM2HDtcdmK5HmWqfT6VApb9CtnWeY3wBV7q71YARDye85H7QD6w0mj+Wt6bDK36JxLj+2x/9BjULwv0A0A53qZwKEnjD3gOcKZCcBWIDb31ZYT3GUOsE1K3wpdJmvbqnFtU3t6akc8jT5Ev8lKAShCtanA6SbCofcLvMV22zYu6GP1k0An30PvFBQvRaQ9VrkGOo75eJb+gFJbX129Dv3p2vetJMu5zn63jyhnCbKXQHtAA2gtpeylAlSQ1wQGWgBAX2yV8N2AwtxzKa4BLAHSTL4wORd5rvzne/x+93k+2s+snEEH2xmv72jQ0zN3CgZm31JBw74o4JY5fPWX1600v8XzZez0KCcRohUlrWqC9cFKqSaxAP5kfpE/dIjsYakADiV+7efsTYKl0J6zt/nTRKjxzwiksFb4Adh596MvABo4T+8GdHkQkGiTtxl3veA8W1mnWn2cQG+u2XXi+/QOz7oif00ygB2ivpkMAnduWxEMfS368knWlBdzYxXl+qu/5TPvR76wq5Rn7IPf0n8Vc4GKpgdQJvc8AnRJMlQqw+lTi5wwZmgfteUBOAEIsEVkuvo2NqLMCbHHSJiBnjXP9z7P9zifJ5GD8/E6/YPxP5s8mN7SGzf6OT1cuX4rHH9N0gw+w52HV7/8Yyp7hyEIelJaYPQZAxJhfwAmc26TsNOK1ii1Vu7kb0Au3mdN379/p15ulS8AL8AOOoH1RVOwKOs/60tydBWQfiPTA2wEnKG0I/EMpYe09jN9tWuLB1SiMpJnwS7b/u2fYoPZ2zhB7xc/VS+sX8/3Pg9zCU9SSuyMkepkzjp0FYAz475OL+Hv+a4gewDAAEom8VNNzx4dIDIPzxmj/5uK/Mjnb9m/mwiF3noWEJE2Ceh+mUdk8aGfqH4q8uh5xh5gzxeUztwBUvOsjx8/y31JCBBMYG+TpMO9eV6SX/b8qOrPtZAZ5AH9R+IC5xIy/fr162EmgBKU89G9SVC+1Yd5Adq/TIX5+wCfBwBs4jLy9zH6jxeJzti525ardnxte3yMKXiY2BBg17sk3lBNjx5mT7GHSYxAn3AePA0wfC/0ud9jS6aldmxHtBI02VAqQ4ufBEuSSNiLsX9fpb8vCUHYg7x+efWqZ1jtp3yvlZDtgW2CD/ZMmUZqj260Jfo5QLK0s6PvUDKxO56R3Badcf3+1dU//+d/vnr6gv0slf3tzPGLrC2tVjiz6ttm22v/Rf/led9kjahgvXebZBHBL9bJ/qO69VSXwqBS3629TIntUJ3//epVe9cjARtXo7VDklBiZ7UNUHrjUpHOWvEc79+RoCHYhN7SZ8fnzbMmEQFKZ86hTx/wffBP9WdkSNFvYL4u/lyprfHF1KZN1O8Pns/Y4ALA1z0HH+GTZigfc/23bwCh8ecjT6nGrC6iL2/D0/hyVPbqpwLU1ecOyLl+T8NWhjB7L3S59oBzB2i9bI/smyexO5p/TXwxIar3rSrGLyDOYmECOoPzFFnEX8H341ls3WQydZPymlQrjkLCTHt0D16y9+V5kOOue1ho2vYlDCDMId/Z+Ej7rI79CH11E7PT2/pp2AZMRjEpvsmmGSW01NgCXPdDKlcB9EkyJAmH+WX/Y5sIFFoY8AKAnbObvq5NhpxEJqbQMN3lxfJdfhe5WGZA6KUt6DAuuP5pV77ygY4y9kH8rP5UdB0VxxYcSm1NMgPPS5zl8ycT6U4w0OjRTehcWcIi1lYq60VkjqSf3jt/IZ8LAG+iO8lb3RszuPotXuJyP0Ie7JNtPQTAzrNim7D+xpuJPcBIxT41fr77uf4QI6tdBFYmlsE8NIaXZyOpCBOtieG1To54TUMc+W7ZZNoixeT6CVO7Lqe14dlZ11I6N9HyKDoj3rqMPIQuu259XsHYxh5IYKAdzxQsGcOix72xNu6FjfGZ2Fo+/yGV6f/3f/x09df/RAIU8Qrj6pyD36NXGi+bFzJBPNE6KewXkxWx/5rsW1tRO7pY5eAuR2GL7bF4BlvI4UP9iJPcev9xmrLxrLuwA5D953sD+5Sd7Gb85h91+msujjMw2QaXIbnQvBYAvFRHjpO+19yv3NxMf+v7+/kzsMjvzuDt3neBhla15IL7c589A1r5WKrJFdAfQVABiyMQ67eatWHsuBzxwh3z6kGNUE8AkQyN04Jzn1UcO25+1lk95tvNcrruzOexMX8E3PjmVgrvnNwEgM8Vavu4ZyC069KNZsSCe5VWGMXVIKcO1gbkdAZHic0c15HHUSVAXtmZOWPOL4a9z3oB6qMJbj5Hs9vJulhaW6g5TmBHg24cZHVaT69VNopqX83SGGNwQb/9ewFzAlQbTL5UQjdrWcPPQIn320pwlr3BxQFgFQ4PnAVA9z68dRMAPmTNwMSY8j3YBDXWQNFQ58UBeu4j3TUYA+ssqyY8CKYeAucaCOiaOeMECYD0n73eHkyOY+dlr78VyR4iC9oyR6eEjBOwsRVK9sRQmW/vwQadLsCx97W/7Swev2iCAIs4+5i/O9WCPfv7fnT265lyg98vCN2enbWCzIY2s1ZAiLtLAefvznJ+AdmYm8oYcmdlEc9bgA19QOVsQScPmf49xgJGHlRi/L4BVSi/kS9sSQwEAsX0PKwRq1z3IKozsaBNfp9/Y4wi/+0XdTmgrZJrwPdU6dujJdfZxIZHcfD2BW4m6K5so9dYDozAH3XfJj/o2DBGe/yxCaxqLJVeq+fIcMp1owNbTTAgrSDC7KXqA+eY+dlgfQMeE6jmGX0mA0frcG+g7mL4lwXAyqkFRwRj1cXNLuuzKCsFOE/3737jQ/mdvSgN5p3Pgpt9u5E95rOV3ARWoTxJYAhjorrmLL7si8p1AiYE2qkKHboUs7yc061gu5xveU7HRbUgmpneF/Y95X41GnPtBdi7zlm/rsVUKVROGngZ2qjM4/aJxABE7+2anHWpmWUnK2r04MqkVOBDmwRFvtpxAr0OfveADtMBjLd/Ris1pc5dw5DvoCM22WQB6X2MpcxhvxUAzjW3alVgm2dgbXEAcFKgCcVpZq/Tv2Z6PDJJbKMBEKhalc7K+38rNYs9Wnafdi4ALPLs3xKkrt2Enpjzp/JBZh66hufKGhS0Gz3AID0/XJ+lPMZ4axVp9/cGccxI3Plzzg0islbNzm0V69gMPEr+bFUFRqCsGIL0yAr7VRocaS57Tuc5dNCgEzuqgVYOVi7Un2ZPrh7sGVJTNmc9q99qVit82c/sH/RT9RfZ0JcKLLORF1C2t7OBhlHL/Xd7Eu/xVGcbO5xEEAFg1pV/ew5YKcjHCMATUDFJQ2AAmbAKzXOWs6drMY5EwZcESqxcNACsTnT/8VwygQw1Z8bSM6prHxkgKAQTAwFFZBMAON/NrHfP7/zUmck9uZ/gy1GBtnPA2EtnnXugkgjeL40oQaMFek38WyrLg41nK9quE+nxzGB+DBw9JJDQPTNV1zhFVITk96wPQWheVED2LJ+D5XL2ZR35LsEJgikE1FtJm0UAdGwbiXz/QzLhCdwBZBDAYN7bgy2/I1Ckk4hsmBlO8B09yqZcnW4g8qDzamAklSwEl6lc4nmRAcCJ7TH4NUEB5GHlm2AAQQle9rt2H/EHu7K0nlnc7bnIMzA2ggnklLVyCKaULETBhfx9D1BoaAoJiOw1eD7k3bmymh3ZJjDufpeKy/XBbzAwgMwiD6Woy76g2oC90es0w1e7dNvuVH/gX9B+rvaWTqE00ATIoe0WaADkI6CHXUkADQdRYN2esK3KrK4SoEN+qZRB3guCNvggMGTy0Zz3rFO+arBH+/NBglEFcQasZL4KdhBU57zKXGxlRQMPVMLVVyIr3aSuBgPQvfkOa79ntHSpJu5Q3HufKikAt9rIzMPoxamiIHi5tN7I42+T3LH9rMZkOWzMcfiZ2yaHsC4EBqq7cv315XLzb6k4gjNQBiOqKqVW5Vnv5wypbZmft8foMkO0+iSUhTLpDKtA/kWmt/237BPYCo0sMMFq1CKXK9BKtQvJR9krpQ9uBa3nBfJBEGQTQpHhpV+UVeE421qZfRmf368sYMdSMT6JaIzvAEYPH2vPqK2A6/mGhTHnV89o9mp+jz5AlhGynpeje3iPfdNf5LOAEwSKOHupyGQ/EKxjbgDbCIwJ6ObcI9iY3zf7P8FcbVvmP3OecbHfkDsoPrX/1JFWamooQzOIHeXcqdvPLSC06Y/zn+s9TyM+ZI7Kk/dve8q3gud2AmoFn4e+rc9JxRFxklL82K+cShOClqWwzX+fAPsT6OP5kTn6vTeZJo8IEFkwvK0U8A3oPznMMQkoWaUERSvvmYRk8oY2B8kOtnMAWCKQnKo6gEpsgIl8/ODbjLG6OoYKORKI+OwChk38YwnxLabfLjYK9suD6Pll9OJcEziZBLaepeq1pSdvVWMCqsx7WyPhL0QfVl80idCzGdaCHrE169Y2OidIWYDQBARAJNha4jxBM7kMV9hBj1IpSUAV0RaclSqVvai9ySaXTaMVGWXHwiFCZ3NmPdEumBeqkH0KuCMt+TxbrsMZgv34NFWSyF7HlUtZTZj7Zj3ul0IUH4kAZvRa5qjnTh3BVDCHdrSyWTpKepyvX42uJ9kG9gGjCV3vnFOdq8gg/TOhVzWwSS9fwOtH3VckXbSnbW0+VI6JNxyItXeQauiy89xUst3K8z5MlVPjJ/jgtSNMjkNXWRCh72VSonqdBA/9IATGYDQygxxiC7588XKS2gJevSNRxcRSadOh3kbnCb6hV6XXfRxAg2rPD6lczHgSxK/flapK2Bho5/BbPkvCGIA4wfoC1DCJ5KyHfvtpAAf024dUGjYZgEkGsIz+JfGrPjJnf8ZH5TL3Z9+vHYTdb+KDrEy7h37qZ8Z2SbXf7TwvNs/HVDr/FvDp+3cSyL62Ly02AbqLvY9+I9mOtWN/IotcHxuWZ1G2HpRW+ZJYlHECYjJnALUAeKzT4avBUJCf72A/RpbeoMuGvRB/Gzcmzw740kqnrk/2QvTaFxIbc448S39RdEmTefOFL5EFzjn9Ie0B1oikBO017SASjdi37Fl7TAvYm3RD/+fouOzBhwH8eXbGcJ2q2tu5wIMHT1IpG4A4wAHb4PGjpyMTSNj3qzepDiSRwMp++syiG2SzIemhVVB5DvRWg+aj5+rLlE0IytxUyDZZiPGS4BOa6vGFmgAJSUX2AXuKdTBmwJjDOtNe09NblF7VmcdWtbN3Y2+8fvOm56frgA+ETmC/UkG/yQmehegsgvv2upbqviqum9JkNOzi9uPt/Lo/TOi0bZH2vzYD6yu1+LSvaELzOcZxK3KML3wv/XY55zmXYn9FD5KM/rVVlrF3m6QysVhYDDJuqam1NTv/nF3Zgy+T9MBe5/5WU2Kv0x7BM7n6DfmpTsn6CLt0/I8z1799f3f13/7Tn+un026HCvU8QXXbs5x1PWucjsrs61fsu8gZ9gQ6YSqNOf/uZi58PhNh8X9fpAf1UltfsQfrw4WFI5TrgORcE3+SuQZw/S2JVR9CJ1164QJXVD0PdXH0B/K3jFNldypjDDGxUFMDFAIAx2QGyNyer1Qh19dolR9tVqiyDqCbucKnQ24/lg0JHbwVnCRZqAPxSbnny/SXFpy9sk9vE4exhQV4b6W/uf1mPTefP1Uu0QtMosl4EyRkPWo4GLufNqTds3Wzu1d0vCuT+y/O6Ez9u4DhALwuTs7/yOkTWhuMH4O/pa6iTQb7SdusiUo53w1HY/PCYABzAolErG96lbcS2+KVJpcCCOZZiFe+eY1/JDtEYzRNyp3YY/oi16ZOdaxJx+ozknzQs8QpsHsBQMvI1aR19BLJTfHRNpaW8xub68tnKPTvJ4FKeWciujWzJ9iy51qijnF8yks8ZgIZm9jG72WsU54r0yvb+dvkN2TPDxTzAAgFMcjEkoeRYzHX8DwlgcP2h5uorpGkX28LkzJndsdxfmPvYAviRxLn9B74bgU5G5c3yb1A6uAeE4K+UCDDgMGLinvo0xsjzf9dQ8PdJF/OPRNty4qDLQvzUXVKl3IG7/jLpokfnnNi+2dX7jpfNU/6ffaKc/bjdbhG/Q7+q+ye4qBAQgAAIABJREFU5rfjcd+7BwWsW5BAAQhnYROCkXvsZ4JBzo3xAexCrkdMVfD827TZeUzMnYes/eM+4cxpng+XiRx++nzn6t//u7dXb/4Cg1B0XnRa6aYDABNZ+T4PS6LirzAdUbjR8wscQL+BfbStoJbdE3nERnPM+qGNb/I3vgA+SlvH2AqicdytAD6mh4f8sdrj7BCsI3DGH1vVNACw1zHb3iD+aebnJoxvhbyTND+fg9urhM7vXUAmjNK5wE2A929V/t4EODnMzwDwjv8muHMGMRU0d+elByfPj9FTYRL1r8LswjvOS4Vt34uwXEAttvFJMBG4ma5eJ28SHDgUgkGdczXluWL2b4LducAGarYiwXmfw/gE3PL77Ye7T3YBzvJACyQbSPqR2vk8PwW4VpAJxozBXgB4KmiUkUPznceyn78AkX3e0zUzP6VMIphGSTwaY9anhsoo0R/WbwDg1j3u+wNqdbPv3HNgDdDVCpZm6ZwqUdX4l4XrZwY8vfyStc++8DjxxVao3z97A4BvQbYFgM9zLshEAEE6MF4LQCphGyx2flGIjEHlO/cFwJ377eGN4dj1nznl32ZAOyYrOur/GEyaz51Bn5sA6L63dKrn/c2zGDRxdBug3u/stdYoLNVh760hsT0f+fz2KPQ6jGHpjQaQxxgB8Bnj/TyfnT/2Qr5IViiHmPN/rBHgE59pAHKq9Lt2+d1WQ/4Afs2a9FkvADDPQgUUwVoruO73APyx0rjg1zxgjaBSp00F6mTixw51nYcejYrYzfjsc+Vz+73uj36WvCIBqgYl85LC1rvZr2+MwhzYmBTMa3vuofs5fAeQXxqSytTIx2afnmWgfYxzeYIcVla6rwketicYwcapzm1fks55giK5cGlXF+Hpmhoc6bgbfP4xGGSSwRhEA/5enJORCxMK3GsL+C5QtXRpOG+MtXSizF0DZquzBYOZy00KMDte4+aggv/xfGNOduyMYYPZyyix+mz1m1UgGMTS7i0IrCNtoHDnmfEsiM3v2j+lzpFGyVbEE+gsxXGfhVlGdiOeMTL6/APGEnghe6290jAOcv9WIHXfSQ17ec7ZvPy82b3dnatL0IGdv+1bOv1cYixLXToVsKM7K6sNlJsFyuWXrt+KI6tzWOed/9V95/3HHtMBVxfeBIDtH44sjMFOdUIPVc5t5EMnBECYvmLt35qLNWuPXrqlSwtA0WA1jqGG9EVnjeFZ6kXOiElKQr5/yOhEj/J+npNAz+V6OO3sl7ETStkUo4/rsX+PxAblnXU8U8cK1GrkQoXK2KQkPIDTndej38sGYQ7d3r16AoDXgGxlCsHQ3LgOcZOthqZv9EFBkdFk3L/P3CSLnMvNDCdIMecKiSFMRUeTe9axSsZt1olAf/v3torbgEMpfbrX574TgF0Z2CpWM1bVr6XvmyA9jngB1EwwwTP2SXURVWRtkWDghgAV60yAtOcKZ2be5t442zgd7LevZDATdK2O4n7SviGnguwmKTW0SaAFgIF+Mg2a0WNrgOk8b6u2tBTHyUYICBZ6HtkXVmPfYKrB2J7fOJyTrGOiFX/UN3u+cg33lXusZ0B+cZ2+cpvBX0cvWeZUtrTnYve5GdsEzKxAoQJJPfMugVqeyV6Q7nfeaXZynf9UYCSLn/kCEAFsMxmr1sY4gSS62OO1fexKeQoNJnSPJhJw7VYqZJ3sCSYIhfMDLR5yKKChnm/FLHovDlD1+1SmLuUumoZ7bI9ddBKBvCOYemTCO8ZNqrJqEn3RwHX2sSCFiR4AS+ipVsZBERjaN17tk4g+7XpEZ1bW+D3VcOrVBT+VZUBhbbcWTqGfuoCeQQTDSpE99NTV/60GOXRkz0QcxQYhsZUBGzFwM1fQwKVyCxlhTnHSOSc6JwH12S+tMMxaaxd6brCunAnd/5PIQJUMdiGftSqe50VG1bMNGEd/du7zDFRiEVyHipM1X0pM9BwALC/OePsiDlDV/S/dHfqSF3YEtJB8fx1/+4ZKj4Yz9TgUjcwXgfT2wkVXY4dHb3DOE1Cngmr7ON5PVR/6B/3fsxI7r6CRFVmbrNuxRfYAzfmMgdrIasZoLy/oZBES7AYmZChhG9yJjGQMH4Yml0Qy5hsGBfYF7DWNXWbuSh29NnuuVV+ywVwADvvZQqvXoFae7y19FTP1yIbBX2QIhhYDGoyD87HV4pEhdTgVV6whZxTnD1V5yHCAT87xJqMMVWXWgcAy9gQ9OhkaemTbuaj70PFHGyIqKNDxPMvjrB/UxMqksgcFKzqEYEQpcelVm7VpP+9cn/WmqrMVY5kAKu3qaza4RzBPuW7LgMg2AbLup+wFDhaqY0w+kCWEzxLwJLCILhJAMpguyOfZZnAMAMjqdihP2VPSZQruYPsImqkjAI/QpazT9XvsJw4PgCP6cANcD9NHgsdWynVT97kBmqlGvJ9KorepPJLRwZ7NXxOIZx8i/5yf7EGui13Ac1zsrgSonqaakxdj/vAecMeEGfemlWm2CbAnHfMIyLnsGrVzqF7sfnc/ylDgHjgKAUz+2BYwJOyQxFB/Pl/jPgXyAAwnQQXduAnEVDBQPVggsawoR6CQ+Wbs6IFdk1IhZn/x+aWDJogOJS5JQBILEeSz7zK+R6m60d0ZP+cE8/QpcgttMtdAflodjWwNAEz86nPYCTjO1Y3IjMxW7DnGgH0CUwU2lFSvJlxyb/bXAl/bc700hhnP9i39GB2LbYQccl3oOJF7gvxtYcB6Za0fUq041SJlhkhg934BYONpb15R2ZxPp0K8AP8EkGTR4bw2QM212U8knuhPU8EIzbdgLDK+a7MJMbWZenV0qZXf+HWy+Ugtezd7D/rRVnJmDT7DwJCkCUBWEhnYQ+8pJcT/7HpqJxRcb3uBwz8i4Kx+vhMg07XbHqHojnfs4+gykkCg3GYNGQfVkLLS2E8aus8n2ZPIPX42vWNZxwbF21s9tLrs4cgeKpoqTXwdggz376WKty0DAsJkTxeX5OztmUy/cfQtegDq54AsnUN0Or0nSVizMolek6U4zjXpe8s8lCUBvZxqRJ7t1j2SxO63Cv37b+xN28N8THNTgBJkqH1xn7yojqNylKpkgHrsFlsGRLKxKeO7oveIC9naBPsQP1l9h674Rq/1HCxP05vYBBeZoW5FN6ED3r21h3zta2y0XBdKdBIL6Yd7+wI8xU9O4FlaVRIbqBRX53yNXgIANmhuggYvbAvsg99SDf0x70NBbOK6VYT1L8rqwHl+L7rzOvup6ciTxMDODhie/faZ3prY9hkTlONUtPb8wcaJXL1NZS/nN78q6ITejl5kjG8jQwB36KMmhIxfIdB1+H8vXqRKvv3ATXREDb56nX6s3cNQb2uDkJxScLOgttW5awORSME5i+3p+Yj8xC/MvwTDqfDmJ+3w74nN/Pwn7/fqFyjyOQdp4eDc8YBvU+V+QVlyvSepgMRvIV5T2v2MCfpZQHb2ND2VW/3MPqHXaM8RE+UBZ9nHUDYjL8g7fXep5HwcuuvXr1KJmlYw6ByAJfTDp+g81pWYNXEK5qHrHJlDDz576llunH9azaEVkaX8Dup/5qL06JHZbYfWhC2uX58t/86YEI/rrNf/8D8+C1AZfZWEldvRDfcCBD4Po8aTJzmPDBtdEom/cNbk3GP+bsWWu8UZHxlmXgD2oI/m9aG9rNV5jNfCllwqMrdA0KuweXCm8bp++75nLwwR6N6//D9Zn1C4Un0HaB910/g8r19+ed3ELBnIAIBJmmVc6RueXrGs35vXYQBIlS5yimy+/MmE29rZEcW//jVsG7HtnuUsLwNPEmWxYbF1r9LbeV8AwHyPBFRsuJ9pAoxcpk8t51OBNWI6oYfmc4BI15FLXo2FYUtGl/7pZ+RdnXvvXtZmeh7XPmC/ZE6bSFo9mxY5mbNbVJnywp8gCZuEUsD2XBdwih7SMJJ8h/Ereo1qXe65oT0AZem6p/1L5gs2trK1sfYkllKNnTWD5QYgm/P+3dtPSVJg3PYBRv6ep7paP935iyhP8rSsKCZqx3YNbThJh1AyY2fx+S/p5wsb0a/fiE/EDgibzuOcXbbikkWT+YAGml7l6F7kAjsd+w4Zevx04klzf56rTCnM+YSTmyhF4nsLLiyUA9AzWdwWVOgZbPomnnOtxoH04ZBfbVJbX/BqwkVjDPoLTSKMPFIJLDBOPMN4gUn5+IHSO5PPxffqT8PoVVAZSn4AyFyKns55Bt6nhzVU4fi3y+gp04d6s6xm7J/6TCROEifN1cpUoT3MsYLf2fNonr3slKVX9n3SDvl++2DnHw0pMQ95U9pnzgoTXHjxxKwPz7U2xeJV67cqpCYDNDElbxACcn5NQkV2m0yYt2XlqcPbZzHGRSxRG4Dvtsd0VQn+rRTb9dGxBUk6pf0K1cBtY2a8dV/IxFcKGUtMhz9F4tTtq3/7rz9e/cM/Ygvjx2OwxPdgHjjXiBE0psV1mSDZGRyPtmup04sv4ONvmxRt24u80NYkD45uKd5JogwtsQb//AEAPsBdJfgceO6U1ijydQT/pY7r1Jze5+cFW26CtX5sdskxT/3XJbBOlgOr0/seFUI373H++h/dp8I1Ts0+94XCdQLWP47HMdaJGMDk5rit+hSMPUKZPmfngcAhYyFONw9on8cfAc8Znvc78MTLtScp2Y11/sBc84/A052PM0XpZljbONzMmZ1H5vhM0cz3MWxcC6V4g2EYAFbnGtx243rHM5jX4D6K/8a887lztdwJ+3Xjz7x3k+bPAiOd0xuyRTbm3teAmhdYZ3XXbufj/PeCX/vMf/RZhr7yewaGdh1Q5hj/CzRzLTN5TnuEdauLerw6NozfKJxV+AvILlC7c75Vhud+Xpcxsyd6iEzVKgGQU2Xemeq8zzayXuONAH1lsSqz62h161QrjMLew8iKOg08f7f6YfeA48Nx9tn9w/UOmuejAlOwzr29e7wKe6opWs3QTNrd/xyiHl5SyPky8cJKO7IEecTNqGuVVYNiXqPVBzNX9lxARj2sl/4Q43b7/RUE3g3YWTpe5+cqcHeqmK4sAVAyfg6gBvetkN/EGhW0FGP7KqiY8fe5Cjx7RythnE+CYtK2+hmqnPjeAst7/e5XslMZTw9BjZqdC5zfrdzvGsxeXmrk830u0jtCvNXHGjDKUZ8zB+EmdzTjvwCAQI6AAQaITuO5WlC5MeHgvMWVSYL5zslSOV8qm2ZB9qBdHXWZT+S8zp4yuHLG9UpFNlVpBM24OXNT+cm4NsClQaKu9/mnWmaCOOfzcdeLeVkAHFnt+LuvlMPz8xVAaBabVVYG0iZZZ2TvnADT4HSehXtYIYEMWT2GAbW0e1QQu1xUoThR4OFshaUJwfCnJ+P2YOnYtw8G+4Q5qV5VJ7DuK7P2dt4K96201DncSj+CQqwfe3mDBc1AnAiBlUYYNGYq8u+tPsO5WKB7qx8X0HfcGG8NV3a/GoR27aSa06nw+Q1gtq/bab8YJBFQ61mVvz8HpOi18t8nKp6afW2mt4B4rklFc/fLGKzsf8CTOIbIyD5nZx/AdwLMu9dbPQXtZca4GclNMILWO3PcIGapzQAVAIBZI7Niq68aWLJSmyDBUgix3jghyJBnkaAfL+SLsSOCGP435XbPtGZATmBkP3Pe09urhjG2mgPLuL6NMsZ9S5U0CR8G/jCGySiXiqcVxZO0sWeRCSL0+tpAKv2ghpJn9PDSzBbgHM+DLcIIm+2arVNdMc+xVMEFEbruMdrbn2ZoP9srxvmx7yvBQKgUTbpyPMyd60glC/frni647NhIYOE0R5/g/BNgdq11pjTUh2q394Feainhrcyrc4jNWAcLx5vEIeh77Om97BhLBU2gildttwXE2evIzyQZyfSgnttzDFlh/dsHDuAw1yBQYeUw1GjQCqKvpJECsMNhAbQr2MLnAYYTgAcwx1Fvb+0J5EurTUIGAK0sBLuPnTNlRJoynN6lqJ6MXPRbZIFgFsBUAekGCXFIlQnu1UQlzpes2cehfuS6ZigTdolTtMwCWcqV1aUYbTVC7tUqfAD8ofdtFTxV2shwHE4qGZZWrINnpcbuJwjuGthLcvsUNtsZBzhXBrS2cs9qZp5ZOfVswinr+Zk/ZYsY4ETAZH0M9+8yuzTQlzUGHDfpShkuwMbzRI8UGO+e2n7L0hWz9jh/yCbVQZ67JkaUJjsvbSaCyNL/CwK5t1ZWBQyGGWH2UM/06g6CYwZLqn7yfwQfyjIQ2Qa45T/6LPLMdUS7t9gj6iwrbOyJXvrA/N7KQvtaXSUgVTA68kcAp3qPpInc+1kA2utUFNFrUGDGdUN2rEjX9hw1l8CnIOCoyq6vFSTqWxJYeBHcx/Fuz7yxmQHlZGOYAEftvcgn1Vw9XtB10ntz/d37yD3JOu5LAC3OfdZ4eoGP7tDW0uZu5X3thQQ16RXLNfMutJYFrNmHmQ+pqal0lDKShKatsHYfIO9WLPE9noPrN4kq11x2C+RoE+ZaKVsAzEqvyh0yR3CCMfC7yozUq59gwRibChsFdQh9L+Afme7bR5EkCZJECKBwmU/ZA8giID37BvuRs7K9PGcOt/qOMQEE/fTyZdaAoJO937C3CXjCMMP8mrxiEGi2WufUuQAQhSLdhCvOeO4P7SJ6BrBfG0KbAtCXNYGyGFsdQB1dR7UOQSECZuhtwKSnqZQjcMs+Vz7wbzZQbsUk8oMMtwqOquUAiluBWWr36EDBB23TyvEkFW7fYj4PKIAeYQ/Uz8nzKnfMq+1CABb0Yw3I6hPS7zQBzrI6aBdg97Fm6GfZDzxHqrMKHrN3tXGb3JG1KSVsAXn70EN/jOwIRiETVPgbNEN3MeZWt2Nz4ytl3gFx9Auxxxnp2V4G+IBO2aCdZ5x26ZsE7alchdkFe039w5ofrA7oK8Cre3ejSwC/8myAJlS6cX/ea15N9mATQQFdYZ/BvozCZgz4UlQPcw7VZoaBIoAKNjNgFwwZrJkgIAk/Jq0a/AUo88xu1Ry3yhg/Rf9hv1Jdx30BOLGLAah/JRkjL/pRrl0EDTh2tb6G8/MsYGNjlxnT27cBrPp5aIaxIxKUhroa9oGsMz3pAWHKXNJzzOA0erUzXjnx35sQDENTE1PbasDEACs+9edsUaM/uecKMoWOQ48fyQO+LzDIvrM/64sAg8x7e2RmH1HlCYDK2d/Ei9gaVEMaw9IfQ5fwAhi9nwo3vlvbLwFsxn0vFMtQZ99JFRxzg8yQzKado/6DuYHK5Uep9FQ3mBzmuABntOEaY2ffsIb5zvtU2VF+9CCyiOzzHcb58uXP1e/8+6efXnSfIqOca+yZ9stO/1J6In+CCjbA1soo/apJVuLZXv8SMDiALXMLePYiVLO8qs8zBZ3/JDQ8CmDHC1F4HaAS8Bc98jw2HA9LUkHbkcSWffr0eWWeMx677cEjfZe3VABnrewzey+VqjDDxO75u+jUUq6HIjjV6uxfbGz0BLqR+SlIjD8yrS6gVebVc7LWz/j10cec5aw7gAZzCuOLic6xm3pOI5MBA2Nvfv5EoDz7PaAGrSO6p0ItSyUaoFZbGNBqAoaq+lEfWtH2KFXBpaaPTsG2XSp27Ab6MUMr3Yr77CvmEBmj2pO16vkcuYPOn2QBqn+xUd+kcpd5IwGBuSBZh7GxFtgyW41b3ySiwtg5izifobkGaFjmO+aKPc7+TWFz5ezhE5LfCe4wL5wHJHzIzoCvyZlP8hQv7A7mib3H2i47V32C6AyAXGQW0K1+RC0RdD16Yvxbkm9YX8ZcO0umDXrG3s81XqevMPbMnVwTG+gBtkRkzn7Ljr/2F4mF0SmcA+iQJiflhf9Plb0+dc7tPDNV7FKUUjkukMMzo6u1XLGBo9tvB5T88/er//qfyEYR6oKA5bBk3Qk4d//qz3/S5nj9Cl0tjfmjzDGJbqzDX/8S6uboAhPxvoUq+gDyO4YkPyIfZdqACjmgF4kfvwFmAjK+zjkSEPBZEnOwsbk3lfDILd9//SpjTNKGsRASZkniIVYgYIZthL2wMTR6zQPEP+M5BgBGjk1yTC/bn5OQlK06uVN5/uiHMnXoM5Z2PP8V8O1LCvKNoSFfr18nWSS6rBTdjaN8jx4ywfEJlb55ebZMH+s87YOc0a/fXOdzT3qefSsjQsZJNWbZt6A0Zn+x9ig/+rZH/gIAUxWLw4+tQ9Utg0dPY4u/T/Ibv+f5H4VSmfwQ7BaSvgCmsY02RtY4UDYM+rsnWZabebsumw0+CxW59r+lJzxzS8IXZxtnNTJEkgeVlzwE/wULb4IrZwDtUaqbiD2wbLnXs+fItOcududWU9Z2zri3H61gYHze0Crbz91EReSg/mYSCQCmkZWtuiXB5GP36dB/41MNU2ULDLJnTJrUf2nSOis6Toe+q+yC/Ip7vg9LDUlBBG025mtMS4YnxkDcr3EDqpWTKACwjqwS61taY+Si/WXJjVwbMu/nWO25z3yRpAZbDS4+tg+JKCTEoaMm77vyV3mCyaDsCjDxGBNxD+hDOX9hBylbEu/4Pd5Tz+L7UtQDKKldi8nRNmWadfpeTaTNp/O+/q9Yk+CtdiJyzi2wd4h7nVs5Yota2UtrL8bPeStWIrPi9CMfc1MflxsIlDPHPBPzyzrfCnsHc4yexo7X5iGuLPvOuVBD+1S/oUmMxIjG32pLxoyRxLJPoYP+3/7Xt1ef3scmohXLnU9Xb7Pu93PeUFBoDhF7zngUgLTMQTBBAfojUyQUYHt7vm1SGPfbuE5j84056Qugr6HHbgHahy/r+qpmulh1Ily488vAp4b3EXBXqv7g4z8AgHud5T/XaPUeZ+D5AK72ugddxf8X8Jfr7efqS+QWZyByA9D7PBcaxo7hoEtZANgMGJ9lx71z5O8OR2WdNP5GMFm7Mgh1U2rk9/nqiGm87bxVuE+AEJ/bw8T3fH/H4ib43RJd3r+AnKdn30D3fnGr3qxSmEzfXLO9Pfv8BxXzOgtLCcZGZTPfyeGykrIKfsd5rrreuTU4fcjMjoGhL+B5AZyhLViAeQM5rSrAjEQR7br8MQD8twDy9qYZOTEgOc8DsNMN13d/t16ugaPl0MC4vKT7zLccHwaw11zKZ2VlZIF5m/e53qUiF+OC55n9dZbbMzi8ymSf1WpXnHaNi33G8/cXeD8fOt7n9zJ0WZN5j8DC9vlZgMPrLCDsnJXq7DQPNZZOgDjf/bF/onvKuRnwJNe9CQDvWqHQ/OwAepf95DUMPhl04bWVI/Ol7jueGR20L1RQaYUJRJLtnHuc5Xbnk/kvUNOMqNnHHBo99OjTMfoD45s1rLDwsIKHZugOQD46pXqW/yp3/o0DcAZnHZcgMKLZqpP8h9JvkILfDUi6lbkaqfae5Dutvs4FAIF4/Q4ALqCnfHpobv9WZ+mcfFJjpv1fDGIflcRWTO/zck5JlycArGNttdKuoxR8BM18nzGe5dGg80G1f4CBS0dU9+Wyr27qQ1oTSPUqqKpOU8cvvdxNFYpD0YDgZPzuGWW/Wce3iRfdA/lfg1izZ+vsArpM5FmQC2DDvqsM0GchcSqOa3sqkXU5QZiunZS8npE8oVUDgtQG8VoZmcfBkSZ4iKFn1YGGQfUzf5jTyg0g6FYUsQZWcTabLoY1a1HqGPTR7LNzAsxSLq/stwq1gXMNNYKV3XOtHLHSrwH3PCsOgmeOwVApAAWRWV+rFpFnK14J2B0VLocu9fo4FxjmBvUx+rY3Js/NNc5y04rKypCOYg2jVlaoc7oWGXt702TStmIBA3crNtyjAldWR7E+bBhBOwzxoqtzPqycMGR0Z/VD7n8BonEqW/lKtXXWgP1XQ9K9YdBY2lPWjvWsoY3xmPu22jtgm2D4MBlg1M93L8oNycnaSC0rqMRLsEZQXN107II94wxwu3d4voJV87naALlXDcrRKbWz8sBc20Qk5Y/AcStMAQimmreyR/XfbPbqu1x7KYrtHypAxzqbzGIlXWnL0aWtrHB8BDlwPtlPS/u4FMqc0yYrCCLyPAQg6/DBp1/9Foc7Tm+DHwBe3c/o3Ul8mL1cWrkB9K0+iyxlzEdAHcB2A/DOHWtHchLhGAJyzE+B+wbQfwxy1xmNPiwNYK6D0whQxgtgp4BXz2JXGDlpT5caSeq0TaJC1gXLt1+p60FWcgO5gPHstcjgZrxS5aIuRt4IqEN3TB8dZZ5J4Tk+fCTIbQ/o0v516yO7AcS4XoGsh3HWk5Y9Mnju7QpIw89Q2fIMH9OnlaAnr57hCRqwzgTy2GOMUSYcQBmziwF72tuW9aspMlmxfIfqFSrsCK6XrkmaPIACPuo8C5ZzfjQwWV1L78FUEmRdClTmRgQp9sU8209VsGX1wDqry3Rxjwqs0W0Eq0utWdPodA5FrgFFSqtbG5Cgi/O454OHC5IDmMI1oHAmmJxqvjija09YEaiTQDBUZhzBxQYaCyJ5xiPjDeZRvdskGMfNGdQKqXxenUEA3iQPExgMLHxIpKW9tAf0bMXqRafwLxM5pJlyzdjPBAuQZyt3qUaFEhUwAwBdgPr8EtAGMCC4Ku2oFcWsN3IthSkZ2AXPpvqfs+BjgsL4zFTSUEHFddqHjIBHHXOZSppQkHexZ9TZVnj3XAWsa7jBpATGzheXDpTHJcjCczYo0mCvIPd9AmAJ9jPfSyXGfBCAFOiR3pE54VnQc1Sela4eymvoI3ljwH37zq5fIogkraPVVAZcoTi2Ionxrm/A7+2FbMJCKwQ5BwnG5B4bsGVisZfVvaz12KPo3gQX2D/X6U9oIpW6SLAUUNw9guxJbWtSFUEXXlRGIUPIuMGYscUS0Li+NoP9UQJuqEOCOgsEtg81DASMibM68wkbQ5MfI5fttZhgCXuRig10Aufph1wDwGCvU30LEJ1xed6hszfGYUAEAKI011SKc15FvkrV20Qqk+7YH/xtL1LOfyvFW8EN+Ew/wUqUADBLZelPAAAgAElEQVR6TrkW/PV5kDPHD9BnSwYDS/RwRqZIPnEO71Z+OcP0nbyf64keOmIjZbBotZByir5pwsZQB5aNYgzkC6Ue+yDnkUkAzgdnqNUoADCptMt9rbjU7i8A3GQex89eIZiFzC0AXKaN6lypBwnME6RuVUm+VkA160Wgv753ZBkKzLVL1APOEzpQtgHmgrUe+5uKSmy56Dp1jbLGPpbu2Z95PuzJLwnyf0112/OXgvEeZ1STUvUJcwf6cYPefBNAMesVffs0jBbMDfYDVRgkMQBAVB6wz1JRyrg2MabrPVWO2pMJoCeKvjYRpiPV4NeZVyqCoSeuP9Dqdkdfik5Gn3WT7hfwR8B5+zSzD2yhAo2gVaINrObhaldnXHdrW9pmwEq8SQgb3VK9lLXZ3t0LAHMNxsOzUkncJJkauMjuJG/WWDzFEEp5CzAkSNhKk1MlTAFVxoaPk4UBRLeHJRVl9ihm7wDQbFAViusyROU/7CdsPRO3UrUYJgT8J6q5bK+kTcsegu3Iqh+rMeuLTkIu5wb2Ac/GZxsDyDM/5azYjP55VvN/XBTo9pu0lGd5mGcClIOZAz3FfVinPlvG14rfyM/jh08DYNLiIsmlAXwA6OjL+T60sXyHZ/mQnuwAGgVBAX7yQCQxsGdk+CA2t8UYsjdcko5GTpqIEn1ighIxS+Q1980fbCtkB33zJGBwVGbl+e3rzEn05ZPSmN9JP9e33ftPAsp/jo2HrkUH2IMWGnoYU/SRkHlkjP6svA+o213ThG9leOeN57c9SM6R7DvagAiiQulMwgZVtLTkkKUE1rJ7gHgBv9hf1wHOOJsepzoSuXgLY8m0zLhXXxPjUHuacTQRfgKHb9LHXJYoWCRMQEa20bFNDo0ieAGFP3GX7HkSqqgwXncJ1g7k+OefX3adt4JKABh6bsZkQjKAPXYqNsKT0M2itwrEdlOb9I9uoFoTOXrx0qD9j8kuzhz7+pf02xVMiA5KwgrzxD5sAkQmuXKBLYWdW/QEQI6eqCT2RJ7DtNHTZ2SYhAv2O9XYiHdtfc4iKFlpSZM5wUb6mnuYmE6DQr5MOwttedmluCi9gT9Wj7Hejx8/7R5ruxZoiLNebYM1lfb9ctfHHsmokrImRue2jcHjb1f/4l88D3Cr33EdZhM+hD/z88/px5wEL+byH/7TL7Uv+U7PxexjqpB/+YUkCPwW2qeFKnkB4DGbCDl/yhnwNuAn4N1Dkgnouwmgfy37GjS4nH8ASr/l5/pIJ7MUEFgfmLP4a5NvAAqRiQJgeQcfl2XupzIx0ldL//wmFc2/puJYGx8Q8U7WyPPhl7+QvGCiMGMDiGOe+bvJ4QA3ZScRXMLmapJ97ML26G7MPnuJ/t0BT/dloZRJVrxevwogn59YR+RhGSJgf9kkbM7pb3lOfOVbSZLa52RPcEa9fcNel4WGamt1PXII/XSqwp9JPct+Yj+g/7BfSbLj99qIUDKTWGwca89G5gkd/Chzw++o3KYvdtuoQUk+bdUA86gKrq+U/whZfaayl77bkRX6PDPzH94Zh4IlpSBoHoBn4rOlR2cjQG3dfbKLDcuUNm5f2MP5jn459hrtGnK+tL0DGwlQnPNJHd3qUfAezueCurtX9S3KqtVEzbl8bS+B/02Kpf0BzA0kJ9fUyp8N0zDWjoFKX67N/qViP/LaAox8lrHB4sW8E+to715it1mfjwHRSTpB9TD/j54Y7zAewngGR5gfhURMLiQpi9e3sT0bE891G5dms2AfwGqI3dKewY6Ra7CXZeZanaSbI3uJSfz1XYj5EIvgR+yErOeYc5c54zNfMt+01OA8Yr3WhuVDJliakF8WoNgDPBcxioufXX2xsR73sPNl7I3v7h68E5AdnWjMV9+JjX7oVx8NPxodWwaly9PyUX9aL45zD//7l7/+dvUf/88PsQECAEcH08MclguLMWKD9jaydMDmYLsN9QP7nL+bVJkEp+o+4oDTolGmSwvNOGfQk4yX+D+2VOdpKaDPINgGdTv/l00xC7lBuyo3jembLz6ywePze+dL7QF9AYA4tMcpWwrKThjBUISsRvLvbnX5xd7zDOJuFeq5GvUCjhU0M8izr60m5Oe1YY5K32MRf3iKOSEqD/N8/I3eR0gvC77gbT644EPvgzzdAH477wNYHJ85PncBSm+A02fg9Qz07e+XHvsAyB27mQIa5f1MfsemslJHALy94ni/FI+sPeXnBsQbLOm4VNq7qc/ztOtihq2fMavUDJ4NWNQ5mIlsTH0mkH/vfbpugzXeBHkP4PvHCvLDKCX4Y1+NzvGAKs6zjv7K303Q9TweHOwCJkNBuO9t0IGfa6CNTDB+DhQUy9GX031SxTXzvJW6mzVyuc4MwMpWAAiCaE7OrjXB2QWU3ZvHe0ewXbDqj6iaj8CyAfnLvrgY9BNUmDeWTqeVfs108QDsno6isu+pH74Akbu2p83s8x/VvH4DfcDfVhNIQyeQyX2laPbiOkgG+ZARjOHL2uW9pYMm0NjgXgOJvx9f524AYOdIhb8AaKvtqosO/dAzskCUn0OOWZ+d+w36EFC69IfmmWd+9zHsK2BgWsPRPhlbHWklAgEbeqYITCzIaCUulfwEkzEaBUu4BdcH1ORvAOFeo4e1i6oO3MQDDwsOlAbKmshwVBjv77jOvtqDrwHnyeaf/UsPzGbcAjZNJtRWfPXW6BmCzSedfq7uNXBz9PZtxVQrT6Q/ajAir9ISFWDx1USSCfDXEBqn/zgX7L94Xh/nwe+3ApjsqAI0R5Une4trbRCuoP1ky1uJZUB2ZXQrY5Bj9GUDe0PNtwAZn8c4M9tzq63GUOBaPaOUpWVl2IA62ZUCYMw/a6ZME5zqtqhDnLmoMchzkR3PvuZz0mXVOCIzDgN89OvOC3vmIvfVK4JM6ieTDmYSL4GhlQnPju3XOxT2lQcojaBaJBlKGcKg8UyxqpkxSAGtfHRd9lDJP5HBDXB1vgn0Axzn+QgKCOZoS2wv8zPVzlJ3NvhfGXe/1IlohmaeizOplcOnfV4QIM9PBUVBjLFXKsrSGq8+bGZkrtGMwn2fz8wFW5FL9nr22Vb9kHmOjG5/Ogw6E1MM2hNMXaCtYHQswwarx47Z5IgajmPwbfJEqfyqT0zauDznZARW7iexhGx/AXGB+QKpGTPOsOvlmeJ+0r7xrJD6+1zZiLPQtUYXjb7iOw3IDlW856LVhupkzyfmZyvBy15AFmjGwF5hVVwHz41Sf0MPPI41FKS8sEfUWeiFBF3iMEgNStCaNXB9S+kT43/7aNVZGNnb/cf6tr/KgFmdC7KuOyfucbPjDdQTfLNnKEa5c1lwPBU5gunulj2HqCYrPVI+z9zj5zMbq9cIdLLnWKc6VrmATA0AftJKsc7th5rvXaru8W/nXmVkiB7CSd8AOPtP0FxAVbYIKKGOM6wgc/ejQa+lJSbAJaBi4B0wGZCOtSGBwUxbzo9zv2v0kqA53wPsqg04CpjxWelpwLDVbGTiQnWYNahDFkd1q4sfJohQIDz3llbUBBQDkYB36BNpwwykUzkofR/nNGeX5zp2gr1vHaetEejPyGsz97eiuRX/+d7S9pdCtsE8z1PvvUkJUrluYhUBOtYEB54gmvNFYDsVU4CVnX/78bJm3YfY3FR/ssaA0Flk5AgJ1ObQ4dTxJ9FAh1Xw03lx/xoIJ8AIYFhbZoQMGSaYxJ4F9BM0xNFMoLP9mAGtpCutzsvnqHrgVVrEBsJNUmrPYqoTEjRHx6HvrciUghjdRmDHNbEXdL9Xh3wDCitfOvM9c3jWUryh66FiS3VOgkZUxrgnHSOVIwTVpXUnuEfP6FQ6J/BKL0n2MZUeVIIhK9gm7ZnYc5xqNNoBZE0zP+wLAxtU2Bpork7L5DX4l4DlpTcoey/7k6AFz1j7PhdhzQpqjxwyF62Iyb0J3CM67CFAjTJH5MK1e/Nv9jRsHdUXBQ89IxsIxT6o74kNRCDVCjBAglLBZt2XthKFXf1TBhwCigE02De1hwwQNYmnWcv4gIJH7dWV9z4k4LisIOxb9iCfpwqEF9UZyBbXISCJ/kOXsTZPA96JVRAknOriBDS+FbQVLNxeuNoJVM5lRHM+KGPc396/7AfBFp7PPV+7JHLEeJ+lNx5ryJwzD+yV9k/LM2BzmcRkstK+2mOYs7XJxaGkpyova4LtVL+NuaG/XF58zwBhPcmMQyrvvhdw8+s3aANZHysZ9XWxXbRX3T9Hcqj3YCGtVmS92XNUUSGPbXHU3l/qFYOXnsXaaTL8UBkEQwNzAShkUJ4qHsdpsgBnHwkwJjSVmnquw75g7yLXfJ/PL2Uc+xS9UHCxfpK6kvEAAGhzaWMc1Qe8n2QkWmrM/DBvBYDrD3NeQAEb9gjswMY0m+IaYOpR1xwwg32B3Nbf6HySvIh8SWndcTXpleohK+SZTgA67vstgdurVDU9f6mc4CsiG9UbyHptBeZHxgnkgMV4mMDioyeeyVCSMtXMJUAne6fnaZ6fvYQ78JjkMqhNs6eRw7tT8QXF7M4/q0U17qd8p/lznKGxIQ6sNHu8vaIzrvxV+e091M3GQZynPTefB+xpElF8QKiJGVcr1rHn0NeoTIKOebZWDXasgvtN6EAXVVdtooK04bdbtYeOQkawB6cPac4/5gc9s2w4VPZzXvvH5Gb0P8+I3mc/vPrrm9oPnDtQK6Of6cMJ+Mc9pFbmrMRGjG7qXEP9TOAyYCv9sTOBrD06HSrIN6Gu5Sym8oxKSM6Wu/SCBQToWaK/wZ42+T9rRoJl/knlOXtHum7PXPeU9vy2a6ttgMwBINQ3Ugf8mgoczhuqKvVNMbgE32WSSZVwABB2K0khDwGy4pu9S7UlcgyQQ/UpACXPyPmLvcLP6hb2X/RnWAd8UZn6tvLI6+eff+7fyPTrgJ0rD4B8rWgeG63VQZHJv/u7P+fD0kQCAEeT5AxP24QIL4Av6wRdL33EXWurPukRDZiFp2SS88OLTcuzlb41z7aJBPjQW2W0SSuAyegW2FOoAOffn6NHCgRFBgGKBFjooUsiR4CV7MUPSRICinwUYIkz823GVUrnfPBpgHLmSftBfSpDjTYVMkQVKutFstnGH9FzTQyMDgIAp0IY46G2Yq6ITbi2AJPLz56VDzP/r3J/jWrmCzANfUcrE/Q4IGxpbtPfmTl/8eJF4wnYELI+DLiVnrOfYCuJovrp5xe9nud25habgvhrFoExYLOwLgWUZ73RIVtVaFsiYwcmj4dmOOwYzI2JQPovn1M9TlIRz1+GoLbA0Kd6lPMOqcI+RqYbrxmaWKjJ8aPZH65xWBsihyYJPmwiFjEJZAhglPV/f/0uOonzEhtUuXocuaa68St7vXvot6s///nu1X/z34XGOnL+oG25sr9aOBDgOzqCmAbgVBPlCupk/z6wOpYWaABdVF+zRrRoMoa8Pgx6NAkbkScqcEniYJ8/D/heqtbco9WgOZ/opYrJzDT+luQ0KYHDspDq0cZaMhKSL9+kUv5+aJOxoQD6AY7JQao3WpNA3xy/if1NH2PmFbv8fdRffR+eMSDmi1Tsttr8NbahyY7Rmld//q9y9oYCnaQy1zU6NHlwv/zVRD4YMeqTUoFPvAT7kQTRqNOnocuWDlo7lXOOnUuF+RxrPXPxi9lX2F71g0rNSxw2gH/2HAl9+CMk1z1P32Q+D7sH4ClJXetHMmYS+Qg/9jlTmfs9VYqllWafZS5hadjiBatiLc4wrkE7Adl6rLykol8fqZWh2Jm/Oo7aOrX9o+9Txd1WRpl47n2dauHPOXO5/4uXMhRgupPUgM2HzcGHAZmbUIz/3liGyV68xB7weagQd9G1KwGyJ9kha96ahlSFMoONOeaf0CA3hsO+zWmOjmRM64s27kCboowbquBNDuC+DGvtmj4IdhX+RttP9Dc9DrRD9XOoIG11cCnPsQVMHEJ/cg6VPaD+kn6zMQ8YRgSGiRGyho8f5wO9B2ukvDlHuWaTZLCZbPnZlnjooDJ/eRYaD8J/cC5K1Z91NRmnLk/1IuPmnMU34nc7Du7MYxqTdt8VSkCf157zTGAc2j2M3YR9jAFs0ieRhb1XR1KAXLvZggHmU/Y8Cx+IlR5Ffqz6J3RLq37HF8rl70KnXhGTXeSyEDxvfU3sfdeffxM/xp5uLGpiGssg5zp7bte84z6Rk/dJUvi//o9vV//4Dzlb8alrR6n3GXSpufNJ9gJ7E+xp5Zmx6acb/6kcRqERTzQH3D2I7rQ1gmfQ+iMXAPjIGN5Bzlj/4K8FrayC+P0HdpEqs6fLVRAICtWxPcDlH8EYL4hi3tfNit7zdTd4sZ9d4Pnm3/v+zR7BBwDnwiwgvMP6zwHAAtY8q5TIVhgeY5Y6dwPdAyzms1upuU5l3Z18/8eKEK/D9c9zuAK0n93PbHXwTXD3vDqtaOrhOMouz+ua/J6euoG3BcmrjA5wl/cIWHBYVMFlswlMjgFSx8sg8YJUO0fNjhpFhjG+83amrN7K5yrWmVu+t9knBW6hK5jn79gbbBQWOgO3O36relyLUkXxuSqGg3u/cjcKbTTiH26Cldc6BDXHjpeA36lC/gSktoo2H91xK+e/B4BXji4yPXtmdHkNyO6xycLZ6xz9WwVIzwDWcZ/NjvQ5zxVgrMv20dw+n712s1F07Fb+DGaQmbYJAIzLaiX3AFmixwFw0HYdwDyfO4BI12Z7/K5cXCoz+hxWnS3F6AIRAs9QZhq0bv+NcY67VrMevF8K1dIfCCBzjR5io5h3jpELkzAmWNPgrs8rqDABwBnvgkU8G4GNH2XCfbwvK34Nnq0sbS80xKX9iTqHrpFU0hj+PovVb3Mo8jkOWQyICRKeKUMumfBOwwBzjmWppq2+nr6buYcA1uotQWcNISlwz9TYaE2r4tTrHMiV37FaCqoXBLaq6FJZO58nwLdBrA1orFxulaH9Mwcch3IMa4z17RxMJWl+luabcU222+ijrUQ2WEUwZ8HNQumznmbgaexJg6p8ETk5EmK2MnXXkissxeuCZpfAHlbLOIoGxqY3W4IazYIcgHCrUhYA49p7TlYPzdxvYOJoYSA4yDNg0Hne7C2VHbTTBTynL1QCFoAiBV7rrJpVjQwR5Fi5231++bnzS0ansrN0IhfgZpKAdk/qyCCcJhThKBPM44WjKF2vYAnyZxWtRq8ZbIDTAqV9nTYQ+1vadmQNKtlxAkgSaDWzVqdAyfQia/Wk4+T7rpH6oskwGTt0d70N89FsRo00b48zJFCwFNQYVRddXSBbEBN5KOiPnGFAE7SepJD2zslnDMKR+OSZbKVC1pCeXJOUZBWctlIzO6lAbVau17NaEhBZeselwi6AiBFd493K6p1CAcJJFhgd18D2fH7PvQKzUxHmOTvBxgHr1JvYNAPeA2qXNvZIMNnEMkD/BQ62SrnODZUdvQ8AJHaEPVOZd+Rlq1aqDzKO9k6mKnWqjwVqTbRD/vuM7e3ivDXYzhgBDfNBgtAGvaX4pLcU600mqYkVUiWZxb063DmXoiiBkfyaZytte59FUIrzdYP7Auj0+HR8zC8y1zFDk5mn46zc6qc6dgmUMH/sS3qmbUVTnWa2Uc7T9kwtOKLzRWU9jsmCmOyV9mctNZFjqwPR2XB/c53SaxVI5Q1kUArhr+2FahaxVU7qL64DWNd9n3toG6Ab0TfoYVkq7PeOnp+q2Xyv2crQj1a36vjvfDkuztiDHowqQwN3gHbSFANO21M3c11Ht3WZnVs/Y7Ki54Y9yrA3uuca6MLhpTLByoru22yeVhZOQLPJIrmm9LTuec9LKs1MEuAfe5YBeOwc1jGrHKtPTABINTT6PcNF/ggECZiZ0Q8FKvPV/pvRBQ+jMz5nfblzwUHs7dq8gsTbCqD2TzYZQIdVJlaTbBUrZkwpRLOo9pGjotEEibUHDzAfXWbFwr7eJ/OcPYMOIwudF/SmAmXaelxnKacXWLoJAEOf5zoDaJn8wLqhCwC22Ntvc33pvcjsB9BBJ6prOA/QjQT5bZFAgIlgB0EqZY51f0/A534c5hkAtOmvp4p7q7cJLBJ8lEZTiupmrUO5m7FwTqCrGfNdAIksAk41e5XfkXRikNQkRX0M7cMCGPkCgbG1ZQnabC80Psx1eFktbFV19fJU+hJwpYKAsZbBIrKIj9I+wU0WsVci/tjjUF32WvSzg+q1CL4iW50zvcTQCchgq9IuIC+ytdXWoerNfHhucH7KXFRAEGpaQJSynpgogawTwCwIi67PmkFFiZ9eCsyxowflrY6AVvRT9h5BYZ6jyRObUBQ9gh3yJbq1v2/A0FYHjEMGA23S6huSbNhLWfjurwLq6iv6j375Cg3rs8t+WaALPWIPMlgemGftOW0uA55NkCBTPmMHjN9EVnQLnzGR0UQKk3xM2BWwRK5j14Z2tv3jo0Po0fwhfT2hEmXfckbvOYdOtefo8UImAJ/ZVwT6a2cB9FKdl2C9VQvcd59B4BTFDBNWBaC61n61TSxrRRNVesz/50tCUMHxZ9KeIlNW8U77ltrxBn3Zj+2RDNhb4FFQvHukes4zrjZLvgPNLK/2rKzNJ9BtxTjnIEHloQfl7G0SgvrVtT61C8DWz7oSsEK0TXZgTwmAf6AXL8lUY28wePRQGWQiX1S0UlnGXuAcK0Vn+hNS2fL8ZY27rjWBUO3cVBMlYIyupBYOmkfeE7SA0l8b+m0AYM485pV7EWhjDhnfJoM+zO9bQZbrul8MkFLVynNeU33D2ZmxN0EDG6s0+j2MR8cQVOEcybkFRS9VhgVoDU7WhssFBISNWz3PmgIAf7x+UwB4WWhqjzepYWhmq1e+tLqdxCzOdp6f+5M493UYRzjfSPYxWU3wgIfC/7s353u8r44HmxbwRQrUsTWosKxPKnMDtJJPsi9e/RUqfZJEbEPQ/qkBOT4meI6e+BbQDDrkBfOWtWf9yJ4TQ2nYZNZ893WqabObBXinMpw2DPbgTgVYgtnoMQAA7PiuSfTbw1TnUrVZJpfIE+fcnbGVpa9mZvk/qg/VGW0zQR9NWlI02QUnwcouKkmnELO2+Zv0ESWhgL6qyPqTAJgEs7GRWxVMslnPMXQwiUxS1HLdF89fVq9+CF8wevZPf/pT1xmWiFepDLUdQwDgv/u58sX9X6eCdxMWAQK4HvJYn7CV01+zBkl+CoUt+/p9+i4/DpCED2kFpQF996MgscAevomAYJCxgpQ8n3omlaaRJc6w9VU4G/t0qCVunvm7htoSJpH88l2qO7ERm6wSWdx43/tUEaM3GMvDgAcwGgA8fgy4dJfksNz+TvQnoPHaO0/yfNje9H3fpJNWPmXTAnIhSwh51wVgo8A8evXB5TwDmAbQeBcKaM9w43fPnz+/VL7WRoO+vQiafcT5DHqH9wAl0QUAb624i40CAFJWvNqPVvIC2ty9r/0GyPb1G6wgVwGAQ/Wdv+mFbAUy/rn+KOtG8mrPk/phxkxMKExLheeAXfjlfCfX+MBcWNXPPLNerUjP9emR/TD04extZA17YG0v6I/buuurPZ1rewOC5j6cIei9ZRDgPHzX/r7sC2J92tL0lyX5SjYhW3Dxn4n67MdIQP58yTn0LQDVowdfrv6n//nPkUcSVg57R32PUQNopg0NQEO1Pyw0z148bL9cGAI+NrF3wMTa/vR0R++mGjXP8luewdhknu8affogIGmEzNBKrrkAsG39eFE532SwCN13ZB8a5IBMrCfrxvlgUiDJT8MKOL4Q3wcc59x/cP9R5Mh+tr9yNn2IzkwCRH2vzBHvYaO8TZ/baIGeW7fufr7609/nvqm+RTdydrJ/WQN1UhItsm+rDyofJmSxNvSDRd+VSaUxJuVCfyptCgrQ0d5GgLSPgX6oOWECF/ciIafMS8QQIssvfwqrRgoIaGVAIh3goTFg/YfrdwLztiEjyS9gZKmgpSF//w5bznuVGSTHITqmlNe9jjYx4/scXws92TAOFk7khap5GSKgZwacJQZCARoJTjDDxC7I+1RuP4x/y3mLXiOZi7FhWzb2U/2qfdINN3tp47xrS2NHkTQART32xq0WVGDn0sedxGXB9vpWed4m5MW+wK7gLLmb57eQxliN82LyNclN9wE2SynsC1nZFjH9mfYIOU/atiyXbvsQEhNruyaZNTYK8V7OA+OyzJf6qPhM43EmP/N7e6fL+oXNTh4j88JcAMhiJ9VuazA5PclTKc78kMCGXGE3E3/fYqMHSQ5kDdt2pfgAQoRNyF4l4YI4GICocQfbKuknt1AtVzcOqUwAotb/yM+9ZuZ547Sl2s989ijpXGHHa3fC5PEwZ92D6NwtLFRncu4Ta9PuQob5OgUA4CcCqFQyczbKkNi5yjqbOLF7wnh+q72HHcS2dfr56MbtAc93+MN+bNIC5zKxvezDbfew53aVfl/Y4NiFt67+1f/yS+T10dUT9HBeTWQCQ0Gvx2ggkRG5RfZITkDnl9ELZqmsEwmb6HSSb5gTrD5bONG2ZWKvmaT6tjmLW3Dz/uNEfS+iyIKcKZ5VDDcrei+DawDHLx+KhO8c4Mal/LnOwkEz53cOQJKft1KRf9+sPj6/f652vflZnqPyqI00hzoLbTXr+bUbfwP7C8TupzbY3u9kdZudzT+57gkALhDI+9yXN5ucMEDLTFDHlj/S752D/Gw1aVLGnu/87euoRjFrwopLM+33ZZWTyuCPQOAFiPn80rftmi1g0XnL9XXIj1kSTDw2hcpugbCdY9e/WUlcZLLxvIcUzWfQmo9sv7r2s8h/S82Mc0gPlwb58/0NrBmE8WccxH0xrdxzQU7mAIPx/GrW9fyCQD97mY2+xuflWiiEG9f74ULzw+6R2v+7AW58sL+fgDlvCaIeILUiZdX1BuUWvL4Agxh6Az7u2pauZg7s873PB/n5+52bKi33XtckiqQBXvT+rDXXPFP2LgBZmYE6YCSTCXEAACAASURBVCq6XFMBJsFALmBVx2XTYUCSVU0Mtkpdgv/NAlugYaesj1D5w4ggEEowyMoDXnt4bJJBTQPWqfqEeeSzx5pvdcJeX2OFlvMepoy5Bw6KPPMrWHNz/zhGPtyKyFEorFEpHnheRjWHWNe4z7J0PzM185l9FtfjANMNXB8U0XXsM5VbMbugSKeIcbQ69dC3XcO5OEtAFXOzi7jm6CTe7oF/AXtMRDnLCfdlfQrsN0vq0AcNXJMxSOCMits6Qr4MAm2SwOiFBtdMVNgA600AuJUMTSpQT3Z8oyu43xqFrYrGsCAukvswH9x/K7pX7gmWI1c9iGOEuLc1SheoUd6t9uKzyqOUee3pgXzESMCRMolFKiDmUiD5AOf5rHRY6iIqlEp7zDhIDeHgH5BxE2IwjjFoeEYr0TVMtk8dz1UndDaldKOOi5fnkf+uDAy1H9en7whBmdVN/UyDSz6nlSkJQseIx6loliyA6RjBS+HNJrmc6RhCoxPRQ8iW9H6MW6q5zifGH0ZejXxlo+dQg3ZkkdrnGSOSV9kjKptWGaGXtnK/dEQAfrm+1UkarfzdcQKijgFfHZTr8D7jMLtvzrCOmx5DXRCzX/NqVV0pNdd2MYPROR19c9G5Y0TM6UEAiMA9Bp50zQeYugYr+3Z1PUGUVgtlPK1SRocCbkM/00Dqnko6DF7Pvb9g+u5vAOgGHAsekwij3uKPQK89VZnvpWBlTH7eZJZmcQ5QLcC7vUKsWibYsO9LeW+CAWIMW0aN/m6Bse8KLg0d9KRJbyWos7204CbbWFU8INckiay88n4pPqs7fLZ+h2qBAv1TWU5gpGeJoIVjVk6RK4DM7msCSaVbxihT9nFetwrEBecgRc9bRWZfW3UZTqPPLLXu1wb748C0Z5lJDL/WMUJmZKpZ/bhjN8qgfG0yw1aE2RvL7FRktgwhGQeVMKvRVx/icKMn7W3M3gAskkLWihu+cvRD3UBgf18Ql01cd7/OENnnzi8VODgIBsZ4Xp6HbYeeb0V4fkeWeYH3VqduBbNJOOjYzZzm+vs8gL/2sjQgVhqqmhyAzjw4s6QTXGq7UuwBhNFDmIAloLhBgfZWZtU5LxpAN7GEHq5kNptMoyzoBBGsNhrdivjYrNsH55y4UVABuyh/6M93CXReFlAnlf3EfFO5Yy9YglwmGlk5aaV7bQL2RCtLD7uOvV4nOuvrXuUcHdaQCK/sB+7RPc8q1w3oWaXmPBHclP7Z3pRTkYQ93u8Oo0Smg7kriAytHwkSh0vRMeC4NmGG71VJmrRScCXy9THVIsypvUD9HKtHsGKTitYWLX1tzy6BfmlTCd5YgbVMIO3RF+eUIJ6JheqHVpbnRfCKRAurIe1thR0h4IzswvgAMATIHl2V3wLkV57yYm+wf9pjLnOizTYHWM9NE08IEFF5VQ08CY7ot56Bk9RYeakfoQwALPG8TSxiRiL722N2e8nqS1mNa0/kVLQFTGHukEuCNn5vmCQypYyDtYG+mqqAZWow+UBduD2DCQ7XjpugCvJS0Pfs7qDuqnMIziiDZMkzhwS2qFY0o1/6tGUwYf6QT4FqgtTqf7ZR2w+QBFU7EGpEekJCB+5ZxryiHzbgwBpj/zNegs2eV5792qXcVxCYoPGvY2cRvPuB2ac92U3CqaWUKk57rQtUmqCnLqv+zsOaVEGiAdTD9NTC1gkIQYUyiWfIe/5D7loFP0lozCFzTuXw2pEEW5o0GpmH9vSSYJZPcC0AGpaZihhYO6BLpDqBgEupuif4avIC9sX0xp0zefdbgWqCoO2VyJnBvNB3Eepsk1s+hpb10aMnjnVaG4gDs7Hd3D0P8k/mEFtDGnzPZ/amYK3UicyTSTTub89fk01IrDNhb/zFnhXoVJJZeIbR25mDAneTGLjJIybouffsT6o9wz1NBjHAf5s9nqAlz1U2hFaW2r9bM1i7b4EPbGbWB/lsQDYTgD6kHyOBbSfhbgKYAindzq2IMVAmFS3BMYL00W+lEvvWCqernIlX3+3Rar9rK8qWfQX9XRCc6sf2NGZurWqh5Y/08VxfxhXiJCQ0IZ/PfiKxKMHk9EosZXCei4rYJunk/TY/5FlrS2SvZKuQoBHNWdrg9aUKAJcKdMD6rl9snIJujN9AMYktzO1v+FPYRb9tSweSFqy61F1mV9HfMPopgdc0hQuFvcwBVBBTkVdGH4LN2CjxIVqBnOckCcSWYLZesaKKtYq8leYReyX6hEqlLzwHewl1SlsE5gkjI3KV6i4Ah+vIEWP4Hv+ZJJ36SbVrXFb0SCtHqf5t/0i+S6WaZwMa4lPmDD1a8L8VpoJGvA9d64PaWJ4VnNcCHZztAdeqN0OJTiuEiSWUirs6lopXfTuudTeVk13X9NxFrzNXL18+r75exieTcEwcQi/+9j09dQNaIddQJnMus4/RyVy/e6NMYACUz/Sbop8YN/ujAM6wTvF4ttYZEKF7LSBw+tbaqxWlHZC9fSGt+oKhAVCQT5btJWv1mJ7BzG32hvvPfUoMZpnIHsXWuTfxhCYZxC54mYSDJlyPv4Rdygs7gGtgK7d/asYOgAMQw7yhU0ioAgBpv9phKWF8VIaWrWh8OHTiRxIaYe3Bzkd/ZuCsM1WmBT3YOrnu+/RcpRobPfzpU75DQlOE5+XPzwvYA6wBulPxDmNFZa82hBS6VOky71DRIx8s++PScFtx2d7RWSfp6B9q20XO28MXmyiAI/MLeIY9Su9XY1/6DoAR+HckCz6JbcSZCesB84GN8zSfFzSdGBRnUsbKufcxlcLX+cMYLm0/iPdy7mQYP6Wf7FWqAFnnnjeRK6qesds1JtUv6zdANcx+LqVtmSS04b8TQyOZAVpYejaXLQe58JwAYOjfVChnHCSFtpVQARN94u/5PrYf98InQhd5hvAsJk98j91xCx2Sa/zLf/lUPRF5Y//dITknf/8U4JZQS/VFHrH4cv7mSILdAECSMUtxHH1H9eyegbS9oCo458TLgGhMwXWA37Ye+pxzJ+v26HHYVp7EZpnrs94AJ1+usW2oDJfu+fYtz5Xv6KzYJpy/PActBT5GryBPrBt0xGV9QRpyfxJL7Ck6cYVc6+efngnq8qTFDvCtZOr7kOdD/m/Tx/jOt/RDho7eBIA3SXCx/yegJPsaRg/iORB3a5tuCA29S//hF9lbAFFcvInS+cyHVO62XVg2DT2I2U+s0vskR9kqBFsNmc76NgaG7ssi3IZCHZlWd9W+YL4yFO4n9TJr6FgBfQGo9PnYA+zP7RGM76L/CainXaLvYl9bRQWKZ/0j7IjYvzk32UcAlVaW2tqq/lb2K8wQxLXQWSR3PM78UDn5K4mDyGgT/LBvwrpBUlpj3yZ0+jKhimdp3AnfqeeB7G7sa+vG7DFsCx59h/Y+zg8kjimrvlf7B18CcDG6rM9M7D4yy9mp7jAOuAklML7si/vzB7uD5G+uzTWooreN1rLImKyPHVRbfXxQviCrBklbxKDmIN0DNdd7l6rmcwzqPmuXzzJPrRrNnieRcwFS4ndlbaIyOWPkKGUKC9zneCS8VxvpoUwyvASInQ+ZMbTly1QwBTJNvC9ldM6IwZCKD130i3GZ2kHsn3wGvU0pbc/Qnvlj/7I/qcBnzpuIiK1h4ij+ZZmm8llklL3Hs7GX8XvwE5irIbyrfYfckEw2odz65BtH4jyAnaasuEO/zZhtUWWxx7l1n/rBecE2pUV77arM5avXv1796391nTM8yTuPXzRRv/qNvUayePauzAb4sI67ZyS9kCkISIJQbZTMqYVyxhU29rcsdMwDurxtyP4WANwHxTirojoA4DNg4GB+DwB30ccguUgzvxvF5+8UfoMW/qaK7PS9m++dr7X/PoMy5+uQGbRjWCG8+fNR3aOjvOPp33OD/xIArMEXoeo5egDAXA7QCEP8AmpUex4AsECrgC1vkWkwH+k1z5XFOzauuw7huSr3DADz+wVcF/Az4O7veZ3poBfc5fdc3yCtwXSzCI7oAs9H8IHXVsztWvS9UuDojK8C27X1+qNwqcxohpsKl9eCKwsAY9gTLCFAwauZyPP5g0LUuy8QsWuMYdggPM/JurDZ5kELAOfhCJ71A/xZGRx57zXnYOo1u45oZD+/45ikkJ2C/r3Bl36nAWovvn06tjp378HPSw94vtB+byuxee9c3XxzL+5znp9hAWcBtGMdd2+5kh5kO4/7DBcgZ4KcKJsfExOUbSlAjx6+/X7n98jKsTn8ofz4fPVK9khlDUAVX4Xf5RRpFQxO0ywaz7fVRqxkOfEBf/s+sj0UZ6M/rLC00rPAbj6FY7j7iI3WQygXaN875gCQdwCtNcR3Ls76zMCvwXcy5KzI4f6bhCBAdgHqZ247/gW05157fRyCpZhA7i9VmznAztTOyCwH0VJO9NIYKbOQXL4ZbuybAUfUq3PgjP7gvgCXrVLq6A1sNuDI3Je+VH3Q4PvMi4GI3TR5f4yogsB8hgDhgL8rb+fxGCDMHXGg+NPnPWRjZW4Dm6sPa3RGPgrmojfys0HzlWDpYjZwJwAsgMTlTU5wtlt1mnndMXU9M1aBQtkNymqQ8WgsSpFagG4s7dWlWynOfgL4Wh3WSrr2mHDPbS9KAWB7DjbwjByic/ivsq88SuONgWrQrkGzC6C8jgYPvJRtVNOMvNfnGyNjs9ZybSsirIiTDtEEmFaW1lgQMFn6d/sAzgZEpwO0dp2tZGvG+OhwzopS4p8Mtq2iJMDCy0SeY73UqYdOYl156mUfMJObZ6Ji3udo5U3G2aoS/qte4DruC17t75TPr/6w2gfvkgvE2J7xa4N4XfoR8VqQbpkIkIcaqvMy41vAyR6+HAk4PDjVykfp5nqme4YuHTS/O8t698IA9NWfrB/Gb4JgWyXY+k0ymMlUAQAHyEIHNICvXHBN5kzQVF3OtXgWDdChQi5QdRimGM1dy+wpKZY5owAkdIR66zVWAQPjYLBTO/8FSp0/5uHBntGRAWj4GA9BvOqU3LfBvDpUo+OrQ5AX6db4keAeslnK56k8K6DbquAEVqjw4fnHPumX8gil/o1hTPARB5agSCme8rSlROq4sZuk5pGOCFly7R2HlXCIAUCF1VRWwy4AjKoETLgT55DM+CYQ9T4cBOeEnhqDFxlQH9pHtbTd3afMA/uJYCk2DpVSZmpLHT7OEzZIvsha1eGJLDTjtHYYAfmpHI/MKx+HLYT+gQpXe8V9U+o8smEJOvONeCBtSZHbCWaaQIFevU5Qs5SApW2HUuqDyQysNWdqJksqQpK9Dtl7n+B59Wa8uvbxBEgrtRjnkolJfteAOf+2glJqf7LmBYClCTSpkMAU1VgJnCWw02A7sp3rMjcE4Ks7cy+CbTjlsgvow1TOWm1KFfmhj6R+ttqRoIDyhvyrDxhXz858jkCsSUap5mm/wGHkmIzhi21R/Ssov39KiYiDmflFXtv7ExAmgVgCZ1TGFsjLtfkOjjtzwO+oDhRctkcZ81pZzgftESWAz4u9tLTRrGd7r5KZn7dxvtHJu75b3WVLEu32VntRCZ7xtsK856etCATOks2fHnyM1UQmzxPWAxkHJC19bno1HwDwVHkqcdWV6gjWVSAOauICcFD4Un1V+QLcUN+abMM8kagirXPnM+tmL0aenzMOAJjKPIP1TeyJrFMJU9Az516B8wRxqtvrgrEW6DZ6dxE0wnlArLEQ1XP3kSsqIsjwp1J7Fluwxyx96dipeDMoiSwVbA4QxbMz5qocdFmC0Pp7VA4J6DAvTUptYuLFMu840FnvEtR9+eKn/mzwdtkjBD5NXvl/6XrTHjvSJEuPW3ILMrhkVfcIrUELM/qkDdD8/z8gQegZCdJAo+8C1EtlcgnuZFLnOY/ZdSenxrNYZNzw6/4u9tpux7RRDD7zD+VHE2BYw3z+GYiwQqjibPS8l5GWT+hYaf8rHHGTpKTubeJfp571ImCAj/BpKsBYD5BrajFeZEZoo7qLyRHdHxzf4Q8sUW07oNYrk+lPCXwdgZzoXZMYsnCyN+ndB1KAlSebXDf6C4kvTVzSbtCeEKmAgND9OAPhFW9TeVP9BvmSZzB/aBVHdnlsA7YGR0zUiOMoVSyFko7jiCqn9nRvUpo8lWAI543gMEFI1EyceQRKCp9a2wL0CQOxR0WUDtyt+oD+GReBGBEAhPyF/qnYZE3hoUWByCZtz78NODnnQ6dlH0mggUYuiVPDb4F85V7e1T6ATTwwQc8+tnGOx0EELW8yHsl+0FUTYSrrIRr5BQ553sN1NzTYKuGsf1EBCkdN73Kgu9VDWuU4YFHsN5WgbMyb9D+j4tAkik3OlKZXj15I8bVVOJ+cfxziBHLlGwSAU8HSCi15QnU2zmD4AnPHAUY/yNJU6O1JYD4huT++UxmYIC2BxElwZA0IhAqdasJXWw1VFtijFj8Pc6CnMDRGglCdc21HEajPl1Z14MgH4QOIU2TrfSp24DzYbFQI1a6826qjVg1GVl8nGFJboLQJpLUJHA20ZY0bNBv9lfPy6vWrQOM+rpOW82fvZhz99JjG8Q7ta2/Wfo6DnbPBbCgGfoCzM/+BAAGtN+BVeWql6ftA8FLJh8ORoAgBBuxI+S7JeV8SoEE+ojsDyxxe2IRL9AASLgheujffCfjkWQRAPpH4Gcfm7fTbuypM/9ET8V7OAwknVkGnl/NTqm0TFMhakNyC7oachyfx8/pzbBlFMB3dJee5erL6CzwW2QVfJgAIq7zJfVRf6V+ShwIR/EvombNhexrh0UnOgK0hh2x/ZqLd61c3F3mtva+Ogd5F4BG+AQzyVulzxpGdXMhW9G8SWCpfeX55goktnN2OLWvLz2srbeIxNM/4X7540bPQcGkIhwpcE9KUK9pMcWzneVyvEzjexFWT04F4N9jQwF95OD4XHM7vE2AK5DjwmmPTbQD4dapogUQmsNszWR2JqkQCjvZmB56Z3sHw0oeFyVfHgA8zhkWLQO/hMBFYYkzIIlB1SIRBVrCfyBOCva9fvek42ftXr17NPL/devHrU3XaJDm8znkvT43sfRwa7xqGNh+GjlfnRg98lWfhZzAArB7R6qr2/LaSkiSat2/fdD/hT6gb7xNI45xxvq6fmfDx9oa+wNptrCd0Si/zbYGBXvb0+iq80aIE5ru6HryJsbSS7dYvSTBIkLqJUFSM0UMZWfY1VeD2rjbZzmRG9BwDROo5V5lzERLa+1j5Bx3f5Myi1ZHUQqLhbXweCYxwPuuHzd7RF5kLXXOT+JFnTZKBlkIXBEbx87C+7o1z0cQaG50gGVXP4R/Xjz7f+u//p5el9erEDRZFhjXYevvW86xJTcRVgzSHeiFqNintEgAuwgHHmtXheZkbFaFUGea8FM4+AfSPeT8pzfiHgM4lkbSJTdUb8HGA0MS6WV0djpUJohmmAprEARp5Z0xCfuNTMqkBtA6SEmpDDi9Gl32byvTKpKzRi+cD447t1YptBsy40dOEly70d4jiT39O/+Z+bKLr16AI0IO4VaOgpWSPGoQkeR+0OhDXeAb8K/zi+fWzyFKcWqqBPJ8ifc4YrqGXL00k/JTEkLeRu9eBjMceePuaQCtKsW1CvuVdt9OPm325H10IyPXqy9UV1BXxe1XWtuiBhMxUI17p22hgF/6bBAaT1zkvwI2jn8kvocciPE1SPvoX9gN+nNoWnZv6gDb5iRjyzw+sWxEIpAEq4gdcp4Vkq9uykNAjCeLIDhJQ1kfF59BvK9+nNY4FZe4NMgRewZpdPTGeoD1vYgEtmjbBtj6Y3AcvvxdeyHfahoDv1F9HADkBS/T/jI7xr1/oHABmLvgKlrdjd8PzLu0dSxfabvUXVq8dtZ8x138Hn1996jhDa6u+eZ3zX8eM9i6JP+hj6Izw6weRS63yru7HebYFlTaDAWD0CmQ7Oun3fMD+NkGx/jj8meOYy0+sofa1/rF9b22GbB8FKbYnsSCk+jLzmJgTlbj4I5SLJHSIGIeuA8/CDGQ6hWAnSbA0SfIKehW2j0lp+LJ4j7WM9oP+yv7XlxdeSbA8/2PfK+KGdqC80lDRvGoG1U+++vmuq3tuEeOiHG4MiXsaeM49n0FHyw9FFslzgIP+D//+XfgUz8x+kx+YsWh3UoBjIRbB7tVPP8Tn1cA1WTKz11Da9mNnF7An2rYlg5b2RDe6QEAfpAFDPx0weAcORZTymR2Etk5RM779dhnWMOytOP1rVbzePcFS5NPpdYfha7Brrx+DcX7Ku85Vn5eqYBa3To3j2oBojVgONs4oHLUzV412xuJnG1c4B35WFtHA+eK2LiFnLHy/Dies5mN869/dgOFm1e34/VtnQQOSc+mwxBF8VKny2QZ6tyr3vOZVjrtmrluhAMbJyc8YZfsu18AeU2vQcg/jbMVp5mQmnjNljhv4PSqMoZVjrvWboHSiXK7gmfl0jc7jaVWKQY91GLj+BhoU7NJijR8O1GTeywCPwMHu0fmAcbq2T0oDAMNgGONngo4EDmaf/xqNnoOr5+cyrybUDeOATvj+JiLsWC4B6XVC1uAwmNDMi3ynAR8fVEGwgeGfK36XJs59kt1P6YX7L+s469l7eXTdD9CDFZmrUM2vZcK9PC87rn2nAYQVDgudK9Pc+00C2cAg63M4E3llne0sWqt2DHxxP4+1OhPHCArHjAEBUlodAczo5nzWKVejwuAGCvfuVRlaHQcHT1pYXlbAALDG2K6xtKqTb+euo1P4KsZQiLs5R7vOOkShJZg8yuJCjVrZ41k49mDXa4OjhcVodptntdUW+uAumWiubxT14WUbwLNK2oDDIUjdsctajCOx9FE4kAOicntHN7hhOV+vTUhpAKbBVfcZJadVLSVVx3tZ41UECGhDexkbRsImBtXBGcHK/RuI6++G7FrPlX832DcBrB2PdGKQnu3f3r0I60sCxsgIK24Ylw4G9sDV5F7pRBp3r+0TifDZSjjoFtoUtojswTXE7K9s9a9zkFYuMiZLspm5Kxf3HsYCPK17wLNxnJuVtf2JrdAhg3YCiDhGm0BA9dsoShmTfAatYwhlpmSgGmer72nsF4WOcc2BrzOg0Hsq0kAkUbEsC1H+cG3VbeVAg4ubkYzD6SyfuF8nQoMEpUX+rbMXA5M56og0gOGZvpDbhYfYvwheKKyS/UudKyexcCorx1hAHPpRdhDdn9rjQwWJsaBgFwZu5kIWrMEotEsd6QSAl1YwAllOHAnn648q1gzH3mNcKllWg9dx1B6EKoqMWXlqgGV74R2ywyx2M669dOqJjIADVseL0KRWuIMUYjUZF0r1ah6MhazSZq3y3jybMRBEhF3segGxbgai5xYld42N9jAjGFmnmlCfBts2q9tkEqtDwzPhV52f1R/Nqs1nODMeTCYvPLPJCmQ2w+CRjxjS0HPluAkcZKQ7RtY0DgPodwLa0gpOY6s6Kt+6HTAkjXn+aZ/thbC0MsAA+fQ7Ils/TnihsDAoqHhT9jJPe7oJP2XfWZ1lu96tkCyEJEFuk8keJNtTuMfpF0uQDQdwpirE6cqfA1pWGsD5afXa6oDwNGSesPpWAYuUwTNM0LAql/5PCWYAv1X0ChEMNkmI8+u/derQq5ozXsc0coVzAvQjFUyFgGavkU/bu9Tq5OpLGCXAvOY84Pwi05QKEKq8ca7iCKOCwJ5xQqDXyMI4H7jmGtLV/zjDGHFUqhJ4dd2EzNd5gEEpT8Ypn2DnPJPdVuYfNHMPOMrsX/tH4/zLvrGnXFRqLQKB35Vc9vxthnyfh0GZM4VDHxJiz0eVaj/1VmSWlyn/SCLgPXWe9VzejwORQBY0LL/TyaO8aQgrP0MPm5hBL8QaX4UIJfGCRItFETCBo7BiTQyisjBBqQyq2fjZu7MeX1lavsN5UC5340Iz6PjA4fa05Pc4TKgqaA/OOqrR92uxyp9DR6xnj2LnzNjt44ozoslPE+RH3n3KGa2+ltubuDkJJThNCN4ULi17e/WE4DGJRtC0KAXtUVRZt05TeQVXe1WO7k9Vxep3VkeZqNJAdPVHZULHhaGeqdPzizMMz7QKTR2B+y7yJLeTIPI4PT3pUdbkJSodClOeM4R+UJZlcsMmv+L4xOckNLIBONbuYc4C+9okQgLmmR9zKCRX/qbSsA7Yca6IhKI8LTxkHooDp1C0yLoGvO3Ry8+85xM9AjOXx3GwkpCx+hdIH2wCDm+C3TgyjytBntJT1q2BGfrR0qNVOYkje/VRHCrQiI5Mz+qiNAijbKKRaE3aYbNhTdhhzZ5c4dgkMSfzBokj9CZEL5BuJggR4GxAKutvn0Vp9X7WSLg0HOvIfSDtCXiakLG9KQkYgAxQByxvI3GpR1y5xnlZmufv6jHTr5aqkVZ3peqO8ROc28rROukT6NL5q8yy0pVedlYVcXao8GKNeBa9SxvYzbOotIIuoFEc+8r0/Y6JUNpQQiLzu+1JDg/kqtwemHBovL3Dax8YhEcfYD14PmODb9rv3F7KwoNHz4mTh+3RXt5Er1TjJ8iDTiT/X1kDP+Yz0ILWqbi906kYsXUEtMIKtx8wenjoqb34oOPKPqqio4sUJl1noi0E7FNfOPrR3QiMQPesGz0BNyl4bc/taW0/XShEqEYrfdTZ4avok1ab32nVJXuJLoT+TECGewn2ID/RKyrvpj3QoZ8TNArcfSo54f0PA+PJMf36NboACUSh7cIk57nvP9w0AAicKHOikhzI9tr4VOTQw3TWHL0RuiSh8EN7rWUecaDTrxJnNLLidXq1oj9RAdzkzszlfktmnS+6BglRpePQIGsvyoT9rQm0Qt/0eaWn5ccEnR/ShzPBOhLT7GusPkQV/qO0HyDOzR5xfwPeqfzkfLx5zb3qEo/4LDyD/bFSk+C9+t7XyKonVF1mDwgi1BGJLpGKd/iElfNCXj9OawKgSNFtv3yEB/JKda+HcYiL0CF0InnbPpcfYgAAIABJREFUDdBmTYswUxh8E9GgVYJMyI/n6XEsMoGVVPCBokEBdVp7XdpQp0QPR59njAlORWdjPiA7wYuKhkQgkUB89SsSuq5SIRe+2H20Jzm8AN4E38E+wDdJMNYK7vQnDd9rH+uTUQPfpxdvkX9a5QWfH9mWwDZr3z7W08sU1KK2SJnEFSDUTYxjjCBjPMieveu6W9U87QSCmlAox1ZDZy3CH9ure4IgTWhpYgA2G/4Ok088S82EdV+yzug2v//+e+jpevQB+K82BXpboXuzfvDwz3kHfONR4LPRdIBq/j3zfdxA8gbUaZUCnwztJpADryDBoIG70Uu/gBgCTw9Es3DV7DPBB/s9Q+fqzOFT1XuFpIevyZsNvkeT6DzeJBj7tEHpPwp5zGdUGj5L0M3k7HyeCmAkBtC098OLql8SfCI5IkHO9QVDTyQeV28Ynai8kN7s4U0vXlxnj6ATyt2UQug5BPWhSWjniuASSZTTI7v9TvPM9gInoTfJDoVPT3U8+8x5xBagjzBjQpcigFQUhjDgwhbnmegTJu5QtU6QDD7lunx4p8xoQg19XBNY0q9yp710q+tWhwvvJLQZWmA+wJ6j7bwKZDmmJhWUj4CLDQ2/z3gq+5glCQMZB3qFcsf1RLY+pCqxyavRqxMAbqJM1re2aNaqelF7+CYon/X/H/67p4Fxtjd70XDyJHg2bLBQxoMO8vqVqA2PQ0dF1sumozdzRsqn8oL2ZB90P/TReibwU+Whb7PGhG/ZpvpG2golzwoaAfR69SLJQq9/S5LHE1FZkhgILwFOGNQPkBUayEygHSh+zsK6YJTetpTiTMD/fv2b9HvuWaXqOH9Y0ya+6IP99JGA8udbf/qV5LPI0dEPXF+T6NFjRayGfkXGwV/2+pX+FSuAhYK91xJ4aFE7gHGQqAr/Iaj7aPqwDlus75s9FbI3+lXOBb2qn7+wH/v79NEFiv3bJGYWnQ8fSebPHLr/+EObaEwFKfJHxAR9fAZon6b/+h38FRk4stLgtugnVP8C3+3Z4Yhh04OWEVqMQDBgN9Wg2GPoj6EH7EPXSZ8yG007vyZ9l+eHbqPLcmyxQdq2KQMl8F+Ul3yG6QNcPQmUT6ZVQm3m8aGLeGNlKOeO37HfHEPGxxl+eq3uzfU2chq96kUQPprjOGo4vO51EEaYT3tYl05IPlPpK/oMFfaTYOK8ktiURDTH4zy3bQxnrkme44JrEFMz7qKToy8p948CqU6j/nnHu39bgY6OWCO3slFZL8oJuu/SHWvxw3t0/fUz1hh6I3nSBETsG995vpg2Y4YGLChCFz38UrXX6osdm658FLmp/WH8TnoSGVK+/xVEPUgUn9QgmrJGBH/tfe2mXMXmY72w79tubvxdn7EBOfH1xbNuxnOAgq59XDuwglLd+rSOTHF1eHQDCg14B3sv0vERv1g/BL/nO/qfTLRamPDbRYIjie3Wrf/tf3nds4gcaeENtJjvfKu84jyITIO8gf5X79/iExJSm1w+/pGNWzCnJvFPEuulAngdhN10nP2bKTb//jkAvJu7WQ8/Ehc/nQ3SH2ihG1nTbRbzpD+dMp//egD44veQbqt8rTG7ELACBx+XVcxHwLcbM0bJz4S635qhzaHxp63+qhMUfwtMBXcPY2HDl/BPAWD+yZjLSHJfq3Jm7nsw11m7cIZdPYi7Dg8Nqn6XoM8chK3+/XFlj5/OAeet8GiGBo6F05oxM2EYGN8RCGjg6xSQYTzCLrFvzFmmht9857dMZStud38Z1T5/g6Dr2DuP/xIk4vkcFJjbaf0KbTvvr3Tvc3W2/WeVsdnzXYP/UgCY7/+14O+5QvfM+Ep7w9c4jFVGVxLMRHZtLwGqYfjnAPElg2cIv/dimP/gINcJtQ5rHq/j3BdBewhFaNuKyB/P2xGoNMuK9RKmye9Liz7MgK2/UAjoQFho3s6zDgwzzKXFI3Aovr3O/rMxtGPwueMgbdWTihz7C/wF+0roBp5hQNYAsOM0YHv0RJ35w6Tz55wY0n3OGM90Zz9MGaR0yTjNyNuFWIfeAT1nZhcKLp9Z6bJQKwhIniH/2gBwA9pAZzYFa+iya3XQIe/j3BbWcvjX7kcd5nVA2M9jrzPUcqHjWePpG8o9S4cbiFqHmAFEn9K+N9nrS6X9pVrIaqg9UxsA3gpgA80q2+vE7F6ekhoKm4jzPQZmk1hwJo1wYaw8c4W9tDzndhQuewBrROEQ2PN2CNBxSucWFM8qfxlOKzQz+YVYXvhSs/55HEbLJpeYIbl0tUoUAhi6hPyrdJWkzWBrb91x2PC+S8/ZBupVXHTWaRwxsIWtPSNXoHA0E2vom/FvAJivLV3zzIXKboA6dIKyeT5DOAt4zmY19nezxsy71dRkG6sOmOQycrhKzdAYjht7mkY5JvA0SRUmTxBoV060ggRFFMUmvzOwfzk2OrM5q31wqfGH8W6grQ7dyf53rXWgd/4odx0jeyUSQIMOw+qEMxZOU7hrFR/u46i1jV0VUbMFmS/zqSGcc4txj2OQtSJ4B01+7Hng7ShDzI91PJKRGsyfbSVT0P7KfrDJb6ydiREeMsaEA3v5BLxV5dsFU0aaaejP0COOAx19VABshZVKGw5Pq2VYV3j9whYtPS1SB9+30mz5w8kouOyXASkqT1ASW6mMYjmJJA3AVOCe+DNOpDjyNlD5IfywtHUxAKSpBhqr0xi0xwG5lWKst/xl/5aPbh9Xe1+mWmV4otQ15DRjR77hEPa8mSHf3iiVVdJE92b0LOhN+Cqq7YFbs89t+0Cxz7m3yR8jS+2bg4NUqDMrXXQ8m42Kkp3AD2cI2B0CHZz3EM9WRD2OYXy+7AVkRUAdk5PBSoBl2wkUSql9iv0mfLLOdWi1lSoaVPIkIZE/JFgEBJvBHJ3kfpfsaqtd2iIktMN5tTLFqm6q5BhPg3VxZhhkVlZxXtqKYwJBVFkSzOf76J8kO2wAGCck55YqVdEm3CjdOFZDdnGBR0ogkAsYu57OvMdKBBMPCnkbJxB8COd9K+AmGNjq9K8mZHK+6E9IXoY8EccPcIHSFnRtIJP3QpdW+axOaqKqDgqNcIxCIMVXngh7e+zTyJGMWqhtdGPkDcYTMsAqMKE4zYzWDiEYKPQ4503YaXolWj1iVS6OPKpiYHKemQZcpyp0A8BMzB5tInP0XAw/WUf36sH0eOx7s68bpHSddJYzz8LhtsJGzwG/ayVtnY787DyZw1arsFecZ/W/zq6Hc433L9AAcjjOVgJrhYLLHpPBz93CH6or4ujd5BL2DVmwTn34fSue29+atbUPPHrgWe9krNoQwxzqnUCmUqlmL9qOvw7u7E2mht5ElnR5Gw5OqpMTAG4iYODrvgWCtHpEHPST39Z95VGtUASajDMEpG6rMU1e5PxvAJi1fJA9Z1Scla3MI+kQtmN1/epDoQGgjvMBATLkSxN7QtPILPTItWkLidpDWmnSM8ffm1XP3IqM1AQ4g3LMn/5hOJe+Zv2pgLVljvMnoGh/ddbXShL4zec4pZFPOGlIPLDXMhCprDk6L4gfo1N13Q120WdRfSF8vyn1ysSH9ODM54yPCmze8zYO3Yt5nkfcidxDP5fedLgzjupek53RxE16ryVoc9E/ys+1R+v8nn7Gez5MvNCJRcVMg2dx6opeQcW5TiSOFUFclhhHYZPpwkeBdWMf0Gtx9n+g72x4HfRApY96AE7edz0/1ZF61oXmh24JLG/Cl0EFKqXSkzGORHgJgSnWosG3BHHc31ToVBdd59H0pm7A1729mHqhZ2gNuoRPLDRpkxnQxxF6dSrSx1MdibWCF8EvcISph7Bnh8NOW0LaMHGXPocJUOQ/nE3b/3tlukFvnm8fY+ictSCAiqOVMSIvqKCiMqgFBaHDtpsYfah93qL/V9aSADL6V4N1oR1ks30sXQP4eGGMw3daAcSxCN09ukLPobKPPVe3az+/VhkfF3Mh4MD70SGeUbGKPvmZilXtL2RkdY+8935lI7TB+O1pykUiEQFPEAK4WEVsWdyGTA2H/vdWIefsFaYVx/BNAqGBVgTGuPYMveyOsTXomQBhK5Xp0XqqOO8bm+hJskuCqTnjhbVtYlGCzOGj70BoGIdl5RzPCLQjRA7/QMYSFEZfffeW53H+Pt96SoVa+Yd2APyDAFHRk/K/Z+mx3TZK2T/6dVpNbV9D6ApH8Pfv6f2ddUv8qufu9W/aUSAuACV5L3wWGfGBgC9BXnguqlo0yIdJcCBQTaBnNMDSKoGl6ydAxU6i1ejShfqHr3P3fEe5oA2KrLlz99v0SAWGNAG3vFuUhHXQuvBPn16lYjBVwu03KKQ++03148MHqewbhBvWnUp16BBeDQLEuQCA+5uAlHdjv8FHFnFA+0hfjI56qwe3Qr+BvaG99Y9twjGBPgKPBm6YsBXAJFzXnqRCOLbCOxA4Ktu1pwnwQKNAErOJ7BNnBz5H4OJLvg/vBBb8SQLA7fsd+iIBQeQG5SwV7k24Gr8XQRuSK6GjV4Fb1w/AuOhRHdmdr10lMPkw5x36BB4Vu5MATVsbjL1FC6gmohb1jTVNMBhdNfOgEr7oQH0sKDO0MSApkSRGq9CwOxjWJslZJQWfMIEIOGIuIKKxeddOKrJM1kD/Cbzg7dj1TAKoWRIv7JO4PLdB6uhLL14AF20A2GSxfOPL7dBFeHeDEfbiZMwLG778SpEkzRNQvvWNHswkxBmA+P03EpmUI+tvxbfx658CZVwa107pOhQuW5uUylb6aCOLhSQlqeJArLmdZ3Q+Wc+PBKJC4A8Ituc/0N6o/H1PlXZkE88Aop2xfwCm/A59lKU51tQWXOh70StDN+UnkV8iIpAYBx+HX6MfgFZjq5xP4Q/Pr+/f+m///mn0jQTHSDLI+hJ4vXostH19H/iJajMFFjXrgY3zMj2SCUIigz8DF1+o7vDXnAfW+tfw7yYIwXTRtTISaPADvUBJVJvE5KvoaHduJ5n2BkPi7q0//9fpfx20CNaQqu7vt0k8iB2S4C1BYALJ+IueZNzt9w08f3isfgORWDh/BMkbq/8lZy02D/r2u8il7yC7ZH2fXqea+/cE/d/ki3cScH0emZqzQV/gbaewugt0/+aVycTPXo7enze/CUSsvmKC/LaAIa5c2xWI9fyNbt+gKMkgoadnmdND0BFq50WHzTn7kPP57i36MMgV6EDfUkVuL3BO+03glm9SpU0Qid7Y5fHkCDYAT/I32cMssNC573IvPMakf3zBJkUBic078bMhBysLa1sInW6QVxuMxFESHkB/4sxuYmjHnGQReHJRHujFW4avbQc6C0vySxOow1+a+CeLRa/+mEQZzjfJViSGNyAdPQg9BpnDOJG/JhByX+DuSUhQ3e6zYdnwL+Qh/IAEkqIL5pbXqfDmvdcJaG8AmO/cZH034Rk9b22aPZvsl4UoRxCUaa0vdH0mbVuRM9d2d2PylIPUNim77Z/qjCFMkQxsD0DSi75i5jOBbVxb9YlpKzehAdq4FJpMm4sWqWQZT3oJ7+D8rU+C79QHVhvJpHIugslNYEBjROfJShX5Y8ZZm3l84xQ+aBeRmGJrDJJZ75MwWv+ndhe67No26EWL1PcHdtr4BJpYnz0uMlv9hiZsaxdb8Yv8azJ0E0HiXwHyHv21lbr0SOcM8DP6bLhj9VltnosNnvtGHTCGwvvHqNGnZ5sKlo5+59hwFlouuppB4kJUj4+5Sdnjr/+cAO+3L/dv/d//e6r50zqj48M8xNaZBC/O0OqCtrQ0Ya6tlvIf50h/svrR+pE3BiD6YOb05v3XJGtJWeuUXNjn/WwfcP55nT4bwFjDjHsI6pyrRCULGdBeS7jLmH6ubvy5+vcSwe5GHM+7ZP2h2MClci20KPO5YOTjQL44UY6xbGDYg6dj4zzGY8QGZLl08Ksk84c5NBv09Hyfdf629/FHmEh/aZWU7/4ZarkKSr5wBDk8OD/35P3xLfuecQxWkHp4tgK4azQOFCsJ2JzTU5qJsQ4nP2eIOtk3AKwwuEC6YuxMYKnr3gzOY50PJuW4zI7wpSv4dk1KCzl0QFLUOJjn4FTRkeIB3eccTvZZ03xhA7EG5R3z5TlTdXB+946FMeycdkV+Smbpx3VIZ5wbXN7vL2NTSBmkXCfFBkc3UeGHQAjP4oCzX6zNOHM2GL2f9ztlSged2g9rNnAP2eXdZtBwCb90rMNm1vxMP0ILlH3p4O2aDLxc905HltCABr6k4yPYyedHXz5hCzaD2+DAzLUCVrretZIPOT+hFF3rZSA6Geb3Jxpq4Oa0z6WxOUOX6s35rlW/GAFUjZ2C2bNGZjgauFs6r2Muw1gHTCtTceD27FPlZpCZ83RUttgbjWuNOQOhCpjCeOLkrPE0AbyLM5npZE7lGxyE5VFzBjo/17EJARl7BXSeKfb/cUaE07SP34WP5QYgD89Bxjo5xjm2MLh7fjYQvAFg90A+cA7YbpUkayCNSUtmbulI0Uml8rv8DxiV+u+ho/I9J7BnefkDT2swqLxwnPENUrNOHHiNsoOn/ejcMgtr6KcONYxhTpDZnw3kjtBHgSp8S+lqjJPh3c0anOSi7u8kSew4rfCF/443qzzB4E7PS9dFg35lSHncJBiiLDcwOAFapibtObndl+5TlAAyzavgtEJrhY+0sQ57nckqz3UEqD2VVuyZuVCCVqJvgAeI3aXb3ROTQRijCrH3CjXbIDmKVN8lHRJU03klZLpD0aDR4auMYn4mH0jfZ4SDBok5u4UTNJAHb8D4rMJaJYpDSuAjFWfZKwxt+LUBWipn4zAPFF97SM13GCeBYpZtIZN5klDfA8GM7IbuCNiEFghuMEcMcwzjQrg2uCr/Pstz9hhDSLlnhn+ht+HNOFsTWGL+dZ5UgcMwwdgXUhXFFkcb/Ggz4tn/5T1C9RH00jgwsUIa6fgrAwxsVg5mqiZ8uDfLY3h3HTI4JbM4OCfkx5zLSYwpzrA0zVnCaSTvJdBoP7ZLAtQlg1P5ZOarVQdc7U2aXzUrcZKlehbyf0AkMRccgAYjE3Ad2DuMR/iniC6My9+jIreX7Og3jKvwOjUyFj5a/sj+LH/iTLbPChVPyLRUuWJgo4e0h1Fhb1l/gkT5jB5nrUyUt7NfZOluNbv98KR9jS2RDFib/Rua4XsXOITQAXSKc4cgK0Et7vWcWL2CEQ1PYF7CEbNfWyXuPjdIfgkAGxQ2s9xqAraqFacEj7Y/ax2JBp8gC51jnueueyuIlSEE1VtJGCcdaypktw5Pe9h5BjlfjA25jzG+/Bkaa5AaVo2jK7yXezDyqWaiwrgOsCZewDfijI/RXZkMzFy+S8YuWccEw3mX7USgUZMTC6OfLwJLy7g3AMzeFtEjN6+DAkPs0rsdvjW6U2VbgzpbBTtyONYYcyV4zfxJ0mjwJ/RKVZEVKvb0K/R3niesMXyaShYqujhjwmORsGDFqA49AsDcL40G+jJBJvj5OpJZGw1cK5VXH+Jcn9FlcMpoAFLJA4R4DOxbD9t7qzIm9MZnrLe955UanNTyFX7qB+geoansfXXjgWCjD1phpUm2yrMePbyqHPoc658qEp5PxcUmcODEsJr0S3kx9A394QyxR6q0gqNS2OI4WG4Cs5i1NHHhfuFHu7/Dx3AeGhRl1KlEiUMapzFntdDKJCll/oXpY5j5nD6MJIjppKQCWB735KlVYzgVP8VBhNxm/4XoHCfFVJB1TXIpD9QhOT+bjNl+9sjUOsSE0uY56kmRF/CkvJPkPGDM7qJz5QvweCplmmCCPEc/KS82MYokDnqdsS+VscivkQMETrmYy9NUzNEXDR7ffse1o4AYFz2nCWCco+rD9Lha3QFHnvpJ5UN+B+9lHqw7PGSTQeEh0DhOLQbEGre6NQEy9Guq5Bk/NAaMamVj5k9fVJMNPE/9k3EQ/L/8PPpdz36cy4cOCp+XFyDHVwYi/zcBb6ttdW6hS2qrIDc565xnAtwr41gTziD7B0+zFYD8kPEjy9/GuS/PIOCDXJpeZvms6C3lP9KE9hIVY8qSjjG0V/i60DLBCJMkrOhl7NAxe2/vtVlD6rRaFYBuZgWx11QIV/8U/r3OTBzyE6Bv37hB3in94neenuNA9tGPtfgwOKArNdV9tTHUJe0/DDM3cIIX6iZ9K9u2hz52DVzYVmrpupWD2OehlVaolU8JcfiYoGNp0fuhmfazDS3aVxj9QWh3LngsQVIugppca+dex0lMwINebjirrRS2d59V777zXnhK2xi0unx8Q5UTVjJ/DP/hXEH/7T/3mQBJ6L1y0vOInMJB2X6P+Y9q7Z4FkvMyF+ifZ7B2rHshiDkP9HyHrpGzcW4S5EHve/sGGqOamKdh/+lLanUX+l3lURK6CH5n3CRWqGvT+/RJ/20iYe6NA/zrt09TQYitcb+wo5sggh6N8/vqCT0eqa6HVtQpoOV3WcOvof2v9PZrEDmOcnoTUllCwhnJfLn5+jrBx8yVe+AHBPMMMoiY5PkCQjGVoFkHEBmodPsa2d4KrdKudodBTM4giBAEdb7cug68be38OD8LC08CXfbGqkLOLFWJormwH4XpRnb1rKmDV89I4By94R7V/+XNJFBARyBpiCaDno+uTdLe7wnmWiUcCFz6NTODVGMWnjPzpdKZirEmA2Y/oBmSNLgIPNkXFX4KiocVXZcWapEdVO2bWClveB14bt7x9IkQzawpzvO3bz5U97wqmoIoLE0sGQhL5kCVKPZOWx8ML+rN8JisK3RbONH8V38L/o3QbZMrWtGlPwS/GnKY4EmTYfMfZ5PxC7HvPEgYAzx57RWTMdA9QH9JP+MEl9BvXiVIB03+ksptE8Z70gpdfveB837zChmd9UjyVfveznkErll/1t0mGLD/0MarV1Sm09rFlg3XSbphbznrVE0RZIRWtxUcyDFv6H9cfVD9BX3p+lp0ipvwb96P7OO7bWVVH5c29ZtAV/Nd9oQ9pbc7P7tu2krQO2fz8aOnpTltEtFrqEpFRjB25CmBJNbg8xf6KnOGnbPFPOo20jIBMCvO+ZCgI8maix7X1kbhpwTT0afQgbRnRSNDB4Ye3qZvJPdy7qg4vDNJKsBj1/ZBbk9iGbyIC3lxnwQG6AR9PmcK+oGvbxCuLToIxmRvQUIiUIaOzlyekpSRZ7PW7CN8cdHygP6Hsh48ft7g4Zvf/r9bv+b+f/c/P83ZSsAv1dIED5k/etvf/l2qt0M3Wa4ESt+Wz1R3q//uSwKU14U9lodgE9q6gV7cyOqXL1mXI7BOtTRX83zzB/kH4sP38JvHo6eRGPkgSaBc4wZpv3B0AC74H/IVeO5f/6R8Ilm1rcbw40RPALmA81xUuibdZB9aJECiSwKGreQHgUyfFBX5FheoWiPqSOpFZ334KKc9iTJv38R+/WrCHvDL2vAdUmnn+XNsVf5tyyOTRfSh0Bu59nDW4uPn97d+/fVJg9N/+ce0D3n5LDo8CSxJfIrOy/mq7zx8+iUtCka9qO2e/xGkpYUAm1y35rCxT03qZK0jcxtwk49xjpEvVI9fWovwnXHdmqiG7QTdj56Afpj5E0hXP2XtsOuPmIXIKYP01l7I6FKuxddPHCT0E3xzHDnQP+BNsRnyq6+h9QYpJ4EOPlp/X/awxTgNhIU+kwyGjL93B8j4yPAkTJH8TqIX38dO2DiMQUr3YwvyQKTDrt6E64+p3kQfZ1+2sIX7qfCF7vFd4AfZHEXouck/bMfKtPwbPQmdaYtWmGPERMfqedBnXJQ2fGbjE4XHiTIRtKz6hZWDwCQ3MB7dBZnW3uq8p/4geDc+gug0kVvVafI5NoqFARYDmQjN90QZKQpKUXHUSeBt9JUuvY5chlctzHHbEYGUwljLk/VZNpm7la0mIhiwZ76R2dNug2fWVwTfzS/VO90L7m07TXyM44eARlgnE26lGTZPVMasGTbXnEficg+ywC3iCNlXl0COjA7f+fZd0qd+LIuAzv7VI95klbLIj4zDFk/4AdmzjTluBXATrOEx7GPeE7Xv1n/6j5HDSUYpikjN06wX2neLBdSJSdTAf8hnokiyluigJhFSMdxAOGeYuZGchkELrb1+9yW21xGo2sDuwluWQfDek3HTxZ50hJ8DwNz+hazKLpob4/f9+6jWPH53/tdWJe73+d65YvU8FjedCakcA2XRd0AUKNcI2GE+PwdoD4Y63um/MpxzkJdfN4N23mmwzi9VMPD+qQZaRlneOkxz/839jVXMwm22gtUsPw7Cit95SX51DjyXjk9B65/XequVG/BpdoOGKJcOg8NJu+u4dNBs8ryghNxcVr9XR0CdK0xsD8YaLzph+3wcgrMWO6Ndh6WXZei7fue/a9zUuVYpV2eCFRf2auizJma3Du7zyu1n/Xto8Bzk2gDYzvtywKuoS+se4v7Y2Z+Dm3W85Jdi1B/nY4O1l++ehPaenx3nJUB9eZdn0Awv/32+d39e5sLv6qSd+y/V73XcjXOozzOQcpnrXwkA/1wFb69O58zVszWCYvdRIeomEDC08k0Db98lk2MdpyfAMGChLSdYbIR+1ttq335/DsOebYMQPx0Q5llalL/skh3QwRo8l72fwa+TSQeavYLPlwFAhUvnML+sY/FCI54/AsC7tyghHcNpPLtO3LMBYKF9hWu5zHUCl0xESNBJByr/24DnkYBxOYdD4Mx/HXrtO5CBNJOy2V/LuxwDvxfqJMpQZ2cVHWNnzpvo0YDKkKEBFB03fLYB1K2wOtMXAryBjyYJDG+erK19R3kbtIqBczpLZzkjxOcRnF9a3HWUzskA1gHBhUGxvUc2Ocgs3w2eG7Tuvaf9V+4oMNforoKZ99cRX3l38NDj2YcgPweI12HTzCy4aA0l1hf40q1uN8tV+BnHxD4aoPixhyv7yTGWD80ZISA9zkEUqvZZo1KOLMCTbNpxbxBv+R8tByqcyU1iAAAgAElEQVSL8t5vCcgd54JsOWBxt6ex527hRZT9m8BD4IfsxAk8z3na6h3p3sCoAWDhJAvNMlVPzkGdwsCDymXnOjIQBzQiZZNm6IvBmjJ++7AgG6B5PyctvOuYH5gHzrjtcYVDUmgeqwGZDor8QjNa8UzAhb1Tyb0golx41fRSrnMK5yzaFcaOPXxa8TwIDaydiuA8B+OHDPUqhKwjPF+63B5AGDJ8hzVCV8MR2XOVzToHgM/yr71hR1Z/2l6BTebxrG3/0SZR5c72j5nzvQFbMyYXDhSD1ErKDcJ3P5EPOO6mQqA9rVslKjTkBpAZPVn7GIUbaGW8BmQ3SYMKgQNW9aIn1HDCqLIKugZE1vN9qhXaHzh7Q6CkKBgZkzBRBi5wjhhwPYJj2wsUvUT+OvueJQAqh4VAhraHZ/aQCilokooQLnU2zkBoEr2CqqBCsHl2t3Jjz5hKvc4d6FheqvNSA2INEjLFySIGQpl1AWpQA8akK+6PoUHvP3qzFuIefoRTGd5IJez0NM2/UfaZe+HKW2mrQ/RbHAqcE6rwCnWdMSFP+Ywz1j56VL7kifAPK66UExqwEorBXnuN4TDqOLNOGP0NAKOyhTaouIReMUQVmYecPCqiqRCg6o0qgxjcj6iITJUqkOANOtsigTWtM56s+zzrc8YHZJ/JeqdAUh3bBisKEV99w6xlzsyOH9njPDT+mmFcPqU9UX3wpGrwTugftku1jHSNcxDobwIw2jt8Hycg9MWFw5CqLGQKQWiCRvAdHJrIUvfb9zco2KQtOIIymHOC4+EmlYTQJBCNrClXM6YJMBOEgR4rG5RfK88J0mwCE1CtVAaQkcwmC9OagHWc2TjH5cdcBOk4rxOYmzNUWPfMq2cy30OEkU/wNetKpTtVM7/cI3PfPcBh2YqJzSzPPgqhqJxhnYV3DqxkobDXkBdC0ITCBOyyV58+pTIrTkiCOIct4zqwBoXCLISuTiMSf5BpVMdxFo6wto5mKva4l8BJjfHPQho+fmKVJn2xP6bCrQGEfA50sRnn8tHKFVZ5bDPuIxhZhJKMuz348hmBbHrQUS3HHuGEwClE8hM6sfQInVtlt/DO+x6TNAzeFpZu6BmYyCYr5VpHJ7ICx+zqSwSArXilZxeJGQQToD3h1zlb9EKDFuQxrh3rA60YZAodjG61+hV3NtkojuPKqoy71RWVzQQnPtdxwkF92qoZIbE9jyajkNDAO/i5SDv0BMv9OKTr7ENOVg89WrBID34mjKn24SZaWvHn2V/9BCmnbsX+2FahELUZL87qVlKV96vbNNGgjhUTZfiZ9ec8USHGVVsI3l6nEesl1Kq6rGM3qdOeWxCKidFCXUI7OHiRGyRJlMbbN1V4zQYWwg/grSRtcEYKdZtKFgK4zK+6YRM2toLDfxd1onoQ+lv2p8k9mzRtABpeBm/mvLevZVEvdIaaTKUe3ErmBuQ7684dngBN8R4clyZq4H8xsF8nNOgZ+c/ELSrHNwFU+EhRTAZVyJWvHbSAUvXdhFcwB2nMvvdrk1DZoD4GlHnOTfecamCTBFDDoMNXcfbXeQqUa/jG2psGntW5q/9Q4ZSjbYWIAbBPBFeQV1XArLhmbeA16oH8jrVSqQfqlsorHKMEBEgeQ38tVHXmrz70udVG8Ls3r6lIwzZDdzRxhHNygScOr7MHHhCh7L2Q7dDYr7/+2v2gAg6nLJVtrOmjQFjjrf3+x6P2Dd2q4faWnrPzgbK2PBG9AL0MWvowMODl71m/9qZnvHx+QqK6DqLA+kaAJKZtRyuyShsm8wIX/vWTPrhnz+2BSgC+vcJbqWOSEVcrqbK/DURG5lP9S1Lg16+p9oo8gob43Vb/oCIXYSFjZD82SAY5EYjs2ZtkjSZWRc6SLFRdP7Rkv2LeZw9CZF5hWyNboGECdm8C19rk9PDa6+kxq+4lT9AehCaEhWbfRfUBJYCAkFU/vFd0ggR608sU3t/9ysVeGgB+1p9BH2AsoAUYVLMnL2fXYLIJGKwnfJpACQEqoPbvJxFv22R8a0sEEmlCrzlfJjVE/oS/slcmO5kkw/7DG3knyVr4b5C53cMEi+AdJFi2dU/OA/zbhA54gq133r1PkK6tPNJbN8Fa1v9R9Decz+xPg5apJP2aynLmawCY76v3mkRCkkH4Gjpd9gLUivKH3E8CROkxqAybSMu8ScKoQz3PUF5Ib+2LnQcj+7kM1n62ajrEIzKMQQwqeZ8kkWJtOt73+++vug+ccQPBnlvbeijzTOiJ/gBaAwnAQIySnN0JkWBBJSH7S1KItIoOxr7+8z/988hx5fn5gm8+e0bgSSSFN6/fdJycuSZKY7/lHn6HzsjarC8KBBKSBb98hoYDE00SG+sZnZpEI6rXm8SSD5E/0DE0xxlhvo8KVU0yyyeRm/ISZAToDYwbmsJW5X6+J6IbOoUB4B0zOir0Ur0I2wI6zHyuX/7p1k340YM7n279u//xb2793b/Clsz73ttWgdMEYs2vf/ukldz//P8OOtfoJXdvJ8kjQdGHSVpE397KP2ya90RGupYUSbA/4bFZdwJ3RSpA9rLtxDPrB8Quz9klcTcCh+ehd3AtchABVc4d8pA5yhPV7Xke64CtB03C/377C3qBLQ/wz1RPmgID7iPAiO724jlJh7kTO2PeyXt/T+C+wU/2Jzz54RVJoshOAmMitpgEjBAiiPfLrRcvoYHvDVqyZvAZkKRI1nv5chIgBkIa+mjCQAKOz3IWHl/l3CeJq2yo/YcJ8B4FI23zhW5aRKnYI5j/FYNQsrLvfWjrc5Bz/gBtLwN89gK5LkUTzCVRgBYwXn6HfA8K3llH9c39LcgsJjzpC3RMJvRYtWlCvvfrRyEWgaEZHaRJ93lDYKU5q69+Q0aTfDhobJWfWYO2NSIxEpo1iNwk2DmL6GDA1N+/FxSN2oKiA9bPxXu7D86l6BHVcZAzXZrKK3R79Nwm6vd+W4nol/FctWo58g5eAcw7NgGfEwBGn6m1gozju7X/rZTe91TPz/c5lyYeql+ZACDaBrIPnxQ6vslT+t30u9BqKxuRMbf1CLwhc9hWPeiY/Lz24ReSQrB5QfUpagWsDxpWbyIxBF5s4cZlu4u2weUJ785V/jbJiHXA79kIveeP8TEWcux53h4RzgJ8N82ou+5c8GeSr7lvQkTjz9B/iK64aGacV3QzEgbqm3FLS0eV6SGCtmnQbK5fjAu2z7M/UCxSnQ8OOskJ2B6FYdbvhS22tsDatk07zn2lTeZX29x4DPqHLSoOH3Tnw41DT/yb5DPOzH/4h79Er7pqew4ehgrF+9GvSWQt0gfrib7UVhciE2pf256jFJo5MtaiU8Hb+I8K4A6kgzVoyrXC8efA1TqCNHZmQXM/A14miVFtMMzFrHPiZ6k3C71/LVP8awHi8/d/Hs9+vxCR29+NRdIG7Uauc4R7z8Gudbr/l8Z2Drjy3TWu19DbtTiCcwdn49kGCn3/meltAHiDLnXQ5iYz14+FOQeAl7DO0M84K3VYySj2XQ1M6T3+YS93bzv+dczMPVvd0jkNPI5fPubUofV9h4Nsx7sOYm9BvVyHki/YQ71kcJ7n0sgxXhjH9oXcZILDgch9PL8B03XCzHx3T3TUkC3xYwXZT2R3+ZHqIxzf0A1ZHWchzSGv0JmAnU4BD1ODjQ2q6kDuGZo9P7/rTLd1Esx4t3/jvo/P3dOlhZFQl306CERlTCfEBQrxFIDVGQHt+Z3L+Sz0V3el73L9fU/nQbbuvPbHt89ezhAQYtK5SQFbUbvzZoqFVIwgFbbVexZ+tu9EieCdRDlybTXueVwbmNK5Y0WYcA9W4XDNtFXSsi48r0bGGM5MmKxC5mOWjAkMO+djr8xAWt5WJXK8E97/Y2LLOQC8mUTN3mRNZ1DrBJE2di90WAlBxhkz09ZsNrOQfMgonn2kDsmt7t0xYqCeg1THejnfvcpD8h+GUaGtWY8RtvssjWerP/h7A/+bsb/0vTS+wSXo0D2WXxzPMwisw30Dn2awbwVG+0MWVkg+aFAfhXj6UMw5NyEEXiIP2kQFAyYGK/ayMvgIEPa4TdIKykirZfNhK83GkWiw0oSX5U8qg/Z+FaLdN7TqB/q6JEmogJkMccic8gZ2FwdPlVYyFY9x6jRVIWtgLvvC2LfSdJEAmG9dAVQU54HteVIFcftGTtLKvruBeoN5CwvTjL65Cp9Exl97cEpnXt6DPLA/7P5iPz+chEKqH5mcCye+32fefFu+KI9Q8UOL53lVjap8NV9ogshmU+ocNjBgxS0JDR0hz9sA8ChyTXrI74ECapCkfFSYtVbfZdGaeDGVlEBA4ghZ/oH8qjM4A25gmEBhxsD3the4tO96dI/ZD2io/Xv9t4FU6Yr9sZ+fzn0rD4RIYp2BxCNrvsGWWX3hEa0o2Io1DNA6Tli/PH8hVQlM8MWj765zLO1kackWZx7NbIVPlkf7oi0mWsNh9xnqNyDrfffpV5rz0SzQXMwLR5dOaZxi02NzxlY67rrl93GQsJac7/ZMnootsuoxWKvARzelAvASgD6df/gT46V/UKFzgXhdudnzhyNaqD8MOKGPqd41scFnDj+qExfHozCzu49o0wTGCl8WQ/jS13u+95BM8tDqu3c46pJdPxnD0rh/OCI4aw04SfTr6IRm4QkYGcwFWmfOqw9JNwvNx+rDkCcxZBI9WD8q/zD8RHEwO1yITwPAm0m8UPjoM20h0kpI+KM6MYmhBhZxrloV2V6zOXOt4p99w2Gos88zh2N4zwo/E1QthCdzidGokUrSlBmmNcKatDB6DHz7pNvWaA7v+BI6ehf4L843/QRxLgOPCW1XlrOR1fWGbssnMIKFGne9JsiX/Wsefj56nJ5kPb/I/9IK0E8EQ6xg4dkG2IavHaxxT+L87Xx67uI1UefRAKZf3SZq7dSYo8EPILc16Pce3ksAAD6CI/gqjmurL1gMueFWh9fgzAd1OAG1mXFjQPf50MwI2JW3TYKaxC+MQPibNKrjUPQc+t5ZQVGnWJ3x6efXihgr0RkvlRXngDBjwiFxHwSFyhCdBA0shLfg9AR6jwx+BTRBkamKazKCtiJ7QAXJBhNb9VhYR6q015FBNarVwVvtzXo/pk8ggblcQNot9L7yc8/v6g8yZ+20Hze2MJOFnmP+QsF9Cewr73hyrZH8RyChcUq18hYnB9Xek2iCvILfd215Tdax4yTQUH3Uno/wqcq0vJ9nMX/OqQgDVDWNg2x6OsErTVwcuwmYvzj40Tt04jgPdRyDfeyr9qy8kP6U7Al02b61TeIgm98A5ZdP6kzSlbom62Aluc9H59qqJ34mFWaTQRbS3D7gJA8YmGrV4PRNY55vA3+HzHj6zKrlpbc6L+Kc63wqY6VlKw/2bHjsqnfnvh/aYkxSJAEKE06tLt3AWdenDjMhqQ1iK4sP2ew98AF7Keqo4owTgLAKU1rdXt1UQZrkwLjUdxoMofXBjGntpyOIL78jgZT34HAxuA19Gdy6nyoTnJNNnMpYeR9rKYypyZHsP89p8KFIIItmMQGSBBsZW4PIExhW71ueOed9qubLA6LzWWkvkoO90uj7S3DZBOJWX8haO2d0Gsyg9+9s6YJOQtCIcdv7FT4C1DSOQqs6lC9byWPbBqt5lD2tQAnPQB8E1lO4ZdcfmUcACRolmNsK5FwiK3BmrZIjAEywgv6AVNU00S3voDq39g4ITWPToGX9geO/SBdWc1LNhBz6JVUiVGK2Mh3dcRQlghNCnCZAk8VApiJHDBJErqNH4qQuAg785AjOs2ZA3NrahICcDrm3r+F3Wdj0gHzUXstW0iNfHqXXN2fQ9gLRmQqFj0LB/74nkPC8DlnWioDYk0dPer7vJpDcCuRPCWDT47FnI/rX8CrtYGSyvYfZ1/aARi5Wpm1SqTZuUa8GspB1ByEFeWaim3rVAa3tzz1v2QP4+UJ7E0j9FGhwEQSscirfYo8JmuQn+Yownfq55AGQgvJikh3Gaer7eUh6eMaJTvBFJy1zIIHa6iACQuzTwtYbLAzdJthsonPWiTVr0p/njcp4nP/IL+QicyGJh2dtsgnvh4ZMJIIPvuu+6uj3eSJPoGMoKzg31QfGfrACXxll33fpm/YiXFa3qitWp0mAg2cTSCbIUuhWdISs16MkmdH7ue2oCBZlTlQLt9UDuk+ruwzo874fqu3zedvLxA7hTdClSfvwzQQMIx+RTUK04/B2c0S6gcemp/XvVqgHAKRV1dW7c1sTVku495JAY0UvlUkGCj0XwrpqQ9TfACcqbzdpiqCx/U3hAyQ2AHErYopUpE9lUcOep4qYs7SyA11CeH2DDryDyim+A6/hvKk/uhckmFrRZbLN1rFw1rmPuRFApvJ0ZQzHs1XA6AHwUvxx+FfoTRtdg2f/nqrW5aMkD9CHdvefivxFDsSxD298lor70s4kTLSl0Mn+NBEAvuu5Zl5U/96fSmJg1m9SVf5Lxgm9w3urQ1d3DlR4ZNra0XyoD9qz7TkwWYkxoNuzpaz/Jops4hOBttVFa7dGRyOw0uc1ye72revwp3/zrx/f+vt/nUr8+/IKVDl45YPHVHsHghn6/+NeKoU/hRbkA0CnPsj9T58RNIp+UFmozVt9PvRMAqO+BSoe02s9iRIi8thL+H1e1Ar79Kl+nj6t9MzuhkDD1eutEPzcIhmTjw5fCDreJIPnY1SFRV16nMphIJ//6Z9+6x414b0+J1t0lSbLkjlH+NpsQfWwVfa+n+v335AvsRuHL7z8Ne1hmvSJ7QCUNIH6BOKxP0K3f/5z5hBV/XUCx6yzc+ePhifw3Q+iV6hrJ+GyPWbxFZmwVZjrvP9Nvg8PWp9jaatoT/oF7zSQiAKAsTCDzb/pQfohtPU+kOOc5+/Z82epSH6U6mXWlWRe7IF9j8En+0rzmLXj+KwQ9nWk4GtS12Av2B7gi9GNNsFx/Rawee7FZwAP/yUTe5jEk5o7Gd9Nkquwa9AfQHgiDEFAmrPZ3szhN207NCJk3CJzLkC6SYVu9gM5xoe4paEjxgZySs8MNtsuymVt1OVET8w8ixJFEE4/h9wVu5AkG88HVxHKKjf0d+19bd1TGHn4qOvPPIoCxPiaiOQl2pk+Vs8vPFFf17gQ/HxQDVfWt81L7XplLbIO+mQtoRHeyxq3lzhy6EK3+rzgbQ2slnb1mVJZy7ort4BgPxLJSLh4UD5kIjzt8dCPRZkb2pizybzUPUkYDQw2i9p5oTd4hnB/mNzhORbRjdgAVov+Rv4wHunDTdh5FJ2GZE38u9ht5lD8cJFoQRIaeooxHvZL/b0+jk3srzg/YgqO38lo40xCdX5ogkDXQDqcqXVuS5cXv3x0kdd/+X7r//m/3uTMZ47A/ud86ssk9lRtrfSzKBX6JOPbiA3NucHO5bKVFcg0VoWzHn+1B/CFCn9ci1HOdoc0Znajzn+j/FgxdVwH8fjZxeE4i7SbfQkA/PTuH4K0G6Sugr8GCmvgO8vDR3Duhv78/t43WRMbCP7pldmQcQ7NVFD+fw5UO++FYDju7yZMIOnnddjDvwHgOkdyUs8VxKwHh7xEgTCsYizRGDDS8QtBb8XtruHPAeB9/xJk5z4QiefP+Nzgi8xle20ZCNJ5vATaPcwPzU7qGhwB2j4TKJTZ267RxZj00PZd4+vgmVspWOM836N5+/na5y99bACY51rl6kOr2KFe5qEql0KO7vpxUM7jOr+jTpYMnaBDWeoQDZVyzHGhlPmZGwg6tSJyAsDb23f3oev8VwjvHADePd35XaDQm21yOOzPAdqdi7BjPzq4zI7UCa7RZ2Bur4V8JBi3+1r6m/XbNSxb4WvzVQ2srfDVEbHVn50DQrH7YM8B5zMVvfn3VseaoTPZ4qUPVH6d0B3vOADO+7JO3IVubOULmXVhvhXmJ6ZeukSBJ1hX+pQWGM8aYzpLD/raM+DfpgLtfEESWIO3DL4B62PNv2IIbdC9tNtvX/b9vG9LD77HKvn2OewERjqNUVS9iI8RcvzNqAgU5D8ryyYgQ+8fEhNyg0qcFc28l/XpcR5PZflGHX5m4Avda1BTWnLV1+nIv4WbVNgV5nK1kdmgNYIKFTT9Js97B11tMFkBt4aMh19htX1lDNr1yr0bAL448adSexNZLrxiaIbxLW/dxALe2Sq3BhFRCAgKTm91HFJZk8KETrWJQt49NutytBDWpQ4rk07WUXWmHenXM78VZssCcdhYvULmlZUplzNJTyTUfRTvBs80cLxnHTMR2BkXkDYNAPOnweKB8WEtZ1wNpA/Nc66g9WZ+o2jpLy7NbOW7ir4VDxcHJtnSyJzdZ742Mkg6NomE5zboSCUL1RrQZ3mL49og/2a8VWaUVSsvRM7AQCH4pAMQx/dWwuDU4DsX2Qid59v0LWoyCagQ7CEVdgTDUMAT1KGCSIfUVm0BFQUBHgFdEyl06DYATDY6FSEN/g70a46ZVaEjX3DCAtlO1W/+bb8vM9Y50836zFwW9mdluIHndSKbkY4zDlmyVQqLLsDqtFIBiOko8oUAGiOgDteBNwQ+uP2bSuNCq+IQ4gINBZrivZVr6BCMcBznCHLX256sfE25qDLJ5zgagVR1L1wDsktb6ZDlwFBa582eSd7dKtn8Hgcrz12F/ecAMDuJISfdMDac6lbMr87zFf7IEcjYCv1Zg1IeCL+BdA12GACGvnXEEexSzkjH0qgQeGZ9KqPsvW1WpsYJ79Jwyh4NpBwBYBw37FcrWIHxrtwTnYR52u8UyG4T7NYZDZRm+SxnFH5Y3jtVgHyxfMmTVl4f3acJAKERnAfwQfjBh1T4QQ8YX/t7MqXZDzJ3dYRZtc74cF43i59qXbDGOGsZh9DS9qNGllJphrMLQ8/Akj3MHuY+xkaPJ8bL3C8VqBsA7vBFreC/O3HiVO63gmIhkI5+kvRDZN81YESqaN5F9dg4OAO9R5UXzn/1EmFOYYVNTsJIg5wJMjcBrrm2PY/IR36vbkNFhjC80p8IMjyzySWT9GPSJQGdcche7BbPUUVAdRucCHHOslf5D6PQPqP28SwNI7MICtXosgIVulpkCKow72du6BFki7M+5Z+tqNeBjvMKOiXIxb4TaEFfYu0958qFhYWv0Z+54ZxgfldX9OEVtpNre18KsWVyE8/4mp51f2Svbt9J9RW94ej7jmSkyi8ObfqkcdH6FfqG5xUSLmMsVGb2/DrVTdhfwLMS+Fd34uDEqZx1aBY+DqMECjeY1f5bE6hsn7ysPzy6CRzjxMfhpaM2zsCp+mJ9C82X1wAFilNy+4ABEbaVUla/c56UDwvzz1wYITyoFX8DiUnvsa9fTGR68nSemQAwzkkuHONA3Al1OzQxDml+v4GEVn02MAiUr5DPH+OchGfgKJTf2xNw+9MvmtFNen7aj5VkKauOeBWBATPM6aNqH1scWDg0TBA0WL/BF35PhQPf/RJnEQ5C5P+TVGOztyQObSUbfAU+2Ar4PBv+WZ0pa2N/RZPLeA37Al9rNXEcEJwHkpnWGbwtAFrhnsV9F+cl6/E4cJ9UCHB220+r+0ugUR6lPmjlN+vVhN3qPtoQq5NVJ8ieQ5ciiaD3W01GcibnbHU/xvT0OnCSIGBUedaRzSUijfvada4udyQ29ecNQOY7Bn0ITCq3uRjnBkMKAUcV6XwOHyAxZpM+DGTQrzABg5xzoXKB9LaqheqPVg9i51PdS2V5aAsYTuQSvGUTe9FB/Pck6PKWygwrrAmsVb2nurxZ78gx4QepsC9EZQ5zkxjjWN9q5MIgN6hnwLuw11m32rW14zz/yJkNALdiOL1bDQADG2rAj4rEtQ/eZ86sFfy4gRTO4ilBEx5YB/YgpejAojqPJCptApy/NV0aaHL9gbml0nQdfMzxyRVVk1aaQufto40enU8/DIQj84AO4KPwO/UbAqAmQSBzhShU77cimt7t77q+V1fpjzrnus740Abn5pfQ4dNA3RLWlhYX7YQhIdRKHV1bAv7Q7k0goNF72KdHnOc8l+9S1Xo3NI1Oz1lt4vHoyDyFiqFC8Nb5iz4ABAPtEYDWRk6/ybwyv1T9kbiFftZkp5y76oGVx/pFWIsGPpd28zfHs9UsGXQd5VU6Deah0xaePLxWe7hL3spFUI1qbzZJBRsoPSxfI9RBisjck9hlKxsCYa/nJGnnEazk4qw+f54+p/xXGzaBhAZv1RGkJe01+R12A7om581zyPPhCczTBDeReAg4umZ8Nb0+wyNb1RteTNshfr/BYeWIwZIjAKzvB7pQz9ef8CSwxNDpzbu3DTKiV3X+OfOctSNISQ/JBKuoZEJfGv2wS5jnwNuWR7158+ryGTIT3ZZqumg7fe+7VJjDl35BJ0FGEIhO9XIDb4V9J+wWqPDI5iakI4fy3sonkkJq206rnTyfxM5vf6AnIruhFWRC4LDjdK8dS6/w7K/2kA74Inug+5Z/JwD8iiA9UKX5A0+Yvt53o7s0tEpP0zforpErt4L4UVvCKj+CcspVW2l8GzSUZ/SjprVEdJTqK7N/0IX2tYgFDSKNbVB6Ijgfu4i94uwiazg30BcJg6yzPPFzKiHf9qw8SSVrbaMwG/rmgsjD3m/Au/66JuladScEs0HbJu91H0l0NTi0+heJWE+jj70KegT8C279IIkqjAd5u+hn9iX9kvted7yMR1lw8idMcdPakB/D61oJ3Ap/bCNh7EHfafJnyPQmSBPwfZIZ2sMdkZAxAJ0Pb2JOlT9T7QnccGFp80wSFuxtn/7bz9ApqDh9XbkkUoZ+nZcvn/cswhvYh0ck6mTfoDlaVdy7+/DWf/P392/9q79NgBo2TaJJ6IFc+I8fsuffXuWZ+KGu8k6g5YHoftBq4xcvArXdBMbozdg42AqVY8o9+NS7VDnz72fPrPzNFtc+tsof1Bggd6OHN9Hr9q0//fmpbMBta+CX841syB8AACAASURBVG+rAaswOWfw5Pp16xJOALzrCbrXl/Ap5BzvMTjFomJrXYd/FbEgHzTRj1YYeQ+Q5b/+mkpsYGixCzlD8/6//J6EjiIFWblLL15UkH/5ZyuLn+Uc00/9PRXTbQsDokWq7tO3eBOZkBEmaGsfIWseJ7AOQiz3NVEmAWsSkPQvpSI/AWAGbjBwgoY6L0uDj5sMlbWuWYrfU1tAu58e4diy4XH5/FHedf1M3zkyFT5HlTw0rx+Ve9Ct0ZF9B/KP+5BTRVMggMwOyAqyjyb3Cb3vs5HTyigDjbTxupcBEAAmt4cg+Bt6G49vlXEhLgicIpdbXBM6ojXJ2zcmXF5fKpXL0voedP/CLFe3I6gOOhZ9fel1zC3RzWj3xPw4o/gUqrtOGyJ8jbkPPtNiD9llv9sAMIg4RPF5FsVR2dO205nCs/Z2Dq9t2w6XpetCUgcB5fLJ4TsmIGLbKh/UM1FokIHlar7bbITyTS/+je1pjIH1qUwNwT+ETmtHeycyiFBT4x1NzMFGsMdzn5TBfY/9B48l4Av9bbsSRkAC6douFGgwXvwrTVTL94qwFDth4w0bR0CHLZ5MdccjFsJYGotqkr9rAx/GVl59kQA+z5E3Op9xc1aebHX355xnvns/67Z+sPoIujmq0QsX3X1GJ29VuvshGg7+JBMmf7ykfca5MkwYf+2R1cv0I/m+xsHy393xbSmY0hv+X77d+j/+4dUt2M2djPVJ0MCQw8QPQJ3Br8AYROswkdh4Hc9Tp+m+RP8sGtLYsrfffZwTOiNfp6xGtNSnwuIN871uuvf8PGnvERrDzKzztS8ezfjyq33OQkAfxraOrY7jBwOC97Dz83wCYbMBZF3upa7iL34Y6yUT78fxHWM9Kpg9QMfcXYcNOI4iO8Hkfc++a9dr//75u/vshWzm9z8ETmfsZ0jnDU6coZ0vwY1xeO5zzoHzc/D6vCdmIkCErPVBxRogU6G5Jer54jJ2jXcaxNNLcoh9Ag99PwK0KsfQTv5aA5zAGopKA7g9yCpUKqc4WVHeT989GUI9MFMBzJMX0rSBkVB9+2+dsuzPQcWjwv3HZ29v5WbYV2gf1YhLfxeagq6Zy6lCrn0pe4qlsw2OnhMdzs85V2jv3hn00SGho4MxmhHb4F73SeNcB7KBImmKe90PDEvGgxFcxfNEvxvE3uAvvyu07yjtZ7ogiGr/Ueez0LPcIxSLQd8NAPPuM51rfMKUFZt1bK3teJmfkMS8BOV+52kwcwRMFW0hXMsk536NGc/lfreZeDVCjyCs62lGs2s1+5tnLh9rr5Q5tM2kz4s06P4Kg+PTmQe9Ni9rurK173Bf1uja4JmOd/e4e4Bk6pymL1YrgIXp4zPQFDaLfvcGQ3ufQeVWIet2T7KuOAy3wpk5F1aJOY+A+USwk/sJotQRr9MN5eHgV1NBmQ1b+LU1IjeA7Vou/fm3vzs5xfYe+MjIg1auVuidzgtOp1ZDEwgc9ITupO/YYE6zazvOIwh72d/8rsGeOSs9PfnZCheq2DSAuVgjqgBwCOG02yxwfrcQgxskp7Km9xJQZ3aMZz1Ss48b8OGMVCFCmcraCnlnP2xhahX+m9W+Z7aBg6nyQSEBOu7o5bwyRiP0AvHd4MXwImgZfowDtX+TwUwAAQe71dGrTKKoXio6O0YhmjFeutcoXKzz4vow3pPhbcBLujfoj/KHUxjISRNQzvuLs/lYLs+TiSCegzpyGrwXPqwBvAmEc0+rZU5nv3AxOTecz/dU9WXsyg8qtuR78Mg6ktl3skEL+zSB0kLgaBzUsTGV0QZ56EGFwincVCFbCt/aUfd+qzkPuc89OFFNSMB5ZqXLxWnfSlaz/eTX8kETh1AkMWJNsmqAr4431xcjxErv0amo6KTqqc54nBQ61tCbCLRwsfb3k/mN/O55yJd7tnAy11LK2ud3SyfrmDXAO2sF/GB+puqvMqLplgfvsh8kfe2sVuAm6Ixn4fTnvYX4ioIPi2u1PhBCmTjKPs8kW7jyjr5j/Z6VWj3vmT97LlKATsyem+oItSx1qgKJhuMryjhnvNBczZyVRuu4QUcJnbL2dWRDCFUdRV1BIZaWCXraQ6lOaByJ+TfwVa9eubarLW7yII4X9sBesBg6QOEKOQmPtrpinBdAMjWgabBb2e58y0cr52ee3JfPMNJqSG41a9eHLE6dN83gJb45Tkd7vfBO6JP9nASpOW8aRNtrE1khfK0V/yi59uLECOyVMbVnJWOZc9oK4ryvDtbQu1BUVMpYadvg28jTBlgi94E3+xJHYyu4QzQNPpGk4FbWmV651upc+/QWqQI5WFmO44LKMxE6zrJffVievGcIfovDD0J7EifcqrVW1Y9OlPXfKkYcZFZMaixRjcS11S8aUgay1cOEu93kwqVtnDJkdDNmnHTsdyFjp02GdDn2w1RgFi42RjbBAZMmBpmiEJzKUgOW0W2B8w6fLOw2fSsJdIdl0aOa39c5uw565pHqj/MlfSkTcCTw86NUS7OerQibCqRf4vEg8US9bzTxkMRX+sDFs/Q9tEKwGTgxzuYvySaHs1N9jKOHc1So8SwnkJgNTF30V9AahJMm8ad0k2my90dSmslDBFiQW8BV1sBrwmMCndfwHGQejgT4CX3ygBC38tW+jjpZ1rHAurcH5LdUZDaYE4dhjGccYq0KJt+h9ogQ0PC8Bn+TmEBViqgMVAwa1FQfXqcLwV0D3wZ0vJd9l1cKF2kynH3J+cN9OBF/yfpc4NF6VnmWsrnoEYVln0rROJGRMdAJfRztp2mSCfwRZ46xIyqas09xckG3BNB71jNq1h6eDN/FGf4+v1vedv0i/RabVBPHZIIBVNBwrqUX7ZCF8i6MXBNU7DfN71o9gQxCjGefGTcOECEHDSaB9Va9JPwYnQaLjkpGkw0P6GeRNOJUjxMXiOvKxj6HAAwyDhkpNCL8CKd/K5InGbAybKpHqSaEXggew0eEU94KRAJFVo7VnqGVCHMpP1IWbY/IlUUECs66LkEu5fXA69UpaN9EnrcB8sId5j/GQLBCFBXl/Lc4NZuUAIpadTPXFv7efqOxTECC6FkYebHQzyA2oBMx7iaJ5D94rMEveL1yhiozZCe8tRWSnLPYEX5XBKxWen4nCGj1RJ2vOedUFVm1wvhFDIglEWezwTEdvptcSyUljilhtK0stNKkaBm1HQiOhoZAIMhZIglJGW8gF9nJhW74MbQLn6aqi0Ble3T2fBjcJ1FpL/aiEMN5FzShc4ggFfScAFB4XROJs/46CE3e4yyYLEPA1p7jXKzbdYKdi4jG+9hXKoyfPp3+kN1rqoc4u8jQQPCO3VutN/weGiVgDg1zrnA8wntJMsC5yjv5DkH76hE5U4zz0MuBe05FX84ucvlb9ADW+36CH1+/UomZPquP02dzaP71a/hmXkcieGkJGRx6y7nESU/F6KJvcR+ICEUSaBIVdGwV9trt726OPuPcT69QHYrprZmkrfoswndu4ogvBGreQz9GPmce9munIgxI5sA0E1DNFFY/E0JY+4+kpOqwk1RrBZMBDM5Z4c5HX0LPbEA9MhHaMRnAZCHlYr5XWE9UHHXFVh4DZRl6bkABmwF7u+edQAHVcjzl8H8SVGffuaDr8ogEf548sS9sYaxDm809YT2p/gcivnNA9yS4DBS1lMp3hZq3CryB68jg0ktopAljGe/jK/Qxvn83uujrvos1pQJ6EV2KspNjy3w4O8iyT/T5LRJJp9F595/lcdH54LzpeQnvpZoSfebJ1dOusZqCFc6sNbou/Ad9HF4k/0zPzejGrNODxyYOfkzVFM9BRt8u4XCPCZQ46UHupVruwaMEVx4Khc3ppHc1+8o7noTG4Y1AlL8JDaMHK3vWL9YFaqCv1dhUtWc92BvWtzZn9Szpi31gHdBZCEjUZ9h9JpmM3ukmQXHumAv678MErdriI3N5m4Ak18sXL/s3PIwg7dskhiLny6sJ3DQwLXIUY4Wmbm7edd3Zs6fpAcpGvHkT2frgqskCoBmw7/wbXth+mlPtzl4zgaOSr5vXMeC/WdSxB7TziB3JmSXgi/ygGpJ9g39fhUfhCwANCD1gA+okCBD8tz0AfoIkjkT+EACjDc4ft29CD4/Kt0jGW77COm17AhIC26MT3eyPQJXfZb/eBa3gya2/+dsHt14+p+1G5Ej1Ug7GvVv/+E+R05n/+gCEmyfwAV8Pn+LnTLPFKxkjeiw2b2HhMzf0EqgTO4j9epZ1xb9VW6WJ2Potnz3NuaIy826g8X+DttFNZhyMhkSE3PgwNNCen6E/Wo48TTLgw8Dqs68fEnxFx0QnVN4jq00sQA4iG9mu24G5JsEVGX7rW6D+A41eSPHQ0d+khzDvBdKV9cfGsh+twdBHSZJhvNr5nA/PKuuDjP6aZBXWfxGZKt9zI73OH2X/oCf4TnuFZgyFKc/1JtX5T7IGT55axFS+lH+8zf0Ezde9yWf09S2tRp48TXILOjF8c5Oa2Jd7me+rBK2LmvNHdFts3Iju61Rpq8egP2vLkiyEPEHvedEew7TAic/mXRIXQ5sPWjXsemLjXtHGIF/FbLPS2ngAZxzbi4TTJv03YdQkG/gTz+38oqdDZe+zj48TFGa+8BVMEs4rNNHCR2RR5gqv5/ciWDJ2UICiy2TcBIjv3gHNAPsosjAJb99TIV+bYhXlfBe7hSQyeuvu++qP4dnjwzJZGJ2ZYLX2TK/8vX4xEi44q/zOBPVByCnvwtZGt8bnQYU3/l9RSlhv9q7V0FO5y7qwz8y79kl1XV85bhxfn3ep1+XeBmO9hzV+GPuiyZv5GZlvaxFlK+vHfq17kPezHx/yp0m59d6YtPmg+g3DWGQPfAThqdnfP77iX9GewMaCTxHsp4DUogAmZwGDMOxHj3nOZW2pouTAo/EhHrYe+yuPs0c1tKl/YFHJDAITK2T8nqvYovXDm8hqf3foWf/XpeVlfea2k2lbtew9dLUFjbO7l7/YC/xDVqGv/Dp8uq65P+tXFjUA3reJIu9D86+StPGf/mN4ymdspaAVhe7x5VKNX99VfQQkS4pGw7NK1/X9YgtOYlwRGoYE339elQDmgCHub34OAEPdOi784jkAXKXqdChKXM6nz1zH/zkgvJVGI8uOxcpztvrD7x9wPJcAsLp8D/QaY5me9ALT7MR95AaAL06fHecojj9v1jEQH7DPOc/9r415HYL7fRef7x9Bqs7nHJy+OJE5mOcq1Rn7KDznMWyzb+5oFUX+OweM//PK6qlk+2mix/79OL7zOllhrPKsY232vo7sI8C2/RZ0Fsm0XTsDlhcH53xWZ11uacXbHLBzALi9KUPYGwBuBQaZ0+x3BTt5nWaDFihkKwPHOfc5xM9za3j2/afKwioHGDTLhR1nKyAZ32z6ruk6ko/ApLR9DlrvXLfqdqth64De89TgwPHOrsEcGj5t1UzW75xYYABY+veegVak79uJ2/AYXzPrMwHg3Yc97AbNJshOtmLp04pns51ciw3qGYT1syMwrWJrho/OzAb6Z2qOxUO2UIv8W8YGw8TgUpnfyql1rJ17ZnYscz76LIy1CfzpDPeZZ1q7nPnhR4ziUuXYYJn061lGqR6Jt+s/+1H6yM0ouD8hmR8QEcNAibtDf+exWD2x2fO+j+nz/lYUELSqILAiBwcX/95q2Q0ACxXimLuGeRA0VAiJ2SscZ1vVsf15Whk156VZ7xFkDfJnXijRjBmBIFyhVR6ww60O97zvem3mlX1B1zg/Q92d+bADOw16xt6Al+mUlz3jV1ZgEcQ8AsALJ+/ajHOfvWLuVCRnUVrlfNbEeO1os62+pbKqQbcI3qngZC22St/qsSMjTgcm5rDOO51/0oe0epzfH87uENXBD/yOfXCc82bdbU8tvs85kC9qPLaX42iGDfxPABjaaKXv8DbpV4epl/yvgdI6p3WYbQB4g6Glz3yFZ1GF1AAXSkYCnZU9OFVOgbZmoQ0dN1Owcew5QMxr3/6TMsw5VVGysrZOJ6p084CF6GaaVagKIaxCjlMWpRE6aZCcimCCKPFosJcEXXtucYST8JDxs08QL/tbeqaaNg4z+lrdHdl56auZIbXaPn9b9aPDD+USp5sKIFWFwnjdSba6laRCjP4cAJYnGnSu7JogtU4hDBh7Gxba9hLAG90GOYlMytMNJJgN3r/DcBoYg+bgzd3bdYphECeQhlwOPbTf1WZpUuVJf9zSaZ4ROtjeivAMna9kOm4A2B7TdVR0ll7t/YfxsdIQf3vl0gRUUYYT9CFAjhMHAxpFXzniPj94qJwhw3sDwCbCcH7dR5wV7dNbPQ6YUuCV6XOtI+7tVIKiw6886viqyKrXYUTjNMFxY9UBwUic00BYOR/2bemtULoNNE+vZPhh1rJQlbmRwA0OT8TOFxT20BlcRuhdK+TbR7XndnmcdLgVN6zHhX/kLGxgBj6OM9mqNKtOZ4Sj0+jg2yzdOizLkz93T+QB7iE0g5PBnr5mz36DbuvE9DzVuTxn5nJuT2f2JPp6npBJ7n8CUSQVMJoMurwTqzGfLFx8+3vxCTIyDnXOGM53snVv44hlrfS75UIXE+awDhz2l4rhrCwODRwC3ScyjPN75ipdoTsl8z/eBaplt+JrA9hdn45BW0X4ULOP4YGsBdUcNeoDh7jrvVCByP6F3WNfH8XptsEQxrM8G5rBiSyahoktVgST4DAVVpyfnml1UxyXW8HKvcgsvi8qEgxvdWI3hLOFowRnJJfQUiZ6GFCf/oLRxak8a3V1jE4cfdAdFYYEhrlWZ5ytTvAvjpdTQLhScubhfA1uwQfLs9JrlPt/yb4+zp5hS1FdvBnrBFTo28d+tDI43yOossYyziycrlsJuAFg6J+zZ+KiCD9NyqmLIfTSdZ2WE3xy0Wmdybv0Z9Sd43WV6sAiDWTNP6UfGeuNk5Hl/QA/yP5u5eF+B1ppJVA80N3fnMPPufdugz32d+LFRXRI8kqrVms72HajQZrIyE16qkMp+7TVG03MoWp5gqK+Vx1ZGW3FI0FRHBpcBElwDJEgQXZ/29AgCRl/k8cgEJxAVh3yLJxI8L7PX9h3+G+qSwZ9pQ7D9v7Nm9qnSwcv8yIhovpbFgKHJ4/2rFC1kWBS5kp2uRWN9nRvAgTZ/k0ko2oSWiDBYfojF45MRJrtVYqMquzMO6mEIUBbeTuwp9V7QzvIRgMKJvixLvog5LF1cJLtHtjCOn4bGIHX2ZPwSXoMMx+TOgxKL5pEbWN0/Pye8W5QuTIiNEigonJ0nGrVHTJXzlKdMZP4vAFgngXU8NpdBPmACxXFQLqlLziOS6teRUso3wcivYq8ssIkD30X6EQEw+y95tzgW5vYqxyIQ3cSUgje1qncBAv7dbMn7W2dgBXOPsaE7VCYbfTr/FeEEKDfSNbJd6AthrQyewPCokLM++n7hkv1XvhNEw6UiQRymCP6igkw2DFAam+i1iSeZW2Z26WX8CRCUCU0plbPF7S/vgISCXet0GWAyeceeA490Og//j7n4F4GwJi15UhMYR0ig/qzTrCew8z/XZzarYppRTSQsMr/6pGTjKFdYzIAiQ7IkyaaXvwEQF0+uwRCeQ/nBpBbeOPqA9AfQSiq+ID1jWbYd3EtRB+6E1eTPnNGsL/R3e6ReJUg6vZ5pRLzcYIHjPND6JIzoqNP2FXW7c3vBCMJzlDZbH9QEnr2eh3o0+WbbfvFeDJ21rFBQs7cbAbVIegFrZirA94zqA5lNbDznAqaiz0NnDkBU4JwbEAq89JnkkQcEngK45mP37y1uhW5fRVaJSBnGwL1zurRoe9WImXfrlPJXx/J7in8KWcNBzK0RiuocaNWD+DavsSfws9AQ1io/VYpI3fJYsOJzSw6b2XGJqKtDwv+Rt/g7Um+ULx8g2CiVfrKbt6NHbVnjyrBTUBnTsiH6/DU1+nZiYxlnY4AMNDpBBqYE/Qr9CdBfqr3filiCMgeCXBln3/7Z9Ci1IGxmXE8U4ns3shni1aRNYTevuZ9wvWD0qFGdhTEcCaQR9hcOgEqp8f+hx+xnST7QQ/IJxKIblI5C63QZx5aJgDMGjx5Fn0kfPS3BL6+5AxdP6Ni3R26SRCXyk7k1Id3LDhQ/eyDOg/upELWonOHoQPV28rcfP3tGwLQBEAYu3qHl0lXrC/n7nkCjtAqAZLlCzzLBFvtnG3L076WeSDBbmgEuf02FX4kf9W/mKUBKQCZXVqgIjL/UZXO79kzbAXugwdqH6+vlTmzQbezNu9Kz/xBT3r0GP2fgNQkyCYp0pZhOrVpQwDNbbssehMrK6qRV15Tdc/zqDxfmfQ1vIh1Atb/Ksgb8K+3CRjgGkWu/kLAMXOggpxkyyc5f7wTXkWg76r93En8UXaAANPWNOnBy57By+A7oi2BWEIS3tMikCAL3REco/XEh16/3Po3/zZBij/oQ3w3la2RndPWj6rumxv2hcQDE+JvEvxnfqBKEAxlPtUBxgdB2w/QwEgCAjWGQE3ppm8OXSaAVuBXbJ7bEz3Nb6CFJuIE5eXVb+EX96zwvVyZ4/Pw9Tdv0tP6fvq/ZvxNNPuFoCy9sZMY2qRC16X6YP7D13ZFmxNcEBN3gInQf7u+iJzB9++mBQUB+MzJAHCQGpoEM7Dn+VehrUe1PZAspSXk88Lm4y9ZOPPadt0/AunY37QpAmlEFJvbtTFzPnKe/vSnJHhOLcsG+ajIf/4sNHDh4VZ66tOgRQd2TOTLW1Et8MGQFEHAmy/dvIVG2AcTF66vRTZqoK70S8DLhBfua09d/NL53e+/JTHhIwkWHAUDvUWMCc/jXvTfVp8PU699jr1Qf4znAB2df98hGRAUkCf5O7rup+jSVKGiWT4L/4Hjlc1XrpEQId82rpF1B8mLxCJ43diK8CDo/+atumkRs27Ht5LnmxTknvNwTOPdu1bNZnjvUsm+yHzchzxHp+L81GY7zJjyW/4w3x8Kg2rv28pq25Qwb843Fc9Lc7VpRo+Dh6MTsseotq10zSBpb6E+bYCetSu/2hgd9kWSPvTHgEaTxOF8p5DBWZf6IcL/sX/kjYzNAHWfUX5mANge9Ogm6me7TiGHjgF+VFuZRJ+MI6vvBuETyHuRFwdSj4k0fH4PfTqLa7sY7TJjGSCkiVRWYNbGK6wS/5Bz66VfZS8R+rS16hxSxWjS7KJB4ieuXZznMQfWWBtOfZ9e7Nht9VHn9Yxx2yAfzMW1gWSh2vpnxqF/bvWjr1j/zxby1Y/AGBXZtxIrD+/LGsen9n/++7dZR9un3A6fws9GojBIK1ysq9Xo2yZQmcaFvGwLhp6fjOvmg1rB3rDK4AYb9ncGhqw08S0GBhTKLpD3+ufstOvto2QezqgV4vO4eewu3rlC8vKdi+A/nqdz0syP9Q9U5d7YTjZ+nWnnQKBViRLjXlsdWqV3vr+KZTcBB/t8YCaatLubus9Zp7vrMSrqKfD7c0Wy68rJ0JHB9XOAtp+hIOfPjllIXBd+lY/zvu14zlXAl8nyHf7rfp040uxhD32zsgxU/Rzk6+GbDd9y/4XPYf3O9KTDdJVPDQ70fqtIjzXcsaNINxN7pJNQWpl/M6F9Drk/6yRwGDiRnF1DQ4UghMG7x0flr2PZis8d667tPsvghw/coOnOqfSdzzfwvGsK0yi84zgfeM/SsQJBg2o/3/ELR3z00V2oMMei45fd2h4uBlA9Z+NlvWyrq3MEvIVTOAKldVoNnKBKsuuxFcAoXKXnCgzn34xGKrKHTnbNrAgdRjJ7Xuf5KZjs/lo9vEHSDQD7ufvK1cw/AiJ8ftrr7ee742m1YH6PkvtD5TWOpY5Dvg6vosdRg10TxGK9FiK6Y2O1mgUkjWmvk8FEYIis4b3LxUaOsJ4kIJQOKlCF/7rQzgQ7dlPcA4MjXCvoreQUyqh9MgnOhm4vWZZNA1z+cZyf7f1a2ZWPL04vgrmFKjyqhl0PKgvW+a7DnLWvID8FgLcXWR3E64z9ic/hYNS5SxWagat1aKtYa8jsWggnrWHKGFDiOFd8ZMUgjzKza7+z59UA+QrngUjMu1dBaJVpHblzzkrPZrQ3qBrabAUn64qDZ5SqhXHegGzlQx2PVk20J8c8c2nFgPihLdt3WIdaq00IytQpOru+fAqlZqo4rKKjmmYzG6dqNO/HUGEJqvQTnK5SxNLooMfoX37DWbqLUk1wPGOygv+Axlr6UikapbB2pxVJBhoNTHM2GmAk0w7+1QxsZI33ciC2Kov5nxPEdM7ohIfuCHCgEJfW4AEZP7yL+ZAtbb8X9QadPQeEfoO+PG8SW3hmIba6ZjqMu/4db859Hi7cjdDKDTBGW/uAsUAgP9+B9siiaxXpKF+VKSipjWAJF+YrpVv4oEE3IFiFSHM9Fw1h4WiUUThkcf5wqfAyHqsjW90fw6dzH9rZ6vDtbcj54UysvK3ShkO5GYADcYxzfar8DRSbY1naa/W2sO89Q6O3IB/3TG2PdpzFQsLaO8/esySC0JNJIx6nceGKG/TLEp0TD+pAlM555yeCRfnAHmYHesDtVBTUYd9iEdZNuDCDHHFC0FMG+Z4XNlM/Dr1CW3EG0G/yrfdks6PgpjIO+l7ZgULeSrkqzdCElUdb3dQeRnEWLK2ufONcFQkgzyeBptnUmTF9aAjkMRHWU8gpAsDTfy6DaX83gvLItuwrjlZoijnAM5uIwLNCe1b/xHDAeCuRGUBmUkBe4YhcWd+gSM8QtMdeSJtWMJjVaq9Dddw6htprMF9JJQjBWaHqTpDO0/uwWcT0bKs8H54EB0DdryhBeTfoAB2QJV/HRSHF4VEYpSZaKAt4xxip7Gee2SzgzA2ZtQZ79S3mVDpc5zLB9cwp+/uBfkwJ5LTqAP21hhUGITSDszROpvIjK2fZa84jazEstZNpckkDq64hwacmH7Q/tRXFm3FL1naTxsrj3/eCTgAAIABJREFU7am7euTPdsn+vNU/VKUgL9orjhmNToiD16xsJdQZHaX6MtVA2buVDyaEsb9jQ1Tf2KQvEzwItGl7uObKOY070CGAPCM4ASQePLRrRbUe0KFjacuzWZ/cm3k+TtCKa/s+3aJHc7OqgfQ0YNbA0STXfUz1Q3uflk8nKExvayDdHvucLzHymVdT1zLWB3XqKtOAoGo/7exvk9EY05wjaKEyIueowfdsfHs3NlNAvQHeZO+qfESFF1X5PcscjwQfMw70OGgeGLraL+E1nxMAZu+BfHtPz0LmNDDS6xCoaBm9nWpinUk4xnN+gdsO3Xz9NlDCWSMy2o8kiWkpcrG15hymeot5AvHeQFieyJlhr6DtIrdUf1odDt3TCkwceDjaoGveVYsm9+kg8twsbBkyCR6HA6GQeeE/OKOA7gSWjh6QTTwaZwzBkfYZT2Wmva+mqha7CJmcB/dMw3vLp3MekH2I7PBbKresuJdf4NQjtkDlafl4+BvvQw5zVll70RpMqmvVYBajiSVZI7Pe5SGiRqAr2E9y9XX0NKrh5FXTvmGCcDi9WqkcHoUjmqofHf/AlrMu43Qd3fB8vi+OluEZBH+3t2mDALlwqi7yAsEvLuid6mqcXqwD9wA9TFUmDvOFOJYphD8A9U2fTZxC6BXhb8g2eNqiDJRGgUYsLcehWAcfPTi3Rzx6NXyDamt/73qgk6LP2n6Adb1qlZioIlSQF20iNGW/Ovt8wdO5rjIXgtBcyCrkRh198Jp8n73hedBXqxAjD4BvZyxCrNqXm7Vm7CSq4EDC+b/oRHUocr5SFcRFuwJkGT1rIX+C+si59t2NDED/1KLRHtkzssgPTebJvnNOmC/tOR6C5BA6gB+xNkKRDvJJE7is/OMSGj3hpdCL+4y8EyLdS7v300D+NiljJgGdr61NMgPtCMpjL/tx6K/MwqQ/E367HwmQ3SZAluD1x3E42+OVJIx3cUwHgpi+u/kEyFsqEhkLwd/74W0kA3W/CgOOXpQ9yz2MiX1oS5c8j3P8LpVcnJfnL6gUhT/oG7hJQhbBnbv0y57kRpy08G3tJitRCaa8/5BAY+5rxW2RTNChlbfrkDSZxtYF6rlWLTcRdZIo+oUWVoACIGqHgRzbB0ETVPjwLuQU9AnPYZ+pOtbuN8jMv59cPSkvhVZNtARSlsCUsPW8n3AB80XnWp6r/mAgfBN+qdb/nj0iiWDcSmPjTKIzAdgmt9g/vEnxWWdot5X3nZuIKk0onHWyakskDtzB0NGXzktFHJ2NAFP5QHuJZ1zhFVS6Q5MEKQiUE1Dm+c9zXnQES9f6Ur4ngAbNfAoMrX6K9uCNksU5RR7Cv+GfDWqw/tgMoS0CUcBWvk9yxBnlrWPl3voAcF4rQyHKTZYpMlL9HaIiGVyfgERpUxl3c2PC71UScggAvw3EOfKQqmX4FvN8Hz0K+Y7j/G2gdK2wx++EzhB52BYTkSnhD6wT82ol/vgIv0b35Kyja5BoU6jl8OquW+YCLC4/U4W+dljV0PCRQis3sSl9vPM9+Do2fv1voKGgZ1UvRI/iLJsMVDr+5lguiRe5b6ty0ZsIqtbGyUKxxuiBrYzuOaNlDcmR7KN+k+cvXQ8SOF/9TiIafFM+DOQxtPepicOeY9YR/eK3316Vnh6m0TL7/erV75X3JCnAH76G5pj/08DhA6aAPv0qMOzoMA9B1mhSlT4qAutNpMg737x+Xx77oO0MSGDT/mzC5hd4KP2khdhHx0Mf5sLOQV8tbD3yo5CwINlQHfopwd+X+V6Chwk4A3P//DlJZRQfQFN3bv3lLyS0JACf/rFXSdyDxGiFcU2ySK7Cc4e/E/it2oxsYT0y5s/0GaeXeOZzHR7L9eovnB+qQPH1qk8XAjrHnfh/cuW6zt8DaU2vdZFEgt6QwKUFFCiZ2Ud0oPCw5y8IpIaXvzfBGBQV5nqvvtBpk4GfUXFTW5dAH4m3bRsyriLMLfhFzQYS4tJjm17K8DKu6/R6tvc8MivB+ZyFzjs6BnLhJkkjbYmC7gTK2JwHvsOff/lHkmqw4UUs+9TAOLwHPpCzPZWtV0/1tTfArNumFzZZ/50/hEKAVGbisC/G85XEg64NurbfQQ9g7dsDPrwc9CES0tAVniYJBL+APFP/ThP8Qu+VcdHRX79K4s+X7M1jnisCDDTHxR5dfKlsAH4KZEJ+V1/h6NLqRdEri3KTBPKc0XtRO+Flv/9u8hE2/i8NKKuPIZNAJSu6Ttbq6XXswla0IkPwMbkwnJnCkyeAaFwJ3Qr0kGktNC30TP5hUOiH9pBlH9/dWFXKmP/AL1z6BRFnK+1JGNqe0thyFsDIB7SD2Ttb4UBbtHswcYF5Fp1rzoR7KqIC9IWuLHoR7+Y2ZB77yTi0K7XVRHfhu9gIH29IbuWARZ8Jmgi2XPvO42Mpd5M+vpK0WINs6Ca/4KxV92cW+M5DM4uMRps0RgHrQR71IV1mkZP0/2QtXKa8Wx9LUWCQ7vWFmTjQ5IJ8l0r9bXsILS4KGTy+KE55Dq5z9My1ezfex3pZBOB+/TF+OSnbtcaXUBS1+JI47xWLHpvqyOgjnL367GA72aNFyen54HMKQkjgnZ/37wMtFHvPAghQPusDapCaNfdANvEfGucIcjwwp5EP4SH/8L++LUoDPPjje31hnCdiHpwNUX1s48G/tSVJIE8bj9AKCZs902/ei/16rk4sUY2BcA54MrFLMHEcudzLGm5geGGhj8CknPDngPARGN2lP/4+VwD7/OGm43ypU++noN5tVmgYVJOlBmJlHQBH5H0YzYbWGdsEkXnXEUBFoVep3+sc6N0AcL9zcbB558R5RlFbRfqnm+ZdDcTgMDo5Cc5w0Bsk3H24BIBResfZ4/qqNO9engPP58rZ82rvOnJi6nCA2GcsJeIJAP/8HYMhOpl2fbi/BzzXPuenuHLXozA7OHnz/UuVAPsJ4+Xz7IVG3Km6c51u+V0dXXlp2e4IsaW1yqrpsYCA7TgnwL/V50uHl8zTmYsVJ+7RGqQr3Ml+IbC7dNhgQwXV8VmDJwRh8v01OniWkI/Mr5TiYcm1wW2ctBsIdO1c7a0qXaK+7M8EXLdaeBMVZLP8n5XnVtqaTV1Y1tIywQsTF7gwLoRA4Xc4ZVxTznKhGucyC8++phofViK3UnY2YYOGDTZOMLQ9xMpAfeFm1y6cZZ1m8xrWHgZ+7gW8MMYNDiHweMbseXnOVN42gDfz3/Fs79NJFOxzMT413sj6Eg5B1cIgHc/HP1/jKuuBjvilmTQ66Lp/kxEOv6nSAuxJ19SqoA2+Vdn8aW02cCLkruelRln+DU0B4cI7WpGIgX06fz3/VRA8I1tNyccITGnHQJlVtW6e+2mwjaXGQOtEdx2HGG7nHqGSdVrufhpk81kG7YTBrHO4MCwqwQbpII7tP3mMqWvbdVcxkk4xgoSz1JnPmZqACL/eczKy5XJu88J1OkpbnsUfgpH5WYe740YYLySevVulR522R1JG9y4DNKCjLGiSAmtXY3FkGYoO+zA8k8AW61A+RDVEz4uZa/ueDdITWNy+y6x3+wxhE5V/bhUeFvkKHpU2HA0NOPhI3MX9951WcphgQK8SLhyiJRcUr/xcpITut706+6+Ol7XRiVvo1zjQzLCzMpoMtD2zojzYv3Rli7QoP8eZYJWbWZE4utfRpKNY2DXpWF7QQAl7NeenjheMBQY3e4Rz2oCKi8msW+HZZyl7mUOrXMLLgDbufTilOUcxCAkOEgCubGlVDN9DdpkY1Gr5rsckqWBY1xGkQ38ztNk3eBTKeoOwzQa2L1TPCxWsoent0SKUuE4L+5Gu7mHAlgpdnBntrYlR2/5DXipvRx+PJg1UYZSvfKRKEvorPbs2rMvnwiqHv+HAX31gZDpjgEaY/xQDdJkLe5V5UgUJjUA/f8SZVDqpw4txDz8jaBWe2D5ardTEQWbPZuBUhewciL1kXdvv0eoGoZBxAguPVIhQ+t0RVKpDQZnFsN9Hu6XX7d2crYXSZv0eFTY1fKqZx6wtZw1j2XkbAJ4EFQL0TYxAtpgVb3IAQVmqO9DscSiT5Z/9ybsb3KDaDcjTOODoOdWzgNMze7wQowsbvr2vhEHGkWDCBt+hjxWOQipt+D5nosYmcnbkyMo/z7fwo/Ts5L7VAXQ+whOnTybO2VTT4chnvS6VUNkLKuZR8jGE2COcbjdvCRAoaHXsjp6Y7+Lc9uHIRMXbVwIs2X7oAjakwUSlMY4fjTMeB9+rIpZ74AMY7u3umbnfyzysmND5hcPrDtWf+R1GGwYz38Np0mSRnM069tCrCGa0klsYJM6vPXTOCTbwBCtQ68DM2PmbDN5C3BEAYwwk0BTS2iQLqiB5fmEZR5awLt7r/vtvz48QoNoC/n0kN+JcfExQYvjB6rvq6jjUdGBW3Ia/QmPbl1gDWsefCABC9XaPyv6U/wSDtjVD+TzB8u9A8VqtLUR64BYDh4vuYP9jq3lbGVicLq3XQvuzPzkvfEzFDc8R2ranvTywjvmpbMLgNOiqY444Dnzqj6zzVYLLIMrjIMPhQoVPYVQJAMcx1ESsWXPmWnsBhAHg2DMOYRqFPWvQCmi3ykCEvjLqMTCSLGDODo47AiBU7QIfXxjVZMPDPww8suaTlNhKXuS78pM1tEqW6jR6vhlAe5fMd2lBx2CreeEJCcIQVLh/n6Ap68cfib3Qyjhm4pBn4QhotLdwPmz1GoG/IkCg26B3Apk+qCzdCqp2Dew0KEZv3tHhcJA36WH4FvKrLSGqq8v/cWbxh99R9SN8ux6U56kgAr3gY2ALce4UYjlQYby1PaXbf0r5UwjCyBX0xw0Ao44C2Vr7Iu8S+izMoIGZI5GRqj5o70NoiGcTuN4eWoWDay8qgzedK7D8WW8h+Vf+l6RGV1Mv2RYJnHUhUYXR57KfI8E4oXTJeKfSRPh0eZRnmkC0z25C1/TwrYyOY51zBe9QP8RRfASAF+aauW9/SarxqIaBVxFUK8x7A2LyF3Q31pCg7Z079A408NMAW2UfAcy0/6CPeqvtgSolCMFebNsbDqDJOhuoYT7bp70VjD2i6qftDz2ycuG6oWFoB6eQ+jnJCOoGJHs8Ds2z9gTPkL86HA1qcT5w5PI+oEBfvgSe06DIJtK1D2n5Os5wnKkkwMAXAxmZQBZ/f//DZCeC5V3bnFd0pJtApbof+XbOC/11y88n6RH6ACae4Ra9IcGU61Q2MmfmgVOZdhQkkOy+rOOeo3mfHpjoIbUFbXlRPWkgnG9HzwAxoDoYTsoyPBLANlnQYDw8Cxm36wO94HQFSvkSAOYcjE2FNEPGHtU7QnbX8Zrz9p7AJrZt5ly7MoN98TI9qjO+BqmzAE/DR+t8h39Fh/hIsgdw2qxNRllnbc4473icoCaJPdqG2YvRY5+/NHDJ+lavD29q//MEBrrP7ElogIAzNIEDFFr5mPm/u3lT/QQZCT9sT+o6XkVFqHMxDn4ck58/h/6JqjRR4XMrfXnvA8u5tDty39rYRZwhEFyBTOLDTeV8+9ZSOZg9R+8zCYZqz4Gszr+rSzYZxueWRppAO4Fi7mFP5xxAF9tvkLVB/xdhhPOWgBN6ysj2TSoF6rQO1+wZ9LS9gtH/1OXo2fqw1f4kdvSsYEOUjpTpnAjOPfootFP+0h709meG5t4GmhZ9Eghizu77OOmr+02/1Drrs9YbACZpobwIiU1lWvhtg6nY1/VV6Vfq3LHd805oRmVMu6/ILbmH5LXqxHUsa4dzb9niOK9traEMNrimHKuePU4mxk0PW5GbtBc540Caw19uJ2DwHf0uVbRtAxFIVyrAob07rCVjyKRfvULn4/kWPlRmog8Au5k9B3KaxJFXr38rL33+7FkDC1zyXCua0Tugd1GThPBv0Ku2q21YQPtgjA0WpnKW55MMIEqP1XLQhjDSomJghgGRy+L8cj/6BIBU2cPqN1lrAnjorEU0CS2gA7KX9G/+I4Fq4cxTZQss+J3HrSyDfzCeP/2N/XTxKRJ8Jbj+LHPVDoDWbUO0SbucY9A6SEB9nUD28+cvShcfc44WrYTnkcCDLP71RVAKkhTHojcAnD1+kuDrx0/AUGvjYRe4pdpsbQsxycDRLrpe9NOlxQLIC9hhtq66nUB0As9ZJFEG8J6Et6Xd0C89hySm37r1X/3dw3wXVIbwh9geV1k3KkQJAOt3zfpkXL/9loTYVFa+eJEgKLrZuNjYhDdvwpNigzfhI/Rj8M/QJvapRTMZAUErxsEDq6JDe/8/ZW+6ZMmadGfVcGrIGrKqTncjEBggwAT3fxcYYAJMSGAYvzAhQ9/XNc8j61mP+46o6tMg9unqzNw7dsQ7+OvT8iE6M/pA5kn1ik8fYou9TIZ4gmRuBkxCVzW4kuCMnMcAZC9ejr8qTOLps/GR5XbvAxhSfQXg8ir0/B66yEDtDz0+6pzJ1/k+eokVxbLmAbUJmP302d7CDwPO1NcU+n2ZsbCvvFhXkyLUxw2CxW6LLU9Weio4MI+//Pk64whdhj/zoo/tvfvhK6/Mbr8afeDj2PKsMTYiFSoA8h5hW2Sp4Ne8rgPU8noRGkTngA9Wb6neHLmYoEoA4JgKGfUGumIgRj++RWArelPGGf747k3OV848oNvtOwTNfcoaXpffFw/KKF4xzqzTsz9RGjtVMpIdzZpWf8oAHubswZ3wQzQYeXwlyD3orT4N7Je2hDAACH24AFm2C3vyTtYDu/Rlys2bbJNrK0Nz9lPaGb8cy45+Qabpk/QtRnccc7g0hk/jW+by43v0vVTSoW85JaYp3b4ZnjzbCqjjj2k2N/Yq+rRrbNKaNjDjv34iTVX3zf8R/ADfbBWR8Pcn6SttOxxsbHX9+5kP1I1bmEBV9DuWhedAN+tfXN/jgsjwGxMZbI/ScuMEqrDWlXOxW6cnOL/XLqqunn85RtAvc4VusM8Y451WOQGo5QQSPGT11nf0ks59H1ONJ/v9rf6pASDxGUQ/r85Jawmq+UV3xN6DX9/O/U0Kib2VfeGc19WPD6I9bLK3benmZ4wLMYA5gn3BjdW1rZAooGxwFlWheG99qviJ1p9rFTEBYMp3qwtukCrPRo/idOQ8h7iQi66xtnn9B7XToNda1x33kGzlGYB9/Ve7ST1tfL+ofCvhaX/wvK3wwDhQdo6EhwY45Ma3qdDB8eOKrDfq9P/8PxBoSOsG+GDumYAqYNDac5W3JDJpr6tDPKouRwZwq7RCnwsAM5CLI52HzKnYRvUz/gMAnjfOwKQGlrM6g5H73V9/nrNVf81SXeDz13G13NuEJ+JoqpObuajbdFFLgLnmDGr/mlG7i7/f/XsA6o5573sAJH9vVqsEH2PaA/r3Mm1Vmv1XAoPZ/bKOrEfLZBZ089oCX527TvhjrD/vw+6l63N8Jlg3vSNnATH2uO8Ch0rV47WgB4Ju15BPNTo26pHIjZnTz1+votN+NiiFnJgBd3f8u+9H4IFC89e18yiUOvr/CwLvSO3BwSCOdel140DftdChp0PiZ8BuTmd+NCLlBHxsj8w/AtarOGdeOhCP+/J+aaz7pMNiI1eWtv7eeu78VinkbwGoc2lrnREtI0bU/hj+OhgFdNs/dRwfCiIWxBVjLnzm73OGmgIhyO1YJyNtomO7XgX8/MI6RRYo7O7AnE+BAs0yqEAXPOp+sxYzJz6clb8QnYbgjtOxnfeqAgOQO5dc+gbjXGW9eSDvN9MWUMozwGdmmesg2V5TW4IFxQIhSKbcJaPyMqLjl3Uuwuc3K0xgywjprkH+3n6iS3fMB0F/6cUyJWD5fHscohDUCV9a8ZmWiZ49KSB00O1xb0BIjpYZzM0QJRAB2kRQUtrDozprIz39CgBv5ifPXF5ToIT54WCKIr7RXt2fFWh5HopH6TMfNHJ4zsKC4N5PhyL7AWh9lHaSRnjxPQTyAur8xCFU/lfBLwD8R6/zPSxnz3csfc2ritiJb2LY8iKrZ5/HGAv2NQpxDgvjajYkZx1HipnrPeM41DouWRuVNiyxTlT6gElZj653FCJA0/ZWmnPKGm5FhZ0/j2UNzNTJ2g/NLn+Tt9CTkSyNn+nhwgfZnl1TVPrwNBVRlkXncHtY1YGh0xXnR3kj69YzdqwX/KAlLXOBosN+pZapNSDDszblkGdt4ddkGEqrnA1pi/dx1xdgymLcqjOQ6EBAb8vOLPCP8tg+M3OTLfO+WRu0ALhHmUeAYpQ8wKMq1QC79vzteg9NbuYR9KpyOBmkZKqNI4gxtN9u91Pjbcu4c842YIGpYAjiTNpSwPI7HW9dqTxYZ7jZ1Xxns2+4j/1VAFqlOP5/zzyLbRaxZ2MBKX7HuUFkpJkLOvc7zm6Ee8SalN4OUi5/wOgCqGQvMB4Ap7eU/+4vzGT5LkZq+50RoU4WKEbjAJg8Z7Oq0VkoVdoS2TFEAK3s78M500GE3oBTs6Xnuh5m+XT9ciPOrk41nZK87HmTsxeatcQdmX8EfemYYn1bTm56OJqJCa3ao1oDZrNHKYHM/oyMo8JG/oPG6DeIYaTjz/JgnIvVkS6VIzIm1rUg9+g03BPHH07Ilrca2YtcWeB39wHapNQWzh/KoLX3FQZVLRGBSctXrR5ohuieOc4xgS62GCAauNs9AKSVHtrXsefOdWhmLI74PiPGDlmQ2VNKaH39ggMB287MD/aueDnONECK9ulhH6Ux5t7AoFPGeEHsnDsyICj7hlHboIYYM2A6P2LQ4ji8Hefpyhd1ZcCsGJUt3azxhfMaPrp61QobZGVLJeH3wZbM+tSJUGcotC/4RJAFL/prSuuUYTRj8VgTM/2kD+jZcnfVPRvYI2+1r44lqexvaUls5VD+Zc04hw2eGqHIPrN/zewrCKpBbaYJY8fpxtk06499ae8vekn1LDs3g1HUJZstO0oc580sRuTAwwZ4UBKOYI3tG1aHYe5BptyDAIiUM0SqcZZhxjv+rShhkMv04p1KF+wfTnbOLOUHMbhxFHE+W6o3Dk2c/ZTQL3CUgV2AmizNgwCFlLJqaa2pTqH+S8YTgLc9oLtu+QCZxt4a2UyUulUacPySCXYnAK1ZBqwTq2+2NAAHTmhBd/UFe8MaEIEu3V55U7a+fTbJ6MWqZ/9CP9I9+usyyy2ba/WCAqjVD6wWYGCZ54bx6iRSv5FukO3IVeSjpfMxmQCAcURVD+o5cs3leVCHwVSUp2RZeC4OLBxH6B04fqu3NoPM/o3vkpWFvG4kdN6nFC80AV8FCMF5hyMU5+wGbdapTYYszoaMn0yC6k093wEjCfrMf4yzAVaUZ2+FgpQvzzqR+cu+ccaQHwZVAlgjh11D1kjAXv0QuY88xyHOmjQyvTQH4G+mtBnA/Xq/0x7HmbgAMGtuBgeLU30Ym/Ai31R6LNlu5Qmeyb7Aq1jLc3sNrmWNNmCP8tr27LSXb8HTnEf7dgLCo8cHiE9mlJkKZMUpm5VnG6AHY+Ocu3YFxgOmQKOcW3uKUTqQEs2W0NsecgRyrA2y/Orp0+s61DiP8hYDKQFG4NUbyFI7AzA9PLElVUsD9nuzAgty+W5LDa9zGH72KIEXyM8GgF1s+LURzJBvJYHocoJcXeWurQGJlv6HT0KnXU/WpPJ9g8JSXYCs1NDGdcpRFmCO47X9KwOOwk9qt+Q/sgK3vzr+ETJia57mngAzyAAcvZw/+B3XlNazN/RDZB9WD7OnLg5VHMaWhYYO0OsEL+lpThsJztjtnhP5P2dQO8qzlb2rkJTG1GeVFZQvZmzQ8LvyBnVevmuVi8lQyOWUue7X8hlBJQDAtLSoblCdy4xJ6IYzRQZjq7vkeXfxgeW79CnknL951eadNx6kNy/jsWSue/LmtW03eNaDOIS3LDhlqgsA5PuAYQTWsHfQ0U18AvCeZGoSOHQjJWE9XPI5eDv01Exg/p+AjAAA9+9xbiLXc50Zxej00EGCJDLmBwEloeXb1bXNhmE8gGtk8l1kVsE7de1v9Mslqy/0+uWLgTCoSS2TGpmOXCJTTv1kHLuNatfPpa8o61qAyHNI+WR9JtpnVFQ4tzdCVnL+eQECq4OZvUQFggZx5HvQCecMmQs4Ri/N8uMnZPRqA1I1wL70yFD3n3Ni4Ai8yP6vy4PUDTnfyAKzWwlEUaWQ5piXfGl1uwmWybrWccyzKBnfNhYwUc/o+2R8oS8jC+jlTflQ9JtP8FZK9bPm+BdG/5S+M5/fyezDJ7aAjLYbPSzhr9VJoC/kQdbHvurIH3i4+serAMDfYiPdSKle9p5MvW/NwqxBU97F2iJnPrbSg8GXJjcwbwDvzDulVqlIsj2s6xutOofT3tYGjBkeS6DQ02TY+n3WBCe4vj8CwnwRnDK9ZQFOyLIHQCRjKhfCj5DNlM8VKLIaAuBr1cj6GpWRBhmyB6wlz2O8KWNf3M0qPujabXGQTPeWncdnMoGhAC8LoBFgQjWBDzlnX1JCGCCIXtcfPr4LkKpvwSp5rHPaQcQGgV+SzUYQVquK0B81+1x/CYkZw1teJ4CMahTqqbTMk59cP7EHLmNd2bJV91iLOyOQ9Y1EhuZM3bv6eOOf/tPr8JbQHbYLdkie/zh7X5untIfGWVQxoCCg0PvSKT4XdPmHD03h+5DzQ5DEjZTirSxtj1BuEl5GpuNUPUKOkWlOpRoAZvwGqEK3c90GhbbcaW5FduzdjI0+vW+jo6CnALCgkzb7kdni22pgOPwDnkP5bwHa6usEP2QO6M/oH9DP22S80zP23t0ERGIDhWbIZPz+PWDox4Dv2SfiCsnEvhseyhZDKqjun6jGcfJTQkes73VsQIIGPxJgl7+fhk/BwdpvOz+vk72KjcjvjJxTWEmZm6PnNWuUIEZs6azx06fJ4s77bwGA8/Bn6UnMfJp1TA/iBgYYdAoQ/Z0ev/n8YUor849ntErYyLoGc2QdGric/shfE+yNfnorQR3ENd6oqL/DAAAgAElEQVQPfVZ3zT/OKboKr+v0HWY/APjbSqIVBPEdb7D7HMWxawyMwQDI7KqLYDjYEmXiL3u271KeevrcUgWOCmbfIiOQ8YzzL3+mbQLAaP6UzZTOHZ9+LOio9m2qa5E1TpAba8B9HzzyXPB3/+VmVHFAruKvMWOW9x0/71fPbUn5yJvcgz7FnvHoafkuIGX9N6G13/9EAJ16IGXYi9NkrthXtX/b05bAEJaCwGPOlG3uGM/iJ90f9JOpqFVbMnSinktAp7wJXxFnF/rST+fZapsWZEKCG5AXuLAJRgUAh24/MmcVi/oGfmCHJbDkcfa1vLbns8Q4a4w9RzCI5eXrb88DbcMBP1eXOPvC0RfJvda/yf+UTfY+9r6fW03NvsQmSwgUq+P5D/8ENgvzaJWqJhxRWUya4tpm4qPbkQBHwBzkNfcQBxnf8xxadTKfU1C5fB9Z6XsmzHAejK5af5XbwpfRHcSmDN46aGoopz+cwwS5jM7Ye+Q5PJLA8Nfhn//236DzEbCRvQuPxFZFZnLVJjJxpvHxtB0Lvv/qr9N+71cAeI7fBS3fEkq/Otl/BWz3e78Cwrz/KxC71/LzDPTu35t96CbpmFiQiVW2R6QlxNbBsn784U8nx47WywLCv2b1XuZ7AgI2+sTxeMWcq/7+M/Dm5o/ucvm5993v78/zvc73nDPV73Mwf83g3f4vdcL1mmMVFwC+OKE5nAUgzQr+Cdicz857AHGss3gB4O1/aTljQaTdHxmTAvO8Ri1dMPuFMNrx7HW7N3Vm9xDlAJSXTHbRaVDHd818ct3cywV7d46XMXSvPFwH6H1aqH73GPfOZ53o+72lyX2ufY5+ns/S5K9rew404P4LIDh+ns3EJ4K1hoTMS8EyxOZsx4g577Of6xR1XjhSGmku3y9dMN4zANz3AdrYtxp0/N1HLP7eMgRmf/u83mcA4H2mICb317lZwxJFlvOYDzCaz6/tK1jAsECwSs8CC3vfAmUAYgQG5M09fwqA2U81o8v8WStBdJcUIcXL9+AXgryuKVxCp5vfc5SCj3qWFnRdYKiq7zDcLfG8+4Nz9gAiXGvuiSHce2GEjhHA30T+bwb69hTDIbDlIKQLFZWuyURdr7Ey5N/PmE6B5ROpbDZwP6/i5KvO+PxbQH5phqxBemPxOgOgS+e7tnVU5YFm1gEGmt19BoDZfyOweJ7PNTPYAAWUFKKd2Nt9rXJzVIuALkazmov2/C9Ie2T6Cq51R6FnAlZO8qE0eeZ5rGc+bznhAbLHdv5pPPyxfYW3tPCuz4I96wBtZQFilucc2lfI2y2f2FJhCGwMRfsH6jggmndLU3MuN9vT5wkOXvZm+CS0YTajtHLs2/CBvE/Zy60M0BsML957NaI7a4OjpIE/+R06bNlbyn3lZalJwcs60TsnwV+zDsx45UxByzjJGmiBzJoVreNhwGDORUv0lpd4NlpmfoISKNUGXREth67OHn2tc1ggloU96FE+WWfiKIZLozyTNcZobw/4XNdSwDjJQ3qNGiYrOc+4agaDvAgnwTqHWPbN7FxZANtR0VSJbJksSruyj5Op72GEWYxR1+hUSoEJqnM2ut/NTDK7upGBLFi3D8CI7AOMTZyRKLoq6pxVMwssa8WLM2VmgHLAIDijx7kHa212q8E1Zj8K3u9cCnZP8EQdj2Swbf0ceEwMiM0OUqYqE5rFmt9xKjSz85Kh5d5YPg4wxoCOlhLD0cR6jLMM0I8X67nVAbb3YqsXYLRGwW9v4awfxmOrZHS+zsOSbFnfUawbeZtodngQnxmgouOxawZgFxovaJPv68BVXli6eSphjGyAx3ccDVywMorZhKw/kcPSzSE/HM/K4S21zFNwZgOW4LRBvgjWeViWbwA2ApqwiDhwLKnNnJHRnDGjoz1blnFqZl7GRn+5AhyUByYqOrqZ88Lw/lQnVcuDnfoqERHcEufh1ZQ8YkB3KUWGAcFZifFMNO9derwC4NTQ1EG9Rm6f1x5K26PYrCerBWioNtukpbcB5ciUyGGkJ1nXwM/odWjgAX9zTuEzARiv0zesMsesPtZ7M3uH1chTch6IiD/zdUAi5t5SgwSMjE4Nfe75bTWIOSc4+aHbljqGD5TuzELkYOP8FqgZx1zGCzClvqBuCM1SbrGVDBpEg243JVEBcTIv9GacuMgtvkvWXTlAjUicSpYTZy1w7Lrf3EP9QB4MPRvxrA7mua4en/XFsfJbM/TtF6pzHr1CUAoD9VGce+2dnU/NlDrmIS+RX3Pe4U0bLMH3balAnzeyuALiU5I17+Mg3VJbgJItXT0l0lpCPHNkfz+E3h7HGLUnMuOynzXr1xL3G3STAZN9t/T+JplqzTwKvYxtnC9rc9Su6xIJOAGQ9uw0Q5SsOp3glPBticqcd7KZ2Av0WfbfSgY6PdFhMJJx/hE01LWAvxEUEOcxz3ic0oh73gnQ4nyU/9UDMgFuU16S9WuvV87R8BGmT8ZG+0kSZJJnoxtAMvC89ptChyrP2WAsAkB0cDsmwb0CSicAmB5tOjUJbIlDMYDQx2bsmglHaUX2lT7PjA2HOHoVfApvLTNevg39bR/dZicBjLUqgLTOdxt4MxnNBd4oXU7p/AZhuc/KJ6Ljk43EYvacUcKeUuaWwRU8lX+Z9YGskT/wYvzoEziw7l/KZavhwz8BQsguXPl92IzTb7k8VvnEczerozfPi/PC+HkRDMJZgv/wPkBsz1x5kn0hAb1bko6yzAQrELTZEnU4B3XkFSxnrTJn2wAAHOBY1WmGjACEKBib68pX4J8TIAYdbLnqDU6rHjc03Z7MI0gK4E0fCJ7b4I7upb17oXvk79qbXmPfe+R7da2MmWCIZmCHvp4EbF7miuO2dtAAoo8f0OuWPrsDolQnVnfALjJTZapjoW9iU8BPs4boN++yHuhj8r0EC5E9Ex7getrTmDP2/K8vuzbV98nSzefauchdyyvz7+Wrl82iRJ+o7At9QQ9HFSqDehosGCDic/gsNPowVTeoRoRcZ73Ze2iOTG3B4mQiZh0aIDktR5rxDtDc/n4T/JDM5QsAfKEpQFJ1Hl9bZSk0lsxO5stxtgd7HPIE1d3BITztXcj+rj5sJQuraqCvJasDwDB7YYaVAQnPnoUv1/6aajCVIfC99CMNT4AvPmgPbNbQcT1qaWwyS6goAChHSejwYno35r/X4ZktM9pefIcfxcDhaeWCnCmAbtY4OiJoBOBgdck4KCmzX5kWeUqg3m/jMyhANtn1rSpUGZCfoT944oMENWG3bDDE40dPGkCBo5/St4fNIr1zXmqDjs/IwHAB/K+55wMA0UzkzZs33dcGVoWECLo6AhkJGD3OY3szT2Y7z4AukXnMlbGbLZ+xht7oKSo/ztmpz0O5VpC1lQRoN0A/16sBFLW5FgDm/tScajZvxkY2rKX34TmWKebFGeLZWwVs+d319dOO7xvyuTwB+UymuQFlX7NnBOYhkymtyVryE16G7G4rMwQRfHySQqDbe/TtzZq+C3DUIMzYKtAKQXzs4bvoM+wpgUUMnyo4nD3kOO0a0FNfvcRpxALmfIZ/kv33LgE0dZpn0JfgGnSVuoDUffQXKEsocU4VENSUBnBURwUMnUpa8LAGfQP405aNzM4nl8CelmTP5NE/4RWus/4QdB8CxQjiYE1akj1l0ll/AgLIIIY3IwMfJ9V1g/Lh53sP9W70aYFEzmjBw9wbGkNHeJQAR9uxmSFuMBoydQITAToDlEAT7RMevpWE3J7BP/8l54FqP1QpCt+AJ3GGbR9G2wGBPcRC+3NHNt1OaWJ9GNmz6pRUMUnAZ+6xOosO2YAtlJmtj13ZReUj1r58rnSlz4+zR2Ae/Zz/+X/z5/CMrHvOHoAw/AN94h4tJKDmrAWvb9F12BpBHzOQAV3h7ZTB7tnC55DPX4YuWFN0bwOksj65z0MqDkDVGSbZndDa+iGg76MCKEEBeV7E06dmU4fOE5wASPoy/dM/w5cLAtPbdYL90aEJXskZex2+ShDYBvVSTeVm/pFZC3+7n7X9h3941fkQ9IIsrFHPBHo/giCydjdS8SPXP3l4rXTGDmQdh48QHMDrt9QxxkbobSZ5Cf29KlTeqw8BwHQCoQ1OJXO3R1W5Dl/IjcmEfZKgL9vGGABj1cQfN/4U+kGmAbK3ek1oGT9l23ZQAaM9hAHX4b0EbWNXYJf6DMxqdDmCIZAp9Mzl/vgu6ABSGzdD+5As2oKRE611NzTYIK18bu9ix7s+znVfjspYO6O2UTd7dJT8zTnfUsuce/gQWckdHzoV5zg8d1tSUIEAfjpq5OUnOgS6MljSk6eC2pSlp/wzQab4CR5fmwy01YQYCnZA9fb8p69MPaWeoPwkVuEjlWoC8vIu321f5QZZfxtZbDsEek1bDtv5ERy0ZcH3PUpSE1wLfWFHYtMy5vWh9szw/KEB/ub3fX/EXwe417AvbeGRi7AVxFOsKGG1EnQ5bHnOQ94HmA3f+p7zgn5IsGalatabcv7sN1n7G+BQCTbBs5Ay/KhVYjNQ+94L4GLfQK+tLDXAMQRiMotzENzVB9GgxxiABChSHaGVpAj8BKytD9HAWPRp/Iq0cuT70EyDhQv6mkix1SyLrHKG8vnVlHfGztiEgVZ96hbtPsHLtiIYbwtmM76OY5J0tNv8Dutx+Mn1qe1r57n7xT7hE8I2dd76fW6Pn7bB8BnQu9DK//6/IAcIHAVPiw3UBBADntdOJCCNfcImE3zWF3DpAeyDjxEt2LG9Us8Edgz7b39bIvyjDOCzY/5XkNf1kQEfANyRWbORlxdwL5NXMdAw/JvM3BozKIA6+dYBveUS/+Z6H9/XLsPOZYZ2ec4Z/EY5Bjwa3+zl+7/e69eNXnB23/cgDxM5jUNn5WatHJk7GlHHfrXkDtFHZ6rKzc9jPX/2a8RIS3JCYDg+T4RZYd/DdIC7jXQZRrKZs0s7SzcAwLune8NV4Hotz8vPPwKKz1S1jqjtj8dtD8BsHyFjcvF/BnzP68vvv9LlAdiqXNZJXmeh9zsykf37DNKe1/CsnB5rIQA8A+uh5N+CaqwLSsYKpXPmt8zF77e88ACtl63hMEcACI74LoYrAqJl8OqAH6d99+oAsFHHzBgg89LzgwOLM1ZHyzBaNlnFwTWvgJjltcztjPEXgHwDN7Yv6QLAzkfh3Ptxj/50hSqQxknQtR5ecB77+fctDWfZ2kHg2DPGBdCU57W+fk3Y2b+CwOvcBIw5+nPeRoiXb0Aow1PIUqE0R+h1o/AFwDS+mMcFbCe6qk7YdUpKUwtesr+b8brKWDOTh9YEvBmvZRcLBM45a3n0/F6wHD65Ec65mrJy3aPuk0rIOrw33mGd0lxnSTczeM9j7ZrnCwiGAqadh/SrIOGcjQDOGCwVa6moZljl2RhUC2p0XZj/RKmxd1s2XSeAQpA9Ou/f0ps0sBUAjvO52Rncg6zFqlgjO1gkFKNLBk1pVKXmUnFi15sBj3y4yJWhn4LK+U6NjnG0ryMIkBGaxUlfZ/XQ6p6bBbhL44B/GRNnoQ7NZp1QFo89spQchu9mwbffdp0lRMVRqtAM471e/qWWv7Rkdqz71OtO2gTALmNtD9nSImdOpWSzLgUq5fON1h+ADSWTW+35skoAwQ9GdxqkqWFmxL2yW0cdZyQX5CL6rDIu5tpMQuaYa804n0AOFCbkKLIGx0+DvDBVPbdm+tlr0kxPe9zKl3QY259QcHqzeQsAt6ej5db5m2vWoQyQgPO5GaHsVTMVhof0/A3NwkHyt0oqzk0c1wKrBnLIxBh/gdqcY87wKlr8DciwztBVzArmVymV96IYu+YCPSjdy/89F0apIje2DD/zZTwFPDEs8x0jvV27BffVrUohdSjYu84ezcxrS6MLsuqMXr7PNrS8HeU2ASrYR+zs3Ic52gJB4VDnaubSnizQJrRP9LXh7zU4cT6uE57S/IijQ7YSXWtWxC1CZzEkhs/qJAWAx3Edh3vWqkYxdMj7BYYtt7w94guI515kqbEmPBtnlRUz7CmO4cI6EkSAHHKtQV4of0hPr+6u/GIytqqbNePayNYCCjlv0Ht5w1iz8lEylSwbCi28q2OM8RzZ5tK5gQYYgVtG0d5rRAZrcBZCOslGMoiYC+CHvWvk1ZzlDcrbtWWMVymbC15kH1vBeWgbAJieUOUDLbFLJg4OcvlFM7UBOVsdAAeyQQnQXvWV7r3VA5jnBo0s4IXTjXm1/FLLKskTcQRvr+KWhKZvaGhiy/RyHjj3BiTo8OC91ScWvGW/cMJtP2gMawHo7eOtfIM3MBb7IHVjW6LPl+cY8IFnNLsoZwOZz/1kR5bNFaQaQ7O91Q28oARy5Xd5kzTXqPo4yixjC/BkBhVR5Jwh9o+sUdaC9WFOBmtsyVTkGFUgzGo10MGssA22Yl7Mt+e2Yc7yIvmEmU/3AoBaDhaeGLmQbWZJzY4XGJNnqqu09CG9iYeXQJPK+NkAWDz0A/1PBjMOil0fABhAHIBu+vkyL1T1J6HZiqnVs8vzzBo8Aksil5hLLoM/4siWDwAAm/VbxzAyrXaLhvLdKZfV6hLI8Tzo/fuU0gNwuH0/zhed1zikpQGyreFH6Cp6rpplXHrbgKHN2mEtJ+N1AmvsQU5Zc/rmCaiw/zg3cKZvcKI9vZgfciBOPsDnPOPtGzJl5AWcNRxonxPh3Qwm9J9mEAD4S/tE67N2rKU9nO231tYIWayWgU/pwh/J5Gtp8ZT9b3uCfOd9eALOJZ7/Jk6BR8lWa0AWmWjxLgOuFyTKugGiy8PU83E4r24wOHloGJ5gKwBBCcHROtGHltT1lUkt2pfnMZfNCoG/yaeOYGUrRQjGQLvQYDPJ64DChiBr9FH5CWsOYGcQ01acgf8ZUEB1E/dgHT5n54vnXYD3Q/kDPLKOIDKPQwuMkzO9wS0GUjFeWgvQOxde9yXjAQA2kKXBel0UHTfqKMjI9LgkS3fAcXXqOHIKqFgRhJLTdeKH3guih24P/4Ky8Wg1IxBERggvq14kozPBM7xYJ23a2Y+R95xfnkV2G/uErBAIdv9Yy8q/2nnaMNUBMn725fqx2XQ3KyMsyQcIIegfQNrCFX01qBHZ2rNhKXjOOPL4LpmrUE3GwF5uj0n2k8ws6Jz1f/f+7ckWF3SCbtbN0MCS9m8WXCWwELqB4gSAmSNBDmbzPX583fKnAMBmZdtOgoAKaHSBjhcvDDoBCER+A8IQFIJu0/W9OC6tCoGM9iVdkVmLQ78lgPN8ehDjUCfzjjW5n6AQ6PrdlKpu5u1d+3qunLMUN5k69HkzGxInJltCJivPouQ7AT3w8Fa8SHYavdiVrwa2vA1I/zlZOAAt93O2UcfMIeOcQ+cENybTNIATtN4sRLI24wR++eJtrkVHxhNuaf325WuZacrcCxJUNjTYL9m1lImPE/xt5s4zaHHw7TtnmkDNcU6Gvjx7kbGhHbM9N6Of46PmBS99+eJNaele1qc9qfPR5/DtBpzIgC408iSl8Pmc8ArO/vpYVm9Yefbq5avSg1+3RDx7X5AO+pkACX18BGVJQ9Jn5NAE4sk7IG95VR23kS/Pnj1rtqy6G05Z5BkBE2TGAi4A7n258frN657Hp09yfc4JIONV+r1aVe3GjX/8x+f9CX9BP6DKR+mvICY6hHuPLOL58M/aQqVPgznaQoA55UbPUuK9gC1tIkJDAIQAdKzvW8DYzOvRw5QwBnzKM9GpKMP+MFls7OXblMKFZrBP0IvQa3gBZDEGwAH2mIBB7kuABeAPGWOUy0VvuplSsk9zDqEV9D6CD1hvMoLJ6Icnvc57rAtgKnukvmrgUHv1ti98wNQEQXaPxx5grevayvFoVnn0AkpJF5hndJRuruwjcPR9995Mb8vPc//lAew5NGbQL7RBRSODuQHVoWfGBQ8TAFB/siUBtoktPlouvCALtBYw8MnuIbo7YCoBZ1YqwiaFR9rGxb7fPPfLJ/2zT38nYANjE/vzezMqkTf0lMU+5/oGMGZd0QtYf3Sgq/sE7NhaAFC3JaYTGAS/IVMUeQdtE9BDGVN8NMwZeYNe9zgBkvDlBawpEf7w8ecb/8V/9SzvExTWrqnp+UwwJLpY9D9Fhz4Txpx1IsaTpAB0YvkF9LEVxNTv+RybpjK/ew8PJFgGm0kgDT2DM0T1DVoXQFdL9xBDbTV6hgfQ+xB6upsM4/v5h6pCP9i3KZN9O2VUm6kded52LIw1i8x9CEhaP0d7rGbLGMfd28hofTWtTPNd+cl3GkTfSiHKL5OlODvxGeRMrK+G8wJPuQrY/jLVGbifwXbYzj1OhZHYb0iZErsEr6A/3247Ekv2Yt8+zD2wWjHBDZpQP3ySfSeebbtFIktepaz0b1TJIvOyflNlMueplfuCnlPZo+NO/1vomSoa9DZmPtI3c4T29F8QKCCYpn5rRRj2iC8o75EZj7MGvUf+u5fS29ggvGiBIv/VRzVu6bpDmQuAMPNifp9oEZGgosbyIYeSrYosJGjhYfSJ7mHlBkAFgTfoV+oe2Jbwx6tUPIEesb3QHa44d+QboFsmaxf9pbE+HVuCAALQtkVC+LbB99IIr00Q8XdbFWzmbmVC/r0OnfE75xBAlfPN+1/DDxvMnnGzputDeRj5Bt1B99iJ2zqIda5fbAC8DkARedG34Jvwpuqd8/4MtTJig4SY97YKMzlFGwr6xM8jfUNMBJFGX8sYP/I+mcL1o1NJQP2JUuvwqrZ3hAa5bOjXA9VwptpVzLGBfOP3R4UhMxn/DeRY+xz9J2MxMH9KNk82dMs61w9tEHTBXfx4Y3sxV/hD24PNWegyzXrqDzCJFD2S9iETj9prGBcuPctHL+41AbcAzWgV7AE+7CHU6tkFzZE7BOHDp4bX9y5ukjjRbpg01PNNcEdVR9bmWEOqutXXP7gLuiMnlsCK2rsZ6+sEVP0f//p9+Dt7QSlu/fW0rrg55avh9fBZz7m+THS/m+8+BuId476Px1m1mnsXbbR49vD4VWXn9NrP+CmT+Pnz3vv05hlI24PEl9ax5YYNaMWA5+/Sc1dsqOcEAPvZzyAqhg+RSEsAfBXiPAyi/+95neez2aeX+eRDFnsBl+OgScgLPF8c1edFnDXZeUIcBa+w82etOIA6VN24JaJ9/ma4QJbrYN2VP4PMCzDvHtd5PvveZ0KclzU91oRhtEcbxDbKzU97M/tRB94qP7D3Xwhgx/7rXHesPbSzpb/SDoyxpYtqGHSk8zUPD0LmDAxu35oLXZ3pdpyyfzQ+DQEB982qXGD3EgE2dM3361SAYQzwvoDozql0NgCwB891lQa90TKArvOAmILOk906NwNYsKSNZbXqFMIhtJ8PQAktwswXAOZjmNmvIGozgk+HtnNfEJUIqjl7u06bAQLHaZ9e+MTQS42vPasznu3Be973870uA88vrIQ9YMvXuzbtuzoO31/HvmdpASrKAQEaLX3WsV4AVQPdErGM2+h0mGzH3OdO79/8SRRZdWp4WIEcrxXIEQRmyeyt7MBVBA5+x9ov0FNn5QC5MHAUaDO7NGSUCRNF1Psc637J8OAxXZNxeE4gxq4r6ppAjiuK3rPnZ3x3fX8dwTqipBtLIwrkS7tGnHcvcQRhOJ/KNK6iKNhGNpZKAvvQ0mlVYCyp0dLGp8AYHsmanSsLdBg9vwpkXivopDGjqZjcjhtDt71X815pnEwowKehF3jlAleWUDwdftZhFofvXrIgZz1WAV3abDnVGPKbUdis2QzT0o+5V872ZnZ27XMfog8tFTcSO+8L9OiQN5va/hm8GB6RXnseDZZQcWkWUMEpetlsCZqTYO2vzo+ji6Ohv2ehmSb3xpCGRgVJ5J9k/W5ZbsfttWYDCjxuGWIMUxysOjHhOdv7zvFLy1saqFL6QuPNShuFiKGi4F21LJaGhOUjt2R+3i+9oF5JK5Wp2evqBBgMA0juGKEbzsnOC/prVOlFnxEAgEYpP8MYmOuR8Yusteco97CMjD0/zi+e3wCpXKvj18CVlpbeVDQ0sW6HtGn2j/y9ZcKJOh6tWMDcvQKw27PMmiPakBnwivKPGUsV4zAmg00Ecg1OQHZ7dinRZOaVirwyfaNendMh9zijyHaABvuW7WcachjS9jXr+ua7GAw1DKp+xSiM05n3m/FT8EiFuLR3kdFmDFKqDAdfS+sOqLZAXAHbsp1kSMXqYp+URdy9JnDvfbcVKCjJJj3ioKcSFdHXnEcd0DFcw7M4U50T5iw8odkVOI0ExJqFnDUsoA4NNhWMgEHGN9UkqkviQKYU3KH/nHUHen1yv9+SYYMD43Pooz3Uevy7ELPuAjSN0B8A2E94hgER28+XvkM4Ecg8YC0Nlhn9qp5K6Gr5gMaUEbXIzXFk5zKcmA166P29nqxHnIEAnIAFtFMRxJUnAGCv3lK5U0e9zhb4PWuK0QSItHLJzAVlUMtKFkD3me4x4Lvl5QHoyD4sSAR4V9mDkc52kFUgza5uc6kqc7JRmMcGHkKPzGfBS9a8881/GECsVft4Z1LI3rYtGACYsqeeCeWxa7RgzVENBT7MZ1YUOM4RIGed2Q0e8JxwblqhojKLM4Q+Bm3qAMG4I+OtFUTyOMrFm0UhoFuDM2fLnulHy4CuB7Iya2hWso5gerqqy2hY4mBtcFcrARAQY8/R0gZ6SjOLyUTmLDN7S7JqRE+J8eGDzmHPhjTK/J0jDhh7AXY/8Os1u5lMbJxuAl53kM95C3DnQ8GBnLHc406NZJxMy/+2Xxh8jkzJBIBkH3FUsSsGt8Rgb7UKaNhz1mcXtNmzZD9AwF+O9OrkLbeY9aWU6ds3Biy1nGm+eBUHKL+0+kSjxy1FDN8WaFlaNnsC2qeXOk5yeEt1OXYkCwN/NmvRfwD29H7kzNfZ0LKYlj4UcAswA0BC2dUJGmANWdfqRJTwLtgvvy5RBZBpCbnch5yb00AAACAASURBVJ7a3BuwFoAKgUuwgX1kk2WazN+es3FUEGRQ/XRK4lIJZoNAGxkfuvoQ51ozDilV3WBJW5hwzpmjcqeJwqVz+G6zseJoFQSWhl17+Q7ZlewfmXvQ9TrIdTwBOgp0a+fyO2dVUBanb7MSIx+ZW89s6Itnr8OI/UMva7WCKaFN9hlHQwABulFPvbxUV+YlEIWzH3ogkASdwYAHaEcHIMvfYDf0nDraPcOszeMAwKzJZuRvRaTyQfSHDbatPV/KzT/03GQQBoxEFpc/DF8CrEDePQ7YassCnKP23N6M4LWFKZfPqzy/60xvU/cHnsEc8Hng/ASsa5AzND/0YIZPnLxZP9YEgHL5N/taRxekl31kHTZ4TO0KGT/Z5dWj6EltRY3qvAOW1J5aOswawhsfPELwwwPutHyxJce/Bxy5Hr7FWN4WOFxdjnly7yfPUtI642mGV1oWcCakvXw/vR1fBtz7kXHBn7HzPtHPElAsY8IuQ75ucMZ+z16fDy6+lOfP09ezIncqZDQg6qiYQ+889O7tS7sBIPXMsbt17lrVgb6d36MLPSTrtxwrukbWRjktb4XHXgcUu7QLIRgyNGZAEDKIssUEKCBv8v2ppgIwTd/I71+ZZ9pnhIZwKhvcpQ4FD26mNjp5+nW2bzz78YOy0vY1/B4++STlQh1f/s45Zn0XAHZPNX6fJADDDEeMToKcqGIzQeOR5QCkZJIBPLPej8KLMLANFFXf+0RGesaObvHk6aOR++jQ6mPVpcODqi9gE6TcLHrfx5xNbvK9AQnKrdVx+A76EPz2UwP6BNK0uSyvv3rZZs5uVZoGFdNnHJ2B+xdQMtCTf5QyZu3JqAE026DL9R0xZvahLdICABt4YH/e1Q/upRIKthb7WtAi4OuLFy9rw14/TuZuvvc+oCR+LYKWeA6ZytviAZ0fANhAdGVTK5uEf6HftLXA2sGVpSAZCH90XYNx6MkKP3mVkte84B849QVEpnpHM+3dfwDtVhD4HjA1z/yaAKXv4VskW3Le7yWoEABOEEnABbCpexIAAZAWAOwW5V9fEX2IAPmUTNT7zXIFXHr1KkFaBEll76kCA11ob1PhzsAXMvoMmjdZhYxyM1yRpWtzD1PPd+DRAF4tJzwy3b10nfgee0OPcmSHbQUGfWOemTdZzQbjyYPJmKWSCNlnjI9Ai21/t/vRABsSNFLWnmfZtiGANXSb+z5o5YSmYnT9CbJoS5WsoeXoPzd7muCVbSUED0B34fWnPyVTNufQ+AjK/OazXM+ZqLxg77L+tLtA7j3OfnN9gzQov92MZPQfsvsoq06fawB49NPsc7Mg0RHVu9xHemJayeRddBaCv54koOWf/fPQ8CNsb/hMdK/c/n2qHsFDWh0oeiE6RqtrAbIGkMOfyxyxC5CprPn6gzjnBhDpo8aWZN6fQsfI5Z6pZEQ2iDeXwedu3Q6NhYa2WtBjepyuTy209i5Bf+/D7xnL1eMEc+Zfg9Df6XfEXmzGI+1n6lMDwEyblNINgZpvk0H+qCWq0XWSEF4aru59C32KstzIhfAE+uemJHRbZg1Aff9e9NGoZ9F4Y+NGj2J1sHMyZvhDeS/bH9pupi3B6PDI+lkbG39JJkDd/Pwe3YSALwIPk73KfDKPNzl3BBWin7KXqHTwMnq01hYOPRNIc+dOSkAzlsgkW6JpC0M/6CkPCVZOxQaqQ7FXBCuwTuvWehO+wT7++Kb98eQZ1wticU900VZD0n3XOfB9+AV/k3Vf/Xf8c+gbbGbbaYUQngYovZzm/LIAMGT4Puv19rUZqmRjSxNiOgCayDzOEDpbMZhmC6OfUk0tfCz0Ul9AxgT/Z59qC5LhilwlUIYyvlm7ytz0w2YdqJTUks6lCJZMmcC+bQUWptMsc2yuAoI4PsPbXqK36ve7GVD9wUP58I3wM8r51uYLKFxfThYK+dUg1PqhbU1Gz2f9V77H+pt4oa7NZ+wx56q2YXQebXSCvmzFWNkLX6N0N4E6/a4VhVgv7sEefiIDmnUonQYgz3gJHCfGrnKbkt75OdZfA4jWjmBp5FNohtijJAlpD7MeAsTiB6jjJbviF7RhUDd40Oo4lr5e29rAcvGemwS8bos6/MoTdFnfr2pn3+vaETSSuVXVqa1/+JzRY9uSBz56sgeamNOgUf23PSOr+9cnGb2A8XhkKut2L5rB37LTszoz38Uc1Glcu8UymsAwFSugM8bs3ul7XLyorT5Y3wLAZEJbdp37/Mv/8V36qsOPSBqyrQmTZqxb+UycEhk3QPD7z526hg1R1b3ASAx+Xgx8L/vJof5rdqkOT89GfRJz304EQtsP+Xzut85br0bBG4HIAs31OsTN8NnXZhmW6/V5Zvs2+pOfMwCe07IMbBIlg8rs9lD9DLLtvY0s9147h8v45r5HaSmvZd02KrQ2OkT5B9mAC8QukNx12LWtwJIB7Gsjnpd4jv6yAy5zgAYcPmfvlnBGaeVeZiTMGuezc89gxu3hvDy2fxdYbWiEX2Tslt8+9qbvw3z4jIMx+9zo0cu8/Jzb1/iHrTSl3vvuIVgAuMDTqWdOhSNOu4m63ajQfjn34aBXPykBbs9UGc5Przng6zz8W/rVyfvr4VQJYU+PeVfpPgHAlk8W2OiwZu2Xhsu0iIKvU0QjxHlLYx72rlAFy673Rgy2dMGEVS842EPccflvs+YEDs6ZxY7HvdLRBX2gJF4Mp87b8+WYT9yw34vTYM4fjg3BP649EQ1/z/ykkV7hM8rI/M5m0O54K8AaRexa/DSX3K+ZIafNLH+ivOAw3wImA+Lw/Uv0U54PY959Q0B9q4PBl4DdsU7MBLye+8o0EZA6vbZU6eXL+eW81wvwKwziNBz67XyGkTOF7Z19yZRtKTV4tg6w5ZuUObNs/USah/43k6eZFLlZy6kNYrqg7o4JLtds215zZPTsvPl5Npj3vClwxvBukIhRVo2qK13JK3CMuZ86EDkLOIdwnHJe2mNizkAd2VrfR5BDed3KGM/vGhrM6bcYWOzpOTPY8kYKs86DNSACjH2c93XeHlnRzSLP33sOW0mCzyd7nvvsZ8vXejYAlS/AICV3dXxCz+0XjWOxpRpRhnRA3I7R0D0JD2Lvmk3agAlA6gkiqOPGM9P5D2/ZU7Sn7gL4O/qLPN7y4Otg2n2Ezts/Mmy3tBW6rTO6fS3M6N7MaUtIHn1t9mg1Mi7rs+uKQOWcMx+CbyxpVS1TpaTnWpCna9poPHngl5mncwS4MNOWbEqDbacvXNZVOp7S0gARk80sb/LEdX1xxO/+z/vLS3c9N5jhomyF51IGZvUY7tfedsgg+Aj6woDMBFDp9PazlePtoQHYDM9pVlPV9Eat4vyTllTGMVrZh5bKhBdSzr3GFXQzlQPCH5b3oSTvPbGQqniOg4r9u4shUSeDfMw9FZjAOOdM7PrhPMVoMAPUaN7NeHYVu5IXet8eqDqpAKEE5Fq2cYLmeia712ZQ1wCixCpVBHCo5yDoXFY+CwKPo2kIi+fg3NhScqzvZn/zrAK70FTG1myOC3ise1sZ6Rlg3jzPPmFxZo9BhG4HcVyADoIP4N/VCeGVgANmTwPc0Pen5ZKRO+xXrJ4vka/NXir4YtQlT+a8Y5Rr8OE8yX7mWcjDnlOCDOljmzWrgyXP5j7yj8Mp1UzXAfTfU1INnQEAADdQ9QFA9ZTmKg/D+eCeqBMeO7j6Oe9wzluCKnOA/NDhS1M5Rzgv6ghsv9nRK25iONS12nVZHodD626MYNYTpzSqAHyNs4qh7h5SUpu9txRkgwtyj4+5buUCRmXlX2lAQ6v7lHNFqULmshl5BYZzJnBIQfKU8DJYBrrS+EPnwXFkkBF8AJ7EinnvlVdk1ZKxUPUp42LvGbe0hkFMVkyc/jgVy9/ZU1tnbJDeykluYglzdbqWQiW4hN6NUzJzA+Iw3sl0gj4xissvx+uhEagc4TruyzpQOhb+rdE4gHnm1UoMoQ8MYctPnQHgCeRpicpk7WQ+8GN7gOpoWJutAUUFYLLH2b/twwm9fGrPOPqsS//QrQ5G5SqO1/KAjIXfKb/J3jCelq4lsn/5GOAFzuVmVVvyt/sU+uO8M77SEyA9VneuwUaoXZl1hQ44W12vcRSVh7Jn7CWr2sBADUtkmb2rDFaCDjZIrzwZ2soZI3gGYJZ7L6/a04Mzi962VB3BYe0ewS8NPmogQPmgMql71ooiBp7xHvsNXcDDcLxCq6sf/5b5U+6ScVVHCr8scJpHEHzB2tKiwEz6rBc9iekXmTUEoFbHxlZAryqaWNqyx7byARpvmfbpL4Zuhi5CZiKl23GUP3iQDM06b3QgVj/M/149T6ZQBnyb3q2UCGtv7OEx5W+UxKMH6ciuvAdvXH7LvClp34ocgIV5WW6SoAJKoqs/sq7bO491Mrt7dBF4c9afv+2v62fqCiOX0ekyz9cBBaBP++7+FqAEIARGgPKPTbmy2vUhe8Xei/bD3YyKrvX0v8KxS/AWtAzpkTGxASwvX7wq3+AfQKvVJuL8os9tHVXw1QQpZXBUjUDeADxypuibWwfagC/2XLMtg7IV0Fye0mDCvjcgcoABSg5Cxzgj+S5Zx8iAq5Sg5HrWc1syAQ7XAUq2Ks7WVnpJPzBKZlJeNKVJ59g0MMzM1A1AmeylzAHeZoWDgAAAduN4fp7MV84dZ9QsaL6PnWZbB16so/gFJWEB4izdzzylGbOSa9/lXmS74lRGA7dkdKohlGcYPNRylAmM4AV/prxuA6HooTg94zjfVGtg5mYeoomxMXcC+FJeuJKhPYXRxT7HWW+vemZvhhz+IcAPAm9+FFSFBrOHbWcRECilPBtol1s9fx4QGT6cv9kHaBIw+gG9KqG28KGC+OO4XLCbTC3bi5A9lRYN+RzHOLRJxj4ZVqwbPSABvsw8JQuPKgcA4E97FpUrZvMxHtaBcwDttMQ/AREEVWUt6jTO+y+fB+iuCoiz22o8jLv3eQvKEJ5GD0v2Me+/ehX+kzlwT8A4ePiH6CctIdhem5RLJXNS4K3MOuO6TvniHSNsCdCPQAV8MGQ5teJKzik9IFu+OGCPIJ02DeN/V5kNT31SII+9MyPa0qzPfn88MjuyKCAVJWAZB5nZvK5CDwQkvEoG5PllQFvkdQDClpmsHJHHoAPYeoKMY7P/cJoD7MH/AVflcbRpMNut8jVTp6QzZ/RFAgOs0KXs4wVozf1xvDJ3zgLAYsulx/mP56sZoY3E4t6WFsVRjKywjyuVDa6qK1GFxUwmZZFBmtIywKDnRP0R/sucdt7wPs71vQiG9Z8yygba5V7oVKwzui7zop0B9rvlrym7T2B8wPtkJpKt2TYRsaM+0RwzoAvzAzj8EL5lsFrkVs7b0ye/ly9tYF59tqGHbSXCvr8pAMx6Yq9gFwEgRgepqwOfzK2cuxeuaciFUszYfq0E0JYZBMhCq+q1jHer4Fg1ruQ1e9K79HmUxF27n0AoyJB5l2dWL0ngTIJ4zDDV/1ldJGtClnDtMfrrttcxPgEDLNbX2eo96B8E+NTJjqHrvtGeCT2speBzJgCgqpdib4YeqPihPpsMxVl76JQ5NhB35E6DXDK2Z88oy0/An7YGNAD9WiWlw84/eJgtMVhfgg2QI69fve+6s3bssy3ksj6vXlT/uBc+R5AC38UurB1QvTrBb+Ez9zLPrwThhg/8l//144A18GJ4vKAc3wMkhReyrpwf5F4DXLPX7wMsw4QBlG4FHCLz+datBAI0AFX7hexSygs/SW9R7Eyyxj9+TC/b32kjQxAjOi68SKDl9p31XUInqbAR+gQEJdCQ8SBbsPmgd+TkVbKVH6UigZZEMvLfEGACQJ/APADCh+o/374Z9PXX58/Lix5lvQDHXr4g8IjA2PC2++mpy7iQbKEzgLkPARzbmiP0QeDL/ZTIRe9HZ6PvfT2s2KXRLVqFrGfbfauKl+/hOaDUtDZq7KOAxQQJEnD2rkGMlOAlQDDPyP4+fBQZmExTMtjh4XfTRgALEzqh/RDntrwsa48cZerNqs0+YbO1TQQZ263QBG9hbaDP9fkIPiJj2i4N33vLeJOFbcU36AtfJsE3lM+GzjxnaacRtaM6FHyouAKWviWFAc0F+5DN7EHogazcPJpexlZ2CS3nMe0V/xz/FvYy5yNzCO9DL6PCD/yECheIqlZQyzOe/1XbTH3YSnGcZfTwe/fojSrAB73i0/H8anSvPtMqaTeH704AJNdyPreaTavQtd+uGbXQFtma2n+2D7kim1iTsfz4Q4IZrIalbW5rEuWx1awMXi47gSZLLwLP2j/eS7xO/csqfFatsLqbeiKyG1cJZ65l7DM+eJF+G++DjvuhgclWpIGHPX6ce2FCQDO5jMB3K3gqFxtjphg0cGTwgduVudixJq6ZzaodU/8K9n5pMHo2fZTHVmn2bn0R3rNTxG5hBnkOY+VzeLQl8A2gYy7iQdCiCaX4hxtsPN/hjGG2WmHN5AJtdr9n6zvokx89qR3/4gLrH6wrNNcbzGKgHjzARBn0D22Y+kEawKbv11aajm399uvH2EU0EUUfS0XoyLMGOtQfOAtTGyD3bHXEGzf+u//2TWQVPbEf9Ry6WxloblAfF+1L6kOkNWPk3BkANkpdQuJ1jrj8tXQun1+yQ3K9zodjoKMT9T5lamME7ET2vV3MY5uP37Z8lwY2ZTEEFS/g72WMfoepwjxhagsk1zyYg7zRnju/zQw+Exjj6nPmtWM41oM5ChzvHBv9ke9Z/3/GgjMu72/JaddBBncGlnc9/ECC2k3zQHuq7NHw8/puL9BzBurx/H8/AJi72ttQgrzM8zS/dTienZBb1knnguv+ZcOD6owxE2NfqsPjNO1U/ExXnzS3lzcSpGDoMW8uwxj14nWqsmSTWZK3F9zf/f2J1qoY6iw4QOrhWIym9Hus92Ud+Q73xukOoFNHhQLsDABrmFs2bvdswd6Op4x1ng9jnxIEazRs36Tdf3sDa3AtI5PZY2Bo0HUpWKNRGgpcz6RrdHcfjNraMfEdnfr20N579GsD5jZjIG/IpI0aaskVMiozT3qioYTomD7W8LKPy6zKIGXYm9XLNQApXIISvmWe+34BBOdVxjk/bah+8KXOseDKRhWFwaIwzaJg8IEls24oYLz/I0pDnzt7sOuEKrZ034cgLPBaQs/NWDIb/G4cNUcvM8H2A7DUUbslNCxlvRS0Y3RvAEsRli1lW6N+AWAUPQ1UzsY3DI8wbA00QVgAH27Ms+wtynWev+6rOlX3C8WPc8R9XM/DsbbO+gUZpQcEtNm0vOzzpxDk3O3ZXB6/kZb7PQwHrsFIZI48dstId18qWBgISsxmJUIXSDcdlAXzJpv/HACyewXIwZAwdpe3Wv7xXLbOoAhLYC14rvy5ENbIqy0Ny2eXHqso5ThfQysbpFEFoUaa5fXMOjXbCUW5GSA43KPMQzv0qLlJVgJ8bHhidsz5VbtnEQSfNnhGIGn4WpUK+fdlzCVNBPnwyipeSDeFex3eU3qVEpB1CnP/iyJhhnCzoks/NnPZ4BoUORQDs7rM+pJHqRiiFLX6G8rblNc121ulxgjC8KVxAAMidazwxb6H0WFGWPezCtARBMPvlUM4tgZQ9zwfMkRQ1iCE8oMBoATJhmdU4ZqAEE0NNIAq9Cqr9mLiVafQHJ6N8OR9eo3x/vbW4+86fKOYA3KsroNTDmNkK2+4hxgXAsDsb/vEcZ7GOdNyagNOcj1AvOeQKgZk6WU9oU/0CdaL/qUxKL/Qr7NZT2SSElkriMzndbrl1Sz48iXWwH7dfHd7NhPJyQH0PMFfQjNTKm4DFuDTpSMi+UO7GN0rF5c3XcqAl1XofKrTu71EdYbWEKxRYdBGS0ZNdjlysbwYmoMe2CX2DVmFSY7u8JNYyQ5WpkyEd2nUrLQ7uZfG68iIDZ6rPkY/TSsJANQYsamyj2MddcxSwADQWCN5LnKefaBfTMjbTOzw5tHNVsbcj8Oc91nrgvkEPCA24A8ts4whwiQOXXIrZmxQygYDeo/pN8O6h29Qho1tKrgw2eDNqERGzhnCsc0Y2gMRflugLoYu40Gu5D0cLzgkq3qOXC6QXbAnkaSJ+uf5fAR9E+G/gQTyf+4PIELJZ0sMf6THV8E4DFUBrmY9cnYAS3NDsnQEmOnhZ1RuMywx2FIirIBGxoWOQjQ/Z5kIZ/aIM48+ipHK2cDhXdC058g+QgQICeQiS5xYM2OHPzB2DPH2s8Mop5QiTsQpFwnteZaVVaxtz+BJrlsiXH6Bo6YO8ckOef36VZ95K3yU8mjslaViawWW9sjsYd7tg1VaoK8oep36YDM04mivDM2+t0QwPdQyP7IPuSnRyQVaClDa2xB6QCslo/xe6AzavQRBkq1D4EPmX97fbBLGhBOOPry4lMIfA4DAx+VR4ScEx1Iqd3ijWciJVE/NO/mXZdvNYqc8F44IDf1mr7GeGO0ASOE57dOaM4IDDlBjexu+nTLOKC3tdZrR4LTUEcdxGULND55DxmyDFqu/KGs+AMA129QqL0Yzs6Q6Gep4y9hwrn79ShlgnI1kCeiAkY5XX6TCBQF70kHPQq7HYcXZK53XYN+AW1scmOkOEKiuUfunmZ1UYhLYthQwkfo43DMfeoCz7/n7U2gb+mSOOFnZr2bZsrc9d9wn61NZYYlE+Aa0j6Pot4JrBJup7335Gmcxjpzvlkq+9LFsJi4lgnVcvYkTHO3wfuZAryuAcHryUmYYB1F5Y7JRv6SssdV+APOshWevM1sscB4wq3lWs3IzkCt67+Y/wDXANK5v4EzfE5zY3pzyHJ3/q2fpTDH7GP4HrbHX9pG3/Pzq6g+TQbV2VfUCaDTn/OvQqGUuLamHPrFZwOsQ41wzPgKbGFNLfoZGKAnLsxmfPT2trtBKG6gt+QDAfgNtrLhk4CbOJ+Tol8y/JXxLzsNTQtct+z08r04vAMcQBs5yHFg4oFtydjLi0F1etzS98pLgOehu9QVtZGmb7CfGx/Wsn2X55Wva0/WOdM2QF3zOer9PH9DqwThYOSM4DXOflwQKVP8y+6SlGOtgA5RVH4IfAgYwvhfPAeYFt9cmpD0L4+bZBAkQAHEjTlv4z/sAxsjXAsOUcx6nmCVafbVvOJk4AUV+j/MdxsqcASO7f2TstVclOmKc3y/Q2/im5bhbjYWME871yGciMQxi3MBNS+YjpgmcaD+7lBguned7lI+1Sg2Aqb0gocP7AS84vybDwp8cM2tdmmgQWbIYAXnQjbPenxK4w3oB2KjfJBvyrUA+c2UfKYML7zgCVKG3lHKu/EhmVLJzDRgLCEAQ2TyYvsfwWe4NAKwzN3pSft6Pg5v9Ql8FeG7gU7aCZUDfpgIBvAu6vzc97Ekdayn0AXtfJDBCcBO9R95AsAWgH9/7EsAGgAV9D5CIdeSy3/J/b/M+YFZb/ozN3l2imkjAcV5UJGFRCACA77YnYRzmzPdD3kM/Kg8vn07J1PAxxnAnZ4oy2wYoHC8CjrqH41DG3oF/thpNg66swkNGr2f1KC1fexInMlsb+tsMZc7Cs9+fdN10MKv/b2AwX7jKfKqzz3l782Z6xyaoACJjTSoTAl69C9+EP0JHgHToAIDxgikplZyMeGhxW7h0jjips+cAngSrbPAnPMhqH4IavMpHCKareiT/Qn9CX2gvdvQrnPOZD2cTu+Vb+kwur+vifaUdievUSmv4RglwjgxiPz4hPyIvWgEo93/2+7MLf6ofok7oUCx6MbpdeBy9O3FcPErWIhmqyAu4wv08g7YI6Chvk/HMi3UGkH9EWe08moAg+Ca6AJmuOsiPspnVlxtEhV1Mlro9ZT8GFOPcVHdhbcNn1BrVI/TNmoWOToHMQJ+D/+tvEwTgnvAJWixQxhmfL9mhBOdctwz1BIqjO+ZGgsfsB0SjfxF7FNvzc0rLomdAmwS1WA2DctyUEpZ/86oeHR3lTYISygey/lSRaaUxAh05t2Nnrr+h1cuoUEU518hEdGsC15CvPOu36GbwXnQG1osz8PLly9I99yMgZdsRocuhl0H39wEhyQQG7H92dePRU5LMvt54nNKkvA/ISHDD5y8EfAbYpRpNno9dZMl4bLnowKFLxtQg+gB/nz/a4uZWAWCDq1g3fD7XAYFfvoxOk8oGZHuiQwOYE5iAnsfe1Y9E9nHWpJnA3z+2CgQ+u5vw5wCvr1+hF5HdWQ7aUvyPn0AFZKzTTzp7h8ynykLAY15k6/K6fmLiA72PP2TvPyYDl6AjAEWyxq8eEKBpIKuGYGguev/H8Bl6PbNuVEH5QbWF+Iv0LeYyku4mGK7+2gvoiq7rd7Dvt7wyZ4W+rE20wKcR8Pe3OwaWoC+BaUDbAnexF7POfLdyEvItn6kXoPKt+Na8mizX6oaHf52P0LV7PHL96/TLVScYH18mTEATZZ/5GrzqKsFR9W8C6PIA5EDoAJnZpLKC2hPslw+5fxMpcj1cHznJ3KqfZa+giwYOEygSIBJg+sN7ziNrL19jbPBHAhtri1aXD10wzQwD1zlytC60+EGKaUDP0WGsGOlCsCecfWWdvpt+Mvbd18/os9A5/cqxUeHhkckF9wwWh66bGJXvvAt/s+Q3i52KPGTKhuYLSaFPwtNe2xucdSF4VN8IvPpI2miVLGiBbQ2dIx8LzOc79e83fZz7orPrWzzsTHliW1eET+CLIuha9U7fXQMGAGBLI1mD3I4e2VQwYSzwauZ7Cx4mGzy9DtyBoMmjGkJdKvPaVofSFs8uPlQbQ3CVAljry+Yafi+Wh7joOY/NO/7zbonu0Jxpk0ZKBxkYvZJbvanVnBxAddNpx2QApj5C6WD8UBMsa0syEkcOmqiuCoA8EF9tNJavvjbuNX6g+kNtz9nexOzr0AZ7BU2uDtWgrypqBy7lPA+sahNmWK/9Z7UC7eRmcGPTc8YI6spa/Iv/8+cPgwAAIABJREFUPiBw4iibPNY1grIY+5bMth1K7a4FgJmMTrSfgTtLOh2vMyB6Bm+PbE6vVek4Bv1HGcAFZuoE1bnTBS1V+jpn/fG3gJuOjQUll1dVJ11iYbqzQeuQPADon8HbHWsdCPLECwHvd8+ArYS7BOw4MaBwip7nvFmmlxrh+d6WCVjHH9cvwXfave9xmHYdBFCO7FLX9efewM5jIhlOa1lnPkzhdLI2i9f76LDwsCzjN018X1t+cK/f8nztT6vnpfcpSWKMK2sujLNj4xCzvxBdwVSdOY0s6yEUAGaqKKHbr6QAR8fJvjm+dcyZKY2SpfP3yMA+SbWZxIJRfn8P9jIH//4jsH8ztKHRZsflmfarszckL/feqO6aaUsI82xBC8uV7cuIDx0HMIrtp7cO5kZo1BkqkOn13qDAxClLHWFi9g9g5fQhyfWWPOPceM5cvAOg3r5pjA/jzH08xliFp05b+mJsRoSOPoQac4KsmNc68BZ0/ukszD17JvSwmRE6z1ua/2XZujbc+VKaevaufVJZ53rlJ6t06Lv0x60zJgCMNnHneUNclg0xiKSCIGuGw5uM3SoLQ4tVzjKAvwGAhxF3ZCgLUXy2vFtBsCln16jYAZtdUZ1pOkmkfbKl+j5OTMrk0DNghNMaqmvYsa84YRG8m0nBegnYHGeVMRWMLG0Zbb+vBdCWxizrt4Efjq+ZT+x76U1js4DQCMPdowWPF4DUsMFpo2LYjOAl+GWY3T+B+845115AoQG1u6aUJsp5xyFtEIXBAuWbdTriJMW4nFK3eX+zwSyTa2bUsrzT47sUl6oLM5k6d8mKGkCyGZBzjnpkuH9LY6H8CmDqOHfdoVP2Ia7aGjz76n0nSw1HFOuzu+FabT9dHdw94+UhOA2nR2vOneVJUXgMrNkxuZ8GibQsY9azzmoUkpb31iHuWbOsKE4pnI7ss/2UxlGTOVsZYEr3ZRQ4CwA4VjnceeE0FqStWlFlq1npNcbNBuWagi7Zi+0z2iyArs8B8Blc4pq1BB4Kfwy9zfz+XsXNrNyVYa6ba886NhipfFkZaek2DGCz6DRodPjy92aQm5XtfjYCcYB9jJkaS7PWGzXf8Z/KrTcLDeNtxg8PhF9wHnf8ONt8pmt95u+uvdfiiIYP/Ri+xNxwCraMC9m8NRo1wskQ0ujVSXWWP8yT+8FbDNBzfVF+C0o0y0XAszK6sgkagZfJ73edURJLL9NrlDEJtqk0+yu9wTQwAMJ5HxraPp5k0wA88eLZlq8V3LkA+XMuCmbM8RmV9bLH6gmrT7qe8Ji7dXBreDtXszdxhG61BQIi2l9rnPKMT9pV/pLJAB8jgEMQ91zuWhnwI+tSLQHZgfGd8RApDsH1fBLl3qCRXJ+FsZfv3fbF+sjeTfDIOs4vcy8PV8a7pzyf6hxEcGuIUA4Q2tqMOQONNHyYQw296k1EtrL30Z/IxMpFdSaNHlDdaowRenEBvOHgBfxYXWQNNjK7q5/n1hfgp7IFB5jjwcFfADj7sLoG5czWyMEpdVE7xljj74JT/N2SdESlYrzgzB8nWwxl9AscTw0MiWFK6SPO+Ic4kwGDDJBLAA6R3qN/FrBpKTn7UrUHaCOm5Q813Etg1R66PysjjOCGR+MAYXwwgLkeEHyyZC0DKK0RVNCs+Iu/hPOIjmiPZIBvnlWjeEqn1wEQskE3KVhO9iNGYMYFoMF5pDSpvbWt4ED5Kjz5zBNaJ8Ph1gTv3QqNoI8J/gdIpTJXHETMxIxiDVP26PY4xAnYuNga+aVAePmIQT8YrdVvKf9NT+IGUnGm7ZML8L8vMlpaAjkHwh5QZjTUSI2Dgr2jhxbZpq0akDl8CI18aQBAnL15MJkrdVwCGhS4zt42wyZ8Is4+M1+lc849pZ8FRHDcAB4YDECmI8eatW5mfJxeyIH2SAtwVf4+9m15Lk4AAFdkC2XCmk2tXokjbXXhLcdNcA/fwSHHs2xB4v6jj6iSU47Z7Lr2TJ/SYDha74a+G+CCQ3J0W/Vqvmb/42rSTALZjcOiR9xzwb0sN50xtLwkPNtSui3FCu2lpBxn8JItVp3AQCeAzgaisW65f3W2rN8GSFiqVock2WcX/bv0YMT5AqcEZKBX2LsLvQXeaKYCDjsclwBDzcKGerDH8z+AQB30Bkl07BW2BnBspinOZxzR5bl5kfnbpbC81wC2ljnkXFQXRs6WN6hjqktIK0dAV2TBACTc7yLjWfL81x7aDZgx8PWq/VANoKnOTjZtHJT9LkEZbMJ4Uc3Um4yw7iPPJdI+JZ4D9vB52ya01OD0dW2lIEuFc265K/0MCbiBt0KnADXY6Jxn6BV54JIZ2MaLM4DMZC8+Rn/ys+V1x7pRzYXr7GccOo6TmjUvv8p6I7sAFle/4H2cpAANvGeWqtkjzfa60DEC2jVa/QCACKcijt1mJXGWiVVCxyfDpOVQdVreDT9vtQQCxXDkEsjR0vueiSdP7YuMXwCQ25LUADxkqrFOlCmmTyfObp2wAKDIMQnHzMK3rWEI6JySliMTuoYZCnwIHqfeBe82233LjRPQAh18TQYw2WM43G6VHqescOnJIMUXAap4UXJavVO783btS4aufJ24/tKAZ1L5aEa6+mTlemQCOgKAKOekQSPobqMvPUomI/fgnLIOnDXK8vKi/Yb2uZkf96FvRE4m/fkbwTS5tgElgiX6ZcweWgG5ztLlTa2CUqUMJ2bkdfazgE/oGbBw1xaH8euUC0XOre7rhkgr9wIeEJCwdiMlfZF9ZH2RwfaglVcEBthv+mCSYUQ565apzzwKbNX+NIhZ+9WS5FRbYFHRQTcoRNra/ukASsnIDr9vRmzW2D697gVVfl4k+w9gm/148pTMesHfri38r8G37LPBodAD/qomCbCX6IKt4bq0CF3B68hqFpBHjiEvXiU78yrZhy37HNAL/iMw65qxJ/ZG1+fVwLRkRm/ARwNGOgTncT9BRPvcnukAB/AHvw//gt8AXEPP0MQEUtaOCI9uixr3Cl5XP1E+e/5XA0Qmrq1j4Xn0xEWH2AA/gxUCODTTLs+4mWoyn80sJQsOXvvq5bvqdHdafYdAK9vfrJ+Oez+knUeee+6VTT9trlm6gt+1R3PPBgCjgRe1oWoXGvSFLUC/262asjY9z+Eea7NtlQ6AdEpwE6RgMN7NG//4D2bEF6Soj4leyAmqalCbgUycEfhHq7k0eNeMckEE+PPKbvRV21zAx5HD2wLia6pmQYeMiVLW9YtWtiBDAWJvBZwkKME2MbtmL168yLXYzdooAIXol9wXMPzZ79f9DuOGt6ALrx2MUgB4IFg4vtnK/8whRHEnIO0/+SeU7w2gltLLbctBAAsZbwGACTDDhfMitPwk2eyf8T8S9FBWTsAICRr6sx4F0IUzYXK/SOBKQYo74XPPInMIynmn/oZ9jq7wqOeB++BjohLKZK9SRShBFajSZMLeTosT9C3xFXwdP268Sd/qbwEa0WkLjmdt//QfCIy/fEEVD8FP14FlY/0A1r7e+Mtfwl+r99tX+U1KSt+/97i6vGW0sa858+Onrw6c72aNr656gMKLkEcJZuOz0KBJXV7P2YQHPbo+4wgEgKEvYRPahx6R3iAwSr8SbJjMYp5b/X9KZBecxRuVc3iXVgc571SBgnYbuEeQpirmRcezNPzKb+UYr9q+oSN67n5M5vNEPFWuQ0+1ByIHCWJDh4EH3Mt8YROHXSTvcuzoX8jPtG+oXU2LFMsz13dRsB57Ys5s/ZgGNKNHsacPH+ca1iT+NsZREFE1ofoyOjqActtFtSd6stwf2Y9Yv/n6hMhoV09v9YXc1IxmdXiDHdVXaifm59vXyLyc27CjBwH9oSnaJ1ABiKc/iI4DX6svI5dytrD/RD+SCX2dzMx8hgxj7/EPkN/ENQCXZIu3ZUz9wsrgi+8rz237OYLiyAxuEKy+z57N8v0NwFPWCG6akIAdCcBsj2qeD1Au74I3cb7ukk2frQCzfpPqD1/7DGwidOHs7fjdxh3cBKR9oc8hl7vXq+eMgvONiiDhMYKbx3c2g5+gDTPOCRa1ItAGPnFW0Ql5VW+dks2OS3/NiHnXYPzr6HMGJ3OmzAwWIMcfcOBsJsosr5BOa4LVRzH72L7KJmRYFcRgRM9vjYCZlIkVd2MjF6fAh8I/fLu1Mw3cHnLtWuu78uuLG9aXBbeIDbvnlDmeq/qyPrQ4WTyvtm1444e3t2/8y//pTWQuNRo80+j18A98ANox+uwuADCTImPJ7NY1u7LAY2D8EYB73sa/Bb0OBvP3sof5PoPZ8qDnyV2I6DSWNRw3k6LC/9CgL9HQdaLOoWVhN8tpgdAK7TrtD+cz7zUzL4u8wN45e/c8V8ftAWPMdcAO0fR5A9RtH1YZvBG/vHa+gkHHOjVzJt+t0IUo16FdIMsRnEHezRhjHXSgeOA7rgEIBUI2Ff3ICt49Zg2a4ZfvXprTr+Mr91lQdPeXZ67RvcDk3uvmGOP6QezfcBkzSmEdtDlo0xethInDeff4pOjrA1mAw/VbUKqGFMrLKKP2BRXI/n977b7+es15bme6W+XSCGDL3DZ7CedQLmwJgVFUN/NXMNU9KHMGNC4z3BKypz0qY9BZfAH0QxMtmRLBvcDe0rAloKc3IwylAKPOe14lgWFYrO1GsOCk2Z69Ko4HLR0KdEVnP7B0hfc6A8AF3HjO0GN7euRV5wj/QRsDJuwzNqagCgFKeJmnHK+Z/DxnvbCM4BSxM7OSkXJWT9dBSwWGamBkjSf7ke+0N+s4fRC8Lf3Ucepg56yaxcabKmp1yrF2w/ouGeiN2g3TbuQ4F0iLE19SpUEn7kbXrOF39DD2vChIZdZG/mypEfjOZgbD9hEgOEi7FwPAEf2KwlwXNef9pBhseeo9RnUSAuZVc9kzePxc43WzF9zEE0DdvRrBxT7BZwdI59IFoHfvl793L3NtAcACkhi+REGpeLXUX8+Lz2qEVK7dSKhVZiyfi6MiAMMQdx2IPDvf33KS3kdFiXs3Ozfrtf0VLck7ZUVncc4Z+oJYntHtLcwzFgBmbPJOsxzl467jlvhoGZbhzV/oc8d/KPMDRJQecQ5PGboqRkMPZ4NN3tZIioKBjL0Zp6Fr+/Daz3iPwPLWKp4ZmBHtUyqmyqyZRC3hnX3onmRdDz6JYz7rDG1PdtwGlazi+XV6m9XZO1lWEDFO/6PHsWerr/Iey4ZTeAeHCInAODrahyQehtuNjLR3kZGXKlQ6qKrG1sGxsv5WDPjSVPbIXlzyvYKWE2xwDiJoEEX5jD05cPSwVmRTYSxgBLS0O/81EMFAEEFLHY6ssVHfVHQgo0fHwTp5Ok6UeMo2htecz6PlX9ShWlKJrMH8TaSyGXOWWDUL30hEA31iiGfeVCzgZWSg2W117sS4xcgyExGlEMNU3nUESRnNydga3V+wb9Y1cgIFH3ZAKb6CFmwFZ71GlgGAOgXQq6yA8C3ZNxjMzTItLbvVxcfKJ1hjouU/6Vycsrub8buZLevcZB0A+O2LTOlFq310TVBOa4TqDNnyO0wUx2n3m2tbNislvQJEPkrGBTJQGtO4a7/HKuqwQQ3OBtLgDMu9CDBDdpGVSIbZTao7sBfwuma5Qyc7V+ROlY86lAC2yMhD8UY5N5AimUd57oNkZcDL3md+0HoBQOgEQ2T4Nf2zMMTbEmJ4kvJ9A2jImDFD1gwqyxNuRjWyi2w9A1LQF7/ocC2PJosJmtRYwcFE1C971AAnZG8d95lbPvtENHn+oB9ZwVUyoKAJ9rkyXgC4DtKhR8bdzKM8D4cY9NgeyFNq/gKW5ftEr/JMHMNMFecYW8T4cKpxzqDT1eHXMCNLhCwf1pn7YRjiVIB+yTJi3mun3KFfVoE9aea3sVeanRPaKr/MPAqy5rUlmvk+DkmMMb5MD6pm2Dc7A9quGy/XWNZWJqfRrRNQJ0L7tLfnscAhVSH4WUdQvmYZLvqqkuViGX3nnazLyaxeOtg+xOwVZ91gHJzX0KS9etXNcKaRMRFHcHRCA3SSHYizUH93/TSMfXW6deaj42yJ2gV5WyZ09H/LFq5TDecP/AIQGF7knC9tKeDVLfltqfkfQZ8b3ZwACfYcJ1V72mWPqFBB9iAqYx0QmVvtMQKP8ru9FMPf8m1KxwJUtnxvHJeAiEStC3Qa7W3wDXwD+iXYI6XWkmWGM+kW5djhczmf8IztrWRWRJXV7JEZutCIfbIpm3s1NoZnhBe8dfsPN3OBnnbRMZjzw2SJyKsErfgKe2tZUZ2BOOXQvykHdocS0O3HbInMSruMs8FmBJigb0/AWGVyDVX5LP/a8zc/4S14unju2wCLyKqWwuXyZLisPMRpSrAtfI59g18CrKNbbaAHOgsvSzxTEjGZhSmz2YSCzlVdEyf+6o1cTx9T5CH732ohBZk2eEhdD1mw2b09H5lP20wUDCLbgewnzyUOS3t1V1PvuYGWfE9wmD1q8EH2EP5Exq42sjZA1yl/16GHfp9/9JoDsN+gFOgYnrN9Q6GpzTCWTo5AMcakE0oHPbQlOAHvJ9vmtzj4KSmv3iv4CL89evRCy8j3NylnCdjB5wV7sgYLVAAuAaBtRSb4fcveNyuWHqmAYQLAgA1vk1UIPxLw0pnU53aP7VWH+VDddrIcoNNm6Ice3r1/M/IFgC0ZlgRg5Lt3st7ILuQZZ9XS3FP5YGw1ALGWha8CEb6WDJdmpDVjiqAi+5MzNvfH3sroCA/Sc/ZmwO3yzpSv5PxyPgo4cCZzLfMwgC5AJlme7dtJT7gJBMm8LgBw6I1+tbxwUAN2cC4pHYlsJksnK+BB5qk5IP/4V0tMt/9w5GYrsFBhJQ5Z+IclFHFqT7uZBlx4lvWFoN+nxHSy/Thz+HWRJe8o9ZvXlua9AMDZi+oBAILQE2cano40yKac3Fe9/wcCasjUJQgm9NX4AICILLd9as12g84JqtnKJFueHhp59ZJ5WG0Cx397gmMj15ZhlOHJlKFG9CUbam3dfoJOQcWC+qakly1XWL0QzT4/yc5rn8E6jAm0QT8FRLGMNHpH4w9yTrdnKnoDOvmoPV2v65Sy5YyzF+rttK8hAxcaQW+Hug1ganAfQQI5pjia0dGITYJvo+MxtkdT6eB9aLp619gVG7wJb9zevdUfo7O1t2Pomesha/YLXYUX9ERGnfrajxv/4X/0e0t2bxDp6sPoaoC1TVLI+F8G1LxFpmMzgcyWbpZvfRkAg2RdTx/sOOWR8QTH4HS/CpjENuUE1eFPiVuDP/V3AExik/BCn2ywEbIy3wBMFWA0kPjpo5QKxt7Kmy9fvWpfznvJKt7exei87GGDXKrToEBQwlde+OwpPrWtlgGtC9Q8/ysZ/6SyHXosZ0o73DOO3EfnZs8/JLMd/e6qpYXT7zuAKuAVuocZ6Mjr6JO55ecv9tx9FIAXfav7iFOdcdcOR59D/3x48SVxb8r+wjfYL2Q08gkAnt7FVlpSxrDfb968bmlpwLxLtQxmlo1AB2R/H6VncUtPl7bo9U3lDQD3q5ZRxjfOvhkcD3AtyIF8trRoAKLw6mZNF5rivsmWTcY6tC7ArL0Fv0Z/o5oMawJPQd4T1FddO/wY8NvsL3YKfhfgNrLtSQDgTVBZXRKg/mUA45UDd6J/sDacq/bHDo2xR9ARgDh89lHGJX9BnqJz0pbCIJOsbGn7W2TDf/afPs25YUqUV/+efrFXN/7N//nqxoN7D288+R1H+q0b//b/epH9hzd7ZpsABI+vPpinhbFR9vdBgDl0NYJAXzzXhrxzl1Lc+nL/3f+dOWTMD5OB+Ci0niXqOQSAwwb+Gh5Bv+L3qWIPbTDGW799CdCWs0MQECOgtHN4aquQZGzwJnBdaDxNE8KzE7QQ+rPlId+gd65VFpn/zZZYxscPXRNgFZ03AGP5b/YfHvEpZYsNFIOp5vzCvwC7MjfaBcCnvsSWRjfFX0SlB4NRBfnIbKY8/gZYk1iCqGjVlACMHyLf0OcfZr3gBQSQQKeIKQBO9p3AH7KabcFDGfcEMoW+ABepQsSeUioasBoezPwo2/+Dfu1UbCqGoS8AutQHCCHQ4iH2FKKdIBzkXwKviMlgjNIybR24AL1MMJHArz5r1o2Hvk25dfxHf/7zn7Vt8GFE9yFzvyWlx7ezrU70eduCgUBlqhEAsDZrNaW3xTsip/LcAnboqik7jR38/SuyC3rLngesrS7rFnYP0VHI3MaWaAxuPrBaU/aD0tJjG0IX2Lmsy4e3GlcPHuK/cP6vX5pRy73x+zUYYGJk+c7bN6wLGEUqk4TnwBdos9JRj15WOmWe7bvMWiD7Yv+H32yZbWgbELa+GnrIEygePleZKqV3DgbBy9NtDWIgBfOn9Dm8ln2vzlo+xbd530RGeh4T2EPw7LvyBjKACSDQHum5GPpZ/QVfWJMcJlDJwGUD61gjdEDbCEylVAJwR4dkjNAxNNnqSOG3DUhk/fOC5yHfW/EjdHUJ1M19gXzgHYtdISuhNwOZlcWljywC8wYbIFgWecEYxQStJCDeZGISAngB4O57q54RGChNLX9sSzRsMvp7wyhrD65/wrWCX1/aFo7vj3l1z5gz1beK951xBctmj3nU523SZH3I2TPMWbh42wfkAjAR5Dlr+f7Dbzf+1b94k58+5G54Puv2ucECB8Z7893HdV+zCAcAfAC6MtF9rfK2BvK+/2vm7l5HpHuHMG8YQebC8BJc03mlYXgoFOu0WRBykfTNANwMpGNsZEwcgNuOQWfnUb6X93lvwbkFVc9A6c9zPjJrN1tpI2RhVI3M6UYaaVnDrI5UibpOrz0Zc+MFQs7r2Xui3ExExq+fuY7HHM9jbPbYae1KJCVox7GfYzhbhsfPG+VXJcRxLrC932NfLBXnvp1/P2dvNbKjzDh01BItk4k6GUcQeceff2QcdDz9Zxk6CODXCNH282vm79AKislo3AuqOm7f5zIPh6DNme7276WvP/pZgLjOIUGTvbdAgHR8zqZeJlP6LNgi+HvQ0RzuydjROcp99kwwt6PXQM9DBbAp/gvseTb2uxivrJ9MhcidgofYovjL5rjyex3rGVvV8dKGa7wlunomEbplCnMgy2TNECjTkSjqQOXyArncm/fm3NaQHcCymUuUO2m0yrFvh7N7e9l4zgkaMMLJrLbzvpm55hly3EuD23/W/a7zAg7M2IbfNJMt977wG8yhU7hSmX9oWgat4iM/UmnDEb7RO+77Zv64JghoATad6rwoX3QA3SNQ+O4GRmTdWlo5D2wfxNbxR0Az/zyPueT5ZE8yGmiJ0mjMn+Vd0NdVlV/yWnpXoE/UEWObg7Prtt9bg6SGx+x7s0KyHsd6e/URdCHPOPjKmbedssrnmQXpyDwZRQEBexGCnNGCwxidRjSvQ7+GbNYHwxkFhh1nf87yZbPlt4TyAlYLJLMeVjRgX8w0MoOG9zZCzUCO0kzGWgC4+7ogmrRmGQ/2eDIqh05QvFCIIClk3MooBvs5iv6dGMfNip31aHleeBR7tFK9c+sMx+iiPLOZPwKFlqtrVvDw9jplSreTEV0vi2Bdgc0qMDpVlzY2kKSlx0oX0JMK2ypal3PAOcleWU44Rm2u3++33HAU3Ev/6nkGss2MmemX3bLEKMgYzTgsdOKey8UjI1smZehVYMo+kjjTW0IyGnar3LD/uYGZv/Arn2MGv4a3yqRnoaXGKrdcc/7eNV95tut5ZAAZ+Wk2lI7aOtSzBswX+m2vXjJpm+m50f0q2n5XZ/qCu937KtgGzWyZuvbyyzzagy7XN9sEfsN/vMFz2+dUWcHZ1PBvHkTXAB5rxs86XOTgZAOwzkSeMjeyVriHPVmm5AwyQVE3LwM0ulZ4YPKq87f0u0Fy9gtcHmCWvb0WoVUze+0Pa8+qNWT8fvvAYlTmuVZm8HkEujQ7Mc+6ilOSc0T58M91xqIA10upAzDzahnNZrSq6JNhgoHUMmUju7ZcMN8pWJmRwQNZGxy5BWxzRNpTruCSZbO/ARiGVwOu3QS8YoUJ5miazTw3v72LMY6ufC8OYCLZcdKwaQAtv9FfkoCBXI9ctt9wjP3cc3vOsabN6iIiM+uHg3R7VQK2sZaMh7XACGo5+lb34IxtuWv76dB3fDPb26e1GakYyYCbnslmSE/G5JahA9hXzgPy6AyiHKggGSsmPVveSt25paHhG5S1zLpR7nDX6BLYMzoBxv/2qVFOGcHNmVpQyPLlOtcLVjWogYNg6XAzSXmPHqc6riwbFQN/HYGcdxzQ2SfWkfFw3rjN0gnrbpCQTiDOPvIckGWDcCjjD8DDSyMb+tdha5ay1R8o49UzXqeppbgO487v7nrXOUFUcxxCBihwvolu90zzIkCqIHP2icy+60SIwwMwqMmUsDLEjzpJpW9LSPMffJUSnjiO6FHa/sEtQ4xcUW7UGVXqhW/ooEU/vx/e2vKqWXd6pTUI6pP9iTGQAaE+pSxfxSUOtykR1uCr0AYOyQ9xspQXw484k5SYR7aEDb4nEjzPvp0z2pJ9rbKy/cG5xQaD2iKg46o+C+D0YIBC5beZlTiTdIxSgnH7xLO3AA7sO7pKs18DgpL5R1lLzo+ykX0nAI35kV3P2aPEa4D/Zucplylfag9hWyGg0xk4BfjI+ieDYzIXWbdy6FwHD5IulFUAYcgKwVPOro666vSRoQQEfMHx1HLgAMs6PLa/bG/G0mdcuy6Mx2x8g6I4puWh1SPNesb51SpFmctWW7iUuUPW5r9tcbDBPutQ4H6Ua8QpzstMSPjRxwaB8KqcnUBd5C7O422vAACyVYrsSywwXOfPlCft2c+6t61LngdPNqsEsHz4V/a6vaRzHetY0R5aZR6blcF6VlbmH2fL8rcGVbVEbypPIHMI7OC1QW09kwDIY8+VF8A/8ndL3hJ4A4Cfh/MetMC5Zx5j4tQpQ5YpMoWygsgxGRVSAAAgAElEQVR1QJWHyQrlRQURwBwrACmrFtxsecKcCYDzt2/Ty5YA7eiK7cE+LUsMrCb4Kvy2gQLaItAKAOOY2X1vezny+5Zm7l6Vj5aC+vzaVTUOI1vpMd4AqwBmCf5BhwD83DUCCH6QNWBepbkGCFJanRL3BuyoW+fMjE1A5krHWUUG4CMAD9VSGiAUx3u+j0OV9XyX83u3GZnRCWK3vX6ddch9cBBullPbNuR56DHtO0zWWKsZJDNlysNyXmw1oNJE4AnZph0CCk7Pj2XW1cPJHn5149bdAA/ZP846gTX0m/2KfoXUBtwnoKIZcQacoTtpC6IXWd78+kkyiHNP+B/OyQVRzXq2QpcBrjkjzZhe/5N2RYGs7AX/ABJ4VjNWxkZF9zfo0rlhE2gH4SxcR+hWVjGApvwqDIjemepOZFZzUHT4VcfpvkFTBspRtag2EY7SOReeDRMHWuYabjp2D2Ca5+nHjRcpGXt9beYxOo9Bh3xK9Qf4NYFDOO4FKEqvQzdru1HG2MoBKSdM786MifW6e8tSvVbrQpmHft2bH1kb+rjbAsP3rHJBz+PQbvTI1+kJrFxGL3s4ARLpK/rqdeUtYFsDbKuTaMvTz35lOa0P4NfIctaz5arz9zW9cidAV13D5AmBZeg7pXpDz4DXgI71G2QLmt0UuQot0neRAKk6lfFRZJ85P8rAowIPAEBlS+YFnzWw8W7Bo7X9AbChHWiQa9CXzeY108msAPSMZPu3T/sGnsrLcbjTAqD8oeYKfYgF4BnX9bUBa+jR7D0ygTV9+eJteTf6c4MAw0PIqoU+6dPMmjQTn1YdtXHVKeHN8LuP0XXQF1rBJee2JcDRr27mLPVS9UCu5bvwDDP9Dcb2bE/FmNyXMbCG6sf6Hzn7bRfR+5h1zLjQlaxmQJCVVZHsrUv1B4Nx2MfH1wRyMQ6uSe/iZPvVxIs+ig4P2MaeX2z8fMj+tcR6HToEIaJXcv5xhBgcz/6g0xBIsDwM+qW1AGt0FdqjtynzfJ9AQe6HXcBZufnjbrJjHxfA/vgpQYRZX4Bw9Ct1J4P+WOfPkbvo7y0nT62f0bla5a0qP0GfyYZGb87w2APo5kPa/nwNoPfjG7Qb8DnBN7duIVO/3fhP/uOHCQoQQL2NHpA+zqzz549W5SPzFjn8j/+QPq4ByrGlCpgMIIrfCztl6ffZdfpdZ31YN4LtCKq7kXs+DOAKTb54TjnXBCI8M0v++T9QojzlvwOENugQQmjJaSpjMOcE5iUghJK1zTCtDZ+9p0x5gOA7sSOaXFW9IcE2CUbF/ob/XKokFqwP3w8diAIB0Krf1q9NVmQJUH8oP+l3yy88oz4G6Jd+wPUpUZ7ZIKnFCuTzAJUEggU8jq3WKh5f0xs6+tzXb/TBRR8n2BfaMSFM3010quzPBi6W4+bQ6AIhcDhBf4/kCaTKEoSGvkGQCqpi9bvRHxkbRxpgq+0aGogQPtoKGCak3YiMfJsS2fA0Xvh1Hub+/kWmqPqDPn8CNQxwJ6igIFzOy3UAeWb84vmryoOnAUJ5VY/LJe8DkhJHCx++yjkm2KHyLvrC0/a71ibKUqUPtP1OGfs3qtjlBgR8WS0NEB+gGR2KdYscjq+kKhE+QJYk82ANWR8qiHCWWxklY/+SEs9WD3NujBm7sG2Awou+hjfy2cPH9mWuOz8X0XfVtojIBEHw+jvyOfrF7d/kF+wf9PPmlW2B7AmM/CrFdQwN+o4+Aq+12ptBBtXrY4Oo8+sv2wTNtvrIGcL+AARFs9i2NrUn20cZm12/PgEE9S0h41sB1vZ7lWmVV+pQBC/zIvCAsbd9TvsSu/sbZCH4vxRhYFNbG3DHrAF+EGQd6ghHo1hZMQp1iQb/Yl/Vl2ZCVsuW59US8VSgmeCAi55Ki7TMFVXWjGqCjmhlxxkh4Ardw0QAXBBc1wpOAKcAwMjI2jxrex4lkpn/6tmMsWOaLO7SRc81PN6AKEDzTShbXyrXrc2gHWjwG+PqPWrA6AtrNbMBb9TzxEVLL7Ne67u2MuaRDMS9DA7kWhLZqHh1P+fy241//a8+5CeVJa5tbVaWph+1cvJXANgSoBoNvvxZ/WDe2kHt+2fnPO8teMx1/18AcJ8wk9wSz/PgcUBu5OXPAKGRmBLiZlzyvc1U3uzavdc+o0xywOAFgPea/78/y9zzJaI+nOtRCrp7y9xweOGAG4PT+bqQfwTQ+r4p+bveC97yGU5olJNmNV724/h908EPoOaceQhzPIBK7rcA8N+b+xLfllMscVfQCCQfgQIN9uhrAWCGh1N1D3Xnnn9/DwAWmD4A696sERzSyAK9O9YFgfn7nN17pt8z8HgxhH+Z7F6DEsGGCjwPMP0H13JwzRo0Y6rClP+IypgIl0aTlQjM8CrYFgZwGGA8Z40zV2az7CwbZ1+mpaMdBrTbvpK59ZbxwflWfXPOKKSG4skbpYO5z68AsHs3PZQXfB0nOspYHfXrqKuj4lgM7IoFa7fv536KIgGDqg4PM+OclGGqfLFuVX8wCi80fIBlex+dvRtNY9SnwnCzvc6bc3IuVgngemjpcPCY/ePBxGBYB/HpaPYz9IbtrcQ+rMN419iG7hq0CyDxPZ4HkAhN4GyFjKRb10Ab2j3BiG/UEY5gIivJsFCdRVPpj/aCOi26BrwOIV4CfkfPjt6X87PnctavArN74XcZY42tnetEe/fRq9TOM1iuLfGqkFKo9joCvBCsda4a+NIz0IAHweTOGAEGmNjrqqL1Pi3Znv2xtDJzN3ta4AOnjYr0Gi6eITOHNiCisqf7sCXTNTi25yLKxfbT6jiH/9nzFif5cU67NiOxmQvnrGdnHCcCnV5vD+AYkERnTyWADfr5SI9LlLEClgZodB0u/+e6SEc6ZZhGe742g5V74gw99prrz3S1AObuGTxjAcYzX7YcrvxBpXmfbZY2Y2z08GQelSZQFHYdGkktPQJ6WL4SA0TF2/U0i3cB3i2BzPpwPeOCdo3ANHO/QRtZX3rUSCMTEIKSWQPe/oBbSoeSm+xJ+/ZC8/Bgxlyl6ijB53pAP1uO2HURMIZHKFc980dQjOCM97E8IrTsWim/XTiz9lWWC0rXKYvDmHMygAig1GTifh3mwv0LPOazllQO6W+wT/l5Pl/AGv5jphY0YjlYMiIb0d5sUJwM9hjRqcbnKn/dq/CTOk7zffu0Oo+WM2TOGKrQvW93TFVC6ZNWI5YMK3uC3p8oTHQOHFbS+AbEeU4xTJBFZu5z/nWM4ARfQAA6tIcbThD3m/l+agaeADCOO9aWvnnr+HYfzYAwQGgDOoxsJXMO47Y9bXJfQCICM7reBXGkh2bDxvkGHTVbBMMDwKfZg2YjEeEPLdNPHgC+IAaRxi3tZ5AVr48xSAoYkGGYe7dvNucD2mpg0UFf7bc2Bw9eYCRqnODJTDOzOo7Pltr2rPM361yHduWzgWDll2QchV8CBiJ/oOXb9ORifbKGOJpuUQMIJ1LmRVklMgVwitRAiqPEM8A5MhuV58jPcARmTC33PRVjmNXoX+wtDiUOD/doX8wBjqEH1oNxNCiuPE05cykpj6FUoOd4dV8A9U1zqmN1241At3yOU6eAU6YOrW1QDXc6ggx0zrdFwuiQ93IOdIYZqObLrFxelvtXYcIhy/5j6FvKHvmEjlAtxUy9bn6MpoCidRQ24xI+qUwu/8olOPcErpl73mPayOWcCbaTrCNfEtO9rDeOi2bJZN8N+jMIqKWuugc4mPiekfWwTM4vewK9CQ6ZCVUe0rJt8hf0i7UfkLd8/iF8iEzb9nrjPHft0ZkI8MFmEQBmrl8LKEof/Vl6ZFysi47YAnPlE3pDzLBk7dAVcNArX6wwMPYkAAlVblrik2h3eNsCj3EQU/IUGUEmJCXuGkCL7MB5TjQ4coM5kG1mYAljw2EBOMDziO5HxnS/+/yMK88AIKujO+sDmLw2LvvDGuHo34oafNcy+JTCNeMXh86Cxavk9PxS/SFyo9n5zTghE99Md9bTtUokNs41AkMKEvN4s6q5PzzznGmL03/BHc8Y8kMgGf0F2qjzP54xefs6sMjCltbYnwZBNJvXcmorD7sfo6vBkwgIEDxS3nD9ytIh3Ms5Lr/PuFuufMGirEGrZnSd4/zPvgBql49WH+DMueL22BW8YW443y/B3gAy9LtucKWZv6yPZYEnGDS3Qm/GYcl7BODws+VFA1bA7yvzoG0Gj15TeXwEQcPv1JdwfCfzLM8rMITulzm1PzXnq73sR1fNHJFVDwn2yPDeBQQ2kFf5Syk/9APWAb5SWZr5P0gGkxnFVg5ooE9HhmxMFQaHWHrhMxzxZHid1/36Gmfo2jHqBYwZugFssnThOF47ae1pA7TR38hDHflLsFsz41wX6TX0Q6BN9QmDTxY8BZBApvautVEACbTttmclQAWvDykzyrh+y/kuzZafyxff48XNINrTPmNlvwAfLFVulil6HU5JnknpdeTZAsBvAXkzwEcPU06xNtYI5jx3q70J/OgYR+45B4JvyH5NhucECwAiLm8VpOccyqt37QRGV8YY/AUPYX0A8Zf+1TOsqFN6zk/OU3tM45ll59CtqkseJR6vwhPIlm5AT6vN7POgU/Rb9Gv1Mnh/KyngvKzeJm9G3rbtAdnW9NJsX9NK9+o5BOw02DZ86Ww/o1/DM7f8vGu0ctr+zJxjzjAvg75Y8+8FgJ/gyM+cOQOthEG2cjYXnfZzSqWXL+QcArqNMjY6hTorQK02nBWDGDFAeCTHRf8p38/paIUN+guHZmkFQWZbq2mRnVXbBloF8L0qyARAwK2fPaMsMXbqp4KntkbImoTm1n/F2rJ22qJwHM4kPVNTOjZZnO7rbwLemTu8C5BtHeGcASp6cH4+Zr/1TWI7et5x8rc//ADAjIsMTWQLcrUBBbkUZzSgJ/zI/vE6y8loxp7CqY4dsUF0/Hz6NFnU0+ZEAJjKMYLnX9qSQ78apesLIowi25YI1d3NBoM+bAmlTsbaNrlg9BbkiHY358TS3dtLmjFyFjiX9FLlJ5U57lZHNJCN16sEYDy5fnLjdcDMgpJV4m2Rdp1+vYy5R5YkkgY+WLZY34V214fwC3R1XygsVkEhs5aXPhKDcpFpPTv0zCyvJUhAWdtSnJUhViVhKIA6rc5A/9+w/Oo1AcBQfcnkswUBACW8Vh3c9hzaRNAcvJvzzFysDjLZkz2N0Om3jpXAF2RGfR2TtdZg+MzJ0rSx/aiWQ6/1/Hv54mW+LB8lY/RTAOCvVEZJoMBVzrfnUh6E7JfvWvrcCmAZW2U2gXno3FQ/A4BEB7KqBftAMNWP9H7+8S08N/tPWeIbN1/d+Gf/+e83/vJnQZ119hK0WZ27/Mwd+Uh1lgThAdx8y+fYUeirVjVLgEfOzfLDpzlP8D39qOiw6IPyF+754nn6kGaNnv1uVRXisaAB41Szo72WB9syhjkCnqvXRHYgAwIAf075Yl0aZGBfhX9Y9eJBwMZf/azy/tXrCWqUNhjirZvwsa0yJthYYIcP8yyyivUPq4taUh8AONnu4QGUCOYoqOPZ/qmlvXMNNJM87Orvd3I9oBL8v0Gn9bsMoFS5pp+mpfUH/JXnEFQXORrA0QABA0zZc1rs/MO/S2WErD9Vn1xn7HyBtFbLIVEjMugBOgDJLTXW0z85INIGvz59GnrXbdOAiBfPCVzQHoIwkE3ur2MuAJw+zpwP5AS9mX/UrlAkdK0DeL5LMAJVqQhA23ZslAhfvxpr++G9IOsGeBFIpj5Hj1sDPhnn69cBPBs8QhBn9LKsZys7nWxAMn/Za/5pc9fr18CwFhPN+2zTu+iQJshYiahBG/R8hk915ui4AJXQCnYSP9kH20i8y4e0sCBjWJ/e7ZY7J9AGPRudw+RB6ET/actK49OM7XMBI2es+pMNTl8HOmcCPgOdcj+Tn2pm9OyhY1W3y2fwRNuijO2WZ3x4L2BePhuaaLWK7LHt4vAv8CyTJNShPezbplJftC1QoAPWqD2FNV/VRRj/8Ij1RfYsEPBPAEuuw6ciXkSSFNUwbeOiAn9kruJXoOIDz8DWxP/DReyx7aI4r9r7yFD49+RnlHeQV9D8n9pmTA27eSsJTeA9wbnzKp02SMA3WH/sXOwtMLkFnhln1Zn8Wz7C9Z55ecry6MUPFpPYyoF8jyVefup3DZLmtQDw3l/6tU92g6XrAxk7IoEi/9v/+iEBFgnO7fi13aGdtsh6++FIi7Nk2jrvnfwq19uD0fec0Ar1szO621Qh5ELVOdLv+Ma5T98ZKO61EPVC5nynzka/V0U3q7JlYHHSWfbuZyB0s1LHtyOdMt7RadcZcjxbwcWCL0DiyP/9Xwta4oTDqeF4f3Z2nQHgvbOOHpUzXghj3tvS07vO5/txLUbYNjtfwGLBUPalEeMlgp/vf8lUGEDinAG8hL0Mkb83EkMHlgybdapDuplBjvWy1xko+weQhQO7L4gO5/Y4wtnNBYAXTOEyowR1IlYxreCe0rz5o1keGE870FnEBXv3EC299Ce3nAP7E8Aw2WaO/6AxhPElcjfPOX+2TgduyboI3szN896W2uaeTcdvxO8AJ43ClQ7XWcjwtwTuGuA6dyaCbJyKXcJZYH7AuBeQUQkg+5VoTz5zUWT6p4xD1rP3gSvhbHLcVfpHsdjse4SAAB/cUcbYfrlzpmWES8EyQgFSS0G2RDhOZpzd6+wrkz96ADVTfW6xJSSa7Xgy5HVgct4dq701LdfIOeFZK3z6OeNe0GX29yi1+/9w9ma9ci1Jlh7n8Qwkb5aq0QIagqAGWnoV+v//AQmCgH7Qg9AN6KmqMi+nw3nU+tZnFrFJZHULipsnScaJ2Nu3u7m5mS2zZe7HL+OgNksrj7cKV0PlvJbOi0ERM/jIrDarledvVVJeNVpnHhk6GTo44QvUDZN2D8+tvN8eu1xraSd6LxQ8jn/ex2hfuu1Zqt7bg3/6wY5MMAKMkoKqJO+wVgW+ddz2tRSkS+3pfmPwfgeVQDZw9yDfP8jdAsB+zv6r1TflH1Om14m0stczxIOwx/+A396yfcBzra3K5PoaFWOCDeDSPsLz/joz+zzNqOIna42xCHglbS/7UwoQxri9YgkiLTXg7jN7h2oE7l7dQBjjb+/jmVOeowwZ/JffFYiGlgaK5gGWcW6QAwCpraB0zgzUuGTKTPVbA2/navY61KwzzxBZJbi5TArsS/cV55XBxSY5ZN9IMWxfXl4yBDg/UlKdK927FgM2rk5kjEf2jeqwVsJC2WdwiPEQXORVY3XOhw28+Fxk+QnqNFuvlEgGGNRTAJ0mpKxR3xj2yMl5jg6GV419dW719cgeAZgmQlWOCObvXvW7UnQLkBIwaDByEhis4MUukUqafcKcUK3cnr4Ff3CIBIVLcTuVsQS5dN6sDuFZuT/rYk9rQcMNzLGnraCUyrdnMus4QDRBl57Dkc8Fd9kFBK9LsTngYoHczO0GJ5iTUgS1OlXbidf2chd0V0aRS/rqkMVP1Y1V3FKmIw81SAsu6fXghO2YCdz1ZK786mQIFnGWMAYAM88H9qtghRmNPOfuX+4JpSUCflzvj9Pvmc9bzSOYTIZ0Qdc8M2vUAOeAQKXa6jkklXj7xcb5QlXgEBC0gUqQQMzTBIlPZ3++QpVHwSxoo8nqzbUK4Pf8UhYN+ptty55rolCDHB7jAIXMHcBWKeCytksF3h3OOZ2x8hw42JyFu+6ca6wh1U1WC9GzE8pz149qIPvobjqd5zRjaIZz1qAVwzTpiQzeK0Wg8gYgVxqtBJ3tQ4oNZHC4CRsJhLBozE/pnAqYqXdZMwIopWDL9QggcYYAymwVH2O/vrZC9VRFR7IiOgF9GN1vNbWO4r64DgGntUvbc5j1TNCD/dPK7ALlAm06pzIIvINas4FU9yG2Yys3Ru4JTANMb8uUBSweRtfYa0d583zf5EdklblyzASaAPW7dzM2Kmdw6Ai+QIeL89+qy8jCx1ChEdB4ErCVYBJyh63XjN0G8wwul9YsQQXMKOToyQTOkRN6cm1yz3V7N3qG4pA1MaYAH4E+9hjgPQFfzlrXhsqApS38kc+gm3HyqcDsOd5zMXbCLIAAgcAWawXNKO1B7O0LE4EBOObVwIstCL6kInjtFb5jtYtAcEEEknmyTq0MyvebHBO6PNaL3mwFRgBFu+2hd8t8N5Ei9lbG3POyWfJbHacuIvt9E4ywhQB/kFX9I+wdK25blZvvP4aefmwz5pDKZUyzq2sreAoi5r4EqBF3gCPP+e317kShbwCwCpLNmjKJTXprsg17Gh2nIoBij4p/ZL02WL4nTTwygV7YhAv2BVWX9IFFfllfk1RuGFOGxz22spe5NTC0FGjQ5pNM4zyhP7yO1M583uAA57JVQD3/s+boY9b9Yapx1n6l0o7vACQRLGJ/QEm6NtwGKHq2dp/pI51742obL+CyVfUkPywAy1ieUp1WQMcq3s5xLlf5JgMdsAEgnH2S/0pFXspXgD8q4qmQ81zQPoN+fgDdrMVSQLu+Qzk9YCjUozy3iXHakQYcDVCpzTOebBiTmDxHX758Vbt0gfYFPDl/0anoVvQ1wEQBpDGye15liJ8STOccv75+1pgDlX4AYcxhmUVarW5Qlde3SdYwGIxONMBIFTFyhB7jJajwIMFrAv9TsVDbwwpags1XoUxde0BAK0DaJBlzDRiGGtxrdFP/6kfp6gSrpOczDdUEAZOLCFBjy7n/GbfVQKwbDBz6p9p05wpDQOmPty7TM5X32TdQR7/Ktfoa/+PZM7hEaxZ0DwMQ8bq8vOweMhGENge2g0GmSZyQ1lU2Gs5D1kJbhLmyGlQQkHt5rrPuKQbtmbY9B7kv96ASDv1O0BawjrVcue5we6HztZBLKvaQPWw1/SvblPC8BtkjH7kO53Jtv7I+YFewRwNCZNyAlQuI0Jt3YnxTxYtca8MjpwCLfB9dJIvMrNdU+OJ/1i7u2SsgBakGZ0npFyurUqT3XOVfE6jvuU/gOdWgtqKhyvhB20swR2/eWEmPDKC3l9GIM5v+wSYwIW/4I8M00QQ8KDipsJOqfPfZJnBytiFT6CcpVH+Gqvht4kdSYCMEPdMz/Y9SQUfCG30i37+333vxxW5lwEHjRQXGYQzIfiERgcQQ3uPMx7ZjPvTVPLOZM5gGAHx7va4TtN4kPLrsyB12ARSerElp2PtS7lt9O36vNOYy10Bjjuw8fqJe3sSpp1l39OKHcNcW1I98I6f0rgRwXAar7q28VYa7Jhih/7WTllVBmzkJI6EvbWJy7Ckrs3KO55xtvKoxCO39xgqoOobHd4BedT76lWREKG/Zl7F/8pz6K9ip9ovm9ceLPzo3Xwq2atN+/RZKY2ig21/1W0FKKM8BwXf/kGTzOAwfJFpyfapa0UPIzWVsoa2CanC6+gQa5034pzr2Sc7R6Ni8h9oHbGbeYRnBRtYf1eYj2bO2Eb7LJFVzTyhan6ZXsXGwoXaN7OITlNI84Jl+llX1VOS+CwDGcwDOvfgDGaA3bypU/4R5Ar1rkjWV5aWdBQCJbcBZAZhTVpLMMfvdBGnAac8ywE7mGwCWM5g1WMUFEMyY8VUEM6Taf/GHduO77BWe92nXy1cBSGiJM372ELqR9V+mgo0BMW/IJCImu1N0TROTGRvAYvQh7C4Pv936d//uKuvxIdS9F9GRsQdY9vx8Lbj0PlWaAIqca+l//vJd7GYqTk2W4EyzjUrmAIaz+lQkRETP17YTgOezJoFoA1Lx2XY7ed6noa4tGNhYAN+Y8zvXaMykcWaBWY+jsWNhwgkV8ALHVC0zz7xYryY84q/l36XeL7vUzGMj2VucgK1swq9gv5/hjMKuw3/GB/nUlhCxydBN2VvaXvrPALp9cQxPYlXzCfIWQHcp1Zus9OPWVUBWnqHqKImZtITBlngwjClsHyteFRXO1/aabTICyc83ldOHWX8pjrHv0/4h/stW1zI2zvUCdROHaZVt9gJ+6eUVyYcwXFAlziGq7ME+di8sGiQH0QsZexyZq32Q61xfRwdkQmlFoF8fXR5ab3TPCS9Ye3DmsaFEzu5MN+xOZVzI+J6GannnulOR636Mr/ZhKIz5HpXZAKcAt9L3wmDAuY4wyJAE+F6suHpBVqHGfdCtTV4hqVR7Hb/zEX2bGysTHObsri7KmWYLHJMnqk+yh4gd4LPUxGrM2mRV1oWEExJGbgWk9jihJUjONVgBuNLEuKkCh/6fF0A3OgL/5wRWjo9zCkSMOPEMnyMf+KLcufYBG5nnyy+l5Ud2SFqJ3RKdjr1HrKFVuvlcjsnan+rpJEJnuCTV1J7P2dZk0Px92QjXJ8B7dj+MLs218Lk4f1ph+ysM1jHZMklGJcZegJb4TeIB2K/sz4GojF0Qc5IWYuRd/4P4Hj46vjFgujYezFkm3db0zTeolkefYPMhn8T1sMFWHlhjxsHn214oupbCB+Rg7dLeePZa5bBYJXrW93necVEqe8bSBwsdG4Lx4SPj+3H/9cds/WShm7rRyvHK0qw5390Cwo3xi/n5mSZF50XyV8c597yX+fj04e6t/+N//1vmkSSEtHxpEpBsFKcK4AYJamSMYp0PbMCai557m6p0jgAwvz8DjmNwo1j/KwDwTpDfnUnNhZeK4QgAnyqS8sQFF0b4pbTb5eG+v0rc/m4NzxNAPJO7yp4ruAF+l9jztRegOn5m32tggkqWsRh3bo4A7/FeR/rpXeQFgAUZNJZPfscICKPp5+D/r7PsXB/noEDvfP88xxqO/fffAYAbbyyoez4MrIhdx+4MAAuACRQtkF7hnJATtL4clAvwHuWKER8BYAKrGCQEc0ohmu9tL6R9Nh9Sw2RfRyD4WIVsFtRmLR/lwvcaqO78mOW+FApmoRvk3ordpXiuvAF0AhhMMGiBz82WXfki4ICsQg20zvhRthZc5L39PWu3ACBCyfEAACAASURBVMzSPvsdgRaDx4KSBL6sXD2vOyKHHb5c8qv4CQKyh+zDyuft42GlsfvG6h2rSZlkxn0EbgtkDLjiekiLuBWuO8MaIVZt7Dzv5086pVrZ/XvcC5XfWdp9rsVjz1lD9u7ceebaxx7JzZRtwoABP6mVOLRV4tx6lTXfPWci4Vzo4PX9js25Pr4AW3bMZOkurVabx4/xtEBgQaqcBgDAC/56Tyt/t5K5QbtmYg54jPzl9xy8Ah5Z//mTzwiaWdF0AssJZA7w1+DLJH60qrQA1SrK/f4c2NjqHOjza3SOB/MuhHOBkCxttSCsVbHu2QF68rmlB+XzBgHsHXWivude+WnVT3ue+uKerQwaXdLeEfmuvUKlnHUdzyCfDulUgiKblVGDwQyZuQNQOa4pf+caxwBZ+492TFIbLwV2qVQLUis4UldSEZ/Du4CB4+71s/7MfwP37fVlxfHKEc+4NF4mjMz5NfJ1lDWpqjeBw4rH0hOyBlMV69yOfHLmRBeXCrkApjRhVlz5/Bs43Sqb035lJCPr6pfRKZM9VsC31aTMp7SRW4lov1eNbTMXtQ2Y++4RzvImQuhcS70lOIKTxj7ehIW7VBWPkdog7Tp2+XwNTq6e6xmgUm6QK4KbApdSB3Jb974Gr/ezaoSp3sqqDeYbpIMGTjouXq0CxIlqIpL7dce2wfwmpXBGVV50vDYbX3pPA6c9D9m/PbN89lbBQ3U7QaPKdqsXDOKjq01oIOgHJaQBAV72aebZzdDFKG5QeSqY+J5Bbh1s7knFQ0GJOtWczvbBNRFM456X+hrDkyx51oueNgIa7cOVz9mTl7VwrroO6JjRFwQ7uy+yp6wEtvLjqK9PGamdE+/9MbK0e7OBfqrUmiWpBctYrAKzZ4uVRup4QHMC0DgHGN1mV0oVTOY8++Hy2fVpvPzlS+nO0GsE/vKMma9S60UntYK0wLD0nVJgo88Yi+vO0AkUNPA7APC9gvMzn1yXCubMTcfDf3U6vBZBWquYh8oVAC5zQICt+p05mQplxrtrtA42fUTb+3VoqwsUsb5j23R8pYOj2gQZ1kHCsWnf0TwflRnYAB0jvcKbXGUwvYwBVEqPTkPGmoHbwQRkSKWKTANzzjeAYsCpgGINc+bCg8WKf3QNOp1zUwXB7xvITPChe6PJOAQ2qRAwcIdzClDJGOynit6AohXmBW1j5ri9TUn4yAMz9937SdiqjOCI8bmRuXUw0aHcTyCba2N7kjjAeYO+0UlsVcvQPnfcAdHzjewLqmfN8t/9W1nPd5uAE5El83v3CEFE9RO9vAAgPIfB1zYI1V5H0ChG9qRRzJlC1WMTWJAFKgqs1FDXRkaHMgsQgyQ19o/9WhmbNg2vUqxD35lrYpOY0Dn6OdURGGCtaM53WBP0D5nVgHDPnofuOQEGAEkTi7TDIBqrj0a1DVWv0Tc4za1abUZ61qI2iNReAFBsJfQqQabdE9vDGZkS0Mwqk+CQ+REENflKgIW5JeA9fZg4v08JN0OznQA6Y4CmTuYCAffOawZAoLn2Kr1WsQ8nAINeNtFgehKPvbLMBOjuz9lb3xNs6DnbILt+gxXfnhvNRk+fQ/Y05w9nHPq5jD34U7W/ZY+QAYDgnWckIGGT1jI+A4v2srVPH8kEgsmtGIls8DveI7DGM22m/9of7H90+VK5rR7hT+7VwEiuS3IQL4InTZw42IVvXltdLHWlAdvSF/dDgnK9yFQOolMY19XlVeWEAGIpkXNPvgJAwfkpmG6QvXTT9PMORSO2DD3v8EUADVsJk++9eQNFrqAYdmiTk/IL7Tzo76yGtTovIPm9AOH0EZ3EBRMqfvUNkdETZWeuQrBvwTttTlssABrV7iLpg573DYiyuK4lAE5tN+gbI2vLYPO5vWVNOuIZ7kGJW5BBW+ZjdARVvCgOKr6QT6jFK5t3c0ZMohhzuIxF6IhSEpJwEkDBanNsYCh/TXwj+EZiDPqShMRSRGK3MOT2UTMaSgtoAsLotlICt5IdfcG+xgazItWEBAB+qfU4x25SiXvBuT/2I2AO1e2tMGN98wywEnCtNwHCSkXex167g3toTwh4UaFmpSkyAnBqoA+bVplkr0G73aqtPG9b1MC2lStR2cW1AeGRIdbVZHqqOJP8lrmnJSosGX/+jR6mUFmmmjZ6k96ruoCe6/gjnnOs8wQ4G0zWb8bW0w5+0L6d6HUqtqnGbLJxK4XcK1zXvq0Eg1OZnkA88wxgx2R/znoiu7JqGMCjz7G+NvqeZAZppZFz9w32rz4d1en23JP9aOeUI+9b1t7EMPRw7pEqdPxLq1oJXOrXovvQy1Q7NXEt64Lth457lz7PBik5c6RItxd9qlgD2APoIRNNUsjfqycre/pWJOF9+Jj75fPoj9pazBeANtWksfsAkSsZmbvXr9+i9Upti62K7BNPurhOEgv2TGSSucOWbZ/B2hMAkBt/s/LHYDeyIMPC9tYGmFrAC13M36FwZy5oNfEm96ev6OVFKlIbwQ797w2JCfScvq5teE5sNFmE3rsm/cqOcgSA61N33kjaScUjZzVtaZrYaBIcODzxmvfvSMwJGwAxncakPMNbjJH7Si8OXSaBe3SPdqcU3MYyetbT8zJA5u3GDZ1XAuCYQ9ib6MnLgNns8Zt37IXsHxJ2ureZ37AP0KJk/FV84rJMNDwQO/DqWc8VWlBUT9DjOPcpzXtbLXH92EiAvFQ4TuwOGWC99ReoVP1U++3pk8uCUVuksnTN+BDsD847XrTIWJ8ZWuUvAcybHJL5o7qbnC4xaUDsrGl9H9fLynfts84voHXslmX7UDY5b4y9AMRy5iHvf/vr2+p7Wqf88Uf2OHStuQeVVZ+wn/KcVBoaO9OWIrGUPVWfLmOtz4DtOr4NtKk94wsAZ19GPvAXyx6xdLuw/iCB+ePVq8xjwEzOvxd/2K/3a9aFOay87QsArLLjG+hjCwdYE8YOuBqa59g52ChN9KQnOj2sCTjlE1TYs3cuAsD92//+MrqVzZ8YQHqUlgaeKu+8xfx9+vwuvbGf5ffcg160uXaodLFrANtJnCiVO2d1tQAJPpwb2Lnq17pYxBqmB/Wff32XtaMqHoMRpgpYIFg3wGEsTnocp8o5Oo9EvLLS5N7ftyCsNN3MI7YUwb8+1rQcimxkXWt3i+VFxuwB/jQ9crVL+ThnKvuORA7sFwAkAH+Tv/gM18Bu/5D5Ig7xqSwq2FT4/Dmb8WOyNsgL/syj6UusXRxrAr2cXfY2lMDrZwBiXQVEvX03/hh26mf8kwG+uWd8k0fZ3w8DGOLK42MgW60+/h65oOI2ADI6gAQvbCHk2QRvC4iwcbGzkbn6zjwnSwETFnHW+kAyhcl2yTj1G9ErnOPsC/wCVgN7EMpvngkAmGu+ihx4Didx7UoGhFNx4AFmMbFBEI5zhqRwbDuA44FTFGTko4lG7Dti2bGxW4H+NXo5shLZ7GsAYOi18YUA/C6vmBfmklhWekyHwpnQa585P29Z3/gNfAYb9CLU982eygtfAzloi5DMD7ICEUp1WqrMAVKxr/WTwUWUcfZ5GTuz7m1LRTI4ch45encDTsDvSXzQFidJqNuj8SriPOdCJZljTDhoUvH8bMtT1qEA9C0Tp8qkgJlV95fzQr+Z8/J96NB/Rr+giwqS5jG2AriPBIiahAvsbn5HrEl6aJ5N38SK3/h1tX+NV7cavm3GAOOlYv7ZdiacPdrwLbSgoAKgF1+u77mHmviaEwP7q+3Oat9oP/En62SMmudnf8W/y5hI3sOmq3+X5wZwbxV92+uQmMx66ee7Zy1O6aM0hkAlPXJO0gpAt74zup/Piwvyo93qIvlC3aMDW6k9Ye1l0WiC5UHO+bznD/oKW8rrbuu5FpJmj7BPN/6CbYqtu/uA72/cY5ke+R3+Fa/1O1B5nT/mKuv556vvt/6v//Qx1w3DHPYUDGnY1EcKaA0lH+4MsA2U3If1dzvwIwC81bkL/iwQd5qpfo8AwGTk5yl+DUB67d8rZfd6pwrSGcOZumUXh6pUx11f9HDjrY51AQwu1uidH97fSf11vG7gfc6tWNvqoWMVMdfCAF2wS+EwyHO8z95LgdrM9xGEAaG2WnCppY9j6vciBFNc2l9pmJ8/tcDtvnMck46A1a2d7wg3ymUpixvcntL3/xoAfKrc/EVelB/HZoVUQabTxnFEBvId8G6srVBURni+QybWCP0xGPrfqgTuWh9k7Jc5HCCG93ZuDFi6W3G6ml2MwZgDp0GnGtlRNBmX1KarDGby515b1UmA4viapa3CWPDx93W1ys0Mnp2bc2VqLZIadmbmeGCqGA0sGmQw2NbPdt4EDFmLL191nK1stOk768Df23cKkIzsFDRj50ZZa/bonJQLrm/FzeKLKmdOJwFUfpYac/cwwXauTbPy7UPCnQqad19yQyfoTB16Bnrb86KK7VcAeedxQbmuTTQg88jz7LNssGvBqvbbnWqLAt3/irw044afLpyZM8fD4MFk7KC0+6xV2ATlWAMOlwGXJ9DYrTfA7469mVq5Lj1RWVRiVcz99uC1clKHf/dnZbzVJ1CQ2v+poGUPlaHorUyoh9qf+gTAD2URATwOqh5yGoHug9X7WATu1c4Vwdw6oZ6KC/aeAOB5ICsP1LftyTrfL4hIsHI+V/qPGH2rN0oLV4pJA8gaWSZuHF+tNIZaPW8yx5XzfkYQi+exMnr2eDPDnT/AoeOBbs9v94SOYcYUw9Eebq7nJmbsQfwlxhaZ9HvmnOU3B/j2lpohywiwo3esjWMyy2c8zXUCHJzek/yuTlPG0wzZvDB8SJBZPVJgZyrv+T0VDII7ysDO+7mK34rcAr6Ahejb6trIB5SxNRjVLbyQwzqw1Ts4MmYLM1/ba7efG0OIoPaZcnVkuIks4+Tls59iKLcajKBirtkKqoAHBhKlyG1mIc7zyHWpuHpmev8FkBlD53EUEbpEanwcFKufcXSWNm2TCaRJTl8jqjAJaudBMaCRxcp+zwPPyorgnFetHmqSEJUQBNDtHdY5yPO06hmjcSrTTRdgzaiAVa+ZUGEG6ikQ26DSAglWqG7/NYx8s8ZNWKjjDjUkDsbI/u8tJljX0lDlx+CgCUelgBlwbm2x+tj5sU+wBnv7nmac9EJjjGtgsv/JtMWpbBAt3yi9JRR/eXH+LaU72fo8I7JUPUDQdnQT+qIJbvy+hrKZtHv2IU+cSQT6CC5x5rXiJXqwPaU53PIhqH6pzmaNkJsGqwFJsuFYg+tUIO0L2eUMaTCMAGwcZgaIs2lShQlXBEwbiKhcnxOC7HGNvJnZW4c280YFa8EU9mLmzIpM99FqLeaX/Sy4qKGP44SOc28ZAOXaVC70yyTFrS5G9gm+1CmOE5d5qaOe95sMA/AYGSttcPcJQQir5n2lEi9VM8gEATM+ZxWlSVOtemQcyCl9PwOICq4YvOYs4lIGbtjDE4CeBCjOXvardo99d2o/dR6ngrB7fSq12Scdl3q7qR7Mb57lPQHnVo8m6z/3W9pwqC2rZwmKT1/Kmgv5sb9vvPLIDEF5aKDe3Uj522St0Q/VOfkdWewECXHAf+At5Ye9zBrqPBOIpRrUCjHPRRkB+B5VvUuNa/W7QFqTM6tPDcZT8QrAsklbyCqVSbXbsOO56ujaLnkjrOkRlUoCXoD1ZduJY98qUvqNkthS/UCl7VbrStmObJVxAXtuLlwNlHFAYea5wZlsokpBFII+rRASkLA9RnrhZe5MeFSXFMSdVbOazL3dwGoCCs1sxkYpOMNcWAUMIMh+KDXfUFYD6BKAfTi26GaXm8QIVbvnqzTEBrG3R6q2F3tHpoCVcSqQtHMM/NL3i4QAKJv3tRnWshvR589KJ158F3lH19nzmb1lBQ33+BTQpQljZVEggERGvzrjewCDzkcrYqjCI5QR3dCgpTR9PUVyD3vznilD+R5AO0FumR/cG3yH4PhW07c6PYKDHV9g6FSRaYIaABdn2Ln3rwkB7Jv2kCcA0r1jYJrz602AJver4PWTVCpsn12fh0oOzzeCOk2Qmcoi9MK+mJ89Ezl/rQCz6hh9WopNTnWCXa06CFVqdAjyoY5VntmX6Nib6AACZcgegRj0OzRngJ+cxQQ62I/2DVvmG0HWgu2ZYoJ99Z8mYF5fftZhx82znKip8yb6mDkHoHiSYHDPQuQsAfwG4XItzrubVDi1qqtnQAKK6XGn3kD5YkRKSWmbCu/2I59jfzwqRSXvcDCyB6E1h8kACvpUGUKRmPu2fyj+RhPHvEgB3cjm44BjS7n4M8DE++g6xthAbwLDl6mW2kp+zMBW0nImNfGAtZzE03yHABrzxJ5n+OtfqcOmXyNVSe1PzvOzJ4dhKv8GPGsP9sh1GRPwuwBGo7tKOJe1vZm+tPdTCWTvd4KUZ+OXZ6c6sCwCrdDWPmUunwa0rI06ldsAwK1WZ4c1yGr7BfYqIB9zxAtAQ9/dw5irfs3ewe4j3oFcWR2KbiXZBUpuARCCk+g69g6HOGCkoKH6Rn/JPUwVPXYKOo2KWb7Q3qE999ZmJUCLvfk4etB+yq9fSVPdRB/6FJbmmiRSk4qwMXgeQLDaub0YdksSwEi2ic3RszjBYuz7q1RsVfcG9OBZsR++5J58nrVFNrFrkD/k/H7OkUeT/MiYsSeQE+6L7DEe7A3OL5IMCtTcoxduqq8b7cw5Nf2YsV92rtHPzDFAJbTn9J4EdAQkMJFAmxtZJWjeBIwJlnO+vn17Uz/zgn67WSeAKM4qemzfua+tiM/HZ7AJSRog2YN1KwVz5hb9UjspY4fmvyBX7olOAuznhf4DtC+Faub1xfNU7Segj6y8TBXj9fV15p2zARuG58VG8rBWPreoIAF9wLy2RPAs4bvMD31ely3HYhUTp5G9tkQh1lOgAf0snTznuNV9Jm02WSDzSeEEyQZbfFCmpVZXZv8HOCbBvf1JM1cFlXOJ+2HkMGEMkJYK6zupsINZgedP4kLWlX6yrHMpr6MkZJSAYSGg5DAfkSDUqtzGQCJfZZMxVuFrztDaBeqhth7Ks62OJTEDvQ2AuMm8fHMT6tGV9GyvLd7SSNlQSkWdh2krlsZ/PIeQYXSnusyWClTOdW9mHbHf6KGJTYb/h3zW36rNKABDX1/klL1kpSyxNP1LzklsIQTCOBz+suuO3HKf718fVHebXOZnC7gQU8ieVR/IzIE9Y4Up+3v67+LL5vnQlU9aba+hDVsP8Sr+bbKnPixjBgi9Sn/in7A5tCqZa4XBo8wT17Xn0I/se9YdubL4Q4Ce85dxonPZ74wP3/T58+uO+2cSOKgc/xlZ+J/+F/y/DAm/KkCCSdxUnMk2dJuWG5Gnf/jL+FmxdV6/SjJZ+gcja/cff0lSTEB7dFruRB7F9wCUz5+7Dj8iZzAq2ec28wXQHLn6219DX/zgQpAmz/n8hXYH1NTGI4bVKLL/MP11L4I/37kfW/jz07QYME5KBS05qTLGmBzGc6CbqaSl8rWmZH4AxZC36xfD+LR+E8lZ+f2//FOYA5LoW0alH2GWuqSy1TZN9alPxTq84Xbgj7fZz+yX9laOXXGXBNxpH/D1e64TnY0sv0u/Ts9D1j/yeJ9exiSwYctENwMARwbQdzluW4HrEE2Mha0AewkAONJ568Vf6KUcvZ9e6oDTzDXyR/IjNhCxRsE4k6ywr1oMNQ4V9LucfcgP/sZFeiB3vdzmpz0v6JUkoYwfoFDKe+NsJjzma9FBz9LDmX2Dbqaiue1LOHPoU8zf+uzxwTKPrdB/qn1yjpVbgNWYHD5yEvDeZ6//TCyPvtGA3YyPJBD+Ip6hD9a9nblsdWeqQTnf6BGNPcv680xvXgGeo1zw7QSAjR3rw5wBdKuL3wfAbbz7DuezCcomdU/V6MzQuHbzLCbLkCDKmhYTyFqTBGHiQYfesbMn0BHGfG0vYksl/DMxGxJLYTrDp8Tn4Pwhibmt1fhdbp6t3P1DMviCyMv6yaCa3N+EduaW9Y9f2AQDdC8Cpjxrp5z/JPHEeCpnSvZb7kPuYOMvVGOXfcz9zWexPVpE0RhfdBIgLAkG+Ikk4RRQd7a6p9DJU5zBvXnPYgsxprvV5d6vdVQAveRzg23l2j9gQWtCjz4dPtSyZlnxLmNDW39NYtAWESFL3GfZKD5+sCijs1EswEpi4/r6yzzLAsq7R7hue5sfYjBlKs28om8b3+U6HZ82gDF6x7XFHxa/SM+/8rqMf5tQse3/GJuYj5XEezxXxt/+vPV//m830df4mLH3H8UuWgD4CMY2QL2ADAFpDqRTgP0sCPveEWhbsIeF/B2AE9w7A8BLBdqNXiVg8P7vAcO/A36zv6qwTgEvBK7SYnCiwYD+6aedvF8B4L3OUbEtMHsKzDQoQ+bNOvkK3r62yuVIx7xzs787ycBv4zgJ/IztOGdLJ81nrGRwF+56CI4oYBWcWe3fAeDjODu3pctY1eSBt4Ytn/3/CgD/XnkLpYoAk/OzQNwZLHN9BNOOVaxnimgF2srFE9VGH30Mb2Rk5PMERs7kVn7yu/1zZdC1P6vilVE/p3CYXWsgFGHEQC0F7QDAfGadcHvwOubKTaukUXiAqChGlIHUaifQerg+AAUZyVYIWZW4Muw9eJwGxw/fN1RIQEYw4LR8vdoG0VVIDeDk7cbI846KGkPboJf9wBKIAsTKM9qzFcPKXhcE27mfjobZ3x4QZ+Bzqdi5t8CNNMrbuJx5WfrSU7IGcpHPLWjT7868Utniv3wdwX6VGVmMB2ClCpwDm+3uYWPViz9837mdIEMuz/OznqXuzfM3uJOTx2CyzyuIoAw1k4r/BkBvz9ORowWL7VVg9daZBll6493zgCI+k/1Q6oxlvHVGSsGkkcE1yeBHpHB8j9Vzgt8Gyxc07O8bKJh+eWQF8xw1Rg1G6ZI4RwtmLAMAn/kaedrK1O290ABKMyl1JJcKvZRo42RX/jl585kN0lYfIbNrMeS+OLMcuD3kK3/DMjBANNPJQdpK1VIy9QImMYxcd7+c5vCgdwcE5vMNIM/a828yW7fCF12zFa5LBb3yuvLLWmziA9eRmo+ZcH/xu2Zt1+CPUzF7h7NGpgrlts+Szx770pcarOuvIeLeV9q3FzX7GUdfoB89ek7EQS4biGKHdE2UrwLWuQgOYpOP8nuyz1eXcx8TQzA0PCP4PueDVc8aCyvvBO4AZr+jo3svA/kFinN1DTaBeW7WwCkG+YKvGPyjOz0EfGaMV89eM/gIpN3JfGO482r2Xww2ZPQR1WNUMM4yU1HLvNvvxD2OQ7/01+25V6B7KqtZs4m4tgdh/i311QLo9jZkZUtzDUV2qz+nV1FFsIpqziBGOFTGDd5QhSi9jz1JoZaLHqW6EpnOT66UwIptGFaP3yYgEkD6YfYCIBMOJ2tBkG0TdHg2nIpz/2qrctBBJC1oEOpolMb6ZLwyWRqOpRuefQMQqYEqQMD76DuWplWr6DUeb84yAgzsz1KRRy+1mirvlbJtzp+3qRwh45XrEtDh+ewBqqwIAOvU0XeOezXDEhB7gi+sxybe0O8HfUQAA7kmMFxdlbGZpUy1hBV32hSbWGRCB5UhBHBNerDyoP0+J+PiIpTFx9eHBBMLVmSyCmrnewSYmWNBX/UPBvbqS/S2PYg5K6kIoE8vADPOH4Ep9kGCdKXw1dGxx1Z37On2BHNMJlEX09cNUI99uCAEhjw9AVnH6vCewZz7JKVkfFnj+wA4mQecvtXBnJ9UmLTiIbdE97XKMo4DzkPpyeN4cv2nlwCbBEU4H5zrIxW9iUTYaFsVj1zwGIAAZlLTY3FtPe0o1pnAVxyVSSCrAzSJacdnLLDYam76f0q3x5mhnWAPwO1rRfCBYGl7uY2u2nO/PRYz73tWUCmLYdQef7G/2usIQLZRBPUDTmEDPw20+EyywOCYW81fMDrXZQ0IXq8OQTCoKsI+LUCY6xH4lo1CBxh6pc+J1jwgUAMVZMYBcEWvNvTKVnptJdmXyBEvk/K4A3ouPbcKAEPxDdCMwwlAHZAk7xdEyDg+BqT/PD05AWWqJzNudchWm3p28XzLjLCJTi6qgJtnqFTSjEHKc4H5dYS3ykT7WbEG5CIAj7yzLzRJxl+qLWK1KNdmvag4aN/iVt8QfBxnfCyVBp4TnGPd7Dt5PO/Yo0VeojfT7zif5Tytn8fZReCSAHapqwmUYh96Xtkf3Z62nwM8rjtwnb6D+1pwm2D3gnbMA4FxdUp0OtTZGZ8JSswT65W1IICY4BdyV7rGzCdjeJLqFEAG5qwVkJkn7CjAIgBdabjPALDVddtCQJuA87IVslClo2fC1yZNOIkotkKQ8tgseHtTChBjX0Czuj2ZARYI9r9ONRHPtSCuPi8UlQI52mLoHYJj0OMKAAvYkBxAhYL2YNkjCDpVb6hjWAeqK9lf7Cv0ZwFNElUiz6UJh/p+AiQNcjWw5XpTdWhSgZWnrht7TpYHQXHtXP799GmohsfOqOmRtSgtIowPeVFVu4mcJ/YcpAtdlvlZ+m3mg7MIm0BKUisgTj2dcxbx/geqtqnK5oyPnLcCuHaSr1d/popxfLgqGo4VfCuqqBtEN+FF1yUBvIAX6C/W4NmLBHHR/Xn+79h2PQPtS72VcE8yt/WH5kwUYIht2T0VQJrqN+i9sWXzVnU/leMNBi6TBuBhEr2iL9B1VBtsm5MCFbkSwX3ATypokacyLUAB3EQeArADFj1Msle+8yE2wTuqB3MOXIctojT/AZ4IEAJutdqF3m1j3yM/2isBYCPX7ZnNnExrmiaHjgvX875nvfS8snBoC0FdyXyiN/R47JW7oCSxiR8JcLJfWiGccwdgQhplwRbAQpOzTDpgZd6UYnUT/tibgGlQAPMsVgJXD7aCP/TyUPqPjLZObfQkFaKtNM0efnqplNAHEFYG5qAVQNGN76fXrkwYobPPfrsMvWsr3ua8MAAAIABJREFUb/KiapZ912fLPLLPAP84v0neYA8yNsbZ9hLRS+ijUxL7z9jZ0A/mWpxtDJB9QcUt8mXyC2wYJpRQxQmA+rlVjjmPHmwFsLY79OC8WDcrngtZNk7BOc5cos8BIV/++apnA3uNe5v8KANKx8K3s3T0BebMQu7ssSztNTSa6AieFZ9nE2SZ+4vsf14kHaHv9jxkX3AN9hXAI37ATeh8S6FPIlhkh8pKxv0sANit2/pZL//8EFvnqomTAsDGY6BsZu7ut/oYm8JkzXdZgxMADJB09TyfokoxlPK9iPGF9dmkcaYyTBYHLl5/PHsRG90qoUa4O6PIgb2lJ77Va2UdkxTI8zdBuEwlgqF+D0Ylqt8i57nHdxKK6HMcgBOKUMZF0gjn01XAx7YzaqUvoKgJmU9q++M3QFd9U/kFNCyjBD5SGdaIdwFEeu7XcsAvzXeetno9IFT2dgHg2K4Flmf/9wt5/Rl9yVnHOYPsk3TDCwpkmbGM9Zj46dmKT4z+wi5/DD14BIJkCOfAlkUkzW5rDdhrZMfy3ECXABo3aSRrSx9ddE/ZMPIA11l/E5MFC/SV1FWwH/B6dv28Z2Er/PMn4B77n32KT0JbDltTGVsy1gYYaWuE+mdZfu7Ds8pQpg+B3n796m0TLphjWjdwJgBqf//5KfrrsgxxBXT6p9T3rFupp8skxLnL2nu+MyZscnQKMgkzA3MFQIQtlJPh1sckSDy7vn3rf/gfc4Y89UwreQbJ0Jnr10kaiwav38W9YZq4zF7lRTVw5XxYE/7h30ANHXnIe8S83qWQmrYl19fqwA/ZN22pEMYb7P8n6QGM/Pztrx8iK1YJUz17EcDVyvVtVxX5jCyGDTxSnlYD6VP88Cm6736eO3urzBlw9ZCoFTuFyunOa0+bznsr9edwUe9CFWyC0gm0mT315iVV1stolXPnMdWz+PLTe7PxlYmbMrMeQdlvyoKJKbHjMpvd7z0XUqn7PGuY4bx/p341AQB98/7WixfPjJlETFrFG9l/kmd8GLt2i3uYfypayyQCBfYPdDoAcOQwlbG3A2oSX2kSXdtU6KsRGiCGckO7I4Blii4AAJsgB3sKCcWZy8go+/Xi6ey/c/it+73skLOXSBq2L3t0TgBX/JNGjmITIt8kgpaFKC+SeV6/yuK10kW/z0pSErNI9lGPbW9lfF1ey6qBOvhQAFh7Yo7HiX3BEhJqfRhk+B2+ZuNE+K22puB5r2AoKOMYFcAkdPCMsTcCgD58ZAU/c2WitMyg3WewBJH4Hz1IlSyxj1pxw0q1Z/4ZvFYWeOmDU0ijTuBoaI9ifKJ+QupzPreU852d6gh8Vc9Ajk7/tFUdlMMUpaCXmQ9+31hj2VEEf3vc9jUJy40BTDuRImXEiPBJ8FNJuuGz2h3IofDSYDMDQBibyrvYmHVlM3epZOa5OnelJi8KXRumycs8C9/PgxF/btymxQcWPtV+qh9PbM4YZ+Pyxbs8W+6S7AxAnTGxJoScoPamJtjtJX12sY4xytkHzOUmLTDaAsAkTGd8ZU7JvYmjnOr3Mh7aQ5X1gweaOEv3ZX1PWaXwW3pG+JG+PMthY8P+NwaB7KCDScCn7oTPVhXwEf4+9iJv1bebimfWof7cVJfvPXZFm1jB2kwiHX+WyWaevYnNbXN1Jz2BbxK/Fn2+/faDzceOYBoDRsH8XvF7EuzDYPeBf6d+3YH9Dg6bza+xcwSUOgcN/E0gt46dYCf3XcS7Y+X+K4CdWF99nyDtTGKz3mcxugZdnDFSmkXm9/hzZOv07+ME7993Mk/P3Hp8e6Y6h+fre10R+I79txXbeUHsdELmGRpk3mCY7/WzZArPh84ZBa7bgkLr2LZvEdmap3F58QaBd47yPakWBSuOymoF2cyzAZgLgEi1iAFBmGyfe8H5pdJsUG3mgn4tv7wyAGnxXDd+y+gMwk02OJmNs75nKsF5hlmEHdfOxRHg3fnb3xUYOsz/guUbPHDdvP6u1VYAS7tjBuXukaqXvN/AZYWNeZ3nobqC5Lb8ew3NykaBlPlMnVErbxZolDZUGizGu724HRcDXDk3A9FMrTVoHPuCazu+rcovLSjD7D4605SX2qLAitfeedssRedlx2mVQEE+LjWbZ53jwSJ/UWAoQCu/pn8zQ44Mbl9WDJIdN5Uyp2sWxNnfWSnYzMQMaKv7jntgq3PXAemzDAisc6Jhobwb8K5BUHoK1td9wWcWABZ0PldxIwcER44vZWIc6Hx+x2ZF6TgNeQymzH55K2fQWDmH0LK1+moAX47gysXs959D8XS67wYX0DsAvrkOgYVSgQCKV1/OT4Fre1JvH9qtIu4cEXxH3zTaaWU7v29GF2uQ7/GrzTRfB6y9uJiPQ5WMOmxDqHyXDFv7X2KEldYI5zV3Yo6t8HfulHdlcEHLAugFIQSpSo9XcIuMLhy4BZKnlzbgGXppnnUBlOrg0cPIM9nGC7ooFwIEDeI3YOfZVBgg4yLApoxy0CcY2YxkDJvp3QtAPpaVlWAAQ1Jk7v6uoVdjhJ5A0wu7HB0kmlC9N5TBPYo1mM0gVjYKTDRwAv2lAHKDNoDWM2/SDrlneD7PJZMLltmDym0rRjWkdu4bJGStCd1U3yAPGiusU6vAei67R6hAWuCo+ov7zHytg37WzwLN9kORgqvzkvfa74SzF5qhSSa4l7XAmQYI7hwO0rAJAAS0cbSRS37fCoAE9D2/kXvP4gbcYwAx5vYALHBrYkNphEmC6tkJ8G9vp9Vt6lwdcaf0cIblrxjN3lt55FX6eYC0fPcb1ePd79wrmaecE9BCJiDbCr0Y99uzo8ZgjXOt84InYy70eci2R+/lTBfAAVQASIBq2D6WrgF9dtTzOJGrP1mvVmsDALZamWoQkxmk8bElgs9MUE26aq7He8iV2YUGk3GqGCBrakWANILscWlQrVAiiIODjXgqvwISzWwceunS2JHJmg/h3AjgdBrqTBPAKlVQv4feyHUBM0cGGrjuHDlv9oKeikQyefPvR5krXlAe9rrj0Fzkfa5PxjFzTzB52yAAwmgOaFCjIwo2kdwVeaFyg1+vjENTzP0BDniPfVZjvTrA52nGeqv4zeJGRpahwD6nAc/WHj2btH45L+YHaixUhJUvJqxYOUmgz8risx6FYnGBW26rk8qLIAu6ih5JZ4YR9qWVGyZs7DlyTnzDPqN6GLuDaqnu49oiDphHRR7sgWcLAGSHc4Lgmj0cpxK8+oI97Jm+2bkEAal4Yk+wHtK7E8Q14GbvPmxIgzjc1YQOzq2Z7Jkz9ML2dew6VD8IfC/tEtn79qmN3shjIK9NANKf6j5Gvo/ZtFye8dqXVRCgtKicLwAjCbKTRGdgwqqbL9CqZx7YhwBvJPkQMCYpjRdn5XUACSoJ0CkfAzqVWirZ1LfJlq4uz7wn8FhbcwIxVKyZhEFm/9hM6Ph8gDEYdHaqqj/y97uR4Z6F0UMmy6ijoZTTP2A/aXdxTwPCBP7JopdVg6Au19tA7QK5W8HCM7TihkBNqBTp2/eIPp3Tf41nLngMtx2fzb5Gr1pxq95AVvoZnNsMzIprvhfgJLqFtd2ETXuLkZRGYEhdzvkCpWeTrfBzkL/IF7q35wXhjlLKOzf2lGVtpaU3oczP8Ny3YRsY9p0mD0HXnDkioPMtlQUNPPdsI7hMkELdTuCPawJoNGia6y798Yhq/xC0NghMUJsgM7JiIhbJB9qjJF9gT6Fnavs16VS5wnZfdoSCXpHfAsD0lszzEgS32h8wUV1SIGEcZQJn6D/7CNty5t1bbC8CS9MmZLZZz0/s5PGPkO9j1jo9+1ij6vtp/cB90A2CIu4xGEFkvSKZA1uMwLwsD4Zs0KlWLT2dnoFW82Y/NPBJ0PCiOlz7D3q76P2cAehtAnUFNOiBnfFIC6qcWymVAHJ6ziIfgFbQY2qbplqnvTmhs7T/M2t3dZ3AdIKE7ZedQD0JHphUpXgcQJ8EwVZKc7Y3CSQyx1mZNdrKmFa4Dd3651RUcR1oDK+feWY18Ju1Rhc/T49F5NYzlx58seUyN59a2SaQxPx8izywZ+63gjM9OEkSgCY0VUD1/agwpo97BsPn3hcgB1R42rnHDpKKnzGbKCHFIf4rZ4O+MIBwk/8aGMt8R2c/TLIDlLDtUT/VsA220dcwlVoAR2WKqI0ivSF/r3/aBDWTNFYHNcFpEp43aXjXmGclOe1Zei1XiPIlaJGRdyQGCn10ST83wGv3TtaB9UZuYbNYtpy3qVDmuaCd5ALSdpqYAQUtgMyj9Pqkgo69TYWoz0HgFpuaxOxUaGJvQIWa+ep6Vjc/LriMHkMeniSY3kSjH4C0saNImMiZRLKstriAf8/36C7W1iAiwUgq1OljS+KZQcHPHw3qA0oU8EySmzSQVFiZHNxYXgb+kD6JBIeDyDdGkfXgvvcTWMbGlKo+SdHVAQPokmwWYI0kiLupsiOIb0/iJDu1XYa+hLqKdbGfeHVa7nuVqsS10ei1u3bT+lQms7BWrCEB4/etHMYGRQdyX3TdBRXAw2jA3trvAXBrAOh/NbaCvZmz5jI01syncobeBXRSd9xOhVz9hcgnY5FGlF6Qd7K+AL0mykOVyDwTzG1LiIlTwU7Sqqp8nh6eBN9lI4CGcqi8376Zfrr6trIrJIEhepZ1t8hDu6xUjyTI5FmZW+apva7Zl+hCzn/6wwIitdIHmwfAj3PD6n2qBLcKj+rsH5ErbHH2AlYiPh5yw7iZN+mak2SQs5m4DHuFe2+y2HVosE1OtDKfFwkxVPQzbvQQet5iCH+/dmjPSKPtAQ2thKYXJYuxFcAPUoWMLUECDH2pGdf1NcCrlcMky54BIpaZKtfLzg3U0tgZ+HUk+DTOECPsbqoe0Vfb1qB+GGsYHcW5QcIaNil6sJVhOX+2fyb+OGcoOgKwmzllHPR+RvdK3X3n1p8vXzZeAssRn2EFuQf3ZZR83/YGJtc8e/aiCaO+oIAl+UnwgHltosuAk6WdTnICe1n2DejIH6d/OjTUxEV+pCIWum7irCRlAf7bUoUYFWcZL+IQ+CzsS2wrBolOQRcBnpK0wbnw4eNNgH7o8EO7n3X4FnvlP/7Hf8xnpbPFx9I9pbb5WxLC7CH64H6SV/Jn93r9Vp+l53V8NM4sgSBjEIz9A/3WM98kvwG00LuU1/UzgqbDIpjPvQrgWmYJqKtzT0BggXR1Fmfns+zXL0lM4fctWspYX/6prei+tZUCfu1F7CrjTuxXfRqeF3OUoeFfso74mPiKJEPxLMSBbA+Df5YYDrGMVi+SMACb3NeyIPwR9gD2JFug54LTlfXAHo3ub0KDtjjAImw8yMaDnK3Qfb/NOlOE0/Z8qVx+Fhrlvgqk5w9ilTlXCojNfb5SSco+IfE1N30SWUS/Iju2usHvEIDjrKs/0xikW6qJ963A5dz3l9jP+C/3UrUL1XlZV/JzkYSz7q/xO/QL2LPvax9Q6d5YVfV3gN7Y0oLOPoYU27T8QT+SdE38APtNNob6Z22Fwcx9C4BNorHVqfgp+pIkQsJA9qBsF/Uf+Ua+svdxDWPjp+UA+5tKS557x038AWp3zudT+5d+J/oxyTCV3yQBwdLxKDoVWYPdw3ZF+M0mb5BMxqDvZJ5IqET+GmvKMzFnvog96yNfXGadM7ckCv2IDqTavxTdjansx4390H6ACmd9Q2OBtiLj39hH6GL8FVgbkCWfX93jDMpOkfGEBru2QWJPTabImc+WKM6wwYn5E9m9F7sRn3PHVHy+/oJU5hLoTG/qoq9MvvENOoOSSwyJSXMhmNf28Zb5hucwUTcx2AHSEcQyWfQA515TkJKzlDEYr/c9AXZ8vNyfhFMSuZHj+DbfKiPGE7qGmZDGSNoex7VhoNiqvxQuMu5MSJmBRn8hM/g7W4gocMyceE5zLZ53AXWvPRPvY8gmRtsiJpXCrQHY+734hdBXa+fyBeJ3gOFzn0nSKGsr4HQeDN1gYrvXP611bVD/rS/N2nM3ixDRJwyb23yEBpvE29hy/+X/volsxB/6/wMAu1Cj6ObiK0szFTPhO1iX91S5OlG+DUDvwh8BYN77vfK4D46AcM8xNqCW2NcCwD9HevvHKKBdpA3y7nc2I2+fpxP4d55JY38U1Ty/lQtS7+2c7Dzs/RgDCokNtP0597kaQMsXN/h7nMMFqk9V1gsI8Z1cvKBCQZLzuPaerdTLZBh4NyjNy96vPoOc/yp9QcjdJM5MjUlAqTnN7K/nfflpBeMCeyjC/G4rpM8AsPrhtFbdiJ5AJ1rhzjdCagBHGTAg1s0+Ss11cfOeKxhOS38OfjG2/Gy1W2Umu+NEIT7zvc+xTuhJF2bA3t/ApGDhUOhwnY6rWrBKtAZZwUuEDTCIee5ofcY5meTAN8C6VdsCFiq1IwC24MGW8y9IewYmVAgIt07DaiDno9Q0M38FQKcK1m2x62gQc699BMg14HWK+LxgmzK+gNz25OYTC3b26uheggK5P84Yn4dSsqAYdFOj3CpjPTg8iAgkFNQikFfg0qD+OtYGBH+t0D0BnZULM7fPe7cWRQM/O2+tGsQAnNfSn0g9uv0uBK2tWLLKbl8Y08fEA+8vrSIvKbCVUysjCf6cE03Gz+szESwu6MZcEcqJ/DehogCdADAvEigcv6+loOXvHAgCwAR3RtF1PawErvxkHnFcjwCw1elTiTr7GVPKnmdTPYxDVz1tddpWH68eRIzZH8gW2Wvd1gX3HCd/lAo1H/yFUpC9zzz1WcyGWnpM3isdMBSCBWY3Acg1Awyo/FV/mSTSHh+AqIBI7Y0njcYmEq2+b4VV95rjRlDQ2ydKr9E7p7UcCs32dW6Axwe7T9UOjnICSdVD0OuOTCHHrUDarK9ZM76Ls4hjSaWB9Nmjd/OeQBuUuASQUejTo5Fs3VLxqgu5RqvxOUs6f1OhyzyNDsCZ3XNU0E/aYPbfBpg2uCnFnnJaZ5EF7B6S3eBbjBjku8GZyqXrSTbnzjnjWurergvPP+vQcwJfrQkogGwZQ+aP+aQCuD1nAUpPiUk8+mRnD5CLqt0qQfebzjL7BXBUyulKU/fS0mU2mBejl98hqyaHGCDjvcOO6ippFGLUeOCc7QTWYKlRkTMrbKsZezgpm9yP6ukv6Ln6BnvmWrnT3iYdj5V8sC+ocz0Pqm9K4Wofb89mdcDS1yzwjxxo8JG5yFzo2F/GyWjF6KJDc35SdcZRZS8gqmbMCMfZtR+j/e4Ak6zyYYK8N7ZLqe0DbiyAyz0AzJQtgsoGlFpxUvpTMt3jnCSAaEWGgVkCPXsO2juUgZvExOO+S3WjwL5WbntkBsRBLWJQd93jADFf0rZFZzZrGPB4kgi6xg6foOH90p0RjE0/onxuAeCnBYYB7U0+w8nbaqN1lsfE7Jy1x3JlyKBrnWn+NcdJAeA8Z4N/OU88103s0Dk7U0mtQ8MaC9qgQ9SdZLH2L5WJoUwaB+/j1wSjBzBkzDJcmMBwPtW0B5GZraTtPuRhOEvyH45nM4qJdTbAMEwosyl6fo3hbILbvFrBbDCZj25Q2ooGE2YAvwjs2K/Svcu5uODdSW7zF8cuJX3B2sgYQVSc2oKX0TftA8n4xg4sDTDXJVBN9n3+o9IQnV9fa4Zr72EDwmc7AduQ50bH0HPTRDuT3KAeI6hO4h60dPks5h1VAXG0jwCwzwUQx7lLBbd0lpzpZU/oHEjHzYu9B9Viq5YaALIXJvuKICAvdHP/zO+xgVhmgjk/EwwCUKAvYOU4VJPN36kWAiCzsha91F6PXRevuRWgOtLqQOaHOSawShCW6oE9rwjYcASRiMELXdW1oUIjA6a6ZauBSaSyL7h2bW1ixLZ/7ygaAHqQB7JfN0575npYPhiv/Zup6sg5M7JHUJ9Av24C+5pgOVUK0q0y3zw5QSCeSV2OXWjfboK/BPOwXQp2RF49vxmfSZkAqDj86iLP3yaLZM1YF+7bPvV5f/tfF8iBopFkoVyban8CytghPB9UjOgGqaUBLNKzMrRu7HX7DKJr8+9JQEGXF0QbPcu8Abi0z2pWVbrHPHOewSQ2BbvnTCri2u+x1doyV/BC71i5iG0pGw9BCNbPQnF7DDeMW7rvVCy2Svd8XlF1jfwBnLBX0G/vbqxKI+Cx69wvIWMBikighNFiq4kZYyu9EkD73p7wBI8SXG5lsL3wrKbxmQjybXUrdjjUpAQLsRe2ZyA6kXG/eB7q46UHyVzyOQKRnD1N4mlP4wTcEjDn7GAsTXSY8w+dj+xsJQljIljfntEBnbZCnHsjK8gX/btLyVd/RWo8wE7OJ3YgewiZ41y2giFnVc6btpcoOG4SxEfOSzQ1NlfkjnWjHyzUowWAW0UKAMwzUp2beW8wUdvc3t7a+SWHjexARw7QVVuqidfo/Yw9Y+KMJvDI/HP/9kWLXPKc2B89U1sxy3uh+owKUlewkdUx7AMCmuwXALSl/rVVBo9q8mrdWqppoq8Kwo89w1x33qAIjM7Rv1C3FCxLn8PKC0lX2Gn9vT7BmbJvol65H9cCwOAePLegPhUa2JnnYAHVTLX1qayLjaNeMhBNAgnzyX7nKQFQ0AmbyEbQ1he2NvZLeotC33o3gHqohtHr1Qv5WCm+8ZUyt+xvzq5S+uZm7AmrlAny24sZmSG43JhPgEeC7dhlX7JeBSMr264xvXOlNjQxRhpRAGyYPaiM57yKjdBzU/BigV/sMACw+wHCjSGxmWM95TtdE3xPZCVnWCttoo8BJfmdYOw5ziRqYKLDx09UgUKdHUrsBV4zAkF2dC+gcFhWKhypZn8WWuXe3/gI830DTWf+WsrhDLyU9/k3+5DnQM4EkwUEoOnlGgKNVilzdtcfjBxhXypTZ1YjAemANvdIiGBtx3ccuuSyT7RPqAAwr+skdmwfyZcvASw9G8rwlrnDrmlwP+uLnt3x8Ps//wYwTFXZVfcPc1AJyuXpIV8fr/Ei5sG+5aUiR4eTpB05ukgPa8AhfkdPRoAXElCwP5BvkuAazzjZZPg4JNLiM+jnfckew7ZpkmGe8RM2ytKh1mnMGYAMwBZDYhP2WfQSPnwrRdvCwGrW+lCRXT5rkpH7AlsbGm3sfPxf7OUjjX7jdiRuoA8nLFEq7M4BlMDQFCPnJPa9L0DOukNFjSxcXaGLpPy9eeOcub74C+nTmnOYs+/tG6vuAV7ZTthuxiBzRgfMIXkA+eIsehIdy/1hAzExUBp87A3OHyiNrQDDFnBfb/WcScP0ZYSeW4Y9bISnF+hpYwPIU3vIZs/qlydxKskCzAPg8f0kAhf8LlALg4CJExt3M+ZnXGYpcNFnb1+TTIIeUk/rb37LHCKrVP2pP+pjZC2f/5EqXhIkSU5Ch+PPs/Myf/VnEOeMAV3UxPesEbT4Ub+xYVIZHN30l9D13uvZDM1s9if7Mecdc4Z9iGy8of9uwCLkkbX/AuV7jwRiEbDisfc9U7i38WMqYqOXMtf37jzJfFmhDpj13/2jzELM/etX2bP53b0kLmDnQ2HLudiWF9F1TQSOLQkVNmSFH/NZ7PP3OffeR94ZNzY2OhtbjGtehfWIs60xXfZAwTz9BWRPAJh4PMkum6iUu8VX3n65yAOJ8FTPt69x5gWZI/H3Qc7hJ9EJDe3MczT2kOtaaIM+xdclAUN/oTEfYkIBsAT6SS7m/Mj6XvsZwK1SqVdFuZm+QbvdJMct/oDV0R7yVP2hixkzlbu3Ay5j011GtzD/DS/lz9dJ4OjzEDeqn7pV/drMT+IjPgkNM2vHfABQP47Ov6Q3bl6cG1aYk+wCfTmflca6vWgzsejIJhUDfN6gtzPOtIDAvsFXYR9tYu/6DCT/ov9JUuZ1k+RDQEmqLQXwnQ/2CD7i1yYPGsvjxZwwLubg2bMrjxykEtnV9Kod0r622Cn0SScpOD2rsauNo30LFTgsXPk8tkvGj14sJXL+9yUgL+MyGZkEKpP7xTYAgf3pmtPHeVqE8MzfvqI7AP7RP5xv57itm5P3AIDRHyYQwpRXimcS8X+SlCSt9aPofh4MmWbd8ZNJiGiSZcSIOCVMksyJzAKAjOhAk7yLHbll85q4MzuscUqxLZk5tSWbKM/FGHOVSWI4DatxoYwZPydz2rY3WacmLUysjn1CMq5AdmwqHiU097I34f86buxM5AVqeeP//ENWKBJQSczeNkvYsty+a5lnwl5rXmkWjfOh16Yo6mQ+GgNsbHz8KR7S9keTKJwxNDEgv0curIwfRix0RYtV2LvGLyzC4z7O58ogc4ywiUkYf6luIKEYBhzdtMrIYlxlm+ApythHUvkUBuWLnA3tacxqYOu17NqqdFfPxOVqbQp2ePZJduFNZB+TtaH36JfkWt36f/5zEqjefbQMD+HhtROzB9MRLef3p3mbjaVi87t/77WB0IJfYxjsp/eg3O9t0P4IWh6vOUM8vWU1k//cCsytDOvh99uwasv151xlK3j3r439/H4r5+aw2OtsRaAA4V57x+Of+1kphhnTrxkIvnke6+k6KJ5uNjMnWOGtGt45XQB477OjbcCvynhpKVRkCxY3WHXQO0sN8stcM0/zHd5HAR6BqI6LAFEM8pWRrYTzOX32jntBrW4qlCxKVZBh5acg4mxUgcEzaLvA3am6EUAhUyItLjf6df224nHl8ggALzDsHAnAu/6OzU2MorEat5RVBwBY6isnzyoZewL2W2R6UBHYQ+Tcu2lB1mZyjgMsCOM9Dex7DYFbq8cE6gZ0n7na+VqQp2s3imdnAVFrIKqKSyqFzc70nq6Nze0XEHYTmJk9zzMb47SWp7lyTXstxjx/ZylwaEpLmdcmaxypYlk3DiGyCkurUOd5nX6B9O6z6grGdgYQBZ8MzB0rIn4Hf1f+7IO3xrBVQyujDeoTnM+fjA8HqIGKzsdMKOMiqDJgBePcAIxVyQKsqz8EEPzu0jCX8nNpqBUt15nDCMGoAAAgAElEQVRgFX3wJoB6ul4ueKomz+fIAmvyyNBTNOi/IHquxUotALz0Dxx6HCDNbufg6WFB9i/99QRrePZSVpMhlfd6jzxI+4sSbJrABlvLxvILxvq8HkKCPxt0V9fl/+azZgQeqn1HKTuH52DNBpWXIsseRFOtzZ7EKIEabkBOprA6okEPK9F4bfWAwR4CHMpJwaepKEVZWIlqRdGuh4aA1fF1oNBbOMdkoFZ/7f4wAWXxdrZtexHn14ynQBHV2M28EkjBmSSbFVlY2l7G2wrIgq9+xypkjDrPGq6JLlsgvX2P+x33MPLGtfnegik7htJftY+EdLzLaMDGX1lrljdUpQQpkSP6rzGuGI8Y1gBEDMbM1l0v14WKDMetA7jUJNWdGfP2Dd55c096LQxMDKb2fsoMca3tKbnn+fG8qdHe57TfBvNhv1oNW3uIsX4mFyjLzBWUlM5lHbbR7+g9AU5+3NMGzrgi8su13cd17kuxDoUx1DDnJAScLEBf9ytBCuYjgFDmk97GVF6xQ6mSYN8xTuQCij0pp9XPjGHPI4L4CzBSsbsJD0sLvc+/AfydVwMdOEruLQLgW23O+cX3CZxtBSWfYZ+ZnAFQQGUw1S3Kt3Nu5q3U9nEwM/4F4zV+Pb8ING2iB2taPZvnbcZ2nW4qwwxgMMd8t9mkuUflfNSttKJmrDZYTXIJzi+OdJOa3D8FqHJO4eTb81SZLOV7zz7Gi8FslTxb6lOCiwU7C9RApWUPSauiUklHldjMIXuHMRAYZl1wLttHMJ8vtfyCsJO4wJwh8x8TKGYOWzFYelpOD9YZuTdo5DryQ4AsIHlpE8kSj4Od+S2FayqOGnxhv8dxEqS0Sr/OR8Z5Z4JHfEYwW50M+LHnEYHiYwJUEwFw0Nozbc7ezOn2e+35l+sTXNZm62WxZPYvlXHkoywXJL/0rEBGZAfBfiggsedpE7DQESbbAPBQ3UcgcCmaSLKh6sdA25MGMurQxOEtEFbwQepRbLICtvyXMQJm4PA3weZwziLrJpb4ECbYwWAjxTp0X82ozXhwIJFZKCY3SASog6xAl1lgELU8Z3d1TXuNp8Kj/gNCjO7RToZm9Um+Qwa+tqR9UE1OodouwGic/+6JASF7/iSw5ZmQ/ZhgSak7ASlqAyGvPxoQ1YYmUQ69JQND+0pNJX+TvYDOcnur/fFPrD5gz5WuNIkUzCfAIL1YWWwCUwQ4W/GW/QMofcpAJoGldoCiUOq5rA33KqiY67bXIrnHVE5EzqhALGDUA5t7AxZh81AhAssAwapQmLaKIFUqOO0A7pmfMUELjECVzvrbG9AMb8BgdZWVAVQPMT/Pn/+lclQ1Hp3/PbJilWdAgAIUY2s2ozqVR4AJBUtlhuD5uSYmrIksVvC2P1T0QllhsPELPFChxLktixN2DM+DDmvQgkoeAF38zR5X6HOZTaigbzDyZIAsLZjPaWWA8sPrJn0xARSZN8wneveWnpxzmWdlTkqHq+0OwM912C+lII/MN6GklQGyGUg1j/43SYXX+1CcusCu91Lhfkj/8K/fQ2vZdVCPVOfDY5YXeh/g4DIVY+zNDZizNsxraWVJnhp/hPmq65axUwlnCxRsT6myqUxt/6wDYA4A/PxFAtxsN4JP+c9e6FDxWfVCdnt7tSboRlCMyjY2Asls6NjSKWcdL6jGzlSRUAPwhO5/HBrj0j+WsvCrvfMm2Yn+f/pqyAXXN1DE8OjXyJmATKL3rVC3D7W2LvJ0bp0Bq8/d0UsCPlT2pZK5NkSCj1Qi5iE/pnrD6i6rFKRPTTAw+7MJyrHRSAxhjazoE4zc/pTYpVTG8blWKWd+kW/mXuAPYMoEHOai52nzUDDkmTZpa1+HqlhZBLAOeJznw7J9GHrY0q629QG2jMATSXAEngHdqJqxHyzXNSl9gUpBeO0nfGNACcaurrLaZuMFyEXt+oj7+yTBlEK9IKjtd9q+AfBmgojIk4wb2ELMp4EyqrmoAORxsJEYExVLAKtcr714aaOCvz1VKCS5sac5t5oQG5m/CKDQ8zb/9/ZtKuKwYyMPAKMEfBnLzRuoponfsA6hkc+eKzV/5pHECxJxsCvepGcm9gpy/yXAIfdjvFR0MV+AZ7yqeyL72DLEPaDYbtV2zrKPkXuAHMAwzlXs5Y+JspoUg/2incn3L9LGgcpBdAf7Evsb+TM5YvtTe64xZtblfqr9oN0GsJYemnYm6eVKhVVeUhBmLm5edx7qU5PQmOdCvpA1wdqPrYiDGYfnZf8sjT02D71HSVCT7UnblLXkPIeOGvu6VKr1eQSgun8LRAFqZp5RZnle9gp2xts3r2+9+OPFxO/uZr3Si7N+1oDuuQv2A3usvSRJrCA5KrocmmF6fSMbjwOOwYaAHnr2PEkbWavtZY2Ngk5ivACFW0HL3lymCmQIkAH7iMQPQBeSHok1cUZw5j3/47o65Hsq0qBM53Ptw0xyZJaPcxmfF79gmYMasM6YvkS2uP7t2KgmrKWVRGQTHeqcyGr2OfoL1fXiBfc6x6uUB/cg+55nI05j5Rbnrkxi2OFUmW8rD1gr0E3YA+gc5PVenEh04Lb/aYJQK+nvlLqYsZj4Z3Igz09iB7qglOGxUVkjEjNt4SMLxNNQ4N65i48Xeu2XVNgz5aG8D/X669cvpfHuXnkoSJV9zf2475v0F5ZJKmwrSSS6iaw+4RyAgj/ACeexOhCd6H2JOxS4Lv2+8T1b/3gu24veeNjr128qhxsvaWJmnkGfa7zNrAPtF+7QW7n+iHuSJKOyRKAw2vNWqtx3bzOnOXvqH0bnq9NCHfwsNNoBRHi+9wGKFjjieyQWYR+aYGWSuLa8OrRtDkiayNgeBxi8cze2+M/Pt55kTP/zfwhYHVX5L/8cnd9erQHWQ3MLm0pbU+Hr5HofIpvIR5kI2taIRBnsjMTTSj1qkiiJJ4BXF0mCeJA1bVIVYFFMTnqgl7K6PV+1I6D+ffOaxJlzAgr2pX1RU1laSm1sJX165uBdelt+fM9+BxQOtT428sSc9eMxvqLDMi58ucoT+gFq8bFnscXt4WpfUnK+P+T8JbkCtfvuHfpfHxn7HTMLPX0vY2AN2k6ntPuA9WTWSv9NxXBnnjjE+BDv35MMHN876q/FNtnTsBK8j42FXXF1ZUHKu3ckDQWcb2JgzpfOqwxib8NAcRfZxG7JnoAWHL20idvIXX2C2D3Y+2WgK6ODrFrQ7PNdWkk8nRYbL19SYZ5kqaz5iz/G1p/YF9dhfS/Te5oX1OGbOIx/9PSScz008Tf4PfSZxj4wzoi++JT1aSFc+ieTOIPdbCKgC9BtUHGlT3MNvOoC8hQ529j/tEjoHNa8N5H9K4wnbU/A+a5PikywjZpvMzFb5B6QuvfK78oKk7GQvMJ93iSZ5DsAcG5AQgKfRfcadxDwZrwXad8QJvsA4ti1+KnYrCbyMTb6sdffK7sWD2HCEOtD4pgxTmRCP339U3y9hxGId+ktvBXdfiatCZLs0f3Q/TzMhxPX+vPPyEGE+OqaVhKxwT8o7zDl3IlexCbENmX/tRivm9LYzrYF29jlslTWV8v9HhJD1HGRAj76jETCO1BER55InME+biFG/iOuT+u8u21RObLIOZLxkazBvHblmIOfOW+3UJpnik5n71AoAaDPbeuXR5expmVm4ckwTfNDmL04EtdrcidV+iQCCOJ/T+JEVSmx+w311f4R1BVLYr28ZguPYMQrG9bgQLWBKbRCeesgIcuckSZNyz6JHbIsSug27ttE1Mb2vZ9sqEy+eA0xFuQU+SJmt5iJukpbr6xH+Uqfgxgmw8ifJDEujuSpghmVfQNGWZ9YOcc/5mobmxFTyucHP3ib8/AEAG/As9/sRE/gZD3+eb+TVmdeQLAHGDJFQKLLO98fB3Gvt2DcAlgLMvF7A/b7TYHFc2aU7/czo6z3mlaWSgP2OwB8+swErreS9gSu/HYtDf4zKDE3PWcKdAxbtq1i2Z6wCMGpYgiDacC8Bf52E3VeGyTz5sdnXoCljlZ+vaApnzlTK0+AibESsBm6KcGQ3+l5zVrAUN4gwzl48yugywY7V8IpRI5VQHLn//e17GcmOGhwHYF3PTofbKDJsN/534rr30HhHVsrInm+3+bnWNHbZIJ8Zvtelgp3N3q+txVzZ9DqvNgra2YjojQ8oI/jMYNOo7wK4EAFfFrnjk9wihdBJGbjDKb7/gL/yCmX6bR0XvxBsZtdaQBJgFMZ2Qqg/bwy4yqcd4v/PtHvzObeHk1kk2yP5+7X+cEQAjA5VfIOEIny7PwWiD6D/sdEDu63Gdw8d4MqswZL79tnac8pA/726VRhEsCm1+0+z+oE5NiqWGWH99lKm60vYHtOGtjMYa7DXJplc6Zy9fo+T51igB72Qz4LUCaQTzagAUPmlp/TXmocZCioCcLzr8qMzhUH5qoMe+xYfdp1Zz9O0oeK93gQqQdwgJYifXWCq6m+qwOOg1YaC69bilkCLHwm790n637mZb9jBfVUm89a1ZCJ87x6oz1EGd8A1lsxzvP0XqPouR902QXkdsFG/koHOYK4fWBPyRoz3pWbX1kA1PcFyQ9AMHsHh2vB6AX6j9XMK0ccBuoJ5YEgxj4Tc7PzbYKBjgsPgOEpKG2As44KctdKFd+3ot2q4taTdB/sfl75dD0MIgiILL2ycqvuXSpTAwUe5id6NPY8Z8fIbIG3AjsG+Qluca1PUBiP4ui9Rj9vz+mtBBTY5xkF3aEysedwtWkBAhaMwD60ZswFBlQB7HwCwBDw7D6ZhczVVAiubLKk6BMqRtm+BJnRV3tGMP6tQNj31q4o3fhUdRNgK33o9K+EQmiTAJCnBkAA+kwpPu0HDHB7d0vLhN5sJnAzTdX7BIsqI2Tt1xAik5gA41TWsc51ot3DraDqPpVyhhd/KnOuB/O51bcGtgTXCwAPRb76nUBb1o6kj8qDemZ7+y0AzBgdAxVUE4BvVj8UzWRjQztJQJcMd43VgiP5kzEBci89zeoF+5XeSXWFlSmMhUAOsoLxjch8jhPn85kU00D5HLxkpxPUYztS7Xd6v9Tizh2yio20STgIDXq1AbypMGch9ozkegBYXIvARRkDKpc4q+oxAI0GniJs9FXrGpAl38CjDBwFlWpXqDcLnpLxDEUTFJ9xwJkXgpd8GjnncwZg3Idlmkig3mxsgow6w9K64ex6LgieuYdwQHhuANMmdWRsVkiY9FYK9myVAuwNRNJDEIcACr88z6kCGVnpYVJnBgoq9EYrQQf9JiDDPuDcoFcawecmSuRsQuZtD0HFad3C+DHIoGd0K10m4GLCh/3bSrVU9gdAcPUZgUAy2HvOFRwykM46cm+C68tI47OYobt23VInI+8ALMwxc1qaLmS04BzgnjSXgC7Ma6ugSKIgukRSG8lI1X3acc6vySicr/Y1z76bJIQGBtsfVQd3z90CJfQ8jU5YAAy34H2qL5h/9Jz2twHHJh62+jEOPlTT9Kefe1R2GzBgfQGUAJUTMEsQxuScURD5NnqS+wFRIcsGZaNTqXQrhRoVSyQt0V8cp15WHpxFeqliA7H/MJC6FhlXg+nTCgUAmLPtPj1zoYpNxMszk2CvPkJzMDBd8nisW0HD6maoCM/2Vucxa1160ur59IEuJbdBkk+twBRkbd80QP5cuDS68+IeUsGzO2SVaYJNHFyp090z2BlQ67F/Ya8guaIg9exz5qGJRnkW2zS45+htBnjX8ydrQgAYOSHQjL5kLXxWnHgCi9I6YivTw9B2HVJmojt55s5BHXh64tFPM0HOPDdvoifIoD/3bsRmsOJLlhX9JgFxgBRltp+BCrdBTPSrznyTWqh4Qh5yDeQeObJClrOWczLBzlS3Shev7uV6vEozj22JA9+zQ+AKUJAXunB7wJeBgYrl6DsoanlxxiGP9lXW76LfPAmEAPPoE0An7OlSpGau9t6Md5luVnevTueaJFn0XCaxaoLIa79aEerZa38vxwutMwkxjJUKL74PpWsD4eOOobsBnpij9kyf6isCtB8io+xP7Drnxwqipez+gc7A98g8tZpz2j008Jd7bhU79jGBFEQBPbFVmDCRtHKetkZN3gmIlM/wWUBA5gaQnsp9gv7IbwHDjAEgkOSUAju0kuiZSaAfUFDgWd8zgdKATWsDmygXncc5M/sK+tbX6Q+7zCWsDVTw2KBUzAjm6lfS95o1JVjIfdjH6MwCadkrG9g2jiGlp7T7VLgS9EbnaqMVbMg8PQs9L9eRWnErckz6gooV3fbmpb2JpV99VgC1tNsBfrrBSJjTxMyzUgmSPd7KZWxN/drSW3KWAyC0+lIgghdnbJMvMi7GsvaW1eY4y5xxUFpjFwE4kxiELQEQaQJ2wSXmnKSPJomZ5L7MRSZRYTthn1CJa89LzhWCu1xz9zcVm4yBQB82p3YGQCLPLcjdarTcj7Wmf6TU3CR4AO7Zu5SqLoKZMpsBigIwL4UjvRuxXaheFTgGwECfvH4dYOrxZfUTUwWgtvuy1XZETgkMZ/zoHmwHnsEKLHsC8rwmpzC39G2NDmBF8HuJPTR2pk+HHid43ISFyB/z06SAgx8Zbd1YCQkKxkZM1FhbAd0qk0ZAE+yaAaCgtv6QBJ+rKylS37x507OhCbjYmyRh5LvS2+tDYa8iK1TAC2JrW7c3X4Po6snqjKw+38fuEcCzGpXxIx/8HUpXKkBbWJLrvwmV7mUqdXlZmez7yDUgJ/PCmQOAzHp+CsU2oC7gFCAUOoDYG71PAfKYF9aZX+CLfIz9xvd5cW6v/ipjYCYcOSDZzGol9gF2GCC2LS9YD6orAUQ539ArJEmxjlTqN5mMM2kirtWnrAkSjN0LM07jPtKIc75icyKjV5EZkms+RzdTrYzObq9mfAzGl3XBLyutNzYQcbVWZAO+YF8Qor8XoD89rblertGes5kfrrN+Kja1CVfKGc9S8KazwTOREGH/R74PyNUxlhI4Oh2mgux3Ei7RXSSN3UkQHjlpD/nswzevqUJuuVjH8erVq8owL/a2iVIAXbBxABC/7RlU+uAApdAKsx53bkvzj51WRjLc3/r86lHWXhYj4whN1Oj8A84oR5Wr3IvnbXLrGKjsDxge0EuVfehLo3wAdS1C0HZ6/uJ5Kyd9HvaG8QL6ZnfMyGhDschrEkgCxKEv+HqrscskM6DV2H7GHDw/Sbow0YbKav0UmDKfhEo3EblbD/Js/+HfP7n1LL12mbe//jMJmSRs4T9nXjIEqoDxE1q3W3YM9VXDRflp/I33x++qnzs9QC9gw8CPmnMCM+HlnySiyQiyMRDbuVCYUqHu+f8E4Djb7s8/ZVi6vOIsyHNR9Y7P8hZgiuQVzsI8Hwi1dW191W6eG8OSRcIZc89+eDo9aZukUqp3k39vhzkBFiBAmrZfaoKa/mf1HqwTsO8AYOb9+oplMoh/OC2ySIJ9AoV7ER/nCfl48xo/5GtojuO3lW0ik5s5/xCQ9EP0APER5piEGyr5OJfLlJFnxxajMhTqZmwS9i82hE9rLAx9yd5CR/0L64j0RJjukXDVJDDZlWDvqB8NMEx8ID76TRIOYPL4448n9TWbn57f2bvW1k4NEkyyCzYHdLYXqQxGD7/8qwU1t24njpFkGmQfXR8TvfrZJHlbluAnLrDnGJkjr832QQ4LkBFnmfgxlaRNWgdYIykl46N6/3N7f1tU9ew5QKp28MawsQeehpFnCy5kTwPQNsmKBAIAbgt4SILOMzVJfADg6P0ytOXR2pqiiTO2b2McUrn3KbonOdu16awUR3c24QD/tf6L8Ya1hQHU8V3KJIPMNVZDksJU3k/ywH7+lLCZJEWeiTOFCwOWM/4LEmWaiGuSF/fmvmwDXMy6UWOHO0991NoqftDfdy8wTmy7ykHkJwkhvI+/9qOxqMRZSGYB/EQSp6ih+gZ9CUNF740Nz96GOj17AWagqYZ3L9kCozGY3N/WLSZ92BaHeZtxjh9hq76czxlLK19bhGfaaMOd8/nF3drGpEkXAsD7asIvvZ5ZsmkPp89nxTmJCnyexCPW9keaHrOn0F34RBsftHji3NIP/3Fj0eIX3BHb1KT4xvNI3CquoM7jReyi/eJnbc4+0xZkMB4ZI5xn2WdbDDcf7ngzZwDAizGVlazFSYLet99/qmbsolfBjST8Xvm7E7UD2c8eQeBeZQP/BOfnWgvwnKfb6qcGifOZDRovpXIPmR7ADm17mbKYnTACHSf9rsN5rOrtFHNYH1bYwPlZoP3O/qjce1AMYLxgip/zZji7uylOFMrzUGams2Psaedc+EsU2L64Vp+v4MX59fsc7T35hJt7xgpYgSOOQh/gdkGxvVoFALq+/ImxcRT08zgUgD7X4Tr8ezMF9vfHOTjOC++3wmXmekHgvn9+5N7DysqtIjwD/ifQ6rAZCZYQoul15v2t/t2xtOfiaDEUhxkY4+BgiBzkr4EWDNnDRCyAfMqYQvarkM9BPmRKOjccgZWzXxUnw9ugA9mpGEVmxc7AT4r1/BbPwFAEf3cNPBB4JA87M4WkMXDVVvZWWW82TAGnAa1P4PUEA7da8AxEawzs3iBwbbWqgGP7DWTMVVbdC47v+NLR1rHHsFqHHuPNatXZpzxH5r2VjwMocw/HKzDtep7nY6ur7pYOi1/Q60yjbBMudi363dlFVoKR7aTRyNsAAZWbzA0yIpWWYGz3+9x7YnC+MS/m1mCalRgmGOgkLe1mDZoGcAVpj3TPrCMythVYTcbINWqIMqZcuTRzA/bvfXd+BGox2DRq+EJ7nyLXlW2/0Sq3AR+l2lXuVK08JM9q1lUNRIwbjHacYxwV3mWso2+3wmv3CnKxvb/7PPlxDDqcu5Zm9ks13UQZxtLDcCovM65mTWGkjUBzDwJyBWsaRDUzrvPJ9Vp5aO9cHoX1Y41PPdcPQsmea78zgIPcp3SWzPcYDbtXtjJ1KWkXAG7AZ4Knrq+9KtAJ6lGMTqtPj2C2c4yuPwuPulvHfZ1JgvY9M/OsArHOT/ciANVUAfc8Zf/k/QU2CSYfE094bL7D/CibVkoQJGEOkBOBbLNwt9+s2cXshXO1nJSlY9DFsP3RIITXa2+xfH9lwepx9SxixlwvBd6usxWQgEnOx+pxaFYWcGyvVvr6EMjuugn6dD+zb6EAb6XWXKOOK89mEoX9odx77buH05bv/g4A15GI/ub8lO7PShoM4u1lVxmcVESfE2PdoKR96ZCpc0+sUlcWjDTTkMqnPY859rlXk1BG7plrq0HJcDQ4Ya9c9dRSFyFEBPrOZ5RsEfSy43MbUDoHJgTucYYxxFu9GgeWYBLg42aub4apvQzPKo7xADQqu1bWaW0yxyZAMBbGwH2ayY9eaQXlVrmHJiqOPetB0OtXm1H5JsAuA4X7l/3PrZqYkXkC1EPHf2YsuT97hoAHc/kxz8Kb0vmQVYn8Yq8IzJSSOluJPkToLbJ5GXcTc2ojWUWrjWFWJkF1/k7GLs/0iT6uuSxrs33JkGsDmgbBWq2Rs50zRtk7JyZIV8y5h2FOwFcwhmtIQahcM05AKRze9jWCRh0HcuZfYBxZU0ebm0TgZYDb7Ms6rbWjElhIxYDyvmNBXuxzzbUIYpe6u9RpywDSBe546lz3HDknQBUsCuixYGfp1dvP9JycxgK4X6Cm0qGmugw6UZPYvB56tVUBE+RfuW4l51SnLJOFe90KD446EtOYS6vIyXLXfizrR0FSk3ZWZNlPgIACCQQNsa/tGYYslPIfALjzgV6XAcJqe0HIVvuQEMF/WRQCkvyOLFle2g1WNjivnlEPSDoYvdFeUckiZ45uh6YLGjXONQICULnxOYI1qLqbqQC9332mLf6TsyDfLmhCX0LYI6AWzf7xVLBytvKUtd+Mcs5QAgY116iMj9xhW7YiZ32pTJZ5qXXRm2zA2pmYoT7q/q3zq/1GsOn4QmcQlOJFYGfP7wbOWRNsVp4xc8I4TfAZqtc8NOvFGixNr74j1S/Qe1FVJFW8lGnIL4Ad4BL6R/1tf/WekGU8KPVaJm2TxtafKOsAAfroX6osC1Lnazj/b9/QYzJZ9XX4DZDw4ru20iBYAzU7Pir61FR1n9EKeHvoCtIa+JR2GFuSZI/23+azVBpHDs0MN/EItgWSIwW9CAq5F7E/tCf9tywOAr/sG/bEscc98sfcaTPqX3FfPo8NwxojD7zH+OwZJnX22o88L2vCubb2PM8KIKEOhGkhVSLQbipgXbOaPdiVTSIxiaYJGq2MQd8J3nBfdCTgCVSNe6bXDqLyNzLVyubxBdDt7RcHhWoGepTBhtOaAUPFj1W2CHVbFaF7xu9mofk+fgkB2AXgq58b2LKqEGD6fqtUCGZRCW4f1xbb5zkJrN8qsKMPwFyXai8PiM5rdfy4eaxlmQsyNtsgGOTk1UQ9JUjWh1kz38m5nyq92uZVzRwI2o4Pw4bA/HGvMjdEJ8kiRUWmIAMVisRclpJ4dRFywtw1HsN52LUyEQRwSVrLzE/mUHlzPdcG5j3Wk0D7m1Rqscee5O98Fx3Cucl4lEcrKasG+W0rMuwbXipfEip4Vnx0bKfcizNbGlLOccAiqEjRRfat118cXVrgh+fhvDH5DrlFB1JpWOrgAI+Ml/OnyRc9Fg3mapuC6rBPZGpBFz4L0M59qMLcXMPa4123sTuiix6l16MJAQN+cgYTR8t7JFWUApuKl3wHSsunFyZjvH0jPeVJfqa/NyPr2kX+7emaCp72GKW1ip/H7kSftv95XxNT6l43eQ45wjbDlmjCVeRChgxiVSTM4BM87D7b4P0m79X/poIWmyFfEEiwEhMwGJkFtBNk5VkFJQHC2/s643uUinnsIitBAbqS5AUN9VQF9znrcvBMtiPjLH4fMOrka5N40Mpn2UqgeL16ZrITuWwkvjQmmR9s+T9SybtyNhPTseozhMJ2enlTZbHtBM8AACAASURBVM71tne0xu2+dk9AOwyldejiSZ5hzwJyNk6oncRzfv1iotqX7ze1MZBhErFYmwJspe1EvsdfmfOIh2T/beshr2lCJjgKttlN9v6jVNI3ESHrj95EhksbHTngbGJvY1+a9IQdD2WpfrIUnO4v+tN/TWCaFZQVDZ1oAiP7vYBXAGQoaxt7zZeonG0iWvbFx7CwWLDBNU00q9S19Uf6kqanq06EMsH1AKW5FwAwiUbIH/d4CkV4xk2bg75KE2o8Tdpk403SvZtYSpwN28DkNapck+AQ/4f93dhU6FoLXPZ80Q7beNHz51exd0g6Qpeyt697bZMjPmdPXnQu7R+bMQbopCqPs4OkDvti2rrjLonTjQV4rrMunI0mrKbSuQwTnItJ0MpgOF9IMsA25LyWRUy5Xv+Dff0unyF5h98hpyaG8CNo2nlv/kF0TcZsS49JZM0c247ChBIYCLZPMEwVVDDby1rdpE6ea47fRwIFip4e95wfD6OPfqQK8js9f//XfwhbBqAgdtrtW3/7GwAwVKKZ91bc2gpldePuppqMLG3u2H60ZfwgeZIKZ4EQejVfJ9EIW6T+SOT0nwNMtsc28ZUCUsO0t0H6kTuqPrENCVT90z9xNpBgcjdJUnBWq7veBQD+9oVBfGmSyDJBoTMfRF6Yt9It91mg8o5ea9Av2qb7U3ZSqpXvBMzjLPjaREuS7Ez+bUy6Z4/JJzwvfs7D2C0LcIE6YcNiS+x5yH4tS0W+ULsoMhQCjTITXF4zn1KUc883r9mjyBZWwcSra7CQsIQdhS+q/VZoaOw45ITvn21DmQnbygauXZ6UL8G+UkCxKcRhPCGekytx/ueHcOOf6X1u4pA9mgF3a0OGclpWNvwjWkHAGmd8BaFlP6EP3r1B+BLXeZCq08goskBFL9vpfeRUsIvWgJyR91vtzHPwmLxYfuaW6usW6SzzaMaAboQmnzHV1wDsQ0Nl7K9TkYu8Mp/Pnz/Ic3iu6lHpvzHOxmyiJ0juoj3GxeW004JpKElUy0SHXW6bGOZGOeNaxMaaMzAboO1fMrfsNZMw7JddfGL2btdn9Df9dQvsnewMn9sEPecVO6vX9zjR86t9JiMbe7BsSLXbTG7A99zYDQmMTx7rjwFP8l1qBVEfYGcklf/+Wn9g/9xPbFiTf38meY65zPVZC6puf5RRwbjz/QGZq8KaDBbQPf6GjEbII6Lk+Sp1skAk81wfObqfVxPloj5sM2QchrnXVvR6C9P8yHX4/pfIZ6ONTQwAEFWvfGmiCvZbj8mOo3+f+AHrCrVyx9dkg2EYzfvbagH/DBDYZHcYATlDBHAXmNaHHgC2IQrbpHHP1XF8t/4pj18boYd39YtxtuGFzrunosx8uEkmnVMxI3ENJhHZ55zPM7TgyOvzWhtpTKfSc/MiZrBuUnX3UkAv8HUK3P5uZf0mMQsU79sng2m+p3PvTU8gAIBAjWerGljgGi7QveQvO/l1bvj+XGOpofEHeMCvKBD8JIyckYQNkJ+fQ6deg81R8mcXaaRbgTiX1O/vz5vB8S+YeKR6bgBzPriVfv8aALx0pgvUWgXx64T+Mp+nDAQdl6XZUQAIAqkllwaTK52fXxBvgb8VnH1+nlEDyoADQDxr0YDdBN2ZnwV0zITP9U9zaIBsQRDW6FTd20zfqQAeAFgj7/yZFdCVieMs7GcbzOn6cmhpKB5fOkAqGDNrDYqtrO2fxySCNcr2vgYvpGcs5TJG0gAy2wey4yYoMAAw87ZA6mZ1MDSUew3JVu6pnJfSeYHwzvth0Zlv5WIPJ5W5c7AOMFr/rKxbZe+U9E8+t8kFPVAGWCO4JKAmYHKkU3UuGSuGzxwuk5li5t6Av5Nk4DWn2nJkfqufFmxeepxW78zmWuDzTkE999zO3+4DD7LJhc+zEDRfMPA+vyMxru+rlDdRZJ+9e5D9y/EwBjpy3QqkAsIDbnMQFtAzeFf6uYMOaA+ALNRmy5bWrQdWTiWc3Tmst7J/KxOlOxPkFdBOgOSwr7mHmejnwNeyAfTABCiL7CnLHvArN/u8W6WxARsPM53pyjeAXXvSrPPpfi0VJfMzOrOGEJsqY8Hp5zMEo6woc68JlqtLNKKlPAWY2LWzWku9uOuxY2nW9eF0WeB8GR0ALLlX53mewf54BuvbL6QBCa9vn1Dlw+puxr2VP77Hnts92YznrHtBWpzvkYv2OeEauzaVqVStQ42JXOZ2RwDYHp5mlm8GWUGxjHkr4xlXwb6VwdFzGD6OXVBpdRd6oDqnnzfDdcFbHH57MZHFz3ddC4K1jJkg3y9JNrk43221H/c9PZjV8txH8NszGINBs0NdI3XaAEcjT8wXhg0mXivLeP70OkFPIPf8vucQOpGAaH5fOuC5zgK4dZKhVuXcrYLRyFumgFZMo09OvWNxFNEP6jaefwHgvYbz1FNIO4HKxjEWeSZkxyQJq+Hdb+c9wLgFejCeqM6DIi3/Zt2zPxfQksqTfTLeSDWfALC9pf1OjXkSKLp/mF8cPqtBcajag6fZ/oAxVCRIYdWARRNIrDTD4NteqT2z8h/ghDvSsxQwh/ttNW+D1z23ALaptJRimj1JlSX3MpN8hX2ehXMm8wgYwas9qwBtm6jBz1RaNWfHBDVeJhVob3ROM184etJ2u4+lgBw9OeBez06cjdLpIAM+z/YYw1lrkDpVksxbqargBcur1LxUThYQoaKURBjpz5blwQpaKSzNpLdSSyaCMbIbBDsn5AGElIq0a0ell4E93t/qLKk6h1YeYWtg26rAOs/JXiUouUlajwjqNoHDOWUHtW9M9jvjdt9LkUjwtCBR7IPShjHmCc5ftyIle3DsGgHg6N9W85hAhVwxf8x5AzgZD/rTCg6rZxY8YJ9TtYA+RCcUtJzDqTKcHmnofjKDOWcJVKMneLYF/7dS3OAbSQgAn1ZXksRhRnVoWAEFs56cFeoObXPOPmRTO76nTN/vPmvyg/2b7QMFOAodHcECv4OslsWA/Zx5R5fpwFlKwipjM5D1T0VKZTD7leC7CR86VwTwrEzgbHQ/M1b2Fs+OboIC/HN0isltgEOpXiGYXsdbO0rbVsrh0nTmTbLqAR44swjaERhmrLfbR8vkrB/0cGscX6Cb87d0WVk7KMAJCBPE+0yQKtN0n0oEqOZri1GdmCoxniZCRX+86oeMBzlt6x4qXks55Z4vOJs/2+8ygfVSa5eqkD09Z3d7G/EZqNH5ljYre2/P2jIW7HneK8MiYK9XAph8j4QBzmCTmUzU4Hxhb2+gg/HW3m0SgxXmfOZdevQxNgBAARFAWoHqq+vQM0cfkNkNVWqT3jjTuw7YBFBFJsCUYBBnLRVSPPOTBLS1iwlQeK8jAIzc8XvM2jcAfPn7Bh9LaTdZBfaxNuhq4oVn6lI+lj4/QQEAaGSL9RUkATy1+reJL5lkK7oMIEtxe07+XaB9f29lpoEEKyKlrkYPl4q6AXPtSnU+lakA3DJScHZKQ2mFMGPbBDKu117cUKQNewAAjtTN1wahx9HDh2CtMb/wewn+Ujl3PyAQveUYL+vRPpNDlam8KCcNEAFcADxDBZzxA/qpp6clRRlwZDDYCg8A3ibOcUbmvyY3ktSCPZMFfk9FLT5f5pqK0AbdIyPvQ9GonEOtRlKKPSqhvmtVEecR+znC9ZU+pRnz45zNmzSFXHIPqmzRYdhH9DkEACZ5ansHPoTWcfbOB4D16aXMM1PJfC/Xlw57+nlBzw61LGB1XgVFsS97TnEuCNizhwBsqYJbHxVgCtATOnr6WUqnmjMweqDgNcwTnMf0EiWZu2w0Xre2R4D71QmtbMvzUQX9oCw7ANWwRVidavW/7SmaXNEzg2A09KIkKVgxvwAwewL9jKwt1SnfR94693nO9qmDNr5mo/rJRDZ7WLfiMdTCVNhyHXSRsuFzaeOpDwDXAYB4LbMLZyQJb+1bnfE9Ze1K3wowTjKwtjRB3frep+Q2dIgJEVxfdg3+SoKXFcg7J/RDvHOPQ5wEMufKdiqC8ujkFy9S3VpAAVrT9IMM/eX9PPe7VHrVjILBoUw1MiYwv8xFq45HZ5OoA6jOvqtt83h6vmcufbmxdn21AWzJARBB0JdzhYr6Uk/WYJOdAJ1m30wCjAaMsVkeTG/kdwFBSZxiP63vhT2gbJoE3Z7g2Lr10QF87TtPZeHKdOmjawEd5HD0yer29s5rEoM64k70wlV09iYHcYZep4KLF+snQI7vRvUb9q0AiGwUZ1lnLkm2hJ6VGWbvo0vbZmKqdFqFmrODqiPWgYpM41skF6RfaXXOxiwFSPmdPR2T8BDmDuhwefdbQGH6cFqIsACwyUMdb5FvAQtezBN+x4/vSVj49C49T6EqZl+H2p8klawlz06yB3Ys8oJu4kyh6tjEq/GLsWtrAkz8BAAx/4Yiln3wKfESEs6m1Lv7j/Wr/0NFJmwz2Svdr+39SYXvk9hhN11LXrTiYD98b4Ih1PvaHZ139G/WHzBTiuWrVuCbCMR5C4OB1fw8nzKL/LqfnwWsfRW6Wd+XbaEMB9Gf32KXcu5zRrImfA87gbFjb/J91hE7nfnBXuUzUDlj86F7eOEb388Y8bGwDbT5H8uYEaAQv6PnDgkgqXpsG5n895d/eN755+zjPrSmwH58HJCesQJIoUdv3r2pj4L/ttWkl5dXp56mF0+p4I9eqwOgHmKema8vqRAlcUz7CB/bYgt0+8OwIL1+ld7B35ApWzYQ2EdN2AOUawEA5+yKPm61WaYAdgKT/YcNs2dBrcbsp6vcN/29SQijWi7P0/Y6nB/Rdf/2H3/e+jf/GF0d0I6K9x8A0KEfbm/hfB/w4yKJxvW9ia1MUQC6llftrcwfP/jD6HUSY/rb/B+U17RuYP05e8s01grH2C4kluW/Aj0Fszwndo8C0hHPoTqW/VamkzwGFafsL27wPrS5d2+TUUEbBuJ8sXlql5IkmH0aPXAditzKRc89k5P47gLA7Ved+SLhCZ3zgWeP3cn38eNU7wL8jdPl77UjafVBMnGOkge0SKIimwrdYbmAQr3sBchq9hLXvn8/rSYa9sD2Zn6fjv1CWxV93qdZX17vsZHznCRE2jPW89MWEibw0iblJhWvJBvyMoaoz0g8reASLA85yzgL8Qn7rLQLKKNCxoLdlWS4T9nTr19hlxPDkba3FaxJxNAX0v6UPphz1aQO9qY9u7VDnj2Lb5VzsHGir55d6PCCoY3ZTqJrhtr4zlzvJow/z0Jv/vJPGCuwx/EtTJyTvUW/sXOReWlsL/r3Lb3C8QmyzMRwoEaO99W5QCdehHHBsxgbhKSv2LwBnx8NLfTHD+zNr7EhjEu8u7H4RH9j2TB9DivN8/dWK2dO8keBwaxDbaf8/n6ene/Vhs+1WzWaM/XOPeOO58SkqtPayWXLamKJNmY3+5xxzAv/5Ey+TmIMsUfkr3ojclp5/8F5QeKJX2Xt6pf1sWFmkWXoHus+xRRdl8Y/ja2dGDOZXrd3r8WcQSddFqv2xSbZOTJT9jQxGsDt6ojOB3GEPEuTypwjtsSPKKt7seOQuwUsf3yHWQPfCP/bhPvmOaEXiKnULdQ3Q4+i9wsCA/6y/CcA2DnBfm9f4SRNiD31wWYuB3TmmfDboKwnjjZxiybgZ7DMxxEA5jxGVxAjEBM605ejSqR4Zq6MVcIc0MTegrziKsQZqje6R53a4jcZXr8ziXOdr+p794otKp1bzj1tKOnJ/Wx0SEFxntXrNpE9f5J/yL2Yf+SM85+1Qn4q228/GCk8UeGOQfqvVQAfgcrjZ05c4SepcWA67m7yBfgWbFiAbgGC/Xx7zwwIwNiOvWX5N1UoC/QeKzZHXGdSDsbSCDKPxoEsxacC0MmqA6TA1zDFSa1QT8XR0A9gTO7jzTT1Xs10r3PhRljDZny8HdYEbqenaTfoeWH6uIfA8wb82z+utLyODYFi8/S+01x+6W3XcdSwmPnv5hN6dGyKh3Q0k01CYGyAnw340NvQql0rGxU0+oo5L3XoCsB4aOMQOJcK5QLkCw7xu1PlHnLRjTnSinzMX9chqkyyKIdJPIEpGBkToG4V2YKI+c7fS0w4gVscRvleA3d5Bj+L04tTbW+EBjaq9H3mVloMALb01H2WmePK44Bt6+RiGHItA2mn5e8z+9LIEfCzAo75WuN7AxYFMggGjXN5lL3KQ4FbZdi5F2znhwPGzBsp+jzIdBi20qDzORflPg1cs0ca1FjZ0KjghfLY+buTvUAgyetvlrJjaKIEX0AO8pceOrNGHgbIo3LD5zuXPWSmN/VkCTJ+KN62FyNOhcaC992gkaMzi7TGwlQT7F7uvM/UbzWy9xXosC8MlxBc3WyhJqQ0K9i9XQYAggnILk+Qa2oQe/Glsa0+6UHkfBY0bUX1Qd5zvYJ1Ymp15M80EktBvv1aN+sbg24oLuJ8YyzCbXfssdxgfeboS05N113K1ZPs1NjO9zh3TrJupVvj6sgVQeqsmSChIA97l7laAHiB6NP9IgMeduqanZPt94lObaZxXqXew7jaQ5Ceedl0GKbek3UUqOI6SxXlmg3N8NhHp0SDOV94Bg5BAlGbmX7av30uHT1oegUVt3LUTPMGRjo+dTMV2s3QOoH4DlrKR7Lu1cu+pkJ7wEKzf/n9PMMAv+pMM4d3X/DvAo1j5NiT0Dk4PWNB83PSxyYtOD9zlqGfK4uMz4ponKvd+wVgSFwobVqM3AaCoG6kaldZNtAozbK9DwEaTRDagGfXfWSi+rXz71hLQc2/C/ytU2LlBS+NIfoHCsqWihqjqolRAEyeTZtwwQNxL/apvfeSxUt1Uccr5VDPirJeuEfVjSYKmQjjOcpa8feepeNsdt+1UouxkqCmDq38YVxmnsj8Zhwmo2B52bcOgG7PCJ7f3qD2m93+IO3FXap8AbSC81qLHctS3HM/AYdQldK7kLkqaAroav+hgoFU4U6CzlbXNKEHI7JBPgJWUPqd7ZX3CTwQYLBHnc9nAMikmO5Z5L1JMpvpfLZpltK+a5yxl85oKsepoOnZB0haWs0NREQWNWw6NoJp2DNWpAleAH7xYjrIKCUAaoKgSQpoWp4DWW7fwxjgAO6lxkv1Qfc6lL0NlAAo8iBnzwUdw5h4Tnt5ytZwylJvUEua5CZBNAMUGm8AVqnXtroOh6OgJnos98EOAyjinpxR37HVqE6GcrSVPzzY0DB1TwSgSpCfP/esp4cR95SyzsoNfk+PT85wzlltCakSmT/2YvuR4rznOziHlwEEkM/txcdclFoxMsO+ojpDvWrVBWqWoC/zavKf/SbLmgtY0EoYkzwIrLbP68gIATpkxgQgQVmrpd27pdgkeBBhKQ11grH/L2Pv1mNXuqxppcsuH9Onqlprb2i1BN2AkLhoid4SCLWE4H/T3CJQS9wixAUX0HutXeVDpp0+27zP+0TMMe3erWbU8rJz5phjfIf44hxvbGU3tMKYcNYxT96J41BILM+wZ3Wgz7KvnDkgjjGkFgpSPQLdW1oWOkzHH+f+lzicQKdpQK/VJowNPs4ZJQkkgdtCo6u/ACPGHDrO9slk/8z6xmFVnWn0tdWFm8iTSZCIwB5xJqlYpToFOUQfKYPom+HMcwiqOHZ4Cj2GcTI1IEDP41a12c6g8K2t3InzeCCOCWYyLtYcyPEGAu7cd08nCaNZ9+VFJDNYsY+zs1dtDPbWYEZl9vBtziROUvZMiFV4m1DFJuEQ5KL3LjzAtSFrvoGcwlmZKIGziOcWpWEUr3U4knRyF4dZHnZ9RcKYcqcJRBir+Zs5YjzrEKfSUIhIntWkp9oiQrpmdbNu6cWIgzdzhOYfxBkMf8Xx9zW0d1RGCDdJpdNletVSSYDjAZ5iQpXQlyZNCNHJ2lVfqlFA5XQcwlSLZl8IIBF4qS4beHnWgzXCCc1+bBXo6kpNDAodEbxrMC50z2RwltonyqAFerA9ww99ERnMmHi2rSsMfLMWvpOKZ51g7C9jIxGSqgRgtE3mMymUeZCMouMf2gVxy2TJRZoAJkx7wvPYarUkaty9AyxweFnOFu9gvc4DWfAKHKZC0qrjQ4ybDE4lSyujzOk52eAPk+yGgwn52Sqi0BABKexQkhhazZzrJmeEAEYd+gS/sx+YHzcJANsnjcQLg46sDWZHE2LDz6mOK/x9fomzskgpWYwGw3vWDdIRROYs41T7mjPBuxu8D98o8hF6ythwj2g6yLHKmjaIzFpOUhG0zBwaOB+5TMUd61VkhMpsZQhnQucuzGETD+w9zSV0ObxOJ7jJkeoxb98k+aF2j7B/rKuOP/sCwz9IVKDaF/kA77MK59AXGP+LF1RDWo3Lz5UlhewbuzL7zvh4LzRjgBhFGZ0BhBzX/EB70sdRZKiuMQk6BpsrL4vsQeAnDs/ywNBandRU5JmYVT5ZOUuFJhV/BDJNZOCe9pOHZ4Zn01uQ56FHcBZIckLWP0xgEhnL+bLfPftIL1Ztm+olkdftT5nxCueME4+WAzoahbQ3SVikISrzrfRib7ifYNTb9HKUHqwwI3hWSPvQ1E9xfEIbrcRMAKjnq/tLAk9ooglen1q96HeVq+fX+kBep9/o3SQIwD/h0VShwdtN7MexKQoAPXGbIEfVOLQfgoGWN5DNexpkzVhIiKoO0V6eViF7ftHNCbqE9yU/cXuBfsw63xQdIXuWu9uCA0M+Y962WdcJvhFwag/7PFtkjcir8RuQ9NR34ODNc1jLJliUd1hRB1Ghh1DlCT21tytJUQ1EmURmQrv9coHQRD7RQ5ff/xw+T2C8ztavBM6gCwNb9GxEL7S6Un8XFzIMhIkma7UqlXVAzmWe6QUMnb96YeUz8n8v1oZAVVuLJAgAb+dC7rEX798RoIrc+xldfIISvrHPfN0EUHSHgagvIwMmPv05cxE8ZZxAhxPn+TZ2AL+r/Y6tA0RzelrCB+A35/N68SJ9clsdSwWzwUjnq25VOdre3OxJeGdoUlh2Elp4YfTMVpoim0iqI3DkehYxpvYeesFN+TQJlPT0FTnF5CbmgN4FzbX3Ye079UWrxLXTF5HibeQO39NWtvKf80sFP1+nwhQ5pi6OHrv6EslLSWrIGbu6vkry3GXmwvqSXE2yoUlZ6NpCuv5cGmvLk+6ZdGv7BW17zii/0zdsMIyrbQhAO8i8ttUEv4fvkGgAzXcNJpkbHY8x6Mv9GpSFlw0Kcz7++td/aO9sEoDuBekHXsw9hZ7NfsP7tic6Y/rj95dZ40engDYw5psoYQJHZG71R3yG6kzfUs3+MOv18PLrxW+/3r94lgDvnZzzr3UEx3aIuQCs8tsmoN0KXPHDnp9r+kZmQEDnEjDE/oAH4DL8BmQ0cPytDNe3AVQqPJAA5lFYM21wQkMEuyClBserD5HsA2oHxFyLo/SE2kdLKn3SaaXxEP6s3vwtASQu1om9wx6jRy7ffPr0sp/XvzyFHbBU+7n7Ob9S1wFFSh74x++vS6esc+VpvttAD4m8nLn8x3hpZUfCJfSPPwhXFjoX9LJyUHhbq2GBJobvPHiEHmYB0kUCeG+DLsHFeUB/AkWCRK8mdub3orKFJqn2jjz/9U8kYOqHIFANhHERiLIRtH7wrEzsJetI7+y32U/6hFd+Zn2vr0mCi96euVB8yDs+Rh++jjy4DN3dJGngUc4MF3MCcp21wR5/8tTA3uka2Q+89WV4F+6SnxKARO8keA9/p80L1/pN64ehUhSbNuO9Hz4CSgzBVdaDs1a7IeNFJyAoi22FjvPnv0U3jJ2JbpqNfXttwce9h6yJ8PDSIzoIiEIkg0xv4NxC4Q6FdIBZkZSBzq/8MakTM4kEP+0Wk0ZZT4K08B+CsF76rEkgZh9quxH8y1SxSeGrDQDTL7c2xPhIK/dnAfNP/B3opNARukx7YvcWez6DpKDsx/4nXqPegkA0MVqdpn6qXCCyIUMeZJ/hR8iz9qDvRPTtsx/aDlRE66dZxIL6TUjmhzyxs0nWJOm0CdYknisXqfDFBmIdm2OMTU8ySHQs/Hv4MIq+1L6+6q/oXVSsVleob0xEnohF1zDzZ69u/2xhFPvZAoqioeCbQI8g2E0AGH0G3Yv1Rb8x8IrrtL7gjL09eweRh6Sgtb83ibb3U81rPmDfZdGF+meLJBsbcpwWZWrjc30ESaqOJ2S4sbSq+znf+DlFkJwCC/xBjSn5c32LI3eHoPqXiHL4C/3uBux5DX5qAsL29oUEbNPYZLQ6J0gQQ2jk3soOY03qAYePpXbdVgBrOPpwrv9QAHgdiAZKdQjs9wp/yPxLsP/49WOgbu86OV7ZixqfOKxHyvYzhBhO2nl2nTt+e//WIeXP+9kKmXXyQ/iN8ue/wj2yLkPsGwBWKZrMhTy0mTMz0GV+/E0m3H8oAMy6L4SrlWHfj/k7Zlrjcn/v3HdsCHSYJcrRBp/W4bNOMYjd72i4/fj3+Y6oxJw58FuOjlKm8t++bWSwN0VixyGh1emuvcOx9G8+gkiPqMjpdQ0wzt5soJJfNqh4JkyWbuooxzCfxdq/+a6Zl2aE/Pt6Ru+Lf0xU4DkEgBsgrUNwKkAnABz8vdN8FFYGxI49W8e4zpfO4TTnzRK24nTzGDbY6SLpVFla34DvHngDAhikMpUNVEEy9WdyoGd9z51EPHp/lnGoRKHkboayTtmFi5iEhU5CZbYVKlEiYHKbmdkxsw4IgIlo3xoadH2OADC3NsNp6Jv0knOIVR3Hwzm7bhIQ2TUyazPKULwQNEBWkDnX3rJ1Qvr9fe/SRBNum0Xjs8fv5NBh6g2mc4apZFoYQffuRG8DtzmoZh3bQqgiq4RVmkycjKfQMGSP89whhOUQiOcNPPJuFDvhBb2qyNODsD1AvZZnnf9sUgGKhALDxA3PW5MgSGhBSeF8nl0f6sSNYlNI3lEmmOsIc3o2NAFnvsPzt88B57y8JO9tUIAg0Ui7PdfQWR/itQAAIABJREFUxgaWcayfoKdRRjgrOKDmwGyv8uVXCEDhNBWWraBpNbyJAWQpMh6dAAY3eZRZ5zgKTOLZa0RPfzxPutnK7MJzNJA7wV+ewfmA5vI5meisg1XZKEVCs3LBf1gnEwV4zsGoDGoY5D/JmWGIJ9mHIzjrwTu2FyXPZfwLPyo9HAFgfra/mYHo05V/o8wICXn0MG6PlFarjaDPYFo1NJC1W+2MM4znVV4XtSC8vs4VoQ/LbwlebwC4/eesKmYtrVQZGBPWaiprmKt9xxwpNMN42Gf2DEfHXqWr/Md6mCCBkey5kLadsHBnOiKrlGWMBmEYK5UPnmH+NAGi2FkGijeJqQk7AyFkgFpEDea7tHiSKQS6c/4LX9eglso7Cj30swFCM4CVf5UjDdJvEEyYpIWYP9u50zhPSQHl4XHOp1dpM7N5Cs65jI1z9WPSW/sAEhDi7MA/DwWhOgljZJ0Oh6FOx6XLVodFKa9z/EwvWr1vZSr7wnhYN+le+Kv2kc7PBN9XHkkvRxLYZyoBUaapBOu+abB0P5vBSZWpRi6OAaqbaniFJ22PYP5t9eC0COmemR0JD9rgFONFmWe9rLYzo73Oo+Y0bpIV1RQEKqT3VqQ3oYd3mAlZGG/gm5pAYHU6uYGtwCi6gjwIvejLOAPhD1QdtEowjhmScUBzIAjF+77WiMDxmvnCX/LvQqS237zja6Z2AyjAmVIFKQ9ifV+ln1jvq+FgBraJTR6IygWcYcB14XwiLZ7fVN7q9CHJA6cU9Ng+pjwnBpzOfysEa+Ah2zDcgKbOHyG+5tV5ks6k2ac6vgNfFmdV33eSIJukaJB8dWrOYKse8yKc8qI9kDygk7d63ATL+444izR4kFsGuZRByjzOJ5XiOo05e+gCBBeAfzQ4x+/po6mxzbfUF9hnDO1m/QKzPEA8RRwobL7Q/6onzofvUckIjCafbSAVRyPrSDCovXBHYDBWkBOY/8M4cQyi41QnELMJIOo8QgCry/u8GM6gXCBbs6eM5aoQkeFv1ZOoDNORxnpg5PNdq1MOPWcRg0w6wVCnIgPnZG/ruu9FkHxlN0EQE1i0Zxq4HDQbda+GOkfXUV98X+g0HO3pmRXnmQboBKboodoAMmeLJD+C5Di4crZSYUTVptn5VrBCTcs7GSsONn6uPtyxVxrX0fMKZ1STbnHkEwSJcz5r8y6ey/txyKPfULmDI6LV6eNMhOZxoLG28l0Dr4WHHHQGeBKOX9dRnkyVVwPcOJtSRcTaEizc80yVJjyWQKkIBgSJkPn2qj1kknKFy8rDVE8kKUSYTmkEJ8MmZJeGyRKE+rIoBBQJXG/OIp9zhoUktrcmznX6r7FuqPo4Bk/JTqneq+5WPWdkOKd4ktRsrZB5hi6r3xBMaZLJ6+xtzt83+hKTMIOjTmf/OqYZC5Vm8EORGY6kx7VXCJC0lyd9HJlT3vM6FUKcPRJ6YILQ9TegoxPcBa5uHerc/ymE/54qzextdaAEVYpcRS7k6D/qIuoy7QE8CTSNTVAxQlIGFRdxdG4ijnq78Mq2jKB1Q2gtDinGC7t5T1U0Qcg8F/umfUWxd5EtOTPteTkVriTcrL0CE1kUMYMQZwHgLAOBDCGEu5vdb4IOOsTde9bz+fNH42dRJnNe4Aedf21hz8h+h5/YC6p+cQoT/KQ3b/tUhvcIaacjHL3gxcur2iTbeoTzI9/Tpiu6RPYIPo1zGEc/sgf+oQ68ye/wdquzEHHKDx238C16gHMmmvBUH4ttQ0QacR2QRQQi+Z4VMbS3sNqcnbrTwI4INOxZnaYEgPNfg8uhB3gKcudxeB82yu28n0S4TX6ncovKYmwN2ATnB+fv6rHdjfwgtLL8gcQMYcDX8SFTbRVO+CBBUdbfwgTsCelHExte+cZzNQ7ADfBbCSqks7Ln8A+cfGJZ5OUd8KDyiaK1BMo7PMTKdVBkCH4oRw2MAfU6fpTKDngtQXblcautqcZN9Z8JijihRblZv06T4hrASkVhKrTQuQgGk3zD9WuCiiZzSS8bcEI+QkcNVuTdBLkw3TaxhERlfSvK27upgDQhCP8T+jGJEp4fbIINfKEnet7V6T272spUCqM/WhkO7RpkQ7ehyojv8PnTnMWFCT4PAG/wuRPpbgyvyrrgvCbnA7345Quc3EC6W027ELf0u4ROgXhdX0dhyvE1fVSfvHX7Y4IoVNmqo+yZbRuY6hnRLafqbcfB+kGvXJKf85U+rJTXCMiaB0KVz+FjncM4NfbM8f3zAPAm4D5J3295ms99Q/Ay9AN8ceGuv1qVK7+xyo0zC/96Avx2fbUG3A0EBsWg55JAhBWQbDTvIJHxYdsmmDxYiOicI+dnELitakALqL43xmB+z3l/8jT8MM7/ly9eKwsyV5J4Cdxru+gn43c8h3NLQow2NfQmgtfrl697brBVOX8E7eEr8D7O6akNyYzH5I9JlmbRM3b8Lx8+3jS560EqAOvJgG5rf+rvaQ/i9dNMgjDygLW7zr6TgMEyAIdepA30Eze1cyHxEp8FOozFDyaOEBxqFX4I04A/+rD8mJfXVz7jaH7GRQg0/PA//o8uY6sFVj39kGE7txNYlVaSLJVg65ur9NcNHVPdSfW78PLwN2wqknKpuCbpBR5AINFE7E0I4/cEtKxg3dYT2IFTHFNfkb7uwv8T8Kv8QS8buh5fKXDRIDBw79dvSdAJJDn6Bwln2gAdugHgyDcCwNg1z58DtV2S65/6aZlBzdnwPQJHuayIw7fY7UwF6qvwuSf6AySXPu9rUdJsr0WCPBXlBon0udxPBfHpPfn8zdvr7lHRkdKuABlDlTEIN8QNCkme89q6h1HQSRyF/9ammPPAvjHu929JBHhz8etv2jcGkIV8fpeexfDWBwmOK29m6Gf2/lWqk6EV7AESh9ExniWY+TV6TeUS8g57cIOVNVepMsY/JQIQei+Qz+7ReDx5Rz7BjiZJpj90vYPwlCpm/IGXJ33JcbEHr19DOwbWkJMk8OCu5LhzzkhiZC6trE6l/udPIPHB02NDxBS636Sm4Yd5Xoti6sCEXq3Yh/6gX3Rs9p/734MSQrJuPuBd6Aa3opuSLEYAev3X3fc+X3lfeRHdjqD/XrX58gefHr3dK996s0MBnt3kTPmwxXP4GdAv5N3rtykEfc7MogFvgHp7qTceFpl/8gcTu0DPTZ/ue5kfc2vyTBaJOW9CBMkcyPtFCYV/3808ofsiFoWPigLjQVIPJpkTn4tJlNsusrpg99oiDuQr60wiEOpq472BON9WiY2vULyR7zQhCx/IqE/raDVhFlQrk/A4d1QKr05ZvTE8yZiI7Y/wbwEBjW3d7WlSsHqEbDnrSsXsxCdIUqwuwK39wiQ24+vIeT5zKXd+JH6b/KtsOiWHRQ4yxur3TQzBPmQfmL6Fca3wJwAMqlduavEaRTST3LQB4LalpACutLExGIuSRNTUF7ZorvIt/TVA7p+3IxSefvjVxuPGb4M+qB8Jn/vqTVmr8x7AeyglAMn7XBk+h9SVmOUwLfOfL+AQZ/C7cRsgXga9DvQfA1fnwb2Ow9f3Mugy3IyxERCY38GMOVBbffeDXn56xpnP4zSnVnvkDisLJZoedpjEBJ/P53/+jNPYMhADVI7oyDaf9VsmzMHIhsFINgC8wUGzj2GaBryFBPEzBdcqRePEzKO36tc90tGk4Jmsa9ZwBrzO6rMlnbGacbfVRBtIxuChXH33oA6iWSO+SP8CK2/F95+Zdk8OpXwDIz5FBZlBfT+Kk5OgQZ6hp/NFn3lQsXcK9qEcVnlA+cTAN1jUgz1z7mE6pxl+39Mz1Zys1wyFg3sLY7KZzEKNSbdKsQYLQhft5zLf22oLD63ZLaNv9amuKwavimKzNoZxOo4ZT/a8ULTcP16dhQg9rwCm6sK1P4K//PzdOZox77TbTyaSrBnYVbR0HOs8PZxKzsFgnL8388Zq2KU9Gc8Gwr6N84gxqKy7duu4Qo7UIM3vhWvyMlikUN/z1L9xohBor/Gn48B3C+lrr1IrLDYAXMiYMYAqQMuo+d+cxfy460aCCkJNAcy+rOEkY+d9PwGTAi30zC08g0GBMvaDBfVVLCNK8RrXrANnoo7T7o1zFhZnK2o9A4wbpz2OMM/s3PxDxjdO/oUfbEYljroY/BtLvjWG/QlqkAnnxVROlzZIkJhK565/P+dvHQxfCMwMrxNWhF86FunlrEcqKzu8+MTfM1cz63Vc9JnN0JVu4Iun3sRsUd7F7zlT64RCYd/sJSs8MTBd7OWFdyK8gdWoUztClffUmJrKnM5thF7XPOsNTAajoEqsn6FhbGSXILAMQ2Nt1t8qmfCTSUyAzu3dPHAkc54x/Pfc4oBrEg100/XhefzA3yJElFVJDj0D7Mk+VyeTlS81rNUGFP5khw0/5FlUQTSwjWONfrSVK55Zz7j8BOdP3fUEO+u4stJ3yKMGV50TGS8OGhUHaEfli8usP52F7HF5df7gmHBzjvmU5uHReV7Pa+ndAPBW4KKAKMqsjlqHGt9BebZywUAmShF7IQ1apce6HYq4hlshYdq0j+p04XXKw0d/WVgp7pVOHTsOH8+q47Fv6PTtG6d7+3AQwMr68A7oaSEam7WK4ttFgG+pNPN5+9qGA8AbCj1fmDX7rDVonO+xrsyr/bMIIKLd5nd1lkKr2U+yxmtk5b/tvQtt8LlIDvIzEje4qGIkmYL5WKGD4cl4zNbluzhOCp2zCzRnphVRrZYDShH4LmHJcWQtEgCBriO4bS8Spm9flqxNDNOfskYETwy4WnVWjpz7moH6GflLIg50tTDhQLgGVno0cJwv9BZjLA2M1cENzUMPJglgSNAb9SbKPxUVj+IkRtYhQ941U3SDkFZLyU9cc2Wc64Gzm3kIfUk1A078KP55r5Vq8FwCxFbRhCqlxQiABuqpkqwMCD1RMTxCwgSWvAcnNHtemQbEV54d7wpnsYHDlRGsfYUiywWscmDrcMbmjH/GG5N9Zqyb+AcPhWeWevMQKru5dO6aJKMjepJXkM/VD4TJE1aLBBOhwjAUMd4LVQysWYxJDHnGhNHi+RBajfnirCpCQdbQcwyvMthJhU57/bZ6yl5tvENDWpuifc/6j5XXOoVYW9Zd4xGjP17m3PM0zj4u+H97Duc+nIvCQ3FGgNe2HyP334lBjHGNEwDab0Y+1XwZNz9zZqxC0+BcfUOZPfsAxeTnQgDnvVSEEZTmKk/HzgndQ7eF2sw4WlEKci6B2fgI+JxgBjmVheIvA1QGsx9UPkKH128SfMm8kTdc2gToO3Ewx7Dm+ziHqXrkPDe4yJpm/A9yXjWQ6ZWHA4hqE8fOffA6dA0CHnxGj2WqQByPCRJ9Z53C3G+VSXsos+dxeNhvHFqE53qvcFQkGgjBSpWHOpkVz614/UIVuhWrTTrCyZfKqPv3L+P0RO5Y+UX/7tJy/tATFb7FVVjwbgfBD27QRnr1Ik4lDHHWkLMfWsHEfZPA1LNn6Y9NZn9416I8YWILt2i1J+tWh9ckmlgtb8U28vLB/dBbh2CvMWiCswIUbwPFrSCnEofgn3CJ0BoOcWA/24u8tEp/UWly+9lWrlY+yo/4vO1AcHZTIXTmcMIJvYFqRkOWukk82m3Vr6pXbeUeByrO4MCPF0qXgCQ9lLM/0D8OsspwoBSnkmj7KPJ8KmybSJbHtEd2nESlmdAKUO0/30rlCQHg8gi8HPbCNNgQByfnN+uKc3N7blduV+c2uYT7gGVlTa8KH6//4BkO/fCa93GAf2u/dIIDoH3Ic0i2sm+hTi71yAwuz77dwBW0KUKGcodMeH0R7eFOlXrln/BpJIvA1wo/2cQq9BwSFux/ayIrLRaoHM5ZyOfUQNAXfAO2VIzBt7hPGw6HFL02U+3XHrcmw7989arrCdKDe2xlcfU+EoBaHQOdNUpd+hTOdw5F1vlJqq6gXcZ4k+p/bgdqdJPFCg/dLyDH7qfyhKQAkyeBxa5OEDrl/e1PHxoFRWDPGbRKJS77By8jCWn1cOQiZ43z2MTQSQbc358C6WMPsD5tU1CUCRP0WIc6tsJfkDWM1Z6GJg0VIjnVa00aassEqwovBwpWmGgRB1qdytaTsE7iWbYbePzahnGa1zkPHGzWjcSg9TMQuMTOtpIOm0IaJsi08MTACMOv0IdMEBeumvNURz8IHxl7g7QTeMTJDc3xDNYIJzHQ9ryD+0jCgMcAH1l9oHLBs93gIPQw1fjsB/Kfz0U/UBcqjHMCpIyNMwFftj1B1ij9FpG38BTkRPWfjKeBxIzbSjxo32Rb+LNJoAaK7Y9cw6O8lKqe7UfMO5Dp1cOy5s8C0cwZ+hDHNkGpJrCEd1JR9omek9gueQg65Oq8k2paHloHcPa8LQwg4rm/SZoEDzOv7ctOq4HrJElqT63XmODt0+5/4Vyzn1Thsp4mWYnihHloAIqjpS7U9UnFKAl1rDcVcFcJvusQJvBtcYaIJiZEbasu5E6DFMRts55vrkT1gS7U+dEjqMTjTGevE4ih0ntRhK6ursKnCEglkStBHqBCWQPmwD6Vf8YB/ipBVwLhzOHtlRDKjLVnqIEmW4tYqEISh0gb6IdIQfYLfceKdWhNuG4q0phmK9cnqM1a7/lkzpw1eALnlGDzu8BCP3uetSZoEj5F4GRlYWVx+Ov6kwhAGuBEZ0hQsgdUNCoSg/jeX//6olDP9UlGrgJl3CTqSeB1n6VjoMnru0L3zzyR9ySF8HyqFUl6uJ29hs8SoC7fC+8iSQqeyJ5SiYy8fRQ+CRlcZT25nj//pX8jA7Z/dBN+8z1o6V2i+MorEQqOJHaD+02Wy9mBV6ILYjOwHpwF+BioFYtA1WrjjB1+tD29t+iGefDO61Z4U1GHzAWZZhP+hVR+08A5CRRWHlqZanIlFYyi3CQBK/KlkLXI8NF56nMjMbqnOwmSSYz4T/7Tp/Ur/Bx4+2ep5uy2/aT914Bk2MV1AsAEeEngbqsNqr3jg2G/Mf3Qa5An8Mm2A2piMrQ3ejW2am08EmuEbsVzT5UfdsRRqTb+gAbrOr2OHWZzJ3zoeRJOtvDi5pqklVRhfnl38cuvaVsxyJPwXwJgtdkJAAeKnz369Tfk47COLADuhZsf9cKsw2UgwbmYPq8uUlEWhf1ZHyi8z5YL6K0ivgiTb99u7NMn2f8mrs48roCTzv6IzGUyG+8iKYIAbCH/s97YFh/gZdXNUt2eoHyTXVKx3fVYf0bGAEQ4ujj8g3NJm5R3NyRJh3ZDHqeildoSKhBW2Zp8xbpum591mb1JIBYd7WFtHH3BnUPOKIHSl0m4vHMbHT1nLzohwUX0TBIt17YuGg7qZsY47LQaDbYZZ+n2Hc6BPlk+x1+BXNGXKBw6sMy1x+b9+FX4Dj+/DSw59Ki/jlUBgthE5mmNXvhqdBvolTHcvMXPA3KRFZ61/9EPsuxvEww3wRK7iMpoArjI0XxkaOF0aRfOdfbvbc0nJD3JQdpzbW1XnwK6lz2g0XmwrUwwOorzapc3mQYUDROTnb+IZwSQ4X9to5DL9pPKa/0YrBs6vmPecfM3LBiIcOwT5l10r+rDFlm1wLHnFfuG6lgmZ7JbfVETLFx/1RZa+X70bs547AwSe2lBMDE0ntJAOPPGRoc9Rv7cbZGdcaLymvHHcj90DJR2UctyXHQHeR92J3TImUZHZK2hNwLARXupD51AtImGjLtIG9Gn3TuDvbZjw4j9vmil7uqz/eYbTRgbyOSz3T/Jzvpx+0XbOuk3YH7KJ9bXfvbsp8hA0IVJj64DQVzsLxElbO2oT2WLTPShKS/k8etD4bstcIHXZ6Hr78b/Sin1KQnRkW+SmHJMn0fndvPR5VkGs5W8R/NDcdy5/n0BYA+VHKoGdf69vX5XUa6DeJzuPz7nfHFP/z6PtpzdsIS3jjOcDRsk2NtaIn+2mQxtgxz7eZl5026ghSNYyOctl57PFgZ6neveb3b8PmsN8f3d+XzOp7GVuYXTK5PUCDoFLUO0RwR/N23pcojj7OHCYRwTFbbu+8ttYYv93VZcticuWRIlNoPNOKrrjMeIyi8WYrhrPlXSrA0HqIef++qAMwtz4Z51NI7gyv065A/l/XyOpSvWYAIu/FyCP99Axj2M4Dzg2WATApMAV526Qrgy1YXcZZ57n0Geqd4tzcrJe5BhMnES1FkMnW5ALvfX4IxCxrqc9vOHpT5BsEI33FSnyZTk89YyH9eER68Cz8w2aHg+Zb/L/qoILpT6+Wt1bLuuhSYbobnPIfBFNuFmYC9lLL13HMuIq6h7xrc/qEG2rd7zzT03GMSZIIalzm8qhhBABnE6pjy3QcE8cyuEd++EbD1mwjO/kGEEHWbwhROsA5DzoVP7E8ZOBZ/VNecQ8dK1Qbels60EZE51HHajXXfnfTjPVUAKjGNiQQ0OoaWENERzPM5jHzWVO/IjH78VkvybQIHrZcUez3D+u47SLetoxZZX4dZ6XvfacZopL9/RkONCfqqYWpHUbCMyirpWJjMwH35fx1/Pcc5+oWMiuKpE+A7GKa0f1dasQyF5s2gG4M3WncTUcQIbONsAjo7lmScVKTN3HR8KMRQbHAGw4O3xbBDRvkSbQb/PqRHT3lFmwspzVIKWV1hV7Pm2h7HnB3rlrFh5JjckuLVX7ycTfRIwhKyjP1lxXDpevrM9SflAB4cGQbPnJ/C7hkrlCGeLQEvTwZYIDwVtq2oJxGC41GBHQcrzMcCbuVZ+IjR5HaVU7Zb3GgDfRJNWGFORRiXNVM5u5fnKYAPu46SMMd8K3iqWUX6b+iqNt9dp/sOwQ/HjPRuAXSWKtTNpQefdyQEYGmHdtt/tyVkA5Y9iVjqYwFmV5LwXh4eZ+tLzPt9qXc/H93zM/WNurbgCLr4BUXnAJpNwj4FLoKnipONscC4IyA4sXTkNazv6gFn1VoDCh61EI7P8rhBgsyft8YTy12w9e/NRYbi9ENEz4VNW2RhA+kQfm5k7Y+PdOFN5Jr3QuqJln/BPIJFwvEnLi+LQfSNY1uxCqyXhkaz5Zoa2qqXrpgOcN7H+QMfQu0bYIA3BTaYSyhpIq8BEZ40699AJF9nLW8nC2rR3cjPk7VUGDVEBfC9OKBxQ7CtrouOmgqWJY0KbItvkj1YHwtOpVkHvsDrc82UAfvta4ojReILegEuiv5OJDAv7yZze4lzIvkDTd2JJIBc57rIkgy7SLueYquQEFGsYG6QpVHB+KAQ0xgpJKzUIAUAS/pF9ZJ9wJN4CGjD+v7sx/lgXIOUIuBEIR6/o+3hm+OyHJlKYrV++MPuAo2qVf8alXE8QMQ7ErZAvZGFeyjscr4kLBjo9u5512w80q3UczdXX0BHyB0i9PWOsSJ3hcTpxHrb1BWJf4w8jmsCiAXcC9TqNDViYYaxTAacb9xVCc+RfdUx3uoHAvZTPfGylGPyxgTl0YuR9M+2Vh6z7k6dCsxUiNsEB+NCDjPlNnAIYPMyZwJtGPYF9DTDoEgOX8bQCuo5QeUllZmgcOdRebhHyzdAdCChljHxOeEmrQtmadyl/qt2R37Nm7dMD1HYg2oApYxDkb2CkEowojFWTChLAYg+ZX557Gedag1bRPakgR89pRnGdHOwZ5y5OQZwSXQ+TMpCx7A18ui1zJokMWqAKBGhpntPqjDr2dW6SYc65FK46PXLbU22ry+lraDZ717eQnlNRzjwbuF6dmUCLgT1kJQ5cAvCLTrDwWpykhSMsb89BtOd0qptfCYfNzITRllbo58weMYYGUEoo6mJSEhBvWf9UPrA3worS4yxOnQa0OAOgARDogpdR3eI5JDD6Kt/F8WaAxiQbKi5xAG2A5HbONVV2GPD3w9Pup9yA9eRs10ERWt5Kn/YWT8/F6iIJAGy1Ncma7c9KEHbos9WoGUcdR6Pzbs8v+C8BDPabd5v0gj4sIkORGAL1xjqjI9/k2ThghY234hjHMd8h+eAndIo4TYqUMIgE0HzPK9WckUcEu/he0YeyzLdJgsyKfBwI2cLgjl3QvsBFKEWO0AsNuYOjxGQu1rOVjE1QupNqy0Btx/HO1Ur0yCtsoFZ04yvJel29kY7L77JGVOy2dUHOQnvMZu2YZxPDspGXhXS81aoSnGicI9bjXqtHtbn47ORgqyzHdqDiITZKHSBU2JoQQoUijlcCyPBreCOOqrYdAPkk69dqPnpeQ5P5+pvA0X9OYkPPbwMb4RmtCKMCOjDkqZZhMASOt595nXucY6qmpvcrgRD2mSpKeiRCa58+ygvl65ukooMZOkc/1LYNLSagdCd0+vgJcJDQXyrsGvREtwEOHZvKhFmDYejbovrAf6lieRP4aK6nSZowiYEEnHupqntVPvUw5wcmQECT4LX+EJPUvaiu+769S/0DWRMquOEf7UdPVXfuRsYc0PTqdWsVEcjFccZ+Uu1ljzaQKzz3yGZYQfvB1dNssKFVweENVHR66RgHPYF7Cg1NomMCH63Izy8LdT3oS9DwQjty/oF3ZI1BZ9FRLtrOJi2K7JQE1knoMxibqj0SFPLnfiKEyHPOgxMMz3n5NnpI6Olb5HydeVZfP03F5SZINQA8yZfAeqN73b/30ES06q+0XiAxS0Qe5LLIJSSRIJu07V4ncM88GTNyehNNWcePHzOOfGZAwNYYG6Tm/KBzEfwQDht+hi4VmRH+VnSBfIYshgcjEwvbTgCkNkt4yDhCoS3Og71/AYzX18ZZ4VwzJs51wxPY33mvMInYdyZhwNeepYIPmq1/ZeyTk71ePV+/AQEVLuDuP3/GfqGiCzQD3wsf40xzFq6v3ocGeZgoTDjdDUCKplVqgydVD0OXpc80erDtCYBvZf8/vNf23GQlk1+p3LdVwa30mn3SM2MwksDurW8kkiYpIQGcRYdAfqAPglwikg8jENEGpDouEjCurl5OAPh+g0qMvxDFbV3wrQkQP9H3sD4d+1nbbIPnAAAgAElEQVSTBHU3LSKQr1QjQittz9AEDuQiVXfwa95jsn3PE/wKuTdJUfCbD2ltc7fRb/T/SR7L+YDHEJSCnoSYFDWQc3eVnu2baFG7Ie+FnlkfeBW8Zn2PvJ+KTu4jAYJzSoCYF9aHEPq7vkJ/phrdHue16fPKf/iHV6WtJj1kj5CZXC9e/iHEfNYSum5rliaNj01U408eRODr8jGy0sA5BPfy5YueBda5PUETrKsd04qxnAUQHZroIx2jf3FOTepQznOuC+dc3o8+EDlIG4cM3MQlElBs0YL8s0DIfX8VVIa27UEI5x1W24YXpoKzZJo1WTSA0jnyDRt4ZESkYe2Ue5n/Q5IH7366+Cf/JDK5PnEC2LcunmbOPXokK7VEOBC8gbK/CQwv/AWY7ycJwmKuME9sUlqyEHBhs6K1Zi3gQWm9Qe/w2GTq09ET6pMMPeQ9+BUo5OD59ugN7by3aITpcka+5N76ekiOzYdFoGm1L+cyumnE1ecv9LAObdLiYuQQiaLoq03Kzhhe/0Fv8iQlxibAV9JWQ3k1pvjbjJ+vFRa/PnDvO78IrtQmy948exa9tn4p/ed8jnyBv6LPACdtEIZ0IOSNgU6uD6GdtyQDNamKd22lfvhQ+jYjb6D7p0EDAP6YCtvPn9+3RzhBTALet7JOi86HG+jly/epnOfcmihGy4Pr1/rMfvtzkkOmkIlzxYWpW3SLQX1RZ7dYgIQS4ITfvqLP+E0SEEQAsd9wh9YCij/+QH7RWgM9hD63nnMLWNMzOnYh/KJ9oXO+bm7yi0naQYUomkMgnLHzgaO2NYVITp4d/XnoMuvP83Orf/FBsv7ou9DKtgz6WIjyO5HZJga+D+8lSQG7k/m9jX5ZhJGsZfOc0EzQWUMHoEvUjxl6hA7uAbvP+JmCLtEZm/7ltrEg0DYVm7yP/eo5zHTRpZk//IKEL9Hi8OOIuNMEsag8yKv6mCce1oSrwkzrZ+AsPUibAXQdUStoPUOy3uFna7JcxvkmKEokaT7IfrAVtZs6p4y9Z4o1MTlU3eFA1SIoXrdi7rEHOr/jKRbYmZjTDe641TGN7RT1Jf/BJkHTEo0q8rVRaHxd3JPnkqhJ8vTY+5+bQDRtDPNlwhurJ5D8hE2HDkjyefXCOrhBD8OPRhIhgV/Onj5oAsAGf93HrbRuQm349Ne2Y9IXsgn29t0l0YL3iGxW1++sGe9sC0FkcebalrFbScbqDB/o8cgkDfRuNa4JzfChwtiP7to1xg9NSLqFXBINMSfOhG0GJThjpdLr0tYGhEWfcZ/Vj9XD3Vs/t4WCtLvQ0SKf2Du47RdydTxv3x+uIP51XqG7QVwI4RQYdkwzMB/E1WwpBm/YXmLJSI/gJtlGB1TD0cPVCWjke9WxPwK1wvl4zemeSRAvVN8GgOuwyR32JnMBKm+YVxmN79CpM/BU+/AqBMe8NvBAsOk8wLyBhw1y9lkNKv27gfJ9xgZGN9i72WRV9s6u0/3DlPo91vB8XWa8DVpmEY7AvT1sGQ9OMq6FgjvmLCPrFSazn+/6eOIMbjAECA2c/SrcZwE7+/nsZWCre894Z3znweCFfl4i3v3p+3F2I/h7IqQbYTJHeHGcuokakocDSmNEoapgXnhvnrPB9tOeTnDQwCN/DJ5Sw8WFoXceiOf3G0ywvN/MFI2PY9Og083kdz13XDpsNpGCz9vHoXP0D0oGRgeMc+e7Tz4C5o5zf17jZyF2G9yOcORnGPGOzbNsJgmf77/3TBuwOpIYjhmxHzHXRqHZvrd9rtvgWKZiGxnfCqJURLC02ytyIS1UeHRa7P6SZXsKVvd5zqFQyjFOmx3DuWIOrNAagOzTBIHdM0eNwgfD65luZpU020bt0/NM6NTZU4T5Bj1b+VzRyZPq/H3fgN5B1zDswuUOjXaPoccGWo81b6XzVK4eZ2ECVDh5qdCchZY/Ia0d9/bZOlW2b2peFUQWXmW4+Q3j8Ns9a9/VOqBcY9a3856rmd6tFjEgWf5a/lw38zBYe450XYePbyLG8spN4hHhQVrn63t24e91WhEMGz7TsRI4zr32F1U5MzAEhNgGXsfJmw/tSSdvbOA5a7cVZRiuDWx1PTQyNHh5rpC9nFUM2T3P8g+cOFal7bWsn/HXaUXwYfg4cqwBoDPZUyWQNTvjVRt02YO3fW73PGPILL/XqeK+QNutLMiaFGaqVQVnND180aQCeZ9BPRy62cMmNhiYcPwEpHy+/eF4B3xLJc4AvR52+yNbub7fR86VHPPngC7HSUqAJM700LYyZxIMZhm5n6zS9ncKHW4/Xiv+zgMGQ3Nl2NyXAFnodCF9MeSFS7Uy1LXOeYzxYZBOeoA2ys9m3+s0RCMc/mSlv32IV2GvI4XklBhWG1TwLFvV5WW/Uy7h/qzmhyZIOEBxs0ewSikVYAYp5F9bGVzYnDqZVSrfR4HnvfA01tGKuUX3YE2Oc9teYijN41Dgfe092N5Z7m33t9XFrq90prxUFsrjSmPlcQeqCAabjota5fLkCLCFD1fG2SuQZ+CsoFdO51xF2DlwhvbsrPxtVnx0BaoPkaqfo3AKJ+rqFjEkyjavJoB5kd5rlcHoDuW/Bvp+vmtvbGWkGa7wDZxZBI8LD0zmZ9tUML1JSoGv5dnQNk4vlsAqJ42HKvx1oijLCUBxmavF+RFy59HDBBhYHkmicFjO/9An2W97dfJLjYjGkRLMxMn7gYr8KOELs1ooOwKRWLLoAXF6GYzN3ObsMN9N0KjBM7rhnfY65KyaSMT+4Sj89nXRKlg3znF4w1TPs8/oGvaAxrkUQ6h8zUSSzYAloIMTHAOnMyEZICSDIeG0PSPqbSb+bL9n1qP0OH4Ce9kYEFIOGzyWFOXpC0e4xpQq5RmDdaXL46hqcMwaUYWEagsRDT7oFCMwS9F5AzVsf0crjYvqk+d/SLUcxhTOSWgIR+8GwjcQ5Wbb86cOhtOZyrpQClE6wVFsgpE9g62cW4QI5o7jEccWcFqeD4JWELKtRlgrnEP2ZUc3pFrXfm44Q1aPbq9RTjm8tgklC5+nqKb6r0HlXJxF5L1tFHRE4hx0T3HmEgA3I7jjbZBSxAVtNSH/lckESUh4IakCKESrpTkfK/OsKF5EF56p3OZcAZ/GAPiPfuCbqb6oGB0AY8jtHwg0JzOdBKTuev5iODjxSFqsHdBsceWSe2CiKe+kiquVKnkW+yusqrLlTYLzX1v5imNNSEvmYS9D4CSFQW4Pvpa+8HvRKdSBcOOl51iCMCbZUH35pE4u1ljIWpOpCBbiDDV3yL7V8ANol8CQtGo/3/bgzHuUG8KyU6HAnJF5BD4InjaJoCgIBnuKMJRh1YFdHouD0V7qnJcm8dQJIsQXzhectcLrq+/hkBLmk2QdzxaOcSDeiqqSdbkzVaIEf9Ed+N69RuWVJziIoF1ghXk2feC1M3w3FwFgvvfwwWXP6MTs+z2CocgH+BcBIr6C/mdlQy2L7gH0u6gn0BtyCL2cPX6U8/KBQPzLQDTGWYiTF0cwQ0Sneg/ELzyolf8GRatvxCmIPocM+ByHJVDIVt+YuMJFMgB7/izObhLLrRgX0QTeJ4+MnpC/P0xQmgAA7yHYzUWwvX8nQQCZiCeRAAsyAAfs+GRbZUelKFXV0Psvvz6pTvb22mqAtT/bkxNknsgW6F8HJAG5OGzDgxjjk6wDcmgT5Qji4pQ1wVzar/wioWfsuoUbfpNACxdJI8xjK9maFNCedMPgp9LUIKeJPFX/82wSqEh04EwRqCL4AQ00oAkfyk3IB6rqgOwuJTVRCPo1mNr9h4cQvCFBoEFe+2kTeOIZIJMQPNy2LQRk0P3gcdwDnzT5fwPAzm2TQlmrRZZoMt3YL3xfSFf/PEmSwSZsLmoMz6UVgP2B1VGbAJH7oSPGaiK3iWvoj9WbM28SlqqD1KdAUqeoKZWLrcS3InIRrRoOzb7Dtwm28HvOfwO48IhWJN5vkNxkNyEj2wM1vA0+xTmH7tiXVvvUnknA92sSDhoAgcbgLwkMgRiRIAvrWhjn8CR4QgOyCWKyNXfvmoiG7oDzmQtH46fwcKvb2D/WT9lBxSc8Gn3CefM+/EYgX5EEYKKTWH6H7lpHauQm9IGcYk8Jbi862tpyfIu1eZ9+r0dyrQnBp59zZhgPc4emSh9NUqdi1B7R8NjHj8M/8Idlb+QZ0nXbhcTmehGI4YUm5vvEFu/+LB3DD+wv6P7DB5HNJllpbxAY44GvqebNmsvvQWgS4YR7dn6eq1QAJuGEQD7nj+AwSF8fk3SCvP8QBvcm1dbow4xv0ddqCSQAwRkqilZWl96UN/mDnENvJhGGC/u8DvU43HnHI5AV2P/CrLMO2D/0ogx/I0Eq5+tO9MnahrU1DNqXweQM//77q9ol0CoX56SJC/k2gaENLGhvJYErc4MmkANUYDfZmYTGjJtntFq+dM459dxCt+8SWKruRKAwT4L/wtfb8zkBLCqP0QPRxUjsMSCtv4GzeOcnkmzl6S1+QDeo/8Dg6d376pqLZEdRDLyWzWrVa+UsujjVuAZ2uc79kkA9L6LbtiDijBCgR58gEflh5iZfkj8OMGmf1QEPz2av1x/DGl0naMW87fNKokMSrfJZ4Zm7rz6hCEzw+1RfXnxJADNn7c+/3bn4Z/88iAC3qSgOb6+NRIumJJNlTLc483mmiZ4gLUxBRXjcn/4mvYizVgR32Xn6LnOR7KJebCIzCVsNxNafqm+oCXjRkzKI8rAv0Um+JDDz9bMBMYKN7W6TPy0em/1CD7UiPEleGeM7EKZSpShCW1C5Slc1AruG/Lv2ZvTC31+AvGIwhbzT56kshdtgL9BO6CaBQeyBy1RO2oNTOcf6Qf/wvkLjJoi0iZ/YStVzCHBGB2riJP7IfA9bl7MzalA+BxpevQSbt4lYE6DhM1SPF3+Q9LkJqybffk0CGDrlL7+4ftev1eHrO8vvRV0i8UyIX3xxtS/G0GYeiH/0n1fpx4svoiiCF5zH8PrA43Nxvoru9fFeKsDvhTdZ/EWwngpLA70ml/Pov/w1vCgBYGwGNCAC6lQCk6gHH6DnODDdTZxAF5t14jlfslfIDc7l+pyLvsqeodNnvr+lUpvvoV+/pIo35wPaZK1IRKgvoXyZYGcgqJOEg773Lgm/bYlWm4ZoIrZ16BhIZOCLIyNJzqpe3pZYJHtSFStiHrzpbqrTj1hNxgDd5ixw7kQWEHGVMbQyP59jGzkm4y7Qi4gZ+CDwZ+sTYk6so4msJCzSI54EOYL6jVI3OQIVFJ0BW4I5004H/stnJBqpayGbIPCg5TyP7p1/vrkGheNjEggj62O7VodOwsbdJA4jCxhR2GADyehXj5M4oE/d0C4JdhR5yTfGx9Q4i76iLcpAjqPDQIfIQJOUsy7EHcKj9Z9A//qXCOC2VzCFAlQYZ2icMwtFDES20Cs8inW8yX5wtssLxw5Djv2UMZvsDq+QucGHeKfBbEbhuovWAu3pv5d/ITu0hWAVFMXYCswWoBVHeWfbqKBbI25Ks/ys35r31GYj4Mw6tMhtih4RL7UvYdjocP7Mu07w8bxi9PDCc08w2bgiuyHC18asmrCJ/6LkYTGK+oG+saVVkR/HP4cuFz4HG2t4pr7MiRGiozfwfvifS6cUe715l2m7fn3RBvD8WWe3DnkVh/NrHRZ7n5tzOCBPDvgJRwNRsO/ZoEF/Xq559v0mrXcKh7OxP8/n4xOog07GMAHd3HPeH3LftxXAP85hn7dwevz+x+rT/c5WLm+wc5lZ3z8b73yOddwg7fYA4vc4sFnNrezY55+CgFSaTOUnv/t39qSME6axTh0JxObgZvsQkNdZa1XVroNO/xBcq4DMWjoP2hpIMQBM5jr3nSuo52vjesg8DYgfUOB7H883E+IITG8QpGvN2iGieuAcjzAyXluVWQdKPj+gxscw3ftwOuYeHAeMYw/TKehVJzmHQybarEzu5+2znstgDYQcQdmFMy1Uztm9jo97ZTQGPDx4MLuF6JQmzDg5v6gQ+McO5SYr1GifcZ567846n5+z/V0rlDN2zj7OfcbNfQuZ3EqN2e8qlRMs2vHv2JqJN+tyCgCzf2gxzI4xDO1sJfAacQ06lflImwhF+mXINBu2qcCBQdYxN8E75sC8qUCoU35otmyP8UxwpnDCZbBwXp1UCBcCK53bGVRUe3qW2RrwbQCzwk1h27nwB8WHf1UBiSCrQWewxT5pOH11am9Q68cAMHvVXocTAC5tdBI6fgrdSSB79sBqWowpV92s9pnDrJ8OdpNaTMCRiTNe+0C4xq2Q20wgjN3Q3jpnll5L9zyHddYqn700mx86w0AUbtXFJzB5jv7AOLYXK/9u/68Zg3C/nlucFOz/JjYsnyrkJv26wpPqiKkzfSskre5m3NAHSqv7OVCuE0TGSep77IcKRXUMPStz9ltReSQiQSMI7iomraKT523W1u4/7zZIb7af1S9jyFBhPmefOQpdKW0uTcjjR0nJw9q/cJxlCxWzAVIEtXCmZhC2umNoc4MnyI79XgNwdcapkDjO7V+i+Vg+nHHhxOw6ohCjmE6UpoE++HEUcfYZx13N+P6eHZVHVXkaWucsQwcbAN4ztLLKiuLjbGxwp32VZ712fRqkLF9RASP7GyWwPT67dsgBqhFd9yY2ROkTipTM6mOttqIdZW+hPH3GKOF5Th0jZG1XoRPWhvlZhTe8F2ch781+S8OuBe/dRKVWaACFTVUQmZr5zyDXAY27QRG+8yB7yRFCrXkLxBGVt1NliCOpFe8oabmhq17Ho1DW9p4SMgrjBPZFQgXDlVcJI4VBVa5VZrkVQ/AD+YiKdim0dCHftdJx5TTGYg3s3M8zyQjcADD736AU52hevmgR3MO+HYqmhht7gWOCoM7nBLnbd5Y5wnczTpxwBOxxkH0rtNV5ANgec/QDhR6AdsQtshWpOENbhQp0Mlm20H+rO3Q+KLNNNKKiyuoXqv+FjdSZiMOMYIdBeN4Pz5Pv4IQDLgoZvwHMaT2AE4GICntVPcPqZ9aOhCUMHbGcfSZj+UIvXWQTpM534LvAYpI1HoOQtat8RzknONy1J/lpdSUgpwlcELik6tcqcseAg5RxSut1SmY/5KU6Pdkj6Ie1ATaL51eerBMh30NuNHiSdcfZQfUrRo+9mAwOdj59p9U8G5hmHchaXz7B2sFX+L29utkP4dPkZ1Zqmp3MHsyzSaZAjlQ3s2eyCQ4mqXCto2Cfpz5qIK6kme/iBPBM9ivKkNkrHFrsP/c4Nt8JjVApywRbKUxSTHiyvE3a+6m0YGJaE0DyXZyCK5uo2uVZVI8yFqvJgNiWLpUHVg2bQOiA29MbJ0ucZ5xjgly8FZnzPoEyKn+c2/SKn3nxXu41UK3c4DvQEA4onCk4eUTCcT1wjFYeduwkr2Cc2xtaOQKP57QBcQ8cfdYWPoYBjm6LEZoHaVRTGUdvUuQp2cTQPu+RD1PZw3U3DqIi83Tc6mmsCzyIwBc9WOm/xuqow9nH3uCCqDssiGum8a6M94y1zyU6EwHO6oT2b2t1Mc9rxrNBv6XBOunC5x4HSldeJgqKunAfriN1khdwHPHzL788r4yg4s4EIs4VTg95O86VTSjB6KfihOdCo6xP+3ujb1QnF4oVpzt8Xug4AihUJQoTSBIBjmKcVqwpuh3OF5IOCCILAS7/by/RLMk6yE6JJXmPFZPqiFS9bdC31UkZD4k+BIv3rAF3z/er/6Ljs/etvLAaAHvSqlT6s4KmYbLQ6lP8TQCYi0AfgZttbXsEgIFq3ZYTlU72bSuxmwx0HpiHn7gPQOvezzPvXlwDG10d1Sqw2jycW2zf6hLnSaOV1kIbh68ZAA6kbWh4+34+TsUpXyZYJgSsgaFNDIU2uVekg9xKImnlu5CfzJsAcPdjEJOEK6XChQoN9ZntZc1UCQIA00ylJ3zp19+eG9SN0/CEnhAas1JV+HTOVisLswe0REFee+4IblFBOEl6teuQ7VsdoS24SD+M93ECJ63obm9423ywXz2vOc848uEza5OcQ0Hbd9HLYKy9eaEPzit0ze5YCU6VqC0uSBhg23SGmQxGULUtvXq+49hM30X0oV0Dzl/hWDOw8uxE3wh86/hKBd4lfRpNEGQtkZeMD15OlaSJBNKyUNORg+MsRldFr4PGDMR8HwBm7tA7cxCKkQQQZEHmRuJO/rYVgVWMRQppshS8EfQY5S4BT2DDuSpbqDJ++rQ/U5VJJTh08zoVouhyQPqz79xKFTIXCYfM4W1+5hlPgECOgxMYUSHf4RUmd3AGhONNoO0qz4SrkMDEe1IBaJAXnq5NAfw4AS34lUku2JfygrY1yX9A4rNePBvarfqM/pT7cNZDKxVguXDcssfX7Rurvrk9aAngox+/euW8VAisRhYuURuwlaoRpjg8GaPxGXkZW09FOXtuEmNXNn+wfUkGVX7wx3YS7F94NwlV0GN7w9diqp5E9Z9oJ5lb0aV45kymnjDWnWCiMKUmgFpVyxipfjIhTRsOHQD9lJYMjJMAMLTbXpjZB/tHAkV9VT5PD05kNPODn0F3HyIr4dHlRTlTJD+wD8hI9AN0NZ4FfSPveRa6sK0n9PuhCxBge/2K82Jrgg1EsGKgQxR5LWMFXp5zB58W4lhkncofkCxSenmZRBPkDVWcLbjIMl1mL18GUcNeicCDP+lOQO9tM1TkFHgLcp0z21LTQEH/3mc9DJ1C44t4I1GYBIT9gT5M8hV7YqscegIb2AVemz1mzfaCBxQeP+9g7L8mseb331+UX9xLNf0DKpg7vsBcFzFqUPTwuWbt2AtatAij6TnmHMC7WBueA5Q39EmSQ2kVaIhxuJz7ak16B8ECvSdVigkAY5sDD/0s53f18fplJtGbcSMPWJe2jEFvn+Akc8MuhScVAjW0jkgqso4HsoF1z4KJSl+TaHs7QcY/Pb+4+C/+s8e1JU0U3GIpewq/S2/yb+En7CN0/TBytrpmeChr/+e/IUHp2PfrawL4VsGi3xCQex/kC5LUCNz9vOVrszG30RHnP94MNCtjhD3rk6Yv9hTToO+NzXidABdr/pDe7Als1cfDN9FJeTaBZbZgdEzP7Z2Lf/g9EOSfSOA3kIIbBtQO6J+AN+f5Q5JHnj27rD41y1df4ssX1xe//elx5IdQ5vweO1FkNJT6i4s/UvGOXKeqmjkQeNqKVuj8bvhZEx9yc3vZVmeUTBgPrt/f/wqS4vI8bQ5aUXD99uvDVvbCipBP9UvkO3XBtqetyaP4Bxce3+Rw9JjQaCqCv8bGRuepX+eebX1EVvRCVrx57XdEZ2N8vD/6Tugf/fNJzhjvfRm0HnhOfUVZU3gL8Plfv46OEFmCPNkCs01ORx8ogll4yxZQIWdN0EN/wNf69eJPfzbxGv/rywTvkSnYoCQBlJ9OrRz69eVUxzYAHF0ZvtA2PEVN2R7M6c/e1hMrR0gg1sYkkJ24fvciwHN9L3oqrpAGCfPcncdN5S8V4kFIqR1t/AA507YQ6Pt99yRDVxensh4EHGx6q09NquGdEDz+NRLT8UtwhuwdzJrZE1m/c+Vi5YnnYf3d+P2KBslYB9mHvtIkZ9S+TSLTp/f32hYC1oGc1L8dfZVKeL7XeAtnR1tYxArtZlFPDCb2a1BE1qc6UJMjDIhy/qjsJRGb+6kyxbdj8ijIB5ybyL0EtZVXg1JK4Ur91EfrOxMu9etuTITzhjsE0lfmHwmK8vcU9NCqorqdLJApmQCq32CLBKuW5/dNEB//Tv1iI2Org2JHTpJxA7MJOrN3+FsXXrvrQKvK6h3qI6wTAWbu6bbtNf/Gp7AJurxTH5xru5ctotZnyaIbTzv8yd4JHQhjrc/teJVn8hx+fn0j+ukM+O61xWK3rm5SI9TReCC4PJgKFBbo9JK54ccA6QZGe/94YM4rFLdX6wYmOiAcg/PShZCrojgGK+6IHdOO61iuLPhseEmYje8fg4Dn4+vnuBJPc5RYd1r7bzfcBd73nk191uKoVC2E8ty7a+b8h6HM3/vZBoAlSoUYfzO2U+C3N7s2mwF9HnTe/VijbCvLJPojqLN7ZobZUZm7n6McnsWpum4enqmiJZBYiFgsmXGUNAAi/CjXERga2slnVlk5jnPo5e47DCPjXGfg7lP9Ybn/u+D60gCKZhm4DqjNpGcDef6pCqqOTcexe1IHDFkq0FmDJ9PbhTEMvVQYlylLI0LAOl+hQucsTDC1yu9U7C1crBCAx0nmnxo8frbbsresE32KsOpAPYdD/g5GuJXBOoTbv/Ts2rOyDK402/k7vwbH9izu2tThjzOZSqVhXuWMGq7HBba+cyhzxRGU7zWg3M+ojPF+9kdGxfNYWJ/LtbAlDEOHvcGAQmHDjFsJtoEWmXGrAKfiqI6lCRJ0fl1c9nPOTP5Nb16rZnUG+h2zJgsfQ2CgaT6cS/ek2ZH0L4liZsZ4V67r0OAJUOD5fPvaFp5hKim4EyWFv/nueZW9QaBj/qXpjK2O7zpS5VHt2VMh2cHNas1ZzdoWeiJXHaxU7LFc5ckGRQtLXWPU4G2z6cYRinAudEfX1z3C6cW/Nxu/AS/20kUdR6U9IdexvXv4HW9ivwn05PutqmR8ON3G6d++s1UqGC8KF85Js6oYD5WiOEC3aqnKTXnCZGV1OCpUKIblV7CbDJRs51PzejezGWFU1ZUmJ6DMVtqb9AgedU5ZihruEb6u5wTxys8w6IXc40eVKqESUVSEWFSR4xIiyp8VrvJEAqp7QX/2soCeDfTy7IV/g7YYtzB9ViS18gHDTS2/igKKBkFvaLYQO0OvVpGhQLLf0n0dtBkrEIMoNH3H3I+joTDOrWRNAHjgkjcb7Zxv8e+Ftq6ThwDw9A6soYBiOtnuzUgdFaE8/lAXOnaeT3CJ8aGQs9dCIttjEJlhn1lplfmg/LPn7b2ZpVjj6SZrWLVctAUAACAASURBVId93uOaE7jA8UXFCGfaDGP2spDOw0dYZ+ifoKLJE/I2xqtzafrdZpx72WcWRwoGjFUeKOt81qSuSXwio3QDCduXc3s9MiUCwO210urXVeoWrhpeQVao6AdU+y1vqEOJ4NwMiNkaJBMSkz0ycGbA0XN6VmXNRkxQ0gQHeUIhonNG4X3wpVNlRR1WOpe7L1nDVpZPoIQzA5TVJnrQf7pVHByAcZaxFo+fTP88eraEDkm8IeENqE3P3cL5yCeePBE+mt8zP2TG+1SVLK2q5JqRCt2uM5Bs11Zwdc72B8a455yS+W+1NRBmOjC5cLy1mrxVbBiWmOcaxr7nkEFWxGdvhi5bhYPshLc0+YRKPANBde7OGlB1gyOfzFVk/e1W4CO21GWY5136DuN0zn/0xGGTOa/n/MPzG/7RigqDGNxI9Vz7Q98Fik/DxwC7ekyDg61YcB/JPmYK9vw+guX0XsI5eRnDtk4NeFGMO/uVshafA6uV6o9UiLDWQu3+3AAh1/aZUt8ya5dzCI3RJxU+02BZvlP4z3xOImCrEksDwpojz6kKNBkIA5Zzqjxe/g9PgBcafNaQZFGheXRZDFBkK8Ypa9DkhOqVJulAVxUloZPCTk7wFQfanaKyBPKOforoEXk3jp37k7T4rjB4JKEAf4YeA/zfwtHrNKhei6yfan74nogVQjO7b6Ip1HnQihWc9Pab2kveJuoA9AjfXySNR5dWGq4eCOIKF7TAOVDX07YQujnjabY7QSFRA/hdZXWerRzhXfIPKu/ZQyA0oRfkEbpNZUWcQZyj++1lB4QmwQzku2gt274AXYXgIteDOHBx6OOUWPr+jA6f58If1VFIsCg1VY5yUZWx5/po6WC1LHsPz+IPgQ8rWg1sSJT0AmWjhaUkcxxHJk4J7t2qJBwTJCDosLPXlfCV6kI6syegk+8BfSu/h4Z02KlDG3jG4Ug1sw5lEllIZMz6kYQwcsIA7VEpS5ATOdgknH6uzsd5PHcisK84wZgLySwEnlrpR2UAiUJxgoiwg4KjrYfeBbwg67d6zNIYzl3kLfPE+YlsouoAXbyOm6n4VLcMDTVwKG/Ejrufs4q+8SYBC3VI+W/bBnCG89yOq3I5+zL7+urV60ICC5trL8baDUOXolKQ3PC2zu/2ke+ZUieD5tpKJd9hPNAeD7d63cAUdL90tPyJ84EcYr/RVcqzoeFrEl6U6QQ/ThVAk2jWZM4GZLJPoclWk1UHlPfwXILfOLi40OuKtBCGwPz3MjknZ4i2JqziPAM92GpSEXsYOxfBDbj9ZSrv2CfRsEgWkH4XCcJ+1fBMEiJxptGXFV0Lvk4CIJWDQJ8iINDZOOfr25C/8u5XL6/7TPQckres1GTTDjsGvghP54K2SD41qQRoTYNKJg8Jd7gtY6ALA0X8kYeyr1zbM4/9IuhtAisJZEBhWkG8Vcorm0XzAJpTHgNNcjYXhUI5YzIc/0ZWg+ihziaPZt0Ldz4J9shTnvMozROBc0RGEhgwKVIZ05Yeuf9NEg9KM1kaK6lSsZPPmNPqwwaEp+VI5vH48RP3tf1pk2CQ5+M83srqBljRX/I+ApM4UWuPNEFJfdngFxXO6U06Vf/dpwaeqGLiXsdrBewGXEn+Qh9Qb4Ye6EvL94ApL1Rr5BzQlfBO7nEv+qTOi9+X158COuogzJv9eUzlKP+VkVfadl2A39a56pktj53k0tJebn2bxA70S9afQBuyEH3BZDV1c2iUoCznH/uHc1H0ruq3IoLwBNaO5z4KXG7Xu73sSaQUfUG9WvmIjCGY1N7FDf7QFiPQ0SSAgiIBV4q9Wfu1ozPJnPNI5TV7Ad2iAwsBim5Eso093wmoFeZ4kDIqp7KW9A5tJVZ9JO7d3fsJuIWWuBceBR2yh7QY6RxLH0D45l0kWgAR2yprEyq1lSxAIFgnVCfvE8IZ/e1NqvtAIWIL7+WcEwhVzqkfY5sgJ1tdXCc+gVb3F4h7lpt5IdNBPGF/CKAxMGQca7/OdKDk6RkrD7xz8er3QEPn/JHYSUUeNFdodlrT5FnPnpkIAe2xvvb4RZc0uM7athcxiAkkUmGPoBvmNyRWwF+axJIPDMhLhq9ev+xz6tsieSjfhV9vsrioLOifzBkEg4y3iRm2LFAmm3TMXOAhPB++SxuIVgOGlkhyK1JYnsP5LrpOribwUgGN3wK5XD8JFdlJXMgeIoNAnACauS1lGpRluBavNCkpM31HYBg7N++B95ggTYImfCoITaEnkkPgw8hQETg8O00s/ZAg+/3ri//uv/nb2BrR7xLUJGhG8myLEJCp1UHQT9lb/GgfLn5LxS99e0FyAuL451QU/pG2ANUBcmY+BXEHfk7LA9YecdwcEMSNIscAUpYYfQZJXw4/CvltboA/1M+c+VGQFN2NQNDX6qva6ddX2piPEoyksvPOBnvysA9ZTwK0XJfdt9n8nOe//2vGeieyoego+B2/Jsnq6FEqv9CmWZ8M88CFQ3Vz0bjQO+gFHL71y685911P5omuxPZklE0WNBGced/+mT7vCXwRiKwvE9n5tgk/8EH4CGhRsIA3VzmDOfPQB3p99disCzR3Lwkm2hQkVikL1GOh15simjxJAi5iSn+ziTOFBA8s8KvARFORSzJOKz8f54W6G3rf6pjJRWil8FaWFiobP2juJcALz4YsbwKt/OIPEk9TDfz/Xl38l//Vry1SE8IaHRo5As3BK8J7kbF9GXvJvuoLEnnSgozad1WKPidRgwQjA33wq57Bwpcrf6h0//DxZvgIQUXRxe7wrPDDyrexI/ku/YVLdfUbkOSALKm3urKcvAFsssrNVDyv75hWl6zT+u3fhlex9shIeBfP1cdlQjPn0sIKkpVEwtDPAl2DPqEepf2n7WoiLfwgfAD/3UCUw39B6mlBRIK+6mLsl37e+jdIOiP5cxKrkJmFAs980GmN8dy6+D//j1cX//Sf/inrRWtL/f3YZ1b0jq9sfNDoc9i1fI5+vLDBfbfmfcY6ia7jq2UfizRRG0iawuYi2dzgP7aavJE1I+GekWErFnaZs4atD82G3kg+5EqORnUlnmnLE2mV9dIP0bSWvhAbEn/C+vD6few+eGn+XcSl+melPYOm2Enqque+7dUNmhRN7KQOA5PgELHbCZNnwMctknJ/RLXE/9rJyMf5I5l07Fugxj6KOOA9vRcxX3o8iq/ceJPSNp609LDJ/oxTOphxEIiueaLRVQSuGQbP/xFxuK/4MQBcJiJvPgXlNnCzC3YeYO0EWPjJ8l8o6H+sQlGnt5PdAPAajRUGMLIxUn4MAFeooPPib+wBnPWdBd8xbwDix4rlHwPAnfzMdf99PPV49gbRNrC47955n3+nYxiDl89lzs63lXVl6MfgN0BbKLFZxz0YpZ1ZEzPFvOE8kNwgaA+bv9usbQnmmEMdRyg7nfP00lzKyGcGWDmg3rfQXT3I46ESyuQIAB/rYpWgAQgCjKXnEl6hfRHuhXLzhV2LOmUdCwHY8/ltYHj3jzyvDeRqyOmw4j0LY9q549jvqfJqpeI4WOyPqzK/0CyMUMXkOIRWnGSeNdINyDU7bca+1SP2j9OZ1+qECQ6d09OOQ+egTGgrL1s5mZvPmcCShdn4AzuY524F8Hdw6rvfE9zhRw1TmPxR6bzvO0H0Nmhndduxf6yZa7yGfyuvRlDPcRxD1OAKvyvk7J7Z7r/7y2c4z/kezPIE5dvD4e8L5Zi/WW96B7USZ4Jv8FQcrmb0q6RvgLbBp5Oyo/MeTaW8amzCKu4oG2XKQh06F+7Zs+fPZnMZHCxt4KKHQFFqMgGMx3VgwGh5Vvv3ARGdt9fQ3wXK988DwGsQEUzGUDlPTGgwbRlF99j1s7euEJNW9aGcE/x0vA1050+ZfOft+FU2Zm0nKMuakPnV9Z5gnZAjznXpjedh4FQ4TwB3kzH2+ScBVEoxuQMaZj3aS3ACerv//E0wi3u2mpjztEHEQqYU5kLBVXkwFbatlM78cZhVCZ+xlsfk31RclR6yXpxBIYYMSDY5scoKkCPjeIJG6+zSUc1abR/iczmyY8cAmWGpiJ0qx4HD0RlZ6KwM4byiXwEr1CoXa1RI1PyC+Qg3hXHl782ulr7IYOx3cBrnO/AtDBeU0/cEq6IoYmjTswNiRbGGdnEGmQ0s9BgBfPr+2Q9b/rrzYgw4MoXRXbhn1+Qfu3A225vaPoydFv/XoOLwdhwmOM75IP8HXfac5RbOsI42FX4dWiqqda723CewnPs0xgz+2kt8gvsErHNfq6bzuw9xvLRSAxWnZ1ZYSCunp9KTdScoHUOIAMqp5UETAnQo+zdzmaqSyeJdiFDXwyp1YYtQLDH6pl/7IWY6YWW2VZebYMs8GSP9hpo93P6SvJNl1DCsfCxEaBx9zbLHMPft0GsdgK2W5n8m3zAmnCFW0gEj5uLrbDWxA97imXCtDpjrPW+blYwDRebH8wqB2wxzgztMjF+rdKupVmbX8NOo6S7smOmdmGolziEynn1mvNvDbuULa4OhY3UJxiNzFZqq1QZAjNagttKTMyOkITLcNSOA28Dx0DJVngQCGeYmTTAfKqWs5N8sWgOFQuZrIPJc+88dV411eGODOjomqYoQKtJzBVQWVdtUGuk0VfZC1/SkLP3h2IZPb3ox36scwfhMtRJOztrmVMLhJMbJo/HanpHTh7XkmmdjNOIQpQKFOS9c0SY8tUIkhqpBSxycOvobEKt+s7BAoYF4M7ayi9Fz3un1jEH+NDCo3Mt4gKTlvCxUpQZYt6LnWZ4qn4AHYJxv31PPmnpS0QViKG3v3TWgrDQVoq9we6xknFrKa6GyrFQMTwlP2OQ2eO2dVkTaww66QS4vX21fpXEQO57QzsjvGmaha9Z1eyEawEhiQ9aYftxcBIDRlwzEcAqjszSwS9VVKofyH/OxCpx1du9w8GlEsnEGMFuhm8/bHy37j1N0dUvmVudxKlQ4r/B8HLHMn6vBmRKdyRzKe98npK9Jo4tMgWOLs/8+zru79KPGmT38D0elgXYDw1xU0WFwc9btI6p+0SzrjJcedQQt2Uecv4XLgt/le03yoY8qzrasM3t5mR6Hb3MuDOZaFYX7hYLrewQxQeIoygc05JwYu/1ECThjk+w5Q+E3IIuTHb3LwJeV11bOsh44lf2ejjITnqArMvjb654khIyP97De9mVOoOyODgjuIQhntauoABuIhu6Vqcp0eC9VnATtP4zTS8e2uq5wuffnXdsrjN/ZM9re7/BqeeYB59uheOV1b+LYKR3ke5eX3CgPY99JVtBhMw7ALkTkapyU9MP++s2q8JXD6BXoo8y7CcjowaFfqr9BGTCPE93TBBp6NuvAJpCDI1XYSAPTQvNKP1T2xRncfTiQmDYAXKcmAeFRNzYALEkDsW1lVnlu6R45Lc/mb6v2gM9dnYZ1JqmHPs4GAjxuBtlNVgW1A+g45AXJEKkW6/3pB5k1hd/Br6gIPwLAVsBVpc3itEdyaG0D9CSyQlNQLMFKeAEXcLesa/ta5rxV9w7v4X04wrZqnjV9hLO+8lbEDeiIQB2XlccG8uEBzB3YwKJmnBRW+W8Dh/l9++bxkMwfZ72JXAROfnDm1VGkvbEBYCuhrKgrHCIV0J3SoRdiE5HkVHu4+ohJCyBAoJch/9GVhfRzD9SL6PtHtagyQDtZfvNT5LKJsTrHmlTCWaCiNDLv+s11+Yk6mHC57Ac8niQldCcCmg9bWagPo3ZUfUtW+mobbZKGeihn15Y0yuqXL62Qhd5xwBtQ2t6A2noEQuklTnAKvkFCDM5Fxm57BteU9YZ+NxENHaiIVNksgl91+HY8JOFpI1tljp8EuR35915kMj7TkWdVMmOGrppIisyddWxCTPQX9T/Gpq6x9mBtj0kOaQC4JhXEQ5Bc56KywmAbr4b+y9+Q2U3wlF95HUlorVzOHKyoIWAJzRhA6Low7vEF1DeRP007rmxJYCR7jh2rXst5IohlQI7btnc8fAY9Ch0ROV9o1iZQGbxhjdEbWLFb345eniYBeIY68jYczINDZwS32ocXf0thQg02PHuOHGDdzws8NgDM/ouWU/0UbWPPJI8Nv7EfvTwDOUvAmvVBpjApAnJejCkB4Afp5xkeQXJqE6i/mgT8+sWV86mNEkd4/mtrJXTy6CD2QBVCs2eNADAB5tAP+4jDGnuxfru0CwGhAL2yfuegx8hb1e2hL+61WjD9PBOYp4qf4O9nkt+B0swc6M0Nug+BZtAoyucJ8GQM6u+sG7rj4647c3wXQAiqrxvsDg1BF8gZ/TLfEgBOaWqTJWn7EV70Tv7uHpEYY5/q9lxudXa+8/QZK1M6fZdWEtAC86dfMElGBPDWrmF/n9EGgkShHjjPFGoaeg3bt4F67GcZjTZEK/Ird/lfEqZS3SzEbvo5vzIJhd7trOvusXbi+qnwA8DD0BHgL7Hdym/thbqyctF55BTy8S4B+9pWGspF7C4SutpvN9V9rPfrVF/fie7SQAWV99WyQKILnSYYcxlZ95//swcXvwZSGKmFOfKuyWrqtBlWzxCBG2CZrYz/nABwdMb7MFNek6D3y7SryL4/ahU5aC70dk4FbOhQ+8LqQHiC9sxWECIvc06ynq9eU4lOZXIqilNhW16bwGJ9AcCTA3mbvX6TBB/2somZ0WFIPvrzb89KL/WV59mfijAFzLo2zR34FHpO9f3oAiDajU3XwEqgsOldfjovoPFVZ5DXVt/gfIYX1J5vBbjJV/cGavbjp9DflySEkbTf7+G/5vxpWz1L8gMIC5zNL9WvuUdUKhA57oT+CscO3cV2rJsP+xo7JnYgfY7V7aKHfcSng372pnKVsVMB+e6t1fj4op4/vzRoCk/gjOR9yB5g0m/eIqdDYxSLZF2AjO44m5SCXjMw/jmmr4IQsCg0VLpXJoUmCHzVf50/gK78/V8/XPzf/xftVX66+G//VXSO/PeZXurwsUCnP0xlLseL3A/2uscNmyPvE0HIM9iWesik2tGsEZDGjxrs40e+f5Xv3/oJGUQyq8gNheK9w36LboL98jXymMDz28yXvSRozXWdVhpNhIIm8hw+/5lKVWgReZEq6SaIRQaQKAv8ucgGJCCYAAtdbwAYPoTPwcAyskl/BO+svRK9zrYwI9fRqF3ing0SNdBbihAX6O6btNpRjtDTNvI18gg9Hv5B5TeB+fbYLk9F9okEg/5RO5cgNjSVd9zPvOjTDHpHVZzw93/zv/19f/8v/sXfxLZBH8/C5uw8vFQWUqnfC78zvsYWG1gYha0NWaufoM/RWsUk8JWL2FT1f3NqsLlyqrXLlYm1faJ7c94IHnOusAF/Do3DZvWXGgRGxj26FEnqp8hgzusmulicqM+gyc8tiNuERv15nKcNqlY/zIuw5zbQ3PaNafmF74aLs2Mi+sTk8Kk32exoUdaEsVa1o7uBhlUx23GT4MC/93wbAMbeWz1jlnZsdH1o6qzwHGzxBrbHXwrNb2XxItbir3Ltda6tbcNabAC4MZwpdOLeRSfZ5A7jqWMv5d1HYdTaUFlHAsAOdwKIVWSc6CkQwOE9C66d38+/hbc6DJQajGf3r5Kk89CXkw0OQ6qR3YCgvzspaychKCEOrXYh6o6sg9s/ezXTJyuxlcDHb5wb1z7//Hf8uxCx8/5u7ioCP3y+v9sAmhkDHpQ+5wQVqnN513KrVfe9RwWRhomZMbP2ZAxM77FTIG7X7VTZuYEjA0AbhPxxXl23rNVWCOsoPIw7fr9Q1CjhVmXgNDY4AdxV95gA5rkBWuNKg7K/59CPM5P37a1rmG0wQgc1zNuASBnIaW/ONjPP5KDSg3CNaTNrJ+CXcUp3e0CsmNmL30FXdSDsiehaLB34XgKQe5FhyY88ZwPmOgW3n5JKwwZEjkAtAkqFunJtFMA+N3TECWM92ueEFRuCrjG8jpuhN50Xm/XBHkfhbHXScZ0CcuPwY3qtKKqBLVweUH8bND4PAG9g0qD/+UOxKj33ZhE7j82uRrGiOqDVmdD5zOXHvbNHlU7nwhR2rlv5cLxws3JYHCEa4+hoQCmOqKyxih3nfPYHgVQnvsEz6XaD0BORYa3zilaPjaIBzARnE+HDmSpESGnOs6ZjHONxeYSM5byigncZ8ETQLmSZzolztrgwsJ5nKzxbrUAgtLTAs60eMyueTDsDNQZxWSfP2sIafsczW+FoptnSnrAaZlEi6HQoTaCSeQ3vrpE9gz3nma1Ahd4yPJx47UPFILprKpYHdIu/K2TiPKswcxt9l9yb4W6+l+dNhcCeKiQgtKoWWp1zsBDCrpuBKL6Pc4/X2NQeiEh674QHDExqaZXsrnnO8mbv1SiEty1fMEHiWIeO78TTrMrk2kSlypryc51LRz+MSRwYxQFB5rodiRXfJSDlQSqUGjjQFmPBedvKvzoiDaBwD5mmHGKc7xg59kOyrxO9Ltmn5BVU8bSCCQg6rC7nh8llpjT8TQcNyudCQOPYoeJjFaTlAqzfBkwZRw2sBjcIoHFgRhEpc9g+GfJy6B32y1kzicXvMs8qxsiRKvf0FrKfKVBwODUWXrpOJsbQwL68Uvo2EQIHGsFSaEoId+XmUZUjhC9jJdGv51E77cg4JZsahyIyqHxaCM46Wgv9pVLo2RYi2d7huzYaMqy1fU81OFA8ychfRAAKxZj/u4yhgb5CXRNYEGIYOC8GhmFYZZUq6zgWkBEVwXmF0P1DawMtvqgEx7k8em1SQYDznP2GltpnrN+HHtCalA2lV5dFRXZOO6y2gXsyKMdYo5cmQRz431YdCaknNGiVV85B94h9wQjhzBskOyqKDXRy2S+JKgzkH/xkZHe+B8wq33/0yMoZ9rxGQv4jeMM7NDSE9SYzmISijg0SzTvsX5jga+bcIOrJebnvN3jsWVd2YHxz7pYfUB0ClNZ7qkXq4HKfcZDI36hcetu+XlwmTMCDMSaAh5uKrjjkhSXVyG8cuDLM866iBC17PtAfqEbZqoV7029vK4Gs3CC7GqOEii0qmk0uexBD2D5u8HMdTiwxdEFgQLoSPk4ZyngNuLOWhUbPANv7KQ4ZhsbYm9WbvS7vJPFgAkDtTZX10EnPfOwBT4a8cMTez5jhb8gAnGVr+JpXQNWL1hVOe51xjI8gn/SFY5SM981+buX5JKKQGGPgMsGGwGmS4NLeQ1kDziPJUzXa4gy+075BkZ2VVwRLYmXnn+pTwidaLbd6EA4lt6gJrVNtCJpCE26aJOE5XVgnk2aUIYXp7X5T3UW/QhFHlN8x/rM29F/kHuYKFCJrSaUK9PkucyAhBsfsowT+hEuVJ+45JpGiPcZjfFq9Jo+0ghJaotokwYmBhazOTJVixiOMsHIJeQsPYo8I9tZtgwzKc5AxhSVM4ApeQvUfsXnet7oL9MO6uB5UnaSXLVXVOZDMF3puZXx0epwN7GWrU6d6mQBL5WMDGCalKT94B3q9lZXqHvZrXbl8Cjx11GyYldw4qo192I+UzdwqBPaPORF0aYIK78jYgXlD9pDdTgCD9dZw13lAhW7lfOZT/tONcD1Xb9ogXu2L0CPzQF9rFQ99rPIe14TkrvcNZGkriu5iQITzeQTXMPShEc4YTlBgLhknfMrklabKju5OQHromwSbJnA5ft5bWL6sUQO4WSfObCsZkHst3QFXR4hh9IqtWoBmv3y1/6+6pPZiKydLp/aI49I5gUKu/t4gHmchv37R/oGuHwk6nH94OPRBII59AuKbC5qj1x57gGxYuwCdjwCQtiz6F8wfW0nH2sLzEQBmz9/H0QwvQ6a3qrd8jSppZE0q0knqyJOgfQIL6EhAjIoYQUBqWiG1Ykf5ZzsPq9bRNagy+3kq8+mta4Ww+19+jr5T/cdgyCbtFNZ04JbhB6WF7AkyzEALK4EeNAg99DWFp5DgFDpp1XgGwpxv3mAXEyj6lOAEvWxr2ZRm11aDb3M/+0XFf+2l0Bw/1znN21ZfDb2S3HEk87GvVrfRg7BJ4a06IjgD1CbJOqLmsC9Xr4UER885bBlRFoqygZ3YvbDCmJ6eXOjJyEHtb5ytJBra9xpZy/iRf7xUZCDOuRWhBICFXjSxGTkNnzOBXBj+9b8UfjZfRseVnyMD0E/VPaiKExWDCnhRApAl/L0toeAztsUQoQQBshXhBE10cFOhZsD/VYI2UyhYiFoSurpGleXqIH03MpcARCsJTeYjcY1ETs7fQ6CFCRo2rOp3K9P4iYU9BZNYIyqFdMp2fan2I5kNB2c++0RwEF16dDsqQBc1YoPAjlEbsMgpRAgaQISXkiSR/b9DADYyv7qhCRiLdNB2C6zG7jlrE4c7e0kFqokl6FVvyneZd5OXs4f4gB6E5+N2uEmF+09x6gObqcwjidQkCXUp6FB9zQpvEpJFeSCYyf6SLIgcQj6y/uh4JKKRAMH4G4zlv04jvDfvQB4TqLXXn+05uCxEMIAODRDQ5dzehO5++eWXzg9+QGLZZZA83gZut36xer8eNZDwMBC6bZ/wDRqlwp5K0cDsD93hRG9AoOgS6Lu2GrCPobrjVSC3v3x0TJwX5s7vH6ef8Gd6qb9jXXlOzkDmVWh55Ea+S0U0/jUCC1SR1rqqj4T90369TKIMga2b8ANO90JK/vLL0xO9Xb3aqjqSkyI78iDglhtEzpzZAwJpvJTEFSpR4TskfLAeH94ZCKCHJJVtVsobQIJH8jP6PPT3x+8vs6bsI/blJDKQJLItTyY5pkg6eaz95kPX6YH79g0JeCS8oEco30XSkW74maQeqpiL2JLStMcJSqKPvH8HCoF0RRUma8weM76ufej2jz+sQEb2NMiZfz/IfB6k0u1W+GcTkopoY+ucI5HAgDMKVhMT8x/wrqwd74XHsTa3U6nOHhMAJ9BbWzZDf5RAYU42RY0XXxJk+pf/8mmeE11VNaVBjQHeG97qmbxKkic027JliAAAIABJREFUbgAn/YL/NgHYPKRcPDTwl39LJeS9BPdNBtdngz6ljbr2VJE4YoeARPHsl/D4PMHkK31Bre7N+SPRgrN1lUA6dEcvXkby//zbV/UtEERFZ7MnKvwzuicLk3NGOwz2El79pQndJnXL86BVdFnkfCrR0avTL5vr+a+pEA/vZGzhELkVJEPjBSV2bOWMjfNIkK7+n7zmJrTyMQHhy+wdevb6ebFz9FnhY0GPyxyyfu9uSFL50DNN8MiEfZ9LIJCEO/ROztqd0JZ94Mc4Hr0JhC7eXT6RXwFTbxKECY4kPjHk+scSDDfgSTKYvoqr6wx+kiZNdIdeTGJGnt8DorrnBij6VCgHDeZd7N0GCusvEHYbUnwTfeHFi4uLf/O//6Ww2o9yrv/7//HX2FhZrwTWWD+QJR7kT1W++mDVN7qs/Dy+oBYc9DORLUiMEKWkLq9eyMaXL6jI/xZ9QPuIa6ss0ROLJIlfPrL5Jj3rDcxqUz+ILX+TuYiKyLqDZKSeW1olwJo1a59fhkMyTPaCe67Dm0VYnBaQ+NHY485FVAX5ona8RSL4sEmi8jPWAD+BbZ+Uj6X9fF4I8vAB2z9y8TnjGF5eMow+lf3c1lUkVZCwtHGEvihX1JC+j3VqCy6S98Nv7mZf/+d//Ze0EQjNhz/913/3+OJxgBYwPZrPNfYmeqAFmwZQKVKo/xn9I2vchO7wNnQqk/LVf9BLmjwBP49+jL+gAeCiO+KL1FevKQCf4ExwhuDrRD5N0mtyUuMpOavkDxXOncOEvq7Pk7HWn0hCRm1LY0DYiZwl1raoKtm7+jpaMHAgivQMs9Z50Af2nDFkLQmaNy6QV24sYvcOeoW/4NvYxHU6S0wtZPnHFvNUdo7fdRH+JPqNBXmG1SO0vXkP+mVt9vpnHEPXPmNlzRfKma3+MZ7WVSUBonEa51GfkkAUpT+FiDolvNokquMzZG3jNOcB4MMZ7hcleonNHpReG+A6gqq+9LvAF4OcF55/T8WHfZYR1HBpgEsG+P83AKzCb378ThqYx+132KDE2XUeAG6AOONo5s0YrOc9iTXcNU4ckxtUKLVZ4I3Mt2INB9wPc23fvwkAu2b+8b1HdvuPYxSuMYcMI65ONwMl+24dgcc67X5sZesy3YVadvzfB5k3G4HfNRt+iAOl0oApgk+464mvughzFSe9Y2ILDVxZ6Wv2i1lDB704Zn/m/7+jrTkYO0ZvOp5HVs42Hm+GTB0y3693ndzjYF0jt9UE7NmMeSuL9/e73+bFKUjbli4XfzUQOzRUGKHTAbafFBOpM4dTm2shozS0XUfGwHjxK7IcVkNI86yfkNv2IbHi2CqXpS3ug4YIZpzFsLuGu77NPskEeP7ew7+7x+O02n3r3KuwjLKR+2AOfNyG5TWkzRKEMeNMaWZLFOjqBfM1YJs2e4acqlOQIvMx4DPZZZlvg4cdL0tm8GSzletkyENRAFjq9zgiqiDIE+rsywCapdrzp6OqvVHHEDbxQeedAQarNupwmf5vDIDn42yrUjBrYCDoCMzXYT1QLnvOlnE2AIKTqAISh7tns8Ju1hOH2fY0xlBpYLZrrAPdil73GYIqX8n3zyGhueecFnSSe07rkMvZawbdVKCj0HcNCC5UII9DNxNTGEqf5RnDWwykGzSuYxPjoQqV+3Z+VoUi1WmADGhwlSBVlRZ401ZYe9LYt2bS8u8JdvLvPRMo8bte7EMD0ANHvE4VvifEHjA4OoNLz3nOHZwsQHyOUFvaHukxY/In5rFwlzxPHqpca3VL7zFDFQfV9mdukBEe1ODvYZxZbeo8WU+hp45gIft5DnW+Y+PmdQzBV9chiNK1yVM4O4Y7tgKYxIBWsqF85T01zsuX7WNrplwcczGmcW6gnHE+SaziP/r5LOxLg3PIFBIr6oxU6WsyR4zPyqqe0+kBDT3U8Hd+ZjWypvDxnub8ObLfmygShZkqB25r3+Kh+Rrfk5TA54VMqyKHwsn85DO8owGy/GyF/ELW6my2YkborC8x2nACtpdReRbftwfaKakgZE22+coV9n/PYCumO0cdhwZqVMwWcl+HKhUVKpgqnVZ/9ELu49QnuM29GKYgThBkhW9nzXEQvc9ndXTXsQZkpxCUm6RSCGf47zg6Fn4cJ9DOpYrjJCH01Xk354GqKHtOAkFq1SX7A5yOffEMPuLEWFmgsjpWyhBoRTNJX4wB3hoj8W7W8+iRF/rLO7Y3DDSDQ4uEmA2sQHysn2upgr5ygdcAnVeoWMbUShgr91h39gKITef57eJ5Kwg8Z94vHS7fxhFb2NMxIphn54XcSFCkPVprBMRpRQ8jKLbyW/lUGNyB2T9V8ReyiOxp9xfnSwOj+c8An/MnqNUqgJkfDqC90BFwRnImyQbX0I0DIQYq54FgpWORf/I+ssI1kpSj7GH5Nr8HOaKBbSpC+Q6VA1af2ZPW6rB3gXUrNPEd5DWBAwLA9F6TDhrUwl8SWcGZ43uKLBNkMGg4pwRUUMXpofzkib0t+/xCr8eYjBNmjQ2d9lmf7FPhtyfY7HtEn4B+hdf2TDdATMJkzgPvw8j7kkAFBu4mQNUxX51SaHQrFYVjb+uIjLlytqoMFRLqBMwZ5969GKA862YznCFt7gOiK/KE6tNmpIe3N5A5ZsKTQEdWLFc+ma1bdQkBjv48Zx4li6rwO9PjFwO/NPOZseFIf1/HBGsP7W71KP8m4MQ60rOO8wg/br9ekt7yTIIRNVCzR77Wak0r+RcCtoe1fHLRT3BokyxFALdtLahmRQfMH5zpyjgqdu2/aNW4CCwgdbC+0IGV2bxYuG4cj+jFrSzKGSRQV+c0FUKh54dZMxAnSkmjs38k0YBzVmg/K64bwIGWY/Rii5PE/SV8tL1dUW4z2Ms8C7kLj62sQV/OOwq9zQnJz6WXgf6HlvuLfG4wlT0jUcXsfPQhK8e0O+BT6gMEzeRHdQpEJ2zv1Ozd6tQEwQuj3ffO2WS9x17V3nAP6hBEn8heEmgqUkcCFStPoH2qXaFReJG21baWEP4WPkBvwD6/Ge7oWgR1TGyxqsjzgMxqkld+D/80CQRZR+b76JhA9KbClfkwPhzkqwcu/8euI0hBMgT8pb0O43iAH93C5hx7nPNItQBroRMPZySO8E1ApldsKrGy1oX4HXjb9i6toSJ3vAQiOjT1PvR5ld8BfQ9sKjwCGYY+B2+l1ygyfQPA0N/9JAfca/II+oPVFk1qyB6hF1D58InKhQnQqaOG/4T3YTOKCIK+JIKDKBrMSTSEBtHzHHgIgZciMOT5JDRD3+WZDY6o28DLcJ6VJeT70AO/3zYBbKS9A+/3nZs8wM8NElQZ14akV6vQxepVS3vlz5zfnJHu+SRCaFPWmOp6QfOXCfCwHgQmP31QnsATgGNlLE0AW0aX+6hGLFRx6Aea6nDyeavJszbAp8KjikCSd9FSBNuV/rxX1zjolWP3H2KfMg+SXUgoiGM5Opgwvj53q+uACGcsZ26EoSH16CMAbOIX1ybFFLobiOwsUZM6SLgfKEX20eR5YWFbUV8aJXgPjcY5HnozyZ1KGBIgTM5RPwH2N2cz4+MZOMNZOxKgbGkg/HbtrZynx0n4Qr4xliYiFYEBHU95YT/mVNgvwkD5G5WCmVeeCy28StUxCB6s28NAVLfi/NO7ws9yBoUvV79l76oncR7zfPqDcwY4s8gOeBDnGH3FxHTHUXSTjJdxoO+sLKbq8fVr9jDzwkmfv1tRUh8cMJpUOydQAo1VIOoEBcbUi885a+yJlau9qkQuOoR6PHLHxMcEQ0jyAPUBGwWIYiC1w1es6k81+eVjk49Ca28TDNS+EAqY91CNCW+o/ZTzKWKAjmH4Dz44+o4T1GCdRdawOqvO1gSmOe/a7+r+wonbBoAWCNAt6wLfhFe/eplqty8GBH9J8Ah9hzOmb/VW74EPblJek1PyOxOl1CXqO6k8w54k0Vz6RC5zZh7ef9Yxl6fUP4G/xSSdt2+v5N+ZF4gFtlWS/7K+yAzmz16gmxYRaqDNGxzM2VAHztoT0IiDHXlIYiML8SDwoLcoAe32aSvxXNb6PnPI5/SqpJqQ9SxMdPgQsv9O3kcycoNT9OJtIkCQEF7amkXYVaowRQHAZoOHsWb0kOY99NDFhhXBQWSd1wkIIq+oRETO0Ssa2peOIh9a+ax/4Y8Xf/Q8b2V4EwEzCIJr8PhXr14mweJPvZegO8k9rNPT5w8vbtJb9uPn647J56Pvg2IC/9o2BYHapdIv8rxVxugyoSPOQivew2ue0BcZ2ZHkKNYbfepu9qu6QPalLVASpH1PxWwCZ+xdobFfvpszQfIdqAYKSs5jeXYrzUlGi2732P0F2hdbHzubwBbvheSur3KO2IsE856mKvR21vEysvby/peL335LL9AnkRnwv+w/foPPVE5WX0Juqb81AEyFefaJ80N1fIPT1cdIUmbd5bHSi39Dw/SfBg2HX7J+Dx55zm7dDm8kGErwJ3KJ4Prtn/UpItfhVe3znDEAJc14Xr/Ed6ecqK+FIGCC2rdvU/wg+h2BnOskHG1F4g5oE8F/yto8TeCQgOfrQPgS7Ie/PHxi4iQBwOvXtFdhPvhhN5HPfqzINYL1nV+CnC/DBxjr06cka2g7MX2CiAT/3TiLNt5dJ6nwxgTrB3kO/YYN3PHJ3J/9uUkP9tpEoWeCeysXb83CFtEsCSdvottw/fZbqn3z3q9AIiOv66vQr0nF6HWSLFir3/4UGZ3kuY+xRyjiIkBCQBz6gI7vRda1X3vOG+fl8vG2kqE6GF+b7U/QJbEHScLgo//lf3158Ze/mCh9+eDWxd/9XeQ5Mv5LzlzoimA36BKjJrslQyu1GefnnWeD+Qi0/DXsce5GlwVRZVrXQLPZT5OO8p7yVs9K229k/iAHMFH73GMrG4vgvnfv0rs8yBL3sw98DZsPnYzAdTn0QLSv3IT2DQCr37J5GzNo0iH24/gROpexQaArqruxW1soVHt9iwxM6ISeObONs7CNo0cwF920nsn+C/u3BWwEnUGu0AYaMioPZx6eEb4c+pvzdyf+rf/pX/81djxKSpJCQrP/6n/49SLdBTpc/hQJgJYl9b1a6b72pOvLAd5EMseDTVgfT3wUJBKUpivjXRcSU5YvoG7qY9BOJbkA3b9qbo8Mflh9kBHv7fXL2ltVC4IRciG0OUH7cWPndwZNeQ/7fCRcD8JY36lPzXX0b8ZDIhP2LWe4gBUsHSSoOPyODrn/iOvpE6ieOeeuflFsoA26dH+2eApvq/qLOib2N0k87q2+c1t3MBdUr/rW61NC/pPM7fh2PU+Hib0jWFw72Apl52HS4rbNcNZ+n/gD/rj127ouLlADwCeHf1bhHLq5S3musc/gEdZrAO49pwWfU3/+8wZHNyu4zp7dpGbTORkHPDu2kW1+468GL1ziNfsbQ9VN3IrNTqqOwH83ALxBVBVkCNmM9fMKUb+/we+DkJr4N+MoXxiK1KHou3Q0yTAKVzFB5PMl5GtmyutAX+Zy+t7cfGQzbIWSG3YiiJl3jf8Q9RqZ+7wdiyvnPtbQzvvbw3Tes39zzwY3dn1YQ9cal1lWuoxmsg3KYBnQZC/kh62CKNze2bXZP/vRrm/X7CQcZ5y72TPmApqESdlnA4FnVi/P2D7D/eZEQL8LJHe9jjV2/SRQ+8bSe8KKSVZ3zkTntfAgZEhuQPM0/g4cR44ZLP1xmGUTHObfGBkwEQxM+MRisHf+OJGr9Fp1aCBTDAwrDtYwN6BXATL0xytxcPS9BBvqWMepqtJCdtF51XCheGFEBxft93bvSgNg2E9AlBl9y8bzzG3WjpypCZ3nUCEmRGfWDSNzKpZb2ddAzlZLUfFyVGVr/GiU75pVzszCfsRxg0MK/jD7Bt2Wfoav2JfT+WLc8XzGbRauzy855N+s+wEzrHJjIGWDSo6zAWYEfTYJ5y390BjTOoXMwpvgcwWSGeoKQKuDud9g1mQFTvYTfG17ClhZKt3uxZpuNa+V32SxUb0jREl7l9GrMPuP4S+sicHVQh6Ow3ArFvvcjGsTHJZPdW1KlwqtDXAt/2NcreBfwTnrvfympDP7JqwYzqqzvS19ycdRFBQ8ZopXyaszZoROqdw94gzxvIVcWaEptPHAMuLcBPYNMm221/CeTtWEGM4/gek6snAazzyW5Ef2Zg1838qwKqycRyCZyNZr1uCxflYwQ0tCNld/4Sy3MtLeQ+wN669zzoVDwV0H457NVXTt+2tgiUuIOx028Jvy8jxrkwHsNyT93Sr9Vt21mji0K+S61YU3hak7Ap8Y6k0iQgWJovYuWcT9PT+30sR9aOVHJgO/Eg5lKgDHUSa9jmI4eyefcw4NAE8FIOdViBiDDZtkxXu2an+rx5oh2TXWGWs1gVVYONNNpDDJoH2KMFxjuJWX9vitwp73530q3cq4o0eGa0kFk8bnUb3fysE3gSvKQmxG//Lv8roJFLJe7KlnGYgpV+T2VBXiEKgzsvpEHB8xvqCX94NSAF9pkLVnfzmez9jewfaS0/jaPt6dI88s4Z0pqegv9IUMzzCRA0GtEv8g2cFVLPM7M7WF0jdgEQcFFWD53ApyjB00SIwhAmr77glkA3/Ff5X1rkGhUwlocibi1MYJ+lMD1u6jSQbQlQ5Mz4hJFZ/I/q9MxXHzPTQ+jsJC0+Z++qvxLqvqkW0aqlQobzU8P28gi3txNheisvRoD0TObbMr6/DQqOEsETw/Idzkhdv7iyqz6gy5B0hT4PZ4B3IGxZsg1LlupZP90DNQ7XBqAdlbaLsa6MrqTbAxcSR9vuJMhl5aBQ8vqdyXJjoH+HRlGHwWZ679oFoRidyp8YATxWpGEqmYb4PbmadwbASmgI00EKtDUlg5MnfhFyRT8bmGEAYSjhqd91RA4YhgLo8TFD4lA2WgQk2rb2Ng43w3gG7FmbLahC3WEOe2Ogy7ZYJN+yTBb/a/SYjAb66uJ1w3+0ni3cInV6GCkqrLExyzKhcHR4M0mZeV7/YJ7ThIuOFr4+DwLNtL7kFh3szoJgCuoy7rn99X/8DWIPFo9Djo38AZFbEJ0mR92ae4p6vfmKyIw8K+msv7OubMiwA5Z5Lfb8DXIJ7coU6T7OHqnh+yBjgwOTOMT6JTnrMuVE/BWky+4B06tYTO5Qz5lULgtm8pB1q4Mw1Tef8HoL5C/83Kzp7ihN3efEBCijYS2qiuB78YG5FzxbPQGxlrkh4ql6m6bZAvfAcHO8HffBdHuqhR8gfIgmrjVi7jzCCgU93YJDt7uS4SjpDSXNVbgNDPoLYfI3yIYBbfbxW5lKLMz/vRH+3xBnR1KizHiIYeCNw3mfOM757aEnFAppWAFaAmZS1/JphsIHl1gqkiaXBYZ3J7srHa6PDo6bWl0SfQ7UauSQEzbvSq2e5VxpD/1Q/sgaWTwUq0OlmbLAWt3G1iAEEVbVL1Pv59HgDmXVaN57ucQ2Q/tlHODOoMjiKqUWmRQqUDaycvEeGK62WcwNDrE3rxwdMGxvWn7C98pK0tsmnoN0UAyBrTU5pkrK5hA1XQA9D5wCiHzqcHLkEgk4vhdXGso1ec2VjIN5zs2POFwgSuv/o8DteBno1T+U0c5Sa+gbYhZDmVNWw3fJQgJA5taAUeuogk0PlWeHbtMnecqNtDmHV7GKhX9E/0Dqus1fFxzqO3b+sPPpMv0hvdxJqlY/5mLDhZrXC36n1tSiEGly6Epf3/2HrbH0uzZLsr672yKuslq6d7rrBli8vFlrBkC18bYYNAIPhk+IcRYIwsWzZjLAshIYsvfLDxnenuqsrKynqvYv3WL+Kc082cnpqsOnnO8+xn79ixI2JFrKDqm/+X9YK4AmdF9lwC7exXdEqvO+u+iQb1DyvL6AJlon1L5b6WljDjJNHLdhKe1wBON6HFZxRU/XCOEJT+8hmq7UmWqp2Z5I4muQBEU4msrkRetPGP+8ZkB/w82+UspaIsMqmAGzlBlwCA8tz2jCUpQMpmzpPuh4wHuSchUgDVRAnOJtTcq5fX3d/4z2WIyJiQ5z3T6e8J8FGgKWP5Spwma4T/cZNgcqtSMnjsXRgZyl7X/WeiZPtz55k5M9BRG29g35eSNwvOfoSR4y5gdMAiGaHosf4g+5UKSL6nYBzmKWuEHG3rDMZtBbLAOzZ+z5Lspz5Lv27FNAFyWRSojL0XAOuqupZrWx3jOKHCfABw1L7FseNaaa19CmONrTTYt7YX4GX6vHqYF73ZSTDYf8sIZhXlfdhM6s+b0Ms9ZfoIEBKaXGTgpnJDoo92IBVi+8KeAdh8FV0Dra7zyxkulTu9w5fdzvPDdWj7A866zL2jpirTXov6O/h3JuQB+JdaP/sP+waQp3HGJteF5rSlSrIAzEnd9SNJYhnnjF9wVggGtxVQF5JznRFsQcQWmtxJxRtgrpX9/B4QkjBK9TsVVNgz0XMAMstQB3hdmvH1gUd3cw4XxKCq+TxnNgm0uTmXvpW9yrwxzw9C8Xs789+1wnbHbpvS9G+jX6l6vk4VJotBMiGUz/WvC4xETyDv8dVcfapgIysBq8uokdejgFskA7EfSXjYBBH8eK6JT1a7rewzzjV2jUkX2M7YOrUAaudwnjE/m8hAdTOAQYHt2joyeiC3jYFMnLXV1RN/wlaCMvbWrdjFVJFimzYZmkQ6ejBjTwu82caBhLrbqYIkkQvfCaPXc+K77170J4nByCVzc3n5vEmX9j3Fjs765fx/9tyemcS+3weUJDn4SYBKpoZqcWiM2Qet6GtfYgATQC0ZsL59od0MSYUBbtsxx0Spb5lXEndoSXA3oOvj7LW/+iecSQDf0efoxCwH8lvpwhegQpG4V+QYnwk1QJW2bJZQBtO7MzZaE2eIV+IXBEyGrtxN1J+c2ceWDdKsXqbyl6kHCP75pySsJEH1Q8CoAu2RBwCjVsyTJBj93kRJKlSjHznC2HO3S1POWLDJ+AsB+LRPeJw9HhvnOuc9iS+3ADmxXdEhxM1qw6WiOHoU+Sd2cn0FyBw9+/Vd1ialkJGvN1f4PfogxjW4B/oGA/zj2Q+/fd5/k7zAOB8F3WzcxXCHIGK+V8pk7N4M7+ecLb3WV87RT2cvfnPeZyU+37OZZ+B8jz1zQ1JA5PVpngdKbUK/tcJP4mys0cuXkSmAWtgO0GNN7Jnh5r431ySyJmktfZux2TlrYfW4DuhO4gg28LvaTCSwkTSXpItQsjNPjPW3ec7OAFslf/BlSh1d/yz7MufW//l/vT17+YZk9rz34TqJBbfO/t5/cpnHwV+JzmxwAJpl4jXY8cf45pqxzFFzjBh64yDGMde2JYGdF2v3MuA8IH99XM6kFkLw24DS0TevIvOPkhSI/H2dM/7FdyZirz3a3+ETwMwCk0TmnXXgfPJMtgiL810bXpxARlDPiZ4X6CZapuQ+JF4go00gj7yh50mYKqNKFpZCDd4/JHrjR7XIgXNjzrHKmPNQX3jsoZpj9b83QcJY7P5ZO4DzvHqhsR4LM5DZUl13MvFR75/943/y+9w36589zf56lgr7v/9fPM34SWIxcYTEAfSM3pe+JD6pyYgWtrTjx2x4GbLcJxaR1OEbfaSe6kdHP3RLFd+D1RCbOXE9ThnkpWBabAP0GxXaDcXHrmyV2fo0njGeT4LqjI3zfLG4Q/wn7z8CKJ852/niqjwrMX3tBRJPXQOHICjM8xRjmlft1PpoxiP5Xumy0b2Ne4s19LjmkbERC+KKC1QvHfSk/iw+U5lx+vzcj1iOe48/Fk3ga4yMTLzdZGNiCibWGDfhDzcmiUWGtVYNc3lGd6KjlWPfOLSQXb/j+l2Ou1ngXejDLDA/s6NQHhswa3UeTn1Gv9/FIfUGBhRPNyLvb6UTv9BAGsNxkZ359x4uOwb8ncN7BBsI0gAsDGBzdwJGDfLlg0uf2qD+DuKwqAK6XKNBjAGApZFcumav82vKaJWus6Zx6aLyahXl3INpLsBzAEv9zBqfCICZggY2DhW/6wnudchMHZB1QS3ndw7kAczrvJKRcTJx6xxXMMc54e8FaPOTzE+uuevdNUZoZ3/7OwQtxuXcRyXh859SSKu0vH8r06roVwP4MGaXQsNjX7SDQkGGdg4HUNtnXbn72g1qFtoqAyknj4BS14QN0c0/AYw6NRswH0CHN0YutncylQr74umWJmITChYA3kPezFaMaSt8XeY1JI4HieO3ogdjF92JEtp+2lvFRQb3rhMyuLSfpXQYA7ZznrnboILK7BA56HcayCfAk9u2mmMiyQL/ZgZvf+497LoHeRb2Y2lCWHeqz1lqlZnUn/lYxI5qjoJHUxHYvir5bCtJ8rlSPQ5Yw5it3HK/s35fYjAwTpzrw8k3lU8NwtEvYBvW9zrKVqnhVg/lWlKbkskHNZtVEsyHGVMnxgcyB8iFTOb3dbRnbzcgwvpVXqRPWxCU+e0BWHlVOlod2kNRerNVpHzHnr18ygxJKy89/BoM76GqzOz9WKdeo/vFaOZpoId/t28rgSiqKsgq633Qw0vnAFgjyCaIeTw4e7/ZI/ydtVlF2mrcXO/XyRELAPcwOkUiqgvMwCMockrnsvu/e3wMqw02tFKjASsncceIq2kWE0YE2efQjy1FssAeskwwuA4U1d5kp7K/M+7T3rs+Y77SKjMNMEApDC/n1MNwjqcCCgKDauyjfFrt5EE8lEr5jIeyAOmpgdCAGxWfsxc2+aDnSG5G4A1ZQxaYG4IXS19PlRbBwgYC8wfdwKFe4GznatansofsthIugf7SpbPvDJzLTDGVKAT8oQEu9XH0ee0s557T5j6AUP5rjxn2JWdn51krpiDFCQDMdRGDVmhTaVvjzf1gn1mMojnPcodSzuZ5SeLgfGafHvrS5tomucwhs+cVzkCc0O5nKFKb3DEAcKuHj1Xp9uHjnhrhrIuUnu5zdMr2f96g5p41fGbqv8VSAAAgAElEQVT7fqwsMtWCpLP3514Fdgact3/LSRB1JoBK6+4xKE2bcCAw2hOWnjX5r+ArmcE4FhOcZFxWJ+yLwAXVi1bPEGBUXwmOGKRlOQVw+b7JQF5jQQQBRHQfAW4YHawUIwuYOTFhaKkOZdJ4m6xv5RZHIuOkmg/ZbeLJ0EImWMKYOBS4Pc6OZxiAnjZME4XilBdAYP0J/KLTCLrWeCXAa1WIjBdWRrBmu74E1HGmN+sSWZC+3nmiioEXARD04dKxA562X0oG0uzlCcygg+rAcJ6NvYWeWbtxdUDXJvO5QNvbJANUPjIPPPedGNV1BHDio4c2cLk9IeldVFuyASP7yLDHoErtWMi2zxpK+QnYK80xz03/LNQj649jd3iNzDgOgsayAWzfGBThHv+c7w1GRBYJADAv6ixtEUBXzgyODuaW5/qaseHwAH6g66gCOfRqzZBxTG7dNiiNjBCwaKZ+dCC9uXihdxrkglIxz4sTh8Kh+qJtK5qcQhY5PTfZC1Io1Y6KbiB4WRAOB7Gyrf6xAtJr4mwxh1DTERDAliL5h0DtJ5gLmOupwNN8BgCOI06PZ+it8h7ruxSvH6E/A3wnyaf+jEw8rPMCwK/Tl5Dr68RTOZG9WTsja5DgLzSW7A0oeOt8kRlND3FAlyaWULmDDEmRKeBu1d6ezwTtGFsrYkIVjn3L9XFsHbN/2K+wOTS4EGeduYUKD/0uZSz7HXsKENlgAPsaoBiAueBW3rPntQYxYy3FYu5V9qKsBbpjmVk+R8YJpjI2ZI6gKzYqc++ZKbBNFVfthywXSYLYSqUIn8rGt1cCz+zf9R2pAIO9A6CUPWmCTwKq6CbsyyaVAURir2qDSfOlb2GrCvWI9rnvU2WjPZhgYjPvBS9Z19oN+TzXJLDfIBLAdvtwElgXTOfZCCqbTEhQUzCPexTAmqQG3K9Syk6CCfOjL+h6MXcNouWlrEZm8kv7yxvA5LPsRXqEA0w9TWWJCTrQZaoHDhUIyMDqze4JaW7RWXzG9iUGa0ia6doEQCFwSrXV0lxzU56xey7XwSpATgFl7e+pXfUw6wP1LjqmVOXY1bA6jE+7/U0JjNIvewNbr4fql4oo51O/+N4wNbwJPSktZLgOQH2Di6VLpao8uiKfBXCRScTETGnnrMCsbxOaUuSJYLez7bqhd98FGGQ++XyrA2ubrJ+LbpEZASCF85OK0vqA7NsCiTAhpMqxieckrQEgsiZExLmb/j5zDMjGmvB56RsFCEyMktLUhCUT2qgYO/V5rQS3l6Y9YrX1TTzC1qTnt6Dpm1QwtadZKy5lvjCYA1CFDen5RBKbjCYmd3D+s9ZUIvOc0FGrC9h7SwmHnLF3HANAK/uF9gW1KyNDBKm3QoR5B7AhGUUAX1Ces+XDe6mSPUcJ6lvZyZ4CtAE0hx2D9SFQtZSh665tDKbyGluoAGBtSKnYAd74DHur50Dep4KJNYLatswnqfSp2s68QQmM3BA0I6gsAEzrDXQhfkmC+gEMpfTUlmatXr+m0jX7NNfieT1XAM2oOruqLnzwgDMQudR3R542XvD0GRW9qU6rz7cUqfYHtuc3/iHBYhMGn6U/KYAOz117g/2SwXTPdc/qF6GTWrkdvQFQS4Uz+5Vr8N1Wv7YnLv0Qs9cIrLYntb3kl4kCWcIPJ+HNwCDXNpm1CR6R7YtUy2EzQL9K0JsenKxHExvQMwTB59nPOft2ETOH7zPnVv9PIUTGzzxz7XsA4HmfakntXar0qDKPXReQZhM4SOrcZHUqCpuUFgCGClRkkjX58feR99DU96y8TY93qvhZDX0ShkRSCusAcEUyX6/f3qvSq2vPAT7SS1HbuJXRyGCAR/QPFfr0Bm7SAdWNTxCIPQuH7Qj/NM/N2V87NWO6Do3y6ift/zFk+12povXNAka9huUmsgIlLOccLENZ42fPZVpg7zT3G5shulIbDt0VRprsB9ljKoq9NnaTNgT3sUc6zA5UOn6B1jJzhE966w6MRFaR43dyfeI8y57H2Hha+pdv1RJMHa2WzdnR3tQ9MwdEHuDkmjMsegjb9dG5zEu0EWk8LjqUangTnmHHeD0ANjoqYFj2ALbKVfZhg/UB/3gWwD72yiZNtwVQgujGY6DMtp0D52BbTJQZyvgLP0gcYt2gTX8UefjxD7HRIjePz58VQMNHcf22jz1nx1SGZhyvX0E93+Wqfmviceb3xeV3XSu+/+rV6+6np8+e1R9oG4m8/yZVoRjsnPP3WDvix1mHP/wUJoCM9zz3fJ8KZXyNB2WxQBaIl0Zm6RsaHca5cpMKYOw79ujjiwfd5+9yn2dPn3fNCvTn33/1L51nXFzj9tmPL6HzTs/dHwJ81h+JHR1ZY88Tg8F/RL/eavzbCv7LF5mj2Eicx9hxPDP9XaE4LjW6puTImwki+DU0jkCOAbrxZ6gILYNZqv8+Uo1I9WrmjP1Wnwx/lfHEzuJ58CFIuCXR7+NHE63aKid6o7FomAOyRo/jN72vX058TOpfzhN0xIO2hKGYAdtZOlhYil5mbVjP77//TReR44l95zkHaOnY0E3o/wWA9Ztz7mdueeYCL+iwbMgmw7RvdvTRj/gDzA3JEFR+07dXe5xzj6RIfF/2C/JHNTc+EAmr1blPNvHHeeWFroc9Ch1Jkgr2ZMP/GQfzDKD5jl6/Ge/FU5KJPG/oUfoxfXqbeJI9huyv/XGZPtas1YdpTbB+NXYsMXT2EfoT/+r2nQdn/9vvXqU6PIly3z1LK+j3Z2+TBHEe/fKf//0fQjMeGzlrCkvKF1o/NbFYf6r9enXjqq/xca2WtnUT76PbsF/wl6G2bmwk7xN/xofFzPmSRD3iCuy99Z84i2Hsa/uS6pzPTTrQ99fO3Rf7D1HjvIYKXF+AOLtJOh8yh8QsWlWPZsRdzvvYilSio1+oKgY45vwB5CTmYFssaXRtBwOzinTQtpoYBiPYiQYA9qxShpBd/H/mof2zox9l4xw7HPp7MN6xzTiLeGFfcZ8mlfecw+/iuQFPkY3slezD3/3L2I1nD+szYQt9jc3929+en/2d/xQbCR2AjxMdh41SdhmTC2DRpbr3UVnkMv/5HO9tYo4zPOcHceSe89nTGS805gvoM1ZWhnCfADBMhtmPrPschU2sL/U2ADA+J4wkU6Q4BW7icolpsCYwxzE/sECSTNhQv0nzzIkFM8QMfG9bFfZ8A3tBrrNvsN8BgVvokw9uOznju4Kw64NzjyZGx75l/1Npa1sZZayJOQPGsse0A7XbjNe5Xy0mkwFVX5MWDJmj+r1+zMRtdd7GeorbEF9qbBQcQN2rb3rE8GznZxyh8cKJceibek+u2TgLCehNts3vAIAPmyV/XUVxoIw6GC5+6tDrNxdcR6zZAATifVYnZgcyb3Dj00Pj9O/9PEHw/SwbZeau8zdga43nPAQLwmsBWN5v8HoDuc1qO95vn2/1gp83+LvO9FbcrCOwjtkp8H0AwzeoDnA2izc4ZoWpPPeMW1noax2EU+W0GbFc4xTA7dwNKMChwYuDTwE7zHCfEYV1LD1nTrzhAUDFyJ/JPvTKQrE2+/w4yQsGCexPleNUM+787c/T8TGArT4uNfI8dzcLmx9hbXXm0KDORU5Bat46rcYWkD4K99IqbyAdQ2CB4+PYzJLgM9BGHwP/x0PnKEcLmOUnh/oAdB0TBlou2qDLbODN9OderO8CBs6zmYwsxvbcLdA1+6b9PlFMs55WIeA4O8dLzXWYf37XNeWygra8FkTuoXjIMmG8J5WVI2sd+6zt6VgOezvXBaThRdXKyi5gRXn5owABysgAl6JShaMiNaji4TfAUb5TWroezA6Ce21VUz+bjdsAfN6v88M6zd6xihMHRNm+HaMAijheZvisM7y0tgb8pfXSmGyPpK6DEtG9krEuHTH32KAC9z7Ot9XA7f+a76LTDnTwNfhU3gRpjzI1+3v2VYHckRV7CXowOHUGCFfGuAeOBsPcRJA++1zLuR1DCPBtgJ9WMJZpwDlizdbv3kCBh4V7einR60DOum2f885xD0tPk0OP6Dw711TGBSR1XDV6meOleV966Wah5xMbaO21CczPAbjV3lzjqK8FharzRl5kZ8AE4/6shfR9TU7ggC9oOX0lAP1mf9iPzgorMvDYL+3FOhnIe1huVps95DiMOGSW6UFKVasmzYz1PHOcBg6WshbDziranh25NxUGyDrzhq7YJA77XEBnLVi6ADJOS1kYxmlrIlU+R0Zw5WPA68rF6KZmr8Wkcw2oMhDkMROPjGh7uvE5KEq/QYuLLmnlDIk2x8QYenFwtaUst3rZvbxJFDI+jEHSBkKEmTfQfTQwGMdW++75wnMXBJsNXjCoYMsax9Ipsw7216Uiw/5mPAdBRl7tqdbsffahRnfpi/tvHQLus5XSGDUNpNb4Yd+tI+D8LNB91K+RqxiV9rcTWN3XIRkn9yFbvnLds1GQz+p7gFbBLoFPnVEMaoIYncuMl4BObRd0VJ65FeMAQ4ApeRAyrQ2wQbmUCjSSnvJvwY+Kaf4M80XnJZnFzEvetxLNgDQOIYZw+0QWDxd4xfAURLGvsc4Jn01QI8/nuhmsbc8qgMJmOI6xOlVmZBaX4qjgLb8TKEI2WLtWoBV4Xf0qqLFrspWYDXCOTl+K9QYsm6nr+hLMJ/gMTdxSs/H+Urlvr67qihrcggNSbHN+qq8b1MpP5KHMBTwv1WjsYWSlVRIEx60K4r77edZpaRWpbAXw0OHIXo8e4feAizW58gcnjqC+Z7LnHJ8pdXgTwbwHa116OLLHwU3z9TcDPBMsf/36qn3bqner+wyIPg5d1ya/eE57BhIMMLnGAADr3ArvBIM8I9ShBemhCSb4mSocK9uocGAcG2hEVpDFSGecsjsAetXl0xcIejxc7uglQDIBYB1A+/2SOCXjSCtEnZrKplSVrPP9OtSV6znEFvAq/Wr3tPJ1n6zejJ9CEJxyztIGQibhbW1tnrJnQQFagAtBT+YFOut11BjXB3TPZEYv4MN3yS5fWwh6yuqZfLRAYu5NgL3VzJwfuT+Z1cgXQcvr0Faydx4+TMC4tg89jOzdaD8verlp9wCeEYAjcHkR6juAASjQqXQEzOfF/BP4qQ0VGspW8ea6UNuh1lplRsVhrlNnPeuOjsVOafLE2hNxiAl+W+lnZWZ7kedejPFgw3FGsV4NcCUoHhrpUqBWftzH7EP2+cEPyvNSKV0K5doj2lJNLkmwxeCazu7qSHQMoP2t6mZARtlbXGOZPlp92P7YBJ+hsQRkn2rT2gAGdcvOQCZ1AjTVrQlGde1TQdq+6pzLJA5E/3JmEvTvtaHci14smDJgcc/uMlgAkpFlT3UDiVuhIM268fysocwJzBuBZvY382qCFnNOAgMB8wL+zH0SIABiOt7o4QYCmgRi5Ra0adDIl4o9wT7OMD7DM8uKYnLj9gY+PVcbGGuihYGMtT1YMalwAzJGFghw872ecfHRSNTq7wpYAvpAsWgADJugwGQDQ/YdXTsHW7oBz6wdfR1NIuOAOvqR0BHzQrciL+fZD8zrTz9RtXe38nIVXfc5sofNhexSAYMM3DQhSTvQZEhk93H0hv3gmuCS+fLc12ck0Cydmf4iQXeSiZ4HLMBmJBD/MNdg/lnTpVruIGeOmMfSHXtYNJhHMpU0z8iYiY/tAZoqLIJAdxNsJRiIPPMqgJxzfHvfcR8ok6nYBPDWsjVRjX3d9gKZ+wL3OfcBpjnLCIZJ+wptd6gQXwO+sb/Ya+n5WjAg50EoDKWX1k9VL9rDU3BCeeYFSCSNdfRYdBayr4+trmzCYHejPhSyRkC0gXd0ZUFlbTaThzxTqUKrHZLfv0ufSwL3JhFL18n9zwvmA6qhe1grJEodV2A3oA+6GRlvMl4r9rk/wS7Gv21msGU4//HFDM5qVwmOIBMXAQHZju2fngqor5kj7Br0dqvOcr/rgDEAolBScz7zXcA+mDXQ88s2pvxbycz+YI/xOc96orjMvzYBSRDIIecBVdeAxHVtovu4R6uWawsr5w3o59qtVszfW8Wba3N28Bz2fkZmfKFDnz17Xt3Is18HfLP3qMk47GP0DPubMwH9df7womvk+nItk9wqK61wlqEG/YicUxFPXAeGCM+7qX6rLKFnZMGoD5J1KbsNZ1bkvwD0JEHwuYcFyAXtUPOt9pwXCWmfAPd7Hsp4w7yYEDDJlCeBzeskTxBw5ywgaYOqQqqcXv4Utp0kLzSZg1YFXXeA5Q/ZdwG7ci0SLyr7UOVHj59WbtXmJVHyRF5rQ+UZsXE7Z8xHAE9owbFr8B8eJzkCfc8ZyvNDqypzg8xEt27TlsV5BpDivMS+xyZDh8HMwFn2BJB94i2vXmKnAT6GejsGR1sXZB5Z4/swAmW+aGWMTJHQ0MTO2muhzCVhIaD1kySMMA8//viq9tVW1GLjoxc4M7ErmTtkofSTAQJIyFqq8ZvIFc9O8soX+sF2Fwu4c33G9Cj2Li8oZwHL6tNFrkyi34AO+jlzled5kHsIQn2cs/xO1ueJn89Zev02QDlnMAkuGTc+K7qTFh6lDodJh/YX7C9iTxMnYC6QeZ6N/UxiqCwDd5Mkd1H9V53V4hiSapAbz0TOzJc/4mPafuAQu2kswnOniT2xK2pfhlXh+g1JusihFaYkqZQ5pvvOmEl7JwNK1Wb6UjYMWue8fpXzriCK1jDJ4Ni1H96TKEHVbvoup8Le9l5UHRubUU+TNOU+fttEDCsSLwIms7/fp9Enye53HmB7fDz70z+5dfZdKK6/Ulkdu/H6KudPbP3LF0+65soXcRJZHba3qa0u0DU8IzaHoJ36OFTSP8B0BDBmK6aPn2+a1EJiUZMUMwn0I8bGwV4yoYk9TbuuxCs+qwPu3EulaKiRkevyneE/kCBLzIvcxIBAJGoydlizWGf+vLnyrLMwJuBZ9NRl+ggXS8wlXr+GZpv2WIBqnwNCx9YOMIYYIDNUsX/4EBaDVsWy5sS+SJZ5W2DvxXecybacQdlc8FwTl2Tc0KJfPn+e97SRN65kSwcASuZJWxAd9/33SVjKLRbYLMPIJG6S0omdCJCGLYHYdX51pQoYo8MZo2MVBGJtZEwZvZ8zjoSOh3nvxff2xW5CVrbCUsHjnjM/hIMbr0ACI59/+IOU/vpoMnU8jr56SLFJbJub97fP/pd/9NPZ2/f4G0kmDMB6625iShnT3WASf/63L85oW9ykc3wi4g/YOT33jJPU/sjDodt5Ht5/gG7EZmG+sjgvvksyXOc3SbXM5RTJPEnLAPaR1OvZXzmnZLfR7u99S5fOdT6n37TrzmdlH/HZmrCQz9LHGZuB+QF4PQ9lNbT6+IK0tjmPT8BAlnkjHRlMcGbOmvgWkD1V8YDBxuaZPXUL5zU6on2Icy90L3bah+zNJng0cW9P8057fUDskSZUR6bcO2AD0lijexgrOgr/nuQvgUvtQiiV8b85o9jXpSbPpwmdYS7/8/8dADh6/Bu+TPZMeqUjpzGLz/6jv5lkKvDyJjt6PrD/uK7hlOzh9kw27su+o6CBuWjCGDHxwXY+Zo54PXnKmacdvPEdbBsSprHpP2X9jFNE+vEB6z/rSyIn6IOCt2wBikqmyLNzPT7poeiTMyL/mfRsNSz6f/0Ck5aRd9unHvcVmAAJNDnjEJdJEuKzjHl7uXNmLwhsfBmacfcl37E/L0miC0KPTBanHGZUfh9Z5X7GimxTZULfnC8ZA+a1tVM+B/PLOCCdUB5NKm68IAplMUNijfgUcDqwFturuYUjE/9EmRSDq81tX3SmgzktQyKx47fvJ1LQiWfDCWYsQMKCLMh0CkihTTD+G4RqMPyINDfw3IDzbhQDti6uP/dlcNM/Nf3z+ykGPHx2N6WVa0yqmRIFVuaCOKsATNIVHQ3Ovc/pfTsJCPs47QQEd6w6U4zDIOYfe9W4qAAQ7PAw2MHy10OlZnvyHa+xoOehuhjZrPHgZ07f59/dBBPILEVfrmWWiA6v38EBV7n8+l5V7jPvCEarr+aF8CxgbvCwIYLDRvD+AlMaxr9UYPy+1bys2yzuAsCnc8b9UZ7I1VIg8vsF4Srg+d0CnQWCOpYB9LgPgMwCRB0rZDW/Xh8zcZohPRvHMnnn67Rie9ehm6lKz56jzRiJHCF/pUfp2knDN3HKzv8pAHwKVJ+uQQ24fOkI7JldtM3fHQP3OcrH7jt+Ubeo4JdgVCvd5vtbyStg7ZqeXmsDdDuevZdy7XouNrJ7r4csVDCTKYPv3So4nE4MslljlImVfFIyroG2++dAdZaxbu9GwLhmtk7luZTRkyzAft8sipmK0qoWGHKfNsDYtdGwWDpPrslXD7SypdpGhpVJ+6VqMO210BGb+MBneUYqXwnSVupGdxSgLPimPlEvHIHaU5YA5nmdHwFgq5cEM47jISjWZ0Df5Dcaye45JrLVpPkOBwvPUCCDfVgdYwUUSr0HQQ4JDQQPul6vFQsCba1abX9S+9MRyLFPj9/B6Tj0ap4KZgEiq5U4rE3sce8zRuanc5n7sgcAy+vY5iX4ppz8cv+iK/kfh9WJLuyI82Kvcw+eadapsjj6qroaUJOAKYYHwSK+SlAUHRwZwBBgH/X+eX97AtZ8ymd830PQzC2dw8PZgaFANRLg93gUzagtAGbV44I2BvcFDDfrFqOcMQtSH/s+Cbwb7LICDMNj+gvP+/yu48VJjgFd0D3y4dpkXmbKDtUoo/dX/xsstbcUQW6et9j25ArcwWHIvyfZvEYmVT8EPEsBHDkx6OFysER7nDWgjdGOQxqDtjqU+9cQVHdVJvNv6eM1OJiM6pi5ZKlW5watzpoqaRkd+FQqImpI8mXkTirHZlI2w5sgnxSv9q/lc5MwMLbD9rDklqWyGWOqWaJUptEPEGoibJwJmvJ3ql4L0I0t0DMEvZ3/CO40ozaZuj0JMo7NdrfFA59zjbF5ahd0bHwHmZEKFmONaxKcbhJKLtb+dPkPGsFSR1eWMeQJKBmUrcHczWNQtr1vkSGyxJkpzlaCxgVw3SfQM2IjEQwqaN5+LYIJ+/wrqwWKoocJ9GJ0qlPiLMW5gHrJHno6dMwHn8cJY44IJLc/6bCKoKPsy8ykapx3r2aMpRKGZi1zXRrLPMMNlSsEnkfAqbiyYtLzrE4OFFnpRQXF8ToE29pD2vCtMpEV4pRainGj99ClGnc4ZCZpWHlIlVDkP89pBbfB3gWmSwnf4Fb0y/QEV/8D2husJyB57CFslqZ024AT9jaz8pCgs84a19gEgCZTVkcJ+DDHpTjes7aAHnrFBCJ6Uy2FLE4BVZ7V63VspYIyIWR78Elpu4H+OjWHPWZSBlOzz+/e4f89RxqIqn4WcGOwmiuutVTWnknIF5WoyHEp3DMHBllNdCstMJVRnA/duxPc6PVMNGgFG6WghB4ZWwIeT9pjGdvBzPavAUPs8eeYOJU2EfXiIro160lwsjlEBAhyXao6rA4yyEUgBmCbc5+Ksvo1+UNQm/k1WUzbz8A/AAqVNCZMITNljmnlB9WdyA1BcCt+fSIBU/0MbUuCp+xNHEGCTVT2sue5LvsJAAVqL+YB0BoAX72ovdB+aK1uPNr6TD/BTQI8VHEtoAO4Vr2f5yawCojvHFtpyb5H76yOr7Nc0J2jNfs8N2nP+6G74jl4nlYCT9IWcgvo0r7f2cfNXo9NQBUJ2eVlI8j9F5TfDOUy+OT+JE9IB+hedY+wLpzHgpEEPlqhTxuMgm1TWZCVJ+GLoLQJL1RDBfiI/mTNmugSGaFyHKB3KyzPQw1IAEBgaZkDrELhHOdFEgi6ibPmcQAAdDwvPlNguIFuwP5UK/c7+qPYY8jdm9fKFAEpKwgAawSc2y+ySUq9ZAG/J6neQN7of2iiLPscYF0QAtmrLs01SYIqUFgK/VC455xhzaDfIzBm4qHnI/e4aiBdgKw+XNafahv0En3Dked+Hn93npG9agLgBq0dK3P6JPJXXRmwGtCrCQR5zn09DhUy8nF1dVWwiqq59lzNM2NHUwH9jvmdvresHVXwPCdBMIJF0JYj48zn/fuZh+wLgmX0CXQfm0DE5/S/15cYADgyA4jFn6tU0MJg0KB39arJOV4FG5/qJxgmLspAsdUYyHRpQbtQnhHbO64Jq62WTDVP5pIrce3SJ09iIbIssODY9NWwKaWYbWIjoG0re1OpAcUw/eWTdIMew54gmA4QWFrAfLcAcPYF16aizuQbrq/Bx/lOQB49wdlP8jjPt+0XbDHEa89YK9MLzNa+V27KEJA9AkjItQlEc0/BSxMAej5E75jUiZ+agGoAJH0Fjc8FXul/Zi95g4UE+Z0PjU32ELJRAG+oIC9fPKseltUEMZ3vYNvlOySj7TxuwgDnMZ+T7lXQ2rmnip+AfuQ6gVDAJPYX51oB0+jBVsFlTFQZosvZH/wbOwXfgf3G+raqD8AvMokOl8lDAJ/EReSI+dMHN2iHjHIm8ZN1ZF5qW2aIpV/Nfub7PPvt0EIvPWoZMEZ2sI2w06hiQuc9joygIzfRm5MTfVx5h640z/9rALg9nmtfSbcKiIWebnA+up9EIZNd1JnYsIA/2DzuA+fy8EJ3ECwuy8eD6K83BdYJeJO01rnLvZpgOv5AAbdc4CZVwuhPq6VIWjCRr7ZAx/41FZX2TsfuBMCFyrRVU3kRjAXoLTMAflsTc4aKOPfSZ7Dnt/tTf1M/3jYinF2Cn56nPffZN/VrEvDPWmIHQhuOzl9GjMpi7tsK7qewQ6DbqeiX2QkbhItiD1iNpN9NaIH5exgZ2ngaOvYq5wWAzZPn2rBf0r+TayFCD7MPrc5y3Yh83SaxM2tdQJtgdWYMmUBG/Mk+UPZJ5mENObIK8qWlB/vifmxJQQaovpE76N7R2VLU3s2/G3MAxMu18Dn0KTqMzjd06c6dc4uIrB23CRnfJuG6wEC+jP3w7IPJMRsAACAASURBVAQAvkn1vsl80gKz/7gmupBkoyaBYJOQaJwzGUCfF7KM7kJnw8aiL5DPQ72Z+bl8wbrAqBGdmmd8lLY4ViiGYja0uh/fMT8sCEnunpnazSaInycxiYRAq9EB+NKfOMk4pP+9+/Am43xWXVDXAj0L0w8+cewY7RL8jNjE+EjxNwTffbHP7k3rAxLlNoGzti8VZviBlM/m1THl+tgdgOWPw+oAsKKdOayc6SH84MHHs99+/+js8oJii8xnRTCJEqEWp7/4Dz887/oJNOgPMc/r92v3Y7Pow7Js79MuCh0HSGmFavTYayrmSR7AbyAWpJyhV169vGniDbql7A85y0g6Sulont8EmKfPORfGMazkTmoUYBSV6xn4N2x7gCbNk77ajxufDxnL+YFtwBoD4F5ePsk4TUCiZY3V8yS1FmqtVsE/JWmjv69t5H5ivzx7JthLCwiSLlpoMGslCMzaLwCMwEvTyp5iXLxaRTh7lPY/zEFZ3WorxuaK3nqXMxCacDUpcQ2Lfdif3/9A0oKVvcSbmvA/D88z40vx4myDchkflsrqr5FL5vP5ZWT/HpOT9U07huao5g/04r0Dw+MPVYa5Lr5u4yldPtvlPYq+IinkY8Dff5Kevz+9zPUBtPhIkgvO0lbi2dNL0rnO/t7fvcgeSkIl+rs+K/46LbBkhtUPZUqMC6IXmnAM2xSFepn/x9ljVPhj96Lzb4jzEt8hfkCiHC3X6jNH30f+TdRbQJSEG3U/5+Szy9UTJovwbLBxcI5xZn7KPAGAojsvElOgAhQmE7bCw9hxPKO6jNWJTObaVEN/aJGR+uFJErCxi3Y+3fv8Dn8xdgW03rFxSIh5RCuHnn0T5z85NruOsclJYLPfuH2yOf9JKLt4Mgn8M6b6qNGRJD00fjl++Pt8p4lJpabWemPd0WD/8H+9TnI/LYmw77IvkrhRCv4kUD48/3b2Z38Wuztg8EXkslXYPIdfd06bHIl/y6SwixZXsUDOWchzREfgc2LDcS4S62pbuiaJkUyALrH6tUkn0BtDZVxGtSluJCk383SE7YzTIVONoXJ2NGbH3nciyzZTQFx/e1lt2FOca9XFc1Yh+8RJsAWozmcNIT2q6VrbwFhmz4HML3ZEwWkotvNmk6vzGXwY7HXAY7E59d7KgbaFmM/GpkjwXXiDtoHHVjA5H5izSe7oSKoYOGspLDlOcovgJpn9FAAu69b4sAV6K7/GAXvedzxrt03vabaXKrufvRWl1Bndw+AX1Wyj3BcAXBrnVUwb7Pg1aFzAar57qGxdI+FkI6D8GMxhAhFAFossmjpqM8j83KDYVpE5ZgFgxnPaV5PfnX6uAjKrIMhn8MhsnyOlVEGjDb6NwXgE03QcBTi8n0aLgYENpAiOOcGWWRvwk6rTQJeVNbvgA7rzuQJAs5Aj/Bgk7eFIBn8Noa2W1KFkTIdnZ57YKHNwVOkiIAhHrncK+Dp/Lsbed+XA0fudQ79dAMgRsv195zWXqIGbvzu3PuO+6kw0xWEbVPv7nesFq9aQ4HPbK5VrLOCKgcr9Gygt+nAcew9ZDkzuT9Aa3JLMCyrhoB6aHmFcD/3RNZjgNlPA+FuZ2/GbXXLIZsxNDS67LiiGVpzmZMWwLHhdsMGNthu/csC6j2zwfGabep39LM6fVW4Ghw8g8K5B3pNG0H3SRx1Q+HSeuxYDKvl89hDYe3GuSh0toGxloDexB0oCbgUJzebbisBvMzc1aEtRaB/BTSZgzE3ImASC3WeMweoswUaCdz77AGjZ4RsYqvBM4KEhasDnKjfnZBu9GwyDMlDAhqCgRrCVL2RPNeCP3BT0PALACwrz/Bo+AyDVAoNuZo0U6TsENJAf98fuXb67YDD3saKOZxWkKADMARrjl7FsJlGdHzL+SeSYaxgYNtFh55UDBdCmFTMkmGBE8DPf2cyk9jXLGO1vpkwSWKrj2sNSo8XeVwaxm4Qx+o7foR9b9TD6a/fEvelB2orMqdLToGPjeIA12Jv/WIsjrbE0sz6vOnZprzTiOICn0mB/T0Vc5dFAkjp11i8HfHVbgxzSnOIAiKm7BgLm6rjKMe/Nukq3zuoZJOE5typbUGKpu/0uMtoeC0giBnYObnBxDQcDV9xv5XerZjYAwV4TLEi1Efs1b9g7QjpKqw8Fp6VROiYUbA/ID4AAMYra55gAVO4JbVfBVfR3ezkqG/Y5M+ta+mivx7w3oJZvW2XrOUEF8MfOQww2MrkD1mx1veCRgcRW1VdHWjHJcxFY1HlkTwlSqYeshlo7gDnaM8W9asCAsR/O1aFl7Do3mMSYoGbRENN8JeDq86lz+YXr7T60b1OfLZcReJzeKZNQ4LwYQOxcTuYe+0Ad7v66nSzoNSo1yglqSwWzwSkqqHixptCLA0bbA9fgf3VEMxjr8TTrl+cxY495lSEBI515W2p8xkVlJIHslZNWpcSIxtHrNi7ND073VIyiV6flw+qkrdRnngD425PwEQ6RzitOgraWxqnAlIY9FJ+tECDzHIAl7xF0lhLfwCfzwD5tokUZGQh2qy+tHvfcxzEGkCDzu85aAhUsIHPuXvBsx3nFRqGixjOPfZ5MWSgQh/kBWQD84TyRGlFHlK1O9mt7BY8NgOjaF01nW0BcWjD2ghS8JhJRTWWPT7Iwc801onN1AFWDsFbE0+8QXWAlus9uspjggBmjY4RnXADKJp/E6UxGfwFtHPW8T7BVSmqpOUkOom8cgI6UoQZNtB8qbn21gozKQQLHCTQDmCH3BWi6L0wk4trYmTj2a4Owx9FjCCi9v49yZ0Up76NfrXJmPzNfeh5WPLMHrU6iopLrS8cfRx+d0aQ0zlHPLH7PcxCUwW7l+0trKc05cu4aQllJ0tUGDblnwYNWnNgXlYzgh8nOr6immgvatNRBDH2x9N7tfZw9zNoDdrMmrbAtoYeB53sJGkBfV5kqWMv6SV15YAlgYNVHypu9xdyrpb/O8z/OWHAC0REACJ37zMfSCCOgVAyxL9g/yG97TPWsZe0MdDOHBNeweew/qd5cSlcWRmAR3WbloqJOVRHBdSoZjnMr+IteM9FCeuLsmdqnrAPnrPueBA4A4ZvSak//PRIgoDltMISxB8DnHELGmxwhxdae31LLa/eUrrmAvYAdOqP6L5R/dapjBxGIq31bZ9fkMfYN9HPslW0hYmIV70uNhg4sbWqD3lKBMU9U69XeHjug30eBYS9UF6RqgQBiK4u179ibzA3Z8gQAav/luphEJJqgf1kLztf21ERGW7kr3TJr0sQO6A6nYhL7i6QHAsDoDOQVeaDKkEm7dZuEZAIhVCYKZJTlogmF+CjMcSoQElxlPNDT8v4mLVJBx6sUnpOEuG0n7P9p24EmabWC1fm3YpcE1FQjJ3kJ+xwdKDW2lMUEp9Xhk1zYRE8Dj+77AESlC17QjoRvQAB0ugBFKaxrX+jQmORARRPAIjTpjm1bRjEn7AWSnHifhJlY9wGzDPS/S69AglQkPmjfYUNSpaiPBQ0lVbfshdKwQ7VeIwnfKmMrkGpCFd9jH2OTmviDzcReQxdQwWV1cMedsbBve7bk7Gula+ZKn8tqwAJ76MiCY+hOE5UB7+t8EiCrHKg3rgIWeG0CbvSb/pUNnuuSsIGfBrjFs7aaOfctIJ7vEdBGb0LJB+DBnobujzMenWBFGrYi1T+s5VlpY3lxtgKYFThsOYH2qb0S7W+OzwQNZQPX2AfogBphqahJFZmVxACm2CP4Nlb1kOTBnm8CEJVUeQGCGjhbPYE+BaRLZRMAYoKRzAnrTEIO90NH0lf3SSixkTcqt5s0kLVDnjvh/H/nfUDV/J0xtjcjtmnOfRLRTFodwDLfa5uA2nnbhxVwJRTQb0wYtq+wPim2DXToZSiBSaeBZyojkc9UJ4U+tAlAtAZoEgpnjFX8vEonjt+V9VfPG3UnwKsfe6fPXsA49kCrb8s2EQrcAAtbREDlLNNvYBSQYRMbTHzkWh+ih0F3nqS6Eh8T8I7XVp6gM2QJapPQ+gXoDPY1FbcOTaCYn+iDnsv5D/uLqk1e0EY2Uah+igwH0gCrH3ZtoJCETprqTJI+nqR/MGcwc9PrZiw94/KN6ulhmQHcxU5kznguADVfzDjU5wArnEX6BWWCyf7g+QDAGGc1e88EKpJM6P3559fdswDRUnEbm2LeqQTmjOQsYL4uQ+3fXpwAQ7HpLgNM8qzcgzOGYDz6CvpY9FyZuXrG4XdQRYt/jb7Ff8kzZ86QMa5Xm7hnwCZLWHFdBqFcg/lUPqjShHEhiWoJ/N8jCStB6g9J+sOGRB5JutlKTV17fHz3rC3lsIUBNFJdXJCEc8sEZpIDoeTWlwMACMgfwOgtFaw5C6Vmf9/58uwDeKUSUGroD7Rnqq3LeSBrQSWI/UpibANMnO36QVDlNukxZ7dJKPqcz54+LSDOPl1qf5l4TEDZmArMNyQkyN5BYgKUuSTFkixLFTFyizw8qYwQ2yxteuOe2c8ZHsD+AjVWb0OjK/sE8vQ2iWJUVHt4zJ7l/CxIyBmMnEIpb3UvduTLn7ApsRFIzjFZsDZqE4itqDW53H7NnI+NZzRpL0hLdOHPP/1U/xHdY0zjY+nVl1pd+mHo3Z90ztEpGztwXUj6sOoNUxVbzp6SNwF0LnKf6P2coZ9IbIXRJPuURAxs+IskKt2L3VMqfFgUYqJQdYwNQkW2fgxzgu4hsSxnTPYGzwKY+SzVtozt/Q3xUdoE2PuVCtS2BMt+6JnK/QpgsAcnkT1r9/u/wIe+ffbdDyb4fQsoxNxugjvCU4ggKg+gBLsXn8XiH7SCMo6fgV7k+vyOM/1JQO96QrnG21R6IpNLqVyK4FyYuAVywnyzX9t6LHviCWBgqieRB54fYBA5Ro6UaYLeuS9JaUgMsZT6WsaNtpDmOiAdLD5Qxns+LHOEdOFQ1N8PMMX+fZPkhrb8wYaYRI3vvydxjngT9qhJhthxxlDpNZ2exHlx5suWQEVh5oaYWIBZ2jbAwmQvWGyrgNOR/bZ9HB+W62NT8EI3GqPxrHoaZiFe1+kp/C/+xU9nr98GXMt+aYyWPvKAqsQh4rdd5Dn+478Zf7t+J7HO2L6Nd8W/GF2x8agmfXbeTGzUtqyaNHZH7DQy9PpVdDWYD7INEDcQ/Maov8VvZ18TH+Use3NlSwnt9CQmhm6bV1tPsGPraxvbfnuN3nIfN8ECZpLERwri91s9Uit37Bsqqr0W9pEJMFQ5P02V67gT/b3x7Jr6HQc6DBYb5vU8vmLHvgKiKbOwReMMG5vgGrRb+JyYEYw4+OQFSvt9v8ec8WjYcICKxXQy+Ou3MH29yx4mUTJn4/3Hfab/6R++iojEhkuCy3sSkxBfKoCf4c/FDolv8lf+9OvZX/r3nnUNMfPLSpTrP0ic6pw5yOfqEkPnD6BoiMcCnHnuDwDXOVPxvzaBFjvMKtasQWUaW9Z4G25a4+sw0EXOb2cvcsa1QIO1xa2rzv3lfJXliBgnEQJieyTyN841PbhRAPigubaU63zWyUMPi1Gi/yyWIC7C+jOPbTsGaN1ENZiESTbCFxEjEOtQ79TNzODwcZHx+sDsMcWvOopnOLJqir/xnRZVldpcHWVc3Hiqet57sh7cpyHZk/go42/lcq61RXRbpMQne5/8tHgL2eR6/oLv1J/qT8faeb5620iqoGEP8+OrAUMM7/xcA+tAAZ2PbW/Rfn9ABwfySwC4D7tZp3MLgx4zaYNSmzwbIZiD4TQQ9quhdfD7cugCn6d0vgiADqofXiB7weEFgFvJMwJtpemOywVd50PwcSZuPsNiLx1dJ3T+8LkFgLcX4mYGcHWztDuqft9qkyPIWoOI46fG5hw23AsjHMGZZ9t/r5Cdzsn+fW+FwBogOoKwfMZDYjIHct8F24/fF5jhv+19ur+rUvjV4mx2YzOoc73tcVonhsBLbrb3KCiNdLTyUUBIwM2NhBJe2tnDPZmbAcKPQONkuHO1HDTSonnYYRBvpW11akGsI1Bduct6MeOb4OpB0oU6ZF9tlom/0JDpODloyABjNSv7fqIg1FB4eyl23q774Wl6gC2gstWtC+LyKQIoZiS7Z0qxOsrjlCKagAJbyh60A6COnCIDKBiol3h9G3C1Fc9RfgVWyWzdjPUqbg7EobZrkEnq2cPczCMs4MfNFwDep9MBtrqkz0ImZ/tVEngmiLWfZPImmWCysQWmMLAdAy8D7D4DgEQVXeWEPqVk63gfgbKpGOR5ORwO1oS/++NyLoXzAjVMOvMp0OtY2Ue9FnrqRFcA+ghCCmJjjAlqqXsWPPV5rOrWsdQRw5moEzK9Kpf+1kwf1+9IHazzzly0h18DpCc6tUEQKwW3gvh0n+4BZHBwqN9yAQ7hVvQAAJZRAT1PBrI6x+x0lSCBoD5ng1+bCOOEHIFgDRn+tG/JfP/XoKH3Yr0FbJRzgtdmay4AjEPlwcghyYG9AUwsPCsd1T+TZEJ0vC91mFW7q1usWLa/ONVLVsHUuMpf2E8GSe0zvQAkIEAdr66rZ5bVHUf5Z623whv9I/AoCFSAmAnJTejBWCMbWsjuX2UNB7hnAMG/UqY7ZsaFg9wgzxj3W33J79lnpQnK2Kw42sQj9pGVwmSeLW1w9wV7JvuxmXKztwgQo7/WmCOQjzXRqtaAIRvY4Dm30p9nY+xNFOHZWgnovkXOZyf0OlYUoNesssVh6b1L3bUJVlavC45a7Q3tD86z/VxNgPIe7nWdQ9lB7FvpfOKIsF9IcsHwtNJKoG/ZRAyuS6XdxC2ukyHRR21ZA/h9EzlyrfbGxfXsmCv1ldPSpIZ+h8+WuYMnJXtwggYEPEo1mMAsgRTBCasxK2cNKhAgImGHb4cqMdVyHX/mVGDD84Rxsq4EknCkSJJg3xPkYVxWppwkvHC1OFOliAuoBkVoEznSY4ixEOBZgAMZsRLdjGHsE6lmo3dzL3zT9jWaQ5MqepxSKtJLI0kwtM4UwW7kX2paKuIqEXneJs40cUTqsE0aQfYPlLM9q4e+Ovphzw9ksCBw7q8dIHjPPCN7zFyTmcYO6fkIe0jtEOmudw7tNaMNxIvjn8BY+5zNudH7zb/5yRgb3JkX68peL00ZVUMDrLbSPp/dzOjKba7VvnsZP8BFkzwmqI5MbXIXFI2yUBA49swwexv6zQR14sjgXFVey2QRGebZ6myro2RQkLa+AHzOTQBe9iDVOu3dk8/pwKNvU00ZsBVQ5eKJ/ZmaNJb5eZlqmFJ1l55fYAmbofTjgOfZb1Q/b0KTAUmDZdjDglrclyCXtJyV5epsek/Zg6gAbe1tgKY4sCSgZ788eGgQuswrrFOBShOUDtm4DaKr/9APrWROZjv9fNkPBCEMxDo/e4bz93dxorFLqMTihawRiFzqJsb+OfL9/BCwpj9v+hdCA5aXupUeRQRxDexS0WHFH2cU+sHsdcEodTtz3D5QE+B99hyQBIdRMF77FQA4lS+lOJYyXfBdnfMp8l+g6vBq2GzsJIDqrEt6gyGj77PWPqf6sdVLULICcgCyjT2LDm31/1TmydyCTGpjEXhAtWtboAf5A+15zl+wirubmKPd7zkoANzWCfRxA5CnMqDgOsFKArjcx6AyYM+hciNjlLHAvp74cJ+Qz1yb9wFhAeEIdLUijCqL3AvHmyFS4UDAj3kj6MI6aANwbgogVhcl2561R48cKYJ5UMBNqgJNngAEsGXBJBrluu/CwiDtJLrG9ifs0e17Sia/dhmgETSwVoZS8bK02VYO2tO4OniMO+SgLBTjm0uvpz6o/X0r1XIBpLYNRu2ozBF7yWRUdC62W4LDkbeywuB/jn3XBIgEVekBSECsiUj5DFVLtfS6ZQAFAfrovSZgRM9Gq+gBKqkSTR/HVGkiF1R6S6ebaqfoBsCGMu3UjES6OOsANZF35AqZke2nc9egPPYxyTNWDOI3ngLA9B5Gj6G32ws45wR2EvsEsI0gIOciz8D7LABJOILtVlJxtqIftHm1ExlX+zi3ehY/XWpMEhwIjD255G0B4OptvhzddASApZCnKoS55/0CVAHFpJg2adOzAR8m1UIJAjIrBOCNIcgwwn4haCUoPhUUuRf6lYq5MgSkmklmlegNePPrB+R6s8bsMWyuVky2z7XV4YASvNr/OfvqOX2vCR7mMwBvBJy5L7oMfUqyQHudDwDcyvCh1NuqYuaj16mCuJegbQDe7EMq59Bh0rQCogd8z74BNLpOr2h9gA0GmsC5LAAF5AsuJXGijArY7VZotM829nrmEB3iXnaNW8FUXeK8Ycd0Pknu7l4kmIe+f1d5ac/fULqasFuvYCjfTYAAWJLy156HiHMrzia+wTmHPSK7Bv00rSpphWyTKU0ygOIYs5czo32aK3MCKu5xJEHdxXnW3oTtQ4ydWI+susPAJlSn6QsK7W/bVegvoM8I3JdWOxSsyC1VVzzHE5gmshZcj3OWOfWL9lFunMkocPcyMopdw/zx7psA2MQgAHC59717uV4r8wF3A77nPGrfwsgi+pTnPxaOfAoI9arxjRcvLqun7XVoFRk/rwH5yl4BJbtrSAU1tK3oKvuF0iM6/WMzLlpLlL0BfVrQ03PncZIMsIk5e2RxQM9oczTOkTm6TLICc4s+kpWMZMVUAAesrrufeSgjSZ4LOx+9UPaD/Jvqx4cPQ/l73xYEJFnUt+D6ADkwFiyTWc4o1oR9zvhIJsBGbyufJkaRjGJF7FV6q7MG2Eomi9HLMtVdeYDGzXLWmfCZVhKll4bZyRYG2AIAh4I9Ugo/ePC4du29nIEkxSEfVO7fy94uuBj5K4iTcSHDtAtin/CsXJde7rzakq66BUBUkSkDDzPK/oXBD+lsPDHnAnzxeV1lPW1RYT9L9A5xtMYV83tsP+QXm5j91wSsjOd5KND53nX63vK6eBwAOGMhqYGziQQE1tJqfXwf7coFgAFCLkPJr4/D+2EryN61r6eU3U2sofoyMoDu4oyy+hoGBNle6LPKPVkX9ifJdCZm64eQzMKL69RnyrpRiSiYK2jJ/GADts1IviZLT3Rv+rXjv1PZzrnD87948aLXe/nydRNqmRvaZ9yB2SrvP45P8Jf/yuOz736Dvxpg+zq+dPYJ+ow9b1IYFdGRnSYvCAC//Pmm+h9GDp6VViSGNIwB0mObCmL4emgH8PzSeNfH5GUALL74jQlT+IAmKul3EHGHYYWqVGytXhN9+ZK9e+fs8jvZ7a5+wtewpQpnLa3mGofIXqXvMcmeJEkyV/fuTyJhfo0OLLtHbKY3qewEKIYlquqO+GF+/zJrC6DKs9NqArmVwUdA/GPPPfZ/ev3+yeNWd8fs7wXuP9aORQ57dpIEwoWzti9fvWoMC7/9MjTjp6/rAvR5nnz65cu01khCiHFn2HYAzGPTQtOb+eDU+znzXxu6McNvHS+3qa+2vnL+YTI6rC2bKMp84xuTZBl/LvJ85x7U7CZn1ZYpQEoLJZM/LaL4Frk6TyUzto9nP8lZyFIbNhD7iZz/7p+9PnsdEP1u9Mn9XBNg90Ps2TKO5HP0eT7Pev3dP088ItdhPxBv5wLYiuxzzsyyfmFbNpHOWLsAMH4dkoDuZc/Yg/bdTfZDWGU4075Sld/qaP3GJjhHZ2rbeKZdX2EfUTyiP/D0mclcJoERx1S3dVXznbehcP+Mz5WxkAjBtIJ9aw9HTnOWo9PbwiDyDhAo3rGV11nDJvspZ7WrKTKj8CBjZJ4LPsL8kl8S9xAvsmod/3ipwzexjvXa5ylLUf5cXNiCsLEJXa2+2DPEd9DdxG4aja1tj665yf6MXseuTYuSL9l0/8P/+G/ixwXcTcwGm+FT5IVZf/I8182+jgWXe3w8+1t/+zLPlWtHDsvaRMJ99u45FecT10LvfcnviTM2DtbKfvculdltace+TPJDbfYBLyvr+GjxOZEvcsuLldQ/n2Tl6CIKb4gntC1GEx6OyVOun7Gimtb5d5MMo6uR6zsk8S/62ifEh6dienE/WOBM2jO0aSwdkHu6BE6cVIYP7sAeR68si0aZiKJfYGtq+Lrjt4c6e7NzgYzXRnBNrHo3XrOAt6xS4iEm1ulD8xnOmWURKPibazk+Y3qMh3tPLucAzMZUVxbQUY3btoBMu2/lv37w7Dvj38Ybb7168+nbKdC7lYyKHRfRmTjtaXr6/n7uUMG5b5xGVWYR93sO2iA/LwdjMOb01ZhQv1v98kd/5zUNvAs0z7hP7sm9lsKG32LUFSDC6Bgw0AAa1XtewWD7sZoWg4YhTtz+YFjvuAUC/HNQDjj4udABvMs15VSXpm+DfFsF056XY0wtcLoAGmNCOQmg/rIal/sd7pt5QAj2tXNcB2IqyNgQBAjtoTqVP/nZqpr5wq678z+CtgsyFy+Quxqqc3ascj5Ufnd9XGg3onNQwy7PQvBnwYGt/D29jdSpR1Ce79sLwmsuEEomVPJCuFsNUYzBBdzrhI2s8R4VcHeZ/wFwD0r4ZD7ao4CrDWi0j8meX2W04+xG5vr9ySZEEAxub2bjQZMfVmb/cqzAsceSlWs4gBykBUVyzQV0KwdQs/GEmc/Tqt+lGmQMKMZD4Hrksj2Etuq9gIHZsQWMS+flmL7mL1Vy9IvqgznPArYcQgC4RxB9AWB+t8/Le0uXOnHWOWwNRPOyGnJ3rHtuqYIEA3WwBXOl6GqlawYnUMAaSXXX3q114mefMv8DZnnwYiBPDySU7zzXyqaBwq0KVskznhpwrOnQI3f+qS7O/ZqocKK2Oo4GTg1YYPg0yD+yrh5V9zmpx31aWavuoCIGudF5XVCN3+OockAWTBigDb3HOh4Wj3vVed6KPhIRhs665vlUUbdCmkpqdQBGv4cODhI9xzbzybXfytxWDRKNxyw+ed8+vO4Dno6/79zsUYC/XTBqsie5LxmgyPPqotU1BtSkFrGq0gpg5rbU46NrrEaSD8K2RwAAIABJREFULrJVnXmI7THN9QExd75Lzc0hDfZa/W5Cwj6bwJpVurwAUwgobZD8NAmD725FFLTODSKjZKpMmFeTDBhx+2PhnBIRL2ApzbOJMHteZF/lGTDoqc7HIdo+DQJ0IzO5BRmiBq1lpahx45bqe8wPAB2y4fXzjFRhDFgpsEcQlfkys12qNIRQoJztxTO2CqBzvpnWGjh7rugE2td09YA62X27wNexpQKTv2eFOqTZmt1r7tOjzkTHaSCSda1zQ2DKgHANwxEuAwWTnVtwahIumOOeNxl03kMHvmvlofPZOrD2xyST2b6d2ytY0GUq6DFyV5+0akFga7MDNwCMHsLgxnkhcxpxoD8Y+7aBr4yDADWftxLL6nbBCvecgLWVcT3/AfUjAyRELL0Ruoz3uJZnBGtiIBBHNBh9dT1zhWxoI7DWZmY+yJxj8L+LIb1OJrrJPpdW9woWAsxYNYnM3J3AYkH4vAdAwQvnTipzDGjS6+0p3DlqYICKEq4zAXUqpbBJ4ijLMpKgZnsqqlBL8cxuzDrzvdJ8dh3X6EV3esazZ6EPs8+XiSnbk3zln2tqH2SsPH/G2uSioVQVDNMtvXlrQAdDHJloVmbmQgA+Vb6cI1kf18wqJO01HH2pvHitXaEd4n61ap418T3G2yotGip11lyrpQaiQqtZv6U7suK8FbbTwwuwp4mPnAlj05kw18hLr9n+UwH4tl8e48KhQO6gabsHhW5kzLOO4AdBRgI6OOsG+XiGJhO07yqgNX3mrGgmQWcpY6VPJPi7jDZmmVO5jB7RPhuwJD/XSamumMybJoCOIfwuwUnWiEpag8eTuFfaWQPkXg+9ix/gnkV+1nasjqKqvhXg7i/msnRKU4LA57F3CJzi+BI8c+8iM8M6U4AnQTcAvIORSmCafoAGVjiXSXCQLUW9DCjZ5yT5YPR1e51WRjjbqILB48S2QR+RpCOgWX3c4Le9KksbluByqY9TqcPPrknHKEU0+kK7/Jc2MvcoO2rtAPYhrTmgNiWJzH1E5rrVFZ4b76Ef479S5gn2r12NTgUsadUT2ef0fGqwB+CO881r+mL96WuOzPE7e/2hvrEJtp8xZ5aVxdKVMs3XYWAgwND9Q4Ai80IlDUE6wCDAzFJH09cqd2LvQwd9JyB+nd6Cy+qOxwmwsB7Y2QTRChBkmNDBeR6PQx7dBSVgAdHuT6v8sOs+QGWbG1FVxFwCYpeFhWAciQV9XvSsa4IMAPAjjwBo6LmKa4MA7FvXqSs2866+xlhxjOPL93NteZLPmSRm1WqrZKtzE2xvb02TI6nQM0EGYIw1zLnfscjQswEqgZ5hssoZUpA68vq+cwBYACV1Eh3Yi1w3cyqls2ccQeHtm8oYOZ9MiLnf6hTmH73F2J8G8NN+kCXkLUAD4EiSpnjWAmAAdDl7AKbe5vkKhEdHcp4U9C/ofmRgKPVx94DzyLlHAP2774LQVj8qS9jnAJcmfglCEPAj6LoU9UyTdHuT+Jwxoddq38y+n3yPBru6dtXx2DMOQADYikEpOwEKPrfK29C99vPaO54VsRGii6k8IylK6j91jxXzBvFlDTKpp0k/OceblBtZefIUQJOz055jVH+xR9deY37ZH/xOVg6Sf+1lyd7d5K/q/IwSkL0VqbULpfMmQIguZ02kCTYZgjnDLq/f2KqjY+skAm+tRPwwjBwNbmuHqivVR/RqlJreXdSgV5N+tf9KWfsFO40kN5lE3Bsm1AjEWJlhS47+iiv1elQAL/Ug/5ZZBbYEPop/BVhg0hrn4TFGwyKzSPfOXgX8sXflMNL0TOA85P5QA6caLGAczydAhr8iSw+2Q6tyYWtofMC9z/36+YAEMhwoG+ufFhDOLa8CopNshC6lUpOKcOaLRDTONShy36QfvbTLJtTaWsNEI9YFOtOHDwQcsHVLu5pnY8y1qbNW6mhtEmXTgGH1Us/MCYRkXWqr5PfYpp8/yqJAr2ie46LnkUkoPPO2MemeQWNhbxCHq/0ui5W2NC8T9V7+/Eb5Zj9lXQsAR14Zr61fAt5eXnaZ0bGvWZ8u947f2AUUnviDbyOH6L/Su1I5/9XklqfPWBsqDzmLeT6qxx92ftFJ6J6L7C+ui1/0LnqLii3tdpJynCv/UBWsn9C2Kbnc1RXPgT2hXwv4XlpbfBrodjN/fJa+kFP83b6YgH74guhgqucBDukvaRK556RV9cQ1pE8+sK9FDtjbb0kQaa9S5e1RqiaRTdphAJrzKstM9yM6FsA6FbgZCACrNN2yi72nhUX3PWxTsctSXXon9jsvmWWoZNa/JcJkNd8xAQwK5jFNMudP2yd87V50Mz4Nc6e9Z5/Wi/CVGpOkmv4qIOyjxla2v/G2syIRCdvUNluyFQEUk5AAW4fJCIBjMP1QSQylsolfJIShU9kTZbuhfUTnS91fiboTyuDsNfpLrx4xgVj7kzOf9UOmC9aQaJX7tb0PCRi5aUGQ2OQ///QyewTbmOpjdE8q6fJ5bDgSRq7z3JvMw7lzHsaUt1l3aFdv5bkuU2H7N/5Wxp97EkZrFVkSk5CPFk/kHNc3+BhZG782nwNAfJ2+05yJ6BVay7TvKIloBbGoDkaWZv9w5lBZms9awR2A9TfQo3dqKtvMJ/OHrYHdyl67G+C2ujlydxXg8WuShQC4yMf5f/8diT4Zc2m5Ta5pwQImbyYISuc3V8QZiQGanMNZiv5hP8JQIVsV+yJJEBF/7MKrfIcxPX2mXYst3dhUvnhgNszvb1I56XUet3/o2yRhRDv3XvcfMSZjyQ/vbD9pmZA+vcfeTeVwEh/PAQrzDJhIPHvj1ygN7IzIUc/2JLBeZqz3p8csKon5xw4g0baJJhkj1dLbTo1nlAqahHSuh74w0chEulSattKZOBEylzO+a2fFOd99BQgdGeF8Q/97HobWOEkGANhbJFCfLPbw2/d3zv6Pf/Xl7C9SqQ3T1HlYaT611RF6nURE24E8vBdgPb2U/6v/Oj2lsdNJHq7d7Dp+nbi87WgCqNa+ICFWpjVEpsw3Bfbxv5QzemwzcXdamYm+5szMW3uEZxoaO81P5I31w1eTZYEetNrn2HzIxTlU6Xn2xWugWJZxOGOAvpz+3oCOmevr+ArGgKIxiNPQWza/aDzpgFko61dp5cALNgF7ZIs3EENjfo3ZmczefsGNCSe2lzlEXwNYN4YZZ6WFYvmDrmtoKToE5jbiDugIfCN+wiwhMLpFS8a+0M8mSp0JANMn/QOskXfP/ud/9G8T50iLhPgW+H23b2U8Sf7B12mf2VSNJ4IT3f3p7D/8a0nCCZB/G/D4W6rYkZkm4FIQJysgPgPP0QKe+BI8X5nW6ksKtn8ggZOChcgz/ZJLjc34oXuOjfooepn4WNv71P50/WRf1L6xnezG9cTzsBFaFLOtzvB5Zn9VLxesRzi0I3h9bYx6mB0b62GeLVqoHGfvWtRi3BF7ALlDNmUjxP4Sgyj4a+5oZRJTZHvLN/aU9zkf2xs4H/tQADlzDs5G/A65mNjhYgzcV3vFnsl9jsz12lzIX/dHxoqMDWTSJKL6McXqST6wuKXXyy+soh5sk+sxM+z9XnviHeglsEDuCwDcb3OBPOxW/PLv07+v87OlzceerVxU4T99beX7vtcg9CJB82YXiwwJZOaXX//FtVykDST4q/4bw2scuY6Xy9VQPTVcfW9BRz6HwC2otDfaoNkqmAbPTyoITytx/cyMByE5wXH6NodiD14FstkhE6iWrnP72RwXvADV8sX3ImQYmAG1TudSnLrYEzDUPhHUyHPymW6mcYa3cgmnsxnnDRRi4BiMbE+8ZlGM8XYy839szVYODgDvr4B+18FKSF479gWLWkU789JAKs7CODpWOh4FYZ1un/c4MPbSVhVXqPNne8yUOiOO9On8NOvoIHPZoFAWsGgLLGeDsITvyR7GiIuiKbzIOlbWlNM+24xlq3yROUDhpRZmL9Az87CpxvG0n7JBy31t8PpAGcX64FCxMTOCBfJ2Tp0He7Z0bmc/7Xyzjhg7H6G+moAzp8gp3TU9fXlh7KOE+Rf74Xaz9TDYcohjuLdanD51OqIqF+nNTityK984iwO4tDJv9voGABAF6VjNKF7H1l6MKjTOlVWEOlDO0m6zHuRc58RZXKfevosq78pClxbAQFlbVgCcgp07QZajYX/sSey+NQt9x6Asb0UVewbwjPlfA6EBtAYNPKRL38U8lupp6cXRFSZwMPFSfxngaX/O/I/vknWLw9LqkXx26bbdrwLSZNoJBltFuawAOBuAG4J6A163mnOavmeM0qtJeVo9zpxV3jw8aqjl2aTOsGpEeeNbqzcERnnqrYZdClaMkgXmmkg9UZj6SDx67ycYy7UZs/jcySbHuW3VZ79wAIBLLZK5Yj8xt4BMffZcSCozM5jpDeTeVAf3yr2+67RJJfsZEikAfHnh8G61Hs73AsBmiDlmdAKfZ/4WAOJ5agjmM9y38pgnxcnrE8/9oSG73aBXzgIO61Z/Sq3X/RYlhMy2d25kA4q7ZnFOsKiVlLOXGpAv/719uvjecTxmzu+0uo5m5QowHempGSvPzHc5Gxb8xPggK16KFvt2YvwcwMkGPaRi3X7C7m/XEtkwUI0zTfWd2YueAwL2vvz8GkRLKUYy0z3mvXvZPlAmn2zCholbLu+sa/WY1/Il0Mx+ouKaZAEW0f5pA1igD6GTxcjsniOTDmqb6UOVT9ozefWzfahKW4uB6uaoqBNk4t5SJttTBP3QQGYMU88QK6U5RwDi2r8xz9TeuZzNVOi0Itmz3uxIgt6ekexxFrZ9dPNqtnPWiiBtq3+b9IitAfi3vVehraNClixQqmHiMBRItN/XkcJ1wOhmwKNXmZcEsQHqq6+g4MEpOVYQOXbpgysLBXLmGfOTYLM9+6CnlQIU3QAFn9TBVG4laMo5lHmkkmQNZwDgVhDkF1RD7lpXmfQ8jdMOKMRz5Z/qBoAXwWzPkOgBZAAZB/ji77kPgX/G+3DSgeuMxplnfM8vCQwBWlEFQbCZayPDAOEEAakOleLLsVClCv07QRADrnUaoR2LjDTbHkeJKp7adui3rBcAxFQxVoyqz8bRTeCuDB2A1gVqCVJK3Ymt0CSCUq1Py4HcQNvOeSSwZfaxFTGsZ7P9eXZoBhNkIihboL70RjqjAMDIqGApupSABOcr+paENOe8wGnmsPbw7HmezSp5aeORQ4PQVssyCfRArN6g107llMYvcQ5hwWnAXBvk7U2C2QRRSWzIs/4yGZAAy9hluQ9yvtRfMlDgcHvGS/vsfmTfs34EQaQnpiIkgQMmpdcz0MQ+ffxIQJ+gPjLULPYGCPbcsaIQ2fYFhSg9wAAtBJzoGW0/5Dk7ADOa/CWTgdXDKOWjbQhtdamo56r84D7t/5rrs/ZNYMi/l4GBz5iAEJ0zVGh36C+c69sfMM/BukLlRpAl++BzZIvqyK12ug+NHEG47k2CxnP4T6Wf4NImL2xPYgJ2zAGVRu5JAuesGwEmZJNK74/5feldqUzBZq6Odn/uMXCwLVvh7d5am9iejAKgDXDGRsNO8nxVH7FojIVrNmBGhCzvEQBCRglOAmCZRKlvZea++tbkyy6Nmzfjx14iMLtBda6DPPGMnMtUwJC9z3HCuUXwCb3tmToOOWYWdyw7hskY7ZkFsNBzRBtZgAD5kPHAoIb7WNk0UQH9S8UyZ4o9YXNWwdATQKNV6N17Jhvf3KQyL2vRQGAeFup1Ano960kyLetDAn8J0NSuyVxw7/OAUdISuydKgZpxaVcCevGc7H/7ey9l5fq93I8gK8EywExAW86Y55fPrBJkrgLcmuAjiMJ1pSlOlc/YW5xtgACC61Ipc+Y+DgiwdNkLkE/+R6vGGQcVqO1dDy9lz2YqV3OtnJMFgPKFDdgz1laxRWQ4o5hrxiPAg49sgLwVgQ0YTruiApOe00cAmGeSbo1EAeSH/cR5gdxy7WWU2WAeegb55JmkRdV/cK+HChUWECq5s6asQSv1ss5WvgoAUyXDc34LUNmeiLHdqDQp8NYErwSrA7KsLYn8tbqvNIJPE6i3wo6/M36qKUp1XGo67EkqjfCN9NtbMbyaj61feSUoj2xYAVk/jcpFgDcSZGurAq49qm/jGQXtK6wk0lPCMqPdze9ZJ88ZALtW/dFeIoFxqDbtBYgd49issnPOfLGn1Et83pZU6lpAYs7qTbQlQN5WFMMIQtKdKtDnKCNCHqHVzwUkZWIyyUlmDeaSNbXyW91kMJGEYAP7rfjsAMYt2XFSxZFzclsMdC/VVh9Wm/aKphcpchUbKc9JogpAGPYF42sQHJu38phxVE945vvMqWYLkwfP8/ySddZOtt3BJLzFJhQ4wJaIfqvt6TyoV6geDIhcGxp5I1mE5yKmo29MctrdBDEFer2+vv0wBHLcFoTV7129K3glqAZVNWu/zDDsX4AeqObfJzEEsBBdYQLI2dlPAdVU3o5zqfKtNmVsMBNcVX+Wwj0AIGAJ5zHg7pf0zyw968RtXqTPqCw604rkPgkcMmbA3NNbse9C2+vcOsnomO6tsClUrvN8N0lksp1NKFuTBIP9UdaBXOv+XfcLAD7Pfg/bmUrWrC/nEqwSnB3YbvaMtsq4Aev8gb7adVgAeALgkSXWUSYhEvtoS4FvAtiQSvzoWuxd9k4ZycbHVO5zvqe/agEDztHt9R5A78c/vO71kFXAlzvog8gJfXKR1Yd5n6rrOptOkvZo5Obnn0NP2k2FjXMu7Tj2bv4wb5wNZaHIGiObyDP06MQveRb6qAoIENjX76cCnesDzLIf8FUAiQG78AcAgRnrh4/p8xq2CHQ4o6Kq9jz3suUBLFyRa8ALfI2ANjexjXiEJkrkC/iE9CkmCQkKapJnkCP0mrS3zG3snyQGcINvBdD0kwCal2mBe798+bK6nDjfJnzgHwMAo2Our9FV0mwjD+fR/1/u5AxJFe79fOBv/PWnkQfZAdfOwUwgma+2dVsnEKt63zMA+cdvKP11zodw+kYt0wLIiscH+X2TgHJuXEePNXG38XWSFAT8PZtSARzACZk46JT89lWTntxz2FitgJxEa5LtXr9KxfZDQX3mVgW4SXAyV7Vtduabc+rqtTT7tpcjtmLCFi0i2EMF1OhrGv8JABT/CJYJYEZisFBSX2CjoViaSKdO5HtNigZIzHPexP6g32c1GfcAHBo2i7Ov+HHQ3FNZjw1r7LVV7djh+Tt7+j1+VGThefZCY0q8R/J1bvTiuzxzQ26cgyR8Chjjk6n/bFWIjHz/m8uxgQCoTVIANORco2KfZL+bVMreuhV9/i1nTsZ7nm1WghLmKMAR46SvODYeNj52KjrveeT2Ngx/sZ/uE/PNtd/z2Td3zv7v/+dN5I15j52ILxy5IN7xHtaszM3FM1rbxC78nGTKtG34b/7b6K/Z2hzp7Bv0GX71xmx7ThDbzHrve1Ro03KF+eFIhZocOUJuO/7SAWt5j+voL5C+Pc5r48uGUZs842Luuc51kp94tQ1OdAtsG7y4/pvMHWmS6Ln73AcmmQyM59SyNGbAedL9EgCXBUYv1QLuGdaR9fwg+bTyjc3YjaCtz3MTQ6yNmoQH5KB01ROLkylFcA5fTP9NDOZJ9DtAZEHGMvbIwld78wBwynaHP4w+5YWtUQA4CfWZ8bN//E9/zLORkK+t/OTiWa5737Mu96aq/mEW8F7Osy9JqPuzv34ROSH2maTOyH9d4Tw79oRxFOPVLkrkMZ9j7b60UTe+hjTqzMvz5wCenY6e/QDAsNnYJgcbdxInkkT19YTNDj0jrjY+Z9fx6BPbrgrnNOPiD2OrHjh6ybcWDC0OKCBqC03icPbSZVGxyUmOVFZksFybjNgA+gm7C3uc7dDwxqx7C67Gvlg6Z66Djd0zYmL0vTafBGcCH8k9OJcq3/OIxGbwd8QXTZRifLgIBZQ5MwsA+4VWB+dN1kN6fIuAFssgvmORkb9bGxrVI+bpM1NgVFvs5VVnZCbCiVxA1+DmCrefWeCvQdwCYxhSUw02p8Ho/H6+wWCC1fko2Xv/P6DY8fT3RwO1c9D3ChoMkHP63X3gX1Akz+f6DEzobOpOXJHyY0XvjquTcaiYcAzcdwHeBlkOgWTHyj0X4IRvH/DmoPTmeXauLPcXqOZVYG0+7H2d8+PzS2u2c1ce8oJrfG4opub5BNDXkTFbgPGvMaAycsx87gCG5EPHwMRmRpkltfPKz6X9/gUwM5fjRwFl5nbR0JNxbS/ZXQueswDWVCvx76VpEAjVQNzXgprb+2TXvhsxn7cakPUaIKPBkgWGj/Nkv4cVeBXvZp44LTkICOjl7234nhs0a0PrJAfYAJYHOV3QcAY7P05790r3tcrlCNQ2EDZrv4kKZrd4SG3AxvcAC6asb+Z153I/2wyTg/zMBqoii1JfJZrfH4BYPjL7CgBgAUIAAIYA8NR9QXAekCX/QQFd84s5nMryGjhbdUZgCCNxxlF+/iofnTYr8axGW7Cenwca51ZT2etigeF1AF1ggdwCBigwemIXnOSerqcVEcd9gGHTaigOLn6Xy5j9ZxDgMA7OdxzPOpxD2U7QRdRSYLw6y7UpJSXPAqgwenHlEnkvLdbIy2YrWfFlT7hV8j7/ZE7XCKBiQprsAsYE7GMUbn/JUmXm+gcq9YyXQw0Dr5VA0+uXdWFsAAJ7X54NsKhg5TzrUgpzFnCYFeiHQmyqsa2aOfYWKnjPGrQiQpolEy3cCwR5eqxWts063EynZo9BKc0EowNGITF+e8namxA9Wj0z+mwDKwZSpWeqlpgAiWPRMei9M0ZBSOfZvmi8b+BXHeOr8lO2B/WuWeQmLgh0rbNn/18rYgWzSss4RosJKgKBjARjTIYGgYkNzKv7rQJYXS4FOwYMAR6rjutk15jO/unRms9jMNFLI1cQzFp5VY6tmh3gdHQXz7g9sg80sKO/VscusM062PtjKZSlYbFCngniPpHtGEGtKmrvDtdZB1wFiCFUkGUcxmWT8BxBN9srCWfkYF32e8csv8MZsIdw9RHrKa1J6X0yrAKWDcapCwCY1xk9nKP5XHvpZF1LDZ+5vYtenvGiCqSBV4anEHCCq1YYb18QDO0mBPBeQR3GwX31VKQdIgjIOKn+joNTC1hbahPpcCxM6FKmV0cho0tX36oYqKfzXQIbPZOQ8aHFx3HjfGEttt8ejgXBIamACUjmfI9x33N5kglK05O14/oFvjJRBMlvJ+AgHbhn8IKuBGHMYOyq6ITXGJfyu2BK6Q2VE8EuKdsx2nBY0U+tMpp9xzxwf6medXIqu/RcgeoS/XE7Gcq5Lr2dNJ9xpKXgRc/JsNCR1onHuaDO4EEM+gale8YK1qOrSyMf4W0PX0bCvuues7KI+eG+OKTt7UzCQ54FwMAs8u3bCdWe/ScJOi1zBT2l0KHrqLAHpKWjWksnxYx8E7FMbBAcVx5MbmlfSXdS///JE3qyEaAAgImOT3CGoEYrJ/u+dJoEI03owDGj2izrOfKzcgO4jNzqhKaSIPNvtTRBptDrDsBAxjSOITJEoGHN3tKYZ6EE1esG1eZtBenohNpks5c3sYN9dQQb1pETuGQfdAR5G31bIJPKrgT97Atlxj36FvD/W2hrS10MbWp1kutYJ4Y/mUf7R06v8rGhPZ8F+Qh48mxmH8eJbYV7w/pDc8pnDKS+zbzwIrBwcKJqL0BJHbAswR9BPDOx7wfURLyuU02D7u9xg42QG2Nb4fQ2iaNV8wTdhmWi/Qeh3RXU2GOKnwBXyHErCIc1Awo75AGAQFaj3V1WcVFhh11Xe4tgzFaQ8lnO2HyDZJ4Leic1UQYqQqtBbkU+z9N/V7mVCn79GhgkWG9AQV7su63wZIpbKdCei8x3Pf9uX87M6ssCqZ4D0JMaFPH9VpxRGYs+bRWTlTdUEZAQ0vM7nwMAFsTXIUa/sQ9MTOK8pS87FT728KUyqT3Rcn0cf+SfgdF3Fh1Fr+C2ZJhA5toilTlof/Ng6NhSuY/foUxTmUOPuwSOo2sbAAzATHU5Y9Xexk5iDQS/yVHi/dJKF+A8VxZyJj5JdRNjaJ9s6KUrO7aeKWBMtXIC/th1VDEJ+ALUyPKzwCQA8KfIJ/MGeLDnM3bj58g7OgBbr2dq5qcsFlRwR9igPpf+lf6bVONSJZYkwwRb0QPcp9WMtQsNClkhKyuC68Fe5N+pZMu1OevtTxnwowkU9JgmyAsYSgWQoIN6ynMdoXkXoHT79QI0Yau9Tb9C1q5nNdGRfB7woL1M0QX5N2Nu25/I0M4LVWS81DlcHsPK/c3aYu+V4nnsgspjFZP6EfCHyjzGxvMXrKTn42yMUu3mmdFRTTahwiNrR4WOdn+oFhMs38DO61SvlSGAJMkCdD5/93nmZhPEuT12s6ACwkffOvo8a8+S+Pk0yR58zrYQ7CWAV4BrAsUEzz1Lar82cZIgNrqP9REUJkDKo9jjVbYNXlQbClC5r3km9BBjYaxVr7qFk5yEPjPI7npaeUKC0fPn6V/YytiAxZkf5pHEOu4LgIdso5cFHE04QidhN3Lmcway5sg9VRtPUznJGjNeKv2XvYbk557zrSY2aYMx2W9WO2UZpBZgvUmCkUlpof8FXA14hG7fatTr6ysD/cx59C6VlsRXmvTVBxUMgG2g9MLZv5Xl+O/sQeRmk1zQhZzz2DN7ppCAwbiRK3rHmuCKfXRMtib5qIDFPAP7qX5dmQlsDdWB5GcTWbM+TYbJa2M43Fc5l0WkvZ8JnGdMgFLoGfQuSQroZimpoT63pQMyAKDLPgcEIfb3KDLyvkD4+Cr4pXlegOj6NtgcCRDrT3hON/Y152IplPNCLjapjv2OP/Uo9s7rgBjoYta9Phb+DgHvyNjjnNNvA6iS4AD4umdEq1mZitzr/JxkKOUR35bzmr3MfNafJwbV2M+DJjoQrLcxz3cdAAAgAElEQVTyGeYj14M5Qc9Av9zWP3fpe559EPCGvUJ1HDfkPOczZfOoDhdokLYdNoTMK0BDEk9YMwLL3KcAVNbiSc5zgvhXL61eZnzYgFSEI183VBxD/8scwLxRGnf8XUEpWlaQEINuVZdF7ukvjY2Y72AXAnQC/Jd1IlvjWUCdG+yP6PNHkf/6m507dLB9oTkDGM/LVz/Xvr68zF4uhTh9dAEvqT4mWQe7KtXKVDb2GsYB2FecDzfZ54ALd6iyqr9tkQb7sP3iA3zvc5vAnnOirEdJ8gios6x4tftOfPmnT5MU1nOoq9y1Zg3WfmOSS8ULY1sTNYy1sd6tuMbHyZqXRaRB/YADAUJYe5Ig0akmD5hsdHUVKuasKXqf5FGux5hqL0HdO0kqsDVgl0DTWz0YdA15ry5kpFmjVy9f9fxBZ2/LAvo+N5kktgln6EeqTjtXbKAkbLxIMsftz2f/wV9+kvlknrMfSLQhdAITT3V5b1HZtFWeTD8PHwk4Aa5D7/7mKokq+CWJ/dQ2ql2NXomvCygZuSuzz4l/8wA9kcrBu6mErv1DOe/s/5V55rGsFMM8x77D/uXs+/wBney515gSkBx7JUvHmR+12Yo79uub1zDjmOSKAnmf6mfkmD6mvK5DE83uZW/Rw5Zkk88ZM8mcW539LLqB7zdHfEBgYjHgVtACw/zy/Dn+ZvYibXIyV41tsb9JeM18Mh8v2gM598y+wHZ8F0CrfkXODvZhW2xEST8P3Tc9QTFlt6+wYccjAP01vgz01fWba47YA3vn0VYVnoNtFcW+aXLusNvkuRn/nduRhbwfbK8xhfUE8J2YN+TbCmD0T/RZ9DhnGw/1ML4Q1a//5i8+nf3Lf/VTlj5+z92sK33C0z+eM7c2V4FGkzRI+v0YdqxP796c/YN/8JvIYX6NTsdXAWwu9boYxxYd1WY7GRw0zwJpxqlvZV1hDrGlVmQk9N3osAJ9PFNt4ePPnnXEbppwgcyKUfGyQMbkQfCSPWPx/ZhfwOzGUWFaocUPmEgxCRPeF6fi/mvHXwyAjG1LfQi6x4SOU9/L/db1A2BujIfxGx9ssgIximHQJEbU8Dn6NvZQz8aAtrwE+vXxX4XNwKT88ZdnjFbYcpYf78vfiGG9Sw9wtvI//13OkVsXLXjC3iPpBfCatiyEGKgAxo5iTT+U5efr2Z//nctQziu7jA8Zo6qXWMHOrTYrNNHoZ/w8fBaAeOyz2EEkaodRgNAK4yMs3zhNbFHWAxOfmGZtgbz/ud/Fb9cfXt3+6+LTtnADtKd4kURGPpvn+Jw5xP47FKTWn8xsRjDRrcayjdsTt1Q3Ei8Cm2AN0VbGdbCRTLo1xiU7jWuBz2OlsIlq6C/G0mKwiQcf8Q3bcnxKq7WuS9lFjXEAwj+Inhr3Iu9p5/NaVizWgvgKFcAdLbG1tnejKAyGO5J2B7DOR5qYW1nQpkGv1u9q7HX828bCFhiG6cO40R8FgDe7fYMrGwT4pbj5r+2PK7jhRiWGfwxkDOiF05nBnwKefH+wlpkAr8l1eJ46JnmYUzrhBSP3vVMAWIR7A6YqhTqMA6D0jdWS8zA1AAjMjdHohvXeO5adzF8D0L1cFM1SRvbZ53v9LsI/D7gA9G58xio/v0HVfaGE6qTPG1sO708DNtu/9tcA8CoLs5DdtHXSag8eAV4uvQHMDagu3dUCCkutsPNxGN8MrMFAwJWZr+3tuwbagkO7BvzbYMAY5AMAb4LHztsG5AX7jpTSWxG2FYVUOq3j095Jzch28rfqw6CNgAy9DNgkCwDv89xi/XHU8hwfyEqa8S2RG6pboMVvHIFeM0xXCZ8apQTozc7QWBVgdNMviHeaYLCKQ2B7aNigrSMziOdh7N1fVrHtvUoXOntthl05LvDUdZcKUHrLeWL9rxiGBNgEmO3LkDcJGBJsOzlZvpBpPgDv6oPOw8gBhrXyOHKW3y211dKuA1AsbTNzUVkYwHf31M7HYSPMcxvw9h4LzG11vf0nDaSUkmEAdobPnt+55prMH4Ek1D0yt/GeBvRHhjlI3J+yCFSmMZBPDtqtot9xmo2zlKlWtPM6pavAecboWXBTmfQKX1r5YIBGsNMG90v9t1n+0sCpp9a5bkZ1/nN9veAmEfBcpSgmQWUr7TO2Vj6d9JOm4X3BKsYxNCboEZ6TcUhtpJHFmDHUvP/8rnfdIJ5GEVWGx4AamagGqAgwU/nKi3U3gG7GP4pEHWKijH0R1IwNaA9RhUFGHW7WhTH1nAAk/gUALAVVaWjmTGCGGnDLTXH07cmz/SgM3FrloHyTqd/q7FbFWsW4WXk+A0CyVIV8R5oWgj/M11SMthKP+SHAMvopMrtJazharD86o9fseGQiUD5wMgU47ZthhqJ9bj1vpN0lu36M2MoaDhVBKKsBpceWTpjvLOWwAXqDFQ7AXnjVA6VBQf5ZU5M5MDxKkZZXqw9jHNa4ioPfHrpUc2ZuDVyaUCJ4bqURci6gzuL5GQOayvevX+zpBv8SAMFJtV8qfeBwgo7jQPe3yrbZfhhsyoSVebJ03CeIFJkiE98etdIGtbol39kgGFnePQeR5jwbxtu2J+DfTThpgF7gkyDxvnC2AR1Pk6LUX1I+b7Vye6EDUp4EM3oOZG4aaI88Eaj6OFXKmrwJyjeIN7QyBPvkdC1Q1UpM4t84m1mHUiCh113YGptWP+I2532qSnYPcXnsrtFLbxOYAlCrQPIr9CdZ6Jn/VmDlOuzBVviRxEGVRG7Q4M1US7FXTGrROWMeyKwl+5LnJqAFKEclMrTDGMp3HkBBhMMviwZVhQRjcEIJkBEY3vF8K42fgDdVzdv/nd/rYJu0Q8CtCW95h/mEopqEEq63lbo8JlSkn+I4k1xG8s9Fev58TGXSxzgp20uwNPCtLlL3EFDfADn3Rf65bpME89wEVFen1Q4ZXY+sS6sNKCTFli/nm+AfoiGtGj2gqUpif+z+HYqxoQh1bwuwoyOdI9e060PvKyircVwA+saxlZrVgHRpkbM/pJKmEnB7zwqgsI/sCWs/M/T89tfR/vDcQkf0/fyda/NsBLSa1hSQt+dJ1tv58rxoZSI9nBvQFgBm3R1X+hf2PGc+xlkas3ntrPPQljVw2SCp5zb/caaxjx4Ang3Aylw0uz6fO3+sHlrg4xQAXkCbcVLtxCPhwFKBsNU9/I57UtXKZNPPT/qo9T+g5aXaVrYQ7ovMPALMAUirjS5bBE41IBDfr2wBCGZ/ow9IrOCaADIFFAMQtBVC77M+z60ATwIS9Ts4D2YuvtVwzj4h0EJFYlWtn8EmgtISW/5B5IKxmHjA2eU6FQCmt+u8mIv2o07wWhuJSmMYMfiMY211Q/4g4yQWEARj7QV/rCgnOLE2cvu3lz2EAKKyB7XqBu4E9WShsGeWfY+XYrctTVrpnvXIM9KLjt8Dxgj8GwSmQk9/R6DWxBQ0ova3/kSoJxMAw/EH6CBos4kQWwls/1qeKSBawF/uwf3Xngekw0Y9D61b9VPWkIAwYCj6jHPWgAI6TBtOG2NZCwwUo8fohc1zAjIgQwShdp7ZmpzzVM+zfwjelzWB6iYqJQk05tmp1mw7ktEPjJ7AtzSanL9WGlJ5wzM8o5q09ybZYl9D2cqZVtnY3sae6VaCmFTU58lZQb9E9CIv+96jYxDHnrCVS/5UEnNNdAnBbAOF9i2ngutYtZoAWHpAEhhtX9DMOz97RpVR6GgP6cdqA28/PKZU+0B7TXpDZZixrZzt3m7/6yYmZmCl0iZAQ5WYid89tyah8DaOZPU2+jZAfPvybfCPfU7FItX4tgkxcZW+hgb0lk6U84mzQ5lSR2zP2h7dkxDGuqMrNiHXioDbAReYL3yYYzIyzyNlsqtZe7d07wLK7EPOLl6lh41O4IwywYXKtPPKO3qJQKPJ6ZsMxPeO7GvS4iPLyumjR48zzznvA7I1wMoClFKU5IZUOLai8TxgEoCQ/eF47jI8ZLjakyautz96z0nOiFRE5dxmL9N/E/nj+9D0M8+ox1cv3x718YBjL1486bxB6cgZTxJGW2Jk36CfOLvrv2L/w9xSH4LKF5ktyqJEosEcssx1k5agpcw6ch4wtzx7+2gXgBobOgHnJlPXp/ec5tmwjzfJds3Cnot5Huye6tST+BLgMdX1fS3wXtBGP6VJQPmVbBz2hu2ebZINN5bZhGS1Jqfl+gVVy6BiMFSAi8RYGXfYK9cwRpBM5PbvqzI1oF+rcXN5wPmb2Zf8jupGkx3Va4dWO1S7D6PFvQe2nJChS7sRuwVQ71mq0u3Niyykh3vGmqerbLF/obZuPAD7rK1QkIHxN/Fdcq1X6ePJfZugWhvfnqf4GOjpVt1OAtP6f4B/yGD7+gX4IlhfQCU28pexYwqythe0Nkj3UxP9oMl/NDIAEBegNoDp6tW3WVc+/zRAK+P9nPOBpELm6Wl6dAKKuG+TBJPnJfmIpBYTbXKORL+3tQMMFLW7YPhJokFkes9gBIxrU5V281bQGBAP2flW+m8T1eoXRn6Rh40L0hqM+aBaFdpdadVhnUh1dio+mUGoTomvldmqji06Td3KWNuDPecVdgdsKNVRFRr9cyoCGfdWcjFO9hF7jLGWOaDn5C/b5nEJqmpJytjkc/ujut/04Y5tDTj3AIz3xTmKbANU4ksAut0KuPrgIfayMn4eal70/LJ0eVbFv6u+p+Jr7XAOLQGBzwn82x6oyFN1EutGosXq17Jl5Pfshdq7TYKNrYxvxdlaGnYqPDnT8jlA9Bh33313fvan//69sz/5IXPzkaTW3I+4V+Mx+Rz7ctzoBYDZL1T/UilK8Is9zFzy/FT/8UwA9a9+xu4hcSJ2ROaAF5979Sp+6iQ0//BDKuYDTNGTFZCbm/GdFi1FNhq3iS7+/e/fFoA24TQ9WgOyUn395tWeG1Le83zGq7HB7qf/7HXX4Hkq2lsFmWWQgchWIN/GprJPNkgQve5JMop9Hl8CMJJ+yQBKncPcn7UomFJAzngulZAfbojyglSlSvc3GQvbPL/DTnzz2h7ErDYU289z5nDus3M4s3/6kaQodBRJSbZrgWnnIv7sReivP9KjN3uSpAcoYQG1kRXZ/6Ax12/nfq3SxHHPC5YPmE+QC0BpfuLXc/3DuubW9FSujoNy/KmFEG9S3c+ZDh5B0i97iIrSLWIg2aPHbs7sy++eZb0/nv3rf/3x7N/+uyQdPE4FfWivHxCfSazqOpXU1ZEZLzLLuX078xQMPiDw1dl//9/9IMkYdlT1E21zFDxiisZ4+oSdb9YPOaG/c82o/OM6vtzHjLFJXbE10XWMGf/oWXqtr81ZwC1Xug4t+SaZt39uATzmk21GIi4MQ7adgtVI5k6TtUrn3MpW2aaQG2x1euRex35oOz/GmbXlzGNvoBefpy0A18RUrD1HK4+cr/aN5/pHy3iTjFhjC3Oxj7DdWD8S+Gx1hny9D7DauOQtKcuhaBboDaPCE/wA4o/oGeOut9JSDFuMfc5+oU3I2vGYh+NuF0+DlOWf/S5MCp+hnEeGKBJKG4D8AoKP7jUA4CZSZByRFZKQHkfG/rP/8nl0KrGQ7HnaJXU+pEEWLOeZrUivTxpQsv1wPwIAczbmLG2SnnG4ep2se+6LPPVspio3dhxjy3HQ99G9jdvXFpKZjb9guxsDJ6av5sZ0qjne/UMMxngmZ8CdrC8xqm+Z29r7qmBjLMSQG/CKT0bBALGx2pckteIHGL9G2BhfaduRnszfxw8UHLgWjKMJa8SnG0vdwkbWW9lHlgWHOe8suigz3RR+YBuu7bfV3rIhc0/0Bf6inxHsZRwmmhBflfHUs9tWa84Hz7oYRf33niM5J6B8nvhzk6051/nfUkDXCJhNUMR85LoDIAhbQ1cHoqKdf5/SKhfI2ehhfl/GERb/xGA9xHe7yOuICCjouMx3RgjcXycX8NczDgPavUcRfgMOW127xgT3Idt2q1+dFMv9t0/KXvN0HKuwaoQOKMfnNqNyaWVLiVSjUcFtNQVzs5bxXHzHykHpWKHUkqpZANqq1VLw1iE7ediTv3b8ZIWwBpnQXYNDz9SZOzOhFe7TCt6dHzaG2dybKaDjuODO9khS9XqpwzxlbKcU1xvw8HOClVsheVoNbhatxooUmCdAGHH4Bo0IDhhAO67lbhyBVcZUesLq/imhn8qzwxgyl1JHqUSqQJDP/Buq51Z85QIGttUmCyAuKOnB5YMXr8DQoYK7QTtpBXXq+K4LZqa5FQmnr61WZC+RybEBQoMNZtI3sJTvLdB7Su3XPr18tj+V996Tf0/lpvtFcHWfa4Mmp8CWcmoWZhMYSukFmEWw+GSd88Glet05WjkoHcQheHP8ziYWLLBmkMD1LMVt5gqKVOlXWUp/HgOm8/zNmrFqvUBEDlMciIp0bn2gCsxvcB4Ipph9SQ9sA3ulep0XZo1A3tFAYfjKmz/tvet4rKwymCQwo7LfxAT1iPK+1Hf7d342IEdwMZ9pJc087wZU3RccoJMggF9OospULfPrUq5iSI3iRN2tjuH5W2md/xYARrZ4vxlVzfR2vAKQVmASuFoaDfcXlSpWO7YSvAemwdnKU74rzZ7VbNhbzcCKnGwg9JdyjrEgCFFKDQ7/qVDACAFkqBGYsVam8tf37YlpgHVBQHvT+rzN8Np16TpIh9UgwSiYXyd22GuKc8ie1Vxoqa+XDpR9VGrizNf2VHbOfK+gZB6g9K81IqDkzcFO4suAyvaCnXu1Mok+PjHg+1wY6e5v5E+AePZBIbjoEgzn0prYJ4JADHNR/Te6mYBF6auGfmiBwup/dGqdvzW0PVsIPDMHVA1hhNRQqNNKVcdWbyMX9r7ovsx22TMaI9mKKWScMZKRBoW6lR2yFFihIf1wHCYM8IKl9i7fZKxWrMYhw8kpzXITTtgf7vVN3Nrnkh5n9S0yzjlFwopBUOjL6EMlQGlQuZmdBVGGTpMFAyhoZcuC0J43N1SwNMPPsSMbBampuKI/SQPzymP7uLPPSsk5LBoFaDjnPC9bYVn5VN4xQG9Ck+Q54LVrHmVyqbhon+BWTRlY7ueit5ohmTVi3yPWBDZ5po4T47bzraUHVRv7F6eHF5SJW2nhfrQPeQ1to+19ztLN9BzRNuA+PHONd4Acngs9xP7uGk4yQPUk1Orcx96D1QlQ2AJatJrXs7R6ENpiAJ1WsA0dGUHFOssLABH0tQIJmaJvWHDCyi0Ve4AHGL0EAJZ2VFsD2SCLW/AZAMMKS38Hfc8mRFBxsFUR29/rbQJuXwriS028VQEEGglaY1y3gu0CmjQCAciD+rrJGnmuVtASPMp8cg0AMwPlyCfJDmaLljIdulnsDHRnvovzWmrpBPAeJZDB80PNt0FZ7LsL6KLzAvDsXo6jz3U/f1Y/HM9zwFT3LdWsjHMpcluNPRVvBBV54czzmQ0s4viQEMGayyQxdgz9w9CDXQOD3qXJY+5yQ6jGWgE+e7h6m2BYvkN2PGcGz/kmlR30b32UQGB1Syvk4vzTq4t/3iU4ZcAXOSJp4SWB3CYAaKkTgEcHs984U9DnyCzOONSy6NQGcBsMlW1Dfe5+F2gMHVwCVjhhzLfHCRRP49cAOFTnIKtSLfMqEJGfFwGA65Q1KclAeWm+ch2AGoA59hMAMEEEApezUQtatOdWnr9VBTwVe3F6jiNPUBfyGfr6sjVxqrFn8BfQac2uz2vXkTOFfQJlKXv9SSodahdlH2rbCeLRzkM71nWVtleqRSlE0QNHf4/PXVORF8GQmtjKX3q8IktrizAvyH17ZtLPKvvC3tbuEzK2BfKy9glW2ONa/6wgHxWBCTqwf9SzVsu26ifXBvhGl5AIgfmi3Y+LSeAbEEpaMuSQgLrJSbYCYZzsT+0OAkxD/xsn2MQFbQf2aG0d9m3GYOa/tGuMgTkiyMb4CJCwt5lL9gLrjo/FH868L3Mm2A9LX1QA+EvlrsWtPR8IFLIW9ipvAkn7P7s2rpN9wmXRkCKdntDIGHrvHUkV2GI9VDj3+TuUboC5D7PnAvQOlfT/x9fb/ViaLeld2VVZ1VWZWVkffWbODLbAHoFHMh5pBFwx2DJw438XI8uyZBkNl4gLhLDMl4wQwpyZ012VlVnfX83ze34Re+8+PvD2qdNdmXu/73rXihUrIp6IJwDUeoYNhWwrStrfS3YB7Fz0H7SXJAnwOQKJBWPzMQCG2i75XpPOsqhQUK+thu1hD9Kr9pIsBTu+9dgG9J6ETQLd1cSIfL+V5OkdTCWtfbll6ALQWrtVmdUf5N+3odvcRAHGzu/pJcy6v0u1K4DjPnP9J/Sx1eDS/VmRqa/TBLcCECauSZlvm5v2hB2fsKA5rEC1xThTZY5oTGES6/AztNGmZQKUd+3ZHSCgFHLD4PM1gE373KcvJIkgqZioX5D1ex6q1QZk8o/tgkgW4Iyw8hRwnqQRdLT7g3PXFhHIRXtT531Nogxgnn6jBY/XTau28x07f/yZyCr2De+GfU6FeWUjMmSPOYHD9nuGrrFRR/Ya1ff4VwYpAW/LclE7kmQDz5tWwOcVOa9a6Ta0e7xDmYoim1adApqkkjA6RZtQFgITqBjtxgqgEOfMNMBkdSCJIp6XfIdq9ucAvH1LAIytAEZf3C/FaqmlC5DyHlSDcx5hp7N/rSJmTqxQzDmdealtkB55JmRSyuL7SjHKWtIOAApfzj6S2LTRWCc+b5IXtJAwbumrcQ+eyT7kTGHEBa7zb/R/aa2ZJ+IW2Uelsm2VKp90f2hzeIbyM361jC6MZ4sc6EHL77Dr2A98FmC/vdszZubBViRWtDOeUmk3oKseRr+//HF6jALUhHq3PlzWr/MU4B1d+iH6gqpOAA7Ob2yDJgNmDlgjKOnbJom4B3bmZ3QLs2Nlchlfhl6XPYIOo2fuMr61qpTko9yfMwL5pNoc+4QLuS2lbBNOZH+AGhi56n01h/NzfmasgXNBW5vZh0Y1Z3IpVKloJgZln2TjLSQ/kaCB3YlND91z3j1nOFWc9cnyD6Afe5Zk1SbfFnzVdiKx5FupYrFxzwNwXwbEDsib7xccq57GD1HebF3nWY3eQn8+ynxjA7NH0RWnCUjMw1N6VWZOpM1N8kT0NHbVzR2ALmwnnlXdq5HBAsnE5woUoVsAZrFP7tpHFnkg4elVADTsZdsGDKV5JpU5r/2bNa19g07Jvn/1KrTlJDqRMJznbYummxuopLFHL2NP2ZoKeWhLjkgDNNCsOXTLjMdYxiABE/vge016zZ/3b0kstQUNa8be2diS/iu2NIl2gvBfsx5vC7hzT5IHUokchpAClwFFsSG11UnYNbH3Mv2TrejyCGZ82BDQVNt6zIRoxgB1M8kp7yKb2LDMTdevVObQeUNxncrW2FrahND5E6DzLHgU0Aj9jj32Mfvrb/zx48j717M//BWIYta7AOjnApo/Zw9fREcDCj8JkwsVslBQo4Op3icZE1ltT1AYeDL2Fz9MPJGQDGtGECBz/LhJ7cavfB/m9UMoim3fIcCehIroFM6uJpN1bfndvQCUnB/YAfGZHmCfEoBlvCa63W9MxEo3zsrPULnH9n1H8kTei+QzfB900A8vnkWHs9eSAB49zJo0ctHzEnvlbSjQkzBbGvKMpPFR9HrePWOkvRB+Z/2BBn5jT9wk8eJt/PL7VMQmGeJp9MhT7DhkJ/bub5MkHBDXOFPO52dZgyR/YLu+yh79+J7KY1sNsC8usn8LMLNjGwcS1IJO96efQr/8nD6rjNlYj7qHWB0gMVS92FEfmgC1MMoCXgUCwQiQ16wR/bfxAxcYux+WnDI6ZF+iR1hr9zEyhs1gL25s5hSd52N5Tlrb/Pf/3Y+Ry+j6JNDQiqyxFNjB8g+JIiZBaAeie+9/n/GGYehjAOC/+IusOT4VNilxTs6c6A1jHcb2OCLZVcRHajPk/znTPtVJyFrgG3PeRD+T1PU4laNvUyHMuUHFsSxVJotoUxAzmYSzJCnwngTafFdj3jJi5BxODKDMWgVZQ9EfPcle4iqDTXv35uSdBDrcZOadZQOcbR/YsfcEja0sXbbY1Sn45cZ9XXN72ZJQi/+1+BRyC4vAxE2ho77FD0bDvWuyQ+sUqtdPiqPiK5MAyznQwouwDBF7wechIbwud8bMfsaWQLRhNcJX+Gf/LL3dI0/3AupD6U0SNYkIrCusg/TnvqJQh2KVyBLn06fY8T/86v7Zn/8nV5mfSEwAZH7P8x4lMctiEv1SbDeSmgk+/Bzd+f698qUNKK18+0NrpplcRwJ6C0CsniU2tft48ksOtot9kWN7RLCI70AWwr04mjHNd28gWfwc/WxcQLY/xLn0z1nyVsTn+csay3sQQ7T/tOcZgLt7Vj+V3/f90Cml+87aRI7LJEhca4+gyiY2ni+qD8GYtbM3EaltubKG7gULahbA53PqVLAOYzk82/OOcRH71B5Ff8EOYyurxRG1jRlz7eb6e57pXMVRwB2JEXf+xDbKKPf6bWrQxin4BbUxxi3GaTeFlZhcp0DNPuAQfPYjvabDyQEAnq/3fuzow326vV3EvdY40/kTNFwA9fDMZu6NMzOAWCf8UHE7FDp5cQynff4+53cr6hbY3kqkfd7BOKrhMe+WyT1SoNoHo2BD5EfDj3FP8HwAHIG+FWKchbnZIYtU4AUQvvM3vz8N7K9TbAanE6bRv8CjgrQU0v399Co6AFiZgNPq3tJgougyvnWMt0fOOtwFNZGFmYI9/I8rpuAf1m/+o/PAwdD188sHIJ6KP4wDFFCFX5AH5bm0pcd+02bz/bIHpw9BOTc7sOM/jqFAaPutYM/wnAGcfgcAXsDJgMAEPzexYIS1imc2FAGtVoPh6OLQ1Vnx3RZQWoe168h9e2/GZ5LFgmxWW/t95377QzFxzsmOf9dewIfj3Iv5Pd2bG8RguvnDsJeO1WoHv9l+oR2bAW22klR6yni4RYYAACAASURBVKiyajWgFK4+b6t5V/53/gzWCDLtfZYadccuRbLOnO+lA709ZHnGBvg374Pxl0Y0Y2L9lYmtkpbSy0x6Aw3tG4sRkvuy/keQ0mpNbmRGnEBFQRkONpzPMWqX6lX5Uvdt4Egn+AQozu8KRvPZWRPlTUo7cw403LyfYGDXLfc6zW8BjDkFgBtsKVAm8KSMskBHPVdnncA9s8LhfAJcmlSjc8t6NoMseml7OVNhTrCBX25mUgM4VNMW5MuX8gJ8nu/bg4tAFMFCAoEE/K3oHKnycG9wxcAHeoPAHmMH/ELmPyTYApWtQX+D876HgWQup4t9vQHso0xSwcM0sA9bLYVc5lDkffZqEGYyEpk7Akk875BoMfqKb/N+yEYNwBgB6r9JECIwCUC2VcwNiAs4SuFo1eNWWbeXGdQj2QcAWM1a5h0yMAFxe3wVl2HPVP4JVm/f2KFEH4AK2Wsl5+xlZHwpzOx3aQKB43fukDcMOmSOgASfW3pm9j3vgmPOGYMjSsAGWdQxVCfr4C7wrnPQzLoMoBXCGBOEDNBneXZ7ik/wiDXbCoTtp7s6gDFZub5GiA7hRwKxsbJWl1G5svSXrTZNRQWB59VXUh5accn5TgBkgWX3PBmpCU7kv5DZ9iPKnDMu5I8NT5BIgNP32H7SrCFnaCt28/Otli7TQObLCr2GyDv/VMa1go7zK+9CBSv0tfbVsi97j4hREgDwOPOFliIAALQYw+qNAa2oNshX9r2Yt+1LOIvc8+KQSNNKk6VfW03EeABUqUwAUKNPKhUAfg7dc6/BJeaPPWVVV6tJRz/aC0y9o8NpJirOV/dmzjSqlerw5O8Yupy1WznPWD8nuNd+VM3dksqn2Yz5fHtlZWQEPlivJnLks1Y06GATZNqgj06Pc8Tn7L2Zfpx1iOx7XorCrm/ksIFt9g/VYqHao7I2d0PWPJ+2kn10E/RO7aWcoFT03DkB7BjbOIT2YVl6HvT4BH5KF6uOlh7WYGb37vRpK8DQqnMpeZogB6NLPsuermPG/bEHo/ZLIZ133P7RBYKyxvVn8x3pidxz28rBs5j7Sa9HjJfggme9gbc6q3nOVsYgswROZRagYspznP0p8It9K2U3zyEowHlEYFTb3HOpfXonMAooy88IftKLdhNLBIU9zxbIdH2tjGdNoObDgr5M8I2q3beZl1aWZF8UnMnPCBCyr0ox3sxfnHUTpZgnbCzer0F+9nv7DuMgkQ3vGUHvP/YAOto2AQK+OvNrnNtT93X6YhKsQw+XAQK3vaBvgIQsFnudvcn6vE3QzURCT8RWGEXZd2mynq3chXY/OobnksnNvmhfvp6TJlUYxPT8A6iF/YR7AIS5xtjUBFpliSllOIDU2AisRXXu2FTKm7YWcvXmbfqxTZ9O1nT9DfQhe4agAXucIHXnL9+hysKkOmwsacJxuqUizdx23zl3BznKwwA27yV45oXRQ/BMgLXVlE3QBXiI45wABnImPT/zQzWpfUA9V6DCzO8TjG/AK0H7i0tswAAOofQrmFhGDSqSvY+XSb9kf2O/EMCA3kynX8VM1WADIpUF9pqV1iwlYLWUygYAuNZnYD5J6jR4oKJ3D/lX5VI7tuBH9LEVfyYBf4zOkS0H/QmgkcAw9lVktcBU5KcJBrkvctH4WYLyrOd5AgVUmJrMElrpzN1daFlLaxZZsNpUKjDOgia0TY8vqhxkr/g5Ac4AA7kH+whaeH1RE0YAENqHvIlW0TcZU2nZsZEA7/l7Poe9ja6lR6M9ygDN6DkZ6sr0n0O2aweWhtMqK0At+3XzRz/KpA9p53k268beICi4/sv2bqdHZ2kquy8JQqnTaxdhmx/8SuMZAon6suxpXILSkWeu2c+nCVetgsy89bzoWthLeysX2wcudgef431NEODc4vwShKPqB+CWM4wzjioagdnIJwBwE0BNYtI2ld4b2wSgisszLpV5CX57vsFAQIIFNrUAFfpDml4SSEjA2ljEVAkU+Pb8ql/e82kT2OxBRiUl1Xh8AJ3G87uvB2xG710/ua7+4N1psWGCArpeqm3OhO0Hzd9JTGEPQptPUtOuMcAt8tqEhgQepZOX5rdg24DrGyeiCrOAyCQBr4p+E0B0k0r4LvMC6F6GC3y3gDo3odXd+zxPz1sS9jERqSy0bzAyrF7bfnYArVw//PCke+RdxlhmksiPlbS8q8mdBDsJKqKfKq+ZP84a9NvaZ/1sKkcJdl+1OobEDxJPqNLBvgG0p2+jACzreazClRITvUNw3GRFOcqk0pcauEktA+af7if1ry1DAMAYO7Y1c4c9JzCPvjCxCd/hIglPPIuKdfqEUqHFeQDwf/NSmb8fytAXT593ngpQD304f/8wPsL39D2FZj4PZZ1pKdVkn1YgB4D61bPuf4Lu2NDYctiITbDN7znnGyfJHxJpSIbgffkOa8aeAPxfv04/DV8g46WSOLYWvUe3bcn1ddafhN2pmFbeCUgDzumHtbp39I52rNXEDAmgBUCFhBf9guNZUJarvCdgKeOh+pXEAfzKn366q91LdSgXupG99T4VwKyhVY5WgbKnHmU/MUaqG7nn9ZNnldctLGirg+gBGAY4M+gHLEUlm1A92t2e9ZYFyYtYAXL8Oc/gXGqPb+Ih1Y3KQHV/PSfpeB/c513fRW6VE+5PUgV2IfYcSagwYLRPOe1dyoJgZSM+Afrr5iX7CR9LndM2VPkdMuF+x17P90PbzfnwY3s56ys/fYoOkXmBS1pvnpH9kGRDns8ZSG95bPX2Pu9E5CxNssdN1p/YAGvP+c7aNmEk92Gu7TMNwB5ZujJ5GntpW3qhi0gqBTTC13t8SdLRuyY6Mm1Wd21LHNsY3IbuGAvgYfte0s7N80n9pk5GDmlRxLzRh75nR8bNvd5Cz5xVuAhtM9WXj6JfruLjnGNLkpBNC5b0vQ0K5xp+IEYHs0/slcwTcYfGpfChagvaPoar+oKKu+iiX//aSkLbsFnxyiXstnGdTpVzX/NGP6RnOIkIkZ8mLJS6WwBcBh+S4yhQ4csyEuAPUTHu/TiEBJ94Gj4F923tTP4sy0nZZWC3imxSyYxd0jSk2rZWvlJBb1SUajwScfCxofqN3xubD9l68oSEVb6Yczv65uVP9tIFAH50QYLJxFny8I8BGwERsf2Y7+e0cYjO/g5Gjdzi5iV6Av80/bxzX9YJvY8fx89J0uk521ASvnGo6qNDbV8hrtLPx4bGxmINtnfz5J4JADUug59D7M1YcjGCyD5zusU1MKTVjqpdYzU9+8Sk0sx3Pv4u59ir0Gp/+3Z19j//y5uzuzfYw5EvWutQopn9eJU9YmzDuDEtfLBJKvdJXPoWqt/vUjX+9/4u34tMoS9q/+oHlkoduzQ6gLWCZpt1bB/yJoBmb25yLMYx9jp+agBdbCQLWOjRanX9+jowYZGciFyjp88yn9WtrDj+U+2ZKY7DF88x8iH21TvaR2U/XOfsQG+PW9YEl8oZZgJy1HUeADj7mnOg8p+9Kr5APF0AGTuqflZudv3UhLmHMKnkHhZGYVsQq9IG52HoXOj81/aijzN/uX4+TKb579c3tiZa/XY/ydHIFrYF9tqbO2NvJNGwz7eNE+dHY00ZL899kPX8p//09oxXeBwdwbNN+IjfnTOdwpT6QSTc5Uzn/W+TGdBK74DwH5NA9+d//iL3kdJZphPW0AIFGS5grcn3xw5h3zLfsOrU98talwkNdy//lK2JuUFsEfw8tJgNWm7wu/UZF/dhgR42kcsK58bviCtnP2DjtVBwFVZuC7gqO59yg493GaCV88dWDZ6VgvbICmuI7MCyIj208UeShKCt12/jJywj4Hx9LpgjJ0TAz6XHrmRUhyPL48pUFvYC3EUvccFIQFJ043CNu6k/0HNNXh/652q03l+5aswoL20yrd9F59Wvais8zl3W4RjD4HuLbe0GMKaaPXb7breEw1xDeQE7frbgaB3EzJIOlIGcw++oXB3aDyhkoQxbJefAd5PmL1NV5wPdgOsc/m4lsJO7FSebBapQ9esz/NMqYMe8Dh/PPn5vF4N5q9JyBXq4sNIazgSTftkz2N6GfpvvHYXFgAO/Kw1tF6Sf6v9LXWv2f3/j436xoHtPncHJMG9QaN6RDcX7aNeNI7dv4vv11r33ZtlLu8tB3++M01vHb+6z1cgG/f3cfh8B37nYoPwCDFs13PebSVnHzXussAp0zai7MY8UVAIN0oYBJHGzAUMnu0KwS2CUf7MpedVWOZyI7WYeH2fEQH/piQuAR2ZjhBBEs1rtCMYVFG0Q001YKqJmMVmxw6UzvVVzyv6xAt7AFo4K41ABERDdqkAVxG7yUxr0pTA1893n7J453TsdwyjWo3w5tlMFuPOOkb9AGp8BeFrlunNUo3syXorvopAbNNZw3LWVcuNYmamcxxjOmpzKB/dbkAlFxLJ/6nPtcbyV2wAdXbouOPsSRXzU4vsOm9yBXmjl41JOkVpSJYhTiCxDq+F6NluPIMroKIPygiQbZFraBGld3dO7H/gcGVZcyIFz4L8FPwyiLQC8Ve6nAePt6dWD5tAfhb28Mz//HtnqGvYQyrzW0dVoX4fexIYYyXmPUoJPRfXejXegokMjiEylY38y7mEA32SYGiMzDubIPgcCQJv4ghIhuLayQd/U9n3cPY3xXYpjdCYUP1aG7oHjfjJ4uX3At6KCWwCYIst8zt5IVhgyVuTW6n8NqQXqt6qQteo5kgk7VGhlbOyf0nhMRSXvisHDj5l3qrYwou0lemIxEFLKXwtewMaQv1hZfaz83SpkgpV18DOA9saKzHaMBI4OOt+kjfaNnBSxlS2eg0EtCJ21jkFfuWr/VWn1TJ6QsvlI4YYhrSFVWem5xdwQLFFWrbrVINqL88mEEgOey2JResn8zkoSq7hLbcIeRDZK1TaOOoYEE8i6DQUmQaj23o0MLAgr+CO93eqtDbwvxZoOAi+AXsA4Nsi7tJpNTgBIYo+xDgAzdZQ9jxfE1l4YRoFWFrsnDa5TjWLVrc5PjNs5m5V/z7ddrlZ0dFCMyzOwpit7EGemdEo4JdK4bLJRDcx8nrW/TNCUvVDwlf07NzfLMMZ9jQoN2DoVyHbuTd87rj5jEhA6d2NQkiVboIg9n89hxK+xWPkeV702WXXcJspYPXG8nNPSNee50I9uIknnERcKsantIMhrINuziF9QbdRKtyYvGUiEFrV7Y0BlQNPqrFSLsN84Q60WAtylmkn7iN7mZAZbUcrna15XpjVuqT6WThEZ5xalnu35hL1AMobVxe8JGk4Qmv6IBPGgk2z1LbJExXYcRYJNzPFtAnNkT+I4si5kCOOQNnCRfcK+o+pK3YLMoVvseX72M2thP+MG9aGmzfUpySgE36wERlYEBZiP0szWgcKuUKc3QFP7wCQlnGKy1akGay/0Ov0AHsg1Xs+ekwSdMq5GJNRpzQzOfdEdaztyr22BgbySUV7ZPzl/AEn4XXtNZfrR3fQ+LE1lK3OsfOfe2I9L/8h7rexI/y6QY1LXMckJh1fKb3pcCXCv3r2IY0/QED2j/e3+I3DAReVHg67RoejZ9ofLXmmCUHQlwXrkWypJbA49+drk1XdWSpcmKS+9STq7H7aVhpUA2m0EKvbcxz4h414A28AMThs2FIEVKgL1XxoJMykm+8bWCACFG3yc89YZMpSW9bfS1PN4z98mo/ZclYpZ6lf30wLA6Hj6SxaYn2ALgrCJpibxOCbOOcBaLnLtKHYZk65jkd2BQDYAWPr53d6qp04uZMCqNyu7CuiV4nLBTKpQBSmgM2bOCbazb2sD5F7tI5j/oEeg9M8GZc24Jhs971nmA+UDOkcp4wnSok/ZC55hnIucPaX3zR79/EmGH/bARapJC1x/Zo9Iv8ifJhkQDEfPrZ6PbBK04f2gniewZiILekYKT+0Rdag+rgCwNopBRMYM4F3frzYPwcFRpXNG9wZV/5xXnkvMicxB9vnjO/Y/XP+CqquAA62GIphJEpm6CfuWigkqeQSaE9hKZQl+dxM+IqzIJyASVOYNjLeaUR3SCpoESpuZj82JrRdZaV/tRMIAitD59hE1oactG9BfmYSlll3ZVFyQG+iirWBdvxcQZNv2IASX6d+MzvaClh3aX2nYARIEASagDktB1paKPQMX0WNJxAC4L/V3bXTkKHpy9hK2u7TDAerxPxogNRlaM8lkpe3zhtxRBUZ1OKALMgZ1LQHPZZcBnIBqmov+hbwbILS9ZfVL3gcI0DZwr1IN941nE/zL+LBBr5Js0irg+pnMtefJ0lZzFnJmYU8smwt2gUklXlTGNNGtdMK2JuFqr9YAwOwT7ocewAdgzdivrV4DKAPsLgCFvkQXOSf8N8E5A6+CP9Wj/T60jFZuc+Y3ONVSdgNhrUzFL+ZW3WfofAIHUsoemcdMplh73rmDuh1wjICittDGAnxj3k9qbC7eQ/1jQh5AD7psE3oq32t/UfETesNWakbX3CaBZ88fEnpWRuufjO7xXGBPcRYnKSpVmAX7h0IYcPNx6D2ZHwKg+O6Ccdjn9LVmXo6V+yTnHMfmkrfCMF+h7QB7sIkDnScSOZM8FH1kpb26grFhrwA21c/j/SMDrr22EJ8/VFE2QfMkvoGvGvkHhGePGbciAUVGmDepnMNOQ99ol9PPj2QIafO5SEChDztVbiSOoHff3FKpkgB8WAMuJkkBkeLcwb/jd98mxvc4QFt7WSY4+5ZzHHsQn6lFJbnvs1QQ56e4bsvmQRAVWWi7ke73SQ6i5UF0XSnC67PwmeyT2H7rFzRekPEjhrDiQAtdSe/6upvYM91bTcw1aYCEKO23TX7ut9yq+Qc7oDSc9AlMYB59V0YgbBD6gs8eUo8pqyY4AAi/1Xfc5N8F50gkrd3NvTcgQO9cbTDHo58IUMQ92paHOGuTSLL38g4kNbTydMWs549/AeSXJUsfmyloT+ux/9jTyDqAkm2XTPB0fWibw77ivA6d7DUU3thHVCpSpc66qAOw79lPVCBKSz/+eJ7cfsowig3dPXqCNeAs9Zww8cgXcKwE69HRyoGsDATm125DlrGVGrjPYl+nn7G0m/pmxjwYOz5HkgAiB/jlxFCQp8dp9It9V3Aidsxd+k2TmHWVStAmCzdhUv8amXj3VlCIvX6ValZsUs7Zp0lsaquTnLstlgBRauxb3WBhC/+d9e2aoQg2NlzTpAvFfODn7BH5PkwyjPPyIgwiofj9gz+6jC2S922iaNYqeg2dc/4gVK9N4ONd9C/amJWn5N2/AK72bMJOV6ShGAYYBDh+Pm0eaiPhGy9lo0a7a8K9NqbWv+Xn8wx8LJI077BJIkMmSloAUbb5jIr+sKWOvyXJ5yLvk7E/5P6Jx3yjXyuOkH05P1B5ybabcTAE7B32M7r4KtXX9WXmGGMYyMEjKr1JPM5afOSsonNO9Op54zT4+feSRCF4zPD5/cufqOZXb1M1iewCLjJ2dC+Jdp/iYz7MuXmf+cv8kxoBsHf7mgALY4l+TDXlk9A+I2mvw5TzXdbGWBKUtMb+SZYBuCubXiZmGZzwZUmiRF+wHtgkPRM0W2sfKn+yRlqBjq8rWMRzaHHw9TOJaqwhjEECldjd24sXk+Um58uHDw/P/td/9SEV2mnxQCuUrAHzUTrp6Or7bUVm/KuxkOg27PRWY2b82D5fPt2e/YO/+IPIevY/1mdjFrKkdcVj48C8RVIqqgpWJPTYeeS1bVMmzs++Aydivh9EHtAl2EhNFG5CFf6hrZSQHdYD/4+ET+am61RZQYfqz5nsQNKclbzvqQrN+j2Jv16ZRDfmcxUDxG5FXPesz2qP3/r86mTsQ+aZM5SziXn+JtWRuyEfI2kTQBaA0gSZAOfxR7ADmBPjcDyEcRKngt3A5FaeC5HbbajWF4dg7gGMYQvpWlOBTwVw4goAkzsHlRHeIbeFaQs7MVJ39i/+myTV5Yy8yGfp2935J4E1/w0oXvYM7PYkyODTeWCwrdWfTPbf/bOc3QGQeecH57LQYAPhn7YaNjYC9mEJPthTTZLXNl87Df9hmZZguGzRz1Rr42cccMaZayd0cCD2SSa39OldChOcLFSBySProaj3Yp+Y0CVwvckPFArY41xmShIBeo4EBDeZJbGkzK3nMJNJsQUU0baNWCaxgQiri2QxPUhA/6MxmBnvVihPmKDrQx6WtUX4+4DYotrsA+OeYkVcMEfUxq0NuM8xTmth21FXi4cMLfXoDcSzSdRHFd6bqOM5b2XE/O7N+w2H6hAeABgOjTkAthfr7wOAvakZm/VJ+XsGaS+I47UvV4C3tFUGcTcbhk8y4NOewig75LKUcwPAGoDimfJvrOF+CiI1o3+ef/j9bpQulPc8BFlqGLkRDwHhk7Ev0HP6Pr8XAB6gpPcdZ7N0F2O0M+4Fo+snYROMI7dz32BS0x3MIthqyR2rGVW/b5yAXdJLG1QfOuyDMSJww1UFWSDAZu3SRg0tlp5KhXsN5l+CJoIGXAsurMwcxHREqt8bcK8ZC6e02AB6nRucmBOK14xjC04Fi1eOpmyfsWcDtFqmLyPNy+nF4yv8rbpRKFFiLcMfg+xYeasD4IEitRtG41YE8nN02qHJ+DiMlfM8aHvQ8V2DVwZKCNRt3yvBVscr4OmYcJRaUTAJAsVa+mc/e9xDZigfD6zdP6f/3uAsWcX2H/JaauPtAdp3igJZMMggfO+e8Ql0Ok+T1TUA8B42Gxz2fTzc2KundJHI8ALABLNxLhEtgoQYjbziAn+7d3mmTjEyqeHEerg+Bv8Ehdy7Jn8IzGDESI2FA+jYea5gpaDtvtMCGQ32jRgJvABsb18n9eEa60sRvKDZvvvqsvbzm0BbaVQz9spbrVn2+gaN59QYGdBRI/M4z+7RzcdxWUb/zv4kcHMKAEs/yz0Jgkp72yAdn6usHCuXMajcE85jM9gG/OM9Wnk0MgdlyoJuNq93f271WIOcFRcD/wQoWE+CcpWFOn5UiWiwkvxCheMmTCyVY6mvR88tPYV92jTgmBeojTDeCyw1yCoLADK0mcoEcFt9CwjA2FuRjA4RuAGgKuVh3h8ZxGheg0yK7u3/xnc4dE2MqB6mwjjzW+OqdI+RTZysODlbUdr9lc9jzGwiQCum6W3DudJMW/d1q1SqBzOqsgfk95MEw/w/GmpG1Ku9gJbZQH2xVV2IDvejAmOps8l2axKJtz3MYQPLo9N5JysAAHWgEdFw2EDV7mX2l0FQLUvGDFhmEg5nC5XFAsHd41nLUjgWRM9XqvO5t/PYao5JNtlEIwEzqRYbdOm6GATcqu+lb9y9tlTwPbMKVEqnvH2NOdOoLGfNCVxZib26JnRAeCq8A+Ba9YRUYQbHTTw4TSgjWItOYW61j+3jxr/Zr0sz3IHPtefVVTI3BReUK/ZKM/GrC+wL1+qRCWqyrwqatZqJXmMCLtKPUZ1kxWJ1jMqzcsxc8wzWvYHhsisYyOzZVMqdBfzjRNBTVgnUyeP7E/iUhpVAeAIlAGu5PYZwz9vsw2XYKDCbqhWTmaQE5/kGb1x3dDpVlsiUTpVntj157dtrn3FAWKmjmkQwwReWpf34mompQ13bjHvFyKeCQkp0zy6CUQSJCBhuEkcpP6cnEusKAMy88Bwr6sZon+SHMihMRamJN2Yn8/5NeoqI4pwTeGk2b9ahgAN0801k47+lKPvpp1CWVnBhNpABgeFfNFCsIY8MMmWMrT13y7qgPmoSWQMGJJIRJKa6VKAc25fAA/MiIG8CQPVkxqGtzVxbwccMrbgwKAKozJG9kXUw+TwVJgKf0ASTIGLGseuO4HKmJlucnm3N+CegoiNkD6YEjxMJtF9UxvVRZ4V5qJ1bm88gSwqkenbZk537u45Ua3U98zNoo5kPKJnZQ2VqiHzwd/YEVWGcLbVnq9sZl+Av2cCe954fpTWEgQX7st6ZfgSBIQKtONQMoRT3JwAw97XqORXksAwM+MO4S3WW4QM4cZT1zGpfwHWCCdDZu933kzUB3eqcmujCGWTPOIExKgW1Qw08S4sKAGz/0CZB0NO5Z6z2RO2h/HkW6lOANYKmXPSO3N6EvC9UkFtt18S+3Pd3AeCCDxlLkzwApalypGqcgGP+To81AkHaqla+YGMAnmEPcFEJ1Cz3XAQxoIOk7yBB1oRnG6B5k6ApCSOl7qafIQFzqpBy31LFdS+OLRddTk9uxIVgYlsAZK9ju1LtV58ojvyb0BADCCAD9PdU36o70M3sZ4LFDVoTsGBvt4qaoDAtE6hCIeBB1EFNik+ujktwjaz2PstqLdbeIIKOe2WZChy+GXlbu73Bo4yDYC3yAGVu6a7zfgRU0PPLtNP5pOJ7gpXSLJuogm6hGkK2jQSengsU34s+LuVx5Ie9Q+UiVdYwyrAuVBMhN1CG9n0jN+1/XsALUBkwW9AfmbN/lQD3JhByanxIa4Ptca0ukkGBwJCX3F+AMIAP0L+WqSTzD52n7mDoGfM8KhE4a9rLmjnO87ATTLry+SRfMef0q+SryDY0kQR32t94gJNtl4BNhxyhrzt+2C2a8BI6xgREeW/Wcn0cK67Muj/PmqMrrJhL4D0BzE1oJLDLhS2wZ0ep98Yv6y9r9zMn2ddQykVGsGcBTtYfJ6loz0TPC2yg7J3QXW4lR4GiyAbBNSn5qWJERjh/9FX5PbqEajUqDZl3ZAtfoIlE+Qnrwl5GT1TvkrxHYjQJhFCjZ64AFRkPur/BuewrfCyp3wFftYvWJyOposl1OXsImJOssYk2BDavElDcdlzrnzE1vCt65sG5NgFgh0w6BD+h0DZhh+pzL+I7qRxPVV/1ZM4h9BBBR/79/QN6BLq/ZKM5Jjq05x69ZAEGA16hBzjT9NeZz6l+wJdpApy20ALA2CpS5B/bQ1hdbVU6SSZS8hm/oHpPXxV2AqpmtZm3FYpJSdgmUPpbb2F3yQAAIABJREFUTYX8rkw0wZYksDIWoGNIkrJiB70CUMu4WU+C6swRc2gleqorX1O9Y4/XVlvP+dVAc+1Igrxj749fiP4QUARwtJWBexcZkRIdufv0GdaUVNPmfCSw/zU93jnX8aUuoncfksg2thnn09tW9OuPAwChh9lXn0i2zD+PaRnDupGwmTPhSSrK+5z2IaSXc5gmQimLvBGItxp+bQ3PQ55DohV6l3Hh36G7eO625cIv+ZQzsmua9YVdpGPCtqrvGVAgSSllgam9xP4bCnvkhODr+NcXSfrAa4Oqn8B32RCyFq2sngg0a4IeaSUnszjsX1SftsVS9ilVw8g5vgP7rYBgbQXGpY+HbtnkQvazAXXbJHWFGFtjIMYmSP4gyY/1qq0E1XNtHItY3qS6tWVufrvANzKKX4vMcM4wbkCoy6vQuua9eReAGfqR3r1JJW6SVbiukwRA7+8PqQb+4Yes21Bo2nfXtkDohPbk5QyPjilzAtTUJMXgYxV+IS4AkHMRYPaV+7IiIwMIFwF7fg5DCnpwx28skvMjFbgkf0ZwrwPCPg54SI/Z/X0Z9/DWG68gNoUsyTTARc9N6MprW+UfABvs2IurzBG+1gDA+oRWhtOvmdjDVfT5l7wXcaYm2g3rA3bRd9E3XE83AS9ySLLIFxhO5uzrSgxoVUBsglCPYm89iNy3ijIPJnHg+tmns7/5714H5KeKM3bhZ5kjAIixHX4VBgyAww+hYM3uKPj3Dbr1xssz7uwVdIcUwsY+mE9sOZJaHk0CB6A9+qIgXED+z/X3iTdqn9NSon71F5OyqKwuI2P035ckhQCmsofrWwVsexBQlEo75gv5YMyc+cgpVL8/vMg75n3Ovtqn/ef8/B12fiYJEwr7sv+dX9JGgj2EPj6fGPa7+rEmIbF+F00SzqRmuO9J4s2YWPyH+TzjeP+Oczfrm/6qbCl07sufkuxF7JPzNPYrMsy/L9L3+SLAF67+Tz+GHhrAtSEkYnQ4OyQVASghl+i1VJcnqVDqWVi2bE/ShH/iP9knlwGImV/2FrYlFNdcJPWSnPDih2fVPyTkPXv2vOtloqnsTTAL4X/W50j/VnQva/0l5wYJkTcv9QHPUm1cxqxUbALuqVXynOzFl+k7/K//dYDG13nhAO/vaeib8eMXXT95Xp1LoQmlfI1/4y81lsIZnbfEV6Ga9eHXs7//F88z3fku8Z3GeIgjYA/gz8SWTiLCNXZPxoRcNAkm9+YcbqyL5F6Yb3JvcsqW7p59wTYpRe7E+Thrv2XOP1LFSfX7VH/qxg1wiT8GDfzgOJwPJAZ8ydyROPgoMYfGR1u8ELmAfhi/YFzbrbzFTkQXlrErb498eVZKxc9ZYyznWDzAFiGmAaBrPNc43Lu3UvpuEYC6CUVH0kDOz8gZetAz3spW49zGyB+FacBOEgK7yDT+KmuPG9qYUWNa7IOcl6EGb6xmAOAv2ceX8cU/B10uU1Ns7Vb85svvklTRpLax3aFKr+sSufn5a2yTjP8y8vUnf4ofjo+WdUIeGrsKXTSVrFkTxkkyG0SS9ac9+iv/zBH+WW2u/JLkAvyXT8VmxJ7AYZFb41eedTLnGT8lIb+MhEnuQB6RS20vcB/irOhnvy9LgHFF9NX9MvOaEGdrVXcDuo6YRxklulbQxavvjIEif+px/A1kQMpon7UA8FItL/5hsSI6EHn2WQsAS+OM/SkTLPuzifW84xTouQfYbxlv5KafhaGGJAHcyUlMIRkAO53LYkXGbewUdbZ1A8qC1+KaNRuyQswxsnWoAIbCUSrVcWS7EE7CBgZ7o4IIPMXAS4NYDQTMk/rS/uUUODRLY+7N1xu0RIkewdcNKChIUoNx/yqFec5WPf0+8HZHwPcb/Mk9FjxYxdA9mGvHvGPS0XOMC4ZIATI/q0Fw8pLH160i2eonK5Z9rpnwG9CbOeFAwNkYzXyYk9zv0PM2u6h0inEMD+9LtiCOygBHs1cOYzoFDaE4srriCKAWjDlQl03F86xRgf78T6DNjXdKJ3r63lvlyusXWBrQab93XHcDpNWHM2/OCfc/Jhqsg62O2MAZk2PQzjERbBve9RrrBkK3qrSKID9vRlEDtzql/htZc7Gs4PLdd96XBguDsc2yuW8md/ueMnSblLuZ+54j3zifp5Q8mxFaYJWkhaZujINUh2qD82RmOCj23WYtbdCvcosMMF+zwXt4TcrJd5MSUmdmBKH98XLaMNcbTD+lPV2wdfnfeTaHB/OLIrZ60HURJGTDKRNkJBMIbb7sAPoLpjIGA4lurO3vS4C0lZ65N/tYWl2VVMHiZtDwbPUMzyu1bCZhq1l23TBACnB2Lw7FRMbZpvL05mww1kydb1lHx6oc8Pzu6cqMGWXbH5Dxztmk0h1QhENrjXLM6tUhCAAGztJ6NQGiAIrvbob16s9jVT2/2z7NSqLyVOobANLpy1pTgUNudHG/t/u9VW0jh/mcVUtSXjC/fffJ7FllbEagzuJWNJdhoFmI6rMCdIwbcHL3CWBMga68W17H6i4C6NIwCgyqJ5S30Z0cjjMGaX4x7uzJwblihZb92I6XCRh7QHGv7akOxTTvsrqlQeTowVYCZX0bvOteleK1iT98hRDDnjdTCbqVxXXihwJcYHwrFwVQuQrujeO9PQzWiNuEjfPDmhMQInBhBvXq/Qac9yVrWKAvDXJh6DXoSOU1GYWMIfNKXyT2AyBEkynIii3t5DFJRuDTQx/jhPsQNCiOkvsQRDpU4+ZnpYHqIdYl6zxbdbMtEgRw9nOrm1uNDMDDuVBgzIq77d37oAa1FLyez9UOvjFJOQRlcCgGyOZMFMBBx2JHWPXGuK3kQ0alLK55MTYCt+weyPgJWvJMKbs1nAHmpcL20RpUVGUDqsTCQdc061v66KxCA+/tV0T26uxXfnfoj5t7LJ3qAoFyqVpNyzlhZRGgIBqCasrQpUa2LuMEIHsEDAi0sJ8LwuXFqMjCiSv4Hh2w/S8FPgHUpfPjukhPLM5rdH7pKWOBF4iZQBY0P8vOsHaae9m+7laCzl5tBqf9vQhilNIuMlQHC3eve8bKwT47IAB6ro5xK6pdk1LmkJFb414dy1ZG9l15AzkANwSdt2fhzkd7X+aDGMdkVbN+BPg2YLhMAaW5zFlmwoq9RnFqe9/sXf5OcMd9vIC89OGlKGpgSLAeOttnT6HIJJOcSiNtDCjg6sgABkSezgEsy7DgPc4HAP6O7Fi+FfmFGeE+FFRQX+U9ABlLbxVnFbBWtgjtuxuoepNxipGPM4EDxl5xrU2gl+Kf71hJwlhwNqB/xEEDXLL3rfoWJ6U9TnHxAiRsdRIyyNlflophHqkNPYElkxHtT2h1grqT2wJQEkguUJDg4bIUoFP4b3TRqQOyVarqQeWG6sj2Oi7Alj9xTgV98qzazdrQ6IcP7YGTqqTQrfFv1opA50V6UnEBYHERlH4EtV7BZc9Ugj/8592b246fMZY1IvsEWWJ/fYnuJthOEAb7l2Ck7EAC6oxYajGuZGq/ogoxy5DhUEHyNRRnyGQDsvk+YBlB01ZLYw/lq+wTggqlvGqlvklz2Hetlm8ihXYR1RabgMfYax80q90gS/vE1mmkegIgeexTwigNVtAryb1bwDHIOUGIJlUkYEXgCwmiQggV1bkiiDg28fuh82V9kaX2YI9MXiX4zQsxNoKpVvhCR20lJetbAGzOOZgDBKLZ38oOct9+WVOZdGSOYU/KXILOvEyggwB4JCw/g+0mY874CWpQLc4aARgiL8gbOlkqSWQL+cDuYB+hO014kN5ZncP+AgzETiGznXlk779PQIT9jK1kZb6VkwR+0V3sCQD3L+nNaq9WaMUNomBXtlKqZ5OsPlRZEhQX7MFetEIefVjQpUEwKvu1A/RnrKRinIwd4KeAHD7NBBRqo2GrZb+acR6QhDO5tg3nRsaYeUEHsOdLw5z3R+YepzqIuX57B2UhPh5efSqTAtqgJ/guABta7H6e3/6MVMkk2HgZmtcGGrN3sSXa860XAJlUx5scSmBSW12w1qBkAP8GEugr7nzYh9cekFLsUlkMQOH5ia3UvXyPilTObSvAcQ9I7FhGrqJHkdln6e1HIiAyyXqhJ5kTKnGPZuS9gHyhnc5EA/jClsE+4Lyk0otAIDJDFSPfISDUpKyZb+aoSRokhwHUxc5grakixZYBzH2bCrDWjeTln+Y8abJLzwvBx/ZhzblWUyWVQfagA5AF7DQIBnCN7YbOKtNFflbNHlljjOod5x+g+ZT5ZX3HV0mQ4VnuXxJOEpDnG7mXwePQoI7vXw3Xg1sfxYRLQGMCiqmKze8Fj5W19fttQzWJmJlv6F61u5gbgSh7aVs5uq12WP+CQAkyXmWfYCO0v2U+135jWf8GziOf2EkmSGiTHIAbbLR87vnzY6VuAcJp14D8ovcAzblIbii4G5m0kp2hBwCO+JPop1xpCwoyGztgvbHzv0Eln/8BSqBDAKo403nP6moC8P03dhGU2A8TsA/97X166jEOElxImOJ8BmCSCUY7GbYGbXhamLQKtHsYvUhQPcAb7WzyziSElCYR3dB2VZ7NJGK1l+74KU+fXRdIfvcuFasA1G0syRJrAONLQSWNP3T1xDjQ+X2SAkyQAvzhbLB6kmp1k5IUE1s7wNKxdjE2E3YuP0cu6HuLXaPBl4B+9BHnAvMPgFPWmtgiH3Ie7dnxM58HrAyQYjzDCrcmYmSOsHlNukI2PKfskSsTgexb7HmSb2QWoaoMKt/zBGY5v9EzfIdzhnlrxWHoRzkLACVfpdcsSYOsB/ICIMzZwLPZZwTj226FYoLszZehbEa4Hz4CQLC9CLKOzce+5gxr7+TMM2eGQDUyFMHDTyCZImc2a1GbI7Yzlbr1fSIfW5n8LJSrnEGbhIstwRptwgmzrH8YHVObKP5FhtJ2R8ht5h+9TcLCs2ehiQ4dblmcIha1jbKmvCf7hHFA1c5as/8ZKwmi7Nv3WefLq+tS1kLXTNsJZFo9ITMS641uqy3R5CGTmZu8C+AKvTkME9nrVGJJFSoDz+MwUvQ+ERR7MUNvemX1cS5bFWnLI18kcwGeG+oyMdUWLlddU56N7dhe4/gUXTe+h8+jnw2o/+RaPwcZugvtfKuvGk+EflkwvXYeeiDX8x9gSsoc5Nm8E7bl1dVlbXMq1LEFARDuAqzzDiSTYTuQeAtLROCZzj+9l3sGkfQBJTn+Fj1o+xT3P8/lH2yGrG5tHaotH9wjafPd2a//xv2zf+9PnmUffDj7IT1oa4dEflv9TtyN2MAUOi3A/TDn3THh3zi0FyBc9Dj6mSS2/Bx9+fVjkrceZ92eMabYhvcvo6Ppj8s6kLxh25bkBtTewg78EIpYkjRIguX2JIRAX0tbDtlUOEtIAg4QHhDyPcmK7XeL75ibhJXp139MkkfWIvL09o3sEC3wQA/lXLD3uevMxb3abgEmiMjmj78NxXaSUR5krTlfn6SqGNmB/hoZff0KWyZ6pqC3ftknYiH5+2X62er7fUnPU8DdxNkDrJPcsMUT9Lzle69f6jP2OdEDjx6jNwDI/PzXbBiOooJ5gEQua5N1WU/2E8zBz5/L9vLqJ1gS3teHRB/ZLgeWhtUbkb/agryn5xX79+42OiK6h/m+SBX0o7DecA+6lSCvt69JzsNnl50KbP779lgFQP989pvffjn7P/9NGITOAzS3cnhivMwttmrsS35OxS+VwVQgovfYy62gjK+DvfMwey9LevYf/0f5XXRx4wOVJeNDjPcyY4OVp3orY8eebjuE+mAil7SXaLJrfof+pSqTyduYZPs8YxdG6KDVppoWm4mlxC9gTzdOhHaYBLdWvzcGRs9zkvpINjIu16QZkkkTQ7yOTVk2mi6WsRrGx0VSD+dF48LsmibWAEQSK+LssFim7RFibnAGkHxSc6RnsPJKQp/xe+Ni3U+waWWIYbmvrsT2fdDkP2xVWE3U2dCJyzY9bJc57z7EBwIABxTER6R6tP2zy6RDsUPOZ+I0mZCHmc+//EuRdWyXu+hYbGt09sOMHxsXgBE/Vpwk89MYbGKJkcNSmzdOnmc9+Ons7/zpi7N/529C95zPkvBHckOr+jMnCF/PXycTPYtvtTTWi3PxuxaIZNoxp3juJnNooxE7Nx7dMzB7mp9/LWjKma7dZAtKk2aKwxArJ15KhW8uzgHAeJk+xRtaWEoMs8Uqskkhhm1HwDlB7C/ysrY8fs4yMWIj7n3JtzOWYYKsjGh81iT7xZKQg20Li4ySCNr4eo8aC9kaA8LOG3+KeNDiHcwNCQz4WOjD2oIweWLrZH0BgNsGazDLxp1z803+55kbD108glC6usQ14v247wEAZjE24N43zrWBRY3SnsT/vwDw4cEt4RYg2Gs3Nn9vxUl+dQoA8/P9uAtGIGf40RGtmfjTitk1MH+XNpp77QTsfffvJ0M63PP0MwsAVxAHAOe7K5yHF+p4j6Awn9/xsDhbHXsAEObB9GY6zAkHFlVSWfBSkDK/ACXjcPD8rT7edzSw52b53bldoArF0GATQYqpoD0FgOvAs4nGqdjKYAE116zvEwHb3+3zOOBbyTbzowGosuPPVsouBXcP9NECez8DKD5/AeCtLtp3YvxWhQlIto9id5nvJaAnANhKsFZKWVHb0vYRvf238mM21aks+q5sDILSghMGsjaAhbIxAHnIwpgN1sDXCBaOAPtFMMsedZ0P1oClGkON+0rdY6YPfV62F27XDAOJOZvgbcHZQabg0Gc+T8FE1pKLOPVpJfWpbByybSYwVSWd+3DgtKdAZK/BUfbtiXzuPtrK3r3n6b5eAHh3epUjiSTsGSgeCKZn/DqUUoPxOocq4klqUDaW+sqgsVW10iNwrQJb+dws7ALIUaZ8zIpCJtzAPeOy2l/jE7k/AMzMQQMYON72SmEPtwc1Snr01L4v3999YAVXd6yVG/Ocgild8Hn+qR7kntXyOvrI2f0cHmSBYYRoMGAwLuCXd0LJA/4DmI8cNvheKt6RlXwPeswCvXyGQyM3qoG/mSJzKPNdnC1A5l3fA200oEcPaTaoQYwGeDhMJ0BUzKKxuX1/Ez2WdlUDYOdA8K6/ByzLH4J+7RE9RgCDtd+XlYDLYMAz2udqBMsqUYJ0BkH5NwAbl8BRAsPMUQE5aZe6z/IPAQWCQSwLOgUHnvWzx+vxnOJZ/PlIH6ipSA0E0mewnwvGZLzoLt5S4GroR09YEVZWC5qTQzlrIrUuxobZu02C6j3cWdyvlNyZdyuOCADfb2AK+WAfdv3Ies13cIALEszeUd8oR6tb2w+Ud12qtroXx3NZuZX2TFBoQX2DxTUOkauR6z0zXFeDae4r38ExJADXLE16NNEfip8bKK7Rwbv68e4zDOmCJOxb9EG3k31FNZTYj74bwWz3uywFH7KP6gjze860ViXjyNpT+gvfgV8nF7qnTkE+p4Np4kLnIPeqg5nPU/kmeKZ+lgLRgCBBzFLx1QFxTNyPgAxVAffnrKMCAWDM/i8EUwx0oWcaWJ8kLSh5WEvmkIA1Pbu47+NQZRE0/ci5lveRDjfjm0Ao8XQqPvy+AbzOaia71VMxnGVlISArpVwpr9unMcY8ADh7WxE+Xt0D7qE9W47rKmDUszv7l+otXhcVIx2se0XQX31KdQJ0nAtY4SgQZOORGLlUxDCXVJaXWj8eM3r9HhRQyGLkjMQInuP4ka3Mc85rHBWqSLgZOpQL/UKQslXF+S7vRxCCzyxlVmN5+TnBLWw1AlTnCehtq5FWreQzZRFARGd22Ma1XfJdgpP24gZgsuq3uoMAMHNQGyn7juB3fHt0Dg46lRXI9vfZ160e7FjMXG6GKNW9o+cL5iDT83zmpQmT+U6zpqvzORcHWEQCcIyqyDw/dYSQOftx+kCf2avOylabAaAZ/ObivgTTtm8xwVe+j9PJGlOdgRMDuFMQmuAbdgSg9oArUunmd6Xq5tnsZSoIyIhP5vrNTebBir1ek4VEoK9H5UE3+msc8tu71+MfWD1X+mE8qAbrpYSzhxPOGcEhqW3XBhRM4UJWPA/Ok9XOfiJo3AD+eGO/AIDzDewYAs/Iij1R2RMEvtHtOvVNsikQZgCFq/NTOwOg0KCCutWzgOVYGn8e3aSEEyCGCtCCYCMrrAPP2V56nG/f8pKwiHzNZ7byY9ebgM7axdh66HGoQ0vpRhJZZYD1FHCU8lGQiSWgr2srApHx6CGqZFoBmC0PyDO5aX6+CuWYUNsAeijPWAv0QOesPe8NaBUMykVFMPqFi6AQ4yxwBvjW6iHkUhlaG4uAHsD9YyjZuxfMsLbqR3vCajv3pucHyQv282Ud372nH2mCUPRhzOfRK1tVv9WB7ZXZSmPtOhYMKjsuZBcgXPprAsYBGrLenM/arATFCHLZv7ogPNnpkzD2Sz/Z+22GNzJWvY9PmTX8Cho5e6LyRU9UwpwkQAQA7vzlzHkG+0J0PwlB7R9HEh/WEHu/cmrCymWC2zLykJxhVcDartoagkj4CYBA9Eku4JxeY1bAQrnsPmgiA8AgldQ5o08B4LX/TQn2gqatjF+MP+Oz7yb7dCshsNE4tzy/eS57tNRpuer/je0NAAwYhi5AHli/AjU57xkr7/0kVTpIkYxBuy9N1CXQQ6C9e4rKuMieFdgJoCaA9uAcsFOWCmmY3ecmn2nfAtxglwMOEbAkqEWgCfpH1tpKOIKgrJmJwfqivDRBVHsiExNg7yOTJvkc58wz6OhbUFG0wDmADgCR+h8hCeA6QMWzp08PMRzm7mN68jIWk3+0fzYZgO8TC2Js0rjrz+218mqCszSrXY/6H1buEtxmL3KmU5GPrWWlXFegdlTbxOT3vDc0xSw+1bXIb3suzprri/tK2DRtxzKBOVoXVC9FJ6DfrIAkgSRUhaWWjv4PsFV64hN/HZauJiiVvjufgt4w80dyIMkQ26aEe228gIQjW3EkYJxzknOQoBznMHJAEBkdsIx1DB9bheQ99sVdKpEZP2uKb2lbGZMukFMDkDK5LeMKOhhQCNADu11qRXoSC+ChU5qANwAw+/Q2lV706IYxgZ/fpZ8o30EeqFAFjH4X0B1d3DZgPDeTgL3VsY1vu34FIDAgGHqefpZH3za6tf6J1dXvYmefE1zOJwCAORe/Q1cHkEHOYIKAcaYVY62qsr83+um7rEUTd5tAQOIUCZWCKNg7JJFw3ti80TYhUMM2abG6zJ6mBH+ptlsAGP2F/7StDDhjSexRFvT92Ldf0tfSKkiuVDT+SOWsoDM2q0m1/l5KX+KYJqQxBu6PDWhPRc8t3it5Nl2Dq4yJZ+930VfM2dPIfWn4J/ETOUIPHRgNa6shn9GFkekHIDv4/xPtl50prAipsHv2lD7BrE/O8+gdwAoCw0iVNh9jMbGGf04TkI1fBswOkIPOsKUZwXPkxr3FXjDZj1voxelL6gthw1P1V9CGZIictZwZJrLIWMDZi66tjPXcsnVCezLn+bZ7Qy9ajFGfIg+UbQNAjGQEkmyHeaiJ2soO4G/rDKqsTL7iPMAHQZd//hxgq2yB6GJAGqtjXS/15dMwarCeMKwAKPM9mEEKZs8c1UanQjDfww5/+jR2UuOVsS/eo0y+Zl2nfzvAQ8bY2EFNYf2uqufaDyarf8rZ/aEtXrLOkaNg+Wf/wd9Ja5kks3yOrn4RwLVVd6Ormdd1+SqMTVA2lqg+185aYwE9iz5Er9ibU8Dw6yf6pcdmoRCfxJmHl0mKfJ+5YZGRNcaa9wmASXyNdeU8fpZkBs5ZwkiM6+MH/ZfKEeAWoH2+XHmObOujeubiRzx7LsMKvVpfBmS1iAM593mMnO8uY5gJuO8au+Pd0NE/f2VPwciU/r4B+jsNc0795v+B+r3Rl9FnBB7wJ+N/RsfZhuw8gH8P+dhH+DUm9HILdDp6b4u1gOjxMZ49g2Esz4n+YQzoMvRLqXKnMIjvQDENsPcpZwTg4PMXAsAvU1EMAEw1PfrsJswiVMIzl1zVGWXyIJEN2v7+uAwwJDvgZ1yFbpi4FHbEp4BfZRwJQPieZJk8+1mqq8E372VsgPW//avzs3/5v7w+u4l8Xb+gt2uSHzaW2KKXsPr8eNeziZ30MO9D72RYecpmR8Jw5r8FUrAupCXAP/j7aWuBOsbPzPia8BaQmL+353BsTwC7QvA9E2Vk/DzPxR7I0V2biL6z0163MtE2jAhW/od93mSY6IN7oeDnWtbFMhQyZ02MQC0iY8ZX+7xyE6uz6S3P2cJ5SVWsZmPOxtwbeVI2vxYARp4YJn+KBZS5yqRpYpLt0R06bX5PXI3ksQLArP/E+bE5OS7K5pAf37VtQvZ2EooSXvKzXNnvtwH39ccBJwHeTRLffdAk04zxbam02RdWTC/OYzJsbOHckr33IHLz3/5lKsvjN9nP3CQ2dF9tSt4BFqXoNAFCAESeR7/xJFzGB0DvPsx6Pw4F/ffffzv7e3/+LDoo7w+Tg+5YZAtWDBIztwjIYgfO4JVb1rCh5jFJUbM9P9BN6KvK1oCaE+NmjumjS1EICRRtP5Z3Zl1KV83KDX5EuID44afEY7hY37ZbmfWbI7tnEj3c6ffLPrYN2VFfbJh8TWe+1569w7yBJtkWpHyG35cVkZ/neYDQrGjxnsbOZ30ag9nCSmmd2+Iie2jZDvlixWHNdmS6iWYItXpFn1W/l/OzRUCVd9/hiCoqVr97scqcQ6etbBuLXQpobkRwgmszmBckaOD5FACuNT6AHIsxxsWxepa8CzNOey71tPvltcDZEaA8lu+3wjNCWwC0B/Q6PEzw0Rk6/fne/XC48h7zWAMNIzgT+DpWfrI/pbCsYLFZ+kJTQXhwPFRGnZ8eZsdAAD/bquF1FtZYPH7+WCnY54wzvhUAfL7UzVGnXYcx+nyW3+1mKZhFAPYIPjtuswNOQdsaV826U9n0kCV+UgPcDucwAAAgAElEQVTBeTzcm58TSCSg3aCFBuICwAsar8Ct07DObx3ak8rvAuYEBRps4EkKcMv5ZwxWnWk8lg6Q9zwY2TqlGGZ9p1mHmnZUTeR3jkEA2AwPq9+WipSf7f12DjCK1vF23hgfwWIoRDSa9t6sKXMGiOmzWBSzthEu+zWtwek4VeRHUGkrMK28Yc0UygXGe86hUCJ+iDZOcZ2NOR+6bgPYfmI+IhgasV5r8PTsGcW6FEGngGlXIONbp46/ayQi0xjmHqDrhNY46/tJSbrX6V5WPnYf+AkCB92ju675tVS7v7x4b3u5bkb50iKufLq+XKVyzX22Ent/Tma3ldtmn0Kv5nqiFTdrdddb4K39FwGQ6M3RiiKCkVQeswbus2Zerxye6JAesvk8htfOfXuFzt+3knUDoDsPCgzrnIOhlWJTvUoVaPUoYG4GQMbVNLZvRUVen8AtFxlKu2d3HaXoA0iwhzTPE3xXfwn+HvffUmC2r1sdMHrDYpjYe+0e+oflzNcNbmEI2ReXvsQFp5uQoL7xUq63CoCeKgdjvocT8zVZWhlvezjyXMaZb7f3JoYWVG7V7TwPUM9KDrPqhuIzjgSVn+3Dl58BCJUSBznMfcy+Z0MRXOZb6jgcfIIk7EVAoMpzxizV4jr1BE75MZQ6MdInwaYU0LxlLFQqr6hoK3hbHerBzjvhoAp0uvc7J/n9w4yXNZFydZzCAsACVPStsVpOWj4ASvRZ+1wR9M1nCGatzl6dpiMtjdtSzfFvft7A7OxZs83s7WTVt/rmcH4xSwQrTkFp1np0Be8hHb4yUyaCAbe8hz/vlXu3ajBBA0FHqR5Lf8++StAd45BPMw71lMYc2L6qyEp+HEjO5D67oLEgbKsGoNtv4NJ+P9uztoljA9SyrK3KPVDDck7wnaF4jKBbvSQYyXmFw9OkDGjNyXw+7GvlbytCcJ6ZT/u0GpBkTvnZ9kDBOSGxotmGdaKkNMZoJFANdU2rsIfSinlgD3ymVxZOGOuVNcAZsjLiCOzXrll7gf/uD9gn9D6xp9/2Y8GxwnAtBSAyV0qqTA4Vp1DpsM5j0K4TpurbPtvjQDGOqVJlD2KbbQVqqWhrjxzplzsW6J7Zw/T8jK7mPVoFV1olAmTsOX+GDkXHQWfWJJwEr1h/+sUY1EZe8meAQt7DAKrVisg4YBh6wwAx9EPoRkGrlU2qFrkXVUcNeg9t18PQctVxp9KtldMGwFb2mng15xiVPwtWQKFE0Bg1zZwL+ud/eXfAmAfQRbePYqos4sRTKVCKzwHkWH9pC7V1ua9JD1YzSKm1AVrBHuZMB6C7r3twLwJVXA28jE7i5Vvpleei29bmWXAKySFgTMAQvckeE2xEVlibyRhtPx97qSOv7Yc5FcwY+m8SBLjfnkbKAe9F8K3rUfriVM7FaaxuSDYxDrf9KtHNwxgzWeStuoiMCOYBoujscEQAFB6YiCr+0W8JxANOMR/t/QSQUCOaSr543AMsv3z1qoABfWv5tVTRn0rrxx77EKq4VvPMuQvIzUWgniDom1bSmAV9HRq3OuYJ/KuXPR9NcplzoEknRkoYsz3jqWaW2eFd6cYG/OasIeFtwOPanTi6eAXdr3zWIDl2L0khzB/PekwfR0ShgU6An/T15WxKsJ/nk+GNzDRxJZ97k2B+q5+GMhYqSd7vCw5mKxcdH3NL1Sb7CZliDT4kIPnwQcCQBP4Zz/YIrg0xuqgtE5q/aa+6Jo5lP678kPhRu6l2tYFzKPAY+2WqhZrEVzAACnpB5/Zsqj+DATKBi1Y7mR3eMzffawJf5qTBvNyG8xndYkIE029SIYke7P9Sf2Y9mphSmwX6tqH4p4d4q5NM8vDs85zXDTZZuXRz9OfKfFINwu/eZz8A3nDOXWX/YT9QKfHufcDK6Kq1B/Qb3MXNLGffRtCvSYKIfiiteASO86LnEI48GeFJEHkXSma+yOc47+jPie6+SHCRgAlUqwayCEyQsZ/3O1QqkIhB5JcA0YDDDVDLasIcUYkNyMjP0CHck/Oc/skmWmpjkrBQPwrZx+YHVG3g16o4bBv0nslrslPIVKEtaXXTJhJpf/TK+rL22OTM+dMAmf1x3vnmFUCFug/g1Qp65HUDzpzrVF/ErgLATzDu51DnezZ5JkvHrV3w7t1bz3346XMBArx9R3KA/ThLJR4A8+30gy5AXlplW56UISfv+PjxdavWkYfK5iPZD0oHOD1vW3Ff9gLB902gAABt72YC1WW20YYWgMGnliUF1iD2PtX7e0lfSYXfMcl5Kw2p/NuEuvVTkXspzGUdaKLt2PUGt0wAgjqV7wgMC8bj7zfBLu+OHsG2WxBSirvCPT3DFrijGnop/9u3cGIQ6B7kDH1/+5qKPtu2LP0l59GvfvX8YAMzVs7JAvyTOI9eQP/fOxcQunlFz2bPUZKJAKOQaYALfk81XPdv9zH2CXLAOAzK6++j4/Pd6DvPj2PCIMFXWz6pD+p7dS5MpLSiF7AlwGeCytCdA+w1CSoXe1VqfaummRf0EVW9VvhGb9S3tEfvJkFzNqFvCewydqunAHQ8H9lHVB9R9UvFLWPgvQF+WhkGjQJVd60qZo2KSlU/8KzPX7i3SRGA+BZhyJZAtSbrz9jbYoV+jJkz7YHQflLp371JdRztALQt36XC7x7nQOiaacnCewH+tiKaczH3plIMPcR8AZbxc8ABbCaC97zntjZTtrCNAeKzNvTi7L5A11A9xJ4E+IaFRvsLm6HtOqJ3rQaDXYB2CZMAloAs7U4awwrw9fKnrQC1FYt+pjZK5QYQsXt+Wh61wlFfpAwT+PjZ769SPc+6PnvOPLGm7tZtU4KdT4LAJt2hJ0nCwQa8vuYcZHxZKyI/maKr6mttC8YCCN64Xexikjzox4ov+vQZSY+Zu8wzSUToC7Q1+suegasjLLLYmAgtI7DXmE/X2fhMe7znuTyLqnWTHy3OWN1AUB0b0qroUJMnwewiCQfYW/TI5Z2eRD+xF5uUlH+urzfRA3YIEvdkUHmatelZnOcxh9hO7F2YnLjwP3j+JqHchnGH/SWTignhrDPVxrAlyGLTGcCaPrsJ/e+XgH58Dnljnok7PAtQtz2LZYQANMHuQweQoGlhEIx2SCwJVFRBknDMufA+YA7668UPUkOjq3jf+6G2xs7ds6IJyLBkRV+x9z7e0UeZhIrvA0pCkSwIcv6Q++UsyOQxf5yFguqJOcSnooJ+Lyvj1M6M7XUqeWEyI0HVlm8A8nye6mspiJkSbGAACeS61duxgX/6MXr4mwBw7a57n7ImsJ+QqBR9nyrlxmKapLcxAZNDZSAk0YfzNxWK2aP8NzY3iQDo2MsrwXoqW2U7IjYy9j5nXu0C3GNtLmSKiuHvMk7WGTDt/JwWMNhynBWcNVbukfzAOYo/jQ3SdhoIUwBEUvfP21vbau5HAbiYL3r9fsyfUhoDlsFkACvNJOw2WYqWOY11ABRqez+IngXUwz9Ebzb2k0nDfiTJ4DMJh5lG5Ioh3L4KM8G7m1QeP63NKpsgOhGqbBPLmAfPZao5jX1WcgfkQxG8ptVJxk++EyAcssR+olKZaujWbmTMt6/vnf1v//v7s59C+3wHk8y3+Dop516cgIrY9rTPfSJt9c3LYtaENNvF8E68L72Ov6SH8OcPN2f/6B/9kArjDr09gNnvnDul2iV5/wEyFpt54sMbd+qL8LV878ffRsayrtjdJaQjwST7lYRgmJPYr9il6CSStbT7rfxkTI2r5HlS/3JPb76/d6W8lgGRwgQAZzvVpDo29sYWKKDjaTWiz8++0OfS/gLQs2gLZiGqbrFv8BuoeH/4aBNNZeFjb+I7tjIWfyLHCYDpRWidyVcDF+HnJMSRdM1IiUljQ3JOAPKTCMWHlmWI/YweJ+7CfC2Ww32gCCfZ5959ei0/PPvn//z92auwT3A+iR+Y0Pgktgjv+SHnPzb7+sUkKiA0VLmz7sQuYTks6JlY3Is/+O7sb/3tx2d/lIr5wiCEkIgVkDAOC1bjF4Ka2nvOu/if8lv/eNa/cT/OYc5PCkBasDBgb2IK2Cro2ORl5XOyCZRpbeK1de2xHTgHcZu5B/F04l34GOiPeT7jEI8y/sk41k/pGOdMbjxlx41MA0y34AL73f7Bgtbae/Uj8kAKNQp55ObGP7Wdey7OWY3+OuB2UO3nHRnnstQ2CJ777VnKsWtuoD4VZtq22eRnZeCYsWLrkOzRZ3JG91yeX44b1cS7bNRTfK1zcPuuaUJVkEv1vKAgP1+j8khrtRUG8wDXuRN72ORIiLflxv1Xg037s36e4B99Kszq2Mz2xiYLAM9m7gTyUQHn+fHh8/N47597NksLoW9WpL8t/Wzf5TjmBZH4+fbA3fvbk1KHRy5yn7t9Cl3YCfSM0Oz773h2Tk6BVu63wZ4dy1YM4FyWzgcAGKC5m8zxnq7HAWjGaGZTc+DMgclnW0U3BxFG3Wml8OlnzdY9ZreeAtbMDb+zAswKPf6+4PspyLH3QEmZtbLrPTNRAVQDMM7161ndltfvRmYHIy4EXU29HgdRCWbzqtj5AgfDUPpGjKQzRRFw8AjcH2hlW3FyBMt5PgaDSQEGWJe2AKAGQIixbY9c3qYBAkeRfzxSjgC0h8JWr/rWOtTKwGiXUuRY/VpZ4tWR14xZeUVBEyRQgQzupZE7zvfHyDHmK0H1pfPe/bCKVVk9rq2OAu/jgWPfRjNUF8SzAl1juhnBI1sLQHG/Vlh1H7q+p8CwP9Oxs9+NtDaddyoQkdHde6uXAHdaresBu9c6NpUa5DvvrhwbkFtHmN9zcLBPDS5yY403D3R1RkHLMZLNlLdiF4XcfgRZiK34lrZBAHIvcxGPc4ohrsNtMLoVyhmAgKYVzgW3G8ySem7fpVk87e3k3ZsZVDnBmQTcZ8wZ/8xXjRySAWYNv/LZWUPkiIrXTY44mcLO/yaI1NnuRLGPBDmtOpdOoxIN0IgMJ4DE++qUC2zzHq2YLfBt0Exq8aU2VE8uDek+97jmZLyrR2QK2EQIEy/OJxC3jjE6ApCCE9zemp4dS9/IeSGgZpV0dUrnRyCFDEmBKAKzAtsYmKw3vJNU9u45VIqsCUgsqwA5kKWWJThMhQ4Vbk0KMaiJQXsEgE060eF0TVfOD8A6AABAep0KP8Q5grHzGKqZE6ODgKGVNFK6biUaADAXc0RgCHlhDgDu0Xf2r7FXlvfXgV+djpPOnBQEL22lGe0CQa43f9j7palGNy6oW+PHfbhrUcMPoBI6E/45ZL5uwpaBe3SN9D3OzYLKreyi6nt0fs/OZNTW2Yps2udZXV+Q+QBqWp1UvTAU0OwB1pcgPXsbh6u0Ng0mxUEaxx5AiTnAFqDCi6rUVmhOPxkAulYAY/gWhJc2VEB3e3ugH9iv6nSMMDYk3zPgYCU8641sIl/o9e7bXBjWGGEYjVjCTeBoRQLUdp5zXzK27hMCWs1KXaDBe9j3zTBGgxYY0eh7DEgqb6YaBbqtBosB/xtk5lZQbvHt3LdrGBAWKutWiW82v2dEaf8nGUld6vuR7V1gNc+xglrATKffYBDjqo3UIL8Vola0+Y5HKnnWUu+WwJcgD+BYdOT00EaZUpG1Nti79iBMpmoCmQ0sZE8TYN2qbpJCFvxtL9ixpXgue+o61cDor9ev33Yuceo4y88THGAoH6fiicDxZm4yvi8JcF5cXLai/G28OZw1nLTiD5FbKAmRO/sV4xTba5JXBhDifszDlwYKp/9ino++JcBM77PN6DTwzbmvLnsTgJF5BJjonq5u5HxFzxn0WaaN9vtkfobCWV2T3nSR/zpl0NKOfrfPJjLv2rfimJfN3miFDG5PkyFIAmHhCLwTFCCw+riBgq+5H0Fskg6+ElDOZ5EdgjQkSrWCEfnIM0nogQH2EwGLOMzNbC1TikCzdgvnuvpRKtaKTB1wg9FWhihXOlza1FBC27OW/V16y55lAYCz5guUAw4hiwWAGlmBOYAgjdSuOF2tTCfpKf9IS4h8JmAEwAQIOsmMTCeU1gRo6ysM1eACwKXlyzjQy6VbrJ7tKW+AK/9Fgkr1bSuYmGLpoFcn09N2/SoCkcg7/oG9FaUW507t98lcAUoAvrMHsX9IdMt73oW2FK1BUBld8/LlTbPX6QHnPbBppfTieQs6YPbpV1lJUbuGiq3cV9kyYNWgdwEwZsWzeGn/2msQ6mYqZCI7tuYA5LH6sFT5rbSTrhSgkWAwckAFFjoVwJjKAs+tSdLK2iubzJ22JzJNgATKNtaaDcg+rx3WiRyBym+w/9BhnOGcUZvswHwRSG/lfII1rbJOAABb0T6eriEy9yjZ+gQ/SiVNBXDWkIC+/Zzswcz5gF1EAJRAPvPE/BIkek+JWO/m59fP4j3p97lna8/zfsTEUx5P0M0M9fwu5yUBo88frXJ9nOAiOvVT6bxNpmnrDBI2qrQ0QrGJkRUCqg0b138gWUd7Z+mc7T8sdSvBVfQsNj46sOOun2MSBBdz2P7ZAeE5T/ueE/TyXPds28vgrT5G99kEkBGnBuTpVxcZuQ4A0mTjfPEmfXEVNyus2bPI2quXd9W3yAF6wj5eUOtJRf42SijaTnU4/hlnNFW/6DX0Hj0GsV0uk8BCgFf2g6xXguPb4qmBQc5bqpIABAhQ11w5b1DvawCGs3sZU6qD2Oyct9hMrZitDT4Ba4LNpXfMqAKkkgS1SUFHf8jn61vZd3z3T20QqtZK8wcdr/ZjQbF8i+pR9Hgpq/Oz2h8ZD/r1ggSXiZtgb2+gdPcJ1eGAZJvo+yb0+1xUUQLK3UU/bS95GRBYDxON2P9UccjOQN9Utx/rx37jPESntzouPyepoGdm1rNVdZGnm/RHfBSQ8SrJRlwAPVyAVFSDA2QA2HIWYAfQWw9mh5uXAuPdR9H/rZrN2fgs1NKsAWdiAQUSJLM/oNVDzpgwZETwx7OvLR+iR25TSSsTHIkTUsEzH8ga/ejLIkO/+Pyds5REji+ZY0BdQHT8xNoQQx+4vkL14SRaOT8A1ACWBN+TPBIZXLtPBiOArn6wIIWVzwH9AtKxH96nmpDEG95tq3nQ45cJqpYeN7Y28/h9koMMXOob8J6fUiXJ+VyWmNpdSJAAMH0cuQ/+zqubl+qU2ChNmsxZfpmzpQEOkrDaM5lALD5AAuJJhvk5nyEBurZjWZywc0ykBQg19uV5yXM9P5RTzs8m6JHcmLMYeShDSytu2FNS/3IbWwd8DLhE311bfbQvdu2iADelbtSGx/404UNd3z38c2i+o1tarR6Bxke01YxUxYyfRL+yiVUvkjhnIrnsDto92NmvX79JQhOgQpJqUrW9ifHdm9gD0bU//PDiaNPkfajaY+53za0Ij52QpXj9WuChAFEugPYmtdN6YCoskQfmnrXED0KO2Xi3t1CXRz/ke42PNYYmAIz80jsdcLc6CIC3iUHorPEf8sXqnejnJuMWUDchuz4asp7f1ZYjYSAMO4/y7sw9PgI9kAHYoE8FJGEJnkafMzdNkIzOhPoZe+z5D5fVG5yprwPS2E5Mnwv52AQ9k1loR0AyC/qdpAvsRHXcy5evwwAQkLbFgBsLAxiDmQpg66pzxZ5kvE+fAfZjq0x8DJs0a4QNOwLT876JfLkA3ZnDz6VwzQMjizJrAIJoS3GWfOIsGD9S/Y9fRoJJ9DK9X9MvFJ+U2o6/9SePs07ot5w9AYx6Xk5iDow57L/nL0y8eBediRyVQaEWK9uIfQJzRYCc9oTF1iCBDzl1XX/1q2faEzl3OXsaF2R+k7AE4cZv/4qqSxiKsJmg1E9yRXIKrGi8l9+TqEsiMFV/nIHGyGhRQAxmiw/Qv+hdYpYklMAiQMXsix8ApQMC/jUJbNOCrgl+xu+brJ3gyF38NHRmE155twfu5XcBGx8/uk6Cre0xPn9EF3iOsPWgIAbk/Vhq9vhNxIeyPrSpEVSdCtUw0/A+f/2bl02O+NUL1pNkcAH+Texk/5Po2/T1nGWXSa6pT5o+qHwOQE/qa/52vxTV96Ibv4uMkQRGZXl/lce9zjmyFL61P0pdjk1rEkIryEMtfnMTAD92K4m2VGnXBmksPgwFL0OpnAroJgqntcp5AHqYNs6zv+lX+j7xmbcBHP/V/xSblcTWjJ8OH00IzDqhX7AvSRAhsefbJ8DVgHcwqMSO5IyxpYI6kISGzEqeHx3x9u7sv/wv0nebhK7s3Q/RyexdEglqV0Vm7t8nNpckmyR4rN9QU21MPvb1XWT3Z+jPSd5OYoLtQUxGeRRbrfZmzzNjWax5WxYQx8DOhhGBeG2Gia2PbG7LEuzJtqkquw1xGc8x4jePQrFc7DMz97asHCa64rcx1zwTOQKwlcY+yU2wUhDTyoOx40goYn1pCVWWtdiI+DhcFmbQbgH2CPXQ2ztkytYO2IPIBBf2EUkTbTHUv3O+v49dBjV7Ehay5E3Uj27AF8SOg+oaymxCG7W3c3+Yq5Cte9EbVAD/k39yE1VkmxUufClif983UTNnGXEV4k4kRaCjcm9iFt/FJ2J/cWaRXMJZen4f+vskQmZf/6f/2Q+Zo96y8/RlqcFJrIpeQyeVmWj8H+JzZTjNexv2mvhmK9fzZ2xG5MaYOf4hrDEwScSfIykDOzl+Gu+8rSTBUjgDPMUjliRbUACYZ+DnfGr7n+zEfI/zeGMcK3+nOFR/h/+Oud548/whBjH4xMa2aGmw7f64P/sVvdoiNMIJHAF9D89sMQxk3HVoWLU2pgl3jIfnfxm7tz4Q9mntHmOgzBt+ub6ANmsLqRpPEKv6Ov4DcRbOgEP7jfok+Vl+XmwEGQFTmQKFAwDM4BaIORimM1unwLAvofDyLxagAVzOCRSicUqdjxNn+1gd7O/NpBOEOP3eQUE0s3IrH9ygO8F+3/vweYRig/q9L4H7LqgT3J5L8+VWgDZbUvDUewz9BO9DAIqUlv7czyAUPG/BHH/HC/uZLuTJmHZ8m9V7Wh18CqLOTPXYxvm24s7KODnOmdAJeLPYCNhKvF+uQlyQ2nn/ZaXy6Xvw/QWEdxynIMDc8iAH0G3sM07BYhdwaGgXrGa+2QQMOf9stfTSaO+9D8/IfyDkAqUYRMgLAsraMJ8DUJSaxavL1eDBZjBGQYwhXYCnzpwGE3GppaZSrtGUk2k7mfzSzRwBqYIPNZZnUxaEQVlrWOzF5t3MmQVaVpaIzWjgOW7o+Eol3Bc4HoCs41Zz730LOhDQnCrvTvPsE/4bJd5gVzMOj0Air8f4tiLRnn9HOWesy7EvSH8EfXTA3B9m15jZepxzg/oAGbs366TmXehLgGFeSjP24dDm/ltrPfvYNXRe2gC+CgyFtZmL6o32M6xDzJpa/Y2YtFKVIORkjjdgTOU7e7BV4BhQKCOD5FwcuMgxc1RgbBRHe802y+/YjxUjEyVZ+t8Btbai24AWyj4OEBVfI5alsMsYV9nriBJUNqBqhriH3Xmcp1ansFYcMjhXUf4cZAcaZuZm5sigvjqs46e6MboJB49glfJx/MO7oasXwCtI2CD5kar8lPr9AGRjVEYgS0XNM5DZjsN5LCjGWPLuVOhYDdqlYQSdbw9Dq79b3doKa3X26qcNBpk8MIbBHGJ79pjlZFCf9+T7NcinPxzPbgVw/m01lRaQej8OVPe273xYa8Ao5AxDEMWwMtj3EPTfNSLzTeB16NC4X96Z6oQGcen3MzKE6vuag9uMPCbEIDNr3+eNbBi0dlcoh8A+0ORZcb1nJ+O2N9UAs4whRtf2O8HRkaLI/cvntkoWg3PjqehOkzFYo5ETApyRb+RYMAMaNPaLVMsGcK0cXP3Ac/Uo+T/u49xJMXzcj4xlM1lbjdegmWcq1EBk96n8BAvsTcteY66le2yQqXuZDF7OliOwvNXljGTBRdaN9ysLevYqgXzOYY1vEhoYg0Fhxt8eUf2+laituicjemip+z2yy0nUyRxB24ysl5qt+sugVEFU7BYciQIyJkiY7GFVG4GU9nchUWHWnPWgL5bPZkOboc5eM2CIM21VZ3tcxlGrzHDOUrGPnxFni3GQpKSM25ed/cb6V9dFpjxzj1VWCyIogXO14gm6X8Efzk+AScE4A1vMVZNr2Ff0z6MKcfYmtopniWCl9zDjkWuDUfwK6h1BYhNIqLTmvqW8reypt/jdtv/gHnUME3XY3iacVQ1iZa5wrgh+QQFKUI95Y3w4rmaiars0oWpAfGQPCkTmkyBUs2NrYFuVVrB+KqNZI5OxGiHtvS4CdjDGd9AZ83eqlMHSI2Jv0oOTNSWYBGCA86nzqDNjOw8DWktx2l6u+T2gLZm9yAGV71TJQwmJY7tOlXYAMiATAUlh/K76uvrZcwnKdQOdJo3YYwqALkHIBimO+oB5J3DWhJYFVifQxKfaxgLnDT3Z4Nu9BkYLtE5FLjS4S4/OHq+uR44LWOPUCRqubfLmFh0QMD0OLoElbQAD7K6/lIr2XZ39lnHXAQQYImF0zrwGhzNJzGntfZysJgKxPgQgoEKk4py50AYDqAaUzQ6en7GXAUVIWiG4ZZUmleUCWlSn0jOMAGAykwfI5Z0A8KAgFWiSGn7pM3kf5ozAG+9DkNm+O1bgikeq55H59iHLPRp84DO5P30brWLlbEuv3MhuK156YBAYSRCiVPToCBM0eC4exFLR96UzJ8gJlLxXl+ndljPsfXuaan/1rMwcakvn+W2XIJgnfSsbXZuw712qtyQd0WeZBLhWXxNh5dwmOML5YtXbz/TFrR0w859noTcJYrBuslVYqfWFQHep+KjCx96A/cJeem2rkuqP6psEyzhTeG8CR01SJXCe+eD9OR+bMJbgHAA4L8XxtslKHmnStpG9LS2zAXFDqMwjgAi6nHOCXtgmHC51ns436+C5uf5ng18FU6yIZL0BI6Qklx6Zs42EJUAeAx6cs1MBj//HOZgfCQAPI1RW9dQPaVYcEMYAACAASURBVAVX9tZteyja1wrw7zZBw2ep1KlKzp83ofPk9+1pzp5F1kkKmupnzhmqwZnT9QFqc5EIQKJFz04AcABk/AjAXxOxODsfQ99dlcK+5tMbqDBQeXdD0hk0dMiPARGu9tDMfkH3Id/SuJssx3OkrreXJn4Z9h/0vldPQmWcAdpDeqrn6TfYqlECWucFt3gHKr9kXrBv/KPoL+QTilOCtIIH6vb2Co3u5mLPGqgOkM+7T+IxfhJgKO/J+JtsjN5pLzH1Or+jsgw6zwYWs2/ZG+gkAofsG/1D9jlzIdi41Zj4UpzD7fMIYNZ9Y5LXXvyMyjPkGR3QHswj/9xY30qbd2MUnHFtjTC+U5Nosmalhm6QCBtMcHMySaqneDwgFm0xuHrLA4Av/XvPfeytqWgoiw59UalcbzIhKss1IjhXYGvkXep8Ky04L3lN9PVF5Kq2QuXtY8FdLs43rtpoATYWmAZ48OckR4XimB60JD60IsWe1O0hGhpwsi4Jbh+oG0s3m7Mt70kyU0U0gyYZwF5wrKsU3WVqygVoDVAMYEawFEDcdzYACqMB724yk+wxgiBJ0mg1HmwfUjs3+Tbj/NRWAgYLSUpjbtEPnHvoU+aYdWbNmT/bethPleVbAPjnVLBSTVgqfxhS8j5liMj8d4/FtoAWmhc1MEyCNwFndJNtOEyA5JDSNn/5kh7b2DYCwAAivcfYewCytVMzkPeclfkq5yljbsUnfnbehfcmKEuPVGTB+UaoPAuxA6U6HAc772JiyuqAYSOjdzz92JtR7/gAUkgEAcDArqGCq/5xZR0glIQV+rkG3GhlG6Pn/vY5vR9wSducvULrgQH9Gp9yL7THYOUJfYZ+9x25GD92JXGGRwHv0DkkGrqH8flkNSqTQ/Y4NiHxkytsM4CM8Xk3mReAkofWP51WRH/9GwA89rf6QJ3j2Iyj5CzOWlB5WeYrKsvwP/MKVOTu3l76a/ezJoX9bQ0uywjhWQTATgsI/C3kDL8Q/xG5ww4kEaQJvZFxj3kqu7awBz19V5CO8wv7EMDjY/QjNnrntC0aAO2xobGhPp89TcUkv4NZg3WoDUBCVj6Lvd+kLOQ3z/wATXiADMZy/kB6aWSWlgiwszAfssFiM8sMgl1cX3NinJvIdhnq5u7tnIc8s7Zl9PAyam2CO/ZJwe4IBp+DcYUzlUQS7PPLJ/o6rOFtQCbbt5jYx9XlA+jLWf0ddnDW7kNaUfzZn/1h9AnniZXD2Lf4SQDyJGzg55FkyjiZs5e/cT9cPyNumc/m/GSPv77BLv4SIB3dJJjwNmxcTbDJ+rx4EVA1Mv/Tb5HZ2+hFWnpk/h4Sk3p49pv0iz37GZ2hf4hfA6ga8zHzenb2V78hgTatW2jBE9m0133GGTD78SPYToa+GN2kcB70Obr5xYsnAYvfFTws4JfqPkDOTai5zP5pK47MJ/v5cc7ubz3n2cme05XdzBNrevOKWBBylIrnzN+TJ6yf8Q32ODLxGds0Pu/3sAkMILWh2dswUkD5/Id/8EPliHZU9WWw4QHuZr913+OPZE14L8Z/k7MHn7/23QVtWR6FQQC7LDZs/ikAHOroUZWdi/XbkMEClRnj9vzFPrkKcEoSN0lRZcf68vbsxa+uOqYyONzQ+5VCBSvFH1/GXsBGvpd9GWn6zV+dnf0P/+OrQMO0IUqcYhK4YaT5Obr7+fMXnu/R9egoEgAZ7z2SFlDe2DNomvp/sTeio5C7syRovE2v63/4D5M48T0FAxZH1S+A2h2/vomp6KmMCfs3MsF+hWGDD7MmnPViEdLLN9kjsi4WQ0ES8QErPl+/pgUBPZIj06Esx6/gnRvPiu7HLofphHOyvvGwZzGv+AelZsdngdIcnCFA/YPIOfrOWDdjOLYbpf+3fgftybgH/orta3qe5A/tHLAh1ef2Z20OE7uBSu362nyYCtpQbL+05QDnAEC+icDrF5HkzpdPWr+UdYh9r31P8igAO0lGMoYMAB77hLl/c0dAGT8x8pLx/uP/+qf42C/aaozrbeIm9StqD+ETm5xPkod0+4C3sHbYMmFbFXCO6I/LevjHv3589qf/4ePIJwVB+cMJE93S/dW2K9hd9Ds3BoUfr03Peqr4SJKTzt4Y68YJ+Pv6Hqw78kEytrFYkkJiS+RsJTkHGwTbjHenGKWJ8JFlZIL7cZbwO+WI+D/v6rnApd+N7SM+U7uo/rk2Q9sHNebi+bs4Bb/kO7ZLMV7BT/BTGHt1fuMdxq2XYbVMQY31D57I3shniXyQfIpeEewlmVT2kwLTeY4sdbBWossE5WW+MPHLHsOe/YuZrr9Awt16Dtha+J4WPBKHi5xuBbCi+29fWxnMb7YKeAGKTuTaafOU3SCbWXsKAp/efSt+92f79zVIajxjHM7kL5j7u8CyhsGJg5RxHMGlY9DBCdOx7bsQ1KoTb+DJn7l4p1V7S5vM7+1Rt9O5ANOxLJ3vnl57X1aA3y34sp/pGOpcSh18oJg+Baij4I7PdIwHys0Zk1UhR0PutOq4a3TiPP5yDY5Awu9b+4JPBAMqoEfH3s2kYOokOJ/bB68b6FB17bzvnDPVVZANPi2lEsrE92J5GjRuBZ/UH6ffP1Ye+l7fuMdMPLKi4pigTN/7+HvusxWwBcoIeG3mfYMQBlb51vYD5NYGwtk4VjcZzFR574bbys8Ce3yJYFx+T4Cf6xRA3wqPfa8NBErxphOyPyvIk3VYwKTfyXtSGcrrCUCroJSfVQ4jDyia/IPyb6+dOvUe6oKprJVZhIIkVmruezWrdtBOFdtRyKVLReFO7+TMi9UsHjRSRx0pxQ9z1YDgZPR1xASbnA0cXJ1AKFg3AYEP4YS5T9onmR/N+jp2aZ+s3DleCwDzExzi3UvIdg0rAp9kIOe/65zE6Ob7299t9dLSnTGPGNmH1KNmefpEq48nm2j0zYKO9gRQWecNdEZ6SgDy0RvO++y9rMp2jg7B01YzSo1fSqNx3Hj8VhlStWcgmEMzB3m+T0DLyiXn16xeez8W3Id2OvfgYC4oxz5ay3gM39IkxVbCKLd3QUWlq8dFANuDc2SnjAAEwSezKp/nu06VFepcBlJ1orhahV4wiDVdANikgOqgfOYAALfS1aBIq1XorZqlKTC7+3v20j5n99MGG1ZWCgLl3juO3UccwOij9u0liEOlVWdVwOhLgEP2k4GobR+wQbgKUueJde/V6gwC5VDOpXJ4aCf5FSDk7hHPJwNrLAVrjTOK8durle8804QnDNVNRgH8WYOc9axzm3EQkLHq3YoO+1G6jvvdrSJWPjRq+PrhTMG5zu/QNVKQj6NfY4dtOsZaDDbGVgrGUtxIoda1R4fkNtLeyjhAIGXpHJtt37NHcHFp8QnutG9TdAABt8ob7weNHgHyyHMD7lQbTQVHp7zPM1EDsMlsPqibCdYZfCiIhdOTsTCfBMR2rtaoNbNdiICpl5bRbD/uwf2wKQgcYui2T2hZPQQOpNX1vH9ItWW++zHPRbak6jGojr4FaC0NY412Kfq7T/MqzNv2s/VMco0FSrEpvFdbMDDaZg0yCu2hzgmBkMzT0okSrCq4PjKHPuX5BDiXLaC9o/J7e0aTkW9GInsO6nees7YTgCI6B3ExgQMAw7ESwOwasO9bbcbYQ9WYShdkCEor1gz9RbCrSU9jh+AcoxdKdxrwAxmwD6rVIATPO/+Z3NLxFLA+giqsGdmpOPsEseipyXoYCBIQJQhPkJTvnQLk5zicAL55JvcF+PqWwD574OsXHM1ugDqdONENtuSzVulPcpc5FHWyGB/OUQPLDYQi8/Q4M/P58yfWkjNZR+TNm1DhVfbtkceNWmlJ/+lUEPNzAuSsCfsDvSSVa+jKp2KkYqBK6vW6juEwdlQurFrgWl1dycnzW5nfnsDYWH6GfxHILoBTID3AJDqq6yeozcVa1Q5OcIlvEcAiAGbFGZXGAOScQehZbSwZAWDsYA5xko8AcPVhtkeTKppohV7SpmyvoNqTm0zJabiOnHaA7DOcOzpULD/nM8FOQUl7X1KNSnDK3qoEEXwGiS1UfbLOrbzMOtjrzj0m5ZR9qNhXpWpsL2YDh3imvCOgzAUV7Bk/cs/PqNamRyJU4wC5tUcKyBIMCygB/X+TdwgAUbXHe2ov11ZEb49dix3NOpqktslcsdk4Z/P3Upxl4ksl2HMMen3PBn7H5bmBHkIf59kBsrAxtqfp9pVigZEnxoD+LFBIgmXu2z7Ac5bouIcKL0BxgaDM4dNQZHJ+vn+rHuVdAEDttW4CQYFE7MkEZ9EnZMPrDOv/mOxh/3H0yuXF9ex9JlC9yFlK9Vbt/swn1LOccwSZqZitDYzuJvBDv8Xcl4Ax8n4/tIfbb1NQGnt6wT/tPi4ry7H/SWJDlyRZpX2pqVrJmc9t89m7OyiMU6E41fn2KLYvF7e6CnUtz+j+LluBAXPWe/2im8x36Y3bI96+pHz3OhUk3XcBtbp/CTTUyLaq3ep8e+xxppIgioyxZ6+anKHPSmCbs4H3J4hBFSDrRMCdykQkrz5F8UOqrqNXE6DnvgDLnz7QJx7fKkKY+bBKWx+lDB2cMQkaobNJTFif+Tbf5TkkxiB/7IGPrYxLNX8eWL8se7KU99EjnEHsI3qBlRKwOs3EUPUjvdqsUlhgh3O+Mt61Engkaew2cwYIBujWMwg/kWBvzsvSrWVupFpWdxGkk5Lb5Iyv9CdNQhD6izOPfUMCSVmyMlFrN5QJAt8qATjOWoI42uO2foAhpboiz0HHemnDsDcKmhBcLSMROkn9wbX9u9evagJa7mEC3NHPeP5cSu36jk2gRg2g4yapt/a8Ng7rQTUWgba2ispaWmUvHSN7r1W4TUATrF3bjT3OehVkaoKJ+6XMR7lXk1CY57zbdd6t8pQLPY0eQdYYhww4nke/CwAf/CdELQIBMIvep6KaebGncihlUz1FVRxBZKsPBSllozIJjKvV4GPrIpd9lxYV0HdSylKTr4gBPawcAwAzF8sahn0lHT6V4FQNr8xJpUpFu+9DcBOKR/xE5vJTwatSn0Y4t/86tmLlMGNsYBNdl3kD/PV7Ai7Y9YyXpB90B/ICiLfVqVY762OsLwTwRwCd779PtWr72dZmPA+gQeU3yecBFqc6mLW7u0OHhzozFdEAwAAb7zLfjwKCAEByaT8LvgGQQhn5OM9CVmrzdNMj79sSyuA0q1AfsL/XXlUOA0hkbahYWrDvTZI+kI+tJgP858xGn+onm3xD4hH6n/hUg/55pzfp19hKa6hTIzcEYAEPcRuYH1raaCd/d6g8xi6hApZK742DmABp7/nXYdxYsF1Kd/Q5Ntm2ZANojS9JPAl/l0Bvfsd6VS+Wuj++TxmFYhtfc2jQszL7jqA7rTMmOMw78wcbiz3WvzNWdFTjP/r99DLX1jCR0360qwv4N8DIvVbqoleNTWKLUqWa78dmBkzF1kAfmRQugxHjZf0B9RvHm2pk47gmRjAGqGTRv58DyNCb297LjsNe7VL9QmGN3YyckgixAXZ+xjpuzNdEYJmmmB/ohbeVF99D5qwIZmwkVtjegGIFbakHsy+wS60gu85eUh/gW6bKN/13j+3HOBNvkhBz3fNzKYM5u+1pDgsQNLwmsHAGvA6gxPOW7YhkGyrjmUfYLq4CVj74/v3ZH/368uzZkwCGgJM951PBfEOrDuSTpDESHkjA0G9mHn77bwAGANdlTmAfofMBZ/HhWtU+SfzYtrehheUz2LTs9Y+h9CU+dJX+3FQe3guA/l2A39ev6MmUOMLZFg9gy6Ty+Hn2T+y/2zIoXVRPCQDn/Mw98QNIjJ286cbJOg/zb2JtnEOcx+h2VO3z9Bf+6ae72u0k/gDCnNPiIGc55xDnLWZZk+XRuqoLbTP6gNNaJ34Ftin77PIq9yHPp7S6Jorz80952Bv0M0nSE9tmbLUv47v9+ONNEyQvoyN6DvInzwUjLMEg78ELjT2NDXKD3mnoihckQYFWBJeh0I7uzr7BDidWd/2MGKl0/7bWwR6FrWcqVYkJ5HOcPa9evT57jA8QPcS7oW+/fHsXmZJJByzoW47d9qlO4moTmWDfYTyv4mvHF/0//q8PZ//3b+ILB9jnLCLpiHgj/jN/5xw3mTL7K++A/+pc83ICwLW/S/FNSxT8amITDwM+BwD+z9Mu4XuS3KkStzhIeT/+u/b+6H/2BUmwJF6QzEAykbqHeGr851ZWmnTMmVwbM3PHmQZgWdwmiRLfPj3M+QLFvUU99G5mDjkbrIyVtfDulhYlAsDI7e0N9pc6lISLB9+bwL/Fgq6pcgWzjH6csRqTNrVF2DM8dxOoOEParmLkpQcefu7ICWcV8vsqfbW3bzqzQjJv41G1pSeWO9/lXn23vDNnJ/e4aIsc4i4Uthjrwe8sE1iuu1seih2bMymf/cf/1Y9nj58EAJ7WKW/iJyCovO9F3kdfl4ewDgLA2LGyVQkA177Mz4hPYHfjqV08ToJFEkX+9r//JFXhsuZQ+9I4MzTqTZRmKPpbZZGFlSqyZ2sewU7zlogNo5e1E5h/5qpyhNzkfdEBtvLCvtaXJZllzwOKtWSXM066CQCcN8iBbUdNtF/c6hjjZY7Rn4wj69gew8ok32Us2ADtVNQRjozw71kjfrHxkvVddh+gd7DTGkstiwhnOT72qC/e9/B9EwawH+jrXd+6YWZ8GPVaQ/LIaZ/tHqEVWnGZFlMex4L/0lhdvrDxTsbfwprRx8Sr/i0A+PdRQVt2PRnPfXmDHGbu6fTuxbhQ8lynAOtO0vFzBvz3WodtK319mSPgarDQyTwFbxdoFozT0Nln788wwJfmeX///zW+pTveChazuH1HFqR5szjoNY4EkWvcAkydgGOnlbsc2qfvz31WIO0nKHhCAEJFZOCvNFj57L73gkNLJbqOyv58AxA7pwegfpbptLJ53/8UXP7lOk5AgzlH1LIgVogKNDI+lt6qT2mUMJ4a8K3TZGbakft8ttAoWUFOJNFKL76777uHFc/CoDy9tsLINSCoIRi78rPVQnXU+X3B2lMZ3b49I3+tIFSmOYD3Ym6tDJR+1ux0egVNBurJoDboXjrZ2dCHPsKd++PzdXKtTm8GeOXcYCHX5wGzTgFjft6g2hiwSxV5oLlmBQ4CtsD0LxVTK/K6jseB1/DZoOBU+wiGGKjh8F3wt4q3lJFWgux+bC+TOvQ9fzpf3Sv5wb7rKagp1fmkSjEe7juBRr6362iwzkNI7cvfd8+53wjSGRBZwE0gkzXv/LGuHLCsLXNX/eH7e9i4XmwygRTp17tvAP4ahO5NOubOV7+QH+2/88OVsQWfmWeDACh9A5MF6QHdGBfAzOgyDoD2XiqdsWDoAqIGGckoBAjlXjgkOhLsiwZSN9Mo90PHEQR03gVKMZZZs9JAMb/QTRSoV0+uXPHfpQvLdxn7vq9gpwEXD99UOpI51FME4Zb2mneo7m92+9w737EnIgfqVuI5/2UuYI1P3rdO2lBuHoKps3UMyltFQFBAnamssj+bRTp9EZSBPbIZc5zlPGsNDXQUa0ogYKn+C3BMNZCJC1ZYUurNXPOsVnnXDPL9oMqCSqU4/uzjVkP2kJ5zAf3due7um3VXhxCcLK02BzpnAp+r6Ak0oVs5e02ykF4ZWeLNBNBcE+bXClYrQqXh2r1gMg3OoXNr0O24plM1PnppA3k41TiyiM37OBqtSOlaVfjdX3m4GXIaWVRlcW8MHI2pCdQ26KgMcRl0xUnF8Fe+TMDQ4Op71mExKGEPXCsP2iMq80SGZqnZGsyUGs6zE6odE1oKsM8z93w2ocNKxc4BjiArM3vNLPZNPrCS/2tpmca+KPDNPBvIxaCTmj1B2qk+FUzVAblIP8vKe8bcauIMskY2jWByQVhgdQoAEQb19kCjr4tGrJVA9mdy/wqMLy3nZtO2LxY35T701SGTOd+vEVpQhHefdcwNkQvmk/clw3dtLsa91dTsLRNFdO7BWpA5wK9WrzF/mUCezXsR9C3LSn641T3MrX3HBYAFDAU0cAaamJTPb0BXm8Se7R8z93x2K7jZs+gvHEir1NSXneN4xgSIyBauLoosUu3JpFh9PP3FSYLIGlKNQyCylRMTDCM41f6k2dvbOqAJL+iwfI6xQuNfgB0HkQSGfPfLZzONeRg6ykpA5Z3gMO8uJeT0DU/EpLSQAcqshNcRJOBABTFjphIVGjSBGnpbvumzsJWQMfY/+636HWq+fI5eZZyLmwwhfdQEi+fMQQ/xeZzHG6iB8ywqhOm/1AxgEkgAVOcEbSXCAAHsH9aJc5cLNfv/svauPXZmSXZesnhnZpJJsrolTc8Y1m0gyNYVgmHBhm0ZMAY2ZNi/1P4D+gEjaeTxSIb1RZ8EezTT3UUmyeSdLHo964k451RpPvpUs8k8ec777nfv2LEjYkWsaDUN7vWc68yfSQe8RxXx0T758pkKOPoFEnBjL7N3AEo2WGzyxzozHz6EqjLPSmVHbTHWk4ztBpjv1TlV5hcUon/8VIZCcxRqM0AhdDcvbIGl2+LngnsJPuDICnSRqEEgUhrzUmcjWwPAcjMAHqo3GQdnsH3vlEEA6VbkTSIawDZyQfDUeRe8b5Vt9omVhtC2aQNs4uFXfAHEoOekQXLOwIcJfEPLejhrJ0GGtQJA4HV58aR6qclmTYrbc4d5YraguUcnxbaAeaB2JQkNoOY5N3DoozcKzmXuGMfDBFaRw7Z6qMwBdGijNaEo9n8T7PJFAQcrBtHpqL06tCS+keWc7zXhJtcCzCWAeBGqzvYs/ESA0f6X6H6opXc+WzGObOQ79JanAtt7yD7UVhyTBMK9LspVtr0CjwlzfM+qdenjm9BQPcsZ5XmETLAnOZIBbwmsU4FD0GXP1la05YsA/69CQ7vyxd9PAoiQrMU5qM9CjzertnmOtfH4m16/niOe+ayjwZNjdVkDSbU1CL7TZ9ye5+8aacVuMvBthQ+UdVT+RN828Gwgn4Xk7GWfA1zYM1fAg7VeMBXKXAJp+FC1bfMf8rtggSBmno+Ep9wX3S6d2bez1wG1Hyb5hKANYDH6i6AuQVlklG1oFa3gDgk3zAFniyw+ggv20ZLthv1RgDP3a8Axc8HcFzSNjLP+gLvoxU12W/20CUfb/5Zr6acTcLHigOMDsK2sIAm+sF8XoEYnLDiJXkDn8jxcA/psKnGtNCIgz1lC9ZC0yU2SyvUJupjUaFKnYCaJpwCK6L1Ug6eaEp3rPGBLAWJ/yT6alg9ZY8B9Ap082+ol5KkU66NnqZ6XOpg9TJBTJgjWDhBa6mj73VOZ9iRgTwOLU6l6O2B1k1agjNwEjtpeyPO7s6dX9oxmCq8TqOZ9/gDylOo8/0HZzFw0wA91e+5J5QZjW7p/ZIpKPuSKPdsetVDldp3VY7yW1ttkUMHT3X8Aa1DtNim4vhpyjj9F312o7afaOwoNMJfxAaS9SpX83VyPfrFNSoioSQPYHXxIQt5kZs4m9j77ZhO/8Qk839X72hYm4m1CFTIiraXnB3uUYPeC3tjXslPoo8EmAWDB+AFj2nsWX6CUmp4PAJpcv4wfrbLLOiGHlOZFtW87EmIZVunm/MxeRc8x19vT0QpGbQiq8NnrPr/VRdiZV08B4j3n6ePLfrt952N7scp4cCdAx6vqZBJpDC6ysracMekIYI8q8elZDmVx+lCiR0lSo/q2rWcyN9h1TWLIM8mUQx/cq/E3rJRH1/G8tbHH9zPmA6ilTY2cowdrU0Kl3FYD2qTYiyQR8J2PoUjGvf36xaSfi8gGdgDVYlQeMTbG/SW0ufiQ7DlkHduO9WHv0ZOcOUWXArDTtmN9LKrmWTftPsAImMPYh/RRltZblo8FK1K5Hhriq6uhoW3PTnQV56OVqQS/ARS7TplfgAQTAaBUDbDZ9hwAv9ijtodgz5mowOczfnQUe67tufSBCBS8T4INgXN6u+rb/xhwjgQRzi56S3ueYe/89rc/lCEB2wxbR5CfZDETEWkHYnKiPettiUOVI0m8WePYA93vsBql4pd5evOKdfMMfpx2HCbgpmozz2VV/fRDzVo2xhz7QPAZcJt+2sRVqJAFVMX+OO5H1tQ4iD1Hsal4LgCnUuA2oYIqV5KfqLSz5RhnIrIGMH919bTfB6ADKOT1niS2zLH2CnaE50BbI+ScL5tJk2Ft2UECIXEW7ImyNmWfPH5y5+yv/bVUZGa8yCXUuvdSoQhQ9fkLukD7oy1+aCeQT+Kn3Eq19NfP7E+YFez1y7VL4Rq7iaQMktCMxVVLZagTT6WaNr/DtYXGnbUl9kXuDjtbAOJIK64eN6mURDxk2ARurpt1oAo1FcBlnilWcGSuMx4zvSwjcNCoMl/sTcTsfZIpaaHDmXSe46WJppOY0lALcSFuk0sX6pmYEH+TuHb98ibPgX0kW82t0CFH+tRfOw7DA2ev8Y9I8g44WybH3KD+5hSPPAmVNrL8hH0y6p3v8UcGJX4wtsJe/OG3mcDI6/e/iNxnyZvon99zxmD7gKcyp5dP9HfYs634zTxiv/XF/GQe8bOamAyzRc4AwF/uwb3u3ksrm6u8n/t/xB6N6mr1JK10CuQyvttn/++ffj37t//u9dmHL/HhiGlh4/VsMpFQ+xB7gElMJfCTx9VjH5LwQpVpfYGwtaBD0WkAVzwPbT9s1ZBkyYD/f/AHlwGAsTEiX8SsJtGXNTldH8SjMYxZs5cvbGnjH/18C8FgnRjq78ZSMldNpvmcfsmpfIaqO3L+8b24A3ONOH+Oj4wOxTa4TBIDn0IPIM+cjfThBRSMWg1TgEnoUY/VVXx/QTWugW/JOfahFdlTeFY9aJIU32lSDGtAGXw+VR1IL+c6ob54VOS9Cbw9ZyeBPZ+pX0ssLNuwunfszxZiZY8DvFLpOmZFE6ZaIV3sxWfb5CDOk+2JS49hXJdbd3KWZi/+OlZQZwAAIABJREFU7//brwMAp5o9X2N9v2U896CxbrJNVj76jQSCezmHOHMbyyj4b4HRw4ck+vndtl4c9rbLtLPq2fzdu7O/9/d/ESA+sokZlfuQGMxZ1/g2axS7ibMCGwAbs7FCnjkg631Yc+oPHLGkcaH7nGANbROQDY++bsFTEwMQXvYv57xVshboEZ+yCpujAXY75EdsQFmz2I8CHGIMtlNqLHdYYKlwX2jCxAzjnOi17vd8j5gJds5hreefR5keGZh9IPMT8U0W+rgPdn0X3XIrMEZ7o5c1kWTE6navaY62Scy+Mqd8LHoGWGaT//obgG2nqnqaa2/1Mfpm4yu3bt731j950TdvARjcV8E8DxpH4gikKF4D2F9VuE4A4F6Hj/3sLvvzAka93jwZlz9OqMGLU7pmP3u85gEo5kssOEYowbQJZJwCwHu/0pR2bI6vQEoPSgNXG1TU2D7M+OG+CySfViYvP7nfP9J9WKHpmHfc3Ef6WKofBE+276PvkTnhMy4ovUAaRsgCw875cXJ771bmjIKZleW+KJh9rsN8Hh/tIAN81/J1g/w7Jw3CIpSMewKAC/ZULABLAM7ync1EXke8Dew716dl6iM/LX23wqB0xYAck13fwMaeHkjgAAYLXKNoNtBaAG2e4udV0PtwBY0AVeJ4G9DAKSBATWXYUYb385ud3KqtKDQO6Z3D07kXZMw6jsxhUG6W4gZOlFurXZirHgCzGRe0hOtdiiz2kRUPSy9XmtChdOg+o7qpWbBmnvL3ZmbvvPscPJ88+ktdvcBqOfqrJFSOBrMF13GGBs/tVT7VaD0CwK654Oru/QWBt8p055HnbkV3P2+GnXJ2lPuO9FSWZ77c/x6iBRTzD9dl9dJBdJ3fPIvXtkpjwUbWj/dXL7A+aLQVr15vKMcJV2rgHvfofq4VZZPsQbVsgejMYXtG5UP2cLU3cJu3j74sGDOJIuoVKExMBjkAsgAp+V6piGt0UI24yS3uKyse7ftHBlVf3d/0R5pACMYfFSx5SU0rgM16trfCVDy20jrj5io4D8yVlbRjwHPIHPQ935cOGQdJik77OG5SSitDCX7PPLanUv47AMknmcFLL1o5yj3WSV8duXp491t7mLWKCsP0WC2CwUYwrsB1q2TUf8oTTkL6wJRi14BEZax7X+qMXj9/AIDrb9TIN8OyYFN+Zu+g/6SkMyGEIOndUufiLBLM5jnU++pO9557DQNAI9Ygi+AIQfcFgE1acM3tSWtFNlWkGIELpByCGcj46BkDoQQwdS4ECcwMn+U7bBKGU8rLkW3BWzOIZSGwTy4gmJTXglHHsTt3p+dOdVP+YAQ2sDnAeTNdMwZoYmRoIMDC9QFeNNxK5TbnEFm7GMH0cLTfGnJmoL+MBXW2yfQGAPacMsBB1hzG4NC/oq+RB3qNzcuzjLWopssYqAxR/xHYwQC0qo31nIDNiVz2jG6AmKpDAKNUCU8lPtfgO/YPJ1gn2HuOR5uXIG8M7d4rgNboqNUpBOAwtgWu+T2BAoInOv419jjXc18cVzPvrXi+SYANnX03wcQm5kwwAsdDIEgWAIzdBROR2T4PBmquT4AUmeMZoPkUoIUhwe9sq46dSwx6s1M903hZ7cg+WB0kZZ49w91UgIM4TzzjVqpXl+Q/zhH7FFohC3j7nuBa9Jz9lj0zqDra5J/aSFPRhD5kPZBfWBoIbDXYVNvDfanMWgUF0Hk+fXZQ5/yusgkAE/lplVz2ntSG0Y+Zm1bUAkoQvEA/l96UihHAu9WVgl0FxeljPkDtxwTQ1QkKe2UXEqBV4WRgx9Ft8HYADoIarjOfU1YboM14WacFeKU4FexCP21F+AZ2sV+W9aQBMM7h/L30yewtKKBwAnFqGWf77WaEUl9KYYXbBvjaAwNbjQoWEhJ4rp4HnHcCzHo8AresJz+Tma3QCPDwHoHSOr/YZpn7u7k+ziPPihMN8HF+KY0hekMqfqp5CICv7cvhxhkGsAcgTpAAfRSazGQmLz0rc1eq5yoBq7BKY1wqQyqSzMjnzNy+k12r0eVWVSdYBptFZoO14tnWnrm+ppIh+3cSTKDDJsCorZKAdoD2JiJxRrGGBUncY8gnPgCvu40MZNxQ9uaMYf8QCOW6rezJOHGzboYGt/RVeQbbVLhfS2EGk04AqTKTUCVQnwcnX7p45IW1RSK7ZoyLgBJzGZAV/UDwUhpbdJiBIHor34U2M9fjrCg7CMlneShsgcehsNPBRx5lOeh619bUfkOGpWhO8J2AG8+UQB6JNPqcUH3Zc7AVkLln1yiZ/JihjA/gykrMrlLnbHuR0r8VwKXilgfEXu7eQEdNGQljVddpo9DnbGn6tZegAyXZhQBZ9BBBTmi86msw3yQMkCCxSV6MRYqyrSbuPsl5ZmIByUzalHuOQwHKxKyNpD7wmapjmnXjekI/L22r+lR8Bvpwq41t24BuNuBOj7S9H59k/yyFLPuAceLDYr+0x1hsfoLXjI/n7jlB4hpxkowFGWov41KlJ+ie99A7pbzO514FVLRfH0ANezWVXgnmN98JgP8z/SX1obAX0KeCNKbF42NQFY8NwQswZJOQVqdRZYjeYh0Bywi4s36ciwZ6mEvmz+SEBriwtyP0rcAeZp2uVHtgev7w+c8fk8SUICznCvsa8I8EVYJByA96mF5zjJ25tPXHJKbmnya0qFfLxhCRpJ/dygz2wYIx7j/0ANXSOacyFPZxwZn8gAqgYo8XNn91FcBa1p6qb57JChT6+06lVm01n1cKY+0fKn8Isj6+orrNdiH4VN++ApSajIGcEFhdH832F/rsJDkAPluRbGIEAPDD2GHQ4tfnybrQR5Pqf+YPvwD7C5uE8ZSKMXKJTdMend2YBtkIrD4NsIhsnPZo9RkBv2z7YhBW+575MHFOX/Aq4PQmCXPGAr40KatsZTIEnQVsos8owkZLg85tzi9b7WA7eYYhDk1ELDgpeENiysaMakuSgDbyxv2stPCcZY04zzbZsXs1e9N+49rqgE1dg+wbbEqefdtHMYTt8+zZQuUiwFEAvugLk+v01Qvsk1BWPaUdf5HEAWTuJn0TIy0FFQpcAkZGlnimR3mPsw4AeBObNz5QUDX05YAe7KhHDy9zdqei+8t157k2QGyX3/z6VcfzkOr9SZ5xYRkz84Pfb8U4LCWC3ySoyYpCwVD7iWds9W0b89AHagJq1qzU2Jn/6+uXkQMC1rBmAHKGDrTrT0AanYu8UUHI3hjEB5mpQvUPdpDsFvlDj1xA6pyPnInnARCQE2hX8SUKgHHapFqMMwh/QvngXNPn90wJQBk7EnuiPapLz30/83Q5dPTGZtAnmAUF4TP2bcGDbuVMZB6WxafmFAdkg95JZnoMcw3UxNqN+pXuhfXPmfPPrZrED7SqvYlNxHRIaiRAHhuhdOo5S1u5XD/aYAz+/6ePVCUOq1zWRLuNhCt0is/OuYGNv4knAOpWqdpqpBTKyH/GT5IJ+gZZ9Lyh53iSDqZiu4k7AS+5/7sbxsD5SLWYPTVrU0SnwoZR2umJQTf0nJFxFvIZ9ApzihxY9YeNhS/B+0mUSrsK5J6kD9aS8ZusjG0l+12BcWQ2822yDRXe6Hnp5JGgTdwvABy5+liqeewgkgWIjeI3YiOgH0wI7dk+Jko8ss4HtMvYEvdT1faf/N4vM56sW1UwVbtfUl1HMlHm/GsScwsaYzern9l3L36bpIozEq2wn76mp2/0M1Whae3x4SOV3ndjg8GcwdnEWrDGTlpNAgCozNWXDOxrZOU3v6aXec6S6hUTjHneJmaWhRKbkTgBj0OyID9PrBYdmPeggAZsfBUb+OmzZ9UBG556kQpf9hYsSpzDbeUV/UuI7De/jv5JYuiPsHbdD3gdW/BuAfoptsl5+ps/e5V2BY8DamrvmXis7F+HvrnVnVD8ll2P/ZXzIP3ee4MJu7B2b0iCgaoYAHhsQNb7cYBCznnaSsDucJVq25ph2QPIfnsf576cvgJQtPaIfL9kLj+f/eIv43uiv1jyVFonmaHVldgDodGmZ/OP39DPmSeovGEHI6F7fD/ipe25i6xnLCw3LEPEGfTb0+c5iQKoMvRTcmhq9xTQC5APgP4hbCv//F/9+dmHz+dn5yRqJZ6OXsWYJ6HMZCTPPOQRHfk4ydIFpWFOiY1TeZo9hhw/aFVyPgvrzqesU77zJefM//K//qX0hCUxKMkT+QYJ5CLBxzWvPV8bX/VLZW0BriY8O4bSbAOGR28DktnmioTE2Cz06c7+pW3D3dANl3UhADBCfPkYAcZfMEm1+jW6hGvyrNiy/B4fjnMh5FmtKOX8Ji+04sU+mFjfq1Ta87yw8rTSPvLRDzh947/wPdjaxkBoIjLnDTagmFHt8fzaBED7xaL3Yib1fc5Q5IP9yb3Xb8TPaiU7ey77A1DZRFsSSmCj67K5dvlDD+JN4OQ9egzT55pnu8k6/rN/9sPZg1BA3xuGMR7iXhMUYcpIsk0oxEnUY0wbl6hN01gTgCUtIZI0x5nQpDvtNZg97t0jLmXri7/6+9+iezLH2R7Q33+G+ptkt/gDyCfixLxXr2d/sr7kcJLkYjyOq3LmWAC1Z1l9i7ZixXYRCzvFdNrDFpC2fardC7IdGNN6G7tn27Yxx6wRY+EMwFYmttn48jDwam8pk8gsOeyOTXk0pi0LCHaJGOOexcbwjUPpG1oUI2AvI6c6lO/sePo3IsY9B09oInmuMcRE2dvK/bbhsi2jmFx9itqp7N9hTMPOnNhDJyb/RnYaz1FMa0OYbJDxnALAq4w4VLfCk0NJZcFOnijtBLA7PRvoH0W2n3Vz+/kV8hXgfu/0uvOLBWP39/v5BXgXtFqnZu+1oNE61FuVy30FmCb7f4zBPcSPxrxg7KHvbkXSwNxSH/88kG7Qy4XZYC7jsXfRgAp9Tv/tYeVhvApWMFoQmtdSLfPvlrgPANwM/gnWC3DtOjD/GiUNqCBcKKGZ9xqIY3hwra2K5blOgb2d52Nmgc+xADDPYADSRWbeWm02P7teNY/GGNL5KcjdTexrAeDNKt1DoDLSTEBOBfp75SAl84FA1vFRq/jKdc68z3OhsKQfxJDX2Fr50VDeKgHR3e0ts2CAVWZbJr9V5tvncR1XFKB0uWaYc13XrRQCfbas7zT1Zh001JtV0Os3kNPgmxzsPNZWUwHCIqgFzvP33fY+PVIxL9AiWGeW+tjsdfhOQWXmFGeuNF9qMJ+b7EKCflCPdh620hfFINhrUOqnoK/PlrHmuwB/UjYKaLhuBpKZ9a006fXnuff+S1PLz+0FMwu7iRD7+e1ROIX8HdP2/VwHGyfm5wDw7jEV41RXM84GqK26wvBsIAigLPPRues+X5lxnbpuMbxaDclhls/vnupzUqkzc8tzdX05YKcHVsGo0sLifVnx3B4X+RwVGd31mUbG076TrFf0CcHfAr75fB3MvArOziGhvrNiU2AScNgKq2bLcV+eNzKJMV9AIO8thSAyxRoRMGD51DFW73IPnJ7OH4b6ZPSRSbTVtpWFGkwGPtuPArcLsK97dQBW9j39FTh0JjjbOVphyN+sP05aqaiYD/bGyJDyjsPCDZVh1omx2JdS4EBd577GoLa6zurYBbBLP5vTdOmuj/IATaVZ53WKyLTPQVmajqG9wQBrHCHXuJ33SPBYKl8pgjNPGeZmaqqbrYTZPc+E8X1paHlWs9UZKDJ1t9WEe04ZiGMuC9b0fLE6bivMVp9VRBtEV8+2VzBGERXah2C0IHOzOJ3Eg0G7lbSrl/x7aVDtMavRYdAEI87kG3t0nfYpV6fBFuCzoCcIOOxZ1UBaq0qpfqMvNXNmXydeDU7lGs1ao1I512n2X3/tZ3q+Vf5wiDDWJvmhALDBeO7LWjO/0lezxlKdVt/UYAOgMKGCSjAojg3ISklX2e4ekUqTZ1V2dOIbOGoigtU1W7FemSUwFPmxSsMpJxufF/d4RwkYTm4rFz/WwL43Vbp7lEqpeHzZG9C+XGV8IHkDgCvWrvQ2301wl/FAvSm1LHOCvPLYH1mPAr7SIGILVN8UMKeqzuBUE2IyP6VITYDW4I8vxrGgFqpJ4KzRpQbplmq2oCKg0wT5SgsX2QBAYX9mZsd4lQK09hn0cVQwAafWXjA5Bhn9XBpM91o/W/k22M26bIJWafFb6cHYUuEWA5+fW9F7SGD0nGYeCgbQ824iFFybawoAcy4kYIVTGkeMOWQ/vH0XZzfzQJUD57B6ynO7zCANYAD4phIuAS4cP/YyFXb2E7Z6x8pizvGhYcwNNolLZ9+KDZ7VajurhNnL7C9uu5Rz0nmqf/leqwywewH9oaSrbDPWoZ7MnQGKGniPjoYGDwCIeXwTL7nPnWQIWmu0Ejc341xYRhcCz/RrRZVB7Q6tbHMqGEcVDIFYqmzvF6R7S2py3oNWkBfzWMaGVism0YCKtASGAcfc/1yFZBJ7ghUQyB/oGZmzD+/Z5++k0CJ0XtvK86TB3dEBxPpZ348JaJLZ7VnMOFKxN8YvPR/5bm34yNJ5qfPXtjCgDJUjioPnse8jFLJUUBI8l3kCB5X+aRTnFQzMOU5Qhion+xKnYjgAjBV9Vx03xjr3JtxoNepkYKPPoMxtP2H0tr3EWWMCtK10Ioiaz6G/SH5CRxP0dO9BrRwQZhJy6PX7Y0BM9vv5BVRwgFZQammLUonD8zCPjPfuOLfoGCq3CPihwwiaClj7zAQ3kVVAFRxQ5Jvx9DnaY0vKbvqVsbZrp24WM89WXU0YswCgFOzMP4kNBpQJQAPYSWX++cuHVlx9dyuJJvSgb5a4lGhIXs+GMXmRRoJS6B8NCXUHY1yGAs8c7eRSJnP2JAHjVXqcmUxm0oKAP34GMkDS1rasMPkPXagdss6KevVQmTkBNj7Hi/W18lJ7D5BpfU97gKpbmDOAUGz2An7YaJnLD20V4XNRqdLgNgkLCfh+dxs9dKeJLwSanqbHIEES/KP2Rc51G0zOlDQw1TMvAf4ETGCgatCmvW1JXLB/eMecZ2A9CExRPfk+96zOi9/2MMGsMuxAY55nhF4Se4cqDP6mGll7mOC+/X6RgzKdTGDJHlg+EzrvLSUbSEfWlHFb+S4gIH1r+sSmglSfWWAWvc+hTRUH1+VcwZ5jjezLjG5EWWEHExS1Zx1r0B7aGX/7DpJEEcpqnpUzlkAeFWTFfLLE6D9k2wQAktlIeBOUJfhIEHWTVXiey6yRtoG2A+wZzEHPYuz/VkVztjPT6qm1H5f9ZatiAXc8N7XjqURthXSmDn22VWDMyWWqmdANAOA8I31Hewfs2c5H2ihA4UtaT95DR0Op7md2H0gfjNyp26FRNDmP3ofYfehi9Dl+jIAkCRFQu1LtbO9aXswj+pzq1QY3qZAZZpAmjExCDs966pPxb56FF8+FXveclyZZ+UyfxScX3enaMNBdC4Yt1Tj6CgpbbGruQQIYFyLRjECuiZdrI/ArWabKhIUd2WoVE3ylA2+0vzLOd6H+VO6Ue6m+DW42oShyANhKdSn6BVYFaUv15z68+2lSZavXEsQn+YbEAQL/6Mnz0nc6p9pEViuyNzYQTi9X9uvNa5ISlXF06YP0MpTK2iRsZNFYAecKPUYBRu0zSNWrZwW6kLiB1avoC3Qr8qa9JoPMyq7xCPwg/QTmAxv8QdArnlf9i5/OmcL8dWUre7Zn+JzrXXSPUG3Ji2e+CWi2LCP41Mp6ZKDAhuxQVOTXX4UZhkDs+J/sa8ZJAghtCtpKCb+Xz2CLRf+wHqxv6UOTiAQA3Htf2Ee6Z1Ptf5OsmBOSSD+nz/KxKsjzfgPZrE0T33Nv9MDqs4/YTsQQkxTDmYJ8kygGCMM43f/8/rsmRpBcA5U5z3uV/rjIFsC1VedZJ3Rp437oqYBWeQb0ya2C4fhwzjl2OfsZfUSiC74+VPcmGWlTvArtv+NnDDKOqaeVfeb6MtTl2NzIC5Xrm8AOfXJZJPPMpehvNR3JeCRD5lwo+BZdnXlDfxFMB/DidRPafM4VdALHKblbjUFm3tEZ6JJW+9XHl3HkA5V4OefQR/jAZa/JM2IrYKMUSL7zqL4hdiy/t5AjySMBdrGL0A/oE85Dk1VDlRv2CnQkVd/oivp1k/DKWOlz22r70uZq95sEjx+Iv0VyitXB9KIH2KsfnUrLT/nz7evbs1/93oOz3/2r+MRJcogIU6FY3ZCEg2fP0R2e5cw7laGMDyaN9uD9Nba68SPWtgAlwHr8nSdPss8BBgfk57skQWKLMZYm2+fc5rvETXjBFFA/N3IAk9D9YZRgHbh+GSEAxQPAAaLTD7hnBfHCur4kf72pLCG3D6ovSGBk9eOjvkryayvwGJcsC9jXj9Izl2f8mPFdB5QCSKfX66Psuaun8UOmyOM//D8v8n10351WwgLQMP/ESvELkHH2IvvQViyIswUinK/oGPTjh5yB+KOc9cSwlBniCTxoKnr/HF3CmU1FbxJMoBbPi4SaT7kQuuxb5AL9CQD88QZ//tvZ819El9yJLUoNSeaZ/G98Liotqfx9nDUpcA4gl/V/GTD06ip9mCP6JNdj38rcZuL+54CBBe0jjwCj0DwXuM7vmhweu74EwmEnePz9g7M//dNPZ//mX787u/mQ8442DK0UN36EndZEOBgwQruOH/PixXXXFf9XbIO4gTGRbYPFHID/c24TK3iXBGbmKE939j/9j7+T1cBGeNH5+v75L4o/XL9Mr/DcszLPa/xYfB90GufEozwL5xbn0vqVMth45qKRFwAuq0SD/ehFW/R0PiMDgMLfmjTEc5pYUJe8trPJgJxdjZ/m2V7+IGsCFez0ZG73stoRn+Ovv0lf6qt+56h/uRRf1t9GrgDTPpBsknkoy0R1ojaDMVeSImCHMfFZEFLKdfw+9icvKvRbzZ//sbeqF5p0ZKLY4h7LFgl2xDnRmG6+j8ygZ2W2wmeKfslYqa6PBjn7F3+U1g/3r6o/v5LoAmNr1vrttAFhzh4/DrV9K5lNxn0Q3ci8vUoc4GF9HeIO46/XRtZORi/dy3rhpz24/+PZP/gvnpxdnlsS2GTR7O17Ud6Tt9rYoedvvt9ijZxXZelyvfgc8SGeA5DWQiZ8IudvW0nUfs0XTObnbvX6ik3wva30ZW8Tm+j+4RONBxIf6td7/Y0b8/vqr1wKd4/ntTjGfrxNlhngdM/ylhmO/bXnfNk/GVt79B4Lb7g2fxr/JVZb+m7i69KGF18lttnPydLB75AFXuyptl+aMfAdYhz4QO09nYdm35KA3VhG9LqyY/I1uqqWIrqHeGB+aAHXFPL9xQAwIEAD1V7UkVTXz6COwJJQ1vG1nz9Swfq700rfXq4LOcBo//Z++zrcd767AC2/P1SzddIMwPE6rRLmWkwEgr3Vvr3vOLS8dwA52CQDaP2853B7f82rhgkH7gTYFlheIIJ7qth+muF9BITtTcXnpPmUh72blEyfkzlZkPcUFD6dr9M5X0B71wfe967XrF1BLw77UYo/WbD54ThGlRmCvYYcFypNDEZpPs/YCt7WQDxe7TCHs66uu049wOECv7sONdKRM4QbmksqgKn+Irv7AADrMAiAO7Zu/GyoVmEXvDxWOi6Yfqj0nnVlM6O8fkLTjTxQQTcysU/CGhVUnkCMDp5VpYJ9Zrbystm7wTS2AhtWVea1nQOe6wgKsfYELKHo5JoFwVAQlZ84JmSpA9hP1dyOC3lWQUlpixNk35wjGN+DCE3YveuBwkvARsqcJgNEwTo1OjkN7k9m9wF8rXGJE3VUYg2icGg1gCKVCwEhOe6nqh7jy0eeuTWoY/b7ZFvX2cbYcHxN6sDRWB2z2y4/L2UWc2awxgCcoNpm26gkJ5Gm1xHbwxExQwxHnrETpCHFoL2oTpUOaza0d3Drl5aRABLB96k4NYM3TnUesEAzlWY9xKf3Tq6xNMid81wfZ23B1284bM2PlQJmb19KuVbJmPm9oD/6hmPlcMDkCxvo5QBm9jxQcq0s5cdW4Fp5YfWMCQPcz/3D8x8pedUpAqh1aDJPBLBKp0imXv7jfu0X28oE6HfNGsQwNChi9nvBzzkOTNQwmO0e0NizYlXwDCDOigk2zHyugXGFwH1vpSrON4FJqnQJoqy+wjEUeD8GQ1YPlXKtdJOMQyFeUAQDnj1eKnGCGDgyjBV9gjPAudG1F5ynRyIHMU4p+mkrIj/HuPEwlSa2IM0WN8xz8ywASxuQOs3QIoEFvSiwt/Sm9pVavaR+26opK9rNx8JYsOqHed8sMapwt8cT1X4FpJnLmIbo3E0iYFyHM6V7y2tKCcr+nWqq3LsZZvkuZyBVb/ad9AxXz0wG5DAbNFjafUG1DkwFAHk4FGQhmsjTeaHH7OggqbU1dKl8XPAfZdaeeHyTAFwNLccuHXnkKUHyBrehpcxnAO8q13UUyQRXvxUsgTopz8AcQtNJIIIXYA2VDTxXg+9j1JV9oIkeAqSHapnua5NKkFPmjj2NfC7IdDmOEPrhPcGiGvgkZqCLAWytSKCXlEkUZns3CWVejOsi4E2ra9sTkn0I2MG5A7Aoxbt0iMNYwlRlPaHC6fNFQLZaiOC6ulPjkP3M3vKcBrQLZVDGeQgCdRzqq/ZNxKGkajATjI6pniwYQyCVz0hVKvBIUMmqHvSvySbci/miAsRKcPu6TzXsnGGlXI+8tUot1zTYKQAsQGMv5AWDdfr9zPZlA8w2WUB6USskpbEDzO0hUXvMM3yDqVIkYgNQZQmtcmvPM41WDLY/Gb3upi9yLaOp8uc6rNGnyDZVLxjcyBoZ791v1UUGYgXr2XMEn7R12GPMF6A6TiWBWClJ7adZqv58j3EI3hoY5/mrh7N/2RdbUW5ltqwNVmKYKQ+l5+VlKP7GRqNKjPFB/wSwW70P0AslbzPZ8wzRtwRK2aoFPrIOfKfXn6SnpQvGt3wX0JzvydwhPSfBFq7zdcb5AAAgAElEQVRH4J2EHPY6+2or2pu0E6f8MoAWICHO3OUTaA4Zt32BvqaKq8l76LTp49Pqd/N5Olf0gyu1F4E+bNjoiYsJfkbb1fEe87ABhIJxJFdxRjP3gD9tccIj4LCyv3BOE4wbClxkinvxh0BCHV3oo6O+qIig7QO6G7CCnoEP7lLRFz1ChjF6A6nC38KWQAZ7FqKn1Dn0OeycDT0u9keD9A3cc2npj9de/RJZeZe+TegC3gOEOwsAzPUuLlMNTRCZBInICBTJOMlUOOBwQ71IQJZnQWfTr6sONlUydV5NrOFMpUp+E4+Ynw1ctXVEzxHPfsYIreTqUkASFDOyCjDP++17vinutRPsN8hnoILseQXQlv0klbtAYAMK7R1t0IHgEvt/gU4SelivN28C4mfeHobuDD/AhCFfUKDzUxM3dtwjr01+6tkHNV8oENsjFhsHWymAdHSJFLiZrxqeowOqg2RIYI6epHKFsfK8bfOT1wLAjH0TiqjKw75uqxkocxt4NkhZGxtqzdzjDb3PUVt5Dqp1CSh+yV5shUiTaAGA7R1GIIcguVUFVN9KEbkA6iZsEVBcWzpbvDY2gMFp2l4D701wS6VEKlwIcn1XSj3tLM4j9t/tVDXxevOa5A30kv4I53R7YGdfvHp1XZkH6FmXzvlbf7iiVzurujB7lYQpaE4bJEMfBgA6JrnYC3vPHWS2SQdZU2XSM5qgU6vZsifQh/Qr5jPof8CVJuBFxq2EraVSHfAlVPIALvDsoVfYJ69eIteM2cAi8oKPA/CJ5Cxz12XATasPEoDG3ogt5fixgQHNCSxzHXuXN6EWOyfPI3X3sW8v99nkq1ZHZk9gR0B1WMWXF7qGgPLFxREARg6bjJS/6TvJvmfNXrx4PTYDQC8Ai/LJ95EH7A2qsPksiRH0mrVql166fNeEdM5UZBRbjj2Nvcd3WTOT8VgPmVPaozlruNV1T5J8UT1RoNrWGthBUOquH2Qyhj6EbBfIMlWz2xs5e4oKMRJjZu/AEsP3CdxyLca9QDLfO6dRJHJaClhtj2OPVkFxngHdgOxgJ60eY54EPQOyJuFGWx3fm/2LPWTi7NE+tu9fE3QCdJXBJmtNj+1WXsfupOLLeIrB7iYqJGkM8IC5fZc9XbsnOshkIGwjWnfoi+M/Nsky+sj5h+bRJBkSIZvskXu9exeWirLMCFb2jpy5h1ZXJgiRxMY5yFitaNTeh7WhvRM5ffM8AMEGZUcAAWIfCTRxTSpEBVwBfI15lBYX3Y2PnOflfiRWCK5bCY2eaU/BMhkB0n5qkoLBduVowbytfCbg3/hUQU+0t7GhN7NGJE6S8NR4Te1QfQnsOYLynAFf2OfZi+/QiRnbo3P1AEkarQyeLCMTnq1ofvYcqmR+x7qhxmQ8W/0EcEPyAXEEgNyPSSrig7cD1GGPAUrpl/HlTdTO/aoDhjmPmEoYKq6eGcmmvQWAIQF1aPfpgcm8oC/fQsUf2XiQtbPNjs/J3KPDWVf2c9etytlkc87MV69fmZw436Lim/XiZeGLbD1cUfpYZFHb04RhAAljO/eHhWATJ25iY9ZPyjlXJpGeudjD+B2Rldgr7B/aEHwHPXt9PYFD7J6ltzcp2f3wKLKGLuB3TeSBCQJ7ElsmZw0JVFR2YgtxxtZezZwha+gRafKxh9ODO7IDAFofH3uwwCf2L/a7VXGm5Jrs9CFnCXufPSEDUc5eKuoLzACyyiJ3kXX4MTbVx/fIVujEL9+f/Wd/5/nZZXrDIlP9XfYqfh1VsvQn5+zF3tvwpIA4tjGJy+xHjh5l1ATxxAJy9gOe3i9Nqf6OSR74nMR0SLphXxmj/jHVqZx3d5Ax9Hj0LyCTW9lqsoLAGXbbRABUx/Z5/v1l4xzdCpHXrWQrywl+QmNt+AzYI2GvSULC56+xa0gOzpdg0MO/unqqXv+ca7/8AerqAIeAa5+uz559f96zg714nYpnZOBZEtpQWeT1fQjoZVq4Cd3Yh/ii64OW/Q/BBIglGZWqwAKezI1Ji/Q0bjx0io1fZ5wFE7P22mUmFUJJfYdk4FQ+Y7OVoSx6gmREgLwUqOe58Z/xY5mYbqnYDUwkQCTDlyUKe+1tdEmrxqn8L7CKfZqEPJKu0V18P/9HfJG5JymFRFhAf+S5iRiRscunxEMA/N6c/eYFlcqhKSe5M0lFgK641fgCnq+cOySufihrGLruHsUB+HylaDHOw/1NkLZdT+30xNA+kOhSNrAPZ//1fxV64ZxNl0m203+O7s7fL1L9zdm1/vSyskB9jzxeZqJIrPOcUx+NGu6/933G+/ZmW/ds/E6gHwAY4PziAg5qvjNtcibuPFCF1xpDH3v5+iVJdswNYBggbPY5NlnmFZ14dQVIr0yfjoPLfMl+AYR/mzNh/erqDfx4nOSul0V7TV7Fc+hAPF83NmFsUn+PfQaLUm2WshgSk+HzshDo31jwcAoAuzMd58vYNTI4RBbzp0lrYTz44z+J/XbrUe3lFhuR9JCH+tgk/NjBKWCpf1SPgsrq2JEUEGTfYhOSHI5uvZ1nAni930Rn7ADbpXD6Y8/hel89/+7s7//DZ/E/SC53XGsKyJhH3Nd9yj4iiQJ7nPljnrGXq2PyCfQ0a7IJ3XynRVCxu0tfPnLDHGgHYG9hqyOz7FXjSCRsLv1y55MzK3YTdOCcYdji7u2jh2NCpqxcPFv1+RRRKK3Y1lxr272KjayQ8YicVQVsCSE3bj3FmxPjlHZe+0fAGFmb9xofkalSmULREbc4yhCP9zH7kPOt/sMJAMzHmAvmUjsYfIzzhyQ7zlVtocb1x4b5jwBg9GVF72QTdJNql/S1ZeI1sObN3TA7Ufv3oeduPnCydn14HoyNUBpbnPJFD04uUv1dxTCTWePDBzm8P5rDSrXqs8Nrx7XvnYJ9Bi0AP4bWliB4gxNO+L4MKmn4GajxN1Y86uyizH+ieBgfBtsMwIw+wQyEQ051N+xS2W4wXuH3OVCEC/D+fG7XuRAUPa7PUiE7LQIxHPALWP/8Ol3TtTIQygmGbnVh++GeTmo+z1Id+yVPQCWfMRiuceE8Ggw2s0Wh72eqCFew2f1L3SaYgJpiftprL5/nGlb26VgXMEUmxmkzCLn9DQwQ8PyCLgb3t3Lcqhml0cqlo2Tuv3mnFL7NLiHY6KyxVw1WH+XEAEauyd7p/GkEV3bngEIJr5xxHdaDQ5ZN0Wqz/H2o4B6g8i9aJ4a6fXy2Mg0nbDOpKovMUxMMRi5qKzCj0lkp91ulqqMrtbTUXpX3mRIBbhVlr509RkyTHwEgBYDtDYHTsBWrffbZA/sc3WutaoCDX5SsFc8AjjXcG8/sa27Xf7cfViZng4p1XEepC2I416gFDLnN8Nk9B4B72quYewLDss/IkOG19/06NNcAwA2YTIQYh5fD2OeOc813yJzLuBETHUcH3kD47CfWVHAUY8psrOqRBv3JoVNh8djSn3JQUUWGAgBAc84a4M91HlIxOoNdihA+Si9JWNXAMg1iM0L703EgkZnofCiTyq9zXUro7B0OaQI1h37B/SwBELO9DqDP9GRj7QWTe/J1v2zV/u6oUY9dZ7LHS7szFLbSBsoWsPLVWCF6JPMg+KpTLNiEwQz9SRyspQwZx6tJAZXzYz+wruvIusCLfZ2tRjI4w0FscpEyAeBUuuWsj32LyaQSAFYF2sNwD2V6LpWSkUSEqYYvLWBFQUCtwMTIjRV5gob8m0SCVnhhiO0eQ6BYodGh6kAr2U5p5fkMWfUY/KevVrHE8WiFMXSyBOQK5g86wrkymRJLjUsAqpTzAHcEQAHBe+aNDLZyClouA37tYZTrbm9WjLwG48fgWYC+5zznav6g/xF3PsO9FixokGQSBjgHSrMSp6U6weO142B6fowitQLU8xHDubo6P2DgsGbo+geATPku1I3bM4Wbc24ReFh6dwCo9sTO9wTikvkI9VjG1GzfMeBdDymKeBb7APNyrThTGtyOU0uQdzPsGBNBhupTzszOp5TlgB41zJkPKodaicvPOmvsSeYap23BSQ4Kgg2AYE2MiQXeKu/+2b5fOiP8/C4GdSvMcl/l2v5lZvILeNcA96jW3sj/QSfoWahTwj/pq4csHdoAZB7Q/cjM2g/2RVYemXs+qxNI4NYMZ4DfNUAJxjPn3Lz0vpyflftJEMQ+zPgJ5jRhJ+ODWpQAQ52qrstRRnYt2HNbraEhT+DcgJz6bXr0cC/ChAmwlnoZndcAkr3Z6bcEgG4FdHRC/uMcQJcwKbdaCTIZHxXUGc+MCf2I08iLoI6U5Ap1wfGC+QmUJ1jXgEzeozKDvVamk0mcQvYIgm9CE8ENgr/b9xyHoYwMGadgINTg0hFqZwqsMa9UEph9i8w7pycmUGXgHZV8WS+sBjL/G4yabNIGDgZguZ+s4Q3gcVSWfrutJghoUWFA1q6gN4FO9mWd7M6zQBlTxTWlrzUbGNmmAhhK9zcJmD9NNcDnUNVtIhUZ9jja2o22llhaJ+1K7Rn0PcFw261QjeE8N+u9MjJ2zZypBMZKR9mzjcAHti7urhWQyhx0VdpNrcatDMpg8RqKL2yLAsCx8avzTN5pZdsmN+UZTYBznJX5yPoGzZTrzF+qWNCrUCs2EJ730WcE0GqfEPxDL5EIkAml8o0gH4FK9HhpUD9qRwMQkiHewH4U0cMHFw3KM672mOs6kIhZg7Y6YgP2daAL3pGoYEIh92Gue34RuE8gBXmuc5+Md3Sh9IxbmUYAXH3J2iMv2LLcfysG1NnIP88PYG+vd8aCPLc6gXM8Qmvloz0skWHsie05pe+gLUh2Py97iQumd9Xzf6W9zDoDHpVquOCdc0wwdytDS8+WzxNEIFGVvWMFuDbP+nnKiSxGBIqsvCNhzufGjuJFBakJKdO7EL8wn71PL81cz2SCPFfpSVnfyCwGbs4fEhAZ/PYGo3oA/+HRBTajlLc3AV8bPOH8IRGhQupzsZ8NwEAvD9hMFbjfM+GPoCAI81CW1VfRHjAxmD6qgjp3AIAvCAqawFA/KQE2npegJUDA+qfoaWw4dI+6rkOqHtzMeMEDzkaZimoX52fOQyjnsDmO1bAD8jBvJGS0umH8EfYOdhnBtsoLiRTS8SGT7GtkA9kqwJe16P7MmUhgBfml0oF+pQSg6V2urqB/Ob5l5OqVyRXuWSsklsKVQDRriGxx9iA3Vv9YscHaMA/oAJKU6mbkPtg+5wlsLkMS+1T6T/UB5/1pex0q+gBltwcfz3wT8GdbkZBwwbwDNGKLKP8mwvJ6mSrermvWVNBwAlYFhgiWUg0FgL19XRkDVLVQo0M7Kc0pz+5ZNFT9CcYD3hkXYX1kLEE/AJiyd9sDdmxqEoWwFa6upA6tDUKvzAK+96dC6mG/h/2/Pop9ThcYTqAbikrYNiIHBMp77yTBYsPsM6tvOSOaUli9ZWUhNpMJVybIucdqr89Z0n5zQ7VPMJt5efnizfhA0bGZqwfZUzexa5ZqvToiMmCPaIP5+OFQDr9587pVj602yZBYN5PaOCTZh4Do6H/OPwKG2C0kwjCvw/jRB+tO6n+ct9jTzF/Bjqkop4qW56B6mUSaJpZG5pYSmfkvwJ8Xdn7BnOhV1pXnNpmXcW3VkwlBAMDopLXJTfLbfuT4clMlWB2o4LUXch1mriljRM+L9nWGMYAe7+xf2B3GZojCwM8joY+zGyCVM/pxqlGP1KUcHAabGafj0pZEVtrSJEl5/L7g7STuIFdQiKLbSXziXMaPwuZ5eMFzQg9PYFmbFnu2CRK10VIB+L29ikmC4RkZ+9rKTfCKXmnMj6clKTYVoqXqjj3SSqsxwLYiG/sFOx+wDBupCY0Ec0MLTGUkSw7taxNHsM3yB1scff851+bsa7/b+pb5fu0fqYpbCdmqQG2zfbHOgP0kiPEucn+d3vbIL/S7WkoGwjgn2f9l5mgyKHoT2lyo/6GzJ9kGcBYgl/UncZRkrIAHmWOqfpnv+sBNwCZOcjcgTdpcAMbn9/TAVaasisREYz3R05v8zpmAbcS5Bn1rPw8gmEs+6j1cDxKcABc25mziLX1iL3qOl463wQrWkzPJs4WJvn553SpSXstkwzXx876VSlNfvgmZtYs5X7XJvhB4IZkw4yrd+Kck3l1+Pvsrv7pz9izrCLUv+gQ711hTrgvTHhS/OYewgRsOyPdtj8QnaG1TLuaOF8pnwBmBclkuLs6ZLxN1uj/j+6CbS4uc+fnhh8gftudtmIrUBRu7ZY0fRJbQH+i/J6m2ZGpkfaBy+iZJKfYVL+MLibsKx0EHdOracgR9lOSha74HAKWdubFuktse5TzV/lS3NE5xC4asxCE4hwNqs6UBn5Nv1/XhVaaxnCevX706uxdZQveyL7FDODPbYgiJbS9ekyW28q+xMJ4zZzD3pdK4ehdwLPvxW1ibGDe9rG9iX94mzpiK04epwEZ23oU5485tfB9iBbFLuVbm8XH6LvMd7CNixQ/gu40cP04P76VuhbK6tgTV3VANj35mLbGzrjLfdSkzBDAb9sT70KP/mARYk16xw2BdiC0Vn/Jf/fGHs1epRn4VmYDW9yLV4AWAG2fRD0H22MvIGLYn7D7cj0ptWBNY4KajNquAtTOmylQjQ8gbrWHa8zvg/D/+L58HI3qXREZ1KWcnc/0m8/IBvZJEhq5z4+fMv+uO/fL9908Pa6gseI89n8mRFEDTn6yfV32e60wiP/uCGBXrrB0OIwRJ/9r9eyTuNSGuuHmDHuR3xIGIE7GpYMG6H9nB5jaGzHeYt56qI2sFNfMGSUCe0yblMM79HbqJPbNyvIUbPKMYjywA4j/aeqxvE0oylDevSWabeBIMS1mLtd8uktTxIfEU9vLT7OEtpjNWYyLid2ULQEvcO/ujPw6Ie/aoyY5fYPzAIc2LcwCVTwWvSYHYpokXMAb0dMb3Jv7SxnNIhCh+RGJe9LmMT9nH9BXG1mrMO4kZMdv+9t99fPb0OficFd7VmcSWe15ujNK/90y2rdVWF4dtKevZvcmZeUhQE8/ZYsj6Qvig7IXKqudzW8+wSHlACz+UOeadeAlrWUaTYTfAFt1CG75nUZJJ5CREmyB0bFe5egciiBYEMM6eW/pnnNMt7KPTSO7VEFs+QHHVEXf0+RdPK0X8nKxlcJvYMVW+FjgaV9i2fsilrBz4kLSQlM2IxMru1zBYLX5YdofGsfWF3GuTTNaxRx7/Igpo9loTd9AF8+cUAKZSahdwCoy74Ja8/zQYPSvQ362TvO8t2Frwis10tNAPg1VYmOxdSilcHdfxmmwiM/8c8wLPCyzvpXchtuJ4P7u9fPc+9t5zTDxSN3kNg8n2ZYERcoI4TCTBGRTd0Z6qIPGdFdxF+jWQ3ehb/bKBeEEJKDJWIR7B16VVPjrUVkJutW6xlXmA/cxuNtZpezMrCMeBumlqaY1RzMANJJaiqhttFmC+u9XBS1W7PRn22vscpTeerzI/Sze0m+cokETadr/mc/PvDRQL/ipbpwDwtxpaVN5Z6WcPGQOnvLYySyUjiNMsxuxOxngKAG8QroFBAtcsMHR8VDXN7qdyYyk2PQRG3mLU92wawNr9IfBBQA07yIPMuWc92n8lk9OModpJKDarSnsQ92BUiS2lLcuwVDQEBjEYeG9Bnr1+s3emaor3zFwWfFKZCpRBT8l9DGJLYYriXrlaMKsgWW5UqlzGlX0g5a5VjzU2onC2Or9g3FjN0q9aAcRYq4xY3+5VEwP4jJmqs887mX6mhjGH/1SVHCso+YDGvhSZS53nnuzcdFwqP8bWKvC89ykZMQWOoRTuQa5sYQi2SpyK05kng58eBICSBpZUyrfpZzK6YCv5dn477wdgyQBZEaCO2kPGwDTgTOg3pupzK4OZq/dUyLVKTGDyfhwGpnX3co32uWazHadSlUMB4IJ7FhDAyC2oagDKyhmTWjigTRpxPnWm0XmYmmaCbcATsH73AuuGjiOxYYNSzcgqnav6i7lExy2wqMNp4swaSGQQ8zNrwx5fudVBR0bMrAfoZE5wOjsnBP7ak0IaDDObtirVvS9wJtVqaWIzFwIvgr7URm/P0iY2RW3Y40GQloAB8nOXDMcYEQLxVJUY0PqxlY8xWhqYNrBrRa/V0ps4QqUy3ytt4ujZzlGe2fFTtWsCgNRlYyhgUAz1q6BgI4U6mPmMv3MP8BWuA3hHhQfPzhhHFXbed+22wpVzB52AoVMKZbLvMR1T5QJYxXiw5wuEcBYWBCFDzbGavWfQD4qhzg97Pc9l71Po3EIzSzC+yRkC5gWEoM2iZ2vuW4OLBIR8jnkEmDDDXp1gUlAWv5U8Rz2xSUhU1KrjpWTl1czDrKEUkATxXBN1lIEBDyeVuGwKVj5qcyCT9Fazrwn7gt+hF5D56vMatqy9CWAamVJ485JmUvnt+ZzAusExAWC+X5ChSTxkmbq/rEJc+jX3rgAp/d2glSYTXPpGM9itMif4Y+ASY5aKPw1ZrmUFENfUnoLaFfnsnIz+36k9JnYAomlUIw+f0/tFMHQq7yYxa5O+StlaGjWyJQfwoEI7WdLtR5znYk61H6xc2ao8ArGr10yqiVyzbyMjW92icb9g8tE+rd86Nkr1RytWtY/uU7GOfJI5n+CUVajK5o+xGaTZFkD6jir/MnNA40Smt2e2DpRJfE3kG0PzboAHQBR+bILCJKYdmDLiFEClWjAm4ygoGOeTaxHILnBVuiWBRH4mSLZ2plV51RR9FgOPUlsVEI5Q4VTXosje4EzeAGkpZgnI5z/2mHa21Mal/OYcnF7uW33eQeT12xfp75iA3u3s782Er700vVzpFdaK5GSo8j6Bz9rSjWE17FInjLPF5C0D4KV4zu8XNOyZT9CndvUEGxKosxoloEQc4dfpz3RO9WqArjvfBQRIUE8q/vdNDmMHt6VAq9GdE6hNTfxqCKPvUynfHpa803PX3le8CEiv7EG5ybCQOShLa3sRkGUdeDYqdKvDt00J99BRIwACSERlD30BseUWAK7NxP3YTlCiN0kLO1UWA/Y1z4PjBgtFKcPRLdHvVJpW12UNOUPI/BVgxqhyH7DXocEVcJF6le8I+N1K0M7+btyXClH2PjqgPXen4oVnZY/zN/SHzRoPEMBcta8eoyXYWSYYaXQ3ee996M2w9wsGNajoGcb9sQGsvtFJ1+ayugJduEklzDvnbPd+/kNOS+uYuSabvRWaCRRT7cTZw+fpjYzzLc0XFSAAQeotbNBDIB77N8+1VcjucQPh9hkVGAMwXtpXdAV7h2sRpBUkWAak4wkC8I5s2+NQexsAiHk8AMC1fU1y4Tr0i0ZXUUloL8ucrXkGzkVkoABInXt0C8kmOPiCj1wXfcXzvX9LIC/zEepI6GQ5++mfRoDxAZW/2e/I6gbHoLj/EuCZ3rQkYXHuYzMgw2TRW6mJ+pStgT+XlzkHs45Qy5Kw86rBxPw7cvAwgUjkD33Jvr2TQCmVFuwF1ot90wpO9n72IoELrmmrFP0s9D3nK3ZTEwIoJ5gX9iFn355pzCvfa/L4nOcwflD5vmfDg1B0MjdrK7YXG/ohc4Y8YwZj26Ezoa0sOEtlXu7DehQ0rL2AXQJIFmnkHMz+eZTgOvqSfm5SsNpGoZWSVLrCdAQTD1n87PBWJ3hOo2/QJTJIELykEkeAUvYHKluotNCvI1ALEIcMqf+1cfesA7SlQnf93ZehdmxLhrGb2MO8rEqjvyH2ckDNScC9ThUgexD94nWtNm6SQX0uKtit5mxMJZ8BrD1PdTHJslYq0COVKiPtqyZAIEMk3kQOeA6rvVMFl3HRFoDEDgJxVIfywt9mTK0AG/1McJf9yrrdRF+xTxkn9y8lceQJe4MN1+rq6TWKHL2nl2N1YOzXVEzwzOodjLSljJ92K1Q35awkCas94qZyn3GwFpyX6JfrAA1SZ2uv23IjAGj28e6vy1SoPojsEFf47Q+h2cx/jFUmA/y9tIcIGIKeuZc+eIzpXSqd0M+lPC2NOuCndPpUSwGC1G/JvubMgwqZvdCkmbrJ+pRN1MaOzblLIBWQ7NnzAJMNPBcarm5Czk1cgemBimD0p7IKDabnhvPJ2S0IbrCb7796lZ6b+QyJJYwDs8KERPYKiVuhFk+yDjaNLXcEgWVIYi+gt0kQM7Gbi0LbDt11WTKSmGS/XX6jfUAFb2MFtS193u1JzdzTGuCnL5JU7W/cxOnapSSlBPDKOmPHM8/YnPUZ89/9UuKbUCTDmQwsdHFBh353K0Bt1OQ77NTY2djSjmUA4CYJsGegoFReV5ZJKOdZMR/w96DP1V+0l/idslGRwAWlNHNmAu9FaDrdv+8P10NOTGCdHrkU0OQzfJdkRuxRzsYyCUylEYH/JmxTaYrvEXuWPXcEgPH5oFWVQnmBMtofIAcLVAMO86JicBM0jEEIWJYJpbTcb01MwZZuiwj6AQf85SyI3HMv9KvsDlSMwmYgBTX2Psmmt9LOQJZABM9zqJXLb64HMLSiUHYA1i3Jb7WpXPtHqejmbEJmAatrb0fZ8R19I+ZamxAdIUsGDC3G7qq48ver7Hv2Ci90FlV36Aqu8aUJBjC9ASbKKoZcWt0cIDLP9yn3vpv994gWIpGrv/E3wlSAL57KzVvpSQ4I/CA2LcABeuzly4zrA+v46OzJU+OY6At87haxRC//8Fup0a9CD879sFWZp/v3UiEfnV0A+Db+qT2Of/3nr7oe+GEfc+0XPyD3lIvdNNnpIaxzEU5Z6GLH0OaBBJzIy/Pvw2AygU4K8j9+poKeXuTZ+5/qOYVpZGJGbAfDfU2WtvKAszJMPiTglvkrfm6+y3O8e0u8AGCdJGliMuqD+w8zhsyJ7GU5m2/QDdH/tQe1v6BE3njaj5lH9pOtRKJTY4sSB0AcqCqH1QgabBKEYLoxlkjylOfNdaqPiYWeX8KQEar+jLd+S9uB5d4Bj09NyQ8AACAASURBVPFFL8LGgB/3MXT9giraheg0EhevnubszkK+fiVr0oPqMc5o+q16bmM70eaGmEqs5SZUGWszFvD4MUAbc0gMM/ZowOSbN/gXVGTmSyRQBGj+kLn/kz+5OXsZNpaPAag/coZmv/8yySgbN4dBAN3FOtKygdgc+/QmPmb17v3zsqB8S1W6fpvFFyx3X/135j/PT3wMnf7l86uzf/LfAADjpxkzXAAY0O1NKkTtJU0FM3EXziR7tTOXz8OWsEnJ2hzaplRXJsO/epUeuRu3InmhtjB+OkUIWZMHJEZE5Bo7is7YJH9bB8lKtt9HVm7ekBiWzwOUMa9NjCIBV9uffb3MQZcB6wGhW2c4cBbzQTI9dhE6jOQC+8caSy9bIe2Nsn9MUouNkjng7ESN4EcWfB/5NDkCFSO42R7wTTaXmZJETs6Dx2Fl4fuMh8R3BJ8z8FEY4RqH54TMNgA8PgDAqUr/o/8D1qOH0Rk5U3oW20LlDcwu+R7A7qMkjXzHuY5djg/JM0KrXxBbpgiA3xbdDdun8eTYkEx+5EGAPronc3D17O7Z3/o734UOnbZSxqmLpOPXNEHUOAum6dobPIHtU/Tl2Cu86lsT22wCPKyWFJhsIp+JZ8hvi7nob19mqunDnluy1qXFZuGyzlyXs0hcRLZDfNeegXlx7RYziNqarEP8oK0xjR/hyqPXsHeQKd5bhmCuiV+9APCEFPNcfk5WUCbEoteypxDvBDecmCd6xZg5uk3bQkvHmKJJeahi/D99NXClJl03/qPOqFx0bNEHjeFij8tCx0Iz1xNSOrv16n2f+PA6BQb7JjocG2w26UExzDf2559T6/4cCDa4s3Qmc7ayNvmDs7uB+9OxSENqxl3pWxlOnYmhwxxDkO8gWhvcbol27yWYenxfwPWUKvpQCl1H1+ufAp5HQNagc3/uxleIlhLlFHg1o0NEvgfYT65pj01y+QuqTVXWBkb2+U+D3HVcvHnncF8NvLG5MpD2GN1qVgAE5uNni7WVxLvGVqa5/FtZK2hxBIC5Mxv25wDwXroAQTMA3SgdK/cviOFmP52bBYoAO62Gk4jf60n12vHMDZYijxVeALdA1gAh7fNIRd5szKUhrGfEFbPeZtcKFPNqL0XkgKqJAbedw5Pq7swL1+L98t6zDxpUMgNLADcKCbmmSrFVVirzz1x7dpX39c86Cz1kZ904YMlilaIQ+pfJ1Bkgu1ScBcXMIGe5Cjgd1t33eZ3uwd5vtvb2duQzfZ7StU2fhAnOYnRX+URHtQfQ3nfGPni08wyoN1ktCwAXhOIG2MxVYkPRnDfqzOX9mf7+nmto0Nsza9dqx7y9gBvgHpnfKoStgHUfHCsJVsf0IB8jXqDB6kQrax1bAzfoiB4GnPIuWAPYXHV0h7JGBZo9v3rgVPY8IHdvMmfrNO1aa8qq90qtPCBzp2nWcfVUq83nhROBnbzVrAbI7C+BWLdqrAdEfpykl1Ks5x4FBgkKY5AUjGCcOuBmcJtJy+0ARJpNxPfGwVrQ1DEaEDIBQlCH1wLVPJM0Z+pMg5hWzFvdaOBSCl6pMhv05bqVuwWKqFI0WC/lhocjASbXVzCe+RMo9dDGaeTz7Tk6C3fYr/m9fU8N1BOkky6Z/WIGe2kyBqjbPkk1yelX1EPfIIC0sZM4UbDFRI0mtGBsVJbMFkePIhPsuVYAAcTmOdFBHOLIRIMLIy93oJTcc5AqvtE5xwSmTkErfZk3A1QCO63oxJChEjQPZFUEfUYIqs0Yu9+32k/d3LUFFMycrM5u9SjVsrE0Hds66RpKzcHImtV4KdAkoNh5ae5I1j/rzFqcAsDoKno31VgvLeawBkBlB9CKPun7rDUybA8UgvytrPbU1zEEeKEKka0yTkqN44z3QJNL5VuTcKRC3EqOPSuXBv/IBuE5hby1x0fWpo5L7sG5AmgBrTQUSOwZ5Jr9xLpDQaZq0rBs3+tmFUMlp+fwvhTTUvgyp5vtz2+ZV6pkoJPl/uy9i1RT8cgm6Aiw6GBwNalhAdTX9qgd0oArTlACi9XXBCqs2uh65A2r8NzT+x2qXgtuNFFC/eFL+4o5YN549uqP2xrSgkEEbFzLthUYKmxp+s2+BJCqjsq64bQvjS2f5TPIG0EZ5ov79HqMLyMAeOk+GsAcZx4HkbOSl/1d3dfaZKc6XKeiFawZ37Hnsz2iNfaHsaWU/8gg1fiwHWR92/qTLNecDwk+EACubTVnBHKAvikoDZide5fqmK+B0mCrZCs6RwQZ0Rka7Dh+OOTIAyDctnN4RD/o3Jv1Qa4ABvnM6lQczqUyLlVye/jZ8/1te74CeuHFZW6gqhwKWhw/zo036R+ozeCaEmDjZXWkACOVx1Qa9WyafqUPUkWBQ9j+2HnZE1ewxopuGRoInhC89rzBQXENS1cHNTiOb+SAqh1eSwW/QOoxMRN9rS0JJSR6o8GFBEmoHCfYRYCmNHJNTgFEyfkcWQaE2OQw9r0A+FReOTXaYNWj7inp35dlRlsF6ml9Hs4hkpu0m3QmcRL4nW0ZPpYJAHdubD+qc7NPkTnGs7LX1h2tWHZvm3iBHWnWNnJxGVDkc6p1qfAiCFEAau3EBjWpKp3K/FaH2ceQ/cczSIfqmdk9jPHNcKF7jbyTXCJYMLbx2Bhvb6w45zxmnUgiweZkzdm7rSgDmGhfMq7JWS1NXAOoTV4I6J7r8DNgFUHoXYvtB8ieWaBXhgKT6pBz9ACvrbB5n3IPgqEEq9gX6GhASnQKAO+jVM/5rHluqCNTwYoNa99ldBa9e6E+1kbrviJ1O88DAMw9W6WViD46n5+3WmnpVREVQSwER8CVqgOuhQkCEwxB3yYSRI6gTWNqWxEK7WB+prJ4zyjkBLsAkH79XeaAAFzZRmrnkQA6DFcAcQkc4Y99l42ArdwAZwKr99rATNYYAu6s9f0AMuhF5AqaWcZ8f55/E3QEqqiSRT4z9gGz7X1OxaDJNqwPgayy7eSZOv8AcmTaZ18D7vaMyNyS6MCmYP+353ITA0hGMHET6lxME6rry1yQceq/2W6gr0wZgfmtyIaql62GrVvK1gyAuSndemTrfYFU2GCkmDeZUHlvYGv8LcAtAv0k7NHnWR/JCm3ex/9n/ktHDE17ZKKJfdAnNgGLwE+qLwmAZYzINT2P+xmSArIn6YEJ8Mt+byVAaeMNIGFf24KALSI1qvJk4k5p1wGvAxhtco6+nkFb9hS6BZlftgGuSSDbNhzaFPviLGAS7mVPUsnx9OnT/qrU7xknz7kUy4CRpbivza6PvIxPAGVNCMhzAv5wTfajVe0G2qw+1JfRx9AOPy/LggnDnEsEw5tECUNL3uM8BQSKlFSPNnjVZIN9Cu1qxoZ8myCk3tyYRSs68oWnz6BX50V1zHWrwJhf5g2QBr8NUJHkRD7P3KLjtG30QbFDTATiTWW0yY2ZK3sTy9QBlTy+M3qCsRiElBq7iSmxBTinm4zec9nEL+a0QWmA456VjJdgHkkjVusSsCbJqaBAQMTSq5eJgbPBICquSulCK0rM2/hSXQTbHtQ2xzfvGWpyNr9cMPLJ1eX826psdBj+wp6/gMrIOHbTx+gVnoM15TyHbp79df0iLU7y+zt36TOdYH7OsGMSCcKt/UjPY+YbOwr7E6r4ZStirQH1AWDxF7GJCHDaSsbEjjKj5YO1D3NVbAersQWNkCl7E3uGoO+hfoTeHb8Im6AJkU1i1r9+F5D0aarMay/WR0BPeaZyblwEfOEXJDK/SqXeo5wV95JYw5l3/YJEX88sxmsigQk5ZY7IWKm4Qk9uUsaHjKlVygHfoEwHkLdqHj8BkC3VgPG5lkKYtUMuWAf8uZwK+SyU/p6t+AroH8bIvH/M8/BiXl5eJ/kjeo4zgP3Iq7Z/e8Af283xrLasGBnNR/kOZye2HkAUDDsFUjMe9G/tIVJw+10qhdM+gjhK2Yy0a1gvxo3Nil3O2cfvZTgw8Mx+am9bnoA9nffR0YLRMklwDpFEgfyUivlMalbOTRNMSMwIiFs6WvWEFbEm5/L6FMCJfff0mYkBJjSdnf3w4mVtwpox+RtdCgj4PlWt7LVHD55VHvQnoU020Zmex7x4DipObwVkMSobWcl+h6EGG47kAZ6/VOw599DxULd/l3H/lV/ePfvV7wI+w8wk+0vjz7Fta8tlDe/eJ1mZhDdZPJ49p9fsxyaRAgDSuxSd9rq65cfc91H2lrbN69jm5/ef1/e4uOTQdk5JCHv54ibJHSTymJh7E/aK2rO3Sf6H3t4EV2w1kvgeZ06ajBJ55n7YQdh7xK2blJEKXXzRd6+gAc96xTZ6l0RCk2xI+JUt5m7bKERHQmHM3qxp9PnsV7/jufTDb5LMkmStVvSXiQGE4yxVomlfkJ66tQ3TxxyWhLZwyMMRB2ToGyuhQrnLXtta/UNy1o9QTgMCoYOxH/LnU8Dr8ySzUT0rgGfc88/+ww9nv/zl03wGaD6fY49m7CRKUNGbri8Fk9tbmWT2VILqI3DPyFAqYYkFfwDozPsAOFexNzCfX8dGeRpK8+5JTZTK44tU9jJwKP7BQN4FpKRS2TgBtmw+m0SRt6n0f/eWCs/87m5kK/P6OkkF//5P32fOoNFNglQqgNHjxK2wnb6kB/abm9e577MC/JxfAMDYsOhT7AR7INvWBFCfKv/6vdOurP5A5zrziC2Xh8GW+fbj67M/+B+elSTmKy1nMlfoolKQF3/3jC8QNTFDZAu9h+2BqYYpzhmBTSEzFVXgnn0wyNDyinNUXzt6u73svdjtVDmS88451YM8b795bfICSQetrI3BVUCs5zm+E8CyTHq38pn7D2CQoNJJANgkFmxDzlvtBJg3OIJJTOGMxobgvLwM+G4bJe0HYi8kHHRssDVlL2F/oGMB9QBvZVn8WNu5vdDrD5I4yLc8s/mdYyZJiCIKdTgyDH25MUortfEP+Qw2HILH3H2ID9RzOff9w38RmyQAMPELziCeh37ZnMMk8WCvknCM7HLe6Ceb0FYIJtcpBjA2xhZIyegE1f5Q3meC0PufGvv9cvb0+9tn//nfe5z9JU5Gy8P6eti0tblYe/SVNg3P67zho1pOaus5zwZ2i3Iy7ActWJE1YSuNZW7Q92h8ONdvYRsaGn3UhHvP6DKsZPyH5ICe+yoPbCXOEuO9+lcycboOvBb341kwTQusogRYxSbrYzPnc3muBYz5HTK8z4H9yc/4FGujtRJ8boMttS3yvCvPJ8C7SZnohybZGM6oLhLUdSwkrGIfkYDBdQWtBcSVLe/3HwHAPuTxgdlcKrojeLu/nliKhxjDJFiRX+7fq1y9pii4i4syHrCN96HRmGtsBRTfsdqMw3wpon1YD25B3p8DRqV74n2mjH/PmHQIfY793lL1/px+mqFwEHqYORfrQC8AzHsC0V5zq3MP45lM92aHNWK0wdVaHj2UjouLoYbC9F577/lABewnAPN8rqXeozAMMkx2MOd6frE0UrvJmrUw89E1wQZ26Q7/5t4LppQqKv9hEKzw+FnHWUrcBtEQZNeFV/vDdO6Yt8nCyPurZLsGmZMGgPrFmYlmEA9ImfdZwxYMMicTMNg52esv3STvMweCe2tgOm+nFbxeS6emQeYqOO65V56x5L6thh05OG5yn4fMmAJY84zrQKFIP2DQM08n+6gKeJwQ7lCgAZA89z4NfAMAS693lD9kd69fgHkA2s343crW0ydwLlCyKtQdP/sO2jaDpwYqyH5qP498ttlWdUgGGO26TmUyezsL7nofkwfYp3VI5jvd6wStWMNckzXibO2+nP3v+rmP3admP+7+qZx1/lwYFeUu0sGq4Dfze5+e9V8AuIBcQXPBDbj1J8HnsF9LiZHfb/Wo/T515qArZAjon53/Bu74b9FsnhwwLWu2Wea7DsdEk5/KFtdsNWgUPc4Cr9PEjsprewKhqwTbPKDMemrPz9DPdD9VTs3W3xfJFbfyvV3znb8NhPZ9BsGzFOzimN+D4kiZ5fep8jQTa75iUGD2WBMnAAHzN3oC2WRFMJzvJ9uUwJc0vGQL2juTF3rHA819VvoMKuUnc4LqwGaPj8xIh+aY+bsB/6H5bY82EgkwMgDo8tFD32iAxO53z53OBX/Yu6wb7m4PbZ8fytLbmWcSUCrjmeBmF+b7Zv3tgYtOVy43IaV6oSwQJAoMBeQAwMi6VeQkPZg0g5F6txREXnPl13Ewx9I2sw4P4ySVojbfhaKM+d2AUkGVTCgBSEC2Daarc8x42wq73Sw8+yYkCJRb/c/4S7+W9VIuTGbifMLzqS6Kw8rYVs+3HzLALcGe6dMh9ZhGyDk0sRFdRKbXzeeb3Ydxn/uWvpb+J50H1hF9w7pZqdFeHc6SyQXQcM58Mdfsd4zSOjfT+5dPt/9IK+iRLaqgSHawx7ABY8H4nt8EFwMwtQKaSrEEuks53LOBjH76rgsAC6LhVKVyjSzkjBLHZilpS7+KbYBub4W4wfIGAqED5RlGFplzAoVLU2yFJOvhPuH3VrC5L1kfaM82sWoZSlqN1b5P6vtmN04ADWO2VJwzaawhDiHr1fgDaw/4sCDX6FSqoJARKEZb2R1ntP1W51Xqt1ZWCQDzauZnA7AE1yexq4CIBrh7YAN8AtQN1FEJNptgbUie5pLM6XmtHqn+JSs5ct+kigZ0jvtbe8kAm7TsOomIzPFzY1j0jJ+ezwR1qfBOcLqOcJzqO+0Vznx5TfWdth+AQfvV1UihMt1qt67BGY5lQPjoNXtFaash8wAvyDFOnWewDg8VCw2+DkjBgAlqKptSYVPJwvfZS2Tuoieh/GTJmuyUPdNe28nSrWOW6zMPyEOZIOpUWs3DUBcAJpBK4Ovg8HC25M85meaZZwBqXlQn86Jin71Wx7ABevSpCZY4qQBVddDzHpn/sp9YwWagxvEWdBgd0+B7jfQBRfMzfSk1cu2ZNYpA+Z8zzuDtUOV1+m1lYYWHVWPSjCvrvNBTraQ9MKjI1sA5cJ7gQ52rBIMIHvc7fUb2pMlSjL/VJnl+gr5U/elcmfmO3m5v2yZoWYXbMyaTTkDV4GrkKxRwUsgmmJ4gEXqQQAOyUFrCjtlELsaMfkLe2zMQKYsO4j4LaH6uPqOqJIBCEm/evM69Mm5AmcmzO+ynqqD8eRuwELCubTIi+5whVjt3x3SsBObfZz9IBYrtbAIkcwz9IPoOfUtlAZV+G+jfxEFuinxtT0T9JveLCZZWGC4FKb9Db3IPe7ppMxMkJGjBs1Htit0AtR9gVPvWtkdrqM9agWWiGC97n9mTt/o5k8FYtqcn75W+fwIcyKUJtbY+QPYKREQEOPu2jykJAwTkeZ5WpE9yGvdceeDfOPtPrgiOC6LxQidAX4kzz3OUjwQ/dQ+3zDuByCZJ5rw3eSnrzllbU8jKgz5HAtWl9814mA+SZbDpLpPowVwyH3ye6wPk4Ls1+ZA5Qwiy1O9nbGsvMyen9PasH3NcmtzxCREgEkzs26ntgOxrU0hjWlAsW/cnAPD4JgDAiCGfB5hHxwH6ARbyYg20/QegnHlFT2PnrE0nrZvnwupgvs9asZ9kCCCJzgAxsgRwi11n5RZVYFSJaEvKtCCjCwkO2OHsW2T1USiae941OVU5brJgaeN4dgF0aRqRGQ1d+5riv5kcyPcA4tG9BPk5HwFiuD/7m9600vSyp01uqP6bfSlTzjEx0/mi6vFtgrlX1dFb6dsgZfv6DttQAZfx2XM9A+ckYABa3AqYoI4iUah6aBJhDWxRtSg1o8kT6n+TQ6B3RW4EYgi+vk1wtFR7mWuSSgTPmAMqeUlKYe2WS242LAkUw65jlbU6cH0YprSV0qPU+JlnAHBBDt+8oU97egU3IcIqV5OWPYOhh6V6qcHt6FzsuzKLVd9Nj762z0n1Wq7FWn0mQWLse5Ia+DdrepPf85xNAsj9NsGDPrjto07VOHugrRH4jsAaurNJE6UmR75N+rM6PToustOE+JwN6HnA0ia0IOdzZmpb6heVgjdrSUUMtiyv9hyvYY1uJDkMHQEwKnjKGYiNsTEf2YCsxmtP7M6JlWjQ9jL/UFgbB/Ocpw8mz1m7pXaAieq9H326G+gmaG0SWOcgv4elAznCfryToH6vlTlcVh/k2PF43xH+Pl/9b47lSQ4AhGJP3btrAhv7DPurbVySaNAWV/kKYCRjhJFpz4EGxcvgQDKGn2PfSBsOMM34Q+tKz+/03eWMef69vUqRJ1/+AxCGs/5gD9d/5l73A8Jd92xinXgBtlINr00NIA8wBWX7+Klcv1V5UsdzXaqr2+OT2Apy3p6b0ek5R14mAYLe8uizjYG5Tz96XeJN2KEzlwsAM+/sc/Q2vbKxb7Af3b8mduP/V0dkTJxBj1OZzJo3wREAoX4Ae4ozdKufjUGgF/gdbAQmaqpreLHWJE8KAOtv8FkAR5IdnlKRzspnGjy//d75eRKE6oel4jA2zmcqUfP9yycCM/o+6tb6rFRm5yMvX6bndp9r7P989skV1OjYp4LtJEYAPpDQDMDeGGJpw0lcFIwGbK1dlP/QYVBWf43efxW9WRAmOpL2KOifT6EIfp7kjv/09wLgPqZqO4mUAbTaLzqvW6VSFaQ4i03TtkEZA/vyafwfZPaG/rWpGL77AGrjgL5jZzx/DnuIQArUwl+TQIhevACvboWjlXV40Pdj2+E30D/4M/1kib+1pVGegaTmfiZ+LAn10evomtdQchNDo+9qKcV5fuwhz9Gba+xVAeD3JCATD0FmS12f9SBmkv328TMynB60JJhm/zyYghOA+21j04KEOYco+OIanNfQTn8NgMcevE/V9cSetHdMCKe9juFn9QsVz1Am8299L4Fp2BTOQzntGTpFE1lPbHj2KLTZVEL318Rq8pivM8YvAZXoP/b8Krox93l3Y7L4xjOb4JU/71lc/knsJfMGMwvnPwXSiD6mHXLYuHmu+anZpdhuJErFtg7bSH2jjBe7isp09Ordkb/zJ9AY3zn7w3/56uwTTDDfQf1NlR8JMIL62AzvolfwfS5yBgFkcv5DJW3iCYlKDwtS8nntlVSTp9c3so0tB0BMstBtQHKqi+npjf1J25Vvr8/++//uyt6y+b93JNEEEGdiHj8jpj6aev28k9Bd9y9xkcQ+3+ZM3qRz9EtBsr8AAK5tGpYb6Pcb40sf5tuRDXQ1LZgoMueYuwmTBswKTZDDZy7giN2FvYcvhU3GQpC4YmsqeiCXES7/cQZuG4zS9ePrY4NHx3G2lwkrOuJJ9mSpwxuroaKeBBT9eJiRHoVBqjIwsUIqxE1C4Nkt0mGOWk1fv5j4S/ZXe9Ra1DJHQNaRs4mkAvSX+gI9xTlOCwlZWQTPqVJvNWz83T/8l2ElOQDAsswAAHN/EoyJS3CWoGOb1JfBcR7ij7BEgMY8z4PInYkSjNhkom3Vxbydt6jHuB4V8PceUFX+4Ozv/sNHSV4xaQ2aYr5emLXyZdV2XwW0WXfO3mlXw2d7TUFy/BR1uOcAMeQWA9ZesuBEnMB1bYJd51kHVzscm0ubpP42H/Gvw3nLenleHou5+FCLEhoPZkFZVwvy6rMdDYDD+rSNEkkEJCI0VuR9+GiBWK5ZRinjZ5znPRbRsi0CsgJ5n2l9cH/m+fHR+2hDGO681I2rr2BSfqmhawwZv2jsIpdg32xixf8vALCP52uDFSz0AsD8m3FYLftTAFha0qNBYNDQwJDGyl7Xa58GCesUoMTzufYGG9DsdFEdk9dcEKPZBDOOA9DF5zi3ZtPukFDsdfprCBu04vW1gWoc3J9W5W4wfSt6dUikCvjJawS0GbcVLpX+z6uPeX/BTz93BKU3+Hs4UCbgsfPXv3cCc3OE9VAZXSFmnhVKhK9xrhhGdQZy3x6uvb+1L5vRs4G3UsAC0Eyaz8Fw7WE7lIX5nQaE9yebvZXI+f328TkKrVlePdijmFtZsrt01vGYiOA9rHzmcLLykNexCti1L/g3AX8GshWDUgysIejq8Lw9iHhuqjuYw6ncNON6ZElro8+1rwWVNhi4sud1fd7dC+2VNwCDFItHuefz3KsHU2Viq8Cc6/bSnNfOnWDPEUwSPFIZrBG+iosDpoGLXAtn/3QKWt3ZAPTOx8hb5cHrW5Xv3PBnexvjNNkrV7kRvPPZC7BOwLZ7e6r0cKBbZZCXQLgyu4HavYcg3a4V4+YB+F/DV11j1+4IAHc8JFY0k1r53X3dYDwKP8buAtrH4IJruwkoTSrIn53TBnln7SvTRoHq6P18XTr+n81llX3eJChvsEnddvqiCoQgV+mem0UVIBKquQniEegjiAdzVw2UPEyfs04rIJD0qsfKVjPR9xBZOvqVTedPiiVeO//NTC1l3HF0SyW9ldDuL5/dfkWC/wRIBE+WepfKOwH5Hubd285OKzxnTapzuo5U1bjDNvGBe5WyZQJMBfnaI1qAYwP6mwxT2tvZC9v7WyCNymFobawe2Z6xyvJmhXV2KrvMsQH97UUxNOORMcZJpjNBywU+q2u579o5eShp16jsSNb0JFncT2Ca11bvLyiLYdgKFIyv/IdT2j6mMbQJaBLAoBKGF/qMOejcxDC1Smzp3g3UU51ElVLB16nqMcihvrRXnX1UeA/Da5MTWjWdAPRSXzIXS71IML6vBk+SyTpJSMh4M+lyDwxNVpljguqYrZwvIHTYs+g2ZNggDJn1BVAB96trrAxnfTEAke+t9DWAJYhmnztplNlfBKpLvZOAhoEjZOl4PmmU1Sob0AydRR9Te54Y7J9rZL5LY9Pgk3R8ZuphuEshxHlPsIWxSfE+CUeRT8AgAWSTs9RX3xpgfBTHCkNw2thXBiv3pSOGClIQmX1Q6s9mzapHm/BABmmrEJjnyAjVGwVoBbvVQ9Kh342zeaA5rL7QfipAnJ9LjYm+Hxo5HC8MY3o1ATptRT2OjcwEBOjc13czLXGHEQAAIABJREFU3uvrm+pxzqOH0KtFXtABPFMdnKxPae+wn5qKqe3B30dqdu2Ee/SMpNI94wEARk0W2BmAnDljX9Dfq2J4sAnQqwaetr+XzibrKz1RmUtqNySgjTeG0V75UruTeY2CMGPToBKB2vYfRvdGNm9abS+FsJX5ZpYLkA1AkGtslnOrXUhc6ZrOHm+QL/eJM2UPaOYKUAzZuBkGCzK3rd5ibMwvzyLwJFXb9oFkH+6ZW3qmfBKZqc5kHumhNoAw2cpmoxLoI3BJUEt7ozqkSRUyQPDdPcvoy8s68DxL5c4vCcQim/fuAbLp6PJ/bDGrmXWUL0IhygtHsDq3QeH1AzaxUaphk7J6yhsAzNxRrcwLIHBNXOi36Nkp+wyGu2en9FcyOhj449mWVlyKvPYFLV1tQO8APG3dlXXZyikUxyYebPImZx3Hk89MEM7qGKof2NeHNiRDEWubi7HDMyFNliHgwQMVAN4eekdw+h49t6K36In6gWqh6KJSWFJFkoDPp5QmYI8g59JWsm/Y9/Z6NsECWkfGmUqboTvu3AFOZTqo5mQJejbkuZcK2YQRA9CfEmTk3uibOpDN+TOBDR1QfVt6SQKYBK8EsmT00OE04Y2+ylQwahdtUgrnBHuQIEQpuLFryshAz03ZU3iv9JgJlgBGUAkADeBNAIn2iUtQknujfwkm0v+4FL8506z29Fxf/4g5aGJLxk5QDJnneQTgoAynGkeGEc5bnlMbESc9VaWthvD7VskMhWLtuVrf2m05F/hMq2rwMZnzBK1lFSH5UspKKZ6PyZh91q6nLQyaJT82OOsCUIpN12z1yGqToACKAd3eMPfKIuAWgRHONPZrdUzmkiqVj6lY4Yy4CADQFhMF2vL8OTPQaZtgi74CsICej7lphcfIM3NgIpV6nPuU3aKAMTaFCRVQXqODBJhI/IKNwR7UrIO6mvOCfoEEvbRXoRuVPUb7/W2AUQKs+G5URi8zDH6LsiJzAutIxRm6zj7T9sMlmMmeWhYW1njn9XX0LXPEPuk5nn83+FQgxDOYKtNNAiHm0EqJXIPz37Yr0xc6n7VCX/Ce80b9TbX8UDCGmpIX9Kieo1aWC6beGqYLWz+0Ov6Q4b/yjFza6mavg2wUREggsGtUp0c6dHuLTZubyOdFkIL60NiHCeBdBjzAlpDa0/65nPPIO2DrgQmnCTYE/ezvXbsWezrjaCITYGfu2cry9oEGwKYyUeCAvWkbjDxjxlkwsv6KQVH2mwwzVpgti5BgOraJZ+GuC9fk+oCSnCXXaRuADdmWHaXbBmw1CEcA1f6aJItyNpOUM73Kw3IisKAdvJWofKvUkW1jNRS5jd0YtOb8BCzseD9EPvOLJwHhmzwYsIXKJGwVzjue1aQgkkGoFiRoDO0kMomty3XYR4Dj2GxS5aJP0OWNO9V+1K6QSjzgSoL67LWbt9lnVILmbP/hty/HttL2uQxwt0leyxwD+LH+J/MiC0QAOHoLkhTa2AKV/voLH5II1LFF51BR25Ya+Zm151w+JEphi1Fxk7lBVz9KH8MmlET3k7RavQ0HRlsGsN7ub+yXXqsVveh6eh6adIf9aTUnrDbpDV7QQ0CZ17a34LvosjoY+Z/ALkkcVBEDDJscZIUoFVRURgHkC8byIrEJ+b1If0iDgMwnyXb0+7xd4JBzvvwfuQ/yu+uxceHLrAmvxj+QvNynQEtegK08DyA5Ms6awoLQ/ZwHYj9Ku3petpgyMES+APiQGfT1+2HOuLqS6htbeAP0zE9b7cBINLLCXGz7FuSvle95j2dhXwAMcB8TB9mXtDTgPWSYeccOiJ5I5TcA/cGerumWitTp4U21vIyD+smPLx9XZnruRFbpfc3+pjLaJAaTm5pgUf2YtY9u+f77rA+JgZlnnoeWFS9fhv44z/M088hea3IuYEeAsPNLEtGTfFmKeP7nec9zcqZsPOEYchYAppqd8b9+SSWwbRuQKexqE8XQx9k/rZCXWQh7qpShJNidP27ym36oZ9AXEvfy8y/+0q2zv/03871i0yRwx74LTlhmoKwPz102mcxD23yRkBSRs1WC7UxIvsP+uH2Hdh7GvEm0IakEWZMxjMrVikHkUx8Z8BidSQ/ahnXxOQFUkFliV4yx5xe0xW/S4zZ6I/YvcRXOitepGpUNBr0wtjI+Re4PM9SX6vYBR/IstQFoG5CqXACa21TJR3C+AcCzDybOxfgLKmbsm3SBBEFeR2LC6/Q6ZZ9QAQt9NPTN+ABN6s39AOd77uTP1ZX9xO8FMC2MHVvwxQ+RzYCi2NT0vsX+eZh5fZy1JhTcikkSXCKfD2EVgdY5Mi+pA6Anf1MZG+aH0OvCgCMd9mXH+yGAJGtdxq68qNB9l3mh9cE3EiRbbRi7OLIBiIq9TlutOb7nHOpXO0+fI98A3XdukzCjTjOGnvHFHoYOmxzc10nG/r//7buzPwtl9dsPJMIDuMEOYgnhrcwz8/oh+wL5hdKfilr03fVLAF+r//fzyG+TegvSAbBzhppsQbLWFhmYrDAo04/XZ//kv31+1iJYErlia9PGgH1D8ixdUPD3yrbKfm6A2VhfkxNhrGmbF/ZZktnBbYhhYOtmnvGbYSsiYaEv4kB5bvYNVZ/MPyZvafQrhwF/M/9lXsmzWvUbPwlKf6px48cTN/uWc7XsiE2Swm7P2ZadIMYzieAFhgEcZemCinHbFJEowx4l2eO86858kCBPEhVV/MbcSLDsE7MAtc9N1DPOMSxZnWMSZjn/ycbG/rUvcP1GCk9gJilLESCntjCXZH2YZxgziPWg46LyhmkjtnQo2f/Pf5MYzC3YS9InuWeytujaafWDciGqkjkr8U0fRMDK6EOrkpw9yMCT6G1ea0eSGChWYdIu+qdtcbALSMhPi5hP2avn6ZX9j/7xgyQi0t6soYzKvvpfVi1tORnokEP0IMkKHL8N7xM7a+yV/QDWhl+hb8KeqWigfvNPkz61bY1dwV6k/DQ+ULtSn4yY9CZDr92goHk9i1iI1Zl038ryyEN9vzKUbCyCMSgD3mejI56TyEOZwMoaNWNFlmm7RRxgbm5M20RxqcyJX3g/X95DHIdng+FHk6Qhu4UO0O2ZL4ufumru2J2A/tuYPG+RQ/QTAPj0AXZCmDjxjZMKYJ9XQZiQUBeYA3fGfABaTt7jOg0s5b8FJpeWeCdwQdoCKztr+WWBy7nXofKxPaW8Zw/ruenPK3odq7Nk4PinYOwKEb/fXqc7F1tlu5M8uF8Fg5e9OI7CuJmUCKy9T/3dVsf2sD4Z52HCWC4Ufo2mGMwY+GwEnmsqtDZw0YzbESDXwA3K83djc79Zoz77fHbBqr1ON00U0gbtZ1XNeMh/rRjB6V4BY/4A8RbIa1DGoNCu3wJH/cwYGQu+Mrc/B4C3OTrPuRTHbBppUqVh2bVYgG5/btAah7l0uB5O28uuyQaTTSYIrNPUnr8KRAWnQfQGDJWj7UtYPCq/O82APxHHw0GOf7FV6yw362vga8FYDhapq7ZHtJ/ZnrUamT10MByn6tRg1VJfeU0rgezxsoqLv80893fdPyegccHY/NxK7PyHEbWU1XVeunmOwnKqdKzqM5PYrMYBFzN+DC4rZHF8vP8C09s799h4XMOw1OesQ27Z2E6eudV5rQDZnhpHyuzx9bteTc7IXmowJodeQfGuMXaagS3Gh6wupTbX3MQLrtFK41lXg0euuc67iovnWD0CyLpjUAe6N1vRTKY2uoz3JgFiExoObADzu9UPR8YB57uBxvYtmI3uBlQl5D37AAi8V87rq7nfarSMzG7z+Vb+tVpY+lGC0lVNOYy2p2wdgIzdAP/RQaux2mCR3/eQZ47IZHS8XH/1epNVmlEvsENQoxQcnX9796zjbVKLRpZguf2t1BV7mNirVjBZB9js9ZEHHCqqizMmnHz1vQHvOl08c5yD2mz0W4A+mj3HXBXwU3fZS8RAfWlZMh5Ahilin8pKFR6B5k2I4Zpk5ZYiJd8hQLI6rnuP4Pms5c51n290Z+eSvZIJJNDNXuT3VuXhGPvBBjoImuTZmd+2Puh3NcABupzD6KasMTLPw5tIADgA5R3PLg0u8yGow/4yg3qBWalvBGb4PoGCDf73/Ri2zEH7Oues5VYkKqOvCKqVUokkhjwTa4aTg3x0VTOmDVAvPXDnjc/mmZDpPZPV9TiiGJ/02dWBsEfqnkOygbSvUA1pE0cI9JtAs2ewehM6PoKxfJ8EBu5nf18dAOa+AXYAYhyVrB/AKD1oSjXdYLt7DOCi/fmYzDnPmX+qBsB/PSeoYo3xHRklSLCGK05H2xBkDnUKj7q2SWu5P8FgAuHtKbV7ln2e3xc0zh8CbbIUAKzaV4bhSD1HZQMVRDhNUOQZiDOpwOSB+4Cu0NvkWQBYkJnaYw34Kydru/G8Al84SYBZ6IPQMoU6S92gnjQQSqA5147MXV+/rC5HXi7o5VdDBFkFdPSayBfr34qwvEdQ5nCYkqFonmju4ZryBBcJiumU5vNxHqWvM4DHuuIIlQKuAdkAeHFcOZ/4t7Q+9Ca1qmz7Ire6LxdHT3LG2xsd+nz0lrZDg4uZb4JJG+DnubmGfZ6HcSWjBBRGFgWgYVU4VtjXSSQ4MHTeONXsfwC89lMupZF90prEliEUdI0M2ocPerjsmYKhAmPak/YwRZ9ARc28sDbINGttK49aOwkAQYuqDuSaBO+50XkCaty7FFe818Ss1evuMQKUPweAuc9N5pznar+lDAz5QLcYlE3ACVC0yQVWSRSEa/XHEQBWoGxHUPYIzioYAAqOIUCbpY8OJ4CrPK1tB1hbG4iAdXvJex6VtrSPbiLCgjibyMm4+Tw6G6DnPboOuvSsG0kLOG/tTTsZGegHAL87pR20LxHXMHkEmwT7iEoQe2EeGWs4xw3sWbE3dlopV1JB0Uo7DkcCzXHAm2Bkb2LOUWjX2YeAP8gKtop0aQREdMZxVHm+9s3jfM89oIysbZXPlqI9YkXwwkqdu63eKQVw5ZDzyOQ9bG96hdZm7tmhvUB+RIMz+QzjbBAt8/X6dSqGoOXK8+hHGMBpa4ZcR0aG6RGbeWjiQcCJ03OmMpC1ffM61VBDoU9CDPsARhp0n722pDAHjCh402x/qnHoaYtuB6RAXwZUDGUggWyAFfTTUo/jWC94oi10PDcIejgHBBn1QeoTTMVvuf8ALDhf7gHkoNtlD+A7MmAwlyYsNFEussB7yHOBw7EVDaRkr1VHou8M0NyDxhzRyM+sL721tn2EvTOxNZwLkkOwNe/meQvmEOTMmJi716GPRNczX2SaI5MkrxDcRQYIxDGuj5/THyzBEmgDOW9NMJLxhdfSeKMbAClkDrFvXe12aPWydj8GRKsrkfXjObVhOFelHwQ02P5arQDNi4SNO1RWxC4hGQEqZl4bpF/62Saq5T58X5vbBJUmuYyNtG1xPGdhvMBOCvCQfYNOvXl7U+YM7BfORvY5cwwoLIMDf5AFdRbgSBMio0M3wXjZcrqfuDdAKtWp+Fb5mSCriR/SMve9JkkZOGJvsYboo9VDNYGr/0zCo/Jkk2sZEtdAb7KP6CPbMzp/rq9fzPoA0pOUxNxBg0yFGzLjecC+wh9au5qxFgjGXszjYqv47MocPkr7jeasRY4JomLXQKW7dPPIGwEGdBR7E5nheQVKqPIyWZH5hxqRfbTJhd8FwLAnJPrJRKmtiNyWGvj9jAngr+wVrSqf8VXIZo0KyJs4bKsDzsx8MutJn1qTitCtyspFqgYJqH5qJS8tToaRCP0N3Wn0eRO3WINpz7E0+uwvko0am8g+q893sAWlk6/ui/6wrzGyFwrc6EgqbNBD2GrQCtfOju5tlWGTrrDhYDeAOld9BAXm7YwFs2TpJQVahjWj56p92bHF0eckeeITwAiyiXlvI/e8ngYgxAeoP5i/0dsA1F0jEiinqq59XPPnTX5vv0Nki/cAQQ2GEvBGn2FnkbhQvwO6TPysJqxutRJ7jL2E3cYafpQ+swkgVJlDj6y9hjlDQiW2CTTH7BPmGPsQv4skGJ6dZB6eAXuLISN/DXgOAPnwXN+Oz1J5DpBFxTOAQrVTE0gAhwcAfhoK68Z/ABihw5a2+9kzZCX0prFl6H/uBkmlcyr/AEo/fXlXu8ce29CAv9G2zcHYvraTF/s4dggiuIUxMK5sAhmXRA4A7lmDJqmEhhXdWXA7IE79svSCxQxp26w8g3oSQCrgQOS0flF9I+QhfR8BjvGfC5K5N/FPOC+wNfk3+4k1ETf81v7TMkrQ6kG/m8rOAqka8u1jSnII64S/D8hrD24SjFFWOWPaDsKxsFUBennR25t1w+ZHztHf+CqsfeMlJK1FvrbaDNDm04fMVBJGlj3rYyuN7SnKmJ8+jU0EgFD/MVW1qXCsDzegAvdnP16lkpFEMewA1pMXMmDsYQFg5CH2zAsWiziSSTjKnEmX/B7dbiXd+qH8iqRuwJyML+O1IviR7VJS0fn7f+v87Hf+cuyKjOfdm7S2SHuKs+/CSJJ9VLAapqDIIzoe8A7w9lH+3L0rbS7tW75+tvr21m0r80wWuOx+MZ5hsQh066wVv2dvkOyJTnj2LIlQOWc52zWg0aH5LOuU9XsXewGqY6oDAYGNe/o+cwB9O8k1jJfknfcB1G7fik/BNGQtLrKO+MJla8BefUJPb1qc6BNRfQq7y4/f2F/AbthkJDvBYAPorX0PWMpZWPYl/NkkWuAiYs+h20ncKttEKe6zf2hn137EXIM4Is+Pb2484TIV19fpocv3Sl1OT+jYgPT4hfGE5LX2Fc68MNfY7zxUgZXcgERFqx6jC7lhROY8+xWQ607sz94zr3c3AMAw0kQPp6LXpP2HAdDYV7HVAmjLMqPtM6ZGqovfFywnOawALYlMOR8KEkWuOK8fP73biu7r669n//r/us71A0B/JSE05w42WZ6NM5fz/m3sShLPNSuRg3vZ2zCYpAI4oDFJkgCZnIGw4rCfSECvTiIOHNuK/cKLc1f7x4pFknhgGLr17frsf/6nvxcAmH9nP8dWgM2KfXAbQDBnAfukCYmZHwuzxsbI8rQXs+G5noGMDZsQfwf5wb6kunUTgvj6zWuSQUlkxq5OUlDWmzOcsBhF129eTb9waM+pKs2c048Zhpu36R9ND3BsyNstHKE4g8RomDwnRtZlRHIbJa/fyzW+1qdRdogHX19jz9HeILbGbCXOMM4NPs+cchZiPxEnI376KOA99OfYw9hQMtxZAcy8ARBSWM+fnhNJXGC8VskylyQlE58FFDZGiP/FeoiRWQH8CZnn2TL+f/5Hrw8A8IdUWpuALvAtO5dJmFtcRuIRCSzEHaWCdv0eT6I2NgwsKk02xQ+qL4TON+moCS/x9+7ezV55K3X+r3734dlf//07TdC4S/Cwdq6MfLYqw+6yshx7orZMk8CIY4sVWTCkr2lh2Lbes/0AMlQGuExV/VXiL42ZOcfdaj131CutYo+sbfGMcX1jpYuZNUaaNS1DTIbd+B/Jg8VoeI/nrwncF5KNXeG1iLl4bgjaU7FrYqBjWZCXAtcjiyoAMOvbfCJaaeWzBbaFRg4vWz2idxwvesqxaQNUrigIyvwxL8TuGx8pg6DnRlvv5b0WB7z+cHr5eSBt7L4YxBowneyCbj5MbfHZyP3sTMb+uwGVLvTxekySwTYV1AKG+7NVIU6olQHeE0O8BvDc/0Af51BmjMeJOowP4Wkm94IYAmHzCF34fVYrW2pJ9oURs/dpYK2BYrOd+jMBFkCnBlGPq7TgySnl797P73GYeBAU5M2cbGXu4d59Vn9iHrcMfYHhBVD2vgtqH4TyZA0X8Cnog1GTuTDQunO3FTizphiCuf+Cn1YgOpgFwTz4GTsA3mRH5OEWHI5JPnNihhsvA0S+Dy0A4AfzsdXYtxao4WCIABsQVFEcnZ9Z8JOl5rmWwlfjRwPIij8dKoJQC1r1GYayEqXPa/sLb3UrIdoCejNNu7wYmwhlD49sanAm7m1lwVHO1yjvc0eB8MuDEliQZPZF9xcGWce9a6J87XOXniJ/5N6XmsTnMqNkaVFKkUHVYw9uKcBWiaIErEDc+Tru5QXjmmSBAoPeaSuWK58qutPx7RJYib+ys/vA7LUCXfzX4J0Va1u5V9metVsQWrDeig/BK57POW5wfcBI1tW+XAY5rVK0sor7EnwuI8AMskHI+QEjoNfmUU/kqLouP28GrQDwT+Wt8gr4gdMyzvrqpN2D2yO3+i2fbYXxyKQJGlIEC+RNddahssN9xav0d5kAqQj5KMqQAN1x0JtRqPO2+sues9yftUaP2qdTXbM9dJm3Uq9OUJrMKvuXqZur5zngawxtpT1jPjn5BuHk2guAI5vtP8C6TPV1n6fz5XNXfmet/axUd5gv6Diclu7lHvDuKyu46D0Vt4IM1QLQu7+trGtfzDyTvRkEa6SdZUz+DhnDmcImYRin5xNrV2aE7nuuTXAHWhHlegE8kyqc73UUmU/WiD3GnDXz8XicTLVrxlCAAIM1188zbYJMwd/Ih4kf/x9d7/ZrWfZkZ5283/PkpardbbslC1oYGsmYBmOMxQOXF0v+W+HViJbgAVkystRqWiB4cEtISG75V5V5MvNc8l6Mb3wRe+8qt9evqzPznL3XmmvOmDEjYkSM2ANYcAGjlJ8t8DW5LZX79pmso4VMG3At+EX1w+l+6byYpY4Dj3PfSuvSkAtiHpOWWOMF6Uf2mIAJlnY9CODRh2TOwe5nxCfjaE5Q1mIpFatzxnG9nwo2QLv2fMn/K8A4QVTpba2EcH9IY40O6z0rCwZZkQcy49c+qdwWbCKLVYpme7MpAweQk/Ml915qQcdv5TC6mjlDJrR33GvsG+BIAyYoQ+eZAQF8M0OtosGBDl33lwaB6OGJIUrGqi0eet7n0+gK3kMARXnhntuT3qf6fH7HnjV5KvdrlSmJEFarttohQQX2OMEDrgYeS/u5VW+A85697BMcV6a37PH9jMBN3zUDbHVA5H61OaBHg5ZuNx2EOJGsqxR+4w25ow7zpr3EXGlIljZxqv+oYOAeBFisUk7QIgE2KyjppxyHGuewwe0EOan8GmpDbCLWtU4M+n6chce5F8bxJp0wVn5farE4qOiFJgxM78X7GfchGZH9g2Ec52Up9K1CUv/hlLHe2rUmMFAtR3Y2DuLHZCmf3aYC7Gg3rjInWGnPNOSOnp3IoHKjo0GgQSYT5LC9iCexzspY7U7l45gERGCCwOGdOPokwCyQa7DX85751QmXYsgebbuyx7GSs1PAMMFSqkK50CwEjZDB1Ys885DAM2eBzoe6QAYCq/h1iPZZ7DMrfLT93YdNzsj3AGbWBuIsap/gGhZD752/21cRYEXqSGzLguvV6wLyXFBBtl8q7jD6HMACusIETNClBEzQIeoSqmmn6jZ6plXR2bvXAMqVG8d5pxnKBOanPUPG/LEAh+Pjvehb7JgNMgIkIMfIPSAX8ySQaTIcFRbsD6iuv+aLVN59CH2b9OtO3bK7WOkH0ER1lG1M9n3RVe0tnaCUVFXoEnpGEliNIx2bASCfd+cMaT/B6VVOAp9Be/UT1Kzsv647gEfOWqs17NNE5QnvQYLPZQKa6gPWS9rxJqJk/OwN7AmqJ5qgGhAJ/UGVQxM1e94t/ZXBQ8bVRK58Xr3umpvQqW3IvdER23/6MsE8zvZHjxOsJVCZ+aRn3ALAVLyy77m2Ahp52PuzV1qVnP3SJIvxNwrQEgzImCrz7OGMgbPkYdpbbBY69oFJOYIITRLLfC7LB2vDeat+VTg4t5AN5L0tXDIP36kWQE6jf75nPPVjAGRbYWeFKZ9nX2zrAG2qfK6VBVDNMrbQMaYiA/1PAIzvll0n+wi7KifAJD8AxuML4ishM2Tz2x8VXVVmmepH1o5qRfWW5x+6hez+2BDE3JrxzkxSxQ1FnqwfjO8itJuA8ly6Y/Uk+u9bdwjicIZQqamcYHNVFvM3qzEI6FI54hoxjyu72FFlQKgNScCDcxS7W/CJZ+GHE0ArgJWqGUAlgD6AM2wggMytRtgeuCwTXt5VQPFWf+HvAbDkvQjuFQiI3l6datXu2oj8HL9H3bHrz/kJ4Mef7YfLkTjn6Qd692a8JK68TyJEz1D+13hHtX/v18SW/NsevSY9Cpya7CQQrt5/SG/j7EsC/5sI2Tmv7M+DexfXngtZv06Anz3fqt3SsQaYLiuGLC33ch4jH20zUZYRg0ra3fYAxy4EeKaSD/AHncEFNSXPw3YykUrKVtYI0NbELFtlmJgpi4bVj3xef5IL3VNwPr+n730TGkvjag9HPgXA0KBnGCnOA6CT6EMgk4VBzktJ3WCoycjIG8HuJuBAr9TLRCjAy/4rMmj/ZlnqWHbZkHgidorBNqgiG+8iOaVJX1Qm22u0FXWwBgCcdd6/dd3RY61ujsnD3Lcna9aGavo+u+fVVB5nMwLiIsdWfvCZaV+UeX2XCtNWsQKixubm0q4N+BpgjvtTXQ94jZwZn3AOOJvU7axtQDqSHSIHJOGie5hv9grj6vmEzUJrKXyVsfkqZ3l/gLH2Aw9QQ+/CznfoWWkTgp1pRTMBbQLnR9tEYLbL6XmQsXFvZI33KkAM00P2P8/iXW7d5e+2Taltfp/P8c4r73fbw7VVXblI/nIP8a6xpS/RuQT4pYvnbGS/cnXf13eggjlnNL23YV6IrGGby+Ai+OyVXVtRZc28BzYBiTTMK+MtDWfGjyxdJchOsiPzALMMc0HgvNVH6f9a1p6Z394MczO/wZ5vUmfog6kixEZYO726Y846gGvPT9g5qP5FP7lmVhiSTAdgD/X3MEhl3Nt7eVsgrQ/PfYkvFdDJPQDxoArum/eZc97VB7rXqs4vn7XNlcVfUlH5vLqLd8suaHuy2uPD0AKA/zRrxN6ozfkdlgQq/b4EAA6ldOMPksdRAAAgAElEQVQL9n5kX3+61t8wERCg5HZbL3DWM7pR0Z2fCyqJ81N+fz/9ZtnTFz87d3jy6If7AD/EIio/2iDaV9i5MGLwc+Xc3t30EcYGhDb7y9kf/p1QWN+6OfvDv/k87BwE/1lrzlQScklaNXGc7/foy/3wiUgKQGax1akSfPzoZc+/B48D9kWv24Lme/tKs4+boJHzodXFw5QEeFRRzHy9TP9f1t+EGgC76+7h2hXTB5v3ONI3k7ASOyIAsJXHzCXxKPwyEjqyHz5S0QogHTsxNl1mLEloMvxgowmOWlBBwg8JOPjn78LOQFLyztunz9epEKd3NfFBfFzOCVgUsElzft3E/si5c5eKx+ig2qIB1lkfKncfpwVHY+1NANam71nceAj3MH5WHUCSQVb38gPJs8eCmlK8X7wLIOh+ZM+zH9hXWPBN3AMk6qEde4QkmDxSQNmK2Sbz3DG2wXsDOi2dL/LLmt9r6zYrHgGlWcfnLx41AccYG5XMUPPC9KbeQB/he/3FX1yEbjlzm/XHvkQPlTI54/nS1jAkMWmP48d2n2X+njzXh/2QRElA/OfpTVzK8+jjX74/aI9qEvmgkcfnYc/cz1mLbr6aZBDuCbDdvXHrw9k//ad/uwAwgD2AJawQAOBNcsVSQbVQRcma0MsZpLY2XQNDAdHxuawa5WxkLvmzcxD5hKYb2b2Obnkftpw7mQfu/QTbNokxz2hjUjCVWAUAuxXI9x+knzUtWaqD3FOMhYSA66zZy1B4s2e/tHBAdiwqrB+TOK+LXADNRFj34zJ/lIY668L6ouuMrVmBjz1UVrNpESFltn6nBVEmLxpfUz5NarRaP0zd1TG0i8IW4JxwbaU6pk80cX/o3llXvmMs3gR+QG7YpADHv+Y7//LPwsBwO+scuvCPnCVUpjdugF2BXJvww1mxPmT1J7YC9ltjwWk5QDJ0rnc5M201pH2+Z4fV3V48m42WkRU2wV6+ffv92X/1X/+NgPEWJn4NsNoEiwy+ttYcywVssXVze+K6PBudTnIgc+Z5LtDMI5sMVeVmUlvddN6HT+Ue3H9jn3yeBCF8uBZjDO03Oo04IzgCyd3FF6boDh97e+Vyb5gED3jKoRVl1Xcvjq/iPOzMAaJXFzWhffCMTb6EnaCJU/kKLgv2cgtpDgWA3le9NX/HlsxYsMNqBwEs5+UEnzMfPHf86VYxYxuQpJx7lPW48cOThHo+8e5mj0QNQ64NuFcwpmRdw44X5oDV0N3P8Z0qm8PNHXArH5XSXhtor5E/Rvz+bkHTfxcA7Lgc319X4bvjPh3/3luK1KkAVVKOzhoZ31AUT7BhQWfHOzTJgMQIWSb50EO3WWJu6K0Y3PEtKHFaPbqLWNAg/y29tUaSgYUFvxjMVosaJLOKtAJKcKJKbarp5iU7b5MtsNWe3rfWb+/dgBHPLljpc1upN9cqgoJJY2jz/F8F+CeIzHYW2BMA7r3y4a2GPLnt4RBc6uUGnHGoG0jzvbtZaqxGoHtfA7tw8O+1Qf9TMHidbiuSNPqWeu8ANjfDVgBhN8MvpRTg3/MdgOYBXkptiOLOe1kx6giYym9keecvOq+W2Bvk06hlbBtAcn7JxiBANJ+vHAlg7P7pO/j1QwCUZ/2WGrqUsF0XKRkn1jlZ6L/uGcyc/hYARglIb2ZlY9e774fRLdK9IAEOH04de4OxWFFFEMTPIfOblLHVzgu+llq6cqGcVfaagbR0IAKjXfdJ7lCfrP4ZhZl5R+EdAUsz6HXCph8dRsUcQhvI5zmrFJ0Hs2EK4OBMZi2OuKQn0NTN9+/SYEsFNsvSw8n33srZqZCd9a58oP/y7+2jXf2R/xh/HaoCQQKzzB3yTcBke7etPFzHESxwHwUPAKL+irKnj2k2yefvCbIlcFU/pHsOg3j082/kDz1hRbrP7ftNlTD3x4jE+LTv2pHNoHJcvTeHNfOdd0BO1sHf4C0Heatc6lxK3yVgPxXp3ddS7xGckjFACj/uJQW3coXcMT5k50A9yj7ahcjfCeSTXdf9Miew1CW8I3JhpiJriGFBwMFqy6HH6Dp5HtyZw7wZZ9M7hH0tlbOXweGtssXo3YQDg16d36nUrSObL9ZwYf4G+GnCQD12DWT+z2oe5wBHf/Uagb4FFThr1eeCflZ1azg1WSn3aWVJqFfYzATulra0QZmh5rZFgnTKDbInO5VAE2u6VUtWsZp0VQNqKs953jI1IIf8rvTi+V+rTOZibMyjFLhm4dWYHbpWFOk9HGqolfM5ApeehdkXE0xrCgAJUhMw2Wqg9mMZkJLMOvTAdaqh20N1QFbuhdEmNaCUlZtEgQOxlZaosNUfu64dQ9bcXp3KDLqx/nMzJ5mWAI0jJ5wfOMYfoaQhSF9a38hegvSt5I2sN3s/zhoGJxWZ6nPllh5aZOqSoc2eofKHywqEvdjbeybIbsF8YKPwDCileH+CwQQVuI8tJQC9ofad6ugGF3A8BOgIvDDPGOq8VyuWCMAXJPRiLdEJzchlbTL3NSKhwMn/qCajP9ERADaQO9/OGCbTGbA39y8rQH5ZCsXqJM/V65vLBiXs5Qtd0VSTzNc/BsTnmQYaJ/t/9g69RqVYtF81Dgj7iYANY2wMoDqPeSTpRgaAAqPpVVNqaXLUiU12HwLAJTAWEJ893kSO6geSQNBd9vmz5/YEgnL7R489CwiKCMCb4FKdGNloYHoNogFDCRoWUKqusKqbZ1g9RrBTnVf7b8AvgDSdFQLEBJHsAUxGfvdd5VWgn/vwOWnnyeZVrpaOv/o98kCQh+814SL/u5NzBdrtywEh+E6T3VpVbxU+9GKYWgRxCJLwrvZ21bbpOEb3U9mwuoPN9Jh+sa1YokILZwYdkoqDrL8Vre4PzrVW3HZfaLOyz6UdNKli+24zz+zfatgqbZNqoDDs8udMQP4INrijF4xFNnXEkSECQjhiDXQyJ7HrcIpvl/o3ej9jvANYrwKpg48+baJEXl7gawQ3TwH8YH9iQ0GfyddYG/bmskR8SJUIZwX0dDcJ+LxLsByT934oCQFNAOY4gwlQU9WHPpem0eQ3dCXnKLqavxPYJZsbYBzd9u6ChIS81wNAlSMA3ISJgi8mozAtthIA7LTnJSAFQULmjiphEhbYD0+pksi1AHDPryDM3J9gYpN1uGV7bYUmPVSfzSrP1HwMbWIDhsh7KxOhaTVBocBjBAtZ3eAyFL+c42VrQPflPFmaTypCSHx5/w7QAF0L/TNnPdUc6FuqS8x234ps9h2VTVTM11YZe24D3kdbdoI11ZFb7a3NCzDV3qVzdm/Asf5JqSpzhma/MOZH0VEL4gHQNBOee2bvo+vvTVIB32UPf6HvIMxHgG8EJZCFnNOwdyC/nFHMJRc6Wjqx7KGpeiWAjj69CQU0gPE9ArEZL/bHZYF99GL2fGTnWTLzcd2Q43dv2FcCkOy3qwRgsdmpwtQOjp5J9ZTtAUjCY98SuCSJkHEQwG/orzoCwIkqPfq8ydZhQh+g9Paj4vNUVTZxQ69vdJLJeewd7BEqmrGApBwWLMFWZd8IuudcjbAzN2VEQcKi86ABttqA6jUibFAtU01rG4lSAWYOARc3Ud1kQXUE84K+sRJBCv5WqlNtQqJigtXtrR39wF5vpW3+zvlilRIHS6psn/kZ7MsPAdWQG/rDnsZGeM+LBKDZQygf7R5ACHQVPa0N7CK3RZXKjIPtlzOTSrLaqNq7XFbfA15kjvDHGO/6VycxmaP/77xR6UGFX5Mf8g6dZ/qORu9JIU3iopSlnD0m7h2DpFbrmVwDpW5P36zR6hrkiuv8/LxntYHipayLjLYyLxWwBebUpazh21CzUnlMcpeVplCjBjCO7LFWnEOtgCrADLAn4Fma5YzjearlsD3opal9bIIoA2TOAe6IBZT1oWc9/on00Q1KZk9yzyZWZ24LzkWH8V+D2j30qPqJPIWOkns/CeXx3bG/GzPLnEL7y2USg7qq53zsAyoqBdMFsgHBuyap5Nv2DAY21wfPmMLgUXA+97hI9bcVmewPKyGh9ywwmWfRnxQAirlH3tCD7O8mq04YSFtdwJvzo5U9PRewBenxST/19JWMTLRtQnvWmXDAGjc8cIgPej6+zxiYanTN01QG2k+WoLVtJDZG8CLjQk8r68RRsKlNSG5yatYd+SSB7ofXP/bn2NXY+egf7D7oOXnY6nuTwHCUj3GkIwCcXr6vX3duSXrCdvqeyjrsYyq8THTZFhuePwBz7GX6hy8dOnqZvc88m5iiTPJlesiyOPRw59/42vj3/J57cY54DgoAPykAjG8j7TlnVxNY8/32sZ6qpzIFZoGgbJWhhdlIsk3WuPbaxOTqHzGCGkYkCKV9RObk3cVF34ekSPbfecBUkicLPEEtnfeDVpp9zpxj11lBOfp6HPIm/MVmL8NEQORtzWRLGNmlao/dfZg9/LZ+AfKNXPDz1z+87L3fvXvbfxMTgfqXvTemXBN2oIkngH+V1iP1MyJjL1OlbaI2X9W3oeoZlixjigB0zg1nEftjC3zYA+hbnunzTDx595Y2PsQniXuETSO6m73K94xfs9ewF7HtTMrgMn6kHvpMpfKtz2e//zdfZm8S1M/ffy8U2DkvAP242DOckVDSVgc2/ouEaMdzWc1m4ullznMA4PMAWLAJoOfppQnbzk3m+NXL53kf1hRbjAQd7Gh1OGAf/hqgDxTRTcoIMwD26r34GmULYrNvwCPAIH4MNt1lqvSxCai89Mo8kUhVkDmf6YZPBfxbbLZs8ICV471Udj9Pkr7zpi/7ETmHeYOks3z606er6OfoqPTpvJ0K1QODXuYE2+LjNXeMPs5cMjckfcA40n2VvUbFac+X7FcS4Py+8RCOcp5pgQ0DAACOf0MLm/pb9h1ti5HGFAXdpaOlFWHeOPcooIp/NIAfFerYufhu7vdhogz97u0kYZIkDCgqzavt2BqDbHLGxhC/nf2tPzifhJup6MO/ouIQGYs/8IUEodziz//sr/KuL0pZ3dgxidTjbusXig1gY2MXfyemhy35KT9PVSbV4tgt6NunocVm3KxlAfbMJ/ajDAhX1bVPcvZ8RO6iC7ry+X8FgNkbt2/O/vv/5m8GNE3C5dDJsiWvSCwNOEVO4rf0fOayCI6a1GOhXWU7e6vFJ7XPjEk06YGYb2wyKjT5E6pvbCF089dvsdMauAUQjexS/JDbo06vmrCcZI+XsRFy9IFbN05W3x8A097v5wDH0KbTqg5bNnPZRHpkJM/maG1e/1wVmT0bk9jVs26AZ3vWN6RXP95ElrBGUA1cfx95PrYX6e4ZCmHGtO35aCdAJxBEpfZD/Xli9MRaOb9gh8JfobUL7HskH8qsxcJwLwBgZJOqe7Cb/+2fpwI4/aEF56kKx+7G3ye+YAyP560NWkYswPjIAQUM6M+eS9jlJL9Hp9EepO3cskhvfiZhkeQHWYbatqGMJoD9xozxie9FHzx68uXsP/+HP2TNqLheLeL7NlpCDPDEJrV94QDAJAPzpa7DYh7iBly7B/gTuTPOhIwuI4nFKMZjtvrY77YIIxKyuAr61naHiUm3Dy97aRafMTUuLTU56nLlgvfA/WmRQxPOxQGIWWxCnG1hWC4TDfFbv0WHNcmoiXPauWXbZMuzz0hcn/nSTiYWhM0Dk5oxp3tNrOD/8v8oroNCPPIB4wXXw+4/v7tYm/tP/PbWxdWhFOAwqWuQadxvpvS/DQB7YwG8XQh+thmmB7B0NpP9HRo78cCZqy82mW2H/qHNxjyCgx30OjDN6hGEOr2WtmoXZn/H56y4Ybw+181ndchWBzvuzR60KvQoACru5e1eAO0UtGqJOkZMs7LNbt8KuH22wXvfy7k6gmT7M38uCLbBhf2dPYmsQtmxnALDVSKt2BV4U5AAzRBqlIqAraDfgLh78GN+ACwTWKrzd6zkcUwCzwWEPRZq+B2rg3nvCUbluccKi9msM7ZmonRDHzOR+/fZ1PSJaF56/l2wYcrXd64X4PX5zvXxdyPYGexW+221RQHgAjke6oeKMuSRfnfjWHUzjmOyu3wrxds3I/8VkCDgUzuEoMoRGKyszs7dw/6YJW3FoLSEKpLNbvFANjO9AHjk9lipw+bXITnQi5F9zbyNMlh5P50TnNNjFSDGEIrK75mF49pM3ERF1ApFqg7tW4rzSl5Pj7QawUcAmO9ifPFzK+idn95zKJ8r83mXBfr53Wbgasaxt1VUHPQod+zKVdxQZ6Co2cN7GCxQjfOya8/3G2wgiDNKgLX2UJBWYSmgpUWWxq3BcKWZkYzTa7bs3nMTLzYr/DSR4pS6vUp5Ekr87vQ8YN9VQQ/NxehATJRNGOg4+vkBxlifMRahiIUSh0IW+7UewZrONzJZ8Mfxl9JidAC/P1a4r76eQ7SOk5nOh37k896rF+0lyj40M26zwNgbBuoSGGyCAOuo+b8zauWl1ZpmMM/hiP7p+5HdNXocfTVryNwRFF8H76hj7D22vSA26YN1I2CEzirNXdZ9aU8weJiLfU+egRPPZ5GH9nLsWQLtkIZ0+0IOhRZB90Jms/cZm+D+Hq4qUKhYC1w0EGLw6vsET0qXzYEb2dge0oezI/JOPLKUk/yZYFNNXhJ18j+ZEKwY3cQfAqo9q2qUaBDaV9Z12uSRDQQYhBP07p4BxC4oDg1vgqpxigARmFvP/Rknxm3eW8pAQF8NcK5WnBJgyY9azdksVM+zp88MpOLAEbjg+dCbAoi2CjS36DoGsGB+dSS9kJXq4kzrDT0joesZfSW4yftO4Ix1aq9BQBX02zCOYBTnuVspjXxUJbQXmxmxlYnSHZM1P4ZX392zh727fTAFvpEJ+/HFynJPAMhnPttPEx3YZA0AYIDEUFuGDpOqlTqyUJ+N/UEwkaqhBmoTNLK3tBTfDegwpwDkTZajPxYUTzhFGL1U3pjUwbsX0MzfkXPWCeOZIOzx7Mcx1N4x8JdgVivknXMMVoI/X+nL0/5z6nz2KgGrUs5Cg1qnn0m2ivgefdW600kuANBnLOwjnoXtkIBQk0zsUc0u2d7HVkUzL+k3NhUorUT7psPzJBWRjJe3Z97W1nv92v6enhoGCTfZhP2KfhbYJbCmg+l+FaDnvcjevR0AAwMdPUHhjBVdZlIzf3ephCWhJK9IrApgi8prwFEr5pea3IoRniW11dFu7RBnH28wp3bXHLYE2tjfpckiqFiQzcSrVtPSfwh7qxVonCXa4lR5stZ7FkrnzDlspbIVMVDXsdcMftgXhv7UqTTNnLSCjIBJHP06Avl/xG9cPSq0PP8OQG4mgftK14g1sLqPoKxV+FJBe2a2J/okkHDyAhYgv4B1rGptnjyTQAsBwdoBuYnyK0uDiYoEZT3jASR5DroGoA85gD5dgIle41L0rx2lia19QxDdDPs1dpEFeiIG4KQfWAJpnEXQd8tqgB4m2Q86TnruRjZYhqz1AgetHMQ2yi2/IB8DSu8+szWGNJ30bCL4TpZwexKzLvkelWroN8YFXfCt6BV6Kj1KUIB/m1QTOabJExRrqfQW1JJWW5CT4LisL/zXfqmcy5nq0rslwELlxIuXgCBU7Fg9bJDBhAkr3dFvUgOzjlRCm/ghhSdzQjUt67i+AIDBVlsRUJQKFZoxk2KYcyhMkaMnycwnuQJdxlxB0cmZ4TkhNVcT7wrYptol54vtIMbPzFwC+qBvpfY1W57gKJRuVDkToEbnlB0kNPJNtG3QUT1LqBaAS8roY/9Zzo8mfWE7ZN6bHME5XlvOavplWfF8MCnEcKfBZhz5+wUDr84+UZkICJQetGVAyjsQyG4AJHpXoIvELSv0uWer85MEgd59OIF9glKc5UufzjpxXppcSSKW5wABrCZ85j7IEhXtBREJyOZ30Hajy64jpwTsAaaePc/YExBtP9YEKxlXTRoqrHLxLGiT2THoROXGPptUvnwLOMO5iQyVxjZjRTe2n3regaAj+qe9wZpsoF1hywl670k1WX+iSQ0Elg1cW9kvI4CMFVZpIptWVju2JimOfHB/KFal50VWSSAJQNq+02xee6pCq+49WW971ut/+GzuU18le4A5aLU8NJVlpsgZneBve4s/RIZg3QB00g7BduGs4nmMq8Bk9gz3o6oJIFHGDyrZjA8wXwUT8vnVn2VtGB/RROa1kQFpODMFEgjqtXoZQYk+exIdiD2HjFMphq7hfKhvRszgxDerfzDAgxE2Wg/AChMqzNgzb2EnyH6hkrX+HXYgfbyrC/RVq6fRRVmv0pBi//X8t2qCP00OMsBYGyz/71moBfk7ugtghnVgf5LUx8Xz0Ae8Q2lQU0HG1eokmAnaUiDnDsHvqe733TZBA8BeRgzteO0Bk9h2ndUrjEP7iWAtdIr4Q7JxQEEKyEAAtD2aIx/s072XsRfO4sgGfgx0jEmKYF7vPsDPRjuY2GCyg3YL+qiV9Z1TASuSY9Hj6FF9EhN8mD8SGJGNpwGkuuyc6dnv2G3YpPTy5rziPvaI5awceySfRZ7ohVkWgtrVAfkZI8wNWTuqo6keRHfVFsCCQq+QMI7fNnZNe9DGpkXeYGaQnYp30p+zNYZ+HrKE3177IOtL8FmwhUpf+5Mi/6xlE/eyl6BlBdDlfAAAR242QQN2AuaIysvz85f9jglwAuSM+xy6XwDZysSe9SbYIVO8R3vrllKaRMzzPuvi3UVoYEPFfIUxlOrtVFwZ3L599vPP9FG2Kh0ZkL2JeJp+OHrsMsDJVmmzPpzTJF98CjuPdsjGbdQJyIB+lT2guecVQfZQQFNt9Tw9dgE/SJhhDI9iz+tS2ud8K74BagBXrmK/oMdrg0TuoalFT7x98zbnPv16r2sXcPYKRDE9JlywT1pBmn8Te4Kul7MRkLMJwR37o6GMNVZrr2RjnBdvpD8lAQumhsYAc55qR3L2d9PX3sLfIfmVdxJUeD6yr51mJWXAfPoAaRXWPrIFhrEU3nMBFuzRt2k9U+ryUGVjg2Lz+Fx1CPd8/TrzWTrl0DLn+uHHV5Vx5KlRh1TP8dzr2Bf2SMUnc8+xjz6X9p2kfZNkSi+c8w2mDvTtq1cvm5x0/wGg/C9nv//7STiadf/29ebsZUC3e9k7P//u/SGZA6aOV6+TCMSWVC3Us+Yc3QuIAtku9Xh0C/vp/Byb1URfKHfLKlHq96w/51fmeUJCZZp4HGCV4xfA+N0Fe0tbseuC0d/1Obly/t8JM8cDGAgCZjEXVGQyPmJx2r0yNbFOJPa3ujT3ehRAmc/VlsTWyDrw/TITZX5IAC21eMbLWcJ7NEEx1NlQId/P3HkGexFphl4ZF+guFcgkYOUs+P6NzZCzb85G7AtshnMqDevn7msZk+5FT2ISPqO7AIDbEip6ocw5eSTmYV27WQPuUy+nNr5V7hhRnP/XOQNJpnj8WLY17AzsLuIoNSWw91KZeg0TBQlOnDMOor/smZCFfxafhj+ZL7dJWkJFL0IScB0K9I83987+8i/fxnZQPx4Y56KXOaOl6o3NHkpuCwVIOvua3tmvGxv65Xv2YRIQ8PmuMo/4uuxDZAIdqA+QRJiXL8vkQvJCWTzybuhnzkv2w72c7TFZ6o9/vnl/9o//0Y9nMecbt+LFkFl6HxPA/J5/fLqCgSf2aM6tl6+zB5PTQ7uAjbNxHlOJHCPykMCH7UDfbPwfYqhXV5HDscXQa8Rqv9NTOvNddgxaCqViljnj85yVa2/JzKnNAcuGnXywbwUs6RRBxTNnEvNeGzTrRzuTmlK8E9/Ihzmrqt8CwHL2Y0+w52CPIAm/cloblKRMCh54Jj+dtmW5n3HjiYvgk6yMZ86Ic6LbywiQm2Bj254RO0K79HF66sI0h11fLAHKYHxVigsiKzeJPXzN/r51J7ZWkhD+xf/+PueJLREn57zzhB7FhqqvQeJUBAI/S98R3zRr3RYf0E3n7BklxtlnuBM5ux0/nnYx07M3a9J4Z/xTzsAm2OKDxd46o1VMvvjy9e2zP/6Pn+bPnE+Z8z0T2djtQQxG1didMdydT3QDft5+XvPVGN1BbTHvzBlYythN3kufrPoUH72skbbQO+BFuYk4mjpHlj5xN+NnYlD8V1as2CqL74mr4Bvar7mxhZHPJkBjC88ZYLK9gsc+/cLnzQ89xIPYXU0+5Rwg0RgmmOyxz6maNvGLIslUX2+j96qLY8wFBt3aYMhp/c9fA8B9wbl27g4AsEj1VuhpYHKdBt4bWCH7ZDL8uhRM1MGJYCP4vSPAqdrjsLWaQhDuCFJ5wC4F8vYA7maa6G0XYoJRjsm3aGUgTtME1E4rAPdFt6zaMfncfae9j8Ftx33KV+9izAoC8tUAmGDcVHQoiGQaITgGr1dAChJMBoEHyDiWeY7gh+X7e50K5m/nb//N97YH6a9BdLMuttLtcNN5J37egNRk/i+V7unnOke+XhwK31s6C+eO+eL1CwDP5C3l84FSKj9vFv28Ft/beRf4HnAQ1TJ/PyQKFKTPYU+WU+Z7g1LbY9ZAjL31NgiDM7fAIkpo+32usaiyYB1w/lXyrYRmHgHoyfAi9sF9cwhjFDQjpe/rmq+yKLXbrH8nhTnIe54Cuft5A5GzP2bdMVK28rNAYWl/B6gmM4jAasba7PRclbdSPv6m2hsAn+APfUjzO+VM0I/9sBWzlYdWOp6scoaMg8veWtm1b/A6Sx4+BjBUcPYCtqc1r9wMr1KWqIi3Mmhp+syWVJfs3AkCj3Dxbgc94X5sXzPeZSozuff9AAQ15kq9Z/+EPaw3QL2OCG+4lehWfgpKN2OGoCSrjxJfPTe0kgQTC/hlbKUPyzvjQAHaoHg50DDWMKR59s7t6b5ZvcMMGoDFyVInbFYYn3fvTpZ019eswjoAFafC3zUENlN170Om4t0c+tgRvPvBgJ/vQVEjfZ0UxFKS795dnbQ6Yg646rzVQ9zIrCepCl07DSM2COsAxTwHKTkAACAASURBVIkVWQQ9Vr4FKNGVVj3Y61t5oooLw0XHW2dwD1dBPQyHqRKvPlwZgb6CbE4t+Qd1CJ0zDLDtFbL7n/Hag0ndwLpTBUTWIGCJDqXf71rM3HzMQVlDOf/DCCcbsBlvMfCl9ABsMRAsIP5rZ6l7c8bMfQja4YSu3vtG39IYRNWTDXYQGDC7fpM8mKncPe8kxSN/Pkp2cOlk8kiC6hvg2J7cuyaltxuqvAKQo996vqB7q3PtlYdsGFTHAPW8Ys8yn8j9naxtKQQrF4Kkgt4qcfrHyEyhDl7Kb+YTfQEoKaUwlXRYQFQnGZgWAE72XDIIMWYa/BhmhGb3d82sqhPAUX/as83gfbMCC5IIQPI91pmAEL2f2le45xNOM/1AzVJ2d/GnDAD8abUQFJZmykrLxRwAOG1Qi+U2MYCKCjI/tycrCVLukRhpCfDWqeDYwx7Jr27iANnTK/0Q8yrNZk3gok8HGIjzIZgsle0amO8SpLsX+trOb96RYAMX8i/orc5ljejzgWy0Yj3zjYHZjHB6m1K502oE9crabcgBgRAcIiq4CI5Tpo4z0erczJ+VHDov1VB5Jj2YyDIurVHk4F6yIKlUxRmQQpd+U9C/EvjRblRnE0TUaO7aII/5OcH0Vtdkbgm2yoiBY24PH6oMGyQimN0KLSrgqex52ApcqDurL4e1g/WVCpg+ZNPbmirJ2e/qHeQXkCi6vIEGwFXpRa0og9KMd8aR12ZFPxNMbA+7BGBwvJjvDdRXnDJeAiMAJDqarg9Xg3f0rcuzCYxy6eyYTKAThU41059givOu/tVWHt3ePYFHZxUe90U3neZBNrku9+6eKIC1ALBgMjoVB4Jzc5M1AOKR0V/iHCO827OV9SALvEAV9kYDAwR1nR/GSE819j1ry3sIXpu82F6WyF8+2QQBMtKjk604pcom1RW1KVgbdS3Pqr5qwpiOM45oA4qjs9EH9u0FfDza7QAtZO+yNVm7ruQkuGl7pMoqFYAOnXnWIUb+CFaoKwhiSCvaeE9tR6v/qP79TpCDsyLvQIAWKj3GebeJL54dZf6Bdi7fb4/DVCVhR6MP2J/oRJMjEgTLux0SWZn7oaLn8+wfe9YSmCGorbwy/+w9ZJFnIwOeNybtMelN+Mz5BWC6IBp6U3towKOZH4ENdQRn2PYS7/zlP0BGfQf6cY9OGbVa4HqqhJBlZHFI4AoUsvfNjLZvL/Mr3S5yKRBSyr32KaTnGQHG2Aljx9gflJdjNPZmNRgz/Y6r/9lH2KGef2boM5faE62gzjsf+hXWftUeOQ1wC45TlRbAhYSCzEvbp2QTso8Augx+y8TxMUE3zBxbNBAAz3ei/9CFNzPHOOUEp+uMx7aYMEMy6AlEZw0bfBcgbuY/Z3GuJ1Sv47PBRkNiThU5IJ5Z6GWNmdYW6KfCbllzvg+9dPdRs1yZOCgZo2cSbMSUu3iDTZu1DACMnLXHXXQgNKPakILXgiaTqMDZ25g/wAw9NQ0gNjGuFN/am+znK/pZ5l2WXvcjvZVzH3QCvocUwsoZF0VRV9EzJNBgAZtgaK8yJubzF8FM9JRUeyRI0mv42ehZKL8FXwFYpZ2HWcG+YiQgcHbRD68tkDInVFO0Wi06HWpS3qvfKwhu5n0p1/M/5gcbsgmGsTHQeZyjtGKpb5E9z2eRJfQS+4Wft/1IadR5jow/Ar1UA9BPNIGv2pxZF2wk9OrouFaYV1jwSwSAPffpE4keneqz2G3rN/FZ7G36LZNY1V6hv9APmT2jXq0/N8+wYghdxX6wuuc8CQtS7kORiozeTWA+VKtUyOX3nlGcHUpy/RQqwoc1BeCxGoA9l31Mb0bGa6AakK7pEpXNg85qQhkB3ZUx9G4AN6gZ28/6qvuyIGOmEr3CfFOlKHX5SSJmxrK9WK2wNcGT73KOXJfG3JYf9eUP8RcrkUiUQA+gU6gmbK+/yU0sYLRjRweUkQAw3MQIANg7ofjMCdB70yecPpEG2gf4ImGhPf4AbKnmIQHK5LSry/RUzZpR1QtYezu2JfYh66N9qh9V+OAk/sR+aJC0bWDsWaqf5sVSVeWOL0el4DKnkSioXBmH2GDnoU1bHi67hCxWZYCgl3nBvaxxdGBpuPvsozyYqEmi0LRIy/23oIJzxDWhSho7VcYeEuBIAFl2imeRRc4j9KnAdgCi+k7LRNO3K23p9mBuL+pS5RurWHpv7A4Tt+yXSo9X9gjVkvzYHqyxhwsAU2kJAKyN9PbNRcGwZV4goRX/Fvu54EPWEFukybl5N6g7jQGaNi8rDftW+4/1WeakmzB7PCqLkpVbIFFlRIhc42uUMQF/K79iPtoPffRb/4QSP7S1JI5Kp815w74x8ePArpCXBMRtRSj2fPeTwDi6bfWMrY7SiiXvA5C+8aVnAaTZd43loctI4ENrRu4u3ggY02cZ8LjsB2PO1ZMkiQobljgSQF96wWJP1D+KDVhbi32Y/+ibqzxj75mcwX+A2LV9M0/Y//gjMBFwIXvIfys2I6vvwzhCxdtS/nLuI+P2nzQGyZ4rFS6JAHlf8uugPL+b5CDOGvaF9NhunK/4SOyTfBrgpJWjMA4EUMZ+JPGKZJGnz9P78m+lr3QTo6w0uZXvlqY403wTUIvEXvYxdsGLgLm4CiZxcg/jTHtRTcfvCnhGz/38cxIVsrb1CTJWbAfZgwLmB+R/FuDfRIFJFo8sQq2Mbm9P1tgMJHm8TDJgmT/eG6vZxBQVRnRfzlzOB1oIsF9I6EYPUbWPv0Q1LnsEf+9zaGk/hCq6ejj7CproMrJkzzyIzUeCE4km+AfkdQOy4udh2ytvmYsA588DALcSs/KgLqEtCtWkv0SP0M8XfxWd8zmVrfiSDwqcmgiCTfEgla0v0/v1a6rrmEfPnmOiM8ddW0+FQrr+UGl1ta8A+HjHxuVaGHbsEUvckPX81sSXJKXEBkC3/d6P6AD7bfO97L5WAPMCtXup4GzVn+ybyx5J/IJhXUVWWcvXP+SMrawHQIz99P1W7IOAv3/2Ly8zt0nQzjn08EkYRC7AEbJDM5EmicmA5RnPVLIvv0a2U3HOWdzE9s/pNXxdyuU7tzjf0dX42QL5fef4Fk8ePyv4xjlmwqGFEvXraP9EBTA7IHPzn/39UJqjKfgQiWdP8Y0iwwBcgPapVMX3wQd8cZ7kjdiIVBcrZ9ijD9vnHgyNs6D2G6BnFuhZZO06CYnoM+QFnVdchgSSxANlpqTHdWQheqAAKaAxMZCcT8w7zIn193ve8lnonrWh8fGJNz2P7mnf3fppAPYZcxJlc4TX9mwycPT/508BPMOI9ehJvpNEKajXSQIgHoD8tABjmELYPm3RQyJbnmFMRaAW3UGFb2O3LDb6M/qaqnVZXIzbYEtb9Ba7shXAOUvvy6jZquXctyxL6JOcDw/SooHEalgh023j7OdUev8v/+vvknyBvbRxSzUKsVhbGsR/bWI9sQ+Y/4ix4VOYJIsfXUxuzhr2B3FJdTDJ6drz3evZ8xQo3Y7MsieIPYhNxJ6g4CLj+xj5e/3D47M/+g/Pzn78GyRUI3TIT/QWbGP12QFsoZ+eeFFjAiZhNZ6dOUO8WwzWOKTvpO1lnNr4mDGTvm9iYm2RNy4k5/IWBvL7Y4z8ROnyCxIrGzczZl6214nDkMTUthct6cUf1BZqkmltZ2PJtaXmvG2LDXAdjjnkjWQDEhNidxwKWxt78Z04H8pcmXG3YK+AMtX8tMsyJtKTmipxcAWYsog58P7FtJg7KPJleBu4xZvz3vvnVgCfAsAbpD98+mSi9mcbiGQUNQoIFOcvB+Dy8CQNIAEhJvb4eRdgHIkBe3cyOgkn91sAeF/G5+kwcu33mmlTg9nJPAWAq9jnsFu6BL5LcGonrEHgySo+PYg9kKxiWdBzhQcAeqvB2ttzgK4FDfrdASqbdTnZ28w5ARR7l45imIce5nfm/piR4PjK3nIyPwtM814V/rxs5xyhafBAQdoK4KV92w3Ni81SdI24RRtvjyF9KkBd41FgCusA2z3AJig7Ccv9/WlAfeQC/+VYjb3gmA7O9rO1bH748yP0R4png87Ov05YZWDoFnbdGmBvEE8nhquVeMhOZUR+flWFhuYCV9AXWMKvwHaz5fPt28lnUUpFy/xuaWeh4cq7tiI2ayTA7935ewHgAirMK1lnA7A1OG5VBxsdsHHXVupKnaK9tqrPIKkOfbOCJqAiuHT4+EEB7Pq6D6z+QGER4BSENJBlQPcI3vrCHB4a3Kd7nf1XAHzeU/o0n19XvxH1CWbPePd+R8DHuZUOVkAZGWiV2FCaHd9G0IqAO3KdmTk4KdIcK+dLqbpU1QJAXvRak4oPR8as1xqRPbQMqHLvTznIMYa4Wo3U2VlpOe4/KyadJHRSqx2g26DCjQqeUgWZqcPnql/5r3seUNWK/N6BYC/B1qxBE1syn+2le6I/vyBDUJiMTCy9WoNEuce+jyNSDqWhtvJ811G9xGINqNS9pCGwZ4C9NhVy9KRZ11YF8iyADfalMqQhzvsS9GjPrlYWSUtK8EugWB3aStgCCwKEzW5cOernzJLEwdlq5L5LgUAEjPXwXtzHwI9jbbYX+5FxNDhspuXux6VuJqOKNW3mdPslqB/KEtAqB6shO5ejRwhKHPpjV0/OPiTI2fWatawhYtJAs+G6h/IuZLx3fwhwYGzj1BkgcOM+S5BldS7vsVnwzpmg6iYBtOKxZ50VhdzzUOGKY1Q91NXqdwX41G3HM8Qedxiip4ExQjuMtEYZwB0V3apSA0vsvwyZoDj/0sCdfpzM7IlDh8ODYX2NBwh1aWSGn8FCYNX0BGE7146PYCMyyXwQCNp3Jr7VQA6ABr13oEDOvWv8d77p5wiVZIzp7OtWpk9AtSAXY+Oca5WF9Ijt6ZUPkSW4unF161KoExQpZUwVJm9PH0Edse0fgo3BenHvF3FGkQEciO1bSGAHetfOfdYEHbNng30WkX0r8Ax22YebwLQUQtpQS4vMOmDobu9ygmGAIND+FUSg3x42R52toQZN4IulZSwC6tKwciYTiENYCZKYwEZlrhnd0E3hONLLjcALa9+K51ZwSW9JwJjqTMbHv+3h65ipCkI+GA8BejJ+DW5rpBfgyWfJisXJQZez7q6DlQiMuQld7Kd8Br2NrtkEN/tLScEqmKgdg5PcczLLTLCmyXLZltcJyvB5snnVnRrIAOzVadnfBITbRiKgElR3PJ9ARKnc0s8I+bohMEEWLjqgekWd0SxhAt8RBCgZ0evbLxWZIxhgooOJNQQtDKBRjYqepc2ISQ/MAfqXalJk5nkqWAlgmHhIZZs60KBG7tFgxO1mzTegzGpWRwm4UxnKehb8jlJCP91k7dqjEjluFjhgc4KPPQesJtYpw7HOnmyVuudmnXsASeyI6DMAPHYbQTsrgaQFI0ipvcKLDhjAt/re+Arb64e9BL2qAUfGfazOgNpLSlETHqBFT0CHKkLs2cx9TZyRLX4GFZjgdyopXiZYlt/RlwhgA4deWuEBV7KGJnp4kXxAFcIv2S+bFyo4uhVaUrIjPyRjIJNX9G8jUz/rwJotkKqEaXdANV1gI7KNbHyO/iEQZi93qpSowiRRyWzgUr1mqr/kft++EqykhxSgiGce80xwGqfwbfrc2SOO/qP2RKcy/MOHy4PtyO/VtSRL0cdYcJUL+4B9oy39i1n7WbMGnfLevBtnA4F7E7y0cwiuY1s2izl9GJsk1gAwe8MENM7Y9qnNw6DJRddYqZCx5X/IouCp55RVnAaTCTogl9gF9KziIkBRavXMD3oBHdsEjkzcZlQz58gvQY/S8rfHJnsrvUChUc446UXdPpOZh/YTPlTUm4DD5HzKWAD/TRCwWpjvmHwRwDF7qBUNGSfAITqIeV/75KefXBfbuSjXBN3R3avn0IvMmzTu2rb2j7Tav+s2lfYMaxPF1tZsZSEBFMZH0Gzs2g/0KM14Hidoh6n6iSS16K7t8UxQcP3hpeIUuDThh7mlIgE5KDjZJCAiG8imZwpy3oqzvPvSvWPb1X5ocqLUeFKEojtzZrfnHUk2nOUmOvNe71LVS6Uj77DJY2bp84wEwxPkJihX/V6gMZFOAMT2gw+YR5JKHoMNqL9EAhPBO2QpZ3N0QpeV6qDxe4jtMH7Ou1JM54PohqepODN5VgAcIAUdgA2D3cwzeZ/LUhIaAGSPtGdu9ArnC3PIeU7FFsk42H5tOcGMYqv1XN1gkgl37bEZWbFtALTnl903ZTKrf2VwxcQ/qKhlqCh1YvSGFaWIrj4ZsoVPQxUMF0F6qobbkzAVeszz+5wZfB9QFDkhUZ7kAtg1thKybAGtqpkEoZwT7E+SHrnYE8yje4zglTSUn1IdxTs16ZK1bTDt7OzNT0l4o/Iy4kVfdBNISGqwGsnzW7aTJgIMYNVzBPu8yRH2vIYJapM2a2sXdLLHLCCryXzrz2nnUn2EHsYGojpTGQP8OwLbypBJlOxZZIjP1z8Yql/8CMbIeiMDy0bUfd6+8dpD0k9vEpe6inGUGaFxJft/e17QVgDaa+abhD+puJEt+3nK2MFcUAnPn+1X3oTkjb+pn/gPuaudk3OmeqY6RV+CuS0QR0VyqsGkHwYAvtskIGy+xKsL5EAvTu9vzn3bi+CTea6TwGTCsmvDHG0iMDYHZyqySIB+QVrWvgHlBo9JlODMhq0DfWkMBR3Nn4ztXSrINwnAPaFvDu0792KN2Y/ICv+j5ysJDexH+hP33K/Nxr31k87Tl3OTP02oRE8D/tBPEcYh9onVq01UjBx4jkZfpQ9vA0MBXh7G2GxMBGaW7Ampec9S+Xnez5Lgs4kKpewniTX3+1pqa4EdxkMiRftI/0J/0M85vy/qE2En1D/OXr64+FC7dOmSG3fN/iKM8Obtm+pKqNDfhvGg/miux9mv98qQZbC9iU20Gsj78ieyAUWylZ6yDfGeS3/MesDkgU2C7uPv3JO91XWunYgtx5609/p57oeQAIQqMzXSuqYkrOEX8nzjeiSDPjvYvp2+zCtxU2iHmzp9FzCVtii0Nkgv8QuYgMKCFFARO4lKTfQb/kj71Wc+npaZwTgTtPy36bWZX9BrE7kliYM+l9/GBqdPbYFyaE+x2yJTjPvD1ZuwPlEa+fns1Y93z/7oPwBEix0Ds1RZgzgX6P3KAaNvTwLIJvHxb7YK9sBN5usP/uCHs4v4igUf8rv6SQCpUDXndbF5OOtI3GH+qLAjUY35APQGUH+AHsA/JHEc5pO8a30CbIdZB/Qce4CqSpIF0O3QoGNnPLz/JHZj5gRbrmAdFdGwHDD2vkLAPmImbDTicYKiJJB9/Yb+jp6IH8MzHjyyMphzpCEbfO78SWsS4yvYbzA6kCDgvzfpmw/znrWLG8M2McnIibaCOsYxsbY/AZCXLtwktlb3DgBMslvtncwfc6lfYNIk/vvSpXMv9jjg6d28x9On0XXfUuUdkPYyid3M4c9ZrxaL5Nx+GSD8XSqgY1TVhiCBTj0EkHY3MQASiqA5T3JEGXdIJmNd7yQRMIkWSXx7+SrVxI/yTjBRhqHq6ubu2f/xF2mf8uGXszehKq+tmHXk7GgBVoF5kyQ4t0lEL1tElDJnVVtJZI5aoR92A3yMh/ef1Q7AZmPfMd9QxJZBonomFMqhRufMw6duy5wkkJHsVyYcqpPT+zwWxdk//i9//+xO1p04VnsJn92cvQg7F/G0d0kSwGvlDNjYGFT1ZW6b4qayi7rt1dd28so6JJkgTBQfI0+sLToP5ifkuYm9xMhJBGyyX+xYaHQjGuhj5FOflkRZW3DdKaVx5jlJj88COH+IrffiJa1quD1rZU/o6/fsdfYlSRXYJFaQithpP11dvw+IGVr80pJv0obJJwK6Mkppi8sSQjJJk09hM8yt6OGr7vScrr2SdwTMRkz5N2NoIUXm1h7QJNp4nkpbLhPKHah+y5hB3DdnKTGTqC885f/hf/z/ODUiqplDKv6LO+Bb2EKSfQ5ADwMeewAbZPEObH5s27Ywm2Imvtt2KG3JAMslcQtjBo1NRv5IOGDu204h6wSLFbFOdOZ7dHXm5UnooP/kH746e/FcOmhCCo2nZS+tXYAPanIc9j5+pola2JLYcNhvte0mUZMzge3aOA/xzSZbe86io7QVuZ+02evbruz559HP5/3KusbPwWW4J0VM7KeeVVbkWohIwQi+KTY0cXDPW94L+6X6knOYRAwKRCYm0UQxjoT+Gntc+fEi4Ws2R/+JkjWW2oSC/KhxvMbTLYTZC9t7fTdugaxshfNvsVW+0wrgzUZYQHNvtkBmHZ4xQPd3jm8NTh2X08raw8bWXx6jzBdsVmADm/tvJ/8Q5B+Hv0G/Wa06NggxBheH4wGtFNQ9TACTNVfvmgXnEOWyH+bxmfa2EyRegM1Kx80oPdIsAxRupfCxbykKCaNf42ErmftY7t35IYgi6LfAsf2jdG43iNHxjbDx9wUPF8Tdny01pgDqADd1vB3rAr4aKEdQqUppAGAz8H97qfAEm/xdD+sa0z5rjd3+Ls9f4Jefb+8Px5n/oO3lcG1ggO/rtBwA0cqPwKAVtGZNmFVrfxDl0UrZzuMhU83vrgJgc7daogDwAkBmWzcg1WcQpPF3vNMnsl2zBiYmGFQvN/tUq90bMJnhEwRbsVoq48NcZLIcv5RNjKsZvfOdBWmb0YFD3s+68QmG7x7r/XoAOKadJwwGe72p0NwT9sLda+l1T+le+3yAsYIdQ6HQDWGGir2HUFCjhWrY6gSg5Gu0IcPZP2a2UtV3DFKwPqcA7o5313Tnx6CKe1KKSvXBXsqWSmr7BC9FxdE5/7eldYGZzXrhE0vPsIH/2omHy2BrL6pLpjKfebJqdPRsjSsc9qmMzMdbUYsjU8qHk7F3jTVGfS+EWjlaAJigvj1+JgFhgfy1WjPfHGaMtY5SlrVVBa3YxIHze6sr+fstNijZQzl1pJ3E2Zx9mkfjCBwSelo15twuuEogqZQqWdeljdy9xs8E8dWTOJS9P3fhHMqP6ZNp72ydffTfAmTMZ4FMsvr7HOds95aGvP3EABm2v1T3J8FQ9EpuCnVa37V69Cgw3WcTgHPuScrwUN/KW3t9mv3HMYH65+84pxu8QY+iD67pCToAUR1gTubKpEDpJso4d4Db05cuAReDbfZ3ERRX53fco9tatU4wfypZWSd6UN+FahcZzP9tH786HbzROM2uifLDe8qIID0si+GY1IOMDSdG45Ngu2dknfa80oLEGKPMYSuJec+pGmiPXLJJk917KmsAdE+njxLDkHod3cKjE9yOSihNKFm17KU47qiJMilwHvG7JkFEVrN/WKNaE00aMLuRYIFrv+vMzaenUw0+gLxKYA3drnV6uFqBnHMZ4CzPYR5L55wPE+xtBl0+W2qmZqYiTwA42VdznvWsyv8j046qUuS7Pa+wKVqJCt2dT+bifNDhYsORiCWFKs4cTgLBuQUc+AzgDZTLfFwKZ6mSCQr7Rlagt9o6k4rcYpizfjg+NeByBvinz2+QCtuhJVnqHh18gnpQUZNtm4BF+4RPL5eh+rIvIYHB0HI1qQoQJWBxnHXWln0BqAYobYAYwMfetlBa1dbK4wnk1H4hGYJAZwPvVCB5pkOJA3DC+cU6e9Y4h+5fgolUpBlAVB3au85j/2hT4Lwq6Z5bUp7V2+s4AW2WqlN9SAW1+6BJRG2pQPY6n0XuuLc9w5nTy2QrVx+RlTqAJM9xrnWCcPqq40sRbHXXx2tkN9R6ccypMiBgRPXs2qfcG3lse4mIKmsD3dH9vHerDfMe2GR1LvJhewomYEr1AtVOdfQMoCLDjBcHhDMFOlHtHav292pPvzyr53/fRn32KY5nK3tvQwG3tqlBewD59k1G92Z9oS3DYWcM9qND3jkDAZYJxlrdswwB6wAzF61MrMNFEC69p7J/NgEIJ9eqcKqteR5BWO02AgU67dqyBABb4ZhBccosdV8B4ASstm8hFSNcjKUB7QmIfEQH8v6oWHQxCVj4He2BytmazPT0vSNDtw59El8M4JJYxZqojz5nT/AuJJTRqwmaP6oBeuY1KUP7tq008qe2K39SzYaOJhTCvkiwKN83WUb9iX5utnfkG/ljvxcYwA7Pe7S6CjrWVMNjG7OnCF6xf3HYOf9NXiDImSAh7BVZmysCffkYcgnQu5TQUC6yv5BDgITV81QtLm049KEHM2l0DpUzTQLJwKnq2zOjQanufe1Lk1es+LHK3CpO5J0gOntSXaAtYbsBxmkVbHU1AHD609WWzv9YU6sX0WMkYVTl/cp/JMHEvUyixtLmB6xOsBun26pQK5Wt1MxaA/hmbO8TNFcRW1mNLUBfV3qQsf9IvLgM0GvSgP4Rvy8I9yF9tvL5ZwHMqDzi9wQB2C8ElAlkUDUu5bHype8HkGOAfJmjOKukpEZHZa6arEFrAYBx7VPGQ4LW+j7tj5Z3QUdzrqBbCHbXDJ2zH7nirPlEJf2XVAg9DR1ozvhv+ffTZ/gRnCkZY35WOsboN3gP8InbL3J6mNpj1l7ZgjzQsKbcoPaOPs11AkRNSoQlIvoCOu5mvVfWs4cDnhDsIrjCuPhMdTnci5l/g4Vm9wMmsLd4F5Kn+B26zop/fHrOq+itzCc9EQF4ZYey0h6qceR+WZs4Kqm2RPCQB8B9A9qAQyZ+sv84gwma84buBZLaDDzLrkVPWfp/kvSk3cd36ZtWKu9xEaDbZF/Tl57ElLJkJDDGPkWXohvQO1LwUWVjX23WEDnWzuI/9xZ7qpTW44Po247/Og9FxtorO7L6LMkPJFuUkjoVVCRW8TzsH979M3ScWZ/aq+j9PLMBX01S91o2D8+3Lzp9T29SwcZZS7U+5w7JQwLKyGjjCzUP5ia5DwwLnhlSSdoCJz3k3ryb90KfQ496BICR+1LNUxnP/aO7sVtbCUoyHMkd2W6p/QAAIABJREFUAYf1VfVTzO7TvsB+pnrZ2An6mUoOf9de0e1HrS1FVSkX89ZkBCqIo0/KbJDgI9WK25OvifrjL9dWzX83WS8u5P/FC3rr6qej7wRuqGaS+pKzGR1K/83ukYwPHYHcrFuIjgTIq58+wVr9AFmoWIMmN6ZSBn2BHAh6q1e4P98/DfHw/W21gEw1ea1JDQIs6KtNHlNW9WsAjLDRWFv2PXYx6855xFxHnBt4xZa7GwCHXpwNeprFxUrkU1Skc24YUKZaq/TvkUGTIK3wpaIP2wP/F6psEzezN/I8KH357vNUS66dLEOZdgiUyT7LBNOmd2YMTbzI/VkbbL/Kf+biHFaeJGQBPJPQgL+tzwuDkH4nIHGT9hJOJ+lzAWB6OPNc9iLA2x6WAsDQ1MOwgB1O7/fIQPthy8aAvqdlgrHLYWDrvpZe0167VEI+LxWxvpr+eCtg804m61i5hYw8j321Pe5bCVsZhaKTgDtn2qe+C/KNT8A+I5mvyaq5A4ASsmJVGPMJYwAMZCaEbZIaslcmq7zgQ6it65NyobO3Ggs9CWAnMw1zQVUq9yMps4H9xl8FhvCjXr1+0eeTYNBEoawPVM4kaCCjJEwyl5xDFCbYwsX2DYCIMlKQ3ITfgf8EuKieeHauriFxyP6UJjNyJgCKbEtCKL4JOnCuc68mAad67ppzMvLTxIokuSD72Jus5SPeJ/4ViR+chY/zmT/+ey9akeorRt4zfmww4iff59xixkwuJl6BXsLmPjv73b/5UACYM5cChUOyes6B+7FV8Bl9Xmxs7Ir6BdG3VL3Wb00CVRJWkO0yCpEYHV/y55/fdQ+TYNfYanxLGDmwf/Hff/zxpb5UrhZAdMVTJZy2Gq1kL5BuEj+9L7kHySUAa4BdLDKxksv3Vss/feH6tsqyoR72XGQhdvf7VAnDAtNkQZLTIuul7qb1B2cdujHJHkuJ3v2ddeJ82PlAv6hb9Im5TD5j/ADpF5WfthzCr2/yv3Fn5vtxdBcsQNjNbclGRX3eGN8FvW/rLnUAa0RLJ86B7pGe3TIMtVc6ZyMtW/IO6n10Nr6FCWLMJMmUp0Uxb97cdH3ul4EEnzp2W6iZ0TM//pBzCZ0U8PfP/6/fRd5JSH9Y/Ya//qk+hbYvMgzQzZ9N3MIXqa9EvCb2YA6Ud5MQ0orJJK6a0Iifoq1b4CnCKtuFc4ovgB9cKnbOiPREv/+AYhQ9YyqBc9Kf/ad/L4kO6KZqXRNqnyVphml4kwSTR02mxzwUNyDRtqxt8YNqS4326B/5PQnmtCOhHQd9j+/dMimuydqQMeAz8Cin1a9hV/YvrtUhfHRyb8KfS+HcwojGQSwsUANy5UPEUyMvzBUJCYCXez+WkvXHv8fHQs5IGmYvsAeXBYX5xKZq4lduWf/7tBCu8QDs9Nj3jSdPqwiAzp6J0/Juh3U6R/k7NoJsaZxzVpDTpoPY3VmSSkyaFwD+n/7ZRY6zp9VbzD1xH+JS275AfAJHSuyjPXwLnJPQHra9yhqJ/ulJ3wSKKeAhUFY/16QbYudQXgNCc3YYU7LFCqwBJojCDOF5dBa98/rVnbO/+3efnP34eyiI6C8KvpjLJohz30fqfeyn6IYWdE3ssHM/xU+M+2jfW+mNHiSecsAEywiD/s1ejRxNLshhZneND/gFdsD4p3wIXYUdJi01sYmuavXAAYOZ9drkoso3n23sRY1aZsDtxzs6n/v/dTKLLLey/lSOR/5r42nKVucQo9kiuT6K7cCytrAFfbQ38b32WsD7AAAbsJ7xzqcWIFr64kOp8ii3fYF9MP9epXw6mH1JaY546XkDJin/cd/tmcizAFoP4GU+v8DWvtzhleY2NQZ/PV8KN88q2HMEEJee2bE6eeUNn54WLraVjhhZp5XH/Kw0tz2sjofEXwcAn1JWN6uzDopOnWCJgHGDuzMfByrkPpuAGIp3S81//YKnALCGv72HasYSnONMPBEIN+2REtH392A0W2kA124q1fquJVzlOLuMj7lk02PPLADMvU77zFZuhkpZiMirZeqjEclyPAWAx5/qmGvYGNeqbray5NeyeTobR8BYkLfzUQPoSHUn5d70h6Bal7lC7qg0KY3kzo8OJZSHKGg2fsv1G6C1UpvslANAG3nhHs0trUNyAswCsE3lNxsao4k5xflHzgiEHPqfMt/NGnEut/JXCg8dO9fMQJzOo1SzAgNmPHF1PVdLTJXJsaKNZ7PWZIZrtPkdKx3tDzp7pzoBp2hAN1yr+bygz3Ee5ibHcea7m7Hf3kh5BxwDn3W6eo6/uoc1zt+Zo4IpVGGffLiMAHXgrZjtYTO0B86HVWA9kIfaax1/6XxOdELWyd60Pm91Hx/ZyvzthWeQTspwlP5BfW3sYQ6MZSxg7+NoCP7zd7PMmIPVG9/Jdpy1EjjOQR29cI/vgkJNRAAAGD3UbEmMhvy3ICpzYYUIGZSuYwHVoRFcEJD7S5XsJtJYZDxUH0n9tvLCsQXtD3KIHuYq/TKD7Q0EMwWAuQUAdiqjoFzM/Q6OI+tPVWfHq7Fxqt8KEuXZ0naocxak5L6H/TV6ac+MHm4ke1Q2O4OOY/6f+1i6Sgwx3oOPMaVkF+/+aCVBrMtWU3NYMj8N7rioJo4gM2Z/mdBgVSGXAIi9FgA3j3vSIAD/LsVxgmWAZ0xlnYYxHnDK7Gk9VNXMw8nzrX63V89SbJcqmWSjDlBq2g3gNQOyRqeBRasQ7Y9mdrvnO5n2p/ThBA36LKpxcxYCpm7fphruMU6hr+KdeAcCtq1AiF4A0LgXA1OKu6xvfs8YSw08ewJTge8xjvYtqUGi09g1nsw7fo5x24qpoTpu1Tq6Nx8DkDFgLg2jbUqwHXDYAXUM6CGb3J+AQwOoI0sE9D/Tx7HGPNQ6ua/YWM/iZqx2zAHAqC4geSkT9jLBk49xjsjq5vpMZfmsN/+mXYEBNrLiJ8i1emb2tUAwFd1b0QxVpFVrB1uotoHVlZ/S+6e0Ssn6PziPPRe3byc6OusSx9OeTNBda0dZ8UG/twQRT3Rng+EE1TKnOn/ScRIEsVci+52KvATbBhje8e08HE5ytkmGeHFh8FMKS3R8AAtoJ08ugii2HGBfeebvGdNsyPks40aGC9aO7KxN0v3bCqoEYwABqIAc0MmqJoMN6Cv+jb7iZwSQCIwSwDZwhjwJoKEXCjol6AcYY/LWvqEtCZCOJpbVPvA/6K/vhv6M/m7Q0PE+zZ6tYB/PE/QPwL/JGzh30v7VMamOEnxX9wkA186pnt2zA/tVWl7OYSuJsBnQN2ZYM7atTnK9lOGCA3XaPQvpEUSV64NHVuatHVba8lJLTj/kjEs2EyhzBaykoNO+KUsHPWXNAKnOfhrgZBlopP5MJWb7/wQYSdAB55Kxov8Ytz3WeCb9kqgyohrTPsJNV8vAD60Z0Jhl3mF+DKgzHkAogKMGm/1ix8N5hOy3ih45b6a8yQ7agzqzZJpTUUSNA3JBxjC6hIpoAmwEwrk2MXjNfYKvngGeC6WGniSnZfEBPGg/9MiWjihnOwCAgSyqlbhHKfAqD3ppvBvzWjs1PyI4zVpQ3dt+2dFDANXYZ9tzHF1FYIIMbLifDL7vf8oPFJOAED3bs3+eJGhcgLm6kjWU1pYKWitZkyE+AeI9S0nmWJYKk33tibjBw50f9hd7oZWRCUgCeLVf7URtpJ+3GtEzk4A/9PrsOQHgmwQUykLD+QP1afWWe23PT86tVgOTrJibMG7WA/3fXl7MI3oAsCNgoL6WZ6FnORXCSU7ILd+8Sa/T0ZUmVQFAPapeXHrrJmRknQlEk5mO3i8Il59LMUk1V7LfE8DElniYffMksg+tp9XS9kHG5lBXMP/Qekv9i27mXIMCtgkvJCJEp/KsJsDmf/R0VE7cT4BMD2BZmT66gKpW2WFLwD6Tqh5obBPYZl3eBbA+D1h9fal+eXaObkSPDCCZ8fNzAsTMFT12qf7hosoOkBNmAUDEaDArAUkkJVkra3rx/m3tXPQZe84WN1LiQa8og4U2JHufYG9budTOkmXE5Gr7D5YBqsCi4MX6i/VdqAYteIk+sfJQ0OGXVLwAsKEW7K0nze7EAAAe6NVIy4gyL1CtLVXes+dUMGlzdE9RCdHkwgla5lnY4qzb6uzu7frEAJZW5FgpDbhCUJ6e19hEsQsBLOljx9okgFhqt7GPl/Vo9bLPRccoW5wBgDTH5HFtjU0WRP8hi5sk3UqbyAHjoJCO92liIMlfJGVkPuwhvpUS9qjW3vI/1rLVRplDqnGtHI3uDUDAuYJMFijLdZlEE31j7RhlYPZFZJ/A6CZ8EICl5+yer9VD2N1Zr5trK2YfhVVDKnLns8HWyDKBQuYcsL4U4dkn6Cb0iYkuGMGek+gg5vEYp/C70kmSrIj8CwYLFutHr8whG4BCUvHedC9ugucm+5u4RZILPUOVMeZIVhoTfHhf4ie1yeu3TsucPJexMG6eQYUma458aU7AjKNt1cqkUiVjA8J+pc3Buze5MuecOjDV50m0qL2ySpm3JukOXdu+kfZRZj3LONB4j+dyj9JWRtk2hnnlOQXs8l69R84j7BtoX6FSlQKUoLn713XVPuCsI+gN04N97Ihx2GsQvcmKXLx9H3ucylbbMrCPTCCh/7ZV5+y752GdKSMc9j5im8Hyb5Kc2OPaQSQ6c1YcgwrYNr0H1Z+jL9rzlhY1OgiVAexT7W8Z2mC0gSrXvvXcWyAbIBH6+WPBS9Z1gCnmiZ64ADYPU9GHL821LXuwgZxj5DWgTs7IF2HM0Y691Urdly8Dimai3+bvqBNAGYHa2GK1PdZq/n7246vX/TdniH621MhSSEM3fNWesTywFcWUbSfZv+waMH1kvt68BTRjPUhqNmGJebC6XBsCXVDbffzXI3sfC3Fi10c3t2dse3enwjpnOXFMA+bMr7aJ9rXjRm/znW2zUArp7vNQQseWk4YZWcpZEGDixUuYFtL7N0A7oMPz6O3q1gBT7ff5WXuaysW1EzwTsw9hVWlvTtflbuQNUJ+9/jzJHviu1Tdf7xYoBIzlvANY/RhmCew6xgWAzBigfr59+8vZH/xtzlATeG/d+pj9EMriVI4+hdkryZfoX/wgXoN9zLvir6MeoHvPkcvMxq91XHt9bRWvdJ/Y4wfqU1q7YMdE/7E/SZb4+vVjZOe8/ghtFbAj3rzJ3orcAKIyr7JBAMTm+dkCC1BunITCoSa3pYoaU7I9YKkgjk5+n0ppzWxt72+RNWh8AXMZP/bY42fpw1qQ0FgB78rvLtPDmPOJmCXz+Sa9qUuBTRImcoX6z3c4f7a/umsuuyDqxAQL2YpkDgngFjkzCZPP3Dr7KT2Wm0fPPo9M8174S+wNwDEofD+8h1FCULctH/KXUoG3/6gxI+QHHXk/90a/lMGgbC2wCmlL1r9Ejjh7m/ib9UylpnFUXohzDP/H2AL5VdfRQ/idkGLBJsW+f/eWGBQ6hGSDh2f/9/9zeXbzNWsYuTrLn8sw0oTUtpcw8Yp+ysiEcQUTCpkPADT27vskK5TZJvMmpCEAyDoYc4xsM66Ad6UszlzYDxwfK208sn537zw5e5JEwbKz5SvYL18+vQ8F9HmsAOxk9kHWJe/xlvY6yDe03016J84yCeFJCGWfwxzWa+LZgJM9MjJd9Pf9mPe7ZCzfZLx5HhsT1YudXoh9AC2+0tyukxgst2WejTF5Oe9bCGaxFveFMp8X2oRCbAn6Ipd+u7EGevPKyETRAvdsFWn/Ha3Zc8O4Vm0rqlTzOey8tno5GUNfl8+WEpszdfEgfu7Lc449SZxtwggdoy/gH8TQMP9NuCexAF2YcaKPJknwcd4h4cazqzznT//nD2f3HoVpITTxgJHYTxfplU5iKouEnLXHL8Kef8sqIoNXC0ma2GPSC7G39buWSZVE4NJQ5+vMC+ciS4rfgZ4HQG/LFmJwsRGIschsF3sj7/z48aezf/CPXkV/oPXweWPnINtDhS+IDBvVEftZMLN4AZNSeRx2m4Zlp7guQm2hwzEG/O0LhRrq25WLfmNiPjL6IS/6J/1M7k187VAExPnR2IvMDLw/68XZftDLmj95Z+8z4WQFgORadI3q6ldX15shHI/2joLhNQGBT/M93pnP7ffzZ+GO+YHxavSoBYaV9+q5Y3zT9ychJnrg3U3U62Q1LvXxjuxw0/x+K8o6aZ0sb7jXCuz++dsX5HMLAC84qsHiHfgef7fCS2qvBsjyuwVwd+FWuY7/N5v4ZD4HFHIRdUY0YnVO9joAwDV0B9AYALjOQH621cDHOTFod/r5BRLXKTilee57t55fh6xgDGhEDw2BugOwXkNL4VsAQeCSytET4eD3h/EdNc2OCUe6aw6OxHzOux0pfH23CirB8Ci1rbbEAHBBrMhmgyPwpa5r9mg29vS4lHZQiTWooiNfYw+Hinev8jGY0740m9lch8t3FaDSkBFkOQLAt+lvWADGIPAhUANw00CUYIw0j76L634EgNsPBjnKpu18UA058+/G1Zgq4D+Vr1RgcnOrQTWGS2dLBjvAbivcHA//tdq7J5lzIRiGEl1Djco/geJWIkQT8fkNbLUKccDf+rAZ4Far72d3j2yfzla4TZa8a2RWZscTZb5nyI4DGSr1Rv7EsN8e2n7HgHcz8Iemg3cq7e9ozQ08oxBPAWD3Eca2NFtHMMIeojyn2Xb05UWB9fCUMaCgB1mZvcfIPms9CQRHZ8f3ItLfKsKMq1l+s58LgmZ+j4H1fXvlU6oG/+6cuUbO1Wawuu/qoOEM1gFaoNOEjX0O9+E97HusXlnKEyp6D3HpkUe0N/eFWrxj7t6apJvcq04SgVJ0YGbybua81V4kXozc4+TuW61ib/VQnk+mNNdmpG2wYYOHBOT7nqxRqZWssrC6h/VALqykBeRmz7KWB21JFn1+SeCMZ6gvdDpP52QBYF5R6kJ7Qu6ecC1OaZGPFfrqad9w6a11NKWxd58y54JYVvBbVb6JJny/lKT5WimzkLf8nXG2n2SrFNQ1vAtU3GZLCcjsHKwDylhKl5PPrbxV3xegFQAWmHR8Br4cE4Eg9rD0flamsLplmUhgwACfAU7GtXLa8wPgNUYUwRMCc879sQ+mfZKsUlr9VYCG6jXAtPaKwtBd+lzp16oLBmhe+Se7fWWRLUJQqVKY7wO6oDPkPHUvA6QA2lT/IAVxntgmBHpvE7AePWtltcFa/iOAaT8Og9vV99mXzCHnHkZ0e3EBquTdzEQ3q9wAJMaugEWBrcoAsrr7FufRgHL7A0fJUcHMxT3R7yT+sBYm+BxZOtjMBJlbEduArvNF4ANn83nAIi7mB+eGM6TzfZgnsoAF11uFm+/63vQPXAougDFou+ilSV+943nRIErl3iATcgjtG4vQgHEBQ+uQNc57eNeg3CQO7Aho4cjcJSi4SXQmiOhQ7b7lXaD3ZVVXPtFBm2hUVoJcGPpcVn7Yq40vXVxAZ2XSEOvKeGSOmAQVzdfqfYKMBQT5Sf69smbCjGfkw1bAGZhlnIADJjuoEwqYJcgBBaeOwJzZAeT5TsGfJpTYHxRHicAE90XfW03BuTfnAX2M8517dx8WhNToV+ZLKwcIWVv02KMF0SE7+n4oupgP+uDgXB4BYOemcxvAFblBL5WO9hnBVR3LVmkB7EFN10pZgOpH1RuMgoqX7c9LAIogvVWAvIAVZwQFe3ZG5roPx+O8JiCMrZKzYikZBYBTuQa9dmSIwEvXOQ7346dkZ9/PvNGXkH2svqWiET2As0sVotTCWRMofJfaKO9DXzplnbe2H86CpLX5st8L2mfyWvWW//j348gS30MG+Q5z0Azq9l+zQqmAgV5ZAxkEJwhaf0xQk/flPeyV6T5SRhg/tOyhZXv/vvJocDFgz4CPBdwSfCEYxFy2x3MTY3hWKibD7tCqAf5XG8E1baAlwTwr+7TX7C/vGWd/WLxgeiMD8C5lHc/inpP0gq7Lnii1+VDj2UdTwMz9uNnlCagFDCEYRQUwlQvM01IUI/MEIL5n/b4HyKv8xslWEK20IkhTYCxUcswbFTWsMzpRMMrzh8A5strkpOhGEgYcl5VvfP5d9j0X60pgiXNSpg2DeA0w9ay0ApznATgDKGNzXqYSa1lxOBsA7qTL1s5njzEvrfQqYxNBKwHbBqHak8rzW5uOCg37AqPz71EVkbEQxPdcpPJVe8f9wJmYirwMBqrKpwl2MacEysuMADX+3B+9TVWO9KX2pqV1SFk1sgacsdy3fnPmmtYGURfxj5IclXdijaDqtZWO+tD+z/aJNiBO8ETdaBKjNKzIMYk9UkRHt2V/lMIxVwPPZRBIoBl2grFRyx60AY7aZwloUR1CYDN77hJq7QJDAmrnL0kKojrg6IuxzgCk9gu8373P9SFVPw8zX4wV3ZddMIlhAk3IIAFyQVdljPdR9xNIFCDCb9DuIDBHBR6RY9eGJGyCW9ooyssmwhGEVXYjm9ke6I1PUEbTiY5khATECFwyFisoTaKtLoNyEXruJgMi19pTS0+NeLDu9HvljDGpLEGrVh6S7IN+HECP6t2Mr/20J4hJMhdJ3kvlyrObAEQ7jdAxA6LjM3GP9mTPvQkJWA14sLBHx6C/lnnsl4JB/LtBdoJuCcY1HpDxXyWpg/3LmV8fPuMiQa2VlAmy837sEewyklzaCiOyt+cFcoUMsU+l3Y68t/3DsBHlu223kPWkggw7tEBeE5j5GdUhKkcAYK5lF2PdSFCjehu/BXsK2Slwl/11nn6PVKCh+7F3qH5k3m4HCLQ6m3MSGwCQl/gE5zVMHNGBKT0lLgEFLxV4vBu6o4kYcxZQtU+lIr4RthBnQ9+9dOzaT1aUaw9s5Tyfs4esbVbsPyjdNDa5e56e1UmoiaxhWxCI3wIGgA1B6Gn504CzYKogN3O39mrOzwCJtRPycxksSBi5noRBP8faY9dvmw6TwqwSRwRZj/Xptv0QY8V6ZV75Wdnv6DeXChySTKqjYxMJDFEtR2Kw1bNNwsi/2fPoXpgUOD85UsqGkWpf9mL7eFZctFU5p6QlNI5jDI99PnSifK7UsybW7tXYS/Yg/hJ9A23vIYU/SUSc+Xz6Wdh0kEXPkVBSZ32ggGY926Yi+6zdRnr+cUm3DmrQxNf5MbLD+U/IYxOYDLGyPiS8QxvPmGEKkK519yl7F1kgFlRgqr5HzpK8P+uKrL1NlV8rtB/grHZ64ncAOBAjkKkCWw4d+TBBf3ThqPDaiI0+5F4X796ePaE6Pk0pf/e7VHSRvNZ4wjFKvACwcm8iMwkanGnMO5WFUJ5ywR5BGwoAUGIxrAW3pKoUOWH/Q3nLObPrs3772qPbHgpa7sZvhGUqT1y8N/uQtUcPY/cL9gfIip7Bhmz4Y40qvhQ98PLVy2GuOjIKlMWi4CE95AmARq6y/i+iOwCF374J1WheAL+E9+RMat/M9ERupXt0iHFr4k4TfyU5hJhJKsK65uPXwjCDvD2KfmC9sKXe4+Mwr1mr16+fl5mnTDSRkQfZU7zTnTufzv7wD2MfA/Cmz3xTWm/f5PMA7HmX+Egf08/08ycTU9rzOd9DlpFTKKaR0bc/X0VfpVdq51Rfu0ln+buJi9pf2EONBVPYRMJsY6ZZw+gMfBP0GLr3UxL6WpndJB5t78YbqQKO7kAmqpfwy6jeHGDO+O+ts7/616mKznexndtfNWr4fWiOaQvAWKiGfR6f5m5knMQCQKAXsac5SymMpy8w5wU+DbbYl8/oI+wTGJ9kAuB3tcmyEfGX6m0PMA5I68VZiN+GvWmvbc75pSxHH+Fvb0/tn3/6MPT++FSxT7HZY5fQlqjFYCRSxoyiZ2rpbEv9zXMshuHzUMe3TVPejxwjqqGxvc9Cx8/nKN7gLOZzpWrNRXUzY4VCnD3jeaa9wdjwowir3AR4pNITpiyqcoHawuYeueBvZ2d/+f++P7u8yWfzvvVrI8v3YQ9sfAnf8LrgLHYzelyqZ1sQYC/iF+IXsdcuP7zrnD1M4h5z/C6JBoCGL15En6NH6AGch2ID1NaPvPB5dCJnEHP74MGz3I9YXmyrxg/Q+Vdnf/KfPMm48JWQkbQICMB/Exl4knd7cn4r+mpalVDA1lYfV+MHA07TKknWiTI34Z/xfvWhMnf4OZ1PmA9goIgk8uzGW4zHyixmmyDmjfUhfiPgTjxCJkfODgt5OFNgdZHRjIp17t/avKzpy1dJ+s2WxGdDxh/npaHtppUNZw5FgcSWGt+LHQuUwXqIMyCf+HNhholNb1X7aSIHLYZk6jAObJyqdL0kleNLkPzZtlTGlced72cZJ+MlvI/efJjkjcYNI8juV1tSQedNQctl9tuf/ulPAYCTSBSmCz6jzRObKr/jlufPXwyTjfTs14kTYk2zL7HR9099P5MNWx2ed2jFfPS4xT8k0NMGAz8f2TeZAnCUJGuTITiPZA5rwi56PI94mUSev/9f3M9Ysk5JlmwMbEDWJtWRNEmYQjO+R19Nq/xP7CcaA33OGSxco2zk/SysQ0fme3kHdDNrhvm2bKOHxM7GIWc92cVgI+vj53fEwy0S3YI3k4vbL5tkgehQktbQLVy1y6qyiZW4lsT9WapG8MYX3GQEz3/9ABOU+fye8eJwzVnk3cekaGLmCMm2H/X72Nreo/5zDYsj1uEM2Z6SfVUAuMHM/G97aHYANVYmk4X5Bxg72mxdgFM6Zn7XDTH+zOlneSSGoLQlfM6qyb02m6yTN+BvAdsx1AvSkIGWifwtDfCvDYnjpC3daQ2Y3JcNYhb4Co99NXcYAq7bd1TA0bEKRqwhtM87pWteyr/T/r/ceIGlnc/j+yKxPuDUEN6AfANqGesCt9snw343zh9Fmr+t1FkwzMC6B0rXqUKgk71r0US83svKtl27zZbdEvQFGEvRN8bp9potzWc9On2bBpn7j8p+r9IHz8ZBATLBAzZXAAAgAElEQVQXy3m+m1hZ8/NkYrfvKiAI4FECKci5lS9bGX4URB1DHZyly2EADd7mvY+Vgs7bOu0cJBtccE4EdAu2MhlU2CA7rMVUP7NxSztaOeSwIBtaB29B2t4HGS59li+1wXqDH/nBKIVdixpoddqlMCtFOiAzgYbs+q1qdu4E+QQqDFRvBfMBxJrxHCubpVexpxBKyQxL58hs7x0nQcBW2LVa24B1K0brzA3g33mRvgKjiqBhlVhe9xQArhx2m/PSVDlYGXgKNOh4zYVCr0xOBhL3X0VCUkfGzkFcWtkatfkvgrw9Tatoq7s6s9U5p9dWUvJ+p/TlAncCF1WmNYoNbO3jmQNAherJAipSc0rvbA9wAf0EUxKkab5H30fAHVGwSh9DMwodJ5mDdl5fGsjomQk8bE+5T/RXaLDT6t/VO9Kauw9W7tmjG3RlvBgJzIlZalb3GETVAFkWgqN8SqPtfawM3qs9R5pxL80hgQH1qmvFO7PWqHiDyX6XoPfSQe1YN7lFg0jZWHDStc9Pe3jivBhExuBrQB7AiHfOXG1wtDR8s9iME8fI6iY/z/elFbK6tRJJMJGM9yYhqEu3P5rjZGQGfVeuVgfxe3XHgkQEDtznPotgH44HgZthGsi47MFhsJtLgGRpx/wZ69fga4JdDVZRyTDUWzjSzM/2al1qyE1aKN0KQH1naNkByFSFWsVEBwUu1HfJrGSvUy0sGH3U2R9LMwNYrCGCXrLHioAGgRFUNFVnD8iEizPDfNEzu1WSVBJPgKqMMaMvlsYFeSHY06QFnHzG1wQDAaNWnOfiORg6OChWoUNzQxZ05AwQvzaH1Walmy4gAGiQ8VN9lJ9ZSZiziWSAjOtWHKvv+Q4tChqUQy+yv0qVLMUooDf2At8jEN8M7BrlghDKh0kf65AQGEFikDcTBtRDgo4kuagrChzl+e1T2/NIxoLtPdjs95xppd2KkUagz2pPaecKtJLJWyCxOeN9phU1xwv5ux5KHfaRoKh0NqUey7MB/Ew8UFESDKT6sO83W58+l3sBwjtme6YuHRH3Xl3D2uDMW1lkQptAKvZDzpY6Bps1nbMrz7Evn/u5FadUxrX/qcFIdCvnVHuI1jnRiSltVOdLGTWYI/hXG2T2vn2CPesObCuNs7n2dQJ7VsM6IXU968Z6SdFswB15QZdDIW2wVOfIRBopxZDrXmMA4TziFDMeqho5+8yOFrBam0NWhqPzAvNDz++M4yo9O5G9B6E9/5oKVZz5+yS9UZXTPmpUFsepzr1LjXeZIEicNaqkfiGjPrqcCpgmc3C2Z0xQLCGjrh1BcYfNeL4m6MrPG7BLYIFAf6uPm7ynnTKfHmcMGtXo2wTN9ndWqVLlvrYa+tBeygJEAjI4xvR8a3/M/JxgE2tu38ervlv3fSm2cUQd6Ca7QRfZ8yy69nMWEhuEc+Lx0BpTIUmQZB2rQzCa3kD0KG1VFyAJIEQcuVYNZN+V5SJrlOAvr4Bzb4WMweACW0ujmf1FcF7wnPtCn83+ouIGYCjVoKlyBQDhPuhmgDX2dUFxMsJ7BlJ5oi8GRWUrRPI86OJuZSxfo7vaa2iSMpgTbLq2Jch/rVCrDYO8oEun3yqrELllzgBXS29ecNrERZ5HQg+BKfZQq4AyF7wfek2g17VvhTdgSD5vaxIAQemLm4CBY4H53EpHQW2DkmbA0/eUdcd+qq0RnQT9XhOeWjVEFngoNAk65vcEmln3VjKQ+BM9gkO+CXA8Ax3V5N48txSzZK1PxScqobZ0xkUgH3flfYK4/Iz+mvSqI5ABqNg+7gRMolPXdGQNoelD4u+S+NAMPV7QxOJf8jIEkJZdiAiDCW+yPV29J1mBXpdUQNLnUiCIILByslVR2KAG/nk39CdU2ARguVZH0p/VXqrYlFkPEjMSTHOuTZr2kt7w7lBxqicF4NBx2NHMB/YFAWZBdg5UDmyBfGQJemWC4m/fXlantNomF2AywCP6kXVnPrcKWzkxMZC1XDCKKnQCvFTYW8VsuxBkhr1F5XEr82o7ArTIbrH+EOMjkEtgCX334QKbGf0SeyYBbHQKdhxrhm4jsQ2QlX35gMQGQPeWwqjLC8Zmpa/SH5QqQcFZq7+rd4cJ5OmTp4e9Djhs+yqTbDbw3LHnnaA+R54fPUrlYO04EuVsp3N9k0oiEuFCUcl9AEPWv1nbrr5w/ru6Do1v9iY0tlZ+QkVOa4ZR1NhxDbYlQSfMAiZPwV5itTlnGf44NhZBue0vWlsWi30oqAG8sWIYj4lrfBZ5MhGUTVVAp0niUndyLwJvJLFtFeQInck0WTMSr7Bf36a6cytzAcRtIZEgNKBUEpA+vIciVspMPvckvaVZ/jJKHKoWtKGgnm6FWEu8DMJdJiC+/JDQNW+bHuaKvYMdUdp+ZCBjImjeymj2ARXyE6iHGp2rNInj75MIxF7AfjKxZ5NnDZr3ipxtHAEdid1UauD8gnl6FjsbGxsgzCRvA9c9rzOXa09u66neMsL76hXgNnY2/bShkrX/7RZiMJ6yXUWe0AnIqq0xqOqUeYM53XNrE5pJdGkCLYkoZaXirDGWgJwgr7brmdZFGcuTUFcvEw90qPavvF9ZA9yRFlv/qZon36GyurJX+88WB6X2TmC970WbkwyUM4eKQGSglZHRWdjzsiVJk7qFBwUfiVVVHwLqT0VbnXRjXtjNyA3zfYin5RtWeumLOhbPyLLA1L+O3RTgdhMYON+RQ3QNckxVF/vmOrbYoVfoMHcoz6HbbNVxdFqAg/YgDFD4FWaTVKb+EABROZVNq6B75gPa0SNDDmek9uOz6BwS8LCrSVT6FHv7C8mwnBcBydG7vMvTUCWzF6gWbiUtNkGSYi7eMn+cbV/OXrzKmhZFw0dPxevbJI7kU8/Tu3QTODb+VgsaMCZzuH6JP9M/k7GK3snSOtMe6CYAG5TNXJxTVJW2qhUAOnME2MkcNhmL98u9OT+4XlHBnJ6+yDOUzr98p0IwgMxrbEeqFVNNyPkyCRRS5XNu0QfdVjzMJWAeSTYmDKrX9yxrD1kShXMPfGf0LsBfkwO4ejaamPHkqS19AClIkLiub+p5XcaBUGrf/iWJGtH/d+5en/17f3SePR6w+2eADVlb6CH6IoDSrVRwEvinX+iXz8ROTHhD9h4l2QgArjH2nD03aSfzNZVyX2lnl5/DOEXLkafPlO3KI2AytlBksf7WSTIVtkKZJkichmaWyuvcu8wEtLpKZeNtQDyMpNJ0o59sr3SHCn7AWM5efNjohsu0ASqY3kRozs3snbAHfbwSmGxyfQBAer46f8wj8QKkhbMKSnTsMN77lhSweQ+YuB6m0tKKeb/zLusISM5+YT8+fWbch0QfzwVB6A8BwaCfpmr4VWT6JrrnTXrx3oodh21gdSbsFjKrcV0FmAQwff1D9ufEB2Eqe/MzibKpYI5NI00xMT+SCdFRnmsPk+i7FXxlx4ISP7b4w+i2i8gqoDm6C8Yu7Fqu5+fYwiT121LhQLWa+z3LOf1znmv8JRT4ANn4qLE7//Vf3Tr7V/8KTfEpiYTpSx09s8xAyKJ2oNTMJCWT3MBcsdeItbwPG5c9h0mIkOHpc5PZ9Os5e96+TQLoGeecMkR1JdTknJXtod5EhxepwCXJwTMEm4146PPzl/keyUixYZPE+d/9t8/PXr3IOkEV3CQuGCQiE+YJ5XsyLpFIDDsEUt/+q8SVGguxqAr/S9/JOHJz9ogJRIfCbvTDD6HzTqIfCQ23o4vvxj5vDCL7v4A1CZwk25JXH4UN01J7U+fC/sQ2xp4ztgMTm8xrN4wvSQqay6El/jG2T3QjDwdr2vjHzZX2mHF9/BpiEvFhA943KS7Ppt1H7bZ6DcYI8Jk5ljZ+DBDdGOkAfGUEIPkMMLRtpbBP9ZV5llXrxPoEjaEJZ19zKPH5R5FNkgsptuDMgooc2+5t9G4szLN//i/eR47UcSSlPMjcob8AQukdvoV+j2o7Rp/lKcQn+v5Vi8RsKDLBP2SutXMWwOaM5sckVl6SyFifNgksXTsTLJ+g4zIaWQNlerDVlPhV7YXb/+bsT/7Bj9VBXzPeu/fV0Y/LziON8eJovDcyUjagxrFkJiB2wdog6xurbVu9JiYZk6UNyiaXNOEsslcfGDykXzKevuuFHcs4SNTgspUjiRf4+jBkEpMW22pxYH3gwUFqPzFreZ+ZyyaN4y8X8EeGZJjsXBMbGvk0qSF7BHkrfiU71GI3WP/airYH4/tiRcr/8WJ8nIH6g30vClCnoGJ7cd/68Cmqb+i2rCgaBBqB3l3QWxyr5HaSeJ7/HRdpx7Cf2QG1ymqc0wNgNgGvctoT5MMqJyiecRTsJWiX7ywAzL349zErzcXhWaeLx8F/rNwjuEVwbk4EJrAgzIB23uKQKSq1p07IbmD7H6m8FnU/BWLWCToFsjGwDJYZjvf/7SJJ/yrwuVUBvMNJNSoBhBrWZCdbYcM41gC+B6CNomjwWHrYvU6B5HUwG0CtsTSgWg26bJz52hYqEihpcKQj9JKWi5qrRk0TTM/6ZGinADBl/SuQtTX7ftk0GV8FuEH2vOOpjOYzW3kswOOctP/gGOsCaWZV4FBZ5eta+j46L82CtQzlV9e/CwAmi2tBK0HyreYdqpuTDcX89hAgqEBT84wJI6K9xeZpzNfOddd9fiHFg5cJBwIkjt/9w7bAmdkAEA8Q0M7vM5ml92WfodImqHb6kgJ4rtNhzY5/rXJZcOoUMOazqww38FBlFnkrWJ9nnwLA/XzG1MSEcX4wnkoJnvk30C/Y3DE1wGigjCyc3Ts7HhNIBBxWNo/jV3FvUKvZNyjr6gbk8Ug/jZFBYYgH9Aapj5W9q0swnhgLRqkAOJSWVhUiU+x71oTDubTtu275DnuwFKN1RBzvZpLzMeSMgEEzcwjKjt5qBqkTrf4bEKKywD1GDtoblIAyMkY1HPcoTaS0fgT893Dr1J4KQP6OMYthxcUcSEnnPuF9EMfthT7DqYG2Opl1IIDG0rbycnR116bGNQFb14rDUPCJ4Ah6AHB5et2QGDEVnw6RinIop6TDtIrcJAkO8O2DwUFdqtFJKIHizMoLK/WoYgDMM3t6qdPM4G9FTu5XuvyAmRz0VL5uggKjaBXCOn99JwBgaIwEsT0gd1KRITLNccomM7UBMCtXt09wqTIHzK2RM/MvXZiVju5jA044qawL69gzCHd+gvzsqwKK+Xx7L+X5yCniUwpw5ivOXLNY8x7cQ8pRjbaekQPwdg5L9eK1960O41c4IFRzlsbbzOR+jvMAXUvyTcZOViWOZ40kAm6pzsHIJ7hBJmtOphpuD2KMso4fY1DD+ACIiz5e8LsJCjV0CY6xjwgimmy1esfKKEBODURkvA5E5kBHCh0XmsYE1KoH+y6wOdhzF3nhnZDfUvrWkCVjHBkVNG8yShwHqvq+TE8yHDCeV7CHaqv8HdCGfkA4vVZikU3tXC7TRJM40JFUEnBWAThw/7GJ1v6xgpsMSb9PBQ+/q0OvUv+V4cZ97X0jXfP2EkIW+V6zYROwY4w4SQ3ikXk8js2uOZTcVALbnsJzn6AZGb6PQknOYUwwq20hcELzmb8OAMYJ40L+GshlzWoXEsTBQbdP5wLAgAs4ylakGIQ32B57KEHCOzg69LACeKq+1rGmZQR6kyD0KQCsoe05yXvaU37sQhp8Rq4KfAHKVoztRSjbzAR9oRT8VcKh59j2D/TenClx5hIsBhy5F90EeMG+RgYJguz1jWoOljrGE5WdJpuwNgDAExjO03umYKfxv9pvJrOgA9E1zHlBSKh/59zic8gSvWft2QMYBJiToGsw/hbjY7vVZoC+702DA93Xs39vR9bP45ziQAH6sH/uB7BjfavrMlZ+tzYuAYsCwNV/gulrL7AHTxPlDpNQ0SXrmio09rqAhAkm0lmvrkMtNZGiAW37dQO2ETwh+EkG+VaRbu93gn43AUuxn3hfgqAERDeZsdm79Ul0Sgu+ZvwER2XaMYAN6PM4701GN++LbEDniZ4zqOLGbl/tXPdzfrRvc8bJmjxJhTPX9vhrJRRrm5dq76yCXyZplP6eoBfMEOzdfAY5s4KIZ0MBZ7Z0z+NJLPj6jZ6BnAuCBtr5VHwQeM7a9kzsadtF3upozsVWyed7JKeZ4GWS3Z4JrEVVJ9RcGbsgMKCY/sY6v9wfnWP2sAAw8kefV3toy5CwLErsB0BNwBXeW/0C0OJ8Npkn+rHVj3NefU6ghOx6AvmPQ4+4utL2C6zB9PDN4JAfAEc+RCWm9gz7xECt76c04sgX2CernsSDyD6VGfo6nm0k0nH+o48uqQAuGxRMENJ4Yyv1o1SPAaz13oB2qY6gOgVnPRR9trbpIVnZ077D9qC6DY6xPJfzMvcAfFkg9V6ClASBPKMHAKaCqMMziOrleAEZ3qeC3TPSM4I5gIqy5jefzFeuC35P4nLpro/9wPnOXVhOuj8NBvDO2KkAoogUuoukgCaCjr/ZBN3ZD1RFtd9jHggd7vo4mzhMoLcVjNkr9EI2qcuKFNZ92wxgP39IYgryRxDfvn7IFbY2ALpJO41ZsAyZB4KN2+O0yYqVkVRxJEDM4r97w97DGCcAQ2U0SVPIotXDyAeAikwGANlSzlZ65jxhTgAhUcnsJ8Dae9CA5vnVE3kmVNjsZWQGZgr2+4K/Ox9UzHB2USXG99iT7QGLTTGA34dU5DRICV1vwEyBWu00fk5F0cr0T+lL2WS/rGnB8u6Dy/F9DRwak9EW3IQK1pAes+yppXNHV7FGsjE4dwA49YG2oh5ZzpwwZmxaKbfDVAJdfM0FKzsAcTaJnopc7Zqj7NrbE3tNyv63b992/CYDELheu1Q/qr2OM2aSRAQAtU9NSOIc8t4AQc6T//4Y4BYfhTXj4hnGgPz9AsAEKtHdPBdZthDAZ2M/UknKBQAMsGzf01QET9BYfbqxMG155qm2wwhTg5GRO37Gnrf3L32WAXjRgVDqQ81MD1IraZBrbI36k7nR06fPem/0KYPDptKGgbqbYCtVSIKz+GqV7dq9d9pnGerKg52MZGTN6ElsYsLstcwd99xKzFa/5XOAEeiZLwGf6kfWp8gDsLHHlzSJgPWDEcTkVIKaJN+cxjiYuwY28R8i31Ltxz6MjVF9HHmn+m6pgKka5ne8W9cln0AnQdGKriYofjt7lEQIxjZC0M9s0hHjNOA7xnfusS07PPv8GjKI/1B9k7MO0JoANZ+lB/G7JLnUso3+2xZA/B57+9k5yRHoWxNFHcfaO1TZ0jMYmwO7nH2CbZrnPRGUrJ+Ym0O32gSgVBZzDnwm2Tp6hWQ3fVADxADArGfjlJzx0cePsxeb8BRQgySX55zNTUiz2AGqavRsfY74BlK6JjD/3FjF2Xf8xy8FhzmmX7yCh9ZXWR/wXSiDz89fBFCwGnJjmj3/Mj4AlbIC5DxDRgsItyrTBFTaLDU5vxUmtmbATrjT6qiJzeReMANQjUxygdVIAP/SVzMP9golcSK9WdnbnOdEIGvc0H8dABhGC+IIsjUhm+gDqiSrPwryYktEp+WZ65NYtTyVvgxrfbDMY75RuvqHJBDnOx85P/J++L8wDghekIR2ffZ3/v0XWVfsj8wTMeL4vFK534k8WOHLo6i81k1fHyI0xs+4P8A14GlAjewJ2E/vUIEenxL66MfQNAdoYu8BStHb2PYkskspMCZgsNfa/qe9kkmCMtlLtjH1P34X6879noQx4+LNZWMsBM/uhSrWnp4yLjTPNp+9is7+6ecPZ7/3w3mAW+KyJqQddODYuBsuon1Hv9rkJCrjBS6heRfghcmHOB7rSOHA3bOff7oJ2Dcxi7J53Mv8kTzCeqNPPOOuUiUIJTjn5KPQw8MCwtyepcIQ947ilib6kLSYc5xzhZ7p2BtSTyvqrMXbALHYWMStzl/k+12a2AJpk0HFLHEKLhPYx3+hwjZMYBHb2tjkcCN/VCt/CbDGe0L7TlIq/0InbYIR98Jmlp4aH+jr2Q+vntXOylF79hf/ZypusbnyQFpHAFAiF14ntmGdNsAp5ok+1rAN5V3SxkKZlq6ZvWMyIH6EcSp7w5t4RW9w7N5vrYYnVoL9i41pPEHb3TWo/kR2MwzA9M9X38/+yT85T/9xRCfvTw/YAPjMG8dz161xQBhLjMuQv48JuoUheG+XYd4iwclz39ZhG2fhrfFvORtu8jziTfcDDj6OL89ifU78hr7SpGYSC7mb9zI+SJksesv4MCAtcQvmFIaZ0uHnus49SexkCz0IqA+DjPY/Z9TOd94371U8o8m9AInfUy0cdoD4JLToapwFvdWDQ8CRi7Yr3Bv9wPcLcJPQT5702LH4WExq219NdWr3FT5ObZ+tDLVlCM9iMe7CmIQMZK2W5XDxBtpyfU0y05/9+adUkgN0c6+cT4kP4aPc5H363Gl5+jhANfEm9EeTCxpXT0FBqsSRh/oNBS31M5GFxh/yd84sEsKYF+xU7BpwAJJ2OfOekogQkLo6MUmPso2Mf0hMELsy/dPpof4f/XHYmFIJTEsm/F6OS4D1TfhGlhnPVneLi9huryqr4zpulWP4mrh7dHTmj8/KMmqbWceiUtjEWfE4WQAPMcP+ntg1yW8UQg3r5OiG2rDFv0zgZb13PJWprqO2rrESgzXidOKqxtuVx/3ZMjWuDtC21aetb7BxYGAFbll7bW2kUXYDAB8LJCyiWyzh1vuPrsgCg+uALDDX3/XQnRsyx8f90UndrEQH73D9uX/fqxW4+eFWzPo5DWqcwe3tqJPsovwWAG4wfRbOMRusapn0UNfumLiHlYs68KfPa0bKLAAG71IZS1mqItr3sZqJ0ngFnWvBaj601cz8rPS4BLxYlKEX4vPrmPTv7NYB18W8fYcC8Llfe+l0Xvz5/0/Yu/1Yui3ZXbnrkpX3S1Xtc9ztRiBL+KURyA9cRdOy1Q+A8L9rS/CAMMYGybL82AIhgYTbtPepqrxUVuWtqhi/8Zux1trbCNY+dapy5VrfN785Y8aMiBExopmf+Xydj7VWAI7ca8CUmfjZYPPsGpAqHp0N6XmIm7Vibwnn4OMEvnhWNqLVv6rDGnU9CXJfemsu5TQbh/FMdngBhyWMnGlTVduKlowDQ3IjZ+sZDeipHGuo5f1WfS2xw7kaA24XrNsCLM7V9qXDQZBy6GNbXZwAYWvkWk1EpuOSi7Ues07Mw7wGXK+OjwKpQl9AUKmTqKytgawMN3ha+d+OZ0B5xjAA8OwRARppxYZCs71Meugo48quzzg9WaWpXbK4ZMzqQxMyfFmJKMWTQPwkOAiQbaul+XT3HKBbg94rkJLvTCXr+FijYFlH1pN9Wsr0BYJMQJtrNqule2ebWcWeE3TXQOVJrLB1vZBZe8dNNSHcetCECCRjODfxZClQMg5KwV4lO2C+DkHBWjLiAEQK8uq4AVqYBWkGPAAnayIwugWYW9mQvTk9/naptjcykntQAUDwr7KxOZHYZ0ufAQ7zRAXUTKqYnsqM4Z6AUD47wQyeA4eyxthaV/e1lXU8BrcZ8LfOSZMh7B1O5QayOmAta2U/HfefPbvy/LkPB/zQYZEh1t6XDW4KVI9etIIEA089POASclWavVxeMMGgCc4IL+cdQ0b65tLSUkFb2RfkLvX7kvFmo5fK2AMFQ1/dZ6b5BLtZv4K/uXapj9mfDaRYPSqFu8GCAe1HzgnUEDSeqrix+4YevEA3lMJ5KCuj2RuFc9xZ1dlW/OJMFEzLvQl6k6Aj2LEqiPN5qwTHACn3TIOGQ8FvYEEKxGF7wDGBlksDfXsmsTTMLU40+4Rzafa8BsnS80vRVk7WOYbjdfmWihv7vtgLvsMxDsB+JuGGzMZlWL2OwwGQMVV7ZGUSlMNfwFlvT0Iy9lawQ8YQM6trPJeyhwAj1DVk3yl3ApjcU0e+AcKVDMR+JahuZiLZwzjxHMwMVNAe47/ZczhfUAllfu/iED3noGngcSUt9Evo7VIBxoFIMJ4XziLv46zwfWSe4CFVpOitr4C/eQbtAalUu3diQJfaOc/D79CH1X159fxcPxiMsadwAyF6mg2Ql2Iwcj+JA8wXDnkpxHM9KiWaDJeFb+AOWufc4+RMXfQcYBAbA9Dcfaed47xIU4WR3H3fIIH9XyerkYBCabDyYn/giCF3VAiz3/je6ASCVKzZHMhbUJmMdyrZ6CF4X7pAgLHvOWdJsCgw1MSb7BMofValblMKAhoSrG6lfenGTN7gvgRLWQ/moXsZJ5UEgtwLR666IkAa1yD4jfOIDdMqwwQlewZj42ReWnkeRx8QWh3AvtbOwWZkz7Je6lvB3cMAjsy3ACjfc3+VXm05Ssjc+QWVfVZ3U13E3NkDN6BegE1En0CFr3HOraYoQDqBixqC6opSwxYAznXpxZbqAcZ9HOAjv8mz5fts1MgdACzXrd5ET5fm1vsQQBzZOktAcao9kFWui5Mp3TJZzMna3SRgqK8VHEHTV4uynn00zgPnBFUS7BkTHdkI7BHXwh6g64zIAQ2Qx71Ze4I8VBqzBgS/m2m8bCYceefYQDRnpLY0G4wKPSmFqTIxGdB1rcVGlnCCPfakZB/ao+owe7W9FJtokqBJQauVnLaC/ARPsfsIGk2G9HFALR0rzgntGJwpgjutACfo3ypDsqHpvyVNMUk70tAv8HDZY+21xXotetpOcCoP2JM4l9h0ZT7Io09FpcxJ2uH2SSWAof5i/3If5hH7w8Ag/1MZWeFpX2PsneoG+mytCrlS7danYq+YzEMFbPM38h7938moL8VcZNpgEfsJEED6Xb5RQKMJXDqyjKm9Z5cJjDok6eBzqj3QQUcJXg2z0lQhE8BGCLjiY5KMoEdlzxooQVdPgnKFKB9dLB/RAyQrcZbTogV9hH7oXgaIpsK81UgEEKiYMPubQNUZVa1sQmwnJPMV1BYGDdgDDyLjofoAACAASURBVAFZ7lLxUCrxAIxfk1xUGaqssiImcWF3QE9JkixVpk0iqF4BxE8AO5+dhAFkFcCSoOTYWJskrFyvY2OPZvxWFejHtmqc+Vn2LfvlKXJsBnoSe+jt3f3KWpgAx0YcWm4TMqiyTzLEsrNZHkBS9j9gLbMPODmBCsAeXgJ7CYRnIS8uUs3W85BnkqK1Wy978jJBTWblrjTLJklxfWRFP9tKdW0DdPCWfrbUy0jPCjKV0jjfPQHQzxxDOcsYSLpBvwFkcAZQtY0NUgrxfBlbiP3IZ75UPwKQEgRlf635bNIfDwHVLQCwLYoOkhw1CQ98D9uaMxvQljGw70gu5Nom+pmRj8wDdFW39tzI+VWKeqs+OHPQ1SZaESA2WYjPD9MX/UZxFa7TSw9fhmpiq0kdv1WJVuQCNJrAQfVY9k2uS3VlgbwGt6hQI9jjuUXSXfvURQdQSQsdJEFXbV37v2knS8GPTuM76CT6eZZGLz83wJR78Z8J4AJWyHntyDxPgU0R3M2LMTRZpICDwcwmYZAMkXGPnNl+BOp6A7XufXROgp1tS8F6MbZQkAc0nqR5mScmqCYLDJ+nvUMpbfNfK1AyjyRu25JIynnWgbMa/daWCrH9AIHQE1Sg2/MdO5eE1NhQZYiRlr1VhZHnqdT/5Ze/LjDGfdxTJrrCbtDKm/xXcBhdmpu3H2fAs+ltj4zUf2i1nucTe6QyVz8EEE9ADz8PuTpLUgj7EZtJ0MQ5QyegMwRAAfWtimZf3gaAQ/ZY69O2JzAhsFXEgB85w6cqmeerLVG2LaoSj/p5ZOG6IJwywLncAGj0DhTZ7XWIjZTxDfsCAWmSdWRDYqMDHAyFK0n8UjU3OJ8zjLP8y9frriUJJlO9PPYIMZJWu0X3W9Vjccf4QrsMe8gocgZgQhIe4AC0wYzxMQAObSAG8DQ50B7i6P3XqaBCV6QoUb2cZ6biCSAW3+FtKnzZR9z76hMVdDINvHtrhS6JKlcBmBt7CPB3CWCM9OfzzPnQ++uuxQ8oc0Zsy1Z23+ffoWKloj2Ldh+9wDNgr5+UXcNkJ+yOVg4laZCqygLAGftRboWuBUiB5v7DH6I7SBJ8GwBoPedP+Sx2OomxPXdhOsA/SVDbBFiTMUyufEplntT0rSzmSVZiBhX5TRjKMxwm6I9tPAwopd+FsSJjh4UDhhoovK8+hqL3/Lx63NZFyCcJHsQgVmX4KpqooP+AzQiwDjuf66OzpnWDlfFUlNcPXkmg+BeNPeS9g+wJ/D/aAZXlIEvSuFzm/j56dT9zQ3IDrSte5swsS0X+XET+Wgl79Lj3R39EVfGyA+sf5k+MHduDxHZJdShnyeewS3AgyhCV8yOJN/g5jz+oXkZWY38HQHoR0AZ9zFyfBqw5ShUxFbbsJ3uPpl80FYtNuMbGtBqcCnOT40265Jxtsl5bbRi3Gx/gNYBexvYQ3XsccPkm7CSnRznL0RWpnMR2xcPYFHdk3HfRv1SMv3jzfe/975KQ8TI6F3C355x7YmKbXMeQJ+w3SSDsPgmFfABb2YSgqUavRxfnL+yfJrjlDEn+VOaeNhLEhx73fvf7syZelDAiY8Lexpc+XT1BJxby8UMqySO7JFY3Bhl9zDmDN3KQqmH7d2qTYo9OQvHdLZ/T32O+Ly6NiyHP0xe9bD98s8/qGX+c/US1K/vgKH2eqeBnr7M2rTxP/2eA9MEJbOnkuYLsH7w5U8f8FHm6DM3w3au9//l/ud57yHf325M7MhEfiiQSaOvRKTKAytCArdVzIP4CiWrmU8HoFJlfvcuNhRkjeCT5PP9hM6Bn2jKDGtGsNeO8+kD/b3oJH4Zy/qo6hLOxldSJ8zeOgU0ZE4+fYQd5zDnx9/7ecdYCfxO/S2YiwMUf1fkm1bRHKsmw2Ketplw9bvMJLsvnKcBpnByZytPDlrXczswl4D602bl/zoODI+YfOzI6CVp12l2QVE7iePwUYkGHGSNJSZzNJGUJxGp7dx8gC7kXZwzVsdjE9NOFAUiIyH01yQIsLwBvmY3w97Kep+cCgJh/MF/dxy7DRiIH5vp62ElItCemIPDNPuaZW1QR2cGeLMtZ1lWbbO7fEHCv/zX3bXsfdGzjY3x2VfE3eY/3sA1JEOq2ylkZfzRL8M//RRKzfzps722SV46z1iY7knSm7U7ssRXE+f1dqbKxvUiwzPkeXd2kIpLbs79aENHkAMdS+yc6EV+Zs7bJhvlDcQhjxualKOHpW5I7su8vLy8XtkWyFQwyNSOrK759i/21/7j3n/zZW2PNyB/AeZ6phTwrziyWBUAcO77+l8WK+lHdvl6zv+ull79LIYsg7VSHY9u22HMl6KOzuZ+tAizEmdduISxxC+KQDWnWT/FTiFbD/Ct2yphJXphkgsp0Lom9iR6b4pgNIx3xqnWxYlBr7Nt4uIUmrRxe8ZaRGUxy9JZt6daoV5y/c8L5BrZUueIDrmPj9x9uonoAr3AmGujyAnOhAbEmI3gmZWhHO9b1cAZwBAZ+DcZt5lLjbBloc6+5XwP5ayV3r8XvhwJ68x3uNc+afzCe6SE6gsBnWaRdINl7rSpYrrtxRHUMmfgJBrogbgSro50fxibtqGBAA275Y0Cb+eiM1wDZZLzgNK0/BTFm7CsAU6CXioAGcrcAMB9rhWPndlWTISzdQFtDd4DjAWTnb+dCBw0DyEDmFgAuQAQou+J9ZAR1vvN+qdbWQAkY7gLAK7FA5YRI5R4V1vWzNYe59wKRRwJI8hzZECT0cGZcrRDN/RpoXsG5F0NJGSk3IOjz8EH+so+YBgmvOp6VMddq5gEQlw06wHpcBcGNDHNA13EmNeYInkkDuJHlTIYBVoRgMHwPfnCdXXmGsm/WbDtmnj0KcKe6dALpE7Ceamk+Nz3kDK1ORpeBwanUryO4nG33FlSN9i4aIRNQF4hs9seigG7Cwqr0bbP2DJj7D1W762mgZoDKAQBm3bsSgMhkEWatUN68tvvXeZHeULB1QHaCmVsaW6sRKgtkVLfBuuvavokENZj2XktZ24LcmZMcSLtJHtuEDhXmVJBv1jIKEmNZIG1RYi0wfLOvujegzpSaynU0wDM6ZBwf5L5B8zw/+yyS435YipT1aPB2Ka1W0NdZpToaAyrGL4GJfGYqp6pnJus5128gj71WQN25brXtqrYr7TOAEnOcz2EY9NApfbrAuC/1Vak2V6QX/SpF3uhMaSam9w/DJiCHTPJMJrqYrDJrMVmHTYhY+57Dbp7BPmX05qH3pnIiyGGlJ3NUmtwld8wXvfQY4kN7u1I5xvekg2dPN2jJeAjekZgCfsi6kREe4RlgWQDYc2L0RJ0FAjpxIKc6WtlnT1uBqdFgFjZGJZnqzDuXaXVkrmmPV50UMhqtiFr9svJ5q/4m40x9N3IxwFtpdUtNRUAT40pd94oM+KxNk0EAaxOMn4QQrynFtcwVyqhgIYvHo6AHt7rQMxbnCGPeHpQAojUiOMtaKWuPytGp7U9CRnYD43HgE1Qjw50scIwhAxx5P6AwiT+o8am4LBDBvsWOLL2i1LYAHVZ+OTbOPSumNWKsGPdcskokgZL2QjYhQf1vlrj714pLA2lxrjMXBB6g05r56PW6fzJPuaZODgFUK94BigSitA+koEbuTVKzNxnyI7NHKzeRqWa7ug+bJZnnPEhQk8+UEnHRDJ7EIGY1XSOzxUvfSxUAz5D/ALzLIJCKBOiEGSoBOapnPNugmZLmT4fQoFUTMgh+owPyXDibBI7QB2WGyLDJdpY6zAAptFUESHhWKv2olgHolYIbOSUZRVm3fzZBS20mASaqvaEmxrbAEUqv5NBC4qTWnqnedI0a0KaitaAIcwnYLIDQ+2SfkBywlrY6jL0NeMNnGndOwBBAiofvPmaPxt8ChGSeTlPJgp6zZxi9EaGsRj6kX5rMST7TXoZNEKFCl8AmOmvOLalky4wT+dQuWL/PtEitjQiaYIRTzGdwqMhmbaC4gV/GHiqz5cRQ0aIRL4haULw9dKAGNXCJcV59Ern8lk3zCLNJsruRv5NzetnQlzLBhzjtgigmabWXO+McL4QwSgNxJnldZF0EG+wpaH93AkFUraHXlO0plDb44blJ1ccwtPA5QTQqTgKyZe7JyPesoerAQFfpUwngZd44ZwFoeI9gFettFdGq3F1JL3XCcr/qsiZuLdshv6eqv20LqPBs0FPgfhw/5qd7katnbj+makHqSOju0Nn2FJdqPvMf/dKAYPYqlY3IC3h1/MKCDo+lWc5+TIY0ry9fUi2R9eRslrrViiJ+9ll19qBY/ClBSx1skgME/xlz9/0CoEzodD3Iki4lOP2Ecz2qvr/keaWtZA509rEv7EXr3PDMXxMd8fwhULlAz3yHahXkmmBrE4/aG4gse75vconyKcVhqwoS5IZqj+AEY+Dtmj2ZoxsA9QyYYBGBWwAcmTd8VoGVbX/fAUS+NqjgXGELfM/3ZJhBnyPLVi6jewlKMecEQW+uovtyvnD2DJ20bS0E2AsmFujAoWA+MnfRuSRobvxA7MQGBbmv2dcmP9qjDbkkYPQjgdImvJCG8pqArUEtnokWpOxhbBEqE78mgAu9L/4RTn/7r1MlxjFHgCfjcj20N+rS5P++N4Ap5b4Z/5wvyg09G3lNgiFzWoCx1aP6Odo49tuqecK+5vlK58q+tQ0J89X5JfGt5wVJNgmmR9+fUrLRk0N2AQSo7Xw6TytZK3MK+wF7A9m9SGB+5LaV4yTAdV9NO5EtHXvpbfGzOLNXQEq6VSv4pDI2AMffrD2BeunSlhHgyVZ9XNs1z3eWKnyel73CGMpEkjkGABaI5cxjbwB8ALKgyG37QWXu1tm2JynPD70h4+G6twFLypCVlQC0ZcwEiDbJsFSxBQxgTMjQzfW26rqTkxf6/yxUp9KxqXsnibJ+Sh6LwNWcQfb/NpCMrdC+xNFBPfvzHnYWe6h9bavnpepGtkol//W2ZzayRXUVSRucHZxb7HHsZNZBf2rZMA3Mqn9p/4A90KBQBUpmCsBhvodOk6nC3qqAksgD+r6+9EoIwuapvVbK3wBU2B3Z88gqunz0gPs9rTxWwlzP7cwR+hlwdHxCq5QYp0lXnNsAMFwXQAx9ZB9O7BjkXJ0BiwKVsJxb19c3nadWTkff830re9Gh9nPGdmNusYGww05Pz2u7GxAGTJikB4BPEywAfpHZPkf2SO1t9jj20DqIPn+mgsxWC1AhYsNpO9iGAxlW/yk36GF+tir3rvsX0B+WApaF5McTqiSbKGg7ioIYWceyMUQe8UMIDPJsBaWoqoo+NQEF5qcwHUUmAcxwoAHOuT6igJzUnswz3KYKkXm3lzhJPqnaj95HR/D9AYdPQhu5jdOl53aBTRIwTdQoXfndTZOT0F0X5wFHI9sEhqls476ck7ShmSQ19hdzyhxAowsls6AAyYQm8pydnllxhI+Us8HESAE3VB2yD/0660wQe1r6OFaTJbBxmQeA8Zpb2RP1y9POBnvma4BrXhcXF5VrAS58KWwHzlNAFf3Ct5fnGQ/V9KHDx7ZvUUEqUAOs1f/K6927oAQADqH3BUgzuAsAfNrff821mNdpYXT59ryVej/yXMg7QDDrOX27sZ+/5twFIEL4iDuxhvolJh+x3jBt1H6mL2zUPjIKoHCaCsbnx8xD5A1GGezHq6voj/b+TdJiZBxKcVqYce62l3bkFhuQKkD2NFXZ56mI3gtAWft9AXC1R6Kf7R2KzgjQ2t7w6amZPWWPdumf0Xmcg0/Zt1cfaSkRX+zAhFhooJEpbJY3hwLAriGgD7FB9o897Y1hYasKuLMf8OmQG0AyfIYyjbV3c071nLf3+GT0pAQYiQw2XNvEPnptJnGhsYZU1kdu759s/fEMQBKd/eboYe9P//2/ke8jhySsMqzFigDr1RP+EskFMBmFBpvE0Oznd++TCBCw6sP/bQ/bw9DiIgfYEJyBe5EPosdtaZeYBxSvAsD4gj/2/pDetm/2Y8M3YcLqTF738cXRKYLgJihjc5MshQ03hx++/susG+cLcYrzM3xK4oSwOmUeWk2ak5pqZpJ68CPydZJWrkIH/e7ns8wz/VCjf0JjfvOJyuj4IamC5IzAb7WYS7uRhCqAMc619++TRNnoQuQpvV2JFVJ9jm/5Av8rewjZpNqSffz0fL/3+78RGyvj+pa9w/xw9nF24yfyOg74yovWFPho7Ofra3qWyyiEvAM+UfHJ/iDxEr3NHMEmRA/o++zlAqqZyrdUw+c5iP9wL5OrODjpax47KD4OL/Yba8Z8AgY1mlOgnX1Ewp4MNySDMX+EBKWyDUiYdb++4huZd87BnG//4p/f7v3VX0cvZG2hIH4RmQBgP0o1LfoIwJ4WD4I2nPW3Pbe/Zd8gH+gd9AuMCewpE8/1ywvAM+hmK5LAB1UycvMcUB72nvh1kRG+x55F4eHXlbUmD4rfBIjORa5TWcqZQpX1U2Tuv/5vkuhHvCEy9Rx54TwvCFZ/Uwryw8gGtOItbomOw74eucV/wJaDhpoX68MepvWL7EfMjwwpXz7nHIvMnaa3MBOOWUKPc3RvE6kjR28C4nYvRn44U7GtbdkTvznjuE7/amOGxp7KwhRZLW1+K9L1NSfu0eTxxhmsRMXmY56xcwCAuQc+CzY9z3YaH5KwCeFa5B9/bVqYIQ9lGMr1ODs4U1nDMgjlmsck2eb+g7V03+X5ymoRvSWYGNA++76t7IiHZq+UXWcffyN6csWnP6eS/ib78h//kz/snV78PnNPzDnyUMAoCVvpa46McJ2y8GDPhlb9IXpV/woKduwcmajYe8g3wmxsZqipTbrgPGPPTMIa+4m93yRhYhipyP6SJP/f/f73XWf2Fmc+w5m4Cn3MX7+8z5n4eu8/+DvRM+RVCuPUlrD13tiunD/44Vb4T4tRiwf8DjpESMS4jvvVGL92MTahSZzIuHvYGN8kv5TaeQermHgt8mQrjj5Orq++a3iWOFmLNJRL/HnGLqajL2gBlZ/tnxWT38VLy2S5EgLmc/UrigVYGNfayNruXJPEOSmjp/Bm9L5tR1aCMolimzmzWO6nX67vf1TZERRpYGEttM+3CQJvBryiwr/t/9vP9qG2AHCNHd50Z21eDR/ioDYjg8DLr3vudukWVjFB6MnI4Hdzufm7wR9iGJvb6eTs3tbJtnrNazimAW4HHCm4kt9tKFAX0jnAtd+10nP6YtX5jjLfBZoLXuWm0trwwrA2aG318Px+ZY/VGTf7pX3/+l0yXKSAnpeO83oGAol5rqk2cg3W9fI5M/sFBXEsJjuSZ6mRD9ic70ygyXkXlLXKdrtuNsVWAGec3m+7rjOuqQgfEGjWU/lA+bI+ZrHN/Mx6zDN0xpDLbqZttviAf0s86ojyLLuy0BGtDTnXK+i9FMRD+z8SmGD+eACrdwcwY1sxTiv6trIywOBLqPfW1Mzz787DZq04aGr4RAFDobCClu1hVAeXALLO31SNCTYNkMO9J/PD/rIDTrTirzRLOIEzG95ZMFkDifUaamCcWA7wUZJSTG2rM2e1h2Z9QwlX5U8GuKCU62kFrgEG7yUNqAHGec3+bdUFe6+HmUacemeuhxK1KrhVUQn8NxMqfwBRdp+dRIRXUAQTHKTahiz9yIEV/TMH6+mxY3uQmHnl4Sz1tPPBfQ0Odr9ljNPz2MoJqZN3KdZHPpxs93FjbUsoyNKVFjJzQ3COA650vjh/fMdAcCuP+R36L2/38GBOlnx1nTLlgiHbvrrcFp0w2f6lD+fAJWBZGXNTtqcZz8shCnjbjEzkTmNyzfwm88jDcZv9pvXoHjewZQ9G9YP9Og0AG5BAR7v3mfMt5beVQeZCTc8F9iPGU2mRG/CX/YDrt6KTYBgHZy7aythcD31U2otciGSBoelWn9lT0Hv7B1Buvs9cFaBfLxxJMtjQrwR2rAaQ3osxDTX/rB3r3ASaJbDIOYHqBlkKaJOVZoLDOGJcq5ULpWUSrN096NV5BoQEA5SZSUSZgGqdovbXFaBxJsluNjjBdXg+qysEHZFdgP9S/LXKVz1acHIBnVQ8NOhMICj7qUkWBIJzebIGuVOpv5sJWkmoYWtGuLR3Vu8v+Wo1fYdQ0HqC1nzPhAz7aWmU2fccpoPp2WNFhFV6fBZ5NOCPkUPAnOoAhbJ6mWcyfLnmzLksRVnG24BbHCp7wGFgW41V5oDsl56BGG11VgmySBO+sTUIaOA0FUhjDxN4RncR0nYcyizrI137MJLYK4SMfZxXsr3JrIyTt/YdS28PXWUSvce5IMBtRVt1fc4PzoAJ0gZWynee2l+F33OWEbiZanwCokOdDvD89t252a9kUSDrrXLe9l7EeCdYY7WuhjLjJZiI48JaSelO1eyah3VmMQ8EvXlhgAKMMYeTdNA+T9go+qRd268J0O3TTytyRQYwwQ2NWvu3TZWia6wdRxa95x52jA6PNoHZ82SNS0lqpRAO7lECAu1n2vPAe+jEaDVT2Q3QZ8anvYkJSOCYmfVqgoz7yZ97pcgOSUEGFFkdMlCZJzLZEyxPfyuCc56V2TtZD3v5bfe25wBZ2fQdshKsfWBbYUEiwpuC2TjSd/R0bC8fMo8J/trfkvtXlyQI1erHVkotYJB90eAuiSNWGklpTtIHlWBWmPHoACll2sg11Y8mmnUfsnwRFvbTevies12vAhVWUAAI1i7tOSWzhr1ccbKoXJZOXUDFva0eNemRuUAfEMjGFrWSQYeuCWnZn+xRQAnWmEp65rs2MkvU61DB4jrR1/1LgrxT+YgsN4GH8wb7gj3WILr6lLnmZWsD18lsWnoEWoFHYJr15KxgDgmWGZihL2AAitWTiixwghiTgIasmQSqjdHzpAmdsr4MhfRReuhREcVHpYqTfr+JpnmzTAAECBv49ywZm7mUo+0nayIAiRr03SPght6EkuvbM2uLbea8T+JaKfMAhel9m4AS4EDlvHaSy87noVucF2Ae9yazG9uD75QCtb6DTvl+xsN8t+9rAw4AL85v/ZWVsNLk2awFdHa07gZMJdB8HXDPPEnPuk2yH2uHI53AQqliC9WaxHSWHqDYus+ZGwLn4xc12QYGkTwQwSJkiPfKeLCqX78TgM3YqYBmfgl6NECQ4FETUwNKDQXwcaqxKn+ZI6jlHp/YTxiA2uEw/JweEzCVLl8aPc5ZmTmQac7l0qf2WDR5kWdsEkSBE890bQOvOzbg+CH87qd+Ht1slTSVVEwZQ0ZenppYRqX+YypOqGbnHAX0or8k4EDWMjNYwIJA/pux55bfA9BW+5nqhuwB9lvBYnUD581USFqt7L4xjsAcAVrRl05qYVmc2HsmXqlbPQPHjjQIRwDcpMep1lR/axe0YjGBSKoOOZenpyCAG0G2sRO4RivxszyAGFTzouuwgdCz3VuRvw8fBH5Mfpg+7sofuqi9RbOSnPNUPdTuW36PAF964gaom7PDxFyTFKqv8+e8FKLuoo+frspKwfNzZsmoY3J8ExejI6S45UyVRp2xchYCIAhM6UM0iSOBau0m7PsAAkmmgFZ+N27indn7rKc2mIlRU807jDkyy1RyswmxJ6gKpzq3CTwZJ/oIvdNAYe1GA14kbGFD8MCV55XsbvWI1LvooEny1BdZ53OuW1AzMvQEJWFyMQAotpV8ANvoaZgIpE7Vnsp3EphE57GWAGiMT3Ydq1en9+jQ2kKheXwMWwnyInDGdUgaa4Ji9yr+l21rCqyR7JV91uprkg+zMbjHltlq10aHAl4QjntOIgV2B/bCMh/77A1O5jPoEfpq86r9kL0HcE2AfsBmxqh9hszhfwmsckaaQIC/aBIq88xcHR6cuH/pD9jA6tgy2AhU6FE1SHBYqndetMyheoqqPXtBm5zbxKb27UUR6PeyJ0rD2fYJxIgCuiWAz3pXVmFqydoCtm9Y8SKjMAmQ4AGQR2ItVdecVcjwxKRIKqv+ZA5DSzk9XE3YwaemoAGZhjI+lNNdF6hnSYSw6mlAKZ4LGyOn8CbB1kB1KoMDYH0L0GyCixVN7tVhSTM5HRAXGT/NXh7afvb8Q/rgNuEUmyTPi27j8+/CiNBTjQrgAK3oF+yXafeg3WYsiNdlgCboRU3ONfmTPXNAgl3sA/bL51RxASphj6ArkEsptrUJSD7EXhowEdC3zHDN+WF9jBHwWcA9znkTc3hW/eGeU5GvB+jssbXri3g/EgBev8GWmZjgtk0B+954jH7MU6iaAYXbO5qexUmow5awGvs4cxIbIjql50XmGv8MwHhiGAAn2FMWlsQOuSJmDI06tPyLFTF7gEqxSaRi/ekFynehRHaeON9oh2WlfF+5DvS091k7dDfzwlhIzil9enTgi5dJusmm+t6Ense9v/2nl0nITBVkEnRfZE+UIakmin72QZ4RwJ38BUCaj78EuC3jCYwA9r4+S3XwSQArZFMmOylesfXZD/vobvZPdFrP0NhuX1N1STUu+i25CgJ/2Er5H2vD3sNeANS9Dlj14ieShGOHXC52qMhEkwVJemt/cBLtonOiO6CZBgAmKR9fERsStiZs5LZ4iT13kZ7kBX+Q0zzn7TXxk+h8EhLTjxYaeVnfbKnw+lUYFQKcfW3RkZXn9MdF10JXz+dLX5u1+5izt3q8dhC+YJhnAlBzvDIvw/JmmwptgPPMoQnjFmQMKFP7uZKS1VwJUMhse4wD2FHNnbMDoJ492aTS/If9ia2MjcAcPWUd2Asvcy9ippxjZcOI7dtkMeyfFYu5yfOyfe6SnId+Qs7pU1wbjIQYRA9fithJqvBfppr6PgD0X/6vX/b+9S9JvInsoriR0USh+gAksPClpya9yzbAeQDgzVkA4H5zc9XEOnzdVRvVJ29MphX5+q97L0wwAWD/KdTTJLkZ78yvoxNsc4StEbspvVKLG+QPPjFrW8YDqNmz346oZP/2Ze+//K/eiz1k1PMXsgAAIABJREFUrR4opEjlKfPSJNXYlV9u0gs89PdQ/Pc+GUd/v/wwzmj2OokS6mXis8ZgSbZ5+w62G1o+muwzr56TOWO+UG3M+Q9Qi85KxfxQSCMvr7JmfLZ2ekHhoY/XZrLnMS3JbAtS6mhkJhsXvxtzgERDfgmLCPTjsCSgv3km9DP2LvYT54dVmXuy0mCPrBhW2V7R62+37T02D5N/QCeOXcU8QPZCuxn24MQcYDY4OiZeQMALOwtdaFVy/UneK9td9mse6D578lXk9B/8w3+5dxIAmMSmshZl7xZbQMLKXre1uWHmmsRsWMxYF84OWwXxLDJWlaE08kO8hHGVnSayiY3CmcjzI0swFlyE9QPf9TlJGDJYQDVNbAXfw+tyH/ppl6afGESm6iRJT3/r300C8wVMp9t4/k3kSdYQWdOIt0KpzfPC6MJ+YM1Y69og7NvGfPVVmCvslNoE2FxN/jYJv/5IPiQzkXuVP/Wzu478jFx6TtUdXK0rkSF0MiI1+N9L/JYVB+4ZTNJeYw7r2vWdSO7jO1tMpffBR8042iKLrTtj2cSA1X+0cWPv1UbNXFrgpU82+36wwLbAA0fjV41HOB/FA6+/6uYPHSz/3gXj+AI3cRK2ojsg364wz78LcK7X0CwPtcq8jxFKAL8g2EqH1DEx2Dnl0Bs6isErOj4d0uV/9ZI60oI5UunqgHTdltMl+v5rAHiA3U0vzAaV/98B4N1n4t+7PY11RMxW0PldAffl/MsRrpNvAMcH4nNWPRkME4zS4e8CtjJBwew9u9hbAJjeFvOSGtdFKpi1AqgK+aom7HxsAWDi6W1Gvsai864g7c7vbwHgzVygI5eM2Eva5x8Qc4SQTdZxrSDR9NSTxs1X5yw3nTnpEcYhWqeYw2E7L1Sa9cAkc3DRfHajczijjPPd6VXkswgAt18GlVq9ZkNqpcPnOyqHZQznb+QTBbALsPf3WWcoXkdZuC7bwMc4h63yIAiHckEBdB0x9gza8OIwHyBQR3wbZC/lbAwRg4aRjXWPmdOCTs2Q2cr0AFTOtXOxoX+uTLofNJystuw4qiwFnhlb6Yl7qAHkub8MCm+DO66aBypXQcmU6rn0UFPl6EEDeIBeYMYLVK3XOKNWcgqIqmj5HoLIeD2IoTkosFUAGNANh4v9gGfDB02GaIVmA29mvvi8AwCzAayYpPehAKl6YftsyhuyNDTUmwHzDwz35UCNsdkDcilZttPQATc3FbB2gbE8SrPsuldcnwZh1jqxHsiXjGbSYQDAAEyb0IEjpoOO82HlqEH+UnoUiFDOO9SlOKxIkI5SE1m5aEXCoPDcuWPaBve4hoFbHHETZgo8r0C5wAuH0QSolyw2KOthKfCO4HVE1c3Si8RhL1BHZr/BUqu1XYvJwuTgRsRZLxN2lEHmcBKR2icYWnH2WtahfS1IrKCCDoA8Y27gpYEp+yiWspzDlkDKOtsI/DcAzPmSiaASD3CBAEuzUAEPe5hbQdYKCYAcNAn7Zh34jL+VC9nryDu98UoBV924TbQaqsgJAlSnNZufjFzXEYOqAc3oq4MYn7yGqrYzGmFBF3hdA3uTMEEWdfUpWfJ5n7UlsxwhgQL6ucagFQtWecb4RO6rJzh7rN7jhaooLR4GX6mv44R1vwpmEHggEI8E0CuReTSwNjoV+ioSi7YAMI6Z4JtGNAG56UfIV81uZ58STJCGWLkwILs95zwrWONWZWWwGPfo/GZptq8yxhW0jDg53WDVyzwXgFVpPLuHpZFEXO8zPpxGwJMa+qgknPCeH9oaOF84tsMUggy0d3fOptqPZPUSLIxxLWBsYphsCPYaIXAHADXUrlaCR45XJeSXVDJ1L7fyOhnCASYYN86XFNPuCYJ2OELod+aSZyQQjFPOi7nDAQSYsTpbSkmTClzjViTkb7Iq1aLqQp4JIAd7gmvzDNN7mN6/0NjJRgHNKAAUCQMY4yS5uG8JQhwEMMRBo++TjodrN+A12cpzZrMPbxLwYo/xenqmesNe6xjh9BIru0nlQoAXnWTvKfYwYSWB7UmW8DnJcH5dh5rna5VqW20IojWhgoQSvps9PL0BvQaOL7TECTxAX5j53QB+yAyBcg6B3PhwUWoiu6UpHD0aOeOZoMhqhfOyb9CTE7zl5vQl/nKnnJN5/JIK000A13WmIgzZAdxon8YsKyPnOpyfALHIAfscvdE+oRkbc0z1KywLX1Y/29LV1jaXcpz1I+mhOoVqzegDK4sEgsngrhyuKi3G0/vmTftQWp1HEKjrvKiJCbKxBwvC9Dc5o6EFRY8kWMjnjxMkYg81WzxOOIknViwlEIzThY3RyhedPB3N0LByLfoTQrkKSJUxVy/AJNKkI2WttkJtcvcKz1Cd1+CvDmRpy7IOTWKi5xSAGDb5ChAA8gACPiWgxJ69CK2i56zPhDxVLvNrAkSsKdni/Iy+vKNPbEHUVHcwZ5zjkakGMQrMq195Xu5Tmsvcc1eW24Ob9gu5NnJGQJ3gevdf1oD7AnDqAToeziOeSSAHh9PxNvDA+Yb+33EArhO8Zi6HwYWAKfNdkHK1qOGZGTPr9RTga0BbgzgEE1ffNTLNCS63qkNGivML5kTHXeAjDAWpYqq+ztoxnU2UiBw2AaCYfQLy6dlGcgPzx+9KbZoPH5bGVUp/35d+nHOGgHJppzPfd8nG12+x9xTfwde5T4VkAyzRwUfpZQVADrh8m2BJdlYCpgnwteLVM5oKacC+9lzHtqTPa1kspOXUbmL+BcWw66Vp1hYjsNG+o5EFgkvY3VYS2tKl+yv6hgo/ztQChKSJN26vXUyg/TyBa15jH7yMvgbw5Uykr1cBr2ULAsoa5Aod5JVn3GGCTSaCaHObkKSNTNCuSVd9z0RCQSb9Kd4HvMaHAaA7TtCHKih64qESkA99Fexzv8eeMlBDJT39xAUxeA/9qL2B7YrcGtCTtl+aQYAAzu3uCWzarCMBrfHDOesJ/PKMVAhxHWnkCISjy6yMBODkNf1r9Tm0PbBZ0EmltC34SbLf2CLqiyZ7Ze0KrOdhBVYBG6ApRSNBiRdKUWQg71uZTxDRJJfRYQI6gkRj1w8AjKRwFgLutpqOyvw8U+OZBeqpOGDRADQJIgcAJSaQuYLBiwrLoRBHBw5lXKvulu4ZX7ctLnIWPEYWGacVk6+kZl0+NnuAmAaCcpN9yF5mrLtsQ/rIJpWjS0+gJCbmgNFU1Y1d5785v/QlqGh4zN40iaqMQrX7ExCuv4AdL1hBbzfm80f23ik9USu70MN+bgWQfgZ0ufSAx+agwh89I4ikXY8O0k+8zB5hv7LfGCd2Zvd0faSt3zL9drmHPr1nE3KA3Ya9TqXyBBAJgJrEt207MudmK2Kwy6B+Zk8TNdiwP2ATEyC2Ao1qtPv7gJCRQc5O9Ma3gGzINQFbno1gNrTSjKMJFPUBUrUX4I21K/NIzkTO8xfp/Xl2QZUq1NqAIwbSSrmcqlzAGipcL9++qw3HXmFthoVIyvDIPv79SugESG3FHBSe9SnxI94YSF89l7kHVbbIKrYoZ7v9TbXboBLm1cBrR5Sgcs40q3dCPZkKKWXjVd6XHhf/ijgC9z1Kj1DBOdkNJuFJSnj8em097BCuWVCEBF6Csrkl1fW8rq+uNzqVn//whw/V/VAXe1312qdPHyprxgsGgHneext9zFwxN1e51tnZeRM/6LGNT9LvI1kroPw2QBuJNvgVVusgV6+yb0wWxP8pgNmkXpkBm+wAu8KKhVSvrgR96Lfpa8rcYgPZuiw6Js9/dX1N+n51Offovmxi7paJhYpg/b5J6gioGPslpWM9F0wSIT4go0xZUZZ+VL/oJ0H5jCy8ffu+5xRVZ7SR4NpU6I6tgM8Ga4i9U/WtSXg4CS01uvfuVsYU9DoJHxalpKdwQM8JO2NHQB+LLjgK17B2vQbZhw/0ou1W7vXxlwCASwdO8mBAJXREac8fQ5EcIDKpg3uvI6d/8ieXsTsCxMaX2n8N7XpsGBAcwEHo6TG8897R2XMqfAMS5RGQpwdA/twPOxw77TLgYPOJ8kJca2bl76tcF11wmHOZnp1N4MMvSDIalcv/8l9dVb5e7mfvUEGevQ6AKniOfUfghwp09oE+6vElrQsDrGsw6eexbrQIit67zT7Clj1JwoQJWtE9jV9RfZu9SwyyRobzhf3BNV4ElCOpDtAJ243kvaG3w1d8SA9qAGAY1qjkfZ0xvwUE0wTtq3KVfdvqXNjP8uKsPkt1+Yv2jM5++0UmhH6+/9/Ibvx25oDzRxB4hfUrvxN7Z1/jy7PPW+0WgeWsJYmqhTOtVh6GQ+IZw9wGIGsBBaUZ+Ob4MOgI/K+OYQWMAIc7qnzmLiA98R78nvNzzzmYZItHZByt1s8HQ1Cx95f/W/bAXWySVO5OAt1mYiK770Kxji93D1MVbZkat9jf+/jR5CYA4ptciPlEZ6I/WVeeucwxxNFzrzK8pa0JZzMU8NBqtydu/I7aHJkvzkaSPki+odULZwv3+5JzpklbbT/B6GDkSvwoSYJ/8Rdv2/6LKnoKXqjiLEhH8mf8yces/3H6XEODPvpNG8OkIZKRWpm/sAls75vQJ9uSKgwJkRWSWvDX+N0KcWe9YC7L+j3j4QrmsU+wz0hEJmaBQm6UDKrijIu1LvPEkiP8rRYM4UMue8kWEvjbrDjU9+gePkPPepIg2NvavMjU+LOc+T2Hl78H9b5nlvbjnIE8T7fe+txmrfNREilkBLLlVAsUAtzO2QJrykHotpvI8HXb/rBJMTUtZaSgzcyb6Mv9fPYf/MOrJIqEueA5dnX0Px+sLRydiz7gP54Be4/wufEhEnHp0b2fMybV9DttMBk85+/N7VX1zvn5ZfcZY2iP9JxF2HesF8+AzMD2x3q2b3Ten9YYnN9tRxHdfLTO+xa6Zb7uU+29v/+w9x//2dlebrGhtr5N8lhbOsWWGZuiLZuyf0l4Iw6BLKHT6sdn6vEV0P0Th+Y5x6VtAVbWXtBWvWgLOldGvGOb+F+ffsmIyUQqMt5jSYdFsUUH0RG1sSIbxSzKcClA3q9WH8nuUn26ib+vcVA5jRmDvsgfvsd4ZBLo6Argk6zMq3oGRcOqtiDNZ+D7jm1JW+1kVde/AQCPQO7yXc/Fvdi/WVHr7w3s7FYEDwA8vXF3Pzf32aXWnUxafrepvN0BSHl/w4/NJBbgUKE7Nqnq5vUrAHu92azTGlQLoCSIbCzd8YPgd3W06DaG56rg3V2kued81x44Zi3ugnEGcDZ30EHOuAs2RXBtuG6AYu63HdEaF0q9AW8DFijsub8HnYtZp3knYONc8l0FQSNuATwjGfkMCUIGdbxHD8015vke15KOYAXxdk5xFAgH5HwGg+y3dNkG6beg2gBtY/R1ODxHPld6ZdYDAI/g0KoA3gLJ3guwx+u4yZ0Hn6VVgn1e+0w2+AJAxYHVuVg7hAOwQUF32yEUXZmvKoaCOT4vDrlzPs9ptn2rh/IiQ5YghfNn1sm86mCSmZrfDXVzaf8A8xr8WpUoDVR6HV5VzDsVtwKWKoY+P4HMte4zNw2aL2d57j/AFnJgdjXjNvg71KmOG0Ex2FMK8mVIMf+9btfH6nQDNPYtQBwZi/PunmJeBuDGQWXDFozDQQLcWvQNBpKt+qr6qmJizq2UaMUZRgxzs4TMMWuE2bvNNWpwksFknFMxzz4rqNM5NrNzfj/AFO+zHoJOnAQa08qsukU1Oi8TEWYvjAxzoCJjr6BMrX6ymhRqagMIfn/A2TpZS99McIH7j8xVBjD2p0Kwsu41PNAMXHM9K5cIwmGMmBQwVdyjExqsLX3x1EwasOP7kzBBQKAOTV7M4fTNJXg0NOI4kRh4Uy1rlS26LA70kmu+X4e2B9D2gCOIbdYkgTaCUgSgycCePqxU3gAIasAic81oL12ulcJ8WXCN4LzGXRNaCAxAvZ1THh2GsWGgUwe5erfVJMgfveA0CEN/UaeaPQ/Yy9pT/WAlr5XBjAMK6skIs6qE6gLXg2GNSuHAHzp+ABQMn4K5I78ZE/qq2eI9c5T5OtEteRo6Z+SmOyFZoNPDAuojM+AAHE2YUfdPAI/xlMJn6aIB0SdILNWhgHATQ6JToLIZXd/+qFnv7hn0af6U6rtOlk7+ZJrXySgAU6nsujK3PWvKGOHYKvfIb8ZKUGYA4FK7VJUCki82hJXxq26HqlHACWPUsVCFK4UoLw01K4fdO2a2IlNNDFpGV+lsVuDbh9VxPtzHSJ5Ahfdsti9B3Mg5l2zmNnRqcYyYW4ISyPpDKjZYVgI+GmyCKfYAJEhWZShQkH8yzyi6rzH06X/aZCf2Wu5lEDa/i0PYHjEY1DFIyZLuh5jm6joqTAGj+kYTxHifCobOR97GGTRgw0cEGq1IWtmIuS/jI2hU2rsY8NDGDUUhe0jdZ49rHOEGm3J4IqfIUMEIgkBrDxDY5UVfKRd8VUP0bJc1RL2UPj1JYmA/UGW3mxjY3y+jfM4Fnvs6QefRwMXDcj2ysQkkscb0hKTnFUAH+54AeTFP5pOgaANy7CSBuVZ6D811zT3AASs8x7DnEdBXQy1KIJT5mKpP5hKZOkygnosSJC312NoT9sJJwGdRXI6NTyYx+2mq2FhRAtk13XKd6iVswoKhjJkAEwGygPun6C3tJM46qZihJJTqGSeyiTRlGpAqCZC8QbI8J+euVYz2JzVYZ3AbwLEJIpztk8BVZ0EKPuaBALIBOc+aZj+TRJX/CGhi31BRzNnDWYK+KP1y7jN9k8nmZh0GZJfaEr2ivkHemv1KEkZpkGgboJPMfdlfOJroMHTrHRSv+W77ubdSWR3QfvBlSekmWLaxAOb2PNdZavV9dAPj4DrtAYotShCo9o82URMKy7zIHBEYMimCYHSpr2Oz7B8GzE3wnUoCM6OtnHoTZ5f54R5UEXBNqpjYe9qB+gqlrKZfV/uDmghniwITEco00Io0zhR02KJarwBpt7WXZfRoaTKztgBXXgtwiWq+yAVU993k+hfqbGjZPP/RVTjugCRc9zagMnt4KoRL6Ya8stYrm5rPkeQCiHGTAEJ1Gt/OxU9S7dMkglaNU7lq8F1bnOQG9BfnnLLFPm+lbBMiCODS25u+gOhfqqIMBEKheRC6vPoXtbnIoKcSzGpBKsHQzzcBFOiNKPMR+oN1yZkOuEjAJXNwkuo/7B7AZxIOCqyVdh42BM/pW3r6NfiO38H+oo1GdHb07VCT64wjt9KI6V/Zb3MqTAla6DvJlNI+1yTtQAudv9tPOmMcv4brA6YKOOmTYLcQUBwb1TW0n7c0fvQ2c4z8DgpEexkLVlLJJ6ASmrb0CkNnE9hHpwI4oMvRJ8gf5xcV+N3TMIhsWIpkhzApjmdIgC4gD2Ak1bmfP19VZ9qjXZCSV6nrGzxK0gbJPejgJBmgZ6aFxtjosgmg2wXECbIIgo1eoXLTChn0Ts/HyBf6kYDgJPyRbKHfbXUgOgLdSPBr+vlSTcBc0aOTPqQkLbQdTfZ7k2vyO8As+9FiK0kbiaAzv8iszBlW1jIeqiiRB5JTmPcC0nkBRiEpTWRdvhDva7uZSLIbS/n0MQHf0lgBzjK/tI/QDuD6+OjYSYC3LA9zOdR22NCoiP7cu7PHAxJi22E0UBHWRDdszCTRFJgwQZSEEsBgknEIhg4AjP4HiAYY/AylasZLJQbyOe2wOIvsuWsSDtcjYWmSxRn7phop98auZ7+hq25CSYzOgCJaunoqCdn/AUrzbMqdVW/s1wLlqWgFLLRPq3TzpY7OddE9twUg3dO1ITPYSGXew2awX13nINXBrGN7G+aMMYEUOWUOSaSUEagv3uM8ZS/XXjJwfRfqw6lEfxPqfPQy/Y4RlqlMNtlVu669gCNX2GTTL7qXRzcFjOV7DcBm/FRPok+wy0iiJMCtXTRJ3jKvsF+pMqVaGt3Ki2vxPDKPJHCeBJfaZ00k4CwUBLCXORW60uCSlID8Y29wBvPCnrBvM76oMog9D9gD2wu/47usGQf8lyTWlHoW0DLvc9bzXOgWngvZR07Gn2L9bblASw9YXZyrq4/Ya/brZo8L/CdBgR7z9N4uIIWtI1142wmREOqo9b25Yy4nbaXjnw5AJJlZ8f5YanHOWQBbZFAWDe1GqMP5mz0ChfhZ5AY9+ByZ77PHfyHxgs+YYEZFOi01eGr8m8xBNivJAtjd79697734belKM0CAfSqs8Fn0RZLME3piKy4FVRh/91ztW+nJYRCxp7KFGSQtM7FNnqlc5bspAYTy2RiX5wR/2sc48/fzu8ueD9gKzCEyjI9M5SrBNM4ZdNrEsdh9nF34DDwvACvrhG15+/l6nVUm1iBP+sVW27M4Fk+YUMhzT/zjJPPaSuv0X314pCo9va9JqGkrKeQB+4REOBO1WFPsjLPIOkUe6P5JuKo91bOYext7db7QG4DfXd2oBHQPmuFu79/+t97tvQtFae29gGTfv0XmAkDdZyzsK+03bMWAt28zolQgUzUJVTTPJrCTiuMkNVZ/MYeaqspSHuMRamra2cSmPm2rG7IR+Ez0SmTzl1BlP8d/gpUEuwagClFpovGy1dsPOn4V1fz4EUfnMiOVgTDyRMUnS0dF+d1nmF3YdyTMEpPQd09PyO6DB4qN8GVpF9PBkoD+Zu84n2Oer65Cv5zrsd+OU0ndxBrscto6BICG2vk+fi6fNcGvQp974JQbt3qMLiAZSt/0ZXv/8rqrbWwP9VKrd36XLwNY1LPR/rjv3oXhYJn1tSnzfduKWAzRKea++TchVa5bWztrztmsKqCgBL3DHss1Go+NpLfAgXiCMRvOloP0YIaJfhL+64+0opoYUeICAOOJexbQy14F8D9MQgrPcXu9t/fP/tlNwN/YYLnx83f2Nrpf2/PzDWAdFNnoHM5y23FxnnQfrfiY9vSPvU8fr3svxsVZTgJjk/ISm4AZ7OTkInoPHfGcz5ogi7y3TRbHX56dvUsMm31x9em6gLB7g3gNrR/CehH/mvVlDuis9Od/flxwij1CggDxCgB/E4igbI6+zfx3zSsV+hhdD2I2yBfzRRFH/oNJzNiLlPjn0UnMO4nl/M1YfeGjYAvzz5XwnO/j42Dvs7eq/woAGp+2PzH+qLFbEhQBn6nKn+uS2FTfOvuMGNXz91ASv7XX/X3AbJIdkGt0u5vSQHxp+lOp2tgN7bjy/Ye0aTJBWh/lOPuVxEqeF7XStitr3098Hv92Wmdpz7NHeHDORKn7+Te9q439+PL7OfvLHgNzQOJlGeL/8I+SGAirX/TlHXZ84/Ukp+pv4Ee15VBt8oDEAf9J0OJ5jwKkl/ltsfXgC05imH2C8atkKsGm8ky0ZaN0zbbrw0aFhcF4uXu+SXhljrL94SSOrqWN+0GRxP3eH/3Ng72//e+F1enU0oS2QMt3AICx57HjiUszXua4CRoBymV7wiexXRz6dnAa5mpitoyFacbklbFmYV+5HHEHfLGJxReraXX7QoeR2JVQNMkmTTSmAKbFR8bmm0O69E/dc0R2xVRleHEdd7FFGONIaoESn1f7aGecPBdFBYPP4v+24r0X3e6PqunfvLc7Dn7PbSceuKkAXl+rcfvrlyMfAHg2zBgKLO4YU70vh2kMjf+vCuGCLmukA1AMgPz/BwD7bCs4NlZix7fREBXE3ZdVVVbHGgjZVsDytQaBlmLSiNLw8jV/bxdq7rUBpQvsTpac35oy9d2hcB+ry1BEOKI6+FNZOWNuUPe3q8ChjOOxFPYIHt8v5QpOYzeDwkAwB+FoAGtdjqVtsHsHOBc4ABgxMN9DYX1+Z3qXYe9hYZWe89JA2Tosa4Q06C9osHmeNb8NoNXh4TsYGygG5Y2xD2DuM23XagDjobfl56dFF8zGnf6eI9gYEgDABHig4Oz48nwYpdXJrGqdXjOFamQQ0IwNwzMQABoAk89a+cXEuIG57oCuE9w24D/AnMoEZaPxZ1XhAFEbpZF7lkoc55+K1lam9TYGUSeI3zW1omfkibWULnWAILOkf31YbnRMx0EwosBu5VNjgnkp9cGOvBnUUKakD9iRq3LNq7gmYQAnQ7pFjSaCDP19K+UEMVFC7TvI2lOhC+haEMqAzFCSj0xt+mjVAJPebPo3zFCthJrMPqsK+cwwCvC8QwvsHvfgdh2sUBLYWofqRocQHOUZR48wO7vyvKVfRNAwCliHGmcYx03s0NjkX+iC2Uv19dce673zf+15ndckJow+tbeUVdgNzBOoxazv/vJAHWAZA4LnMyPftd72lfTZCzS1emJRlKxrzmM363NRUjR40gNvSwE6BxWG6gDQBQ6iP+ytNVXUGhmjb9ubl+BTDx9lg+lFvgtyNbGBynwr5Kx8WTLHPIrrN6hVWqEY6AQJuO7DDgBsZT8OpAeloDiZUgHACIzntMdYxSGfM2J6ngBg17AnCBuDhvHoSGvcmRRhooP9sTQecdoJgll9st1EU+EyNKS7IG0pd2sYqU+YC9RlqwYBUru+vlc5KgBixho6rJm6MWKtmLaCuwlOprL1WfdjfNXwye9m3UjeeKBaHNA+Bnsr3Oj9g1ztyNIYp4BYBFPHIN2wNaykC8ZmJZpOOHMF6ASwx73MuhUQ5xrIegOvq79fK8WyflR25OkbYONc2FCCYfySZBInCromtDXB/+rx37wKEmW9J5uWQBv6N/Z494lBec8lq4oWteoK5I0xqowKfDJWxjzU6fxcOnISRJjqGOYFq/JfDUaCpmUVUPasUubZ+bD9FnUMDLLVCMbwbDBsUTFmndvnkD4/pbyR0lEWAfc/jgTnO/SISeisDhhZ8fwSAB6biiCTCRCwBKSqZyXs4CwwPirBocZj303Q2TUVsG9WbQz4ZmHW0bZiBqdx2DdmP32+hVKOkKr7v3EiHK9moBIksL+PNLguYmWve0lgEPm0X+mrOKT2cNwwwnD7DK29npO5T9XFxIBYAAAgAElEQVRcg/EFBaBzxEm1gtKMfvU4mcM4mswljokgA0kBVMOaOZpdvTHsVfcrS7YsEtiEoRoKCKv+VgbtvYhMoV8STMXB7jtmbL5uMgq/Vw6/kNGc5xq9jWMp/Ti6BmeM5DMDMFTrETwZ+kVooj4nQYDrCFZmXRuwBWAkkQYbxqptKqAIDCEj3ItznjOdYIJJVKyvoFmfI3rSKhl+9j32j0wE0rLdpGIEABCACf1GgJh5wNliz0wv2i0ghb5kXxO8h3Ehn4nAShsPoAR1miCnVQVW/tFjjn0ufSO28tpvyBI2WBUndG2sN/PBguAASvepzS7QgaMP0FVZ6zMjDgZO6TUIIKVtQOIRAHb2eHQ6FKQECZsAwHjXwT3Uau3Ly57KugIS/Qgdea3JF/SANrhdhovckjlHF0wC4NjZAFsCroyXOfAFQDRsAjxrg+2cEbkWczg9paFiBBxg77uM6BkAWZQR1OPLDsv3TLDR8Ni1zdeENBBYem5o+HJ+sudZZyn4OZupKrNvKi/2KpXFBBSmioL7E4dnXLW0lr3PmpTKLMFDq1lzLq8KUI0YqVeRx9voj4sLer7qGzwniEoVjfoswFee4U3P20ptfZlNwBZbhR6NparnWcnkJ7HT6jOqTafSz5YPAEichSvJswF1ky8mEPw9c8FZfRjKRvZRW3LkHGavs578YZ15LtZ1ej03SaaMGlb5Vvxqn9nnDGrk0Z3IH+e7bCCAVgJefT/6ogFIkpkaYF0rljdL2QeFYQbG3qt/lF/zrOM7TO863mMd0KkmN0o1zxmDzgUc/5GA2tiCJCkw5uvseYKNVFcAvskIEPC5Nr76w6pdQXGemSq/AfzQy/b6EwSnwqrgAa85AJDJvNVADJ/PPmyyaisuTMBin5L13q1f/XZdXbEB8QgM5T/6HRvDsIKY/QsAZtBve+Z4LqvDPn8OEJsL83PP4WUPEdhHFrDvSpnHOZ6xM/4yrNSPX35q7XTBXM855sbHZE7YS2Mzs7/5bP2O5fAxIwTitBO3vkB3NWPLf1Rge7J4hpFc4zm3/NnqQZNlsbuQPQN2BufU8TIbyHCR52oP+lTUJGDMvU32yd4niSLfIcCJfJMIgD0JtS3jUfYFrpsQmn1xm3lkvQAUWSWrGzjP3Fc8H7Yhe6s0zrVXl45qMBCfNAky6/vYn/gwgEjYPoyDc6R9+9ABDZAbeP6aoDBn2ut9xuc+GX+q/YlbAfm6LArKJHMyBjtne87vAHh3qR5njknmQu4BKQoi5gV1KtdhydDp9PdkZwuoyhrH+PVtXTOqW31RQZakjnyfFzLXeUWsGj9Cd2IDkNSlPz162iR4zofolNBvskZl8UFmsucfef72Kce2ROdp+wMKsB7odRJX1D9Q7wI2BCSi4jDygV5uYklt0QmSCzhgT7UPbGQW1ocBgvieZzbsKyYYSZfNqFL5+g62AQBgEjeoBlpMQEmUYj8yxqP4HuxzqJFNzKIHPXOM7mltamUQ/cR+Kci7AODr2IWAqe/eHZt40dhX9E/84PYqJkEo+h+55TmaMNce3No3vd+qZgQ4hgGB4D9nDXuoPZyjL7kn8tc+0gnss/e0dZVbQHvbG5hgSv/O7psE/e1HPG1XTCoDQO11F0NE2+7lM+0BHVCmwG7tYeQJ+8n7/BTdzDqSiEhQnfOg7GbRucj+UEm/iQ9L1S6ta/DdkEd1hjbe2Ha+EZk7kNK5NlvGTo9jXl9b/RcqziSA2bcTO40EhNv2p/yR1iPYpcYoVquMPB9rpf+ET/SQKq4wUrSYR5AGWdJXTIV57Fl0aau/ugeQV/1JErrvYhtdpVKw4zg5q1x8TpXl1/Q//ylnYc9RKgZjs7BP6e16eIzvT49OYwEnJNtEDgoAJ5FAO+SkhTG1lRr7c98C9NjyZbGtpSXG+7f7e3/r3zkLo8fz3nkqGtn72HwkUbImw/LxOcke0oK+3rt8l3vm81Qo/oDtKf+6LtNQaM/TE7rV960OTtwPlqHF84kfhh1H0u9RfKSh+MSWQ2wfoInOc52chYWpbkf0H9X/kREpQz3DGCNVtdjN34mfZWnLIol9tmJT3JLERWineX4SZ+qDYEfgT+b6+CwfPoTCmrYnVJhWhmJrpKrzgoS9HHBfc3aw3969p883HpZJ+W3tk/l5+obNQfsjEmVNCi+bV56l8abYL5zL6CdsjpPz6OX894ePqRqMXqsOzPqdtSJ/G/en2lEQ0/6/BbcjC+h+vkKxA/Ye+6dFBjmj6n+FTcmkF0BsfVxYLbhOK4BzPn0leTdnAbFCGCHqS2Tc7C2uz1l+kqSkq6sktyXxjLOYVxM5SUKj6Cfry/w+RubPQsMNAIys/+P//uPe9W30VHrawmJJSx+St0m+Zp88Y7tmnqjUBdAldsz8F4Bjf5Ks3R7AgN8H9dubnE5MKmt3dKJ9wNn0Jf7Vq5dJiE5FKOf91Yck5r3QH9QXqWdcPYttx5n66dPHJlyVwasxDsCo7Lmcm8V0sD1ePe793b/7vrb4q/SgpRELbViQa+2RjIezHmwo8sdz2BowMppronpvrtGtzdKpHF9edjC13b60z7p00W2HkjgLbCbqoNjnj2GsiT3bhB2wiybjqkegwy6DVexpgFlhHGjoYXii2t3Wk56D+oV8hsrdtq6JrcC5xH7eBYCpWJapEDlCzxWBjlyS9G0rGOI59H5uDKMmSM6BgOCw0PMz8QperPWGtXSZIJ9vTJSzgMrv1hYs0Bz/iFZb9e0i9/Rd5xV5mCKint/Lj/iWzf2P/sePUYvZf/fxn2JvTfVqoxwkR+dcIwmVym2xilR5449GR6Jb/Iy2qAlZ9WAcF+vJeYGuyfCKATb51kKJaXXHutC2QRuZedNnkd2B4gfpxofNj0uuO8Rno43Dt73/8D+7KC7DMx+AE4ApIJf1F7y31djYxLa4xAYxRoFes1VkE6AGH1kxwcblGy/Tz5oXFdJcpz5BF0PAeWLS2ufa3GJYxGEt/OCejZmR/LDcnD7XGrMx/4lruPi72CUJvZgs2L68JtZZ+wrsjABInpf1aTywNvCKoXAWr5iwNkRNma6RsWViOsZAhunjp6u7nXQCZKoP5FT4AGZrzWseyknwohNo/O2/N1/qtbYVxHzXPrhmQppB6z12J2OzIDUy/Gkc7RraM9DdGzHigiMERlyBqTYeh2DAlJ3HMhDPwqwx9N8VgDUZTCgBqjpSDkZ034ojFnj4vGsfbjKzXYQJPFjhwhe2lVsz/JVU0B8naN7NwzjqaC9jMM9VopnciFw+A2KWnOsgu8AY6AOsdc7zPht05pnf8T6fNfj26zWatea2k7Fr5jvZt+P8aiwNiFcDqdcTKO485SatZkG2VjCkzcyhWF4yJABts+y5xszLJBOgvK3EkGp1nrv3wpDGhmWdRm0ukLGOPpSeBMB4D+d0I+N1vfvdig0KYRNAUmmY7e3vxmlfS1F53a3W7Zo0418qtU3V90417xa8d35wHjyQpQcvDRTKfDlWft4AS+2hpViYh0keaPXp2ty726HzsT4v7QFV0YKgrdTutZ237pW11shcD+C8Yea+1Tl1fhnXckxayYVywnjPoF9DMxbHpQ4/e2UdFn02KkTX3HQNGxhwv7YaadG+sD1KdUhlJtcs1YPjY/8BbkrHoTLc1RkDws/+bfY+QcKunUq+41prTkCVIHLH37kQ0LFizCCO47PKvAkABH8wMsl6aoKFINtXAr65/j7GXEEP98gAwu6F7erM9aiibZ9mZBDjheuvZ51PD1V0+4TWobPanBcBcx3XpfTztz1/zfg2qCRIyFxuek6z/hgAK+CFwca8tK/yjp7wgNnqUq7ZCtwY7uxH9stUmajnJxFCA3y+y1xUN7Bn6phX4pZRxphNeqD6EuOj2eQNalmNNwAwjhL3bk+uGMhMKo6NgKdGZOWHpIQ8G9fj3vf03mY+qERO8KA9rTLRBFGo6niTIDnPI22fxqCVVgZoCPpKoRZQOb8reExFYxxyNiyJJM3uw6AmYyuOkGPwWlYQ4yzbv6YZhzWOmHfms+qpjhHP0uX18Ss3vK/RYdLOBC3VQc6pgT4EaRkoDaRj0BiowThtEkQM9FZjM6/MR5M0SNBRXrkfDjiZd2+SWe055CYksNd5BFwmaL5sASl9WEeC6Mi0IFLlhP1OwgkUjgTfmc8YnDhpWnRUeLMuZMt7vkpHKq03QBtBKOaoLdSZAzZ17k2Ql78xcmQjkG4QGW1+6gK5WEumhgoL5rTrkVvwXCQ1sEdwEqbqr1R+WO7IQir4mCcCLRNUIYCOk8Ga0QPnPkHUrldF2yBrezTl/s6LlKucJya4rL6UVBtb3F65IRMUY7eVdF9uu19IYijNWF7Tp4lM+9fttbY17lgL9kez9vMD38WZM2nAfukA2uwLqGbHqKW6rmuawdu7WtCvFL6llQ91VqnnrLrg961O7trzRWUCeRmK8GXmrOuyTlC5Wj1JQKL6lTFyuOTrpfBr9qiVLQRpWWJonhtcqeELiLSSEvI1AFd1tz33ABFK59nA0tZu7TmYH3EWMPC3Os0qon2CZsnsb+9dZCTBB5yh6dHMut0/pRImzvrL0nIv9oTNuWlvTWQIYL17FilYOrn9jwF4Ik9nqS5r3y8AolXpOdSRVphb8QtAOL3UOrdQ4+U925sYzCNQinwB0Hz7Tu8/wDGCl4vZpKOQ8hS98JjAhiwenrkNdsEKsM7Ent04S5GX0g7mO+2pnZ+hQmdfAcxYhc7D2aOa9Zq/rRi0sgtwmGAM8k41dvv+xFFjXVtRSELZOhTRXTI3JKM4OqLy3usjZ1nP1c/nMetfqnkA7QY5ZRIhsD06iops7sE8HiXY04rt9G2zv452/udQlunQ2lNoEn4AGQTLqPwEZB3mHGXV5zeZrpn5nHlY5JxTGTJrxv0IDPGeSWauA3JhUpfyCIhautr8VxaNBjR1/Aok5VWApQ4k+g5QAYCPoAh07waJ0B5URXpm5XkBKqPq0VcmX2RuIyMe4/p4MrUAKH/pNfi5tMCZo7vco72O1zxbAUdllfqGO5I1bmBnGFOsPkTHQ8GMbfSUgd+0qsEeqN+j36huq+mWPzzzMA3wGYJnADU/CtKjWwW8mRQqrgl+c/3H9vTNSAoYAqjZDuRLAsT6BsyvCRycNwQlUeXsdSjVtLUDOHC96CP2XQM34EM5G6VDTKINgbZmsrO+zhvBDOxfztPp0WuPM2wB6b0ZG4kd6EKSkbCrSFzj/SagNFlDAI19bgCf5xOs4vOfb2SSALznuUlIwH7Y2lvZz6s/N5nxB9mvryM3X/Os7C0+e54qKSttBS9M9pSRBzCq6iv/x9wY5EXuVkCSNb67rb19eXnRgGvHVv1oQI09N8BMk6XoR55nFiA0sYP/CWAvgGj5+qyBSWWyYbVHd+YD+YUi1GQxAFz2I33FUm3H3OY/qzJpeUDlf87Vl/7NPiPQxn2lk1VXceacXxrURNZJkph4wPgKzA+9H1u1ijxQOZl5QfcBYhFkR3dSeSA4tK3kwIYElNv4vPVz8Xfd+9OCgH0vAAywZRUzMol81oePzhs2AlsB6L/Ufl29m9HJgFLqV8BC/WF0YFsZlEbY6nPO4038o8GhocXT9pe6f9vygOQVZPkOCt4GxdnfJnAOtTPgJ+dAK1BZ1s6xFVvYRgT7rewkOGtlhOwaVhlalUxyoMlLvNfqYMADkkCj3w0PmZjMmQvbCHEi5BggclrqsObcu0wJ9JgLbauVSvZq56XOgxoT2WX/C2hZ0a4vTOUs89kAdtbuPFWfJHBRfdr2EtE96Fv2GaAoOliWrO+lC24biowbX9L3rdrFJmkCTZ7zOD+fRAcDuthTfvXszt+Ai7ep1Dl4c9G5zkh6nvdsTLUhFbxMxlmAlzKvTBwq7z1lPE1aWEFY1qBB1ey3yi3nb4AieoO2fxxVS7HhoLMn6Mx6MUZuhe2hTJGEd9AxPQNiJNBtP0UqPvmdeoA1Z69brYdd5bpfpioPm5fqvtEZ7Ft66FYGm7mITNl6gbN62i5A50+CbR+dhOTKCn4NSp2TJ+D1p9B6p6oaXf7p6lOTPcqIslqKEDinL2+THKjcrpqTyQq7dxJCoS5vVXYAGWRp0w6tkqfvT29i1sQKXkTJBDJB8IB1sa+Psh9k9GA+UrkUvcRYHyrPVJICImu3GjCfGNlqC5Z18DzRV0WW2BPEQEzuIdFB26xML/ikjaehL6F0zdhzDXRLaW4DUE6LIoAdQM9P6TsuTTF09KcmpexbDU8FOZVm0LAyU7129OAh8xedMsChet9ANMkc6K7jgDP4AuiauySJ1rbAxo+MUf1I9V2TswOovgl18qcksmDDSjeKnFpwQ8KNvhr9Wk1guLsVVCaxinE8Zn9XDxEXqO9sQQ3Phf49CCiMjiaxrpW2ACrZL5xN6PPHexhoAuamInWYjrCh2nrhK3ooMgRQ84Nz+6e93//J2713F/Rghr63IlGdfr36GGMj8/pcGmMTCvFTYHzhjEdueDEHnPNv2hYIGYCmmtiRSfcFkrFX8YmgME/SYuOsGRNJn3yeaz4vilx8MM4L2qagh9Ff3KtFNugxWpZQjUgMrUCowEy0cX2Bnr0kageIBQylBy4tzPCtP0e31S/M+IhXX6by+To9fwvulzL3ee/n353WvnpAl+Ve2PT7i0GRtlrXVyZPZWa7R0nCI0aL3LMf0O9URmJI3ocGmj66xwHw3wT0oS/x51tKlWObRT6OQ6fdFiVFD4nXkWRGmwl7ZFPJyVlXmmWSVXuf6LdrEjnRb1QoZ//ERycpEr1KH2ba801roa4rordiHB8+fuq6/fz+3bL5XEeqENlH73//frMf8fXR+03wSbIvqvfuhnYhi/1ltRH4P/+vq72/+lfsrsSkAggfxFakR/T5RexDbNlv2rAtipJqKOtHtaWsiV/TMgk6dPXSaqWHv599zHlntSW4CBTvsu98+vix40L/wCDy4xu9mgO4vk0FJ/Zsev62YhLg7gXXyX1WRecwZzDeqw9JYODz2fcvf3zZ+/t//2/usXWxvz/nLEPvomffkHwU0fmGf1s6YOTQOBE2A7Y6NtxNeuWW1aD2YeT9ZMUxkrzBLmhCauS2bTOTTHER223satYJgLgsRFRctq3YWj/is3Hr+B0Af5ONkf/KXZJY2+PWJEh9VK9Faw1sxspqK4MrDPWbeN1ElkhiQg6brLjOGdthbQsPzsNGxou8uyZWmp3a6+mPuHboMlovteI85wY9kLGRXr3Bp8Kfh2K+Jth68QMyYoIMYyA5hvWA2eINbZbykev0SP+WffA//dNPVvI/oAPts8sd2Pev0efxia5Twd9U7Mz/eRgvYGcDiDaJBJtKNglsW9ZUjEi7sRYK/mHtUwfJXBI79bv4TS+jOzhnUkGe82n/NTpXG7+tCMByiDfWz1WXZ5XWGWhy3c/v3+z96d8hGS+fSAIUuE0LGbq2Fl6wUtJZ13CqLT2MtRusjj0B85THeuey8UbNqsZV2ANt+QHjHefGFNU01m5B32Y1Og5sexlE29Ywz2WslWQM2dYYUKnYiQ2seK7hjm2haSMDG59I0L3MVEwo8dl8H6aO4o2crXlMWo8Rn7O1pW1Da1sUqM4zrOfkvjBLWPRDDN2Wno21kzz86XO0dCdQsEYQxMdsYHfd1J8XRWkPrgXwrM82FruU5y4d9FQIz+dnAgcAalNwUo0WoPNbAHiC3ONYTUbPZiG3a/Krf01wfcA4fjkZABhAu712d784AfQtzct2LpwngWIEz6xFXw0AUe3UzRBDcwnDANs2RxdwRTBWvHTjhCoSiEsEphuOhVc4e33ml0OCwDegQgVBAFhAG1B2y3PPF72GVyCQ8rTAN2ynKoIYkox2B5tcBsSvMxRwkIaqyEypyXiq6NTp03G3snJ+L+jrZ6a6d/1oEKGl91Zw2ihbQ5DDfAM4rfwEK3QFnudlZgnzwsG/Mtsnq3rAUIJtBXx08L7FwinQ9RsBYv22NAYGduYjJgGgbFASk0kyPYB/XY3ezbrA6QEUB6ibLA7nQ0XD6rBBR4m2+inPSTCkgXj2WeVhm2VmhiWVe9IgavwAYgmszJxzn6kSZH54TX9MlCWgB89YhVNlLJAwVfiCIlNJObSKizaRoPsuwI/s5T+c7PYWaoBa2dtmyWgAmj1kxqeOvqBaD57SrOlgKTjQ4XGAuff4I23s+tmzqL+f+Z2MeUHcbY9WAjet4GS/0ANiHa7tUdsAIyDiugn7LBetwxgDavYR9ynlbA/iXKcAs3PY6sDM4WscN6oz1lp0nteHJmNrpJggF7ckICVYTpaU/Wl3q954Xg5jr2mwqLqE6lvWKfM4+gdAuIo/B2GBWVwegjA99MxU6qG11q/9hqp/BSLZk843sucBz0cZOw6peoYqISpVzHgsKM8YqUBjXIyzzojr615yf5sMYyDoW9ab+Zk90kr5/IyO2x5syDaVaATWBWLNULMX6TIB6jAbqBL8NXnBHr8NMOIEMRDmGdcEhoDVLza7f0PNSbbwVMcjJ9KLaXjwMmCIHGbN8iuBKoILBFwSLFhnKFU9VrWoGw3MIV8e3AUgq8NcTwJ+gO89mFsRgXE2yTUaEehxTwrpeLuH0L0Z5+idBhWbLZ8xLkeC+cUpbi9yEiLWWYF6ncSfMZbsm7EobVjnVbXwPHvX7aet0Oxl9i2GD2/a4wWHgD842wW0apyhtwSX7TE6wDdjVX7amyfOm/rezFQAA56P+eFs6bqRJJELFbxf2azIZCuKGwAjOSPPWtBIfd9gfT5ThynP1IBW51BjdigFyYCljwcvnUIBdsY2FDg4O6W/ze+pAGxuSZYXcJC5R76UcUEjHp8AwFNA4u4H9ln3Iz2Ws15MY96nMgZ7iB6SrMNz97rXmgqoqRxk/30jkJD/2CsXMeK5Fw75bwFgqXq5JVnkBIvI+AXsUbYHACbY1UAYFcz5FU4lQR6y6glcIqo4ZThXBBGhfmQ3lWmhQK6UogSwmiyXuRj6Z7ceWb32aWkyX+YVwKE9quccSxBMyh3nl2DLAMBn6Wm27fcrO4VZ0lAaajeULnzHNmOelWkTvQrk5JmX+qusmZBgL/Xz9K8DALanrAEezpwvoWB9kWc+glaO9WLeVyU5pak8E+vZyiz2sNuhe4TrUpVPiwAcanQfAWicHs72gxX4Z35Ll5hvQylI1jFnAnOK80/giwQMeslx/8oo9mjm7zFlBQCs9Chttm3mhSBlq0vznaNc99XKeuc+6C8rK6GpIpNZEIszk3VsBXz2MkFwApPoBBMg2QsAeWbJY5fZX11NPIloPS+ollzzinxPNrHnAHRH9nECHKsDnuugq6gORqaenlO5lP5LpS5mPPnsF3qprzGz55lH9Br9jMeGoQLaPRMwa1XUoo/NnFWPt49gdbOOLXoTmWRNceqbMNIdI4iDn0qwAb1L0ESfSYoy7TdAJ6pPzD4m8IoTiTySXf2tQVOzsQEUqV6n93JB2sw3VLgEJVvR1Ix2g3rVe5mLVqsjO8WIcfw9q9mvyAmUsuhL6BI597CtSGowqB3HeiVWNWjK/CUoZF/eRVefa11enm3ObmVOW5j5J8g1ST/oOa7xqpVIBK0F8h8WrTO9psiEfoycX6dXGfJPoP37Ope3ibVWRgGWIHcA4jwv1RHVCewfyBZzn/Y3a1JlzonIAOcAwUbkdOxjqNwqhxlPwWmcefYPNk/OPGix26uqFGRQIZLgpS9HgJ115nkIKrYlQwEzM9cL+Jd1xwA884ZtaHIFgC8UlfZimzHw99BcotMa5M36A2rBBMBaI2sE07HfoWJsdn4BG8Ajq6OldgeQgsqSOYKSNQDTqk5kTAcJgL8uTSE9NAWuCAi2b3sGeJq+gsgf68bvhvYYJcs+57oMXsBmbB4CmbdW/kcPEGyajY5sYB9RudNkqTAkqHvpWQcTAdeUqnUokQnC8fPYFF8SPNSfyXxnjkl0sgqLKkED5a3qD0DTKsr2eFt0t6sVBONgqUiQa+/c3BNdTF87qqDYz1BbX15K109lkZUq6riCDw2ihIpwVRp1PbPH0aE8F/dFj3DW8V0+jy3CPJo4CUi/El8K+G5tFCvbQp0YAJFzEXlpdU7OEpMoAVANiJGI0upYKPpYN+IGEVBAOPQ/Op9gOmfm6B8TTFYiTuQS+WmgnaSX+BWsnX6WSfPcg3VulVBsXeap12vMHz8wAHATCEy8J7DOmo3tNj1r2bPoN0BOKoTkO7ICmKQK1qEJW5naugdQjPf8xcelcgtAR5DWFhjIPfocmununGUHZL+lQg0dhk1HD1bpHH+0rzOJcPgpJF5VVpoUbO9m1o/XUDujU2s3RU8ybnQL8l6q+ABgU6nCdwjMTnUrwbb2hc0YSUYA6DOh8UX7PXKe8izIoraHyT74LDAalDY798ZfYQ97UuaarTBDR/yU/o5X0Y+sbXo8psoPVhzW6DE0jpxdXBNQCWAMRhO/Z0Jvz8fo5AEQ2cvIy2n7TqO70a3YAu5vXtIABlxL1RI6Urrz9EBvoqvtApDDHwk+0sOQ+7ZSsj2LTV5hHpBTnt/8amQgNj/MQpmzAnGh6Mdenuof2Q14JoL0Qz1LhXuC1iQY5pm2MRPsE9tdYI9ayQdAEGApOlAAOP0Oe/YCdEgnj64sjfDX0JeXD1qAm+vaEkX7Hpp7ziXOCoCP0wD/vOhB3FZDTf6AnhSmnCQfxE5qYmMemHmgzUeT6bq/T3smoStMzAmwkAQangkZVZZc900LgRWDQC8Kwvt7x2lC212qxU2QRw+YVAH4Lf0yvrCU81Qc66um4juABn9jq7+JDf+SnpL8t1hQOMtIrHwV/cdafUp14EX0oxVHjqN6udTBSa6MPjCeteIVJNHk/t07nXP2S/p2Uxmbf0P/CqMW16IQGoYBQJwfSWa4ij3P8zLWtnqJ7ufaAxYxBYAt6AEBKv4AACAASURBVH5a+UA7j15n/myTlKrlVRFIggJ65ThJISQ7sC1ucyZSeY8tSY9JwLOH7IcmaH6Tzvs8faPZh8whjCLIP3YYPZufYkfvJ0mQvrgvA5C/CBXzH/8+vhVP0xgstvNqJ1UaeXTrtwXIuKACwPig2NLYYQDQ2bf4m+vz/F37rq2nSKYRBKvtSFIwVfpX0a2rRUwZdkikoucpsYjoIuIkkyjVZNAm3Bsnaau5ZYzgP6HLSTwpAMwYcu6wb+kBvk+1X9bgU5JE8IWMPRm34NykSs7xI0VQ0upPPQSUNGEyLEaRo9Oscffkh9DLEw/Je5zj+2VgtNIO2/7k2IpeXA1k/eOHO9mcot9gBLBnc3RrKvzrIvDCmSImFz+cRBIqrEmmr4/ac8qxyRSYJIgk0CEPrAE+SeN/GT8AMGcUyTS7ScLcYmKVyKD2d7246g5ezznXAYBPkszI/if/kz1VRg0SRtlv0P1mza6Tb5E7kwa293/87x8bM3z58m1B08Y7cumPobKvL0rCWJJ87JkN0OV58QbA8sgYQvvThh7Xl0nxTQQpCNZARanoHavxDvbHGypXM0GstbTCSaarLRQdRkV9tlDjw2Evag9uAODsTXvSc62sSea7CW2w6Pz4uvdf/Ofv9n5+m32fy31eyT+cW1CLl4Z8xURvc6bIslcDJHK22jc04dSYL/JMz3bGg+/Mo/wh+gh7kFgg/hljmUKkAUVRBeR616dfevTDX0e3hH4c2UQOy/qQ/5A9/FiTJX7NPkZiQF0r9HSmhXygiemSBMaLs932QMYN8O+xU43T4z8ZXx8AmH/Tlx4bY17TCswkjS5G5htGLZM1uN7rg1CGx15AVsTENl/vP5TLNb5cgpiHbC0w4EgHDwD8T/5pmNiQmcfIZfsd468pJ8SUSNYpM1Wv+tSYR5OnSbrIZDFXjWcDXBfbEgC1WGQKYmAw0e81WTGV00kqI4YPtgTzFmc25wKsEfv7xBjosWysp1KKDxbboMmUyONinerZRvuCMAjs73/b+/O/+OPcJYnfZQLM8+dZmgwMSLv2JtfjezybgOh2vMhkKZTXuUZs2mfCrjXeWH+Sn3lGwnMD0o1Dl6saF/cPr9o9+HX4teva+AjIHT7AFCuwF4n/9rq1s3+9rpjY9Q3zvjlQ66GSeOh9nDN+V1ugiZpEXyg00jdlL1HYg50wAPBT2ao4k02MKWvSJD5QCPPx9qkx8V0AeHdoAwAPuDsUyXLybz85CpLP8ZnpEVTxol8cg1sVOHx2Ps9G01FdCPb8Yl16DKIaH0wEDkwrMLzGBB6mR+iMyOxYNy8vwV+FmKDUgJNV8jsPUjVKplSVv9/5LVg4ALCb2BcOM0Lfe0aQnwsSoMS3aQO7PXobQFzP2kB27vW4KhQLdiwAczNPc6MlGAqDFT51+DI7KNoZ61T88bwN9pFxQdio2gNgJ5uWLF0MmvWHWwy4M/edeRiKHn9WcQ+ANMDbFuzVSNzSRGuUCDQoNPzVrGiq4wpEmuVcQGRnXrZ0w5T3r83Beq5NyEd/BXznd5VRwHEcb4BOKBfzPgF8AlAdJwqAe64K0mYGNxiwqGkL2m3lm38T+KMCE2PRgIa/bzYpijmDGuDSTC7vYV8Ts/AE0gUbrRb0tZ1vfx6Qo/Wo+S5Znq36W9pOeTNwjQLo5ieLsMDOViMWmGHTLwB4Q2Obz+N8FRhfH7fPxMizcm/ljyAWzjwvsRyzRNEDVURrL+zK+Fy3OoEeVJRDZaIAHUaRFvBBjnNRnm2ATxu+N+Jc+Z657tJ5duZ95h5h8kCs870qirbV/9KbS6lqFSIAi5RyZEJ5mE81x9BH93qA67meiRRjZKqDHsvHL+AzclJQr0FSQvwqKDLhCjwsQ3KXYt/nJhsaFgSqED2kSyWxOSBnv2jQzcs9K1BboLU6xCyzoZbXYROEsrLR7C2r2Id+znGOLrXHBVOKfC1jjvXNdwhQYkRLbUlVmRTJGKBUF/LIPIM9VgQFpcmj6s7r8vNU1A9N4VYnuKnn2f2+gVx0jRUjJiRMwEMA2BfP117sq99rA5kNhrmGBJ1WIVYBc14EyEoVnWc0S9Uque6h/I9AxwBHvMU6st/cx1autBIyL2iXKlcxMAv4NQjYyFeDDtU3HPLo5Ny/FcWbZBF1ahkSeiPPljFUuhWaJMHiGMSzfx9ZllivWzkZALiOEL+pDqKiN/RB9IVkjjFYSNCJ8FrpPr1WcFo1UIeen31f6pVFm4C8e/YJwJXKiaBvgXCuizEl8IOzQbUKc9jMX4CCyh9nMHe2n9EE4VnP6W/L8wtKueGVE+cH+YXyCCMN0AR7w+QogQg+S6Y//ZR63yUD7n1tkSYqVUkJ3tnLiYD2qpRrxRfPZzYe80UABt0L3djoc+ljcp3MxUEcNhxeA2L2xClAyj7JuDD2CcSylgXrlv2BPJK1+K3AtrRVraxbig/Z3pxHuRXVG7x6qi874CAONP+e6iRmC6d096xuVduSXz7f6jgqZfJhAqg4OGRko4N6Hib4gUzjoEA1t/eMHMSYL40zwUcdEGaReYVW6Z4Ae+gnm+1bIBuZItNWR5BADXILDSKPZ9CSrH97bnsYmnWKGgQAtpoL+iTnYc5BdA1rapBRwJjXLdWdnO0EBqgSpJJzyQ+Oz5yH61jsfdqbbckOjlL7ZZKpm+t+jZNIv9GTBA0QGUy19tBbNiaAF/L+Is9bxx3qUc7NVijY32ofYLf2LhnDgn5WfOZZNzbxStBg/2X3ModkC3Nu45jjNAPSN9mrOgxdYcIPwdw6FwkMAGZ1L3WfTkKh1ISldiL/vQ6WurHUlgUyPNfZC7Vxlv3RxKRSVOUdqkhyTdYZRYq+cz+b3MN6zzp4XlMVmKSA2ik6gMhmdVoWoJVbuR8BVoKBBLXZOyRvQMXc6icesx6ofed4g3EDkne+oZSkp1zPCKsvrSjCJpqkHc8ezgHtTykHCTo1MMT+bqJUgr2p2GjQIfccpgFkGKo8bl9Al2SBS+RKXcZ9dZ6tyiOIic4kYMVaFFDJtZFhgrLMVX9HQkYTRbZ6V4eaM08bke89Bwx3XmURQE+P3pei/XYjT6wdnwHEsNppJQY28CQdO4HvVmZHjrlOKxiXjYapcQ3lbO5LtZAUdAmY5x78gwBYKxNrom0N5e+lT05gP6BDfad8GnC/stt4sD6AdPgAPAJRBHgBLMpwwrNyO87/2CECslZhaRtEPxKYQO5XQhHywlM2kS43ZQzIlr6F1ZZYZfvpdc590bUkFxi+0P8luQo9jF1M8ALtCp7BFvpaSkXWb9lPy4DgXoyNBBQSZKbqcOR/aBkZMxV10mVT8UCiBiPGJwiIlu9ybkCByrxRYfAFVoasFQBe6VUb1JVmTNuEc1ugEL3DDJDkyy9tQUCgRrvgNPOL3E0CmZni2pu8uCZgRnv8FoTF1tC2Zb99zrpXK+eaU/k6vcD5mb5hVGijBzhD+TDrB8iArnDulEP2BMFegnvoP1mJQrUb0IUKS/wYxgOdHmcl9sVDQLdhEbtMkLm2Q51Azj8qoaQnbrX7xg7BPsYe5J4k9lDNTy82Ejis9Gz1RD4vU41BZOSK8eAL0FueswydRvVIbdDa3gDD6ALoSLChll3a3qlShXIOa6OboMdcUkkJkwJnFmc8iR2Z0aw/QLcMIbIYyALDROrnm4BLILPJNsuv6DmFnVd/dgsgjR/LvdtaAzuva4J+43om3rMv7V1tMgKJrg3YNpfV9RJY3CYDWwFK5RW6j3WjktQzmxeJH01CXf3/usejYpbarv0A+FvmojalNMGZ9ZBBhLOH/SELBmsMjaJMSjwPUV/lEn/XuJJ6ZWzFbZK68g2V+cRZkO/aSdHJL36yLcXJKXuICeIZZOKCGnTsEGxCgSSqC0ki595JgIApAyA89wdQYvthvw6zz88/pyHoemH7EKDvi8SjzDlVxfPCHnp64ADnnEqSF8BxvsPc0ePYCmrWb8tqUyaSxhrwK2TLItFgbGTtZinmSdgaGvDqztrxxowIRHOd2qBN0jFgWJspNiAAMLT1DSAvmwd7mMTBuivV0yaMARgD2GM7AXxJva8sN/EdkCRyfxXw/vIi1LG5B9fFfuJ6xgY8K8cHQc6YK76LfYMtyjMBiDUxrl9CFzufvIc+A0S9DA3xJqbELzNgK7fC0BD5ovqpdnoToT1f2ksw3weo4nxCLzEVrPeMDZma+fweuxqg+CC+EvPB2TlgksoaX1p9zHV6PnC97LdDqoNzPmEj4ScydhNgAS/sq479ymebGLKSrEmUYN+fNhGDz9kmAX0Iuwl2FMAK6/waO6g2imuBnv+Q/qGvA0wD0t3e4AOk9ybtF5rMpf/5uswusS2ix7HfXoZp4fQUUM4CCKn681X0auweKsByXJfeGeCNpIOvX3jg73vvfxcZek7yS5IChg5Ve8Bk2PaaBKTD9gXsynXfvz+KzYH9YGIHfm970K8EE5IbmlhSTzf3zVzAXoJcl/WCpJraQsiitMiIIqEs9RM6h01rUh6tCk6S/PVz7tuGChnXcdo/UBD7kP0N2Mcc4gdig5/mTOEzy02r7NaH6LmqLPH5j39AN+AfHSWBUeaBqgHsZZKqSK7Os/UkgfKZbOLaO8N2aL9b9jh2MufJSWyIx/aE1k+tP7HiMNqLkYW1j6goZp2x2Zl77sB9eF0EyMPsozCISmYSFTnX+P77UDvzgI8BmvDZTEyHnpVinOiJ+INU7Hb/Ze4SXqi/K1X/YXqBc87XTVh2uOwJ0N03Ka/sBQBnoXIHoIceGoafDO0sfU93fQnsdc4/RPM6FMJ7SUrGlyG+S+IC58n3H7aEubkiiRIAM88McF29virG8xliDpcZ227xE2vVuEc+adFD/vD0+FaRc1owYN+VKSj7hnMOwBzZJB4gG05k7VBWOCjb//qv9vb+8i9/6f69+5pzJWM/bZUocStkHRs99mX2zeXbs9p8z6u6tPsve/0k1OMkRMIwcHBIZSUAPgkpsgURu2DMB5lv/HbOrYmVmYYk+w7z+5AHBmBsQlXW8Usqramyb/JM1rQXZGQklGV/wHDGNaFHp0IUBp+f0xv3z/8s+4PjEj+q8kdMJWuQS9RO57b5/R1AY74vM0NGU7u1R9zyG9j7odqOH6Ut113huZNX20LVj9W24ExhTOuxtNm2EEuA6jxj5hld++aQlgLGbXkRzxXc8w31ffyVxDueHh30fvolH4Uy27MRgN7EF2Lt7TW/YjvoDJkr1DuT/IZ+avJTvn+f84kqW/QW50dxiNpoy07Z6D7iYJ4/tuqx6IZ7kljHmc4cdP7AbUgscXqyl9Rz+EjnsWEqq3n/v/3vPqc/uQmurxt7ZWGwE8MoEFa59iTP/n/VC5H4KMV0575nuYmOxpOotrdtBvqqPbLxzXqOej61Aj02BDY8coIsUElNfAX6bFoGYGu1srY+N36OOliGG89F/Qf8NZKriMNq7xymVcF/9J/+LjIueyvzVQyl8V2ERrmV2tgKMfbOFIcwBdiSo3cnzqPtaTsz7J4WhhXodt+LpejHPpbhxHhJq4Qzfn5dyvuy6NC6RhAZ/9ZYpuwsYjBWEtu6YYlNr94lqM0BtX1NLv5oivYe7P+mtyDD2LsbfHDhZfnMMLR2TzBHnM+N/e/GyJdsgevgK98+uOUmM60bY04zprUH2nIc+FydER3hmQC+Mw4v/wbwtZpO43R6c5aGdwnufJ5rGCRfAMHuhbZztBkTC2LjZ18DTE8mzxhXExD47fNotGwBXjPttwd4J3sFe82qEXHfBYkHAN4F2jgYBaTMQmLBfG3HKti25m/9encjPUCJvACSAR0267I8dRd2guBWNpGtQ4xHaj8rRq1UJdBC5sMCYgokZgx5XgIlCD17fjdA3hEvsGXWir+n7+04WjOv7cGUF/YMAcV5v5keaw7GGREEFszhmighnAoqE0pZsZTKgAtM0VR0kGGzK5cd51q3XQCYzcaYyKDhu9C+4mSr+DNPpcX1IKr80LeiAMPq+Qh1Hg3lyUJd+KxAnRV3BKgqEznop3JuQLi14F63jpKb1aABARyrEvl3qyp2AqXzXTOl/GnofgcAHodixmsgzcwV7ocDJnDjoTRzN0Bv3+PAgx40/2bOmzyw7je0v7OGOjoqwVKMtTLBvpTSuNpDePZcAZhmonuIDJCl3BNYIAiqAz97mKwcJIi55MCxkhB6I3ubsci7iSNSVmpw2M/MuWpiRwH22XdrfamQ63zQo8K1aAXsWgMO5B7k+S6HEgFDn1+q2M31FkVDq1ByEGLIlQa9z6bSr57s2OKkRX4qAw3MLDMsn22wq5njq6KboHlBbo1Z9tEuAMxAlLPV22sdksyndNocXIJAGBDM6xyABGhYW3QIQYsGoRoomYpcmQyQywFqt1Wg9KohQIMc6ayQZNNgHJl50M1lHtgjyD9j3jrtyn7HjiHdQKQB6Fau53nIAh190ASBPouB+QYAV4Z2KWHz/Ukg4Rqdv3WdXQCYo7TVhjhN+VwBrIxb6mYq8AR4pc5yXtkIpcXPHClnAi9z8DegVKNV+gxeVkFzZpk9pkFGdr8VFwQpMN6Gno81Qq6QT74nXb6UzKPz+Iy6QQcdh0ZgQecKA2x3X7LXmw2PLm8lnxnkvHp9qkc551bAgoeAjo1KIPTtjxgzbcNAZnj3t3u8xk6Cper+kRODjgRH+x2evMF9ggoGjfg++1EaaeWYiiF+PksVwgDArPvm1T0lkA2gSIAD57Dzuiww9AXjs/p6u7c5X8j+5QzAWBwa4OknymfbrzJL1v6sDeJYBWsPLiq+E+xYcsd9pI0RwLKyz2SnAqYrYcJ1xyZIZUvtFteL9aBCmp7zA1YwbrMAcw602nFVDJU23Gx7/mOucIRLeU5ArkC7OhwHC+e1leWZLs4EkwTc/1CCaaKSESn9UIO6rehkHmWYYKwk1dQAXrrCzGBbMUxQqUAADmUr0qPDmYc6/akgp8qnADB7yYQKejkBAM/ZTFUAgB6y2+rTnNs4B1QrWlmZ/kmlUrQaBnqgAt1LT5sYZcUj25PhQg82VEpnCdYhGgMA36RnaO2hTBdVkGTNMxkC5AHhGqSeQCeVzFbuDQDc3o5dT/SElI/j5JRytOeDQTWqHZ+Zu9pf2juTdHeYapT2BaoBb2UZejJNupbhnzlEn2ZMVH9pB+mctq8s50Tk3uURtOPedXjRY3mP7x0nIFlgoskmymlt1tgsBCdlFTEpwyxl7c/JEse5PDmRaWACHtoEBjCbiJGvUQ2EUwm4yx5jnKWerS6WKo5gPYFxJhjwvNUUdezss+2Zhr7X4W2P5mbZSlMkkA9gk6Bp/oZ5gcV7GRp4bJaplAIMKGUrNkUdVpMf69dWUcWGyPxRVTngGLYVv2IevwTEaeJH5JY9f5BgGJ8jq/11AppU6rJXCcCzLj3fsSVwehMp7D5gEldSTquaSwUfoUvWPH37DJjaQxAn2wpLqjE5v6gIImDAGmX+Q0lnEh0OPH0ts39wulffe20MAVT0mPrVVhyEyqFiZx3O2hdKJhXufRvaXM+AFeAoywAKhD3B+Oghj10lE8MrgMMk4ECxzNpI/ypVIP8me/30hP1mxEY/APCevUBPWKoMDRaXoQEgrfRbEY76QZFfbL3IXIEPaMGyT3SiO6ENzjbhBz2eCvsmY3GjfoBAq31aBaAi05kr1p1Kg1bD5PlJEJH1JRS+l5eV9/aux3ZsgEK7XSaQULCm6oHJPziCSlr60V1fRapr9ia0ePbiBigofXQpo6FtS/IHoCHSl++fpBccSuhryp2a6b+SZGWk4HnzDHmOJuK1ooFEGavcSbBCX7GHWVNkEBmjarE+GmDdpjqZBDMZUppYkfKNswT3WqEdmbtrFS/0iqHezDnQMyWvn9OTE33EuDxbpPfFPpSpxXWjTQFzd5CEGmSSvSFYgoyQ1MN+QB9Ja2xilPY3VOsmfhuU4f7tR107yeAUfcfQ/awNsoEesiWCADDHqwkpgGMmYjEXV+2hqO1aOySfp2pBjDRBrVAuEuDhWodZVwLl1c/0GiT4mO8NAEyCxkOCqbZNIgFNXeQ5oY2BvFJl16rUBqRJumMttEXZc18CCGAbMP9sO/QHAnEculV0BnJBJW3B+EUN2irgJK1wTjKvZaiJbEAROn1c7a2rDTZJkqxVqQlrG1CZbPUlVKnIa6tQMqdW96L/rZz2XKTVg1X6Jq1x/umD0bd3qJGhIa4dRHVbgnWsGc8DoIfMmSSgT8R3Gl8gKFgfRBpP9i603Ox1WVRMgCOJ53PoYUkO5Kw9LuAqpa3J/16DSkPWG/BA5ovWOEhTmr1HYk+DdlVtghwE3uxN61k6z8lnYC5pAmxLfGTXsAIWwJHkAuQLm4TkM5O0iTXwrLc8DxS/VLhTQZIP40c1GbaJn9i/q9dozmXOf/S5tpDnJGCZMhz5BNhjQjunguibKnxkLqwVz0/2q6M6DUCD/UslUSuAm3ilLE+MxH6QJudSqc7vei5gV8IuQgwuZxD2wN2tcTbpDLUx8XWQBeYPYI3zmZ7H+AhH0QHYAbwABpkn/QL2KLqDs5X+0bbdOAwIwlnynKqdk1OogyPX2RLsS8+ogJXRk+w1jhT0NvN0kZYY6ArmghgEVblDfz7U9QJCx5XZJiOyhzmzMk4AUxlISOS0agnZhI1qgv3SUmLTQsfPvFq1yL5AJoz1bZNeOb9tZUIl7lHPVsY6FcITG2lwtfMA+8p+aGxjB2Zs9lbVP+S62OmcC1Oogr2FqkEHcH3AZBLO+DfU1fp9+FL2ZjVpQbAV27hWUH0v4meeF8TSUL+cUwC6/A0lMlYn8g/I/xxQiuREzq6rT7dJkJVCF3rwSTZifYfp6KwU/4LlVNU+x/4/S6Uz5wKf9/kFFppUlXOWfXoQEIQqx/sA9fRdRWe9//k89hGJkSuwz30qG5zloV0PCBFJr0+AzONHTuyHfuasEYkaJDwBhiGrnr/IMb5szv/zt0vmTWx7xE7L3BzCGkBCLjSfkaXTc3QU4Gl6Mn8m+SQgQ+iHz87sK30ALTStT2KjH8LckzjhU+SMxCHGS3wVe+13f2zFePdF94Zr9Izeyh4fP/mXf638wJbxhUTHxbyEjLzGRiKZG3+ygC92pLEtzh3skLbVAKCO/ofhCZsEKvyjUD9Tdf3/8PVvv5pmWZfQF3k+Z2RmVX0NWEIIGtEttWyQgQsL4xsEEn8o2BdG9qWFb7ptgdzGd5YP4haru7/6KiMjMiIyI0/l8Rtjrb2jihZvVtQ+ve/zrGetueaahzHHRGMLGDhbSrxyILglgGOfBHAD1Db/N+dP5vfXrCUz6xs9i9kBeR92qLamibywwbGGeGYMaa1EbtwfODO2dBLQpBuwt2AR6knrDFW+sblvCxPAM5ar9XCGSepZd0m0n/Pvy9zjq9BMl0Hlh+kxSU9JSvNCZwFkAtTSK17Pny2BNbDMmBF8RevsQf74ty96Dhf8l+QlRhVzV3vq3fhk6V37VWnAyZmk89pCbS1nnzTPAVzWeFOSygFBrPAm/1T75uz9IfMoMbwihZwHP+fc/OSHJjRfPH/y5P/+3/5drpVE80+RWSxjke/f/4GNOsYR/YYBJLD6PE0l9sfZB8+jaxZbiK2Xqkn01d8H7PEmayxRbv9j6LoJSPpXzGEtRcKkkKpiiy5R/00o2GfvS4T/lP7D6/n8+z98MRBTAEffp1IaAOyTAB1uYmwFZvpqf9DCgbZEFhvLQP+Qa/6vkwC+6eI3wLPRK62Szdy0XcpJBP8UeaTPzbFzvuYL24BVUD9aPAE7y2yG2fHmf/qYPWjtgTx+qy+7HqsSpeS67k3eSqfopVw7MCawWP/HSQB/nGfynhZKFHyPbShjb+W+M5UvSz7IrbGlNcqhiG5cDZNZdbR4/W3pM1r6+aSLRc7vFMeYD/5ZbEoJw7VVWWFTAcF9ZrazOPbsHs8PoAF8clkc6Vq+flR69e+zUHAXxJD94JwASrd3zY8zr1T81q+a9smT/+P/4Vn0CRs7Ce0CmVWiYwGMv/kTinvnRM4G6uLE6NgJlX/XyNkjrsM3sb/J9gU0r1UCmnpATIAO8QzPzQ5VALK2d20FAmwOkAGwkTVcvm05Muehs+Lacdb+ww8Ww3JNZ9BAo6GSjtwjmvi3/2HOyCSD+X9NILPjmsy+4H/XXWLaeO+rldp8QEAuQKrqWUpvOtXa7swdMIFub3EAn6C5rbVsa76t8Qt21K7ewkJxDPG9vE/cnI67sSHPWf9SzALrz9H9j34nwJBK/uiiQ9Usftw9IGkvPnvjTid/9G5j1Wd8YgMZ80BsyzUMYGEfGB/7ceC95gfznvkY+fnFj4sav53MfJg1v2+w8aIc9pe3k61vv3fX8e/QUJxgcWkp6oxfNPvet2uNDrIDy7+L1LuBqxt08d6bhB2a8PFedww3gTD6C4JwqH/Pzd528ruQJzlhcY3jNr12vYvs8NEpmhNUqTEv8HppMh4Rgbeyq0r0BnDPvf86eTkK101CE4wZy60ORSF5328hb5Lg8Tk39lVjb1zjG7fgN+A3NM27p1r6fpZQz+mZE3ODOutJcuhei8jYnDwEdiVJul73mHxcv5v8utVuHcdJEhrDrQzpeE7y13vW82kJw1u9d69xKRWuY3fH//ZXs3f/fpNPNsCVE8HUn+PsvlPnfQngGzy/B8eqJ7eB7zWsg0DJgi/HwDzVOozJu15DQV5l8pd75B6kk+utyXq7bq19tnsl+6to8yJbd1Dd9yzRuU077vYFtxmxHS8HvL1Dxue+HovHGM1Xh47XX1fHl7as9zwVkyfZtkNs8jxZYtgPGc8g2bPumnomSjw6kBmKPuG6ECdkX/DgzunbiX3XEBwhM624aMJr8T6K1JgFuG9ybBUeq8byugnuJvpVPfCH86cWjhXBRyr23svLz1gqYIU+WMS91x8lMSi9+wAAIABJREFU7CpWirJtYvoR7NHkTSsNh7ifQkcDOeX/w2uy8Cg7c6gnz9f49Rl67zZzF0DxjJcCjxc4gIHnUX26itSe5OQ7f1sCf2Nf0HwIPX9r76lSWC84VsfiBKoL9iiEaEg6+IwigBlnPZTW//Gu+9BZu8ed71U53ACWw9DhNspxBncRmRnHejycxvS53+2HXiqvGj1LxAtQ3SST36PGYsC2vyTao/bzu+t80XJzgAYMONXk+d7e1TdUkKZJ09yrVISMMg5JdXXewxGi46FFVS3qIXp0rsrwyd4SCrenwr1eD3+UwoIH6Enz3uaE8zyXZvpWSJBFwbEF7W4SuZL4sKeWYHis/BeYWRBrfVY3t5LgSwJbu7tfbf5R4S5wUFGuflqSe0mdAZaafDjBzGtgjbbwVLV1ny5ZdenfycjGd64t0SLAm3+uuarBU7EoAHT+tuTspZZDB66X4p5fVefbQI0GrRvEM1KO9PQVQ9Dzzijb/jXvl+oPNZCerHdffMmBz0vQcWfKQBTmhYNr3W6Fuuejq+y7C8TpHEliSF6cxL51o94gFFdJP9aJBhzPsfcySbj2G4vsq9L6sUnjsSOMuluPlaxd12X9fNvyofpqfeJW4TuKZ8IEES9B8HEpLdcHb/t+1cv6Kr6rr0fe7h4SNw82Q5P4s7lun/JVf63XMoprTsj0tgTQKjBAsnde3L7zAAqqWoa4bRuKAk8GLDJ2iFZnUuUzYmjv3yp3cgNwIoBbKsy8iZOjSmHnnaDrZEKf0WtFNNjTVhBLZNpXEl2tXhCYy+/8fe8RdDiUScemVOXtdY6lBhIly0sfXhDKAjKrAq332YBQGSfyh+mlVeijjFJZwjFeALpki0umxlG/drCk+Acq1er4saMoQeh5CHaB7wVIPa9z+5MEQgvCq84ImloCOnPyaYJ9gAWt7j5n1gXKCN63z7mzNZPV92Xe7YFWZ0mUJFDt73TtdNTOHzSO2+erVvPyDCogzIcgFCdp4xFETPI3yfOdHesTLlAnYcQ5st6CTdV3ZcdJAOKg1MmGfWvdx/yz89qcDBCylfZcKpDQwpEbQXWO4p9rgx9PxlwXTTsbSbVt/0bJZX5K9Z05+ZH9kklob7zce30Xx6Zwzy0B01Zx5rxqFWx9kVFAC8Rffes8IxfXRun5ro8XgEL6MmHwqN49duU77y3Af6ugoJ1HXXcosHMtAY9V+Jvn2czt8ZprAUXcfszm5fY/NO5VI65SsOBFPbGzbn3GrJF1aDAqlQ3sFoEza8zG8HvXGhvNX543o2jcOa76bq1olgT85SfVh0N0S6CXyv0E0MnBqoNV0K9f6GefflFH33qWbqv0bqN/tfbr8zbmlLaDIef6ZgNlcsDLUrP5LhNTK4gSpMC6AIzZQP36IdOlrq+Sqz0QY489VM5Eju1Z60Svr12KKrH0pjv+WoMtsS/pVxVPA4J+2ICpeVMNvzNhuqFA0nxtUrbUcbMNBSsL9st/zp3bf9s8Az6UrvhUfqoQkJwdW84qp8gPwB47pclvtmr30ZKZqkPGKBA63iRhptPWg5gNZy57LrFx+NEHKCCIf+nVjXlIfWdFdKeEQX2E+UOtJmhPMqCzgVdKS5Zxlv0i8iVhQ/4EC+xV+kVVvXlkE0gSCJ45g8ifJLa5+z6JPdXpTxJYBTxyrhag5KzP3N1gA3mf+T2g4phL6N5V7bmnYBN5XbXEWi6sT9rAxc702wcPGEjyg85G99g2Ghm/wGyrjjI4dmkD2JlHFVMD/aGZRB26qikUeJJQdCNbtNUWtU8k5weKEUwdHfXGsTYRfn98dedUZBCF+Xw+wCdJvFGLljWnwI6BTcqKw992xua/7wNkKgV0k4Lr0Vb2lwyvgNW8v5W1h2UMkG69dfXwHPU9/ftZq/h9djYhQIIX4MWd/5sMpZ8uG4azrHY+MF5BGRXb6d+CP9b+xRotiTvKvlV901e+eu/mxvyh3zVn+irbPxLA9IQZf/r1ehE2ae7VtVjrkPm8evpOLvSEx7zRXt0C4+bc7uycA/PNpxgLBYDKQtOojeeb0PcD/7avqmRsdMrw6mxxug9QZFU2fFd+NQCV9fIqWC22hXta368SBJ8vbq/8EF381Wz1AxBscM1Ishal9M76lI6+oMLt5XuuXL9atWRpPmN/fJUqK2v742vnMLti09SYTT66KhN7FdDrpwB1PmnioMHn9odetTEZEwhlT32XaibDsze++eYL2q33EPilH5276DAvDWkfMPOx9m2TB7bD9CswC90IfLmzhK6lBwXQP0zg2ft//eW9BH9fPlSTSx6u2kYLCRXy1y4VDFax9+GTP/0pPX1jj5Ajc7sAs6A6lhc6W5AfmEwS7IvYXaOMXZxkX52RAKISfFojdND0cOZ35+Mc7FY+5TWmAvI832y9h/Mb4O7YetWX0bFonr3vvm7vvktl/gC8SGCZr0m3AUIseStBy9YDhgg1qphdXZ35ua6rGnlxwflAJP3Zs1TqKoHPS5sPf0ODvjYvzojpYcDMDwLI8OwARb8lKTOZc6adnsotjKAbTyynbCB06GzDD96nJwYC9fWLsH+QnyXIUskaql5T+VV6O5IboGJnkzOqrQYy7PrXNfu2l0uHjMkmY3tdf0jFmL2pzcH6hzqfVKIChXQsmb9S7TsDgalqR2BXWszo11/Qu69YQ/Lk519ClZwqanbrKN2NJf6WxGjPovWjZl84M56mB2wrDrNPf/oxiaPvnz35Mnm5f+vf/uZJcpSVfKAreut9rBAZl5YN9oFYYizNrodx803o/fZaBmKI6PyLf/6s9j2bii/0IhXZ4ltPn0rErqctKYKVA4T4OmCm6hPgQsH62D32bKtbG69pOUElgvyOatuZtsGujRGZ4gfYA2JG4iFYUHw+H8XmpP3Jbx+mIpld5QwC/BhgqpXS7BcSWRlphLU6WrKYrexmndtcpy0EgeGOfUZXtiI8c/MigC0A2hcBIqDMF9ti93751RJyKivL6pGz5NP4g5+nBywbHWbYXtH3175hA0g8qyz/9JPPq3+8UMBL2HkurFMSwOzH7VvU2bHxkuAiQ2TJ2dQimezvL1LU/M57AWHnOSQ2ez7Xflw/0sYmI6Pvqch2jrWftOT5QDttQZZ14a834lI9ETsIkDIxwfc/lfz+4sn/4//2z5+8+i42fYAx7ZGed9cOCWAUZyeZdG3gr3czxi9S8fzBx3yu/D4gRf7Ol0+/Kn16wbF5jxYt5ElSlk4aAAQLhb1DEMJEk/7I7AE2GxukvlPe/5q+wEATYMbvkgB2tP8Uff/zT4thd/7qX4j1zD+0JmyH4af4lvEFE//8D/6DT7KHstfz+5d6kxf0OtuITWDPUKWf5FyiN/qsoQH2nlbSxr6xrmOaYf9Pzt3ndWwWP7N3ah1l/0p+Y+HSsg0oeQn/k4HLPZ0Hn2Uv0EWSjTunY0smee7+D7YHmybj+7JV2GyJPKuChejKH9IfuoxS29o7s8U58u9zvlbB1c78yeSNg7KFGofPddjRQGF0TPeml2U5rCAPZ0dkFOB8tjAw2Uk4kov8DhPcWh8u9vQq+uM1APGCt9vXAQvwN6pqu8rOgMKjn/zv/rf/Il8VNEniT/8ayLOwbtDddAdg9M/aMOQ8BuYA/rzVxGz4tfBIS5XY12xCvsnVmc4Dv1tv9dno2xuzk+3xsUDYH1o2eM/AZ+5DD1s/IE+vxv7LDpfzOO8feDWVzXnGL7NhxWvts1/ju/97/+Hn6UF+YhvAcHRV1o89V53Bpzq6erbpscvEfPmo2T/k/LGdD5voFCGwI2pfAfqOZcjnO751y61Ocv3OfW3AuQs9wemCJpLpwZ27jd+UfUOCf3nOW9AjBuL1aMP6aeCiApz5t7fAy4UKcISzIf/yW87AxTcbX8e+ROLzVib65l/8J+fc2Z83/9Rn+esE8K0Eq+7vZydeb1fA/k8lgI8szphnNMwSmHHW0ZzrHov2Utjcr318DtIx6Bgvb79ukvft+3ScJ+ncBWmV3YLWo12Zc/QQED9BqZsAvijpVtD9S6qUF3zb2G9FFl9nB+1byVrrc4Zb+pDzLHf+/uIZm1h/DDzdhG4D7WdH9wB+Kzh1n3kG7qjp1pNtSYmrCDoHpwK246zTsaC+DbEqpqEYNl9T/DvwJzyP35/1rwewasYGXY5QLvA85+omb312CcZH+skjBkcWNo5Rfy/xepNZj2t9ArTW7a15uknarfkm+wIC2mf1yNq9329F+djI1oOy/Eva5eoVztqRCd9fuS0FTx7fz6URq9MwefJaJZ8kxtBSdzx/nST3XnJVCsU6oXMq149ilcqC3qV0nj44AbZT2VkHbIj9S9nYuc7YivrK5ykzweYl8xwE47KfDJ79ceZqymlIF8pOcLiVF/37qPk6j+cg9D1j4yak+zxxkhcQRoVjnlIpdzThHNyhou56LZAgIHcqdzx/D9ghWcxDe8zlh5tQdh8IxvUI37xsXJP/BuUkNCUkoqwX1N8+KKXiEQIOcpNsTYosKM1xb/P5fKDBwyrUR8SQ+zQBfJDaAvT3fe35ms8xHK/sLiEzhTsqmE2eMY6ucwe7YICD81KUURMNinnWfO/vM152CM0AOx7J4xQ8njhV7jMma1w0KHP5/v1mc9Lq9SQ5Sx2XMRZwcPSGT1oe47j7xmcsJwdrht0RhhOoaXC3Cd/Nt+dfNcCSEz43h3wVZAZ8q7uvfvDMqypeAHt9Ou958ahLp4/O2ud7z+p3HAtB5dIG0vVFP+fv1sE4rGGMl/Y+F4CNAed+khi/nN5jgkwXwHITmpz521v211Mp61k/ThC8iaSMpbo0g5J8r+OscrwgkchkDEHOwgUxmLsLBEHf4/kLUKruXqJq+ncAFduPcWGNCojqPyeK5Pf21MFWxX7e3+f4Ldi+5AQj4jEJ3EB33jemhe09K0cHWF6B4VXAqvZdNVd76vQw2rlgnJeic9XkXdXq8O0tVXsqAvTojIOkx2wrYbZ4xi1w6felv8zzvoRIzWIVCZhnaXDZnpBIZQCdw3D0yUuwealy6HP0fJhs0HfoRjloZEIAiLN+zxo6szT6Zx81KJLvC65p4mL3l9Sh69tzqfv4MQHMEUOp6KYCc6ZaUIoenpGY66ErPAl6juUPcb5G/Wa9t347B5IotVLVk8fRz+3IdfUEoACdgc04Y/woaO+e23kmFQbdR02EADF4zgWMJzJDnf4iiFFA08BKo+lbYn1G8mSz4AcB1Jzr1hiDyc4xTq/AAAr9VSQ0sNN5z/UjiOZ3+3f61PpWdht0SZ/BGPOCXu0NFFlBmXiTGJZiwbMhiAs0ctYlyeT+xkK2eqzlfhKH7ZlTcBRdNyfr0nZLOFj/OVUC5otcChao6HkAoLHdZrJXhq3NKH/pLEb8kKqcdnt+ScRT8ddpuT3QV9UtcfFgp0gbV0ek4iU95frcGb9zSGANE8GHx2ZqIiD37qw26EIeBKiHwC+NtvOhif7pUHSxc0ZWCeJ9HFejHVXVaG67b091hjOiid0IqN45kj2e/U9/eh4H8YsEkFXBbI71UEOfZh7vudBq4OwHlSo9l+i4M/+CDzdhueD9zvAmgHfsd/1UrrKjOkbOJI2WhyNTS9aPiUCPTp9pQOT02RYkLFVfXm+AF6MrJEzpczqH0/3XCWC6lvlH1y2guV7QEsBjOxFeXQXbtd2WQFqlvfalvx4wirHuTN8Z272n+j77GuDAvbygpr2KuNcfMBOIstbyPXv2ujLe8/5hf3n36OamL0+QMcuD3qvJ2QJxkliJcyz43b2o+kdfvVRmlTklb7iUsz1vel4Lwqznocp4qpTe7emQ6whWNNia99IP1uQmGDxHKzxPhAuSHpChdNy1KbZmP0huHADQ7JbHufS+D4AUIfZbrTvZkHQqiLaUWp2unLcSf+vzOJvR+ZPkCcBExjIbx5vfMkrzkwo7Mv0uhz3PaB4HzJoudPTcEMmtDCQvBawkceY8tL/so9uOhL3Gnl+iSLDCebt1/zL7+QJ928s8e8paN/FaHwvj0lg+9qxLsuwIHBq+Z3NkSUKh1da1ewb+ehV6NuBAZ4N7Oy/eLx0uUEyXtPu0Okf/x+hme7JVy9EVlWvJoYIOH/1t1xZUaa9JmkKSOp8t6CCfQ70qQOvMNXeqLsjVKrDmH73NEmMt3JMt/H1oBNk6X38j8ZDzPfrnkVFCEETCZ+0TyraS16qYx4RT4LegvsCJJGhBCNMvL14kuUN5luZzuqQACv6Nec9n0ONOTk8CWMWW9kZ2DgBgg3XAB/uMPWtuvWY7uOds18+T8KZ7H/uyrcWHYOrPqYAsHWE+gza5/eWOk3QTdK0C1UMv40OJZz+bt+/RefecIZDkGNXgqlytB520YOChdz/X9Zz1STFZNUilksqe4CguCLZ2T64jsaJa0D6dX2PNHxNKzt6MO88iUIdyljDR5+wpe0wQuX7TTL78W2BJAAkDiD27Py/BqTp3vo81yzwlcOh8oeeWcNmalSGlduns+wVfVYR+lmT8d12Hxkce7KT1QCVf9BAwD30nCesaElMSHO11jPYvl1syWXBXpegqa+zHtfs6wPCzJ1XCtOciZ6HyLTEk+e3snGzWHzzDffanVGWxox7iQ3+u7vVMr1KtowrcazEQCfd9lry/SvKi/lH2Gdmt/Z/1AWa6BQ+eo/0xE5QFZPkoIAbj/+n1quT3WtX7xjR9s2A0sJhk55IHkk6ztZN4zUc/ybWaAH42Vo8m0mpasoVde7I08OoS6M73+kP5s3O1leW1XS+4KxVuSZqup/jZR5ljtO2qn9oSyCjzRz09b/uoC3K4crv5AmIwN9ibAobAxBF9WAYrScbsbxWfwMKSbALTPm+N2aZNAHcjs7dGZV0qx8aDtHOIT4AlrTG3OduLxW0e28qqZ/v85kpn9MUF4y02pbe1/Ty75Z7f/VR11exJdiCQaAGoEoLRE3S4mxZE4uLRZSpcJcDheZ3IrcJvonZMeGsVg/LxEYTroze2ZJzsM8Apsj8gIV+Arf5pdQTwpWTJGGHmyxXQ+ZbPzTYlX/aB+5dpi1wlSM/eBUbCblFq7Az+2Z/GMPFQ4YtGXeVjAvCzXbZfZ3eKK+acOf6R9e09bkxXoD/nTAFZ0ddff+P84Ruzd0c9Cxhj/J8nCSCh/luqQ//c+dOm5PYhjm2SJOBPrdBdrEoy6HO65Y90wuIDtY/4KbFHnqbHdvVaqF/fDyvKb3nef+Pvp6I2e0WfV8k9sQP7wH789DP2D+NktmmB9XnZs2WgyjmzBPAqZv82FagffZCqtezFMtafJC7dSpbsGdJAZuyJy/YyGyF/A/yT0Dvz+Buq/CTunNns/lLCm5cmgFfEAkR/fdnZPDvT+i+65No5Tch8xwZgq0R3pJrShiJbfMn38rNWHrUUMxbJVzS5fFRr/fs/YBDa3rHHnCNkcX5Hxu9+h8nMKL79k6pi58SvT373N3xnZ1jsl/Q2/yD7VGUzvBwZBj6zd/m6kv1l2sj+NS+SUQXy5KKSZ/pcu67k1Veh4l4sgvC8m3uiyf6k10YXTe95b1sb5dp/+HtYyZZnaIVcmSGX7NteBSKLHdG9bf/vIGiMoGszMM5DApiv27gRsNAHT/77/++LJLn5W5ur66uX3lerj+wJyT301AWA5z2fRG+q9u25/isGHgn7zNWP0bO1fTP3v/+qZ4x2L1cflDkgoAL+yM+p+qS/AS/rvldOTwK41L3RJ5GFAvUwsABumBt6pvtBMvyR0Yu+wOyAyp8sf/iBqu2XT/6T/+Qb2u7J989z/laOB4LeoHKWxj8r09Hp2W74P+q1K4ELpNL9uLW6MSRnGXB4QZWRS2fdZwdk+GMSwNgEyF8Bfrc688S7B1afrDe+V5bXxSrsgwEExeDf5Lqh6s817rlnXonNy+/ZOYtBb25XiNHihMjicghZ8+wNQDh613Ow9Ss/fPcDKDQGrCK32KNXtM169uwIX/zqMfbql/7WymMgg/oF+rfnurnX81B795S7uZh87x5Cj72Oa+exyOR/+V/8D0/e//hpCxWAQc/CpO3Ci4Dv1tPemiqMWQu7te3iJ2N9AtoRTyBL7D7nLWrrd9rTfGAKkgbQvASwvSOmsGt5ASiPiYftqLhArGLsPgUQhw0II4DH+bFU1s4zvmrO/YKIZ5+ULbW6MInw78Iw8embJ/+r//h3SQ6/bMVwbbtO7kSwsajDbjTbb36ABP76zi9mXr+Z7gV6bEuixevFtsStAVwGxh5Qh+07O2MgakA34ndjP555W2BJ/d7v6A2/pQfot+UQT0yYT1BpeNuvzY4ImMsZ1GR1Y23TSSSnsS/2qb+XtYZeOkxTD/GKyS4X8OZxVLov7ruEd0Xy+Q9T5Tc52oq2WUaVUGievjEC8y9LAu+Ne519MwfBw57EDefRI17avQn+qFwdfBd1t1tugJcqedcdOujB6Lo3evvm53377AKUtxza795OAN+P3Xtfp3RBnsfkTa9FUFstu4D3BBfGYkq9lBCtUtzPd4ytvXtrnA+O4nm+Gjlnnrd4R9DPwlyHsvfK3wXcja9JX5JaJ8L8jSpxc/e4Bn5udcfJKDLMHD63cuFWkHnfEjAnEtPDbwrwOsfXMB490jaLv90+U0UrW+8eovv8TZIucUmQH8d4A8YzsJcE9LwN+HfOyd+pzDjCXwflRIuGSF2ys+jsc/HO/1l31ynSPka3MdnYrnmrBf1967lkzKrA7nPP8JGUvc91n4cBdilzF7zgOG3PNEACGygQdKyth4rZOA4N/sWIas85m/Z8rgkAI8sYHnvXzpCds0IRLaFrPLfy0DNUCeTvHK6H5G9+lmBskiqPIiA1NPnjPZrEOvvUvN4m5mZgB88W7ORu9veHtTCmx0DfegUt4Oh5l0B5TLS75uiYhoQp8jUP0ooGldldhyHWbxBk+zDP+tb4u2b0RYM/ErKPvYXfSwJ4zdwZdJdSeD1K1zvtUFObS/J5EhbuV/7+JipXqVH5YmRK6NSxWr/lGix5RoqfDDgQBCHexKgwpq3FgmU3MdwEMKBFPskJRUEuYWStl+wie5vvG1QlRRdwIqm+quS/DHxuN003Pu6Z7Sdy7fql2hBgzyKqYuHMSIzxIa6h221/kujXSNn1lgCfObGDrTIKQUXeVK6qOrOG+d09WF0XWq99XCpvY36w9pI7MxKmj1eZvSTBeigM9bfnIueqNgdBuvRZ+/0cD2MY9fSqg68sYUprwltSgdPfjZ5rZCwLokn0oRdZpdGeZ+jE6tomSUcj0n4/h6Gi1IfVuetpSoahbukB721St4Hr7VOG/U32PerOASduxflFo80oWMVS+0TE+FjCbICcojUzvtt/ze/bU7PTZf9PTvQxHuX1elg+9KCP47qKoiXpWlkquVb6vJ0lS0AtycHYawVpg98L1LsmtXCBMTPcZxhzAOZg2cMDiJSCmXmfa4zKrRqiQQVjZYBKBrRfS4O2c8QEowUpPkmA9PbkXgJrjqCXpFOrvyPjnvP2uPs+VQ/rZ4yy5lL3LVm7oBN5HlqxQKb8jrFpvyw5OjCCdVZ1XDxCUXcScNvX/qlKqFMXg9d8kFtBFnvadQVBvUp7HIdm+mAgrGtHQGZ+FHn0uVG4MVw/KLVkKbUZmNys7Cf6nKG+Kvp3W9lk/72fs3iAogVMdkSeBJVzJfe0LioqdnZcoNdjpZ9PlGHg5gtOQOFSlvfMN1/kPPcpPW7ZGhjCECCPdo+KEBVto6J0v1U5XhpacwbFba+ShlsJ5b2lDD0BVPbOPYNuS45VMk7fQQKvenJVNQLJfXKOJoqzyHar6RLQsIRMUQGD0k8VtDdHxNnobGtyXsI2DpUPmKfnL76LU54Kjrz/dWmobh83MoTKZzT/1UFufs5T97A3USC1+vfQxd2AvOQO436abYGXSxW+XrurxDYmAXvBwFFjH1R8VuFZKVFX+SHwRIbJqKREK+4YGJkqrpFYLDmUHLdfPGNNyHyvckFiVa+7S6tMpwksmn8JGGsn0W4+v8/PDfZnDHWvc/9PW4m5SohVIk8e7PFdh+4Y0t5cFD2fYJrfixWuspPgrppacJRcfPnVKuLpOn2t6L4HuwSCOPvzs0PxLVCIAv2HBI/ZTSqDdmrtbMA6QF7of/piyTXn4SIJqxSwBxJkT3Ua+WkvqQY1rdNorgENUL513QArT2sSwcaBrFRTC1KrpFbZPwrWG1i+iegKqycu+9D0kYo5/XbZFy/yvBLCP2afl/Y9Yyv1GXp0VRqZT4kFgfMGePJsgr9li4DcPxWrl5IcoKKVGpnPj7G35ALmpNXwgkWZJ/oGu4kxj54d0KK76lRIAjoIUo921D8JYLaKBGyfV4AkQiG4VH3bcyhjjs1rPQQLxvwjEC14Pd36WYJFAFZ8t/W6ptdylp0qB/bLEpw3+Z5kVoNYQEf+tkTuI/UtZhqVjGOokWxBnWhfCpTR7xJw+vLePKnegW/vaUkgfufaN3DwxkCwNgcqHKOnM3+fAbRE1ttq4PS9r/3GDsvZZs7ZPk30JQjmpeexMZeJpgwvfiuwFPllqx7gnrVolX3t4VGomT/39uKP3N6xKDTpPnrmi1Tss92Py5Q1TRIyydlbqSYxMZYB53TQ/ugZIz8NIBX0Fj2UAPsobgeurLxmbM7X0vqz1TLul0kA06HoGSWwvJynC/g78xa8uL1vL33uKvGuXbsK9VIVs/lr20lC2E8qyM95imYwP9dejC2Lxt1YlliYP1g91OpYtIpftsJM8tCz1Od2378AGi4QvLPp88rh81TxS+6392eGOPo7LAZrXSJIRT7ZXcA3egAu8LXzwFqzgeo/qmTD+lDQz8CX5Pz6egWinnOgALfjl05DTD/MjuzMNrmjKmNJG2CpteLwfM67tgzIGhXokOcsRWDWz76X0F1V0F76s3l9kbPKg7pH4zMqgvjO+beKqPk/Y8KYfrevJYoS766+AAAgAElEQVQeXvlcgZLnzGWfmcP7usnPVjQXSGa+0/sbvet+rLzehLLzpm1O8nqRSkFvUSHYKulT0UyfsO1ULvIL2rKg7C1LAM8fXA+7+uW16YHqRsE4/aMKjg26fUavsqHt60f7cz1q36mRJA5jH4xlroBJvkHmrEn1LCCwzo0v0M3rn6nX7uwLc3DlwfMNZJFkRc+WUxEVf+XNa/bDGIXIbG0gPlmuwcZqxWDmj59T30XAWgmjT/D5BebfASLSF3MB1oLzI5vP0gMWJfkTvR45hfV7d9bZf2xcdhC984XKfxXg+R377Z6hKlmdj/VTVBPm/AAqKfV6xz3KzVJm8g/szQJkJMbYVhIcr08l7gCua10hoQZ0qN3QRwW9kY2draHGj8wbw8tX6Xtf3wQTx6k4apJzxQf0iXUrpXOBhgNHDdDrLP+uc2WfowkuC1f7w6swHphr9MvOSwwInx+9N2PP1cgusAPAhzl/kSorf6Ef2d3swcb39K60LqlC9jztaZr1+iJnX/FF+3N12bd/iu3pebJ+a1G1mGyZK1rlzwZWTTf6d3NS8FpbR7DT9M1N5TwazqxfK/eduZEpa+7MkNi7/qnzlilEhtkf9Jr7AjZ8kn0OsMAm+OlHFM5AvGO24eOaf/9mR/QJ3vr3l891+4bTj6NeRQPtw3q0X6CN+K2xoCSm39P7Of5A7TcsHnk+c7c+zRLQ6SEa2mb7+IcX9G8q8tubVyUqn3GtSLbvoWljW4ZKWiD/dUASn6f36b/zD76OTuZXxaZiVwZsIEH/c+7zVRImKKGbuG4yHzPM9KQWX65L7/ZVWzv02klAFmDSGAh/VeJq1LgN4HdHntmqvp8vsF6nnj8/F/wlSYhBYHrxaSoX6ZK/++N3ZVaY/SeesvVqBT7bq+MDGTeRS6qzvyXP6YRbFedYVRW8Nl/rc4puv1u31XUSlGH3ScU1fbmWL2zvnf1vIhN80RU0rCc3O+IC+Z0j7LPZv/FPYrsCjrz7TvzR0PMXJAh4k8vaYyplyfdHne/rqy6u1/Y9Wb4y+Ofe334bUE6TcO+E0QAwZmASib5nz4A8J3vWBijlRfYE2+nas5JRYxzrKVsdvPgOWXb/aIoTf/UeVMliMEAurX7O+75Ppa7WX/T5UywieaT/1//z1ZO//WcLsPa/bFagnExfbKs3BeYAEjrL/wxAVPYkPnrOtdLWxuf5RYuQ+GyxW2ZX7PX733/d89zZXlsmf+IXAjywQ34AltLmoCweuXflapf49vm3Tz5MopgmIUMffZjzrQl1/q3rLbewOBhfclTLjdW8it0QEJb68B+TfP7P/rO/lzPjl1BxR69UcTlLzSK7N3Zy3vvl08RJG2+JPZX1EJed/zaADt1V+yhrsrMhydkwa/DtB4p498k3SdbaPy/TvgCwgi4ui1Uqxht/yXOtEMh5k9hDz2KxuNF9l2EiZxMacP8wKOhnj9Ho7mW9pL3t+9BH31jfYu6LF7INSgxxAFC/hdXCmr/JP/aE+7UPd8/g2Uz8yNFGLzG9OCl/bwwct9CrWv3okk5N3tuzDnMkJqLo+xat5HPWFvsYubrFKvQ7U7a+ff7UNj75+X//X/0xumYgh89yBl37/fvo/I/T43iA7awDmyTnzA/p1bAclJjJbJeCRTOvKqO96IVDkPEwT+zsC6a88dLab5GpL8KywCagH5x5Y3qQSNbnPjotYB4Jf88HhAHsbN75JmRkjKkrLLgJ4JexYby+/ubHJ//o33sau8S58GPkbZW25nKxZEw75mV2t2UZkHP7wd/EqUdfD7A+6m4x/RYdZEzO7xUDLH6Eie8CX+gstk79cGCc6okVg449kC69ILNtQWf8TRbfmLiDZHmzy9q1IpEnkZ8VaD5e49oHBUMDOOQ/z1TmYtduHm92wmL17JzpqdrXZtV+yUAAwrHSvfOnF20e0ODPg6Nx7jTnbAJ8E2C7jIf9y4TEAnn7nT/dZMbbme1LRduDUyWO2cy163SfAd7rb5GWWLuJrf3u8Y01Xo5j+nZy+FYJd5P4/EEBeO+t+t0znEPc5u21V6L93unPuQlb4NxGGXprUVJVZasIOUju47jc8QmCvZ0AvnPsa0vAZ8MfR3To59sXwiLeZJtnXIDSgTuHZoH5JdsWtBpK2H99Hef2Jh83N2tMfdFmnn2b/NA+HEjNTVRsfnYoDrW+xONNAA8tQbHtOobySN/8SOsnabAE4UG2CSDc7PZZz79OAPdmeRQb5iZ1V/368IS9HuOEAq6CrYyeAMVxUKFPfrMOAv1FdtgMQ917PaxlE1F7xiazXPOIt2d8m5J31ZNDCAtyeJRHhIaAIpm8hr5AyjViVum0HhIO50dAw713FWdl9FRSSrgy2k8CcfK461yAxA0M2xaSwEt+rJr4TGMDEHf/lgL0VqdKQL81jgWsHGirdLzP1WtelEHl4hr62z9XMU1GeDL2xelpevarQO76os75JamjDFwCeAo5z5W/bIwLRPZ5HQT55u3fSyJzJt28/eyiBEsvkTlo0KHytiD0RWNvc+xFllBoMBJdf3uJvJR0pE7vTUZ0zwkc5PdN0qgAbgJzxhdnSVIQsv4G3LZWMwoe6J8FupsAXnCdXN2eogzoi8pZAGQGDmSeqg7z9ahz5yz0dfa6bzkDApK/tspjzmKTnxm3AOqCyILqR++dRBfnchWQd3YE48YuQN53sE8n3Up1cu89TU6Yfz2zGbj5/SM1lcTvrbqVMI8BlyC9+bx9JG7ytkm33KMVb1kDNDICSBysPmYDodBwEp8zCiRL0IHes+RWM9aQt4Yn4NYkbiuIlsRrZZq1yf0ewEeZpoviM0frWakae3J0zxdzUKpq12CeNIG/ygV3JQfXsVPxVoQgA7r92B6pZz3T6K7PPnWPolElOSShh8y+1bOSRq3czHiaCMw8LyGy4KDAcecn+k3VaROF0KYMTwZQxvlzvCey5/0crVZwU+TONXLfOdg8FCkuORnD7FEu7O31Dp88WLOjSxNAaWC9OnkVX+0x2HyrhCnqsMkf1KAAdas1Iz9NiNUg355pZUHmytgEXM4U1VGoZu2ed81U2lQHo7k5VG7po7a3LEDEKVnl74AcH3FinOW5HcO0ckzZRcwEAK1lKyvyOfv5VYLmQzwOXLHE0s4Z6/wGe0L226pHBfrXY+pS/JNzz7geO6PPczPPV/sgX0vduWms/qusRx+gHANIEVBoMCv6irG76obt63ceEIYzJNtm4+hT9yFdq4iNYwQAVs/DGxZ0+OXsA7qhFOGMYVRuhx2kfXnEZ9ghAhI5vwSDBEbGRuEAeAyACFZILBV40K27ilTjv/ZDe5a1jcESLKWcOgF4VeAegRyP/ve2uui07ew5tkv7wN2ATgJVfi/I0crLfM/pLnuCec0zQFubo51xc26tv2Td7LbIUZKjXZbajqMuK+WxI8XTnCS59Rpt0RJcPsO5Eoi9Qda2lqhe03t28sHx5rw7TyR+Blpa0posC+quZ2X0SNZecHvJySUJv/yK8kZxlr5KcVw9B0R16bTszZyxApfGLxBsblcBu+o71aPAHVs3FJx6XaKEWoDfuqgk0aNRAOb2Naq05f9eQat3DZaQ+cG+PpMigbMAJZrYgXeauDoOSCn9Ml/2GTrWfd7YAGfY3SpOJLQ2r18kgGAvuNaoZNGAdnf37PRPX0DPDRGvYgyiucGRYwuTIwlLfe8aEI9uXcuX0w4iVzM+AaPKYOTvq1QytvozAJVVrq5iXzWne8yWskbkc/q3Z2wBbAkYn+R+aSoblDitJchz/jeg2fb7qJvG5FJa19xXgF3AvM+T/yTpBwyS3F9/IvO8fo3pdXb6vUqY1B73X72+jXt0vAtSO59L3RW5tHdQTrrmADaht9dLjDypmjrPQ+99/c0q3L5LIqY9RVvZqAp1PhC9js7RvdhbADDtu5Ug9AJ6ozK1NyWjR1fvrFp/3k8ThC1opoARNG/kILLfs4wcrQJ9lRiCEll/VazZ3wJG61cqyLOghflBM9mWEPwWtowAdednCZxS/WbsAuKWUDuBflY1boITAwJKiqtwZztMN5eBphTGk8FrG9i7rSRrhTgZMf8zkK/b+tOP1oNtpUf4od5WeX2SgILXzizVLu5pfl3/VhQbZ6tZa9vQqZKB86lUwhgje9+aFJTqxvmfz6vgGCJ+Nu9NAEtKAU6RdYksgX5ng/5zs5lG/b+ehmtfc6v7jQ+93th8vG9gJK9VF3p8YCbAtwSoow/IqXVw6VJGqkDLf87p9sJqNbALjDZXQPl9kaNz1VXoSm5GV74ZaOGnX75vn1JMJgKF7BaBbkmkofsBlwBrzpi6LwYK9XqpZ3wCxyivVQ29oXM6D8ZvbgV9BYcGFDG/9FaZFzLOSw27/mZHNTT2sJ6NvhYIUls54xVkzZyxYazjgHlLDD/YB604IW9Al6PptI8EwtmW5nxBrfWN9XMDpA14Wl9+n4qnBMAbdAMceFX9XNBYBgoU0EoLspJ73QrEa+/TJUAPdI6zQXDSfcqOAhTf5P789LsXLiDP2L8Nfa05lnxeYlJiPywTAbiU9SRy4Dy4fvl8/FWh0gelPXUOJg7u3u9/KACvT+oSy7PvFkDT49T4JcMKZGmSbImrhRzofxTVKLb5KzvXlzgeAAwNcylYFxCqz+fF5jWPAoUSGe5ZAH5t2iX66U+VxYVdlaZaMnZAj5590WXmsLGLs6/WjqM365fpAUlH+pEvFz2Y84yc8aVQgH6Xin8gDfZDqXf5y9mT62E/ilaBvyYSflO5u6Dp96GRFJQtHWBAVuRjwPf5l/aDoHUTnvlZIpw+eS8JN8lV7+eDlK4/z2DdVXCyHUtS1aSJKnlAUMweo/RnD7Hxvb9toqozx4Azev4APwoQAhJeEFNyc7TH7F50ygOT1sYWO+QrZt4Lesz7nZ3kuj/Xl5ruexq78MeClCSUp3d2Li7G8sc//qk/lzI68qPFRs/kyN3WYAFyiW/ry2+hUwZG1Ys+rChJItNX5O/dnFOvMxbzZ1/uuQdmsX8x6zTp2b6KYlrrIX6T/PUHq2/pi5xfuc5YBbQ62rjZm2tVBLSDLp8+2ZnQVjcBa5DjVeQDm49+V8X3LcYha+aMTSTg32PCuZDzh33YbIJ5yVmt/7Hzk23/0QdfnoTIYgO1LSWqMh98Mknoy7pzW/ls53ntTLx2/PNUo/0554VEILvsi9Ajk0dr8JMK6PxXUHPsIEl8PrTKRbLIhgP6G4V4EgJJALv+O79KKqmI3Zn4IlTAb7PaAahKFP4rf/gqV4+/8+HrJ//m338aoEXu9ytwROyuzOcH0dEvvkuPd4wHeeff/CuqoNkN5Avz0d2zY5Uo4CDP0BhXttuf/hbr0/R1E6nVT1ruDMwxxglxiVVeFjBnyk8M5lbm0zf6xL5SwRhpeBpQpLX84x+nV78KwKl2T8CJ9TMxvjwwcET/m8WMQxWf6ujfksithehMbk9h88Qnic+Q+3+Svt8ACfZJ2780YQ3UQHepyl8cWhGLeS6QICAQn/P64CM65DEBvBgRMOzs/TcBrj179iJVieHbznk79oqcWypYVf1hCMlzSWiKAY394wDFMr7n30lMotA+f3NSiCG2p/lxonNdgN36IPyz6LRLx7tWHpLSbzqP9Y+ix8VEr1/JRraP/FwbEIg2x9B38RHGqJM1SLiBb6hqlL2hFVRW9ck/y7r/s/9fQDzvRl4kBCvFAZV+E3nLs6Cy/fbbP86Hyp76XCsJPrUzNfrmx+zpjjH7wjm0OPQRisz7H37/u5Nwmw8jMahneHs1Z4HpOiwI5Be7GopmeuNpEs7Pnn/35OvfJ0bIdiktd+Sdn1Pa/+n/xp0yH84665inm+1Lx2tPkzl5kwT2/+Y//ia6z2cjqfndrzln2eqNrUS20LLr160dm8/+8V8EOKznrIRW9gCbQszHuc53LeA+6/phqrML/qsPmHiL5H2SvS9SaUyOFi/7tbrC3mi8nV+adj38PonXAtwC1v4sVfv68Hqh5uZX8mkx1cxGW6xaAtgjvtbyp4DH2XfFBmgHlXFKHL6f+y3PEKDIy9FADzCjMn0x5SUto9MDxhSvaYwMUKzxXjHr6PWcW/5mDPaWz5lXLAPslYLFekb5twI5VN31O2YmNlHZ/Vb/dEC+dzOugili3/yf/+sfn3zvbM69gZCunfsiNoIKeDEzIM93u/+m+7fXVONnfJHzn4CgxOSjM4z/0yRbO+68r4DjXLcsUs6mPMAYUceGJMnIx383hVli0pKt68Fs/36cufD9WsZ8iDafHxE/d8ycN761hLRnfL8bIcCa716CdGc8adsSOvl/+I++DmgAK57c3ZazidAWVGx+XaP5gcr29HblqDbbYqiPFNwD8ACLNUZUNqJTyFDw42z70ubXdBvDUOPEZa9ZAnjtWrpE/cxaIq1gbf4jUFLURP7GfJ0ftDV9J74l6uuKumcQtzj21saS65w2cU0CZ77m3zzmOm98QQz35qOKSW7casnHxuP+7iSAr4D8j6tWpxivA7tHeny9XbF7K/DuX+c0Lrns9fa1HypRcm3G3dtJwRvku/1UbnVyJ7Mm+UrQb19MBmGNo7eSZw9jOAncTmwn8bGC9S4mG6LJLps7vyQsN9myCR9ivRvOhEbSHBClBYui4DjfRX47Qf12QvcmEe41TqK+c3uF5M5zk0Ltt3D/tsrfVS1RektKQoq3J6RDUEXhgZX8dbXxvf6t3LrXdT+bZGPbby9ya/P1OLYhjFcpczfFve7DPJ7N5ZoOZZ/3uUs5fR3FytopVb/Bk37ts80Ru/J4572OwFvImSvgNnFtZvc6B/ed68pdaUw93BAWghcU1BztycTba/ZQAX7mg9JeIv0EDLJ528epiYOT3O17T7KsCZftl/H+3/J9vVofE7ePwIgF9zeXUw4AEW/P/51nX1c5OZqpBWMeKcgpXa/2CvZsy6m04vYBwJFxtWqrSmmJ4R7aXa9VzL59v4PR6GHl8Fu/z+2Dt9/XH9zrjM1zDBVFFlQ0roLZWFTJ9RqUq3GefbkeFdl/md8rPw6P+7zeXBR33n+TYwt2Cswv+T4gAod3SLYFHwSBdlDe193z5kpQx1q9se+8evCeMWT8xrvnz++jG2rUOwQlItvLeUmS61yS3wYATpCr6+CwYWTX0EkANPdtAPFhz1qDo18aUB/N7zUq5udMLzWAUCTqDSbbL6OCdS+H8i+HQgTtsTkRBPV5ht2MGLK5pC5jZ8mrsR2UOSHvWYL+UQ9cg7S0iUdmoRdLl6EPUZ5xVYgLlvr8rQA21iJUI9vWAu0T+Rszwa28XEVxq2LNOBm9ULl8XrB3vUgF/yDNASkkvtaruTNUx2XP80DXluvMYY5DEMd7yR8J/UO/2iTvzqpVmD/ux/UrPIf4GQt5Hj3c5Puu+/Fs63hcxHETBGdNVh20YOz0zJIjDJY99yjEbp/YjQktH72Yz9TAylgb+B1a8YMEZ7wKhsjrnLQ7m6xhq57RDQ1lOdo0Qd4fOp+SCt0nrWQdM8Eq8mYoXT11dfwFJqxf2ua6iefcZxVDEjW5x+nBUQrGBMUqLkVej8LOz5zH9aAT3F9C6fYU+SWOtv0mEL4gxjVSp4vvq/0B9fy9+4ocF9TEseD8zzArYOYEQt6rYT7H488SdHyUOuGjxvUZqHSJCG8sCOIcMp8liF45y/glAF8XbHLolA8AhU6YwQ/RzIEyT2it9ozm+Z6tv5YiEE0jx0hnoJNAvuAAAKKieJf4X+JLv/IldI/L233bBLmgz5n7Jizy2VuVwnG9VQ3vRX5HhWkfoqAjI1v7JkHOOc8Q7XnehEf082E84ex1n0s0JiDD9uv6RW4kJQSFNk8cMT1DH9Gvnn0ylj4yeQ5BU/3KzLtAoADtqkrOKnf/Tl7uucBopvPsFWI6Ole9Y/SxWT/x0er584IIHPWxB8x5VrHWM81j2C/2GcRn5s1eFTgoMCL/Cdq5T/9eo3y6bpRWS/AtIIVmfRVBrzMWFWzWG40U28OZKOlqPQWyy55SXUf5sIvuJjaf7yTYq6J9PeVLAy0p23n2voGbzLkzrC5ldfuoGumMJ6G2vH2O7fU5RBw5ifadIYLEjsxVJ9qcqvnWA8c8c/LJP1rKe4iO1nrJ1iJsM36JKWuPUroJ5/YJ3nnlnz6WDc7mFuSXnL5BBZd5HFuEIG0CGaqt8/r8y1FF2R/mDaVUW150jlCcjz2gFJ7UXe8z4MEPCYAWKJff0ZOff5ZedglejeZ+gaHqQno8A3Ie/RD9ZY2++Art5hb84Fuqq5cwBDZbdc9gRpN7z6r37008r2eS6pxLkXp7ko++7tqcbFGv2pT56nkvlbNqGWcrQBvZ7TmkiqKB5el9Z+pllAB4oHd8Xq/ee0Zz4kf3yoZtBLxyKggAyER+BTadCbc/8ZI5A90BDn3xxVfpceaciOAl2IbanEp8g143wQifW1InPZv0yS1A1HkrAbWqzlevUYaOWv/jJAXM2SpGo3+CSm/iXNUM2znyrMr1Xf2pUIEeEGqFp/K/3p7Xrt06FJLVtWolgt9U/8+fqNOd5bYfJaNfpapgSbOBM8zR/BEBgp2fc7DHWGFfNIhX+24B0AVN3Hfn/N3KPZvbUsT6PvozTfIFDf88weUNUHJ0Venzx7D+DGAhsDrA7oBc/m5/OdNVihTsEVkiu03Ahp5PpZ41plPpup4c57h0jSs37KcG1JOgEiTQh9Drgig/+zTU9WWawJyxZNMA0kkYnMqN2pB9vPVypI+tX32hjjfSImCesa0ac9U49Koxqb5sRXHnURJHEvbSso+arVWFeuIeBi5Jiyv3egJKfjdQ/X6CzKGMf4O6PIEaSeQPk3zhSwFybe/sLDAnvm8cIX9g36uGm11hvVO9EFCAZwMSc05hmFhQ/ujI6F7xCVULXkAYu+rsNdWznpc+ch5pA/Fpqoud2ZeV5fEcnI/xEIcQSi4DjPU9Fa+qjaOkP0mQ0DjJhvUVRO18Hh3b3p75/ff+jnkia4hKcZWWA6ORgbGzDPw0alRyMjl9jNOwSWb79DxRyX58JMm2st9kQ12w8QBPgINrS4QKl8/rtcrJ0zakfkJso8gWf3FUz6N/d/0lxQcYLj1h5NledaY4I1b1MBC28U4H0t2SbatiVlFWG+wEVGdD8Tmjq5JsoCN+SZKSDloCxjnMXktit6b0tT9mhNj/Aprvf7hYjECl+7qfJK+xtK9w/eNVFtNB9taqdJIsyD7lG/B7JTcEXtkv9Pv0jp60gDYDgwo0l72l7RK2F+ibsr/kuUZfzV7UJ+/zBVBzJn4RelvzVNp0dLlZp9ojSbYKZtfOUzkZY+aHUDP22s7fXOejT5ZY3Yt9pa+cqqv1rS2zkASInpgZ87O/O/KfuRkN6Z5H798xcUnuZj+lmrp7vpO7taCzV2lMjx89cIKorl1mpfa0s0Z5LnvQfj008vQy+Rrjy/ELTnLXLa7ep2MlJOhZ5/p04qnMyqD0A/8l1KldM/ZD9NgYhl5W3z5Nc1hrLcFSCtH0ewZyBGr4yd5xBFxjNfO9pNKSGuwVusHPr5OoKQMF9rQ+Z+zNzDvZv+DIa0e7XiufsinIp2rt6dRTEdQzgr0subt46Msk+G3PxdcWw6CjjUGyRHJXMN0+HF36QGXAs2WgKavXm7asYDeq+PzT3z0vIEBSgETzJc13K0BJuiT2ScaO+WjtPxrfk+CbeZPhDFRsTwCv0MvAJ22Nc6iKC2wrC17kshVpenBjAZDwXosP66wCc0AlleDxibPHeE5v8nyYGcqMk7Vkt77KewYcix7OPihAWV/nP79Jcum9J/9mKn8/SXuLX9iFObtEHlr5mPl6/XKJU/JA9+28WOzVHNduygOymz5N9XhZBD4S5H/3yd/+cywmiTt9zMaaTxAX5cl3WIiyVh+bo9xPJaF5oa/sU2eF1x/+3tdNiPGzf3PW/DDq/0/TG9c+++PfPu/6AfDVT/jTwN31b6Jb3n0fIGB72sb7IeAZdKnailj/YClz3z2bSlGABC1ygD1skN/9LjSw3fbzP1Flv0rSC/X0gOU5E2PnFUBy/LNn384Xq50U0Mk3AauQCQnf36XnOAxHq+vz770/A0rwdskQiu2xxLEHyCaZ5R+R/e/+NECbpOuvP0/u/B5d8keZX4lBQJS2s6hcZk0CLKUfyyCSvf9J5LI6obbGbEI2JfdBhbLEkrEDPDgbnbV06ce1H9jxazNgHPRwzOsnn6kQZANnzr9LIvif/lMVtloavM59x8zD50ZZ//Tr9PJtW5WBDG8xnPVx/pF5W+Z1bKAfOV2xg8rC0aKB6UuAlKdPP1+/4urB0VFjs/uUr9qK5oBwCy5wtsWvOb1XFx8JkOfprmXfmqc///xudAtZzZ6pfbu+98a0GAWbr8ZB1+mdP8dn/u2HJ//Rf/RldNOCX93q+dY6/BZ92SKTY7/UXM8bVPB+n37Q1UWRvS+/jG4S5eu5vL1Vdq5ciy7W45k+/uSwm61H/ZQJv5R/2lhfdCmdV9YXujqV//RI3em897tvAV0ljk/x3ruKsPgri8fMDo0vmbnq6jb2u0IIMaA/5zzjc9uLgFWNf2UYL78fZbE5dC7V1stPbCxjlYRvkZy8CWB07AfxsVWc8q2d3eZt9ge/0z3qAzQuO2DGn5s/8UZ+UGQq4s2+dZZff8Z8A3fReQAdH0c//uN/AkBjj0Xn3TYCsRU+0KIjdPkDjIh/AT+I066gRjHTzWvd2GZlg32SPV+b/NgKY4JafqStI5yzAVBe9o+nX63PMh3vd4Bs9dfITM1o4COxPwwbs/9vgnZ5OjHJxf787Kx/meIQOp7EmHtAkH/33//iyb/6P6O796pvK8+gxVBko4VFQCOZ8zJk1bXbu2/YhY9wq5sbL28uZTF58WDvA8xoq80WSdwWeZ5/BYZsydrP9bNOy54M0/Xmo09+3WqERssAACAASURBVNuZVZaDcz4aUy5x7IB9nixsjx+WS/Gpbd8DHB+t9WIZa/lzCylW2DEbAyBjbBL+fgEG87neefZyUIKHhOcNfp8M22My8czu+fLX1bmcnpsAHrL2kSJ2aLzHz/v+On4tsz90gVuQBeJrvB8K3FUJ7mHW5+sYkDWGGKlLHNxk3ioUdg3XurRXt4qxFScc+esZm1DJup5eAoCjAR0dxHq+UsRebSJtUU8CeBWdE6ZWmb31oLfHbpHON1mY95UutPc/iIF8fTsJ2crikwC+CdLSLTbRcgJOkneqkE4lhsW36B0/N1fiwDyceV9F2KiYz9vOBpgg3GrhKae3gq9nk3BsKKW/TgAv4LsExq1mWe8oG2SIi4f5d/MHWaMEzoboOnFYNpb2IToJkasQJuSPPUJHUbXg9JWHut9nnm9ic9jWUz14kpsXdbdE0Ulk1iB4XJNL07LlPLuugZxHKvPSiTzI9RLXU6ZTLDcBvLGoerpBcfN7D2L68F5/e8Th3P3VwMmjbDwkqztV6+92aaGJ562IrgwUeTT5vXJorKsw3PyusnZoGAfUmZ5WeC0559BfsvPuldJJc07ekiXO0Kqm11zdqw52q7wWVOJ4+DqaxDl7t0rOnAp2SAC3Aliiq3MyNFoducohhMtJefQQHxJ58zvZ8v0SXatyaV9hSfUmBE4SOPOAZsph0MQHmctzqup/A5lvDK0gRHkyOjqIG4s95Y7KR5JowZTbw/aiFSnlJuxafTKZlmhaxdx6DduXpcE4+oJuupT4t8L/Hk4MpKsTryySa338JANb1ZCBjirjVIZaI05Gfl5ibnPOqWZsLT9I/2x9dthsbayFQNUM8kf00aXuJk++t3/tgVEUCg49VrvXaTo6wTN7lcqq6y7hsKpMMsPA9nLAX/XJqPQ8egCOMoyhEENEol7CLzLJAYeWWj/EVcDdPYLa5urZGn/5I5qRNzFC7IP1JZwzMSPtcb/cXsR3D1cDFFywKosaJ6WYG+jkVnMSWclcz+negAduNnaNBXMW0InBf/Z8qadvVWIrCSAVV90y62DyUwowIAdoL77jkaudT5m7Visb5xgE7lq08r7JvlGbWLPOf/eIJCI6rQFTLs3kdP2Qw9SboTaZXoNb5a0Ku62vwMDVQQLo5L29GNt/zZ5NNU0DXAucv50AXgWVc2xjGnX6KhiHxByqcBWkx4Y4evMmN8z/AoBDh0LhU+n+fZ/kwgKQo3pCn/NO5PTTGMgFZLTH5dYUwlCFytCQc4jJGUrTr0MJi6XlqKR+NdccxzcZ/3qIzA6ozGSOb0KhAR86VmK2juV6y13K9N+aEBQ8119FQndVKia+uu9QKH0SY3sU0Pbz9k6Rku1xPNltUlX1WBPZq56EzAU8Kaoze3/U1ZF/QJC84WV+ZtN82j7CMSaD1GxArmc6eVviUlJbH8NfYpd8kOf4MLqNfL6JIyEQJytHTulDuRLGsECPTYnm0VytWnayp8rRfr30jO2hyS6TwMl9V5ni5VytpqqctlIinwNC6dlUA2e6SKUhZ5B8SkrXqHZe6dmSTaPqxV6XMBgYbpXd1eeuwvliHwl8RrcvsE6IE7yNg8WRFUi8fbB9vn3WTs/OVn70XB7TCifHGtiDQ0+vctX8eh6BwdoKdPFZ9IEeF+iz116oaG+1zKqn9IocQEyAxBmnR1fWSwLo7FH7dmCwGScceDp7gYyTcE2QqFSsJ1jnjFAhLXgmqCxoJRHPscE2K+D98adL3t2zG12l6jR6jqysFcYAHZPFPYv9y/b5mTzbOxJsebbP4lAveEMnrw0HakoVIdbuswS7XFNyxjXNZRMXrbD0bHT6ZOyTyKAz4FJYfpDqLgnEd/IVYEjVqQC+hPqAO1Duj4kQPYpeJ8D2fs6cz5MAFgic2XcCf6eSgW5279JgAoM0kHudPGNF4ek5Vn149dSLFwuksuFHXb5zZK1JQlWbwI7XTQCX4lLgv3bCWE0K+MwcXFmwftaTLhg19CiFJeUlaGrjnR51C7LODjJeNHReo2xVUSMRFHq0rxfspifoESjv9kxOgESFA9/oq2849oIU6dH3PEHDzO0X2XuCaOZG4G6U+QOSrJ2F809w5FRl5P2e6ydJSrZcLtkgcytUoruTUDQXTxM4rP10zkE6mTWIPl//YgmUVkKYz9JYS0gtWT9gxflbfawMKRUCnwfJbvwCxLd/srPvBkDMMUpc9tt33z2vf/pJ5vMyB9mHW9ch/Pf9mChuO52tCSDIkinOviYfvTdnop6i9jBEffVPddxAsGtvM0q0CaHPHF2Wr6tGnf5tEj3BKHpT4mfsIKvwGENBzr8bZciV6EUvQCYVfQPUHD0zCaxdfamx0SbWdsx/ep5K9NqDt+rRnNJfWDtGGekXo60WACpLQ1vf1ILvPAjIrlLg9medP92+l4LwYgIJjggOvQ5o4ONUF9WfiIyiV7XeAk32NNBBEzYJKAqYAR6ZE7KkUoxubBKhgURn9qncq03BZ3JevHpIKl0guqo4+q9906ODXGOVHNayK9p1lDgnd6ocyel8XcHp3a+2Gcru6Hz7bDah/eCcZbPN9ygoucHeVZl0y1S/3dYo1isV+qrkBfTJfmwHdpY1tffbL7iAhIHb6OwvwpCwJOmt+I6ejH2lIuiOb4naJdILMG3l8WIT+q5iV3DtUtLWRlswFZDJXNiLAykIgOY5+UQqi6IrXdfrVqbN1j/gOGwS+ZB1dxb2GbKW34fVoH4/XfNVKqeiY7/7NpUfqdJEOa1C2/o4OwXISkef+Vvl7qpEx3TUyGF159o0hMI0lWgfhLrSWSGIa3tIjn2aoOgChAtErrggFcKRuXvesWPYevaUZ7t61n7p+qK6LzA6bA4vB0RrUiy/dzYDL9xqcYl79nKpiZtQo5d3vvoqoFtwZK73VRL4o4hdknk9Vm8Cjh6IvkqCVeUk/a+FgXn85SeMLwLG/BGCy0abvjLvkvKvM86dr8BQqhhno1W3ZT+ZB4non1QhJvnjfZ7HHpake/3qxAfeS3Iqv3NmkHlUrfU7w6RgP/zud980djd9WZGoHIwBYy1ixtIDlLeWBqPuV63F51P9eRgdgDZzD7L5KvMusFwf2VkcGf7qqy927rUyZ4mOL6OLVIdRVtbg+9hVA7M4yzxDkqJhMhgIZFXOb968qpx89dU33VNd8yRz2CKXel8FD56dguxy+UstTd7J3M+hHJ3vjm0ngXLP376Oh8WjwD2B3Ru+HqjonukfozzO/VBV84EHbgeWWlWX96qac/7pc7lqoemOxluy/lemjL19PE9Felt9JJPFtn8RBgSsPhI3EsDvBhz4Ss/v6FJ2S2Nj+e/aL0sIzwZj59O53eNJptL91rQgleb7wyDyNSps/0siMefa9kMSfckGmZ/17Jzj437kmL3PHwP+qUzmfUB29SOj18rQIybIjygrBF9k+vWjVDfS3S8jHxc4MNtNVSEj//sn/+gf/mvxb5I4z3sat8u6fJSvHyZZCFD56gW9snPWTcjUEmfTk2wNa052rx78IFWRvxbgNVaCP79Lx2VPabVQhpr5au81Pp4ZTK/XUhcnGYt6W/94s8QelCAYEHu2SxNIQED11WY3Vr7z7b/4Z9/n2bWiOIm6AKLaFs35Lj2ee/FPyQYV/IvMSJkWAP8xIfw5VcWqNFdkJJmtym29UvlAq1RDIy8u/2ES3d8kSbx4nPNLhezaLFXP5Npfh87XmaBliqLMr0KRXAaS6BNRqOep6gSSFf7/PMwEbBpMB9a+Y8jelND+7tvty8nASQADtCdG8DSgL3aMvf9DAKwffuKz/Iv1K+Z3f/5FJLfn6eNc3qIy+pyufvEcy47z57JXzve2L9nhZTNzlmMMzBn0NOxEnxTInXhIkvP/5P/6t09yJMe3GYPJmJNyfv0uYJGc22bRfjsu2ZPPDmOZfT6AQgA6kd9XZFgbLxXKWN+ynyvX+bve9muBMrpfc34ZVLjLn6fqtFWGue9aV7wXKvnnlTN2DvtjoF8UzZiTcq3Il/ldUkqMBgBisYFXiUuUKSHfA6OS4ydJbAe28OR/8T9//8nXAVBLOqt9tqbVPZmzh7juxGa6M2Jd9qj87vPYqfIYK8KabAOV1G4KSqKy9B2wRnTPsZ9bPFU/eX1vyQmZMG8rhhhgdz7tbKEyh7T10eSphR2AeXyo2rADVrLP6BW6jS3jJmULK/PaEp9iWgW2irfV53a+qLhHqc/+ma1HX7G7by5kALRbAeyMMMfO4hXvLS5Gf69wgo968wfL5Iy+Hd30AF8DgdJVZQbN2NimL5Nc/y3AE7rkk9g4//gfA+tDq2e1Yneg1x7wOiCJnAHifT9o8YAdrvoVgB7Vv57sbPkxGV4gUv22X8MqkVuwJbrWstHHp7nA+s9jh0icO+u/DF39Dz+kHULW11ktT9BEMWmbgXviZis+YIeT3+XextRIZ523loWDyGj/0XgnjypggY8//fHJv/u//CpJYOfoAR3lfeatBWlHCJ1Pjcs0t7JziX9Y9s2yV9CnHdbRrY/fT9cuRu41G3j+jGuwG62zey2vtFimdV6sYnbw2ElmAFm3j8TRzuvnzGmB1+Ke+jFE9n4uACBFBFmb2m0njnrzhS1opFNz3dnPu1ihqvRDbr3486GU7jNkDU4F6v9EAnhXejTWNgFvV/z2gQRPM7FzHJYsGIIgn307sRXpE8C4r5vY9PPtd7lJHsJScPlSWPXBj9G69zxcpu+vY38fnCR13JIwE7Lbd6t9WjhcxnguIsBrnapIOV4cnFM118DDob2iwG9lcn34VpFuMW/F5QPl1rn/nKWN9y7SfW4ysKT2Bt4g/xlbDTuydIKqTe4euk9ItCJH0cLm/ShBJ4wzIF3uJ0ZGhObSm16n7SYdbh/gK0R3TXf4TXgtVfUlPUqIUOvG+BjV7ek7IeCX+b6J4VLxVjk8roeluvO/a98D3PNNcNvfyRytFKtydBVEZezcY5RAm6s6fQJiO9mrVM3krQhoxbQgQ421ITZ2rSH4FqRn9K1Efmj2yc7WfUlO41d5c/L//cyVtbcT/kMi7aCBNtl1tu63wu5WEnMS3n4tsbLfuM9k+ibeHFDrV9d9cLO0eS/nqYHyXGBVqHtmL89/exOOcngybpJuFdUcybNXTgK4Sq7ggh1MQ1o/UkjffcNgvpXEHe953pvUb+WIBHATEkv+ek5L/NijlwG1OReg+VFvKMAF6yHB0STznqdAxof5mRJfP9e/mMomQJoMjHGwgOiSBkAfTU7EyJTkvJU5pUz17sGMojCXEGoPjDNvXUvyL7iT/bYevnNeJbYdSqOWeaxWvj3Lruzi+i/1aJ6zDgskZMaFqsUa/gIl1aqbrfs9eGuA0K30iMM2Hy7KvzK6CoqfQ63HyG/wqPLDJZ2z9l6ed3L4CPLo/jmyfvUqA9BU3spRczc6HuuxfX1fxmKsAhi9L/mzRnU2rozevkeABYcuSKKuSO0djtM/J2l0qgZu5a/E79KP20sCOq2Q1Ucyf7tGhEpTl/klzkADPnldxFTn4WzWj1qpzbBbLz5bcD2DBUlQn268ReOqNM6aNOGUdbrnWJkfGgS0HgssLMkzQxKl+I8SKTH4vUalNjq7W5FkrWbwL2FON176fga/xB2DFQVLQQGVrbOXJeRa/bC5u3JSGatjsL28AM8USiuDXKtBComhOaBb5wXydq0DkpHIKRjG2WZvWoMFjMiAv3HcvejH90rlSa8e0IhEZu0AVUPOLYH2Q6knEBNkpMRrn5vuL5qOXl8A8SY1GMTuuSTRqOQYWk3W55pG5f3Wyr4EhvDcki4Me0PnGJZK7lRivY4D9m4cBkGf4lqq61QsSPSmIlM/tIwRAtV+FlSEkESJdftNr9/ven9AgNqH5lAQcQngnR0Dn3HYF4ilx+gzciZ4cvU9ZHb1ACMU9bgDIPPHwJ/xOirurmABGQIB+0xthz4HXYgK1ZkoYGJOVVTmqTgAKj9KRbfkfdff+mTt9NgkvzWAE4yR2C2jCrkmGxlPK5FyPw7cr3FsV0Eq0LPzyhjNE4dIINyeY7QO6DO61FVorPLQa5X/kmFQwasGbRVpnlmgZZT0S5i0Qq8I/OnY9WqaNtpZ5nOzGW4/odv7RzVcaZFi3asWKwoTUjXJ3dpQ+a+9DCMHryIHEk4+K7hd0JCEo+rhBAnOCVSZaR/C7GMJj0IHT9DO2tv3bzOpTP+t8nPJv8nyEoSACkmqJKDn+rVB8l5na+nwIHgb1N99yBgAyQPoMDIq8Gsu2TLkp7azQAAULMqhfBKlM6o1j19q4uip9ayZ09xkvrH9ImEwdD26KRlx6H/j+PizgXecrYKua1XSndizeVRqqXhJ9YwgRanyJP3T66+gRrbTLtkeR57hApNUc9ygz+s41xzAUtrmmQWeBX9rtwlKH7vEetNF7bt9gCEfAklmLlxbcPgizD9NUtLLuppHVXF7ESTPl8R8zgZqHfWo4J5AsOD4J+nvifpcomLV5ap6lFAsCDMk+M4pFRsc4x47dbqmHyVcb6X41X3rDQyNvd5HEiyryE8AugnHgbuKym4l+YBWl36ywfaazJL1e74+kbU/en4MCSj6PimgwaDJ6tXhEileC5j/WB14EcW1bSp7CdalquGdJGB+TtLX+i4BKfCy8+19ew8AqL2oB3aq7siZCXzR9ct7jUsgjzZQccJ/sf8+/Nj+zdnyfGwqFdS8Po7+tx50mOqr2u2pUvkiFW9XBwxINH/oywRj2JnfJ6C9NiKj+Hs43xPg+izVA3qkvUpfs4JV6W/2R8YrgeX1dZKd7NALwGkSLeeMCo32vyzN8vzS2jEC+kCEBT1OHzRIHF0v8GFTlzow/4z3VYLj5K4VyVnHhwRgZHvVpGNcum2GjElSz7lAb/Tvv6ErTbIkiewmgEuhuYSN6g8VloJTKHEv8OxWfjrb0fOii+x6xS65r1J8V25TvfPtt/01Cu4Bx6bH1ytMVeFo3ZawkNAWkMMEcPo8C8hhxMgcS2iRFwE8cyVgcvtnsd0uoPbDJMfYUqPHvTb+tWdWSaCiroHpBsXQhw5sJwG8FglzXFVkqHCzJiqeRwGNHv/zrl9Bok3azgZq3+kAHvhAgqgFyeUc2PMsIbfqXGeXKtYllK8eWaLulwa7ASQWhJpsmusBjlfVt36vfD/zMzt/7DA7L8iatRlIHl16EjitQsEKoCJ2LGTsCWfCADdaHwgKSTqzQzdvq9Agr2MnGa30QFVjBVIVHzafViRJaC7h5kUn1a6sDQhYuQoOlUit1hU3qH+ws9n5cUHF5nisI/ccj27MM118En1BD8xeWryl4NHME314QUtN9NcO1SNuCWZ6VDXIgtN0e/TJ2TOChGMA4lcN7Gt+F2BdokwCuH0Fo18k/CRM1htv/sWq3gc4ZUPby9UJ3d8Yb4D/ZjeTL/pJ8pvM2oMYQcxTg4RgZVHWgq3owl1/jCGzsdcT0iNS6NZlwEB9zj/J2GpPZa0A6QjH7//wtDapzxeskwAr+ZW8F8h02WAnOh/dryqYw6Dh+ei4tdpZa5gyV+QDH8YGKSCS7Z2LseXYDMxQgWxJYOv8RZIugp/O91cvJLJjX34ieH9AhBkX4IjkrTPkxyQencOoH6/PsoS9FgRfVtbpyPoh9mTG5Fknpyc+lvUCZmB+1EQqk8JaPyxpu8DrADUD/5KHn34YkPbp14822dpnWJhfmkiU9CIH9OsqgLVhEPvJDSRO2tt3dllzO/znzGsrFaMXvQrob+HIEuSzRQEAfNXvd3S8x2xd5VPfF38vNoUK1JbSHXBbe0+yI0984/kLPV8Hhpos8bdGJw2sZ2/+lr6hjcXxv5zKPb+W0KJvBNgHVlySfuBFvVjRKc9WYmN8+ZVnWo9dMoKq+bJGSZCspcnsBs+FbprMl34cTWj0vbNnFKnzW76JXe1cpn+fPfu+Y1rl/0DP7TWdZwDMH8hrRUJlcGi/eY6O/rEZZyhWB6jc+OhCVW7bP/5viSw9cq9daP/8AFQQ+f34o5+e/Fv/+mfZD2J2AMqAy/x6AXkxk53fz/7knGnkt3Gh+iGRteod7DU91wfUnM5aq4Eb4yogKpToZcY4VDLsJPbw+xIVWZvvgbyy54EnPkkbjI/EvPYkSd4lQaNiPn8v1XP162InS/RK5I6GHT0xu1Nq1fN/9oVk/OIh3Rs35tR2RZJH4t0DHzxJNe47Wb9v/8QvHw08IEiTSWXsmD1rTr5T5Zvrf/P7rH/tv8hV7HVJ5M5LfW3nqg+MweE9/Z2TMLU2LXygR7LPXjwHql2S+UOJ5tJRj4J3cdac/VlWLsaLVLKWVSB68e6zS3081hBxk3z+nSSxIyqq3/WKZqfo2lQ8UVlITizt+K1kkr6nEz5Mywu2pXOUDuo+wY7Viml+ca7BMQbE9w9QOBW0/81/892TPyaB/KuWBgGSEMFVHQdsh8Y6HxE/b/sThQHsgAzSz/ag84AF9318hDdZH22mXIPeuTGiL8MeYpyLOceebVsg88lOCugyST3MZm9yH77a4uxaVNkXs4UAfl6Ezt0HrVNbUmVs5rZAss/HjloAYnUrZoTFN7arkvB8EhDrk9dP/tP/9G+ecKFsj2iKvB94O34E0FPtXsxU+tauevYm8dhtVWENXEw22YvitM5bNocjS1Uynft5GU9WSHN7BtMd5kJ8Ye1IVNIvNms9tVZh0xuDz9BRa23xmGOgdxsurL6YPifjl7Kc3lrLSHFu6ynG42wQ6wBuYeOKcQ0UfuNf7PP5Rp3yxq6w8w0QPhuvcVqxPFNQpo8leunt0Q6vsG2FFIvZyXe3rYnwkLhXKkQb/06Ffv3XVOdLhuqD/EXOun/yf8l+CWD3p8Q8fmx/53w293saPSLqISFc1tshdDJX2MgGsnGuTV+xgW5SHLhxfmrzZZFDINEVhNDJdNiADNrzuJ9E/w8/vKzf/MUXT/OZw9QHCNO81WJlN3642EjkxZmUPV0GqSSd/e7p06+2vo0bZ4wBghoskxcj0e9//+bJ3/+HHz35wx9mBxmfc1fkzHNNJ2+u3HegWGf6Y1xb3GyggMmlPMVic4+tusYuuCK4tcmj/8XqVoXuestz0RXzn/nvDykfdks+K47BPvqwjBfbCopJfgXwyuf91zFgYMGQKLZIVh/O/10X+PrmQYybveD5PamCJ/sGSMH+ox9gO1u32ER4nuG7V0sFP1BlPRhcM7wayDgv977JwptA8KebRGnJ+glezVAh4PsqMGVTlkLoXPRW9b5djev7VpSehMPb1b53LDdR9xcJWcaZwMeJCvzLEsCrXjiJ2y5gsXdnfEsAN7CWXxGYBrgOYrI9gE8gr+M4AYo5fHuNPmsm3g0Ebw4XlP+L3x3k9f3722NvhfLJ0Pu9ajMOAQVxaUMbxDXHlHWDtI/rRekLyd0g4cazaff1Uuj4/SOC3d8nvHs/Z7GX72cIForcBZsXHHDfx80wp1hfhHs/U+RyrdrpPDBclkAlBu2Pl+e4QbJWrVgXdvBZbHPmPTdIPo3tvneeT8LjYX0mbz7fQD25OM++50Vzs2TBBQhsMx85gEg9htYd6w1E3+v62tJ8VBzd7AIWQ4FADhLdK7+bJ0pjziUFxHgtrfCRwdHVzqDbFCwBPMNSouitRG2RvCfh22D2nvUmkS4icvM+9MgS7BTGoX9pkEjy4xjNRpWFvjk+jj2N1KTPSYQN3HDdFwal4NUCLeTkJsjNzU1uDKG+RIGXvbkK4F1na3wqKiVy8pw3AdzqQnSPjKfq6iFQt5d2vT37+f4YE6PDXF8gxp8DtD0p8zY/e/9jpdBkcvonhk+etQ4ewy7rU2PoIPKdGbdH7KVS7/wdhX71VCukjw560IE2UCaInFv7GoSeJ/cSIL3r7gBpwO/oinvweMIGoFAXNdCfeTl7+SGAdQJF7tOq7q5p5j5GbIOCV58BM/j+LT1p7LdX9a08Y4yR7z8L5nTOB5S4vVLeTgBXP3C+MzavorbIn8Pn4TDlBM9h2hpehojtf/eD0LvqlCy4P2NwiYGg/iD9Wk1iDzR8+uQdwThJ8eqEASLMVRO3J0nb+2WMC+TNSXdAF5HOwahzfwaa510i+NITTuaM8eqiPmuMCgmG7RO6Q4Bjffku4KW9SOqsr2/xkseTX9djoFxWAOO/VFU32ACUYJyjF8lAUTtlbodG3d7yqpydRMANMYxiaMH+GVuqFUexcs+j9U+aPpUgU8W6xNXZTPfaZ4vdL+7XHs4Q+3n29WC+emhBDOfRDPZVoY2aZIAJaP4lQdfPkjPYPm21HSZH1wibQa4i+FR66RnFyGrlp2TNKpiLis0z+vyC2qt4Js8XyPNDDNhfC7RYtai8c9/X3rfHWCtdzua3cyOBfuwW730aFO4AWG8ngAcKMWaj2thnixgXBP819FX9rDJstLsoUktTFSdbAvjng/gepeFxvKxhK76X4H1g1HDmdb52HktO3SoIMtZKqoKcFvS9aFijk2AUxFCN6RhxP+uvEpo4m173u5T+BaxI4DShK9C/Hs/TCVnb7FMJ9+mpGdeldq/BvPPvMoJMjq7hPWQ3tDnJa1V1nDsB1yvb/v6QXAeoqI72WkD4+XcvRsuXz7XXeas3t35Qs6pt6P71+CGnKjjJzSrTJVTaSzMBuy8TuKe/mwSrPltA+GeB146Z3SUAFsq3UwFgLDuHVgF7KWEJNIeoOypvQg3WKrKcNe1dmqSLORYsXmBdsspeX4KZjAgq1x72zAkEob8zHkm1BUoWEJDAn3366CRVb8RutEZaQ+apOs4mjVpVuqqV9kUKWh/l4Q+v1kf0q69V2noWiNrJTnsH1a5HG/Zd7gfHfyuRVq1rPSClV0Um2ZwqkPweVfWoyQRRH4FKdyVR8o4xIlV7qlHivJTamYzbw5FVgQLvA1QAaFiP8gXAV7Drv6G2PW37jurh5jztOc/5Gs0ZOl7SBQAAIABJREFUii7BnFV4o7pNgFCvTkGifPar0Ne5xssEaCSQOJLr1c3R1Zt3gJtLoz4/gM3mqBdknOyUUj1f6Qzywk5CB1saZJW3xm+OoHzJxLGV6VXnV23sVFFJTkDtU0vd55XbOKYnyfFoB26NShunwkQyIfqTLmxApHSio7KaPbXzuBWCgARZI8nkAUqPj5ExLwGc8aHdzqP5J9HQoAF39RjZA0JMxw5AMzuXzLcCOuc1WYVsFnTGKPCxitDQF0sq/PrmowSkXlZveT395rOOfcmsBWH1pm3AvTp+ycdVEAWNn/1hLtBL3pYRTcQcgMC7CZgImA+8IfjuDFzlZa8j25HPP001xXyq6REB9ktf2FYYkYcvksgsyOj0Y9remBxUBdYHkeBfC4QmBkLNCBA1utHMfZ7509PjlrPePoutWKXA2SWzf2sr10bZHlpVLoCawNCollHaLwEsUDrgld57WBrWeiP2euWi7kArcx4qxt6iLG71+WFleZ5+o3uxmRYxu885Gk6035cZZ33u3aBVGdpBRI97Hx0gKeAcQIlLx6K/HMXrnmfAXAliZ/Ode5cTvHP+jVmi5302vHPdc5qnims+IrHVCpT82KrMBJMGtqPHBfqXNKuu7B6eHA2t35FU1whICjbPfxl4a4kfe9FaqkAfg0k9hhMwmx0UOyHRUff1XJgIgPsuXeY7STgZT6vZOneej24Hvpksc/luQqrDqiQKzkuMqqxYb3g2cOMaPacw4+Q6Sdy1XYREfOUZYOck1M65qyLsxmbYnretzk0AS6zZr5KrD0D++tHblyZ4YCJJgyVU/VIPWC/BZudnr8snsWLdo2NHWBxC4ul55fsmUccAErrDgExulbnzYGCygSVQwrM9VaoI9GMcYHM5B60b+XDODzwwkGODrLlPA6fH7nsTRpD1Fj/0f2x/ieUm7tiRqw4dwHmMNlf+S3V+As5nefq+hd7ImwSzpJpYgPN3zGDuV/BDAsOq5gtyyLUlgAfuZcirdJSMBzSSbGW7qz6NDv5tZ6vzgL/hOfXqZeMBydk7zjXn0fNn1nwxAoAZyaRfVS/HD/tKQDXjtH/tC/PjLFkg37zkvIkuna1rf0nwbH4lhAS56aTXL1GLew42NYD1gB6vAmy09wCpXr0iS/pOp5I1yT/3db9V1Q/sd33zyoU4wAPofIBEc6ICbux0s3VVwdu2N+jqTF/Rt/24ivCXz6dHvgxAxPy49/Mky2ajAmp8eqrpFyytLxubqm1I2Lb1UxeDaZujrlGor589O5tyu/PLBLjrz6cXofEWSMJOy2eAzho7yLqr7vEw2IbWbmGA39cBQdgbk4fZ3q6B2WRVYgs48xXa2sVT6UWZOWiCAhtaKD93BC0GwN9kU/k69TY9N7pp4Dn9v+f7Vr/memIeqH3JcV0gALJSE689l6QYPVX7O/+nknpV/gOGAO0BswB1tKgGo0N+/803TzOONwW9NLaY8TQB3N7Ei6UNlM8em++9Io4xuTVe16SgJ4+tpHoKQxj7KQDBGy/t5KWa9mssJarsembuHyDue6lU/zf+9U+zXq7/fXb317XhAF7MSQPywDh5OEmoD5IY8XqtSh91e95zKdvpInLiZQ/Nppp+dK7be39OInXyO3v4o9iurWxtG5CAFJqsA3bM+RwQ3IcSu7nG61AYP1cFCej0zo+lhK4uydmxwowTW83UPws7AppYSat3UsVaAEOuh1Z59v5iI2XHyF6mNzAePAkdbsGp+UzBQMlFP/v2x/gCoT8P2MhL1SpWLTa96tFnSRKjUf/9H1SQzvb5498mof9kYKEBKzEmifk6m97NHsu3x53+WTsS/t277LzorYAK9RX+GNtPqIXXPkGMa/tW/1GyZs6Dgai+KLAy9gFb9qOPp29/lOiKjKqGZ/c5m1FbAzjoIUveugfyz/f6ybPp2tPU+usvH5+KPnVerfIwctg4UnRd1gXVevOWbPw8D+aV/+6fPnvyMpXHP9W3yH77LWd4xv3JZwE4xK7ld/QBIuPsfgnlMtdJYhbIlkrJ9AAXE3kVxoH3oj+/kLHmI2UeMKHRY+/nnNNuhRpxPRTQjVnmB2v5qaKjyNzrrDF7d7aiU2tVzdZ/lbmjwK2MNi628b37XsAw6S9dv5s+aCuW6NnsLcDHVZ9m7tNj+713Xj35z//zPzwpI3FUhT6/3i+cBNBuPV9+DwCaPZc5GcCKwMavjeB+90xieYshnniTw4AHF/z27Z/GCPH734+xxhYq9Xxsyc/juytSBdq1luze11lvr8VztDwAeLa+SyR+EQC0vSDvIDnI9nAO0znmD6temTcyd/aJNdGexrn3ecAUq0PaWapdledzxkr+sifs/4EYF4Ns/IXvGhlqu4vYgJ/Fr1rcc/GWW7zYK1f/LqpRxrLImwrahvbKergiFQFSyUTxEmeF6mv+8atQkOvKJqbwcfb+/+m//rvEanKey4vf4iMALExEGZu+u3x1CWA6nM9Q8AiZAFjJGLwGwnNOrxVa1yKGH3YH4Dtth+Z7DYQq7m7v+dzHkQPydlkTVW2bF4DDgugqg7vmja0u/izuP9D5L7+s6vjp0687hqvLMHLKHzlj2KhPAY8+evXk7/+DJIH/JlT3Oducnx8U5L51F//pOVJqfLYqD7hbc2eV+Hr9lVUKi7MZF1mylnxXr7YcjECKQbIp6A16dRXAi6E2HlMgir232OTmbvPKtmu8lS/mmrGZfgK8m5IvoLqspHl72QXFq/O+AsJyKXq3cUDXOfG/zqPCPWtYuTsFSi2yme6yhBUjKR465PkPk7oi7/rha4BsoPfnmyBulWZelMiSPzfgNMfKob0eqQs+9721SrYh/jpB24DQ1UjnvTdx8tDL9IypPnAdj8fE1QIlvXwFsYkV6IqM7SZ3WgmZNxXlfcbiHvc9S2Ru4isgORR2cNrsZ0L7nLv//dpxvpX5smlvTy8H2duUqObqJhI7Z7lXafPO9UzBTcwusL/KPYOAwmhvmfxMQCvQkjwn09bAM0FyuNWxWiDuCt3Wa72N79pd7vaiUk8QZ+u996C87vs7D1vbOeE5UkpXdCj/7lpAe0HInNdF+PrRY5Sumrx0beY8ck67DlGcN+l1KRLe/vlROTw+002mP4zXertXD0abfEke89Rnbq7jrCUlWPl8rCTyHgHtBndqbD5Wx91n3/yMSm9Bp/VtElxpsp0iyXqNEvskpnNwPyA8StOqIlZgcvvryomAS2Uu83wr6B+rSA9tzKnWu+t033f3S/ejqgd7ao9dR6r0tT1wGPCH1tLfHpKAk00P0IRvDrMlYVTcocHZfltAZ8mGW83vkL1J541r972H3B1PUUyH7uiOv++7e06ALQdEaaCguk6y9irnVtFJZjShcW6yW/V1K8uY7hBXF1hAhtvjKhdq9VIVrnftWj3qmsCawdn35Bz8tdTGq7a887SqlgX1Ogc1JCbDlwb5Vuvkk90r92C3L99tZZLeF0N1tX/wUWUeCfp1iB2UOpmHHkZDPDk8V/ULyTOaw87foT5b0PuwJmTx7eslkJcAvqqKSiZ7b+vkzp/ERb9OL34QR6U9FDmiuR/DWDK9+yp/p6tWsTz9zVG7e7F9u/KMDkpz5TUUNCqyS423/Uderp6md5tcFzjLcAARJMgEyFapugTLEpeRu6A1VTiTh5+afHgE4bRK9GyCGj0FyVjPUdR63WrIUQWt/5DxcHoKnGgQOmhGBkArrwAJluxzBrVHbPReabXp9PzHefR71yxdX16/FPwheLn+rrfP003kXVltUhAKrNGrJYUWMDgGY0wAAZZfGSqRL0Gl7Y96GG/pD7Ijob7A5zSwYM9B8J2z7KFfd24h6F/EXPfzdNz+HUXSqyyI50bWjtMyiqqdG2RmPdMFf1JFVHpZz78k4NXjv6nWzpw1uJjroxOHwJ/TIrglqWh/ruJYkMocueal1BT4cE9zBvFpHujgBqiKrD+Bjix2E49sm34N6jqIdT24BQMh8WdkpwIu6/bLm1UMoAn1vG/OfW4vaoG07pNTKVJm7qJ6b6XZko/QkBD3rfpvsg9dMoTjzifOgEpoe9E8+XxNf6h+Z23RpQNJLPA8wEh1AUYIyFRJQ0nbrJf3CLA3gNJA5hJUAgqr8BmFWemynAN6wQR1LZ5L3G5f0lUPLyDUvmUxwkcts16kvWYCN7/8lIBVRiwR2qCc0XOKU1X3U/5GTiVIWimT+wIfWD8/X4ovuoC+g6IVKFil+yNVvnlqoFDgpVXEqv/1oJpes98aqrF+kcsFftlFfMsq+rwEkyVhBVFHD+rvAqv0+o8J9pof91H5pafWTIWhO50l6z28BIB+S97PwRmIbXRHVAV5Wn9ZVPPsgPUJK8XrMdolFCN53Z+fZP7tSfaphCaZsQ4qZhheDVgenU921wtT/3T7Yc+mHxKdsqD2dMHMbsLiHJlD91mc5J+CDi6tWYIuHFtVVfbD5FWF7WigUX2hZBtlonPORC4w1qqcPIHEWwMaTXioalgvYrpLsOie2wNvCNiNRnzApdmB8wDnUP6aOShVdvbKKvdXCTqgX5KuqS6i775NLzzBZHNFbs27gEJ7yZ2KZoE3weAmlSpPY7zYeTBHlcnbXtmZOIEKwaOuM0BlPv/1lyrB16951S6qU05gIXNHnsmg8w193AV0mSMFb5InAh+SmXSa8d9zUXAUyt9r60+XjUmjK5e5aTVwmRNib6fv5HVKR7VGLlMpkOQeGRnl3HSw+RoTzc4k8wzMtqTG9HxlK/atYPxN7jif2sIkz3R7TjaYkv0mYPf06dPewzw+T3KI82v+yk4gCV2qTfvxMBNlb7jWL1nXViw7J1WhJbFDXl1H71oBLYnxdxOYbQ/A9M17nuoxyX5jRN8oWK9/ofGQ0/Wk4jTbewJk0//2GDuMLa3f5tOvVG4tqFO/jMOuSikBpNn0gHHokrEQ7IxvC5kDlFABZzONXUjV5pKq1kylyJephNuC3UTY2o2YZ/rVvjKvtXskEQXXIluC3fbpEpH6oSVxEZ3WKjQVtbmk/GsT4wUfnY2S+9t/+vihBWw/euApwc4kgz9LkG0o/gTZvk3CPPJEPu17E1RK78jVkskqP+io0LqWDcW45w9dtgrvW4XdXvZGz3BzfazoKpuaKAuy0tW+dwbXpz1VqeTwpXWILvi0DAF0qarYgQ0kM5dIDBVmzmQBLvvmIXCC2ef0aRw1qOBbqtEyGOvfqpj2n/toNILOZ70Zcz41CFMg0oJpreR1nkTG5hedfZdxO4sAK1oZ2f55Cyiv+n5UfehRjevnH6O/JS0q8wMSWG/+equGnN89hwciq32ecVkjzyqJ5dklQsjC9vh6gB8cyMPcb98v2bz2JaM+FOSuLsyNVXZairXyUPU3gOPsbmNSeTSb9No7glfrW3vqEyOz1rBJo/wWLXATL/RfruO8d17N5lgciMyOHYkcjQFjyZrthUkvWnZgoIDdysBydG7O3Gtvtjigciq5s0oO78NWgcrbi98jYOva9qEAf2mK7VOAodJ/6utK794k9wXFYDRp85zp7gBJnCnm2plxKfYlpVUdqtRzLhSMp7JUJZOgXOTQ2b7K7S1RQbcN+O1n/ovKSPPsGdCnv5u5eR37yBq0yiaT93mqv8qyVN1/gqyRx+epcJFANRevQ7V82+OgQxcoR5NNx7j+etOtNYZEIJCM51MZ+H1aEnzzDTBT2n3k+/oWmbunX0af54VaeIBY8/FxdYI9qPdnafAz9oLKJNHYMFonRWcQ5+7h04+3sT5nAspmuvkkTsjC61QBfZ4KNmOQ9CZXEveXCcOZRIZdo7IVXci3sCfoYOvs+dC+2yP2/At9Nu212BRAJ+xbY1lv4u05QKSX7bkqecwfIa8qDyUiVJaSodc9943nAmoLgmAbZEGbOOODsnvJdfSkNgitLibztU/QJv/u7FU29npbVy4yLgk/4wS4acg5+uOrUrP7bOrpkmRpZXdewGbOOomDT8NSgHnMWXif6wItXEYiQryhNnuZ2hYntG/sP89m95U1gC3XANkSO5i4nHtiDhasvhvmncgCu939yZxzi45gd+kh+8FHixfSR57pZZL72yPzvTEf0IWArvYJ24Sf4vfWcDb+qkjJKJCBdV5CnV/0ZeVXD3M2DmDyAvHEFovGeoV/0h7mZHrsBGNSiT5XhZ99KnnijNQKqmdL1sR4/9V/7dNQQIftKb2uP8icNInm3O+4Zh9IcIq1sC8+j8w509caS4GPfZ05pq8DJHv6+/mP3z8HPh3QTeWtrjie8QLaP8p580PjB0uUoT52/qkmNK7Pn4rpsE3ZqYlZpf+wRJS1/fIpnZdK7NBKSwrbZ5IrA4hRsHQY4GL0dqoAAUU/DBDBWXZjg8bofeasVbmlAgbqTBK9/X/FntZa54H9J2P57tnL7iMJPhV/Ldp58iZJlk8LUnO+6wsrWca3+Zu/ASxJ9fK3ATelWvTDKsT5kmXO+2CJOnEY+okMvh/d+lV6t+ofLin+85vFHTMDx9YDNFmVqWpX/pykbul8DyAJQMZrcVSgYNW1+/wXYbVR+fpVQK4DlmEx2/sNTzKMnd5+0gHo0AP80cuwUKaqJn3Ymzmbkuv+9tmPT/4//+8XGT8fOnuhrE8Be6SqWQK4LSCSMDW/9jwdPb3wU+y9L568ZgsBu0UP0L3OvpepADa6j2LXYBZQHUw3jlI9n898lZ3CugNVSfbbMzkPP85ai4WJSX4XYFlBE6f6ke8mfsrOY1v17I++WexmAOwPPhTgW0s7FeH8xupDSeAAjwDtmrT7Vf/VF0sAK3DONbWtttecV2PSFDdZUQBb2rn5NMnlJ6ErfufP2c/Zj+Ih9TPqsw6kfPMT1mXAzOzzVMV7DxdirFP27OR4THBhhogf5OvO0a2v47SAuOZJAL6TfM1/EsVky9wMrOdM13aQ3TldUXYuxRu55MtU1n4CQK6Wg75mOkf3Pc/6k2GU92wH7GjiG22rIjbTmIjk4ewkw3JeFdiclzVgJw6kK67ZYVdHGoeKY6/60dkyPyaxzv90Houb3bYx8/uwiKkKZ8MkZpuH/6f/XXxSfmqooRtLb+6l+eMmyMU0Ad9rruR57XNnUWUfsB24NLp0/akHoHP20Wne/yI+LD9jLGnOzuypUI44V+zhz3LeSzoWjJ/PNHaT69lLLQzps9F/izn7/qGwMHLp/BggKKDH2AZYuLy+e/bdASk4y5dIMq5vAlrJkxUg+Q/+0UdPfvf1seuIT4b8JoCaxUJONaxk6CNBQufZv/fyHGXhs9zea3L5d5Gltog7ALALNhxAlM+1hOsA52LJxuV6lcZee2xRy4GW4fHYimzo19pwtHDqVIhnZRSDFCyVi5RY4b6sYdb6Mow8gDZyk+svsdgbP8nD+7y0xqlTyudM23lGFcANAjAKIqG3ko3z8BfVtyfp8tCDsw7fnsDD3QoyhvCSE6dK8SzuHdgNxApO38/f+/41hfKt0LyBz5tQvsmnHvxnDC2rrjFm5Sj2UXI9VBTfpNFd1C7wxn8TwPew1lfPBm6QTd61p+cE4iYY93MWuM7v2ain+rdO2KE9vJ/1nhna+4BrV1lSE3XsRx9272P++r0EraD/CaC3ty5lstt27u9YTuy3CnVNxE/gwHiKsjwSl58vVdlop9bD4e3+xQycm2TqYZyf+/f8e+/w8i+gv/tUoZ4xLcCw9a9jeQRTAm+banN3e2/exOVd5z3XrvbX1ZR+99fXIcsb2uM6nX2bxNDG9wAy6L0fF+3OX/tQnl3W3sknkOPvjPk6p9ajTu2luNj8lmZVkIhR3kDE2++ViNn42muzhqNk2Spnie/487c2mxMot1Udbi7eBmYssL+52vO+nTDe7/5SXu1J97V+RYvkXm9fk4Zcc/RTfWqOe/hPNj1ze91mXAvwLKl1k9gctofXAX2U+hpFQQwZsw252uRe5Lprc5bgFM7UGIFQJk96ADPc+4wRIVXV9A5nZPt6FOWTVwbzEM/3VXpU61fna9UHN4HcAHbX8Owj66JPZ40hMp9kg8CmteweldDYegowUfajI4YoncM6uVBRtyq2osU9Z9dOUidrakzdg3HU8lDtmywTeRPAud6ldRXEIkOMOA41xe0aKCIq50VAqnRYJRXHp3LQoOZmwfgu3d+C6Av67jlmOHdfnMTYrUwtDX3m7oNMgCD/qME4fDTVEoINBuTFKVrycojN7+OM+eySdJOpBnd7aM64uZTePZwOiGJ7KGuc4UkSfBBZc+8muvK59jdUNVBrZ73iVhk8CtMaZV1rhs7oYH89CQTjatVLPts+fwUcLFEyB3nMBeZrNJA7WL1mkOwzdHWBBPSENTzAlwYSSl+7YP7VM/QhpO3tHcPgJkfm4/ZyvcAS87JE4e3Rbr8uePXjYQqo3J9z6cc4Eb9lbgVAveiVm7Ae3a7rjf5GlZVXaSsvlV8d5gX0BCcsztVLnu/tVg2XpuVBz3f/DVBwe4GUvidGpnUqCKzV99sLRM97b75HElFFWwOheQ8ngNHNyG2iP3LXex59dSu6ObcMYyJwr1mZb3KH0T3H9iZiVlGkR3aXvnt5yLwkB6B/G9jfGcegNmYB2V9+WuWenoK72faKPnn2C+fNS0C5clhdPPrn27rCg3+StbdPByzZGUE+5nSMXo8jRFfUMYY2ljhUFQ68EWdyvWy2Z0sfdIzP9Txexca7ragbBdF09eyKIhIFPSSAS2m+qhtI/rv/S82ZvwvKCgIMBLK1G43v9Ju17fnViobYMBnXz5dVQZUqpynyDqxCxlFt+qxkTxMrGTeE9W0dAX3rPj3HfDJjKBWogAk/NLJJXgtYyH9rBZDnjPO+gNyQpLUxS9HmmS+y+d3Qt0K69g6d/743/ziVqyZYpQP1+zrBPfq8PRMb2LRuLrhA+03al7YxvzcmyWPGflH/9meDWRDp2+8cDdVtgjFzsDM3cSI5inpo/jkoap95mnHSe+ZYUJw8rkfN9Pyo+wSclvwyJwKqbXOAnkjlRWTMvAsU1dZlqzRgY3Jn15lXfd1+Sj861ZQffpDgDcaN9ukdWIBM9pxrRZqKIRRvcYATiFvVgXm2p35qT8IlbDjkk2djI+NAD2gdC6YLatm8qshoL3JV2EAEWbOuz7EtzJLKizzRKipQaJ5kTecb5XA+3x7juUep1Xrurae6uRoF5jY7f0wlXcNpeaQefxY1/9t19DyU6MlcHhkhw6pMJTgKSssA7At6ynUEhqDxP00goQE8tFqRrSF8r91Olu272Uufpkfz8wTYvQRy1n83wetUPjSok9+bw9sKpkl+gaRjILUXPIdftYYzqzSmceqDPi+VcuSNLBSIIJnQ5OoqCyR8FxidzV0HvqX9Wy9VdN+F9s74uxv7ef1+VRaqPlsAwtS16jbBDW+U1/z2u1Tuxpk3hwPDSe6sYuj/z9ef/eqaJd1C3852Z7czdzZ1GtmHC/sGjIUBf0dCCLD/Ajf/qLHxNTqSxc2RbxEfQuALLJ2Dv6rKdmffefzGmHOtlQX2m7Vrde/7PPOZM2bMiBgRI8iuwBcbQaLEO4mc2Cel/cvz0XNkdfvY3pERvoojdo8Aya2ME1T4IACwV1vxeB7teUIFqMKXLv0owIoxWxuqchVFALfT45vub2LCfMP1macLnP3OskOJeaqSrK31fve9OfT2/ypuIrt6oDfJeOA2uuzrxLv2Er8WZKguzHoJcLofILIwiphFxiJbvKBOZng9xCSDAAJWGUBOmqAgaY1OYvdJBlBlUOrkJInkwuSyezq6Ec17W+I8AMBAnezDAApNmss4PoweGwuHLH7rT2+xSXYG7fxeZn1b6BzAyPMRn4f2Tsfcrr+RQ/b6VMZLagSEr33T3mrtOXwqVJ0t+U8QA7hgDLPHFiClA0ZXPqpT1wbClLY+dkB7EGZ+O/8HiCoTzumpurPO+i3Y6jkEHFeRuee1d3759fEcMTmt3pKcgrYxj6Xq3VqNlnkJDr/mMx+0mgTFNjtekH62RxO68/6CWE1eU8G0Svu96GX7AsU2v2bsDvaKz7VFTcZKh7aHd7fgbFcvPntZgrBTtNpk5wRaVkFWwbZWE9fGyPhD3doAnYRjtgWKvRs46L5Wab6/7UP+Te6a3HhHzV9S+QZ4b4LwKrmvX91kl5xfX6Vf9vwOvRtPD2564OgO/S1LtXqA0r03YGXjRQMxB46a9607+5qd+1V0ZquYylAwmtFS2ycwWDu5Sb5JXLptPArsC8CtHYXv+fdbiyWOtaXLCczfZH1Uq8AKY+s+i09DDgtsR2b6/NmjA+gPnWCDenQzmk0sB/OR199+fRSdNfb+j6kW63wX/FsC3aVQt36jZn49/Tj/2kQncieRoYnUuUB7xec+/NnLaOTZVGnS+96jesneu5WzzkvvAQZLPhEMt0ZP4yJL7FLxlTNcIkHAgBepSi49ceZSIsr7rbQeA8q1M48hlil6XMPJ+c5G8qUlDn/VOg0AXiuwJj4d+1bw3JhXYTyfZEyA1w9bK5FWFOU6kr5ef22U96ukTULTV18+++zTT2v3O8sb4yxIErs9tMY3iWqJL+w+9iq7D/vNO9GNqhq39wMJVk7sGXavi72DNai0m9N5ritwe31e62aP0HPkmJ30XX6ebfTrAwD8PGBeK/aaqCkxxr6crVg7IcBabWOJDejLO1YVkutLKRZCFr2nsSfMMc4UVMg9gyfltVsirwAiDBt+2US5+u8b6yhoP2xPYzYNnQJkZU+z3eyPtiNJhbdzqroo9pmkqgXyL+3+KiadIU3wKq6shUDYPCQ7Rv+XASX3rx7CZpR9idbbc8xvYxTOf1XV/jwyqo/79Nx0IJvcGL7Rcz7PcBOcl2ip2MIekIyYfZPElLfResb21ovyH/3pZeJKkf+c7R+oVmen8O9V3Zqboxtb8Zifa3PHPy1TDLyR/g97zrdfB+yI/ZHt+eynsIBGAAAgAElEQVTlZxIXklyafsHoXst0krUBAKNRVgHaeFOHL8YVzQP0ye++Dmj8S4A1Ok3lODtZ8gUq6td/A5SFmeeTVLGl325jxXkm1bbW8Z1WHo/BovZd9aU4DbnSeiO+Sc6q2X1jFypzXH5mV7FN+RulhMdkERYRduRHoYmXqyFPqHMg/pbn+upLSZmTm7JWZA+QqU8yPuOxJ9k6N+m9QHUoaMXBzO0AYBWmO1Q+SIsZoN7nf/2iQBg7bona7Fe2gM+nEjNV/+QVHfZYc1Bbm9vZQzeGPzBzMtKCAuPO3H4RPYFdwdhKyZ3Yw5LYFmNom7RW/mKXGUOf16v0YLdWsymXIIyB46fonx/CkvRf//1fn30d0O1FfJ3u3GbESKpdn/fqia7P5IYNwe8YQ9KLVvqViVI1okSTGp6Rq9iYfBIAcNcMkNg1k9Axfw1rgbDXV3ou5zOtuo8sNxEtz/1N9jT97GxcsrS4yHTpEnpUV0ZHxucmN++U3thAB9IDgOkkewObmmQgsshGfy0VzqlPf/af/O/SmiBvFVv9rqDpWOGWGJJztlXE5kyLBT2tMUpJyhtjF39ahbQzkc6aP79Xv6/+q7j1mbBZLEFwevnam/S/WErPKD2vM++34KX7TYy2SSGqQldgtD2ztmyuM0YN7CpLBhl2sTH85c+vqgM+7Pj7mP29pN8Bk7dAZ7IozsdOu37VxVCAoXygsV9KEFD5vjh2VaovzugkZT8FgKfjMvNtGcjeQfm7qnivUqJnvD9i+8wakSNHyX/5X3W1aoe/1/ZS07E/FfwP3XnbhgCAPRQAeIBuk2tiH9vfsTjz1dnCVo9vk7+1oOcJAOy6ZZaylrkUGx4I3lMm72+s07mVc/3auIs5SsgPS0TbDK6KFpDsjG4c1bzwU1Vnk98mhKyF0+JBY7XEKMC++0efSTzhIxKmH5/93T//KGf+5lfrrxVyPtr3EkGu7zbf6p5B0yu3ny4ZvMkbYpXF0B5kdbbCBGMA/6X6lnwz73nCfZkhnvqLV96LM3R89Ej+z3nhk7mmmD89VGYKsVe28wW1+c9n7FcP3msu+vrIqOmZGofPP/bRxZseegA/AI6UZzMSJmIyvS890g6aBdC8/+kE1nEEEjQT8hFoLMp/gpeud7+/APB1bEtN0kq8x8/f6t4aOg+A5n1E87SVeFpZ/OigDjkftdGclS5VnRkK4HGMFwAmYr0m0KCB7oz3bwBgq3KB8W6quwKe7QzNqAQ1B8Q+VhAXJDy3pdTa8+4AZqhK9L2sQjrzO8NhCP4dP7pFQzz74wjgBPgq0epIQWCGTJ9ldI0z2hcgnnO+g2WBfEbbAXOPABak7OfzN4J4xmp+HivFT2AFXUWBz0vxugddNuboa+7rZjnU6Trzsyrgo2D7ub3/KQB8f3cB4ytm5nkBysfX5M6R/bjufeYDFN7g43XE/LwA3WTqzqVh3D6d/X2DQY/AzgIgu28DjjUqHgF7Rted914n72t1GzBze/3h5VKtlD0V66VpqPF0qq9P1sZoUh6flzO4MS9B4X6/YNd+Z21vdecSPhZov9fhEPloM2krh7v+lfX29ugaruKy8nLAolvR3jk/+93fbya6z8xRWVW2Z36Q1VzxJ5lcT2RkQcu9Z5Wgl35oFCGCOaNrmux53UpbqrNB2UMJq2pqYPSqe1bleXVArm99gYU1DCRbrArp3t8hwwGZ4TBqxduLbwDwDf4OAFG0Nd0paCyz9CQQULqA0tKwLGDhXfY9ebrX9ywXAOYIAYBXCRlDXY8Ba3oqNQQLnsewuFTfA1gXiFrCxxzDUT5dIOUcdrk5/dA1znzNEH7cf37feRd0BMbnmq1gOfJ67NXz+f36VfpkevZS3fXwW0XOBZ4fFut8M8rYgerNoBJwrw5ekkA/7763wrZelOxNlWtk297yu8nWBbxRfKsgY+j5rHVxOVm9c/IGctAby9R2TizpYxWuqiAWXLivVqlas3OWPRqgq8YAJqE9u3Pd3vClCuSoyTw8bAF+1yz1yfc1PBhYCxwzeFQlHYYBwZRcgR7xHNXFDdIuYeMmPl3g845XUM61LgB8f3/H7SwqHWjlf3uf4Xdf7Ql19td0ynSJYKq+yz5QZzJrIOtQpvbd22gpn55FC5pPL91xc5gYxTVmIyqX7rAgrxXKLxmIN9kAIHWvOXU3ipYB46qrKIz93uv2ZGEtTYcLmAmmo6RbZiHqW06WQIacBU6rXkbkSf8Scz1GjVW7Dwxd79fS8gDAqreW2Xd1LfkH/qsIvUAWR2u9iu95eWyMytjo6g2UAU3uVIj27H1yPty1AXgILtK7zxMIaEKCRA4BI+Bx5EQSRCk1UXFGxlHr1imJvrHnGKulKDrByks923kRyMx8t297hXRyOj1jzlbpynGn41Y9PKCMnSFo6L1+Bio1eLUcmr7aD6128Sq9vbqnC/IwsA+g0KN1VW/046VDHHX7jO85pqqoVILPyfA++3Fnu0DuklpGo3dV2CZ2Nt/6B97qiivvrfbuurrWH8/qBk7QX2KK4BjVeZm+kJkKEKODCjLl73qjCZ56li8/V8mMZkpg7vSLdYsGHymGY/9036Ee/r6yJnlBljX5+D6B5FbN580cX4EC675Kohn59upXqWKTNIPSVoD8u2TpPn8uMCAgu8zW26PSde0JWb/0qd6iZI3eF7iTCS54vPsvIcI+aGBGr6VDJakiZz1lnR8mzl7TykQvngWaDNO5cuWObQHEqm7MuFRYdSpa0TUAws9NxDj2kLl2Bghwt/96AlVe9i2Hfgw5s3FuoFc1zFoEjJqdLlsC4WMwqTZXnsscXjp/NkFtRPSwOfNVgq7qePqGQ/0iVdZfpZLgp1QF0AGqOrAddMwJ3gnIlHa7OuraLjvTGtiIvC7RYPuuZ1R0q/losljpYfVcGy3dKsZV2E5/qyQV1FbdwOF++jJ26zQwDZVaegJHZj3LKrE42+9mrF//8XOZ/xcfJECsv1jzopaIAmxwbNu/q1ocPf0A4NlEqsLfjbz6/SoOFkRa5cbOOslwgNJVp8xBNw/TzxJuRsU9O3SVAgJht4eufYc9YZTVBMa/VRk1QQzTSyl2t077//Nq9cy+t0e/zpl3wXz6z9zccxlgxC6f3+sfClZ6hi03QNIzXRtkPeNlvC8B5jp+tUMcCvyQ6pTpF3I05hE9wzj2V+lsgKsEmW4V8KITJGeoRC5wlEAU8GlVzalyC7gvo/+ux2zz2YASnqxnE3Uyp6jcnLO1RVrJWu+yv5NIsITH2X61GXMPun/XvOxQm0vrofryqZ9lvi6dr2C6QIpnZneX1q4vYBz5XiW4ivklOo1CrgHeU+30WoKd9q3rjOLW6oxx5wKTrmd8znu/B3YAON4M+4FMfmdzA/Sd3pPsDfwVGFy0PsE4VWizFes7Cqll/KrLrGmrprKOpSVOQN0y06WonW/MobDYAcjrl+deZKTU/XEOJDruLFuC4myLVHMHbNu5M11xE3JtoTEPjbaUbvAspaxtD1tJLmOTYj+NpUBiHvkKsJJz9ilwsD55KnZvwGr7x1jvnjHqVqVFPps49OTMIE+rrlnVKhlxvdpcrcCZv+xVVpIGxQVrAeELcNf+KbOUe6I/TQKLYHKrH+iYMYXUPsj+14ajY6renn9LH6l0Hxh9ExH5vMemcI+TgNwZbSX4Of8uzWcGYN8X4Mj39MxYVfjK+kbzMTC7ONvGBnVf7rPEObIx8FKSWVvlRD+oJgYkmn9rfAODztq1Wfq++7HsVpmDVlRb/iqH3Dufb0LNYf2ZLK3ayvkG8Gwv4Kw1MNU+YmM0+SLn49ZzZ9ySVE787jxCKYMjO18GVAC8SGTCotHqwIB9htHK/II493xa4sKNWX2d9b9tpfitnu36GwTDGezeqnj0HLRW7ASVQU0IqZ+vtUHOpgLCAscDsd5/70Xtd8lFKhIlFKoS+vTTtP7I3JWJJQ8g+cx9+GrTGTs3VQADViWafh0wy/moNchv7NQm/8SGBPCWvcq2s4ahgVepqbrSWR9/5e3oN22Vrq2PKcbLWcafNQdLtF+y3g/YF/r3+JORY88k8QQoaVxlH8nZicLWWD8JEAY2aWu27KneO/JYmx59d/3CUPtLimvCMp91dPdkcDL5eK7ZPwPXnMuEwN8OCmefHwoy8uHc0dO8BQKVF3YXPZvErF8DeGZfrb2T+86/aD/y6Glr7TWbi1zuPAHUXpY0tPDm6SbzWdcCTvyWE1+hPyVTYJdBhdsqub5mS4uXqJ6/oLCWNF70l3l6o1WMEgbfKxj3Vq79/N1fn/2Tf/oiCaSZu5yf72SNXwaAkSQ4KnDsOpK66QXxqCRA8MGafGWd5rd2TkJdqwJYQv97qUJ9Pzae/fptEif0yM4JG8BMMp2YSWS15+iJe/HdPafkiFwXje2v/JfqeUwS7Di2RBgsAshaD+v+wYdjA3Mf8SY25jutiJsNUS/GWRzwVxV4qYhTbdneq5ISbgV1zsglb8SXyvNLGqIHJVMU3M3cemaUugBsZ9RimpHDVOWyN5aYvjiy+OTb6aeOvcXw6EjJ+2SGf6Iar2klGeOpaXmIfy8OM3DOWkt28TmU2HwVzEv6rOodLT/wH/78bYBPunIgif9UiZtHDHXFJhrPPjH8PEtMpOo8e62JPm0VtTiOvdWqSLTrjX0lfieJKy06VHf+/COfR2GAGUjCRewv7ZJ+z8//9X/16tk//OtVdzfxKnNPto2h9nmeYfuWTNpjqrMt11pjsRfYpE1WPHZ//fFcm06zB281pCrNtsUIKq/q8oeAmCja6cevkogJ7XueeWbP7dzRUkb1tb618eH5946UQx1f0DMyyh6nQzcwjE/Z26qj8yx6dP/+25hkxEckoI5BIDb17+9HZl89+w/+gw/b/OfX/M4O+ilzWnY99pbf1y+nCaKrwib1vl6+ef7vv6XvtA1ZYisfpBK8t/d1Q/kn9FCQ07NOxs85Rl87D/PsppBfpXIfKKtlZsMIx4S+Nr7rtC95D8Ppsa5RfF57QlW9M8bHsAGYHECv6wCrMab9lORev//mlZ7s/KJjNxuD6yeZ4iaZo1L/Nkkox8j0ZMc+xWglMe/EU9ndxww2RvL6evzXMkSkur4vfxeLPZNTuzX/Pk+SYv1wOr+J3zkP8u2//H/Gz0/LoNeTSIA6vAlj2a/MrSad52csCrf486tUrvNR+8oZiz3JvNQ2zhdJiXTxmE6xaDjXFn9lL4vP8aEk979KcswSnBejnFyuwvcmU4oNXOarta2xl8TitNbj48/PEteRkLh2rHngJsyPbrsJl/xRGjZJP0zl1+t75tmS0PC/+ncldbEno7uj3Ft8VP9SVfEfmVLHTCEWPd3SloQnHl4fOfeUqANPuLI1yn/H13ylytt5kdOfHnybR1uabD6tPPb2rmXef46a5aozXfLrH8UhxMvyyzL+qSo+APAKYU7s4JyDk+fFLWdPb0D17SQywVkbP+lvH3sA12i4g+fUHcPgsSL40XVeZe7/GAB+WkH6CODtcw+VLLnzwNWBPHeA3vPYh/IRpPWep+DyBbUep/oRpHr6u6dU05uAjePSPt/31oD2HyfPOgBHz0LWeFUBkM/eoIxo0aNR+/SOj98/vdff9tr0Lte/YNn9lN57P7R8fqDsvWcX8gB5Ne3OMj3Rlw83fiqAHkZ2hXtdTvoKQQ19Qdyz2XtNMyDYxAA6VM1nuWt8trqJ/tlnfztBrzkRjIYpiVFJ7XW57hdM+OOrAprPNTPXuZKBXwD4Znw/XbMlHSw7/YKYy4zfQgnCes8Fhmuc570OeNVUA/zqijeb4gYQr3N1jfkpp13z6cZZBvFjEsEN8nCoR017Kmzds4GtgQcDDifv1vT28q0cHirdx/nahm+lJ8qufOYpAMzBuckEKm4fnLkMtzQsZ/Ef+gicB7jJGKOqXCDtPq+/tfrRHqvynNIQkLvvaW/hs2cdAJz4BQv28t5Vh05jdZ7yH2NA9YGXw/1SIk1eFhTv2l36KvdoBukA2hn0+yzFfCu0dzgv4HkNrF3pEcxeb8BVs5WCI98J3o3OaDceADHpLFDigOi4Bkp53fu7Vyukuzfm7FV+ASI16EclVAPSXSPU7jcKXMHnUZHUoThV5vZRK3z0O8nvb7WEZy/F8AFuvb/VgSqkyWHB3dEWVtaeJCPUIcu1GjDP++6ce5aB1/pvPc7rQ7/BVsC67uS+z4vmrGDVoXzKLwcqb380EHX2+5I85kjdtbgB7tEuo088QbQDoMoM7To2kDogsj32GpiZzgCEynway8OycDc+wX7ZyQuMNdDXgNKMJXPffgx5tV9ke1c+9m4g06PGXq+3Mi80AD1dy+D42/7pDHqZ7JOzBQyWjTi6R0E4tMTWaNlVoxMs7ek1UKs/Z6Rah83J9tet+K6+rowKrA81Y9QxqAQwGg9yVmWeSiPXZ+dsXvDnVE4cULBZmU8O2asnBpiPivBWDggweXYvwYxbCW2f9R5Hrwq+dvx5rtEVJsuzPTn3WXrPM9wKRtcZ/fvW7spiM6UPAIzKi/wI6hZIzjOqCh39rIrE0W1OPy0jUcB84BNqtlV5/XwyE4y5PQtzP3uUrAnIAcWaSStwFQe91RntVbw9orqOrH2Y6kwvPacXQAVi/Jh+PwIhCRRFvzEKGbfG7azd3MqEn46gD4CvF/BkPDbp67AtDNxc9eRA1YFOzqF75mAN+EMgVqZ/K97Q7cWBzP3Xa280iOalGeUn2cXBvYoa+j2OYoKBghr22ii/V/2+Sspjq8VQFMi8r5skwcgVaJoOX/W2tfoRPVoTTyjVybPKhgGLHJpRmXqtDzFnbvsIWOtrQazrqVXoz1ki4NAgxO0rvSqcMpZk73CY3KMVZodh4/2AB6Ngio4NyKCgX2BVFS6KH0aHQEbP7iwZGSazZOFWuvtbq3POOdFYyxMDf88yILDzTWbPe1qFJUjJ2awODZClL27+zlb5OokGVMSLZBWPImpJPJ75xBNzu63FgudZ89A2GSzQiT5EA3t7JTdIEbm3lhxVstoKoOjHVuCS5wRzC7x1E+3Mt9yCu7dCqhXGeRuQ5IfvJCOgYFx1EwcL6CsovGD7dJ91Xa9zjr2gqmQEZ4bqadXgAuWjHxNI9De901FQ2qPrSz4b22cFVJpJG7uADmgQSoZzHO/bRxuAcJNT2kcu+0z/3lEmz6FfxrlnXGBLZr299m7owsy9gAHdt8qR6a2rj2eJbYJkI5dqNWMUXO5nyXDutUAoF3Q9oelENFg//cQOSLVW+ijrrUVG0U6iynutPU/raTQgsnPNfto9USkLAAvwPstz/BZB/zaJVWQTtaA1Rzu3aohR0pJfaw14tw9lSY/6bOfQtU/pSfa8dRoQOKpcAacFsd4vtejT11v6ELZHdt6Hdrh7gk8AEFp1HFtvgDi7YBWvdBJwSQ9Fe+tWJ+3aWEXIzei2G5TP/KjGHaPHyRYBtqV6w+sCwL5/FZm5VGr0LLm5/syXqUJ0dtIpKo1rq+kplY1MlhrQyEBHa3gSFvPsQFFJTxcAdv7T8+svv4A4+bm0pQNRVPaqbF2F1glFVG6w2dwKPWNuwrPApWsEGGM7sqenf629BCF9tUKNmOsJJvelsiPXU6VlbYGrLxJ0bmWgCtRW2ANN9F9cdTrdpsq8lQy1cNHwobRbf07jcJ6+kaquVRYZE5tVoEHfYOcpHUtuv619dud3CRGpYmnl1nTUKg0HOpCR/t7PebXlCdBDJRkwko1WIIpcCAKdPVDduTm9SVkLVOV+DdYtCWV+oIQy9vwSrIxCH+VWChybrOdpLn37Zft8e0VWhwo+er8zMxV4Za5xHkWJZz+ohuEDqEQSkF1bjCU9/RT5/jBVUgY6Ol8JJaladuZEZgaOrgK+VKsHyOvezmfsJa/SiGftN//82vlcA4FXtStI14cw45GRy4RhvQDTr0IxXCaJAtL6Ya/y8DJZGQuZbNVz1nAA8Ho7DoTc2UcvAHFdqwkPTTx7rOreeAPyZD8IeDpn6ZBr67Z3cZ736/SSs/Zovfu+6P/qiHPWL5GL3ksAjq2JnSmsG86g9wJoVI+0ils/xlVQ0VF8nbGGDBgjnxIresadRDN7DhDoted5p7S1ZUoIbfKl3m5VfUSzPXpjP9/e4bd9gIS1G59okDy60fjZ9+SGTgO+f58kwsfkXws0wLc+lHnMXpao0Wr0AAnsWGfOmBuc+6OpHgONnuaXUURQ3hm2VjxL6BWYPiB6gbJVqADcxcxevvwosvh9AWAJM+SoewvIGbu8yRcZ4vzC6//uzO3582DXqATKekXnsKere/OWJU+sb67nodfYsqvMmXzSARIO2lKC1EWPa6dxbWJfW8V/9gO/bIm6m7fZRgu2Sya9Pnj7WZre7E2sFevDx79nB8/HB577nMcB4LcHaHsb2z9L6PioPYDZ3mkBk8rLAT56h44FYL7N1JbxPD+xIOfeqwAvrbDMGf3c2p0EA+O6vHeoRcvekXs5gyRconP+/Ku/doyqUsvoVvs4la+qaZu4wo9K0sxfMTqkV67khvze3voq4Kn70j9A3FXlYpEDIGQvRt8A51R52TOSUMw/26kxjcYS9WAFTs3eqF2QFiSb1CRMHl9bogM6dfu8a1Q7il59pz22+Uz2M3umYPbxy/lWxrQk8TOBNZbpX8mEYUEJiDJwi3y+PEljK0jofsx7l2C9ftRsTDoU/XJB/FMtTxa/S2Vik9ucbfyMRssPu4mZbkKCytQP8/fMQYDUP/0jCS5Aidwzttnz7LlPAiY6GyUfuBe7hkz8lJhG4xKmS4y6THQ5czKf7ODXWxabPRTdA4N9U5Jv1oDqwQwgDmT/SP6TqGR8SwLGeDVbD3U3ggWUxq6j2o5tQr7M2ZuqsQNuOtvZFZ98yua6iBafByBx2I8aiz0AcL5V+ewan30SGyHLbJ8syUKRw2GwzDqheR54qa9vmIF+nO/qxeV4J9S2erlSF54v5kzjw2M31Bt38/OmKuJQr7YdBsCIXZT5qe7X6zdz9zJg0q3UHkOIZzfBs/Ps459zf7LrHMSMZC9//hf7N4xOn9A1kdskpdTHRGmc52/CUVaxbRuaxG3ul7zk7/QNPUJv2zOeV2IueR2rn16b02PA6oVdAGFvP/vrP2AR1Btj1a38cJPx3//33+bceP3ZX9MruXq4NL7sgyW1lXEQCItquP2WJS3NTmKfqRxfzJD9KxHPup7CpHytnaIS/8SvGgOLj/hudIlz8Js8s6F8/PEnBSdpELYQe7UMhLVTt67mUC9Q9p6zkg53HXEAsZWfJJEXdfolc7xWBIuBkAffs6dc19hjR7/pmd999lPOzX/+dx+1vvuNtKeRt/lbjPiXAe7pDPv0VZLjypwQmcDY8SIAc68f+fyeHskb2axMxyVKG+uxoFXktyp3ifVsVmwsN0bjvc41Nhczxnqzh76NDnOeia+teAMZN/B9c2B96A9+Z+2J2pXDfiQDPY8/5fXVYUZqLOdQjFtDydKxsjtffC/01K5dG5TM5es3oVzeHsLWkVhT98Faqxn/gG6+7mzhJRCjOB/Y+l72HfX5U3rfepa1i1JYtLjtAPC+td+XipnYSjQVW+ODRdf+P/6Lr8JkSX9G5mMb2LdsPvHUG/c0J61Qzjzwv3Z2u3ZYILJmdI8Y13yGjRnLgHnRguHGQud/LLZG9u37sY6s+OgWxI0BNAw3YWMY68yKPYun9NwfQ649Sn+0Oj3XZZPVh7UPM9nOdueauEtznbQ1wLqW+Ot7ofYXj30tuhrxzL/979Hzmf/6FlmvbkWtN06hiVhJftfYs3gehipx7qcA8GHhuPbY7JvhEIuFLZGxCfTsiCzlDyiaMRbxQwtWk1NJWHvOp3TnXc8t/+IzHkss6MS7m9xw3cH6nfOf4F/0M/+5hUDFug4mt5VczPzIzGOB62SoOb23B/B5f7/MMT4X6OFMEbvYnBivv62ivYbErca977vXve9/GkTbhr6g3pTW/9RrGwf4cjIPz0UuuPq0V7A/PQWMNwkb8wV/r7HouS5VzSZ+G+ACwH789Va9VIB2nQIA5oNhkF89UGWfBbt0QrfK+S5Cc//PxMqMelqd3N4KBdJs5lFYeesE94+VnR3jAaZ7/zoKBxw469Z1NL/5+wVqrvN86azuZ+6ce/+t1FpFU6+yrwCy03d0GdnWatTVlwp0AOUBUjovZwwPi3rBxM1jA8uncupW8JZivI7K2UwZFGO2vbDOHF3wRuVNlT+A8CB6TwFOQCkA+Fb3Xdm7AbEekDX80YhyRHaIP8r+4/fL6ll2yCjsVhk80Hj9nm/13wWAWzkWxYL+qCArh9V18t/t7/tYZbdJamNz1CD5j+N2gSbzLRC+ZIXH4JUxrbf1k51zDv8bDFnwXA+/ren64hmX4NhCzf35ZGE/9K/xl+7R9X69Qfzba5tCLxd++2M8HcAC1xcAdiBUNqxp7rXA5F53T1ijZY8StYFoDLqCZ3plAtYK6oyyULW5eQWmDPh/DFjYd3SDv5Uf/7xKT1R9NmqQ7sXKkIrngX6qnTgjCza70/TTVNOeoc3bD/DokOLI0gcN5jlPc2+BD3IgcG7slY2M8W1zTLEAL1QEsoPpEXv/zJGDGrDjtUDMHkAFvkQRe/6HOFP7u8NnlXj9+eigu5f32VEu3irjHsQctPylFa1HNtdfabQu5rdOS+aj2Yh5r3nxVYCj8uhg6T0F9wC29NaySpf5taCnZXXNWz1iRGi0Lv205202Vy72C2rROHgk5dLHLsGB0Tcq2q5Exm2ON78MrAXOKt/Zi60YOHLfTLt+Zg7MMs9GJ7mDPFLY7LeBd6XvIfOl45i8Gmupq3KROcCnj3f+Tk7NxXet3lxljH26no+bpN8kAqDv0+NOhvKh469D34BogoUcdvv5UA41Uad5ltuDxmp9RysdGqz2EVtl1332zc5eAjd9tl5ayg4AACAASURBVFyXs+FlD18dV2M9L/tzc7LAIKecUa5HrWCFwHMpi1v5Jns9QZDoHOfnKGwZeQE8E9RZ4sEq6RkoBQVOUHZ/A2CMXqgOkL6peY+qNc/Uiq5m2JvP6ZaCGOcaghyV2/zfDcaPWkrv3IFiPwtyNLM3iTINmN1KRWNECS8YJzh6rK6cQde+8LlL090qYjS5zR60LoDTJJWcKkWG/TIyBbfWh9IcePbaCPmnuroZr1nJVtWS895WP7hk+mbPTc9fCtHTs7jrssD0BSUWILY27Bb9qd7Ps84IVT2yYNyClM1kpNtbqbys1LeA9NU/W3fB9+ktIPkjTf7tv9we3O2T2F1+7JBzNs9UbXBtZ+P6tXHcLoNJq+AObVMDh8bFwAcMxoj3GZns9E5713ZzewZjH6PITZDoGNpTaT2VGcSZ8j6bz332p1Rb1GlVfRHwIlfhjKzac1Rnz0vhqGIi9mzmpedfMpb1rhKEdbYM3KSXjSf3SjWVR1XpJ8g7xpcER05VDbCmZ9DR+3RjneY4ZAvw06FkZGwRpWxSqZBghj7TA4T0TBPUWq/FUazRuwLF9NTmGBixCt8lH63/Kr27oJDg5ijM5vwvEWkcKCpD10NolajL5NXLKoBZnqdB/FaamFfV95Ak45NYt+orH3iRQM90UU/yPl/P/8wzfcPxc36/SEZ8e/AJeKBszf19lkzTNe+++0F15YPdJJjA+brtTuxhgZPMOQpqQSqUci/iDJJ1NPKe8+XLlw/noz344/cCC5mX9Ar77Tf62lwtQPBbriW4+AZ6XtUumlfNI6+9veq7Vfu3v1P7F+ovvH01Fp2d1ZWBBCBmm08/+9fzJb3gpvNQkka+0yvuVWgD27fNK3/SR5FzLbO/uuLsm2++io4NVdynn73oOVt60O4NunOVBbLCBZQFUEYcsOqn2STO9J11129Yxa+exHq1pZ9XrmPe7nu//jpUsenvB5j4Su9MDuYBUX/PuKY/55tZM6B7KVc5nILE2TvkcUl75OLsQ7KYdVxFBFt/fRXJwwCGBMHbZ/rNUBsGaEzAglyyr4EzXgPn3X8g5uyZBPFTZdnvJNBIAqhNMwq1Bgdq+48WurTBEq9QUOY8kwzwmuz/WaMPCTgogkdxnmBY5N6eX6Bo/Xt/jAyRcTpP9rw19rz0OzG6MjCqsZvMWHem82evvi2Ikns2OJY/eK4l+A3obdVYzpWXAU/s28p01g9AZiz2j+z8VXOt/+8CTOsZXNsxc27f0TMfBcSpp3Zca9R+ErIElUbXuaBRVWKTolT+TXf9nOf9LkCXfdfBeDWCEhrNnMPtWZXPC0wC0NkLgASCRR5ffvxRQeSxASzBpvo3a7GE0QOsn6x2azlKuNEae82OF0jVt3z2RKsqsW8c6no2sIomOuFWCgsqmS+gQ32frPcAbmdOKtMTAO9DSQ5pVeZouGfjZf+jNRd4ibHtPAVk/JTKPevxvmSazkfWMn8fWwpgZEG92Y4nAHkCXcZRUKMAVRIq8pwX+Frfe3poPhB7y3nc3qeqziv0WDlU7Q9MbP/EJtqNNYEdIcC0mMP0KuaB26YHc0TPHUG/jPP2G2dboxg2BnPw688bfyNrfc3vnP0VQCeVPOtruAROz3UTTVqBGcptwVQYElrQm4zS8zC2x+yBAC5JxGnrlMrqKP8kgLiGREfn6XQif5dPITC4ntXDMCeQbXVymA34Ya3abMLt9NHt5YvSk3yrvrr3FRBfSwSVjXwLZ+V0rooua40q84KIKCJVZJFxnx0jh96y62FtbGzKxQO0aLFn2btLTFrl/JiK7L8+xTlb6HA9Yr2n8omdJ3v8smg4j6zFbBq9mD8ocF6miZyJqJXpZECWV3sJRpfchANJV7vhvkgEcFZby6exvC9DG74qGZ9fciV7zroANlcVyu5YtTrGCGfYWiXp8YgyVDJRZDz7vP0eyWnb6eyzdCgdizHJ2UAnyNUEhlifnUvTzetBPrBvNsrsS1X2TUioz4dOUjLsErG8p6wUbbuzxM8G6yUb/WiuUiEXcbYPf/2VDZ49lPPj2/aHjKzHzuS7mddn8QtVktJhrXLM2dQk9U5lbDhteDJfEu086xtvLU6hVcRa+KwCfLYO9gC/93xavl2q2zxTE2bYMxKeYl/lefmG38ZGWTuAJfMQF/POjsfmQs4wOLD7lsi6ZJ71TZY4toQIgfTvksBHt9Ad5kcVVKuq8zSXtrRtQU5Cj8++aMubVUnTjT98S5eulUWrVWtXzkek14+bVruA3cvfKt1+kxFT5V6a8rFyeHmfgH3ZuNDGn4PK2kyOJe0EaMtn3o5+0rbAHrQ2gJq1/votIOmLrFF00Wux7zJTb4QGVBXsP/tfSIiQdJme2lrlBAC2+J9+Zp/MN56OMb+bB21Kfglw3PFFXvkJAGDrIgRaqv7igdpWxSYIYPHll+s3a38BT1VUAqKZPSpZnWMFjcLU0MTI2Nf2dP39+iGzdzE+0veqvtorUiuVtrxZj+7axPnfqwBGEktW+LXD3THxXmzCrzIWttW772UfnKrw9i1NFWX7QWaf0WUSnVTpsfV+ju8gv31As6SiNwKwxm4swL1YCrFwvkqmkOA4fcTmRastZrW5FOsguwAZLRCa4K+9S+xldpkzQE9eP489QnLW2K9QuL6bytD3Y8v8D/9qraVeyzxrycFmnG2aSuEAjBKg+INiT2WFOHPReAbiI+CZmCdQFxVxdd2KBApQZ4yvvxabMo/y/gfri+z9dM8/BABuT9SAnvq8/sM/fP/sX/8rUx85yzOLvXiOxrjKREeuViy19kXolWfvNDk4VdKqGcvWGHvyi/Rcbawse0i84SY8tb1NRv5N5n5sepgXtFJxPrE1Ap4FfX/50cehV/+661F/7ACmpkC7gTfy3ra0ijy14ri+LV0IKI/PG/uwPoMzkl9eJsHc85f3T/xjreXKgJF98kHO6zfe5o9nrXLW/B//D//k2dd/lhCzBO33P2BoZ/56wER2kkgkacR96Rgy/rysM5JCJMb/PlA3n3H+bv4kcsTazPlfGyFnyGI/Y6cgT4sjrHrTujUOKPG4vtuSCZqwS0ry3lFrjx1LPPqCzD8ltlSQPdexx9YfeT7x/LkleC/JiG0ym0ilvPd++GFsF7/J539wLTqQvy9RKO+l80pseM5b7/tSn+m2ZjuFZjURxzr39RcOBXpdD2D757S0atJ25Cr7sGd57KBWnma9V1gz4LHmZu7VQrzc61/8i/Tujqz/FhnDmvBNWhEtoXoyibmCzfpe7FE+xNeRt3eeH588dm6ZeDBWtC0Yxh22FAB1a0J+xGHehrI+YXUqg0R0gORZZ/IoutnLAyaN/dv0jSfLZKNxf3Ty4lJN7lA8wB8Zg64xqgx+VyvEjP/bVCJjIhNnu/6/9W8LM/H67CdtcT6M/Ua3v/nWq2f/m797rxXo6Pud2fTkO2J0lrv+xGL4l91x8rBWk16PeNfWs4wW4ub9+1jvCvKeojWhErID6yljokStfI7Nv1Yhl6FzcdwlIc4Xes2Hsw/YqNbX/X6QvKNfvLnK/cwDGSPPKyadv9/E01zvthLsyXDk78YoKrD9fT6fPf/a1z9MRG9Q5wKUt5KwwaZTiXSDmq3EPBPQzK9c84JNFrmACGRcBtXuN/CuWT/7+b56+J5g6dOqqj++a47gfd8Dbe0dl310wKE+nMOqgMqe3kJxjG4Wxr025+fS+HT8KgCBVAcoq4Jp75wELBqUvEbBiBT685lQ7/XjBOTQxR4Q81aVAjgK9MiwrZLxi1PCbQ2O9fTGqTDsmghOo7xtkJVTxJCVdbLKl9/PPfytc+mMJGDHf+N//rEydxvvcf733V2nq7B8bbWv8TbgN0DuPuMjULwgTAGhExicgJ+FPgJo6Su4HeejwD4YYDLnzhxUvnKtUlzmcGowNvPt8Jwz70LePLko1e6Zz0sl41qtlD3DuPfdw3rzQPUGt6I1BdlGpbm1u/d5Ot47Z25vqdaj7QBkuU8rrhmrh7K2wU2Z/gWJF2u8fXmeAsB93jN/Z7p6q/ZveLJWle0jQw2OZ5zNbGvG7CPQecdpjO7XBInOA4Wrgg4gcA6QE9jr/QDg+SpAa066p4583eq+fX7UiJzfu/aPAYMH0aqTe4PDd+9sPz7KX80FIGPpJ82haqdl5RbAEfgElB7ZugDbj5l743UIrMp0lbT3Ra5G+3jA7wYFVyWsIuz22+bsUbg3qcABKnubcXaDmbvmDF5jN9dP9xBnG0X69t32JyCh6y5C23U7mWj0RjMj5qSXvvxsviVQDPgEAHfdClCT01Uo0xtoZ3/oQTu66o7uAMV3Hz+uwvYb4KoV6PmBXlzfpL3LXh9l2Q4cstEsWGuV/26Wbvvy0m0lNnqc6wLAGcabdQJd9NFAu/dYxeGqAVrRd7N661CpgFw2OUqunzi1Ca4Y0wW/jMuYV4mxXXJ7GYyKimMzi6vnCHnps0037ZwxD6MVXNLMKAuBBIxLjgXjqIG0ytT2DWe3Bl6TbEatPTBnFDoFsBskYXCMtsseWhb7Anv0WMGq6rLRzXuOW4Vdx4mWE1xAU56/3Wx5zwr4b0DfczdxYE4fPbLg2ozXmyjiLCml2lWA5+B9kSzU+6oeY2C0l+Yqhd1jvRhHYWk+GHNos1QdcuLNGQfS+VmqYUBi5mYVTzOqzR3dtf7Le13wpBmFCQB4T4N5GYMgQuW4OmBrWBrhs9ajStIzTXOl6d9RDHIwOdCZm8jULyhw2NIAzVJPmyfn7Rzt26+61LcCdipMyYhEoTyDYNb6d5wzcTZpjM44NKpZyEwp6rKemTcBPc/10wlsrDJFMH+gtQBjey/ng+8ngMUgPMnEkQdn1wnCn/OW3JXK2POhEG2PvhmcXnoD1zEUZEow4ZeeYUtsqEMXo389pq1D3pf/9Cls5Umc9D4OmX560FRCL2g0k8ZZJTAuKNP560YmY5sb96wB3WQjEr0enqtmnn7znmWfD6RdtmQCANWvRjK9q5rhHujmchWXo9F1156brfRJIDFBizczB+3BG8dLpTGQkJqV6NFWBXnN7skeis4rU0P0bPtKZk1+Vp2TKiVy0yD1EwB4VcXAuVH8Cv4a6/upGANACzh+FYqsD0JPZ54VI3ivh+VAl8WmQaklTNEHtaMaiKnH1/Hp48QRWmWbvbZeXfStMVXuOXcx0l+EQsv0C+wJnno/mrs6UNk/KhsKGAQTmzMRhzxzuqqdu9B5/oxdcgxnuWuYf7cijFxWvlTPxCFc7+QnNkX1taSDU7lyDKMlxiRQgFqvNNipUjW/CX47I1yLw6ZiVBBhIOnGvxfHbMlC08/mfXrIswvKeIRmSAf4lHjSZIc6pqvKrY7O07jvj9/ptxgdreDx9FLuGmXufskaoEzXP+3aOTez9ocEoi8IM7lMD99WyG48OxcXOPUMqzw2Z25+bN98r8ezY1YwYL3jBEdyXvwQ8CCBpIK0VFltyCsrvt992j86z6fqhi4cEDJfSsLTd6r+KpPrOT02GpvRGKefzT39ah9XT1ZmVp0gCGz/vXz58Zn/fXzvwwbhTPv/DwAD+2aju8RNBEvgrmCBFiJjhWlCZeZqlXYL3Hv22SyZQ3vKmZr/0O22gqrPK1iySmR67+NUMK3/6apPB0hdUFVVJeB4ADAwif4EeLNL6FpFK9ZWAsL22s5u818QRx9Szrs1kfeQ/1Bmvp7eZ93/CbSuymrrOfrn0aECXswveXkEgOmNOTuP7Dh8ounJ2nu5boN3uRfboKDo0a3G+OknH9VmbPJF9uJDP+184kWCuyW3qDIf+DBgevTKt+frpWdr1d/Rx8DvAjVlnhnwvMzxsQoJxggeO4dQBP6YZIYaoW5FzJqAkufN3tRHkN1DZvj37Q+2d1anfpzKxNHTHrkSBGqC3YkRFEg67UcaKK3FVh12Ky+cPwI8zp/J9YDOUlGe4P3On9krt/L9/bx39OiAL3I3ufFcgFRATmW3B6G9c5IXmjAV/Z/AJxp6Fb5AV8E8/HnG87ZEhP63hMkGU/N7y2pvtDKh1xOwuXbICdR2Hp0V80u8mgCWeUCBLXD+6HefpNJsiCV4zNaRrEHOB9iv2lLguPe9K+Ae2CZOogSKTc/rDJQcVrPIewrMCEICmdK7V7Cppta9lnN3oGj3bHt5jjWEPPgsnXPjKKUgPpTSBXfDKNDzKvtR8LmtPiqn5lSaJ/Bhlexs8CZBZIwSDICQ85VUo6+/HoYBQfNrF7quZx94n8B/kltuMqP+z+xiYJuK+CXSbL2Byl5kzv7/JtXLpf6uch4V/xI7MlehVfX2niulyZy99VaAt8Yimpzj3hKbYjvne3PS2FljQc7SsaawP0u975DIC/j+kX2S9+rJTv8ItLbPcc8VtMzsBH3/6L35Dx9HfwMmjV9SgSSe24Pc6gFCjYWvTq4A9Q+ycZQBu350pLNhzTU61gGuqxi6QU3jMkf2xD5+E5PpAzrKvE7nA3+d95LL7F3y9OL0cr+JRa1wj3y+kozDTqVPch6YzjJUAMfyzO65oHr8ksjPKoDXsqOV5iiE3Tk3WVhhdop+02i3X6XvMTB/VXjoFKez31UNlbHqBd+/OXuP7/Dr73pdo05OEk5k55tUR0ksoDdUEw0Ex/Dy7bP3W9G/vqXP01bh7Xfu2TldKdZHP9q/QMsmhuV2EuzapojPj4K0uhW9OcA1KyxhOrIDQPYzMIR+cU7Yp9ZTxbQzRYU7dhH+eZmAThxBZbRzUJzKs5DJW2FFd2DgeFtQn62ac5C8S6wahfrsGqD7GFcWA/zulXjMfmYPj+llvlPBROe52FrjMmM8aFsPM5czyplnza3vPS+nx+fXT5/NB/cqkyCZrw9PTgFsb1Xmr29HE/OV+rythEsiQECUjz9+/uyjTzxfwMXYIM/DbOMsZ5e9CIBTm8mYa5fkX+777enrrj1Bg/x5zAbjG+cVp8MI9eazF/UHxrCoVcoA4CV3ANaBq+RRpIT8sEneCYjyxolBKbagj8S++j5OTgG0Gx8S2+ELjFZW4ijg+ONPxogiuYc9vAKX7YnF69jum+8cgceXnb1IRztb6UexHlWdpcAGHgTY4k9dd8H6+eHaK7VF4kuO7elZqNdV5S15kr5405oRGTantc7ebhVsksjYBa9JKGmLKWdcEuVjr7FV2v6rsVQ2+tirAIRs9levFid4DfVwEiuwPM12kgCY5IjYwnz1AW2heU+yG/3QnsZCTQDyglMBPt9xrgCuZ6O4jLPomyQG2V8+C2Sm5yWb/vLrKh1/f2OU4v/df/tlkghyr7c/fPZFwGuyAeSxd9gwkjuB1+KkQMPvsz+dD/XTmvSWsyE6vQlZWYsv2nMVWD6ASzL3FwHpLpV6q2Lzd0xc9sTberE2Tt2Smcr5X//61dpGOqtzbzGQd3J/fstbGVMBTMmsqTy35tb3rTATWA9MLU0KTyzTWedco1OTU9LzFA1421xE/9ILTSIJ5Tnt9nWYNf7P/6d/+uybv0bGM6bfYit/8uniMgOA6TxyC4xdMj67aWeff8C9AMABRBenW8J3KdwzV6VbRoN87EF7syK+S//hVTe5/+gVZ4LYVfS82HeTxn3A/l6/5Y9iVzQku/BZx7iChduaY79v7AKlM8HMjcvYcM68G9MUv7ktG32ViCNm4TxxhjPv7n6yZwy/wLU9ctzy335H+R2mnS/FEPg/qxaW4LvYytG92pWJkbfVCTuWH7A2IQ9zYyt77tznX/yLbwMAS9Ze1etP0f3OiyZRSdoviyb7V2KP5HPrInlqSZC3rSQdz16jo5yX2E92/osxSG5eAtEq75M4Hvap9rFPHEb84TLMWYMmiwNBG9+Z/+azj5WrufBhkZiuv4mxmducM4395S3f/cAm2Do1bmyrnKrNUzeVBBJsNfG7fwE2f/vsP/rf/+MUbhw21iNG5u1nlbo5O6xTdU3+JpnKetXVmTR0nW8hRFldO+nbv7cF5tZisTfvMX5xFY9JFuxpBUCN49Ym3JkyeXsU7LWmozcT181/P0n6y14eAHw+k/m2n9q//shWbc3c7OJP/f3ZH/dJGtKqrbPkolUAC8rkAS/NYwc0/V8huf1sLgDr76OTXUDjbgi/76RCyPv9AUTctE7PofY6o3lambvPqty7h4rN8je7/T6Facv1Lv3MDVwLAtzxPvTaa9B+BtsFjp9cpgvlQXu93O5WkM4g3jy0Au0EpW7l7wUhS3PJkT/CQpl5v2u24rFzsODCbrX7OOhrwBwAuD+feSrNawEKEQmCs+zwUtTmhKq7e0CNBxG9mia/KFDU50YlsOBUDbQqnfXovADu5n3vnSDua4NRp8/kAN3bZ+vp7O15fGbBsxmJe/8RzM4fx2UH1P397bHmMwW1u+F3//YuztVGmzYqUb/gWK2PzxRoFelZl/t9K4iPIDaranGYXhcDT8GBuw4AJ0qwa7BA23Us71OuX+/NRrHxreXmi/NrXLcpuc9c+d0mt05bD8/SZ+uBzdDY7wZcU4ynSvZonWbZOkxupN5ee7JGN6h+waS7V6Z4/rimxlVROofezXa5z9j9IRBTZXrAvx4yU8K3V/C9fytEIxvVF7mIoHJp4atcOvlHf6xy6GZ1XpDrVqx69q5pFNnttdI+k7Lk3PfsAQH5q09ahexguHTjVYQz6paJ/rD8PWBuH25/k406gMF9D3CRA87QGVTGX7rWBuynvK8OfLzunJRmUp0AjoAalKIgZPaJ/QsQ8pUDJqHEMcke+a2Z/5nnfKQVdvphNUHgJMtUPgeQqjohvyhhRk2NdGV77Wfgk59lFqsYj3ysV+Pk+5xPlU/OrODJnOQF3J5M1dlHj/O2qqxb7cZIXILBzfa8lLDG7F7oi4LrzPkszdBke6/p1qtX3J8R/FOqszo4vVBOBj8QckB6DOoYqua1lL7b0NUDm6cpKbJTo0Qf5qzdqHNHb3nPlvZebXXmDuRrWGyPXJoZFE7LIJvuNJeusaD61S3uf6vWGtg4TmkrvdvLbAElL2tWPXhokelcz/fL6TfGMWi1WIJWMmE9AGN+PVlnTNVRi1FpT3MAWm0jOHmeR0C0IsjATlCfE3+pf+Zwm+Otg/VUtdi+M+TwTCt91Z441aWcdobgOzXUCnDn1d5jMfS+TTUEY6nUzeiNgY4RaqAF4LM06QdILcX9mctt2c3Lem2olB4N9iRkAN8FXgW2jOsmrlxmAHKxDNkEUGLs99zJ+0rtDCzChCCznBEMhBf8uvsym9z8tcLkgLac8lUYezGtlnBkMu55KHBQADxBhy9CvwSc90LnZO0WxFxykozJnf8C0Xuw2hd5mc/Sp2bQ7vthaAwf9qi3nnOXvKv60RuT0TCjO7J5aKNdq2eSjHgJWRdgZ3epdI0Rsfk+PWTiBAP4u/5oZY8ncpOsjNdYia/5ss9bYX4qh1HrOh/JxRz5Ge4F6CrTq8YSwCQDN3FioNXO6VJ8MfzxiBm/DNSjHuyn2W0n+JMrCVR5DlmerjenwXxk7VA1JRCIJggFZw3/ngFzujjgDXTQOZx0SSuH6UUA7ucGoRKMyDXaWybjIZl3/p1t63GbBIH2Kt56tyqutNJoUV9lXLLUkz17wAlzoU9O7Why0IQ2ARwGf79rpSIAc3d8Fgf+687jmBf291XMjXbWy7n0XrLTvVTvXdaEzgva6kzyi1BN0Ynfpw+ZzPZWTGRO0bJ9/sWAtA/Tz9hzOfs4fJIS6IjnpU2bjdxKJc+b4b0XB0pywujM5pQKGDYTu4DuKk7Imgq4/Syw/VPGmWqLJkmgi0bZZw7IH8fKmTpGhckQR5GeM47RrJPH9p5KIOD31xeQ/vYbNjX9PsBjCQ7oLwHA+7m9kr9zndCRfaIiYGAGIAul7uu511uCnq0yWibwetglOJfxC0isknVyJJjgTetTqko++sTfb5JQbgX4G5MEQ+719s9qdXBkg161tmT21deo/9FnJih/+h7efkizFfWTRoMMGFGJ+/WZgwVsrnx+G7rah17kBYPG5EHGVQi7p4DOKsboSf2j9ehTaS/oHrBHMCrr0z65mRPrNprtVEWURm0SCsyi79h9XwZgaJuM7GvBsptM2+pOpfjZF6q+7WP7l01T+0liAoAov6cf6F+Be7qcTfJjk9IWgJGcNBAiCQUNvCRRAsB/Xs5cn7+JUUvsPUwS2n5IRkhQr71KoztGh65acsBMq1n4Qrm36hGTWor1PN+qIlDqshcCXn4S+ZchnYDL99E1gFBnnbfT72xWPdacgd/mjGhiIu0QgbMvBLjJXumem+Ag0UXAcwBHKwvqnCwZ79qS9MhXpRANRXeC/qtIuVX5A0JVAAt6ri0Jqt0xPPTgE4Q8VPC1vTIIrWTm16icS9VI99Aq+JYo5vP+zv5JUkXoMd1Hn6/rTmk3IKBIP7AnBQzX/0z/1SVGCBbZj2h8V+UPWAeeq0bjHKxNh8rOVlBmzewxPp6Z9toxuApiL8EiVaRexvteztAl8NGNS4YqCw9QH3NDxtEWG/kbkKT+kP962I41oX1sM3ddl8y36y4IhXFr7C/fN8A+gJIOZ1+8lcC0aWrMoxXyY94gcxIdRtfoHKSP118uEY0GJsmDALQ1UyVhXZa0Jbio6ib2bqLWbB/X9/z2mD70paOWgPaDqnc6+4PqkAVw3XOAInvgxnDseeAosAUwOjrezmwTpRp7yPNJ8iKL5oe+Np9ktkkRua+kUffmW6ChpesHfrIJl3gnoQ8V4WIUNyFy8Qb9NO1B8s0XYivWl0mVj6qaBumPHWduypLTNinmaza4HDR+BZYYFRT20I1fkOMl46D9JWfaLgBrT3JM9lc/GxlcQhflNnkoVeCxQ6ajJANvPy5JZeepdgjG/F4Seehp95xNCpgew5czZFSyElfHcGKOllAMRBCQPO08cg+JV/NJ6YTZQM5BZ5Wkj49eCvwvYIrqlLxd302FmjvTZAAAIABJREFUl321ClfUvbHXf5HYseQd1fMCvaXTPj3eLy34jRu8FwYOTCh0luutIvwmyi5AuRYhk3O2RluPsBUbJxjwK3ZD7sgiv0QF60ApeuzryoQqv/Z6zUvl3xJ2tN/5rfLUhJrIpDVfD83IEntSxWbuRxbpzEpv/cb5Lx9//GH/bpyu+yK09N3bCXTzXSQANECbeXa2WaPFZ1JNHCpUZ/ErIETkowCsJAyyqB8koCIA1W9JPAA2scvejR1WEKs2raBx3pdnlxz6S3qkSqJZEsYYtNojPj/TzzuX9WSk05xJWJfozFTzfZzzun1TM+5ci49jfdmg9m77o9bGOCAh1proRGMpa4o+jwlkL1FmPsPiPaeVH70bHVcq7+9f5T2y4wDcS7jqOPKeV0lIBDpJPgMm/xJ9pAKYDkAxblzsxyb7oRbXg72JC6k2YxskYco6F1Awx9FdKkObbJvrLYaxn60Hndc+5pnHMZqsJyogt7Sih8XBWNkRBXJy/yX8YoWY7WrsKEnZfypgP/n0vZwr4mU/PPuf/8/CEMMfRIuNfSBVmWQtLl0TvbLDBsbEthSelqPeOK3k0dhTzoUyCYi15F6/5ezH4vH++wOQwaLO4M//8l3X/+2cAS8/VnjCzsizkPHYfs7Y9lKVZBw/RMiK7NZsrJ/4WEBzQYElzPKHJFBp5ZO+yLHtUDOz4bzGzjbGCcmHbBM5T3SK9S3NbN+5GOCKh5ZU27CqZD/nXRInnQPGR2fzFdhRfPDGZxoLDxgRnWP+Pv0E48Yo+bGwuUlDgNRC/v0YEA57yGtoZc1TzlBJr2MTXfJiY2snXlUK7eiYdzKvxiVBwryWcruU9InrxH6TEL2+2cCmH5/94z9JSF27qCYmZb6qF7OOkj4LKOYt7+W6Vhur0X1ZdmcxeaYP64+E0lj7ns/TpocN+Vrshf/Xf/tVro+VA7OFqm/jnq+9GKUEjQG9S5xno+4sevHBh903f/7L5/HBcgajyT5Je02GVNkZO5uPAWy9sbsl0oYy/cVHFNOz59GFTYDM+fe2pBNVyLGhCqZnv4s7qvZG8Sv5l4VSfdA4DDY14K64S4Dc7Cu6hi5k4zcxqUlrA7/tKQCwBHPX+OabryJnmUTVqbF5f8p9/+P/KAlSX2VdMofkTHW711qlSTgZSwrmJa2Qrgy6pr0nYcaaWQNn6I3nk+f3s0/atk0qQeGpJYL7v5px+RA91BBjZGtFPgMyPRt9hnq58IpE5iY0LflLcoaE3Fbw51ps+zJBLQrQpATrR6Zrv0hWz38fRneT7cUNyQ1/U+GJeJoYkieZXYA5CO242NB93dj5wy9yjZpgecbvMw/YMJ6n9/fswhW6XdDUu2oL5TNNSMu6sUf5Ez/bOCfBDIuE9mxG85//50n0ja6r3eC8ipz/gl49oHG3VB6m7Z+aDJrWCTk7+RySecbuxBagwycf5oLOXnGjnshs+yUe3DY2dAr/ogkIZSmcrcw2uCyYwwL4lGIJS+rxfDdRdoWlEsnGZmQciqnaAjI2w/vO5Pzue8xcdCYbqgwSLqPQYyBH7VmV8Ekg/+bVF9mHbz77D//jT2LDnRWYuxPbfTbScKbEOMSE6OXMCR3tqzHB9Prs0YHm1L5dfIsSW3IpGbpy1thy2/uQdUwZi3Hd1oRjy9o584g5YfeEq0qIGxNWC76cRe1J/aQorUVri1VfklNDgWeJ9d04nDiYod14uOuN0fTgRH/+qim+U37QaqvIqToI9QVPr2IawHezr1f15OHXA26T29LtToh4480kPdWPDztg39zr30qFOxm3xLpBe1uY09XFeASk/7bf6ahwN6FPq3+fPsMF/B7orE9WRwFPZmc1zJmkXMdnOT93K9+nuRkc3k0wUC3cIHerKRqUIhJX9eWa59sBwAe87OGP6nMNrVvB6lA5AOFb0RzFuiZfGxvAsgbR4xzeLIo7hjWmztjO225l7JwIwfubxbd1Gjjy+K+GwMkSuQBwAbwefHvWu1ambL1qHrMPb9C+hpcKvbypBkLlZ0pgm2V9D+osW98MRwD8aT/pfXaAg2fqoXuA4T+Ai8Z2KDEe5OiJ5rWpJviTp/saOMTCWaX63cSb61vBezbspqsvhqwXY73yCWQ/guFz9sAy7/pd3+v7jf8RJPMRgOqt1F6vnlMRXQBqC/8Aau3k6DhbZVjgDb3Anv/pel5jctVCA6Ef+/YsyNJ+LgD+AxIvAH0qto52uYHnSyF7e9IaShXOGe/Dup2MlmV0krmB/z9mDaucABf5H4OhlKZnfjz7pYvy1J7pISEgn5lz4znGQnCf9QLofp7hPJlaBvYqd2/AqFQ2KIKtexyJUoqQXQHEGMF7doDHDr6r+xaocN8F2bue+WUN5LMezTdlZAv0xApFD4M6nQahI/y+gGH+q0OdDwrQVV6mwTf+9t2eDK3Se9Vn1RP2fpauPZnzfoGvgjTV3ztMH2TmzOetol5VfRxtyQ+Rme7pJw+5RIXtkU2ubMPJ4qiAlhBjXsk9yiwAsIBgKfqSSTZ67cn6HukeckBt1EPZy+Yw/+mx08Nwd3sASI2Dw/aaLKcHFUoXHhBJJaHK68he+0gduvTRd24/3vVhxHlxbM2dQE0ruB3SBSQAhuf5mnV3n/8mz0yeBu4uo3syoUJtAZBWLdZIWYWFpIgGVrtRGRN77t9PJVQrZ4A1XMgMpRnxKl9KgbqA7mjcMmay6m89C0b/e2mfrxwuGDgjowkER+8L8G2PD9C4SU2CTZXxGKqjWGfMjs1A9qUsStm+9qb7CjLtuuulU3CliSDWeV7f+sMeXfVUfmLM1bYAeAvylYp2AEH3Xa5rHdtrMGMQ3NhYgCE3eGtfS+SaDvsGxaXVyOfRcbIjUYerAC59e5N7ph/67GXVWLKKSs1LO+582nm2k/1HPQyPLvIz6iVOC1XDgVSd7mWvXTlqchUgXGZgblLmgeyByeDOSQGODxJAEqMDylyqyBq/lbfJf+ttrCH1mM+PQiaVlK1QnGxzGEUpSm/Xvtdzgmpcxp6prtW+KOP6EchSCsL8nOD0EgycAaOoaUV+/ojKev1aRp+6pJrJens8FwRfBdcyIXceOSushSBUdclBVOkG8l7QMXuL40+HmRPVDFduq8urwwTZjx7Wa7GB4CVQtT+vBDFMA3k2tEP6aKnKG5vEb6GA1gOYvFqf7JPqqsxLK28HeMji/THOnnmkf+mM7wJmAhW2BquaGrMEZ14gYTaKiiTB9smeHqujvl0SABAq1SoBgsyr6mC6Qga7Z/4o/X/tl7WIcOmAVVFJr9LbtcHm/Ln770RPbpWv84vOapJ8JqI9H3s+rBfw6DRXIawq7/foXkGXVUouY1egiAy9SMUEOxJwPn3I6Q5g81Gqj2orrkffb79IhHImDaSnJr/4XP9HQM3O6/b5fHLGOIcEac2f5/0m+9f+ejcZxasAeqzQLtX3MYQH4AHe6I2B2O3blxf5A7onHBwZzdwmiPbs96xBWUEkdywAqyLCUWxMPyXw+/tvxhFguD2t8oy5nwClIO+bWW/07ZIFro4nYwK4HyQAJDEJEOrc9/v23nGv7LMxCM35K8V0za4FchdAWRsAwQTvWb9eoPOqUPUWv1RRziBgzsD/Abw7M5Y0FI+jWeGlX0uAWLBs1Jb0MjlY7/dRQSoFFTxLxneTDVBlvjg29WupHls/YL2/LqhhjdgMPq9tAV0EoOr1r/2T70srO7XUdbxVZECptj3IfUd9mWdGHZzfsw3sATZcbUWSqTqVH9V+aQvkfh/KPwG6WK358edWnRq/BIBWDRx7Wk9LL9cQtBI0dk4ISC950Hkl8x6YJUGCrlHhAnBdwoDAV4EK1HJ0622ulOuWgYNNlHWgxwrecrz1myPvAG79eOP4A9WdfQXR85zu64yyHkANqoi8LFFm/WmNSeDE8wgumVP6B5jVyqt8XiKKZKivUwUtSYzuYZ/Q89X9mZPS36ZKk73xMuCQZde7diwp012z9WfXmA+Ug+6/6tDpfRSa6781pg9jFvixvgLozhP9gb2a3JV9viDnKAR//TnBSNUNlX/3FogdA0IB4IAyZUbK+wX0LyXzLwGAVwm+ILM9LCjibOULqrZgqwBJuq8SsCTbrc5MxZ7zwz7DXrCWIHQge8EZBFRdBb1rfxg6yNKnHSPomAHVByq+nJPN3W1weiDm2nDEj6nvZSoFR83z6H3bgxBNYuZalVxthAc2jOxjgL3ALNAuZ6IgYundsyYSBC5oOEpaZ8nYpkp7WcrAJChUliaraODJAepvwBgdQq6BretlPNuiwGTkpImBrQhckIh++Ch755skDTm/JW2Q5++++3rAPL/uJKwsWcl5QReRbwGr07aI/tNqxYLnfrcnKzmzv801n+LL0ItuL61VC9mtv1QGhfkjdEwTfNsf29wLwE2/0nG3KrQVKHlW8mt/qIpWqQFEXQLBbG//2DZk13jLtGIb5LrOBYwQTYjMfi8YWyDa37UAGoh9/f71Dv+9YFy9dbIjQHeqh9mrGCyMazbRAaTIMTYfgductYAAtoBnkuRojs3/Tcw274KXkonojLGqAdEjC5g36jdnH7XSj82vevnbns0fh1K9CapNYEkiUHX1kk7Rn6+Fw86KtmTIPhy1t2S37WmxKlW+gL3RkodG9STg+vwon+eb7uy+sR7jmv8m+ZEds+21QLH/yLPktwFW7C6JkirGF0xnQ0tumT7hq45Wln2z/sr8qAADsY9vywFrTgf0hvznVOfeasaB1Oxi5zlazLG4+d64AcKAp/X3uxW6VNWAC6kh36UCUPXj2xn3e0mYk3gpEffNyCfd8ssvSXyN7TGAE8Wz4OripKOIRjOPjt5+Wt9qe2+VumhTAZ7O9SV6kF29ktcWC2iWqs6sK0Yf7/sxikmylr21nsnsochQJsr+VQW1qvb5qACB9njOM6+SawktpXHOOUBGfP72+lY9by48/apoybPksfmoYmTm27mCYprcGLOzQNC/bChNMl3yv9df/hJq8Dy3+SjFccbhzNMnnn/g3G6VnQS89vl2JsU+zPmgj2kT0U7icQFgDCUf+6z9PD9EX9u2PIjcr3VMzmKUrWxO4HUAO7bD++//8uzf+rf/SYB0++GnZ//os9h1J9f8p4wJkwA6bb1dY4HM0xOPDf080OhXoGPm4D1U+xiics+2JSizmV6ck1XnAXlTEUlHfP4XbX7iz+aK74VuvJTjGdvX0f0/xJazZxa7pi/EPMYkUkfvxNpvzO1Ma8dFTS8JZee9cx/d9fb7GJQkLn722cv5O+IOiKroR5TnTaQaJTvQ3IusytmbKRb66iQtSipqSyOMX9HF7TcdeTRGVOtjmgnYn17Vvv/TZ2RsBR6VT9VtjYGx6fRuD7ifhHHMOu4v6dJ4188TYOKcFZebvy7Jgo33yZ9CJ5/rfPF5APXYwVoxqM14PQBw7RqxM0mbgS3olLei+yoPfNMmBtFx7O3IYHTQG1q5vKf9yu73Wyp7b7irhnP+8aN+j5y9JRYRf6OUsqEKfyv+y3/59//vXCeJJD/Hfyq0ljYOOUtXse3f1pBt1qT93FyCY/2BJgsZX5JLD+Xza6GUBkjyaUiUZIIywOTSEsWanJc5d66iNG+oN/L9YWwJ++Q9e9N1j28ruRHL4PP8e5X9yvYGNLNj2iYlSgOIRz9jwcAQZv3aGoONmD29dnoDHL/I+i52TX+91f7y/MDGx7Kffjag6LZ//u/n7Mr6iGsCdC+hE5/3h5xvf/rHoV5/nS3LZz64QQRkTAnslVGci93YRSseIM+LkzROVXmavqn6z890uRdb0u923q6wB5Vv7aR85avX3okMLIEeA9Sq8sn4i/rzhy4/5y77wb3Y38BHZzG7tMUC2SOPDCiR3+iC75JsXdauxi/FYgdI26v2tp9XHbs45EMMc6GT7u2yIeQsuPjBmIBGH2wv3PhR2Snrs/JHJmeq90svnt32ZRLEmlQbOSFP8nn+s//bn6OyMghzJ7Zhr2d/vEhywIoGRuMMAHbuvntsm9dfi9ydtl3O9vc/tAhid0vYXfw1rQxiW9oD5OgWwF2g9+oxayJG4ufLUOer1wDeCy4PU2obgAx+8ZTJQO078daTIPMcCKzVmDiUhOwMT2xN4qRnAgA/xL6j7+gbZ+hzFODpx/3vhA76vdCV/9xkVnF6VAGrJJagLOxlDGSGzqJvvdrKo60CxzRK39QHOnYQ++3SsS+BHJ66E1Jy1oqXxuQEuyIzlYmsy3TW5kVoZDG4ye/vLe6KTR5fuSZpWZN238uW4XP3etrwGKuinSa+HXZM9kRbgF488MRcXwMAb8JOwPyAVQ0JCQxxiKrEBoDdQGVl+AixjXwB4Bp6Pegm6ZcGus5ADvFH0PDSCm6C/xYA3m8fX0ZoIzwFgP11IMMB9QpwURiPAcpmQJxBX8fxXvUpSGJ3XZrZu1v77ATMQpyN+/T5e/8qpSmvAb97rlsR3Ge7aPG5catzLeamvJ+/r4Iyx+Guofzkhp1vgBuD5LwuqOzHW+W7OXD90VBunE8BW9/vPl4LTC6LjMNR6sUK9iPItlL7UVE/BUh9P3BkvQvv8z5+v+pWrwGvqxq6oOPtNeyjptgmciBtzKdqzzg901mEHqr5FYN1Y9l772f61TwZ67FSn4Ja1nMB64dpPOM79z/Z5xfsnnKY4/kw77n+7UF5QcnOWY2iA+Z5ZsBfA+17/jsOAEKLsbovOEIn2NK9tkrHzeUAyTt/vraq7VTX1TjmGIlRdd0ZVd61wPjmZE4ABcSRvQHxVqrntQrcPx6yd13vHrkZ+cZVh8D98qwc2Q6PEXvBH2GPUzl5qYtLhxnDuz3V+j6HNEU8CrJ7aABpu88dGlWKYwXwd0rxVqHd/bi1J5frz9brdP4AJ+ul7V5ztrZ6NQiaAbmkhNu83T5dprG9tH6KncpcwjM78BnYqwIdCHyBqqeysTWafAiyD+jaSVK7cTeog0M13J68Xauaxlu9HgoA9LOPVzG0gII1rm6oDt7hQ8Zuv9Wrz98uldYJ7p+92t4BNSxPDmxpNycr5PICMVf3dN6qP+48CKLtYDK/1F6zlfpgKtOsxeOBtll3/R3ODqcaVP2sCosZ4qqZOowtWbOQb8JB5yYDYHA0EHvoBm8l94C3VQqu1/VOV3rtgqMqguqcAyHc4OzJe7ZxnNrTmlEgh9J+fdDd67VtDkq3mOtWn3HKZXBm/oGl9gAZpv+BnSpDyZUM/PWOpugYHoLnkddWk6+Ko+MMkC5r+PcGdpdtP7lZz+7d14G/hJMlc5wEljNHrWJnxJ994ZkBeOuFPGAMmLRkoDn99nL75XjujN0aFsBWGZP/rJmAlGtxYO9rfV5PBVAX6VApnjeMQupUqajQifMynWVuH2kQydKlxV5v9dH5rrJ6CQU36GeNv40c9OzPHLSPUI1vwRyOqFP/bHYykOdsTzL08pIK0Ka1b/CoiBiZdy95HhRUly1klWooq0Zf1P02pf1gs/iswMGqahaQXqDkYZo61+TP8n8TR/7aBNtjc4S7Q6wbfXPCK5wbzpmgGJ1K1ipfGcMy7We8llGjtGUSaBino9DFvsGANneewRq7D4aCsiNUX5qr+zxLYmjwKsLdPkJ5XxMbzh6fXThwhxEuKPzGAYAnq3SYQNQy3sccgKKUU8SAVzmzs8+/G2hUCX9pPRfc0kNtwXTBWi9BTRcyZp8drdSef8DkjGQLVUD6JOsAQew/iQ8DjlaR4my8duUFr8jLewHMnDeAOJU09lur8XLTMtyQsSr9VVxbW4EImmzBO8CTAESqb1XocqJrB9hDrguITc/E9IQzkTfo2SBqe+JF/uuQzMHkJBOvG5D1bAMCZHyv2tB+Feij2wzNGo4a9+rCgDDpnUWOUNyi4B2ouXOjVSev6ATJAuTCWo7hBpBARgDJPyQaJdAxi837Vw3snjc719y+//6LApat3BbDzQVVgDl/G3TuCgT4ShDQ+rVXjgSOLKIAG6rbnLi5TYJcodhrL9LqkyVy+PzOgZ2lPZ/i9HEQ13eHbhqFrECyYHFB0MwnR7IXyjpy+hfQPLStnMvI/KuAtmxta3HbBphP4K61vi0clm074GQJg+uF7vJLesxT/HSqNuj+jKsgfeSAM0guUaK2HUU9wlPlkODFa6mqAVyy2wi3c8aDrq90QM+Ab9tbKsivDT4729+/bAX46wGDUknQ9BJnaCqd6dPaaZuv0jX3+U9C34NxPKOXXK7P4vbAejBFNzZ5T1BclTza3YAOOQ/eDXhWW/Ek2HalnSsJqupl/WsCbBIWVMrI9te/VvINMF7S3G3Jcdk8ZIEvkL6ggvW6QLhrr+/uCbY0AKPyI1U92avopT3YB3lO11WtePVzz/juF3ZVgCh9iEsjv6DEBWSBSMZfvZq59zdBo9GrqszUM3KZ7+RwDBqrMr0vnxew8sJgMYrVAXaezb+dnzt/1svJeq1CYSm965Nt75WlJesCFPvgRQLrCRh+/2q+Ahn1kkTwNlrKQxV+ExzbD7X2xJhsyGupgBPp+yBjvO0dlqm+hNnSKCfYbUwSGxoAz+9epe+y8arceCs2hv1mrAKNax+1zxr71wlW+epvAv0AA4H97yLHQBG0dq5vLawzPwdoXeYkvtHR69NtqhhWHVyr+SQ/XWD+eIT9+9WBv6S/meAe2k49AtuOiS1N2R0fePt7Sab78Pzt2ZixYeyTzsXYPJp8nf8+EHiN7NEVTVDLePRgvjakPX+BfQkpl6IaKC0IB9D+6YfJQm8r2eT079wYJCOk4lxQ/ch6e6wJsgnZZiyPMQ1+jSD82hIAY95Iq4AlwC85TBUnqu5SkdYZVXXg7N9ZNwacrTHQkS2wapn73lULmhc6fL3pljDann+HaWGBq8VFek4VfJ32v/PUYHSrb2bTrO/lZMw8sEftN6wb1oscDxybt7QK1NlxgI+PmwB0etNHrlR4kaXR28/OL+NcabedHbPn1xpnY+sKSFCKrdyk3c4JnbCkEhVqA0Cm49m2H370Qa9hPPMfJG2uqtWrtMPRkewRNujGsXOoYH3bqajCD3AVXbnqJXO/CuWXH7+svQoMWk/1xRt8bTV49t9bmIDq3yweZl686O4BFWweFWWS35IUp4qoz7CkEP++CXVyqQJPQvm1OwA7wDtDBhC10rV6rMdTwCgVSQN32VjmYpU06yV6EzdnK8/fQ1GKilhF8hg+Zl/SvUsCSWJCmUq2o613WSLOupXJpTGU2U63LZJEvm+/fVU5WQJhKuo/pFMFij0wSmPJNQNtnJ8S1N9qW6DdC4UtmtBbmQTssNfbKzhj/7V9diU2jcWuiZWcu8z1+kPvnBp70Wx5Mm6d7XM29ccff9zzRAJOq+darW8OAc/8fEmxOWMKIo96dy3EGFz8tVF2NyE3gXqVgCrRXasJwGQ7+x2QNzvlMM6hUj/tnG5lk36r7n/jK87dVbPPjnzv0HCyb29shagVrAhAdNmsyABd9X2SAcnn1lvi/9Zx+905b67pPFWY79ZeMaYPwzZQma1Nwo6YPfUq8kU3vJk5r98cENj5xf5z5v8b/+y96NxcLxWkdKZklLbAYYfm/vX50YzmOedLj61hvvLAfbbUhx+tTQUmakkqTdbO2WdeJBXofco3q4xEZQGanh02A8DXi4BYkpsaA8jf6zPXngZwS2TbZ+kCOvrjjz/tfpy9PCDsZeZgukHiFl3Jzvup1ZV0/QCK+WhsuDHjbN83BphvvwwwLjESI06B7wzCc9Se1h+09in62jBchYLehz6RVEn3Rd/1WHQ+np33179+nnG9bALPWECXBDjfM3byOTMlkdFRqGaB+dOpdJHer3rXaoPzfs5MyTJJ0gwlstPWMzuTvw0gXICmcbvohzdTAFEfK76V+F3mtPdUhZ999bH1molRsJLtbt2Ar6p6P3rJGE8l/0/rFVv9XOaBU4Dgz7nXWzkjnyX5769fvvbs7//+p2d/+TNWEYlfihwA+4/JdE0wjYCsanK9sz0+fdX1yAWb3Nyq4DGf+cyKnbABreVYCwiilyXrMZfqw+QsLNNQ9Izf64FtacnNKNXnK4zhczpPAr7kkk8+/uToz/kj1ti5uOt7DvKuF6+ExPVS9ZqvtAr8+eHO0U/r53aP/hKAmu+Ya/7zv/vgWSyw9BoeG4wOE2TiVZiasHR89HItk5aYuGIviTKSbchJ81MyD5I0n8e/Gd0y/a/Iyzmbfc3HP2fuZUTl47+M/A8Ijp9YuUqCcHrYjk0k9nB09MfpU93kEP+aIDRguPsrtqsKfvrD/jYWCZh8D3Oj4E/yAqm3ZwpONmltPpWe3hcUbawx6/xeKouXwBxfU0/nbHd/wzyy3SOiIxFHIsPGbh1fSCLaVq2sX5PT900A7vwOe7AG5MTafxgAmyqdns5aHfvarSKKz/7T/8u/zlplDiQKSYxsjDExmegk/sPkLbZf5Hq2IT/IfALnl6zcKzdep8BTMu0SHujwB8BWEU7n957bwy5WHHSYeoxfi5nodWcSf3UMW1rZTFF5Dsnrq8Zduw3+CcaBFdwMnzMPxuvcpIfrzGfdv0qS923rwU6evlriDR1ASsg1N/jf+nf4afGLwq4YyeszaQ+w1kWLrd6E0/ZXzs+exT7fOc8PRJU+H8tckp3rgy5+Yx7mV7IVyPTFpOhCySaepcvXxY98iilar1MsRw8oGGr84bD7sQVrTzlup1Krz/qAB3cyN6i9578u4ejGIzpgb3c/xUh//ean6FuH62N/15vN1zc+GO63T9djJWTPJgMoDcSAoRvUmwLZMtz39ZA9QMO97nW0nlZ8+kydhQYnT4VafiewRmCv0XyFrtRkjHtzcC2X+6BPAGABuEfjfm+4VKXdVqd0+jFdI38/vkADBhbqXL8VnGSvgbebvbJszgsAXyPyQXg7z7vgKE32TMvS2tgbaMp7GHh1IHKl1PrsAAAgAElEQVTPp31g3e9pT99WLTeQP4F6pFa+Sz1Q93Feavk+rItD/rHSd9XBG8uAsUtNsqrLBfhqGOXrDPVlhz9Wfu2zm69jRJ9+N83qz/sZ9gXYVHPmGj2Qq/2ugb+5GMCC7rJ67Aj7QAi/f4vSci82j/Fw5jumUb40SHmSGC7A1Tnvpj7UU0cm9gybswKEDs67Q3M9Py+7egeXMVxntU3sT8Cv8pn33vkRoLw9CO+KVO6eAMAFqp8g+X+U4cnJ/Z098fz0ObxrYw7umLbZfKZu7tZZwEZPuO7Pu/arjjXvA10fR8dYuYDs7eHJcLhz2OB8jb8539dIvYG0jpfzWM9/Y7DP0CH5VfPwOWsSNmoQL3CBZu7Kn0OIEr7AqWsw5puIfsTEtR7W9Si8W/1k/Lc3a/VrHdkp0yaTFnycrKiGKeVvjdn/MQBcHZfPqzoyr9cZWvDwzvXj/F2dNTaFZfw8BCe7ByKf+Zg+RQ6G9UGbQzDHPf9Pp0Wmfs4h1+xj86NSuABlnO4qdfmmO1zqfFL4pTv1rNv3l4rjqUyX0YBRfxJbLp3cDqPNW4MdR78/lVu/c/8BvDNsBB3ekM1pvwqSxchvv1t7mM5uWSAZtUcBiLcCYXu3faJzwFr/Zb0t8GBd9J2xZpeO1BpsfJtHhqCv9Oi36KRcML+4AIBAl7VmlJna6gTz233AeFtwiywW01D9BoSNFbW+9Xt6z1aAMuutV82magaJ3lDe1z629OahMxX4EcRZn96t78Fzuy0YvKX67VrNEbAmP5gPfecT9C8guAjaEjWqnwfi7tBf1cudN+uyAOL052UgEAyR7YleZLSujEsXWADHvV1yPeDoowHMpSGn6yQdmIc8b8HAgmEzIgCk90zZbO2Z+rytxDGno+f2+Tr91rcBvM5ur9negKVPmlG2xJrth9uCoPOTtWmfcuuT51TxMBBUMD5OTj7yVqh5qp44AHkeusMzrBqOEeyPQI1VdMxW4XjLTP8bADjG3XpmcVYC1Bsyf589c6phq5NyyY4p9/CMN6v1Vkt6Hka4ZxwF79Wh22sOuupSwVkAV/c8cM/7j44sYD/qt55x7T+5rOaeB7LzC/5yanKdXKP9hAwv3zcgz2vPGDkYU6Ynua97BUX2aAk5LAMFbhXY6IesgWohsuGe34TyFwC8833ni/Wq/ZDbrd/6wCfBzfZycefcenTEezYA0pLFVPsMoFXJa64kfXgPesr2sMy9BJ8ljVg6vZzGgLEN+34ypm9GakGuAFLmy94wZlnIHUPk/yZsPbV1yZMgmjF+1z5Bp2dObZRj11Z/9DLdl+Sqj5+3fB9HWhUMILMAsHWwtyRjZY2cMwWv8xlng+Bvz6hmsyfQHQfVrWyFVjHlv7f1bDk62d8KBGQsAODS1CaYtGobAb84KLLF86xbk3191Z5X+Z6Tpad61qkVxwIpoQBVhWhd30Vx566t7le5kwB2xobisewEpRwWdJydJ0EEpSb5EAhxtr2b6+mrhyFi2dC3QmGVm84Bqk32vz3D2eaAr9r51Ry9VmOnIiABoiUqrMcxZ8/zzHbdSnpKMkSPOHO++SYU2/nvuV6HqJdb1ZSgSN74vqrIyHh7wlcesCOY3GrXBrYFDFR1CBJNr0aX577vRi44d6qRaieis6qz5WzBNIJCX4BOtfDZv4nDNkiZ5752o8ASpUHHffiRyLKoiOV5sxUQknbID2p8e2vMPzN+FigZi4QgVCutordaNdPkF+s2UNocNCnjVBrSw18FVJtfkN64AfXteeMxP4C5DxKMfbR3B/o2YJ0zqfNQQ0yGscDpaJxLFyZ4V7rIVMSy3U/wZ4mjB5AXwI2+4EwLtrc3GiA19JT0aam+ktSzpD7gyyqaAA47S+hR9JGPfS0F1MiB87hVddEzznzPjzpRsME+oQMAwECSa5c0gQ4DRc5BlZi9UNaBDP6tv9jJzz5AxTj7js2YysvY1wV3c6a2Ou8Ag963inVtbQ5NNl0oKQxjVS5hjH222iXTHzYwWVu7nsck2t7/yYvuLzVnqg/t/c//asyCE3ySUZfdHvKuhW2mrEFCH02YXNLKEgAu/f6A60sTvaSb2foCXwt+OEPzYzbTV1+o3E0EMHO+pCGVzOwKAPCAW8C6l3nwWmA+FW8JyqDRez3VCmwuQSIgx606NieCmq109/nDTlRqUiw7BcZ+S9D65fn77J+b4HPBoOvbCSAWiE3F14LJSSrIYwFRvYx7TCmzb64P1WWvDs+ez1TcgJt7O5P4ZShnS/GYefzyc0D3mwnUjYnAxdxX1R2Tb31v6R57BysQXZEgVKhkaxscu845NuYJg+ErYb2RNHvYp/I3lcZNCphq6Gvnlkq8ASEfAtaTTDJ/CavOdM8SvGYX2VNjY1K9Z//OxgUUDwBeNd/tDy/gq0ehPQUE4E/yF53vSypfskRbu2SvvJ0eqU1QE7h0BvXcBjospkFemsy3oc1Or0JW8TrqaTTzgoZiPhLP3s/8ej+7tVToDVICSu07vanZ5KoajekxgX2xi52Lo8hnDyzIPgtm5x45NPbP0/fw009fnsDjKtR2No5Gc+dIgJ8A/i5LN98YQhnxsuh6PFbHAPXzlW/Q4HwBRDYAQHU2QJM122N1VcSzAaPHYsObx8//Mvlq250EaSUrL3EB/fJa4JhrlfTmpTZB3083LnaxSpv1uF4FND3A/h2d6ZdffhOg7QJVkzd6XTIJP6pU/yoGh4q2cuj6z/TaU6YIn50em5BOdy8BtYwsqFtvK4G2MHDmqmpPhXJ002xGOmnnjsQnPuZ6OIsL8OsXbxhl5Z4RxSt7rwn19SlGGb7uMwGAY0MBJt5P1e337h8b/Hn2Yemn2aeoM0/sw7qqvixtfp6f/L0OVMzDv4gcejKyTq8K2mu580X6IPMtRsGcZwHgZLyAgR+i+wTWUVnbqz+k9UBbWrCT+fMSq9qiYmcYxUEeJYq0/1+V2lh4xkAlwY5pzx7AVsHPin7O2i6RJMw5WZgGrKOj2TCNDVX3zmfDiPYy1YfVE+Jctb8zR6nqwxZzWx19GZ0/6stRgqKd5Uu+G0BHJZqp/F5rgCbX9VKVvxuv8TsyO1sfqA0YTIJZ/drsc4mRnQkyPRpT+/UbtOKulDHT/7bgu+9FB7547dmf/oRiPsmikYkPAgxbL+wd9Okv9c3ZUdOj78SGW5yOnh+bAZuhvcdpJwUM+fpG5E21KZsGuC4eYV30tJUD93FAzK/T49ez6i/bPuL527P09gRoA0LZ0ydXtzL4ThLe+P43wcJzWWfzPN+GTbh4/GJrsUGbIK5i8JvcE0CbJMbahXyoARKlCK/22u999PO/bA+9kzmSgNDzMM/71RfOYSxWPybZRPWj+9BRXwVA/LhVzjv/zkt4lt0SXUPubmKYz2EocC3PUwA4H0T/rdc2Z5zPMOrTAaHeYs9hOfgg1Kz+9lXse+8gR8ALFXprJ+aRUK1n1Ut2FT3hjEoiKXmarnwzPdEHAK/gSeKjJAtjR+ucRNuXYiuplvw8+tHnvCsyKFkaCG1MKiXffv5rWvM8e/b3/803aXsi+Xt6hd3yWfQ/hrbH4qlV3a/X7c4dfoRYy415zE8LNXlbwmiHY1CSkEYRvD7IgL0BtHxla/defUDMVGk5FHr7xYNmB/ApnAO+/xkjHFAo/jEQShIl/YY5jnzzzd2vSRjMkFNNSzeMtWan3XpUrzL3hx+zbsRY9Xf0YvcRIC4sQ57/zcz53/1vXzxLOmVPSQCwxITq7IyBL9h9dMDu2bNL+Hd9rYzspfrMKKEja2KGtUVuPN6e5/P0nN65vdd0PHYWa/uzFlV5/iWUL+kdMPduQOWa0qdQA47zI/8/idfKXj5IIlCT4elLIHADfadyOPeV+F3dkH+LQwcwj5/iXFblrOKzCSWs5lIWs4VuMcvZt7le20RGSSlm2dyL2Vp/QPVYybzISSGQhfpKgY6pw++XCDqfrvHA6Nl3er/5xpWnAwDTs9/lvPq//qf/n6y5XtC5Z66xIpicHQWAA85mH1an5eHZrbeFo/u0VULjWphy5mOtjcMSv3rH3G+FR4u5jPV3hQKLD+r7jJmHjZb4XGnix4L2/Q9kcokSz2PLtPghukOipwTxAep0VWJo0d/fxe6cn42FAn0+/MF8ql42f/zlsQZ6tf3ZUV7Y3Xr21/7W/uj7+ArvPftf/ptvpT0A2vRZeub+50NxPTtjMWc+7NhLnbOHIfQkh/Hv+ZpA64KpGV/b4p7Y9AqnZkMaThkTOu7osvw8psoVETWykd8JIWQ2J+d0V/3Z2WBlt4r6oOsvXmPc4olrAzlwHkOTJJrqkoznqQ97/SDHlIrm17549XP07YC5Td4m42b+XQDnUsB6z3qXntOhRvoA29IusdfzbwO6gNzNLL+ZdLd6YsL0/+t1x/T070+vu6DIQOWn9/L+Tfgj+HSv8bfUwn3mPPqAu4Gpf/syJ/da92+jqt3CAlAuQFcwVjCaaXTuvxmaUrhVdTfAe+83h4QCWKbDHC+KQjn5BLtCAFg9AlhK3zO221u3gnwqbu89L6h2f978VD1auRodAksyylxHQNbBI7hQKpmOfcb6ffl8K1ELnP4RAJ6gz+kRKKrTXMfvUveucrLVGxX6R8D0ViXfyuVWQ2di7rpd2tqH9x3D5dirjW3vUBPszo4BzPZ79C+rnL1BgdsPxzOtD8/WkzIbHeaMsFX8DFC5c+j7gTOr1lmGEuN72ev3/TYk5XBp8bqG5s042ld1VaV1hhgXWb9Lk/DH4NNAWevD+F8ihIDgVoTCgjH5eTTWj8busvysnTdPlkzRpT+9z9SMKLIHvH26tk7PyvkAGwdI+ffNCeCqtLX7/tgTC8a7ThXjnO03PO/RG3PQMk/nYHcACQC0ir1zNJDLlANump1eI333UDXKAVgmzJTo4969VJ6qnRe8vM/YZz9ZHZ0DAHQOvILgGV8ztPL+Vnyrsu76ry/jfd2gnMveez4mvCwbdwkGtSp7+A0YWiWbZwIANzM7h+LVCQVoODCC4ycRAwDcQF1ubn4W4NhemgzSWY8sB5dNgANxabYrtfk/TqYLtbf00Z2ly+rzAnwWUB8gLSjhk1uHW6W7XiEMshlIq2I6juTZdzIvm01mQxyjtd+ehI1Snc7faCWXjPb7WvCWDG7dyFWrgXKdBtlPj1/ycoHoArgZP2dmAeBVHjZ8dNa+VX5AWtSyDchcI23zsYqqBRhXXTKArXLOETyVOo9OxoAtATMGbwHIGpJHV0jsafDVmFx762Uc7dV2ZbgOywyq0eLt2fs6Z2kzFw+wX1pLtOkFALawVzY65rxXhvGtIGpFavbJ7jvjc7QqArPLnuaIl/o7VzPmm23ZY4Y+yxqNHnUBGM9DXrz3njX21Ojj7NnttyYwtPfTtQsYKJvnu6eGbdNVq04tFapgXrKh1x9tAeX29Tv6mCEmyFFAIg5XKeI61FWeW5MLYhYEzD9BKw6GwI0+KPoJrQ3CAldvBbTxQi3q5ZoAKSQJ5oEx3tnOpLv2t8lWHIPABeUYv6fCu5VEO4Ms4mMLhJ0TO5sGYi95a/pcDzL7pedXZXVZhZ4bNes9F7bfV8H4lA2ksuDczjlgrdHIyz5cX7klg5Tms4Zr6F/z+wb6I5vrX4jCbr2Xd5ZdCmjZwirIlxCmSqy9TzlQPa8GUD+1nR4rZE9yWtSG/SpI+kGcicqaKjnJDmWiSLVUQDCA1nr5cA60DBhQ3UQXk98s9wXCZM+uJ82AfPr7A4GoY8N2/wkS0W8JpJaR4QCWt7IQGHZfHHeBFjpQwOuj9B+VGWz9B87s3lfW6EtrMArAJbZ0D+f3aH84BqpbPkDRnGvIKu52b6Un55qzJCAjU3/Z34x7lQPm1vq4/k0q4PTe84hMt3fSsbMWGByNJvW6LO4FQdlwHwcgqW3u/rUNEgQKqDs7aklEs9UuYGAeE/gKPfOPqpI69/prvpPA1nr1oa9ybrY6ihOX6xdAzN69FR8SA+hXtMsFbKOj6R/7WlCEPvkmvUbJA8ddtSuZEJh9Hgo2NqlXg8Nx7DyjoQjQrnJ8AcqPX6aKJhcpAH3AxO7XVmaq/hpA8qUqh1bPXd8gAZ78/raocOY7Hxo0qz5Do64nYDLsHxJdZG+jIud/zD6mv5o0k/c/VrSPwtee0V+WvKMvJ98CNpcNBw1jKcYTSKnKCAD8vaqT6OjsmlYBA9A8yxhKZJNvXmZjRMZSAWoprYuElsnFOUeqt9bCoCCwAD4QSS/SVpXp6ZselNFpsxFUXOjBrLLL84Qq7LDFvEhPslWr06kJFHevkXNJH6umvOBh+8jlHhtnZ6kBIrpV/6quK8aGBLFu5bqeaT2n8lgoGVVtC4RZPPuS7LAj2FGT/1VFGN67CfoKdAm0NcAY+jpnovPj7cxf907e+GWC8u+8kwqGnPP2RwP22YcDTW8l0GwUcmIfqdK5fVFLSZxxVyce+jnvkYyigkL13E2U/TgVew0oNPB8X6eqiZrPdvsmAT62zag7BRMiD2EgqJ12bKVWKkbOBWK8di6mlUATZULdB3BMoNh9Vc6/lYApPWNn61tt/OTcXE4mAw7q8RnwdeDfEnishfs7k+nM6+d0DU9FTqss2g6AfZZgayjim8z5WvT0r6PPvxS6q5AE0H5UQMneJW9s07I9df8gEow+SvKJ+wN76Hu+k3kF2rbyPnIjaDXmnD8mh3+ctfZiu6J8P2ZfAUr3/zLAgWCT86ABygAA9g0K8lVOLQZi7wDnfB615tZxep781LY5NkDtpwbqx3hEh+TE7bVUNAlMufdAh9k5peM+/lsD53RZ9s6L0M/SJT+nMv7639bpg9DGSji8lZMCXx+nAqu96c6eGpX3Wjg0iMgHzP5e1fR6iQH56GVjAtiNGvayWM2PAeI3FhCd0Eo+QWORDJVvWXuV7s4096C77GFAV/vWt/2CGMLYVsqmkffdQCC7owBrrrNKVX7zo099W5Vsr3vNTgSS27/XF24LjEOdXDaX+pZj5WBDSyKgjz6SqJR+sXSuoGFWqvK+pKkbl1oC12jz3Vcgmo5Zz7ot2r7QZQLvxl5ALklLA1pSQRPAjG3h3HKmjRnixkZmO5jbtiLInL58KXmB3xkWgLZOYGcBT9mUS9SW9FNmngY+b4up2dbdp6FxxSKydlmSXVTzscNeNfltgCPg8PSyzj2Ai3ceC0h/8eUSPyrXA3XoQbr4Mh98WOYICViYJKY/CBi5cD6SkTJJHduIfYXil4yNJULCzRIEK2/R355BssHOi8Uc7Dt2ypXD+YqYiqYztgUliblnqmqb8OeKY59okPXYiLMrRhPqWYzjFiS8mU1sbmwe8afvAsRurLED8pmvo1/I6t2ri8PNd3d9nyF/9NvXAVfejc23ZEexLGDBT00ceu89fb2fJ3Hgi17rBs+bMJL5KXNVrgGoASL+5S9fFxD+7LNP80yrDi4ld5Lo2FQN8qpOzn3W2mOVWaNPf6cJGxIOVdACiLUFIdtlb0FZb33MVs4XttIY5th6FMabz/56EgqMT0IDfVYqSW1Ssu/ZAdgMFiZWBYfpQ+LBem2X1joA9qehsx6QFEA3tLfdP7nHZ59+0vUvNTl6U7o95w5flZ3N9fki+8N+B4ivv++vmWPrk+rs6Ez21zutwsvIo28kXEvqe+v5b8/+2b/xMu/LHs+ZaF4+S5D/e1S+rRQfrWt7T0cM24P4UMm+pg0S+9X+zufhCfTqL9EjX6eq8M3X2V324RLxbc5WdoZBB2vJh9GB36QXKntfovebqR41tb9m7r6Nzyj2w3YbY9don83hrfa2luxT68F3b0/kAkQ3wXe+gsQSOtyaPIKv/jRfsm1Jct8xPMwPJfN/+XPsgsjR+xnrO6lSXFxnRRDffrMk1Wev//Dsw/QtxsTy2y8Dxp3nko2ee78zj/GQcb8JIGK/Z7/Qk3r2fpVz/Z2c2U1EzZzz18hkmbXEG7sv2P0/Pvun//Szo0++7RqX9SlD+PM/JPkvz8wnKgCca49tZrb5n/6UedavN3PKdn09MqsvrUTNl1lreXuP/KavZz9JHASGiPeNMpxN+T/8qy9yPWuqVYRziv5QFQsQXFuef/kv/3VodOP7RY9891XWXVVi7C1tBW6yHmrZxvFy/6/jv5ANtN+SPoybzJGb+rwZrz11/cft7flr7JDiD1lmzCS/lgKXncD2jp7X8iVsItYEOE4n8P3YRpLdf6l9cpN8JajYZ/NtvADAA3p3lrAZnQEofNkZ1mTJ6Iu1SoxWmU030OO3FRQd8WP6zJcpNNf/9/+97MmcS84ffgvaZlkaK+aQ7MW3HQJ2z5fawPURVXU6H9OaKAkA1Sh563fOs9LXRv/kGk1MPnGzG3/d80vSA45nFfOo5PzTzy6jFznIXLLXo+efFjaJ2fyQfcqQ+yDtheiCX7ReOAwH7JbqyKyFCnJVyY3NZO/TDUBjz8JmB/oPBF4Sgv33XpIsOvO5iGuY3zvfK9Jxjou15QyK/9hzPmttvNde7QDy+jYgc+Ofzn+JoAdnqRZ3DgIl2yPWB7L+9Wmzf/Plpwj6//0/S6uFN+I/R4Z+wYwHxM5Q34rMOXslV0iEvcUJN45O3zv7yay2IUsgyEVzm3fik9yYH/3SXvUwnbyDjUqnrVBjSauznRc/JVfOCT6D+fpe+4meZ8+r/6zlYrNkYa2+2K32gxZR7RMfGTEmOo6O8VUsyf20iKLTmrTIBq//q5cuP5Y9IK4QeQboRn+/+dYvz/7X/+47zz6IefO8uM9kyf1nA29ezQddeODR7vMygTZRY0k1PS9O4kJtFRocjpcx8A+scVu0nXhfcZPjc+kZ7zPnNC5Cg+GgeIkEldzj4NcFfz2jGFFBY+d7xoxBYec7WYETYNZ6UAFlASzonDW7TK8PAPBX3x808aEycML4tNJW8OdWnT70zvWYHmRP3O9XfTmw7v5tv/ufBoCfVv/e97mWSzZY1YDzHIHd4xHsvdSgDUBm1QQt73322T3DAzB8LvO0XP1SwPa9AqGuYdnP+DeWDab9OJ88r983YJrPPgWA/b6Z3YyzAle5BhCyDuTjqqjwu3NXALVa0gJfY/o6jYCF0dAVIMo4eq1ec/PSCsE+/557gOUJTAnwo2+xhxnqjWbO4N+cCrivl1x5x3PdW1WxwPQy95f1tYyFAkI11pdpeQG+pxTQpcPIfWrYFLwYddneO6V9aQYAHDdb9l7/AsALZB0gJx8slXADGJurGuhkzxY61aac+gtSXNmxYUdJMGo193eoPICTua7nZ5gv4LrePl7NOj/b5GEtORzuXaVzQHDr02zWVaN5+XsTFPL9pa298sLomOwNMLwA9KXPbUC9Bvr2lxcAboGaBd4eAE50T577ZKD0/SouKyQL8o9CaRXVlZsqvEfwveN9UNw3Q0Wgp6HuAZZ5FQAWuDmyXerzc3JdKtN7oN0quGXUjCLmyn0pm888NYDd+b5y6X35ifLMbS+wSXH6wwxDdEd7TrJYR7BCvT1gnCTDM62aM4ZJHajHhArnJufKZdrzd4lgx2g5leSt5qAf5rBWb5z0nir/EyzYGtmHq3jcnhOCGxhY40blWf4ui3G0UtvES2wYsFa6oGPDSZxiSAOubsW8wcmGmlO8YKk53Vgmdw345v6GuSqTAWFEqnRvHvPsq1tVTo7t1facPVn/Dt7rPFpz47ty7LHbswTo134ucegy77K4PKP1W6XXjOurl69uHhCxtb09Ii7VenWn5/Af3XMotC+ls3n+I7X81plRjVrNSjQ4fmjQBq6PJnf03Y8VAE8BYA6GnwWDl3F5z6Ppi/8vXXfSa1e2ZYeZUbImo8pMqOGGZANpS4AF/QC7I9kN+++qZUnuq3IFGLAtG+4YVuYrglWQjGAR4fGNsde9fA/Weclk8N5z9tl7FXPNOceYY1b54armZVNIEUvQTFp9e914FXwreriJ7DbsvQAN9dUZ6Pruhpgy6Rl2cx9xf4fRdip5VzVRQk3ZsbMJXgcA8iMJ+yXK1ofNfdWU1I8jTQl0n6SsueTcdk6QKq61fCrirZmdD/aP4FZylGzselaaZ0tY8Dt59q3pjf3WqP+3VhDnnlWlGk9SyB529qw2MkmTMaQ5oaTMROT5v+zxgaAjQHByOkb2Y0GKJZrXv2ySfd7THuOkPXNdc0vO9/Sf8r45pxjos+cqJrY5JPxW0WaUAcNH/rSSiFeV3enDsQTCEoqV5LvO5hGCsOBn/7YWLp/J11xn9she+ezlKzD77YOrIk6CIp8pMzNMYXvztE7YErDXZgOdP+uTuz4iABbJxck6A0r0+1myT8DZIKbjmN5VAXyODGavmvUgyLQ/zz5ucoLtcePOcicL4lASTRK1TcT1XFw1m/G1/60H3+/fJUh1n2x7GA/f7X7f5H6Af/M11mdlkuNb61vPS2ax44LJl0nUrxc0YGmSVvULEReaiB6pYqSV2b1JRdZA93uoUxxlDcEMGT9y2z3L63PNud59+HPNda4nmP0Qm8ceVOWAf4ONrG9gevXUBud9r1/ZSyKcVHzFh8EAnqzqKjn5puQzH6j+zfuPVPjxMwQj9hEw9ABMZ1wkU/XvVFlnIbEBgqy7SSD6dwEPcAeaafpdvYpsa/dxfXP2/qzLnacSinoVOje6RZ1jPf8mB/8oyR48w5E9rE3BsDWgh/bO07aFiMzqWppQ6eFjrkr1yHCXTJFgVzJA5f2X2UOtpso6J4c6+av1VCJPyK81vgVpsx8eP37S4FOS0KsMcz3Eu9VmD1TIHQD4xXPVGf7vJEmswyWbVMR4NoGWawNl5zMjK1yAANa7wD1VBXcDWBc8ugg7Y6LvnJDkJWe7febfSRIkGwU0waafQoZEzCrT3n0IU/qS8WMP375ZUlw1SUHbfNaz6KE1meD9qR8WoO9jmM3fJPnKji6Zfs6Gc/5MmusAwD/neQoUZzLGAy0AACAASURBVDy/i1wq+/Xsj5FxfXclJvJeLGz2TC+yVfGr3NRLep/tmZwzq8otCdZPRdHGY/Ke71vVtcqyypxm3ZE+U2HeNhBVLhHDLOEhQeLT7VUpeW9fSth3CY7gs7hh9q5AsepDSVCknXvrI13yhCRfKsLr113xbXvkIQiF8NM5EKeJA2LP1++LzwKc2n4AUK7q+iI45b9e5hkkqiUWVAWMKGUPkAlD1uOrrTf7et8NpNqLERkA7KVS3h9J4iq8qKxv/1OEJPHoHBA2vYSgfnYS/xKJAzMAwIgNIxWQOf0sNkZv5fkdwH0JWFXaeoqz0fYrv2AJuEk1y41NTr0y3irlLl9nEzCCh8S8teGs4C68eMZeczD03AaEnIpVu+z4o2zBiILuqQl5LREoidRWTxZ7/WkRIFTIDfyXpGQHBsyO8HGUfqZEJJm6NbJ45paoo/IVjOkMtO/4auyoqh/9Dw8AvGcPGK7XWROUSzDtuT+JSehEXhXgJXlebzn+72fWS+w5ScLugewvts9rRDdVHyrsyOFSAMqeyjh0mAGZWba+mw+K2GBcrasjJciXf1pp0C6L+mXW8fo6i8tX0Tafb8RYtv/de2cB2zM5UwlpEyppJ0bi7z0OiaSWkf9af12+xX5Ze5Opf1y+n3Oh7RM23847+94eOlV0u4+RaRrrBZiwzySMERRq0/kLTZbNJ1oeY/bDi51RLXpLtJ3ii31V0Pu0w2rlq1YZCEiTWZzM9M4sPdAl5e2B22KHK3eRNUlNxAvAoeAdwFXfNuDAaSPBf2HTjR8AssShPP7TpyMPkoQ2v8D6qdhEHSgJSqoWzgx5HOoAJ+fwIQl1BIVVTo2kgVinKoj9kYC3FkheVvI56xgRclLDuc9UKZWUnb1ujsUVAGDr0rmvavSov3ybiuiTC6gqTnwhZzXbs5h2doq9tMcljL8JMHeFL5VY3Gu+ojPemVSfriDw8g/WyAF+WTx2ZPZ99u+QfU8c1JxTSvsqsZu3yCWI4UYMOa0OrIvfClhLIp+Kr/nB8/t7Z90Uq+aX86q/HLtWsiP50Tgs/PZJmk7Cf0levucIYi/je1YRqP4wssakK/WgHdlqSmXmU8UdKeJP/fqXL192PEcmXF/Jm1fujV1jz868UGRonoMk7HVWuKfnqRZ3Qw8eIMvo5Q7YtL9SbY7kWnLHfE12gvQ4+9YKyVY6kZIe4P8yAPD8xQMAf1NfoOOGjAgATu/PU9F2k3yQxcz9I/2VnKv6r8fWer66rrXt+wsuxef8Lt9p/Qx0Xu7XS4/axYIc8FRwZ60DnpC9qpQS+/0svWidEkgvZIuN+8fMsSqvN/Hp7Km//CEAV+55wlAS+WSp9Yq9cpLsQPzE77LezaMTtPFP1sCD+GsfowrgHPmbAI5FSxp7qKiUf8s/IwHsHn7/N89LZvrs153j7EDzc/VjQzaLrSzZM+dF1Xeyf+cbiwOzpnN/v/99gLssT0SJBw+Nw1UBlv8a4QO4/XUJAFaJKRJLVD0jMbm8F2l9fvuTb5DNQpYMmeLLxOBTK2jKP/8NABbHO49W6Wl+qoZVAvvHqBc8KUFkOWjAXSoAAwDz9wDAT7+LnxUzBgB2loyA6TwUo5OcRajJGf0i8riZtychGIi5P/6KXBfVh0gwk/It6b4Sv4vrlbUhvjjHkOWMtZefsR0kxblGf/PvyQvHTuf3zcmRfXWJ3J44/usQaVUvslsvSdfmTPrqixGWvg0AjIsyf99fn3fsjfuTbwa4e95f9Wr+/U/dQ/P/A6S27+q7AIiP0kv1w51/+69/f+dZ2uTcSwUzwOvX5KbJwBcIKpmQTeZrp0d7c1wq7GdDH13V455bPMjvF8N7Bnv1kPsPGaQ5phJd2LpVQv8cO7/qXGCkWFjLCgoV/LacnvlO/gCyQLGMy7gsjxiiXaqU91pe9+SxR4SfUkD7xcqTAICvXu+ylCtqc14OTLIn1yaE15mxb5yo8ODnO//oHwbQi+17l/XqDHzcNkdTo7PvCoh1hJ3xs1FIi/aFdc4/RybzvYjf/CF+vDwPsL5+T9bX6fk7bIEtWrGRsMJ5Kx/MD/k+Pan5ZTO3GftXKqUlQPf9hv9VwP1WoOdSfI+SJsTKuZgzQ5zg3vx5lar+tbnznXKY7NRFus3vxXNvyUTzxbUUS9yq/65xk5t7mwpeftlyzVNtrBSxXGHu55tvs399d/wxL/kaLyoIZNAR2m+KTnhNimyumMrzuOpc960AEvn+kxtlNf3zf/ZLKtjZv/gG8eNn/3M+y9PWfpMXX0He7QuJZfex9Yy0thZCrs2eN7/p7MzZJteiKID0+Bkr8cQwo60FsYb5sNbawgPxt/O0dn7OMqTinuv1E/r2jFNLKFPpHxJ6/Bi5/M/zuY5x3se3GQaX+8jc8dc8Yosio1JwsCHXaEVyFUUiAR3ig7ZEBVE/+/nOX/9DxKbst6ulIFVp5zOfuGp4xc6unD/w2myWaMiPhDms2OMmv8om5/enDZy95BrF1YrLbbS/zCRaU40dc9/WxJVSC/lk/llfdWmGO7SdUOYM3OIM8vepGr6pCM57+Dft1Z3XAZ9XTDe10fob+d620boBgK9VcJK0gt71miQDGSNZ/YBPDA6jcCUyHfKnT+epDi5ocAEcnLolmLcwbkDZyzn4tKq3z/xnPz8LdCGkirpT/XY5NXlYUh1bOLnNbuIBqQewOTiy37V6SlLpyK5em+AA0lvkS3ide11V5e0zNem/jGCv9ykQehzCP//5CWJ85oAv2ygAjrEMbqtnL9DTQmwCkvOxIOlklwXPB8pqYrTGdQnnvk2lkIUSZ6/VWJnwVnbWaN1KfhurNZ9XZbnK2bL6LwD4XOsAR/7d/lNX+ekCmoGg59lOpc1t0v846Ado3rN+WqVw5rnVZmV2Tg7wBgDOG8a2ZGTMhfkfwNx7zEbD1DtO91jtM+gDfW4r+U5l39bblRyzdvIe676ScO0HdPV96hzcBqmCzdPb95qUGgLrs33AejCtCui8DqBckMUmNOfWT76v/911MLKFe65UW+/JoTKj2WQ1tmrX+Nbj1t6kSm4qYVtZupOv3yePVGDmWkM3SZqb2+vz3eybzukFeH4CAA8IvQ6J/F4AAMCuZeh+mYGpHa+hWZ+ljr8DgbSH8cGkkdC6rlUgvYniXZv0p++X+Oq6tvcuQG9rbRWl67ksoc9JX+KJU2gOToLGOPn+A6K2Jy++wDUUh12LVQdg788Lmk6a2KOdw3hMujHcvE+F3XpWr9qR99oK2jaBXxLUmJ0E6ukjeUgGbuQ8t7NAimTfcRE9AMBN8Ahkkyiq3OvW1tbZqcxeYtD+xfg50rQCEg/wJmCPk6Z9hJWf+lerpaZUsCotFSfblwcUPwf5eqS51A5U97ieGtYVBmUOuACCPvvFxfx2XQym9c8aCA3AqL1hT/M/v1tVAZAeMMKRtAewuLauZ29OhWUO8gSHt0m5najbwwIwQcIAiK3fjacXMHCJqD2/ylff41/r+zf1hIETV2UbxyvXqcNySf1xjGej5mCPhKGC2rNd1fO57QJfgNOu3YEvHLVV5zDYmFqTE+u+ziABkiWA7YezBrDe23MnP2PqOLznvk+izNl6gLIjbVmJEfKk+eBJ1LQfZaWD52xxPAHA1qk1ekge2z8DbSsbRmqojgpQ9bK5wIn6AYJ0ko4DniVcVE4uqL2IHHm+JooqqTOb+KGymEaf7Voi0FQ9eZqEdYIIiV6SfyV65HeqNyYRuv5y7QOSL2ngVJngJY6mXuE+RvQpEy/P0sRg5kKy2DU5oEf60XsEQydR1eqGrazL7o+4JBE7W3v9lp1McsD4VnK5zPlVPfcsz5p2Tlj3BQVqV/PX5Yi5yvbavMAv/VJ1FHY7ZZGYFja2wVPGWZIHYGhsB0hbX5MkE9i1Etfaa38oALBk9irABWFzygVPEtCTt2sV+HVW2ltjGi+JLHFmrfElJsU6ueBJ+vC1BEjr5yooOmt2dljScr1xJC8QHOwFlYdrezC7WiapM60JJwHZAj/PKH4SEB+bJcJxrK3KcEHPi1Tk3a/EnYrxyb4deyl4BmIIegQqDRJqDwZQ82HtfdWnnd8EbusViwCQCuOMH3sAfATQcegFkesZO7vQ+YjdLyM7e3f9grN/LmUBnzH+gj3jOUBzlROvkjA0RmQdrWFJwwLAuTfVmBLch5C43pariB9gdhu8zXdYFdfWVCoQsl8EnJMXRVJZhQG5ut8SpJJRlgyb/z6J0oK2PUu3RvTgXex9KhjW61gSRcXA9gsZuFUa8TdadScRSXqvko/H3ka2KmvlfeZeEsWcG8cmzwTHlVyKrUoyzhiT1iMyZu2cANmzVTY890ohoMD3tXZ9RsWTcTG27UGVsV2V1YLYF8+Ajp5PQL7xs1+dq+6HvawMPWl1yf0E45I+5/xWoWdtSOhJGLzLmVKJyPoBS94dOSZsZX5sgdbYt0phtbJ7la0nyDY87Wt39QNj0/U2FRy3wi7nqJ6WklhILB+BSlms5OasM3EGn1/vPvfxInNxCJWnOtB3IQUswZ/ky1WJA6B7moo0tok027uACvYVhYTHj9eTe4D2pdJxgWEjOGa+2JXsXz4AKdK1XFBJN3LiV4gc2MoFjsasx9A2zwVP+YsFNV0u+//D5LbfhIjjPk7Fqt/bX+bBPry4NLXDKtF3P6muS+LX+BlzdsYefBI5SXu1c50xXM/I+XdHUrjEFed4PddLgizv49oNIEYwuXfnVaUgJ/P/NJV/VUHIukKmWSuEABBXr2G+GCUBYP4jlbf3bvfrT7k39pEUtjWjur9nFN8m33Yva7vSYogHWa+PMhfmDwELwKJazIKe9GbWSxLDztLfPkhuSiDP5lr3fIaSAjJYxvNWoeM2XivoW/WXJfz0B5vc685BPoo9Yi/o14nA9luSNPw/PYCfZO2NMAKgJ+k8hY1jp29UX8QyCBe5F1Wap/UJuyweaGucjIPrILDsvJydfxAw7cTWbEt7vjvPsw/O99ycP3y8rKen39r3VFPYI/7qyFL3H6wtyDuVEdWWXDxQRYGrl+wBmc29MwSQud556YNK9javF5W/RO7IOkPm0LczoMDrVA71fA4Izxbx4Z6/eNHKnRHLRmp6kZ7IrQruecC2D7T3zG8yB840dpz9MM+/pT+4+//m21UgiQNepZLDPCM1GJf6pPmf72q7o/xB4vDfpAipoUzpgN0w7mzZl1ljA/O85vfPV+QnnDhA0s/Zj3R1JPcKPnd/rVpBknb2hk8KqJgNMfbAAbHC3fvOQKDb5B/rDPAT4keeXFHvI/O4vnEXQeECc0ewkGQPsUECN4lFz/BBZWzW6PrxTR7cegTmtfowZw1T4f6Qznzm+QtnsIp+fuHXIVOM8P3ZF9oh6Es82we4R/pxqz/+AahmbMnVmhNrS6JQBS37Owfx25Byfsneqk+QOdePfJLQbj/xzl17GFi1She+LTl/PkeJKhSRMtFr66KXpQpcc5eK+dh584LQt36O88tLAo/R5RefyuqSHsgoS+7nAf7whz/27AdAti1G8z/z5b1GoNy+MK8DgBf73qhW2V8BHvdz71kFv36jWgJZ3y8DhiMN8ZmdXZvHkVsnRX/5N/k8oLOxFsJG1jFf1RzxW4H3qkwXD37M+p9UsrOM3f0053P8+xLBALSxKR/q+6tqPEQu1W5k++2jxThv8x4VYXdji3/KvuT/fXUl/QcuzRadVhElBF8jtHh+cVnVa8gaX+DE8kbL7/F73Cv/yZ5FeqmyQ4Ben3v7c6pt83MxJttgH4/IK5YQxz3sGdqiga+udhi5/CFJ+R7PfwpA+GEv4mOuxzfQg9LAnkVCXPsi49KeqdmvgCav128AjcgcqqPZ+p4ua4PVXCMfBXEJ8Bj7ZeNnPZCb9nqS0qo//uH5nS9K3pyiknl8nWpiFdeIAAgIP/zFtwGSn19r4bZV3VHmGRy7Sj3j/jTxYPsFZ160Vnn07SLgX+V3cnb+EMUNvuIkQMXi7Ns++6AS6f1xAEdy09lHmVdkx4ePe5XsO+dq9k9JmfyZSNQCCZ35AHff1orREY9LfkG6yVzbj/RkjfFXWct69n54p/I2diAAqx60b16Lf/iXO5d6PdLBOa8ROOx/Pr9qXet/LaRGulleJJ8lSU0toNWEsfP8+5z1/Ef3bE+8S4WiKmvTAhweONkRqV/57MeAlpWKn53XOqXSoeKAkDFe/PhypMqQS6pEkXUhf/LHP2zB83/F++/jbwLSvvk2BJRUP5O2/fGPiMXivgCriCfNCw604E5QSSH57Pm6vjKW/+//ExWUXOtB2miIXY/NvR+7NVWgxFWUFkteo2LGXuZcURWe70coNL/8d5LdgLQRPNZK4w51ksZU1zlSRaLMYyoQM+u59oM7/9e/e33njz/m3M0YfpXPtiUDZYnMR5UH8nS1QXpEhwhU5Kbn9MhR9uBUCpfJ+ylViS3mqZS/fTypc/ckhiG9OzAsti65IBWqAF9nLB+XPTnED/vHc+tpznZ8nftmO45H6V7bq7T2ZxLxp5XEFNJGrJ2fvTzXWrqI3Xde+B0w9KhM9IwsKdU5fOXS41t+8dubO//lf/HozvucWe/f5tPUf3IOigEA+AB4So+OCs+k+ptvY42JJQ3B6/gU9oh4bTljQcLOZTYagaa2trltLXJ2Fl2he2yGuCr3IveUqXn4aP5eW4tkbfwx0udPs6/FzsMZnPuxX82j8sGc3RLLByibP+FZVf4ieMnt2hv2T1X77MNsVyaQraQi4HkePLrA4aUiu//scbbh4dMRpZzXfiYHwc/w/QjPxuh5yILDVtwLu7D873rEj+i2djPyCEjufra87c+xpz4jJrgX25Etmh7Av975F//i5Z238bcQdp5mnekh/U7uBgktscdnmaPG8JmvF1GNaBvX5i3mM8qN+k5zUBWxqFRZOvx167yV5TknxS8/JVaVP6hkef5u677kHcQsy7N8Xpl4c3wvft/20shIVTzgwyNh5dn4v/xDfiMS0/u2r5g/Yj/w2ZsjQhaIb2jdN7dfRRvEXXkZueTbNn3DEeQLV4RR4Lanhvl9defv/+dP7/zFX8WGJ6cytQhMGLFibGyL+y7cpeynqwAyY9yiFb+7cJabwq/G80fZdcpYx3eQo2nlueIpLuKFK7KRjZELTOe7r/wv29NXN+Eh/w4wvri7jWmPguXcZEDxhafgZ2a8pnaY9fAJRlcf9/8PAD6TM4nC9S/s93e/bMOMqbl76xdcD+IBT5/f/RYAeStXdqR8V0W3Cqux2U6i1cNdSf8b+eFbsPnT73Urq5gakLjf7aYaBDXxfk3elTHgUK2KSO/TIxuwCsGN8z5/AOBTWXye5SbpdhIhgObruw5g5go1PJmNSih41vwxLmdTfQqWfnqf5+eHRXGAjt6T5ErXQa53GZsD2p2K4m4cJd81nANATmDbZEIXPediY2z8l8TcvAoWK7NQaQxA6w7MSUHs5f0FIA6qfv38PwQAf/o5N7Og8Oqhe41jxx4Ikk0m+WZ+xpS6kqydy12pUsXn5MvPbpI4rUytaFWNlUME1nU2wGFE9buu9XfYFSUWfFIZybi6zwEjkzMfa/JKFGS5rGn4dVNNYi2IOpXN7YkBuL3e4xA5e8V7uk4kPnIYH7nwVjhnDNojF4DjPOgeuf2uBSF+cVsFuJ6QV5DCR70O0/PMDRRjvN0PZ/YQTMx7k9X93kl6frrPO04XALxekFtPC/jtv1XY1S7YfwUKP+nbnTkxric5WkCQ5KyDNqfVTdV4Dd7WrT2G7NKgJ+vAOOweJbgmAXLWwq9JQq3/+L7bvijweIGv77BcrgNgDOBVkR92vPz1qUBt4jO/ayXmJft85t1BfGTrzNexUSfR0qCVZGPWM9aTtWOKlkzGAlTJon/aIhABd53BC6A0pvbtx0qZ3aoNOBD6PLmvkxzx++MQ78AdSF0QMQmL7fPZQmxU34Nh7WDgXI/tPKKH/W2tcQIF/O5PBe+IC5v7ss8u+1x7CmiXKMMAzWWZdwAKuWrzhlUpt36UCayTD0DevHmM6kPI2OF400s7+7WVpxm3Q244+98c2RerIBPsXfaaI3TNcSUa854mwa4FYn/7WYEGFZXXOTXps4vwkPHcGls4zzl3T5WJ7RisMhtwUQncss4Pq3GJYwf+SYpbvyo2y4w+xq/jlXWTea5siHMoSUl+ryDv2GFe8FhzABjfs3VT8BfAoG9DHZLbitK+F9PtooGd9VO1h8yrc4i9kJwxRoKrJuiv85FD1iqpvHt9YSXxAnY1WNjcl0lsP1p7v2zc9Dw5Cdm3HOKO+9QizKM9W0KKxZ0FIdFB+s5inVzu7KlqBgUTBe4xFpMAE6y4HunOh5i/+RjWXwkGtVUDpMhBnSqQnhe1l7dknyPj38CiFQGeZ6Qqa6RVr3mZu9NXuHOLNWm+m9wEqC4QEqB5rWfSnPYG7nFa2/s511yVmntmG9dP1P3PJo3c9HWCawkoy7hSRz3QyCvZyKtQLa8p/7Tm2x+6EzLSkKk1lu01meedFK0zZYmAAeQZV31vYpdOhZ1neBzGrcBJ31nPPXb2KqSNqaB8RA3PMolUfVTvqVDII3dZNpiOg56bfPhn7NnjKwqECsQKpjE3a4dUP6wFggodz9QzJMGKEWA7gEo/J3BkD28IHGU7U8pQ3bx9Wf57buhlAhCycSOZeN4ljK2HnntsTu93Mt4DuFONmORk+/BWwt05T3KQjNHWa/tWZ4ytIWDKiHIjCqh48jp2eQk1/VMTzDtH9LKtvbCmJZcfLlCJ7bIWK7nORqKc5lLfFECZdGSTuVUj4SOtR7FxGIBvHJYMPBXpI1VM7rpJBeujhAmA2VROJIcnqb6Ksq63/FzVtJekzxv9ipZqarLlQYKrVextDywQvdZEe0VKhEyyswDwdeYAs9buY72jBISSuw9TDb1z7jq/MuZNVLTqYfP/QZD3EAB2vwk0cwkEuQuNvQDbAdX8CAAw+6gdgH5XiEGrGlKp1f7OWauCwr5yPy+ebVM9VAHY3py7n0pn23NZc64vAWmMnkY2s30WL1BFlcxPAVy+TNJq8oiTQ7b3yI/7b33aBqik72YJA6rysxbrS66y1/WOX2ONlqGfOaxEH5t9nc1HHtE5wTZrczBQfgoF9cuvs9/9Cwb1mlwiP9KLfzHpRXtOxRK7bB0BUyUYPs9zSBCUVKF9QIDMAV8BQfM81qLkwOy2uGiJyBJJsx5I41mzgEvny4CVjL1q3+zLry+iiH6Q7vMPf9CjVlJlag+ffXa3crkLJdjSkRIAkPZQpfwLjKYyq61pRlAwTBJKxvSngLKCda9vv0tG+JprCeajHLMf8gVVmttfq1pafMNG3PYZRvoo2JNE2vqtAmsnecrmuU/z5D327rvcl0SdeQRSYrkfGyjBVVGJPPujJ8CvrUWVd61azfjYoz27rT+JDL5ZAdmxzD3v48gVUqcwj/dIo7dVxsaiT1aCVhKUqYCc6yMxm6RsBnYkHvM1gtyHrCHj3fVTQuFFQkMWuxRdjH+JexIqc/irkLCewmT6RkR1RmHfszsqwJqADOAD7ELGGpFvPcR2n8DJndGqxJwDxnWEKXHWfAo+tr2/3uoPmnBiz1cZvZezxNrUaxFY4lyXZO3T1z47ZyWuPDP7z1fwW5L4ZHtDhrnpmb34cz5z7Kxq+5x7Z3ydBe7HfBfAaGX7JIeth18//lKZa0OlCvdtqk28ECnMA5u6+F+1CABVBcOIH62Oz0ui0RFf+Db2u/FK7snf80OADWsto2rsCsHaO41/cj9J1pexgd7fKkj+RdtTSUYtgV7iiDVwER8l5wooZeyBQV/Hj3EOOEuQiciAqmaxpiQt2/MXQTomTzJwOZjFD60QUYmfKXB9gDub2F7UFLhiQ1TLSRZbP/bC+4C/kqlds4DtkAJUPx6/7QBlOzvXZmLnSyrRcr4BTflxXwYMIyXo/SVa5jsB4/VPcg+LvVex7mzk31RNy3j3y0c+dBY8i6Q5ItZnX8QvLxC0CnTPQnbR2fPH2DGgvBYPqp8s6hLD0lu6/nuB9KmrsbMkge0X1SzrKbvemORHBQF8NOfXlEk2pgUUrrMLqGxlkJsuaBQ/zxqa4hg/ygpa+4ImmOszf8yzAORmcyZfPLlb5AJ+f5PIl9+u4td8e70J0DHigrUJ3F0lEMAXYL4UwM5Hz05N5HmAc4ligMfDJKn5VXwsYKg+4uLNSdbLkYwUzCYtVzW5VN/bxGrGpGcGsla+TL9d62t5HwSIqHpcSbBV69/Gv97P52AzrBf2hVQz2y8RPfLhCMO/5RrmoYoDEu55/13Ev/hyjUv5aiVrzjasct6+9f74eiU4LlnMLy3ZDgk568b5UwnQvAuBxM9PonYm2jmPlLD8yUhmkwhHztOqwDMXiAdW5RpffXmvkrP2A6AIGGCOj432vGzx1AtU0f1cAJiNlKD3OXHY8SdPhdbr2ICSSxvfm5/1lh8osHiPlDfimrzayQ/UXsbeP7rGZZXLZDVnY4DpPV/59BkzexOpyPOvV/tyN2dcet8lOCzveHJ59o2xeZrK21/exB/PGv5P/j5CZsDEEGue6rXeqnQ+5knur8cnGzu7ceUw8+W//916+r6L3dZTF4jTtcYO5JlaOWw9XIpxrtOi1ny20X/77a7aqrlUP8+P3oasU/BSbg6wFkIIQsy9+/JjsYmvSekPWOZLVm0x1xKzVaI0fgjlIZXKD1PZ3HyRa18JT+P+WiWjwv9cg3vVGJv3nPc13qyvNoLg2ygCkPQ9zy6eI43uvmRJv/1ua+vES8BstuhdW5BEiSTxsardu5knZKff0lf09GXtfOZcAu599wNlu/mIz/44eVygMMn1GwB4aY2O6wiFq/5mr6xp9uqeHueZQ0TG2rU8U6czc+Pfq2wT/0Rp4XnuOwMhn/LZl/u78WDIV1NHCfGj9usq5AAAIABJREFU04R4zC9aDulhQOaPAYRVGb4LYei3X+/d+b//zxD1XoeAkfiRP2l9OueR0FT0sWXIpFTPVJxrAeP14b1q9p2XbFYV6PK7kTsW17KH5IXZO3GAqsrhAEBrvbpHcngVdSKx2fJpJLnjQ3UVHdLJKin5R4iVfDRKgl6k4yv5/Yc/1Acq4ThjYD+vlQ1CkPjhyp3K/ZiBpmutg1UODyS+BazevSf17jx8Wrsg/vjs19cBgL9NLjZjHuIyH6dqk9mLtZV2UX705qeAtKk0XYvHKSrdLWk/8U7zawpudjYhjv6Y9fVF7Bu7qrSxcau8S677DQC4Z8H2wwGAFaw+Sf9nkr71nD4iNPHbqGBEGSfgquN9ZN+pVKzynL+dPE19vk9bmh55+8XX7JP4k1/kZY8jVvFl5Emp/SDjOX/9jr9VFaDm5uXIrBW5AEQB3z2FGYcGf639bfVuz/g0bxC7WRXNnMtrccEfnq9/2oNSagFdWafFspqHojqwvz/mOv/sv/tD/s55EfKE6n0HpOsBVD+TR71iAcbD+JRUnTOQ3W9RRMaL9P/DVAGvjYdnuoov87BsbmPvzL91eGL/tW50Vt2Nr3Iqj+UH4i+7v6gNrHWOeNjaUOgx0uJnFHiuPI98UVuE5N7Y4KqHylXJmzQPudzRiHIrmPECSk919rT2ugqp4Af5bFtXhRj2VeNSxUq/pHr88Z3/9K+jIvBw/eP5pu9DIjh5Bv5r99yl2Lp7Xf6mvlr2wYpNV6B4inVKTLtwofl18x2P0myxmSuXXInrAuSqlREoXHe46vLALLqK9SmdHhlo/gtbu7xm39F9oCd0MZEr9TGfR35x6/jk8W8A4BugDSrcxbbeAtucxwHywa7d3ZDnWfzZA6ryAFfF1lksnwK+e6fPDTy+/extZbDffyqVfHr99Ofzcm9eG5wrMfFnAPCR4D2faxUR5qXhMYFXafYS72O6Tkr2T7/jUwnrc78bwFvA6oDie7YNzvnZbRn/BXrkuyU5zvecZP35bJPmuQZH6HZz75GRmlcmfk0uu5ufl1HaA2USzuf+BpRugvY9W7j77lVWtoLI7zKMDPKp9POzUzXbysICJLfXnrz2xmGspt3Xef712bwWR3+7hJRXmb9Mp8NIQukaM0Ga870OW96y6oXr2Zs8GxDr7TZ8GTl19pc8aw/FfkujyW7Yq9ixG6SVPJ/Mz6f3ewDSI8nrbb57xnFjt8TtNrLxMrT9+3LOOgY1FrdrqNJY12dd0wh2D5m7/MNB4t+T5x3IvPk/h/PePynWVX7svm/Zkht7/55TuurWJXKtoxEwbudufYevucmad7uMLMNysycB3Nd4WUddM8ak688z772TC9+1yNl2fIcc1ekfg2bMxSah8pv2XNk53ufsnF37ifPa3saSIBwFMi25joO4AEolFiXJzv0zfJdN2UDMgS/jdWCMn834AxDWB2WV0kvIDvgBJmyM6rBuqfY1IH6Mz0qJX9c5hAA/bx8syRaBJQAmB5hhqOxYDl7AbKsErxikQe6npsYcA7cLFu3La5M5Vvn7JIv9nG0r6N4xwJze/LbasYDDmf/tES8JVA9lniUBWul1PX8lL/KhAU0Scesl65rtG3E2kXkqcGDdG1t2ew9R2USSFl3jc2jrm7TyVVByVVll/H2vZIkblVAZcJhgMQELEG2fnn0oqNbv3blgTFUIngS0OWgiO9dccnBEiDN+Byw3fgfANJdLRMymHDu3dbaEp3V9fu59ZWFzzK4xbsUF0LQJWM8wALh94DgbnuI6J33eKHH8zM/DMuPGItQX+8haW4f2+SRL1nvivMyHqrc6OmSusoBXVcUxGfmkB38TxtseY6VvLDke7XXSHqcLiH1mgJQAZ70BOa+eR2LAdQ5I678xM9krQY9/P0jPG3NiHbDZR0r1jH2TAxdDb8QRwWXYh3ksPddGAAN++PkqZznqrVxCqMD+y/+sCyMoMb8XA7rE/cc81/qdjwVtLA5B6ciJH2KMHhytCuPMqYTHilSFnHuwN62Jc17aH363HrMSGKswwWj1Xmu6QaxbSRLPvPvu3Wcc/Supq1dM12rPYhXPFyEogFiZuRkD7MUCTvktKbP2Qu/aHOP8yMlzNFc9LbEwYKvjF5shMS8gmaSn5NDu960qkE9kBwEFWLqnB7AHWN+X9VhRgQ84uz0nR8gpm/zy7c6abOVIATagzS1BzO8BsZUDzv3pl6Rae/uEPZyvgtntHgUf9oJdexfxIDdS+awCIDsTSebMXl19vkuKANIuqWf1A46sKffFXrT3a8/ZkV0EspP6ncw+cKY9YtZA6qrgFaSxAVuH/IYSn+JJ24PAj3NWeU6kIGt8wKr1soDcvbZyovNIchbQI9G30TvPdfzU9nLLeqhtwua/SG77rskuVZ6rZJwRGOyb62q1Y4D600NxAIgzKQG8MzXvXfsM63xngtfxrwAj1lAlXmtHnJ/zJTyfdXHm1R6e2y2xMcBFlRjb802k6uobXMGRPB45OfaILVH1WX+mBEISmvbLqg7aPqB9fgMYpSLmVVjeTQSGca8S2L3c+KSlSoQZHhCwBAr7EWM3Qa+5wFxnJ+crXX5hBvNlei37nPs889R7vXxK/tJsqY29mONmlAWcsUGSkRK8s+rbH77Hnio8n7OMDzCZ3Pl3WvapLPzYdifs860P35wnf68J7UkNs6eV/Ea2AtCpRC9RyPhcfQjzoUpQA14kI+qMh9jxk6T/FhoJySUnMOYBQ+lNGOa50G4y1EdWdGu2BAdVJK2CXNJ0bPD58+y/6tySIlQgI13ma/VqlARXxS0BLQg2Vp8BM6/zuHbO8hJnfaF3YXrGvRnxqOBx/asTo2zsVUIAA1UrzcfduubyPAUA179GAlmSWwVrY5jLPbQmeq5eCeXGTtZ0e4xP3rFVc5zfnpOqnygApMqCLexalVCcn1tCgfM9f1TV2FvAA8pDTZxjmpdwtvuw9t+mSsJdqzKqGkD24MdrnS1eXnJqINpFrCkpSOw9okIr+0nw5fsluCQR9Eo7Lwo4Yg/JSInb9QF0D9vrG5L1W1bFJbY6QNpJ2pz32guIDZJ/zpMCDxd5xFp9/SbyjUleOe/eIc1k70vqADb1R34YsoszYTHn7vCQlaylQ5AhB77k/Pxrr1UFjiByXsg9x242dvrErzrXfxawZPO+XEVjzIzJ/QfOaOf6QFd2sJU/SeipYJIEPzLYvg/xy027d+NrnH2ftdwqzPyD76K61NwiXH3MnnyYJJ9EtsID5x4f23poTJd5IG+5OGUxgTly/dchi5znXuWONSmXstjtfQlek5FzRvD3CtLlOQecA84EE+JT9z2S5XyZgXt8yfm1Hs1aW4zVnZTvGQAMzCNZvzi5LZqyPxAbKhOa90v08yv87iZ/0QmQsJydd8+ze2QQp4bRdXslBfn6qjNst9nlzZn3G18Ao7HdOuAfqB4d+NbYM29dv92B4qumXZVO+yZK7O2qjdubCCyZXMxnLq5Y2LnasRih8Gadxr969iNiGLlnMsKqsCQ4p+hDnhmgyp4Ds/l0j54OACIxyg5bMw2Tuo+WQPcPPgfCl7Qx8pLkt959/Dy+zpnr2/Y0et49ro9h775LdWJVfhpz2WuT5p+U4GlrM5JsCXf5n/6ctwDwVEeGj+25gc6AYPNj/052ej7yqqYnFX2SzOw+uzBgWuVgSAIAzBATVDFTiCngkST1yLhre1TZ6B6081/2Mv6SuJSf1vf7XUClkX0DnNkfVw95DoU8z28B3SlW9KwUpJMD7r7fOS+eL1Gqbcf4tsh72SfXOrP32h8771tkND9kto8HPvWQU/1/bNDdqzKWrT+vykq2P7XhHPGs/VyBeVk3q1x34Ek+xz44S7Outbc5VVB/VFKZ+WQvT6GA++XfHSUCpG2KA8YQcPj8mcQ/f1G50GpkT+Wx5/Y69vPhA2M1ArNzWt/pzm/uHSi1vpxyo+kpWlnm9aAdMZJNvwj8cRiepbr3KK75zGLo2fgHWUMIMx8vQEquEHntyuQkj3ABGFc/8SOvj1Tqc30e8XsN/bU+Mr/sU3Mi2SPm5f79nF8/p3I7Y/l3/iMg09ROngbc9p38l2RoegXVgObG0T+lo1w57wF0a6Uh5vT87N6K0vzbiswbmwfnx4rp1YvFnlEmiU0T8yP3tU0Ev+2K9X3PqwCGR9WCzQJU1wesMCs/MKQyRIiSOUnsx/cl+Z9KTPdjfTo7HqY36pSl1it5raWQr+N/BQD+JeRxa2ipn5GsKsNe8n5sTM4kyifU9koeuHpN8tOnSMCef51nP4SpQe1sqvWVCGnrJuOFMPD998gY27Es/stX8eWy1Rvv5PuffqP9BpsUWxdAlT/04HHs3NX7u66pscq9sKlISPNnVCp3BDeY+asFGBmuxqRX3nFKDsdXkv/9PCoMUyx6+q2z1jgsXm7ckDEmywvDULG5ggGACDJdYuOQmQCLP//81Z3/9X/+8c7v/jb9RB8FRI0dfRGig3gCCcOzzj/hZ05xS3uNgX7W9FRiRmzOOs08P0l/WbYIAIpkAOB/kjYB4h+2/sjpnzZOiPT344/9FOnp93JEKobtn0hbM7OqaZcQDrClhy1gssTB5Kh6hi0/5QxHwBihZk7Scht3o6Q2YrA+2s9J6VPt8YPLlxIT61/cYp98diCXORnB/rP4UCWGITndeXPnH//j7+OWskc1b1P1SFx5fDOpGkSFzNq4ULFTQFQV4n6gEnVENb2jRwj5JWNjb9Y3bny1+y8x7DvjfSTMEZLWR/geaeZUz1N0aUuSd1H0eJZe5AH1rKEXkUGWRS6oVnLj4uhHj/lOuf+uORu9X9d4n8qbmPQodlqCxqV7sUSLZTh/CtnSB/UTNoxvXoudkr+Tg2KFEq+VQJXv9IzeVI8nfxNHczZ+sGauJHgLznYbV3GO9TzlNfv34Bzk6JvfyftfRlFk+eIBwM1vZB7+6T/9XQqxE7dnDzzMeWKHeR9bcyrErV/+sNjnLfK6/Ag/IGede3kZkFfv8Zt56L3/6fowP86cAbADZnv25OfII6qSW/jBh5Qb++11zoWnzbv4zAoMRoAC2m9PIAmuWAnx+88xOd8nnji5lt3fZQ/ZrPhIiE8Ugk5+gp2VHzJUzjj7zP3q+S5uhJH/x38dyfj0BOaCq1DvuFKxkitUJHGpMM7nWoGX5dkcYf3I5ePkwq35xvvghysHdfAV838K/rpXjeuF260F5PLovXbWuHnvGDTPOXxBr3m5IDDOcIfNTTI8na+6R1esu3U9nE8eaxgRTC9j/fsXPyevvaTYBvJK/mASXLD6AUF7oT/7WSu1BOQxTq1maHJykc7C3l3zvJq8YgAcaNeCOtV0n17/U1CxD/Rp1OcR+r1jyh5k/Ri9U23rc0u0Lfg6lbG9F4agE3aed3fYezvRQP693oUX8NHn37NUcjqvG2nofObThXqM8Lkn7z0LdtKcY8J436fPeqq4LJoGN0NUeiB9CgCvZHzj256dF8N7C+tiA1wVvCdonszDqbq5jGuDTUC6KifSXcZmz3sCwQOa3XwfuTtA0xVEFKi6Dp0aFQ7LBQCf52+i42Krn+RUGd9lLGyeKmmb/5YkLkBf6dixPscAxnZdMOjU4SjYF6QYWsl0ySUczKPXr0+xZBtn4AA8dUiAObl4K0oFvK3W3jpYL939o30DbB5syE8AYGvhJGpvQKdWb22fFLhLImgP6BmK3myMr5f5crAsKXj7uSNZ2LyUtSNoaV+hU8G6apwBnXvPZKcm33jWonHpQXY5YM6a9skqy1ZgOSe481AHStXebvDIHs5wbAzP68y59Y+t5v5V23bN9CDARL6tBLImzB8J3ILc+aYmFNt/b44bx/mmd10Box4pzVLvHvPKgSUh2H1dUHbzuKrgGeERAwa8tyr3Gn/Xr5x6Ptf+LXlVDvfq8XyCsD7vtWZug8ON6RKJS3oMRLs9EAcWmV/VFw6uXZ/D6+dfJzFAwqZz1bnbXjlkGWDKAXBH5NDze/fvkD7VlqdasXaqiaAxi8tOE4xfe9E4YJy5Xz2kVkEnmBSEXN97HVolF5SY4u0DsepzYvU5cPI71/2Qse/95trrq7LA2zr9WhVwJUF9bvKg7eco2V+5DknVq286RzYvx04T+GVnkold5aj5XBKc5BzHeSwoNmwsxiUwDggPGGoP2swc6ZaBdo3mriqBW3JP2Zy55zKw7P+CZ553qgMF4PLRsvnMXQaCbSR9OFt8VT3kPcLN3hN5u/zLoYphT0Kq83fZZRWXmFqclwbeWTcAYfJNWweTpy65oOsTq3Fyc61CzLoRxHQ9l3281/quSXKQsybtGefwkho6LNPjqJD4rB3IfWIltzLDPSUZYhxPPyrXra3JO1sJfG17leYADFvAvpAEdvYIfo6zUQnJ/K99Xu3r7oFVJQlS/JxNr0xkbamv0ZNolaqeUzW5ca7kaRMubOpFZeteMMZLJDGpI7RMHmY9wgZIt4I7N1oALkxFbEMyYZ3LMBSdocDRBZcqddaziy2T4Cs7PVP+MizSVi9UanYMPmu7oEDWhjWsQNF+s/pXpTVZZP1NAWuetWD6ReiQOC9r7wL5OXN17vKhStZdfSnJGVYep4AK5qlkAAfTeYRhGvnkBumYpyNbtLI21ysIE3spWF4iaslJxIXOGwkl4O1VEbhn48c5l7d3/qR3ZQMMT7gzi5oEKchvv3vUuThnTNfPDTAi8aK3kz5r2gUMXGh1b67v/o+sYF2BBLaVLOWk1/EdcHg3CcIGcQCoSoNOdlsSXFKjaiv8hXxAwGFsn6SCZFXXscGqh6yFi2BTADV/vB9oqjrHWDsbBQ3DTSZhWnCyhJW1HrCY2cqqAqjeu1g9Jbpc51DvTfWkc7tqKuwWUG2fs38AcJMPUi25irsl74HJO5cLwuZLJezeB8ydz+Fs4TMIBGYHpoogsXMFABnc9cmeDB7ZZ2PHTtsnk4vv0dr1frm1ZccOzNxe8DySNQcAJnM38BbDesGK9+lZZH+4dhNrzoTs0SlgIGwJzC5w+2rrcOzDKmHIRaYqI7JxGNMP7j8qk38EggBtEiwJqD3PWrccYtDOCe+7HxKL67B7EtNjjF9k0/q55GqRvVQnrI/mAWit90rnZZ08lhyw1ixWa74KD5EUS6KwMmyxGSR/zz1IgD0OU/pIoD+OFOz2wIAUyV++T+Unm0TaGQnUk3QtSY9UawH6SfKvZ/DWwfNUNw4IXtLOurqNKxb8v2qvOEnZSGIlCa9izPO1X1zO8FbRxj4ASKzN2scAGkDQtVdQzbu1hITn+8dAJ9W8Sus9kyTliB0FCZJYYsI+5FCU8HGONvBvFUQet8nXVeW7t7epwjSH33wnoRQAELO8PhDgKIDD+yS26nsspmQ7WlWf77BP5x/Gp80zrF0Nv3C+WMlM2V98YkCTGzhS+D+lEs35qgKjPa/rtyb6r19OFm6VBvhypgfRRxyCSDC7tTPl8+y9Bxl/wC//wrrnV1mzYgG+yYglIxi5t1/Sy5pNf5Ck7pu3kwH+WlVo7evi4RLpWkHpzEj1M98lr8UFk6l0rztvreElzKty0AQxUHCtPPgsP0d2GvBoHbMnTSRmrFQRs3MFuGIfJxs4GzO/xlwsYYY0ODUZoPfOUs/xPmfovcgtlryR+wEgehbniGpo5zm7XB/bGsh4AsJU9zlznzwOqJXP8iNeZ8/f9oqcr+n7z3oz5k8CJIz5f0gLQPS1WDlM/FW9Ly484+ac+u4HsQ/Q8rMmBtsSg0xngA226hdtLzqei9dI9qrQacuEzNGx1fpdOpO0WVApO2KhClRJzEgM13eIbXjhDHbPyBGSp5Ptw4Eo4Sx2oBWl+VltZZJU3XOIf/w4sVoB2sVgVDm8zt43v+3RSjElyf5WEABKSjIj+219AidSyZJ1ZPz0lwb27zodnZvcg+phvlf7VOY5yMuXuMTXJzdaKe6RUo3Zw9jGPyfo7/7ZRcSYJf74EVQhlkweoWzV2YC8VTGZqwI2rp11XMljSb9KOV/E6BKkJTxXQb6KEef7qjhPSyM9bj3zOceMHmnpVtBd5MiBhiqzsg4Acgh4XTOLV7w8MwDY8wIxPyWy8wmaA7kAM/PA13qU6qSS/JLsPspEQBgKCvaqZOR5SRYXrM/3VgkDSI1sm39P4UNiFJlpxMH1JrxIEQGAqxxGujXfphc5W2nM9L1zf3zs0xudXOnJObGJKgvZ/JKxW5Ul5xFbpv1AK1S/ytp/1fXJ1lLHeRlCx/znEWZb8Ze1vhYLixNqjwIgLpHtD4Bk5ytbA8w9BJxWu5X0wpdzdlvL75MU/ia28acmzfXpa5uVzAH/f63J2J3FKtZR+2qXyDG/2fXE1NpmHBLr/BhVeQOAVXOzPz+T629Mvl6Gu2f2SN/T+ZQvXjy7mTP/oSrY9Vz/vFTqAiBVCYqTXG/k0rUxOKRYJBE/lxMoESvr4dtvplTxUyRda3flQ2/iT3ZhygBIffVdMwbsNbtNMaPylPGvgC7UZbQSWe/MHeJIkV5yHloVDLyaX00JRB5LZTyZTc/+dSRwTR8SR4kx+W/5tcf5rL0qugUcnfyMyq9KgObrnsVeqiwzbrcAsArux/kUn1WcOxUEVXAjkCxH0zY1rbRljxcz7bX51UvVGLwPMcA++P67u1E14UcguWZdZK1RAPqrKJ00f5bxBSCdfNO9zC+Q2b5tvF3CoVYa6znKbgNb35NHdQbIKVk3SFw9ixanCVy006GqIzT6q7/zfX1pJsX8sTtIq29DjgCcb5/KBVGguLVTKuFMkb7e2f37bOIzcSJlLfP1y7vX8XnFD6s+bDzqHvJ/cpHUW8hHG68SP+TwTJ44Wluu2MjHAYiefpO93s8uPnAGGqNfU11cABjx9QKN4FTPI5t8iDevc59aNHzNl8paXsWk9Bt/Jyo46bEK1GkBz5fpUfsAwTz+wi8UaYx3yCFZ4r8FkPMq2SWfty67x8T4DRi3J9kMc77WE2wPEob8/u6fT+Dc2Dm2/OXUfMTUehwD2LwfoWkEr3sBBeub5m2/+1tr2jMkz5FLfBNJbimOf/e//xTf+av0n85aSJxh/geiXjmWxlEBKWOHjc/qZuM/JH+inc0gvfluxp6f8CBjIc9X8ncqjL2fLDnFGO8ZKee2gOd+FI8oFHxIexm+94fMz2eZVwCwMftV7lOOM8/28sf1836ctgHioOa681q+c745u18/t+sOkW3+eyVq4zc/f/7jqjyvdQmQRpyltAJ48zqS8jcgV9obVFJfC4oAwP/VP87k8r0DhuuLDeDEeV9eXS54ClR9ZQzNdwny9S/zV8ZeXKhCtq1Ssh+9DxGj/iL5dLG6TGyAX20FPgWAX6Vf89uQOFQU/5Zq7m8DEBvn9+9CkIm8+fd/SXY58vdpI2R/fJffW08ITp6p/p9ztTb7Nq8N7D4koSoZFcgbkUeeu+qVNjBbqud6RuN+CiHEg0BdgCqbbCzeJbZpW5jYse+/f9r7+PX9iDiWPICwrQnsj5zDrv8+C3stntYiKzPRn1NfOTjECDqLpdsuJzHIDQCsACk//2f/7JlGMHln7KZYxGrIY36VfTkfY76S72j+Mt/HbojV5B3FGyqAna1sUnMueTmbvUj5Lwcvx7x9MKLylPQaWuf7hDFVTZS2hC18PTDT2Pr+EeSuHPdFVq3CIV+WatmfAcCufZSJj29TkkM2tXjIuPI5jLXzd4q22x/IWe6hZwQlhaulxL0H1tEKE/9Bels//UZva2RGBJgVRblHtrF+cZ5nZ0qnv8/m/Bazgd9835RR167NODhv2/JKviXzX2n5g6v0Qs5/ozbSWvMyBtpekntqIDW1PGfYVyTsO06IARv3VjRfccOZ71OQ+ykAPAUt51s+8rvnb38biLEDa/t1SX2vA5A2mLdxs0A/BSz8dxlS2KdWUyOMP60Y/hRUPcGDAdsBeXvk93mv5MgJ6n32gK7e6WA/vUrOPZ1LnGB6yf0FMOtntj4AfwLuXpVre8ZbEHaMoxnB/lwptfvMz1flfFXkZdLOv09C58j1fAroHjB6AdUCoSWmF2yc9/q+AwyvGnTSKw5wQ3Iz/oBgCfEmPfbnvJaAvL3mYSSc35+K2YEp5mmf7fj1IF4gNEfqVBNKBlyN4AvqWNinx/Aqrw4weFt9PH36vQ5gu39tTFdNYPxuKlr7vOYJ2LmqpiU+txbHJm/0evPMY0WsArgVMpV/6Vd2IzZ44z30M0ug+XP6t+45B3QvkX+7B478g+vZgAPsZiwBfNsHRtC4Lfg4gW4l8gA/eRiAfg9xQE6e6dzD6SNT43VVI55x97OzF/v8uf9VeC0xtv6kq4CaA7KZ7HOQgs3vj2yh+1zC9MjdTqaLEQLGFahmFpsI2ljVHlzJq2M4NvIOjAGoN/s499rqXKznfFyyW1DoPQLs5rV82O8yT76v5IfLczmOVuWHr6on72cTa0jPmrnmrvufQb+AautlUzyZMdIoBzRv8v4CLFdZlSTNVQm+vqUJH6yfS4K1fSdqNwZGHsbe5mzVs2f+buaoQPUl79b9PJt5wBSJKwDCSTD5uWXrEPYc7Ut6rc+ydPt8S55OBnn2z/p3T/bwzZq1TjCTsn4EYtap7yohJz9vz2AOUq4v0SChZ+wFapKBnafLHrV3e95nPI8ktj0gQGsfCvdjz1qHl30y3hy0rreLUdSDDYurQP+qTvd+DpfE0CRh7E2Ltn3JWoGN9bXKTIFnZ7Tjvr87Tn96VDQpsENZUCQ4GFjZpEr2xv04QtZje6Gcc6POx2TiVsl9awPXb0+F+noMOs4kYowHAITTaMu9v2xgq8Uax+z8bKV8HKw53uQRVT5LOksOT0qziaEAwIBiibfa8HyXvdNqVDaxYP8IBK2sy1ccOXxJcy+VCPrZSN5Mptv8NFKKo5OeYpd0r2D0JHcroZlxMJ+PIoHK3nOl1aVgAAAgAElEQVSSMR7rjHRtAmokrzcu5rzM1iaLltC198zhZFYWJK+qytwt4EPK4TTVTrLdtSt8ha2/VWSPOScYep+eSOu7OYCyvSStWzYP0MUeXPckCbV+31sbvoftG3iWoCjBEydw9uo6M1pxa59cVXNMUqbbWpGgEEQ+CojT9gdx6LqPModfZiyOdPjpAyP5LGlXe5Y9J7hrFbYqhzpss6l8B7bJGHhu0lHmtBXTmL5xDqtwciVuDd1A8YHW7oMkqHN8QYpzZWfB1omqsrF2DZbrSg4s6TXw5BCsyLWr/JIE5N+0T64eMU28LOG6hBXbK8jDYr0Yvk0wm/gBop6BzfffgAiS0vaA73dGsTvs1CS3p+DgO9y/oKnsTVV3uc7j9LR7/uL5tXc53KkKzHq72wqgyX71/JVwbwUhu7HELsZyWf/O1szFQLKRdNg6tu3IHlqv1ooKcAmIJaYtoPUC97dKLhU5k8WbrzDpXGfv1pEkngqn43PanwcYOD6e96lMfR5wnH2r4kXGoL5jfndD1gEAO5ey3gFOrfCq7d9ZPV9lRDRJefNT+b4Ync8jnTtZ4UlM11b2b4fh/j3SwUgLEg9AsVZ26G2lUiPfY8zMk31bstXl+xrbgYSTbARuIYCo8Dv+vXOnbFV2UjK8ADaZy8ued262durPxzZOTeRUv2Z8sz7sL9UifTXOGQMcNsLXnN819rYgrX3SmwwG4uVZAMOdtwRulW7S226AwfP0NxIYVnbfORGWNuCmCYvKkrPJGPeq8Ui/zQ7Y475bdaOXZGzXW0Cd9tVLJTF/adW4SErrbQZ0WYKc/Di7bq/N71u19xwiYKsKlcm/z/d3j2wFUMgYSRhZB89+TMIo49L9kiTwZLnd1a3/9+K5Kq2dsQA/lQjs4s6ltXCxPyUp2Wn7oQTKzNH6mk3mzlns77GzA7oHWHD2kfQ6pAHnqcSDOQXMuBfXqzR6KzoAWRI+WkGQ/p8s7beRC30ZgKxSniUg5jnuTlIZaHUUGCoZd/lpwDbzMkLhSCAAOglM0qJsoedks8bwVqH8uue78QU+WNcSOAhYSE4l/pa4tSQUCLl71D67quMlr9xnK5QughP/Ebh7/Jn2bMx5/FgfSaSmi2yi0vT45mPZIziosFzCfRWOU2H4kPHt+cq8cJYvAt2A6xF1xBWVEc68DwC+pN98pM71fHaAhL2jB9tPqdBRfcJWcv/vB5AvKBfQqOACwAdBM3vJHtXHa9fh+JhXpCPStElqBzR2Blmnh8j0ZdQbeg7mflQkFWRB+Mhc2AdfpVJtibAly9pntdW57jNAfp6JLGOLWVNFs0pRz+P8cB5tz2DqW0d+VlucRJtxkCB2BojH2E1y0l58dJKe+vJ5sdf1M/NYz9Oj1Jll70+RwgA6t5ZUMq+PyM7mxTe2T9ZDiOTvy9znWsdYI8anezC2bT43ApaE4HqPP0xSkKzfFMzyfAHjzecUgRDmRg5A1rBnnZlVncm/3Yv94Fz57vvv6uPZf/Y1m7OzYQSVSRRTWJh88qkmkfAF5i1Ztmdo7Nq4as9+Y5NqO/XJXZ+1zfMIKeaOZOl6MgbYSy/ySpFfSheNRSv3iqzjLAOU2dzGnGKKCvjJDbOTIzU5m67+1CVWiEOm8HQUfWbjjxw9ophKRjct+RgJ4jivDx8+qj/Q6it9BrPfkeP4IJMLXw9HMsmLlwcaL5k5MoMxQEBjV/kKrdAKSKHK2+Ordj2gnvd1/CkkxW9GWLTmATXG1NyeVlrOwgKVJ5a7KnT1Pl9sh5zMR558dt8bG8L3cIS/THXv2p0gBOlPz1dcH2/JTvYRwFBfk6pA1qmqJr4kH7RKRf40I3lbWe8+zYl+xb5XghSAaSxXgbtqHPPfcyDrobHklaNoVUzXzkhRk0KneoawOr/Kiy0cGQUgO/98scWVS7uSwtflahOMdfMh7fM3EjkwVwzj++pzxxfsd/AR8tykME++w/eQnLYXfObIwfd+8z8kJL0znUfwJopOT3J+rcIu4yiOygYR57zRn735oMWizijP8qZVX7Nj/OyHOZOePXu2czk/+ykAlr1edaXmHnzRfBYgmq+yX1eRN3l3AIN1XdJMwf7zGoF9pI8BZAgo5O5Xoe0MARgehYvJyyOmsZMqoY2RsdBGB+Aw8HD7e9LsSIMBax+l1UX9583v2bOnGMD7AUCVuu7aXusPredeBnxuPmTbsy8EvsYIsYFLdlsjsXFXr0Y2sfFFiWmnoly86fud0+trWdWsrIMP6WGubcff/bupPMw1P2bc7lNtQnyueo5zfvmn2TVSvjm3GsOMUM4nN77WkfOBPwQEvx9wBRBBUnV5ZxW+JLNDCut86ZXOl5K4GXH6cfqlN35uzJXxp9CFRM+uyWM2H+IZ2Dln9ghwzlPPBxAtEaA9tPUyB17Zt4mXskecH+1N2xxn5jO9g7cGlp9+3HYqJEynWLb2Nok5ETS0dArRwlqTZkH8s8am5CHrbw8trwsE1Y9XiwZA23xK50vWV8aUfbJZVFx/XmWDxa0qfVXWIuzefYBQvlgzpr4xHjJdZU29JVsIeRLQ9/r1iBFTa2AfpjiEUOZ8A0ay54/i+z4s2LvWOsbe/n0Yu1zQOzZYzJRV1ViP/QNgskf22mMtXhQvlCz/5cDigJxv4/9//ShjlPDgf/mfnuWsSOV6erO+CgDPH9In/cVL0utk5lPB3nhIbpPs7ST6+Q5340/xKRBkXN8aUy35+7+N/x9AqYp48YFe5PfsqJjCi7/6IkQ0NoLPdD82RPzbnujxVb3MuzYifFxA+1cBzajt/Bwi4U8/kVj/s0RYfqKqcioLO5+QVLsegNXZI86NniNZk43zrpf2GGzMetbGBgXYPqQ09tN9v4jv9iHA5Vq8RN0h8/1f/5NUS8cWV3kok2y/nuIva/yoNL7PmWXPPU2Lo66HrGfnnj7N7GKJp/IdycO01cljwV7O3fiQcng/ZW95zzepoEb6WcFACBOvAKX8CP6tHsEjVv34+/lc30eSvLmDmFYyy08jE23YVGWz0chNCjGoVrQPrYMon/f8CHM9hy/s5agfkcAHIpaUlLX+OCDpyccUy8kaYevYpEdP+L0wsUluF4C3lTM34pfHOW/ZR+c4I0MpYLnu7cC69fnzgnRy/uP7H0ImK4H16mPePNzwkq4Z+zzkWmP7a9bWv/xXIWqHJPIh/aXvk+yv7U87hqyxET+2RoqR5RpVb4Qt5TpiJOu3hQ58gcqHz365FyA6m+0WERmntHZbUON+2KFVkw/YfJs4+rd80ZNvougUozRMSYV2yBb5TmN+5MCX950i3av4sN9+++180bxOiwHrfYpr86edSSOd6gGttdnwo/177RrcPzvn+iSsq4abP2zR3QIO4uuPd/7eX+esTv6sRZHCh56TbNr2HZtsfRyc4fhak+7efLQYrBjHgHd7+VQNG+ORyzfPy7sulirOlPcjgTfnfs0tfq/LUcIgctPqXUfB5W/dku9utnZ/p+DO960ocxjtcIQLY3n+BiVDknIJrwPKfirTXH+rTuuSmV4FNst8mlzI2JV5oEayW5UnSdZF3STw3IMDHn0q73xTkSWpLjFVhtg+dwa/TksP6GvV3z7rzff5rnOvA7RO5eYA4JtXjMifV+Dung3s7rML8QKqPk3MnWuc4Lsa3Q6Gbs5b41znP7c6NusBHNbj1XM0kXsF8JMNm9Hxcy9JucPwOePZaidgRp9zAM0WoGSssdvduW610y/5Vp8b2LIqzSMpe6qjO60NwC8gkT1sELgk4SoVV2m1Ss3dY3tRXoDNJ49+O8zXkF95+P6cE/nn0uCfjkMNo0XbZzwu5e1znbmwgzb0Nl4MRiVCej50IzYJ2rW9NXvAu/UZvSoxPG+D133PTXCcgWfIvca8OcCB950gyA6+5Kkq1ba127We93POvdaIfnLl57nPWlzAsWqezmE/uwCshIIa0D8dg4EdmCmTnuiz5c+phOEs1Bh1TQBcx/LfZSYtZv25v/XdWp/Uw/ZvZSQmSQ3xLTlie2Pyk2c8zwkk+HYz7qeSBWdt5gdleWcvngD8ZnFc/2F9NVmYf5+tfdbSZU87dj2MLpCqzCW+Qj4kF8Gp8T1fXlUjHlUwqzLFmNtLlZ/jFGNe5+AoKSRrxXNXdhfTFbgHecn7dk8bYY65JH6T19c+8R3AwB30s51jjF+J3tyT+znVq2fMBqBMNvQcHhJOrm/OTxXwAVqP7ah0HnZ+LnSAeQDVkV5RjXL2+d53krzb1wWyMg+SE6bwVJR7QsGW8Vw/v4HSPehyP63Yvkzu1qI/EuQDgJtw5oCQq7NvzePFtj57RWC0PjezP7Xx2NIZg/WVmz2xptfvdPc8sHuy2+d1DuJVB5/5md0/1z/KCZXsqX24tf3rFbsEhu8qm71zPFKKvXASHX5ecPpKDLin9p1tYjZrLg5ug9uMXyvh830FfgHMKms7ZxKa68FgnUxu+LZaYetidsgavLVvA4C9OHut0Lj2nrVDgk5ysImQ2AN/jKUAcBLFHKHrHHbe9bMSVnrCXDbpOjfOOXfGuHKmPbNWxbYq7yWoBPKeA3BQglTGUjLWOK4HzDUXKhvyf6/bR2cOfivYWoE9dqo3HJAS/t7pzJ9rWiMrf5EfGlCdfiX26y1ZZxWaQKwrIYB5WSnrrZ8SuHLPKt/dZ+3bSeZhTLp/rLrOO3u36owCFV3nGI3rebj+9YLcSRR/mURG2a0lWixh1aBW5WECw1OhQvrqfgBgTjXwBPtcQhmdyx7pmiAbX/u2HdYAJGMyAHqBBKauhOZIJkkUJAhZgnefmeLBnKABPJOLtg44wvrwtNdaAquCunmuR6nC9Rn9b32H4HSWvI/R/5riyoLEEcUm/XxISX5xpMqcPwUdyboVkFpSyz34jqOW0cC6a0VC/8HmSjCZhEwNSYGbK/GRG3MOC5SN5V/8FelfZ8p8xPXcms/kxcaMLKFf4jfbf7XRbMyRw7xsTIm8klHbaRvJrR3Jk/XMHeNSsNCeU9fBO8lBANfZaObttzCO04et/vKYoV7HNz3j2j7c+d/AV+OvYkuQHZ9KIqmM2N332Y8kFlXfSkhI0pRc0V62rnB8k+Mz7Hutf718kCLaz6myVNujgPP2Tr+kV3tvXU7WacCijKGqOHMlcD6gove1qiU+kj1PjppN8l0vU2XbCpUAvlunA193fxvbE3DzHyS0D+O8AHRu+5ckJMjqj4i6hJIkca8hoLySDBJ4Iw7vXFbpbO6XCB35atVK5meyf1jZPsOeAmsl/fWibDuLPr+KyySGs8/0mDySnNb1oydNaTWBIYBexdqUS0p2uqmQWs/fqUisx9G5jgo5zHkvib+pOFhXFyms8qbY8XpxqxKaLKfPzSe9TYJPmlMSzzkBsMHyP1LbwIxI8gKrsrHkmZ1N7U0vCEXWi23z384843RIhAOr9TBdtZd1aZ0IpAeITv5/hNnZy5IdyKdfvkLt2KUQscSvMySJWr6ufdv/bX0PBFs7h1aA5n4oWay9waUGIbBnl/O/zrFyAdW8l19IMpS9q/R0boJUriqzTytsgbgLnhF3VCn+1HlxD6SGa+uyCIxJAer8+2WqJM2HRHqT9XmR1r6XzyPrIlK2LYWKhVzH2bAY9Zb8CkBthWyyplQoDoi8AH97wnvIuK1azLqSeBmjftKt/2EAWDVW/TgAdq6BUAW4Wyye8/Lu1EmcWezZkyRYJZSQ3cy95NZ20WKWR2lTIakHdAVGeR1SL9LH/YBNTK17l1QrqSvkCJV1EqqAUQzz9QHbWKrAde4+zT4+0pU9JwuyzKBaR5VfPMBLCRSUQVRh38bQEnh7P/u73ulT9VqCHsDtRXbVpQsMtQJqNnwkn7xK3htwcIiffmzMC0xcwBdwyXltXSFXPUzysEF4QHb3R2qfykgT9vyAAEj1b5CnmnwNwaHJKAD5JHWbL2iyR/XwlDHWekAlPB8h/egzNyVOJnGnD5tTjg0osaGxmQT/8fPWm7uVc3UDEKUGQEyyHolqLS9OnLtcx9bper6qhlpyrDY590k2kgQtGzqZ4PWiNm6TBp/fsmv6e7ajEvP2epwYibcR1ebz7X2bg5H1+asDKaz/9dKb3TSB6+O+9koIHu3rmoS/5GT9sSgeLP49La6sOb7e7hNwYEyN/5GUpmZ0+j7bI2tLotflTyUkbWzmf47Au/FUfTcZWXKt2dep+KpPF3DtxPWkmyUoW7HWpX3ij/3tsfioiCZ30+++0tIFNQ2RRD9Vk31uIB6S7ciYlaAWF2UO1kpAOxaqC9b6iDmNZVoQsO87fpHBoDZCyafAxVWBWb8zX862IrizfLWLGT8JYSoQ8wokSge6W8dtYyKB3VhsPokHPv6RhCbAeeTWVYNPRtV5bU5n38UWzmIkoIIYV66u8WarWsgUI1ssd7Q41FkALAko5PxVGX6R2EcAUIE9e229VJIZ4Qf5gj+dywKlKsddX5k9v+TnEVqpK1y5zPlCCE6X4+eiEshGLPcyyeSADvzeQ4Zq7kGidzE0ABhZQgJ9qmwDgAHSzjJjvPn6dK2MhKMowquVexfB3Lw/jyyzdW59P3/+rPdgrNgHYPmUQCS511tz+2HxgbihbamaZ5o/N9BDbEwa/IrTrIZcw/kmznKtynWK6UyPvCB7dSrz8+/Hj0fosw7JjtY8d1EcGzAFREUC4p5VCx6FtalclYQSP7iFO7++vfP3/t5f5fly39YQxZ+sXXLJ9xFjHDlsIR+ucevIeJ5RdbZen/ynXSvgRyoM7VkKRFMcQFLYXl8+SlyYMzjnhF7mp0qt1cXxWf7yL2NPYhPeZp+ytdYFsrLqfD1yT77k3qW043vZsyP9XQWp+HRPQlR8FNBL7EGO3RkELBtxGlCRsyLtCwYOsJccd6S8S7K/CjzZb02WTob8ENabq8j3rCepHMVVZFOy1WzJ82f8H2SCEV629gYAOw8+XACw8OBuQEn2YACwquzsnczfvYeImRaONbLzcCoxuVTzynIO2R8BecSnax12kVsQtv0vZDDHgrPEmn30ZL2Hjx81NUzrUIw+Uvg7JOY8u3PzkD5+zrq1nr//QdU731redYQj4sUF/H7+/M7/8b8FeBKh58GeBWT6+B5pensLAPsNQNW5mbG2Ln9L5avq7fUQZvPWUu13f/Nj/JnvSsqQQ6O44zLDkwI4V3I3tlGOPPc6ghGfPAQ8RGK9ifNcyBV8Sv7xzjx7KjFsAHUytc7fH1PZ+tuvKkq7tf7kpdq+uZcrF9BYjzRsnke86jnFcuLAm/ihqwkpLSQGhLnMn2pk57D5YWuWi1/rHM/7xZchS6Wf9X/73/xFSTTScovhdzu+t2dsiQpRsLC/gGk1X/Prgc0vIjPOLppP/rMzx1yTwzZ2Xem55r9P5faj5DgeVFGIP5Vf8EkC2L/N/HtRiLobQqKXwpbZ6Ct2zHOQn58wQiSyf1z/9BGvp5gA0N25PdlhBSI3/uE1ytqV8E2a5wQ8ZmwPMemcZ2tnueriKiA1hzm7fVPwlAtQTNAkDsEEseIKiWu/mjO4nr35guu/2RO+9VFya3/2y4X1nT737pK1J4D/L/9VfMmvpjIAAH6XOQHkq3w1r856wHiJgYpWqkA3kuBk3XemHRKVfWUN2tfuocR+hK9LcYefU+UR480PaF7GXp9qDoUIuTR24D1FiOOX9qxHwD75vPkEe/1aAPibb9af2rUXe+63zif34Z7smZKflV5/sj9KtKua3IhtfAVn7/Et2XDYxb3Ln/41BF3V1v/JX9+NtDw8YN/nnKwPkvO5RbHyX/LixSDWYsw+ZmfcZ3PjGYPJxy93JOd78tr13ZvLuCqUcz35LX6ZPOL9EoDlHz14h6J7SMEKVf1TpPAp3ngN2uzutW6YdPfBrRA/HbvbYhM26uXbvd0CKkuvCUML+ZRO72L1w67D/gC3Yo3jgNbgnZiqgdZJ3mwjl8VVtsEqHE5F7m0/kDkSn1YGH0fPZzlOZ+K7Ma5rnvcMrLjK2s99NtF7KpQ5CQdOairizwBgB+nAgiWUriV4gMQrwGlyrMnQLchPAbITBP0JCFxk//Qi2zUtolbc5fOcqlVUjgHrHv1sEmJjhXz6OlW+ZS9wkFRZxHIcQPY2qJoDdf6470llHvBlidJTDt4cqniWvrr7bcJ7APIBmJfEAvhzVK+EdL7jHBJbSYPMfF/Xw7VuGGYvyfbDYv6zR+s/C5CoQFP9bMFezvAAgyV7Bh5hXTH4FvaSaZ9dlAzMzi504Lff25zXZ893Wn+HSCDYOO+5CYwr1TiH2KE9oyTgMCNXgrWPtEPX5061r0oZrwL45vgyDp37Hu4zGuc1NuYW3QFKy5btgbPnXdUHUGG9YTz7Au+Bc+dgcn/rnbzNKGHWNXUWUg3OmD59PnJvPYDH9vGSvD3JyibyL+NZwPmah1PRqqH8OeSW/Lh9Wc+9h8w9NuySiqtMuulhzOlr8nmSUBysVRPvsBeklV0kEUTOzJqs9KZAdQduq9Vz75I2rdyVkM1zD2icXUNaGPDHIN7Km/uO2ZbZrEpjVVZNcGhsNy8LnByWt9XP7UN1grU+h8N8IB8Qt4B1xnsSoUswe52qrO4RzyhwuSqB/a4SFYD72oW96VQ4HoLBAUQ/b4LoVBOrzj2SofU++n2r5F2vpdnrC2Q014D52uXJm9tvlkGfFzB22ZDJaW5Tfx2wy3vsz48O/OzVVmRdVeqqAJoM6NyvMs/3C7jKeLdXMod37+2MmXQmpj7wcolgL+93TXt1tueWjHBY+T4/YtB6Azt4145gB7JX2WOcx+tg9OZTIc/54LxUYqnPSM7Z904CuSxehIru17Hquzh6Hkioc3KA9wKIOB9xpjigAqFKUpr/yveqZFvwYpsMWBcwZV1UBpOjPmDafW49DtA+UsMIG/fDlN3Zt15yEuuVeYzT2Yp+wc6F2lnLkgsDsN3HZJeNh0qw7eEraDBO5vq6R+zMo/Rg75ygxP1xnPWFFji0Euxi43OS2Hb76fTOs+VfXVVTrf5NoqMs7O5PAZqh1D/3Yr575vZ5BbZ+decnDmflydcX1Ji8CVP7K4Bpfr+1Opl1MyQ5iql6ZESNb6VHywINy7nrSqXNeq43qKmTJrG3pIRd0PvnlF0VKlsDF4jOwZMwJqmb/0ky17GTjtIrME6vMVCh+TP5xC48kp0XCKCy5eoZHfmVJbvy3QOBb8HFVqdn/PQMW88T1RiXROS1jh4mke+7b1RScr3ts+sMiu2RpDRuEjTt/22vJBBfH+4l3iqdnODNM7NXI8+NjWgurJWuB9UMWeuABgBFZXMb0HdLzH9iry+AvYHKRSAz3oBCjNsRztj4VYqwBwe0B9CSKHeNA1jUjmHDFfBK5WeSEVV3yXf5XNcBMCbzNMCKXNursrJHbnIWTPJwNrRXzDUv8oqkXBz09QWdqTAt+h5ZS55/igqTLxtQpWp9Nt0aPEoeghQAcK/TPTwyRpUaKkG33tau14RhwenZN9dFZEAoqVRj1tPW6uTg7HH3TkpPAraVkFdyxfetumz+5BJyWwffpPrSS1VYgTLj1kTkpB8964/P8rtLprM+pSptIE6SVCeRLNGhL+MNKSl+SROwuakSXfQElbxuJaikkwB/EpDO50q/5/7MKzD7fhKXG6cZZ3PAFwCuStaMfETqfD2tK6OVtSN4NS+qZFd5v95D7b9NiSDz9CKSbRKh7aksx5lLv8zP+ixZShJMbLY9O5WOkUNuehVn5wIIv/nmae2lff1dmNjWII4UKUlJRQmrQ6BpL76seeeYNXiIWguaN0aSW2ymf0uGtAISQYr6QfsMzWdsoiJ2TyUdQKnJ2jyX76sPUYa1tRdwPgmKj0kQWtvOiK/v8kGWkAEAs8P2qcrxJv9ufLrJTTorgYiCVBKRlcLO3HxWgGBVhGwHuy3pDOyS2Bqw1t2SignVLAt2DXBtYgksqZxis1WI622f9Y085KU3aj+TyVmfQqSmJC96vpLk3T5qRU/OkUNSND7WMaCebbc++BFTLnDJI0d2Yq+B1EelA2HHGKr2ME4DwPQjM2+LF1T/ejTnRftgXuvU9wKS68f2p9k7P6bCNa9DdD5kZVUk5/7X73b+iioA5xIy1SF9IDO0Ur/7MhXgkRIf0JKKsSuhTpZN4snZ4BpL7pPiZJMk7We/KnGZs4fdYP/tKxU+1rOzTsXapKQBolebmnxOT7ERcqbqYl/MZ5uCUhV89CA7iT22KFVxqgrsdyDJ2+zbz7MfnYvGqYS4+HfAxylZkPRVlZJzjU9nO5K1rS84qbWvA4o1h1DQiLSr9aI/WdaoigaJkp77/OzF0X5vvyzpOcnj5h1iZ+YHzMdgewEP7COy01ofbe97ATnetO9rxqwxFh+yB3z3mgThkUr8GBlM42h/AzkPGfpZlAeubGXnZMDMAPzTUxaAedpdIEZVsi72bkDk/LslYlXmS3TFdiWpJm578vjp5atJjAMPBopak1sXKlkk0SdHb//3mllP1vKJc5ucChBo7MVNDzKP2sV0z/eZByQ6V5ECTtwhYX3ImrMx9ulIIOZw59BI8UcFZIRoEnrOa3uHrfAdPrOENR+4Nk6v1pwhxqs+Z+wNUEq8OhWIKcCINQYUqSYh081HuY2t2x4l88t2uT4yg6omcZBnOKptk96/15+5R+eK6yABlUiZcefL6FVb4E7LkiQ1rWN70ZoqUHfFuYuxln8p8aPS3z+XbGe9jSROQl71p/YjA3hLOsncfUiPT0oaxlT8oMrYekfqAITWauZz4jWfc12glX+PlLne0D+9CrHDOGU/3M/3IkghoEzq+H4JpvNhBB3IcuzV+ryv5cjOmCepVFwbphFnPae1akxGcliVDGKz7yYlXPA7Y1gZ7Fbx7b4+JKnqtUqUKQSM5Lj2G2KB+ZJiAb48e5jkc87gqX7wN66cT8/++Q7uq+G4nFP+KoQyJicAACAASURBVMH9Ii026Z1FQgGmeUyJ3OYV2x04FT9ZR1m7L7Pv34Tg4D6PZKRrv3yl8i4xSJLZ8+lu2230zI9PZJ3x9fgPU61Icjnzxhbbo/cCrvibjVTVVInT3MMhiLFdj1IZZjyRZj2Mylx2CuDBHo34MCI6O/Xjj8/qfw3gz3oiR61yM/dHCcoaq8xmYipS0N1v9mBiTt9rjsyjWN412FJrxvzye0TWntezOK/0uB2JZn4bhQ92jgT5q6hInNhB0h9Zwj6rjHUlt68iCmTk+v8f7vzwQ6Rk87e51w7jQ4h4nvt+wHK2iE//yy+vM17321sV+VPfTsDzrwjTmeMnADlzkvP9TfMocjhbkwBY17Cm2DdzDkjV17x52Eje2nsN709er/7zfFDnkjUMZDS/JZIG+XqaSraSCutXrfJOCqFx0KWsUt/1iuXrb8mdxv+ZhP1RhmB730VZAYFDThil3nzEppO5LYlr8qTLB5nmzEWqHgGI/Hzjz8dq/FGAYpnKEclXlQiU5pOzz60INd55pimlRMmklfax/VUCmbpKbXT+VPr/kczjckPsldD0979LDJnrfPeDc34/75qoTzoJ4DdpOzVQXWyedj/JiziLRra6E+neENHEb1UrWc/e30KqJw0830EO85J1zdgAzToW+Q5KIz/Gn5djKcASG+E8YwNVhC4nipwL6A84lDPgb//m1zv/w799mT0ae8DHjHy1Mfrd71/l34m75GYU3SCkZJwOoe7OZ/cKABdozrjfS99ZL37IVFJGNBFv8t2EGL+8yXzK7+de5aurMASkz1nTmJza0EVQq9pSYqObnBDyRmy1ffIk/ZWt7xdRMKmPVX+dD2UPLm4Ekr1MbIYA8V0Iu9QUSpTKPPKFzLOqx2+//a7zO5xAPm09mW/sS6p7TxzKRlHW0NbjfSqALfYHpK/vfUwF8LcdK1Xgn2IUqtRXQTxs4l7m617yfE39SrdcFdV//P2b7htE57ZNQ3JC5sh7Hd8HgnkdkJeNQxpcK5op6ryKn9rzXwwdG96lr4DAcdLcGOAPWXrtT6gHuNNf3q41hrhNdX79td7XiT/Zq+U0vXpWNCd0m4/jk3geNrGgb3PzjXgKdpMAH/i7c+iGgNoryq/HD6kM+K93/uqH77MelgrB8WFD5JQP/sZcV9ktMfW9tDhyXWuNHWLn+R++23p7FxvUXEUIav/8v/99enBHLeFzbRczBiHsvPjpRSdrPs/61Lf1TL7865xT4mRxKBnzqmLlfSrxq5J1xYt95tyj87TXEcPGn5xiZvzy/L6KHLm+tgRak1bdJJ+hkGBiAfIrQjGGzrXl273WOm8tdxQQAJjF6I3Zm/+lyDb/1Vm43F76mmeuvU+uobjP9bJXnIUlwNQXXZsMZ90qiMlFZ49pAoxYoFI5uboHd9/f+Qf/6OGdJwGB3eO3ISEsh3bl5i8yIIygUsrXV5bYXP9gcRM1giknTinw3NnBSuur9IxYnqjt2uIfO7fE4n7e+Kjn27CoL6+WPjcXM5vWQAmyIzFZT3ASBLdzb559wj3rgy0G/uzFm2Ve/P8DAO/fS7YflvcBFg/DcYywVTQOkNuFB37UtFyO+Zien4K73mng6gD5jjrwfybRfN1DncbrIPO5gmmdMgNz/X0lj1o9J5EGoL1+dgvwAAtnqgpkcELynjrvDkxsySsA7IRdr6HnCwwHuO0XJuX8vBVFkukO6PMG33P998Cc28plm/fozh/Z3Ukw7749YZPb+W8JtY3vFsOnALBAcGMyAPgEHH3Gq4RqFU37c2SaTqK/cpecqEviudLAngWTASBdNu6+c6yrjcOYgTdD1EXXMfE9Tcjv315zOPvLrSdzfVUObbxukyh9lny3hel1pGhrXLsG5rT5t8PaPNbAXt8H+O1XXffWai0b0vh8cv/n3g44fubibMReI4/AIW8y6GKeORSKGdS4X2usQdiN/eo4CVr8UAXp6TN8AzYDBTsGcfw6QKsM6RUAkAX/BkqUkXlVSPgM9rN7nBzuSvkxMZebuO1l63t9v8/UAU+g4G/Xqyb+Nc4clZICElRNxt2eGKjVaoSu2asCOl/c/pD2Sp7B2j+VmhI8QO85+JunBf+TIfUagGfcBmwegMuW3LrR23fyHWX2JOA+bF69lAbQZ+3lmSvx2aTUHCtOmm9ZL2iVIZfsZfbZ5CskuvR5G5DHyVwAvuTCDo05yg7Qzk8Tz5cBlkx0b9YeANimyM2Y5zOvvn9Mv613tpEz5oCUHPsy19L3084oi8sY5b8vsYEb4ksP0Vy3B1arGbZHPDucvE6C6lJgq7WU65hvgNzAsCV6NkdbS/77lqU0W9LkVvfVqn82T/5YzZOaG1Pudq2XRAEAVkGMKY3VffZBPiNoqtzrBUi75zLyJOFaFXuxojJ8YzquOp1DXPuVRL/knjmSYPmlPa/Gmj527EY1woEJyMs9nmRfGfj5X99fw7D9VbD1skOTJvLzJfw4QR2f/L7StZKerVK+1jOH08UKDh4CzKoyOmb5P+89JBT+lGeTOKm0XeajB3/e156y+Z4dxKtQtR/OOVLmIUJFCUa+c5X7k3diO1f1z665XpM5uX9BT+WJc/2RDJZMd/hXwvlaT4DX2u38TLK8zoSqPeu8y3ZnbXtZ5B7JBEvIW4fe20pj8xsnfWt899C9VUCQbN8ks425wNHQSW4uCbhKtzKuy5K/pILybGVp57neSi4BznNPTQSqNqniwVfr1XpV6fq9Zx/4J7EymLWM8Ktv0ipL7Psrwc0JrRyWHnxA6sk5bb15nskZrZ8v+z97JvnKjhRgUg18Jd3ZrLcJckeimgRtK+hzT56//dXas1flTEDOJPJq0Tn77fu2zWpKmtgryGhus/eybyQqv8ocCgRXlTy6yXq9j3jFaedbLfE4mRrVjGOL+7OeNK14T+JPpckA2vWsWo9q61PCODafg56PDaAnyT3pSmNpvDmpfn/6uU5KyHlHNlRF0/aKZ0R6kHg65I32s8NGzf3pVa2nD8IEm8n/q6Qgaai8MPN9zxipVzsPCa4kFme+jMFIKo+SfG7FH+Z5QZCRaAY06DUz/+zYKkGPZ/fiR3Qf5vnG/h1Afs4IyXrseKAtOzPZX1VCCaYChp9KNeuz667ncxJrsfnsDHC30tVZh5O4BUzNtvSMQThpJRIZtfVyd6bZW6dauidF1oqKUPtPYqqS1pdU3iqS5wu+DMv3aZIBxkgwvoR2Ei2pgm6SNvNnPegbI3Hf9cCvzHyp0DvVePXj6gS9uXopl0taSXxVg17ta4uU1V5kk/puqwFSddk3TwJgHalV0sB8OwvMvllVy6qVDqnMM0o0e9kTP0fSahUnkmMIm6p7V4GKPT5buAR05WEFgjkTVrk2YqRxLjElzN7KkFk1lyJPpSYzH+sbqFJnUqj2qvs2V+QNJULtP4m7ByEeeAG9mjzL2Et49D4yPuthBnyaNKtEKLvWMzDn/nqyqoie1OrbAPntmZqEEFWABamzBSWu5WwECA0wlSBXBb37YuOBTqtokVQkeSvhwsqMoDnXMnu3Mob5t+OhPufOpEpIkqG+QNAH+h/X7wVuS1ZKbk2SGvimUgoA/OTJN7PfBUunsvTttw+y3ra2T4Leqlm8Rr4yVar1j9jAEW1W7WW5UGBYj8SxzBerrfp8MchPCB2V6B2ZuL1UM1/Y3GyLexHcP8/ePLL5KkGPcssBPPVuOyTfH9PX0HoElvHT2nNYwiV25lS3jeyxZyCzPEDYekpv2ouGjyhyyHpTx1piX//a3f8AIECBsXoRgHA+BxlpxAjfPfnE+Sd6YSMaAEu+qMSf149/fBb7Q5pvAGn3Su35qr0kQQsEZH0i+QA1ALFNZGbeX5FEB2LkXcZt1c8nCR5wE1BZe/C+CUt2yDpdjMgvmN29m2u6rnt1z21rlKp2yf7Xkau8m8SH9gTt2VUfy1kS36GA0YAA5wt71CqSxnDzFe13NrfrispB/q7aSNYKQN0+ccZ5fYVV73r8ZGSiPObSAg2KkjRJFX/2pGsAdO5lvbPF5uJIMVsjKuhO4DgC15dZ55E8zfM+jU1q/7oAFb99vHx8lUHZQ69TCcV2rMJPv+j5Rmypgfwqe3EVvgHvVEWJATpvKvERDmZLJd0kbe0BMtRaqLxVdZzPkYN0Lff7+s2rjsPDh08rSf+HSFO3sojaRq7X6o28ChRV0n37CIDO/ln37P7pLXyk8tlgPuSqPidbbxw8+0DrgKXIR/nuqTesJ/eSrYDNs85XGVpfMuvcem819U1176pMJw+NjONekUnu9R4rw35VR25cBqRXol6FR/ydpm8yt8+ydytHm8Sof/OTna326MlBrK3TiB9Id68CAFvHQNiOQX5X9acSXdI6IKAZosSINgMuxQRfZx6Np0d3Df5bLUJ+4PsWB67yoyTUJsSW2EZMlRxmLx8+nrJY80fxN63/xg80/qyvrg25AdVh8+kL+HXeImWYtY+oxC+qvczn+NUP0694sfovJeUAqu3zAsAXcAikGunul5J1RkCybiYrbE1+m76TXu4DgcRn2LlFrmKQAQaLNflw8zvkENg4sfoI2COzlYiZ90mEsnWTOp/MObKNgh3313hPaxQVfNpeXONpDI805fzIW3/BmnWWrtUWwluICFlHzqcS9bKuvqyqxOmnfLX2yWL5oEUNFld87aqaZC8XmFcEcuVC7D3raXmaxQIPr97tPiMPcAj2D+5tzamet5btu0qLh+yl733PmAADzn3jArDpORc/jL9Q8scVH7Fnx0YgkdqvJQNcOULAFIli6/MAwOLP6lWUSKr9wmy2cWUvmwQH4OS79HblWwKi7Q8kJLa+ZIo8o5hrcy39vvyWZ2vMG3d5Seapl32W5DhyD7tj/JzX7P0hj28t8UVHbjHXfMS1dfkllZoq7bdGPOOHyNzOb2c3tToBPGuHIR818tEXqtaABHzyxI3swQoEsl/lLALqsmUFt1XESsTb57mOCqtfPyJ5i1H4rPFn6z/zRBdDyheSeH8d8HIXX97Nul4xzLtKmdqvn0cV4l3GGHgNum38XqIru6u35GJ+nxdjP4l0tJYyCHEfP+Z66Z0NcPj2e0oCfZDe352QAn9KlTLw3vcAWO3ZAUPyg3xs70WGCCCWs8q6E7tbBysoyPvsxdxzYwp5xfxOPoLPQcofQZJd9RLXnJYnTyO5q2XCW9LIWW/f/oA4ODU9cc8vbz+78/vfA/y/DHgdG8xsFEya7TixxrvmB+Q1V/Uur1n1xcy3VlhfVxEr4xep466NnIHm/qsQGMVj/FLVl9QCTIXcePulJgfhqENgEXKyoUgizW/kXY9JAsdGVbkje/peKksN5b/9N28zVqpC4wN+GR8rfaTlUNsuQw6rYB7iy1Q9HjQ+0n4CsSqEUu2RCjLzndgGOY75Gh7+2++Qw/QMzdn1DIA7Yhog1hn46FvEhgc5txOX5f60OtKuZb444jMFwpCT0rvWErJmvgn5ofso68U537gi+9j7XVPlP7CWbVRFbp3oEXpIRlPJASDHJ9EHuTGX5xbL8p/5/54hUss/jGD+LKDrd9+l/QTVjMRHj0M4exa7ei9r51EqgP/JP3ly5ytEXsUbLYLq1Nevs/acJ/rFfnHd49przY4WHIyEc1vjXDHRfURkZKr8/lWqkfWw9na7SEsG/qsYyTmuWlmFevMQLUBa/oate/zNKst/enkUw7LmUy2v4rrKKOlJzS43z9LcZoe29+25fQ8/oYU++T2bdM6Zvv+CNrQA2qTwc3Ymuf59pAF59bpdzj0/39quDej6zMea1yNXHlnkxMnvkvdgR52zX5Tce+FUea8z6PUr5/TWN3te0lGVu/Y99iEAuHnh+A7/9n9MjBIVoPfv4+8gLeaMf5c9qCVmC+VyHv3Cj+4ZvlYp7K0v0Kd7hEl9dfn4s2U9i+unnyKm2aueo3nx6ZQ7kIX2Pa+iKjT/NVW3cgMKORRpulrH3RyJ4bTeuOLIbaR+7mAGLYo6yh4lrk2Jir1zpvHR4Minl7x4+6hXnPYE4mox4opi+PfyNSPxWKtPQ7Bd//CBy1989ubOX/6dh3f++j+7mzNcXmDzpm3a8pvbQ/LK1sUIPbe4W1sHIlyXuH+p11zAtGdv8U2xr60zuTsqH/FkmldXAXwAYHagRXRtLZf3twfwbMPGqtOwnFAWaI+s5nZPPq9ZltqAXosi1EU2/+zZTyvNbBL1hssxh8XrT6rAbiZuX7wqqy38vfxNLsFKHwD1KXj7KXh8AOHrgxv0CwT2szIFy5AbSNN76X2uovckd/vza1fZtDvI9/6m0TM6157r4v608lISYX0+lgw5FXrnmVfxMwasl816KlMHPq4i7CQ4z7N8+ncTB+6hCW2O/ZLye5rbZFRH7xgHiT0SrnnfhVnXGZvG/pIfPj+HavewytwrmdnNc4Df3fuRvzpgx+n5fHqwGrdPgds+bwHG83xjBi1QXBLsgLGdo0oxrfKx33ehsIdZcwD5GcpFcKe3qPc36dxx9lxjLRw5186xrZHvbbL76l/XJGoBsu2EhtWcD2svcyfRyXZVLqkVQNc6uv6+fZ5VcO2Z9vf+e1VeXVMZ+wFyt0a878HKaD/DXaCSc57HZ64/Bb6bKFIZeEkuV47l8JzMz5z+9V6WFB+I2wTZBVB1/eQyNXh5zypnByx5bx2tq8re7yfNvsBzLOolbDqe11qrvDXJvXj2J3kCgHFvRz6c4ajRMrbm2MoH1GNfcco4zA1ir/6+nreytK55VfYZk5sD15raGtg+9ozX9fMfX8XAH3asfKHEuYSI99+QKloRlznNffbgyksAYP0JsCcvxUatMrhM8k/m/cxxCSYC/DiVnsk1KlcsuHMv7XsCsAg7Nf9usvrGoFxn+zXfp8K4wRPnKONY6cB4702qjrQcYFOzl1vmsp/V/bzW8qf70H1IAnid7/0FO+pK9KyIbmD7+s1ccyVAL+ix9TOg/ZAN9hwD/dec/hBGzhhZT+ZEkr7EIEB6deX6sLUnBWO762aDJ4G1ezjry/cOOFslzqdSw+xnWYIH8M9mGsgylrRgj4N6pH99z5FQNwXrmTaw0VqT0LHeTi/BHoxNPugp6ya3BhecY387bHdQex3Q330BqDxEnRryUP3nEneVMr6kqu2GJkbjCL9WoZC3fJ6gSugsUfJl9kHBwSQ1OKtMp6njxHnZu5ygspU5dAK43Hhtaf4YtwbUuZfKeifoqCRgpanWQ4zdmM28zr18bn1Yd671JKz3afMPPJwkLgd6VRnnrHPPxuFUGrbSpufQ7kFy4TDszJPA13eoUqkjk+dfr+ElDPxOYqZkgtrRq2dX3rzqRPc9BYL3+beKi3u51ipxLWYgvV6k6+97+4xsqeQG4OPWX3FvWzNLXEgV+E7zLyYGPO0s+jyJrUsKNUMiofdLK2wzzgGbypyzZpb36lg1cUw2p2t9lYMfSf/mTYcBac+3CuU67/3cPQKODmGrU7Hl1Zi5Msd16gE+/BHjvQoLEuLWRiXj9UFEtiEFmTFr3/Tu9zE/9UJqT5kEpUsiTqatrPJ8j/0EWPWMlakrQ9Z5e7FIrx4h2NdsxY2UUxMbq+J3XhQEP6SDrGnVqJO+3drYHM3e2mdNcPZ5BHABnCJVtErJ3CEf3LkgAPX+/H16Qc/W+6Xv1SuNBN9Aq/aWiSPrvlQjWEqrdFDhQ2J0bTbcw3qoL4gxPvaMBM/nnw2Q3TlNMURfQZ71iHF1yrNZH0fOcYnuSdDqrwXY/aW9rkZEW4CxRAr315pdD73J0jkfJUnLuHUnnZMlxNonLoGInkKTGHdmJ4CK/NuAurHGBxasEtJ1O3fpQQh4viEiXTbgyIK3tQtWLuA9a+SLEqK2b2rz9M5qv1rVRZ7v+KYzmGScsKcLMudHG68FswVPk8QESrdXcH54QCP+rh5LgO1zJjVPUsLc5lSvVAzhntf1UyazZXNIsApASwCSCOr3+n5nn0pKn2E37An9jZIIEjNUxu9SfeA1CtByvUnqrn2Cl5DCM1jP7SFZSdPFD1N92B5oBW4Z07NrH+IHNHjL3sI45nvwx4Bgd37LHr/Lpi1GQTKQYAOkLk9+4qT5FG4GacledTYMdF2SEbnMPjhA5dbXVRWZexzwDtyUbNr5rN8YH08l72+XxHS/tclVY7ZzqecB3/YCwrsec55LrvX5AUG5V+vtVYLj+a8jfjovGrsB1/MZ5xPg8bsfHjfx8fL5xrNnCFJSxh8gzd58DkTjj9RnHDFHJVbn4yK5YY1Tw1lgPRLQVCtuyXiLM5zSszPsFFtsPoH1zjAVTut5h7Bnsr13bYu2HgdCtpo7Y23cnPnGdbKhsStJuLTqsPO5/Q2AWk/DER6OhLCLtnK3FXA7h3eG7e+RW8bi993Ar0rQZU4oaexJRtgj82/N3n8kcajKYz6BKs+3r5096T+WBO3p2XfI2c7QH/844PG9hMQ1fk2kGz9nwLX+XyfR0cpjZ2/m1rngHMlUtnrGGdME+GX7dwaNnLi+oCp8s57E4hfR4v2HJFZi31Xm2Jf2G2npxeFZXe07mP3cfs8jHrzLeQrQYl8n/R27EcWBo6Z0UhKqiczFAdZqzs1RksWzTUglSyZZK60sbhpi8wLQd2Yh57Gxv9wooMxGHAl6f1c6Mh9WKSJBBjidz7P4dKO4XMez363apXHEVQnSRGNjYsm9VPMKz/JvRBO+sPUn8SummB1YLAjMQwIE4vMHVKva4+R9/R449T4JcueQRPSHyFaefAY/nR1fhdpiCc9wKnYLnpPeznWco8DO+ZyAwku+N5+r6lbeC/D1e+Afv0VCyzO/SsX8NwF5TvsIz10wQ6zE1iWh/jI9DcWvD4H49eEm2T/7vn7ifH6JXb4Ev6D9rruuZjem2hRAIkDV7INzPvu57Rv45ZKG6UkfsLPZgcQdzleJ5qP+s88kuZ+KMuOkErPJ49q5EbBWca3SXtsQksZZmzlmffanJF2dJc7XSkxesW7XUvaocVmMrJr49AbfWtqZsZyJ9fE8fTbbI/nB+jsvFprqCt/zAMCNN/UYDoEU8aOyhpWaX8Wm82S5m93jURZpsjBnrVgBmcDZKGnfqtj6E8t/3AvA0DM19q69yL+UVDbeI1QD2Vy/ErWxq3xEoF57eOfFxpOxnaoLv4xPvHXMviCmlLieDa0/5vxRn6PslER37mOVPVnzScxTemlLrjyrBKhe3keZqPs388Q2NAfyJzHOQHZncEmFeZY+67UXzSOCy4D8zFe+AxFj3DXxedZyyHF3k6we+LzetnohmjvnledyTiGOfFS9lM8g9jUGFENljf5MLSpj9/jR017PGpz/O6AFQcsYjvTNZ11Px1NB61nJt7alTPYCFYi1YFmu0/5AbPiV/Hz+x+ctWdAaynteBeBfL/cpNpV04TnjM4kr65egnd7IkzpvVsHtOUjC8qW0OqmUcRP8ercOeGcz2zKseZmv836+QarJsnc71oj62bckzw/Rqnnenq9XPGokurbYgrQbeL6KYMCmSjzFxJ/n/X6u12hOr0jwfh1ip7OCjcsaLOA6JRLj8z6ACfJE7Uae+2dt5S6/725sEBWUFlHku3/J/Ja0FL+9ucD0v34eOV3zDSinRLEWFANJn4ckBVTlc1MCWIi8fawqt4pPX2w9qK4DHq4IIn5Ee9uOkMVmIBJW9j8ViV6USrxevBQ/xBcqV/JDzvP4bRkH54x+qB9zzyV6ZG8645wta7O4eKWhERJVlry+uiMITDWp5339yVW3Nea+kTjNPSuiuGShVawemXQEPucTYO67EEHc84s/Akt/ufPDX8U/+Nw6FM+S8HXtEBCpkUQWuLmkizzsLH77JgoRztLEWS32Cvg0X27Kirv/VSC2ojN+Y/MS1CF+S2/kVAZ/+fXyaEBpvWp9qEUVvG8+etb6l/G3AXZvfqI6crUfyXWfqpotmB4fMkvnXdbVv/43P915/RZ4lHVWxuO7Oz/8xYhLH/LZniMcjvjOIycCTV8kLoscNNIw+eqGTfldJKBbfvRb+p9mlVHCo4n83fd8/ewRhITs6RF2VK2vzU/3U529xbafyZm2PchijP+PrHv9tSxbsoOe9cisyqzKV1V1324bC/HFCJAM2GCDBTTwwYAE/7AltzDI8AdYtix/QQjb6vatR74r6834jbHmOee2d928J3Ofvdeaa86YMSNiRIwAuLWvKd1Ln2WNHyeR7oFDKeDt2zdJ1JEMnKTnMhWyczJmMTIJW9gS6H1yNOyBvOV6WddXLwFl8zmLJdjXl0fU2GN+pRKdwu0ZmjECy+2dURhLhkLH/P29/+HPniYZhp87O5zvuAS4xRgVUThzX4exxl7Q89zn2oJG9XMThCRBSMyT6L77m0e+ysDNFRY2WUpCZRLY+TZ0Wu2f2DxAero2pkXtjKdfstWj45KE2LYX3S8DfMV2718U287bsrLkd/T8afd4iwmw7VULL5GCPq2dmX+Nint2YIsycvYqJhBL7Lvd/4qJ6M/5LxiZGtcpq+meiRyJaw/snB24IracM7GtC+dcBSs3BZj8fp/IT3kbb2PTSAJg/2CjQw//S+b9n/yTtJOKXvpAskb6XpdZMY/LLu2dL9/TeCS2kDtsYgrQ2vYIaJyz61N2eua4SaIq+Pv9Qv43tucvySqOBXfFpyNXmXY2Us/xfN75KX5XlpesmXUbewjGIzHMNj+/bCWJNtnHnd+ceFmG6rH++4op1s7GSLXEc7+j6zGP+QwAeIxIqYLHiJH7SERUHAA7WtyEj7kWaXQeu5sN8obtlN/bbs4QHRf+5n/8aWygoYrd5nZCdPTwwwHBB/cq84s4RFvnSURKUv9VKFR8RUwdPfS1DseO6+epHu31IjtszgOdSLL4pQn/K9wQ8znFK+ao9mPOixXzzN8cTnmLezlHyNYNk2k+6Dp/AADfBXIPYCdgd5yMg8gbW/3hmAAAIABJREFU9KnqNRmr+iWZNtvoRf8q8Dtjbt+bAA5M2t+3oHepp71/AOCBZ3sd0M9XD6jXAB40/brGEfBtNefAVRZ9Z+Hdv9UvHOM6EOtZt2DgrXCf3qyu0x6h+U8wsgBZnbIDtF5B9puR3j7XeasZtpSZYBYncvZRx+d5bgDgVq1d1xZXuubHAt+tAL5zq46Z8+A6p/Lh7pwtM+DqF1Hn43bDnUDtH1xPACZvLEtmwUqKrJl+KgAvgPn2u3OCz0ao0VnA6bZ3qustIDljqBTEnr9B9lFDyVpsY3eBrcyzoOXWfE4LAReoORV6rnMDSOdCrfTNjWzuAwA3O3URg8t4upWnrmuBsIEAp1L4GHF+f4KrUxhbtIHe6/l6QNd+x1rWMLBRB2x4ldrkShbwuWVe7ncNUEdZrpp+12jPiEs2OgZZrhdd0aEWHAC8ij1z2KNadSt5z7UAXJSRSizPNWrWXddebKAsDtrAjoEeC16vN5Kg5J5/ayS70gEt58sHD5VxASIOksfeydYbuP8xNGoEda+N5mYBvGUmWp/Og+s2GLOAoYPNPlPR+9GFfhpHx4M6VzDlChiMBhr4nuwWcnLNu2D/evouyHKcktOEfQHfuyD19lDX4DJUt8Z6GGyPtgqY6eS5r8oy7tlNz5xzSGSvoPAcrXGMV0B5HsDaDhCIwUAvNtP2liGg8nFk48p86jxmrO/12c1T3i/vBENi8yijrFWfF0vBFVc14n5mQcsZtSd41WqzHho7bOe03a45GamebSVwjCwVG+Q4c/vxlfDBkCKznzTYOv12V94ZSdZpQOyhLB+teAPLMvtPT8Jr/zvwjJmhONrYzfONbjb/GdxNws6ls2dILft3S3Cb+TRytK5gHWOBzwX9RknbeSk40b/kUwuu3S992yoym5luerpX+4kEGuP0RWe1l0gMDgftR/ZdPlZq67I9zKiZmK2iVP8f64z2pvKW/bmA1OSKIeb8W68RARc33towTjg9HPklbizJgw4RQLD2pXbv9Tbmyyfvk9E3QBQvQe6yMNQ4QP8lkIUi8VFllj6g30r5n39Ub9HRecBWNwq8H10AJMh3+Gio1tpLKXNxqtkWJNrayp4fBdyqIDmd3wM8Ykh/FqrB2hOZh/toXw1CICn3LBB0HZxklTHFWWoySh1EQTJV8arUb9kGGKQc0tkfBHs6sH1l/Zd//KDfhyx8PfaAgCfxMb9/cLVCKGWflcj4238512mFeSv7ZCoumIQKx/o2aaYA3ADs+01yy+OoLAB61KjLd1rptcodmegoyK0/R9I8CqChvRbY/0G1byub1y/b65e8x7iVW9Ksw3JyLSuQ/qMbnauC68eOGBPJtZY5+0YJFGft6XplLQi29bVeKNgqqwXlnSlL2AB0ASzbC7XPvSSxJiBkuo11QNwcOc6Zez8K0Hwf5VOuaQ1PQNbiAGqO3WltBBMX5EaBJ/NzgOCodAH79st61zwOLexNP2eJjRWfObsMZ599m0AwoKVOGHvIBikIKyC2oKPAG8f5SYIk7I8Ga7MPtEM0x6qVyxR/BWUERtebBQAyCk8BdXYLuRUIXJBbcIqztr3uORa4kV2+s5a5IngwU2l9ux8JZueN9byZMd+KqVaU9vCtjJPtJS3u2VyfnKwSZj3BCojnZkA+wQeV/EBh5/JsSZUVdOPbBnXnGxjHAqCrFBvgWz0mKHyxaJxr+M5h7mg7BedDHRRrK7ATZyuyLahqvgCH71T6XeNW2WU+F/C6kju7f51jW9efrypkwYXHkW2BzFGcmrd9R7VMGTK6I7wmOzKdD5hdoISNUZmafbc+gmMNOcDgqSxv5USrbVMlG/lvQk+CLY+f0dF57si39WfvSEjhlG5MMtXHKGD/A5k8hwBdz8jqw7VrGCPTvmN9T08u/17gf+s+iuDPS+9NLgSd9TQ3juL5ma+CRtHbD2oD+RXHcT391vKFfbG1+TV76EE+C3AWYC5wgJ5eolbkX1Bs7DOS7z5toL30bQkiiFk52+yTVgh2HlJ9GApytiMbojZ25FPwns1gAn4qTeToh72epOL1bmJtK4ozPgEcf3mrX6q5PUBiHfuBL9akrDfd7zt/1gdu9h+ZXqJnqtsS3APMHdmmT5rAlGGMtnd9FoEMEjQGlNCH6/U0+lQB+YBIeXi26frPzrZHybkerbPJVWD1exkvejU66J3KJzoyCToF7tJvzvM+Cu2ic8xzLpPdOgjYovdUxbw1Nh7n8NZ5bD8fANXomcjdCXAYz0k5XXDScztbUmGcgKneZOJpXwXMBwC/S2DZvuZX0oVdq/aMcwbSg2hTd57R+fqEOaeBL2OLMJbZXCorfs3csh8/TaS7tJO5DjuBHLGl6P9RXW7/9RyRnJR/C3CT85M0e1gwyByd1AShXI9cWgu2cvVEaWuXvIHW9tec967xOFSrZMEeO3TF5OXZ0/UbwzbwNnvzI5Upec672uOsLTn87usXuc4y/E9LmknW1vJRgpvrzeeMy16I7Pn3ozw/G6x9clWRXEkDgJQlOKz1A9pnz9Pen9XB9EKq4YHzCQivf6dEKMwFaZlRwHRVheT2+JHWAZjL3iojErs9nxS4rY5MgFYC6WHsEThjQ7I7nkTuTxL824yftzJWlSVfW2t0k+YDVePbtwFQAl6gLT+62zlm3x2gTXLP24tuWVAXmMbmMW7r4/7nu+bTGo0e+rQCw4j1UYKxYeKoDZVActaUnElKWsXzk87rjz++rf31Y3pWkrcTeJEo9nlskCVkDgCmI+07Y3gTkMbargJ3QPfo7QdaHhrqUtxf452elri0FhUtqsj6fvftAOCP779vtbn7FJhVZZy9y1als53FwGXJZYAjL0w0BYCAe2yM7rlVWp1E4CdPgcr8vFU503lAglLC5z4AXLrnQUAwdhBbqgBnBO3p09B55tr1fGp2T594pgUqZ0MsJmh/Xyw7EvOa/BS7of6aSu4E5jFYXEnKTRzO3jRu+hRN8NjIpj+bYNY+rEtKBbpPN88mv8sgNnYUdtPV6iJ/aVsMhQHOmayfM82rAHBpVdfiQAaoBB76xf7AlGJNJSkAECSyljKxwIn+sWMiOpWkEpmWQNuTsgFZSRIYArz3UXp/2k/8NmdxWfHycYkQEn/K+JT92/VgL97xYYyf3zVAAgvW6CYP/X/bHbT3LzBzQe4DAM92XTID/bsq+VWvz+9eYtvDT1c9ar+blyWIBNyOzVQfOwDZq1RafpygsKFJcCYL9dOzt+y1T4ASD6rZbhgO+CfiNUBsL3bGxjMgnVw7F61xkzaDDqieq6l+sd6ks0+rOF98m33wo3Pt3b0/+dP79/7aX888BMAThrLsfrL7S9evzRJbtuxus+y8xxZ+kEraAXgSfch5bpbEhqfPlhz+cwDgf/Ovv41saHnBh1wCw9hX2Kwog1Wya+9zimBWpPDmJQArIF+qR41GHIT+AUIoYGnrioLU848lawGeygiRfdj+sRnXjz/Z++LPk3O9YB+E8eNJfF822a9iYuIR+eOMG7iqasweXSLuy9h7Wgh5875M2jw1/wZbzus3ax21xMnFixxTjpAmcF1+MHvJuUr3SexZBfjbe19++aQA8JsAs+bt4/T4/e3DJIXlPcwUX8See/HdgKfGllXOX8kjtsppV/KBOEkm47BbNY6Irrp6bkw0QNoX3y0ZDSD/WQB8Mtg4ob0oySd9kH/LvRrLEx/O79v+MElU9ForhFshTxIGgABzP4w8v//+wb1/9i/e3/v//s3bAJxfVl/RFfoOP/8q5333Gv+J/NC39u7sN9c0mCZ7811rM4nn9EdkiVCu1V8ruVN9WyCGD9Y4y2LYEt3q5JDTnuPzY8xPEytLa3317s53Xr4M00vet0/bssAgC0iO0QmodgpF6qsn+U6VsTOUrl0hCxxDEm6At+ifN6/EXacvjr2xZOqxEmIGGAvp8JIma1y01/TRBwEXE+WMLL299z//gz8J+H/v3r/9ywC8kS/6u0wz1a+3hR5v6wvY90ZNf0tQjf2Qj4kZkBUx6REQ2t0KefyZjYsBzWf8UWnv2uQHACzhomGxzAt6bHbk0+fTO28j/9ZlV1xyqH102k+yf/SLJS/0wwGAB8SbI8Ci+V68Z2u+s1SV9XrWslX5QJ59PXrf5vPFSiRItSqUvq+kXOfd/P3bWDT5gTtMh82+WJKHNiz838395uDbbzBSPcnZg7IduOhMuFrb+Fxk95fM4z/+x2HOS9LQr7F53r5eG73PHivXmQ+2FmYp3EiCaRkbc9+fI0OnNVsZD6MTn3/xrPFS+xco32KyDEZFb1vzwYb45+ZMPC1rgsVvmMzizismW1Lfift6b/14Fdhkj8a2arwrD4sqXqtHL/2C+fOnwra6JmNlJw4AHu5Azmf7Lk7LvuBPYg56xg6MvOiB7Uy0No1FG3dtKswfKyKxttbq44+wSWFOGjPD3/47OSsU4l8FgglVV0/fLaDcWbw9DksRMxNDrelQ+2kyby/W/+8ptVhEiynNYj6s+KaMQxWIxZExV5C9sn7GHnTd8xm//znx4Cbi01/X/azl/ELzEx1Fp/KFe2QsQfgPKKBvwJsO6lKABQ03loImxmTirqCM31EWoyxxOAnyniqQfc+i3n3/bhXufm8CNrPtAXpRUN4IyxUU8fu7oPGaLi9ic7jYCWXp+wpIr7+nQ2NBTMbEDqwD3G6Ef/hq9nme+/SgOc/crOQewMTsgCm3z3iMsQOen38PZFoA9FChHlfcXBXcyeNTpP1uDoj2CAZoXvMywVip/Ompc0DKG2DE2PL19clSxTVA71Qp3zWobagTHOzaNsPAs20dK7yoWfPvUcEudLA+EnN+uh65QQOvdW5G2bH5mlAf47QGjPcuB6P3YMjV2T1fuhIBGkAeCHgDFEWAV9F6bSQNswWuMletPjG2CwCW6VCqk2YLL6u5Mtpn2wY7Mt3DEPCpMuiiZW0AtPRKC4z5382aNqg4EPPIdTMBZeAwpAuyyfQZ8A2c3TzNoFm/1TlAptB8dH2uuaL8/+rLvE4md51mxPQQH8CyQMY1h9eXT9KAsZ1r7/NX79HcUxCfwlrVjSCkyiaZlUuE+ANgVNWYIBajhQtUI2HBlQIZBSoGaq/v8RRSAaQC8KgjRy9ywI6CV8mQamZMPqffpv0rY+/nq29igw0aPDCmJF5k/ktxndey6ekiQJzg6aGi354aVXQA4SYVnCrXZYGWvvgy+hdEFFgRtBwF3t09fNNP2Gl7R7cd2exakP+rImTUzA7HAFOtetvasfn0TBlV4Kp/+JRlFsgzHKOgv77+WG/PXX1FlvOG9ULXYz+Ztwb2L1rRgsCA951DNzJzegO0MrkH0KH+Pc79nrmJKf0i0OD6u3/TK7m3Pg4FqCPv1r8UZAJ3BRp30+M4Wuc6CA0ijDr60LsLQDAmWqnPmm6wZI7xsiwZXDtL2v+0Osb5kGx8fX2AZoJnrVua81Z61Ku34KnItG9+vHTmYTMYlfGow8hbq5xLH34cycbHJ1sysvJA5r3XRKV4gbNzemL8oWzpebHRoDnxclz+fHqxNittTqKA2YCRGW4b6/q0epHDEzxVEcqwr2HhaLiWZHrwMESYsxlXrUzFnGH/XQkBzSqO8bystM2p/p6rDGUALfu5Di4Apk7j6Jrbl/Fa5+r5rM+qNHYGrMeGKo4ZeQMyGIILTjFSDXzytuCjdevnrwoKz42Kzux/LNMyhm/7ckZ+CmYITqn2LcC+jDtHhvkbhWmcZ71FszQohw+N+Hot6VvzqIEPAZbTZ/arL1EOjhL6stAj39EJdWY4mjNGf2tQIfNjDPZahLO9w/Jejcnu3/XFFUzw7A2IZbnoeIDtSRjj0BCN9vO7Klt+oyfoC+dHeySzV1a5X/nbqdxrSXaxB8XhOeF+y3kq/RWKr9oL07er4ljf2lI558brnXcLRNmtnonckp9WBGb8AGDnarPam4k+G0CW5KH1PkAY+QCuA57QDtJ51h0YqEdN9Vzmg7G+ZA7ZoaugE1x5G/Dl0PqdCnhyeXQrpde+uCj9Crht7WWpOlM+T3Y0208wRcYtPdJefe27PUaHOn9ogxI8E/Cl65t9H529ahjZ3QICKPIEIxdkFgQ8lOodY+b741BrtWKBffbLAP/aW3Vc6JRL8Uaajdtef/RQ7+rIb6j1BDzRmw4A3lna8yhjrS1dHeScncPFpngbWfkglYLGRn9Sp5ybgcnO0IGJ1ZmRw5cvBbRmD5xzbDSDqXrIueE1p3rn5AHnzQGHQfAazfOtjUQHX32Q0QtmzozZ3h8bzaiQTpUaIaIXF0ybTLEZP1Eh3TOLLkVxirZutkfJ0XNDmbWnN6fnBx467+ki91uQh50pIzmsD1evSAClLOYmObFRsoD6nXp91v0fBzOB6VIq67OXl+cdde2er/YxPJL+OiwRrisBrbpOkGG9TdmmAyj1c32T85tN8nGoARdQ8btW9aCzj1Nu/ls9m4cFLC1BYv0x5+BT6HobA3Z2EDSZSf/KApqrnJLgc+hrz9rSa3rhvk9l/RImR33bsyk6h53p2Vs9U0Mka35Rl51WDvSzas4RrUwW6RByBAh4/AjN6WwF+lYgirxLjrAX2Z+rJmxEpnu6vgf6slSDuNZnAbe++e67fs6aTD7RvAYUIEe59gC90L/XmZ59MR22AOyovmf/Wgu6XtWNp6qsoAcsFTv9JclGguHA9AbYVZ6/ftnxSUxpH7X8XWUl5olHV4/0kwi3Ob6eOzpmQYYlH9zaiAAH/aTdd5WLx8cdWHoSKsYQJFBfOYpM9Mx9lf2aCz5MoKFMJk2QSZVH6CJRrtrKelD6/KMon7UDUFGaitjsRfuglPSZhE8i32hYNUMr+0PuDpQoY4ubZd/07Gpvcy2YBKB+CeAu8KwfaSqvolMbdIlaQ7Hp/DhMCXYqe9R+rq0hAUsiFJ+prCR0dXRV5lKwo8H3jELFMuxeEsBYEGY7ANX4AAAHc2idUJB2bVtBdFWxdr7IxQKne63ffYOznu0KvjQwzJoEoqsmLqvGAs+o0Zy1qKCPje1KKtoGhE4ujVnwTyKXxd5anySU6U7jk+BXvZU5sv5kzznxQwLTntPzjvmLL53PSkprls+SP1ynuiGfKWhT6k4JEKF2z3f9+9DdWZ+n2efGMUBREC16FcXcFX9x3hUAz3yMCleSYa7fxIn55C8DfrGjVbe5p71M7pxTncY+DxuUzsDuAnRUUXhRkpr5BpevOYj8zF5d4lQDmDVQlxwn0cHfB5SuElsFL51Er0rcMfftSc+Oy3dPn+ITGhjjQey3az8Zv/U/Fc7u6rlHt7d9pmJIAA8gSm96xsNGNCDVflVxlMrNq40Vn+DJ08UNBJHXT3dnZs+fJufblyuMEBS291rxl/0AjPBqn0Gtf9piBLWq6rGcrZ9sfW6rTO0ty7c502fZtUtpiV6fxx2dUu+IPGuVciWYOOuwLzjXn1290gWcW7nLNzKmVL74Ljtk+2b2BTPDubLzbPIi2YdsqXiv7ZI1JZf0sWRH57Jx89cKlObTpz0Nf5Acr2cv327rVWAy31uFpdYc87HEnySmDwy6pZ/U9mFByyX3jB5Sxep6lPZcyVj5BrPrd8YDaBuXqD0GPEiSiYqlsjxcXmJ+qtR2bec9CupPsRjk3Ba4Xzsh/vPod+2NBb1zNmgNAWw+ifkZw+kLr7JZUcL377efH6v67zlL3V4/Md6gZG/i7SrBzMsq6wxxP/nS7eUdHfZCe4K8h9XC+14F/C/fwvja9zUv6wgQXNLS2k81YUvsM8/NjhDHOEkFKqIw/Qig2+evQzlLVj5/bL2SWAw0jvy+SuU6XeD69RNTQf5D5o5tDCDCZADUPExvL757c+2TJWPN506v3z962v3eqv3S2zovJJUmueaj6IQ86OsXASViw3yZKsq/+R9mj6QCtIF//9HfkY2ecfEB7MMyIuStgTpL8BJv+TDB+/UJXYsBf/8oNtjz9qplDyQh4xs2y4Dz2cpifus1+UuoqbWzEfif/7r5tYd+CoUscE7lKF9gUmcvLCFSjOywzzl3VceSt2/SY5YNSx8U9EyfTmejegxyDtBh+zx+Oua54kCRCa2BnCkNkfAXADUBj19lruQMfxAKa3Kp/7fczwE5H9z7JswUqvsBgp59RSds58UctFI7ye61O7XPqgMyv/eLtFp4WfAv50f2iXwVT/ldWSkepGfmYnAvAuY7o8p+1MSGocw+4wi4QiE9p+0XycK1G3O+WYvKZNb1VWRCss2zL9nbzkYysr6w9qrinB/LTnHpMDFyvlMEQNLR0ydA8eEM5rsxes8VHfpP/9m7e7//Lnb3j0ks+N2X0avaP/zY9gZjtYsOj5z73mThAvLFwnb837wKGqtOTqVr5eK32TnOULY8EN0Yvg/DS/dz4yifNi4llvFAa6Cs4xI5BgB7TfdIzn6Qs12/8YtRL3q2yZ4RgCWhLuYJAKUDbxn3ZtcbK515zkWMGexKsohGmL6gp8s6lRcmmrY92Ncbk0Q1/DLJgJ3H7LHnX4Qet2ZwzvjQk3/42/f3/uy/CdW7ZID8+TXvy6NZr2L6dowD/WumUAV3mUUuXadi9vOLUao2wvGZCwCPPpl/pQXKiUCetkls3bUtnB5YghVaaP2yU/0cO7bMIXlWAO6WTgyIfX7FYfPmd/HZvE5C4TEpnz676Lbr/3RKyhynKpmdegA1a+C+TDkJF/LtJUO9jX3TggD+b5b2kZh3Piu+VV8ZOFeAbnEssQc+k3lsZXcYFrxO/NYA2laile/GsiR4Nu7LF+IC59z4JBXZo/7/JXv8z//8bWKWef7oq9ffjRmxlfB0cOJcZWtJ2wL00D8FzVT9Sx8f0NDZbK8dhgD7gpx8LIkoflZJy/IMKulLhSwRRgJaFqZ9n5tAFDnPv51zrTAvhjEfh3y2wDN7HOArftVkidpYizH2/LDHc503SR40PmeS/QmbK1sfNp8skKSeEQryI+PPxNf03ZeJAfB32DHdP7Ef61fkvyaI8WMaLxoQLUGwyfjRQWSmrZ9+iH388U/3/v5/90eZD8Vb/FBYzuI+XS/KrluI7pi/uPjrAGAfY8uSa8mOZUHr95YAceyirpM8g0v+6rIpHGu8YT7xqf4t0Jt7KXJbBfBaV7XQ6NjxFwMLtXY1kNs4s16lQf/9i5+Dly0IdLLNT78LH6SfTqbJqXQc6DIB7mcAW4IhVb4b1PnMTYXsHWD47nf7hesafrpHK8k4IYKw+d6oI66geqkJrvtcRtbGecCfAYHn/s1QbRbbKhZ9pcDq9ZndewDcAv4DBToWfcuWQt/fHUBxi7n3TyDi1uAbMLgNvnnyunu/Vi47vu6Mv4dPM6J2wDXo7W+XwXwoiBd4GpXWAWHPZfwkZAw6QDejYA7dQMYDLLtvx1hfep/x8nPVXqMkaxaHrO1m2oxOeKDDaFdPBuxowfQtjpF5XatBp+yPBbfXiN34roLGmzXs3OSDnQsGTh/mbKozR4xIh942Vr/T5xwt1Q0ALOjjWoLcGefue5XF99kWsOsGq1wDujc3fUbVWXW0BmbeVHfWSNyDHSrtZVYz+paRwmlbNtKc7Ga+qHC7wL+zoY8x0bWyuTOmzTcFeqrijXNJGOSnlUF3npviKn2HjLFWAA4APv1Rj+wtkDfA2bi25rIFB3AAdBirRyF7Zp9hLLjvbbb9KtIbHLzGUdkEIl/VnR83E2pGn6nq2lTuTnLHspuNFTh0KjoZC+ttmoCQSkuVrD5HVgpYrZLYPLc3KEO9AZ3RX53eAB/mPc745SddY7PPFqQ4L9vgpqL3AMAM0UPhEydtTvKpzlqQQeDxYxlg1x5wvb8KAI9G91Z+q6wdehdY57sOTHIpMPGbquUGyaPzGsRvHlV/Xuquw96hnLnYMt7Q7fo7eSqlaX4/QBHFzqjSfdq/OaX9Z77vuq1MdU5mjTkIe+2AFpyyBxxSrVo1ocAC43BoNhOS/kkAG73iNaYb3ONMtHFdWZMDolCZObFulqJBiiYKCPocPQkwM74M+Bx0ZPtkdgM8FgBZpc7oche8PwGeyf2c3o8DnNDpS5oY40Opc1uJ2RnsnB4d2YO2NuUG2qQHoMI17uph9LeAA5SJjPP2x1uQ8ec4UB9fPajrhGQbGD8KaIkupT2ODmpQtouyyuhD69y9oyqFIVRwhjE4WlgG6JgM1lvCAW68btxzDh3ZZbgtWDmDy2vn2xJ6Tt/fnanbcwu4rlqqlOn0dnUAw/lQ5J/AoMrjAe5mr4bjtX8qR/meIMoSRdabvhWAZC9j5BDUCTVPMTxrwKGadsai28t+HPtDnGLGrsQrTtVV+VhpzfPvjJuzV4pRAHCCfg2gZO5GnYZOZwDwgOFRLG++RnPUzENrDKBEc6Q/RmSS08Yp7Tl42Qd0NFlyzQLQrXoc+Gi/uK+A3JgJEiBmwF7nQZ83gkZm7NeCugUCl4BVutL8uxXd+g+lksQ55mUVrbyKg1IC1hmerWVvqMCfbUMfOBdnUJd5gKOYDSoANcdlQbQxdKwav+dHq6xVCavCWQID57Y9nzIe742ScIlYHdd1zwb0Mg5jcr0mqdCXNYhvDWSf4wztu2irPRm9ALgdbfn25BwLQRKBRwZ9wd+MCfh9KpTQN3qun0N3BHAjyzvHGcaCbewKwR0Ag4SkOAHe178390WvySEVmC4VWh7gswCExv46VVbLSqU/jYtuze/DGlbZTk+mOrnXmX/6Px7K7VHhufZ6sNGgEkhQK3lqZ3Bp3XPt96Vymj5Yb6bT33n04ILHgIsBzKNrbFX5lfxG1qvDMqbSqTO+zCS5lujRwKIenLMvp4cvY61rQS5GPQzMfN/KNJ/17Ghexx5zP5UAAtj0UOf7Sjzz0dFhoeIXTJmT0Z8NCunXGfsw90QjiSoULdwNdVKDLxK/xmbQxJQCQqqcV1XB7tWX8GQnA1zI/ujZ2e04AAAgAElEQVSxZQOPcWbBY061iqI4jo1ejbXhJITY06dCpufxlVQ2fblEBXN3qOsKeMfxtV3Jm/nc/OpFCQBmNwAPlvSwiu/psFPV055FmUNBF/cv8wU71ed7CPndu6sSH/XiWpw0EaAJVutxKkB7kgCNwXUFmdpzMRnfDZLXls7vAla32qL7FSXX/Lae5wVdN7+168le5eva3JduoDs/j74rXTCHExhN52T8c1YDXr1bL6ZSyNm/3Ri5o2rFBMfqB8SG/CC6fMAA0Gr6ReXyJwAd9ulHet8OSDEnKO8EpDy7a4qbaSnQhOIm6wjMr4rlhwCHj9N3TOKqi9flyZ51b4FHn7OOb9NLeBT6azUyKkmV2tgf+Gyjz+/6XvpXAJO8j654ybnzf5fB7a+r9L7O17z5K2C51JTWcb3UffZ9dAH9MT83WeevJCpF7ya40ISmVKOs/6A9v31uVQTzapN3XdDZZjzVdLOXhM8eJnAB0CkAnLELkpMjVTQFGeqn5ffZS2zaJi08Ve1kXY1LIpFnVdmvmjpzloAR/dJQ9+Ubo7G17zBETBZXaeQB3RdQ3RYd9AM5TDBPj7dapSqbIofACGe6StFPWt0XECBAjHUUDG0CSJKL6JOBq2spsTk3D/ZZaKZDJd9E3ZtwoaBkJSCPh1YVI8TORwldXtu9O7+8jKVV2QGA6wNnDiRqmMdRqE4XjjGAT3VV5HdfrvoX4LgEW4lfs6uc/01g7TGe7+Vn3+/6CYwmYAYo5JNZD4B81v1JAPP6g2iCI7vr+bb+5Mbz7TcLWD+KHtXDcpnXznpAzpgtzLG9MkriS6+h2Y1O9Iyq9ny2PUb1us+aLcjk67tWmWTyXTpyNkcntvqYbSFGQgef+MxNgL7B47UuICv0Lr1V6uj6uZ5n8ryEwtA2quC8EqHKvJFKyrJcVU8scXCxlVVwFMi78V/EGVQgq0SczUROsIoB8yScqDxid2/v6gM6234VrLOBnwZs+zA6yPmmL99oz+mPBdvZmz7bpHLLlTVdXMjZCLjd9dkndNNvsTeePnseXEXCQ8b/AfuUPh/jA1vtgLWUyOP0A3TOu3crhvOYji97bHS/qHFVrV7nTxdLPGtMDs4B42wlTxMjZjc3qFq1Pt3eil2JOBclrfckq5wqFNXa86HWemBBTPaM+24PHNaUnv3aaWRNgZCH7YvePnvWe655GHjGxrA9IXZSlqXsiQHx0+tNZKlNcuRwAH77HIrL1bTbWnsqz/hZKl3fvNGr0nqzN/w++7kBEP1E+btj4FKV+mmSEJ2GGFDeff+mCRUSbpmC6MXZJ+b8UWS1FWAS2i7xWkyIPCYJsqB7Ep2w7FxV/8a1c5DeXNsVNvbiQgLLdNts4dOLXTzD/VQR26fmSPLCeU7XaLFFz9HZOCfhDXXxkYvDrGV8qOYBRs5scmvi7PVH2Q/OjSbyZRiAIclqqvwxiqmiBmBpLWFcBY+SlPQmZ0GTLTNvX6S66oZlIG8N6Fv19FoxHfCR3cu/DBVtKo3pAcBm21qEFpvZ4Rz8POfE3/gbj0MZO0pVZwJQF2XzD7Ex2ts8a5ah5do5X2qrLWbXGG0TLiRPAElVri1Oh7L5i/Q3ZX8DgN+mBykWrbUtGyMfH2wJsknSTK/uz9I3toU5YoVZR/vj7SsRmp9ToYxmF7Xv7GvP47z/BejSSjKsA6uKdDbpY3v/vmSkJWB/G8DR2fnX/9qzztm7VGd+Yt2fXnHBsgJ4rkPROr1pH3q2b34fu+Kn2Poxtz5+QJbZ3vnMh9FlP9+/9/u/oPfHCvBBAHF+Z6198dyc8xKJarNcDFIYkejEd00CGZhOdMu8WOaF0diHxqdz+DR9Mb1eBFyivw6V8hKq6ZYlpTp2VkXJjrX+01dll8h+slY/Zh2AWZ9EXzz7Yj1d37zy/CroJbGkei/+D/rYgWceQ/JaZCj6ronXmNjiV7QtRhhU3iWJ7ttvf733T//5t/d+jm3+SwTs+x9e3Xvy2bOsD/+ULydBix3xIM8RQJBdcjY33UTFXJXA0zDOi4CM6etN/ux11NQYG9gKdD7WBXP2tvaWsexcZjs7yyScEPZVc+cm9IlTREytVYlJorlYecpeEFvI+eQz2No2jiUut8K7+ugyYjr+q1e1uFVjaHyAAdtvcw6yo+aHjJKev6Ga+OggvZ3bN/lKFOKzPv9yrCQAYH3pP0xLhf/iP8t78TV+Uon/YVrAfIGqfLbx/MXNn5bDZaRIUoL5ZY+KHxwAuFJ0zibTwT7KdzEq8cs/bUskVNyStMj5Z33210ma/Dx97z++v/l9kypXOv2xns056Pjuv+aeKwwMO0gSq1RHemkzYJ/PppJUuJiC8bKFvfjiba2Vqlj7CMU4v3hui+Ql8ZJcO/qSrAOXnXHO67XJml5/mvGYyriOWa9cL2fkWoWcOBk9eBV/2L7MPz/F0esbOjdCj59WKl6HEfBZEij2Ptlgy31W29/r56zrP/pH0dnaBvyUJJ72fs51M1d6MmMFovNWOESmYx+F8aD+EQa72sJjiZC8IyZAFsV8AbWNk+T9ti6IzdwkPVhP5tmepscAxfTx29h0jSfCFBrXlljkPBOfm0/Cx/0kdlaZX9jcd15jBcg5zr/InEj07j7M3NDDxROw/0gOqm1iDuebrUfwEjDL9KPVU9b8JE3V3ulcf5TK/SeVWYxmnvlTcZrobnJvn72LTfG7P3187+/+18+699+9GbZAOGtZN3ZPX41R0zXKgNHzf/TMY7KcTXBwVc90l5V17Cj5zIVNKc5gP4xRZAkM9jS7Dr5Xv11IJLLud8XZIl9rTWcu1gcY65053BlyJdf57L998cNvB5m/C8wex8j4D33uXwU73eAuwLug0oJ9p7rTv/fAO/hOde25/t3FLi3zhSA2iHVtolH07sA5QLPDyqSezE33uLlvNkSrIrY+q+x0mF2Z2TUJo2Vc9+41zzUs3KkSboDdAjPw71QA36V+9vsDhi6wOgtxzs1K6Q/Cv4qdWxD7UE2ceajT3kW+gjIX8DgDfoG9UVveBhQ6x1csz61P2f2oPadQzrl2gn4Fp5p54PN3QM+r8sk1OTQd+xWotASuB3A6Rt9Z3znHu0831c62bnwVt+d33jsAzQEqjyyMona0QH4OvFo1I//7KjruPVRCHYD2LrA/WssLwL+A5a3nnJ4p3l3PT89Ehk7/oQOOFwhtBcEqYQ/lYIHIGNT6GC1j5iqxz4VuANTLQVnWnUN9q9vnZLxUjjc3JzP/3Lec9tdirrp3WULHp7Ve63VzXTP36Pg4k/opVe6XfHCbHbSswimLVSYPjFqlWCkkr3U5yRGnooe9QV4dqtUP11Cshe/U0fS8QMyMt5k0V7XG5vvWURVIaB9JFagxkozlOAir5BtF3KG7rrzlnhSzjEi7avQkG08NpSs5oWBf12kGZoMsDuRmlF8LcM1ZAeALMF+mkWDAqKI5X6XuuowqdM+CePRSEwqiUH+UANHA0KpIBBUA8Xt1lDeyaTgOoAF+U8qqNhyQpW/NHB4aNr9r1c8V1PfvU006CudV/6KpLYuM32eOSitxUcg2Q1sVYateHEILKm6/L9lj1WbTUXTsqUpfFeUVaM0z93vkNWuwiur1ArFGMn9v+/Jt3DcyeeTPPmP8lKp4AESZIuw9B2Z+z/FvD+L8fQ4yeboAXBWLmSJGSYFZQMblrI0Og/O28+kG6LyjLzc/C+5zchvQyJwfiuhWwDB1C4oK7sxwnUM5kKyVVNfzrCXB2Ak+zXXM/TKqM14GNzHLgO4n4DZAfMB7dU8TLlQ8r0KbjBUAp1tVMWUPHlBta6TKhtEgsDAjV4Wl91ENtUdg+yXvLBl1sAqyUQEb03TKkX3BuDmj67/IGd5ao8CssxUZRr9UShZ9bAvKAKPyWVSsjNLMzVu9QuPIF6RB7RYDtkGy9khdMNC93ONk+gGqPM87lFxZi1bQoLDJXI5qbmtVQIyRkiANPXeCa8bGEdJnxgtlG6PeuGEspdtJtrUs8/VhFDhV1blAreqw7YGMq0G9ncmltG8iyCrjCw5nz3ymYjQGex1oMhZj37GyYMCAO9VZKupu+zQvy7rrXLkTiLcUA7dGj6z6YNSPAGJBkDPfM5DXixaQLzPxyLWxNuElPx/luTEhcECaBNZ9tgCIP3MMx4xALbWPZe7vusYyXbtz6zhC1fvRUa5XmrJWTsisjfGfCOSqclWW0qmrUmggMIbuqV4/jk8THmoI534COIK4DdqTvo9iZMsyHvgveH8yaTlfswWO7C6JhMOBLqj6Kv8GCHs1eJ2qC9W9KO4YukCRORwXxU3mYOcQ2qyAWPmMPSOgSx5G80s/Xz3fzGOuvazRJYGxdwrONnkMRfmSK2pWAoOALPkeALtBXvJxVVtzSlRLNIElVFwA649TabAAu2o5YFMy0ENhNZA5+j8g1KioFkAn4+uhOEpVcz82lAFyZEkAwv589FAvVoD9ehvttQD+6cnL1mn2al4o1jvjBUfpHFm3WaNUOjaBz2QIgghicqriz45mmjzm/BVQr2Mz/d/EDP3Gahts/6iYql1Hr9K4CSQ8SaDb2bTqzCWJzCkdPbJqeHJF932fwKyqRPriZWjnasf0fnphrbqMo9feQd7dEZzPofBSsflTK2T98k0oKPXTWoXphw2AkKOjV+zT0vldlTPtOZkrAEgcuj0nsvcHQKxCT1XRhx9sPxS4MYZcCCB0Xuszv2q/VknqkRlZEPQGjrmvxJhj86nS23xOJ1pzdmerW4EWqEPv2IHrXeqcnCyqgDIPb0JT+XmCyZOJ6XkvZ4A/dN4XXwSgAGrl/VZrqea4+rJ2r+U6ADlAgvV1r+lmiWyz0QGzrzN+GexrBSFZDAW2ZKDD/PB9kx8kAgisccjbm5LEldJNNZxnfBjAJmfblRzHJpB1rhKqPlDpN8fusLkZNRkQpMkr+QwHeZa2I1nwMjTOmUO9flUcC8YJgjqP6CPP8ij7mv5tskP2YsEK50FkRQKGvV2qrjozDKPJA12GdraVffdXvaYSbwF3ukbvsqyBM+MK8CwgciiIY49Gl7DLH6SnnecR4Op6XucpEGDBiwtgzxhepj8zO7pbNP8vsMtvRKk7ikf7l60w+W0Fhj0citHSEubPp/qxtuptzwOoAoSQXWfw5wFnP82+UplONsqaU90zRiq7kG/B5gT+oPaVYNMWQwJQtb35HKkCzp43dz8AerLP+TKetfTQmVcBmdnJoWJGR5ix/hz5eJ0kgK2z5Iqxicxvng62F0YRt4rMh6nIENxqxX4qdaYn9eN92GA0W+QkT7vKmKbEKJKsoDdzzu1YflfVHYpjLSZW2VubsHYCSuWnhZZ2vv2WRIbvavOoKqd77RdnLSDlxC/KSlQmgSUmSAQ7yXeHZcKCSgA6+oXuH5imRcACQt98LSCINSSVjKqWM2fm3fn4LP0b+2/MmVmgUpbWl6LjR++7vQzwRPUpiE/uQvUc8T22H/mRjCSAXKaczPVafqxFjd6UbFv7uABK7eMlJ641jTlKwD26BdVxqXh/c8ajY9WrN1WmGFt61q5fNHBjduevkYH1XqbTJGg1uTtrPCYeNqnWBQFUVZ6qlI6d8zh6b7GJnfmj+J5NulYza5tgjr8PoDQgaxVYznv6SUDV+Wh/CLrTt/SNPVhdpnL9spndQwUa28qYS3/fJPoB0nrGAwVKER+Z/DXBc9VcixVsPjs3Gf8XqbQSvORjSKjxeSCSM2W0xBISB442UUOy9MVy9j52EP+VPvg899szZW1iDwERRGhVKNOto7F83b9Lal4S7c6FJsQomDC2zJu5am9H/TglBYYqmG/NZndNFUL246+/jEIYjaQ1K+MMdpVc3zV93jqOGntreBJLf4m+ffdmSdb2d/2rsnlonbLqdjIFMGVDAGhVXTfxH5Ad+QG4LbD5Se9VFgJULdRPq4LYhTlvciTrw77YYsDarLd7ki9jtZXN/5sEeLHEkCX6kY3oOr7HF238sX7rbNrvA2L9EN8LwN+kxATTy4wQcV4iLVldT1BnORDE/ddShk9wJezNmBlY1DYuKuJU7tWyydg+uir7Uy2aiiwvSYHGBDTpHsvLeplHLAFl/sj9l+ygEo2/iE1i5zQ9yTYEov2WhBrnyolrffXVF91j9W973bWnQFHuhOWTaptCz5ShLetOdprwAbiq/7k+sA9i0wpQ2ztNIOMnF4hBXc2n/vDe7353P2uStcc4k73DpqN7fv+XADrVuOYt+yJTQ0aaGGh5xTpzK/rQ51Un6tfr/ub6UQDST5v8aE/e6/UkZS2pTrAfk8tsimfPY3/EFrAQY0HS51hCiET7tUN50p69HGK6VKsvfgDbJ+9F/l+nZYPPPc85xrZ4+a0zMXMerI1b+O4V0OLDe3/0uyUyfRu7dvbhg3vfhrlhPn3sTHZxLjmq7iW92S9f/yVgZQkqEuuff3kVGqQ3rSRQPXpVtrKxtWVqm7nIdVvE0elNCgyoeMXd7KOTUF6bv/GMUbyT2ya+5e2HAcPW2ml+JoDMmFFX22svvpFQ8LbsJZ9nzs2vdgVN/Iks0gmSlr79NrZLkynH7vP7f4slJtXffxT9mwFggSsrG3BL6w2MV9V9a7dknTAk8OW5tZ0bsfbYOz//9NG9735/794//2ev7r1JIs0n8R3upVKav/XTjzmP2RKxEQq8tohPtfj6ujojG5eIfd5+5de+3PlNtlHIxj5Jv2TnxA+R8c/CjlN66FZ/Srh8WGaTsRMk/hB9/GMSPX5pAu3HAc6SeJj4CXuDfllC0WIyENP1Fp1fz089rS+mN5ZMxr9bIcviurcxanN09VvN2fpZbHlJLvwxVaw/hbL6Yarb9eotWE7q5nTvLHo3inoxpr6AyNnzj7TMiP+qwevPWd+//3f/qKAfNoBf8v7v/iTJIkl+vBf7UWLFmyRY3EuV+/OvZq/QHRiKyv6UW0g+6eVdQ1FA/B3J/xJ3zDM94Tw7FNUYNRYLH1vEt99I7Mv+yHNIpFDdbC88Tpsqrhn6cm1DyK1raXGyHNOxLyzms6IEL/69c52s0V8qR+1ltmn92VzH+B0pFia4ZgtVANBLBpTsNYzLbF6X7bXLeBaATgKDxdNi7NiDDx+y4zG0AZHFRnKu8ivyXK0Ix+wGoynD41pYjAlteuPtW0n0b6OPAMDs6JwpGdf/9X9jCEv84n2A1gD/jfXHBn/2ZVrrZIDtX8+faYJqqnuzR5xZ/NG+f8lj27rkRuJNekuLC7DZJFw3ISq/caaUKe3an02Qphr5wNk/i10tZmOOPNfDq7p3SU6YqRYvGn62WFRtqDINLVawQrbFFMocG5yoNkn2gMvz24jy4pSzjfTPZs+OLWMJZMa5Vii38ZHFzta2tGyFuS695oyn93/N8zUh7de39/7ef/s0vxuo/yFdGl3ivs7VUs/n/vzPgfdrKVC/Pv8V1M9zkLGOtTbq5sjL5+hWoiK0R2+PxVJgYj3lD7YmHklNDFTuVm2M8oa1V/wv8kP+32OTqY+vrSHbZRL671BArz/tBeLmxi58uLnvVvZu23iAW1G/9Mi10LfAsTf+asWwhT50zge49bnDhV5KzcvgP/c9lbnn3kf5HcEqYNhZPdnZ++QBgI+i6+dtRPXyved6Ut0Ct6dcXcUJUPoCbk41XYNLA1AKjlwPPqF00J7FXEVQg2GXY9sA8PVc51A5z7NqjVsA+DzX+b2fC7gNuGsF0XT3ZcAP4LS5vVo5FWE/PRgqJB33xklhohg8dHaqGlz7PNtdAPj03yUcc5Zvq4g2D9t8Lm/zEFobwd0O/lZZioI6/YfdrzRl+ePvp5etQJfXQKJlS56XuE4drAKBA+XW63YbQJBkWfI7QM6zHKC9Stpmz6BKe5dLN6hTzpXds/2Xb8DoBXn6LO6djTjFsWDDyepv9VQnYvvlVI6vT+9e5qRrdQXbb+Q+gzhg9qGb8rlWMuR6AuulCa5SnQwcmSvIl3uYu0NbWNC0+8teFkh1qB/gez1/W5WWeeTkHarnzffmBihYoJ4TW0rPBZq8vIdy6TyP67TyML9rVWBlYFV/Rz77XsYvqAdIKBBW+bxdW8/pkFwl0ZVJU4Anz9u1GWDB8HLt46xyBNuP+5pXwcxDcS7z9bzOoetzoxS8aH3bJ20V0QOAN3/d25EF++OWgjsBlCj0Nak3rVc/24uBgEEn4aF0bwX/Ro23TJ7pPKBiHdcclJ9U1rauZypaUVgnPGuVtTtB6M495yp/AIoDMA59NcPUHmLcoTWenI5BYcD4MRIriwX0t19keJXG+QKeO48NNibYfMl095bEFcZ5opX3BR4vp+sc2Geez2G6w3w6bWNlJK3vDcDcelpz8/5RKnVVI/ez5rIGkeQJumqJBuccch9GGdm2b8uoYK3I5CVz/l2KxPy7gbM8K8ezjncP5gGlv2ZfjB0C1VmC0D0oR7nb+zob8m/z2uBd9otrPFQFWeNjmcHwMj0uZVy9N54GoAeqMgp+blbnQNVm0zUza0rF/LdCt/M5nTQHeWtpjlQfybJ3bh0AmFPofHqdCiv0fQK15KPZsgydvqZzjBUbAWDWsw+gXKIT+rPSZLVKcgwJQHjGICdMph3DYyB1AFsgWygzyZXqmur3/HFfht6hjvZmM0+BLGhcE9AAcrQqOOMiDw/inFAc7Vsv2Qhw8FOCKOEUGrh9gE37cBTU5ofB2Z7MOQflPrQiOZThNbAzLmsnsLZ+4KNAqjzaD8B7AJ5nvBKcVAusX/h69Ty4Mub7nV7z0JnZRzLKN7sqdEvhi+o3BmIr5GTBx0OoQ9mK1tkI5pwsGiNQsAGuXPc4maWFvXp3zgBeYsMBOARi7JtHqkTyqEDwA27OHOFsjsKSU+RMXEWZnnB01bJ7Xc+f7aMB6O5V2r72VFvwQ/VRqQwvKj+ATkHFCLvgkzkmZ+4hiaZOsASEmwS3nLXpwTTK7tA1x4lkUDdgkzXk+Ak+z+GbY+wx0E+1VxCHBEVYxnXOSnvFWI1pVKXpSxVnezTmKOYBGJDZgf3mYJXJq1wlquaKLvA8Y9g4vXtnCxR0qSOxQKV7j8ZqtgXgbvpjgUng0+n7KdhKPgSuGvzMZ4Do5rv9WdCxJYi1uRWoXMLOywDhdKw9OVqjZc7K7G1vaeO6qq3Mzc7sPk0DdtMfAe9b6TS7UEDW/gUGjn57FTZkvJUNCfiVGlOg0L7LPZewxoZ0bbTjAj9rXWEfTH/WkLxsrTkz9JBzd73Vl0XtXqcHDvmzZxtMjH1+P/P4OFXdAiVlI1GRk0DJYRURABnd00BJc26e3wewG73wqrdukr4yBoGbpwnMCeTt7Bktn88WAM6rrQeaQOD5lozZyroEExsciIpZz3fBy4Hty5hfBbEzo/STcWJbmUm3FECazb/A7pxfOnI9uvXSWg+40dCPEstcs39XEZsgYPpZki/23KH8oq8BVsZGtlCA0sMN7mdfHCf2WcCoGWgLEpZFIAGsVwG0VL+z9fV5OwCw6gkLZ22b/XydVwLrn6ggvZiP2m4jH5V53YBf5N54VfXKrK/8oE7MeN4m0EH3rV8lfcBB/zA9mNLvM2eGOWzQP2e7nmjmkeyYQ/r1hg68sjpgCbBapVCGHMH+VCElM3tB+vUj7ZkvyJ0/67U82vgCauz8/Cc5yToDjkp1Wv1gTthZo2HLEdoplFW/BJoFSdkpAubOT9Sao+4EUKX6SXV6vnSyyReAvxJEBA/JKhCu9J9ARb0oQwnYnrprCfFJehGq5LI2n4Zik55aS5fpa8CFntyCTO4PCPg01zhno8+1X7sMdxXz7OQrcHz/oliXlHISS5e8s7YQvwnY5cwuQ4QeaTnzUXbT1ypZVIeQafGJU3VuDSSR9MyhH+yx+nFj22EHCFQdyj92HJ3UwCI9E13yXgJXrm1/kH17bowds5vIivll7JKB2acngXDB2PYXbVXo7LDZB5k/CQx50TVPvxhIQtfqZd4qg4Au2oI0Q7/Bl9m1o7a/2GpiBzVZCFidP/acs0QQldy29RD/OWel3u9kBOUysNfYBW5VAbB1JYIdP5csWAfflZD0vlUQV7/pZnV6fnszVW+pSiJ/rjM74EErNXzk61CKrtpvPcH4odMjgABJDGxGPsCqnVxygSRJZAObXFPfvwImEjFzDfuUrflQpLND0Yt69jBqUfqXbcE+V4HTQN9EtfuVzkMVuKTb2e7Hn6r+qOssQSVB8vehRQV0leGKXxc2hfS4s7bmlK3Ej9IX/iT6VxNkDUf/N5BwzCaq0ZdQsnNHQszm05qu3cL8nsdhaaBPX6VVgnNLEpHgXVsKXV5uLcnI4mhXPYNqa4lXC3gWuGsSwuzJR5+Zi1UD1ka//EM9b+kAoOPYdZbg0aQZgD3bP/ex54FKznhrIYhuf34U+wk9u7UpWJH1lsyo5YVJPz3P9YquXPY9yQKSPPJZPe0S6AcgCvBKNvM993ZevstPf7+lIp6v9uTxs+pMc8LUYLvQV29eE+DZUKZKjGL9aXPGpdKrOr4sJ0uE4vP0rMj6jqli/bqtExkgP+woFbh+sunNJZ8QgPLsuZ7cC8oCgNkwQCg2oeu9y/zuWS8WuXza/l4ypcRUQKXgLcA58hQVYQwopc9+dX17ibyx55wrpX/OfZbgk7Wq4KLJTiKNZEYJuQ0wR79EDgACbN9PHqIbDUNKbtQWEzmPxBnJLFYV8mCNnJtk3ByTd3uz9lXO+pcBD53/9EarhpLYhJp0NNDr46tylky0tUX0KV9nccf1MUa5Tx4XulSdtB7LaxUkYky/CbyfWCB7i30cvaOKu5t6iWRNws2lyzaBvj1z8iIA3mGZGXA1Olbrbp+Z//bqLFX79pL1Q/e+WMvVOqA7SPxBNewXoehN8g2/h10QWfLIWCf0sVTZucSrJJt9/6qgPFvYNh8DBr9gc42an380n9a5FnlPoH4FCqkO/URhYakAACAASURBVCaJgA8+iz4dcFrlkz8YKAD9kmAl+NrHp/1UK4aTANGzR4yzJskAk8ai8xv2Df+MfFXf1Af7OCwx0WsBsJ9/sYpVwBeZ+fzJ9MUHzs8iF2F3eBlkgR8fe+/LZ8+6Tm3VkvtNrX547y//IiC9driJm9ARz8O8wh6rfyFZor1qsWTxzbqUBX4Kxubnadko0RmAbDxtV0IOMZxJosnnXoQGmr6vf57LfDYErDrfevruH2fNnL/GCHhVTamq0HiePBOTCZuSRN9Uy7r+l19iFbnaemWuS48bWmv7ArBK9lyPzv0kdoN4xM8/AHgrSZ0DNt1itzsFe2Rm+r7Pfv/mmw/u/ev/933sBomDsQfCciCXwu54mYpl/UC1erP/xZ0GCl7rV10eO4GN2vYLYeTJWopz6M39LrEePivmqJ4t0d8YTMjJEk/mt9Kn9Jf9zyd78XUA4dhF2KP4DmW++e5197F2Pz9EGHzXWX+KiyTs0GV0PD1c5sfGJbefnWinteXTMN9IYsGy4HxpopNE9jyLfeFz/OSfMW5lc7UCmq3MvmUb5LNtQfF+se62X8um52/zzewVerlVlN+/vPc//tmfZptkzoSw7BMV2Nl7CotV+9a/yOv5F4t/vMt5RY6wADx9GsD9zXWINAElzD05g99dCT5WVPxRtTSb14t9veRbxUviJ+I56M+zl2Kri6eYr8ePF5ejE77VJoPtHb0uMXVQFSnYhm/8cMPs670+qhcw9s03L2qfiQv5DGYSfaIfJlGk38nwv88z2cvnGuf6TWamv3KbVlNHFsTLgeXiApiGipfmMq0ozpBeJSFEArmWWJB1ALDzWpKKlzV6EVCa7W2e3ZO6b8JeY26J6zXBLj9z7//9H9PhwcNUZFsP8a8PU82dntfd//afmGQGYr0VSaxydYUpOzudFQNuH2QPs+vGPkWPJ+ktyk0cg4z2LIi88BPZ341DZp+8yx5yRp7e1U06s45ZJDrgbezyqt6LGvZJ5Nh+PEwfWvhYV3Gad5ETqQTGy0eeTb5EUjj1GGpWKNUFynPaX4fZhG4eXrkYr3NrieD0oVFIjHOujHFDTOnYgRgU6IMfssefPP/43n/6n38evVJIN/ttIOsP0VEHAF48bjEQ9k7FLPca283wqb4FEzF19JdxZOzD6/bzJFSeVlr70mn/Wd7YJnqTDwlB7eF940OtAA/jWqek53c0x1WrVt/71fsNlUI/VM4b64KWB9QscOa/C827C3zeBYFHK+hW1xNWeBfY7hAuEORQG28SVrnivxrrvf+h6DyBcQ7+oq4O5I/zFGds+y4rffc8lW6nh+vJohaM6PWre67ePIKTFwA8wVmWydnUZ1G6AOagzzKtcQOUNhg3ITrZPA1qCD7n2WzwA/r9QY/dHDbX43ZMBZotCkERZM7Pht2u++7ZZeA6BG4rNzqWZi/darNboHNA2oIFBGz9irzaZL6BcIbOldl+nqtBmQGhh5b7wi9L0VCjq0G2XsqK+Wb/nM8JAk3wr4/k1wfo7PxfFcYFJHK/Q3Xmmqf6+/QiPncRiOgzAOHMk+xuQYhbcdvaNAs3gbyicJOnOaKb3/PaYdFcsL7VAFyByX3Cvjjgr+coLSZ6hNLh+fyCTjdU4Q1ezYDhzFEyTS7If4eG7NBse15Bq96n47r9c8ZXIAMlYmT3ABs3/bZruKyqrNXwV3XC9uYF2FnnS54XbNuVCzLK2L6A685lHetrPnPfVofWiaZwQ9+Se3kmn20WNgDp+lxp1i85nfM1MFlG3MHA3R8Q6uAWnOtnKh/+H+i8cZlThqW3ZboJKrqWQJTnHDXigoSTza0F2dDzZnt1Bt3px7JncNquMqUgo/tfY11wHEXKMnM9u0xt1NIc8jNvpbPN3py+HHC1fsIDIwGWp5p0MrAK+APELRNzYFQdw2tzGOu5xypNGG0MrM31gIhbg6VB6itrfZUm+kMtwOU69rQD/hiMnebqogEjpy/aAXH8fkD6KiIWCIuO7cFif04fF4wv0LrkIPIjQ/mGatyFuhePvp/+8m+Z0U1wuQ45zyNYuGxjn5+s1SEucHuhbHlndLSr9DjPYm9xwoCy1m4yKallh+LpMczoOiwMrap1KF/yejHadY/OcD4UGeiN58yQ+fUMFjAkb8uAJXMcE2CSvQy8+77O7QJslbnuzQWqTrD+nIVnnwys3dnitT4QA38HMl+OW0E8oxodSvtV5/WW41FH95aCnVPlk4feswAGoJs3demA0e0y1AZmqf77NBmJhiHjjKNcivU4ac2+zd5wHwEISTrmGhC39Vg19Mm47lmTtVJBJhjS/kcxIn33BHlb5dcM4AG2o/Snh+wjAePpxY4xDtJ6iHGWRo/NkCMrstb9jmG9KVy1ugAMp60GV16jiR4Lgc/1XDab15obLwdvMtoluc6VOaO+0z6PTe4Y4CZAzX7QP11wto5yhErGJofMZZw9DGoGa6tLMh+tMqevL9qpBsgkFHHG1R9hHWgSxiiXBQMFe9qTrdQ0sl6XOTh65xm6Z281KKqauADFetAsqcSDrzoDbRgdKqFrgEkchPSS6x672hEs0WgZl+Z1vdISIGnW84Kr5K60NOYv60v8x3SiIsJcLumjoG7GJZmAbL1OoO3YXO0DntcoQ6/DvHak6jIB0K3rqsfX97gBwMzJTZJDxlr7LMtizu627PAYkgsGrCy73L5bBrrEijksxx57moxaQclVT3DYRlveBK0EO1ethi6ZY6mqHJVmwM0rIE8vHWr096HVIhv6JNmHspKthyCudRcwbL9C4G/OBJnny7zliK/3b1kpvHFRBJ1x2nPoXc/ZsMr70YgDmbgIAnvOOkGHJRtMno+N1UQMSVAJktFh1oBMuFezsrPv7R3zOkeDLtv4Wr1VO2a65Ngmt0mRC1QLpnk5ewUrVScMCF+fW0ki55w7vgBKO0QbbHu0XcbfJK7Ib6tQc52dm2T0VGy69hIn9lzzdo7OFbg3l6VXa6Yze3XVTWPKUP2sT+UAoqeh2upci4DmvvqpCZDu7DXXq/w9snYcLc9lTdGJe6kwkGAyar1blhfjXNDo0waH775aWclJzTOXdiuyRWfOiV5gZJXas4/Yofaiz9AtPW8kKGTOJV9IFDgVOQMvtl9sbXPFziK/x453fZnlztMu72XiWwdJR84FQXwBK0GfV+0ZxxcDXAycMg/mkE5tJQnb77LBG/i8HnisAqP4BeSwXwxsjDjkNWdo2WEqZdV3q4g/vuPsdj2DB9yMGmz+2nRgE7cS0CHD1knVXZkAEsSgkz4L7aO1QOlN39anJEv54RnZL6sclezQ2et1lyQ0H8xeHFg1e3oVujtv+A1sXxUsAor22hLeslebpZ+gQwBgGf6qhqfT2ZZLTPHyfE0CuJIjLl+/hxmavPoRbNoMiFw/NOayMdxxkLqOzoHosZwhP6Q3Hh2nepruRptuH9PJ9NYqGVcp0MBJ/cYlkV44187QUmdvRc3hKo7X1/lxwMLvs1+dix+XoWO2Sc/yTLAgnZ7dEhu9gFhkkd4/1e3WWvIG4KRMYWWoWAXds2cCuoDd9z3D6Of2Hb16wkquAGb0lakA5HjdUDxaBwkjec+ZICHAvLHtPsg8kRu/9G/JXRu/qrZVr5YQIC92lMB96QFroxgnWZzP/aCJtPNFgTq1UzMvax8xat2ds4BYSVzGNVv8JKi25Qv9HP25hMr59q755ZeSOayha651g3Nm7BKXDATUHTNTqrLDDtDekAWWBLfXO+9Q3LdaJ9SOq9RT+RKAEktDnu3zVNscf9q9JfY6FwT8ToX1sd+WOCKgrTJ6fW+9vvgqlUWsopylJ2nH+2yFVpZmgtpjF4iada9vK5ExYy6DRP09fvZ+Z9/a0yde0+UW+3Bs5Kd1wj7h9Sp0wOxDyQlaC0zHzi+VoDn2mq2bORLYtE8ESDenxz+JHZB5ogvbV07la65rr9hL9nX1dX3PPedCd7M93ZP+bQJcKthehLLxUGZ2vEmgadVy1sgeNJer5JxtBLgENtTez7kqUKllhnN67Euz3atfr/seX1NQmo1+kjtGzTwa2/OiG1WIOs/Y2m2907Gbq+ntym/OVZTjBlKZyk2Me/eaz3j8sCa7qVjK80ugEsDn53hewB6f2tw/LwC82Bq9vmtcY6sDOhrEk/DEdgEOF1CNzLBPPbtKIPpk+8DvxjiwhJUrKYJdQUYDojjPnTWtOotN9hIol5dEYHLirAF2Lr6jimtMNh8/EMhney/ueXwLNod1M9d0RO2+gGlsRI8hNkEXCvpLnlmy8ex1FfMAyVEqb+yHwecwJC2mpzpdIp0ewg6C6chBZIv7/VSbkx8XoAC7VUAB8vdjmazsKWCT3pI75zxn/Uz7rvtxrVkay5EUWDvntAIZexld3kRx9jXbPfoRiNSEuvyubGYSzyUhoAzN5b8Ma8GHkf1PAma26rfx3FXXOVNehs4ZowE7oOdvqI7JfcHePOaYZNDGjk1L5JRNWzr12DVlp+B7NCE1fmgSXZyzT55kPaOzxrqWeer5SWWLIUlkmu+/ogJUyvbXEoPay57shdZZUYXWZQUvG2iTNBfmjMhN7YE8yx//LokxElRDJ6so39p/9tmq/E8F+IeZ/9cS1yUiJHnvaZKkTuHCTdJxxvnN16n4T+xBIolYBJYG91iyuw6TNbLyPMf31WrjxZL7IlNovZ8HXP484KhEEa2MvH5zxufbemCqan8b/WF+p0+v5N1rz1nPJXskNpi+sKon377CtoJKfgfiF39sGBIGUMoD7yT2/3bvj/44ick5q+kIiUoPPpYMwfdzkJ1e3NFFF5g3UCMj637wd31Ha/Yk5rJk/vuxi4Pp3vtX/zr77F3A6CRSGMfDjK/02JEJoLkkJ/r1sDq6SOPpKrvTv3vsA2xX7H5aNU0TVus08VALp/nD1qa+SJPC2ObrJ/rtt99Gd6V3d9aGDlYh7rxGzkAH8wH5BGOUWT/0JsZqZxPgkQ/ozJ9cTo94vVJZ3vVJEkxjK/NnnbnvkgRkzJgz2i5IfCoPTLcXoGs8Y4nAZd3KeLGy0LllYAHu/rD+iE+fq7qUIM9mSyudzOsEJLL+4Zt7/9v/+u/dk2f3kxiP37+Q/KMAZcB47eaPfrr3xZfxf/LPF3qq59znV2M8cn7R01+kDzPWJ4nCdDx/xmvg9c7bqvnLpvdM5uLbbwZM26u12jKH65W9NoNrZbfn4kMe+7e+Ij19Jb6/uvT6/I/F49+LJzZWpB2W/cKeUukfxgsxzKzT2pRcVbCd14FvXsZ4RbYbH6rNslGOpdgQLlOsfkj2WRkKu2XJoUKkJWy1FYx0h4yrsYrIU+PR/mPnAx4xuiTJ/F6o352NNPqf/6NXwT4UMuTbV4zpvjYq1eXDesjKWN+c+WPjqlWJsSsDG2vo4iw/Nzlkz6HN3avY95gOq19b0ITZK+x0kf/PtGbij8Ruk9RNhr/57tvGNh6HAsGz2ze1Yxq/sU6TY3ZniyXy05xSnf1d7dsBrIddbYmNsJZRHHt2vsb37/lB9DNRXjxNMmsTDfMMzoezny6pbuym7Fd5prIpRn4OEEsAAOUYLfRMFgN4HPabv/1fPYl/ZX2j61s08e++hhetsKlynQc5DJ+1i8iz818cu/3q2fOrRL6Lq3rfOVrgXsFWY93xeXMNmIp1nA+2xDevnmPXvhGfO+91vjOvlaNvX4eYoJM7w+LwjvfDF2jbPXMJrGD4fjeA8nzuZBefqt67U3H3c95vddy54HWtfr4bfYruUMcS1hNcOmNsWXQ2yt171SEltJmIAUKrOqFgR5d3Kqs2UV6HGuWvAsCj5Vsg0ThvqycmpOf5z99vKjlNbD5/KtIs0gz3VUgAHaaA1gfEAp6MfNOhkrK6jOF8AcAnW+M8a8fezwzoOeXk7e1xzemMtzPOLZznaBZp5uNkABdUugDgu9/dhjsA8EDbQ5fQ21unCxisHBRg3j12bUYb8OKW+vms990K423Eqzqa8F6AXAPwsgBz7Q8y5vUvmtDqm1rqtEvgz1qcwANFbiy3FbXLLBP8vR3DVd3Z4Phl+FyZIwUtW503x2WVMsswF7wHzqyPJyHd5ndQL0NjGRYnMLQeJjIOB44C2HyGId7gYYL9xfy7pFvXmRWXHVSDW0XS5uJQbVaeqpyvtb2T8XFD1XwFeH1i9AN7HdEga8cR7bpVecygObSi7SFkLTisea5lqN0mQthnQJNjXLhJg5G5j+degA/ti0yzPdOCY1d1zh0dMIPEoSCw6rueeUang8naL7B9S9sxqt4rqyUX7+Wuw+0Ajb7XMQO/SkO7aolTpSZ0d4LKpcSJQWtdGT0HAO3ngal0Qe7TxIlL5guS9/C6MhKBHUBgVZ6qh6/M+lXBDbT1arDS91o5PDp7rx+vzNizfxuIqQ5a5egJ9Bs/w27vczw2tuquzPNdAPhUeFdG818BlatyBeh2twK4B5HKcBnI6LrynL2P4F6NBka/ZIDt2z37VSWf71p3VV2HenjB7prKdRBKByIL/qpWBeCMIrRqo8I/EIuDPIrB07/WMwMkd36Mkp9zT6aMsZRSmY+7iUELDozuo3uw1SuCDgx7Qb4lBYyyjZCu+vkGnHW4NkUrRnYM88RfK+81KIEyqCIBANnLrcJB0Xz0sD2LuiTfda+TcDE9OR1UcO9K6vFB50SDKhknx9BLMK807Hm/AZD2b5GhFiM9/2YAyMozj+TIdQUCTOfDqwLoVFC3Yi7PLxAhYOWeAhLNvr/oR0bFSQePfpYhbJ7tnZ4fNWrQmK560eTQJ0zcMR7M+BIsUA1t3wLISnWcgC0ZPAwfH6FMTHC1FRhXq4aeC4uDjkUg04DKFXjYfs4CyWV3mF7U88hnORY744D/A3IF4j5phf/2y2+M+lZEjlan9JD1JEd9OBB6AUYXnZF8q2vb/1QlZteM9TbHUl+g9mIX3ElWsXfp7bcC+FXw2acFupcpyVFq/R09XEqiBbo/Srae358qwWZTZi0ETolh+3CVPklwD/PCZFUAVKBjNIAyVVXELtDsZQg3z3d5IU+fzfk3VweU91mV5TIb18t2MrjzHu0WKjsVCOsDO706gNYxhGKTo/9ZKi5kyHKU2qKBM3r12Lqpgg497dGdpTbNHAngLSGQHA1A0otlDuLOYypRzyoBstuXirBTrTN66FVf7kUeAaL0eB2ni4GCw3DsWwFBuskLlSQQdFVBkf8EWMgR2XjzetmgpZvLYAA15qHPnk8IuHL8xxIckCX9qKy9rGrrvwA1O0O/STZEAjcJspfyWBX9TQ+mWwD4UCjRMbK66xDZd9lfgMPjVDRwQec1erk5t0+dI+go189PIIY9usrbUY5JCEBZLog7SlBL7ux+EprHVjXlupOhtVQB/K4HeSrCIzPVa7WT1td8dKXbx021SGBnCWfRQaGpE6xfgESF+vT0DTNCvvh9In7PUjGhGu7br0UgrvYW+SmQIHAk+3n9QC9b7kMO5aooZfzSQT2b83vArQDhs9CBvbt61ro2cFoQENj6IMCTnlVe9FKrca/Kwp6jedZ3CczVzqmtN+f5aQIZR84qtw3S/tjMaq/XAUcBN7U3a9eYT3On0vL0vB0tV2erfkyyrjOv7oW62gsgZ69cLkzti9Jxtnow5zCQU2Aiz9Ke8FfFrmlAa3aAqVWsL8nv11/n7wieNLDcce16T/JcMM/6iPkJ+HB21I7JZ/TcUr0rO37BmwU8BI1bCZnABvkRWNEL2/MVhMh3qRbn5uZN9VeCw1gGIn8L9M6n8AfDhcr1VtbU7l7fUH7Czp4BF+fFibdHW72Tl185U9fXafoAGGPftp9nqP3o1SWVrCc92V3/yUt/Z6zkvABygTqVxevzjA7YCw0oSunKYz5I10lko6vpFy9BcKI0e14AVFIE2xBg68ze+q5tBTn8NAHsAZbkyvp+elW5nkpumwzN9aqeAcCjoP1YZXMr2wbqlN6XrYy6nvmJDSB/sffZImQWlbd5LVWbPpqCgw0uAnwHOq2K+Lic9rTrL6iws2ZsHatM5asfKrgkNV0gAdkHWksuXE/sMD5cSWCqVSyAwC0d5IwRuDYn7j8Wqs1R17c6hqG1YB/b9CSn+Y2+lgWAr8qUWwB4gRbXJ7fui/ZXTzey5nk826qHc38JLPnj/G7bl7rzAxidS/SeOWZvfSbYnmdgu/QcyfX10i7Fb2QB4O6Mdp7S70+fBrjGQNMKhfXcfBHg2r0Ata9SnSAJ4leyJcDeajigy6KK7JICLGiU86uHj1Y1JjhY+sWC0uxItutiIBJU5tt/cO/rr19sb3Y+ZzfQoWj/F6gnwwmeZ+7ZYcbPFnOP9dNWpYQC1zXXPsoZbR/yBK3Hg8xrK2hLEZlrpBpoNu2ld3pY8IlWaee+kioEhH3fOK3R7glM2vknKYauXQBX7/eT7HKps/q1/AUV+GzuVHOm0h+FrYC/ShTjL4sGqmctRyJbY3KxlySPrJdy2aPM5QWsrc+2Smvn6nq9kWW2+TdNPHhU3UqfOusE99sGIldYH/olPPZzERmgsaB4qbYThH+aqjh2MJ+sCVOSxDCLNHh6BTTpBYHLyNbxZUb1/e8CwI1nNPDgVLZG9MwS75ina29GsLd/m6CZ5xu4pApMv1yU8jtz6SNBWecoe/RNkrlO9bUzkzyMUWkFAwNG+VHiIGIIeqbSOfT0KEKJ34/xMZ6nPcHd1747n7RxMjTomecxc0yX3QRPc6+PSiG5pMPGHWqv/xUAODK7lhjOQf4UxjPVa6uC//abMKwA0iKv9qEED+fG44BFXp2Pi5nk3geAgcg5tqRrD/lM5btxD/Io4WBsDfa8l/UYw4c+sXyltSRpElfWpT0aywSz2aDrvZ4FZGrc9ooL0otL5HE+i5uolbxiGtFnej6eai86Z6BiemrGNjAvlV1AypUozGZkH5LTZwEM57ttDr1vguxDzAj1awDZ9SfY6sD3MaioAGssNXLOBtXD9X1k6Hd//Pm9L/6Ir2D/x6YKNa79+MnHenkutsBHe/lCdWKt61wnLT1SRYrCmiwDae0F8n4/QGL7UIaOttWBueePGCmi/1AGAwMtgvV6GP38JPpHBeKhM70XKvOaEQUZJXBIdLZX6d18vwkDWZscxz+HPeP+g7wXu+FRqsFUQr78NjLoPIncP8zZ+2Pu+zbVivdil371x/Fzc80XX2cWQ1Ms8YScoZ/++vc5uzN/X375vKxjo9LOfpR4eelka3VidsbQOc/a6StsiPYDwK+Jxr+qUmXrjI1HAqVn+FTlanwSCQvOkCb2R06+DI39zrKlAH4SPfcycYeTlHN8MkCx6QFAe6ne/mt//dmVTCCGqHJWH1F6JYk5j2LXR2eY3+8yNx9kfn/LHvnjPwnwmHYZ/IX330fuUgF8CjOy80ONfdHh95lyXclZGRug5rNm0grOz795Fx39eezNt+8/vPcv/598JueNMaAAB5g9aluSnXkAc9Xfv3Wd13qs89aNtXkHPI41L+dI5BYQdwBEe0m/UaxO5t5eP7Eldqn9bI+8eDEAGEW21gb2vApwe5teaf9qLAGooSNHbAvJfUAq1ZV/+ZffVMeIIz7LNUfAviQ/C8UeZq+xxZ2v/Jpuy8YW1tPaXvv662/7PdeWTGMO0R3/EipouuH5l5IbVjXJbvnpB3ouMpk5awEG2uf4SL//Cwkm8WEVJnz4+t4/+J++DAAcycx2kijwXSqcUW9jXJRUAvx99ty8uV7A+NAcs3EfiWdEZtyTXfjo2k+STuiRMluItV3xFDLW85GvVTxm8cAX3w6k9WEU/doKYbkYQLaWQkscn23TV/2GQbOWu77s1QrL+dDk2SZ48ScW73JPfsrbtCgAANfm+3C+wmF7KvtBfYqxYAFNx8Cz5NO24mJzd332s/4bHyT3OoxC5/xpYm0SJsU89KwXC3Eu0v/ij63Qhf9kXJ9Ff3kWLaQ++IU/FL2c9f7zPw9DQwFg+mN6Q7zwoZgfffDm1Xz22prioZhxkniSx3uSZILFMOfvFxDlJ0U3o3eXnDfK5cihCluVuTsS7j0CMquAv/AhB4yz48QoDgC8hK3IxOUTOVe1PfrwwnoOiMlvWbsJcW40/vbQZFTlPD9qALAEo8VhG7u7Epy/yzlpDZxV5KuxTK0eDiI6ySjLjL0kcW4tRemdWyZFLRslLxsHffZp5CWa5t7f+js5Q54t1tH4ENe5evT252GgqwiKqVwtGWtj98+KU8zTwRIPG+Q1vNo4ckHIzdhOJC33ZK9dWMaOgt2Skdb2sueFeWJzZUrMFd3t32zQ2lDfvL64vjzaZbAcoPUuANyNWEGZBXKXDrrgxkEyrxHfDYJ7qxkSDLaWfu8ap8K4982CHUoRvxO0KtDLdrnj2Pvdej9uc90AzzV8B7COlvcW0B51ygCLHqD97gDsM/ZV9N1W294A0FnR9YK7qIQ8+/V9Pwsw3AFcN75bGugDuvb9CNT6MGbBm0kHcLulFx4oNYOnlWMZ9s+5/g1AsFmbUvH7a7MQtvbm6aYbCHSyJNcz4pbu9oy5a3gZ4oeS2XunPyzJKpWytcsclHKCcdAAY9aFsdx5mHJef9BVXp7sortg1Kl8PrIgkNBDK/8dULHAuaAF8LCVLgvoEI9TMdVK2jyf3lB3kxV6Xd+9pNw3azhca3PK4gVMSpEtVlCAeoHHQxV4MjbJaXXgWc9i4qse66a6ZLhzYIb62cvByLXJr43fqvNW0ZH3C/SzSfXIKTCxJurue+SWnBwH3PfcYckEUyybw/1031buXxQKZ9+Rk9sG5Mf5GpBIcQwUt1aT4SMjA1gnX+73A+rdBkCvhbCPm0yxPXQL1g+IPNVbA7UdEtdc2fvN1hxgcb4/irzJ1RwZe4L2vOgmmz0/Wk5ycCiyFyDYtZfQUdXW9zzfsukFPfaZBrkzvlMx/oMqVxXQ1/5dld76RZReA8XRDwAAIABJREFU8gLlPkzm9rLfdxj4fKueLv3kGnWKCiqMGqhVef5Nfq+qgh5YgMcLAHbIyIATFwc0V9bhSXmE76/K3a6BnXethwnwMXuhfZdb/X1lS12Bf9Xe640+8MIaL9i7bOitq3UYeHECEA7FjwoYbQzLEtyY18voylxqBuFxONdrr4Hcq+pMwBWAsR5GCx466K03w0DQX1AV8MJYKuCfYMipRmNsM0S8ZOguYeJQFgMN1oNt++VURgtmjjKDjvdMdTbv6OXKQp7NWXBYFUrv1R5TdLZNtflRCde+libi0m0CK6qoVKQLDMqO7JzFGDoHPplCKSj7jQ3SjO0aeaoCZO+t1+g270DgA+p7v7q143eOqQrbQS5beVUEqNFVPwqET1+cpJDRA81w7QGTp5S5fF9VaYzas8fOnKjUPIk9DKcBzwwjemmJHD/+QEvMqBKIkhm/AMTkeudXFUP1dbPm7bueGDsX6rDpKUv+9EERPJXIkCloL6n2y7X3Rhnaq1+pzuZvgPYA4GXbnso3VXoe1Pkbx1pQLo6Ft3pu6dFFzq+5Lk2rniG5xqMESHwOcPDxVdneao+ev2QodMUJiNd36Z6dDFsfa8KAW8KPzbgxCFSTm/Yxyxqsf1f2MhCidN4zXFfHySlG+zYK0AIncUj1+2agdnqbbHRYCxjnrr3EEb33tsdRT68SZNUw0+PWEGBv3k6AHKBJngWrirNnvVAO9hlrEKo4sE8XNFk7ilWjyfL+Ltnj+lpyBr0eJXPcHvA4b9MvjYn2S/ez4PAqQnq2efZm1jL47SugD+eSI8WumHPWKnq9dnLPww6x3o6Tifbvrbc+8d755//2/fW0XF+3k8BzgChyCexs1W7kwFqoIjM/EhnM2ZM43fbUAQZOpfQMbQHdJDJJ8sjcvX45UOCzBH1qhNMZaAxVfGdenV/ospZlnH2TANDOXYA4uvdVEquwE6yOJMaJWAIBvSP4eyrGWs2Rz+qD2SfOd3kRBYEEwCqfa2Eiw/ace6seWcXzzke6nD0iAeLzq6phiW30bQPL7S0U2RaozrOYT3KqWnGVOwuyOnfoPdeZc75+O8ZcAMgYsy72/apar/t3bef5Pvz0cfUnmUW56GXfDlya3fn733+TDPIBa+gl2ZV0nAx36zJK5gXfl/E9eZjOmvwvsJB5Vl2Q35yKGcfwSWyyp96+1U81tKaRM5VwY3kZNXnt30vX+f1YcVSMLXh//AZJGGwlzruxAaitk6rj0zLlq69UlptLfaMGfLxLQGnVK7FtPxq14wEuj6M6eZ+dA2QpkNdKfmDvAgQ/JVtfr9cnoXRuJRedCzRgs2RsxvFDqtHJz7P04Nzen89w9hO5EZBYkgYd3R91iukvcnETqEugB7W285v8q2gwRtc9dHZbU1RdS3ZFpe5+T1OxWW84wUdnVXNOryS6+TiX73FVe9UuyllSlpasJ0DOmEs3fNHI0wStYEK9nTPGs+n7aup2bs0H9YwAzZ0nenw6cwSr5ze27UHPsyU8Crp1fPkdOlbzTf+PSngJI09VXVx+CgDY7+3vtXEAGo2pxNwWDMpzmxf38v7DUMTWhopOnU07uwcI6zOqt82tQGpbDVzzw5YBmqswdJ0fy1og4YQ/HWAjc/D48ye1J7y++/bF1tOaZC74UZ4LACwANrD3fYE+fph+wu5bvzm+D+DyJ7omz6a66yd9wNnAF7BqLKXvTXDdPvJ6pKota8RuQ4V7egjaNw2OOvLy/VLsZr+h2hS0F6j+JdUmAlUosM3d+pqj7JYAsnYS5kKiQmM+VjkBtAV0E9wHxueFNvx+9pVnA7g7rwDCH9snV/zB56q/6lONktbZ4LNkQ4WXoPA7rDAFoAHts/md15Ih+CXOWEmVgHy6GeU4j4su8CxNXIn9JcipIqxjZnNXg/2SYGlo6FrFtiqJUmtjLGgyGZaO5z1Xjl/Ah3WP6qHSPS5RVoB1/ZUH+Kt4r2zkWn2uyOtpBWGcEkS8yLGEBr/HtHUYnLiYpftDm599w99rUoPKjwR2AdDurzqplUaxS9BsmkCgpef/+IF1Tb/YBIRVRekNTV+iKQZulz1FEljtN+eboLw2UOJBkotVFm4MjV9cdrPn1esccxT50TO8iTJXkvDAcWfs2B6cB6prJJ2wTwCIAMf5KRIAACVLkHEWoGKsvV8AmB0pwD7a6vrO+WPPkNkmJcdzmz8CiDPWAGipTD8JSZeRt72G1SSxgS++SH++BhkXz2n/9VypSSdZFM8wvT6gzrlZ9pms56cBvoyvrDONzyzhWMLCmL2sNV8WU8nAxy327AlnuHmQmMZ/EwT2cnZIyNHbt/9O4haT6xnAqHGhJdSUVl+xhnXIvprcL2lkNMo7GxekXXC7zFLsxvgFr0NVzb4kr9YQE89Ax3Cm5j6H/pTubnLPlah3iA0EPde+afbf9pSNvKrjj3M/7AFLTDEmIPoqfkYtehKOFjdY6Gs9OiWEOWec72vHsj7iBa8lf2SuX6RtyZJzZluy7T2f/SCA7ZrAot1H4tDAB7bMGJxUwq5K3PgBT7Ph0DCr6GPTRwcEMGqlnjLU3Fn/a+feTeytwOx6cS+Ghuo1uiT/LuME4J3NpHo3/z0JBTzZelM9mXsF/Fp852qlEFlRdUj/mvcBRRfTUJ2/xSPtFxXMkiR2jtwWChmn6lPNTz5IBe3nySh5+/KbzMcH9/6Tv/VVn1fP+8YVAjg/TJLGJ/eVSkqym73+9V9gGmIX6Xn5/b0/+dOcadgRrjPXZgWKfl/ANkkHYSdQQND+z71z+kZ/h1ZWZSEKdPZEzoEAVa3o/giouP6rfBP+lbkCxq6iFn3tWsywvX7A9lPZ0vMeVTl/Mfs+vg+b+XLz+sP/NToVHaCdUk7x+ul6kIv/rNp759TT2G6SQOj5yk97jy7xg/5qpXH1t30qaB2b5LlkM7pxyfD0qjX7KuD6m1dLPPg1LU3uB9D7LDJoNn7L+UX37IgGzNnX2WdvySdZrXjl2bN3k8zLByq9qgTPgJmAKVCwnqvOOuE4j812tXcA+i9ztt/L/JDtJrphDpC4nkTtL57T+es5/eP3AOl3qY6VvCSJ/nUqhJ0/eb7oq/bcjkajD9gb+oJ++AE5PS0y0AsHRP8mIM5vsTsk5SnIzzj5IHrX/pQ31karNXiN9zxPewgFRSty+LFnBmBWZfRaM0kuUnGb7zjnMx+SPhoTy76gsyXieS6JPeuxzk6RQMuGXmsIL9ezxgmhlBHng48k4l0gZuTOPj0U0u4n3vFrgGFrgtGkiZKZj6/TK7l2rHhc5KDtJxqrXzsvti95HrsA5gLJK3TXYgKSGQCZv5hTceq7FMZ5wxy9fBEdmz33xVds9BXf/JjE7zJNZZGfPf7t3v/yv0QnifIoEsh15FnS2RIECowaroeP7H8f/+Z1Kmh/1Y/cmf1bmA4ksYslN/6884e8/fKjhNmswVfiA0uyF/vwOj3jydLrFxKXhwU8DQC3qMragSzOHp8xSbdjR8OKtDjSbLvpwMZG8vcyRKQthJdYDWpuMSUty2YbOtt37qw3s7Ny13OmmU8U5ouNeI4VTInVAn5Hmz/q32OjHpbKxadXbDb7TvwN24gDKAkIr/glaReSvtmA+9dZG/OE8p3+LjSW+fh9EqQfhqa7MZLYKP/H/5lYR67FbvmRzRt7s2tCYWK8qo8cG6tFaEvYkAwuacaeOfiCfefsolfevXudeKnneNiKaDaw/TwGPxG/6GgVxijBy4QnRjrA+WUS4Xauzq+7oQ66fGtz+32YiNhekh2scW3TzA92sNHT59Jdz3NWj93Dg+mzzO6jM6aD5st1Ti+/0jnp8xKt4ABNYm2xhSQ5AKuYzXAbsc7KXBlW2LOKZuIzRl5KG9+4eBJZ/vTDe//R33p076uv9IlWwIBF8G0SaOzNxWPKRMwmNIDGEW4ZVmpjY408GIjlzDyVReYyvJkxzT1fqKuvVm5Lbsjv2jYvz9AiDnusGdsnDrxkc3PC9LCu9jMmy/p0X78ql1BfB6A10VfM6PaObsoxbaTc5v5DEPUMzg3uVvgeoPX09vXdAnx2HgWQRTqgw5Dyq2RewOzatHcHcQTzAL+3FZzL/BhN34wS1z3jasXjVcljgtbTc9p5lSy3QOQyPtcTzOZt/8cr9e4AbAfEOjuFgvmDcZrkfN8kn+zf0ZPucz/mnqN5nZG2RR3wdwDggj3UGoPuuv+AqjkX1a/mu1W9l0HPJC8AvMBOq2WjpEaVu+bjq14cAFFhqDO49TyAQouE2KLusSXvNQe+y4I42VMDTwQFT6Bx8sHpO3S0VxXdJWMDYwYAn+wczuIoKq9EgRz8jK0aeAwx1X/unTGVCrTB3j983QDA19jbzzrfPUDylP9thfaNvF+B11aCdYzX8zYp4FQob34Kukfpzcge4DuamtG1rq/wwFdOpe+cag5K7cwRg8nzUWzLfB1dcgO6V9Sta5V1PuC15xil58Z1Xpv/7Z3ObX85GS8N5TW35/MD7ZclVgUfhVvw43zgZg3i4Jj/C1ze5JCXGQ+ViWsgpUMTdCsITlaMY3/3ci9rvJ5KU4IypDe/27vn1cQMQZc4tF6c1dITXuPaMEZT1qq7VmnUxO7nGQodG3kFinR/j5aQ7rFXPVIB0u5xAZJV3d9v0gEg70owiKPIoCnAcBnprdSTNGAPofS7EhVuge1Lf1bZ3gaI7/7eXJN3iRSyFCvj5oxRQc4b6pjMNThfSsXNdzPqu9absRkbqxb3+VFF3QLA68s81gFzXqf7PP8FnPbgy5sq6AFRXRfVtg7eAtliBQ4WB9b2ngxCr9OngwFgrRpgo0s4+tUBAyBHjTvKaMEphs6CJXGINcTJqw4yAy0W5Sp81gOy65p5n9E/8HKVnK6xoNXRVfq7HRB4M7SzbcnfahvnkMmYd7D295dhWEPyokteAGXP+nEroGNYtlfMqOQc0Pr+8nXPfHP+Wi1f2kV/34XNZ/t1Z4+f5I7t48swuMZZY7t0I6uEt9HOOcFgM28MlvYq5kqqNL8SlKonGsBmJHLmE+C8Dv2bczPfak/eOPTOm9H/e+r1pfJaEBoIZOwDhNvHWjWs/YTavJX8t0rI/pM5O9B09gcH9b1+vu2/OYe6GXBs+7xDzb1TTRZn5FCIb27m5JJpz+ytXkuvQok5+UQDe9fc6bFj/jm05mT02QugjsZvVDcs8gdosjNf1DjQwsLrsYg3p9SWuafPDyi6fT7BmFMJyIlaVvit3JhL1TAnS7D9vVXKOwfQkzcrb2d1ZbOJH3P8CoroOakvjzUHAtcIPpXH1pQDJTlqoP9hDLCuKusW0N3eLuAqyJlglyx7L8HRBQ44r1dP3tCfzYYYUKgqwZwcPdXEvPwZiBXjt5WWA5s++xx4zOYQIEMTFYc24/60lbNZ24tO1vU5vLQXR2kUzqMGdN6ePq+e47YCO+PVEyhBlhua4laNfVrAQNDsnInXtukPs9bkmFZpcR6dqaqhV7W3itcTkJxOl/1PjvRlGnVXHP4qAxJK/84REwCxPzi6378dYPb541HH2j7AiFbz5klVEwIz6JZSjoXOc5I0m0HQtGeO2/TI0itLlc/0boODF5MASjJ6400A4IHlk0uBB8D8khwWCGejnj5x1lQgYhV5Oxfp594rGeXA9pMARh4Ltuc7nwdIsedUW5QdAgjM7khw9qcETAEu5FLmb8vtMl5zsL7F6EY942xaDha58SI79U9sOT7oJVsNVPYTVxVydEjppvMZARHAjtfOnCUf+R1ZqH2qmvZGDw387Yxehgf5O+wQ3m/PPQkvZU3QM9Gesy+c94DRUJJmbdCBn+zn0xLBvOsXyaZ6FQo9z9ce8FdvXbJifoCEpwfnxwnMy74/rTbMm+uOWnEBZMvjWY2hgeyAW4Kc6LRmaN0mpo4GN2OLDXCiCU10kLAiGz/vf+J7XfLDzsMQWcWkTHFi9Cx7snufQj62xGXUOV9PQNLzdj6d9fncKP0XeKTM0ZMK8KmIOPSfp4LxVDDfJJ5FhgTavD4pNe/ASnIBpDLoVVVbwwsAvg4udgBZKl12wEUBdr+il1X/DIyR/ZyAR/T5obH/8qvn+d2SuQ7QR097DntkNHsA7FUB0X2SFkYZplpeFr61uRIL0mZAhdXbgC+Akvpj6O2jZ9q6JMGRQwFtXzmvSjeun1x0hH2h76oq8iX2soey75JcVprhPIP5n227/UVn2stez794tsD3ZQvb+9bKkgCAP4rjpo8eHd39yG/KLwVt2FMHLD+2IgB4azkK29GyqnxaUsgqzkezaVnepnLqpUBgzgEBzyZeXfZq7eYkYwi4AQJqp7lGZci5B6yl9+fDuOkA4KyNvZz/VL+0gloSSe7xS6pNVMG3etn5flG4Aj723EsGJ3NPnAvmJl+9n3VDpbuKv1AaxgZhG1gz52Kpy9GrX3piCT+oq+lZCWTblwInKrDt64+AtTnjUASihf4+SUvsniZr5f9VurN9/d4zCWY5U7ALMAMFrpwQZWeJ/YResElp9elznY59yXObj4xDcIfsJEmn+iU2GAC4sYuZbX19l4qjE6w7fqDg8Cyt9Z5rRQs7LP/foPrl7/s+sG4JcKoKR6F9AGVJL17A3wMqSVwv6Hz5TWydUedtX7JXys4geH6C1QFwVO8Z9o+pUn4DRMjvHj/RF3w+WhMT6woOqD6VwIsNqA4lO7PZ2m7jShBpi43Io8D1bLX3G8+JUzXeM9u9iTGRL0Fd9vPxw/mJpRIFqF509J7FPpgtz75Yxb8g86mSXUuK43NsPU6S/vz9rFkoblthK2bQvXub4HLO6bu92DsDTR6efDfpM/riUarfTuI1fUgvdl6iW+kl41DNvDqnzHOqdgQw2YtjFKAvsPeoeFf9R+fqm702BN98kx7wQaBOoqVr8Bd+yXV6bpZSFiixPa2vp/l8pcKwewZQlrMo83MLlK+4o34cAFgcrMDkwCLrre+6YA+fkJzS6d0/V+X0d999t3M/yQUSkA7DAmCz/kLO2VsAeOwSZL/jyktlD/2xnrvzx8isdaVfjk9rTg4bSecv91q/2lDvZzx0NZuRTSXJuQA1cCt7fGM2d2wYz0uHnp6EqK3ZmIc9bH6dxAhLxT4Fgi0myR4fcFdmtrxFD7luW6zUX7KLzirP96/GEMPqOsw2X9wjc9okvckcHSjBnRx9GtuYrJ+EkMUfT4I+O2eJcexKPYz5tRLX3e5u4QsdZXxfhILeXB3q75sYK1+TPx2d+ZkE+oCh/8G//yTgpeeOvRF70zUri3pkppozu7zniHX65i8HuvDNvg/g+qd/GmrwJI180LNkcRKKBdWw/SJJqvJZGmlxwLQYeEGp/jRQMJ9ZcuxYZIqnB5xe0hNmqzCZ5axbQoZkLslfWkBEH/Pjm6S8GA1gBrDbir/YQg0jXnGv1dPCXABl60fd9IxUkb2Pfz0bm984m6qgByrsgKTO3VffDrh8/PhpZUyFKWYH54Nt4I+C2CtnOr2BkxTy4yov738S+6Tzw+fRnzl6TWWrGF6r5mI7tZf47GhT+P7dYnju4SE85ycA8dUQ9Nn8BqBnvsvAdlHx1q/L3m3iS87L7wL6vA2gTD/R4+RYwj0751GZX3aAsf8k1p4Kt7Z4TAV3WcJy3q/f+aHJXrwOiO2aLwPy3fvl4b1/8S//VdY1/UPL3CCplV0b/zrP9TiJztZHpbj4Df/Efnn+ZRJyLluWzNOLxk8HNAny00dLbDHKq+JYQlzjkpcfMoaz2VVjEVqiGpuBj/Lz1W6RbNNl75IszU79LAnU5rcFHJIjey6Y1ySbiJ9hNsiZxqd7lqSAImH5/JIsF4tjR25/jaFiemNJoEsKX+uz9i++EmKNjQ78LH56/cmu+2VE5Aqo0lUqm+/7D+iOMR7yWdnI9wLYP06bkj/77xMDZTuxf87X6bEuKaaYjjK+sl7cObtq32/N2a/aXVn3HzNv8VwzxiUeFACO/D9Phf8BEukxuhSbQG29+tvouVfkQC/sJZDuMvzoVLB/N73dOzeWvoIFe2W4TOzA6Alg6zrqzIZ/8d27W33U+V3LDOv++ePFli/oqPFMcZMSLmSO9po+GsPTzpr2K85eaS/iDKjFaVfcuCPPv60L9rTPMxcfoPDPzLx5NcbFz5Nszr5v8nmCR89iT7TlYOTHd99kDA9j730SBjmm8z/8h/EvLhn6Kf4OVpHG1cnxBQAXeG+1+IV15Y7O0OqSy+86BQGrOr3spzz8L7Hf7Evy8VSMoud7qPTR/wPz88xYd54/+aIzAgAWZznFmL9d8arOVmNMOeslWEa/SoB8lgS00wqxe9Z+6zru3KYvD223e/3wXtuUzF/+c5Z6/VWG4MWkxU/FfCb3YyiSWCOuNd0lse4k4PNlmmzapA5A8c5hetF1tESPtrn3X/69r3L2LVGEntGC9C6+1VBi/k+ruK73BdexLVr42EKiFcgc3+7ghU2usVV99Xq2G5y0MRDtjMYq5xip7XPRQMMSvObrxu46yXHivuzQuwDwWQyLdALGPVdzkwPq9rDNfxPuVfQe/eEnRdc+oV2sszFvF2OghuttQY+h7N42xQFY/fv07uti5vOraJSJ49Awo+4xELll7K1M2HjuVg23QrJgXb2qfsbhcl79fQ3pVQz6OYN/sz3AdGM7f47RcQC+3vdc8JqQXs+4LwcCEHOepewF18K4/l0KxoJzNWpmR5zqrdvPDxxf8Paacxl9zaQ5gAugfad1QcXr9xP6UcmuqmNjdCGgbSkTfKfrPjD2jLlABCUJgI5CpL981bQeAHLzZe5ygBQsPWMcSH3J4x8AwAMMN78FDa91ZmB+dEP9qHIwKq0AawXoZv1u1rEgapQIR+0CpJnIhwLX+p/q82XRMio5csvC87kj740LONDyR7b1kQkOCwXJWeaIzLC5aF4dMtecuPZ6OnNqtu4FseEQvcayPFbhaO0mm5TZ2QOHuvxUezaTN2M0prM/KxOVkTnQDIGB0wOhBGdVLVKiMxQWuLMPDyDIqSk4JZicdVgl9pwLh3uTKS6Q0QQd6uFViU2Bbx5krE8J3762X0u1W3kfXV8ptq+xCxYcXnv3H9C9yokjew7Y6YADWK3iuJm2d6qcPF6dxgyslfiXfNMX68EMXB7g2qDCLJbrORI4Msf21QWQfpQAIeOJUXZktAZRrmNd1k/QOm6sCzjk+5d4knly4retQAZAX4kGpqnwAp2ZZ8AK4DLGad0WSFnf5U8Fq3LhU2l/ggCnP/fZp002uKgRS9FcgocdAqPG3zrZ/w51crFqKf1rOdb17BoAqF6M7JeqPoPhOM6x274u3WcDQKsWr4yj3ff+pUObnej/cn0gPvknvyoqBHO8gJk9+PKfzGo6iOG2CtoB3uaekXCCNGS8vRCvs+pIXFUDRzOG7uTyqnQRbK1e2x5oAAJ42iq9bonrTOtu6lyRD9Ue7v3ok1RQkiWKO8aZTEcV0zKu3gPnZBQAfq/KdAet59AD1TjW/5DBah0PPYy96347w44+7zzKJJO11z0zZbQejwyPzeO2mYoGe11SwvQxw4vB+fDTBJXRYG1pKq90KrBBBrxsdVnIy8xdhUD7Jl0G8pvXnt24FkD8BGVlrsOgJ5sFS69ghISpBzE+5wAumUGATTWhQGfPKfZ5v6ePjCzsgI4C0JfSbTVPA+8Cf54zPUmzQOvlREcvqUHQVRD/AKIFnvN7GeBoahaIH0DbqldVstlf6FE/uSrbmnSiAiH3KS1wxgWM9EwFYg4t+WWvHL1YYC4yLxu7IHH19UC7G3r3ytboZj7oXl/ygyCa9anDXypfFN73Rx0c/XZ0DRroU/m+CrNlTrYPc/aEeVgF2Kj0BrrN2bCGhxnEtAIOJ0M73wUQ36c/Er3x+Kl51ZdulbkOziULLcnL9wVS5J6sn9zoW28B4O1z9GwA8GBXqZJKwCbZzu2dnf1jzzhjUad1jQTIL9pO4+fEem390NIs2eNxqh7c//XVE4heOEB15SP771Ai+nyT22qrrMJPcGNtNnaWHBu1No8zJkKOLu3Yi6PUX39jrxn6GAjMsYDEzpUfUjn0w/uxBjD+OXXdW1mngkQSMFJ55wwT6NArCqCxRDFgiYDBqo9lTHM8ACSCh58m4CAZ6G2CZOwpDoTn+VQgKIGBnfF0lspj+8x5P1YEut41x4owZSyIr0KcqWtPbpsNkNlZPUqj/5+vf/nZ89q2xD7qQkkkJVLS3vtUlZELEDfSMArlxAmcAAECBIGBXBoJcvkvk54bRrnhfyBwDBQKdseN3FB19pYoSqIk6prxG2MtfjzHSF5t7o98v/d9nvWsNddc8zLmmILpbICh/fWEWhWyOeKUkq1PAhhxHVUz/v0iyQ4o/80XMM4SnYJB9vCSqqtMc1Z8+EGqAk/lzq3Unh4+vYgTHDMvAvIScD0yKu+Rp87x5pmsc7zoO1SBQ2SzYXf+3pcg+GzdAXFuL+C//vVvfc6xDMx+WXXZ+io9jS5p4ESiO1vKM5B99qR+uKsuGoCSDAwZrefn7oxS9fHHA6yh7vfvye0DuHG22/ayKm79+sjit+mjZZK7xzL2Idf39+tKObOb+Oq5vvOTPNC7i1Gds7y00At8e0kl/BDKddeHCneW01G//raqXVVCBUTl3LM/248wCdABlgZcGaAkyWsgFfMWGez+yny1b+8B8TXoeRJgziZ6oBXv2U9ff7XK20/QHx7bi/2zlgAqMwdgQ8llnp4meNU4U/5BVq7dOxtmcy4w0sqXAl35EFs7vdQGaN0JOKDf1dUnEd0K3VUsrfonyd2cn+s3ORADgE7nO3LzRSjJ7QOU3GVMKJiD3yQCpLI9oKtGS9fbla6xjhLc36eRmiQVmVbRXlPrBIGcx+0ZmPl1HgEqlfIt3xd8uBXho1Qd3XoBd4f5oAC7JGcQt1TfZn7tS4ncgUamm5w5/n7peX8LLvscAAAgAElEQVQ9QAJ29WWi8dzm1OefpvrHYtc/ZX9mnwm0jLr+AmR8hF2O4WqVJmw8Y7Z3rMGuPf+iuucdAK/KG+efz6gwsJdROLYPaiqAWxl8em1/gwKxSaQkWfSwbJDfXGT8gueo2ABAM1wVrQA4zupnsYNUIG++fgti//OenTnt+1zrlfVBWAde9rvTGZMN5w3Zfs0eYVvHOSgrWBk45jtx8SSVt650/YJzBQJhJGLHRs/+ghI5yQ3rqAL4l8zZ3Yv6FQucNxls3VU7Rh/WjsqYySKGH/bf9Smd36oPRxlNd426eAmd2d2SIPSDtY930/Pxtk+wx60LnTxwgIrDZ6suLXCAvO0stsdugqi2cRLCncP6+ws0D3S3liTsqOcvVsE5gN++T/+imtRr3evT9L794PGAlm9SHV2WidxboO9pesaxl9Y2gc3vPBhIgT7q+dPtvUB6dapKSUnzAxyl1yXmGtzvGLJY2Suex/jtk/rL6P6jg/gbYy/zLKuQB9xZMuf0UuWXNV41HdSKZW096icJFLIR716zdubo3s/3KK8lAZtAORWXZKL0io0bjeFpNt6dK/bSYQvKHCxuVI+65z4/5ttW3o4x6/PPx6Dxc5mnjo8HCHEYQtrSKLqmIN58GWWiz31+Ke2b7GNXhuq09pn9kqRKKv92/pmSgeQWhFyC48XzF8cnREc7KnB25uZqzw3s0SpaYz69Us0be19VrHuuYj4VTIdFqa1C8hqQC9Bw1xxQVaAc6GFy9vKblzcPlx6zf27f01+xLaikbAJ8fh47nZ0EyIVe1njYLfPzdx6iP6Y7mtgtcKw37R/rLLjqTCAjZMX+JrcXSFUbKs9Tf/T4FOy/Br/zfu3oBL7ZQBg+2qf3tHARoEZp3jvGj7Af+YZ06FptzbcCZJB48hwFtWZOMD+ozn+cSntrpFJxcanDfNeAcZKbn38xH61yN3uFP3NZZVodBjx77PT5Veu1XEE7+6BsKxFg67YZWqyJv8cX/DWA4Cfxb/47/87zjAuIGj0xm8aYgFuzbwKMexmK1+TL873Z7t98tdYwkjE/vfn20Z/+/Hy2UwFkuzlbT/JLhdaq//PEaKUlpNJ79tVLZ4WWFIDR0Rd0GqAKqncMMUl8SYa0mMc+Pi227Ft006Vsrl261TfHbRmTpI0Ei3NZr+mt0+KGLQppzgUAveU8TV5KAL96SedqabBEnX2H6WEtYdgeYiZ/BJSRirLIBf28CuvFNKprUMhi2frM+N579NVf44e+GXDtoycS5IsZROQzcEE099mZvnN9IDpqtOB87QPY8xJdGcf6faPUXtuZTG3k1bW2uq0otCqRFbG/9knPQ/+W77KBv/7rWlGZN+NeC8n8Pj4LFonnLwDCFrdQwaf6v9cOzW4TfxFjTA18ik37iannJ1DN3yIX/+q/+CqPFduhLQ9i05Zi3XjU/oVmPWwzi88HqMJuA8CKvfLFl8+r3827int7h88lZvg6tvKnSUItwb/k2jcvw55in2WvP09C3ngKpgcWyjOg1W2siu0LjKTauuG0FapYk9Lh5mzVeuDGyOiLm5BU+esx+d3m65tXuaeEZoFvDza/RJ19Xda3xmrNz9o7sqfoM2fui5y/05kS3L+0Lyv9iFq/rEniAm9ladXwtTPynZfp87qE4S+1l978HL/sj7RiefPVo//1/+pPBZW06rV+ZcWgur/VvN0Da5ckvouARjsy1YplR7SnEzcA1COXeg6fC/RH8W0d23xr1cfG1RjNEd/GzlpUZb0AD+cTNB+U+RKXGE20C7I7pvPYmTdf9GmA7EzLAShckR0d8ODXYiK+M4DUbbnpfN6zYWng188uxl6igOBNEtP8nOVbTnSvnxmTgDVdbHd+Qf1uVmztz8QJE48DDBZGZGf+8F1+m7F9HAC6RPeP34rXxK8MiIWu9LtS0gNXRn8++9Tee/ToP/6Pvw74a7HeJ0VWrMjmV3YLoTSkPDQApHPzo/jSLbjLfNIz7A66nwBf/7XV5ljfIkvfxVdt27ieudoAxa7EopIY1/utdv6ofbA/PqxkOc1a+GP/lMmFv5L/Pm5yNTKHOaPJY9KfhHbjVvPRnbvc7sUCgXNWKNc4xwFqVg+mEMIcGhP7x/WXcF7x19qUYPaZLdIq2vhf7N3mBDNX/FuVvl7O37HRypPNBzZvAGMKsvh3zgq02J9++v6j/9F/+DzAuIDXsh6rsI9d1jxjxiQnxZ5OLIeMdgnOnumZe3x5Piw/pTErM3DiOW8LlY7P67v2xmVA8e8WbJW5c1X53Tu559gBTw4gz9lCg/zTfd979cMdxvaJVy8UxdKNev5M6B8+c87AvnErXU2OiXyXovl+oyjfk3S9lcQ3mQoJ8SH4ep2MDfQGb3rfTNalh75J5au4OB5NMOTVIMuxRN5NPt/r+Xlpnx+exHNZjUOZe027/8az3t4X+2b9qqP42ptScvRMUBOXTdS9k6g+E3YT2fJxo/ydgXDntqhW80hhWYsaaksq3fv5/TXWblDkJnj3rKMYHPXwAxXqhjD0U+koZwM0AdUqYAdJFWVdjHen6B8AAG4F8PpnHUpfz3yTX0c4e79/9HwqjJqchUg8xlYp9VR/d8PeDXcorurDms9VbP1xkksUyE00G3OrZps4lHHa/Bxd0gOkQIUzPuMqfWYUy+3t4GHf0rGS//ayW8+S9vzMl0Zx+rD2S9wusHJRJ2/pvxnTEmilqbiVrDM2bhXxqMU5FdBuJ7FmSc6hPOdkQfmqReteA/1hba4RsaCO909PWAoLICJO76VoazD0VoAWLLH9PWcagnOI2CYGD0TlJoBvILKVF92TC/6735W9yiU0/Nu5HiJl6EZyLNhJJCb37SMb2sL2uigN09C33acSziepWB1w9iOD+zrM7Vmq0vBQtQ1wIZAMXbyEwdBg+3LlpL1DvX0rNGdWzZmPsoScLLe+BGnWN+NsQCwHxh81toaI8zK//j362BvcEIyl5KFJt4WwD7R62IFQROa0+BT4gmIFR2QketRCQd89XorA3HvAh1XuVXGfpPxoYDgQx7bPdcUUVXaOreGg3pr0XtDCxZfgFZSyD0cp+6O5zQGuKbxnXAJ4FZV3wKppyFCdxNIXLnBjrQSPq7cPLXLX7SSfzSEHYxWAo0MxFw47gYW7PoJU5v1SuHWuewBD4eovtN6Vnu32b60BW4NiQXw/zRFDT0VVwRiqQDmjqrzfMiE8BLY9ZyPooZ0pHRqUMor2Mg/kWhwLFM/kBHsBmhHVvxDhqg0h1PI8nwgmm+esWSvFGVX5T7XI9ufAEk3URK8DtbQKLN9vpUmeA42bgDCdMNT+5FdgU1Kpe4rDpoK8AeQBPy6gUA8uSFAJ4PZHKTgKLSF6rAWlCoBqEGqoU7cYNS66p53p30Pll+JNYBf6PoZtxomSh0EsaFT6EmjGnt9+2oOZsxrSGWP21GftOyLokx9k103zuyaCMoT1LwXSWjX96EMPIKiyPrACg9TetCkFqIvuzO9GrbZglO+pnlthwMA/KrXttZ9V3wLHNFg9Q3PnqgNvQV1G+QBhjEGfnT7ZGK2H3lUqu4ZkHhhYUtDempEqKThmB97flMBAXAtqSpqYN+c6XVlUf57n/XzXGqPlsR6tPCzIZGcGXW6Of9bDp1Uyes557rEVFOAS2W21Rj4qwFYHkZ2SZ5UU+zhABglg8/Tp8xjFDTKomDFhQFtBpgs4n4wWo/+wbufZ19fJ/hAMIRNNdKU/Dt35LDRKH7Q/y/oL+Z35I6eP7fn2Xsl5epLJFK8KQqJYZH9p1eYIfXYpCBvfDQglTpP53bkNmKByzrm8vYGS9EnXbhVzDSjlRUabUCgbBz0yatH1WbMGXdYGxUbrR9eh+7F/VRpOP9cJTAI3rD9Z6wMODFJZhbG9Wps5f+hA1TS00GzRBKU4ivkr1Le5sM9I3/cJVkk4kQXy83ESwJK6d6yCEc6629+3TDBJitTB1U2sthu61Ok7yTbyVeBMZG+UuRwlyWj6bMww11Zwn1+j90oFlWewM50bpcUuYtl3YhN4itoXC5QWsR69J1nF1qVv2zfrVJjQK6OpH00ymVXp8vFHeiFO51wErPW2XnT15CJnnSRSZWVJGwHgz1P1dkFVC9gtUNE+18dBv9Txrm/eFlDd2SUQ4vW3v73M3z+v7v0mv29ANQnxBwAH+tz1r6x/Untr53bpvhvQW/uOBRpU76p8XiWAeWCr2rsqv51nXqMFXl9S8t7EujNNv7tPtiavXq4/+qfPUIUuaG7vSqi1r1vW+9tXEjMXmDkgqDn4EGgk8v1temvWdnDWqNCNDiBsPyag1f5wWdPncWBffz898vjjMQ2UhjgOOFCOMUmsua/+ZCjRVn04p9s1gAvn2y7Auyp0/saYKeoLZp4AGwaUA2QIvfZ868jq6Fzr7+Tf22eXljY6MOr2VYJfL4IgH2UzgMQceOuCftycGLffjfY7lUy129n1Cxa0t2XeGXBojje9dNHeTYgWUTkd5NoDC5wK/fwbRT9Alv1YulpnSew55yY6QfLwNAGAMofkdtgEvBbg3/lGhgSn20M+eqKU5BKy0U+XPQro4tIm0+XVIwA6tZm2b3rm5xxwHf0Z6bnZw0uwMu9U4apWKttOKdxWPUPfkFnzaKyV4wO2HKPGElrtyxd5ZoNjPaDDWx0T3fhx9EgrHku9fiZUValEVnTrWg2MwtqvJQkXaMG8Q57GgtJgUF7m3z54nUR1Ez6h2fQ9wXPJwA8/UlWX8eae3hfYlRCt/s5ctNqQT5Ix/ujcz1ic4ZcFCLiq81frWtRjQa4//+VP2UvfVY692F5kdAnz2dpl6Mhc/6yS2pmbc0NA5UlsqlsxojDbfAH8AXIUpHv8UEv2w4/6swNApdo3432TIFXUa/WtYOLPKkqbbA/YJvf5I6wao18+gIYkAKwFYCHdwaQQkH4eRo8GU3Ne0HP0kYolc1R2Itu/tPA7Bwmtsw1FuP0ysAYaSQlTAfIBA4F4KkftDc2G/qSJXS/XXgJ4MQJJWedkATMZGD1ye6XahZ4BG4IA77VhCwhK0Pjxh59V/5ijZ0k2vI8SM/MLbGG/XHanjjxzQ47W//mDzJtkLNkbVb4z6ePolsWMRgs/ar+BlehCZzkK19qo2SvaMDTp+NuqOtyDTNkX5Hj6k52882N+8sB4N27VXqYmoj6WM3Q2rl7zbFS9Vs2JyjD3xYRywfylEM8j3NYiF7iPevmHgmnY2LPr9wy9zdm7B9DfZM5Z3SZhVdhJ5l8AwHtjS8lYvotPQK5L0ZhnYOPV1gJSiA5qgUP2x3dJkrrRTSz3pnkBXEhCLT61Pr2ji18iFlOAQOhiKuw65+18iJvcGl3k+utJEmofMFBIxhfgBP9KfGB92I0XqIBdscTjfIj5BdpW8Iuf4aqlF9Bv5/dLKg+8+DL04/oEeu7ZwhGZ6BWAkNKTv3qZgO3zw0TFtlclxTdTRU63js5+wOdVo4/pKdWB7cE+4IBxCwqPplqV9vbLBX1Nhme3rQIRYG9xDLYGEEbpis07ZpIkSekle2+MH2RhVYySE9emlbRq8klcoUmmMZu0pzi7S6Ix7z9PZXhjETmbm1DKiy4p7Wbm2Tn8cRldJGwAWE5FYpKVABj8HWdNqf1jIziPbwLYWWeuJ8f8m1RAtsJ88ZUPI4/W9kttOz6UYPr20X/vv/vnRx9F7p6kBYY4nj0vmeD5m9iIfv37f5ukp70evUzKv001H1GU9PgZq1RAI6iEa29kvM53bXjYaGyY3361p+lv+jNGRyqAVdN9lOriZ9EDfDDjhs/F2KCvq+o7sY+BLibbLZzIPf7J3z3PtZZgc8asrUzAcFzH3P9lkrRjhmKPLmlF1j/O/byWAK4lknMk53F6sH6T6t7Spqo4ZnNGJ71RPRZ9+cWX9PKAds5C7ZhmSy92w4YoV0TOegnNZ5mPJ0/Jevoxh8SIXtZS5NF7EonOH9N7gkR0ReVNsUAqO/VwjS40Z3/kj/dVzX4eal36rBS+STyRvd+SQNcT/kVa1lSXWhSAbNWJoZ3+NLq5lfIZG/tPArif677eWSsZ/61eyXneP/1d7N/llpsslEB9EtDZY+1QIkNv8uyvvhH/mv9dIBGbk9+VL/6X/9W/Tf9ZlfHxGZ6kujv6M9pp4PLEXN7P2r0Iu9IqO5PQzBCWHJVAfnH0CqAreYt/FvvEWaO9BX+JLIgfmO+vv37Z+LN98iKl686LAlXEqNpawFn8aknHjBGrC3vuRUA44tr8SnIqycuuLjAPdOckLct2lfG25UXkUyxKpgaVsTlrsKS6ZFW0Zd3Ifiz7k6/mPefZbWdlDH+JneOF+Wd0uKNbxiLihSrcS7JaQv6bl68jj+uf+83XsUdC+f/eB28GCEgf619+fBrZ/frR//5/9+8kVhoZTJKRJN1eut3F9Hx9t9icyTf/EUasF38mh/aVM/W97O/IcsDM7+cZP4jN83mAlTtbHwrTqj9O6FHRgXvQZ4275FrvxYewP9+kpY7wKtn58k8BSAEERlYxk40BoFLXvcR++igA9dnFQLbilvuz/SS2Ep0VVoI/sk/oKDEtsQ/zXLBaxlRb6dfDAlIg0dbDdYFJCoiXtxATNT+HScKZz2cTZ1ORX/xSj3H29+zPtgp5LrGYvf3jYjpYETzzN3+NHj4Mb91PEYsfYyf/TB9kr36WdaIF/i//1/9XbL/ohKwjHd2WELI6GBobNxzw6tfYYGUIiO60R8lu9QzpVBB3EtMDtOWcOgCYHwJubv4jvx8oZQD/H7XnyLMDmWNJ+rlsVzm7ci557k8CJHFG/hb7xto9jt3GTmsy2HX0iC4D484DY2jrnNgvA7fPD79xDPdkF9IlEvb0GUCb+QdGWyuj2MFllJzvUqaZ2MCYtJzrzmvXblwBJz79kkUDwmieLDLrzGsVdM8oCWDrs/iK+As34u/+2bNH//x/MH0m0c5mK98OX6Kxbq0R5YoWP6rlKJzJDjtFYYvrrhiRTLARlgT26e37Skt+NDdLpU+Amn8bWLp59r6kU6wrP7HMxs56DIJTJY/e+/bHE10+Fy0t8AlI17Aober59PnMHUBt37wulVVpbE8FVC/ubKjTsJ/3vVUo3gDZjKNbGu4zHMu3FXWZoRrNpVwYsnaIlSVcmzxu0tAib4FKMXsQld3455qbpBnKq6py7z3bDS6df75NRG3UC4D18xbMxik69vYGXoD9OjmehQOzQPuZJGPI90a73Oj0kPQVgM3R/TMaxs0Lg+4atBv3xnOvdRHk7wbU9rmL0H6o4u3zR9DeXQvPwo8Ytd6SkMZxK5Kvi9EKiT7PQ2V0HZMonlZynN4PRxbvj46VLDcoVWPmJBdjNKwCdfPT/W6e+9ySegtACIrfOff7ImYPmvVW8nnfe5XXzvvuJVj3NkZx5/iIsueW3JlBsee+lcKXMrTXx6GvIrZG3w5rQVKjdkifVidv164bOMrGz4ee2qMYHmWped6atB90/s3BqFlxxlE5M9cCCRzPzt3p9WcTX5nKT0E3cuT6Q2xCKS7I0Ys2WLXkOmXWBIp5bCB4iesau1HCquYuZbRnnlM4quXNxTVAtlZ33QaAMMFbRIqIPDQh22QVI1AAYlVspVlqMH/O4tCYhy5cr06KMoqZkX78z87v1p9hvmbpWzOB/AvAmE7wfpNvnJB8TzB2gb1VNqzaeJVhBnBlnuK9FQqjnmpeqN9l7NMl4/XfYAZWsQauv57KnqMBmHzn0nUb+23yfvfekhpLdE3fLfBYRLSly3yWbpheayXdKnsJ9Ntm8Rk7WpRP2sdhFZLTfebJ4THnF6rSHlpF9JxWAQprfNd1wIlVBqpCMLZ+XgKhjm9no8/dQH+W+1YLVhd7HsH2IrGn++5a7HtLxJfy4tDMWnvPtedZlcoCLdOnc6CWTJFQaqL8yA15b3C3+4nyHKXu7aF1dYHTrzqjCZ6BS/Ryqz3YeV8FEbToDuT1f7K35/A7OB9osQSX3MNarPfnEh0LGiaYos9x5oxxsIobDvrG3mTv0QutGICaK9p7Y6EP6Rmo0iU3OHpomlXWrVIb6nMJsFvdpo9s5jDj+iBJ6lVjr8qFMdozyr1jmNmTZRVQBZI1sA6Cmes5KgmjKnggjRkfQ74VTZ5BPoszDm3YhL2959ztebx1HGhkMtK5zX/2JyOMISNg2XNPXx8VWw0Gn95kKtgY35LAhXhOfi61nvOI0dzk2Um8vE7icVXVBxHYBE2lpQFMAZmP4q0K+PScU83HACZvZ5zGWh2UgQA/XKo1BiWHiU3BEUU72ip5/YUEGBlSKhBrD6xq1rMKWtjjTeo1wX2SCZ79ON3tbUznMeDokRrdS2p6dEHtKxNjZljv6Fs1NaN4IKWxn2yumwzl/DTp4ToqHbYX/YH+1ztJvyTy+FkSwI8TUPH6PsnhUeFs/GjZPOOCSx6SzTP0tf0hcWy9fm5ClgMU2Q+9UYPHmbtfoFLBt+OA1d7B3JLLjNZxiRvz9iTBGAh1QQ5nw6XNQ7vTBM6xCxr0i3FeyvImhY89lh8PVNUqQlVsrFLF/ewXifwmofOsA4OhvNtcLfB27SVzgmJx5xw9KvDfpB9KJkH5BG6KlD+VhsZc3VjRTnIgwZxST+Y/37XOTRAA/qBldc6qtM8+hCAWNGhOOvrY+SuJx3F5aPWwSjJrsf5VbKMlhRqoZkflQS+Aae1BFnxcGxOJ6wQskmif/M3gbFA4gbnfcz9yQt9DHwt6JTRZ6rQXqXi9QMHZUWhYBRh23pMNSHa6hc4vuKs6MHR7pTL7pRSJqqpK25kg1geZRwmaex5YA3q2NNT5/EUVN6kZnXDtUAFGyXJ7RoCGQ1Z92L3CQHr06OuXXyfoksqQXP9HvfIAChLEZAvQbaW5/pU+BmhZsnz7f/aZ+Vwgkj5blRJ9tiC/JRg1fO2AkzRxsDoTJFcFjtknZEVAD62l3owFbZyqtvVOXg/DJi5z7fYCjd76MUGO6dVUwKrwUcGQOYAaH3IYpaVKcDKzpHtpnUpbNx2A+q69Pp37+d4bdJWeh63lXENvmiCt/WbSWtXOuS018+wEYJqeW8A8CXK0EgAIhfOaMZDP2d7sPBXUS4Yb+/tkrKCMVc+hlrV3R4EPNU3+DoPUsQs2t9uD9Isz6NMi7QegbMuDQ2Vu3geiWXCUPvi2CbD18CLbY7IYxZxrCsqtsmqV+GVKOhUZnH+rS/fXHkX1Fj3IhpWIGWsTWmgB3iT421NOcv9194sEsHkWmEYTb23mR0j4Spy7+gHqSJ4cYIHzvz3isnYNnstNZqwDErO5YgsKaNfh52esKqt2YJJ2EpaXlmzUasA3+lqmz24CZCh1i5DP877K+tUm7Rkx3Sa4KcnkTF+LkNl09rl9surJ9IlP4L7JEEmP7Gsgnhb9nMDQgN3mdOf1Aix053TSd6nCpSsGCrz+w13/BGe/CI1hLvcqwAZnxKehA2ajNKBJP8eW2fU3tp9RvcU+kvzl93ym93IuS24ARVDB/Z6g4p++1J+cYt137xaWLAWMIx8/5jnR49nXz5+P9rZbPnOx89f0DRhae6AVp9Ff+rsn+Nge9zkPfj305RI0ztAGnfI9IJgfIyefp7ruUgEKZAL7tDIj9gM5dJ8P9etLkLbAG9VfjS3EblXZkM83rsH3dpZHNlWbkYlVoakMW/+yzlvsu18yH09zFpFVE0y+2JZffUUmJV5qifV37AZ6AOCArem8pp9KT0v66vfN/91r/lTPiuP/t5qWDJ/zeu07crYfKtEBOAAG1zPv8YcSSztbAdEAQsyxirfqJfu7emRJWPoQ6Ef1LxkZA8rsGPO55xuV41halii/4x+AJ/OaOW/CApNHbBA2gX1i3GNSAbCY/3x9iNIBVob48DdOMmarjXGJ2vmGzmfsOwOrmOv2us05b73ZDRguGjc44PFe98Y/2HP9T/AyAdcDCN0a3H1jLNuv1m86ZnaAQP3iDzu77PsmNIFLDjWpap9+MS/TPN9xAFH6sQwwudatEiY3S3Czb8PuElDPguXWe/dxprHJrPNo+tdD+VbsH8Epi8bVW1+Gzt593NO5+fJlqB9Tabvk64CvnyUIO8poDzv//5voc3pUIJbuopuxBQigAwEaT9N0zqzDpiUx0gqw91Bn6n3uvKOrxVke5nVxR3I1m8uzqvilX8lX91KSbl9Eb+05Eux++lllSELWWpRSOvrJH2u4vaL/uXNd/2pVlWNmcnbS5WzH+eyxU+Ovi9MIaNv73ndmFyReim1n1s4aVWIWgm+1M+KAvJuoGuuY8WAg+PYHvXwZs/x840m8J3q5tnHBzEBhwOqLnzR5mTnVR3TsGNgMMBIIfI/lkV/UCuXoubaBMWv0NdkqeBD4+dckZj6Lv/Rr5CS2TsLTxONJ9Qm6zNm2fAnsR5Tvt6neK0Vr9Fptx5/4y6qd7al8P5V7wJd6qf74GgBJ4H8ADGNpxX/BxOjJv888P62+Kg1y7AsB+e0dMarITmytX8RcJNPqp47JgP61Np+nivT3JLy8+BDklq/3JHqTHfC3UE9bU/qMTfpTkG6lz+UnJXbR9miZy8fRXypdX+bzj/6IvxWb4fnnSULkcz8lkfXNy1RFZg6eB1CmTYaRCD0BGo0iVi9gZ6lKwOj92EOSHvoat0ihAhrbM/PXPky5p4QfwBX9Zp1Vcj4PGEWiqUwSbOe/qrhjm0nE/fbo79LTkrg3eRBT4Ou/xR7NcxQYmHt9kv7N7ych/lEr1ST5B6z98GPA8yShgyPBAEk1ucalkBZ+FE74299LtKw6GfhHDOOP3wa80IeUTez4Yd9lFzdJDRBGUX4a5qqfo8P/9X/5OvtDgjo2AUrqjOcmooBVsEfJXTxtT9MlcAe+5eOu5/naRfE/jEdiHogytl4WsgxzYgo1MFSZvj4APT7xen1T20vIOSAWqwOioHex/ywORM6Psi4G3ccAACAASURBVN4OqQ9pPT5Mz+hrm1i6Dx+v7Ub7H7dq9PcmwIGmnIn0TU/uqHCAh7Z7jPyOTYNOFH8Calr8UtKLTH8dav+x+axwqpT4bS2yCmbDo+fcB8DEmDAYYZziH6Fk1hdVv+Z4IY/+t/+bfxZQN78hz5LrV197gNPPeCD2nc2fpjr9aSpT+V1A1H/8/smjv/4bbbCWAP4srajIk0GsRcHow60lkNBr7B+/OCNnE/GvVLoCgDTnkjFOT6E5XwGI2KmYCRlsJWcZwrYK/u/19wpYBo6uX5e5HBvo4mL2NGCJe/idHrNsEyDuJ6HAfl1gozPYGvjuCiCclbVTVeSKxZ748utQf7tubdHGJQB/AByo78UY7T825hK+Ab0lXvPer6HvzrjCbt41KbFDPsmva5yhiUFndsYtEQmYFfn+T/7lv8nzx17HShLdDVTorGjLn/q000PiWZh7Pg4NNrryjTtxnNoaO0P81NP2I9X9YgvRkz1nFMQc0I+CRXHjgYATK0zS+VI316YUi869nSt8rhs3beJavjH7urYzJhLzVidjr1tgai/d/J3zp8DFPC8wGEawWzzG/jZXwF+3neSNiTWekP+t9R1guvYuA9WwMQecWos/Y3E/8yGeVFak/FbFs98DjTQFELvVeJ3jz579+Ohf/I+TUP4o6521cs40rpsvtv2RVm9C7YnNND8ln3SYs9j4YrSNi+YGBfxrPXNi4hckyFdlm4uTdtd0nSbLi2Vs3oAdmgZqrmv5nOmEAP62sP8wAQyxUSqkk+B4u/hFRJ/FOBd/+4YbCUSdN25v3avU5rjtS9sMq4j7x5W4TTbZy36+M4Yp6wdBvPe9iTszsCbz6yN6HaQFy5zwu+6c3zlRe64lXgTD31Yw5/1VRW4Sm+DMe0t8crx2d78TVDfhDcYcVOLbBPDJeL6r8mtU5n63d53xFIVRpffubK6qdhREC4C92wu5icUzDkERr+sALOG29zrfDcws+HgTvJd+9oFue46MITwkjT37MbgFS67jfuTiOsf9eQKB97vsKs/DkR0KfJuesF9Ho+gO9DR5EMF1/xyNy+Zizz2ZQbNqvhdcmLN8k733Oe/n3006tUpZUsF3u2hToFv7/Tlx7b43yqzd9yaC+/mjLIzXsjpUFixz8C8JZKi3x7V/z1A/a9DfL9HUhOTxoSnOVcqOWncJw/3y3d4AV145+ncvTSnt8PPZoa2Ma4Z85aHPe/bbqU5Fh6P3Qm3EM8Be30EtaGg9oN7ynr1U2jmI2FsBemXEIN8mj6fAejmyZo+X/mzjuwnUNiGPYduEZ5SgpMFN6pRpogEwyZBx4nNa6wR5Rvtv8cWiNf2bIyOAQ5G2SsfeOomPycp6Dfne1WuCV32uOBar5uHQ3QTJZL70Y91/QxKZR3vHXMwJniN+UaJb2/O8VccTGocjOfDca0q/JPDtgWdfMM6aYMx4yRyHgtImY5fCvBVW5vEcUsYzNFlLADsmCS4By1bxZW4YvX2WyJWDTuKztHwnULak0WhdL+MCw+ujgyxr1YCEdsfxUKnj+3PGV008etQZMHOIVhE7wMTZPFSw/xi3PQi39u2/eBDhA1xsDgcOWtJ5NLtkcdRpHOeV9w/sUITgoQl3BhVdXr9uG52O/a0BjfUkbnAb6ERPu8M0QS8zxgu6oTPybIzwe45c8NHVS1fX36ro9kOyaCcBLBBS+mbJtqzNqrNXOVV2jExtq3rzFckpSMJSGTKa4tiPanM9IlFAdk68d5IF+nxJLNonq15aslFg0dyU0iRVSsarymhghJ1jH0HGx7gchfIYEFqJnXtADLuXXiytRMmYPw6UzVx2f+eCKHygGwXimry0D9vvT5BrqPyeA5JQ3bBUi3/T2ZyJARbor+kMQQyJuaE6rVgTS/CKZytxes3X+rLFYet5YEyqGGavTKfffjUS2OQ/aHNrU5TnqnvMDdH+AeVx1pueaq/gyKGguiqnJXy9x0Be31EoW0Z+q7MzzwsO2b+Z5579gvJrJTDa/ulE3//k9FUW+HlIcAsSPZu9c6oA6Asy/SayIPHmvjtT6RGBtTnw1tA+ra0TmSPPV0boFmhv1/0xDoJ5JlOtsETznv84GILobAOO12ErbQJY0HLtDox/52HbAZCs0uTWkKoOLEKZiZ35Zc9Nf83pFEBBWbmE0ipxStWUeaKv17dm6yb5KEgC/FzHJP8/Cp6N/e63Un5HJq3TTTb4xvq/bx3bwzNjRj89kMn6xZQyPXP7JLJNN9rvnfuje3d2GA8nBGAhTlP+Zf3aJxA9bmTc4F6nWkGlFVmyDwVJayfaH5Fh89/1CvrcmAUf2terrwQvQ9cJMc4mEjC0DgXbRJ2X+cGnyFR+Cg4K3NCdZTs4fQetiYAFmZFQFAi951ptjwNqk/RiDwrWcqQb9S/wRz8sqHIVQSopFiiCNC9wJIG1p3kOFVO3UqzBzybCVJJOr6iqce5wji5tElmkt9sDMs//pz+FgvIERn587RybLp5dvqp162z6W9V/6MxXxSmJsR60ziznIwBKex9WFtKPqv3Ft5YvQ9GmenaB1lUOu46kvgk1nt9/lQiHqlVdtARHafhyFrMJHKvGZW7Xh3nOaf2HVhr7GzkRmI7TSY4i6s4NZ5R9JEHafYeGnGPsrKKHKyd5pvxuQSdJXkHi6aclIlTEoK8ebfCvrUhL4qPJ7icN0F5581D6n5vOVeyTGi0Jcl/JkNhI3303hH/lE1Vl9g+w3xIK82XYOd+l159X7Ta6TUIIPD5r/vLr72cPoQLIuo3qcrqJje1ZPnrMKXY23/ENECdo1MRp1/G9BKIWaHzbw7sBidNn7Nil9ovrGiK7qfReWbtW+WQcAqzzz8aO9HVoS99Sg54+jGgeKxdVM2OtQKlrDW4izX5W4WregRQE+2tPWutT8cymhaD/Lsh8VaatMIscqpwSIH725NNU1o7u1pxhuyjQKzeWYG1Qv/sFQ8eC7V6Ci9ZUscir6IT27z6BAuu4hFXOntreaROQ+6+3cNar+iiABjS7B3jszH2MoUOiPMFItIfu+81X1t9cHt+Cj9PgCnkARHEqqBDefJoLQaDbc/h5ABzuU/tOkMvsWLObAB6Sruel748JwRm+AEap3iRh87Ht+0Ukqm9znc+TSOneZFckAPPxk1R3Z45vRUvBHXktGTXwmKpyc2Ht3i8oYX6F/VSmldziT18k4HV8HD/KNkLHSJCrgM6bTRCSh+zrT1NR6/z/LJXl15YzZvtvQ3YGq06NTYQG749Rnv/2CzYEdK3z+/gs/m6GC9BpBdmMGf8/iuaBDeihUgvncq8DWKGP/wirxCeCg6UpTPKEbGU+6UH21VgrAHpCxVjg2MA3fCuAi511uVGB1WNkeZE1XB9459KSkhI/VEb13K+Cx6Fh/DxVkvzbPJczSuAKtemCZmt7Ud846/ZN9hw7AB2teXTfUl+bq5oJklYo7qdjS1GtX2SeGzjn15+dG6OtffaZap7Myc/6pw0w5rPWvoHbyL+z4XWeH9Di+eerItWzky3m/rWv6uujFvX79XGcyC1x3srs6qjLKKMn33rYeu9laA0l2G6M5MY0bhC3JsIJnvrbbBOyPXuCHpUgoUvYnA9JW89BT6Ia/eFtL2VjoweWXA/dZ4AaAHrWQhJQIF4CStX0pSi84Pf9e3vOOFelbU8t/rN4VT2gyhV7GSOBHpbka35qUz7H3zAnfLL5/uaPvmVflmbYs+d3PT/i23g5//x99PHOC4FdQX6AgsVtbkL/tv1wXq/n8c9Jor6Yrs1Z1d7P2T/oGFWp3iDm58+fdx7pUi/0/B6z9msTrT/HbtGznZwtCe8Dr2P/6mVd8rU86qtvkkFLggoQVU/N70/lm0TIaL533swOnP/si8bUnrk9XxcrJAPO0lb8Rr8/zxj5cM46doQEDr/OMwq832Q62S8otewzi1mYX0lUlZwXdFN2neytH9I/UxuentuZX3JgjHqNF2DPf8qZNIYrZ+SqqgCBJeYKdszngEV+yD7+KX2x//J3X7bKVeVfA+iN/wwsIbH7LPYTHVfZQC+ffQ746TPGwf+0129vVPE+lWGvW43M910sq/5a9j6KbnPxxZfPHv23/tvpLR79o/UDDMIzTApVJ7OdfkKxrdAk98YOQGezn9ycTc32F8sAptBm5b0koD4LsFEv3R8DfPM87CC+Mr00kMJshLZqAoBQ/RvZLFFR97P4TfYKXZ8/bEFticpoZaUlIGuHZJ+XXUkrIeCOMXy9yB5ln3wTsN970UcYbiS80Ba/Sc9U9i/Z+uvfq7yOnXR0IvBLwWjZr+hDJaoK0ogeE4P7NHPzcRKhtHbyDJ23sacBDmHiAtL6oYm89pPNs+h6NP/N+obGNXrzxuWwvFk3sUvJtk9D4c7XWfzGGpCl7RWAIIwWjeMBG+d4UK3ceoLc6KMki9jxfJAvnn+e7y9Z7oxJceXs7iT5JAM///y06mjYjLEsliFxuMR4wVW5Vn3z+vUSO3wCPXSBMjcosc03OdsBCN78/GF6/r559DoJuTIR5f3en8/cGdtZV5/BfkzVJhmsXKRCeHEAQMm1iZEEogjHcmTuom8LnmfzBvSA7ebEnFyjPjFdmH3ymH+ZCVpP38Xk2Gp+Twb5eMayvb1zCC0/m9k8qAau2e6V+ak9yiYzV61uD4guOqBMXLEXsVaUVTLnoGrUtr85/qYilQfgA3AZ9qm1cvDnAmGvX88Oor+x6XyfjP16TZsffsN3s11/ia2ZOFAYr3M+Ri/H1om2fvS//F/80ySAFT/kM8f/rc7OHmjBUGJobVMUW6lVqRWuwxCXa/wtlawSt1nh7BHgxcmeuQAQQ+fLLwVKYhd+9DitbCJP05sB1ua4AxTA2gX881OApUACqqYfP8Z8ufjuZe08x93mOff46m9jHRhAXmIUOGVgCjTO64aHaUcPbMBnoM/oYjTwAVfe9TSHLVLZcfr2Nd1yzN38/YcwLom5LYGdOQnAgS1j/mpHZOjWlbxvHx3mzl/GaPPZi8XyvylQcv1nyTbvnn9VkJfWUdELv8WG+L//FzmbHoW2PPa/rafiu6w7J47uL5LYv0R3FVAY6no6TVzgWUDU9K7zawV1PITYjtkvfNfX+jafuPeqUxXUSEwBNmCji44MYwXbpsyPwGVs9rZW274oMC66SCzOwq+XMwBrYqP8MjQD53Xzc6XkPxN9wVUtmKq/Lm9wihSj28fkN7tsfnXO0uxFP9ng9LD2Aubbv+lfjGYA7nTSEsCeTX4httA5jxYjHRU2MH8BKpF5gXt77/X3fy07wr/4Dz6Ljo0NfFhjF/flDww439g1GY3aEHMYoErs+cZGd6bfXArxKmBYbJHPV1cwZ2FV6nyYFSg+CCLdTn0u78bvXMHIZQ2ubfxuBXD7zTGubnDA4egAldRp0uDQz55FeLeadhWFD6iBJSXdk2Leq42W8/alc343GdrkUwTpOm3bPAtG1K5lmKJvbfD1XK+bdw/V654Kvn33VKEphvb9m7w81/WZbsYG1uK8HSV2x31LzH3uBrubXDgODuXYREgPqBmOMzaWXGmi68wJAX/rALt/xuK/9pQ8FSj3mYao3iLdhOfbB85fCEX79DbIvIDATVC7L0W7QNMRNBs4n7lBwVtZ0kq/RruWiG1y4gSqrhDVkavzu2f8B8CAGgyE3/sPVZStKK3QLTC6JB8FdZNOex89y+1Vxyi/676kjuDYDMllTLfm7/Y9Lv30Lb89c1A01AlSG+sNtkwuD03zSWbfnrmtoK5sP1RwXzlmAFjvJTG3Ct18XeclObYhUXDchNz6O91gTYPzXSdoxPM4XY/DDpqfAsmep8lbc3kWvIbZmc/2U8y8LcFqUSZjt6er77xhfDfeQOWPktv0jd5zBj0jQkKpgbAilBYYoiCKGs51S1nNgcz7B2LQz9zAYxOsDUbf4I5DGUiCo0shD4hxn33BgCUH7OcaDUX4D6HZSpNj6LUqq+s5OiPrVNR1/lsCbfJv3RjE2ysPIJGbRLwJ/SWiJ4eXSnOyTK4930PS2vOsn1wcgDzfrQTx3LdP84N+uFrtQb/tcBrab87ZgqTrNXsrnFWjTVZKbXUW+4JjPPPQz0PQXoWz59yH/Y6ztj2DmhyS8QTn+gkJlqH4zatnbb++oj9ZNtZm69dKNnKk8iWBAWf5m5O8rrN78CT0qQA8eR8N64yD9Ttb8NrvWhWRNbpBg7sHnRWMq9uXfL0MBzqobFYfTP+3t5CqyziQnpm83OrH0WvPOCklyKED8b3ptkOpnedvFVCdhxgHrTZd1RfEt++/3T+5twDkUP+jTa8BmbGNcWCVSBvqHCPOqO/73aV07YOc9bGtLA9ZGjPFgABLXtJ3S5qbYkbuQzBoFH5NvPt9LrKzaWstMHfRXJyF0dqqrjNvc36epRKTnAqmMRIqj3XKydxANKMsXqCbDliiaXSwTdBBBaJMyXUupqgghnxHf0bz04R7De3pCih3awqNZx88CXryB3TC5yxo307V17lm+3o0eTQkfg3QJl2GvGwiPte+YIfS2wIonHOvFWztGSWoc4AMGf8q1+jUJVfej83RfZbxeHbrfClu1q94rAitwi2Fm1m20KuwsI4CcaVftu9StWn7jl7TXpzTKZm/HnrTn85b5+uzBKlGt2O89KRP2G/6jK6avwa8xOQNNjgz8nfBLc/NKS1o5vRfK6gg17KnnJX2lHELkDJ8yRLj3h60hgJ/c4RG9/yr3or0S4Ltq1AfYnUG9s5biUXzP/lfELzOSqta9DZE0xjZ8Ax0piRYg3DmZrRCAhkFyeV3ZMN6SJx53V6/7Rt4bMI3cTBQ9fo3p89UzYxc5elo2QfqeXseOxczpurqzGGTF3HgJrPOR7rQOYgGcP13gD1IrHmhH83ZgKu3H/oAbN8niHL1ueC4gH11/Nt2IQ/j6DiPLfdHelBx7tdWAUDHmHf+SV56lR6y+mPsGJdeaAHYKd3pC/v/VPPpt5TXznQVJgBQABgqHldlOKaJBYoeJxrTs6b7YoF7zz5Kv1WuqEhoFXJsgu9erQ9qe8kloMEmqlPapKj1hYRdoNb1BRZVXXCOP85eH1Wtz2ytfUdP1I8+mS363Su9xpIUT8CTs9dzWcUsJOs5j79LIG1U8I8efZkeXwMLHf3Zvptj3/k51Q+uae0kJlZFH2o1DvSxxRfM5cQnCBQ5tyY/hipurBGQ5w/60/MsiWQORsEk0VaAzXEsWy1i38GNHWrQNwV6SJAJWi04WqRz5LRJno7nsMWs7Kt7dqCo6T9zZe2eJQBxExSwbK8T1NRTScVRwS9tJzC6R9+VTBCE2jk0e5mTSKbZRq4lcH4DsihIb2B9noPhDGzQ3o35exNU7UOrX5FqxtDcRWbR2V2blZ6hK0uRWwDDKrq9BMOc1ajkN1fWCPXWbBdU2F4XFHET1JIBbZnSYPPsdQmvmeuztayLoMJTYyrAQrXIkudlbKldtED2TQhfWSg1dO12dtL2FH+TPhkzzfzHa+fxVW+FdkdwFI4KC2tx/V162Zi/TW9aZ40KBwNRsSU4srUdjVd7EZ4o6+jIxu4DVGEA7YFMBwHsqc6x/5O8ASgDChjwaNVhqoDYzvauoHFt6VY5J8EWmRJw95ytINXKIDLy+RehZ44IqhCX7NZ/HZUZWxUbgTWnWyRvizzP2j6JTJNRNoq1bOVpLnKZuKxRQYiJyHm2nwvYGhiNnr4VsWyNjudQn6JOdI61R2nW2rhep8rio9Ch29PfpBpw8z4K9luR6b0L5HYm/xKgl1mRBB0AaNXXBa7FRrBHbuD1gk7mJC1h96lMRG2lkwBJAkqrl+/Sg0xQ6qlg1fHXV5lofVXhReegmZMATiCbLKm88czWddXxAVaEhnY+w2GIacUcIAA7L3tP/+/ouFev0JgnCPbUmYGRIcEk1cL5M/BL9NehNF6bicmP/U0WVCA1GVRdLWOxhDWGGUkCAeQyMR3wReMP9VutyarO6El2hLkoCCPybN8KyN5zqywstTEaVehcm84mF96pGv4x1NfGPKDbWC2m++gXAV72tjWThAVKSDVxPuKZJQb0d2ST8mEBIKwlxgrntwAbrwtt6+Z1IHnrf/eX4CKKf+ANSfbZECemkO8KlEqEknH6TnVRAXZJ3qug/yXJjdFQs9v589Pd9zUbcXGxtg84Pt1tX3Ar4+3/6i1nXp61Fds5z+iX29/NVDor9Kx+75cxdTj7yKjv07cStx+3Jc3WcDGr02aELFc+opeVCmac9SczRAF9y97KzuzBj2J/k5fJgp7L2BUGorOmbT9wYlDXF2uS+gAxtEi6VdBk3V4HyBg440mvy4d0lm2vTi+//IbdM/ucXahK05iNk1zbW/yoT1sdNCCal3PHmdKe7PzDA5ThS7peKbvzXGiE6UpgONfSW9s+fR76V8/1zUvsN+vp7T6vk+TZvhrbjnGrqDT3O9diA0V2LvNO9/Qp7KDb0P+zpYHs2Ptlccj+k6C8AGlrZ/6r51UuB+jTFlI5s8uAI45S3xzD0AWyOyumg7+NvWSZ0OqTd3vZnmAz8+Wtj3jfGIJ2vTc5C9avOvKu2rg01pJm9ERk6LSk2NxFvnoW8HvYYrNNnAvGDDR1ix2eJUn0yWE3sgvsRS/PLCG9dRy479qI7Ume8/CDUMj+3T/N+V7GgujOyDEskeSQuJA5+T0VfmvllbOljE4HCJ7rlgI0Y2zrJP5OvsfksE9XGS4YRq8A4LEB17ancZDM+3xJcu/7s7uY6q3EAujjX9kjkviRRSbI4+jf0jzTufUNYtO3jUx+1x7kSx6pAOarLX7Ax6STDzArVfxfpndqW6LU7l5xE9tarOzbJNkU0JDLp0kyfZyEw+8F+EznrBexxHAS8cCZp3XFKIBXlORz/E/jWcsL/kxsl0wGOcd2BDz1IpTO37wca8XT+ALPUkG92CVJUXFnumIXKxKJfncOrN3PqrO/DjuFuBC248cS+62SjH/aIKVknHN07W20zFCxrc/xx5kP97LWfu967JnLBEOHmS/y80UAG2x7DD/OP7FEtnZtkiQ4ypITsftX/yq6Pa1OcvuMlx+8BL05GWve9vMtYmIv0eVkSvVe1z86lE2zOPiS8aVkvj7ZUfQfFdiM0Wk5gt+ARXI/8Rv+MDAFm+3zL6e3re+7oNn6Nvmudibmib764ovPq1+82Kv05+xn8dlRum/Mszu/D5XxGON2hqk3kLDS5sM1neEAAp6XTmuLBnaIOEsTP2ySgY3oqlYpNzG96xvPBejc9iX0PeDnb3pC52JPn6HOt1czjtCA/wf/fnSSawNFsNsLkHmgeCYPT9vLdj4Y4Ly9/mNsvBV/jImDzvki9M9oc2vI5eOYUMjf7Jr52999C8C32PXvvwd48KfosgDH6VUABcwvXcOM++P4m6WILjudPVQTr9dnE0mi85s/eF8F6apY2TDmjV1nzyl08EhNMmeaGzfK3De+TTflC+JCKnm9bozspBdmKszl6bV/CPiZfdE1jv6QVGazkL3FGcXVFCfNf7DWwA56pzfv5A8mhJzjlwWqrBRHjthrivm/C/Dk51Qm/+dJAP/xRwCSYpriWJkArepeRy9g/eKXm4s/WvAgVrcY15sWhUT/Zl+gSVY9zEb/PiwQ70f3ftwK3cmuM4Q+Xw5lua832LnYgVpGALq3Qn3Mftrm2MMrzFphE53beG+epbojQIQBfdeioGf/Gf8F1bEXyNv9N51W9ok8Y/3u7H2AYzqQPgBwsP78rMZMCmpbXsxeA1xi91kf+5FesK5AiM4cYs7G037r/azZ4oHLoXyYmGb7jeccbWioIN3YbwEp/g//wyePvvjLmaksPZkaPfzsyPqfBbBufbcfB3geExTBfWAgW8vLG4O37/P5FgsYBxvw9EnnQhvFSQC3RVxzBcs5XDblAlveTQC3yfF53crDW937NqGb379La/z2cwLamYEh5B5edcAlJfOfQIFJEsC+tvRD4nT0lDc5DEnZRsg3cUuZNThjg5it9Xi8958RN4TFjNklhe5hafxNYJ1kZkutjzHdw/YkV25C9z7BdfyX0BpK0Ov26r1zcZ/7zsEdx1CxDzRUpfVtNdESKff6N/F7q6V3l6MRz2A2tUPXGW8TE61cHUWPT//jBDAE6L1HUejufwLG7TXXgMKhrYT8bHJtmmsHqQDdHroCTrjeSQjXDTqK7rzdz6jA+v+VADYeSO4l0Ofk7H5DE1mbymsV97l4RlqEw9sK2ofv9UCvMbTedAskjRp0PWbP4dBnmKFwN8HD9d6V/d1z8zwF3s3kTz1sxut6bt5qzTv+BWtHi1KZkcCqUpd8GlDBtbrpz6NRmMaz6soreQ8/O0cMD25BDcPJzqqiFnAY/SAHdz0LHJq3t5h9Y/+Z75sAXs9nCMRVd11nrw/Z92aEwuc+VEhJhq/3l2qGd5OhjA/PVCohTd7PmtwD7lJPE+Em9+OsVab6Y45MqwXP9+yDO64GJlG1lB7hVOYcJ7dJEIGyyuoOz1LInb3lu6WXKRBhFaX77EnQ0VuCNQzIGgiC4/TTepE68Fshr4LtGIftyXw09oLBR7e8s3QP+15CMbqtSKnpgXeTyTf42Ny7fdGezZPFMQzsovbW3WfVoSdh43f2/rtJ5lWpS4CNkoS8NGHXBDCUsFUYneNN1LdqQ5La+ugDfAIC/s0BWAXQxiGAw+HdQT59Ye0v0qh0pjmMPKvgxQyzBSkaGDsHHsfkzoXP3AS999vnLo5I+4wmAA+FPTnf/Wq4Z5wSXAMNuOiZq8wZI/xj1Z0HeCJA1X4uEpw9K35LEFngwkGsL98qPBmN67eaecsaMyYkV2vPZeK3P+mXLYxzpkm3f7Rt74HeqlH9QupEdjarP6bLl5BmlHiWJwk4tIIkfyRznU+rDLqgj4eqbAc5+qQF4YamRSEFBfosiGL30udxtGXHDVf21AAAIABJREFU4IjtdhHxRHzJFKU/B0CRpAiDQ5Lurt9b7Xt0P9EZmGg6Yn0bD8BJYl7f1zzraIG3N0ehxvkerWuTKqVEXVKRU7S+uTOQBEJvv/aBhNaWYlW4ZG/01ubP3Lc/X5NSW7tBMqZPf5dQK2U2yieViUuQTT9On/rOehUai31xk+Z0hHVRJTl9J3DAkW/gT8Ir73GM6Ha6Yy0ODqU/fShBJdl1N3LX/x1mAw6u86hnzAAFBW1UgOi9yfxowMw1B8I57vHnZdh7pRb8NrRjOVddr2fOOWBW2a4ydX1jJc6rA39PcDhJoermrGepzdhNPWnOGXXsnUv5o3+M60gEbC+MFtu8ClqNGhi4CB1TEIvVjZziJX1XTZsKzTiEN5hlmKoKJUrNtdcMYcmT6U+6zF4ZA8OSOe/apBdsZxyrJulV+kc1JSdLn9T3My6y0vu0GnaOnbHoB3cNU45+0dmVMz2vJIAl7nfdf2jnAm0NaDSTTYXgKtftIwnKmwDeGXXskHx4vTZPRfVxiNkDTcbkZnWCa2csyEnGnVeeHSisvQsFWU4iXcVIk+sZB7CIAAUHYYxgaKLWNwm45PMXqZKoLl5vZE62ODcHh5Mqse45IZcFbRY0XHDZ35c8QzOsb+8SKvZ+A7C16QSq0VfNkfo+10c/t+QC9pNjUycYUHHPLVbdF9kJoGK6cftdsHU6gQ68YL2NxbnSBG+ebZX2A/N4rQL8pzqBZEr/a2NfMANJ1BwsTDSe8M3rVCcAXmRA5LG0pSr9agfnidgDJyhhve359jDK+TUQ1oBLAB090wtiW89EtkeR09XZlYIGWY2r1Tj0QB0+1VdxWBP0K3Vs+sYBEgheVd9nbOtxtaTg7NnpDzay4Lv9pDL/vlRWtT8dwWCD9kiYs+oe5NoaNJgZh3YgCdUsqD0ldBfoKCV/1tbebKsbdGHZIhDVa+0xOntGc8cVfb3A0+b3wd8Zs0uH06Wan6LSx/5xNrWXZt7vx/pn1S/+SGKad+skYD0acMAlyW82v4Dhca7z5e+D3veoC0itYnosG6Pr9H16qbTFKpwP0Pj6PtcZl+SXwKvf6oL2bD6LLs91VBG4EftoNp0A5npaQ/yTNzLSvdUKgwVonaNjDBA0W0K6LFaZC7qSnLQ6ufO64FiDrr2e/ZCVje5XCaXPvQqD91RKFYiyYLq1RwdqfVqVpUKu4MnR35Zi8sgTWbdP2YT292jcRynLVvksFbPWAxjMYJ+mEtpi6mEo+Te9KUimkme9Ve9rzB9jEShVYeawSURAEkwLGQ+q5gZdyczbBPBAV3R4d08naT6Vy0gmVjUFka/C1JpMH5PtVapLmJOp20P80wQ2BX5/SfWpPVCWitgDkv+tmnmySnLrtUTUAouqACT2fk3iYi1wBkBs9UD0g0SUvfBDEuuzVfZC+dmEzOnb+FP6Wa7nIJaCyOMzMm1d9eALfXquOwpJL3t1+mpnH+FSqaB1D0Uev0xSsvM2UA/6Vja687rVEmIg/Ld8qoliVyk14FA+ehOakdn0uU4qUC54a8DHA2iig04SaclQth+/YVTj87fmP3kBNxhvKxXL3OI7s+XROaIsp8PQ5gMAqqS7FJc+pwD0deaSTaHFNkryrm8+a1xlEpEAboACoGoxJnZD9QW6yyaAfR5IUu+3VSQDHbEh2S90twSJBOUoC3fGrQBiZ6BnvSDr1wEYjM1j7DeSdT9lbBLmL56vCr0VYhm3c9rZ6Hr01gPT11jfBKYfSQDnJQFMR6nMUv09n09yL3S+gqeZX7pu+nw2NH14A/n2lv6/v2ZMtUvpgMzL05wh5kkCTb/HH9sbeOxMAr038Tr6bMBs1fHPaneVdU/MAGhohmTXEAVzK30zt6UVbuXXWOdK/Z8hfpPktpd4C4abS6lf6unTHsG4tNBpcvuAFfj35m99snfGSobf/VA2Agm2LDeWBv80V1XfGZIKPcFcFbZooD98X4KYHTQWNy9rOSpL1VyUxapzBZNvfPLG8AZUT1uEJEfsy9nuS6ablwIz8owXzNwCE3OmUh3NbF5smZmBZ/9Ff3+WytrLqkM//R561O+T5DKHbKEyy0SWBMityVquDeR37bE+y7XP6NSM5wa9JTBRbq++1ms2CIr6Vj0dv8Q1P//CeZ0EdPbFentK3D/rmXbbO63CnG9Sjdz9Vvre+mM7C5/Ej/wsyc4vvxS/in/F7cq+l0h+EZCy6te38bX6ogNTiT+wOxoryJ9Xhw66c1xgtKC+fpFLJJRaNq0YXn2tyj1J1cwBm8BPdvhsh1Enb67id9uDAd+8LTxR4dlig+hCZ0VBNpnz2EHm4ffQqUoAt7I950/prX0u8wWATP71aZWUmkxLUiQBjAEnIuP33wbkI2zg2T7/AsAsOizvkacvAkb8+FNxNbOdZ2qskQ/nfE4C9qsfSlt/gVct2uHbxk/5PM9K9p2rquJVHgMUOA/JnSSsxGkBJpkMTEio4s3LCjGmwQ20CeTo3pd/GxCfK/xFkptaAv0SH0kFP3YCfUd/+D7zVb0uAcoe0IdZAviX0hZ/EL/LWf1xqhnpVDT/PbuyVs76xqEA2BsrlmhCpb5YAvAjALt+ovoB//kvT9LH/MdH/9W/ji4LLe73oR5G7S1Bq51TmUQyfu/RQ7fIYsBD8jIQReMPTaAvRlI2tJxHkm98cAllPpY9vXN3n7vAIuAwSc9eJ//5TttY1CaZHUY3A1K+AgqMzYYu/t/+25dthyMJPqDlwLx0F0YeCTNMMDdpzVa3hu0Bn4pZ+7htvHI9tjt/BZ2+lwrogkESw9ozbfxedNHNFwwktNZY93UT0tdQqv7nj2SvYKTQ4qIy8US7JsiUyF1AAv/in3/y6C/pEc2EeF3wF3+PzT1wK3vkyTNxK9f7IDIBsJn9BkzbxKwCqsVz9Wh2plNNNd9yf+uPfnn2HMCJIhD5JfHcHyIPWBBWGKGaHFim/Yrt81xLDGwU2hLNx8dwhuYseR0fz1zxX5+nEr7teFJxPP2/+DC6cbEBOoAd0qr1+IFlB8ueaixd/v2oU2tS95/5yu4QB+Jj8HPFigJW49uIEwH0PkkV/bVNVwk/+6bAwKz5s8/EXI9l5VHYdrGRvv1GzHQsLrWxW4gFrIs1QGVwPpNk8//tP+c7xlZgr+babNHX7AOxsHwTYFMM7sPYwwVROE8y2Sr+6baftD7g14qzkPPoItXzj7O/L430laE98/JE1nf2/fJUOx/ui431D1+HjKj70O9U4fIpnDNNAJc9bntQ/I5u9R6/odXu2d9tEXSKIQFrxGw/+2zMIa0orv+wdnZv9X0PhZ2B7A75HDa+fesMoAOAIs3z+omLRbFrVvxwW1IsORw9WbklBP4SvVfGm98e/U//588e/fnvTi91Oo9fnXvfgjA2dOPaB+hiPM3tXFBebWT7+MROjZufm2cpML8khVpaLQH8szgofe4gyVjYfv3KtlcBmOwHdnxzFzcBbOyCzfd1E5k3gVtn+kj7u0nfG4j7x4nQBwUzZ8BrhvRDFeX9TqtaY3BUIQjuCJJkQHPYJjIE8Far3UD6kLYnQrlb9EXRX+rAoUMfHLA+Yz7b0vQTpFqya9d5NwH8brDC77Zwc1bvXN0g5LuJ4l6niPM5Cx2TBFL+akNwbti3NsnGOdTSbfx8D4GbDL7GZOXrGHiX1vne92017Qn63AT4rWyt0ycIf4ILDTQXtSM5NSdaDw5/aUPqGgf6MoyOdUFHY6boNtkN4LnCUXqXvmDPuzW0mYpEO5XRl0e99znytGDN6LB7kOXnW0WRe5GLVf4d477zNqepcnV5LPP3i4T0fhPZhD/Dhd5YUHBOtKNm9AZ7lh2at3J6FMu35+3mfet1ncAlo6DC9j2vt8n/VkxdSr/RCFWBoZ51gEVZjaq5X2sFMDmovNu8PfX2rHfOW/VXw2KVmG4pSNckPsV96YkapN7cMiIakFVV14TqEh5NwEhsnUohxofXkCKbj6UC6d4ZAKWlKC3Z9uKtGt9htwTLULJ37McQyf0v6MD1RtdwKxo3r6NPXWDx6pNx5G/fcgbvXvf59vbLz4sgbpUcJFiRRA7sHfqlRoIE7B5jxEgEzGhrjz97NMMVmL1ou9ImlzJ7Y1VdR2leWbg9Sbc+63fbxLQkc+fm3Qqk7ZHOpzU6CUzXJr/rvbM5vUFt69PxWKMo91Lqmdt8ySHVQC0dyumo0bXv9rk5JfTa2760Gw/EtcOz9GT9HqN9/QYGxFhgGkLMuHLHHhDkB6KpvWvcO8uxiiyGged2P8+2QD7wTmUbxVJBHIKxFwgyKvgxM5CJSsNJAC+Bfh3iBklybUYofSmQbV1qNDZoSH+OKm7I0xk471Kno5CpjDpXjDsOWPurJXi7tZ6O3lws0W6l2iMljmEpO49OWFXSKvuvzrr9+Kyrub2GTiu4Y2SrFGoP0Izf/l//Hte5Z9GOZAHSJtfiHTNoFqRbfxKGqbNMT0R7V9XraIlHGb6kJIXMMObILBH6NBUVZO11HLQZ2gwIe3/JIGeCZx7do4D/2Y9xTopGj+Pu8w3UZZhLzuSMiP1fdOkx6hrsj6FYZBqHurJu7OsPR24EvhghnJnSaJ0AtgTXDMztD45jjebMH4R8A51GefaNdWnVY6psVm2QwNzpX6SqzHwwmBndEurkp8Y6A7GNVqztGASW6EVHvL5wvmsvkdUFJu0ZlW1oflWaZ40rR9CAeljb6DMoDR/yWnLRy5kk6NA2DirzY5RVv9UEO0H9bICCTOjpsw9r3yTJRgd6zo8S2BHYvYkZFdsSrebjs1B8W5OdVx1u11PiyjXueXSDxAOISGRxfPYdjmkrzmLojvro6PuIU8EHAAkS5uaywY7o3cwF1Lc5FRCqzRTdynExF5dVwJWsTSurC9gRGB4KtBTl+e6CWenVFUfEvlhPF1XFqkpQBe0sFLR0PWjUBv/eUkreB99Zxyla78hQ1CaoRUYkH92v/b3zGf3DJLPmXAucsWVC15b+SaXLayJrIBVj0mtSj6bJ5wBBxuS8LgVjE3WjMLqBL3JMr0nacCb8HRJVMlZwUBCmFKQZnypt6y7AC2m85OYq3lqVkTmTcGrvYtVsDfKgEz5IVwDABE88y1C7HE2gkaxr9upah2xsAggNQDYAHjBmENCSAktorj/N90EPc3I4kxKkj5OsYHNLKpnDsSLMvmaTcdpmEwUQEEfas65f1YNtZw70ZXIOvvwq1YIfrk3FXW/zq/pqQc2dd2Ol2ZnOqbFOXycZAlhhX0pQs1CK/C2IE62aflucwwW0rw0lEKj/FWAESuM6/4Q1jm/nrJUmGX8CZ6xZ5wCENbmmH9Eu6/VTQGGrcKPHSsu7PfcmQbwlHCczrUgu5fd6QP8SHUqXPQniO8VCOwNUGmT8/t7KTmjyJJrebzsDWUr9mUcTK8Do+9ZSMOKCLiSevtf3qxl8cjzbnGOqMsA1BxhYv9wb9KEDUGN2tx/7c32wBwKgG1vZ0R5nQF/O11HNusYpKOiz3wD4nGV2aSjJYmffhKqz7FJA0w0cdRRivXEG2x6cfML0eW01ZHt3qZ6nr885yAg6Nm0DWBmDQOG3AbssMPCowb/1TFP971FG2+9lHnwOiKuJ6VQv3JcK+NFLb1+ZF2fkV6FNW5WlZK5EYvr71ViXOFr1evUA1HfkVMDmu8y1wH5BJPmd4N99rf1J9tORZf6NqnGBvyel9st5F1lAx7czfbZie2xFLzqTCpbK+SiaUyBB9NizJELYODsA+Ezp/RcASBP3AV38nOQiW1aw57tDeeo5XgT4weZoUrjzM6pFwf6CUXqWDxj8uv2XyQMa4tC/JQFBTr744su1GiFn0bd6jaHeBVJ6/UMCnxkFuXsaHWPeSi9bAAc9d8Cxb+eQfSJwYbbHWKG9SwNK1S8LxJDTqyt/yHybjw9Kfzefmvy0Sj/65HXnYW0Jfvt9/dJRsy5wkwROqbGTZGxsYIBWDCMS3QNAm//ohlv5GHvj7oHnmb/5s/S8asVDGVp/F9AMXfuofH9GXZ5t+msSqZ5OYHJMTgOFxRpPBU2Ca6HdIwM/4PvMCxPG9+mrqFL7Ie7CF7EuSR6kGhCYk5yOInbXX6LSlA8w/zpzSTkIUldG6ClPd2w192r7mOhWVXZ0VsGeeYYymeQ8kJicTSEZmASA/sSlswVymI4em5GA24AMYxCZDTAgCHtboG4sbqMMHSXzKsT4CavCYLuT88cfA5FhLQgIQc/e2ECSZAJwzhwJlHaFiRxpcdDz3DN2/71qP9n5IMAiEvEPdOHOTGcc8XfuCZw6U1QpOf/auzGB/tmB/Eb20wleZy90L5KwUnqvep7d7PNsFeAs9L90+PepJv/yy+dJMI2C9QZH+d38kg8+lMgG4JNQ2d7/VGVRdNqr719lr/0587besWwyST9zyHa3DvQe6tX2nM4akt3H+ZzqWfc2TuuCIv5pdOjvea7vA7Co787WLDMTJo2xKXg5l9xHK5GdaadIgh1Vf3UxDXO6KtlVUXXNWwU5GnmtAVC50nXsiIEpx57U1jm1hQPyipxL7pM511aBZA4/Es3Pi8/PJ5OULbtIZGrn7NUPKrntxcnkB608pid3bkoiNbGTc9P58iwJIcCWUXkCr2G7QLHIBleNv2BTE4wVscsSoZKTTlxsb/4MH+1J598eAeRtYvjEHy4jlkSuydMyoEwhTdJKRo0xp8wPPVvYQUApqn4BrfmY08vsaZTXd/7NZ6mX+Tj53hIOWyMvsgYMZn9ic6A3JVg/Y/PXDhPcXiFBGZPyvPaStcRIxO/nA939r/UBQKOzwMu5foGCS1KIReUMyDkB7vTv/rv/LOua54l8fBca7uymgrCYFfqDf0z/Zm7JjyA7w1VV8dP0+R7ogHyIY8w2NMZWO2VO6nNH50jOPPpd4nFV3+TrRZJT7Dj+0Adt6bM5di2+NfYX43idc3Htxuw3+huYaMDmgnyCPHGmPfrdXs0Z8oKPcqljyd6SqOxKiQKAdL6Zy5WRAdOIqstWAANYJmaRvf13fw5tduTAn48CQH8Rm02C54+eNxJj4t2HIS3AIAmuFlxKOscfABRrbAGDW+To21RNetbnocSmcwf4nF9l/JLTZdfKWSOR9zwAMbakdZeYW3xfnHTsSXoI/5H7ku0xF7zOnAV8k4S+NiwFBoiJlD1lxR+NazcTNraf+hpauSTxSz9Jfi1hn+eLbBfIwk/LONYmRSx3IMVX39FRdLKgQwCcufe//tf/NhXakffsr+9PDNCcPs9ebuw843/1kr57iPezVVTht2VXY2fiCIzE7uqeU2Tip/QQng87FjT21VuG0uhawD1+2RgIH9gcn7a91Iqq2gohl27iMv8G4LJv2JF3v9QW0rboAAydGWOrHNV/C5My5wM1znZ1LiqkWBut2VCNz9HlGXPHdOwC8aHbuoZu+VMq0MUwxUjouvqnuebVe/xH5yQw1DdpgcBO9O/HsYe+j39eV4m8Z0qtgbjpzz99/+g/+o/yHYxMQiGZSZXkY+k7BSyZ58+yhxfKzv2yP/bMc1bkFNr6kF7VluwRsDR7Y0xH9Q/jE9PlP4bi/XXAMKpCVez++usPqayPvxabscn56Mq//T17ezb/h9lH/NGCVfJvNn5ZdjJSNp45v/mSxgYVmGSPOAcl+G5Ff4sGjj8PVLGclKp2tOBVPZ0fBpV41wPAZEwH5phcfhq9+310kzVeMQdbNK0UokutLV+r9qa9VxzeAGooiMVfxc/I0/rb10iu3ilVNVaPsozRu0AoSLUfPfpP/1NtIwIc4xeeQkERtW8PJbm99xQzaymHB+ht7DDxyPez2GyYRvPY35mH6w99mHOk50r0SNmNWomLYW8xrRXosLn58dMFfZ1k6/5RVdtn/i4yRpeosn/yyae9xqtvX8ZeetEe6AVIZG4Xx1Btm7PztKQpC1LvNYY4cWJAL3sdCwa9C5jXtimR59oVNTkWe7W/GhtrUZgzc3F0+7U5uciLzy7Jm2fNxNKrZb9zvpuDJnQH6BVfMQ9jTHb+K5R4/9H/5H/2eeyY3ONtArrlAsyLMxbX5S/dAsH5EfS5KSzLVkAInXdxx4zDPiymtmaI/a8dn2IXPstyU/xr+vwW3q5t4nTjLTx775vXMxVKtXSshv9/Fb5zxLaITV7mv3+cGL7XusnJLnj+XNSLZMlozHYd/77XKN3luwngHhKrgLTRbpB/fRcnRNdoHT3uebvPJI4zup17rwa0G39Y8uwmAu93L4XcRdLcRGaf4RiExjpH5lSG+d1ZdJ+7iavd027dWOZM6qswx3YUqwscTblsTmZgL5DrnqOD3nN1TzE6TgKkRngXfAnSk4vsZ98GiM/Y9/2bxNyaL7FxepRSFvN9u0Fr1FPWqqSgGD1DEZB7lfq1QrwxUaQPlU73Q3Mo300A+/Bdszuvpb4z/k1X5eXtA5t363bmQBCb4TPaifUlvet7E5g3YFMHgcNpPvvxHbBLJD3I4MPcPiitixipHDchcSanSZRdo1Wafn2G2wT2QYMzhosOb7WivkpRrk1GjRLu5AbrLD30uj0J1CbVTi/MXNseqbOXl/USxLYFHG41zlWuVaPMUWeYr+Jk1aKMlyJJmoQcGKH0qnkOTsN9nha32GdnmTlQXvZlgwyVza35nTNjmzPoYJh8NXFDCfb+S1r1vdzg9n/sNQS0Kh8SfafC6Owz12e03gpxN7h6o8nXs1+sLWeuSehWW4xycMmOJY76voQRxKFDMgao59DjS0LdIWo8DlvbgsNUWT6JJ79z+NMTo99clR/Zu70vG4Ql2z1cOAWMhgVAbl/zoeMOHeulUbavIpzr0z3q51GBDhhwX+thhfJ1TrdD5yKX2kPAGkhIqnzsODb3HFMG6DV6buL4BhrNFdkAihaAQenCSYHcVMF0e3uZDg7L2AqWDF3weI7y1e9sBMMuxZwA5pEHwZL2eCzN0JK7RR7nsz+p6ixY5/agsgYSLjv0KgfH6Z4T4Vk5J6eCJUbBqjwYnXo2HKTcQeBNn+6+9uUqLbefyAtnW4Kh6MQmhiY7o7E056MNuQZNE+VHP3+CiuYs01dJNpSqVrV10f7rS3X7ha2ful7Tk1fX3WaSPBj6jFOjb1dB8JlfaEB7VHyhySHBqfzqVn6MAnpzJECUoqbubQHEDyAg6ekMXVCPUTPDFJUJQ0flzVDpeh8z5hgjP8QZbzVBbYKDlj3JX8Fs1eT02OiLIrP6aGQ/rkcvpxyabijG1zHaRplvvYdWlAAxDrrJS9Ux48XamgevS4lszyz5ux4inLYh2FZByfFH1/o0qHLG4pIdh2qGIVTac48yJGOfKMswoxZif4EYiUxBY7+7VbZL3HZj97uX8uYD6P/sgR/Ri0fHc1rWt86zR4d4JlVxJ1d0GQkekrNkdJTT60lkyHMwLz34+vlM0Y6ZYFXsrQTMZ0dZSlZWmSUw03PvnfPVZ76L0X+BJqPcTWIrTnSBFSorI2NQ6ddoZExzDNoTuAHCzclPmcefVNarVO/5tCAkmk29jFVZXh3v80ukzibBCKLqzEvyWLVTzxxnUed2BjHnuPS1KOrtCrrjnAf2mwqbBXUh7Ee169k5LM4ROkDfo48TOPQ7Mlrauci66tAmtkvdZGHYNx+2uq7AgFwPdW0r1w9Ay361ZTmQT5KkI6OCctaMo6CShawJABpTZTcGucQAvaFXY4N9lfEP3yaAi7I9TAo2c8ee+WoPNSNjS3WuVjmkUB+9Ex1Ff32WxArUa6vngWDYXxH7JSMii9HfHGs259WFreg7VV+vUxmGvlCFH1uCHO3sUyW4pDO0un2qclfCUS8tKnDn2vRCgzhZj08TUKtt5WvHTuPmJE8RcMSq/b766+sTiJ2NfKm3UZx53f7eA2dtPcyntUIhyUG7lNrtzZMhCPSv9x/ADXAI+24VKwNXCPIPnEYmVdW0b+E12NiCkUHP3ARBgyMJItNFrbA5lf+qBsiqiT7y6LxvckGSpYGZJSJmR6BPzKcT0Be85dALthSkFtmW+LYPUSA7KwumUsXnwJOQb5/17dPOZ4PJAoIDYwn63QRo9UOTHCoEAEQC4MnP2mk9mw/rUj6HurJm1zXwOvOqUj5tkk4Qh877LNS39JkE4hLV9lRk8YBpJYVUYhVQx1lthegqdwXdnqjIi97gf62X2PofagOwiqsly41b0LZnTxz+335B1Y0dYJXDS1fR14AKq0JTGXz9BzpYdb5qANf5+isB/a1Fg4k1skd9vwTH7OP2YMu+pPONxR5QiWAjOVNWWTWmEYj0AYMfEsD0AGCA+alubQCdfWEfOItnENx5LlMNpDnKr4yLzAhm0BVNHqiear+5VZGPvldwOH2FVdue91wbnaxzpMwiAkCtVKNjgYAWuECB9/ijVVwW7S+Rng85I9gwwHo9a9qO4vibBUpu7uZ35ow61OLtfZz1/CZ94Fat80XtUGwF7R+t0uhQurandnToi/RhvpByFb0b48Bmkt5ATvS2OVCJoToXa0lBVhlLqe2PLTBwqK2RZKBevU/p1Zwpgv/Z78+jfwRBvEq/HzCcpBYmAwF7iTDJkvXbDCVte1HHjjmVOPSmAGT1KzNPGoMOOvLnXFgAdT3LV/k3kJCEZxMI2ZN8UiAl9nPt2eqcVDUEjGdd//QXVeazNfoSj9F/LtS7XvUXag4uECkR1o/VX51f4d4/JTFRKsWcMexLc+e7KoDt1587B6o9XEwlM/lOpViocKu68/L9glxOMsezXJAq0CtguOD4q+y3mwD68k9f1CY1Nxf4MvaHtVZh+zn77Af70FicpQWA6DcYWTaAJorba/O9Vq198OGRwwBIyvDiOZMYbaA1lWQ/pKoMCMnKsClVotEjAuPO6ALb7fUG9djvAx01ztPzeoDixX3WT7z9+zJ39DQbgB+5FhqbIKZ5E9jRa3QF36XnW6vWlhxThdXWAjGw/TuZAAAgAElEQVSinYP2svOFvgIUsMd+SJDTvSX3jLPtlqon+abOb5gfoIXLNKG6z/SNvep5bAjXKYODIon4Kqiy+Sw9G3JOq7BrQuy0iRBosIf598ZbdgHUwABm+dgSwMCukt7szFUk3jgH/6M9VX0+QdUCgfKS5FohxiLfbJH1scZIttYT5ub6yORYss19BDQbYF5utUmJq2veRA+U8c892OsFZkWmjzEh2fFcb/CMpz1G88G2bDn7U4/DViHlnTLwFOQZXdF2U6vqZ3PpwUceyCt99epV7IcDoiqlZM4T+qX+fcSgtmLWlJw6d0q7necDRCnwtlWjYkHbT55fAtgZ6Dy4rbU8G/BEWU0uS01kYL0PMZ3oGZtEFwruLFArErFhpILusbMxFWM+60w3jrXwqmEw20ZcwbXyTKtA3Tg/yDM7v9qmiF8MwNnKW8DP6PSCPOYbDeCi3cTADmSu9PGROwAJvpszT4IVYO2b2F6Ldw1o7PV5zmIpCHv08yY16YaMLUP9Kkmaj0O7uuQJnRS7ub2i7eM3fa7PAnyp3xibib60vvPVB8r+6MRCaxeUteD99BPNGqbnLLvROowdg90uljzfdes5kJSEp7Pxo1Q18sEwgK3yfQAR678qsicdH90v/PxTqJjfz/eeJJHp1YKJLBHbWAIJjekAzeRcRTHtu76edAW7xt4AUvwy7Rh8ruASPm33e/ZWfk+Kx1yXs6halK+pzcmA8+ZUHFEiacDDMST8/d+/bLU+2/360Kh+UY9GQ2Z+BqJiZ6HRdy2JDX9u7AYAou1UWqGbMydzJxH140/fPPon/ySl3AWik5fZN3yqz8Mi9SpsNWJoYw7T8/hVxpzzNwsvMWw9/N7+cUp5Ki97zJ+2Xcu1W+iRPf/yG/2Qd3758/XfQvv8UnV29Fyu4/tLhhymL4lQekesUUJ6irFnBFuP7vw6VfvepzcarczngJ+t2w98q/bW3XjZDWxN/3WcDYqvGrCAd2dwkoJ6X5ObF7GXMYL9ESryZ6E+Zvd98xKV8frB8x0LWkVnzuY9ZzDfGqiwwI7YUeZVsucmmdhSZJyvNpkbcPomtEoN3ZjIWqgNQB0K7lLSpzJaMvckx/nVK5pa4cWuF+BjPnNzFgWxqDAs0H2+qGrVx+LJ2a8/p/L6u1d/e/R/+j//00cfSIifwjbXumx3/FB7uAlgQjbRfrvWpt67pW7m5+Z8+S20zmJfo16fPYvhrklY7HC5ZsHNZUdM0j+6BWtIz+NUXP717zMnqXhtrD9+Fv0GKM8Wdjbf58ZyIV7X6kn2ZEEQy0fUDs77putN4mlinV6upSevRRuzyZOegU9jU3137DhnJ/vS+Vabv/p0MRtAa+1N+PZimtox0U10DsBsaYHNo+tnzUoxnHGJtzvr25In32W7DyC6sTc+l/VXIHLMvO2ljPRf/svI+oexRQIa/zljqz+UM+BNQUp0cvq5xx/qM+XextL2YFoONX+AVYxPuM/znXruHsHVjsCM8K/J96+Ns7CDBxz03I3r9FMnIEAOanxmNx35Z5/U/4oedI/uuayfM4hcm9e2/zoALXYMMBid6b7ioq7vDHJ+Lt66+xtPWSmyXh+LL54zYJtv/ty7xWljN2HDbk2ckz5TsF1DoatsX6JfTsZY3sQueV45vdTULv0099t7+sA/ffTv/fOc/U8zr7XHMDtNf5at1V0q+2zE7ZerF9eneoAe684e61iq96PFGn5/SAC/aV7Q7wfopv8aW3Kvxhcf8gnNL778PuH+3K3BuJtl7BDc8GHhODarLJyDsgEeJ/fdrGsHrzLh/m6K3uv2DHa4Cnxfnv5L7bYHPwmkE2S5YxAYbGJFENpmPQ+yqrBRh+weq+bzGh3h3r/XWfJi/b7e0tQ1OHQSVrn/Rdfdcd8xXWOV0DUhxxozEWdCWsUquU0RO8hO8HbPNcP7In/ePQD93ia4Dt7+vff294s424gmCEts7d/mxD3Hw35fW+x70N7E7xzEIcz3fUqp1COMmfM43mc4t6G7uFQP6Ye+xqMwOkSc+Z5g/bjebxXtAxJi9AIbFaTQ7SN4x3kTVwKgNcNyvdtnpqMXjDhiJFB8EVQ16PK7dxPA17nt/j7Omo0iUFPqwyLoVRQ/zNPbCctfJjOUwJKuN7nqM7vfFEcT9kXO/sMN2wBHh7zr15A7CV5GeJ1zQdoTZLlAg45VmCcTNRT35LQ+rXVpwu+BznuN3yXplyQ1X/aU5NocrIdnbCV3HeKte5GD56HR3rjBW8q8rn/GkJ9dh3yuSOM8l6SPsTTR2iQco+tBd3i2zhlAB4dXfxT9KVohc/pbCEbmoLlrB7lWBXV0yoNM7G89mI6cThQODVyuX6O1CLmh0RtsaIX0RehYgCHkvIpOhd5WWZuDtYi+AhwWfDY/gvLm7qOTXLaMKqg5aA42Y50cD2nXYDv0u3XrPYYIvclD8nGTNwuaC5QtaSExRV8xAslnK2ckVo6ivjLwrnzeJPDS7UuyLEE6Y4M8jdZ2yZA6lq2o47QxiDa2TjhJvurLbyCp2isqCDXoqgII6LhTVZDPo1edXF8QxwMAp0m16kZJpY1jSasZ4a1G198gB/xNurs22o/A0jt3HPXbK0+gvEEdxhRKlkNPs6DqzhfO8+Rk/Yfq9DbQs7UfgOGaLTvwjeU6yK3ubBDogW75JqUqk9VnS/4XOHHOTz85+NM3S96i4hkN+zUwVKbEGcWdbYxo0jIiyMYbAFNxQpcKODv86VAOmf16E8AM6QZjY3wbQ3sitZoq1UORU/ub88tYeBxj+cPHC7brHYRu6R7P7acmeOf8zT4R3DBnPwSZT7d/mgSqveDZ9H27e8rY6+BD0Jf+aMaXPc0BpDM/7Hmw5O2SoNtHxiuxwH4wn5K/9ou/o9Qp5TP9HoSe/bRE5lg27JtWgjSZPgpBes9+mQwOtf5D0KX2ZpMs6FMg3875zlm8VOgDXS0Zx1i/QIsCuzhOkN5xprtc1r73mM5FbPiWVqpBCKHW7OHQVJGlT0KrVcaFJoWWqK0Dc4y20ZMOhU7vtMrtPEP/wkW3X+qY5XMc/PxtCOWBJmZ7O1/MlxGRz32b8ahfpzVw3rTCJ+vQBHCRxafvLLqgoNTXL0q1Ywz+6MfPXkCuq+AUGFfpuUD3qg/XSwidMIO+jCDn+GwAgU5wHmYMHKBrgwgYNbhmxBxmjkgTWNZ/F6gcABJAeebf5qCJrPycQ7EzVkDaw3IM6IshmFc5aR0laDu/3pVQ8z2Ak+yDymfPCuEYTv+QvptTa2YPxIHEOlBep4cq6lIMHbr7OkBNkLAzlxh0vcnmsfFKvbXgnErnJnScpQ0Qnp6/ZrhV2c6GOGilqxwjyd2bznNy99GhITZHgr56VK2aX0uEVbAOKauCiIO/M+GTJODc05yovhGAtzYfNYCThF4SeMYgXtUkbv5rG4D8G9KfLJRCK++Tkd8S5Bpd54K966U2exbtmvOltNqRF3ume6UCGgrYBMOahCwuY9TWlXgJtgRojbs6NM/KxnA+O2ea5CsK/u7boY3r+MVuULktgcohr70ccRuNuAqjnU/d2+yhIxcSZJKZULJ3N6GPruPls/U/ci0BED7HYQ0o9VrmRBUXu292gIq1Jc4NYNUza2alivGXnHXuUl1DD2UP3YCRHkxspB9+kFxx5ic4ze6LjjW3v4YycZV9p5dixiQ4S5cCZ1h7c3Bf7GJ9Vb2efJIK367rMYIrnB1WgqyhkBRkbIItgc/I1eg22YcV4r5/K2gtlUDG7ds0OZ8NWOBKFdCSZeST/nU+VIayj8Y4YR0GZvwufbUFqCSrOPwFYUUm2oMUKON3QIrRgHm572hFsefsQb6VND+V4pJLEkgSyH73yy/69nHMVS2tPU7nJGcduahOOsAFCR3j8TwCga0INFG1dyrcrfa3ny+1/00AzgEf64tHkIjyepe+1L9LKVa9D0CQf8fWEOygk17/8Lrr7PXi0xd1zp2b1mI2WoJM+fyzIM49u+usRzeduJ65S9oJolsXNuiq0lS8mc/3j73aKrvoAb0cvZr8bQI4c9ag4PT66KjJ8nx99nFpZxMEk7AuQLpAD4mjJAoyHkF0Qdue4/npDLvgKvcpC8SlbZf8zR5uEDVzI+hf+t4E5d5PQPv77wT8E4hSqYRK/dgK0xkBv+V5JbR/baIilR9fpTo7S/w8yWbUlBZEskI1mTXcmai6OmwT+kdnLttH7RVAiXTyqN4vOMlZZ3z2uz7AGCgqP8AIeT72ZoGCrQgc4n7AEzRuOW8ShGoFcPZQk5HdHypUvq1++PxPqjclhdf372mSDD0vTgJlftWCj2WXia5xPvCZjYF/RfcA9sw/2No7y9aCYb7Ob9Fz7Uuaf1b/ZDgYK9hGnrWAq6OHC6aJgDkvWs0L0CABzWfO9cg2u6V2cKn5VgXCrnJ9z+uYq39ZX3I97dy/lben4tuemU4beKfUfTnjJRDZxGO+UfWs0laFIJuC3McmyHsqgBtMjL4A2BEgNUd8lgvwWQJzIDfn9phEzn72G75S3pf4c5ZZJ7JiC1ymMmNiV1rrAoOBFbMvx8oxv7h73frkM+SQ/WJ/qWSZz4OGcv2Pvf+Tvr8APQUPLOHx/WEYQccq0Q9odeNA5t13nzRxF9+58rc4kPl5Ffllu9QOy775DICvDGLQC6MA9xK41lvVeWw/oSB0DgCAeT1NQt5csDMBrJxFDcDXjl2PW1VxwF/mDatEweZYSBrPGMU2vboKp8139Y29cFgB2qMwY7nJuLWJME/R30B92IQyT79G1l2Dj7h2W7O1P00ikuZRlGCOPoz9Sn7eRH9K/lqLrr1zH4jXGUcOe13AK/vjoVqxZ0+eV+J/fcOno5fAG3Dx0sYDQqrM/ylBb3uP/LM5FhdcMQYb+/r2xnL74Pr9GLbGwPYi7BUq2tc2hTwvqDwQPUAjvypJFj2N6adUqWodUDrY7C1n4z1rbuyoc87TA/ymj5vEmcwY4w9vYu+cJG8s6aZV7WN2j76OZT3Kc/PlfvppYIXqPXNgTvM89qj5Bkg0V+QFeOen/GF7feg8yJy25UnOnk8DWn4aOv9VqUY2JAiyhwDsCp4J88EnSQw/y7ns/q1uLcjFhNGlwAu5lfn1R89k9hnGQoCTqqABnJzhv/+GXmX282ytJKpPD8cBXSV6VVcnCUKEU3H46QvtdLLHA0p7FWpVrS98t9V+GeFn0Q8f6gkuqZ4pffUqwIG2sph/oKL7vQDPxnpgguens724EewLe8Caqcb38jsVbP/kL897HYnE2tF0ds6V3+tT8E3IVmLJAnFiXKGg9iHtuOV9ijOrvO73pPb/8//+7oCA+QiLVUpUraXG4ga1C1M5iXZfYurv/81XY9OKTVJ7sf6BSsT1HsaQoUcrm5QeaFK+tvbm4FXAtuxxutE5/mkqG1VeayUghkB/ee/DJM7rU9S+WhGIebmxyvri7m8+co+XWQ8JaHGD/+f/g80aHZHn+DXJwttOx1haaSmxToHn2dhwA+Euhnt99ul9uqNZhNri7v0iyWs6/UftaTDSRH1+GFvkMwwe2XuNgdamWWwOE8Q9c+3DssqYlanb6v+PAywgB98H0CO5ac6BQoz35dfzr83DcimL2dOfPcfzx55/7/3sj+hrfkEBAG21smp3dsl0sEdeH/O1SxqYld/+On7Fztb5D9ZqbTvqCXXfOJ9bddo8BkrpF7kH/ytnXVm08nb0J2A9Hf8ocgOk9Mub7x79H/6Pf5fpUSndsGHlTyyYDkGB22KAj+cT3fnBiuULrRg9rsv3WC+c1y0+EEuPPxjb6HGSl+yS4k0B6Qruc5Yu5vOk/YV799w7oFHdE7IvPMp85/VSF56/cVqP/mV6B3vV7TDuqfvGu7kU9ORkkg8KtE7nxQaPDLsuf68MXo7R+rQAUn7yFek9oJcZCD4j3ikuxDeqnlTJWza83UNM8PvQY8/eXnuvJ6183vdtl4L081ffezfV1jmvHE2BvEmlNN3/ODbvf/afxWb7IOyC0UHfp6r7Amb1DC4bRGJAZI58f1TgykA4ztMP5EfOApm7zmedr5MbaXxzhXS3jciHOUPJkp9/+C7fokCWyQe/mm7Tk9je+OPYqSZ7RQNiqAGlnBY9rUhuvkPugS+gQvgyawEIOyvFGzbRm/PZsM78MY3yl6ODoiw/yh4Zrbv19jwW8BwwvnniOmOqwqQSMH/2X9ujhj2BLLQ4gM0JgJNH/DFnJaDl889edH4LLjxspR9HdlG2U0sS9E8++v3Rf/+fi10uVkfX+q8FdxkKe8fYPaM1Xi/xW5Qw9pW1niLPcgzTo91G7MLsjw9jXwkfjl3n5OrYqDnTuo0sy8KfZ34yHxLAlEEPoxgS/zhRWkHOCNf382RWz3u99z9K/t7P30reW3V2KxzrVGZBXcvPUR6cQE0DNtMMN7m84Y42+m0CmOCfBHCr8ix6H3yViIR3hzQLZgHm/8aLgBRde2kp9r0KzkmkNIl7NsJNbLrOKnIPAqmo6Wl/92ly8wi1hX53/ipukB75fA31fmd/qmxtlmYYVl1z379oxCWVd+9WoF2nujeZAcxYNueXAvs6zneMnvf+vZWRnNokKdyrhlYTHhSuirNJS1EECeqMbgQd7aoaOxf508B6N9TWkZTeatWNeRXGN3nS3mRnzu68Fc3oue77fZYbJF4FsHE5uMnOu31UF5xa8vbSQi9AO4VgPiUxHZC3v+ed2/vzIhlvwrcUjw5mG6kGy5JaS1YvkVrlsPjkebYdBvd15/nOxZBNO3xvAm3Jh8nZfveQQG+F9TEoifua1R+ABMrfbHpBVQfvKl5RyKAXsxRLAM+oGIrljtta/GpPc5beVmmRu+nEjqkyqKKAIw/Zup4JaA3agL1J1lWiXoDEfe5b9bnE15DsrjlHZyi9C26oAW4ec9/SaQNyODAklPIcggwAIw8U84e6Ltd7WgST6u71Q25SPg4Nw+EGQna4rBoYfeyQzHmuGOxVId0vQ44y+hntM7YWsBTYWDBD4HXJxpv0J4ujDpUwHgWu51iP8/VA8Nw/QVa9BVskoImWLtcUoHhIAD8815XFJp4OwOD+vDK1qvrtQc/h+m8rpfPe7c/rYOVoOgg5uq1KKKrdd7MeDlgV6pkfB3ApopsAHgKrOtrGPY5bg93vvO7+ruwdAwE6rPsDBW6T5kleFoAx+grIXcEbTqj544Qbi/tJEK73Mbna/uMIQ0Mz0L0kcNaLcLTJk7EZs9OfDmiozyB3z35xKHp2z2hNR2+8pJXXBbe0j3jvuUpse+lbVVORR4fzTV74juqXaxQ5O1Vajulg+7FJ8Abr11tQAoksrpfj9BlnyRlItgRLPLsEomQumbUXBHcgZxmL62e14AyDEI7F+65firo8Dvob59DiAKMWuZThvrvkvKr3VVhLAPdecdAY4QxWhgsHxz5acI1hx1DPuhWRtiQsg7g9m53OuVgrrCOzKLF6Xudev4S+rmuSsXFIbs9uDopAgoe070oFUwNYAGiJh6LiSqsnuT6GCXqIvIzCZYare40yfD27O98qSWP8lEqTkVUZlehWDb/kaPd59dgcScEZ6yDoMnT/wDUflf55+uhYndU1J59cp7H0k5CImY9VkUpW6vs0lPKlUV/CYBSmdJyES+nII8+XspUefKCrHjisDnrW6/Zq5Ixeah3BglHoARegDJockq2uvSB91qx9bnreMzpS1RCUss/p8/TTmx8OwIMFKpkv8A9csCQRBCnKzcNeXR1tzHXkBaOz/q1Y1WDuyHeTrnWuFoSh7wQMrklGL0B51u6rvhuVln4zgku1HTJuiUHXsWZFpWb4KJHIZR2p6Dho9wUZ2GgCUapxoLCvfUm2lxDQi3HJxdsmAcBwNPqqE1rZLgAHkBCZfh1H8OfI0/NUKHg5M75JVWqrjJsoZKvMYCcHoyBPwP7QT5MnqOJRMg6Bu76oKLTz/Ln3go8YKYAJPioF1+PsRwF8n+FMbp9dloiAaqBlI/fkRVCRfq3dI0ErmZjrrGeOwGUSafkuOqrf0NNnDn5hsNR+uTYsJ1bymGEqASwYmSR6EsCXSpjeJrMLCK2PbXstRl44SILTtZOAXfQTr0O73o/2bAGH7Nj6AulTlx5rxiAJZP86v8nsWj30kD4266GQ1FM779JPvydo9iT9R60TCjOO/8AdA7cYX1tnZD7WA1KgM99j06JFb8Aw6w7x3+oEQfbo2Iz3shPQS/YItPsvZZGA9F7vPXLX9cuAlgBGaT5fhB5lRxVtn/cEZZqwb+WZ5KtEw6o4BKvRoREB2+cDvUJbeb8AbUNGuQbaZ9fwmdujqIEkT5rndWYKhlTHfzSADXDQMzom8zB6dBXnS4h6z/hvRdfbBLp+jw1QCJRZE0n1JQ7vH0lTKOlVlevDhYIe1WgqIkIxSGdbU9972wO756BegfqRjTLM5JUeMLrmpx/1X0VnyN4GjlPFuXN3bW92f3t9+/CjkwCe0/xbnHWvVoGeSguBDpV6xWLU7h1Q2Ly/TB9Msi9x/0kSpvWbDhVtAVDB07eXZuax9Lyc7eiWp6lAnd27qn06fa1MVGgIii8R94n+x+Q5tqdqkvWyxwQEtMG2eFmd8zwBYufGTwnibCvSIwlQNpFebdrrOadGRb/gp8Cr/bTWBNNn9MOT0K7b3ypErQ3gAT3wpz//udcp/TAQcaqhAB0E5dgDAtkDfi15TueTE++xd96Cns+epBOM/xc2Lt+s/iQk/wOlNPn5UTUJuQVUOjaAcayqI3a5XufRy9pRND4A9IVSLXrLuYLxwAy8/Orrnh/0YCmIT4L2i1Ds0i1D/Gs7seT8AlWrCnwaQA7bBWBlrTRi5/+jBDDbgD6lzyR1LmD+T+nleM8xFZ6XNrQ2ymEjWOX6w1zS5e8BCcSmUAVsHl58seSqPeD1WFsUCSt7Pzdo4gzVen66LvpACURg0c+SvFe9VN1WnxqocoDi+SvsbAdA7I3ojcqHPvQCfu0nSFanN2+Mwxjm065lUANc1Wv2qfYPEuajjiQzZERgq6Ch7Hv7ooCjJtrt8wOKIIrAQUk0jip+/SjdB6vBZQcBgFQ5eul/nSWAlM6wZ58tmK/CrjR8eb/6PPM6Zgz0szknAijBPlJwNpswP7VaIO+YIFbhTEc9JIAbrDz+Rit9CvzDTjAbg37hm34WYEETmjnHJT8Xt7Rexw48PkUTnWW0WXWxe6rsUo9D33wXNh731ONWdbi/O4c++zS96tDfoz5M+wQyYBxN4tEfkv05054leE+3GBs/SOuKJvUaAk5vTtTcfJnTYmbah/RLtJCn0Vku8BoddmIrKkTRfrI7l9hjI41imp3ZKtTo+BefRw7j1wEZdcxZbPvPOpjrUsvmHF4McX6p7af3K52mCADAdMnYzdP8JPZ+EvGqjZsoXMWcxIlEGZ1Gn7Bjfsi+E5MyPx9m3PbJz5Gfz0MXSWYbE+t5igL6sBGVpnHVxqMDZqM6f8d6oi8reCeaU5Vl868FTVWYj63L/Nnz9qlk9fXrJ1O3Ku+HJkntSfTHN/Fkzj2PuRIwtp8/DvjrmySCPkzisUDwPGcB/Blbk1cZwnpSjyLddBq3JTN/pXl09vS8Y49kL1gP+hlgqXss/kZ96YBPvn5ZfeXR6q/Qr1hPkih6r2CzXCvrXFv5FBDcGMgYhsbgIsG7IhVztN7MBUXmvNSqgt0qAfLFF2ja6RUJzAGU6RIJ4MdNoM3GUbX+e1ofvf9ezjhxWMnfVLNzRdG6jmVdeihzwUa1HpHTgvGzXmRyLEhZ3ySmctUmWCTqXVsy0NmORh874cc5d7EJFEie+7z4Yrb9m9gcKJaNkZ3oe9zbm4woU0WOfn7Er3pKdq1UbkbWgWMzADasPcl2ZE82BlfxGKCpWAb7N/veefkiNjZ73brRuQXYaFFTIKAA/QABrXRumxqbfb4OgHRxqpIIBaKt/+t3aXvQytd875fQ5GqNAUTvEl9/jZ54lNKjzl2bqqeRcwn0Vt/newBJbCfMGj7/SeT/C/19S1N+iiZ65gz0+96pOv86jBpsHFXCO/sl8sISE0CDeIRk3dp0oDBfgthrMdWwJUTP1iXd29krASt+9euj//q//mt08QehhP1zVFvOrfZ59SH2unu8rj5cvJcPET2kCrOgjlThhrGksfrmB3599Je//CX9yL95u2+w2LxJckeve7rmj/hT2IxQjP8cm4HOWG/q+FkBKzjnAKzpFLbL2B7FAZZ7+DyV3R88nq7/5c1Ypoy3bB35/XSba4qBLg56AcqeoXHMxMd+/+PHnj//X7b+7mfTa1sTu8rfrnLZVbbX3rujoETASYQC3eqOQCLd4QAOEP8t4QSiiIijCA6REogghyHpvZeXXWW7/G1z/a5rzvetvbofr1r18T7P/dz3nGOOj2uMcY3nn3zes1E2hPqWY30hXMU/syfk81X02Gw6enNrefyXFpYMy8Wa8XaD2LAZ+nEFLB9HFj4JAwF88FWY7Iql5ddHkTf29Y8UGr1J7PhJ4rn/7f8uCVpxC1nNU8I472itP0LHvrFA25M2BITBQzL148gDRqdjfsrIBKR+Glvv/HNX+YCS5+KWjmCK3Hz+xSri4VV8u1uQ0EL5nA/XQU1eNtPImoLQ4Uzr2m5hRs6LopTCmXOnD37yiAdvvu/oyp1PdsMM50IanqWfWaL47ZfmAfqws4HhR0cH8CNLYUxeGy+s6KTMNOQ99/F1zuZC1TFeKaLpKKX82/PIHPsDA+RfVYeLL8WUCkCaNjEuIMnHJoAzuiE+xv/9/5FoI/ri3fgDEsA3L/JhZKasUrnId99/W1/pk6dhncjl0CVLtDwtGxaWWwV8CSZ7KN0ssVvha8djdITA/KCnGdvWPFX0XAsC5E36fALjJb6rx/P29yOvfid/8Fm6VLw0hhTY+ftP/pL50+5h+bth084Qv0qRFL9WwWUbxPpEdCUAACAASURBVFKwgwWKWhAbi9fJ3Gyr4uWxHtEDG2XqngmA3EINy0PeSc5i9v6H6CQ+pZjXSK6bAK7A1Vazld/F95k/tCIueIKXiPyn4Gl01Mcf5Tqanj7+/ck//1++iI7la096wCzksU0EfEk5EzZPp+/Jv7UQQo7iNC2WjSINUURGwe0SwFnHUtevAY1eGpvg8JZnimPtx4504356rBTQl15582FPZ59AOP+9PQv4Uim/PSv47aTwPRACuFUmneq3I/hVRMc5tGBNdBQw27/fhJ+P3msM1Jiz83an8O0AtjiUyUCXsyhNVi5pfT//4JS+9W9vJ26XyFjV0O04vJ8phQJVTqhPgpRwNUFSqplpExvS6vp+x5JR1nNzh+cU9+f7Y186p+51mjjLz9d1OyeCrr+c/gPizwzM5lCX6Zc8faBertPqvtzrFJ/P3YKLCvRJQLZL2yy0aLe7Tvf+OCadkUoG+r0TnMd9OAl3j37W9NJQrzv5HAQfBEYBb06i2Hdd+lWzXHoQTnFBq02c+8rOqXDtus2Ad53z+Zvgm5M+Q0OJLfkm2aCKcGCIVzv+SiMD+Lv72V3tOg5YGugiwH5M8p+qopN8HRC/pGI/ne/sYXvr3m5AvW8eQOTfNk9gcrTgZ8kma2OZyO+KEs4nm0QauLd9YAH2ns7eiJpp0uecnTqCJyH7try/LedvJxIrP87XAZfu2vbbswlLkowyC7jQhHKB/nVqXYPWGbv57/4bxeJ9mzu7goe3KdbNqHUm1gVwZgt1j04XbHXQpec+Z6uexKlEqlEQqA4AsZ7rJJyzsQ7QJQK8rq5ZItvMhCU6u7LtnPceiWSO3YpCuk7OtUAg636T2pVdRrw0zZvF20St5+h1JqtNuDpDp0jj0t73mRNkeM+q43vTO/f5cKufKW5OYuTGDMIl91dt7Hq3C+Am0i7bgqO0ebIYFqafxkowQNR92rsClacApY7qZRJQBR7ZEhwC/dyaa13KbhXmOnMEpds3Ts2pls57G8BxHAoGKkTY7O5W8zbxP9CRGKPZYQQFnxx4++ffl0AcRYsk/eaUWltJ/dkBzhNgGdjl7NSRyH3XActFnN/ue7shyfJmqwLU6MaetXPWbyFLaVjyapfNSRheubnJkQL6AqgyLSywugUr5H/zJxVKjH7tdtFwoHqOJPwLQGRP508FjEQbVMvR73/5OSBkAMBm9sRpTQWitbMW5MO+UGv2EYDW/UFrbihEzoY5PXcGM+qi91qpN7pkjmoBu1I9j3r4zfejHRaAWvvSheVzuth+ToAOUCW3AFnHghPJbnkADvLOmjvS3Sx5uk5YSV37X3qWgHSAm3aP5P6dD4CS5wMcNSF/nMJ2YtHJAEdJkLxfJ5Z73PncPrkeQJI9AxoC0jp/i304AdMtcAH4rrsBOLFCDp1CTcjoZIosXUpDN7iKes5e9BQHVYKWfk6gqPuGHHHyR32j08GzAevIqLVc0PZjqb5HSdWOpsMs8PrVAGBy8mkCZPsLyOTgVhqOzwQotg6dWxO9YV1U2dq328nLUVdUA4ASvHEmry+1orDRMnpxau3bD5UFsqPjMwFvZygOYCxjQYHdPHc+3/n0umObtIm80kf5uTlio41GHSRZOFpyL/dpPTvnRyHHsTH0kvsEugp0AL7OwWiy3jsUyWErMOePDGW/Z+MzLyYgC70i+YaWUKIP8LFOIn8Heh2Dn2t6tnYdR8fbHwDydKXuR4EWarsAU7n/6XwA8KopS6H12/wE15UAnq/Vf5rezst5WLfxEk+j/tOpiibKmd0syq3JKB3J3OZPj76zJiA/b0K5AUBOYgIGa1ZdUZsSS+oM5zk/VriR9zfJlb13D6UmzP3SJfToxiPMZ17hz/Fb8kEFH55PMoI+cCbJ250B11k09cuWLAOC0F8q+V8FvCn9tW7K6Jv6MD2SS7KTFZTOQC6dv95LX7LTno+O6ZomWVw62rxUhpd+Mj/zrA1Ycg7aiVVqVglAQeI6qEfBJPgc5dQAkqxfknn1dbKHPnN99fq2pwhgQWH8gALdmREUcJAH5NwA0n2/mWGjxVr1PrlvwVZ0lL3VUfNZwDN6kf/XLtLcfXUAH69rnFnPANNJy/ERLng6GQK6vJ/AmV5uUUWB6Ni26Kf3352+Q8X5Dhr/yg9fMjpQwizdM50p2NdiNuv3KyDwFZDRWVhhHLnfHO8BjWROkcastUr3daED2nXkAHOuH6Eza8mhxQibMTnbOjruk3BNt4iZVKWhjX1h5xT+tDK5NOOjp8cwAPAXt+nCvHajc6yyfu6JHSUPS8gAaZMQyf21468JTQCajtZ1YtK7QOH5/uuU+fyLZ9nn2CegRnx8awWAt4+dD6UY094FQBxNslnVOt8n7/ucji3UfecFWG2C58yBL91q1idLUEaNFC8BoQD6EjNk8+Mg4XTkYji+FaA+fg22jgMWs1tjsnEupzevn/2uzs4TI21Eho5giaUpovkF60pwvpz1UnQmAcwufN95pOIb9NVhSzjFOaM+VZW7QmPJ/I6IyK1s/MM6mnWRfRJ5lFxgd5y1gT57CYNehqK2tdZzZbuG1d26IqL7ltC2pkugzweWWJxNBqSUirRgaPYqesF5bEFdkiQSaa5rTQDPi711KwN75iOh7wb2DuDUObsiu65p7DM8QYKCrmN7buGFOPPlS8ljdiwUch07Mj1mje7aux4ZkohVvAV8ItP26lJ3b/brGCDcf0PaAGWoi/9gS/IdL17Ovy3Nce+PjRt1nUToJ6GSJCfOGV30mY5tCc2cGx2rwEQ64NN0HUhm/5T18t7FWYkL86XWQ0x2Q6CLAZALvqLuhjvu6zKkdSxN/fLZDfLPbgKX2ZIyUAHET4Iag8GNVYwzmTcbavBSm84+sgtjY5n+fxqdjgr8MuKMylwRZPQgI5b1kdySMJcUwSIAx9FJRp5u0b+1Lc1fKfgUai1em/8zu/zN19+cM7KuY9dm8y67m3vn3+39ZGaALDv36tXXXbvOYgyNcwtJ60vMLxqAO/vIJnRWeAVUl2DA1ugmNoWdAsbT7T9HP/KVW1RVn2xr9Dz7LW5qHGYMjURVdbUuzI3FWcc0P+eHPW/OFBCX7K3wnjz4+7pq/XwUqMqZFisP3+F/TH9/9hmZ39lfEoO9kwATL0is041s43zgF59Lom8eeeOefO+rV3/pdcZGlARBbqWzXKO7MRo1Tsln/2DD8sC6qF4l+cJElwK+YzA2W16n8UbmSCJubrhfpdhvTKx4CRX/cIMb34u/1l28pPqlsr1FLc63Z1GQqrjFnr9M4rBsRpFnLAoogRUHBcftWaJTnz17WdvZLmSA7InRPv/8ZdfNWkn4l/o9L89MHxQ/c1bO4eM7KiphTxsftkABcL1CIz6s80+He97SoesYtkgtsDAuSHHzT6VqtR8dZ8S/jix8mjMFDO+s3mO3XYctI3/TBWKF2J08v+KXns9sI53PB+VHAs0HFkvIK6ycHlEsoniU7/Ay8+3vuiskUxj1W+7vm8xdlUz89Y9vnvyP/t0v1+2Vs/lJfOyn/PgsYYsE8/3vdgTEmKA+7IiCzDJ/MzaQjz4W8/0U3WOsBowlzC5kjs9Y+XXd+czYnhSSX0pNerEjc3KI2cEXKfiqgpVMy96NWWMjPcB/zl/ZyDpuZF2HLSzIZfk0CvDYcMVtkn3fxqd9mgTZBx+nM0wnHiBddZCu1MbQ/NfsW/yvssbknuunZX9HiXq62TozEh42G9kxLLnYz+mqVGzlGr5ZkbiiUcyKOhu/TXGdDlhFCu1yjQjTQ+wx+WgnbMSLfwRbUUDRMUYt7CDXKTDhu+fvnu+Lz/nU/VGX6fsUeYprS/tOEvm7KN17Vulp9LWPWN2rFPa0aMw5z3X+9X8fSvl88k9/yuzOYDPmtnZuZvEes4m9D56zbulf092rs65dv3SERFAxtfjXCqHfef7k//1fve66s0NPdVBj78uavsm5lBDmU30feXZUFPuyQGYVi2PJ78sXZsCvYPD7+LiSkuhaJV89+tgK6NXIWOJ6etP1X8aXaIFT/sW87o0qiF+exKXO0yaYkoh+/XqFruRRcUp9L3vy3roXjb+5oyHdw8XDrAcfjp1vjJL/NjJLg826GY1EoMPefMfH/DUzb42IcNZSrMMuN25cUS7Zv4xi9ujzz40eGMZchrQU7dDvjanik7dITldk9NW7HRuCxSv3H5/mE6PiTmMTPeJZf/jx2xQspGM9vsyb3OeH2Yf/5F/FbqFgP3F9iy0VEL2bQsrIHQhuiWwY3Ye57+lVhUYtDMljwYfZPBgef5UgOhc/5Ox3bnWZARazfPrZih7ghRis4Li3sIkvqYgV9lPWG4XJSVZrtPn55ySzow/Ymo7qy7U6NlHglj8r2HXmWggEyxQ/K6CJz2tv6AV6xTMdMq/Y8hVyiJU2fnBFXjfe9ByYZ+AZZKgNAZG1si/BUqKL4TDSSj5nhFlZwNjLMGbReXwxVNGcZ3bD+xX/XfYVMTP78YfRH7Cu+ExPWjTz+smn8cFQQL//UUawRH+8ia7GDPFuvvBF7LWXfMW38VV+Lzf3GjyqCyJTmjTq07RgdeMVsY5YJzqjo1k6IuraxUHlK8w4SiV/b9FTbFTjICxlbPrcs6zHkrL01tgbZ3fKAJFrfP1N9EkWh81Z0Yhzzi6TL/pohTcKIsigAme+djHb5p+Wz/Fa9zL5ufHy7BObM5aai/8ce5yDSzdYBxiDEXbk0Di9xrLBnz8Q4+a7SscuZo8MwhKKW85Bqh7CGMFXViBV3OmTX5/8T/+Dj/NcsP7FT03e536dZbbR+eT73QK5B9xaEj3PUiYDhXmYH+A6mKVS9ADPtbyg7F91pktui8DMB8bgsFD9IUFMXt959eaPP/46aeZNN5FZo3uSEzcROsqoCcu/bf7vfjZQgmBwiN9O4N45nk1oREG/TS19v/t2EPdaqg5OAvgfdeS2euAfJ4C9fx1kC3rv6ybBHv7h3P99Ds/ydgL47QTaZnYuOXznm7heu/COobiJctdzuCz9KCaXlKlhv4EZYO4cBJWYpTezsaUCXDKpid7IjM18OwFcWuBa7iVebhL47lepAQ813E3sbD7RlI2Pup/7/n9bAhjtF6oYhsh33Nfdz/v3Uiucn18aaT9D89xZi/nwXceub7vrRgF9O8JvAniytI5D30+UPcvj3CPKf47JQ1di9/rQXh2QeYd9AJU9uVUTNwFcMOvSojVxu0rbt+dfM6773u25U/X2Otznb9K4PDVHRgv+ryCgM43dR65xk+G3U9m13KaA0+/r2F0C+MrsNSbDTtYJ2kR39091+LoN0F8Jngt8kKl84IH2pPfz2El9E7ZVhxetOWfr0g3fs0Ze2w3JAJSCYoaRUtvMiceKpluMQd4HuIwWZZ1mC2ZKP3teEndNfLfyZ2e0yexs8OYGWweyqgJ2cuGlCmZyNFm+3dI9DycR2TW3FPnFKVjCH+XeOtBaHd/5bpsZtXUYuNQuynZRLCleUKUCfqjNrOd5BkUEO7f3fNYCdo26DfkrvXG2r3pjRS4n6K4iP12Nzgk9cKqnL8UtmfUc+9wS4hJbQHE6AgDkdeky293WCq0jk5WvGb9fmlCUVFhH57UGt9KrgT6jli/cfNUVfmzdljy+oPoKW7YQM/z7s9+vjnFW/WxAx4AgzqR7EfwxSKNtZJB0ZQH2UOyNxgyQPRoQzsGhWz2VM57B+0oZc2S+sm2fur4Dn7zqmCmMiEgClXrmbDFg5O6/e2gFJ5sx/XipMnZmJh9LqNPjkqhATA7lntP+vkmZsPeZwzPar9GOLfl7CnJyDc5/dWnu49t0hnQdTyCgOl0A1+SVTuCclTk8j+BndWU+047YQ7P7DiA1f25yPgHYo+xZoCX2JDzvcz2uBaaHwzpQB2ogc+deYIhQEY3yJg8J8PDzjwDoPXPu39wwermr3feOynpJxkvZ7j2XDhOQSM8NkBXA6PyRPDgJkiYdl/hZMn3grIDlje6q7gmAYJWW9BSnqLOR2cf8quzpSGmRlrNtkSXf0biQrXULcfCsL3C3NH+ohfNhMgiI8/3s6ZtUV7+hP3RYRU5rZzlsZSwA7iQwqn5W8T7/aMVU859afVpge+e4CeBWdJMXAMEqRQvuH8fa+zzXOgRWVCaYmg0HDHJSV9l/i4fINdAKeLJ51pNfycMlp6fb/N4EcPZJ96+16l7lSwFim42Z9x75vp16v8VxbkFo1vRlZgqy9RJBnfuX/zjoBMP+rMtqyqE073l9kPuX3G3BRgCCFRPOyJaCEb149nRJz35Nz6zLCMZW6LP5kDryfbzzViVG28U2neuaklGAuRcJ8hZUAtJWOcuGCNLW8Xfp3OejOTvtvADuRHDqv1aPXhs2/226VpGCZMCK/WqTGwzP7l+aznXrbA9vMtY1AX5eb/tW9Q9OQUiD4tYi2Yj2A9Ru3B//0MryJcQWEPAbFd7MnwUEturzGC5PAAztPO7I7ShGFUGsyvQ+4opejv98uorch3NjvYEYwEv2w4gHCZHSMOXmVfd3PMhydb0/eykA3r6s481+ucZmCtK96JR1Ty5JqfgJkLK5jNOzQHTrPgBk62ldyOqrdADPnxiocn3PjZvZAmBa4H822RH9YSbSCgxUzw64MRtv1M9kbZTq5F/izvP8GBDlt3ZNmnP7cQFHPtgnAXoHtM9nUFSBBnr3seKBdboDxMm3ADszq6PTgBIF1/N6/sJ8VH4F0GRzom6RzQpVAaZb3Bub+FzPftZS9XxlOKMA7JV/oxN9BmjYAjk6sXoR+AP8NJ8wAW8r1unnVpieBJj7n0F9jKPWsftx5oIBYHQ47v4X6I8xhg1UmCKxu7MjkC+Fd2zMugP3fhRYAuXR96lO/66zFwXnLQrLho25pFvQq9VfRiWYgP12lK0DLh0L6ZjrDLM8A/CbfEtseyZ6mx1XxKJLZaxCoze3PqWGzr8Dwzpf+76gvrU9ZG1dg+5GNXzlg324DknWq93UAS7rt9VWjz3J3PgfdTlWHp1RoLjk6wpnRzW7gsbio/VRVyhNPl8kYXkLOek03Yr2gIyj//O8K0j7ITZLZ1L+PYlE9nTx0Slw8cdzLlz7oYDzFAW2gBhgnvUalevYIhRj1R/Nx18mweXl2PU2K+PWaGw66yxaUQAmgelGABAbsHNVqm7zytu9vSIyvh3bwG40wXNm8m2eq5+PCeXrv4wq/LMkC7/OTMrLtoS94rPQO7aYLufIWXJP6yI/jCe8KLhC7hs4Kol0NfwSMEm8pnvCiz2lq+indsXleXetnQkAdJkiJJfrs0qwGO4K4JFk2tn/5LN1FRbAsfy5wKWP9Zz2D4PCLZAGQ+tScl75BqiGyXw7zSR1Ii+dyd62i8fZaqOVX3yyHdfZNnldgcHRjweL2NieFDwkme912dRWcCjpTz9LOA5UloDsPNt2gy2OsXfziZe0LBh47I57VPTDv9pIJP5Duo1yjXZxtUCPrV/XDvBY1zeQd6xBADfPOP8ekK0QqgB7FplfKCaqDRaDH42zRCqbQCZPY4IHzD3q7BnrxkBaL7Fi57I3yTZQ7rPPXhR3kIyT5K+fkWRVX/Hh+DHX1tw59C1wSGIPeMyH+Tjyg/K589EjR+7Fqx1hLdxREABYnH9nv4CTfc6jLwHBo9h0nlbMcG6ifpPzWXa13hddaR2nPxoTtTFjoK7EbXE3MVC+j50gty1SjH1AsjKacjKjA0tC7dioXFvBmQIJ60NuJQ/eTgBf1q/3qxQkltCvK9jbOrt/32vvN84DM8zmJxccf0vt9h7yIBLAt0itj+iMiu9b8LsCWbZ77HzHz8tnxZeSivaYvL1MMnszs9EHJ/mZrxcTfPKZPVCUyA9QkCHOhretqcNLAth9j3rWei9x6x5Hnf6PE8AXiytIXHmdHEnIsR8Sp+5p8xzFiEksRAewzV7tns36OF8SwO6JTVyhS/ygyLwED3YAerkzUPNiK+tbEm/7FblT2HlZ/eyJxLSCj2/DQlVQOc/IVkuUWMOB62IrRdgD/8mN1+J6NjSze9Ot9SyJsc+/BHbHL6M648tJAOvEJdf8xl+wMijkO8UkP6c7/ONSLCv2w4wy/5nPLl4mDx9kzdhNupX/KMm5Qk+GMToiPuLYD8kYf32sTQ8vNjqy03yPuBn0kWeThFQ0PDB9asp1xSbYehX7LsurO3AdiXy9jz6JHuP38tH9OHp8o5DSIR4qWl3AZVxKoUWTX9HR7ajPcxX/VQyU86SAemfALx3rSRIlFv7LX1KYlT3727/9vPfMvisqm71YMgyVumTY9b8VhTqzkmYYxazV3/xtdCdq/FPov+LIjd+RJJMLeUgA59IKnOcawBHmazduvjO/dZrzZ/LZxZtjuSqunQ+8Sjyr8FmhCHiVzrY+ZNVZVMTVRCz2Id22p3Fi8bWziI1uDS9vck7//n/ANmAuupmkpwks9+mZ3+TAfvnFFz0zv5/z97FN4w+kGOGBGt9pPgXzt9DJPWBxKlU8vyx+J1n4wSxXHZPRC+yCgkJJMUkzye7mKUJPq6CBj/xLVKP9qU8QoVye5M4eZt/YksNOx1+wUo0DhnHYoybUD6Zpn+GVbgquZySTc2e9vMRCFweyL7fA23vgHjPyK67DhvKQAE78QH+UVSo+nGQeuwEP8ftvCnbyc3HGZiXDKJYInV6jZwbmYZf8DUNaChb/F/8hueXv2p1hCx7vvXf4Sdj9HLuxN8JpMO3AIN8h73l+iXY+07thBDAvu/o+n5doxHJU3Q5rOSW07wUrhBnuHFWpLVGW4iK+aQsJs0d0wPOwDxXXyb9Th/STe5BA9UIdXCQ3+kMRjO/4JsUR9MgKhTUJ8UP4p2saKdWxsxd9BR+5dNB3nXuWwy5QzATeE1v58ScS2yfr5ovzlRK3ZGkJxs103/nBMuggRp8pEsp8Ywlgo4jEN3wl9z/fgd+rexdV1GnOU3iS9fr5l8xRj/z+H//Tf50EcGIPTA2S+/nMs9jG0ibb0cjkdym8+1B8wz60wWjdyeTsype4c4lcdII39sQeuJjwd4nnvha77iVIo2M3I9eZ6miAxJ/zQ04DjXNNhzb3tQLN+71fp9Che9WimDUJ+T4xNmYs4n6ZOfy8bkb+r4xR+cwK2L5dnsLdwfPKDLTRYR8akVOGtmEazWHQ9y2QViywwhy62rnkD72X9e44jo6x09iEBcPojzMCR9HUiU9/a4yguXKd+h+cfInvfvrJT0/+w3/2SX5PjiXLpuBWPsG5uxhLWSMiJxLla0QZnshO/tGY7bGon75tb2B1dvwLZ6Q00DdfcpLNepbynrKqNieZdfvm+5ipOu8n4XKswk0Q3gTN2x26F4C9lMnbfjc5wKQiYCEaQ815ulTPndEraepm65DOsWqH4Pmsvz90AN+LPXzHrn2rkNepeR/sdOOd7+j3SjRlVT3jY2JkC+N1A6GbzH6bAvoRzFk36k0Qr1NmVSQApT3PDpBXk3f5pcp83UgDKkZn1wfa/zdZMerte80LDnZF81x2ZgmYKf3bAVz9ddaYsZnBNadgHcWjiVZptSBcRxiw9oG6ulXc60YeeHkSb+10XbfI7Uy+a3UdBo95E7EM6QKvJba2pvtdtfz9rL+vc3aJQ458AYezHOtOcF3VEMeJNWvwJHKLm1WeKMwlgb1co+DPEfYlgVTzLtAvCEk5ua65D00ILvgg9qqI3947Sk5VpGDT/vgaxuw6iQ+gaK7pe/37ugJ1HI/ScDMY929+b3Vn7ntUz0sA3PPlHpu4O3t5K0dXwX3oxWfvDmXro6LtHOqTgF6VNy24tR+FwE3Ebn6p5xUkUP7uq91GnOETwAt+7wzJOZtzyAZkX4fgDiWnAHeOJW6dMXvpflYBPTqj7vWpzO18qHNOeh7rca6aVWWi5EjXmUHQsXlojpfQBnosAfdRjI/3AYcG2AN1d/6WNFYFNApYr9sROhqWBd3Ajjpkvf91MgkelgzbfbaAI8aLse9+FVw+rzpq61T0fBew8QWuu0KMx0Tp/ViDhjwfZ+XOS3Y+p8c2O+kWCnR2Wg2JpPWSZT6/WUurBPZS5dUEM9CVITk5kNLVNhpTxboCE3qGQUGd17XrrIJR+32U4O/DyEkrirPvTehniXxudL06bxPsn7Ouw4QeuJRY1TknQc155sheld6O1tNp1xkYrcLdGUaNWnqi01Xknm4X7ORlevrOT+cscpw5Ywv2VuV+CwW8f2tL96NfHDgwB4FzuG6cdjWdAghrvAIVFbeoXH3p0eVNMIzGt07CAXIBix+2kn1dLiq56bVPkwCmX1CBAdbtL+qcW2nP8dvsPICL2V6YC1YhXrkrPWeq087sac5Iz3YV6woqfi8VLsrFo1dV0+W53kfhnHN3CwGsi/f7rnXckI85GrWjtRELXMisqtMFpZvpgZqRTvk4wbkEsmfiuEvAWZ/vzDZptek69z6O4+yFvravyJ5nAbAIBgG0K/pKxV+uwaaWltD6NPGji2oz5zaDa90+m2EWEC0gkPveGILZXUmsdVmZJbuuCPuuivO9OFWSRuR/IE3uJ0HsrTwcILDCI50pwt+NRmAHct3c5wp94gg3GcjwomTlsMURVMWXX8Dt0g/lWpzZ6nGFB3VOx6Yg2G1xRy7xurS3m9kOvG6nzJHlAvWeK2tJr2229BgFqturh/bsn4auxzOQv1I7Kg6SuC4d4LoH2nGXDbduTcRWl48Sd/TIbwF8te0D64Efcjr12Wpf+HLkZTSUdw702/tdYDL3fTsxjmvZamlyCOC073QgWXLdJh7PC2i+hOAc+skQR3wzCQUVumOfno49OkFABpgfBXUovXIOyWO7XDPXyIsu7Iy54/egOW4XEXsVUGa2UidI9huLXu6rnej5Lk4+122V8AIPlLnO6ZL1C0CmB0eLNH3Z+aFZ69FTji6dPm/BlgRImUH+KCDpHkgoOWA3WPSh1AAAIABJREFUf4BK2uUyXQwN5dj/LAGQRf0YjSxZw9CQexx7DJskKb65PcDQW4jWpHHuhd4RJJNtSf4VCXrv817nJtpuIMbG+Oz2KcUapztQsIK2zbmQ9LBX1t6Z/CX6vPonoJaH6j1ED7C/A3slXHT9m0ka2kTn+Ow/sMXL3iw5HKA12ZNnOAXzagFI1p4OAq6R3frpEVRV3IshHu1159d1TAA7Jvi2TjufZmJJtANxm7xtoKla2yyi+TY+Y740fdBq5OPc/uXM8hr4oRseaL0CR3q8eya50qQo8GJnF0B4k2AN+CSDcs0fs653xEHnCKeC3RoqmlKYsoTT9IfCBX//1vw1tPfRoZ3h1mST4g2AqUSM5JD5aRsLc4sNah+zrpJibBg50bFVXwgTQfXC2JToOkARYN4brm9fndbKYv7/Zr4XDG11yLpyURVuDq9lW1e5zrxbwe0sPwANWUMsB/Rz6ZKb8HpWWrIVINFd9kEiS+JdokQFOcBIFy+/aQUhjekKtK2oZPO2A7KkW4Sck8NLyddxMjpodW9jPUmA35nknSsfeumwM5C/Xu+Ax3nq6hzA4U14Ss6ZZ+u1WdZiznReA7m69ZNJ9tg+AzYbS0R/0DOf5Dy0CKKMB3zu0YOznYrdNvtxNlWH+vQMH0dn3KXDNg85Sa2851Uq6PuK/Pd+yuoRILudzboL1iH7JACatXWGb/Fq1W6L4YCeY7FR1DYfWCw/G1NGpgOs26O509OFzg3wR6efPShoqvO5cfi+uqxPBUMxcNANgMYxqEyuQ+2nMLBzeS3ir+2A+fjj57PVjc/IXIDvJJIGXXvkrE2+52n8fLKyTvr9zH7dBGiBw/hdBRLzY3TBfONHHGJ03qWJLMsEUF9cIK4/cWf+TkeSlc9iixVm9TNN/seW5FnZWV2sYkqsCIvF1rmoC15SkT6kp8T53+h+yHXZ7Z+iI8eOMQCd/upzSDfk/oG3Cjj4bGKI6rjGM+nmyflxjkaDN4BpTEYDirwGXAPARsFXBpIWjc1vuYlI11mRw2IunWtjitmLj7KEZO5f53R/IAn1adeu/hXq7uiwjTZhI0Y53M5Fs12x2Bz54OPXluf7nAM2s0UOxSeGiejyuwlcnY38prFPrZBCh4d7agHzibkvk5P7dGYxljhHOqzbhRi5VkgwPGg6y/xOMu0ZyTS9KknQfYgcoIZe8cfYQMjHqJGjl04xoE5gfq315auteHjAozEao/zeaAD3CqisjopsW0P+LNn9h3/4qqAuW0w+rl0ZPfJoOIt3nMT+i8/n//CPUImz4z63Au75knxTuksRhgKAFZqsoGoJ4CTaXuy+mlBpMeHvoWn8JomYz3t9Po8ipmcdu6Ej8TEp7not4qovuQScv3g+3ej2/EU62jvKKbrWvr8XAJwuKbCfe3GmJdn4b2zGJzmTZanoyIeMUzhr+GnO8AqXjz8XQSJXr19Zz1Gkog4Wj5CBV19v5vSzdCc/e872Py0Y/+vPo1RfQeHYeUalToaXwGpBLPsYHSOJunUwMuCz+lV+7tnHdjY9PL/83Sdf/Tnrres8tru6omweK0K/VLtLdgzvKZ6U31+9ToKwcrciXzMeL8bp3miG+p7xNSUNxOhA7DvG4mIbn8SfAvazP/STYh16Az1w2V0iF+wN9q0yIBWrScIrZ+w2IxQPDFUtO/gi8vFZZup+GL/WK7SSuUfU5Yq3dXuOpUVi97vI6gol/njyt19+EZ0oqfLLEzTCw1OTaI4cNi7In3X8eTUhlpmh7aB/z/leoWOZQ/IWz3OZM3oP9ElkZwtG18wX0VkYMpDI0yPwX3wh//1dEqfshbi2TUyOUvZJfKo44O/+3SVApaaG5cB6dVfBMHT6+74k+H+endX1OnagMQxsHa3TGM3s98uXo3cdW9MKP8oaYGyd4j9FpmdM353zioHAqKTa+q+Navq9RRr/kFnzXn/6G6wcEtfkcgkeRVGfZjazNaiJl4iLbpQoAxNBUqjmUxNTPftD2XmGm/HHyYZ33tjsMhSi5VW4tuKKLbnXEkhjQeps9/hO7vnXnFe29pecU3Zbsv/HFsp/8OT/+9+iH4ZjjKmvI4+yLsUR8zufoh21+R5FJfbO3/mu8AEjNqzx3jNd2XFpeYifYisVPjgHP2SkhwKC0vtLvp7GDxjE9QmfpYiiHbbx6Yc5wQMwaomnlvMonhafaCw1m+HNfxsV8yjIh88No51NGL7MH4VNefFLWqypQ1iHe9aZToUT+DWfDca2rskycrk3/mkN7uzp5+KUowdaGEwCIsh02O9ZI4Uk1uSydvle+gpORZeu0H+MRmK3NcfEh8nnsWQ9jy/2r/7jzJc1+/qMZeuX5Fl1SYq/v/jT4jUNA/z84YDscnY/Os36dYRV7vPFS2NeJi9ozDWD9HLFoIehvpN4SH6jo8fKljNMZude5/9woxdfzP66PhwNZuX1PInYbxIfes4xSsF32OHlVF59g0J736lwtWxD5q8fRjHx5e6jkPmD3/NdqNnpTj+obOfM1MdIMfGHOaNfZH62zx33sz/fsy3xeP2dO7rktx9XQPdb9CrZ/jVFMmyAmPB+v5iHvYk0ln3ID+BR7PKnKTBUK/Kf/p++evLuh2EfyXdo6pGQlAD+pexEOcuHAUqz3Rqucn6KXX5W/XObDDeSDqa2QniAsOR4GR9K3z+GKvvQwrzIq9hdYfOP2cfGujkjtq0zrRWnl/5g+QX+dLHsFvJuRBgb4LNi01HaFwLqdWCrFyu/DV1rUrp+KfwJJsY/X/d7cwLxh/mrRlh4Fkw1tQU5y2UebQf2sF1+8Aqru7SV8Sb9s7D+7tnX2wWPwZaV50PxHcEwUqPnJc9SnDPX4G99DPfzCfr13cTtH/725H/2T19G9jci8mmT3w3XZiezx/BwckJ3DffXMKHLnr0Zy8txpZoPaR6wgrZzYc1afFu8l16ZLRxr0omHvvr21+jPGdh1oN2LHEE9CP5N5N6OX2/0n1cfNAtQuPMEDv8mNfRAy+uI30TXQyJWYHluqsnWBysiubEE8nX2b0Wj7/7rBDBhfrt6YaD/nusGnj7XyoO3/8Hd5U2cAMHDEpID/h+e6SSBtzK362ZzBG+y+CZ/l4gdxUSpow8wsSQgDXIqcIExByW9FNCdh3uqLQzU9v1vc/ffuQE3aepykhw3CXW7YPY+jti6Xtv8ctahXcrzZBq0TDg3f+nSRzWx86DqlnTxutfo8l2Fxlc7vtZdn1tVe/fj0mHYCB8FXPFv394G126Fwukyn8w8Jj0Zfdd7KEyos7/q2drAc3/OwZ276hFU3Jltav1Hj7i9HSjzWBDAKbtJeNvAcQZ23AqyhwcGaHYOxhJ3MyiTb/LTQDT/UUTrdpuxW8XLY3LXdS8N5F+J4w57k6zjay+dbwG1JWYZ1CtXd//us/h9HbW7/q6zpPd9ZjQOHD4KqHNzyOtd26Og+zwq/lXyd4NHvzHlaPOWQO2Zcp+Mcit8VNw8UrlWBjhq5zzdDuJbpGAd1zG/512Sc8mqzbYYMOglmLSOna+ZB+psZZVXZwHvtR/2RTdXFfljIvN2eDPcAp9V71qPdQdwfHTw9BEFyk3IH+SKQy3BSCs7AnnDus1HV1vnjlFu8KIrc4qaPJQKiBFwBs456Gcpe3uWffY8nTFQWRk9mM+pGGwxS4PEJWZvon6g54oMLnCzToTJoKCHkeXwcHDs+9Vz65RJJ8qnkRNGsQ+1LgAOgGsz5BzVzi88FXQ+p0LdPUjaSv7M4WeMB1iXfuysx8Pc7lIooza+M3o2Q89+rQpx863ogcqt22nVMMBVlfEijBYznEKCzsuWZOte6yiOU+zfck+dr3C62DZjki7QQWCGIfvliclAHKrz3CdEqnyzP0266IJxLeBRgm3dGD+VusOc4wE0K9SZfhdAu/TzgBKq0AHrc6wlgOcUjw6v3lOBsnZ8RQeZWdhq7VzKOfLezlDOupRWPD9qAjh+xSepfnV+f8IVxa7k38iQCu4P3v94ifz8fAnY3d9HwIiu1c5sO0ZycwIKSTH0J/bgh87q2pkTAAC258hN1wK5VkiwWYFXh12gmcOnS9X9v3nzXdfRTOfO/gIac5ryMzRb4iLLQR/pngBGlTI871miZUCTF//A/barqjZy90PHP8zlpk9K9SaoFiAOLOHAkjFBWiuKzb6yv+YQioQfXub+jhqa/umMZtWHrRSVtOZcb648W1A7KgnT4pWdwxUmjQ1kVXquP0Cqyfw81PM4lI9JgiUY7SfAlC0fUCCY3XPaL0GV81XanOqKBfv2TtXq/Kp1nQmur86ZDlvCbCCMjQQerHP3H/7ylzrLA5TpoQVJBYX3ySatOzOOk3l02C1EIpNvU1ALtu2VBPCc0wHXC8TWxeIeva7vqZu4CdjOS1KpT47RXgXQlsgtZR46cjL0aQP/3xKMCFBKK5j1Qwdl1tDv7NjxYezRvc9STLNHkXGdLtPX9CNaqvl8kj8AsTG6DGgCyOhsp18AKkter8gReLwHoa90r40SnpyPxnFd/S0yOSDAfMux1vi5tQMC/6jEPK+B/zrfI6M6RFqUkaRKZG22f8U/63yTrOPnzYbRG9dkSQh5xnbPpVievv4uYNovoeDzkvxAkXspqhokR3eXNh6Q2flJAbFL67aOdqBlbYfPB9j2O5AOFi5BgtJP4obsbfbfQD/38fSpa2UPUeJHRgBb/v0mgEuT3SqV+Uqo2y5jw3wYgduC5L6yz7ofrJWXytsC8E2Eo1E9/mZ9rxVv0mPfR6fxE1FxDthdMEi26BUFFH3+/Pfyi9Cw1Va8G7DSuk0nPH12/f8lqCXSbyL6+sedDZz/fvxeQE1POwdJaqiWp4fz30+ooFo06Z2h1cw+o/3bXFZFM/YpermFImzcm9OximpZ0lHMkWf6dh3QT97ROcTZ2PgOiV500PPzV6RKP3/xeUCwvJ2v6Lrofqtf2aSshXO6s/7oq68zPiBHfKTppfkX7BeQx+d19AAJnG/dvTcBTL5bjMNfeiso1UnBFgDz3eul3gbAdQRBKuHp7HUvPW9gTadLADu39v7OTWKnvL7P8/JHr69mHSTyVng1m7ek2ajFq28bS0ngbiRPATHUZAGhXqQb0KzBJwEoATiNR/yKfdDN9m6+d9RhS7ArKFnCb/ThfIwl2Qf60d/kkF9X//T8u7Pm2hW37Purb77uH8jbBeZGsfzuZp/nWZo4iUy1o6Xz7PlggBfghw6qb2sf6Bv2u9RsuR+y3g7P6JCO/CjjATtpXukSZGxw7Vq77WaTrZkZuo8+KB8EkIpuOh1IZqi1a/gWVOZ6ijqBigoF4wP5nusD0Vtl7YlvUJruyLNOrPm00Izo1OjBDz94OnaSPAjQyFxOvo736TL1WuLQCJVV/d8OVTJl7x/ivnbH7borIhi9ouLlJkfZt9xr59JH5h7olKNnAUc+O8A0oFh04E9Zq9mryH8p7UZ7Tp7IMH3oWfgc7Ujgp+Y5du3N4fRdkjfGSHybZKRz57OeZ/PL7GuS/Z/lPdGTksBA8Qvy0i98dMVUCjj57YuF8jwSIidmdZ12qxlXk3v4NJ0zrQfS+XDiCeeaH7tCckmLxS9iHQn2G+sA3iXIFDOg77vFmOR97C30gcT52Bx6ZnKeyBZfUYKAzA8zWJfF1f0F8FqAts7LJdv4PmfuLb2KHhFgnYIUr86vzP3x38yodYbWpLCCAS/XkyR3NtD8tdAkB06n4RJLK7xUXNDkTfzINT/8/uSLLy/VtfnOsTuYT8SJ+bzreQ72R/zBP3hRwHF01qWuzwXpqI0yEkwLHiTvdj7pDudLkbUE9KW2xkxAIPiETeRmXa2hQh/39fkpeHuVZ5D4e/F5ErT288iwVbCGF19pzBTduS58VPkA6xWL65qVsPP6LKwUpSaPjzBfcjLyxZcv+/Oeg6z5s3QdtYOzo1qGE/SB2t2HfWH03WR5yV/sI5kTmmdUOOFVG67bjM4spTT9vwIIRa7kBCCOycRzw2cwRdFNz+NXWMpfT+KTPfQM635VuBA5f6FYaniijlIzinVcPftkhQ3spWRVY14jtkbDEB9ktMLWrIVph3GIHN5xBv5d3CIu6ygA83Gzz5I24o7bVcou6dgqm0dn3KdTLYUT1gXtOPm2/+34yX+A78r1KaDjv9GT36c4rcBwZODL7AV7Wn8rMwLHIAaQd3aaKagesL9sFdsjadoxKsZbVP/NZ2sSUkFx4/qBzWLvX3WDdUa3buhP82/mvD5LgZACkxSiYOtSIECRRF8rtKS/MI9jkxC7fJPOrJ6/yD6/82mKYpyb19/oxEyxX3y6l1+smOQPuF3nPI6q88NQA4tr+K0fSQDneVdwp0PyacdZjCI31NotBna0UNMb77BkxJPMKP3qz4ndM/t3s2mX7JpfsS737zMmpd2HnX2b5Fn+7vXyT+sMzDcvxjo42d//w5/byWyeMbk3+gfWoHmE7mqBJzGq3c3fFfYd++1cfPElH5WdZWvYI74+fASWQKaW7PmJ/53rfP6FmZj8r9j1zBDlL3/xp6dZQ1iZRP6SjNjubve89bmFJCJnBR/ffPOX2synfDJxNkEctNj7/SEU6W+i/xePrXjXD2/C8QIBEsCKcJ7HXzCvtOw5nQc/9jOU0H90fu9mtD57Tr/qTswc7hRDwzt+CF3vf/Pf/Pzkz3+v3U6htoIpPl3w4Oinn+Lvo7KVDK3+EfvnemyMZ5UgnI+0bOLs+XT+xQv+8uc/dz8a7yQ+a0wfP2gUswWD+pz8RL6mBHAZc04yp52NEs1mPnfvJYyWJB0rR3ChzLvVRPHZi0vHfTtqxYrDpm5BRot4ohPF2c4r/0chqUZNfpt43UxdFN1jMFCsLmm/4jY6yP3SBcRxtnUsGPwIvsgtJpMo/g0Fee6i5y56yz6VCUxCNX92zmF69MQKU8JIkqI7+uvX0Ip/8F6YHNKA85/8yxed1/7HYUi03mTig+gKhRk3faOZApvP3/6TF5WHJnXz35//Xufk/Ehy/3f/ZH7bd8FULq1vu9fP3ikmFWtIXvEXbjEOn1FzQueiRj+kjqi+xFd/FhMoaFtBCrs5Bpj4DbXV/MoVsfZ7X2/msPvT3coMqNsY5sin2HiU+ZF7hq43s51/J9/rQoZxB1fSZR92pKW0+C/HDB54ybf+FHvEd3fOynaU9Xz/dAB/8qnEnTgdpb3CMcXVdAc7ESxFIp0Oys8/TwGJkLIhCowpv/6z/zzdr+8/f/LnP79q9+8n5Cw67ufoSjb0VwVaB8R7YK/NjdBhcJJhJuzWzsM6/6OXItsKWyVBxd8bbZhCWfMT8vomBdyjcl63OZyDfmO/xIuN36wIkJKfEXugcIm/3Q7t3Ly45IHR7bB7lOkQtmktOwd+Y2qMixiDxo/FW+CdEsCUped6fRh8fCf/wOf4FQr47JXRBBvvQG6gWzfxOpa45gW6r7DR4bd8uZzC6gR2U178WXxNRSPvy3lkzX6GK8hbRL5b2Bw9hFnm9z+SuP+dDSOr7zz5p//8ZTrWN07J3rHS5EEMvWKDyRmxs3bsGd+4ow9PoQ3b/+vP89noxMnaCq5W4Ddflx+x/IFk8Bhy3/nz618yBnRda63m4eiexMb9ew24yssD3rz93oICs40VhhtovJ2064bfRAoARmAloVtYbYt/kzf+LEBsx3GdmVErbNbuvufB+OTPd26xw82B8f4Bwgs6304A73t2jfu6i1QQ+3Df3w7UVqs24GHMHhN97QS2SQf8uk7VQ1LnfEmTgoxHHfbH9btU2vd+6qhZ+Lzu2g9uJcdzElvB1J+fRC3FlP3a8y85ADjx6nyvE6jcdV0XCYflVApIRFmfBgBXWKbgboJySbHHBev6/NX6vY2XV5efXwClmwC+CebziHOqe6EIxQFPSld53tBK8XbqbK+beDwUDEtwDtCprNUxXbLtrmdpHhfjPVzTn1WZu0FV7fdnnk+l+RyIUTDvencm0Oj0OF0cv5vY8/k+30OF5jrg7n1c0H7JvTmLDuhmgWwRS5uR30eVvH356yT6zuOcGa9W5XtuSFleU05LYpea/cj8DZ79OzDgyolCgar2girbgh9Rc7gfNyDAoUHOS8fbOrkXuM2wu/8ppuqGgow6EweejuJhlEfWY9VPOwNbh7dnU68T0vcWoD6zCO4+dE6aRHUEilPFCNVZz2uUdJuFOcP8j1/tmAFeerYmUR4D357Zk1i6VNR1T6xjnb1V6r9XeRv1SFXoobwY5eqozJfwHhjsPQDUqyMFUavAoQNnSCr0+Vyp5I4srPtilTsCwjtT8q7x5vtsBmylRxLqnPH+2zFiftbOMs/nm04yULLAi1EhOtvXgPJHHucUBwiwD9aLnqCjm/jes9p7euQxWb2qMT9nlDeTcx3hDbzy3+M8+HNA3Xqe06xOXUruoVX1pcNdJ1MBkbwK8kUePsr+Nwmbh+h3AzFQSkVPcJateTvZWuV7qeNH8e3VmTOnihjtKaDbNrSyOfJEdoBZF5isbsm3rFLN+cjn48gsSDwzsQXDko0tTBrrAAD2djN6fkF0kw358+ZFriPTy7kY2GJTrJ/EgCTJqVA8ivRSxi5ZZb0fi2OcU/fpvgQF1StZDuAHB2wysOdoQp3jpwM3jpjk1bpdzmmuvdQpMFAOFZhb+z4Jq8p5fYJV4AEcLxCpWk8y5cq/x1tC7jGp1zmQ+YVCsN+WvRbUtYJNQY7OWZ3ACgwBz/b/2hnJkNxYOyR8V6kNH2XZsbz6D91yz/r5DJ21EQWTl9vp7ixKXo0+W/dTwOO8a4Hf9L7P8CEqn3HmyOEn6fBRyfetjuJgVaqU3fdsu6B7PkJg/Oy3QosEZj3vAVx067VraYwb7exNcH2Bt6fpVtYxr0N7hQOHTrs65b6290CtJgRzJoCqmwW+7i4gl2CXXEsGAkK6fqcDdsChjtPJ5YOvBxw2swf436T85oR+CMTILFH3qftzYNWhxsWYkF+jFVqHd89O9aWkewKJA7K26rczEicXC0ozc/TMYyZsY60YENXkUNaSPHDuyfpTXaD8igQoS5LTzZvZqEvOXOCdt8zuCzjumvYSZgZEepqAzPgBRQ6qs6tjdONJOBdkViyou28z6s3/HIOIS81pZkeAgwBF9y9hpKOUw16/M99NJ42BZWfSuaJPO7u3iZTRxdNnncmZexw9/nRjv6/UuPn7AfxvNemHJyEMoHCfqH4uC421ufbCd9b2Zj9fZ0atzqMVTwBVBFFkbTTg9qrJzlatoiOig1d9Px22bppnAcvReLUASQI4QeVNoN2ZvJutuS46ICsd/3HeN3r8yaGXTsXNcEJ5uE4uIN+ofJ1LM3skrtYZ49+tte9jYzwTWVsn1tYeAHW7ovi1krGel12mBubWjGaQqrBWv+oI9q/tzFxydDSJ84EkkF5nVtL8TmuG/o+RnH0FUpUCGCECitHflhQRdHXmcf22VN1/4XmT3PlhRXFV+/nc83TOXDYP13cP05d8KucuoOkBNzz3gC+FWcDLFbeyPWVAafCXZEYS+wWOkkT2bGRSYmaJr3UktkOrHUhGEtATY1JyXhePHGqx+iVmfm/tnIfjetaWOXPbo9lsgB7KQmvwqYKyvF9CwPXoDtRetfNmQLk3z5j1YB+9VuQ33ddvzLN9F7C6NrZA3Jm56RtynSszL1++KDjG1isg4ssAT1ATsqlXz61Iadff2A26OXSD0bn05adJ1M9XWpfmTz8AoL8LVZrk4pKXnhVwAYDYzN3NAJXU26w44Ae/Jom3nhsdKEBGFLCLW1ZgsPmkLUY89u5rFJD5FMCmiZJs+mhnNwairCUkQAI1668Ijd6UQHw/IELlN39nC9qpStazNQNe6C8dFGQZ8PJRgIsxfCjG9Tt9wTYA1urP0nm5pjUDlgwgA5rOCPNAdEBIWP3w05vKPdYFcWu7lpMYrGzQf3kmlHv2lyAuobk9boFo72/y104ZzDaTksaoAFa21u+bazf/ZWOgFs/Qe/xfjCqLlVbQvfM22npxGqDJOTdzdbZrtIOLN4dLSOA4M0BQXTx+TlcVYBEjVh+M5rB4R2SBLUErvw740R2ymz8FIPd8ZMXar+MauJgYJfqWPLZDp8KnS+dF40VU8ytAWeGdfVAoUUroUvqlAzX+ixig1LEo3JOkwywwvSdWdn87L5I9P3wfKj1yV/rJ+Xx8OH+mY9eVu7nsnn/dTSt0vF3cCv56/WwlP317OdYnnxv+sv0QN+sgzbAxkp33DBPxnG/ShUWvSUJ2DZJcUkh9x+sQi4LEraQZbb2Eq+cQc7QA+Mx/ZWs+io336qzeMnbkfMcutFOpens0gfbNbNN2TeafL77C5/k21Ih8t/nso9i++u36wXe9W5z41v3dTun6fEZWBJhz33+8g43keTsEnc0PDhWjwjXzq8lvWXBK96+4RtI+xarVmyskqI9Dgcc2fp1OUF3j1t8aevbFEjuPHA6g8ocdFXBxo3XpVdbzb2yI/XVO+dZsxB3bIE7l07wO1f3OBL9u40JGe7y4+BbR2B7nwTrr0n+W+EJi7mlw4Wcf6SoaZaNOLnrN+oqpbjfp7czuzN8yZ82vthe/1eePzuxojnwnTCD2A9j8ThOr6VItXhPa5naSS5wv2SzpiAGI/fJMpXr+dMxC5jK/n+vwi1r8+hM7o5jtxZOvv8KqsOaN6rmDZ6AebuMCGevoAPZAPOOcr6BFkdbtHLPeY86af9q4qWejm7WYL78+/+JFC0VukWgxrFNcQ0988aXCo/mI/n2JnehIGORhv/ssiWP6jnz8mjEcCht/TzLiSWSP/dAp57vuaLgyQygOTuLj+3TMtZs5/sz1G9mMzXiODESers57kwKzX6PvP03Hr8TOJ+3E9TTk1/fzFxQ4x65LwEV3mcPpPp+mKMWZgcE1sdrZvGJMZ3Y6XwLz0+fmrbJNw3EVb9wiR7r5x+hjyVltzIVsAAAgAElEQVTjjoAWCgR04CqsfWCrFFNEPiTovvgytuzdMQB+m2LU71+7Lnlad+1zHeqKAhK72c/ffiQP0Zv5mCQSHcIfNWOdXSjtdjrza4/Z/twPHBENtLoY1PyKxnRQu583iRnYSFSfZod6JtSfxMuesUveP6avdSf/mF9jcaM/NyPT2dYhSZ5qx/v+sWZwoTrahQ08lM70Q/23+iuYjCa7pYMH9hxq6cq4PYwP9V7Wofo2P37Wjm9FUmP1aIwQHfz0UK3XT8zzWSt4nPto8Xh9CDTK2ctQun//2pzl6eDP06X5rOFZArPoO/7Kjz9/+OT/89/+9OS/+/8NUxWD0mmN0/MZ52hFIWdMW/MCeW9umi5ox18Sl3xA+rKsdeywmDv3pwvy6hR75yUZfWd9+pzX11+/ql2DT3ccSf2KBQstgobrmKWtgBtFcZ7vk/i57RiUkYlM/ZBxVuKdJnaMXVDEaRRMnkvsXiwv5/snuFeuadQB3dsiCFTAsKHI/u5pHa+jfheXhvHAqAjjJaqXRo3PB3d/o/weVgRX8/Pi7w0nMkP4m2+apFbAcOc93xm17fQsnvmI3ZABmqrFcNYgf/4ghRT/h//933Qu9RNnpom5w5BX3yV4VPEGDQfu5tf6wM5zr501ev0qhWsp4GkSEitDKK/7nI3TMVRN04m1+ZQtnslrjFSzIeT1j3cwwmlUU3hysOb8/pe/KBb9KR24L5qIfZM9ocfW5Uxe5Jf2HfYUxTuzNpybHuyWVy/R6651/ZlSoWN9SPENWW+hdEZMSSA3ttSp+mKYfkek1ZtcrAa7YPecCd+LpphcliZYnqFYfvTBaVpMe2Z1JNtmHd0zuYSxid1hXWbav8pefBjMRuLaOPL/4v/258h/CgTo9cZidFXWvz6y4pPlij6JspJ4VizT9T3+52zPmNisdZsxdJ63mMo524ikizsr9P/m1TctnDAGQJLdMy92YGejU/N5sqq5Az7peTcSI7gCxqDGU/zj4ePrFtbhHR0TPb380uIve8m/KDuK/FXuBS6p8IkveVMYsCnnvbhUcx7DRDVT+cwSwotx7dOYiNcIyu4Wm8XmmcTybLmC9cTsKZTqiz+t2DDfae77+0ZHdSTcCkrpdoU312b7CF++YymzHh9k1vf/6l++DGX/GVOQn2PqVZFdXKLb4E+YRObH+2xho5oKeIzmln1+Yz22dn7acaFtHDt6rD7NGtaaf/oqCWCH4t/2WtAw5/FS7t73Mci9uR6SXZCzNIdQIDWFWqf0rdcEfCCM10MyuAH+/cxNSLvAWq/fzu9sg1a5teSdNdpC3CBuQM826e2E6+1AbHL2dLSOcnA0bT5yqXNHPbnAZgHqXqt+1l3j+R6r6qokj8DfZOaSDI8JYJ9vRb17FgfXWC/JfOeSNnGSB+6a57tuAnXPuSD1Auw3kefvDHSftxVRM/J3rUeFcRO96wxuojfrdOeIdZ9PonrrM8PfB83rzgR+oH/OfXCI7IPD2aRRAaPcY/byOvWbTbpr+I47O7hz1raKuQcK2aEbve9NgNdenH28yd9d57Fz9ybLbodmD14uuz2blvdHDnv3h2NWU9afHCd4nYCXqvwmgFfUsAowd2XvVwAwusBbAei8zWBPkXhVTifmfV0q8Csbey60k0ce3nqzK1xQQy7lbRqzW73BU/ARys463dm/vku1TY1tzk9nCJ1z8kh/prp5efLOOwLIoPmNvNbx6V6uqIPT515Wabazdvf5BikUp6Ri5zt1b9aF6Ix5zNEXDM4ZhdoNIH0H2myc96vQuo5a1wcQfLqn7R+1Akj36ozR7B/AXbVRZ3DMSnQfl1wajfhNFF1Zur83YVMjEElk/CUxsye/oR2rM3wSiSfRd+nRG3ydjomC/u0YXsHEKMcGoK6CzHPpBLnnaYGO81qWgILxgo+9KPiuYUEm+mVrOOdbhRL6bXPxpsw7o1D36vk8ObjUGqOPGOh45a6Go3ouhj/P7p7XTagjNtcEJAO3zjO3sCB/7mxsAHzPwopzum75z2zSFpKUInf3W/1Cto5edHt3Rregi6PFQdwsVp9D3SuAOno4DrzK2c4tVMV0rtvZuKVKjOMkUZnnKcjbGV/We5Wv7SDrukngTh6aiM8v1CdALs/Keb4zPO9smHcFHZEpQDLqNzJyZ2NcsLBnPDfWjv+skevc+ymQWRYAyozOSII8lDBAFdfTlcEwXypGssSxavWqe87erAhqm7oE8M7dZs9DIaeLbLx19dzsUguY8p30boPS2vCbfJ6dc+Y3k3dncjNMHhPAF4C3Pu7r0tAqyBAASxR5oYZ0w+RCh/O6bKf79lpVHT2gcm10sAuIOLDtUG/nzpLhZLL28Xz82lPnpdQyJziZQ5fn0LGn0i4fNi9KkCJpeBlEAADOPiqc6x84c5sdHNBNV3LWTAW0ANnn2M+rh3QQLnAQMCUpVrpI/o51HXAtSQwUU0ZTxo44ggKizjDWGZ57+tUcwDPDZTO2JP2mK4B9ggYAOSofgG4Buejbq8e2lugC4+iX5ldX/uiCOXzV/dGVgi6yoMOVM/7A0lAqLbM+UTeiLVy3hU6KVwlm24V7gBkObP43xxetcZxd5wIttHNVMPA8t7Ve1+WSiZzwlwkWdMeVKrnzsnVHjTJxlbjTdNbneamuZoOaID6FTrqp+sSV2wCFWUPJ7oER65Kv46tSMu/7PFRLrtpZ15FD1NheZOOHACnVFaGB6sykyDOwjO2iR/gjGxehWnN0groNAagYD2brzBYbzXJnpAZgsz/r6ELrdVkS1jFJl07PSiRs7x1Z12yiSqIzMix4cR+CSS/Jk28CQvx1ArgzE/MzFdc/5BnMlOlsOAnbBDmfiFgVLDTwHlii69RMMbr5ReZhbgaqinVd0usKmwwPYF23r2TT1q4UgHmGMqDk7wPOnfMlQ4DHgCjU8iqZB748C5C9Od0rotJ5mu6hc6C911rocuk8w7zW6anjKLx8Nd8YBUY3d30knagdKRE5lYRGu+k+S9tblouAfwmmPav7Er+Wirb0kfO9AI2AYi9gjH//hX6I4IxCbEHxlQd//vJLAOgqb92cvV/R3woRnYUCdKlEbtAoweYUSwB/HVkH5GYv0PMJcP/4DeiaAo4Ahp1ZlUpqGtJ3SjTdrmg0zygUFZkMGAWQjhnlD0BygJdPQltpFlHB+nat0+0fF5jhU737HmB/XWb0pRnkBb5zRm7Hkudo8Q4bm6Xx51ai5y/AvOv8f2tmeXSToqHOctI9EqCfHm0B0ilMVICyIu8llummzmrL2TE3dHOgc64tC7k7fsnnSYJ07c9sIuCfBDr/rgUhuiezbkB9OpNO6RzGgAB+pqCjtPIBGJwLcgicoQuxD5TiOuu8GcPzf2oXTyEyu2VtCojnh4v71k1rBlc7PQDFuslJEr3SghbX3Az578zR/D2diKrtIwD0M7DqmVlPuVYTQmVVsY6jJGO/2TydE3T113/5pvv4YfwgBRffhfaaffr8i5c9C369SldoCy/4JKnYX1FO1kOBF988z/VjbIg5yK7VTrQC85578u+ercWBeaqLnK0WMxbcWXFd47D6D5sL75w2+RUQpOfnAJNki9xIfjTmzN4CTMwov0km6/cMDVueyTm0b5fG2n7u184W4EyRE0qaxcWR7YCnjUHyntevvzn0/sMT7qszlMsM5ExHBqN7votu3VgfMr1ODraictTk9HwG9vWhkFBitjTjFMn8qwHHwzYkX/lC1owMWeMPshffoqjPf58YpxJZ9T3s4k/x+VYkaE74YuOBf+LvFWd3NE+fn+5OAjj7LpnVQqp2vEpeB0SMPEpK7h4yfzt6k+yzLXwinRDAJcmbn1uENJpKBfXctm8DvqKc09XRQgXns3G/MzmKa3vsHN0Eh+e+ReSdH5bDc0dlrHNjO/Ai8xXNhKfHCrwf/5PaLS1yEorOtpnOfDNFTHRru9rjg9KLCuHsl7PMDrIhEmqdn9pzF/0mr4VlIvIkXqDTSnt/XtZEJ8hYmd558tVXo8611rpp+CUKhO6oimEnAW6z7k326H6PrCkq8jpu59Gnm0HMZponuddinbIY5JnHoIEpYp+XWGsyPfZIApjv3URZ9AVfrZTpAcQV/BS0T6Ky652lrq2Ovu8olcNs8F1pv0OLrHsre/ynv9WJm5nm5qRirMl+lD5eR2x+cgue2/GlEIkNTpe5L9DNZsakGGvrgJ2BTC7xMIxu3Xw6AMvQkI5dr9EwMnFDVDrii2+ea9DN7+j2q++3GelNAudvdJvz4L0tHBcr5Xf/Vh8zb6IbdM3oKu3oLsxDXTadqGbdR/fnjEmgfOh7s/66gstUBCjPqB0Fc/wRerwJYDPX031INlFck4VRHksSoNhnt553xuJjcfbWrwXLLVDCfpLvbOMEvREK7dDwYoZgyz9KsZCOHs+wed6KgMKclc/3jMEmgWXuIcVlZEVhyflhz3bHi0nWldns91D6am27Y7NCIX3keQwMG6mxuGnKDRA+/0pWIx2knR8cgLxnVUwdZplTBDW6b76emZXzp8SnfJLPUkipc/Dn6FTUse+Yk2rff/7zk3/v33uZ5O9jRz+jfuN99wQHRtkr3kPlb6k+zjo8Nbop/8xP+HN93TEhtSo7vzzvy3S8Wi9+TjHW9UY94J4SjM7ai8w79VPJG4Q7/PnCRmyl/xRZxkd5+QWfRay5cRs//0TvJ1n5fIV8ag5nRhYHkefKTDuodybRyYpDrOPryKXOLon7wgxuP9dwDxLAPd6sg2LkPNMonXMv0WX84pJFwe16rxe/iw8Yv++br1GjOw+nSyv3YGal4jRrM1nrCufe7bkEcfQV9g/nt4nGjQu7jE8dYdRRALM1uu0nW/bnXO3YX9S3e8Vu1H/Xcbd/4Rd8xw84BZvvdmZ5+4lbUPNRzm5tRs91/MgPJQQTh3yF9ntd1To2P5eQ/4M/wb59+OT/+V99Fb8gtiPJrn27uCnzwDNz2/7/FPm7lP/GZ1RvRHcqUPsgjCASHGUDaNycos1vXzVGlACSeIdnKaq6WORseTYcE1l0Ghvi7z/HbpXyOhvTeOcU4FrPzfB2X2F3yB5Ye4mpzz6DMSpQoFeWpC9jCLrt+C13tJzrWyt2gLvB1pUtK19ttrhCxzIfRq+ggB5mLsvJ5kt4hQkhgnW7Qf1UYlLsJW60lxcv8W9Xr/hOhYgYYLAK8C3exBcVP0Hv3KsRNk2gtcnmYPgHg7H+nWMNn8l7Y22f/Mv/9Z+cuhyhCEYxYawdH4WBYv61Tm06EMZhPRX/l0GpTqgP0FG+m/7E4DG2LInQjv9wfs6ZEj9jGKhcHL+9EMJhhWmTYLrL3WDdtYNjwUrgaxqI3NNGtkR3i1nhgc45uW3xDkxxhcTum7121iR12+V58iJ9TnqpAeaK7FegwP5fRjq213zYO3pkBfTLX/Bj9iB3r5YU/yPjFDB9TJ8fsXvyVeYXky3xKTvJ/j8Ue+V9P5xiSb7tT7mHpynu/i7r+n/+v/x3iQdyDsM88/mLl41/bwKYTJPvNrOUiSD2PywO9NXYJFYU3oLm3JfPtSAx1xC/wwmKWTd2mp6QiPV+zBId6RI5U4TfGKs2j/4ca5Y8w8ZCrmnGer5OoRe/5b13hyVd9PAuxsYNjd7bPpMXfszGF41J0r3Sa2Lhy9haH7jfdxLeaSLwnBvjRQZG2bziIkUnmCIOxtR84hruPg6Dlet7Bjg4Pd28wWkEe/80rn0kZsoW/hBfYrmjsZ29n/uWo2jmic+f73Vfchq61v/V/yb2+5nOYUxMj2zHfwDI+xpe4dfixtmrySj/yZmDR5wEdnM0mL6GS7epr77BCmXvOXnn1ZuhcTcgPt/2j347eF3/7SZal4l/fDXZlTcKunzRDcoeEr0xNjcZ1Mc5MRvZ75wKSZQRaz9kp1XPLoG5JPOSTQ74aCPfivsebgQQO+D/MUn6CEYvkL3XGDiyZ7/Uv55hlLOX73/JrGqQvN7u4Hy4l3yfIKNzJ2+kkB9eCuiHGaENiAS+KN8u2HErZad8SrGd/00IOBBzPrf2E/JSiBy5uHRG3exbxXsD13zmDikfhcXjnl3gv656A+w93+0ALqCe/bh739sqEPD4Hu+/lVXnBh+SfJyom6y+naCdt9eDlrXxnflPvqjJE6DSwzNOkc8xmiD3u1rWcfdhSnmJ6slN940xIIfunxXJfbSqsLI/Z9LFmyRosLLESZMEPfCnqvV2XHemzpGbJqg2y9EtNYEEEJHci4ICEvl7k432Km+6IJe1p/j67KUHHV1wn+0URNw5VX2WXKgdQ02kTxYoqc7gyf2Tf928SwBPPh4pin3/Zo7qrpsBEWyiSD3z3UqdskQELT7ayDnPDLDfAWy9Pwo8ny8tlxAn1760PJWTgLV3VsO6Bc8ZdS7wUjRZqrps69+5bG8d3j5bPsQR2excVamrrOdUN4lyjLWP9exzRs68XnoF2LbO4sltO1wA0Nkbicmuz/Frt9co+Qby3XMFtJJEAkBYqyvzBany/snK5LZdt7nv28VL73EGpnR1ma47kBygmhHMATBvpzKQTeJoM3b2fEuYrtL+UqGtCgrYotvuUHXnmS4tk+caSD5AsH/PdSR/ZhiXFLkVji10yguQVB2EGut87l3dRBzZfGhzKqcvSunMuPhEW1WOE9c/LXk8Sl10qSfJr4ryyDe5ZOz3PfTXKKUKauvysM89j5sVRVbRozx0Fwv+EzRaI8BP1yZnDcDbOdS56oo3JIT2/ZsdYa9WqcYB9cw6JjwGquBSPx5A0/d2Nks+57t+LU2jql7g+GaGXH3muTjrBSXiRBcIznMPVB3luzXffk1/OyPACmuu8vfX3wBkm+fn9wEznO8rBz5n3iFHY3tUwMT5zHdyUq0fHUJXoFNs8j3Pu9/HjnHZBTqzKsAhkAcwJNDerNqNO3B/zANnnVNyWSTM2WzByWFoEMxyGlUy6pC4Dqt7lcAje6r/asfIV9aB03gT8DqAfJ+AWBfMXg7bxGoVjgsqX4USzZxVBTKCOCCJ82PGjLdvtvdAmM7QJY0FHA54Vl115pucikeAOUDgOkHAFjrp41K/5ZwlSHij8wctXkTIGprn9C7HSbdvbrz0Q6fb3/eNSibPnrPxYWRSknHUN9NlZII5MUdkOgU4o/tEQmYOmRlE7dyog/iYGHHO6cImc9mvzl9Ca6dLZGtFyEZ3FVowVeaRM0EtvXOLlDrvJ9/zeRz549A8+D7Wsmo+z+uaQCLydp1/dD/s6qtvFCVwJOcHNrkOrHn5vOCyV3H0cz1ALZkucJ2kunMiePWSCPKcXyQxRlqt39Vf9lQRTH2/+hsLEr0eAerNbrEOZOXTBOFeXyfpttlMu8e47Hk49im06qmUnVg++lM/BAgozR7Za0KKzttIgBZanMrw+6z245sEZYLy0pubM40CXKLIrCr6UBVs5wnSiQFlk4C6BW2bo7Wu7KtP3NGd79kKcZSepbRLN1VkscVN2ZenOmXzrM7xLXZik8nQhwHPAe8/CVazL3eunIS7BIQADvBSBpCshUr3FahN3oDv67yb7V6CnFzgxRi9VnXrMSD2+3mCN8t1bUyZFCLTEuzWYj70KqHplQZX+UuTkeZZ1fcbQHLZQTrXKkGW5JGkpA7c0Zkl2aWjLnukU8YcrlEbr6ByBXJsvDPa8tDe/7u1gYBTxZQByugmurydBAngchN8f8+/bpjpfTbcfbNV9owPL5Cqb3PPaM3jZHNdkORogWoLwdqhzdYGRAu9Krl6/Y2E/QB/a/1cx2nk1PqohFYhbS3o9+eh0mND3oSKc7NO7yw+gODmojrrgNRv0xEtYff06fMmgH2/TqfaMlXs6Dkjkys+EMQDZFEzB5DNnqH7dA8oG2/x6fOA9MBFvovETWdMWw8z7FEgZIEknXQz/Ki4RIdMAEHADlkBYt1zZd7aHYXzudmEse8XbLKKZMNabqREOlqTvPSSnKDH2gF7fOC+H1AkyXL0jn/zXd99FyAhZwbw5zNs/p25psjCnnqOgoOo2dspediRqpsF7+ZPzZH/LPoJOA5YtvMf57oDznUbSe7cmCpfrrDMfNDoQz76isD4pBhIdHptVEIBnHxecmUgVs5DklX03ZskBVv8lYM1mr+NVaiUiW1yUQVC5NQaSCh6tRjRfkYfAaoBMWTA+SFrEgXWZCw/177kui1cAYbMb+qZyRkDcvDZ35eoVoiUa6PelfCm31xXAsQMQf6h5yognWvbVwV2Xjrw1t1qtmcoeQsghbot57D0rLGTbzBweN7DfNMiltJ3xs/OOVAo2HmfEWRnhP0HRH6WLorOhMu5os868zKAIvluR2v2AM3u6PkBOwP8en/tXhg1nn1d0czmCpIHSSRArULL+YljQyAzYopRJ+/Muq8WSseXX/dvChV01HctlmxTsDNqvMVQ1kliekVW8xM8M9nt7OJ8D58AVWhtSgAjNKb8VdJgjRqjdVwGW23fRvVK+9Ff9bmT8bWfCvUKeOZ932fO3oc6p1KQqCPf68sUGCi0mi+lU2wJlCYBTkKYT7DihVHpXWrn2Y8VmvDzyOdAs40+IBd09sAntlnBqiTaSbDTa0f8bsGs5+CbAfPEFkBCerSjTnIWJXFc91JnFyLI2b204HS7JJeFubZ13WkS8CvocqYVhnQvvsvc5Vyg1IT5U5mHol+wP+hWRYHsdfGsykM7snamrb+9bSEUqmzrn9/HEvVrCom0vN0ztgQgcFmgeeladYl/n2tKdkt20BESnWhBF4eTE2wO5Ev3M/aC6EsUi7EvdNf7Wfd2qJ05xnon70thyuY0T1fyQ+0jObPG/JiHefNZf/KzAqthOWR5CTZdJhuJQc94SfQVC2jMMjaHFqhlndqdGJthXb8Nze+wNu+Yje6ruvfx7/Taunrouumkj7DkRGbra0lMK2Lt96WoKmuvwOYd7CP5HnELPTt6SPGWBO9sLgaU0jcG9P/yT0mc6FzNd7TzO/EGULoUrZH9jr6JPXBrvucm9K2f8yxh+n0SOW8yC/LJHyuiMpv1w4y/8JlvvrYGkXfU0ykSK/1/vte5WJHtztiSL4oOHwuMuL3zf0Pv/CeFaG8WM5X9a+wRdncjTzZrvRTC0VffppOQQbqdwxffk/gqZb2YJ34N6vh2ACep1/MgpmrScgyN4l/3SN/+zZ8kgD0fec5ZFi/F9/g0BU7wb65yCzbNLSUTGiXabCFuzXujm73v3eNTU5mvv/52xR+nmKHN5fnuz78kz/HpjlwoGOL7tyQJVnCwiZoZBcX53Hevg/2WmWI09ctMcWjNVDVTdvElGnzT2yp2rg9TOmJIr7I3nt2+TVfDk52ZMb1JVEjekdkvkwAmU46n5KXOUHJhrql4rWMRw+r0y09nhEILghXn7bvpOEW5Y8Gj6xTJhHHkA8neJVkkwRWRka0Vmq4paT/3vJlpGT/F95GtjmmJfH+ZrnHuBfvXxIVRVTkT4jvy/VmK5t7kntlfcTY/kC641Ob1w6Ivvwjd9NWvCgt0RBr6aE3esImVmTEIOYe1B429zZVfjLSZ3PH9D+7HL7XKwnIzf7/7KWNIklDVifg68ZU4kU+jY7yJGoxW5g/neb7PWfPUnyTByt/DJvTrBfeIg6I/tPynkNXW8vcr91YLLlvIDP4rYaOYcsVE/KE3+eyaWG6D0mRJUbHCHGv+XSmZJWvpXpiSwoLE/0lG06HkE22x4m7FUHyKYSUXX7Z+wz1aUBUZpr/oOs0RK57UGENvGQfwyHzomhdHxCqg0Ild48Pw880gv9TPw6R05KKXDmZVpkaxiXtSZMgPQyU8O8FXbodniyHFqafRyn5WzmMzfvzmyb/4Zy/j08QfyHt+bAHjSW5Hz5tPPZjwYIX5rCJMcmLMnD0kT2++3xgQLz4+fWY+u49x677/NjY673ues+us2GJ3ScfwvVrAGB3DP/8558sN/ulv5g/D2C6TSM948YCd9crDSYDaAMXcZgbDZ0YRPZ+T7cEQsaJ6WD5GVzOO49/ET+ADf5Q4zLW/CytCsf8zXqLnpd/H51k02gLL/FsZ4BKj01P8JbrGufHsZxsecJSvOj5EHmhFWbprDwHm4oLzXL7rp3RLKwj/PfjQ//W/+Pt8W+yNZzp+ef3+jibRib3i2bFOKYRUeGXcVDpd8+/wU77uL4nH/J19WdxKv6xhYU1N1goz4p5Q0R4Z4fdImtJzZXxlBbJ2N8m80aTzLSVxfZZfPz92RTLL92zNNCz4XTH6RkiMyc3LNa5+8fPijWUbjG3KaKfmh/JdCi5fvvyi9+f717R6E/PsynyQi7N2RIVmwty38V5wUN9zR06uy3fjEz9o3gFjnhhdbiH21OiV+IYKn+EQzecd/52YdLa5/Ebs0pdfvvPkf/4vFPgtR6YAqbj+0WsaGstM4FGOPBfidi7yHnZLM4x44mIs60Deeta32hZ1beEAxXokgHtOqabjf93DsgV5/Jm/D0z3FDtJ12l723m7HcCX/nNdX4D1xwTkvW7BowLlqzy+ryWTXV8yhkPiRh5B+HZ65SI3sfH2IfdgnWnU1u493L2/W3VxE7xTBrdDYApO8EhJCsoaNAksThJW4DfjcDsYF0xL2NJ6D0lc35n7cA8X3Lo/u52QDagiXJuDeBIZJ9nX6/vuA3Dc7i/3uw6uKTQ0GEuS7jkbvOdAXJrqvWcHsgJYzbRkap2ItxNg+fl19r3ndn09bEr+cJMLQKvKwam82HczartGt+us+67zONe17z0XtWwOo2fqLMMGB1vzXWD789f7uI7nJbzurOINKd+ec0B6UPNFnJ2yeLRSTz/aaDLJ212XO0O2M0vd/1mn++z7fmuXpKrOunwWgAMwV+3f4oY6jZPVgs/5DAW4BIsEnX0SRCsYmKw/zrc+FJMN9C7l0IofOBoLpCROH53Wdq7n++8ztMvbOp7FBcxdOpy7nmVw5fkAACAASURBVE6ua1rT2zk34Pt0E3aP99Q+v8STszt6ismNdRhdYZN6wHDrVp/QxQd+rIJ2F/P9DwUezssplqCcR0d5EsDt9Fjisp9up6w5g+Ov30yaXW9dYJP524VZsCCgeCm/+r3kYA6E19WpjNISjG/phqoYCeqdey9r3Ap87zvnFJC5xDpwcd3D5BFopvPPvZYWtes0ZELgN4BYEnnf6bMfSUjlngfi0IHu/yTnJEePHD7Msz7PdAtwVl0siBvFVmWOvPU8qcCT1OTkDBSWsPL7ZvnGmuT2NuuI4xC5O91eTf6043cVj78WAL2vR1BhBRFmyG1Ozz2nnD3PdWP8zn9QiSkxHTqNVdYBEzYnwZ7dfRJUtjKwjtMBjI5nBGi3JJIeAOZ2blTnBOyS1Efrd+yTbpfSXDKAZxZSHT4dG5dO+1C4r1NGoK8CMMByz537nR551PeTPUA9p+aPHPBLISZooQJvMncB5LGTqeS83aB0BeeAc6XavPajAQqnZfsjiWFdXoQ6bzN6dw6ch3aK5iYE+mN20MkRcKb0qrO1paJUzFDq5VWbChbawWUmrApeybOepSWCvCThqmsONdoHT3U4LRBYQD260VUUPo4EsCYSwARq3RxXga+6+03o7TjAKufov38jAXxEy9kowFVHalWal05TBfQC8AFLApR7Dpxn3UYLDefwmNkMYOZl0YkDJVfNfQt1ahiqEK1BbFTwlR/QcAvUA150HhZQIPL2K7rwAHL8mmeSup7xKFsBfH4aB01HZKrn8xlVoqV3NFs4d9UK6FNA0YRPquHfz+wxYKPkAPqn+RuAyFGkTV+t0tRsHT8DNIyO88h2ncB1cFmf0kfFkeSICoRaqVyn+o65OEwE3n/slkCkYUrnhe8sjDoSbWUCj6z1t68lIj3Jiqw6MzRnlC/2RTolq1/nXgQUC9Afeeh+qjROYE22Nj/8spX80TlidDeQth5Mz+MALjs5v21Vk876HcMAfFyxxzqoFFTQRT9mHe/+t4I1c1A3eypUSZ1z7HWC3egL863ueZnd5/sleZVkK5DiugH1Gvio0fkAGutAz6scB+DTB9ZNsQKHv/NgmlQ0ozOAS4u/0FtJ6khqTo/cxPClJRMkWTf3dAssWgwBQFeU0wrYMWpcWsgmcbMfZmQ5V+5HcMpOAg900jlTS7B4dp1K1mXd1fMHFCgF/ExX6VXaW/pVAUsQgsk2y3pRZzvc7vFpbDDgw/UF1ApXxhBwaIc7w2ozNnUr3JdrKAiQaNrMyB+qC+2fJI/nZ887KzX3Lxj/6s/myB07FBnsPNPKGbAhBRstJuUs8as2gmE0lnRQ3hd7JiFYt9m+R/+aqbnxI7Mh88HHKKHwQ3cbKrL5R7577B5mTll3M4g7LzXfxafpPMF8Qe1UA37dGxgOdCWs4+yDrIVrKmYANgOW1gU/KkkjC9DPdnRE/CwviRAdhoBB9kbx23fpipiuCYiXP9OxzzNHyvl0X0zROqnq4ixwV6xUGipMA0/SVZSZlWO967Pr3H7yDqBdJ1P2I0n3FmkFIAGEteO4STxzT4GW9kAX82YWv59OEj45uVv3/BL+7dxTrKKw7AAmC06xVywB/Ke/+ZuJR/RB7Wj0wTc6X0/RJj35IkUND3HCESZBPnCIT1Lmm7cYVuiZ0YJvjpSzuMSegid2gT0bE8fsSnyrJFZGv4fe2znTnQfQFFyvGPDGCirr/0iRAVpywM+Dnx3dpGPpp9KTpVs4+tkaA+t67pMQ+9PnX1Zef48glXFCq1teTcY58JXFOti1PzcBDPjzapIyX4gy7sM8SxP9iqKy7sALCcjKcX2jFS05R79EX5YGPv/doi36T5EU+65AePNYF/tZq+4be5Oz9XuADkmEzhpsos85zn7XjwEAS8JLwniO3HfsjHv7ND6rNb5z72rzor8bW/ezA0efpmCMjq2/HDHojPkCL7N3XyRxCZQx57U0semcLoBSFaULCRvE8yarFLlKHjnjzr1n+PQk0Lfnkz+FDO1mcu/xg27hK510O4mXEFPBv1Ek26Osl3vuzGVn67D85LlQ0g4APn7UcYzZFLrr+8xWU9gDkFZwwtbRg+90hITzTqYUUq5Djk6UtBnN4+xbGdikSHyFzrl89D1zlG8MpwtakQEqu5yrj9MBvM6JFauXmST3/0P0yUPSNHEEfUUOnYNRHOtKGivW3/wTs9RmI6rH/5KO9VxTYaNESIHOfBeQdmNenKvIpDn08U2bEO9MRxs2n7FMYLlYk8yKJPKi10Y73odrMUILffLXzm2ma/O6vrcEsC5TPyvQmbUo9SO8Ix1MzoKOW2B7i6pz6W8yu3gJ+nW+3vm9bLq5lj3PpeEd1tJO7p/JsITkWLL8jF9af9B+FBL5JXIa/6gJ4Cq67mGpK+tTjPZZUdObJGpapJm96fOYNxmb8NuvwAvZM9/DTzuze7NmpW4+ibpRbyYWOAWPLYLNe+3hmLT2kuRxboYNPe4/naSTyVl/noSHzkMvz974Kp2TXfeDb8zfE5tnPmpGZlymm63hLXgPEBtwm5579ZcVxpQ5QyJzK3n+3xna3+3HQGYdWs5XfHDJhdge/u/PJ1Yiz/SLdWxnElrf6LrRTC/26Ox1zANJbpEpxVPD+RbbyRPZy3XrbuyDZ1SAdZ9T7FoGrl9HVWpvS7cceuWFoJgFhmFJ3vC/5zeN7pVd/TT2lLyYN11/yzx39JbGr/Df2um/2OWxg5PeTeFLEs3k+E3o2+vvRQYqz1mXddtv3NWwTwD9/Lh1BW9Ez/C/7blzckc3KOoVT4itxSKL4W/8tpgSrtE9/uLJk3//3/80flZmt35lIzNuJUkd8057OvP2i700lpFwjTxx1RdPT4e1yD+yS0b8EgcYHcEtMraAnJcB5cjrZwHyPcf7LUS2X/MfbwL4u3S/0YU9pzmjnkX833nbeb/kyk8/YwKR2MjsU7PQi+nsl9Nmtqb7N3fW+ZNMebeMGbO71kWSroVnp9CGjMJa6LJ//a91WNoXFKgr0GsCOLN8fw5FJ4ylnf86735R6LfxJ+wzH82Lz2L5UdaKmYq3p9P1b/7W8y8paX0l04cBW/UwhHyJyj43n2Qz/+v7dKBhrymDQIqKxMd88ffC5jScaCOoLm7suRS2YVRSeH39rN9j316mGPQzM4iLpSokV9wuFhvrnyIx8uH7fzqjEl4YSXEYPuB0L14uSVqYoZ3t0+T/r//6zZPX32WNycO7P0SmIrs5R4owOgYusuJ+FJY8zbn8mK1MYpBPr9uxMgb/a2PLpT6Fnw2Day9YnvVHcRDWBNKR93UEYZXze+kiD2NVkk/iC36aBPDOgE71JeHdyyc5g2J2NoRM0xco7a0NGyj5347szvZ2Hp11M17FkylIRP19cPpiLj27WBHg6PucQ6T482nYqsgtf8qzDCu0B4+dmeTFdzxLhyFfZPgRPfzZg0+KBYCO+yg2zp+dW/mNdrq2+HN4jIK9mxytUu7xf8T52nHN7ORnibKf/Ef/UTovo8N/My89tu5Gc2yaApuP2epb8BQ50bUuJvi7fycymO9WgEHG12W6Yj0sOsZN0YE/JDksJoKvTEfOXwM5+DOfhp9Fr7m2TmOn2NgZeyn2/Nu/+6xxj1evlVtqI0l9w8cC7HXwbp7rinqm+1xxth2Gsn+D+36Y+7EnigunRzczfM12sGo6zyfI/GbgYqKhW9gVSeOJwewbtpvnCsaTOG9o7Wyc53zTxqboAe9XQJcfzt+xvkPX+RLO5U9Zz/oSKcL9L//LJI7fSXFudKqk/2WHNVLmA2OZ6hdh7VKwHZ/CtaWBxUC56kPhQHSgQj/+jKLcst3BHuQ88l5yX7/iBGIKMMU0zuXwO7HSYRZqAnhNEMNJV8gir0Evswn/RpPo6VrtdYMpSOyK38mLOGA+5dZg/Y2jgH4TliEvTCXNA508BF+5WBkqnGNHJgvzzWZbVvSj8F5DRRmC6Kz8h7mhzAA5/2KhWyChU7exZr9VjujMDcdkFnuhcJ9E8S/ci8arMStigYxuz2zg5+nN+Kf//JPE3cES4KV8Q8+VvRdzGivnC960wGdNIWxpc6TNd46Fdj4AzHiFFJ5rzY3Wfv5F8wPUze0AvoF09Z5HOMjX21TOfnaDzy3ecdwEbzqPBPn57AMtcwX5JOQKwu/avaVu2v58E8CXAtq/LTBaENzE3gHq7+ebSMlFytn91nXvzx/u03cdUNUXLpEKnBhFUw+lCgsKroJxXA7P5Nrn98fg+CaV//GXqpwpyCrYm+++IPU+ZP5+KxtGMTeAaVSSgl9reQJ0tukExFcHN9fKcPWZpyAGBuy+b2J7wNO6Lt5+Cco29+sK+AAFASLw18+3L4+O32axPCrLOpARIsnTSx2iM/LOQfX+GpMDLlwZIrwNynN9AKH7b3Wj++dYqcLIHgmQTz5nRuGth3j88+6vFe+nDbrgjUPQRNyC0VsxIaKl/Lfnk6fOitCdmufXWF6qrQOc+MqBA3tuh/mvE8KcfN8p8L9UBhIW3k583t5zD60SkozeymprUGrWA8iUBkTH6AlEr/zfhNj2ft7qOn9nwCXnbudrz51kat7g38nKpa4s9YN7O4lbMuWavtcNX5BMRb/7bWdtg9et6YnSer+Uxs7FwAwADuU8EH0O2H6+PQIA+LP1uc/Xf6eQBMtR1pT+7mcJOAkHu+yeOZijd959rhp99z8g5/DZV9dMZjgG1kOyrOflrS4Ra2spL8h7miVr+Nx3u4IZ+VMg4d7Jc5X16exp8FcjMR2xgGrBkFcpFc1QRFmdz1/K91K+Nkk6Zayii7HyKd3hLTrpMy6xNtYD+zFQGDguaLi6b+dbomAdZes63czq2xU/nTZwSKzgfnWB21tdjJtj5r5G49buKE5m9mfzfgfePc5gfbQN6/w9Z+o4BrdQhmxwDABm9pIOLzB7ut91Ca3jfXNMR222Qha3AgwpLTxj1gKRdcJzdJxjPwNCc4HWWT5KVAHfqEqPfYndcI8FAwDM7dpfkQaAu3eQ5+bktVMm6yH44KhYT+tzK8i67sdJuKMEAKS3W3JJ7FGKuNdRRT8q4jqE9utQWm+e6yrOVPaOat29xqmOs24tGgwkcJjO2/d3hkPWBW2KZ23SpFR6CwqvM3ULhZbQS/VrgLVRBidZrlMmDsy7h1pldnvU0NP5614RYAhQPU9n9gLODk2T90m6jdFAoLnKVO9rkQxllQuTeTrCz56nCt55FAyQS2v2TcBb+pneIi8AtNL657MSuJsrLgBDUzfHa8Uo0U/t9h2tow7I6oTci4pGYN6SvboHpxvdZ4u4st6usQ6HfFUpsgRHA+5XFJNnC96jMlQwz3xw7FG7cux1vlLIS2rYH3OH0J0KMAVwCjo4bkAj67b5y+34isNPHv1ZEmWznUZrO0p7QNwc24KXCdTGWKLiFXh3nKcGsmNKacVu1tR9CppcG9jLN2tlf87KEly68bPemT/yTn5tRpTnPoUD6ItNMs5+DkxfQCC4AxYN4Lm08jufAqer+74Jtd5mtWNTYBdHL9z5zbVfKLWdq/cCiiV4jdzrurzFV2zhgqnF6M6fzsJLb94OgOrdjbtwRjpTsWjQOnhWCMMm3Jn07+e8P85W5x+2azvv82zrJFsn7nSdLt7N5vO6YwIkZckJKmDO9rouyF7Oa4sSUJQusWH/JPHcZytWM5vxs3T2FNzLeruGpL6AtQUI/I4DrN5u6E9D7eUc0euAPrpPEEd3lpou3432sIclMvn8E7PiZqddD7tOadUjG87knmdBtsTda3P0nOus+e3G9rz2eDMH18kqEG5nGz1dedtXjrFg9rRzC+PPkgXyZTZhZy1n/8mdhMXs802qnM5iXa7ZP5SUAz5n45ZAWgLOTGrA1odPNzcZQP063aGKLrxU+mLPj4Vox+zPAVpHtxVQJn7Jl6FY+0EH/gnknR9ds/XVck74HM6h8yIQFstsBMKSWEDFX3O2XwRcod++yRksJbJEc85HbfOh2bMO5ADA9lH0K7s/+kEdkwHBs+atbs5aKJSyrsAb6wJUaoFWZE/4807kUIcGHdMuZQUCAYI/jt5cJ2muLwGcgNEZQW956a3aHZpn+/qrUGNjoJDojXyNHlZ1dhVf5fmXn9jfUxCZNaT/0FayD87d69d8Rcn7ATxuX1JcFyfZfkhol1UmYGvuSdev6wA/yo6TA8EOSJa7N/HInSXrvJObb0PdZxdRbNKbdCL/w/tHKR9gPkG9rvqXn4f+MWuo4nudhaMQ/f77PO9hGVHQoPiO3fVecobyVqfVs4C8aKYX/5nvig50xRYFu2rH6JmxXngtnFvnWbvmsu/tBs1zjcUkdip06+N4WuD9TmamuW+zE50XfkfvBXBfG7REBHmaujHWYHOkBmAvIXA7y+dX6IgJIHqo9RUJ8K+a4ND1EQaBhU8r+qndO/4Gv3sdiPm3+gE7Q5c2jc5F0e4RMCSMCnlnYv5PKNvSEa6I74P30cdGVk9sZd7mGDw23/L76qyNUmlRUdZBZ9K+MDSuEoMNcrc/1vJ2aEoUugfsBWw5EFvMcgt/JamdMboHJfw6BVeQ0wLTUzhFjvl72BDIOpml7/jnRr5YoxWZmmc/oFpHSgvZCuKh7l+CUbff5gqa+xZdI4aqv3Aq/MUGObPPsgbs201kSrxI4pSJwNPyRfLf9uK9+RQBgSXGsGExR+0i6JiHgFg6hOPDmR+pw7lxbue0zt+n28mw7qybYMPcAexDM9vwsXu8hMbGxujeC/VjdJ41VEhKnxkV4Ox6fkUSHY2R+31Y+zxvKf5SEAPYtnZ8qRZxRdeXVre0/it4Y/c383jsNIpqjGNAa9x4I3rFs1zoxZlzBnSTSEjcwqWONaqN9yR8itEJjzp8CQrPdfEkFNnPotfXMTfsgZxI7viMJPItdGCv+SD0zPvvfdyz+WtAXp9Bb95z34K3xbNlLdNRH39R0rSxa55FkgAQSTe2uCrPJSaQ3G8XDTYb81Ebt4qNYD+JgwH0qJsV6UWuyaL18zyrB1pR9K+/o34eAxkbrmhrc+Odr8OUcPAgcnabGPgNAzZXXEEmph30CM8WeW9tkHmt+dnz+C46W8QZqK57PxH3Flvr4Cnsz2/kx6ZAyizjMn59GHn+dvsduedjO4P8AGB92QaSOCkALlHZdeDrDT+Yvs6ayGnpto/9dJafB9x3PlBr/qBrsbHP6dBvMwCnZxhGqcHNgDbvEPuFYqqs+XehiXWWy3KTz3TURJJ19NfmxW9ermf6PPbFs1b2FaTlGyQJysQATwHOHt/4sTFk89g9CzrKFrm0U5De19UsDtj8UPECe6O4wTqW8UiXZhs4osNa4C9ZsELdxpmRA3reQ4ppPs7zV696XzGbUddORugxcqcoJs91Zojb94uFwf6Mg/gw9qJxFhFvh/xkRRxVQDuJ23ff//nJ//h/8qw68vVXMBnFG+vMlFBwrhWCeX1IR9bncV85q2Kf2DQxu3iRjvgZE0ML/OkSFKKkMQmO+MRou1vAA5vLcykoqUwEBH/9tTgmlL6fx66dzJOit45e+UTcTT4UUo2en2/meTf25CSO2TKxPUwdNpfiSbG8hCxfkDmuPpq6LhVrY9nOH8VipfBa/GvNVxj2Kj7JqPqNpIB9kJHYptcwGDjJ9J2YunPa89k915Mn/8N/n+tnnb7402H0aKcv32zz5F0PU8A75hj/8fGTP/99ZCHjRMw1loT8u39ns7k7O90RzPo0nkiyTjHAH7/AfbD8RV+VYYTcYfqQCH6vM1PpaZ/fqLH5rVIaYk9Fa/zrxvkpZPsuhQ1/pAj2lyaAYn+S1HoWWf5Lzr1v/dPffNa9/DHJWvNen2EAiK9g5vrXfzEm5IMn//DV6/gHvk9ncuxXYk7U6+9LIrbTccXCivrYO/6ZvUT9vg74NVnAxH5JQr0ForEDv5orHD3lMx8riuxMYIWQ7NNwuosnO/fOH3/FbFJnc4WDY6egl9iuy6zVIvTcHwyks3eDCzyPj8mv0aXYomQsBLDSjr9bHPxDkm3oaNfVmD04sf7XXS+4wsbelDEyOlQik4y1gDe/1ojDb14Rs+Iwz6VoVVxIVug51/8sI5icWzbq1euvJ6/tFofHrmh0zULzG+44rxU/HVzhJB7WDToK6Hbj58fPn/3x5F/+x8ZVif2vT7xz8vrrxaJPq9fElc6+Nbz5Eeu/Ihbn3egmL/HUy89V4gDugrFEZkapzVdSNOLL+eRwv+COJ8fSDcpHvoo+YmvNnKZ3ur/FD4a/8RXIx8uX7GViUXYgdMBw+I0jWwzBj2Pj342dGeZC929N6K73PvDAw88wan0bn76YBgrenHW4pJe17T2/BdMwe4roi+coqsdE0bE+fPTFVN5eTD1y1Pgr/yZe6mid2KI1VcVHjPIRvyAAuAngn6Njuza59n/2n3+d55Ckj+wf/HZj7zaXlg5eF/4KssgP16r+R1mv2PIVpim6t1eN8WBE+fcWQRys4hZtKgQVX/EoOtIMFTTmnrLVrNTd6ogH74zcncM1ln1alpoVV9UzUbwVrGj6FhOHGIeMY4rMaJcUdF2a/N9DJ+++fcNGhUwwFZCvaGL5Dvfi+zqKBT5UvFmSWyw6Jst2xEfQl49g68Xtk/PcUf1Rsq9Ax+hF+/ZL45LDkBfZWaMN/2Md/Mt1zDdsnGPkR8cXWevIYeWcbfz1yT/7F+LQeIApGnovun3xk7O0BTTmZzmh4cdLAO88eQbvs4Tk0pIIUeA3VxiL9+RN7V7/h1eRrLyanKyDOMDrUt3489v/duf83hl7q7KdE1nQ5K3Erc/eLtybFLuAy0NyNd95K9LqoJ4D+9cJ4HbE5L/bEffXCeC/TraWLuSAd8t6bwP7Xa2gHuB9Be4x4T3H5/79AoA3wTpgcVRGbyco/zoBPDpUBvu0X981Vq2kK+n8/aGDyXsPOPX2LORfWrG9hEU/UwPCYKxqZnu2JNVdEwlHibN9x03aTUntKpSV9SDcQIrTLXkT5ZWzKAKVlZKFl466WdEFFd1bg6pvwlUy6FDtDiTZdyzQXIfgnPwze/m8x236Dp8R4LXzrUHK4/PMEM8AXNrm0gNzeA84gvqI7FnzGrlcTxBgpunospZAdF3JkCWic3By0c1ZHO3DA+X6uf9LjXbPxhLu64pdx90SfqMNeCxK8O+b57ADWcWekyiQ6fzWHNwpmil49/eo4CengsWHtTgKsZTQ6EUlS4DBpW0c/UaD6dzDTYRPhjnAoyScCAFFc1p1MAsca1A3/5PMeEu7CSRYKrurOH/QAccj7p5wnhO8EZ+WgAj+cr2rgPY8gMkltyV4HqiMcz+uP+f8sbp/SbFZd/dIpm6FtbVqICvBDbw6le0LbNe94cWY3v2YbK86/R93OewcV3P13ubctroyMo1CfDpr3dFLsACNRptFmTNEtV9WOUsNWH2Qlwayq8hTnd4ZVnkvp5qjWXkr6LfPbvbC7r+zWw8bArBHN8KoZAeqXLChYBwwp0k3zvwKLdqFZI/JRA3H6cZuUivPKKjKdeoEdo/3DNdAuwuVkJW9/Edul3x3/d0/OSpN6unMtS73rLte954Mt1ptxREczQFCm623c8dZHAi3JIugl45LcBsH0q1JLBaMrSwsKaqbYzSaOsNUrm4OL5AcQHfphQumm4GQ9VxRxIplJCSanMn15aE55O7RenjOnaFQdXXewijDLr21Nbm01/K7AAv7RP4AkuseV5WKOnyOz4L30XYJRMlDaeOtZBPAaMB4GVvXVrRWxx8mCoctb76FJvaRA7Y5iKsc92r1exyPOqX52ZLTo8zqDN5W1OvOXEcxSpF1zY+aWWCFmYyt+DYBTuWoYMSCV7p8emy6z76t8OQEjigd8pJwFPi0IyMByrXbLwQnJzl1hW7O2Tpg7txcgPtmRw8I83z2i5O0mdGPM+w7wzlr9nYC+N0EA7Ott1p41YWuVScVhWxeQJSyG2T9W9GX23/xUgfH9IF5uNbKPplnpAJfgFLbmDegk+qMY3Pf2hWcfeHMtUof2DkZFgRX3zovLRRZd7P9VABxv/vOgyc0mxMqQeD5blEIoHUzoEblMhvhzxJCZtEs8TZ6aTKoK8R1yW8760OJjLHz2SfRFdHPVOQvcTYFGe4NoK+o8xG8ng3fPL/NPB4V9BRHu/9xsB358/tk4pyDdqUofEHnFFrbCFfnwSRI+OzTJHHqoK8IzCWdihUOLnDwb7oX+Qadn51zsc6t+TZeqtKXyBx9G33w1KxbnUs84OqrFRjMxqVKOLJq1vCS4+c6AczaHdvA3UxvoJ3AmT7crNXOvYu/265sNJOn8EcVPHC3AaLZ1E1wDeT1bPwOyYzKVcRI5e3PAZ5cZ9WkKOFHAXh9xA+aSFhhHNYAuujnfFgAuOKSAI2h9CzlUQLXL7/8IiCrpNb2o4kjoCJKc75P9qHASLvbxq4j+VAfBl3f3dOs3/+frXv71ezatoNedrnKl7qXfXYSpIB4iJDICyDEeUgkFCmKFEUgwR8Jj4gnFK4RvMNLUAjiAYHCSTjbrnvZLpdt2q+1OdaqHfLtU6fKa33f/OYco49+ab331tmt0TOvsnRnHUCxYgfr7FzWh76K77aKx2fI/iYZ5r9/S9HBZqm77jXmIbJ96MwEcoJG4Gnd9lNMlX9L9EYrZ1+AXe+zRo+rI9mPdwnc+f6+g7w9ekIgxlqxdR8oqviGniTjZKpJxNJK0a+6CXTHKjzgh69YZP6xToIVxrBDp+CpFOalU8uq5Dnsc8GZ7EmT/ToI0RA3obIE+uYhs02bW9uZgLl19yp5IqHHZ/AdXwcsro7nM5SOeGdcR0ZnMLfoAh1zAI0AnboiJHmBK2RbcLgRLtPPfIPquTwHvSIBXH8ogMkf/xiwIDrhm2904aAUnc9EL32ZhFOT+UneYzyZDl7B2pmNzg63oAzlqy6knI130ZObdbOvIgAAIABJREFUIQpg28xgya/R2a3zz/UPK5TiAKDI8NnJoTXkX+oAVSzhen7uTA7IpbMkq1KhHltHZpyfgZi6ROcH2VNMK+IB/r31md40SzYUr9kLa4sC8dh6fAjbW7p6FMTzP62pTgR7nntgM2NrdOltn6KvyYGqfbbrt8whC1WhzoG32SO+PgDGVcUqCs4AQb737ZvsWTp0vGpb8vvT2ThWjckkOQa0G7Vgxuf87RU3m2OpgA+FmDPpTAx0nA+iC8hzkKEPWSNsIqNHvgCO2i02a35h5wfz1Ut7vETX08wUe52OcDpGYkDisAlgeu0qgnBe2jWa2VtmR1r7Uhznz7NvlyDxeh3A92bsRb5bocezAoFsEV9tPu46j1cUV4aS2DbgJx+X7wUc8lndu2TqVOcvubJX7UDP0c4zut62XFSS9lLgUVaLnOl2UgLGgDeo6mJz1kW8OebWraBo5J1vhemh8UaWG1W4/S1uUH/RG8Xx84mLQYixnIPQRgKnydnNXHn0ofRK7F5jkuwdW0EnAOd6tvMJfiM5JF90yZskQpxHRYOAaR3hi6X3fA3hswbs9fskIQBPYik+I/01f3sJ4EPZT1bEqwW0WrS5a3T2t0JH9jDXZ9N13gP4nFudIKMITHIi58d3e684sEW+0VXDe7If/M1Sb4oHsCJcxbh5fuDsOtfFvXuQMXSs2HJdJZxKRcVuzoYOM/A5+gHTjr0XF1hj+hrlr+eih/n/p6hOl75Yxn1b31KbYgHKd7eAMreMPcJ68Ekkw73oHaBtY/qrI63J+NzbxplsrIWCSHH3KZQWo0lU/BS9dABce88/L5NPknMn0foLOy/xWIaAMc8pktkeLoHbGMe68B3rn6BNXYfhWKrmQ5OLsocdVx4WcCUU6Z9SK17JfWwLtYctMlixHXC180id0ySadAoOLzMmY4mN7RXqVB1uGdHxgy7Lj0l0YQa5mOsu2fReiRoulPtHxflZdJekp/vJEjWG/MUosdzXEsBjz6o3ryPRfrXQOLpA4r2dcbF3KbxroWC7k0ZvXQyveMiKCt68wpKk2GOzVldkMFDXOpXSt5jT7L1YtrF67ewZiTJ94H7JE7tEXzBXkp6ni/10GIlvgNmngOTI6/xpMrzCJr6Dc784ix5WnBvbWixuxRMwsRYLVk8PtCfrZGDUz5mZe82sfoMONrLoenRsk+WJY+jVdgk7S7Fr8Ry29gGmnz6z3mLH4GeSv3aQvYvdN9t9cpZ9l5Srb0Gf8+XN3CS2bIri2M1/5C+Ll1f8fWF+iIAvv6gjHzA+RFbHdEGHfrjz8nsx5WjPT+E4fbHk8gqPnAeNA6UJjl2989vDUvR+bmZpE9zX+LhiIvY5uieXr6z2jPNZ82xZD7Oir7C2Pz9+xK9JOvj9MBKMctPnfMlHmVlKXsTxrzL2AzPNYj7+zL3ONLXGtc2RuVcpRrSHz2P7pj/oU77v64424KMWmk+hRZ409jdyLgysDlWkGDscGmMJ3RbT/LLrHraIee8oybN/ClzLAOOaOinNyYabYihSQJU5xD8oymV/olfaaTm97PVTYkyd7RL7v/wuQbM1odNLT3ux7njeH3NdY0/4TU86h/luChLT+fu//vHOF0ZL5GnevJ0CeBYa6/qi7aCdfVnB6cb48THItdEJurtb6J89kJSRTMdYwO5oHniVGKhj10prS9/bJY0X69Bs/Mp/Z5MShx38pgUAmHgu7GNj8raWTd7wyXP9jgGq3U+3cgv65oOROUXgp5imvmxkrMW7YujOCs3ohR9eNa5vuGWNE5+VXSosYAqFn8dHaudivtfs3hV9oIoNUwy/LDqNvm9xf0daKFK8YowU2R88nN/QBhGxVouQFW5g3nrSZ/yl3c3ww2E2xy/pl+XeP0aXeBbrwq+09o8yq/Tv//3vClx+vHCUvV8CeHYF7mvNYkXy34sRVwQqVuBLT0d+i5WrPpRNmQ/qpUamRXFWWaFFOxvla2BoCm+vL1wIXFyGTC5RvLzAaRrs+htFRRdGFpz1ynqYAM7+u5oCdzdhnz/PuWhR8IXf99vcn5nq0YqKklYMNKyi3wfPyCzug/cPt9h9wk1bbPqLM5q5vM8wIMQnT3J5/gnZ9dwrcuRmeW5jP6wODOrgw71gPuz3WFy6frCJ6ANu+E/RQ//j/xQ9/Hn8VYWpMHVvjm04M3r5GZ9nNM0X9Fz2UPzl+jA7xVLszq9N/K7gjZ0qgwM6ZLOwm+/bZh3/4TDidKla5EemKSRnZjHPuvThuPGp5CXyM8UMMB1YzEZMZD3haHJ1ijQjvxK25FQRJJ9Lsbj1b6NE/aHpWnK1QpEjIGKyFcKPTWY46uPHKwiT/O/oNXFBvtOzHTzv5zQKSkqvcA2DjWema4NfXLmR4vTb+t5v5Ues2wI+hW4YGTRSnJzf8NzOAS/6vPzRBXe0MOHrsK78+d962k7gwb4U+bD7bv0l8137q3t+o7z2+/P32ZufNUDWf3a96035d5lv/vLlSQCvyrhfYOH7MHudRKp/j2ZoHz500Dcdttdnm4y6SAEG4m5hGASvUadIFO2Q3r7HDd4mAHuo2np9ew+no/gk2wp+5s+nP1/iZgm/Mx/15mHyD90VZ/bZSXyf+b2nSvIkF08C7tBCdz1itOvkXYtZZ6+Jy1X5c2wEBb3HLvp2bkDtQJkbKohco4GiIJuCa5fSNqn0sgxIE9hTmO5jzzcwwKXnBO1FqUhmUSAnKa3SozdSh2B/TnJWAvTMwT33eNZvQ+8X1HsqeGMBJR1f1jGi89tVldKEyFVpfnMvTWzdJoB98QC3M+B+wux+Wl16HZLOYpOkuRLlZz3OXtizTxP2vZ7H81xRfn3uax1vZCPf4x6XQJMAZthHQXRkSTVw18A6OtCXA9U9J9OSKleiy8+otM0S4OhuX9cdvP048wlb1+hMtaNkHdSnQ8E1z56QS+8rbXM7y67yw2tBTxf6ud/t99UFfwWU28NRpZ1u6CPT9u/I0xmcjlplMjugcYHMzn+TTWd96qDf6gXBQ9erBQTWDFXHtW6MVxU4ObztVq5jeznmp1Bknbd7wM29XXW115KOOsr3M4mnUzhy5P/MZzkyN/0xp2ud6qMhnOxPt6yYY876700s6lacgz3K51X7njNKyVuvUXUNTDnU8DV+l07duWG4l6AeveCMZrvYOCf2LNe4lendedcq799MxBUYnED1zMJdInMdh9675J7nWnKugAxn7jofR9+c72KWmgTL9zG0gCMsLatmlsTaXtzqiD2PxNGKHCaTAKYz26vGy3ty//7mZ0z+nDNUVBKwkqgM5fSy7f0QR8d5GLC0zjQJjlI8xyHRZaJSf0a6FRLVgdvDnry8b5XRgPMCYJ7jxtYM8BtV8GYv+1N65zyjjp3J0joJBAtep7ObHHk/SinrM/BRl5JOyIGjNV9MlAo6czQaq6zC+SRkzz3dzG6qvAA3BDcLektf3bl3q8LdrEn6z/qt+KDP2VnESzC4dwkcDqMOsQUSs+GtnM1N11m6EkECaDPFOR3Au3ehU2nA0Lloowurs5HrNPEgMDLX8jqTpei5OiEEYQPkVv3sXjhz67C+5oY7v85V9qXJebrtOn+AmdM5SWicoQa3PXMq1gCQ15CmK7EtgBnwb61Htdr3Xx+0hu3kJEedz3eqTLPPAaklHskm16PPpQCB6o6D2477y5Fnx5+GLkwC3HcFei3Y0G7lVEz/9quKUZXWV6FAbrjV/7nOTYfktuLG5rrPzdBc0QwAbNSc5sHOUSUnHQPR+1uXU217KwlT4FAKeQmEsR7Q5ECuAXWHltesFMnOBC8PRulom7q+dsu14zSjoRMofP1Qt1J+n4IL3cmKMjwnoKoM9uShhnXOZXUf17b6ecHY7Gul58bxnM9w7MnOJAdc58VXutuzt4Ie/sWXzlMTv/w8oPgc9tsz5llHUe5sHJCYnD84xRafOL7Vwa5V25NK2fg+knXrbN+cFp/9MRRBnHDAZPW55+v6JLkS8Ns6OOu6iLrc9bUGIC8RtWTY2AGO70cXQNiTDOiMqCRs2+G/a1lH9D2nkKEFgrXb5j+l81iwngC1zAlNNK0Bwb013zV13Ndxz51nsrUOjwQ/qWo+rCDedxJwlvVtuiqcmwYg5pjmuj8nkLUft+f59ktOsqAFTPmM86N4orqxxU7rqC21nMR0WSBW6HDeP0A8z5Lvf4PK8ugNe3T5g+eZXFfw1qK5OgVjHZD8KwW1JPHdUfg+SRLK/b3VvXYFN36/Thtg5Ki3vIDlC1J134RyLWeAzwOcpadt4TfRD/Rx77+zuK05YHS0/p5VAL/Akk8hgB0NOT26gqBU5Kdy/w3K79qD2Fdnp/6f513hXufc5/sV/NCFb5KIOj4QXaz7Fb3u1n82pa9cq/MvAxD92oSnSmbymWu9Zd35SpKbAO4poCWZ6Hiz1KcLeqkeq3U4W8+XPwBbrg6AOAXWnz41rw+dlgKikyByXcl8oHLXAOVk/ifpNDkf3T36ebGHuXPm4ALvAQ1j30gS8FKS9Aqfp9XMjanECK1A6d6WiqujLMRTxiLompnBAPijbmXT1llkbvJmmJ5iwo5ciQyc+FYBDT1PvoAx80GuRGFtlHO3wubOmczCOW/17+tTKqoBtmV9sRW0MEUXtWzPCk/LhNRYI2uUJbEu6FPpcWfnchULsKLUpgtLsX+H3VtC61mSkdM3kmYS6ea1zfc4hYafCfZuXhJ7WImAcCuIKI2tcy4REqBl4ywutpjo5G+/fVY5OOvZ7tqCIethXrfxQArnUHGEnz8NZWeB3voTKzaT2GyxrZi170qC/W1m8+a9qvVd11HtbG8+R773XWgT2TXyLwmhG6JFg6lO3zosJpPkOgng+eM6fQbctOggAPDkfvbUsojVWrhCjzIrMyXVp9ubADORk7cpvmALzPjbvtwyd73KjNyNc5l/TmYl0yafuXbWGIsP2dpIoBVjuobnP7FXr3od6I0e4ruvOHN+1AobzST2mUM72MIpljHX5TeMPWGdQlMLi3NaWJt4fInvdfMCSrm1wwGGH1CJ1lsBx6HKblf9dR4Vm5bNosxNii1C5dk4MPt7dZc1JZ8N8106ar2OXtd9dHQkynb0lIDlnqnsl/Wp35942bmTJPFvvgf71IK3zn7fbF7P12JR4PrPAeEqqwrJVtCxednze8vqhFmqcWrelGetL3zpUJiNZ2bzXPnDL2/alU3PdYRIzvA6TCQqYovy7O6p8lPgcsXFzlFtUZHenT/rYcZru5fFIVcCTfx7xkOsSWIYiAKN7t6lb+5ZD7NyMdI0LjjFbztH/b5s3oegvIDOBynWabds7htjwTo21y1/bMmJPze7b7Sv/u1M03f7e7MjD1ORTk5xtvNwmCTcJzzreZIGJ2ktUVO7Xp+W/KZDN4kQvmQTd0lU2+sWseR8rBBH4YmERNhYkrybjWYjhwFuXqZxQ+s4y63VppmDaa3v3WerXHtxeM8jpy2vMSgsFpPknc82jMz5+koXY/4YU/MjtpEwq5zYo3Yvb1sx2j53ivL4Ze6F/uSbPU4HoPng1hPVKr1obejj4g6VrBV2eSm2UgBW37PFEBv5sIKb+brbu3WI2mvr3nOfZ7uxO9HH9kSi1RM5e/apulYMkGuuA0onotnZFxta7OFschIQmJaOr7Tb6/eRI7a7THqJlZoMzb1hDME4ci/n9GESqWppNmIpe9gWvLZP9Nr8JI9uXxQ7AL7F5bo6qemPKVKzbxicmkBXmBiZsH5f63h3DvhZFBS12qLrgXDWZ13X/Lacp9fpqlanFplbR9ovKSpK0ivdeb9l3EsX9UqMSuQobnv/LowNSQD/mg56hWeeWVJO5/0aacyCtXexzS1WG6ZsBvvwjsmXwssWH8K1ihkpQsNS5dnpIbpJIVKupTAi66gr8kcxpKSYwtHEfObqTqfQ+5Mh921cDaaa4lFiqwtvwtJwWDj4/B90N6eQvjuY9bIGzsvTZ/EdcyZf/DHFPWEygM/a22/Egrmlt5H9+zrBs7QnockHhocooqXj+cE6XGsHq0jXJVimwmIcech0H5c56vN3OUuKZBViYA2SoCPf8wPupPDTEWynXc7xqzDJ/NN/8kOed52sD57G73mFiSydqzlbmzE6GzZ/h45dc0qTqy2yo3NX2IbKtSxpCooiD5o3+GLup7JdHaAz8rCfDbAjf2UoaWHMYfFasWTpWy8cTSf7WEbt9Qq43qbgVke7ZHMZFzUTtYOEzh6esLEnEi8nnpqdWBHNbODua6wvlcH8/s1rviRmit/uPHmmSAZrDSYdycgzmm52cfpCoZoCuDH9aVwRB9ob9/Hl5UeLheliGJOZproOsSh0hnML6MkjjEEi8EqU5dp8SGM2rPvrMOvYi4dffbzzH/3Hf2h3vtEEjg0a/Xb6KvLNHq7TcnvgRS9i3qx9bHzRH9eX14lYtdQ4eu/mhioi5bsscb9RWT4Hy/maf9hr0D/xRXK+FL8djPVJaLkxAGDnOFix6yy+uph28ixv7CXq+34xnePcKbp3n8e/VKh67d9n861/TNECzGRNQIuzvEdRyvHtu0VUUfGQ3++8ePEq8pCYKj//7g/Gz+TnWG0wXMXn6CiQnM8lDsUlwaKejR1C0cUp0N+53Pg8DE1NaqOvvu8cZp9zA//tf/d9Ciziu0UHtNGtOaZg9VkTersNSWmeaYNXinn4cWJfNrzd+HIAEsfVj+R2hXAnTqor6866kRvLxEffyEF6LQUZSbLeO4DwdWb5BJjXdLtXP4gV2yg1DIXKr59Kp/n7+lP2DH6FPECLEhTSDBcbtjv91IKqMuic4qbhzy9evMgzKOQYDv00o/VWYDqfQSRjX9pcdjX7YIXgJxzmxuGGKUZvAcOYIb+M3sIWsHN9nXdMVJrhrAxmkY4/IdY7r17flPp/n/OqTY/dbfwUnZbHvfMf/p3nwfGGKa2c0QXFnDs754NHvzY+LU6/XxHpDykwOPmU3dDth8vw+/2bi2c0v/sURD8J4AJUFwBxugF7nXzLunCW9PyX3zPAY87ubuaWrrkBrJ/392vPvkm4tnOXAruSTZeDfWb9nirNk8z5l6mZb5JjWezTwXgW4xxMDvQc6gmYaxDGk3BcVdyqSA74cp7ldN5+mgB2fZvUa10J4NMp3QNCcC/EjhLz/OdeKjhXVe35vKRC6VxxrTMwlMOV4Ph0BrHPnkTdofk6z1rlcjnHozRcB+bN7yOHpXyhRysxW/NWvjkREdTOQs15ocyb5qkRXELYoW8HZr3oVXV8eg+ez/c3eZSDchxPCcgCY13bS4YZ+Cth7icHPCztQY3R5MfrZt/rPAJZBr5dMl+FUODnOgXmYi0ZuASWuoR2LNjzyuBtMvkkJQYWjGL0vM6eMdwnAdMl6VvmIDV5m//ezCgB5pToqZS5cSQYjEteXOPcm89vhtxFT90E36kuyj1d+/lpkcDpmPZ9o8LaHS9gjvN9JZx9jxVE2XLWsxW0l0ygnLAuh77dmh1qVe9f4L4/O8ubccHZrAEtYKgbdd2VA2lunZ516XQjG2yvu+F0Xg3wqkOk+/H6/dEdozSavC15K/hbZ+eSspTmgu7bc2tv3MM6P3fvt8COZ7DfOvg4nYAyAKL9K+0s2b5kbrK9zmN7QGz2b8DHdNyZ3VmAPZWogGsfV418w8ev2v+SjSPL7q3mp1XJqxoGGMxJ3XxX+7oOYVXp6wQZkLFquyMjAzsUaFzVT1UyZG1V6ihAuh4AnKtAAvVt7w+Vk+rwnouBek0kX/ppxmXnzb20Crb87Zz9nf/T2WkNqTvrKljsM7SjeV2PfnfmiR3gXNBh7zhs7ZLJxcxS6homOBHs9qQ1MDwz3iaLm2U03TCAYvfpWT+USnHrNHlXZHPdA4chx2GdQptFfQAm+6v6TBA76tlRA91FdTVTvFeWAF0c4BSwOcXOGTSDcx3+Xu3wyFpN75s3GQqS2CjnCgB2OrMEDbpxT3e/RIPvUBzi+zm/o2tZVycZldSY03QV2LSjH9gckF4pZV6SehyOX1VH5n8onJxDdhVVYO+KPHdmm33lhK8je8lmFcO6MDmCF+V5HEkBfUFdwEbOzzrlprPdI92vkISTtyTw9E+TxqU629yRqqFrrUaxuwTw6WJHcUa+zIkpfdulG1mmnfklgG860kuhdelP4FQS+a0izaOZ9zLwc2eUw2g+2JJxo5+X1LAPKq4lgK3Jl6qjmzwE4CdIcF6i6q0buZ3+uLx+jxNH81Qimu+7iMX9sgkrRjiyVDrfq2jm9et0F5LrJE4U2dAzwMlRL7ObqYAM0Oq/gVZN1NTPkABGsxkAONXg7cDOR8rUcTnY3Z88v/v4OrNu7iepjarPM61CMsnKrPFhLKjdvSql5+CvGGRUY9OrDzvP8dae+wg8Y1Wl1iEFD0lI14fLV/c60Q2cegUInApnGuXl7Mu6hoAgRHEFL6PPb0BV2q/pMt3KswcS5lv7BSeTf+AXm+R8neIhf799+7qAGt3kcz21ed/oHBVUoPZSgjnHvuBY3gfA1BFl/SaPq+R0/wLudoukgMU+CIQBQkAZ6yOB2OKWLAP6ps6E7Iyx6cp36crIjiY5G6BPErA/190/ff1p0SCfsImM3NubJFEksh9kzz07uZ8/NcaM6sHoJ0liZ61B3PH7cs5LmReAyZw057sd0Je/6o0Slvfzx7XNiiO7o1Dd/DsJ4Oqbi/WBrl8CPt2P0Ve1KflvM7JWoDNf+U8SwK3ano4mf+vwnJ/ps6jhCuh+Mb3w9MmzPt+rdHFtdiQ5nd8F7HnwkF0S4NLXu3evJoBLiTXf74AKqILZbcmGAkhsTN7//Pko+ujldoKU7j1AQta6spVOi9LP0kHZEPqJT9J5W9mDRwn0vNptmCtuBrTAdXbp/QdJVN894PJREhL26K3ZsH4CyDFf1fkC1LUjJknesz7tTkApt7X6PICcc7UEVQCOANBkQWKg42+mmnuGrE/9/4DPZo1Vh3au+nzZUjAnCAbmt8uz+t1ZMjNr1Oo6ynQJKGjsrHM+Q27lTYA+8g9s1eH6xT22Lt8HDNYkCbwrqLCiE77kT0nwuJcWSEWn0b8SMB2NkHt7Esr96kv3dwVQGDacK7LENo7mfMkkz03WrbmE9SkIeJtz9oXK9Lx0qCsaOLK4BGjur53MFwhc/2C0YIr5Xr8OkBPb+SgdcCj+6UR6YXShoR17YlTBfGP0qb//nvVLYQYavM9+101hpmr8t+inewDwBPuSjGi2S91PSUoK8EGyZicBPErEenSVsQKXNU1Xt1UpvZegItf8dzaejlCFTu+QJe8//jew88xetR6lo8/1Tzx2fHC/6wiK33ViZS5gu3STEHYG0cjnXqw10NYLsK0L0DgVdnZYAZ9AAhg9+nx/SXN0nwCjdZjq/MaUgAnhNgG8c+t9KMUfVPZ+jC7y/Pxm57fzw+qTXnbjmsu1It25NbUFV5yxAqa7d14nYbJiv0P5/0kCODNtyU+7nyKXkprAK9RvHeuAPp0fZb5Zrl92qBOERbeXVcGOtVUYcOc+oFyz1zuMwG7nByOPG02XVDsOjC1QgDh93iKzdLLrYJeUWlHQMJQV60VOs97ret6sTaxa7OA6NwLyRkYBzAdHWQfeOiytqTN7GDAsmjPIvgPdyFVtIllowaLCowvbaTJE8Rj5WMxqrR4/xnixOFBiqQVRuoNTgNj4JsedPwHAHGua+WljU7E/vscYgBc/vKzc8BHIxfPnzxvfSrDxn3X4bhzRNTPbKYoOb2eaLthLX/Q8xXwvWZGYJ3bYe8RcTfpE/nxvk3R5BjTRgEP6UCee84C67xQrXztY+4d9YHSaVxF4ziL60vl883vLlid+VkiBRjHvd2uA+3tGn0gI8CmBuxe4Oh9xyUzFK56R7lm3ys7ZmMvWQf5NbAhd5bx0VmIyQ2L7yec62wGbfr+ORvIy22n0z4oovM8c7MU0r9P5JQEsNnaeNuePv2FUgG4ahf7xe5LAAFzfC1vOYRsa7fqSxfSeTuEvSq0PfHd/5n2ueLisHvHF2RtdfT+2g9bz665awkUiEYtGY9IWeSlOXaczGtYTz58161lIB6DCu58jPycB3DnbZV1aQpCZRfu90QQpZikl8orSMAw0odn1m//3NN20ZIS+6piqvHd05YvL7M06b30Hv8vsWXgp1gR+wmLFJYBnD53hs+YrXKQrFB5/Ux30UbFMrr0iRqMzNm5FkZViZfcjGcn+8eH4uGaPlhkn//0DP6qvg23xA6wf+76C0VLuxlBLzHz77dd3niQ+vJv1UxIkFuZHfpfOvdqiYgVzrtgrdblk4lXOje/lZ3g+I44ag0vWRW75P4rY0KQbPdKilMgqvA9O8d13T+crFm9ZjCk5a2zNrx++isyvEHF79/OdZ99F/9+PbnuzhMX9r9iOFfLd/XxU7WwgHIRO8xziyC/qH+76nuJ+OmktDZPR5F1Z8ejRxXePa3vWRFKq8LxR4lRnX+eBogROd6+rFZvK3rx9Hd8+7B+/x17S6ScBbK2cS7jZ3XRYs/tLVK8R4Gko1esXGfHxet1tG2uyQgjrcmK2u/cUKCiMpJ9zDl9+qL+NGv9Zugi/Mnc0nzHC4H7k8OXLl9Vna+KABZMZ8seH+e3OH/7qlSCJvL7KWt811iOy+dtnLzPzOeNU0pFoe+5LlOX1849bw4+//tgkmO59MdnHDxKLo7//4//78c5f/PN3d/6ff4ZNhl2Iv/sU+0PkJYVixkORw+Ib8CiJKPhTdKdE7RoKxvzR+DPr/Ta4irMgCcbvexMGlDUQjHHgafTkixRx2ZuvvnxwjdNi53J2MuZhu455STHHGML4oT6sW/7MzpzJ1hHrfBgHpzpl2IN4/iQ16cIy+0QfvkkcT769vn3+Z5X/E/+8rl1QbE6HzD9h+t+8UiT8dgngzFSvzi5WbJ2vgoBmgIZViS+TudPyAAAgAElEQVT9+8RH30QmVyAPo7vXZ/C9bGvHvRWfTJFB5KA5AsUuuef7CmJjRH6+6Kab5M9DK57H4PLD9y+Dleaz8SMehmb9H/yD5y0OQLd9cFJ+A39FN+6b0Okfm7KzAD+CJy7+W0czGX9crEH3rjUQF/sHlflex36TicO/5rOIxVME+mgsZn01ATya6fmM7lmBE3s53BAbGGcVjsePeJBiIIVgZcPD0FCgjj22zh9TUMKPRXXuDG22sG+P9e8ZNqO4HfL1b2HlKZJ5TCbnavhzsL/bBHD84d/Z2t/ufPtnGT/nPXBSxTwXo0V9urzed2RE/GljfnKBqJtiE410GwsuWS4BrFHkvk53jQxZo+/DzvPf/Df/IjGM4r2cqdgkyW/f+yoMHF787/k47IIYNoVKWQfQ8dNnDxur0S0rmp0//CnbGRzAzUiR8Fv4Kvx4+mPuXux18ISyHTk7LXASN8Yu9V+fjM6LzPrcKXrz6bJp8ZNyXbrq+bdP60djyiILG5WwpHnuoKMpyqwVv4KcjYFl933w4Rc/YHtafKJTe6xU8kNjjpOvEi+VOVb+JLEvZhwFahqaWvjfh7nsXa4j/hUP7GxieljhuaJUMo92f8Uzp6Fln4WLPoQNdC9XaPtzsADr8nlixK/tzd2f7vz538789Yw6cNaG/ywunG9YgaweHlPbGDD5/TWdBXSXWD+vjnfMmkxm8x0nAXwobov3sXu56/NGyZ4jzJ8K9kkA7xDcdkVt9sttYs2XezCCMXBQoubmnq5/rMLxVDgXaOBcRNktuTCA8fKjbxzpK7aokB0qnkN5dRSTL2giExB6BQK9J4Dv9WA3lZnX3dwu2d43kBFYMbrgJQuWtOg+qBy5upfP+wcobw6U+75JEA+n3Ota796XBOtZ/zz/wNAzx+Umhqkyb1B9um8JcEH0ARYq9viNZ68Yu63Bdd/5d5/Xs1xdu2c/VslLxjmZAzklMs+r93cJoX/3LFzGq+twKb8mvBucCgiu4MJz58WQbP1z/U/X9tqbMx/Xe876TuVtD/x+1dTnu5fMb8LZ7L0rIbCk8RK5BXBq06jCzT1sR1qrLEc11oT3BWSeRNopmDj70k5xFcxNzs2pJthk62MHzS9xXlm9Ai6JD7dKZm6op3MNiqxmx740QbZu8Hbndh1HN+x5ATUCm814XIKPY9ROU/ef+xol0hwxxpyT21kEVyJKZZCKY0lxlYGUV5OOV9drg9Pco/dXPN1/7kFCnrgzwO1sz/edIfCeUyd4cQt7W6DnUpD5JQNm33TVVMRzIUGy88L5XOLgVqGRYWvcQgc6INdq5+vVVU1BL5hdcLPZ2dML6yBzn7v+lH8A1axtKSjqCN0m1fv9ij3yO0DGgEj3t+79o2Qr53UORjvM4TrU7ZWnfOepVmonrbmqpcq8KPskNXWrSvK2I2NGcVX9M1IqDVVG+66BiYxcAi9n8JMEBbldEnX3cnS0NfCsRw93TcjQZRyWPE/ypgn20Wp4js6Ys3mRWx2eAxxXICG50apAlcb0yo3cbV9aUXXJr+DobvQfGd0skZ7w6t1TeOK6ziPgoDMyc43J9mb6ko/NGZMUjWNaZ1BxxZnBbIbCOo6Bp0fOyObp7jn7Yk6mYHzXXMLQ2vguXVdsonlpp6DG7BjPMEqPAaSjgRsdc21QzlLpBdsFPXq2LxKUnUr5MTigWB4FkP07bACdzZYNAf5eS7MOFInqJqHMAjXLaeuM7miAyN4OuPQ9qmQFSAWbk6xsB7YzVHO0xOLkdgdSNy1wAhXLV0lOeL1rp/GS0Z9Hng41tOdctdgcdsHjmTHXeYeXDQXWNUFg1rZ1lKwlH6hLdbTWf8hl8jfb18RYPnso81G+kKcmufIejlurUFWVVy8LRs3JlORagrjd6mQtbxEc31DkZn/M0ZlDwxkD1K4SW1Wze6Pjvk5gbl1/fK9DMcAWxy33dZMwzv1KatAbAx+l9bLOBVa3B18kGGoFkaRgHrAJxDj+k7Gdx3WwjYXC+yTA6FPAotfRKSf4sEg1e/Ty1UXQ74ostuAgIFGpghMkoIrrGtldvkL+Z7/I8BxM+saZvBJUgsGr29lXANnpE0VSzp1K2Dt5JsAcncMJlwQ7z7+ndm+6nrOWWTtnCCUrOyOAXnIp8+FQEVrrPGuBKsBBkt6bgXc3YJkACmgM5FjHPSAMKNcufHbOnDFda6Hy5GO0iyv32oQc28WeSGqrvs/zlxK1S4eme91tDgJ/p/7UZVs8wmatTobNzH0LOKttGY0znbQ5vWMNcCbJC1tQqm4J4HZ7BNBJwuA4cMBMRRb0C0pE+9ZupiYFJYyWAOYrKCRwLYHygGyvJY3Z1Y+xi6W2LJgxeXmT7kYvAHcpjLWmk4/IuQIEMgbsk2AidwDxvZz/URN2Cy/avRVsep7ZXL7EzznPAP52RN/Y2enyzg0vyBNgwmxdgHKqx9EiA4QAnHTu8bnnwh2fSidawKdS6pkl+L5g76Hgk2xAn+Z1KOXZP+Bg6WMj86rPyT87Bfd4lrX87epYrO27KouP3tCpI4CXDGfTPvw02V4APBvv9TAzgyUXDuuJGWud95QzYI4puUY7dWjvfMw96BA/89AK+iQh9iI0mPaFPillVJ9/37MOL3O7kzSsT0GGE5QHwPBydnXDt5o464TCkW17m7l8tZ+RG7pPsKjTlXLsjLLOlXTepv/LIBH5cNbc9+no0o2z5CZ5WAEK8wCkp+M2zymdUQF+JHwVygAC3gfwf5iEhk7kFVACOAG0KON1EI7JRnLmVMGfURnWtYUoOlQCej7O2QcIAh997rePm9Ha4OEq8H2kWjzBu/18AzANkNfRJf5Xf95zB0DPeZRIet45svSsczW2m8aP1ZtLop8RIf5NTpdAHYsCYMhzWwt6FcA4kG2B9aU+EjMMsGqyMI8jYUs22MYWfZivSI4kdIGnLfjghwnIJebXGeuc+bfZYSfmAxx+mZ+Tp85K08lh5loAjSYgMv/qUeQEQIFyjk4tu4iYCUDBL7vsQGUuZ32sOfyrMYpsDh0/gn3eWAaxAp/YelMzrZw/HTOVjSXlCrwB6ctiM9rkH9/OV3S+AEjk8WU6G47PZy7zFjBynbNolvW/6vUCDyQ/+qISZa9v6HWjz+59ESA4frM131iNFU7Nx81a5KHok99jV21bZyTm5zqIJRs+0l3OWudrX6CTuCZK5GMSqqjTqz+zHT98/6pr6rXRDpKzOhLzax1Hnjd+G2rPQw2rUMzsTNm6wy4x/35JXy9nC8W3pNmx1+ITgJ0kkc6lqmdrnr8kVo7/i7qPvD5+vsKQdeqL1TJ/M8Byu5LzQtPH9vJfGZsW7eZcK+gpABV5KniX9wMUrY9ilIuMKOBSgLXayRWeLiEhsSGpPPDU7/kF7OdG06yTFhsHG2NvngcwRVV5Cn1PUTua8hXK5My9P6D301Ioe291UdaJ/RIjssEbP7T98Hmvxiy1Iytg9J2K1oCOOrDJnzhFHFXbJJEdHaIggQ4/iTuJVXbHPQGCR224c/foYUYLXKjyZ93DyFi6JiXvRt+7vVhi+E3XCdDnxb/n14qf2v1bv3qzp9n0NTBcXXH5u8l2yVSyGl+y+IREVK/vvWNMKIORYoMW/8DDFGxkffK1HUGRwgE6FPMLPei8o0LlNyoc2DgKrABLtL558/ryI/cs1rHzj1OsV0G89PEVVocOV+KSzG0uMD9qs/E+6xgBtOfrCkrCI92yZowqQNq80iUrP2tRJbmhD3XnWYfp4dF3r5tP0Y/z1+RlbVbWQAyR5Joz9fjpFYMkYcS/8tnHpZc+zFTrppLg2+fFnosdVojRk3QTyztPKBc3a/LgEYoT3neOpvvDBtN9FjO2Q43s8YfFEKP7ZMp0bm2OuLhgxeR0AX+poHieX1HwgHPX8Bc8a34g2XI9yW8uEl9BVxtRoP++NoMz50K8WGwinyl1LZykGJTv5eOyRxIfGyfkvJDRjR5SMLHi8vphrhFflM3onuV/4s12LKVzF0Twr/+bjxs30CP8g+xAddmDyAWaTkkuZ+dZuhWNK/ntow7WxG98vcxWhoWIg6vnriI/t9tO76w7PeLZJB3rv0ryRX89fy4xFvnJ9/EZ3sb3ZKe/emB+9hd3vv9jihda8Je9SCf/d3/I9+c5FM7AUe6FRlOBm9m7iuP4HHTrg0c7h/5tTe4777nO69B/E/CHz4ZTd4RYYheFKt53N2tg3NTn9xI7o739yN4k9hcc5vP0rzhU8Zf4SNe3zlu+izNx/LHjF87X/KW63LmgV/nCQhj7dPdzoz0+RD/Dlug2ccW6DCvIllNyPfs0uYQhum+/zjp8n073PNLdJMiLXfb05snjjz1r9zG7Hp8HO1E6Ben090mgabq5G5/nr/xVBagFACe/rt/5pktiv05SWNPId38VxasRUaG5D9Vz6xGjYx8+TtFE9lhf66+/KcC/f+d/+Z//RX6Z+CbfB6stdXGuR38rovi88nEVxuTsYymyhnQ/3SJmpAsVz3+R/VCs9kaMme+nXb7u3Nz4wk0UDjeC87RR4sLnH0Vn3fhzOcft0M8ZkOQcG+mYBq0iHLbjD+r7jDGQvLZLOPcM172yXdX9Laa/iqHFxvTIifefPQt1c14KeHqOi7NIVPJjT6EI3aigBtPA5htbQzNo3f+w+ctOZP2embmeggjy8FP1d3R1zujL+Py+QyxQPZbv4t+zqR2RkXV9mUIQs9Q9x/zT5R7oB9+l0KHMPllAOA0d+UPijzJM/Pb2zt/5OxnV0+LoFfeeOLO04jrD87P3OXfF0BTOpyCosUqB4iWoKo8X/vnD91hYvsneFuXpyKwWNSlOSQHpT20CyfnLjzqy5wG9PoYXYwjyk64dH8qmtziK7F46+fm3V1zWZNytX+MMPk2ifbgrf2L+3rMUuDhL74MViNcVY/CBxEBs/Zf3H1Wv8GFgxk+e7FzaVueUz+dV6vZcvKMyYK3x7Z05BUmud7/d44vTLc3Gf04/tZu5DDZYhugio5AOzmtpGLjl5rpq9S3zkYjOf/lf/OWdd4puov/4zA/aIT+/kK0Sxzx7+qyxNJ0vuQwrYrM962FjfPDAWKDLLywDBhxiTE53kqi8ey80+5V5WJ0YX9ESu67bGm4Pj1nhxFiDVyjmjA3zWxb/YL9rQtzYxDZillVwHcJizRbJX/gM/L5MS1kb+JRiUm4x3BgGu2LEWzkTZytUEbc7XwolYEkr6HQdse3GUK1Ygw8hlg1zRu6fv3j0x646jETsx2fDuMP+82eHUst1+Xt2Dm378OkVRY3Bb82eKwIZ+1FHy+hCzlo9yCzgv/E3Ewc8puMVJcfHyCNgrtAgcdbOGVy+6YoVeiaHebR5rSpxzbofGr+OteCzl+/yqF30Bb41FnnzTVXXJz+/YqSbL22VsC+4Enzn90CykzTuz1yTj3Jde4mv0XnuOwWp3jitUPC1N+E+Lmt3va/0uDmZJ5nct13K5CSAD0i6RVmlhE0RqJ/KcdeYc7rP3ySAr4f4NLHifaf78HRnnuTxuY8NWb59netvZuwt0HGuezrmziearHGQOZRWIsbrVMB5nrO2nvd0LwkkC6R2/baWJ1FzDA8ldpIcft/1uNZSEo88NolW4bm+lzyojLjW+rSQn8Q20KHP54/9ovgk2Chz91DABmAymkg6rSBE3udPA+Ldbh2t3veVeHbNOrhZ2JPcO3JznKd27PR+FwwCPvzdOUM3MnXRxRYUcR9LAOdYCb+KPTXxe9HLqGziXDE6rdjMSzD5aQKYUVv34dVR3FvfxlH8FIELN+FBRu1lPrOq5CWAS2XUjsglKKosc883lNS5X0mJ+vQ1KOO2lxBybux1KbVyvc4YUwJvrfPH/Xdd8kcVZUGNyi6FvP28sNOuF+qZKt4A1uXPdyp1+l1JhtERjyqY8a78MDKS1D3znmrzObxaLXc5mgdo3fzXAa03L5tPAZb+ZODDbTC4fSuocinR0idfsxhKBZP1RP+r+wvA7p5Ox22LALKmpUptsvxUCe3bJVLIc/cQXXeMiECkLNF9v6Bl+/qpfuJQrvt1ncTdH+vVJO+SMWTJC05geWpU8t7NLD3nc8rwzG88a0JeVBhT6psdNArJMyf6vG9yP91Q0Jlyv4xIg9TqtaPTdvZtMoC/wElnJq2SsjMNKmf5TaiVVO/VqHWWyM7uAQBPIp4zcV66am6C7MgebAgQfbpoJARLi19dsepFFXgCmgVYpOUCP3I/qug2O24JZwa/zAG5P8UMrfa6ZL1doC1smcO0c7Xu8dGgOIdxUNoRtGKkXqMgWXSBIDTPyamcUz8KLcuCwkjln+uPEiQdu5yCemg5LxJFcSaAQq0+lHyrztuc4lPtJaj/GoUoGQUm8tf4H66RZ9xzzqEDVLZKs7p1TuOxa0fv0EsSwICyOrY3CXhJAt9Nxui02c2BmrraIn8cGEBYvvxHc/1uZresAEFHWTucqqN2hjjkox1OQFcgep0f7wtq05eXA0LHocHK+0bNYsadDtBD6Tdgh3ywRz/pRmylXYKofA+KI46RfTIHhJwAKds93Bk8O3tNAOpCrm2c3P50dTaceZRL1K1Yo/PZckYAYr+nG5HD1WRX6So3K/Dzi6WACis9cj7TztvmWdNd2dlMGCaqcQsGCZwVdHAwv7xmDFpD4BOQrjO0ro6fUtJGT0msvUwH4brAl7g9INXRc6VAanX3nOVRYoYOrvNMJdyXAB6jwXRuOwoue0g4T5EFCk3y+csFllHL5LBzr3UM9FwQX6DiVTSkKwaoL7GiQxro0X25145xtGOd6ZcKS3+IF1ojlehzmDdTFxDl/nQBSBwBsH6tr0J+AGajybr7xdYT8CABrHKc3tw8WDc3ukqzWs8IDHvQ2aFXUZK9BNKxJwWudWVJqEUGVJQPaLt0f67ld7aSf+o+6nOynamgtY4thgqwcKpRNxNqFLBd7zzXm4Kh7Kmgh/45AAHdwU6jV/eBz655lrONZPTM2Ju9W+C2BGrkUQdl5KQsRZe5fB3A1rt0kgL8TgK4yZP8jw1sR7KoQDDXGx2FmfMhUTxbdkAHZ2O0cKMfzxnqXGUA24oi5oevMrjXSKDtbL96CeS4Vx1kXX1VO6ITVJ6CqcUO9QK7XqM2XdGRa1nPJRyuTSnoc6pS54zTc2P4cH+Z5/XqdeXBXT1Jgqldq2fxrpjBD0/XjUvr0PBsknwC1pNwLJ1SwbJVVteK1/0FOOR9eaj6NnSNTpEWs66YqwUACSydIZ11Xq7/Jt0ZTTCa7RYglU0bKBL9c7F0nJnm7lGi/Ws01Vb6Nrzpf+vwKWATmff6PesjHlIAYFm5TkBe/h0K6dcplHkWUGaUdgJ7hQGpiI78lDXkEtyTBFbQAqx/FIDOc7+OngV+lZpTAjobWxrZzs3FcDBfm6w5i2xb7bsetqyHTi5/S9J7X2frllJznStmrj16osgCEEhfAVWsde4hVdgSxZXPrFmLjNKtYy3pLvdxfH4gBGC/8zoDrj1/DjjDZKH76qIquxLAEl2nEKyL2MIIgPQq1YlmdXHk23mpL/JJnHl8v4roVXiMVpnuESrZZ8no10l4PXg8GlD2HXgvFnmS+V6oKoEvZSMRD8fhX8EEMJJsLIFur/gMjXsKDABkNo/PmXRe6DaFMxJum6mq+9z6xObmLIsvrEWvmdgB4K7SnnJR6FOvIPeHVQFY1URqkzbiD/OE408HRAHk1idWRX/5eacQ5cyzfBu6RnrmbnSCBNCXuR+FPoftpLEqG4/mX6fhsyDYfV2+wsKV2I0kgPN9Ev7uGxi2YqAlB341agEjRYraDhOTdWpnAAnOdcxH/M15ilzoqFPU80s+0wKIdporVNtajj4TIAMgy/p13aOr4z8ArVZeRqctNtif6Ik8jHtiv+lMQi790hEU7HiuTb+MtUXh7IoH+QDOjFiteET94PMdKwCd3uspL8B0e7b4YwAldHwroB1dLP84xSTRhzfyetnd+5kT+yjAHSS8RRrt0DVLbqwZ98laOy03Q/xiiO+8y6cBiZ3Vly9f5Dsf1l7z7Tv/NBd8kuvy0yQ2dGDQyfb7TWaz+0LPN1sykBNgtyJs+ErizMgjQFzycExKZG12uu+r7644wdmXRGX8rjFOvq1gFfD6mpmYZ7b+QMsC3bHdjWNRlJoZHv+jifw8uDVtAZBzFaFo0if3wT+gP0vbfcWv5IYNBCKLh8lCY/P4P+zszyiTdbjnu+hWSYvH6Ubz4mOjF1684tzFnucMLdls3ZfsnE1b/DcsaDaIXdBZJunT0SliSAWX0QWHzUEiQKKlYHGAf352u0Xz+XelsiTnozptYjjnVHe+uMIe0CXk/XTENHGU97fwpHp4yQXOB7n3Ymc6C1pzA3lWmFI/fzpzcaGE+4cWUnz+WcBm6xjQnk09vsRh5+Bjj7Fo/tPQrttzt5EGih5XtPEx8v77b4q4zeeWfBR/Jz6L7PGxeSujKF9M4JxIbrbTvMmo3fe6RecjnST3/GUyMDlqEXM+R7+Sp7In5Lx8FR7Gdf1enUn910bJ1NeJrdNx5MzZYz6/vSGD889vfanDbtaOtvrYdAJ9sM5U9tPekSXnFxit8OQ0KtyMvsl12XuFMK6z1zqQKaxSceb5yCDguUUg2Ue2cbbC29FChwYd7bwEWWNpM17f1Tf/w589vPPsDymgMUpIYYgO9SxqdWVVGUwVM8C7MkJ8Gf34Icn6v/iLFJjkvH6FDjh2v7Na6bvGNmxlzn66BOmYxoHYD65ON76F7rQyYShoThJD4RS5L5vHgzl+ErPiXxIgHuvszeydYqR1YW89dIexnaih7fO3fxZdkf+R4erlBssnAZzihWfBmvikxSdyvcQw7M6TFKh9kcTox3SzNt75ZX7O3bK9rQhAMUTpj7P+ijmHSVmoNQyceN6d8aXov1PEf+wB34G8oUEnX19+Mzxj8Ty2Fb7XdSZzhqZDnOM1SQ07wJjzvgktZyzIRuWs98VvzRxliRK+VBMlKehU1CDZ1bnPed5H6WbsHl848HTWJa8p2mrHXYo5Hj0doOG7f0zHJiaZ+syow6MrykCRIr3/+/98EzubOCaxwz2NBmKH2pgOMu73F7u4npXfR48/SDKU77axLGLJ6JbYmo+J0ej2UqXHV9BI9OipMSfxMy/dWhuZfdls0iXkWkyT9yrA3diDnZzThbtRVte8VX7iq5fVF7dMdcPFijmLC66u7LcpJOlc7lzfPZ5C4uEobM5twSdsY6wUMKh0FV7niV5nT8akufjpRXxMmAVZI7dnTGRZgUjWVWz2U3yfc66XZJWYDDNGClLh7br6YaUPcjbuaYyQqOx8ezoEtTl8PH5Nzjn9fb/2kR7go36VgovMXc4+P8n93f3sxzv/7r8jAWWurmKjxb9evoNd9Rn4ENXE3LPn3eeLpWZhCZZXIwySYHO+gzc9fjx/9dULe5bfd53XOCU+w0Qn3mgB6yXvHY2TAknnkv0lc2PcIPO+/OOdb7/D5sWmim/mo7X7sz4KX2sFEHSN+3qcDmL4rUQne8X3wXRFr0g2ws/ev1sCWIH04ySA3ff71HOcYvzFNYDlMTaIZ4qnKK5MfLAE8H73aePOJNLtYw3I32VAwOwQTDj3Owxob2HSur75bwngVxkjcy8+xj/6R+/C3hQ2DYWuMM34VuSwOBXcEUYKK7183RWZ5HznIminscwIoRVK3ySAsYBFB/xS2qHFeF/cjw7IuhwMa3jM2CfEIo/TWQ9TU/jFl4Epsa8HE/iTfBj/uTOH1/R0xjvC/L1g92zp8o6NapY8j84yJqKF+1nTMaBYl9mzSlru59ME8MOwWujwPXi088k/nZ68mlezVm8SX7OV9xNXs50dYVDw4Sooy3tfpXiIn6d42sixxjPVZ+KUYQErmjwj9YavdP+qv6toK4cKvU+RV4vxYYm/v7vz7/0H38anUgAxn03jTtmuun+LqdigYaMDm0ubDlfPepMbWIN1/TnnaI1DVwL4XGA3dLtg/tUFd+X8fFXBJ4hZAsoHlsxcoOTjqh0+TSif666DaPSinR9wJf1KB5a76+DwbdfNxp2Fugko8iWjjJyD54EpnzNr8Ibq1xVyPwfcJwuSE+c73fOhLD5dlH+akN5CnGDQ724SR626mNPeJ85fTdgKDq8/A/Vs8oDR05E4Z2Br2PW6AuLqKXHR5af6vQNqI08C2KE/NLatdCotwm33W9f5BF5dn9vO7c3GORQUt4cDwNPuynyv67erlNLNoTrXqpMvQeHL+M+978sY2Q9goKDodN5c67ak5hwkz0UlNwy6jMVZg235DsKZnVWH/JPCgjrklxE/yWfrd2YsjOZxB2tJuXVYatkveCexgVJSZazkwJV4tS9eEsAObyt4rgqhA4LsTHDud7jJdo9Bg5hVQQG2Obadb3JV1gMTm8y81t7zkREdiDdJqTo8kzWBn+szUn7U+wT256b87vD437/m0XIi2xEtoXydv1EGXcLlrvOdTZg2UEYhtPm296M4W3HPoAXYl1Dz8p7OxLRXVwKYsuXMnSTwzu8FNDjrdeCOQrs9u026X8mkGwro0i7OWNMHgqReq7J8myS2L6PnZBxvu3E9RykB89nORM1e3MwAJP/XzTEa5EGiwzk/lz5UyofGlPxzLj+aZQGISPC2BtYlwW67WXdtxqwJ1FZtnnsDJEoO7/BW4UbOBILOsFlknSFeqz3qC/phVFsLMku5fQOO3OqRJgY0Kvioy/tE3m+/zowGAf2ZN02+vuEg1/GVyNCFtsorCVJnYfK9e/21XWK6PuKopnKqsxzj4JwOEDrTeh850zlxCjp+CgVK56xdDtnmEycwDeAyfU2mZ6gafMQRdYY7c1mH65UwXjenQHEV3qXyzjNunVbl1cSHxJB1iszY882EnqFdxeNA9RpalfjA/sitStJ269MJLU5Cs+FcLBnobCsUGCZGHDYAACAASURBVN3+5mWs0+nYo1RhxznlbNWg97gu2GbcVXUqYKEXNmNvCb4lLFWlbiZy9Wn+Q+GF4GwdSmT7UH1fzkVB0R1jf6smPhWjj66ZpILn6mvPWHDsmped/x5A77X5sF6drZxzZObZyyRyyNVeuy/eARsk2LXevk/yqJT6KtHyOcFGE8AJFJu0DshTX6OOxxw+oIUXh12S3AuNSm0hnRYbX5A1/zuUlpu7ua6CMgtctDr26hRcFRDKYugSKP16Had8X551c4cVqiypeebBjTpYB1qoOunqPW6culAissMRNt1X9rW2NfcnKPV6dCVogPot/sg96j4kn68DPgkggYG6ws+LjuFEr7P/Yu+ITOseIp+HqlQVaAHJq5hoowfsOds7Jod14AQMRS+Vl4pIHUvmjx1faDs8unO6S0A7yqM8q5lQOiESrAtiqstQZQZAr2NYm5i9bwENwGidEZ6PrrDenYGqYjjOsRk0OmedaUmEzVnZLNAlALcKKHOPrUZzBVziWJeuM/pR2lIA3/mEoUYVTMAA2KlHjzfLsfKksFlHfb7P7NjR+jn3VyIRpXlpY1HiAjWBywuM0O+SD7KPRp5MCPoUJFhPskgm6aP6cXVQNodrnRLoewUTuyYwSyd9AY3c70Dwrb1DsyQwn2q6yXcDVdfxvwRs6cZ0aRjUldfRqxaLfv7ii4BzulZzyXbesnt5n/mUZOFJEosSNe7Xtex1gc+sO2Crvg5f/WK4qH3M/jc5lTfRCT2rEqWSstUXKCoH6Eu4rVtkBXkrQFzRjgQwEEbFswpwOuL4rsXPsuiv0il1G8wMKLb+gAf3uQ7E2bxRDc6uKGJ0zZPQGKiTbpPsDwCI//46Fe0A+C9zj+y07padAdXpkoKhn0rClKyeGANAyB7T29ODG0/xLhG6fW8SACU8GcsfgI0gbl3p6SbJM1q3rY9E78Bj8rRknmB+57b0UXk+ge+CRAm7zef7OQkNuq4d3BfjA5q+dXqtCM3fLVYJqvajmZMk5vLrCy4midNZrS0cmX/FDjURFD9CIg6u1Y6ya+baOomXAFbR7VxIECyxnCrnBKv8FJ1y1qkd3Hm+RwFfvY/fzB4DYMjYKdS87SJa/HSKHenN6b0lGhV+sHHOXqk7A54y80uU0heq7K/iBUVJkW1nkFw6g4uRdE4HUSmete65zXv7qsmf7cHsGHsl+W7/Fi/dFlCR0TdvUqiSVe/84Kwjfec+loTAvoCK8tENsEJ3+U60ru2QkzSLvNR3qT+mQ2sU2u3IrowP/NrzDnSm8zZXdKNINqN1Zx5lJywByEeG2sHVLs3cl3jlAng3ZkUX1mbNAy8kPDv/im7J2WzcluvTL2wvmutR0o9thT5t0jegOkrvzT+nL0c/d+bck2eysY5+Sv2qZRdLm7eczp+yxVSv0ufZs8u/exs/6EfFOMCMyOWjR5lTyifImpTuLC/2SWK4AKhYLXtOn97N/EYUzGUdwa6S+669DIB25nHypcbWoAN4DrG/+SnOj4SwjvtnKRKR0KDPu/Y53+0y8pxYB5JoLhMGOlhV+VIa4uwAZz/GdniVKj/78Sh6ByPBTaHyZefMFGtiT0Gx5KgusYJRi4usA5l07wWaFbU3vt75/UJX5OXHdJ2jPyTr4n11/b5IV4JunkEF+ewF8mzG+rp7T/fmmJIih+bZFvyiT+bf/pSu246rCPVdC0cum/ceUpkXar2jT1Dtocls4VjW6V3OpO4ItrpsCgXMJDkkQfl3zvz8RTrYPbX7P7J3/IGNgOPjssUBxuMTiouxICwWGwWy9bVP8+vzfNmfMj+Zs503WDd+PGXQTtP8t0Id15YgbUI6us1zK2AAyq7TRIFhQG6dJ9GJT9Px7EVX8QfqZ6uCz9/t9Mv30UUdb8BXzdopkLENAMQW6upEaVJiCWF2thhP/leGqFxLgchs2U/tYj4jbKzdAd8kmQFyHWuT/V9H9dhG+EgrRD7xNACYXRl20e4nsRVbHH/yxYvsp0LF+Cr0it+56VfZ0yXZgffs7Lq8mmgU/0cuSyFdt/FuaJ5H8c72Yzb5vT5q1jJ78Sbnqx3d18iRxhmRC3LKLzPmpN2R+d4nAdCPr39PcV31LJrIJW465iN+ZdnAqg/n02/m4G2C8k18zjsSwClufZyta3NIfNofA9aT78/IkqLMK+Ypi1txND8f44PYoh2ZSVYM66TH+WWKmiTOsQQpOAnFeYpFz3gTv6eX4SzrnNXpJeG/xAX5WUKWD0CGxjDFrz1jdYwA6BmKPNxiZOzVYuTJzRITBOf5t49biMrH+SZjU848atq4HadJ9EjqLsE7nKCxUTuLLswua+T8KODlM3f2ZO7XOo0pZrElfVMMAQtX9OOKihVJoyh9nGLOzf71QiMvd85euVP30iJ1BbSxKRImmAd+/jl6+8UpCEzxbfRRcbTK0VXwUN1hVnGS74CzfF6MRD90MYobcK3jM5hdn9hV/ME5Zvta3JA9qE8bWSgbXGLRQ428AoNRO5+u6hZAp0hGXNSYuEne6Pwmeo0nWZGjbtUmzso6EV3DL0ki5jvMMxBMRSE5Zz/8EWNI4piTbMakVJ/u+rtrdHCxNRtRDcd/UyClA+2MJyCPzuSjJMBaJBo3TaG1TsFfPua8Zp2dO+dUZ+lh02Jfnz57VHzB2rHpTKs8m8IX90+XK5izjmtEYK/oybFd0Lt8F13Wk+Hpz8rJpciXIF1MKxlZ2uZQzf6eTn/sLvxijV/v3yQxxm7Y81zrZQrG/tn/lSTmh+i4fFYHoaBuTRSjYv4yZ6PnJ68XKUI6BaGbd5/5pLr+jCHMfbLR7uXnC2f4Mrb/txSE/B6c7evEjxgLFOifhLtEF78B/kF/sy+lQ88atLgienZ0/hIrsGwd7M61Dv+vVux72Se+YIuCFALC1p2LfK+9c54ldsuOZNRCvmfFusP7H0RvYsiAGTe2yT2R07FJwU42km7xIt9khc/iQDZzeQhMJ+K+5T/Evs5lu/7kGSWegutI5BrtBqjre8tUmXuhF8Qx+T+dp3xH9vGtuBJDWYTmsbFMbEoe+t27sEVgo4qcv0xn/b3YbP7exw/f3/m7f/evpDsR1jI5QbN9E//l3lB5l2FskU59KM9gxrQHmRvEn13RwGe/8wcnA2a1U8/mCeu+lOyGzxmHxjdZYQ7dN5ythYhmbueFbp0t+DQPswRwkpSev/jmCsjaqNB1m755/RJOQuiN5FjB3ylEV5w1v3FF7HTG29cr+PH+rx/Qt5Gdd4c5ZXbzMJzyJZY+WQIXYw0B+iy2Yl3vi3fm7/WIVBUeP2q5G3jhNQe6WNqtd2AXJIBf5BkkgP+H/z6yFswIw0V9nOgseuUhHLM+qyJYvsHVzJcF8DM69PFTMaAEcHCHJ7MXB3f3vC0Ghhflvr8MZb5xDW6Wb8Q3Y99912EUYz/XXEGfpShIgU9kXTcvHehz4nQ2qxXOueHlRKylc4jRyriGFa/BCJ03XfdlNEscLkFejBtNv5nkCmizx7ppl3fZ+b/tANblTAcn9simkrHDYnbYo24K63MnT+M7sRnyJ9bXev9Sp+mL4ImRN/GnApQWZBRJq364KfNXlJL/hk3BaB58E52dv1cwuGIShV5lq4q/6r2eRUE3avuvss5/49++Hyp5rI7x/xofXk2Yc7nahNl8mOtdccrnLQRZw2CZ1+AJxU5XnPnZq/dZaoJ0BSanc/EIHoF0o70jQnYFHjZk1LNLOJ2fc2g7C+xcYB/r50ejsv8s4NrZkxz4q/6W0F/fcz528/E66vuvT68xKkwVFZtBdgtC3V5hwKDZpAPGF1zvILrWEua3SZfzydtE7b64ybxPktZ+djqTTufqkr02dF2Lx0lrxWez8rvWSZ6fmTAF1K6AsG+xUSoaGrzOqbVmm0kwwGZJgSQdLtq+3eO26lTO34DFNv1K0lEuB7j7DS1kQbAlHU7nN8W1680Z559+aAm/6q7RwHgLR8PfS7C7wD53KKZ9Z2lQrItfCXh8H3qs2Y69rjinXYIM8iVTflVhpXQCFh6Hqd2RN1Szfdd1v7uXrRWD+IliBXa3BXZ7aaFuEseRAcFD6YSIe3+3JNJ5/6rsBkpvxrMqJMZA0kjUsUpTSUQv7znVmUCZkwQ7NNBV4ICbKwns512bfLzOqCR1riMxSBksoeG+lsQ6yfLTGTzDqsMl91GqrqxFFlnwY1/bcaerAmjSIEjyg3FWKX4BE03AjM6hZ6bV7PudQO90m7kHwcVJrBYDt2ZXNeopnOAwbX7hgM7tEwO82RlAqpPo59C3Eznv44i5T38fGfD3OudQlY7a2v0w+AKZitFxWC9nYrM1gb+3HcWex8/UF+TpWk3KiQRa2k9/3KOKs9E4nyDczwU+Ks0VTqBs3D2cOWtAuXU2L7nNKB0wvzeY86paWnBCH94mi1bYcpM8zAUK7OS+6/zQqUAPz30l6FztzLMWYHufNewK3xTYXHNYdUJz+jjdl860FygqnAU0T/fjPNu/UcEqiFiH8OkCduZHh2TN0QUJOpxl67nz4/47YzWC8Q3ncf5e6QCBIKPcUGSQSsTOKFuV/oLoFU+sa1wyjoFfsH4z89UadK7zCkRca/pudDC+q1TlDTBUtAGnFuQBKD9mfXQpftmKvIEIAj7OoD0bvfDV3VVwP2BqAMoWDEX+uXzW+VTa2gOgpgrpUjdfZ7USxDQWjABAozASxFwzt3pWJsfbxyV3KMLRfAsEA3xkrZcAnlP7OEGIF7VENo4eUhG5GaXs3OZpeEl0NABnX1x+auHG8e2/c7FfFRvl2UqBr9sp9wcUEEipqrO/vr+Updf8x9GIckIu+j2zutnhywFvYlKyrUwK61zY3J05SUvCbCwBuViX12YUnrOwTq4lrQBkmwc5kKzvjYAJLrwm/+v+FCiOHeHqMKSHoq+/zDO9TFfv76lKlvhtF0UClTnngut1A5gRQ84A+L7/fRPBm5ksxHdtDu6P1a2rni+IeQE5ukhL65r7oGca6CRJ5p0SQAo4Stma+xFk2ZrRDU+vW6sbOuK8p2BnZWlg6NHJHF+6wbqY9+O8Ts2OQYBeE9g32dkAaEUJ1qolWex66UJHa7pimQMyT8cVlOR051iYdyW5IQHAmVf0BPg7ev8kgHufotKseVk1cg9NCqDEBupGD3HI28EdgI8d+jqggwQOf4zOaYd9btAcPsAFijQyBYgmpwLpjkiInpIcr3tDbzgDl760/t8EoPg5NES6i3oG6fgs0hI3F8AVgEFAIrhoJ2SLj9bl8WkhA900hpDZMQ68IgU+5qFb3Ry5BSCThyVuyOLzC4DmK5XCL3ICDFcQZU7yTzq3OmtxnW7tzrNNeS56DUgmaaqQo9+fdRyVMQpqwL11HXWqZBK9Tv90xnXnDuqi24gJ1d+jpVrF+U11tqQf1X75M8CiFhxGTiRc3evp+Jep/Ma+XPTx7AY7Op/QrGUB4cYC6OwASn1ajEgen3S24nymURav0wCAqyCt9sk25c9PP+kIUGE8PQaw3UzczfKmp9aVvIC7o1ryQlHomXvusj7WUbB7fBJz1xQS0Gkqmk/inG4RCKrqJ5tfZNaaDqRXLzYbst2uV1BfKv34aeseXxDvS1+/flmwyfl5lz1/lhlL76+iqs0C/KLzhRWrFE9QmZtzZS1RAAM+CvIE7PR37znrBnD6Pf9+lDXgS0nOfHVvSUwgIf14r501K7b13Gbm+pJvv3tcmwMnaiEhvy0y8DDPWYDeDDYz0PN4TeIHWOoaAKQi/3wEQJFnns9Kh0sQbuYl0Ai44Fw8eqLjOvo7hTNszQGDOkc2tIrm+P2cLh1+9Jff8NMGLjirm4cuyW3+rztH2TeqT3PY6sPmkST/yAgAHZgOsCqwAu+qjhNUn46tdLg8fDo6ztyrsykRgXZyVP3m+o3Sk3+xuGPxoiQqOjv3hBLdfraQIN8J6CdDnX0VsFRH0Ma2bHzNQqoxGAAm2tmYm38RevAx3ixxNLpufihKM8Vv2dt0/+kAQvmIZtIzscMYLI6PveIjRRGjWecP2FZ0nOzYKO2B86OAdgbMy3a+MFnSR2QFc4JnQmk5GxZAqGNJ2LrN3kLr3Wr/2GTyNl2tyj4JYN8deZGIfRW/ZxTnK87z92FIcXbuZzRFGTN+102pW0WyQaX8qvyBwIA1AOMYCozHACbbt/hE+S6uv45Akn036w4QdzIHhsx20eOvQ3FcXLRd7Yd5aZ3+gOI/Lfi13oCUFfM0vsNa1hge1esKANH1i0dWQLEYULyru6C+Tv5bVw87+g44dvkqo6YdmN3ObVoELqHTQ2I062C22gqM+bOj+ix1dEcZzC/y0HwLduID0Do61jkF0IkNvsl7u+5XXIntweskgJ8lMVDAPZdqcQyg/ibcGbuR+POLJOg/phCFjgLu8t/pdXrWup/Z52wVkOv40HxHL7a28heBBITTTdbvjMxwhsuylufvfF5Uzp1xe+Ljxa98FYmrFmLkzN0P8Htia2wtEhMdYxGbpVDtQyj/FGjSf6XSveTUf2MS4INuLvYVOygkuOYzOgMKjzrCIzcIcCyVb+6LDZIA9uwSi6fQ0nVsCwyjc2ElW+hRwPlVFHqKjpwn3cYt3otfD/jjV4oJCv51Tu6SLmV9QZmbmfPFLj4zn/dit8p3OquHjnsJ4Nk9tudgVE+eYHrYqAzYhvPkdy9ztu7EprnHb1OUUy2lwzr3TydXR1Z/8QPIduynGKqsRYmfqldyvuLfjkp+e4CCd5T8SbxJTuY+2+1VARvoa3+b+I3fyW9g06yH0RHk/R27HNf78yTu2BHfzyjp+EEj/lV8PzHpipoVo0ymXrxIMcNF3Wzdyyx1FeV5jtJD1o+RYMTqEQryfFHng3PYJZphXbnmYQEpVXJ0486kQgfFVCQA/rNYuHNws6dAcVpfoQAbIpZb4n6sA8eH12Gv8KUjSaIHyKjZlb6b2KwpZlTy7uXnnK2yFxltlS1bJ3wKejuTfDM2gfQ62lqUJCkQutclgL++pcUUk8Y3UxBSXxg7UtiGvotf8G26YIVd2E6+CtUqMLlFnu3goKuA1Zsr/YWCwcQaT2KTFMPoAOab8cHRBd8vBXRiiMrx4hb+06+R41L108OlAVZ8oLCr4pcngAGih5bsNrt47EnOIj/P+fb9uvboiQdJVH/2uYIKsVySkAHlC+znuyX40FqPAeMa9YYSXHOCBFjsdBmA4i/AIz5m9MLofMOkke9gf3Qyd0SPuDvn8I9/3Iz2JehTbPuQr7NYovOCjS9qU4bAGUuKZAbKbAVUChN1oGGG27it6QTFV8ZGJeZJQloRQJmakmR98JC9iGz9rCiOP3YxsdXu0DfZJMlbTBUod1MgAodkAtk+YkpfnAKuhyk25S91lIXixRRa8AOtweZorrim8iExKmZqrRw5zzl9LUEZ/dexQukW/ytJTLpefLnXSYxJwv6WuO4f/+PYwbfxK41ouPdTi4jNnXU/J5ZVjIslqxS1FYDprvmWFw7ZGCfFR4nL66uGavx9/NmnSVjyM3/KufgituDXyNPPCq8SU1mYD1n0dfZZG9cTG5rXfcag8aOThFLkUvukOP9N/S4+muLj4jhZl4cpvq/PLalS26zYy0icjAeIvPB9/HuUy2ORWmenqH/sIO3Ig5PkftrBX9xyCeD6uNFzisB+iD7nc32bWfcK5lY8IQbWtfxbizo6EurCwozCsJ4SwHfjI7z6IX5z9naxQgo+w37zi5nriqEix8U3co7YlLf2REIvz/AQy0kSmnQXH3bYiwR6kvuYEmKfUmp15z/5T//6mquK/wzHfpVil8XFm8necWCZz42i+3WKBcgnjGdzf8ltg8z6GK9DH35sh2IydbsKap39Fpy5as7BYdV4G8YL41/4Y+3ATdKyDFj2L37xmq/Ia+4nz/H8uxX/eIljy4phHEoTIfMJnY02hCnUTvHLNyk2ab4h9/0mnbXiyQcPrzE9Ocbv0gGMFv7O5+JxjSaKiNCKw8+uzuXrS+fjwuvGIKRAqDEy/6ZJzGG/fua+h3Psd850GTfy3oMln0ZKcWCb7PJcTQCn+Aaryz/8r19kzNDTnAf4QWIIBaSwz/hcnptNM1KoWCO/NbpqzVaeHQNFikyyZU+fKl5cYx78doUgMB8xOHxo8Qx/1taf2fNsj2KjMgOYvZ5riVMUtp2GCLbKmZ7f57pioGvMRlWAdYHHiPGHufCl6CdxFB9bQpzP6KzIg8CWxO+uS7+22IJ/n/ez8wqPXPdZYgTxfBss5May/mdUYFmX8l2vX7/q3nudBPDbFF0b+/NVzvCb6ILmQFFhi5tiA6OBegLQoCtsbdNkXvdTgEnPbebw/HZx0fJZuZ/nGL625/ALsiDOvFe2zOiLxK73v/7tzr//53y7sRsOJ57femL84SLRJyc5DNc5gq+wr8dzuZibBHCNchNH64D69HUcc0/1aUK0WXWHrAHRuKVP9+3mhFroveawbn7Izb305/tDgfSwXq9DJVvDqFfnSiIAAU8H8q67mRjnvv70O3faT1Xhp6Cpn58O4L7nCnhu6JptYA/jSVrd3tunCeDRCGwm8Ohl+Dmr/PBaYLLPDsBZe3bpqCT+gKR1IPdqIFZhvL33JaoHbp5u5waMnUewBPCSoT2X1zNzQnYvq6S43Ttvancf41XQP7+rEidMu892aDZxe7svS/DOgRsNBYWcz1y3f/bv5vt6DHQq7L42pHp79Znvd9SvIOXTveewHoBgs284wfveI29nbU9BAYXuNu63GvHyUS7Z8t5igNfa9HoORQ5PZ782UbQkQWdx8uHyWffRBK4DPBsx5XzJdWWza+D9AhL7u//2XJ5JkHXeXwoRAWnudVVFO3PHEVoSbkDSoSCgxFpxLPHEKDQBvKQweVvSfonim5f7mkboeQSsq6h2TQCHZ22V8nlf13dneI7oSXJvFm+d/NLIbaMXeF/02tUBf7q2qrPOuSEfC1xPR9ycMEYBeEB+yR0DcrrpT2XjOiYuY4g1wD4yPhG4zjTmlGYZ7V8px65DfBLN7mGd0Ssu4dgzDhcefMk9VbnkR9lA43hVv1zOlj10tDefeXtvT1v5al8KYGzlAR8zIAOdz/2UUlpSvWu2ZNu6KyeUS1S4t33H6Y5aFdK+a9+9e+8cXpVIOtSujjfP32RogoVRGt92rnpC+unrUpstePdMo8qN3FZ/OyNz8t1fu+2apF3xh6Sxa0rs6SBsB3KTIKpsR8vFeJl3ah/P7I91jW4P2xmsozH7MKO1AHXg7AJiTg5QYq8dWODbaKwv54iBdVatg/UqhffOLzkWaNXcfGpo8r4le5fYrFxIsnl2Ae0VVPoIAKDrne+zjx9ybYaeHRL0Oms/x5v5BhB8BXyjvQ6tUjsGj0HebOwxNpyZtbMBA4P3Pg5Kk+7OZMEQ9sH8EonAa6audbCvHKULnROM9D4Ze56fqlhJ9gB409s7r98UsJjuqv6iSzme/fXVaey5mwgYJXWZJ/wWQG1t6qxv7vKSu0tQznnx/ZI+ujGnr46qpd8WsG8W82ZHDqg5FZoSOKMEnuMneO5eAl/oQ44xnZQ/EsDsZkG2XBBYrrpVAUgTgZeeEvi2GKGVOnvuUTapODb/Md47+slcBlDTRGYd/VXVAu44jPyVE3zoZgMAtgvwoqFCAXQo4Zs9rtO1YOLMKHaNT7sP2RgVip4fMGHdyKL3o3t+oMO717IH1njA8wIZu7LO+hMke6+ztZlkQNZuXeVhxnCzbYD7XQMUPJ4rSTtO/IcCy/NfWnRwcGWFZpXVXmy/R2fKViboQblWIAyNfG4V3XO7B3IDwODpUQC6ggHJbgmJL5LsW7Wo4L3d4vQ/quuCdIB1YjB79FUAm+nI+Q7YBzqzL3qkPleBNz9f5TQZK9VQgsBDky+gqZ7sebjm810+q4rusm3kN/SSudO+rx2gV2Wz+5wOXiDfn/OPLsf94UVJ6vLsNZuAEsh6nW4//pSA17rs+MYm5P4VdrBs1aXmaAW44oPfC7iFxaEJlc4WHPuBV7vOksSROCxFFB9S101+LxGsoAHlV5Ns+fEKWza/k50DoPQOsj3+23fX9ucegY9bPzprBSGKmNz3KVRZIhjYO8pIP9chVrlrcR1ZYp+2h/b03dtR9AosBWC+c4UI67jyv8P+U2pNSJkV52e2UylnKMBdEy9Zp5fWt4D1/GjfuyTF/Nj6SNYfhalO2IIOTwrcO59AOPsFlJIwqo0LELIRIoBSsrTqckCOFz0oGCb/5sWWnrZ7sgTLGDzSORLmAOte+lRFClkbs1xdD/MCOXqQRFeDXnSVWb/N+B4ofmaFOveft0vUzK7NWW+hEVz08uVKeUockyhUVFLawTv2UPJyPgA95vUsoAsb0rlo2fsl45cEOfrY+9i0dd1dY0Pys1N0yidYp9QSH5J+BUDrL41ZZIwJjvA6cMQakoXWAKB5Yq2B/J5tHWw/hT6QzAp62TSyIaEpiNaJ/8iMQjFQAvb3SejwC4B8o7g81OihX04xQX2n2F7yrZPP+SPD/g2EIDf197J/9l5imCx4brTNdAo74G/J3xWbjD6aDgL4OsNvQ/2tAIifS86tjy4jwKWzXXrCK7Zcl9LYdTrn/PjQvj83Ifnj5XNeo/ayRr43dHxJhLjndqgHhGr1ep4PI8hJgN3EYLUfdkgBJxqzJJawL+T+nYEVkzk3SzCLLyQoVpG+LrzpHRTAx5daHCqZ0fuP2Hc+3cUcBKixjgpaADCjUgygm3U0i1hG4XTGLC6dTbmbn28G3ZhMdGXTZ871uuN9//x/HVBle7gKQ6wT+wU0brFXXoC1dfbP/r9NMm/nekVafBczgD+/fJd1jEumLNG9GH7+ZG0Pitg8Q89TPlsKahS5usElWMTMTezMv5+fPl3VQqrGCoqoRivXgoAWZw70xcR0EkqSXtYeGO9PfakrwHZP3q84Stnr+wAAIABJREFUaYnqPW9WrX9LctKrZaEI+PowPpciiCfm2+UtKJ/JolDRPr9PZ7D7eaYgiazlSmXESYLhnPcTQ5EXPpLOcfv+MLNyPb9npZdGxYy5ZAUx7OD08pI/K55xy9iWxFvRdwHhO0JDMvXHzcH0SOwUnVHGkyt5TaaOz//2zXyZjkHiiyWRUUo8oX++bx3czqlu4c2em34dna5iz8qNIt7cE1mp7xq7BHxzDcBi6WY7O/haZTEdzCZy0y4NHcCR/RZv5X+nYFmxmETTYZoq20b8mwMwnuYAV62PDkDOi+96dKj/tselelQMlf+RQfE/etjGvvH52yWZS7xGu9rZwAMv1tiwhMG9YA7za8NM0Pn0+97F1mtoIDdCRjYHK8PB1X5qoadPDJMgbQpG1sUW/y//I8fk1HX4Hy2+zd93Ots75yUjwcnsYVrzHGyqdWazTne3/Rml9IBiOnQJcPHkCim+id7brNj5OwNAF234Xs++uGfJYcUjKzrYrL7J6UYFbR0WZ/hEMbGGOQeHORjHkp9kmQ1xzWElClLRqu5aLVixrlchW+MW6xN85oD7h82nH+hdDgejK91Li7f5lvFtWqiYoikx+O1os1GctmMqdoEub1FOluTME2xHWp9ITMjH22zo2a7EOlfThN1kq/l6fML7AfJ1jv61v7bYBHDXGdKF1PIcSbj/WNtuvdcBqSDzl1L1JMHX8VGSK7Fl8fU/b3wj+T18x99N0Fz+Kn+r3eV5XgC/VzG0BQCRZ1To/Gb0lffu/It/nmSFkQ15A52xs2lGs6KMJEjTOStp+flnZtLqNB9u4j756tbQOtQ+RJc5l0T64095byivn6ZAUIb74wdFJ4oJxXHDQ0etfIsNSBJ+/5c6Q9ewAfR/8nzxAR8enTdd3U7K6EP4pL3ujNHo6cUY2T9J1nyb9218UPy7rDv7psjNc3cmqJmVSXDfu68YBvXqugytq24u1zOe50USWKhKJd6/eWiHcz3f0FEUiwU2S9mMZLpvPjbfgi2vMavczieiu3/DZvHT2+qOp5mLumRyZgz/gLYp+inf9Xn8Ib+7K3mURHqywHe+j2/0T/63t3d++Oej3n38PPo6Cbz38TkVhfbUZp/4J/wPOEBZC/o8RUgmw9eLztgYAAnryO5LcdmSVfXfo7vNKJaw55bfS9LEF7NdZV3rmR/DkY46jDTOBPzQ+Ybt6Cpm/54+j+8ZG8DHJA89AQrYYZkXpj4Ma3j99CJ7tGQYn5osL06fnT7x45hBx9rlNX/0SgCn25JeeZvOX3qS7uJLLa7a62CrL7/HrhX2ozOSrbnay2/JAijMchZhPRtLNP9yccHWFr4u6cunauFj7eniSmecjpdYx96lC5MvR4/f/f3Nnb/39/617Heu+auixDDlpPsa6+FGNTkrDe3v/JpksuIEY3LmA/ELNh/7cZ6XPiPrOvzJNhuEWU7OF14xXHINNsXV811G9r1KovPXFJvQk+1AT4GE+/4mxQ/CR8s7f8a4k/w+cVTxlJydzrm+8iXFYSLTmAV++H42CE7wJDJQkal/rgFgPmD9/LsKMKN7c50v7ru+8Wrkgf5IYjBd45hj4GV8xI5Vgvuyt3JYWPbMBua3NFbGsOW96+5tcbzZ7BmHM5wDs4/E/rBNfzSU1Eetf2hdY0uiHyUi7yWm+q/+YQqg0mXKf/i8WIRivZyhXIOt4EOd1/II7FBsG187er9j9HL2xVOLV7Z+w1GSyBcftOlleYIWgV0yPWamJIDL6DCsuLY6j8J/pleHnzjviWsiE/zeMruksMMLZjY2uI09uQxD8QYJ9OYCIlvFvnJOMagp4HJd50Z81Dtt0eTwXvftXLJVy0kaRXpbpMGWrlh9xWjiCn5PCz2jo7zev+M324fZ2eakagcU77BjF3aac6CQsE0w9YMVCS7/MgzT2V8jWuOq2Hm6gI+C6Ylx+ibFVy3Siax9eRWO/f7bmzt//ref5plg8vns1fTk3lZ4riFhxcoWoP6NpPNEua9SkF/5k3YAj1P7OKE3ctF/1BeIkS+Fbqu8zwPO8fpXvU43iN+dGYqciFMlea57MPoFTrtSg3yJM//OGwDvXgRv9KFXkuZPvhhwfCUzr4seyuVWxbB0lNK/pMAFLM3v8Tp9V/78/66Tz5/knCe20Weu8IY3nyTxArHb4HELXWV4JcE6iwjAx7BeHWrNyF+vkzje+tjMGfd11rnOAWO2WOvkI9yjKayTcq3jlVv8kyRw13cR9U333c3P+ruTYFe3ejqWbxODlFeVMqD7+r5WxFUpTbxuHOomErlGe9VIZ7F7YHILKDgZ4x2EHQbXcPjOXIxDp3o+92kCuInIzko4FT3rWjyDsU8CtzEWPanqQWAuCa+KFB1dDz8AG6htI87Bthb28xyZOUqns6PPU5mZ4V4C2EGbkjuJ7RZCCBbyvya4dIbmutaryRyJ/CbTr3Z+BvNah82z88k5xQKcVhBfGUzn4gC3p+t1Z3QCdUOLnOfq5/K/rc/mV53k85G9Qv3XHpKnM8/Z1XSLrXNj9NHWHtjZvfvk7LrWMQLuo5QOeamGdn3r3M+WwldwPmU7usVKzw2Q027ofHmL/a7Zzq2AbyfrlZhssLnk7wFs5tzM8S9l6A3lPMMwmWwlVteSL73O6uEV61a/LtGKwLsXADNnb12bDF9nxl6UyraE/qojlb8PhcTpNlOVvIT2kj5+LihWKXbowNpx1GBjskCOP1z0y02WFiCgU+a82fue/6sQxN87O0De28KPs78DQFcJegDDBixXYvU6pb0HC3A6XE/C0XtPQQODulmjm3VlvU4gvmccDdpoqDaPh55lUK1PdWj+u0U4kYVD/90kdisadw+tbsw/Of8r0tjzAyHXBZ3nbEICyGsuiHM4cHY00wMUOncv67XuytvudqAIhoUa4eii42gWaBUcOCf5/nZE5apNukYGOcIqY9E/LTlpbZaU79zh6ABLXSrZ2qWAtirOey7nWG1dE+CWcn1gKaDLPXyRrhjgdxkMVOPqiHa2on+BISvUmB28l/uu49kuUOu+ji8AWhOpzgyZKkC2I44FYXrbmdx5WdHKqo69b9Xj60459IcSlE0+xJnxQvnUM1XdqINEEnCfdb4OTR8ZcK8q3jauYclD6wBQ7xyaXmudlOS7Sdqu+eb02A8O4joCBcCAtlT/NvFNPi6a+pzJ0zXVM6Ug5QKJOr8sgWILDvLcnOPHCfyP7ar+v84xgNLeAfMe5OzYRskIAYhOJffDaafbFtTtfNIfrOe6HHffAMB2ISRBQxdYs84lknxtYcE6W3/5JTSj1a2j12wglv3ULbrgQ1IaS4X5U5PtFZTcyt6Z635AvgFI7t0aJ7kO+GD/r67sXwpqTm/35/RIZAUwb9l0zd8WU1yzUfKEAJgBmABpXTZLGHQGdKl7+UZJNudZ26H9O2rT+W8Dxtdt5j74N9ajwDF/S1CHojTrQF8qOvDM7hHgptv0BCIFTHIGzA+W+HybqvSCcpYv97+OZoUvAOfRurUQIdewzt47IBMV1puCEQLrwyYz5oEb01g5ayLhAie+DW0s5eA9nX94FVGYq+W/rQkKXp1K7MSLH3QOTA9JDpLfzsUr2Fq0rTPRlgCO7tHNKqK9EsClDstsJp1bh5Ko7r2gP4GWbiTXRi3mGdcBDbhZ5+vTdOV5WRuz0Ta7FWXg5kN7H5u6DrNLh6N8rN1BlZdimMgGmVxxgopm678KbGdTt4X1tGcfozM+JlDnywnUgXjv0u2CMhUwYU10v27GaijOQhtLLpxvSdHap7znaQoHGjDr7kzH+a8JvmsjynCAgWAzGX2/CnPyJAHsmVZBP99O5S+wXwfXk8w6inQWHBwN/4DqJhyuxErXp8GqexvttvtvAvi8eiurklZQ0vONAjrrykeVHGfD3uQMlg6T74A+WfIytqkdPKUBJ4/zQyVK+D1kBC0guStlovlTeY4T1NbeJYnwMInn6V0AxGjlvI5ukxAxb/ZUH/8U+2KNj32vvXb2YzMFyJWXKxFfKs3KN+YS4KgOVwDnfMBWhec3uq7qP2Xt0Ka+egWkEBjTYQprVlh2wDNAj44Mcv+uz0Y/8KEF6WgNAaYoulIEcNHhkkNBrnNPV0oufhmZf5NOYc98mwBegUNluYkzgMQq/l9nfXy+/k90MhkBpk++07EavX7mZLpvZ8ZjtQAuoPdnqfj3vLoWUAoX7M35GdPFWFha3HgVU/P5reWh72vixWzWvDDxnH1qJ0S6KMgv2/JL5BDQj4nj7Wu+Jd8QA9PmkwJGvgsn2OJROmDzyYAQ/AY25IMEsM7r+CNASn6nulr+wo8pjDjdbY8zy/jMrFxxkkKbnIP65f4f+k0FRivM9DnnwF4+SUHTy3TEtxCjI1du4xC5IAWomz+2AikdnAu5A67k2QA61u9dzqRzo3scAIT21ed0jD4Nu8VkEm3bT3f+yh/+0Nv6MWtNRjw/cKlgmzW6CjM2P9D5v1fZ6Axqcn/NeG1navTHuxT5jXKYTmL7BtL+HJ+FLSCPZuR+91042Jpcm85/je44D9MOTvNrc/36vLn3dUtIRpiRbO1THIQGMi/yoSiFb8ZX4htJiHoOnelsWXWSTjJFLWVL2ugIa7iC0TrEvR790vn2XhKbOimiF0Z5npMR0NT59Tln4X2SHqgunz0NtfxUe5Ok/FZFAHQi3xZ1ZQtby8xknqEuwlEer1BZ4ZRuETGeblcMAgpEpn+WSF13Fxvl+a1zuzfbOYvR4XZ8wABY9oi8ZR5avlfh6ArL0imZJFRnuDdeIkQrLl7Xxua8efGp+C/eQldLOngPWbP28zXQgCpIkxhBD2ieH7BvcaL74LuU0hAjUjuQN7Pcd5d1JbzEZa4qfWy+LI/pe5zjxXwb6TGK3cWqp7hjWNJVcEqGsERcFP8SyXzjMlyh8hZv0ftdB2dprCK/CZAv8NZGtpMvNrcAZdbG/h9b3g7UzmjX/Rl9ydfyWQXmF6UmW+51Yo3Zj9sEMNB+XeuTmcM05Nr8usM68z5JJWvxRQp62PkxNY0Fh60mE2h2dfB7vfjhRb/HeRwWhAHGLE0sJeymIr/saXWq36/7a5jesIXf+7xfdzTCZuny2xV3KwTJnD40su0o4quIQRUI7T6LQ5jnWtxKof46BJ1BVKzsgO+nP7s+nW0qSWMv6MJRqm/muzO6QoMCvsWAdmbdT2deS5T5ee2nJAcdlNiuxSPOIJ2TmZP5uvnGl79RUyvpMUp3QD69w6/WcdWuTd954YuutaTZRg2dF8r7jr34OcnUBxKMH+789X8jBW5J9PZcSewHgFcwCmOUnJEAbqI5Z3nztjUYXOPwct/WzotNdH1+FIUoHlhxy7BQiZMmRS0KesvoDP9+8T16cAnl7GPYQXSWtggkHVYSulhCmEvPugLqycnv2I7yto4HuEZCvHuzJgc6rUnggPT00gNjIvJMfS661yxb/mjp5Vcw4u8DvrfT+ooflwBxDNl+yVp62akLTfy3ZoL62Wg8dTXr5rUkbDK7wP9ZMt+z0zUK/FDuiknsuYIzyTD+g263FWNIxj5Nh6MiqRVSXPEvSn/nPPckyfbihxShBzsopbaEWD53N9jBqxejNPwqXY0SJV+mmDLZotznRsNIbrGPLSJtgeBm5JahS5wQmtQ/+0PGKsATru9vQb5zIASEpyqKorfz7D+nu/t//z9+vPM6uuj1izG0iNE+y/ehT3VuUPv6TnFS48bcNoxqIxkkRYYRnNcP0Q/k9/GjJ8UZftX0k1+vWDMyr1sy9/AB5go/a2J+MT59LBX/vkxuuV+FFc0jiOM2ooKuaQF91vHp88Xf4iMFR9a7surOKuO3hf2nwWcJ4HUU9oxf/sdJyuow37qq4FyMS9+dBDKft7o1/xOr83Hgi2KOT1++H3WvzC5bXDUP76HX65f0UPW8s8tfxn8qZqVITvXoMfZ9HM8/fTNHHrPX2GV8P4aGFnJERnRRrpgvPvxn7+787b/1PH8r8JjOoRMkUbs+uYViNvkDXvoQuX9jHTtuzg2j4v7xznd/JpFlNnf8nxTTK1RwDnQAS6rCLlooB78qy+AanuiiV9f54x/AIhQC9KvzfWX1i9yTK/v5ONjAIAEY9ikMtRYbE1BmmQj693/cKCuFLyiji+1fr41y0YQhbmJHNsP54aMk6rJFxSPooxZiwU/2wasOrgxVjo5tv8n5yB/kZ7/kft/G5ysjbuVivrEzsNEJw5EehGZac805F2RHMeMKpyTmsw4YDuIK/Wf/+V+EDeZxsSeuF3/iYC69Lza2eHP0fxtbxuTBN8JAdvJPj+M/8EH+5QTwq3So8xv4C/z7M5q0+Yna08V8OyvLK5FXBT1v3mRUS56bD9DzWL0SRo3o4V9/ce4Tx2GHYufzXC/SqXyPL3XFIgpkJMSrr1tAENalzBrmg5Fz2N2xvycOXhJWQ0ewmMjVy/ghYj/A3jDGYUDd3zyP5x3z7vTD48QfXr8GQxNTwB77/sYRw6TbUayBJc9KpoalrMmjoxec/5ylY8vpjOUD+bNrvNQpbcyHwmPFdgq1W2TEXue+FOQ8e/7lnX/rb6bI8xHtdRUxNy4Ya8w5B7thIwSMdPLP23zTTQL4xduQJmTxP+3+Pc7dEf7OYryM4GlhrtNyORQ28wZIuHTJ6R1ZAmyGv5lnQIz3XI5Rhfv62fm+05VhMwp0N1Bf0sNDVmC0w+fv00nlnk9yutdpx0rTZ1WqbtVhJDCn43MO+q5bMBLl4+WAH9Dz/P6859zjcXZuf36bAN57thFH336aGDufLZXFFcic79vfc2zPwReMbI0XePfxHH4gA6D2Aus+XccToA4IPgmybY5DKsHkPdfl+n2CCopToocj0LW7aG1UrVw6rt9/9rTZ3D8JBm7vT0KmDkpvmJLcWp99LMVTnd11VnqdLq5DLX6e9Xyu71HRkWeeUR6FJeVZIOb6+YDxdYeQ2VFebt3OerSLUOXlJxTnBzD7dD983/ku17A1ruGwb17jurAOfURni1R5bH27bpHYT2VVgF+AsF3iyyDeyPC1nk30FCAYtdvue7OSKhsMIkC6Z3MKwKV06By6qW5Pg4wZFYF1k8BXlfuncn3mB86Zuarv+z1nZuGo8JZIU7k/mfCMmxk4cPLQmvtSjlb3qF1JoyU9s1q3e/VDLuMnCbIZje6BjDZZ22Bm1WAMovefooojfIdqpZX+VfYCp91P95181+AL/lZRXSesa7g50arB1wm4MzJ5pBMG2BzKeI5Fnc4mJFDzrMN3tnuVpTezurJ4nVtgHyOOgtl2BEtWNkkyb4nTC6x0TYbfHjkvo4NwXleB1Srly2C2K+DSYeRj11yXOJ3RApfr+NGEjIr3b2blNTtZ999UTl+lOVIIcslKwdZTuEEjOEvX+XPe6NTKcD7boP9SeOvuBsQsEWsNgU7mNXSOyxXEs0xNAANkP7Ex7rOUmvQ2EDHvsT6AlNvzmM82oByYal3anU1+4nBvP0d9Uqqy0r1dYwhywwJnhhGwJtAm16p7BWAe43TLCswYaYnA4yuTn9ERSx6bxzeqNvesorez0OLQHL1xqJudF4l499Oq7M5Y2RmyDk1moJBt0IglQKVvaFMk8OOECg4OYKDzDqjR9Uvg0QKCJOTWrbRzr0NmIMntOSBH7nm0nbvvnuksNuePHVyC2XqMDvPYL/vCkWuQEGBtFY7bX/fmGs4D0K3Oj4S9pGbpdjhMo/e7zFz37ehTjlxnZdMhlyMsePsKQItyr12u6Cl1eF0FAdm4Au6Si62kk7hfIYYA6kM71Uexs8Kr6/xUL5gRPco9AJHXqKXNFAxFToAkgaHu+U9t+TkvfcbS/Dr/kieXzLTCb+Aafd3iiPy7e38S9ZeNLwMCipqcs9JhX7YcOL95zNtjFEzTF2dWNtu14Kz6KnqxM6zRqpdVYACuPXD/bC0adokir5dJELrH0sldNoyGpNuc//vRN5z7V0m2be7yCeqmX63vyxdZM/oNFWBtzodQsCYZkCRK6RmdhdzDigw259P900MLvtIBagTAVfzyNiCae3HOn4QOy3xxCZ/N/76c7MqdmWyjlFryMrQ/CT51I7Ax69JYotf68QGAjqMc3xxViT3rucT9qACbLA1QVeD4coLnD/hDRwsS1lG0jpPMugvtcilpu27zNz1bKQa9v107Kt0l87KeSXYCGpy/nn2sJblXyT3V9Q8fLUljff335lORZecxhSSpZHbuFEKcWbh0hN+3014gCGjE1hKZKs14QXb7vYp1SVBZAh0RBdycj+jZx48zY8wZbaJ+3QdmpwKinC2gDdAL+AjQ8dKx1zmHCU5Ryjpnm1012TVH6pcPs4FfP5jvMCD6mlWZPXuV+YVjntlngG5N/uf5XwXEUAj0JEl0gSFRAObbVpRp61RmI1Jgkmfdc88u2Qtdu16jUw9VYSrqdTyUDiuJyRUnbezBmUs6mszI/AW00X/2FpUr3Yjm6sztXteWeUnmQY7mtMBSExnTUbo+KsO6XYIWOM/kjs/0Y2yEM2/uqgCywX18bnbf/vAl0UA38Zbukvrllx+9IkX+A/vUVQjlqWRG7j+yfILQdVdNd3x9zQBEdz6KzJXCH6B0dPRbSzrY2SczP2TmqTWg+9Gtb8a79yzYdRtAcFTL9MGjJMx00coD3c/8ovrd7V5ZtzigszNkBb2YSQIsAfVLmd8E4gqS6OUxmsxJkch2vv03XQrk8rKHEgrr/ENRpvCArtqsTEkIegLYa68BAe7z9Zs/1k48DF1aaY5baGMm4cOCCeSR/T1AOxn/KnLM93rzKomkUrYuqXbO7Snu8swtbmmHheTo1omfrXOJ3n6eRLkzegoO2u2WdUY/2ARGznaLEuIPqAxvMjvYyGQ2VN6hvP5RgivV5hLEZccI8Pv8uyeRq8RA+Vk7fOLTtBs7+oqs0C/O+ZvOQdVhcHVhlfJS4knHEv9GPOjsoFXMXLeso/0qDfsVS5WCVWdQO0jQnIUeUoLJTkTOnZtT3GwXgS/OZ+eEN44AChvFYkY7/R2Q2jgAoh09dQBI16NnO9Km+kInk/1e3DpfMjOGQ8X42MBQ+imgL33vOZ5EF3SMQdbbvgLWyZT9a7FF/Kb3fL+yKSyGakdF7o8NVUhyEoPukQ36MWefLjeryzkXB1pn8zv5lO63fmaBvCVT7O+jgE5ed4HGkQ37TuYKOKHJjz/X+X3en3Umi2R7Pu3GC3SmYTbyq8gy+vFRrEoAmnc6m/0F/96ap2OGz6Qg5WnmWZpx6D7YjQJnKSpa7PFVztGo+9g16zD53XMB3+onZi2a7G8xGgaQV9m3JKxyPR35kpDWqMwRvf/D6rAkH2r3yodVEcPyzyiG7Edn4+a7WogVn4JJ7fiiPPMKsV1SLLKOphWqgPhPR5a541tfa+UaZYnKWj15EiYI+w1sRd3d2AXFI/9y8ZikjPd4v+LRY9s7mqMMRLP9BaRrd7IWufcWE3R8DeNz2Ud2N89nj8SZzu8AuuEXZUdhX7Bp5BoS0sVELtzAd7fomO+btX6a5+ILA42tAb+F3DpjXqN2ZE8lgZZgd/YaI7UYdJ2akqQWFkajkJWfdTCCs24HA+h1s17WmTyWujD/G23yio34sDpgOr88yY92dXVGtAIadnPU7+bmin8Apnykju3JQUetWqC/9kwBlFhvXZ6+98yu7c3Xr1qsurh4/qh1//a7L++8eBXa63xHix9qNszVOwWKm9vquQ9LDN285z/d++abvmqsyc/qCKQyZ7FPwFw0rxtXxY47swpIFhevK7djMHRXXnqe3eXav489s84P4gdsDvniQN9NL7VRIHpRF6ECgBYdZN18v8LWg2/p1FQkzF55r3PxTa5ZmVCwnGueQuMT965hYv40ZoNRzosNfg6gnGKUdLN9/DkyLQkoSVm2tXPmFNlZb3oMZoaJQ1LBeVgnbNci7++YnGJO5QcrTqTY6xRIsEXima+iz4yZIkuonF+FsQDdJZpQal3CshiDbmE6GcuD57P2XQ/2bPTq7knRHLnZf+cnl1yJKbEWdCxfrtcRMkkus+sAcsnhnzoyZAmndgCm4BCbS+MA/mT9zIu9L0ke36WbdswTv935s79mjAAGgsXx1kEia9SpEvL09kZ5YUPxHUZuGZNALq5wo7JB333/l55F0ZbzEL81RYBGsbBHhYbhBY2RrX90Tr771ZtgNUl4fZV1udcZvksWvXklOcrH5wdisjFvUyJu+s36ujexDd+kzQ3V2/QbJigzVDFfSGKzJa+brPR8G9kTmbo6fX589+udf/pPU7ypwDt38EtmokoAfnYxchxf9o/fv+jnliilhyTdM2s24zAUWx0crnhW7oH/S/7ufb5iagl88dM3scvWrF2TKc55X6ar+F2SZ7AINk5HYJNRxpzp3ORb8yHGMEA/NslibSMPX6UgojOQ46t+//3r+mIPUzhwM/ISxgezy5+x4cE94Fpj5qjI5LotdihulWKAFHO0GLnDejGX+n5FCRvnZ4a1c/D/NXYnvXZl2XaYGQWDDJLBKjOeCv8CtywDtgy4IeC54dfRvxXUEiC7ZXUkddyyAAFuqsggGawiyKg8vjH2uvcqpYZPJJPFPWefvdeaa5Zjjkm/+uwpRA1YdUWf9Yd8fF2OncceXfE6+h7t/5vEUacWQKY6v7f25tzLofO+cudAMD03J57N2YrvUfadawSTuEFuHkW3OePyWu/e/Id7f/d3/+De4wezg+xmRwzlOV5EtsjFkWfFzgKNc75+z/MuH2tGOtp28apciesa4yGH7H7Zrshj5K7FvfqsklSUvL1OEfwV1iwLwndlJ8ZGgp2MPNgv+wM4QmU90QEsfkzH/49hr1o9ark/Z1FHvos70+yU+1tH585jj9qVE/yQ90hhfBFQO5kymoBP3RyJty306+tnM+zzehyd5nZbBPZzL4Xz3Ecx/+1DAAAgAElEQVTHzsU3I9+nNjH5OqM5V+vxYlcWz/DLgW0OOFyRUAdw3pTn/Wf/7D9FP6wBUQ7mvNQOFHzpDTFw52rLi9XuJK+WjRDDVeLyQOIX8gP47TWa6OVQ6p0fQJaH6oOfUa+T/Z7B1hyWF7T9fHIx88CiG7dFzwMH/vH71pQ+AJDh1y/OA4x9cfk733YkzPQ8Bgk2TD5zeRs+SPNt8y57T/Q0udZJS6Y+BOzvs75bc85AgRuFaS2ceTGiM6l4vsaU1QFmV28bLp1feUlAGf5KRyM11lsOkC/m84055ADLArT8PntQ/ym5oTb65CzolncdMsUWen26GjG+jh51tr/88ud7/+M/fhabv5rFyYPJNZ3cb89gazPzl9dpvXykbasf+sO7crVdibAbObk5wP6FUFQLXa+bQm7+7RQz/cj+n4N/++79ycFvEfcqbJ6C3lGk/Tz0W37eLiqJGbryFCauhFuLvlcy8nzH3e88BZ8TcA4gdYuQvqH1zYeHDNvieXX2JLu4ety6Ua4g97xnz7l5nTevejtXAdhmXM+4Obm3hbTzfmelgnB1EB/6Vz9fMDRHft+zQ3zWtrOi8ncBGodoji8jvKRzEYwO1LVGN47FpQP6XEV+7LBeZ/Zme/2dsynRdPaE0jgzZds5dimt01p+EK0rJu4eKnuS+b33BWZzsG+pMw7duMDuJPzbfl+kzw7bKTycdRewOmBXfaByuQ6oQ/F77UOV9ij9+r2Xdj4UHtvvJbs4s6dz+24B+BwaCaKhDrdv7rWFyhacR0NBP3cfuuArhK3z7cj/Prfi2wLXUtZe1L9nxqsv8fyQUV4CGefvhtr4uuCo0c9hZ8w84xB5nmfggGNpJsvndZKUHsa/tnNY0dKwdor56ko8ioQeFQAyGFOqe3UvLgoCRfidpUvhXgWnJnSvTvtTSDwycBtwLaF1AhZBebsBG3D3VNQYlYLFr3ZwVas1SFzClRPpPZexzqfOHCpX8PN23Qg4ruKYuX8K4ZKQkkDtnvPfdabsoWtviP0c480AtWYrNrbonb+vM29Goq/844ozB7CwIFXyTIC2dTmd/dC4S/bbM3JjluCh/O58IYGUYe4Xym9n/aJtjuwrDhZtXMdzil6weje4aLBWgz3HdRSlZHV04kdWb4AxWetIdp/hnAu/r1N3AAe/PqD0itfBob0Bt+gozLpKGAq6JPgkyBhEaELzPu2hzoUho+c4S8bQm67DIPbF98v3SGz5jPW+QVhLhF6d6aXTRZkRZ/yc08lpkG0tih/a9OlPDqOj6jOdJZaz/FvmirwLeni16NyTe8nPIc5KgyfPSQ9UplZ8XQJ3TAyVsYsamoHvPJC8DlXsJRpdiyK2OEAt9numUdk12ZtAzjO4N86e75SclFzgtOla+hSqrXUVXJa+jASoDC8K3mvt/KY4e2jYGggpwnJuLtrmgSA2x/l0QxVEI4ffLlE6TiKQU5Liem7MXnSfImf2r3Sd1R2bGTgHc1u4TjiJQx1bAn9O+0739n4JkAPAYjv6uZw37z86oAU7f7sc7J/iNEvukeHOdEnAwgG0JIAUOoDtA9v+VSh1msTK3hcxDoiANqoz665OjOqJFeBs8rrHADju+jZX99ixkbVvs0MSYo9Qn9NJ1/y0PkjP0Ip6o0ikryWXUejuLLXr6mII0BFpXQWOmxcLfeqA7MHb7cfmX9HELchr6+CzulrM5RIol5Y0hYLvOjsWMGBJ5ybhFYAn0EnkpkM1r/tx9AckUHCIDsy9NQBrkLNC+psgy613k9KKeke/NtE9P01KTwKuXSyC7iQMjlM+9O321qtJ5ei4FaMgeBUvN0fZxZrgzfOuALykrzV2NiQP2u2RhKNgbj6IfVkQQIcOfb2Z02SPLJ7AShJFILECML23e1qi+cwp59OscErOvQCcfsr9TO95Nuw1Cabq7I/+3xlzTwrAOi8ljD2rZy+rQD5m1pTC1OPkLL9KEuyXoOh/ERD2PkK5nWJnHfZ0/0k+fR2qu7eZg/R7CkSdQRYZYk/IiYAGJbcEehGx0RG6hrzIAVs66iR+wp5zM6h02LAh022HBlnBb117CEefJDEn4B2g6iNKTojh3CO0qkRbk2gxsvS4NX7/dt1rj4OWrttcB3uKQYHPPXsNWCD5Jlk3Oux3QUa7t0cBEtFz5on9nGLFgxQVX7w0M/QqDmYNWwD+LEE2Vpc+b5HCm+9Z2x+5/RhKaj6VLonGGU3iZI+SpB1yfF3xpXLN7z/nTFtHSOHOQE+BiY00c1tHluLv1lZ3zGS05yly9Cl+nk5Y3Q2CPDJJB0Cik0kFGomGdWWcGbX8w+kKtlMxabb9YprJQwwctWLIXpAt6Vh4S58p7gAeDEW9AskZTTP/W6FIJ68OP2sAHCIob6dW5Pan6AYy/UjXXNbkVWaOeT4FCnIoUaL7VrG9ALcYD4lNCUHzv+j+FQoCkkhSyOv3yDTbNnDBCsbQ9tLE9GHnmwJpXTStzp1ujzNz2/N+99TcX6iwdHSYIX4xkfAp7LXEAT9WQcds4T+saZ6dvbT2H8MiYX+cX3rxm4cKTJgG+HgrAKEuq/4Su9Bh+Z3uZEO/MQ8wYAdB/PvMumMfJeZLo6loJM65RPy43/T9GWcgsXeKFQXzka929y17dPysJiAiM+p39njAE5SEoZ2NPmZ/ychX0T/O2KhAZUAk9wJAiczoHpa0k6yyHmTzaYpbo2DbCCAMD415URzmDzoVNht0RUcFFtSaHVWShG2TidcM3AN6HHuE86xjf4WDY4+ePn1Wf8VrBbvNZ7MO9buyl/wyQJLat+yVPaaHli+Yv2j9vax/7f1VYLPebFhBvOxO5E9B5BSAK3eNVxngra/OtGfpeFbkaddvac+tkz3m764boIlk/ke+n50beHM2xdkqy0C7AJfYaVeiRD9weugunydJvk7YE6/OvpMdhUgvBWD3vfjXOl+zyLM21oF6w3zSERfxVQBYxBotSsWuvI8dHICM1AEQpWMXCKOsYZFh+YR732RmZTquIuf25hQA3gbQAzComNVuvTyEERTWm13wvL/Qp5WPxfCL3cgOwJRiTUBc8ac+hBoPW4pChzl/7Ci/psmp/PdTipZefK9df4CU3feSVC2O6vDPXySrxHl01I8pCkiw8desbf3yS8dG9OtX3IBhLrvdTlcFLPX2iCbfoD6l+Cp7xxZ3XM7VPerzrgOYUh8YMCavjnfpCCXApLFV2YeNMZjs0nPOKztYys4mJhezNochZsgZ2JngK/TS+ez2yPcCpozGFyX7NRqhHWXWIUn3APba6ZR7Qz0MiAXEJW4VLypAe93O9lOg1XGzxLaOa/urQ3H6fw7uOmUHVjj3XL+qs2dv0lqNxcn7j2/GsuGzuinZAOv7LAXo3zLHm/5VOPHLGrVAFn0EoMBH2aw+Z33+9pMwfpxu7uVXsNp5xs0YlOMgT2zEXtWuO2uX7SsjnYJ67uPxU7HERpGcUU5kUtGxXb2xEWPCuGXn2/cubm6WHjiubAMA/ljA2AdxnHO9Lkf+Ax2hMLLubkXtQ9M59h/nxZxdevIxxy4y8QGITgyVPR7bgDW+fFRA9/waPfmoIW+6qiWRC3K5RrNE/9Unzz6UOrpdk+yuwiH7D3w04cdWdeySfIfzpXC2kU0p7oW+908vE6MDRqZATzae8IPj7/+Rn1vfL+JvAlEKeQ6FZdkU3h/2ujG+ffm1cwGoNQBkRzYzS/VZ2KYwcGSEB98TI8ZhywNmPPT/5ARY8HF8enuqgMRnc3afZfTMihSA0aNZThTdwqT3eZUC8wIoumf2d8CHdeQDtm52Ze69+aKv2n3cmaJor/PM3kOHdQ3zAuLxZh2rHghlLdajAnKj/x88NiotIJV8fHJm6empjX3TvTwGj1Hpo8F17+t0xbqyYtMAgF/ce/UXhXwxYvYgjCPxyHbf9HC+81ugo9wb3drGgsj3j/HF7xcADmTDucjPIi/vfpTnie7+Omv2zZPof2NJfBvWgjx/dAnQuXjx6+ydwiGAZud2ttgaoFoonL1+fP1HAFyvM/M33YUpSK8LO7IY4Dx/5N/+6x8zgzeyl4KkzmxFqc8d73HlM2pPB75yRn7KGkoDGCPG76DLNgcz+ZHqz+V7yI4z9sWvCtFYUAA2B7yrSqhc5lw6Q2Qt57YxmUJfroNatUV5rDvxH8x07czuFqCBUmeHC/Z67IY8PFBXgJK5JzHVCsDTZ81zyyf5fBXIcv2LZVOgTDGWTgFoaz0g38Wv/PKrAOw7BoSOVOwBbrH3azo445gW2647vePBGi8p1y6u0ZFYsMyVq/y945OwFw2o8Onzx4CxBzI5RY3dn78TNHqAG31rf/kfb3Pfrstul5IbgLINOWzvQNjvXv+He3/7ty/vvQBKKDjyt3Sff0zxN7pcA7qcYAtW9mUMFnwQNqG+b/b++7+38XADUET3ZDuQKOwEixcxWn2MPwqwM5/7y68nM/T529Cdd+xO5EI8fD/nW8PPF19iUTDaxJ5h8hoDoBFRnsf3vA1w84wuOLOIH0ffYCP45RPQO4BDgKbxv8vsee2t8+re+Kk/hUXKPO6NFnRmzojH6cvH2L1yr2/N/M4fXgRQMpc1nyOTVfwooLcG1oivUWajrPFmuK+xrOProsOa07rYEp4+NfqMjZk8AJl8kfV1PRHPv/yXb1Mclj2IPe0BIVsKf+y9Rgn7saYz9rdj6Jo321iYfcIN01kr5lbvGdtV+egb+v5TC1uNx2fWBAZIt8aSxTYTvGtMQPaEXDsGm7f+uLL+a0bYeS8bQt/xJ06daLW00eV/DKDAgpI/z6Mrvmwn/PPW0K7g7fIR7CN/9lk66tn2D2GdkX/jX7Kz7HuZBC+n4nHos1ubyXvYU36c52tRu/WGA+Sjm3T3YxdEO72GhI1Skqs89crFM+yR/PT87it3bc2Tz5APKlsJuvR87zcBWJTRyP5iwWwti06LbAVgabTSf/+Pvg1jwcY1emTH/dQv64M0tzp/mS8pP9y8/R5tBeAW+LbjN07V/jYBK1XkteOnYHu6cldc28aca5zrjOpi/96DK6Bzvati3S9w7uqM7U2jclxx65LtfvZ0XJxu2CtuqEgdOq9973a8BBDWqsHfEnQniLnbjXs3sJEY7C3Rkb3f09W4AiunsYWmOHR3C9+HPrFBeQSkc16u77steubCV1KBo1VD4h4dyqsYa4ldy7WXmFwy+vx881UIIgq4UW1ZI0b8zNhdUlk72/avm5zfa2SvP3v/nfL12errA5uPY7aE+3BPdaZPAvyigT4zTlE5z7AMPdYOzxj4KbPc61UE372scH4KRxwX63ySsN6zosi+1/pvNuY+uxm9e7A1DM/Ynr1CH9e83xGcruAppF+zCXLNUxhs0Sub7bvs2wL5HZgj55X73OMpePmuG+rvPBvl1dnILcCPnq53lkDmJMZG6zMUTzuc82eBphs/BXuIRt/VoFInWO5tRdEV9s8a9zuuHTsFhBUIc/hTwOyz5DNHYfEnz0zgUiZlbTqrWxDjmSmpKmm0zKfLbInrcya3/qNFuikkXwnczlDKnpwOwyNMd5FMp0Db/cljN5nU+9g56hnMf1uDna/SIpC/az1twmRlFLpNDBW5vMIwBS+R4/mL3IekywfO3J3udWeDTXFbw9ElbzUFO5ylgwg/+qbBct7TxFVBGYwwSqsF9KXd7fpIEBzZHIWZuO5q8u93mnciwCuFdJ5RYs2NCMqajI/et5YCoBp/+9H5l7vHBZhHjv3dGVki7yaRcj2//eIcu45Pd43oV4vYgHPy+DuOviuoXlf31o3DPD0peY5Ka4U0F+sZbqF1AV31UgEAQ3Q6c97qmSVGJfqcEYnpzkvI3xULnG3o/KGl1jU7XX5m61BYOoMvVHEpMoJ4vuYbNlS/sT1kdkGoOF4QMZlMsFTaw236R7Nu8mpHJNrVOlzON7RtikjpGhLYzS5txvApjp9EovvfnDndCp9LO+u5zQUZ+mudy9Zd4rJ2L7/sq0SGAPXM8LilPNuMHi/BmPW09+suupJRRZlIQE3vmym0mdkSvqHdLR0Mp2822cusYlvewmO7CRVmzGu+KMnjn6LNQkdMdwnAyGULZNf1O7cwa9H9is4we7cUzpGJ0Zuv07pBW/W74pXgciCFA1qwZtCFnD0FvnVmX4ndJC84uh3/UKCHjq7MiMnzcMA4aRw9z4oipfPR8uif2gE9VG279kX01eGCvQRtWcNfzWxuQsPstnXzbfZfzkeeDW2e+b6c4lvHFgpwyeFSgF3+kbPWZGyTQAproQSN7HJIoc85rNCr6w7R5ce2jPZvQKch6s/c66IX6bFc/yR1rYH3mJPj54oTEPKd39mk5uhs1mV9Eqn/5fzw0lpeM190PFg3oIsLSBq5n56kxsn3Nw1u7iXxAOl5BQz5U2cIZq/t1f0ENa6D7Ou9IEq3U8/n5qq8CVXP5ij6O+pIHVS2Zt1kkuXtopEYyR4dRKZtK4VQB0+MArOJkwtJjyrzJJ4FOq5bWtVrdtEBEjlxZBvlLN3UDsDLvkjirguU3hSM6+ZfEfR02aL2XpfMZh1L+hQNH+XwNsWCMXXMRrTbJ7Lxw1/ethgwGmudGisGHjpPOlFw0YRqiho+J6XxK8qyrMHTzvL+Mk5/OoWytmbdttiR5IOAXDKnNEvRedZpNsb6C9j4W+akbTYWuUH9LNHwMcHUaHQvBHLk/7zol86bif47s/P4mBKCrl//pFSywEi6WFAQDlgBFVtq54uyeYmUU2jdPE3rwuc5tJAKZc7Dd89mIyWBgTF+TBDPDxrF8BhVILebIJH4y96YWzuKXX7CilkoQyG6H6Xre/MBs59mXgalfD8Ud4qyb1OwbiBanyo0tSlM+/uHdCh4oX72vL8n2ddkBb2cL3XmW7Bod2voll6EIjWv0q5dryUE0n1Serb5Y6N/zew1SR5FsmYWzZeTWNxsreTA0w2B0hv1lH3cHOQnZrryLciv85L/ChDK8w6BzRcg8+aL6WYbNbAC/6HkU/RagL81qR5trDKAx/Ziz35AJB03EFlWtPAzn5s9kWRZwICO2HUAADYr1oy82Se6GTq61IvRV4pAgnB27tWrNzcx4/MkhhRASqOWM9sYho/QBMT8cx2arqEI0meOyaMjrcNGh6CKXxHGurHv9F8ZA9DTsnmlCL9i1voT8cFjV3RbAIwVvd05lSixxqSg87rPG5tDf7m2Qj+dT26sB/trXz6aoXwvdJFJBjo7H9Jxg+PuFIDFLWwin7oxTcF6iyfZJAWtsJ/lH8iV+ZdkBJAmuuWSrccZmtnREeYKXvRr9IT7nv3KbMv6VEBXEjIbn+DVBGl0Bvv9KPfcGZqR68717nPo8L9my+bGNqJiX4zxAQCAb6J7VPysOPxVzvKTJHLEdmZ5b4SD8z5gp1jWAaiOk5Az0xpVWZ5Noe3bznHfmAKd+2ceJhlyps2wEhPVxpVaTeKNbeMbbu6pBEvHq+S/Z+ledVIku5ziizG9a9gO5OzNkhy3SS97SuYw0IxpxtgKAM2NYHGOBoJKoe2aD07my1TSnMRYPuihJet0Qo7VgOEeC4sk/ew9KlpJQbazFKUpvFojSWsy4wxIKrOV/NfFNtfc8otJwhxF17d3S7pt1j1hEjehuGQD36DS3BW6zi9ePt28P4wiCRDivVQ//vAXowckq42wMDsb3fjbJlPZP50zCoE6/OnZDwEXsRPOlbiYX338v8Xd/l1csLESQIoSrB/fLyagA1pAym05V844+Ttx5UZ5DYhEDsnPI+wC1/iIjvgw6439zroO0MFf2wzoUSOilE7XhYJarq0A+82DxSG//QoEtJgAMOVPf9Jpr8AfG1E64YxoAKi4utsl1AEA2hkMoBD7ts6wgW/GfKPDV6w7m+pFl7Q4qAiCerD5rsRe8T3dfyG0fEb+fCvBY5Ii15v9NiYM3ZSj2FecIpNZH8VUO8uORC4lhq29ffiiXQRf3Hv5fZgWzKqMvrEGYknsDufFFip42mNr+kVsiGLs8kgb/bICMAFdF757mM2VG6gD1zVQrHqbfSCPOnL5pq9fZW+vc+87rU9nDwPItXNywNA2dkTeT7fxGBVS9M416Yna8Twb34Kd6bz7grPpucVQXuwS3+xFfEKv2qXIgzPpIDwNHX0LI155nsbdsTu69bGDtGCexP4NYDLPtpySPcB+tOLX6BvZj3T7Ahln/ayR57OeAFP2nsy6R/pruSPnbpSZBSxHb7JfDzsb3rpv5IO4u/Sb8XcUEMd0tm5na6ObfgBjdJZyYrGL7QYim8uzKfqScTJcucl9twu2scye83S3L3Zf4b9sdIkVdev9/cz8rb+eblvFg1c/RI9G5l7+6Vl1V8FLzSU8Sl5psvcxa9OO3/gan1MIaXgU/aGrdkCzsC2kuOuFtYIu5498V4Bh5MHs4Rwh+qNzGMWWWb8msMXPV14E4MEL8Pl1Zp7SZ3/+fh2zXS+NEYSYfvjRWi+XqrD7NCNJ2AvPIL/w+gcAnuVwjCLhP7rnb7JmnwOkxpAgKf/8T5uj+Sm6z5xR58cz0Q3WBYUxgKh7Ypcq8/Y7eskeDaSVQvWL2eiOIJOj0cWf7ycf8xGXB9OZTr5eRm8rhrCpissDAwN1Lf+iMItW+o/mGf+496cwh7ifYr6yo69/CAgMWIckt6HBOloPdmRzWn0OC4v5vXJJz16MrUDxvcz2kSddxnRPOyqjRsQpAJfYM0qVH6CqEtOLMD09jA2x/O+TJ3j34et7/8+/e5v8yqjLf+lsW0X2jKRRWAyweGBTftfGOyjqcpOqQ1LEN4MUgMm9OguANQNyhunE6JrICh3ZnEqAuLVBmYusW1Px93MAhgDf9KacT7zNvufTTwCNOq43CsT58cy6dsmd+I0v4GW9MRYA2dS/YOfNXb+sLFvy86d3ZVFajnjU2Tc1DYXjfK6MA84JMETO8vs0FZD3++m2PzHlkvRjkejYGFS6LYiuOclLfPYu4wTo+40KBIblnw1YwKfp+vz5ebErb8PY9SnPd8D8T8V9cxDqg/u+xsLRZx3Bl72w5q7Pzrx6tREVX/JbRKrN31iH+GmYmXJe3r/5T/f+7n//m3svnyVfVhA/PzTxZPROY5KcjzLz+M789HnAblho2MiR+QQsnIIumvXmaFP0eheQsLReqeyJWradv8m285ue5TwDHR9QLsB0mw2iQn7M2f711829f/qC3gOS8FmMBnzHwwR5AXMv8NDA9ruf588345VP3S5KedPchJylc/sgtlWOjT6p3xJ1IPals9jB+t45d/PF2T/xWXRFnu9j6K0x2gD5ysG2CQLIqwCC7XfHRUVX8hPYnMeZ4X2KdH5eG0aP5jkp3N/++NSxSFeZp+v1KeDoghfzHf/H//nu3gcsIYDZqJrrhy+mcmbttRzbxmIl/xCfYSO6AhItyCb7EVtCV62pD+AowIlSt99Wj8jjRqdsZm5fV+frd81tkJ+xRKwepwi62b0aSloLkkuO7nVf9qqxV+4DLfe+yg3vd/fZcxNZEpu7d36fszaGnPlrpw64uDJ+Yhiszqx5oK5fCwxKHj46SBHYZxoP0df5ruOrnjjavnrOk+f0e+18m8Ly723CGpNIl0BOC/NQngX4u2CH+DHGMzWWjc6RIz0stWS7TEQFVW0EkTgL2Jbd4/ew6+v/uJL6+aonT3+9949Dx/7kSe7F+nLXnLur8Lv7EvNF17PTbuyqyTU2ffMh7vLlL3mo0wJ9CmB3C7zb3R2M0srkwpy/Mx/4XGfvUZj8r2mam+Cwn1eR7nTq+oz3U/gW9abofBWabgtgOzB9mAZyQ6v89c9PAbjJk3bKni7gOZDdJIWn3IyA/W63701BOu85juc6j/ddLeS1y3bHb/Qwa3OXlLu7difZUkqI3LPrUNAEvgmbGpGrKFZluhb62yL5ukSt2ag8JzQtRMVIrJuFgwEZuOcqtXIdjP296+X5bTz3j9N7Ocl3121/ZnyjPPNHToLD1oSJ5xM/7ha3h/mv63zJj+T4SV73Vryp3bxL+B5aWcu2wtWSEXOUlrCy3iu2uuiSp16nk9TnOqNIMv0q8Ox+Nm9ts2zW9dtXg4AlGRzOreE1i7gPseJFqd6umcQzafs/YqrLZMm1UR/0eofmpvJ1AR16H1vzUbJSEvvuW/TI/nza8l13TmY3qdc+r3UZb5bFzRm9zk5X5wJXQH1VJqHecl9yd39cSaHThe4qK4hCdE0Zl4rgrF3lWQF9HQz+vfpAkTCfY7C8/8yAJhc9G0WI7ZlaKLs6kS9Rvp5rssu4WPI54tC0W5uh1JZEOue0tZwWzifrh2rJVzaxWWdmdEY7GyvSn3U+BdG7c0Qovq5Bg5RrTmwWYh0Jin6jWqZXfi9F2ITd95fi+sKnrcC3IkFlqclVj0DfSbhMprd36852qerLXIzDX1Tdte8HaEL5W1NOqkCFwVjS1o6Mpsb1FcX9PqrhUVcMCLHi6QEMcEwsk44YHYUcg0ZrTXSPbvZ0YXIABay6vUovh2LVVfP5JXh3ng57QBPS19m1d5OVdarQ4/QdIIg9F7CNdpXjPlnWobJ5zFeHfr5IzCDhP3DHHGMODCdaEeTINucVqpn8TO/G+SN/RTVxKK+5O1lD3ezt3IUMzT1CeXF6GFWFPwFV53519qBA1D2MQkQQCadBtlacXPdK55xmbalH66FgpdjkRZbphu5bLfGKsfaqAWDeIwlyADmCoffpfvF+enuUV2yrfYMEg8hbx/XtLKJ1bElgdeYvhO6frsKSjoF8yYcUgsia5y91mVkrumVbcB3FTotjQWZ65iZQcnejUxkFqfv1fEtWjgryJJLJ2ObwXt2W2UdFZIEjB68dgKXcgjwmcgPwHBCBwMY6H/rub5ogUYBdQplt8cxW1fvoDHJIv3L2OHOdJ0tSqI87oJ9eu7R8uTdBRwRCB6GLdd4n0GpMJ94AACAASURBVM+VXFF4GT3MZrzNhA5ssu7tFQIO9bzgsSAfaHBylGeS0CircRNnaHpHX2l+UDuPXEMBJOvnmaBRXftQyyo6rQi2AOIUajbfaHT17rvU5tE99y/quFFdzXEWDJI7n4ekvDznUiy3yzb3aw3N5PX65QImsM9NMBXwA5E9ymz3rINpiQqzgDMjUeKs4XneF5mt/VGUzD0BGhwUps/TceTn4dXVUsrlrLnCtKKCc8dmbQ5M5L106gAcmAR0hK1jw3o+z5zmUiRdgBF7/fzZ8zIsNM9w2eYCDlJkxeRgHTyvbsTRma/TTgHNOpdKttRR01nAnro1O9YhclD5vujEyPL2RGFbgWHAMXpNN0Opl9kvCdzL7QA4qI8DsBJZ7Oyi6KZnL5/XjpQJrH70ABPvS7FkhunjJit19wtydDxITizBuY5Un6FHS1eeYFVRdSCqA0SbjWQjRr15AF2zDWf262g1yb+StHUbUMYa6QoQNCpsdPZ3BBrNZAEdWUwFcevd0Qq5pv3wMq9T90cDG/KZhJKiR4uwLxZA66T8BdVgnm+J9fnCiqhL4I4pQyK7yYx83zrBnfnD2jMw1lsVtZyRddgwb+vqlchgj1+kgOmCnQWe/96/X0LpqyRqFID1WNMXCoVoKOmu+jDZE/ek83qgkukkfpsLOoOC1VMIlSC2n2UdcB5LsRpNGyFAG6xDXbeEw6MArGPDtczN4t+/NwfT3tqrFkfWrXJ8fevEB1uCeHO5W+C5kEb0ujmpFI9ZZwPq6MKDTh5gknwrGHop9JBpIJZS7uZczkb2x31ZD8l4emb0+xcQTIAdPW9tzP2VxMdwIalmzSXIURzT5c6d+bLr9hNf0omjnDNjzHUH4NgsbnqCjlM8aaJKQvVKikHZ66R3FPknACB0p4JW57EHfOH7e45yzvoCGogMK4w0YR8ZKltFKGh9z5kdandXtCYLScDke8wK5sMpiJLBn0Id+dUDicQkzZOI2UxmCURdCuKL2SYIb8kQZ+rGZtcvEd/srI6GPRKVf0NnVtnIv3//5xdlFPga5R0fux02C+KbyL0Sotv3L+/9kMInW6ZobU1+i0wqvqGB5HN8yH77d/TNiiuSOKXRzVpbX9/pfp4HBNBO8fyZzuRPtSPXWZB8znd8eDfAo2QleV5HxM5D2YHEjLnHjyht8zgDKGCVkMAUZ88/P4wlbOdDMWyeRezq2l/zV6x1dNBYEjaCQeD5KjrnaeZ2S3i/M36gxe4xmXy+OsHn919g3LxzM913Jj+8j65o3DzQGnlZ3Lfkn3s71MTrELcOzo7k3uykPeze5r0tuPEjYpcU8titjqZI4ZOszo/XNbnEGN2eHE7zBc5+WVhqfwZS6QzmvJ/dZysKmsr13HTpLlMANvscQ007e/MsX0QPlVmlVLzmz+aa2RYUd4AXXwIMB4j2Q4Bd9K3PoOGUDHcuPv+kUKXQsQJzwQp5v46eAhpDFaoTmS4HZrmZsZuktliBDPs8Pa9b7fd0aNV3CiCFn1SgW571xBEHzEo3ADiIq+iK+brrDq4t1emedbCGuj2dNc/x2x8AV0nGXh2Gr0Ilyh66VuUlswCt18/pOmvCOeup+99xuVsAJnN0C50u32JNRps7e3iA13Tu8cnWWTpmksW7Y2XyvU9if6zNdKjTpZhyjSQBftUBGP8YUKs06tY+z6xr8wC+u9/oUrE35DnY4lKAspNYVICQr1zDd9G3LZDk/snvxndhQVmy++QRju8DaGVOOj3sHH5xzagVn/H316n9e3Tgq65f46prJn1j5uyTs0ROX6cj+9uHAfpkb16/cs0BEpvnKRPF4q7NniWL7/sco13/raAidlqRddTm5vau8MCnaXd9/v2AaRSUTj5HToRMsV9eYoN2vNJo7uPq2CyrQmInXUhAYbpLFUfPWBDyqJjh/faRfpVc3jMC3K3obP0kwyk3BTU1Sz63ooX8GvtDtwDctdib2AqgyvPfArg3S/yA4wo/672YVzo9udjnAvUVCJUO6shD2d/ypjV8nLEv82H7K+rhAIB8rz20Prr83Z+z884YF4Wggp78/U3u+/d7/90/4Ivyo3LPiY/oUUCEUWl/Vzkik67BvisAv44u55sB2HvG5pMDuvwudMmb803/sk2L8z+he2bjyVSOJmazX41sC/BkIIQUol88n97xSVTcuU6BZR2PtL3Y2BWgqIs6OwxZBQgGDNzO3tIJU4iopRe7U97v4ws9+Ab9+oAurkFu11mVZy+j0OcWzsxx7+eYvdwrdoH6Q7lsQSxdoVqKay0HpDBq4cG3ALaADAFKpjPw5ffi9cVHtfMREiNqrA69uZwCwBE79ynx+2j37afYe/5egAZ57jJQXUDbQroAFvK+MhXxbXWsR/23y725W0HRmDiMWABsvW2cyR5mVjAdp3Os3bi5FkYX+u/5c2BwORhd85H/5BeAAApQSpF1YyayZykAGy+rQPHmzf17/+7fR1ZzH/Ky32Tx3kTGLNOA2yjTAU7JFput0eBifIisi6F0kQI4Gk/w5s3r6gr+wGkYehnbqVDX1WSfXps/m/g7gJ/7D+Rz40NjZMkeP87M18fsQDqQ+Yrv3tDn7HfAADo1cwbmx/A9prvKpgUg0bDFSACFJjK8wlfBCt3J+H8p5J3iZWmNfTeGBa8myFFNr9jcvF2eCwsS0KJ7lfsrMJPebqJ0gE82HDjHi898XgcwYn8eZLQZkDEgac+anF/2+U8BRvyhMzl64iPfyYiO+ggr1gE80o+KcuYsz95m7YwXy9nubed6r68C8PPEYX4uflmhWt6QVfPPn+/9k3/y6N6T2PziHPej1Rxif16H8Qig0OfoZ/IlD+OcHiA3pjRgNZ2LRsexxZVlflVicz4X/7MAtuz7VykCj01QYjj5vPyMrTZnWzrm1Q/kmd7MjxXfChSKPv0ZnTYAuw7KBeeLN+QNd4/03KN0AA+EvAKw818Gv+hDvqizyH9zn7UZuYaibNnkmmPdHp68vu8pENNImqwtee0s9MjldMhstHqh9QMSG0gJcFNH53TQKQfI7/wEPPtr7GyrgNHxmZN7PZGU3r3PKTS7f4/5z//5f4z7k/xAwC4KwPWL+8V0Utv2YpftDR1sH8fwI+54Fh3gWX6KD/WnAIHc68YYjUIcWI7+KCMOwM7FAOUMnXEJAEmANyfuGvBz+lA+Ycx6K86yD2I87xdP8WO8f/HiGC8GNACik0NvMB75ed59XGy6zv7GIZHZk7sXW5dtgy5ujgE4OvriYgY0gquA38ZT4rNbUN9y49st5/UUgBXw+Vn0CCA2EAi/jT2qMFbG1BUGjgKe4W8UdF8At0I73+jy1fLdbUZBEZ/ns9bqg24JKqsjKwqSXfG+92XPSpH8Kf757/f+l//1b8p+wiYUoH6dWxUIIJfVPfJsfIYjCu7z7c8uqcAh6XLRFVyH5BSPTodvn8ySdGMkAUaDcGaSnp/7/cx0vVtAPsmxXWPvPv821KXumCFOeihaxLotiN29/m0Ve0fgXOsUkK5C/BKYgqjrbadT8RRpj0I6hcEWEiGIcwN3O58VzZrQaRfPEKHn2UYvurZ5f765diO0ZVQkxqevi6vhDs15yjpI7o5WhcLmpK0geATw0EBbM+9dEnrdgpLsvu9QQPtcC8j5rtP9sWtxyjfXjbIR4Pc+s0AOzCka6eDyXoHFoU12BrBZKpKQ7+4dh8RT3C7/zT13jdqtBEmzTtNTSB997JBxh+rZB+++568L8O0qRt9H7rOc68a8BOiSjw5B7xkejeqec6ic22BoskQpWAPhisPCYRYUcYbuJsBcp8m8i8rXNdeNcLj5J789lNUVt4EXRVUE6Q1V3+lmvuQ51vI4ZSvs3Up3VV1uZEHPqJ3P6xRWz781WL4cW0iOrxWRdFBfSbPJ4m3Ht/efM7fi4AoxnKAbymif8TgNJuZ0Qcttj1aMPzJX2bLmDaiWaL+7Jvar6PT876BjhrTeWe/8zHbuLgF0F707NM9mOvR9svR1ZJZQ6L3fSfys0/ma632nAt1uA4ksBSOFB4n3/NdO3gvMJLHjWTfHecjaFT23D0tcbW7dmYvg2Y8+sS7timSIUTJde1bDEeVelGuD+Z07wVydlHzgdDxxOBhWP3OdIaeXKFpAPodrSbwrIdXCBDFZENvZQ9eXj5JSYSIGVocnWc2v+0mgPMx5mv7ax4cwihw0cB3yzYuhbkdIUdKXrPdhr+51VPRFPqnCKZoJHqa3PdfmmG6d1lE6Bw3KlAE9qLDOXSuFLt2xREDnarfYpkgL3ADd1h1JEDm57GyGHZgWetmm0TC1D7ayBWm2xMjADQKqFs8lU/JZDrklm/FXvEoiMjfdWWHsYnSFYp2D7jk3b2JdakP9CVgHApB8PAlT33dm/5INs1qOLpJ4PmvfYlmNO2CRQNycmoGWhpAmEwtSyKTfocdLSx7OnSc6ThWj8wwKGrnLUF3qKKSSRvf87U2hUABsFs3Qxfcyx8R6bf6ZxOW6DNwP/0ICRIeTvToo8s2HW4JW0DvAko7G7Tv6anN/3L4ClcTlumh2NqczyA0ql4+XbcrsuRTXNq9mTlipPvsMaBDjQEcOFTGKcG/iNjLRYokzu3Nlzd6j+eQEwR7HOWsgnKBteIvRt0BbCrydB7qPPB757v01QF/XdM1d7fUcUjfUWeplP1C0gNwg/2YShs4maDxr+OMbs2Jm072sr8Ijx5cjKBBrISc64iAxCWi7jIHK4gRKcrcTIMhj6zz6rHXkWktO8w2wK/fc4lpt2xxeDq79B8zyIIeulrdSCscEgJIMZ0aSAid7MD8klNlJxIxKOLoh5+Z99IJOBOh7F/SeFuVqj2d7t450fmShyNY5rl/mfQ8TbOpussD0ksCaXGwW6ny/0eN6yy62MzOqfpHOgyT020F0ndn5Yw7j/Ai6vDNdfgltbxKzK6QPyHUATb5DoYNcq6nYb7bGL691Y6xgL1Bkr5yNQwl39Pv7FL1WVJteeHJRbLsGXWZe37GHArenCXobwAnUsq9kDN2uAF2hot1v5ka+H2VcnqiBJNspyPj6qyU+UT8fat0bVB6LfZ2vJQjnF9JzZYXJd6zT5gDqroS/61FeF1iuRTf5hQKZlpB7mk5J67S5ZwO3DaThHG7GsBf74YEluSTNvksyRjKe5n0a6jn3TaZf/WVz69g0+t38S3t0ELc3ndN0Wote0/Vmj5UFpF09oYzKvUhgA5CQZUG5eUGW4cwGKiVt9r6Fm191bZClFYCXVI1Ozf3RBwL+/XzdcpLVTWzm1SLmbqU2zawe83a9BsxaZ3W7Lfxb1NeDyFiT1fx+uhhDRRT1h3RSsRuPsq66782L37yv2dVDedlz5LsL0siZRMeb95EFuq5nw77lu8wVHUXlvLfFTrPLB48ElGGu94pxK6K3AMG3zf2tWLLY59WrFFf24F2n082EulHiWwHWerVTTkeeAlDPz4W4r25bt3wBV+lWAJY453Zd63UQ+/3OQmex5zrt9r0SAgBsZV+JHVR4BATgSwBeeX4JTr5/u/GuGcTijq5dvkxxnE5wPr/hQ0VGflE87siAa6n8Zo/ELZe/OYaF0bPawz+i/x+ni/0PxfkAGHR12EtFt29jU+27LjKI8AOyGCiXnzMdBg2vaKlDsGADssRHiXwqDCpAWBAjd+pTXWwJaFDLDqPlwatdDNl/nSMozbIPGhO/Dn08W3b/vnVN4iZ2ZkDgzSMkc+LA2sp8np3R3fAkeoe++xxdxvdRVHeWrLsjLXGgI6io9oByJHH5K2XDSCGlYGgx8OWjAaC6385QVcxrB7eEZ/xAwK8kgfz9UYo9x19doRvl7WZseTU5md/FOGb8PUlnVcFv6eR/8MBMXxSSOXO5152ULk6flz7weS/28n061Bt/+nX5vxPv25xDGZZaDNvVxnA1G6RQqfuRv4HqvuA/hdfcN3+uCaYwdeiY0i3STrbYK3MhfR6N4e8BDrTQl+d5GRCAYsjb0pLTF2P3IM+/xpeSGP+lcQiqXB1XiaXjtwAMfpn9L+A18rGiI92xcQ985XUi5vvKNJWkcNZLF9T8JMXexT8fQhnPb3sUH/KbdGXR06WvTJJdAdU9YS9oB7a8wKVzNhPY+VVsepKwS5FAAnKfO4lkm1eawAJ2d8b8WoFjsgx4Wle0ia1DCw3ggpViM14VShRxvnk4Gl8y7G43p5qPs+7IfYn47as8hzErPr4Y7m5nSGWuwK51wZLp++3wXPKxa5pn7L6ncHH+fhKLNzF5LiOe8Cw781c3fORI/PAo8icWNzeQRAFr8YfbJVPw1BWfZz3oM8Uf9rDJ3TwXEBTf43kKAmzdz7VP8zWsy2a6DShywDQbnbFuW1TK7m9sO5sDrKDahKcVy960M1iXetZEcpPtpgt63d6jb1rxa7YBsCIFwasgvX09s+AXQ7wNjSY6cfHo/Es+4OYn278nYTqoryYZS481QaxbG9Al4Jt8fmDoh2OokARu44PzcIHP87069QbM2t6fWcgKUQWfNh+B7Ql4Vey0jn4yA3i/OJMe2yid0VUSxgGwahOqw8eGYlan7xfj6PJ7mO7AG3CsuZ7OXUHty6fQZ/JLv8YXrI0u3SvwgTEQAyWXlcz4lAJ9N4qpuRczfjvOa8/WM3Q5nssHjEWpQMWc/6cBQTQmwZbSOIyuUHTjH5shC2zm2T7HV0ieKHLW6+b3R7r/8/3kxTl6HoYKgCb3WBaMJNG5RG8jx2+TlwBI2HxHhfEAswq8cD05hYFtq7ez7grovd88GztRFp+OwvH8nzryY/nU0WfWj7Cf7LD8ZPdDUn8sOEDLv3xW8Ev8GD95I2Lmv071K8ai91Sg3d7x8J6/MLd9MSowCJn4NsXhxbbpMg6Y7dtv17nMpjurDS09SH51TjHGgcii+NsZaLEpa/8ohZYByCMvKeI8Sd1kvtnAUyfvc5pT6g9E//z4aj6LrrsWgK8kzYkZgTyc3/uXH95CsDNQ85Q1qauHSpjfGR8reYqyz1y6cA1G64xevhf70IBY3z7ya6OYPBtAuwKVbt1oquqnr+SXrR4Af/Zso+h+u/f93wTUGFf6bZiI/v3/+/Hex1/iL7CdForOiFwDZzrjxh24Fln0zDpO+RQomZu/zv3rwCYTaIvfBOhVlsvYF+DJyc2A6679a+zAu7AHfXUfxX1kO6C8Uvu+xU2VImfmQutOvvdFzkXW5P2PmGcaNfcZ22VcG+RZpt8GXolcRCaAfsYEMv3c11VAdQ9f5L6nnxVXxMAPCx7sq/IS/7XMTWzJ8gJAsM5843eF1cbPwCRsgbh9vsmJ3w7AZYXwT6FbThctvyfxBp0IuMDnq3Sbux1/7wEmh16fULrvsWTJ5bWDODpWDoGfSaY9+7OX2LWIi7OYOazptO8JC/2sXEXBMApI+YBuYPoR7P5v/7fETo3NrM1iNKA1BWP5AfL5JuMClp/VgIBZAYDTXrOnK67XJ873/yq/kfOK1clYLzazapffL9coJqvJWjamc5KjV0bDvVGLT1+sGRHY6l1Y+dZkt7xzQVuRHQXZAbDkjtf45Yx/fXUX91SxO2ZA5989O2Arm8hnxLDVQi5Ar/dKZRSQGj1cEPsYw9bsI6ZHUSxWWIGQbGrGET8WiHiJl/ukF9+HeWWjD7BGYdNaDoQew7zw+RdU3O77t84/r77MPXxMN/IfmlAwn+Ri/+Jf/CUpKV3+83+PHLs2nSIGOrHl/DprFxuQ53r4LVsLnIJVZJ8H6PNFdK1/w+5yGsDEgvuOFcHXtBdZPLWkXH/6bOwg1ePZS2uz2bob4SDH6v5q/69RZGyoHWcPjv4XN27fLh8437uO/b1cx8+96nfnfgHm2mV9AZPPs7u4MSb328jiTPD3UvwuyPNq7BPHAqteQGCAmI4AyVcAmNFhfAEAj2O3Tv5rIMEBl/nnbLXcn/0+c4WtZ4HlVGfWCusHoLRnH2AQiHs1iNPAACjSmP23n9uV/Q//4cN7/+h//i7nZ7HeAn4AgwHVvNCVsxI9QVXT0dav3v3WDuBSvHIQryhqxmJG424B+PI/qjS99tnbJI3rKP7edJze+fx574Rlv06F34NDZJ9CQwvS7VbaATgGdN+5YuoptJ57Otf1+39xsLIxp4NtNK6XMezv130UATT6v5tZok3obPFuDfhtAHOE6G6imrN4AlqfW0JIxyJa5quQdN17N6XzxuaIuR5n/wzH3grvdRKrnMHTxr8PTYPc7Rz96wJwHQAJJI5OHkdC5a8LwKfgqAPHFX+5nN8TsH3ZgkiSNAlQmrQuBepFwXX3RvPnQ61bauEozTPX8ATWSxI6AAtCRm19Wxy7uz9+rluxsWF+dQ5Jrc7k4iCcpjTXgVeAXB700DL4vnaXV9Gtw/h29u4SEkWCX7OVNoMUxc0Sw4eG2vNaj1MA3vfvrHVOdl7t/Mz7dFZsL+eo+1z3jQPlXJUKdnRRf138PR1gZ3bW1miJ6RXHbz/TIkUN+jrMW+CLMrt/FezO1lx1zptzt8DjKnz13gb+GOXTivfkYAg8aBNyI8CRSFqRsbJhTb1fYHfRFVYss1ejeRhlebv5LmCHM7jE0a5T6rzINaXae+JoSHZGH2x+3ZlRvuJQnTcc+kUqnrOzc3AjDw0qjw67PhN5K9gi99okkJzBpccsF7v1cyiNFrr0uF4Onc/PqeZAj5psK3ujP9rR5b4SRDdwmzwwUhLkFLpg7szVtDbk06/OMQhisMW+XJBTuXk0C0YLIriExPNLqt3Vh7uPJTrvFoAlwPmXuggUGW7kQwFUbjEPsU6nxik13HNgRslXyvCYDM7P0S+jm16gJiB1rtZtJLGrSLGifCk/clHPxum+KQCn8GJ5a/yDNmPUNw8Mvee6iP2ZLKGg27pLWEVWTnKRUSud8UVPn989j8R4O2jjXELXnu5I3XMnccPhXvJye4eChfMDSUxPQXba2yXEmWzPhBokiZMEDuvm3h4pxK+za7OB7WnZE8wRul6jQVnXR1HRl+BUd549ZQeLBkcVPMpGDvLo5AS2mADsCad2J1nXlS69AyRQdPxdMrDWJk/VY6EYmi6uJK8f9KwpAAo4Uxh7CoAg2ZrO3s55syDoinQFms+BEt+s34EX+FO+2nZwZM3BnB3QRRWEtSBXAkDXRR5/FG5mTujgVNyhf3fY+t6suXuH0La+kvocNcmlooXjpEpUOade7xPskOfNEFtXYA+vhFYSRMcRLp3VGRtQ/Oi6qlGsNNaiJ5PctN+SbQ+DfIf4PK/j1wicWtjL9V+EfupmJt4l/4LTzp9y3hPYFTiSQK/OXpq7nBzI43U5jiZ/848VXUerq4ClMGKO2BJTKzA7b30/mcx+SYKyL/QVm7GZyboFFAziHDYw44Si1UNtBQB2PVN+awG43Eu3BeCv83P7Jg94UwAudeU105N3K9DKgiiwuRf0Xp91hiYJVt3p/brdsAVcnWmPQ/18fAYO6E8XteES4AnmzYumVQAMIh+KJfTbJ6jlyNQoRnXpMb5kdolBL+jGL76O7Mbptk8FDWVNJfKq6xM0uWedanyqUysBkui4g9IdSmzoBhtq/Lvv6CCFzSW+OPReEo6c9dMJKvDVuSno8jo+590CsADhsU5z6xz9087f3KMEuTmwX6cgoIvaOVcwN9tQ8OA5vk0B07lsF0fuzx4KoN1zdZ9CVs7du7dkXiC5meQkbX7owGmHgkrnnMKVs3YomtzXSYKPJlAxbdSnEsGlrm3gkBl8pdxkg1Bqh8YtCpZt7Ozly0QKpkfNnERsiq6SI89RtQlRe9aXoP70E9n/3ALwb78tOHyTDrNRITE+A1S6rrmUTbbk5ArMBCeSJc68JKfOSYXxdz9uLqNA2TrQmwMzsKkQuisAF9gWvfhV5J19+6lxompLikkpANcYRS9/GR+RryFZYi2sPznr8/03CsADmgh2L7+svkauliJlO1iS1FM8/ipCyHagAWOfNDOaq/s5iUg6oAXgJBqBJNYpzocYO4OianV0KV1sse4i3UIQ2gpLkiuThxWgjHl4W9rddRDTdWMfGWVqaF9TVBowYAnWdjjVV/EFOqZiKwAmIpOvkhDdydtPx8AwG+Eel1waUwj5s/72CuDK3unc5PPoXOu8y1ylc8gj4+RIQqXA1fzXLhfJmzITXKwf6J35C/R4zt/7D7pdQxMeBQskJUkgse16NQd1XYGpAqgAFvTJC/R6HmJ+Tta5vnn0LJlne7NO80evmAT1cOxCO1jfOEe5y8jpk9Am4k/6SULP7O8kuyVRv86es9XkQULQGbanPU9NfMxePXwcqrKHT0ZLqJiYf32ZGYwDmjnfbwfYSiG+n0kBroXFdNEppD5J1/RmvmKYeF9avo4JiG7Q9f7y6YuCkFB8NiFunmY6/4D0GnNF36LnVyD5EJq+Jbu+vSkAf+psdff0tIk0e6abZQXgdTGTt19zjqUTvHTPk2kU/zpSMRHpUKV/+FSSmQrX9ITvY1fpuvPvgI5NduS5p4dXXKQTNi/3cWeam/97P8kps77/yCxTtnFgh+g9XW/RPWNKGICx+jj35aWA6XvaSSfRGr9Thyx5nC25iks9J5e/lt+/rf6YjnuTopS4o0wtuT/uG4YCnfK6Np7ku2pbkkD6JeAjHSNl3jgF4NhNhVh2xcajsXX7zp95dwUixx/ofOB8pyR0R5ZEaHXhssPvdeBlTZ6W0t4cuNjRfOfO0QrAKMILLsoaY+Do7L0UZn+MziwgAT3iH0YFxOZ8XGKT30u/iExXAN7nvFoOz+c2jxzrySi1JfSdOwXiBw/n/1Xc81k0o3xBRXDAuZN/ObOA6Qf+s2uvgwToccWmFV7TuRaKyT9QaurIMu++3S1hIsn6AwK9if3sGAnAgoudqYqqz6sIPVDZAeHTMZJ7LVhnQxWIFZWxEf2Uov3v6abgm30beuNSP+dZ+CMfIpMbTQNsDTEXzAAABTFJREFUOKCLfS7YpTFO9j562X0rzttfckYvLJYK64W14s8Dc2Yfgc+6toomLRDxmTEJbX9evuQzKwD/VNv3LEAqoyvQA9KJ1p1cHipJ7ATsl++onu66AuqtSF6GsPgS7U7P/a4APLsPvKoznZ4tm0Hum23jS+iSpYc2g1tuC6BUjAgUgMFn8Tf/3WetB9+i42Byf2aA7/sHULBw4me0qGf/G2NczFXzN+/f+yGd3WI2Z0S+pXMQL7YIOrsNGXmdxK9cwIvQ4s6/GcDtFAUVQ8kD2Vxs45yZf7uORUCfJaHpthUavsnPl4fiG5IN+8y3X+Jf/IelBlAC2EOSX6zTIv01+7hJ6qvT+rfItlt+2C5tvuWAyo0brGzOnjjZ+T3dZ6UOLxj06nx0D843H9Ze1D+f/rA2wJvWnDnH6vRLfNDFdcthlo4yceL3f07xPnu0AnDuO/vyKLrVXGCsF2TkGSaWFhvHBqXjTpGabkdFyq/X+UhG7fujFkzkMqYzmmvLzf1+5fXkJIE03LPCi45bAN3PmVVKb/+3CsDWCZ09lhTdnCiQm5/6LUWUULtutu1Axve+RN9t3rE5yIAOWGtS8Lo/v0gdA+Xzxi6IWTBaZM2xA6WY8jzMEm/fvs45UMyQb/iyxUh/rr8kF5LvevdGbLp8IdDhOooTD7lFQBNdsImnv7yv63ndoYfNDeCQb+QcrNiQwu0bndEruBVMXH8K2GCFF+eArnwWm82v/P9fAO7H10GZF4YDgmtvP7xbrBlXoraiLAzJOVT+8vf3AdvIP7CRhxqYXC0ndFsA1lH/f/+bV5lmEn8A+9QfCrLxma+GFnJpBrYOO+caLTCQGr+67NnmS2f9xQLyRsAUiiv+XR4FxeuZxR6Lkw/81wXgdtTm1y/5/I8pRst70sWnAKwojiQInS0ZAo6qrq7+Hh0tC1f8K7mNfDi/xk956crs6xSAL0A+CuOCAn83+ger0aiY/ft0+hjFxCds0grAA/KT6TW6ja2zOic69v2HjUrwosPPOWK3vo2PdbcA/DB+7auwL7Tc02Jh4v/P7+99Z+yE837plTevA5Dh/6PMff6yz7P59VdDTSnCczYjz9bgba5pJU4BeB2Wa/N9/TYMLOmS/ypy8U//aRh2NGhcEUJ9SR4h/R7BehQbcbcA/H3sWfOMV1riL/9RHWGxsnP51f3ojsS5AP3i9o+hMwYQwWDSXPPVLWmN17E6UIvcAZ/q2fPYpIDDWkiMLXtn7BBwQewtFcwmeY1h4kEAMPfu/ef/LAd9sW9GNthC9lIM8efvc7/OaD5T7Hzjhuit+NLW++/9/bAW5Idyfs6sNeSDr6ucXRo7X0crJR+kAQcAr8wz2f/6aYmjvsAI1DWR88XAJq8jhsBqAuw43a/Jg5l6FcAIBrFvwthCjk/e692r+NCRxXvsXN7/r/6v5Aqj9FBhnzVzHX5x8+zX2h8Zo4sehXu7ZtMc9yzah6whVbqxiWMCcp/Lfw9Iddg+Tj2gzTLZgJtmzsr5yVEsF2G95F6wvw0kOUDWKQDzT37MOs/fWP5NLOXn9vxRQDrWFcC8QDcMIvEFz7nhB50GVCxTCqgyCvJtn/neeY3a+hRV4wdmL8+ZOCNJjy/RuuBVAC4TU+QHMI89KrtC1vIzULFG0yuBWNuX5SmIrHF17iFy0caZjnS5WAclBPjxZkprSELf36YlbFYAORdIvX8DQlp89qBj+Mh4QF4BJchjv/z+m3v/w/+UfCw2myv/InVxCtNst0Z8eLI2REX//X9mi7JJgioVOQAAAABJRU5ErkJggg==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063240" y="1188720"/>
            <a:ext cx="11439144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6800" dirty="0">
                <a:solidFill>
                  <a:srgbClr val="0B0A25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Analytics Trainer — бэкенд для отработки навыков аналитика</a:t>
            </a:r>
            <a:endParaRPr lang="en-US" sz="6800" dirty="0"/>
          </a:p>
        </p:txBody>
      </p:sp>
      <p:pic>
        <p:nvPicPr>
          <p:cNvPr id="5" name="Image 2" descr="data:image/png;base64,iVBORw0KGgoAAAANSUhEUgAAA94AAAGnCAYAAABB348LAAAgAElEQVR4Xuy955JlSZIedrOyqlr39OxysQvgCUhIw38CBhIkaDTy/V+ARoC7Mz0tpnUJhn/C3SPOOVdUVrWYydudlXmPCOnqc/eIuPuX/+H/fn3Kz93pyd2TU1x4fTd+4vfpCe7G9/jc3emPeon3X7MY/15un17h/t3p1avxe/z9+vUr/bT34l4U//ol6sZzp1csKu7FVfzfmozi4p/xHN5j2XhKv0930Yv2Dgpkv56M/sTP/d396e7J3dQ/9xVP9io1Nr2P0a/Xp5doPt7DON6P1t/h9939e6cnz56dnjx9erq/f3Z6ev/09OTJk9P90/vx/R5/Rzs4xk9Qhvv1+tXLrArl61vUOUYU47R+1nmK8vnh78085v1oerTfNXFM8KPpYf/i/3u05pUaFO037fQ68C7Gmu1k3dFHt4nXOmW9jnuN1u70bg2E2hBtbR+WGWVV2dVrPsh7470n6pDef60OugwX63777btBK+aO6k+Uxf55HqtZcz/jusfMz4jKOfd9JED3/RNliRdyLKvu+dmYt3kc+v3Xm7KXqtrXlb/jO3gavFw8HH+vMsDXkqfxjPh45/3eil5HlxlxnfztkVvHqOhiotv22JNBO/fgu/EzfneeMM37cfCnnol7Mcd8Zrw3yjE/W27yeT7D92YaiHv9U3X3/oS8PJ1eDv5/CXkpWsh3R5kx9Sp71Kgii4LwBvhS70I0zTTBukOW7MvItZ1oORSC5CXep8x90885On3TMv/S3yP9X+bZv/RxuKV/q9y95V1prbOv7NGxefvIhvJ96N3QTjv8ibplL4Ss+eyTT0//8Pf/cPrbv/n96W9//8npow+HXfHk1ZBLL4ZWfgnL4/7+7vTsvaen52FfDCF4N4TJU9g6496QJU9HofdDFEBvj7pR75On6F/aPtLLkPfj/dchkKItk7aeh2TWl1tdd8uYp6i59aWd56kz+JM2CQUono6+vRw/r16+GD/DlouOjGdfDPn708vX4+duyOEY2SdDf4flNb5DPp9OL8bfL8IGfD3svrAP7p6evvvhxemf/vGPp//nv/230//73/9w+uLLr0/ff//96fufXo53rbuoy9ku2XzRmEU3v14Id2Nna17YbetGDQLMA2oA0yCf0nfdzyFb6vZ8ugmuu5pke3uW/7RfWbc/NBnac7hfutA2WD0/l7narUd4403I5VJZR/J2z97h4O6Mhxu2md9Zlu+W2TrV77OqPsa2ywa/yj6CrTf4PucueBmPxe9Bd2oPeDzLG3gqbTvhtaDx4JHBE8A8oYMGgeC9wTODQUTL8Xy8L3o0ThFNuCvkopI3KXdkM3UbKjDV3ZPASvs4Lbpw1qSVzZJ1b7DsbFubl6J/5M+Fdtt8FC6zfBSDhdy1XdTI4e7nBd5DKAGgijAaaMQEG3iP62ZaEg6fl7V+DLwlwMbs5+ST88fkot7tpwRwKJ4BkJs9nAoxCKPLivHMWhYJNhSfiYICOH7uhqIk8H4PQPvp/fMC20FgUnqPwLvm5xF4ayx+pcAb4tRCmV/SqDkC3n6HsljPx58yGs6B9njlFZTE4G0I/AD++8A7FAlEhobwHPAGMBaA7AbvLvAWyPY9O5ri+30ohGHF3oUlm+WV02oL7LdAX1ZKMgHGY1g3oeRedsVKTYV66GTi9zBg+K0UU0i9CWg/Au8dLfDbvPQIvG+ft98k8C5LcXLOf/je+6fPfvfJ6fe///T0d3/7u9PvPv3w9N57T07vPRuAe6DqAN5Px99Ph2walshp4PLx9/gZMuBpAPP4LeA9CiYYDRsI4sROAMkXGdAQNXZdbwxXNvS3ArybLxL6KGy4+Hnx8if8BoCN7+Pnp4GuB14+vRjA++XQGPHzYjzyKkBLBFmGwyJe+f7HF6c/f/Pt6c9ff3v6p8+/OP3TP/3h9Mc/fXn65rsfTj/88BNAfAB3aic7Kx+Bt0n8EXhzJG4B3rSNdoC3cVTionLIEDTr+6BhBjhGORPwJthme1qgdLxr4B00DEQXZckL5XL5DmA8HQDCeLwuWSHg3SV5BvoU2AigDdtM8mnFabZ39kIHk4YYTrG1nlmD+H5zgsC4Yj+uA97sbwaK6cagjXYMvKNvEc2jJ4yvvJ2IN4mjR3n2vHLusDqqCbcVDa/djhcJHsy853I16fDGDO+lBCteH0B8moC4FPg8QbPvzpFeX/XY5PeMPIzRMpFEjD3GcoDu+6cDdOPnOSLez56OyPdQcPGhslMELUA4r1b0LYh0iXinAyX6/QtEvKORdFjMEe8jz/5xxLvoAep98npcGfGe3imDgW2rT2e5x4g3x+WWiDeeX3jP9NvvreDZ39OL2ni4vKmUSATTs0srDJ/V6+pot5VB8aHkAyIH6iNkA/9eveXpXTUf9gyLNfI0yHOOeAd9ss0deD8Z0SUoCES6W7aIsljc1iOv7RrBZxSE6q3kT/AK5USXFQbe6TBUJLwyWFTCbrT9OOIdDgbPi3n5MeI9iZdf5Msj8L592H9rwNuR7t5Ty8OQR8+GvHn2/P70wfvPT5988uHps88+Ov3udx+ePvn4g9P7Hzw/vf/e8wHER4ZdyK8hS0MPPh/8Hz9PlQkY0XDLNjsfQxQCYMsmoW0U0fGRVzMEkkXIKlMhlcKWag1+yJhDL/TCrpzydLrqeeuf1E+I48iYjjoAuunMBaiA3TVyGAG6R8T7xen044jmAXQPu+7ViGi/jJ/RuJ9ejGj4T68AuP/0xZenP/7xT6fP/xQ/X5y+/e6708vxXti+UX7lLj4Cbyr9oJea4EfgXXbLHs93W2ePFTqdA/COQAWGGQbRHPF2xDown/ni1QDPaatNwH0G3rDV5JwKuQB+CeCtjObgoco8JvBGGwYv0cFFDnXEe+3XDL7DiUi7akQ2NtmJGTBRluyeTOIgOFjB2rbP7US8Ee2284Hygu8uo58yj8678MJ5zEHjy+N3/+Lf/19l0UHYRgc1+eCLAJD6LmHs+2n7YWJVcgizPYrAM3MyI9K/3SLONmpEaF8TQ1EVUlL3JTBromT82rOC+3zH0fIgAg8ECYsDWIM3IuJE5PsRbzUzjfnNKNZEEnhDXSJt6y7Syp9/AOB9PwD3XaSaI7JOw30lMBJIKDgqvkihnwCPxwjDQWN5Ty+tRHU51bwRJbUuxsOGvf5q3vBoO8EtFWuPsvFVGuksi++PcdagM51+hsMTMSNdq3q2STWX5u/9xNMBdlBbAW/Mxlx4mBS0EFoTIPSjnUpXN40t7Kp+W3G636RbjYRfzchBlqV2HKWah2EzseluxBujrnH1XGWyetXNScjvmz8WXjp+kHcmOmy06/cyS+XAOYbREfAGO7dIt8vfc6wZ9AGERzaLvLXF4/LUGtQvwJuuSg4F21CAuc/tETB3/xDVVobKHn85HZ3RI0a0/dx9RMPb9873LN+yZ041R/Q++VHz0Hiz3mPkvvOh+esc8GZR8e8KvM3x5GMoZjyqCFgwToxppsU+pppf4p+3ff8ReN8+og8BgdTqZ+Qp+GO7tOfIIe3Wp06UTptTzemUD4cerg8+fDmMV/PjfcgaGAtjQdv4/ez509P779+fPhrA+3e/+2hEwz87/e6Tj04fjej4eyPb7v1hg7w3ZNHA6iPizcVwtsNCvkFOwZlYy/AgCfTdf9PlPttL2R/ZS+7XQ8Yc4vr8kE9EQDNxtkDjdUf0PG7Q3gDaYzwBtsPmDJ0k8B3W4/j7xYuXpx9HaPvHYTe+GB15gWj3/fh9j9Tzb7//6fTVn789ffXVn09fjMj2FwN4f/FlRLgH4B7vwpCDvqHzkvXLzs1lUkr7jfptPUMNVD9+s6nmQSeLDWPQBdWDoagJvgS8qa7a88tc3y4R6g1HZ4/K2As8YJZ27J3EK62w6bm3mGre29vpn4GJI+DtiDdxD0wk8AGIkPwSqenGYS6LFSRQR91KYQ/gjczivO+IOXmJ2Yoje2/wBUE7asaPx5GX+b0HLnK5XqaalyTGEmHIosBcziRsy+s0QLD5c73P3iyfTzXPcQENFh2Shk0H6nM4FzAOgT05Jrac0O9/+e/+zyalovGRlMT2GUYA2u1FSVyj+7B4FCaCELDtNLqCqST8aT2vexVMOjNcTTB6zQZDsNFAjwskJHpi8F8OSI+ek2CIUxahTXcOysq2r8BMhjGwdK4DfXp6Guu3n30wfgboHj9IOUekW5GwHhELQgMDzPWDFHKtRLyas4z2rGr+CDzUdb5RAJhjSvt+NtwxIM3QSPBq8Ix12rXGe667QAeN9Uh5JUVUPWdSPwDqo1F+p8ZlBTBJZ+oD2bBFvBfFfRTx9tyvwHtmUfIIiU3CAx0L+qEQ6+vLO4P2cT8E3kx8nqucvs3CgesCrcjjwXlMCeT3P0zVvuKTQoXCZTUUz5WwRhhAa6JxGyJdkO8pMV+zfCjDpZUFPrfQd+oVHXheY0YRUU69FPAH473hRfG214T315ImG+j2fMe9rkSCRqhIBGQTkNc8Yl4tT/lgkXn+XbzMOSlwbx5DG2CYm5EYud9+qu5yUh3TDnmg0+kj8L6Ck97qI4/A+/bhvBUExjYg/bONkqz3j3lmdaCtOhglham1WeNNvg5QbAOvy+HoU5VFPfRkNPz9D56ePv10pKL/7tMBwj85ffrxx6fPPvzo9CGi4AOkD7nAXWgGlBzlPxt5509jbwpxNsVG6LuIcFOrIbBAUyls3EnbpDNRY2bp8HpxHN46a9cC7026bavIgNoANsYslu+8VFQ7nBkRmQ4dgYgcrMiRTj7AxI/DlIw13gG8fxi/vx/R7W+/f3n6cqSTf/6nr06fj5Tyr7/+M6LbP43Q+ItYIz6tuQ7VxIi318R2+wE6UZHC0nVx8RhgbkDgVF9F6TAEIAlpzSaybefTpKzMsI3jQvN9aY23h3sOFLHu/pkB6NxPjnw9v2lL04Po2lsF3uftoUt1rf0uwMDe/2qAt7PoNHZFcwTaabMNQD05rOCZYpatU9WnfpF5BDS1VGNcizJevXoB2r8bPy9eBH9wjfiaHRN1x/N3sTy4zXUu1QPwjsAlrWT8OFNYa8B35SoaOuOZFdNSmnVbmszDNHnySJLmYqIX/xJ3Rr+4J0b0czgcIhug0cDdv/i3/0cTk/QamCHZVhp0s/Cjp3Nj018E3qOcxigPAd6dyVGmflL4QtDQw4LpCYKAZ4YMEJHvVwPQYpJBTBpwpKEv0CcjbKp1Bd6hoUJhjUVTjKQOhTbSu549ez7WWEWkO0D3cwBvG6sgnCVqGylcGwYFsYsAQgAKeBuEBAhoJnm3z9kPg+QkYhIfv9b9Drw9tgbex2CedVfEu96sslVXDJFt/wT4ZaRsDBpvkpYOH47N2p9N2/B8zMKcau6xZq9V7xJcfhfAO+rrG2kdRQEs8sPs+bmANwRsU3J99ta/N2npzdg7917Ss0Bvry4FvARS/77yN1lgC+4SxCMaXs60vllIsExXLvS4S+xJmFKuisZUeTfkyC4S9gDS8zzdgfdTikzAmjQwg2QaqTZsKTP4ocLhNykKRdk9Jj17BRInvbwG8wbg/E7GU4mQ24vWyAlk/68D3gvzbBTWJaqY7z9urnbbeJGvHmYo3l7jb+uN2dxn268FcclrSyHXAu+9ule+uwV4z3zJ1vl9LAcEi0sGYcOjEZsdl58GmB62yHsDbH/04Qen3wcQ//TT09+MaPinH4109BH6jpTziH4/DSAeYHro3lj/jb/DrpGcipT0uB52SmhXgHA2JOUGZJctyniPDT+jZY5kUdHa5TljhQzOOUBiW4qgNngl0saddRlWIVwOWLs97kVEGwCBz0dZkUY+sshPP0U6+Xjhx/Hl2x9+PH3x1benP/zxy9M/jZTyL7/65vTtSDEPMBHgfdIt7oJ0HxzNCPBY/xT/boA3btXY7DmkRdH81XVajEKXDajyGHjH2v8OEveAd+ed1LnZvFkv3wS8Y2yaGFN4LCf/EXhrls85L4pVRAqm/Yo483V/Jw7jflv6yBa0DcZxZ7ZtbXDLMgI813O0m9K+GgyEIKZsNZSCYGdgMTr5sIRD/BLvWV6QfWWTtgAoRRuEEPeggO3k/D7bUDBseD2BOOWh2SgDbu7yRvQcAW/2LxyOnR6nvwGyQ+6Kt5FBE+/JCbdgyLt//m//a449khVHp/DqaBR/2/hTK4HQWmf7pJ8B3hzT3tNm/Obc69pexBvP7HuT7bGDh6ERaK4BFShHJDyj10wpCmBOgojZDQkweybs6ZgcBukTjndivse4jeg2DeKhvEY6+dMA3WNN99OR2nU/fp8G8I71Cf0zA++YWDOMiA/MMSS+hKbN5+6woJFe4zobBiRQdG3xFDoi5vtvBLxZ8OGO92lYdNChd9jqNp+iqRyfoD/1bW46nQVHXq1k0BXAaojMiHwOvqmqchAS65o3vpomDc4Kt9sRbxdup80yz60DBluryZw7w/+MwHvu1/ytg9hzz91yr4P3NEIlzLI+SaMCyvLAQoDsAG+B7RT+WV48H/ZI7O8A4SMFUYqC75QSWYF2T4mbGXddurCNUuUeDgqZ1caJpJXiDSmRlT/zGYLy2LQt3pl3YKdE4B4Rc7Q7no11UainR7x3ZME6hyvwhk5YFP8lAHILXXA8zkQKby3sr+T5R+B9PNG2YR5KCm8S8a5swUVzpEON1x8KvO1yj8298jQPyBHKyYgaheyINPUwPeAqHMLww7H2O8D3//DZ2JBtrAv/aHz/8P1nYz34AOjPuGtwaLAA3rGGHJHtKGdci0j6/ZCZ2KxNOtsbyiJNvVkj2El9R96sWQfeR+jN5qo0aS5J6naU5D7XWUeEmxgVa65H67hx2ohmB/hGQC+sxEgLjx3M707fjzTz78amaN+OH0S4v/xqAO4vRqT7y9N33/6AVHSidZZ/tG8Kon7NMUzr+m0Ab+nENXW5y+tLwBtNSRiwkfXrvNwCvK17exmzjX4MZuKdS3pnvf9mNMS3HipPV4dDd2Zs+vKWU827PoZdo/70zdEMpMNmYPC65jzalxmIORYdYFeZcTrCuu45gTgAJ91a/oCnRsQb46HfXMZRmSEz4N9iw+qf7KAMHkSgQoBbNpBPlInlppBHsvWPgHeNwj7wxrhFdD7GpQFo2I64Bm8dcWR5MogvvVRYzggP+d0//Jv/vY0+1xN1pYU0JiJtgZQOfATC7VW4ALyj4HmqlwGmy2MArvmpemvjosjJxZ0oH5EvUE79xgBB2nKApJg42cNLGWsT0DaviSgALOt94iHFvdKofR1eYa/9HFHtiHQ/R6R7HBk21ngzxTyi3XP6cyreUE74MTgQYWsy2XSm+GIWGkjNVOIGLDsT7gNvA9cCsATeq/Hr7wYLs1ibQHvc2gH3k3HR7jNS3+YTYLrKt8NHPJNlZyyQg3DgUHBfbAY4smvajbFWFsfcBDpSALyPRHgH5aSTHO/MltA8d8Ct4gw4NxQOJ0AYRz2DYXWYkEr46XWbj3R/6tPsmDnqVQrJ9sAlRXSprPU+vJsak6JLAWH3SgoJSsHeVvWViqKNHHhW/3m9eH9/PO01S+R7yQUbSdRO2uyDm+pIBNEpsyjHHCNJz+Izbk7UP8xygKjGzzbaJY+taPgIyEZKN3ZLV/mIMsWGjVqyAmrVOk+Cbx9jZgUFq1l0ysjYJdBMOQPKxk9MGbtcY/+2gfLbLu9W2vwtPn+JP9+mUfpbG58j8Lv249ii4JOrKXLEO+YMOKkOCrUd5TaAu1Ie1kvB7/1TTvJ6RpypRtLhP8mjkAvReDnswvSA3TuislH80xG6fv/5swG4n48U9A9On3368UhH//j06Scfj7Xg4wiy2AR2PBg/sXYca8kVGR+HaYX2HBFybiaLIxlR5lhaB73OKJaBt1VWtxdSlkKqtMy3mwlNgRKI8rLbvKSQmY2MZA98jd9x7NdPsKkIruP6i9g4DZHuSAknKP9hgOqvvvnu9McvvhpR7q9P//0f/3D6w0gr//7H2PXcol12pepPnkNbFOmHLcoouuCLeil9Bjt0XEIEUn04e3yYnpduoeGLwvOzAaxRtmyMPsSw+/B6jzzOZa1TgjbG/yqv8rzUhAboeraZGzgB7xi3Sc+6b6x1q3eKBzb2wM20M79wSV7edF+2xTTWHehuHCXMxm0T2Kdz6wyZsp3KdiYZaH6AJ3og0YFJOdLbsxzrCnKwrwUcPQ+0y4xPbLsF2EYJtLewj1YFSegIUEQYa54DqCoS3rNR9HfNax+QPpKyz+HYY98d9KT9IzwWwDtsmZYROM24sW4OfLetNYYaB2/e7SUk7JOfUWa1wLknDlF+8FXHdWzBArylCBYGBQ2hTXMkkJ126N+G5g53W8w0yuK0OjRPE48i23U1GtR4bPD4DqOV50UdxLsSd7EpCYzrIip4ZugCFeH1s+u0M18IwT0aUDQJKeQA3iNta0S4nz2PFPMR6R6g+x5HicVGYaH5qGDizEyOJqgdqRvxYQS+p3LYk1KVW7lye/2t4p7W9MZ9KeQJjIcSlVFtIDd5zNA8z2cN8tYAWOhBRoQNj9VIARMYjC6guRshrFHA3HO/Gij2Yi3Ogt0oQvSmI2mBfmL3GluuRdPYNONpblv0Yc8wavTaUnm7c+GobRMZa87yWjfiluMQMEsHHoIptd592uGXfunW9Y8Xisvb3kQt29sdEgftBx+3/Ri6SLRTzcqBfFRKgPKQQpHHY5QiwjUIwsqOidSoeC7SDbnBCLNhyKyzIcBLjR/XkJh63Z1qfZz2aMAe2XU84zoi3MP4zdT2uAYgPozcAN+aWzwLI7ltAKfMHNMCgLmWxVwC3+DAY++TeKAT57XUsP/cI/B+2Pht36Y+O/pcMiLfdmveZnl7tLtnN1xT57rG8NI7e+PW6z7HV9afrsMOrlk3bbNnSmYszr3kz9LDXbODh5EbLmeAnXxDCBIcj5bHmd7j7/dGtPuTjz4cEfBPTh9/PHZF/2BsyPbhh6cPP3yPAHxsi/50/IyAODdkGwOH1PPRJADvODN81BNrxOOM8ICuiJKHPgNol960jdAGes6EPC93JOrrbQVVitQlywdojtTykOmQ59HjSBmPn/E90sYDgAfwjsDJy6FbX42fWKP97XcvTt999/3pT199dfrDHz4//ePnfxobqP359MM4KgxndVMt0GYMYzsMeI1l1w9eT47n4zm8RNvTFi/t1Vj/GmWuoLJ10x3UiTxdp646aaNHpBvP0fYEhhe5kanAat4G1C9iZrrPjqHfDqgZtOB7kGDr95plttY1fz8v4y7x8q33L8nMud8mkp05FD30+tf9ds72u2GGtQ+kTU7IrqyagDjfrg3UVuCt7wLE4aHh3PEdA2RjLphZ3sjawHs8z0wUA2/ZYs0Gi/e90/ldBELzjHATlvmmuJ91S64g48+2e8jPwKR1atT9CHpG1o9LKXlLjLMdJ3QkMyVBu96kztktfZyRNc3MZAuHAuaqNfEl+3T39//6vzS2aZ6TZlNRsbCRWzAVAMmCv4HvRhF75hmmAkJEDWEptwPvCSBxJzsSBW9QzosQlSIRnojh+pVBTmMbwgXv+QzwIBgDbxWxCBholfgJ4D0mOkD30+FFDuD9JP5+Mo4Ni4i3UtANZpWtz4nKOkmYPD4pxoWg2w4Beo2rs/2YD/ZT/VWkjV95jTutt7QLzQ13A5zTojFaCXbpSfdnazjsA1C+b1qq33M5oZCbpxsAoj5OQy8A6fnMxsnxsN+GPdC/9gOb4bU6E3gvgMMGEh+9DXhj/BtQvwR4dtt9Bny/TeB9bZSoDdl1f0pYdzr1i/sbffFuOtFWAGHhr9RzSB0ZF+WFpGKAQoM8lKLwcxD8Ymhcc2REx8kAhFvRSFnsRcCXowm3AzIrQc/XCmpX3iKpUd7ag8v1lmFEhxeXPB3p5JVmTpCe4Dv26wjDJvmR7+WPUrNM12vbLwPv/sbDQPgj8L6Ola5/6hF4XzNWfxnAu+yyTXBCwBdOekV+qM9oEHLtL52MzwI0jzXhH7z33kg/HynoA3h//HEA8PcGKH8fv98fKelx9vfdHSPnEQnHWeDj/TwjPEyi0ZBYM26ZVac80KbI5MiQT7hSn67TJtXXdIL1A3/jXxSAGAo2Souf2Ik8DPmwprgjeZy9HbuR/xD34piwAOejMbg+wuDffPv96csvvzn94zh/O6Lb33z77en7sa471oHHGlLUYqCdxrTabl1gfUfVQz0T/Uw9RuDNoyIZHeQzZcscAq9d4G3ncDdQVwN+NV5n7vjFgDcmrdqSvgldegTeHIjVmeFg3TyLjd7Wd3I8ewS8lZ2mkPCTGAvSwcDbdAo+g9GUvJd0LuBNw0Op2ADWI9XcEWHzcfJPs7W09JfH+jHFmyDWWLERC9ooIx5QzA4+AnFvAEsZNIB33m+G/3g/x9brs8GrwbwAhexn8ih5GcEb2ZRY8w4hU7YebUdmMVTE2+MF4P2/FkeGcN7zSFqs9fTgyc6y4PfFBQwlCIPU4myPX/SEsPqoNjbEwpXFhjuKoPK9+eHyvkicWxhiUDiQXAtugB2bAcg4F+D1IfJIPcUZ4MTAc01MYUD0OtLII9odKebj2I6nzyK1fHiJYyfzcdajBXYashLE9PTEjndjrQMmj+vNo20Q0ppQE4YjY9GLvllTHweDvB7xjGe53rOcJOVFL89QMji8RzG2l4D3MiKmncTGAsuOAEuxlJPgDPC2IyHnl/OZ8z21scRP9Wu/bX6SHngRXl3UJM8Opg0YXjM/Gg2CmlvE23Njt8KvCXivbdmsvVsA7x6v1cjPfx06BBZ+PXq/Xz/yNPM692cIHl1Bdt+hszyQyiwRD7oegvRQOj4GIqIldXRZKhqi+K2wVkGr4Us5o2M6mrzac2CyCC01aPTfjxOCnMSiy0olDz69HxGnJ+HoU4ScRxYWD3THHCNQbU34QSrW7HC6NL+r+XzNzHa+nXXGbW8/Pr0dgUfgvRcfZggAACAASURBVJfyvUkdD8PoBvLZjSKN97uNci7VfM2AogpqLTB/tzbt67RFRzUddtQfOuu6TteeJkrZDMMxDORYqx2R6wgkPB/Hk8WmbB+PjdgiFT3OCv8gzgfXmvDncXLLqDCA9vMA4qMdsQY8NmyLdPb48VFAjIAzS4dL26LR3LQox6HZoOhSmx9HxrxPD0B2aACI5NAFMCoV6R42ldZuvxjXIzmeAPvJ6UeA7xG9HvI+jgr7dkS3vxrrt78c6eSff/4lfn/99TcDcMeGaSz5Vc9yi/YnIOmAtoEaG9zRBYGUdXfvSGvn0khFwN8k4m0gvujqDuKF/s9S+Tngvb648sBW57UxUd8xQ3rQurh/zzqW7NJH4M2ReZfAu8/vtIZZ9eZeWQKaFZBgu0I+5TXgGZ1W32gTRzorCKIeCdc2cK0U9gqC0IHmEwkgKxr4L/Ro+QGEkHtPJN5B0LHbSxC6kDkI0Ca5gmnJLnASCPilcyyeb4EcTgzwI8ZIyx0B1LtTTlhuOkbvn/2r/5zVQg4K0EjmdfEPwdaVxP4xEVsDKletQtJ6bS89BvVp4L2PhbUI2jVHRfHuasjLgC5NSEOZ1rJ7xWgyAXh4KuTVEPC2gHfqNygE0tftpTcFR4OFEYt08rGh2vAUP3v+HjczCWM4zu3O86hJEOIi/gojH57ZkWokkJ8Hz6Nd7cxiYOEWRfZGJg087iloQG2kgnlJAH/TCWCEPK9pzuOH5E2qcpe1WN2wX+eiz1cCb/SAoD7+aQAVNDLZH+05egE03W7z8h31x/9zCn6nL/89jVO3UgzmVV9S22TJMP23fzaAFJkE2SD8xTdmGp8K0Zd8z9/xYm/A+brXPmYzdgAv6anK7oKMnNL5c9/JtdcHksI0aPnYJcfDUXl716mMtIFPel8pHB3t5s6d1Y/puIxWKDfCkHdVQtNeV3t8p5SsqFleTYyU26KqbAexLTy3Et7PJN827lJeUh+eMo5h8Go4zrC0hPzPM33Nz8yoII8zparWOImHwO/j/ajHgB1l6QdAHipr1GHgb3rdn8stbzR5csskms4fN1d7g1E798oj8P61AW/t6jDJQqrvWVb6XNoUBNQcsxrI9/q7BJ+Twy35q67bga9SJVdCrzDbJ8SlbbZYDvg0Us1HMOHDD95D6vlHH78PAB5HlH080tM/GFl+AcDjnPDnseZ7lBGnXQfoHq9pfTjXgj8dgQjUb/w//rwXSC3ZONN1pjo3gxbrtgW8X44HYn12JQrSaRr2f+xKDuA9bJk4f/unOBJspKF/9+OPp2++/+709Ugh/3ycvf3HP4x08i+/RsQ7UsqZMRmAIkC3/oZSDABZ6akzYGVULgMlqQvCfqy1ntSt8Q/P9qZtOuqAmTnrXI9EReUE7m3kJ7jJUtHuKXqFKvbL3ZTvPp4RLTcB7ygn2oruNcfE+K546Nw02Nm98ooSqmkePTxkvXumuW/l1pHzf2ppH+OdMZ9oZcme+/lTzTu9VC8qcEkaTZtIdOo14/Pu/UonV+AicAu65wiyy4GHjD8Yi3D4KSpMcB33HBSlHRfY6MVwjjmAgefBKMGH4pfgLfFNiBWazOTZyOjlEjsFGkKyOdAQj6xZjDr5iszIqDV5WuehK4BLSIh/gNMYJCUvs4t1FBuFSC1tRPP+2f/0H8GRFOxNiC9RO04NIyU5ZXi8GBoCdWcdql5lHW0jDZdZZbP+TcQ706c9eEUo6199Z77tUx6Y8FJUKjmPcqgUb0eocpdKTKyZnEItDF/sXByTiJ3LR4r5iHY/GWu7MbGIKsWkh4dXKhfjy7rQz1FubKv/6kVs1sH095cBtqMt4elRVL73I87bNGCq83nLwMYstXkEISIKFm2Rw0AGd5YrA59YWBDRhKt87ARpjURW4MZ5FgugSQEOdgyLFUQnbS0GSPZDtLkaKDvlsO+z8UGhP0fXc5w2/WEfEliYHvEcH8acts9sOBEcbSOaVRE8hDt0jrI5u1U6Cuu13Q68y9CaOYIRzXnM/cRe+64FzfaArrQ4185v15bZ391TgjjCIj9K8wkhuKPgGIGYW5PAG3KhQLhPSthGz62UKHDzRIVWNpVLA/ST0pmNtw29cHAwOyFPcmmJQDgcaRo/A+3IuuHabz0vPvd+EBFZ8tFj5hMCdoL6LpsNyuuosi3t9PnL0y/2JvmKa4+p5lcM0k2PPALvtwG8ezRP1sNmFrqshOyTSN1E16WbXADlbxf1/HaV07LpmC5v1/fz2J1FV/ZsNssCnuqCEmb5KBWELcfGM0/HEWQffvj+6dNxJNknIxX94/H3xyMt/ZPx88E4tuz9Abifj7zzZwNRRyScm7lFKnqkfNKJiM0nYSMF8PbZIo4ytTFha/CBM9VnbQuijtzAAaxjV3KmlHPJYGyWNtLIA3jHGdyIdt8P4P1kbIz28vTFOHP78y8H2P7TH09ffPnF6c8DfH/zzdihfLwQG6t5E9yOAVH3MvPbKHEzrifgRT3kI73cl5S3MAnjflED9z+qCi8C73MbtExt2REiwEClEAVtDqXNJeC9vljguOzezjO9vFmPB16ZFfV+BHwr664ByjeJU9Hf1e/sjPmvBnhjiUMXPDNlV3q3MY9/1zhXX2RrqcDYzLADVgJRVsZzuxUNhpiJv8tZheeMxWSgBS6K3c9fvPxR6dyiIZSLfBfUZ1xF65+brtm75w3XGHAk8Eb1wKuLIQi54rIJoAmwtQG3nQZ+z+BcafHub7zjDEwvF55O9fm7//F/JvBeIw6HwHtCKgsoWADPHpXm4h7f7IBIgGapm5uRFehfFVavBh4aSrap9i5W6H0MQgivRHg3OeEkkAK8vE+QXhNFVy0UGnYMHTsMx3ruoXCePn8fx4pxozWuKyA4XVPvSTzY0OkAeL+K9PPx0z/odwhJEU0H3tTpAlJtitCCIDhFwgiGqfDyE1805gZjfZfA7DsU8AwgJ4wYXwy8k6Zmmuig9Bw43YJng4Pe7K2h4jJ72VDrc4fTuNltw9JPudBaxZxXf/bKuORwAAX0OVBhzgdx/7fLLG4H3n3+NvT0joA3WZBpSOc+l+7vvrvwNmoQg7M8iD28uqeoMwreRASErSPd8k7CMYajMQSyBbDjex1dU8Cba5IWoE0XC8bBJy74mfNOwjLA+9ol8LKANfg9DFdtqBZLXtajxfrGbFBFeMc7n/e/Y5f/2TnlugzCN7QjYI/rcNCdn+vzdLDNlDpLOI83L4zAI/D+SwPe04RDpZX+m8BL40M40hvAL16mTZW6QYUnIJ8Mc/M1tijDljYRzQ69eD82XPtg7IweG7J9+vFIRR9p6Z+NndEDjH8QZ4QPuyI2ZIvI93PYIMMCiVdhJimbB2mdNJjpIp9tNzswuDt5GLTay2e8AeA9rv8UEW7jBwDvWMM9zt4eQP0HnMF9On3/06vTP47I9j99/vlYv/3H05+/+eb0ww/fIzoeAaOIciP5UcpZ5rzkP6DwRp94ThgZdPCGV8vxIgewjfacSMm8Brw9j0jDbuL0EXhz0PaBdwHDPh9vW0XcBOb/AoA3xpuD3n47omserWhwzg/sKAPqAvVwojjyq9dzHy3NLQOifNflxfKXFyM4GdFvRJf1YUYijynjkmAuO4zW0gw0bmTAkUtdHBSN8gNPrcCb72NNd9Kb+tNBt+cXr/fsZH5nRk52EnT7AOC9kDLQRV2bjehthwQZ8wV6HJrBBaDKtMdkII/fuN43YjL4Xg33I+ao9eTlfWRki+ncFfEmITmCBeCdMlDtGm2G8TpA9l3sXJ47mb8H1244CpBqjsjoCrxZF6bnEHiP+ofWqLTzaICUpLjBu/jNgDmq83P8TWLzOqv4zVSvyRlAi5xgUgrdCjsuePOmKG8abwNUDYvv1cz3He9nOjkHTP3kBJ4zZZ93wVLN8OiUuQIFtMcbo0zvbh1Fu2WyslYFI/mtR9O4VBlrn23oKJsKX2ewYuDNMsRfAjjBx5d2VN8bu+nawq/vKuJ9rh195I7+Prex1947U3Rp2fBsjUw44j1dl2cWkQ2DZ0ey+z1ZdxPwDpZWqhE3SFTU3Ov3rLjU8BV4sz3F43v96+eAGxCTrJVmHjSCYwsZVYJTLoq0cRvySnQ0A2+D79ivQtRnfrbTLteAdzYY70XZWisOS/qKz5Gj5THifcXg3fTII/D+rQLvo2ne6N4zjq5Zj1HPdZ1pWyyfsx6y860FSGAeoFGhj8ZqaZloLyJoMYzM2JDt2UDXT2NjtgHCP/v0k9PfjJ/fj59YG/7Be/fYFT2i4JG2HpuwxUEv8QMgPqK1sLHGP0+GHFyBt8cjzGEF1LSue2yWNm7GNrlxHFhsgIYN1bS2O6LXAbb//O2PY4fyP+Pn//vHz09ff/PtOJf7OyzzY4SKNbwe67+5rMgWjOxTZC1tgfcWBO4Bb5UnQ31+Zwu83dfHiDdH4rqId6OQNeC2A6yO+OsmYH1JFv/GgXfvXjqDgkc0nnPEu4FhbTJWwNsAupZIEG9pfgN/IejBgAX201ocWLTJfgL4rpRt2lgA4/H+4OXYEd2bFZKhy9hF1q/sGeKDFY2qx0qP5+Zp5dBBIEfgmUMgmw2X45/IWGanMqCi5SB0ys36+O7vlGqegO0AL8s/MMMEyI3+gkE0mryQpoCEr0IR9CiHweB4bop4xwhVNCUVhTYJ2TPkZgZiWzhY8qRgzGxga1G80kv5rNd/l9cipq2DpIhmxzndd+Pn/ulz7GSONd3UJnh22sAIk8jxcvsQUR8Rb6/xxjb6iHRrS/34nURIYmUqOMcS/wLkx9/zeBu3OcIV6V1sD9/nOcPxUdpXlBbDjN8CiHHPoL1dj7cI00nAXus/z4XbJQpHCw08+bvasJAKbnZAWqofdRO1L4YEy7CBkfsKxIirrFSnGQEQ/bmJbl+u0WZPmUarD95dvk8GkNomkEP0Q8AyGz7kEJc1RbbxrOe41tz6WrWFjpXWuFYi/ozeJ9muIHvjfOlFudGtr6xqemhn4uZL+fQZI5FF5iRwHi+WvH3AVGuf5ZFsSOCdRUg+wEtZvJ8yAsNYwtPA2huukbErYh7fvVGb15tTiHOddwphrfvusnKj2BYxmjRkZ0ywqwBzyB6mcUbKuaY+ngMYLwdcZrPEOIfhC0uaP7n3g2iwO7Hwd6ZpkUaZxs4lQJR5NQvLlNasih9qBrETxWZC94DTmlGJWvd01hvQz1/eK8cD81aNzJ9x4Nyjow3MrmlKp5db5MyeVXOtsEpHatBr55GdBh85p/qj1IFVFkXUNsOo6uqZbtXrlW8teak66jmqUAoVaPJYnzkuDqw6PkyLxqaw43us9/5wLLsL4B3ng38yzgn/aGzI9smIir//3tPTe88HCI/UcxyTiG2PsMEajigLdYXN3uY9MaICBMzww79fhpzFavKRTj4CFT+NtaDfj3TxOGf7xxHi/u67H09fjk3SPv9ibJo21nF/Pc7k/i42TIsAleR51AUTO87xjgO924cyOzpuG5I2WCJ13cFQ2a6TwW4aA5DAf2Gcc474WSgPgJ/P8vaS/ivb0c2r48T4/Iovz254NvWSX26RB5tnFzGTfeDAqHFjBDCUtn/LLunlLYF+6crs9dTP1aGunlzVn/1354HxMxlQ0iDXd0ZFPZtbPbTQ0zRJwTBFA7AJXFqng725WUAc6lcwL/7OSKvatnUQSZKpeYKYmqz65enDnKkdJMMFRKrd6EM6ruoZ1m/7iYEJ9jcaK4yDVBOVrQ3Uio5iQLgfFp4ffBqRbgdIuRfX2MkBthvBN+UXsZztSzr3PF/e54o8Z1MZ6e9Iga8+s+3ix+aY80ZraLij/O4DUtMpLygbzGMc9Lu/+1f/aaKOIyMGu1COFyZAs3LJZDzNgqORZ1E3UoZqIAAExsh0pWrDDgBoPJxrDp1CtWPQz4SmdrT0Bcx3gN6MbDG/qIxe3rPXgy3MWCQwITYKGYA7jN3Yzfx+rO2OzY24zlIAV4ox3jThkh7Ya9QR4DrWeCtt4mVEunEGZRBWbSrgQYud3zuAMgyEshr1FdNROTr6ReNcUakEnl6rbkBeijxEShjhBOxyijQwTLeJHCK+bmNd3/t6cbKe/Oaas3PAe924j4b5YjAITBRBsf0rnWLMe9sXmulGEZgC/e1kulN3q7TvIE9rqHaKJx6hQYQ/d+vuEfD5mT7fewbZPIarM4tC5zjKuCh/GHO+ZkdYdfQag7DPxTovR/dw3Z6Jsw+dv3mkINe3Uuj7RlcsdshJNlRkW0YtZKzkA6LbPr/RTroyhBJ0N4VruRO/FbZpzTNgl6BPo4Uyo4Pg4E2D0KTfMXXz0WPk3aARv8vv4sMuT4PPfV5445W+kSBkSMuMgVQ06E+HXvF4b+86ByvPBJ2vnxVkHy1j3KihB9DQX8uraUj8xjoMlljE1i1duJVWpk1vb6mo6wc5pXzJuuCNZaVe7ODbzkRf63VBvIK/LAdWmQ7NJDGs382QJ6qWjA6eFxAFDw92Z2a2zWTKxrBSno9N194bdlFsvva7sRnb3/7tZ/j98cfPBzB/hh8cOTZkR/yOo8lYdpQYslXqKJo0mB93xj+Bj1+MOmLjtLApAoDHDuQ/jp+vf/hprOH+5vTViG5/9eVXY7fysX57bJgWR4IBsI/ndQ6GQB2DMU5x7diI9VmeMxq3QbgaSjhp27MaEo2q5PqKjicCCGP/eHX1BjwpmuYi1vs/K/BeCHlqS4Ip8e0EvGtsk14DHLXy1n4dRcDXYNslR8LGwb3DjK7L9qC/hz4lmJoxTjiNzn3mNhXPxTt7e9H0svbBcxLfBLw71kDZC92t7XZ0eq/tfZyy3ASRfCNd5ppb21fzGPcleG0vBBz3Nwc7WKrXVkf7ucQl+CPALDCSgpMvRyScOK6ANwQH+uwMFO6nw7RygmCaupRrBN5CVXLEea7tNMh9uRCtF37rsoEDXcuS8chMEJOD6VbgPZU1RSUhashdCtfXRLLDM0t19or3CvxN0U5EWQil4v0VeKPWHfDNul1vDFYxCQgjBCXO6hURIE2Bg0dvaM/TNwjx5iDhrR1rBkaEG2fpBvCO6DeOFSPwArPib3pzOzN04P0a6VHcXA0/EQEfhBWElAfPSwMRwy3poOgWQTbIVcTlSYehjbZUVKrmRevQ0zivCDBnK95tzg4IHEfdY0aUct02K+gGPkCflH38JT/UBCDclhWE/6UAb9DnIICLwFvssNLyxtGy0Po1wNtjfAT6kx5+RcD7ISC/jMii9P6X+d/XzJu+nr+9x8NGhFKZcU03jxysXTlL2MIUHf93D3Rm0wwB/nK8H6mV2Q7I9FBCWuckId/bm/wVvD7RTMlT8Dz2n3CUu5Z8GISDMwXmU6bGO0pdn4Fx8XGuL1ej/Zz3jjA4r7PFZ5TkeX0E3vu0+XNdfQTel0cacuEBIH+WuzN/vkmxh/I7Cus2no3K0D3WF3mUZ2WWpPEJHQ1N1QalCsRVfGVFGS6RP9q30sobf9A0HOXC9zuOGhsAPNLOP/1krAH/3Qen34914J998tFIQx+b0o4jy56PReDPI3swdKUMZkaJBVAgG8ea7iGzAnT/OAzvFyEnB/r+/qcXY3O078bP96cv/vzt6Y9jd/IvBuj+buxa/tO4BzscPYuzfJXIrvN7GbVitBFyFl/Vd0fD0X/K8m48b0DhAfAmEJmjhFvqm4HcWaAVzXkE3hjC43HiHB4B8D3gTT3bZ8YgbebWvybgvY6hQXUfKDt5MKbpWOHYF+7Z2/smJoi2U+yz4GOc6XETP6pMB0bDQRb21quR3cJU88BO2pwaS4QjEKJgCPbrIpIh8G6AP65qrm2nWQS+jqUlinhDijW+R3nivcx3UIq5n01qGfIq7Z28yD9uini74CRNOgzq4/Xah8C7P7xG1Ai+QwNEY11uAdiQ8rVbL5WAOqZo4laYxSNaW6Dt4E1IGNg8rktreJrgNPBmO1hXpJcDaA+tEmd1348I9/1Y4x1Rbx4pprNzndLtyC9ldgqBFXi/GsQTmzgx1ZzgG3/LWWA8RA/NkjCcHhiqvR7xXsE380/rgyQvOwkw7rzn1GroVUXIuJkc5wXXCMvpJxIgXzd2WoE3NznjeBZBihB1PYFk0ECTdw+NePdo2SUA6hRst8Ueco/c9D661BsafRt0or7SblAqi4DQNAcadEdWNuMCR0vWPDmZVmOJ4L4bVmO2pqbNCmQDbv9CgDf7Nfe1j/nW4ytH3MT/NsQkP1Ri52OUCRniDJlZsLvO7s3OTBqkR9kLW63Dvg92CCq3Mo02OQXz6cXxuS4dMPC+t1wC73ppCRVKAnltCImItp10pm0NZVBXlDXtdK5ncGzi+Lguy+3Y+G1D7/GO5DzvBdXOz0H2Sb+4X48R72koH/TlEXhfHr7fDPDe6Uo6xEqpb2Si5WT5cudMr9I6BM+bz2L/WV9TYym6jpC4QWcA8CenD8cZ4BH5/puRhv7pAN8fj1T0D8embB9+8P5YKx7yac5A9D5AYe8CdCOtnLsdRzr5V2NX8jgK7Ivx8/lX34z12z/CqUl7KEAqZUzF6uNWnSpRAY54uK7DfpJ13o+STLk+o7SDiLf0SFS5PD+P5yPwxizNJstmzB665nuduz4nR2UfBQEGXMwpJHUd2xzx4Dz/s43ya414b9u9peOeXZFBgg0AX4G3hg6eLtpPOLNbTqrgvQqKEuyGTWDg/RqnG4x3BugG+I4jmWPPCQFvtsOBVYiC8XEknNJgHXPl7qBhCKwIrhh4A5ciJb6cOt2BI6k3aJh0EDiKGYKRBV1Zh6Dzv/tX3NXcn6NUc96/YND6/rI+xR2ay17KStAQQK61B8COoDsAHlMbx98BQIHTlSRg4xDgFNOmwdYgeZfjEMYylGOxTx0TxEX+9H4q0QGvNrCJ3YMDbEe0ewDw2FgNhqhANzY3akpHGg2T3BlPHpKYxFAQAbwJtJ1CUVEvRKWiFQtoFnWIEENaWdGo33J+UJCRgni0SBcOWucAkNsRGtuLSHmMNogmjh2iYs514l5/gIush+lnzAzAdgYolveR0OFnPTZt/vC+jPJsD95v7VZ5VexELNE4q/1O1tm/LkSvBeB9t2f0po/V5rsyDOTI8BBhHWx71kB7s4mY2s9pmoE0jZmJW2cgzknOB0SKxdtn261+eT6C7tsc7fV7GuDly56yOlJgJVqq7WefPVcxG7rQ+fwChWWJPTpVqRj6TuPe8CPeniIdrTiu4+F7SB8/MK5QY9t0Lc/1Xp7PdUsRTZdycf0A+CGfkJIIETh99hwOBrjg4eDlMTY8A7xeTRCMe3RuYoNI0aufxfs+J7zxPGk1jk2sjKQE3rHnhT7k70UBoXDR+dKfw2jjxoF4iSAe7++PwA6YunKozoOIKwt5g8ceCoZvSTV/G3WV3CxHMm2Wh3/Oyci8p4q8zGxfdzWdscliZDv7GtLG0DMct46jsqedEDJBvWW0aJymPaLaz+LIsRG8iOPHPv70I5wJ/tnvf4ezwp8/5yZspRtHDDzWYA8ZHRuoRdr4t999P44B++b09Ugp/3Okkw/w/e33P55+GGu8Y6dzCrj4gSVDsRzVt5GfU8N9Tm+fmd8S8J7pqYdYyhY+kAJnHQLbdy5Fkf1GBph6+Q2QWQf38monoOO2VnFzhHo/+t31fAGmXvqcxVC6/qif5KHQ+5VFew0/z87OoReb+D2XEbEXnZ9GR9HcHPdoXRvz7bjMKfLnUs3XWdhryy7wjjYoMtzpIIG5Os97CnwO3mYWMvHM9L5S0gGCA6BrLTdSzYGfAnRHwDJ2PjfgFpDHVDHI4b0W0K/V9tocGEgcGf8ljprot40z4ZfwTVBD4FUe1eod1Qm+tRTvNuAdrS2W3hiweW82bJ16fhZ4N5BBo4+kbE8B6g0h7uiNouuMvhQYgleieSRIOGwPDGt7VjTBJATthifQjTfMSaOe8HzQYGWUO0B31BvAm4bouOaod0u77qAqgTdkOTmuoluMcOcZ3rgtQ76lMWxEEWiW6x7MPMVkZK4pDUSQ1OWkARAD2BSuQWHEbVGGjGXuo9SAuOaAYyXQjE2aOH+xq3ueIxpR8bLgl4hXpa+7PpSR6MB/b4HZ0TF4q/exp7n3/vcxPQLUM/Du7eLbE5gf3x3ttpMh+l27UnNM1wi327ECcUcS99t8DMR7mxy5v+xoEM/JaHG//d4tYPhSXRtaFpCrfs7ZGZvnz1zwuB89svV0lmzoxtgR8J5opivPRSiv9RN81/rw4P95XVjf3E0R8XinybPwCiMtS3VdC51iTO4b6N2bn7hm4I1N1FKumi4c0W5Rcxu4bc+Nkhc7J1HYmRNyBNF35avaKdf4yTL4Eli4hTYen30bI+AI5tso67Yy3gYYvsZIhoyWnL6thfW0Qb4dYn1pyLVtOFf3VcBbBfRzuyf51Txwe4476Df8zMY6yhg3+lVnW6FvBt7gZ7nWoNPHhZB7CoyEURvZgx9+9P7pk9iIbUTCP4qd0MdmbM/G2nCA5WEDvYh9b4bNFpumff3ttwNwfw2w/f1Yv/3DAOI//RTGd0SpGnRLI45rcuN/gHJ9Kood2TXRk3AY/FaB90xRsVFddXQGYns0dYsj7RbgnXZvDvpWdszAu7tGti09AslV/KwR6/mqdx+gV13z+t4jDgwwVhFv2r/nuHrpN2znet7Zrefm5nCOfpPAmz0t3ELQ7eW/BON2lAzeBPDmGupc3qeI9wS8ceRYAW9utlZrvHsUfZ2tSDFvZAoh1rMgAJFEXpCJIZtUyBNne+MhHymtDbhxWhcFJiPg46+HAe/Mcj+iTl5Xh46j6RTtelgg0KCCxiCBd3gQlM6tp7mWUN5VgT87BDhvQLpcRyCvCQzqCXgrkhQELOCOV+GZjvNtOWBMLSfIBvDWGm+ka8c1HefDVwtsqRUkpMYkXstJhwB3M6fni2/A8RM/B6MLIkI6asyDU+rpZHBqWMrTyQAAIABJREFUGI83CkJ0IUuEuJV9BJYMbuP8TYy1PDeOLUuzcqqdsjoZ+lpfHkQp499jVLKKvfSuyjzaiHOQOy3zK+vRZk7XAG+5XUBjfL8cCn1oj4F3p0/XXW/We6E0uC6+6hoz4Q3qRBcwY7If8+yu0ZDVYLoEaNOjthhU5JFtXXv9twH21w68wYXi2UmdrxGC+ebErRZB/WJEbuDNRR5kvxP7TnBTRRxrs7OOzxu7xTm1s7Jmpg6i6oqIr5u9gIpJCGRZKxHThcCwU80NoDuP3nsDtuRjluU9GWI5jnlssx5cwN6875R1Zwn5uLM0YiSqtnR7zikz8+o0GY9fbh6Bvc3FnOVxc2E3vvA2NjZbq/y5I97Jc4vMP2eiXztMbxt4l15dW7B/xNflpR9zL7nXjOC5ghxIEgq5NFj66djqPED3hx++d3o/gPcA5KHPQha+HGs6Y732Dz+OaPc4Duy77747vcD6bQIayumKaENExyUJr4q6qW8wxcJmCttpBmt74//rTzWHtlLTbYP0vp7v418+8Ob47EWC176/GfDe2oUzHa0Oh5k3FlU/2xBTIHHHAQacUPML0u/f18jusincLRHvtIncwoZP1oBn2k5ixsAoPq4vsZnK4TLbtwm86zjmqIvHQhN/2a7SltcNG0loNAyGAEfYSvFfYyGa+LXfFpEicSBPeWHE+y5OusrnIosHLz4MeJ/z0kyUcxF4szEJMRU1piJweN4b/zCl0Uqnn01Lg23xbOE7103S+8GB7+u7vUw67hl403pk3YhYDoMTwBtp5YzUXALe2St4YcuId9qW13s6ug3wvUS40YoDmYm+aF1E9xBx7BsRKcWVZbc1wBrxI6G7RjqBm3NO4i8CahCmFBx+I02M5+bFJzd00nVHJNfyJ0PCZ6DLQ2QAXs+w7hV4e10GWMJKlyIXbSmv/vnIdT1LZV4q7TjKbLVfAILCGHAcSMeOBTrWYXCsabNqc0W+Z5BxHjyXs2odW89D58tjRwvBmXdn9zt7ZU583r5cAvmb9zQ+VdcvH/F2Wyb+sJF31HFdT9o7UIB5FNma0TLt8klF1T9w0oU8s9PNckW/AcwBymuHzQ1/Bx1ClfQJAzHip2QqnyhnTvAynY7Moih6k2CotUyQDX1PDstyl9mi65LnCcQt3yNLJuRHk/czDx9NwpvTzoVp/au7vQuubMS849E4AnYPqfYReJ8ZveCzndvk9K3Bf+QY6RtGFr9CA6H0cOC7RPgfUev4Y9yOpXtxHjh3ZRvR8LHhWuCEkGkvlO0TGT8MYEQxTZJBNtvOYkfaVnBpg1XGU6CG/X051mH4+YE3W+/PJkq745TtbZ4y5zwmZ6b+twi8ozsPWfO9AkUPz5sC73NyaQXDm2cdMd0pZIr87jmJfkngHSzYTJR0ggX12mEQtCo+K+DNl3rfIhgamS3pELPtpA3YcldzRbVPd2OfB6zv1hpvbXTLiDeziN0eAm9U2IB3D1aCmjb8ZuAdN+ZAxrCDWpYfA8AMDL+O4APTg7nvl6LgzJJm9HsT8T5HPHFvyWBZHrfYpmfBUdslrHNQhYC3hT9+E6zw7FimLdNrqtB9MxIrOqcJzQgwj+zCTniYEKWVCrDWYeeCZgGIgpBdz/gd6UvYVE0Rb+/8m8AbUd4RCXdkU20nL5VDwZH4OwlNrguNdJV4hrusT86MMK7PTAhBOaP5Pu+7VKfehSaid3dOjOFccjwYEa+W7lfK8zWDAjk38OQk4GZfC1RTISYAizGRwwKGewOcHdDV0gLRkn5xvTjLq2h3tGUxsjX2PfIrSsxOFSg0CPCtAgUcDX5yJ1R9d+IIGXUB8A1cG+QbeJOmaoYIvDnqR2m13ljm1nRxNtXjVf3SdPFu/7L5rkh969/6fI7aUs7lsrf0ZbqpMt8cPO0Zj71GcMbqBVbk5OgMTPAJ2LQ59iSraEe2WilAOL7xfK9c76eh09sBVuUun+UgDKUllZD8Gr5jHz0mw1F8zjMtFfUWX3PtuaRMq28aJ5Bhp5PKNHHXvDGbeZDXBb71UKaOh9wePB4R8nI6yROMqoqfe2Q8N4JrjYv3sUnbtPykBnV3/4stienKJSl3+OJfxY2roszvCHhfVfcDZ+EW4B1VndO/l5qyyqHIfHpbH7LrsaTbyvY5tfWc7F7bGLVMqcvtgT4+854MdYdnc1dbqQGZEo6lkX50NJF/Do0JWTtS0uXgw3UkCS22pd+lCbWToVRjzv0xaA141+Sa4Z1IYrRRlyHFXb76Dxm9yvb23Xae6egSuF0znOaiVZMMcEcT3f5Fnc0OlKXdezR4qW27bTkg5jXauqf//CruTTrp+lRzkMTkmHa2KEvfOCsSk7hFsgwNENkYJKJhXDH3ZyTAHsnsjYlAJ0sS/fWNrHD5QC/RSD8bqcebrZmooY3pdhzefI33pnusLC8X8K6xNe5hoJB4Q+xEOwfYhxFvZufS6QZeDQdcZu1qHx6s4+bm0xGsjM3VXkemIPbLGvdgAwXoJuYDnUhnES9B6kxtju/OGoAe6jSRBlBILQaAPV/YLweZgmHwxN/8gQBDgIInKRB0xxHUkcUzJOCaan7AS3l5muBF7nM3t/jR4O0Q//nyd1KAAVaYao40RqdDNsMtOsKUojACTd5sA3bKazsP26CNTc2SSDQZeLMZkBzEWI1EsP8UaeaxgdoS8VZ6NTctqk1B6LE3UCylgG3tY5RMZKh2KCEQWAkFmNdn+L6zqjdeQsGol8SF94MgoTeqsJy6KVVLwLpN0sy0ZKYEyhn1IsjoXlY+09PagxAryuWzhDnkRUhhYEd2wfox6LZnKUE/CL4/7SgcU15tlHej4FI0dk3vRsTbei96le018K76DaRZtwwMLYcALbS19PGWyzqMgGMM2cEqc61v+30ydJI3ZoZdj3DrDhBSUIGm7kS5NH7rnO5935vfPo/dMbMhhgde2GTqyDDp3lpXYfpPz6eVoGSOedD0Ge/FOx6jdc1+3Mv12fAEa25RYSiF8tJyGUkon1ITfH/wcygrOwssR5S6Xl5enY+p5+jtlXzcESzd+UNjG0Tc9iewjLVDBzM70SU3VCKxAjCnxzf0kCLgioabLnw2+HwqAsv2B07NcNzJY9xJwGN/PQB/ewDogaT4q3v9uihzZVO8zQ5cV/fDarwVeD+stvltLsdYjKYHVLDZmLOVdS3wvqZ6cv1llHHkOPH2iqWPVWL8Iq7gB3YezHAap3lDRo1tGAFegk/KWxvLGUxwkVqSFl8r2sYIXH0MhpbRQNmcrzLEy4Y6ctK6lJuAt/pxNB9ph+UpPW6HonbL9ExUdqHs3r9r6OESSN8HvCyZOK0ZtQuorENn91tytuydfm4BaAexnPd1bj2vsZ748NNow8/sZwCH/i469X5XsI2n4o900k6mSYLCKqBHY9cx/rmBN4MNha+8qRycJFpCly3HOm2lmCNAEPYNM1q4EVqMXYFopquP+wHSx98vB9DG8rwMro572njNwBt1CXgTlM/8DnstxI/pc8ETsENsQ8P5HxItLGIFEOMa0oGJF4kbebR0XEfG9LgeR1DHfhbAibcC73OMOaccrGH8vTdNVB1CGjjpeQDv6GilLjL1kLvF2eiaIobwlnATIm5YFh4SR4H4u0e/QZiY4/Fb65dpJHKRPD0XT8fA8dzuGMj7kQ6FzdXk3eCmY1yTZIW4ruO1ouDuelIYcKnSSPUZvzVSl5UddJeVD//I16sORdBQV2PWbAPvbwQNiqt5xPl2aK3npqLaBmYVueyAQi9FxFwGuYFVj3QCvOO4tg7YCZ5RfssoeHJHz9F+FMz0UU6PV6PtbGO0va7j22IMbYF3uSzEbmZRDES+rw1avIOsgW1sFmiA4vT8HMIYj/Hl8EzmBrzjnSOw3Mvb9slAaTb6OBdFbR14UzTJESZnwTRnjZ3X8dsf0/MGZ6cD9HNJwW/VPfjPW4B3VEavrJyc+k60WbyQDheNVfV2r9/kN3tjuwLmRo/BeFIQVrKmOAF3gPdQbvAgV4TcEW+WSaDNJS0sr55djAqBeytpunsaqDYAF72uewnEWfWcNy3LsLMU2S0F4MOpRudZyW7pND3H6c3x1GyDVnXO+OxUimcj/b12VN9s9z5RjBXng8noL7KAFfymXp3IZY7AQLqdsVGvHaijutf3H1LXI/C+djb6cz1h+/j9IxKwBExHgZTOat3g/SZTLRc3O10Tx5RcDpkY8su2j+Q15JEW1eB5yL+KqLEnKwCf5XWBMgrgjhl/VcAbDasZuOupy7IPz838JTA9UUMfhJ1Cf63AO5rKtnGc+Pd2qYH1fbeHN+ODMS1aQdx2d1zGgxPwdgpFxzx7M2MbeOUS7UkwzenQfVNbZufG2wbeq/ydHBfoLuAxeQ1Yy+MsMK7u4r2RWl57XcVxYQpIIktAObpINdcZ3Qg4RBo5y8K+XeNYQQLvqOunUb/xnTOIhW9sV6WcsFONU0STLjBFUAhtZgYQFHwFFoVVNHqgjaOd9Rt2X2JGpaEr2y/s/wLegRmH/fPLAe+VAQoMTYY8OhvAi8A7ga3+Xg1A5U9j0jApONtNBqd2A/bRPzRCxXgvtfOlojIYHEW843dEuiPiHUbeCryD5gnUhzejAwYZqUY3q2KwEQx9I2VURw7MgvSS0MyyFu1HhRN9qyyEqaxm5ANU5/vSMiJwsvu+cKno3jZjoUAplVxFp2bBQxp3RLw20BNOzvl3KiuMd2Ua0NvUoU4H3nE9POLoHRlJwLtA+AqOZu9j9+Qzbc73OVjsowQsSqePP8CAZ9HAklvLtLa2CDhaaODmOgqRt7o4gx6zPp8dPPv6fK3VvTgc1nT2iHi7f9V+CaRW6dZxsa1jD5xv2t2mAXTSxukc/a/3qDiPzEAaYLvvGOSGE6qNzQq88902d32ML/XV78PZNbE5vb3Fy2XpOaIDwK4feIXlvSWQrxRz7AAqQB5DYfDtrJqNMg4Kbilg9BCLZWQN27m20p7pnwCakwjZCR6V00e8F041Ps/ody3PYfQ/5UPWidJ4XYpsQ2+tHC5jmc8En/nAcmdLx7fQ2F/qs28CvGMs1o383mR8HoH3baN2S8R7yj67rRpIYWcSnnv1SOKu2jXl36QAvHBr68Tp76MtIRYFtOkSmIF3l20dgJasZCqr4LtaYYCz6P6mE6LSXy/wngHaI/DmtJ53AkS0bR944+VmJzwUeNOZjkJp/h2llidPWE8tjqEIKqqs3qbcVdtU3Qj1bQPv3ei6bJJcRy28EenjEdGO8wTQDvEtbJcYktzkmiA9LnL5bQFvBk4DRLMMbMSmLD+c8BKgW8A7jhSDHYPltzqtCrglTpBRnfg9SyXiS1qcDPBFwJVzELYMN1ij7e+ggYPByMgGBnGwloEAAvF4nmVy/4pfIOKdoA6GcdBeJyp5bWJibLwpFMKdMA28BZ6Q0shO0TDTonVATHs/OAlMORh1al137B2Oc9bFdKBRCNUR41NKY4E65uzHeu6IeMP7Ic8HdjiHgUkjzsD7HBCZ1w+0SGp0RONS+ugYPKTygm3udKO956NfAoZLuhi6rXWgBAE91ZzESgJWtAwjDXGGH4KAElwJPmwoL8COtrcA1aKNSfCR1kpiTWMbhju+6b823/G8Ulnt8ED+QNA8GKacOROG83wJGORYYg62BnlnUkIGC0WC7egTSYhIxeDa3afjiB/uRVCd34II3+PvpG+9v3FK9Y5pnOoSnVb14Vj6c7ixmwBlbBLBNqgtS+S7ylkms71z7pnWsAnoos4lJb8/e/h3J/8U8Nun9zzT3QkGXlhpN+bO4yKl1seWWTir7Lrc6hV4Y423QPS0UynFQ/Icoi1L2rgzefy7K8gE3lCEXvvUaF0g3bum24/ksdqTaTVE4lHwAXzFWlZSstF0VPPalp2E7BSxd8dcbqomxxpkrD3Mnaolj7GmHIpuplsSMZUfPwXwpU4vT9RfyRPXpXtvHbDvAni/iyH/LUe8+znA4LEdGdXlbZfKaxbXbWNb6x9ve0/cdiDLu7iWCYYX9k5jwI18gQY0LqmTptsp+hacLoAzHR2WTvLu9ZSXcengHM07D7w7UGPjyr6lrXXGnpNsPxrffPco1bzVRUtpcSCcSZuGFXrZ1MymHfXjCOT265txsHM4JfP5Nd7r+Kx13rTmG2muZb+utLOZzz6HjWCxLjn0sxo3t6lojMBT3y8C74OId8dMbc7umuBex/gS8O5ZH8QBsO53nW1gN5gejiKTCeH8cgo33le0W0AZOCMWL6adAYJXkIFzEDZK1I2zuJFS7t+RPh52S3yPTHKXHZvM8l5cm9aCA5gL7GPeeOyyJynPabDNLJu+ggEG3wzAetNmBH6Dt4RN4eRHABAGBvCIvwNsK2M6xg3A+9kvEPG20oORG/95PbYN2UiPAaYx6LCB5PRER0vimeo8gZnADVIUvIO5fmONd0s1H/W9nNY2Q9xjUpEKiXXcBC2I3CDa/QybqxF4s40G3vFeGIX3Tzio/uxFHwVZKZfFyPa07AnnDQAQOF8jctGk2niELSCMbhIBwzp7RmFo5/gvETh415wu4hSZ7B6ElncOZBklCXp0rL2RTop+jeOHf3lfUTKD8PREtZcyVVXHy+V4tFRfbGggb1XXK+koEQBPIBzAIYC0ItY1xm1OQSnS9t6tP4G3+jApvQXIJ92yM+ecNLi/GC1zlGPrJJhpjutL9uhwv+6esRDgac5g8LjNWP+4Db2OPSC70sX0/Q2A9xrJPjIojoA3eKYZR7OTo0C1gXm/b5BYa/XJe+f6Le6cDUoAb7ZjD3jzqDBGvflgH7Uh17DzL1Ot+vvg/FBe4SG2olqYcF6CY6fbdUYZ9ZBkjf6mM1Ke5CbTXS2zipiKbp7iO03up1KbZUNvusE4ZQezo1bewTNP5Zyd2iIFuwqkv9Lvj8D73U38w9Z4b50d5/Y0sM6s3sxA7LZePhB4L45b191FV8MxZ4G3bceUezT+cqnWFjxRJnWnBS5sIt77I3IL8F6X6vU692y7qUbJ/KN5uRV4x9FGNc77mYrtgfNOgaVRv2bgPYH8nTGdnQBh0wp4C2ySVkSZB5lxORwSlt4Ub3X+8LkVeF+bam7rYBvx3tBIkPNbBN7lcNgude384Aw5By3T/gJG6ct5lS+LjDriiWkJqwF4gGfgkZ/wG6Daz2szNQP03DxN97l2HB6BxCTrMWmRMB7CgoE0b2hMwEyThcuKAzNwr5rKevZ+XQ660a4TLnXEG1Ftru0mPvSabwdmY5137BM2SnlXqeYgue7xkyclmnsWeMeLmW57DLxDiTkPXyZuYnbvdseUhIh6R7SbhABfDIC3GCwZzRumRVq5jixTijmi2uMajhJTCkJf0w0jD8CbEXB/LgHv9bnblOH26Y33DwJkVbjdC1sGvBUDnrZGFPAOA9+eREFOihQROXcLVdT9oBOYrebd3ABOsIIismFAa0zhyJBBDx0rT1MwD+ZgiXgjKjnaH/2A90rpqYiE14CjnH5uMJUxmfEocwHzDLM+SrfyZpvKcNh6mycD6VbgLcPCTV/TC4+i1m4Ts0LKkdWnZx/0N7AoWl4B6Lycgv3njPHTnz/6eyWTTVtuAd5NafZybzUQQNNngLcdEaQD0ld9NG4NdHYHxd7YpHd5ioQ0ZSc6Nm3RoQhfMtu5Ad5aHxVKK47cUVab63akew94W6H19eBM75JCy45OSH+X221qgAZD7gtIr7SRR5MBeIu7mqMovc/iYcqChd78Hfxcaewr3dGRys050yEAWnUGynkniTs6G/B+f3cYfpMXH4H3u5u2nxN4r72gzO7a+5Z+Pgx4u6bOv3Gtr5G+CXh3efmWgfd5p6wci+rQusb7EXjPumHjBAn9uuhYRz1TP8ZyxBtIcxvNrTbYgX1kE4QmnaK9HWizoaX19HfW1wjWeGZ/zf+7B97wIT0AeHeA2m0SH81s3BSDQbvDv5V5omDgBLzxnOwVRbuRbp6bWhOLATALF0TKeFwDqB7PArv5O9Zvc9M1p5rjWWcsBP4AHmGZiJgLyPgkobKDhdEiUg/5oaWh8bd2Jfcmzv6ekAgGiIO8dNonRgEeGVnRAOJxqrI25xZBe503ggMPBd7d4K7oC5tJIq2/nULk66+miPcoyXlDYRzBKLIxu414e7sPe3azHQKLL8eC+0hNyHQDgUTO9ZhW0EUxVkRQw0Nxr+3evVCe0W/vpu7t4hlZCYDWo/ME3j2dkXzbjcAaEd3jA+hvTW4TFQZNukQm72VaTFX6FR91GvusLChs/IlxUK0qV6+q3c0b2OYyX582a1K6yAQiqiameWzTevxEQrfW3wTaDYin8RAEH9dhlLdMiEE7MUaIoul6ppwHz6jCdKA0Q583tcGbNmwiSdYYAnDBiInLHLsOvEW52XF8l7OAD/tdFaH+5jhM3xcwkI4Hvau62yjPEVYOYILiXaBd3oj2LriP/cL4cAxo47RBdP24ZGHktqlg/zrbz5lHPKbVr/N/dWUo7jj7wnll3WVCMwEglOs76GDNbvE8e552LIhpDjbAeY5MYBaCbZL8eL8D716FDQ3u3ktFVFKF8phR78pUiYHqO5071ZzeYypOK0ZmEMzGVR/ofoeidS9Kl5SOyDbAd+NvO9biKaSNy5vMaLZAs5aIdJnRwT3XeHNkrEPw20ebae4YjS/5sfLHHhF1nWYeuZZOt8/tEMibF/ZW3uwpk8cF7tPpQxtwXd2q5ZgMzzaDku2X+dDIe/O6V7l1nl7niq7f8X+fStfsmempRbYXh/Mvtzvbe+BUzXTOo7mFOKub+EvdbJYm7SgDJdn3M9/igfrxUIV4sxXW2iALFnvlsEP+lU/jwtsH3q2vkqe2OYoW2I/JYYxhmfe5WB2G0/xBrF/PULc6tPvznMI+uGvbtyfrdB3Wx59TMbd7qmunX3NbRBweDC/dciU7a7yntjviLdt53bS1aE4UFP12qviyxrjbmGxOI0q3b16Xlk/BRpiHdB6XTtfijZnOAW+LjgARrPe92avGGuuwNYcol85+Fst7dKbwO+0HLO6NJ2lLxLjiGhveN4D1xmgB0nONdmymhmXCPZu5AnkYVgD08RPADnVF6RzDJ/e0G+xkpxySIxK2mnAc7IsIsoZNoP26ZGsAb8rOpQk84udalprAO0zEwIvKwvWmsgSzxCs4XjXsjn/2r//j9Rw3cWsYhXOkq25X+jIZnhODYZAhZ+JChxamd1QPA+TceRlISxNaNC8GIoY7Ui25yx0X4Huzopp0bk6kaEwANOy0OwY6UhGVGokdyjPKTUPOO+fCCyJPR7QRCkNAj2mSc5R5TheOMdumfWEjLjHI3qYpVlo0umsUvJ6xj0sfT8gGKyH82U/zviRwVRcEi9LQk3FjLZYZToCgK8Vcf9qAvo5KYhFbspuUR4A+PZMOmNZJG9pMC7GDpoFEj3GQUBj4NtwFhDEHBqZw9JRRhBR3MAkzH8DAai7m2c8mKBU1ezeqZvTTQdQBdAEC8ITk65ER5XXW7vr0nAGebqIXKG+ur9tFm/ct4FWWRBW51eOjMt3evSh2XZv753avu7F3C5R4NV1nlBUHxtzK/yst0THFpKKjzzW0t9eGzdg14O206dXIvKYftxg9UCghQ9HxtYeKUEuZSd3nQwnMJRtxpKJOeKjiVD7uNdCNMu1DlkyBglUtg/an5Sa5ERHTzLKtXp4xlhVlxknOvRTkKJ78KuBt1lT2y9PgQTg+gz9N/HwI0tXlKUIeT+TeEUFXo23OhvEmjSnbd/RRH+VLZMkTGK77WDZc9/Qv81Tu7Qjjxp+tQ+Vttw7228FAnj3m52035C2W91DgfUtTugPrlveOnj0nx47o/ZLsu3R/le1omwz7ppJ3ZT1lVQlIyCkDhk0ng7j1rHYD3zhnZf+4nL1x2jp0e3bhBVtr07bWJojb82b6pftTe5vc3uvHOp97m5H297b9ntt67j71dX3WPRhWh8H5tkRZbcwP55v1pe6ynSkZZwA9g3jpuW7jTmiX5eG/aa5AsOm8NvDGI+25Yyx1DfdGR+eA2jl62D1SdOhlO9k9NlhGGkvWpBMxtgDN7qPxAbuC/gNbESDbtsiIuq4TA7K9EfhjkKCCAQTw8X5EvMOm0RndiHizTTGmMWbaUYYNQLkSEuBn2oHOegXAhrMf+bDjhzZn2m79OLC4j+eI52rJJrmDsxp2qoN+CgrEUchaPhfPFXaxzaGA4LsC3mYoEoAGKloyAW8OzDngjagbOnK8Fs9KJiY8DlMP4A0hq7PeuEseBa83BQjgDRAVoBtndMfGaVEXozCxrpsRkYjIEGiHtyKuIRnGwDu6lMC71jROwGLy8G6BN/GNN+6YN3ZaldMaFaBn08RApsgPQKM//Atn5LXPJYHdhRNqMWFDSCFfPwmRDMmH1ogXWoLU1QLrU0Oibc3YX+/lxkgrGDdgTMeHU9NLfTi7mzseV5RLIdzJUYK5EIC1UU40mxY+WTbK0XnjZK5kxcXxEp6ycrQcAdQjg/76zdg4YnTadOBdIHalpc33hU4dnV9PDtg70uxi2dMYboH1pWPSVnrYo+EU/ktd67srzZP3ilPcl42DoVkkuLcCb01ilLVXxrk+XHPP1VtmHjoQoPwWWQDen4F0bEiCCLj2wLAJhHKbgoUyzRQx8fukgEMGStlKAXvdl48Zyx2FIT0Jfv3JsdIFKEOncEEG84Y33YRTLDa8lDz2dQPv5FbNj5Uf1lyFElX5kP8A91SGTm2fTcF5ZpDtIhmxh7BvOQaPEuMha2+voZqHPfNLAe9o9W7ae+idCyDkYT1+d2///MC7+nJJz1/q9W3ryefSzN97cvdSveD7CaBYFvD3mt7r8jaADfLwCMCCqFQw+XEPLDKy2OyrpfFvF3jP64Quzd+l+1NTEzjtj/7PCrx35rfX/3MC756Ra2fxpBOXtm7mW8GmOfJNKW8lR/QVAAAgAElEQVRQmsC7p7WPJ35Z4E2HunU87Peh71+Mo77CoMcRocJxsG3ABy17VYFu7zTOYCdtC6R+61xujIMy6Qz+GQTlWm7uXxMN8abYBN5hnwBwK+odj3itdTQLepxGURF0mBiwZ3XKCaLeof9jybCWEsfTsgHClgtbO8D5Pd4jFqSy9ylL3QAs4G1sADujZdWhPcAGBOdhZ9z773cFvCehGEYZPCeQlE14vTnwtncpZsqCPSYI0W6kQzBCg/UAY1K7cY35UQoB8+55TBgGCZurMaWcO5bHhjwE5zTMDKQK3DwUeN8COjY7Kzfgjci6lAMObs+JB4VRocgJYgo9K7BjDFPYyOAWgU/CuSkkO1ww/nqX67u1UYIUIFmslZLGvdbiL/qNDoeCHsFoFo4majBgOmi6YY/p5vwBBIsROpOAB/mOoGt6q2ww+S522I+y8n1GmmWTo3zyND1yc8SbI38EwEtyuCHz2ryzADfaEDQ8lV9zbweV61jBfp1R6KmRE6PNE8FKn3313WN34EE4WovuseBrGuFV82tW4pmiV9abCm08kzuaClxNY7l8sUKd4+zz3ExruEdd83dGZGss3fbdxk/PrU/k5oabeTvuQfJZf2Ti1+27TNdq+zrobwDwdRlIyOlMISvgHaWibihUadxxLTZC8UaNXMdl+bN64gm8w9BIo3kRBemLBk81+hfdmT+fjgylkMvG8KZ9UlK8jAFNQG3PNnJWpAi9HMUAfB219ez6nu6Oepa02UfgfY7rbrv3CLxvG693+fTbAN5v2r6fDXjDjpml82QfyXY56scj8ObI7DktZjVVxl3Zl9K9Yc+3h38O4J06fAHDHUD3AJSf37tm+7si3w8D3sduHo0XB3z882YRb46/T1JRivYo72Wcry0MxUkVpgoslX+zdcjuhi2hTdOUaQx7AMeFhc6nzWD7404p64EDCLxpb9jJH3iBQUJhOARPbZt7BgJ+w+gFEIcNHs8gQu3fPXOOe3DBAS/7INdoC6SHI5wB1yhIkW6WPgXUnMyeLVGmtKMEtp1oZ8hN0P/+tQHvDhocqQhvRAp+USKSSiAIizRpQPKwdRDCmGgwT/xMgICDEQOMXejgldA6boFuppwrpRzREAJvfLDpVAHv3OVcYL4DHAiRaW1oXJmjHOeA9wq0NhHvtp6xC4RsA1LfmyQjF+mCI9TrfX5PAQqDvokAeExnAQnG8XMdiFejBsPqjD2DZkHceAQyTyko3CldkfEes0+lSDhb2TVuW8xrtGubHcEsVc07gLM8US0ddQO8MwWdpj6mUoydu94bcMopQ34OunHHo6UdoMV1SQiU5QcPAFuh+QITbbr2gHgCEAD/mqct8J7rXKO0aDcEWD0HAdQAJ3qj+96Neo+azjoMNKa9rP0yFqfmaJaPsKAYIB3Qxdf6tje0bWA6WOpjMLV5lHEWeFuQt7m9Zhz6M+ch+15p8zUD2SNnmgEzHVZSgt5ATd+Tj2NAc7kIZW0H4pHu26NNAN7h+Mz0dXnFvWss5oNGCGZHwJyKVi417+0hdg5aowIFgaRpgdVHUpA8L5PzDacQ/0rQbZqyoyyylxy1rjRzAXHogQOe0PpyO/eonIuPydV8fy2jz9IcTZ9lw+UZ/vmfsL6Zj3jqzvN316a9Nd8+J/bd1fruSn7rEe/FYfXuWj7rgLUeG79H9Xeb7tY2rg7GPJJ2FFqgbQtPdsFfs0s27YglMLk8pu5O5SzAbC3jEXhzRB6BN+1ljsM+8Iat2wjoCUFEXinaPs8x1KVhjC/2+VS6moE2BRximyor1dlqxEuvAklrCVptXlZrrL1JsoN4XPrWs+JYHjLpgMc0Dk5Bb7YFI95MYc+sOkXJvaa7xpEjVJsiS2/DJjVWUyo5DIHhlI97WlfNYKuOgJZtDxUOnR22roJyCZSt41HrNBGJdXx1sRvQ5vHjU1sS6NtOvB14NxCxgq9sGkFTGmZXRrxTuTuyISMGoXpHcG0gNgYHZkOEJggrJr3tZC5azrUjaUBxI7Uw2rgujxOHhfGIaoehHWCbi+wZ/aYnxOm/q5Fuo2uKHMb8L6C/px7HON0GvG2JcrDZdnZyTbuKdq91OfXTU3Uu4n20nsbvENYVw5tJ998Dx6dQ5jMlbChofASB14X2sikwGOFcdr5sNIExAZssBrTnOYxzG8cy2g283BtuzOa1IJihpOyYypG1AiDg/QBy3rXRW0bUc97b+6IHO2uKb93effjFOibe1/zvAwXe7GtTDAx6GStIWOtgu+fdu0OedSFUZUwA3XxnxwTmRUsflnui5J3+NUUUQkxCMkrqke7VK34ReBvYCTh5/jf97AMOeTBHuPcA+6Vdoc+BMoz13iRvp333yrRLMMZrHb9l3CQvAZblwJycbfZKt8h3VIxn9K4bwpMinF4WAJxAHU40p5dbWkjRpvc7Cgnw3dobuiDHMhxIMrQ9RmXMF59i45LgE80vQTvHwEtDkPUimqZeocLlPh97S0JYhiPiBtcJvNtMpBywfNnh11neWtlfOcG/msd+HuB91N1zOutXM0Q7DXko8F77zawv4MV3/jknt1aH7tqYdAS/QSsvAZCzm4ZZVrleFoZvW6jOh86CxgvA247KlIl9vfFO2dNwbJwCt6War0N7lkcWe2kzX8uFd7rGexmXX2KNt7u77h3xLiPem30qGvA+Wj6R0zJoZYGBwyJqEW/IhW47V7QZLLDo+9DP3XbH37EPDNZZO4ot4K16GPDQEmJHsrWUFHa8AqAv8beedaAUzzcuQcCUwNsA3BF8qu+wDQJEx2/uDQM8Fmu4DW6xSauWkWJvpkhxlWB0EFW7jBtP2mHITdBkK489HiCvsPzMtm3hlGIN4hDLjNVBmDQVZYwvoGv9DezwywJvQTfNAoF3WLj8XUBWZCbg5uiWf3PtogmKm6o5pd3Kjie4jk8AMKQc8zw1fh/nbwfwFuCuaCbXA/CIsAZSlu+rwfVLAe8++TRMSUz5mTF7Es0qeP2dXpuju4A/E7wlcBVBFmdVPVM6Kx7mPU17ziMIuqfOjLqw/4K8Yl62kBa2omvyvMXlFXiT+jkWFa1agKeM+3jX6z1pVMzAG840hN3MoPKMJbinACigVnMwRePUpm43nd19Vg6BPiPnIsmYnZ5tASdNIwf0rbVtAn0ldObL7HMnKhteE6kpeunnAFhirvXq1pBbQf9sTaazR23uBtdqZGwPJJnL6g4zDtGBg6F1yMLY/amjq3jFZe5F6c7N18pd7wp4M0VlXssO3kMkWw5LfWdAXBupBCdawbQIeMpXMTFUawLvDsCpsO0chEEgJykzWywEZlnj3dyjjR2Ag3/beNfYm2cFvMXLQd+ZiaEoNflbgB0KWjurp6Jt1A0FzCVGtZEKRQnlSDOBQiRIdvRouPuepSY5Ig1n4qWVHn6d3x+B95vMyyPwvn3UflPAe7GX4kAjf873Q86ADux7BNNy+YbhewTe9LGcDSwtNupbAd4xV5rHBO4IPDIq7Aj4NcC7R3o3dkLa5Qa1/YkCtqXf+QJPLbGNzncMvKGa4WyPqPfYSRzZwnEsKRLCtQabKd9casa6oy/4T2u6X554mlTt2cQdzPG4ne7JGHzPO5tjjARSbb7S9hpB0vjAcS6ADdVpx7lwGpzpAby5dDjKgI4GzuPSYZx6guvUvZnBGfpcKXZx5x7vl/aeaWkHeIcttUyUwbbZOev8ZYG3yHAC3jGWGhABm4yU7US7vWEQyCcmXt4TEzZ2oxvlxSDmBCitwOdAx9lrjlJ6cmMdgCPdBCdleBHMFmjbAG9PuEDNzxXxXpkTDDKBpCK2vWfXaw+KLCB9tBRPsG7MI5nZkWsymcGK0zdIDrV+FNQgIQoBJuFg5G6lZgBhxu0mbY+Q7s4Xa0y/z9nIlozxqRwAcaesep2IAHkUm40R3Qh0QwDwnyniR/rqM0KaW9eQngfexUvoWsuO4HeW6c9RWdN1dHMBGws/aBhZrJ0d5Jh0suzRX9VDXtuLPiTAXZRmL2922bg1234aHB0B702Ee0mxX++TarfCd5rFeVI3w/C2gLfn170OORn93ePpzhtgNStmGwvmvca3fid7256ZAPjIPnIKGedfvP+CnvTaSbVkQrc5ewaBlVqeepE03HmHsp5zwevpNNHf5ViLe0MJC5A7LWxvvriRW+ml3N/BkYrGx96orfPNhrcslycenBh+4s09fvnlrj0C7zcZ+0fgffuo/ZaA91ZfXQO8DcZuA4mXRvIReL8b4N3HfZMlppsOWBk4v8bGo3RwRwQJUdo1e2In4s33582QEf2VZiCQDY1aTvJsk53kArwwuwGO7WgvugsHEfbgQtTZke4A3D7SS455rMUu4F27lROExzGlmR6Oc7gVBI2AGw34Wh6cDnf1Qd8xNvGfHN25L1NEsW3/SmdzXSl1OJ8LXU59Tls8fu8Bb79H25AqOP6BSx9WChzrk61WOs/zmin3re2mDy+Dpo3JYACrkQ2xBd6r8l9ZvO7P6776c9emmh8AbwFXG48u2ZMHAwyYjV4Up0l4IT+CO2WlyfiCucVBiEmKjXkCXGun24xqIhJC7wkiGhiuHhGLtMd94O32rhE1+0xg+OKh+YzF2UDbguN+v5S3jcBNbLdNhHfm4yW8ccHw3xMsKwVc+52bqmmO88x2Th6FUyNmTinnNB5pggntdjoL3kP4W2+wNXTAOS2Gnc1dKuNJCL4lii4g1aOVUZZHlDwDMZDjxmukC/K9wTaFhZmXEbVy1nDY25w1wxtXESGG9c65WuaJkTWBiJyALTifaEXl+vHeD7aGSyfqU86k3oa1LT2Kns8JeKz1m/bhlzDwnqvEfHehxNvkuTdx/qzA+2hjN256oTEVKMux2vm+pqLvpab/ksC7Z7xw6mtyodAEvFev7J6DIzdPG+VwZ1JypqMImXGgwhKIN3BuJU65PBuYPmqEWSxtHZjnfDyOVLdGK/7bvUo5SyJMvunrQIs+pQA1LpXRooi3wfdm3iUDwOuklQTWQdQ6fmiim8Ux13nJf1NWzPy++pK22S+XdHNnrGv+Xinhmndo0Nrped0bb/epN5EJb9qCNxsh1rbO1s3Ae6pcEaPWEZf/kDbujssOmW10QG/H5Dzalnju3YvzIrlz9NwuLazj5pcFVM5R754szLoh2860eLm5Riz3U4hnuXhTP8825TxVrLZQL2pDtxdS7M+OWUiK3XFhjZySauuvPdW8j9NZ4B39wrjFD6AtbVjsJUB9auVGcUp9MDnBof9szej58X7qN/AG6/GO+4mREgy6Or7v6HKlSY+2KSKPNG87yr2TOGheqeOIfhP4O/jF+WOquNPSbYfjGDBnzgl8r07+igTTvqWVqFRygGkt8xp4DboWRjfP2o49iHKpmLLWCLy5LDhtAmWmcWkol5XVhzqYdv6cwD+fnsFxwFSNTgPJyaapfYZIx8Ya8c2yD5Zmt1H+/t/8p4VD58rP8PbWa5MPPxB4qxwYimlledc8EZA6bSPAkdBkYqcMAFwpsiGQFB6Rp3FGd67xJmDC4AcYh0HeAFUDPRjyHeAdTbZh5mFwSm4ZiGKunp7YJsfv9TXfE4gPFp6A2QrE1tki8OufFRj9HOvDpgZIWJB6W+QkbNggWj+MP2RMw1Pn9FWmpWyUgwQEo2jhmeu1SuiBdLbp8eSWBnZ3wC/XgWj3RDPoQPY9oka+kpNGRjpTzunsSRCfTNjAgndIXzpmMO79BQq8G9KynzWvrD++O4J/NP+oqoGzeVM4jv9K07i6ZFFYwEyUZoeFKu+Oh94e07NBIpVQCC86FdCPRfGzTSut1/dpeUV7DGOkMjFTXhO0l2o+ntsA7TO85PH/Jdd4H4/I9s5q8GDYmwGUHnpcD+DM3/lhAfV1/M01YRW5tpKtY0qCeLRzqXZS594csaasDIx4L5eVBD/vdIwGBm8k7cec0X11+El+HXOJNeHwjkvmd9A9ZJNpDCpZa8C9q7kBeF+G4rZ4KUvSm/kd5Nd4SvQIZzBfvtD2Ojrylrnee/bS2thL5T8E/D4IiC10eqmdD7kPEn+Ar2MFEZdkw9rWHtjY49fdeX1Ih9u7q4x/CPB+WJOajbAnBxZQt455f+XcGFqSnQOJl9benj9f3v2YrJxFnM7ydGr7WcR/+wif5d8lQPG4xrvGd9WR+7JVukk2KfLg5JD2EsrUjZ7XFvGGkxwKl8El6F+keot2BpFjf4csMwB70994ny2DLgUo5oXYeNprvNkXnmgC2h7zzg3RQo/zSGa3nTqcS8Owq7l3II/y3UZvpKaMOTgNln6UO1Ig26BXyyBjyS/3XPGeWrSdx5rf0RY6yZ2lNi5SZ4ZtnY7zWDIcz7VAFcA7MSBBPUF5XxaI1ixG5cTv7rcnnANec6C18OWMoS1E3zqxQ3wSz/2ywFseGxHfXgS9lJ8IMInN3kcJNMxxQ1uxSD4GO4wrTJCizPKi3A8PCnY0V+SBnhB6UgACFMmgoeZJVBROBvgKiteJmz0rNPQJ3I/BcEzO2wXe3XIor4vp55wxcH3a6451Mi51g5lspg/AN4VIEuqmiOkNCCGDb3rbCKJKc1mAiNkbWEMdEhBgllVaSjDxuZiAuTEEzPxgwwXvWi7pVsY8WIsM5vWkBuCiu00UK4RC0Jue731ajXTTYqez3jYC5aItAu/qLd+rvq30up+KvgqkLeilcTr7C/cMt3WK0wTBjRZ953ShTLDiZsK2QpKzoxoW0vGYPALvmfA3hmQb6NVINQ9xmDkpfV6YpubNEfdBOKenwLnPD889OeRFtrGQ5S38ysh7U3oLAD+Hlaxgk5egtHeANzxxSnsb/SVIJ38BdJtfJ2QWRgAj4v7N4WpKV4aGd1b3BnDplGuyZsufj8A7xvMhoH8hpbNfy/a45a169hF4v9m4zW/9doA3QUab/6kj54D3bAeTxpdR2FOCDxjeR+C9lSPn1nh7qK8B3imjvGQrT/aw87p0Vx2pSR1BvaaotgC3Nx3GWdaOnDciKdKQ5pO9ywIjSE3gzZOAvPEZbkAf8yhQPvPKZ2jrZChW4yVhOjFKoBttRRVypisinuvZA6xK56cFLRvUaeC0p0NHet12/B7YDDpUUWsAb4FsncXNqIzXcfNZ77nCtdxQtAreVDCKNqXtxMIQNGHLcsDIyAGVV3WkWbId1r4HNLEjwg6WsnFcV9KNbYEZeC8W6wXGPvbwXRPxpmFDQmNFm1h70IYhWvP+FIHyRaxfnKx4+DVoKMFACoBN4J1rBzLNnBFsHy2Wm2YJkdLIindpcKHuAwDz6wPee6BpGeUFZPYpvzYysQI68fuZaAGFywS8F8WCTQ5mZF0gfTH6qe1I7I66zTuMNiM9xMQWebd30aocht4Kmc9gUO54yMfI42bP+N0i4TLCUY7A9xzZorFuutuO/zD6AQ4sMJyJ0dPEmzDBroxsD2KFEwqZgTnbXut+6RFUhzD6RjTVKjgDJprRkU/BIU1w9X64nt4UzsEYaY8hnGPrW/4+buyEnvboE/2RxZuAx2t3MDA1Vxcj3t1BNs0xxPfGQ4oxP+yDaeX8A9c7u47G6vj6Ol7njK8OvPtzbv0KzJHqZi/43u/kqXKgOgWdXvbmlW+gOo8YWeQD9/aoSEI6zRapsTcadlZROR8AbykUO9Xux1EG6ZgCENexZEsFPIKyAXDTXKMX36fFQXpkdoXrIA/iduMpePqPmeQmgniMeF8erkfg3eT+Bdn+tuhyOyu/HeC9ytPZ8XIEvG0Hz0DQjmePx9t2Nj0C7zcD3p0+z+pPL8+CnTtHvLvT2ODV5b4au4lnRieArdZZx3VFnHOZgPQkeY82EmxXKmfYV7Cx0gEQYNLrrgnCAZu1G3kEt7jsK36/QKn0Jcl+xh5aOnPbOrr1re/flKaj9FtlijFd3GdlO4e0MkJ1LJij2GFrTuu2GfjyOm7qT+lw2OShe31EtCz2A9ll3Z48tphmq92DY6oxJoUPGDSIH9kwtkuc+ccXtLN7k6cFvDvEuKyU4olYrjC5+PK164B3GMhOTYxXJ0gYEw7C03+gAC/SXzYxMvDGLOhwdBk68H5ol7uMWERUQud10ysyEhzkMYnNyPBfjG3MudLOO/AOwunYbYpotKFbdze3cfUmEW+MdzPsC1SA8g7NsdnYXoCXjMKj2b4OeG8BSAqRMxhjBd6iz2wKaGECyCxsNfhTuIgheBRCemGyvEzLEeDrZYPCANopjCpdJFkSzGN+mwG3gDfoDZOE9/mMBIHmLr5j7bdoTig3QXca5J2GLExCWOFvGfYLiCQUZJ0QbBp7gFB9nLlRxUO0Yij4eGSH5Jc2ATWRUa3pOEcH7cq3W+tbTS7Y7XLqU7aNdFwTthJPCOy56Oovr2MEVEz02w4hxuJDIHtOBHbiAninPKKcw+4hbX1YnFR7x09ds47zHF9NQGt3JN/84psC716jHQNrtJypcZTZBst2glEhuxR5x+Fd999UWn7OxoMj350noxTzMg2GGYCvUadzo1VymzzlFDTSIXUY2Az3+ONkdgBv6AbRXtKuPPdylFkHdB1hhU9aG3SakXQmyuemME2msC3y5Getqwdx/d4ZZmaeR+B9mY9+LcDbs5oG38ZxfEZsXu7m7hN/ianmKTt2erwZYz0zGdmL828t5s2AdzC2l/JMVuU7jXr/9oH3PhPUmuhQFAzKHX0287VEZPpxYntlnAfezLyknJVNCRXp63I0xzNDNAMCx14o2OFbuaLQpwMoxy7hAMQ8mpMZn1Es6YafYbMYM0EX88fR6CgnHng5bGP8rWVh8Sb3YpEONohs0V3rYQBI1F2BrLKridPwQZCE9hpMKaR+C2eFDoMuFU5zirm+U8cNPahjndMmHve5ppv2WgB1BEwdKUeAlTag13d3nVs2Pdu4gm5e7LNcATqo6VE7NlPDeBmHFmYYOfqTYyTHLIZDSwQmIP/3/+Y/L5QZI7UFLtWkgsd38phsifIy8OY0FUGi36NaQAF5a+wNqu/dc7TWOoYmqvVZbYpQPxnp5JhMpRTiDOKoB2kM9LxgkzWlDjqDGW3JyQT1VPRBBvu237yyB8Rt2HFkZ8N+NYj3Us1d12rYJ7hYwPe+M2AB3q2te31hRKio8Yy+n16P99jPjJnqfiWfr7BqBVXrsoOSJWJ6UWlLdShPlLxNExv1awIJ031Fz5xe0pmkG/p5nRhvwopKqpiHcgxEdyjF2CCNxmcOC1hj932Nd8efECQ24iFklqOP2kBS6LTn9b0aVPM/K42Yl6N7Rc8k7mAFAo6tU6fPajkq4jVvrmYK2Cg9ORKyrZtNq5Sx0genjXSCmXEtNgshAKfITOAtB0EBn8bT2Z/xDqKPdjC00ZsnZuq/x/6hEe+NLDjo7x6/Xrp2yZE20Xzwl7T6XhR+C7y77BYA72u+m6fLztba/dwGBSVMKklYEmE8ab0UeJ50xXd1ZAkcZrUHiJ0AM3+nWbAMkxS5538QKjOatsCb7GmQHjpjUJYyMThNAubQKc5MKcck+VsUCf0jhW6ehY7p77FMn0yRdVtWLKvftzy15pDV90fgfYlbZAVtFNXl9/zE20g1hx7t4EHGNeQT+KH5tOLvg/Ze4v21V3+RwJuDyTFbxsm2zcpDPwvw9jzeABIvUeFZYL3S1FrYb2GNN6N+m8/KKznfl54NSfvWgbeDOPGbx25Rg0mftfpeAtQOYKzlWoGtqOu05tq/493YDyUj6lEm7ZzUlXFfaepYw50R76iD5Rl4w7bdAG85AKSzoW+bzUx7uAJUwFMy4KnjQrcpDRzQKWxS6jZsWq09VWhz8gc7ksPWNfCWHmzvRsByXjbI9xwt38iwM7Zif5b2TXSiEA7xxox4IG81RzUvimbbMSKnRJ3WwnKYQFfS+u4f/u3/suApS6TZCKqGvkXg3VIFoUjQ2Rm0z56KHo1cmu3U5JhYGD08YP0ugPeY9PtxZBjBd/ovMsrx9Nk4x1tgEQhBA+Wdb5OwFYEAcL5gEK+K7hbgPRHFmgoug83P/JzA+7DPixJz5NEOBrS11gKo6WbV/DrxTeMBXH89EI0BMEUXruqn6MaX7Z3CUzLM/Xe+mjWWB4+AotGWGJBrYxgRzw92qDSD9shxDYhdEH4n17QowyI3YvJeA30UEoh3QO2Id0XbOi10kL4CJqaqEpBGN1l8lO3+tuUUi9AxPW+MFj233YF5npM4e5GVe9YwcLoG2Np6LkUi5wYF9BZ4r17L5LkQJFcB77nOdDTtRLz3+HmaKvPpsn/DTNSrs2L7fZ7+mbEemoZ+i/Ftp+cR7jgC3r39ya+NlmBMyAmWwBubslQ20wSRofRnBy3PIp03W3S6nHd4rXYs3nnJg2leupMn5S3lgPUFl5tJ0QMoKwMlSZgjZW98nJrR6TOdauI/eu6lRsLXk0aFI++8ho9kA9Li0QYvMxGdT53pNFWgXwXlk78k8F6auzjw1rvb75dAxeUSrntiD6Bd96bEGqcnP5eccmvZsIdWem0G4a8FeJ8fk5UGS19qlDbzf0Sb18z76uywHCNv0gzZm1drwEfgPQbpEXiDNG+NeM+gPwiNgJvLIBkpRjp34AtWkKzzclwP0B1Hcr1EujlTmGnpxvsCzNCfOgVEYL3wCYEhNhfu76JORrTjeLLcU8U6V+u6o12x/Atp01GOWkedPR9FavgDHef/MiAZEe6KSsMWc0B0pIEbeBd2EV6DzRbv0qmdTmhkKGsX89R9Bu3lqF7l0JG8wNg3/GY93LMlVuBt2RHL4mJ++mZzqAfBgTr6rQNvOiZmXbADvGdxvm38w4G3ibqv0WOUgoTYlU0BbyRjJPiaBlmgu1IUApRoMmPCYwfzAa5tCLF8TtzTsbN5/PjDVHMlFHpNrobNhuvwXS3DOE/5noH7psCbbW7lI3TYgJ2jemCA+rgNc1sqquknzxnjCUTq4ZW28d2RnLXMCXgvHoqRPVQAACAASURBVKV8b7dEEkHvTzA+aAMe626ah3BalHlcgFDhxwCgQPK2UtKZvFclD/mgUmLjGaaZoNT86Ts5b8YT5W69swZRdO5Y0KweDFjkFGvyDM6p5jL29RrXoApMK0ree4q1McEZEdWL8Q0jHmk/fGpNRTfv9T7ZaMkxPZq/5TqqCBYfDVyHd1sE+Wvqt3aw7Nkg8d7eWdrw4F0A3uzvbBRm/zUgF8H2yoeqc7vnfvXwiFeOhnFtw0PA9y3A23xz1K5rgLff3TNmMw3dkWukv0HC70b4Or35mQLf4kuBcThOVbkV6LoefAI0HXgrKl0R75jUoBXt24CNFZunvg0QHY5MpatdVimvaaBYVnK5SZYblO4UOqxXK9oHnaazlQ6oSHMnJlc/FzqcaaTT+BoBL068BtR0Wrj1+XNi4m3S5ZXi6KrH9gDaVS/qob+WiPelMbGBXfJg1oez03bh/1b4NTS3GfM1avUIvDGiZ8fyEXhjjB4EvGEzGrNUxJtO5Fe5K7nJu4D3C4DfVy+UBTaAMo/kUpQaIFrfcx1xGFWU7QaE8TzPA2F9/sEGbW09sgEjNlCLnwD9SEdXGrt0iw4RgwGXUefUWWPvM0WemWIedqvXYccr1FsE3wN4K/pNPVo2KWw+AG9lInspV6aqB6rzciuOnHXHNVl5Hmvr4v6dlkfJpb2Id6STA3iPuYEjg4BCEW3PN0udgHe0c8Ezd//83/2XyQ4uObWax0zx62bzWljJSMUjAZLQDExkbEMP8CKQzW3rBbhhLGmyo5YgKkqIBYizDTS+ynh2FDp2KseabrpZCGqePsMO5o5e0CrjOu/Y3TwNbgOYuKfogp/NSY5nNht/Vc87MWwMCtV7/hzvGXytwHtbpo269h5sOhl2/p3APDsJ58SM6kHJ2ZkNEFvC0GuUc2qborXzyBRNLRBzfoyDOF1TIoSudeAtGGynDVJsSDerI8fgOjHzXINeKVhNKglarCUOSb8NPpZRzwj4XCyFmEEFehXPqH/0o4Sg4rqXNY5NJ2IZ+hROMuajLBnpFjxe30LD3hFsO2/a3KJc1vYkNo5KZxKfYfPQ0IW4eanvzQB2WAQLXuqvr+OiYgHEwcfDo4k5Y+XzumsKZDuveoM6f/CZYk8bfN0JZfcU3rNzItOF+xKQxifmJxMEhqDu87K+h1OjjdlMxp4H9yDf4gUU0RybNRF1e56N+duaHbM8ewngXGPY9iL7lCa5nGuf7vVIeKWLU/ZvgHeQUeiAZakI13ZrjRU89UMhBp+On37+Jp8Jeg0vNf6QUWG5sW1wly4U2Zy3mnPqB4nWVgDpFM4hO3VSFouvgrLB63w/fqxrzIOgmQTfwcZcXmL6uIcBwzJIX8Xf+prXyB/zniRu8IJJzs5cz9yh0yIeX5n6isnffWSWMSvPbGTQm1YjWjr3eo+QPqCad/LqpWOd7NR7G7Oyppqf69AluQIyb406UAVZRd4PHg95fqby1Bl6ZtFWO8xNHXPNGKUdYbklm/OoOav8nNvSHQobI2GycffKv1k2L8x96f2eybeO4SW6U65SNXvqnnFDSh2bZbywtHMvY4GzxZ9sixvpumz/LcItA3dtUOuVeR42dArsUc9sHchrunWjrYZxAuxaXxmMM5hT9iJi2y/Gau6XAt7eXTzeBehWynmmmjsirqxzGGWx3LYAulaOF/B25BxlKzLeQLmj5VMgSUtyEyTLVgO2gg3lpY9aJqW11wDPioC/xrnbPCYMNukA37GnVtmyDqDI7kMgKn5i0qj3yuZtDuzFBjs6FWsmzDomlNeL2tdgUp9v/D3GzRkJyCpoHxyxJlrh2C48vny9+xf/7n8rOQc+2BNJJvz5/iHw1vqLYhKlVyhdAgZSAO0wprQ2LxgQJw+rerfDkRU2i4SlPzlsNizgHRF4yc3UxuQbdDuVD2noLAuRgzxMvRu8NmpWg0DGz7XAe9cQjjJ0tJkm7lxk7RLw7qCiE9F8PQh7py8w2KrfXD9ezyFroBEm1s52YsO77fkFLF9S3mcVdhqarJBGM4ljfY+eJxrtMKytWdU0ykArPj67prLjbTt5mriNIlIQ7awdj/aw7BCuXHvTR9r19nWqHqbojYUFaZqRsP4+HYBKp5nopUCcQakFWS6RsKAzCMi5o/DB/IyKDQKmmtWWvfGO8e/8SeBdZ0dORKIvq0Gb53anYTU6mqKn6DLpOIAGQM0ctet0zvSk2ll8H3izQTPwNuDuwLt6sc87VU7v794eDH1czxupMz/ujf3e2Oa1hWfWZy8ZyJeMs7N133jTRm3f0BBaxs6XpsTK2cVKErhLjyBFTtHuWP+28h9T6JQelkbMvq5j2c2g2pE30YZ1g0F3vzvJUhwGv0Q5oZ9G43iCBnfx994OcCrhAh7UaYl0Dk07qI/ncMqB9Fkth5onYG4H9das2dfo9/kJhG42L3uebpzzax/f0ultbT1XzyUav3RW87V9eOvPSYcdlWvQfXR/z6o718ZLuru/e0muHAdozo9S6uMzaPoSKJxevTCGe63ZGN9nmnyeto4i+bStU/YdlH+JbtfXtiDxDAWkbcRSHgy8l8acbQtssWrbZolh3quM14n2FryQMspAfAfPGM3sOUom3XF2zfeiJ0Y9Ib9Js4FraAvaNvT8zpHn0jNhOjLVPFKZ40uAY+4uzii5ds0OORw7iweWiufGJ5rppjKYGTpQAR/9ZvTeaeS0Vfl+xMXlYBAeq3GhPYWNzhTEDB1G3eO11U71ZhAv11vDXhsborU127FGm99HwBMYjTox/qeN5dOjHPE+Zvw9mXNRzhzsCxBjaIxwRD/MOgjgTTuiA2tg2TGKbu0u8F544u5f/vv/OnHkur6GN0WqAiYu4/A4sQvAGw2PdArsBCfig+Fe0coOppJ3+o4YMGYGsWtjNB6sTo8JvDAjwo2d8wJ4I1VBi/YFYgBwAnTDOuKPDeQ0WnbBavT+vCGQa/N26SbavQ8e9mSuCezI+P85gffr1aWEiOkB8AaGP8M453UuNzjq7zfaW4sFffCf8Bsu9XpteGVhJEn3Nhh0LzROppSQbeB/ftUROQrH1bvPzSuY3UGA3d6W0rMBsY7YE6e45rKHeH8G5wbsWCARBrxSdSaa///Ze9Ne25ImPYhbt5pfYbcQGCExmcZtTMu2jJAAGxuwMUaNxWABH2whJoFAIKbf3TWx4hkiImPlWmvve29N71u76txz9hpyjOmJiMxcxju0HYeXgpTCb5lL0L7KmgMet5rC89pFk8dqvNLRAdHeJI3r9sZRTpUqsLyCYEen507incYyiii+vQPe4GJ5XZP/MfgaD40Xu95pfKXrkxPoUma0sW5zsb5vWVQP9PtPBq4m9JKznt5/17h7YOGXb6eBvTGWCmTbXCrgbdA+f0/jLfRNrctSpGCAazfWSpMpewU2PXZ9jM7jWbRDHcJS3fK49lFOMNCedZGi38oezyif9ZAj3DZSvsaGoVH+mvbuPnR+tjy4At6zD1c08iWB95UTbmn/Qj2/AW/I0A2ImHN+xXQ/JvB+YvTVSjj34yRDWz+j3Z/lDElH3lMr9/d/A94MPNx9ThHv8fDvC/AOvZOnbCD7qoA3AzsxMMI8AeCQ9s2xNSb6Nq57jbee9RFfyBo+sBUi4ADfAt5Yj71mfxGJ12khXmvO9d3eYE3aabF7bNgZYCs7C5FtRqyZoaUItvc6UXQ79xjCGm9lE8ffinj/gAApN7OGHau6GYhZddqO5rpu56urxbya1oNuB/CmbVG12NbAqDRbBFXE3H73Z7Whq/Cin+vA2+/fyus/90d/s1d9Eu582aBmFZqfA7zDq/P9t0x5YEPLIOod97DgOa1joGHBn1h0j3O2MaGc7I9HKgN3jY7fAcK9vkDnx2G++D7Wz+EzDH3cW41wt+V8LNNKInQA7EEnR/J94N0NOdIby//JgXfrFtOBGygZoONpPeodEDDwTsJWf/fEXN5kbhTWDGBNjVN9KAD3ioQ0Zv+zIrBHeTTG7SCKVNZ1vnG/M2pTVPR++n2vu8nAlvwFzXs6ZcXxvmb6mOsAzKIszz/6SgFU3kgJTW1o4Yh5tlob3fU14b1H3XCv3ZlnEjzf2BlFBiwcEvM3xzZ5yLSS/SAtRVvZ40bfzUGw7vjvVHryAX5ULqqSYF92wmwddbqT6aXAVZfn90Dc7fG78suf+LNkR+OXAfLtADjNhS5cgiLzxlF09PuJ73ZtwUzdGPYrxX/Zb5CJ3dgef5fhV7RknuvHmySPDkPRCtU7odNgsVF0rpuRhr4bLJ+Z4Ps8XmVIzLkK51TMPEBI6C2GvstRZr4W3WI+oKJq2ZPpG0Acc15r4fqcdp2AlHSlxUevq12Ubz2yyeMK93qLy8DEw6Kzd6ngCkBRX15/vLHiu/Xtnn+i8c8CeV+igVdlxND/WoH3Rl/6ElXXOvtzDvba+sXBfgCNT6X8Brx/P4B3WRxFEQmcu+Gi2xm5puKk3egATfzOwKI3RfOLBN5YYhVRbdAnU5PjGoG3nb4hoCMyrWcDI4U9GlldGXUlePQGpHAyx/rwlkLuncwZ/GAqOoC5bS+AZGZb0nYwKOayKW94lkt48/QN7WcCLEUcxnKiaDmWnZ0VwDukPAB3YDRhoLT/LAfKptvx5in2d6Gvpj1DZ6+xrEsu4N1BN9+dgbpwpBzZBzHuuMesMy/R2AHvO9ny4c/90d9a5Fp5+ZvBjBLU7Cb8I0VkrzCVvGCPD7aSjAl3mN6L+EuZR4c+yEPTBy0NHjRH4FgRAgAHAO04043emI/HRmk4QgybMdHTwqh4XA9iKFBMY71Sz6OGNFo66M41oLKebs0EgYDLZ+K4mneAN1qVjp2nCMVu3TVpsxn8MuhQbl9TOlPjI1UknjBxe2fy/H4HvKPk1k/U2Unt2sgDuYVx53qC5m6AdzmHapwA4tTlzm7OpFhlaTPo5UWsrAZ6E5MZpchXG0iRbDmPJtN/f2xWkSm1myOAzPQUDoqyqQIOmc4GTxBe85kguTl7IAdN2/JU5v4GwUUA8FGwwKrW6yyCwmDegPbBOF7etZBr092Po0DrwYdgOE23hT1ja3CiQZ6LX8Wn54i3ZILKineQvttoOQ17ZGjUB2lRJrbkCTSuP5W8x4sTiKsEF9wUCR9nP71WsfMv7rQG0XHy+jKUZcyjjjcdX/P9n/P7E/ju/NoNnFo7J4da6KRhqfeN3KaD18cHuu90stFAyfT1MGxSLvDJ1JNs+Dp0INz1EoG30slBFgXAnZ7HyGDoB70ruc3N2syrzkIJGu0ZLqSzckq7Dus0GkdBj4g2jOVS5pcd+IYOpmWZnbo6tmpHQ09g9gl4P2WYvUO3lLE3HxjP75T4Iz3b5NGMOO4A+J0TGy2cuv2h2e+kms+iJv9NG/GJHpb+hjz/jCE+Lyl7r7AfH3hDmhASLIS39vrJYTR7NZ+/fR80X/XN+fopI94GsV0ekwL4U+1ke2t+ac/YVsrxsL02OoW3myzAm23IHTDpz5gSYRGGTdedkQa0oStCdyBqHUEX5wNIfkK/MIWcG52xUgJvgubYwMtLJrGEETtpM/U8U8m1tIopz7QbIxBKYMh6qRsJwslzgcGOa4l7ui1j4M2A5bG+6cBVoXdklwFUEw/YTrGuwQkfyDKuY5kx3H433vC+Wxnplr6Soqylh5P6Vso28L6Sd5NfVy5qqf3DkW67YNId2YLjKe+KuNXqUHSYzZx0upc3B/D+91dyQ03+WYXBFA6RGr4dpvDSYPIVCYzvAawFvCPa7YPiE3Tk2js2ZxEECcC8noBnrfrYMKYtcM3BVwfwjog3znwLUH6kmjPCwPQ87FoevzXwuYmaxucaeItI7+mCwqCBoPOwvwu8O5i0EVWlnoH4HtTP5xipG8B7GIyxKUKCM3SMoDAjP3ON96Lcw8gcIGK4q26NhY3xmkwxB/XCmEpmDnrqAGejydPjhbKA3qqWo90213BcERhxZw6Q7tejzEKGSqjGmho7L1T6BA4hQL+SIowavlKWRzoXBACmIrUh3+eH187pqN0BEsOMvQ7AY4O46brMdecvkP4yMyfnRBsyz31GsI9+or1HnZY+5Fs6dwjEN4C6gWRE9jXXiBYaVosuZyQYmTLtU6DlzjE2+fHeieb+ZZ8eUtE76KeCW0d9xzPFj5TcKcOGs6QbvAnSzgLqZ7lyNjzXZpwMSYHjoDF68svYmF5x8zYBeG3yaZAdNfW0cl93unlFv8vwg6M4aAz21FlnTWBawBscus4R6LxAOUoT6GZKeoHuBOBy0uT+D0cZH2NZCqIXjiYUD6BAGEjWod5UdB1nigHxvGiPMq2MFiH8l+ikz6vHaUfTnconOOYZr1/m8xbo+zJVfnIp3oPjFRD1CLxv9OmugZ8LvO/m8wnILf0VPX7qIP46gLcs7kVh1jIXyqedvXE9Kq/QTL79swLv4Sg9ZSt5HEYEUgGK8/xqk1YMWshnOTU2xsvJhupISPrkDOQIXgMcG+MwmFNLZUOXBIDmGm9lV8Fu47sExj7yCwpMYP0oFztnf4Oysb5bx1dxD6F47wDgOPKLjmHCNUax0Vb31zZknBYSsBx4B9YBHLB5HGZEbaFvrGMiaHkEKY9Np3GEF2wuRsQZ1Oup5iwrgp1fA3Rr3bf1G8acdeK87eP799Ipaf95nnT99sjFo6jV2pKtE3huYxd3WW/7+bSUOnU3U/D9mTrdOrA4bnVW5fW5zPqCRT/8+b/0txeOLqE4CZ0lZAgewxkT3kq2cFDluQj9TeBtQ6kbkKy8UusMoHE+N4wK7YQXEW+kntNDg+i3gTnopKZu3blcRooNdmAOc6uAmL4+KbmdwZwTClJ8J+L9cwLvcGhwXLr9/xrwDnvxvp93IOId4450ORRTAx2QTVPwbvWYoh3z4Ujv6YSuTI7GpRgnCz7I4fY8ltXI6Pdam2LwYyVOCslolDfGoEL6MIB3PwrCXZarAEUaQNOv4hjaCuDAtzLsY16xFAOGWQ0SbxP4Jh++p/uHyFkjSQs4RGU8Uo2p5gUgvZla9msBrtpBWjV5l+fDddHGwsKZvzsZ1KZ0LCCdD01G1PXqTqfb6bDYgopQOHqd47wvi4Bs5ZknHurts9LaAe8dsH01JX1M5I/29VXyKieZ+Kw53iLSkDvNqKXp3AWfhYEioyn4FBEJCBA8DQ70fgwwdPhObHyTae2D/9PgyTLWnlj+gCWFqu3nMtsRdocQ6bJKjidFHjIabZnsVHUAZTqdYCDF8qtBR+BtpagjpdApgD2zK2eW8r7rMRiwqd+PBxfvhvTjhjI63b0KvCc4/g14D3ragLAnm0QT+jLvfkngfUodf0j/PunyN6P1vZO/AW+Oxi1w/9mAN/FD31ztQGYLjRZQ+pLAW7KeqLWkXmOzVWc4iKisXYBiAl3sbi17j/3gdQJvrLymaoHOEAiGQdgcmXE79MsBqLGreZ6rzY3WoK8igi5nAKLlCuZAA0YFHeRLx9A2KLkNngbAlk0HHUCnpgE2AXLgJ+KmfOfQKVzixBTrr2IZLzZIIzCP4E2mj2cqeo0vswtDB63zO81y6+CdoCr9eb4L4J195UQSi3uu+ffqSDHQViBt8MHKMzHJw0LZyOEKrK327mzxhz//x3+nSqOWVGM7cfq1arg9CAvytkB9A3jTmIlBCgIuL1JxQxnEQRDeOIrHqcjLgvUETCdHarl+MxWdP9hNLzwvzahmRPAcRXPdC/Bu1jIN+B3J8M07JcjR/WUCb4DsBr68zvoMWNh3psw3sPaQ6np7/JgGPet/00O/Y9Si2g3wvnsBBnBHR+V9puerFFnxAQtMMNw2ZurHM9AIKYEUoBmeTEftVD49qNVIGvfxqtfvGBTIo4v3NRvxewLvpb+iQs9XRsEWRIiZNRgGDQy5czuE4ybHpSm59HwaJMf5xATSSmwFLa7AO9qzpoH377mrOSHIElXcsWut8eZ4ee+GXOIwaXLzvUDu9MUOWUBMtcqGxm8J4BvdnUB661Mf3nSE3UTTd3P1SwPer9JT7ddwNiiRkTIU4gKkoVypZ+KDtD7wbVODAta1UQ75E2l9sXYPRlPtbNq9410e5PUoX6w18SryO6CHlN0SR8I0WiEfE0xb76Tekv6iPcOFPTCKcEQmkHN9ZDBR31XmGE8KsEF2nWFxOqrl4yoMvr8JVUBmHvVeGf9PoJF7UVzr21fpJp77XY14X41BygYN39NYu5yfEnjfgsLGOzuZ9zT3n6OzTnJhZ2i3Btz34yJCpvdpenee+l2PeMsGGnbOjw68ZWstuMVzCBurgJo3fibA1rpsRbqhA3RNCiRmkOA4otPK6uU1RF7k9G1A2WD5IFJGtrWreQBrAXboKqSs21kcae7KGPY6ZGCoNY2ay5BsB0YLK2rNQCRBd9jwlv9wzMLG0J5Z2s3cOoMBGmEw/I7nUrBoeR9tZx5/Ge5kzrPB/kkvPTHwuL/LZos5cyo95ywntNnjOzxbut82/QrMOz+WzZ4ycmcPO+L9ICs+/OFf/g+axdFROi+XotIANsIk8a6eG1qXtcYbBIpt7NdU89ypz+vAg7DsPZLnIY3RBMgG3toVT157goMgAp7XzSi3iAdEFm2iMbKklofBYkNea97S0Fn0PL+kkS0j4EqJfVngfQ/kZ11P4LY/bwMuCQndrI4TgNBQ659M4Va6+u59FqUoTAPzExC9PIafAcRFpa0LT0bcvL8qwejDug6tPY9U9PVTa0WtfA+e0EMSBzzSIZZuQPazfK52VnngE4hxKAcKeCpr/AAYMJUJRQ+hcAbONPhJ2PE3RLOMe13WumoCg3tnEyrcWDninByQIoXiqfVoJNKcM1q826XppoOOGmW1TwAmHFsd5CbfvuIYCoCQSmvl+6LzdYZ3NHy1oduy+RtYZEFHidCu27wH+JhylfWKcU3+fOKDQci/sK8d8ObcbNrIFD0ZQPk39ZnXyC1padZJ4i0aT+S1XD+HXWmjXC2rwgSIFyMa0fYrSS94GCRB26mUbZSYS5rsbbRBQynYy2enFggHb2ouAaKdRmjZTDSuZ/we6a7rw3RyNXpkhJ0yfH7WEy7Is/3zBKbeIaW0A1TLe2S7tu33DXjnOL/plJvAe6aHf6rkcDnv0Mcr+wlcyjwqzdc/Jx3WzOMWQdsV+HnAO+RCL/XXA7xpf7RP6wiuN3lH+wUX8YIDDn6bS+uaHMwAxqdHvFlPATK0IaoQ0M62p7yXEyT1QO1N5ZRv4pfjzfgdpadNhm/YOO1IZRQgVnRc4DiX2SpQyTXYBPYRKUdE2yOqcrlBWtl+jpj7GtLN9Qn7MT4ZtIBjVWngsdwI52obI9nGUfRbKeWQ+3D2OsodBiKxQLyP9dyyyaPm4r/YP4R102ZkV7C9CFo1bKrGbzu7deEz0JH07QC2dnjPY75qTCpgZhu68hA5324KHN+Jc4/ZjOGL8VxovNN10TMfMY7e28QYhQV4o6wmaPK7DAT86vflaUFdq3SLjQdA7kiVIIHGOjGvWQAhtSPFcpv7bDQniR4YeWtizTZ2KNdaNRgkca4pUyMQAT/WdHOtAZ/jAv94jNvhT7CJDdfQ9JaeeqFVJvh4GTS2CeNIDiB7k0r1ZER/DvBGr1vdsyxHtOmlqkExQ+3OLK6uct5Qx7CUOih5dQynp+wdXYoxX+b0bCguDH76MoG3aQYk6n/wFkoejesRsjDIS+lURT+EpwyClQrYgoQbGBI4CHMfLzk9VmBA91Mwow1+3hE6njPZPx4Tr/lGFknIiov5uh2jsXbdz2aNAu9eh72WRVphNgtTzkPY4XumzBbvTh7GuCdvM1nfQJ339gy9bMB2vOP15PE+X+Hv83isvND78jR2vl9j39oGRdVkAwT+qGvTFY8RZcsE89W6u37c0/8v8+7O0N3NdTqnBLoZHYjBsqecf9tIJMCOqAIdWgvPKMWvO9M6AGdk40g1/KFO7OAUwjyJE140S3bCVfk2PE60oYh0GKUGoYxSSEOKt7hcoxk8USP0ZTmmzA+dhwi6pWcbr0RZ3P/hPP9aAaMbZ3k656bPyxPoeqLT9zI11rb9rgLvp2yCSVOPdkW3SVIfNVnyiSJhB7xvaQWcc9b2adSbAq+8MQ9p7Ws3rg1lcO1jivy0E0bpw0Ze5ApEUGe0XxfwXvpyAYrS7lkwhOUgSwjnYtd5XyLVXPA+bSrI9xhqgC05XwFwKZsBVxAEsWOVwLiWKXHpEWS9gLc3MOMmskeZx4lNXJ7jTc6cmq5MKUXMvQY8jhbj5mrHWdERpGy0Rn3k3dHR8OU+DcZkBFoQLcMJdjoyf4WdAkzH3lfSFdQJtRcQnlVkm1hLmVDaII0OW9lLR9Goutlp8dV2nnUab8d40L5N/h1HfN1lqHiZpvV5p7lc797w44xe00S1NDnr37B9jRX8LnQ7Ve1qP8t+qDbY+uKVrPvi7PAPf/hX/u4q1TDhVQgKSMPhuGWCCOJET8qI6TsMVhSOaRQBuuMAchAXDiHnJgFc20Cic8SgOrMB3tg8jSkOmW4OD47SzjPizbUIfE5emzSuTaQ94m2ATuF3ZdTREbA35N3u+/vr5mo7w74TFJnivr7+/DsRbzLINYgwsK4yyzkB9pfH66rfaSQKxJS3q5VzAnlqzwAdM+wyVfHdGDl1s9OVnTpzrE/fLTlKssWMNEGHGcrX8vGlIJrvQffmi85jYlXynQRTgoO2yzmBtc4lV/lOXcetvm4IA6R0KNTLJR0k7moy/lTE2z3xWJ7SS28HaxU8Zxou/rLgXueMgAFgO46eEF0CiINGWlQbiqDXEMrawLz8mHbWEMyeeag7cwB5Y0kKhqc54QaPYIyuaPby3pnHtsBbTsbes1NdGycdlVidtDydVC7vCdDcTu/vwM0OwA2QO7DuytZr+LRQLHsPjSeDDN710F/5vZxcjIx045nuILDhshFOGU3d496H25kMsVllx00qnwAAIABJREFU1z9xpmswAh3KilgsOq42WzPQ9qY6EAKxGZv5ysaVKraTGgbUieZCp4LYk6/ujvwS97YxnO6Mlbie6PQ34D21395e6bLqN+D9igAjT1x9fgPe+5GZtvL++8AUkj/CqVkwTZHSl4XRPyfiTQdqyv/D+2mADJAcOMSyWgCcwUItKcp9Qdp3A++wraATkON0MGKUffyKNd5tXx/XnfteIYXcu40T4Mc9n+MNK0ad5xh5/GSbyJGLrCSMXnec+m/aRACODkZ+jHuxJDcCleXIrbXbzjZ0EMR2FbOtWBXrjIh4fMgxAe5135lZ2ba4Henm1n9lQyEbujnWPgV4wzEh3ErNwhZxSvV3OFlwbV022im6A29ft+udFlb7pKNGQ5K7+PB78UDo6P6inv/Df/PvLZImPC18aXjvmAOrHxZMQGNPUYyt7rf08yDwPEfuu2O3vgTaAt4H4eJMbwHvpYkxl16oLwAdqeTxE7YxFvW3td3YxVwpFNwyPwrwTq6xEcBcI9q/OzobxvfqhXObbOA+AeEn4I0ofPvcPf9U15zSHwd428BqACiI6yXg3SPeBjQrsNkZWlfgoRhi7fndmrQzJCQQm17zM3voyvRareGey9fmjRL85pnOY2ylA8enDWnkPc21KBIpKdDJ7bjKX96JmJt2JJCIngebWkZiJPDyaC4j7bfgG5ihv1cjfUW3oM9QBOLPOr6ItLVs+qTUJj6rNNv4e4AE+iJDQbBct+I94B10yl08c6sKp9p3x4rq2PGv+xxz4r/PtC1llTpMajPB/I1siLrvHAjpdd6T5OSRJ4DzMmH/ih5cwHdZdS3a0dLJp1Wofu4AvCPg1nfWeTU0cnyBj2korADc+rN40+96+TSBd9B40EhYqIyiU44FD2g5lQwiPBLGUIts5JEvMnyjjtRrja+KP89ZYnjneDb4jDSl+hsQR9vN5zCmy9jiQrTrzxNdviy33YjGM7cR7zRwfxkEvdvV/Cqy/WuIeHuvE2ibhfdWaujzD1m+M1wbPZmGt7P2W8Qbw3JFH7q53J/D/exwWOfv84F3zSSzABqYSgA6dkPPVypl31l/tIm0NEh2lGWv127bZgJ2lozGZmgC33mUl9PCtYlnBFOifETE+Rdle5y1LXAdEWzTvrMf+9FgNNdip3QGIRHxBmos0Mg5NPxz0LHZRaEBkE4OlI0fO08d8faabOyBFVgJa7oll51VHBUp+wmZw84k7PxmQL2xtSDptca78zFVQzgYVup6B3iXTq1xMa2tAS0SQ6dbLOM8XVvp1rbu3K4knZZDaXU6r52JWHemvF9FvP+ZP/n7WZwPYd8JMBTsML3egAGRXhmmZtDNsDJKbGDD1PJIo4iNB+TtiR38DAoiJX2A/TS4FfUKQkjgHZMeqbG6BiLxxmrYbU9AOqJnBuEb4E3iIAHvPkjj1PpvGBL4h4DpGlxsNEUr/L1zvO/Lcvu3jd+0cbb5lYi3y2ZUo7VnRv5GZGQFHzbQHK2sCGZv+yVguUnH91y4ZVfKms+FY4VteffzmhPkumx4/ARWLXjZhniHGz2YCldlpyi3eM1MHWQJIS+w7V0zUSJ4lAqAgr/S06nK0JAFkK/jwfXm/ZMcIsXU7yGirhde4QvTrdOYKruCaUwfD1qLzdYInnV8IFLPqXRyzm3sh1ISPU6eoBzZzHZ6ZNUzOZIoaAUsBphgOVXY3D26p/PnOPhxNyLogB2QPDEVWBbp+4Njyz2q8WY/5Y9e2pmySy89gRuXfcdLmxHNS6/xyl0JP969afSD18gU5AzpNRtgsyV5XQYV3gKYZgSDWVw8Emb9UF+CZ702XKmI9PaQJ1e+UlrkcfH6DFPSvlPRHYlAOUpTJ7kpowRAPC6wss43Xt7BTHbxVGMekr+cZ9C/ziZZaTm6zjpMjevGprOP/bvbM3fp9zPv0daQx5Bd17R1C1A+kyTfa3cMMwVFNy5Nazua3DVvjqWjVk/8vzjpWhtyDm7GwglUbvfiXk57sSahonnnQuH+3cjuXfu3Iv5mrne1/b5GvO+Y4qcF3kMGLo6TsZ9Uk4kSZDCwKMbF57B7iEu+U9afU8a9nMhym8EKA28vkSVop8zn8qHI1rVNhexd3GPkOzMVFUgEkMZO5c7oPRz7sNm0Sa7XkaPJzRnbsBA1Q8gCgesgdAUUY4NYOiLD9arltbKZmPFbO4+HLiCYZnYwdykvGc/XesBSy4zEQ2l3QbaL2xZbBsoB7aTdthcSnZ7WRwo3djnnQLDXuXOcquyS2Z5r3uO814NLXRuZJnf2ySls309/f+qJTBo9ba62X37y4Z/9q/9AdEqDY/FFL0LL00/GwLe2sQxC+Am8Y2IECGyMAGQHwRpsB/jm39/FYfROR7ey17iaQAiwY82ZjgsLYxyOnSAgp07wGDFGzURUILxmXDSjvabuNeBdxKax2Frz14Dc9XXgvVfGNcXnKlZSfVLmTwr2pwPe0XtnFRg4OdWlzUQ38ubfF4yMktuzmJ3tsxQInw28U+aU8Om0tKu8G7clYPvqNTqsbCamvHDquQCBBVIYpblbehPazlRx972pFPZaGHIwslv6MUnr7XK0WVDugDdlRrB+eWgnOIU47jy4zKuNeGamYACOdoVCMc8TeFOoW9HEc3UcINWOP68C7+QNZTD0M8Q7/XQemgoloowrEF9j0n53pnrujv7q479sAqkbV7w+Af7sV47LcF69clTZNS+t1PIkZwbp/axfT9G26OSQF6DrXHZVzTXAJs1zrR3SFNNg4/dzxBvsTVAOnajIiNeSQ3cOo1N8FZwVz8/sky5TogMBvD1fNMZCDpYBdALe8TRulxz72imIGJKDuh09HzMGp7f2ZQBzd2NLY9HpEjkp2pMlecJCbsjTHxN4vwsiviShPunqWdePAbxNF0/8Ou+fDM2bgbkC3t2RtfLgzdroJvt7lb8B73vKnPN161Cy7Lko8l2e2dddoCodLYERVmy0rl2O9iTwnqnmbOyUibnfRtzE8lbjmnUZUEW8CXYRzAh5Lrme8h8gOQC30swhv7lUNtZd47gvp4w7IAEAT/0RoPvbwwkL4I2y2aweQe8gskwjo10KR++3hKh1SGaA6CP7F0A57Cb+doSae1vVD/e78o7kOhoMZbB8yOeo3PgoM4XPhjT4O/ULsWB8yu7aG+qLA9HdQ+eK8MIh0T+mlRp/zefwnpbzrgq7Bd4gj9UitgW5SKNQbe7fMKA7nb8CvPvrH/65v/an+m7rgx2Dv6B5JzGo+N5y5NNrTy+/LPD1GW0KEJ6h7749CDAAuDYSCOD93bdkiCBgbyjQN4OJ9AlGubmxWuxYzpRQGQ1BfEg919rQPHLsuCYCJVHSALkCuq9EvMvQYd1Xn3sFG8S9plrPcq7aUsR9Xfe5rJuGBsO9sMbbZX5qxFtsSQERdUq69H4+GgKn9OK1p0/AexlTLlDMAt42iIY37/T+K6noUDrnVHMrkmJqjhlTU4t15V+VAKeQn2k74OLGo6GEaIwfvSdyOIC3gUKtKQKdBYmnp5f12hscf3utzATeACMbh5TB+BUA/wHLRrSJ4lGdU9Cxxvsw/rnBhXhYv234c257xFsRPc3wBOLkoyYLDLxl5GFWGtvc0mYou/Ywv/WXWQ9GUHWmCTLk0QLwW3+K//a83AGOx4jV3dD5rHtTH+ZZPyu3rePD8byXM0/3T+X/RBfuDNLtPUQ8vFGODCwZXFT0yiKJiMYmzTWBdwPg8RzAu/jTXadRitgI+G05S7uNj+mbB4rVZlTM7hG/y1Ay+PaalpVePvxTXx97qHhjHGSeRMZYfgqgk4FkgGHum+NrKEdsxANdXJklMVYL3UpHZ5Q9+uHqBm29R0tRSNHmuyDiXTJ8r233pV8Bb/Dl1vA8l7dzYmBEPmtMb80f6o7WRmu5PfBe9drsgem3y/edvDEQmO/frRk9jxaU3uWkPNPOjQNhM2e9IqrjLkPXsm6B86bFr9IHXv0JgHd3zLO5HOuouu9EfbJ/GvCGHh1035+HrMTu3+KPjDLTNrLc9v4bGZSQbWX8AedqpCa3Ndp9czVn8MbRkvh7OE9BQQLyC/BWu8I5gLKNwsGP1NWZQSTV7Z3JYbkhfZxHgHGvDu1QDsCsyDd+E4gz2k3wzQ2qmYr+UQ5Tb5wWzeWS3gDf0QzyQK0BXwksM6+03MhZz2VnlS5YbdyN3DrGcIkItdTswp9wPSvbYAXeK01E1mW19QpYk/rOcme3xluU2rBtK7/R4hPwnkucPvyFv/6fyapWi8OIwEiEJ8cDJZDrULcYxylz0SquS/DzDZyLeJGecQDv2LXPwDt2Og/CRMT7AOaZpgk60rb1ANY0vmmEH9FtGcg0InyeHO8va7qt7EGzVMB7+/A64g2B3gzz6DrKuLEzL5Uv3iEDsZxdIQUgVnLnt3cV+93zC/jYlJ3nGae9JSPM7b5T3rDLaJyx12u/S/nzgSdDAM6YKuw0NHPDnTXiDQuxJq39zSlZ52HOilVxXrdX0K1o7+OZHfCWodrYVo4sX9HyBX+lDZ9CyUY9FbSjzFqPCiHuhxvvHZeQfGPQrqhZmhapCNoacBlNGBafHZnZLBZYAt5HZzPqnk4EKtNVmtb8ch5rzD3v3JOBO2hitWryqwx2TOGargqvr9YgwWcrcGFHW5FpKQJTY6c5tsjZEEf7o19tbk9AujE/2t/m3+AnXxetJA3N740u3I6FzBfa2ssGt49kXdR7v9/DKEvjm+1ufdyZkx00dWbsPH+6XoWf+PfnvPApRq2Ntr5Jmw2+0G9MOeSsxy9PS671k7FGI652uhXz5HCEjsUirCjEJ4TAaJg8NuWj6Vm0LHlMYAtyJ49aPsPoUipi8BUi2Da+tLGO9Ve8mpER19t4LMW+ZDseJ3+bRqP5lgPgW/Ayeck0lDyz45GXCWaV5sNuP5XyLi3MAt7Vz5fdaPz4yk7gV+3+uYA3+0Uldg28S4/dTSedrvEZsq1NLWzHqbjjjWscva/yYk0meoOOXBd4TztPDoaf9zixKXeWKOQD05xBftMYsjE0023MYcnQMajlcglebPsk8fDZ9eP9cERjwi0JrkNuht2CSDODHEgPh5M0foeM9tIfrsGO7ymzsYzIG6ApLRyAKMqJ1HEvl9WO57CxGqCL5kZAURinNr5lPViWqxGA/MsMXYFkbILG1HKaJ/FPRK2Jf+J4MO+HA2ANoM53mVl0AHRlEIZFhew2Ld2Lv5lRWBmn3Xaiu/ZkFmv4QzeIFdGmWm5cwLsYsSLRfL3TCoZA4+65XZcb9yCw587Am21wTSjrtBdTEtIWrq2bn5asmNmyqWpPzs6i8wLe1vldR5POOw1/+At/4x9iu7lQeijXBnRnGFgOVSDlqSQqX1IqRRscjjKeQxp5GBgH8P42wDfWRQRTBOiW0R/APUhLCjqG1KA6d+AD8OaC//hgfSiiZC21XKnoENYoi0p9Rn880f59tzkXifJs9D6CxWYEg5DT6F6BwJeMcJ/6NdrQI9xPz+bYqIzlmCaP7Sykfff4mCEhCPSxAVjMyhvrO1XYaaxPabOr1u1jSgo9OztIH+cOzLosLJ7me44XIk7ij90w7eY9Nz0L5QAWKoVz+rvxqG2C3p2Ds6BQfMZk37DD7SkvcPAzI+L4QAkxapdKQ4qJHmEBegiDprDc3lAuXVk2Q72PRY4p1o3Y+Nf+zZqcAnlOjbJSIm/zc1CnQTgESTsGI+a+6e18rjWEfEFJvnonCRi2bTa99kFvIKHouRuMK8Gd11yudPoazalM1X1l/K8yzjKx8VjPftnIO47y+lnWfbVbTwDEO3UXuU3DqrVrytFQR62uuRnK5LVTNswT+toxa7JF04PBJjC4CmSb1/opHXZkgx5aN8F7WO6hUz1ghBRQNp/VmbHdELEBMg36vUyzY6pbK8ga0yeozlkmXQZ7U8PaBPFo3zH4/cx4UtJZkHYagENNy0fm8NKhdpSC/VgGfUnPrEsvpiPtZsLGLeuwV+huV+oTXd+1hAbz621dnpSsj2vl0LkHc/39vofGKq72DTrJnU9sNtrbMj9K3yj1tvXnqordLvZThn/OvLzatSenzOcB71XXT0n7VPfsw/I8zPdr+QorfdoZ14+fos5r3Yzmkk7Zp+u2W3bW2tzpKDm9m8t/+K4dn9ylXHU6vVxymWV04F1AujZ77o5SZSABm0S6eOzXURueIXVc67a9LxZlOUcibT6lsFs/8BAKDqxlJtdhA6zQ6Sg5mWnj3ucm3kDEmqDa53LzJBbJQ2WFMuLNaLftGuIgZhQyUi5s1HSr7WG7Uq+deV3+cmx3H5LUhrYaz3u+z3Uxtb/LO2cdXPIrHBo33Dwy0DrAnjxwKqXJX81y0nlvo9/rWRy7Fn345/+t/+LIXGCEKR7uDMrIGmFLH4QcJBkKMXc0EpxeJ+8PrnENBI4Si+j2t392gG+umWBU4NhCH1vv85zhJBAgZ50jqk3TInWChEcYTeCtM7thNB/Xsas5fTYA3CLGbRSyjcjPB7zPgL5P1OcoFPJUN/oL2G6JYYdCo4QvBbwhEKrmbsz5Ru/v1d/o1TBirs4KZ21x1BIrnsbgK+PwHvC24et5JS/MubgSD9Pb5rVBYO7p9U3gTWM4bneR6EgZgDM8v+f0tQLRHiG1LBqtiDc9xwTgPobDCpUywgCkgMHc5bEb6vsxr7XSiLxFX5pHts+BZUTSD6a29U0OuVyDuowKacDR9WkJe513tfGnAd6m0+co9Xn00nm1Bf2tJ4uz6h54x1tzDXgf5cl/6fFVdU9y6+cC3ujDlwTeafCVsQlehcHpM1zj72/BnxPm4LklOiNKDp2q67n5j4C6jZm+Mzr5o2SP27BSC51LMTcBurs86Qsm5vIjG2LgGzmnAsjBV6byhmtKduTqcMK54NpzZcpilA0jk8ahP64PwPsFB/qVXPX1sDIwUhe67un9T30P/R3O4qe6lvu/x8CbdDcoOTOdJDk/cT7fmYMn8Ps7A7w3S2T6OD31cw+8jYj6TDbgLZl8B7zz5CPJVmIIBQD0fuyabaDbbZuQqpUSruPDQj7jKGM5PlNud+Ady2AZ4XbgIoC40819FDKdDE6Fd1/ZPkpJ6lOa5PqOrF6BbqWI26FEWVHp4QmUseeGI9+xoTQlL/WpMwIFvONJBbvyWMioBwbbIQlbIMzyibWqTLR9ItmJV+6AN9/dBY/SnlPx3ZnIOlfQHeU8Ae/axf6Cq6Wrffdka2fW5ub9Lw28/4V/+786ApEt5cADEYvcVRll2nkjJqlxDW5fQ8GGe6t+pN4dhBvg+9tvAnjHZgNhiLAyeItijXemi9oboxTzY91ZAOxcrwAFHPSrtQ5KS+cGAjIBotH4qu8P626/BPAG8Q4PUp9CG6sVfd177u+U+7uK/y7CPcnrquwvAbzJwormyQDpYDnBgxrlOk+ed43vch2yqxtr/u5r8+z0NSp0VUcy6DDUn57fgaedstqNd0W8z667mRrTgVGsAwVPtNfCsHZUDfWH1zbM7TDqJRDBo/FNyrYLxA9IzSqwHalTXqO6AG95tQnAGakPJZUzQmblcEr5nHvH+1Furgm1waV3456NMIJnenElbZIGMttF3uMjx4pOiW7QH+/GEhaXMzxCjTVeAN7olwmXY5umItq5SIGTjBiUy7c9XMOg3PMon8f4By8IDN3KIzzX1++2Pqj9W/oEHxeIcD+pC64/vSzM/QAhT0btwt9HAb2udyLes4Xmg5umL7dWA0G3TkqZ19f0RjqXdx55Goh0bsGQ1FyCLTvPJfBm2d73wVHE+z6sqazB9X0Q6Tgh5S7UKvrDJj4C3fEL46boiUzEc/XiUUz38eMNE9PgsSwXPfFUEhqnaEmT9fF3bs42HGmvzh3mJLNXVgPyVb369Nxngeu7jgwam3T4xD/vRrxnU3ZR51fH/XMj3q5ntRfKZo37T/Pyaltvp+DBYfcESO/un+XQ2Un+Th+WuoK3b9p+inh/ceBd0eQ+V2wSNyvLz4xKGlALbDsAUMdxMSCQ/HAoA2cd2flpgB67mvOadxRnOnlm4IrH0rYR4I778Q7HkGdtx7JZBA6VUYieSLDluuZDqCamOe4x6ydsFkrEOLmFNkwoYzkdITO9TrvWbccjsPe+5qk8TE038CbWod0QoJs/KTOjNgQgudSHToJmgQH8k4fiv+6EfbZbOZ67z05X9muQ8cPuZJSKdHGScS0AvJMJtmEv+eQm4g3d0MbkFAE/6fjK7JjvovUXdOy2ffgX/53/GjOQSs7z4dRyD0x0OtdI8HU+QmX9Pbba11oJeUmiHyDq7w+gHYYFCPYA3krV4LoKlkHgTSKUPwjrun0udyjdY1/XWlsmAuUzQSqxAZOFsQ6ND3pMp8JDetqN1WiA8yTcnwGZzFOBhasU8y8FvOlMuzOHyaz87DfF6rSR0QJ70R7K7oYTFEtP9x5tI1joLHNvGJ3GehjyPYWXSc8C/QmEGtzZjNMCFG6B91O7+xhfioS6YaNbgsDtmAJw9j93zW7yFAJAPOkMExjz8Y8EcAg6JHopPQuGf4Bf1I8CMnoXwNtAvM6jrHehsBrvm+MMhJOWwPZrQ+kYqOsEAlIIhrGNPlYAbmGkB8BmTFvHOEkuRHlRr4Ep9o2AkqJRzzHlfNr4p5KzM49zOel05RH2rNM+JjebBmJrl1wfr4VITF5AO9QYUcgV8Mbto5lRd8orVNrpvA9g3NGJDyp7IfNN3fFYqgcUVTyajoJWXxH1WQ7NiLeffVb01DtdVPSdu3ud/vtJBj6Bll7mFnjHuFwYq7l7rqIzmVrnkRTNO22yjzG4Sfzn9Yq9fi/TWpaLLAMQvNsveOkLzN2FB8PJth07jbTHuzb7kaFmo808ajoNjQyeohzpG6YWX/PhmJ+YQzjClKFmmUF6pk2Qy8oOJzr5etvk24vct8R0e69jPoWWfjTgPWjsbeAt/Wi5+Spv+LlPBt7DYM2NCSsvd9DoxfQNHV1LEuv5Jz5/n1rWN57kBO8PBawiqN729/AI9G6rb6xXfap7J6PyGpHWdffHHD3Vtb2fxUdhuaq/bQrLB+Jd61bq40opzj2ijAlki9DLRyDmIB22nNSeF2m78DEB774mmBuuOfs2AblAP4A1svkiAk65GMPPSDjxC7GK7B+s3VbgEDYPpJh+NMzdaShMg80qtQ8Vsnm12Rl4kkc0pfzDBtIIRGpDNNw+6kCEO0ZOZ2wrfdynvlC2MtDko1pz5/LIBNZcr8DbbWasm+3htSd9zPsE3vPZJ+CNURv1IDMTcv0c8Q4O6tlqMvOKrmVDXhL6uH9ay/2ZwLuz2H4sigc//Ev/7n+DZzDYUJIiIxibNLo9qPjbBjouUpgkAyGqjThblsU1EpGqcRDv8Tu8I+ExwlneXt8dzNjaQOWuzdSwLixAtSPeAuawpw/lfniAaGjGM81IFgE5qnU5GS/ceFWg9+emYUBnAhoFButG62zCrr4dqH/E1BqD2y4iEyAG/wl4H86VZrSQ6O8tnwW8opbV+bGkFMK4qo9BkK+cgMyof2mLlHSDHKQffZ7G8jUHSm/r6NcYl3eyDqb5e6UEYaw2Tr+aC+6EHHxdiug7A+Spi53yKr5fBGcC8HUXTyvDqGRSQ74fc5WG38W6d6Sy147RvWnlgSWdko0EXkE3dd33KM8qKlJrnfq7vE8l5c1GogSfYe5MCYHjDsxVv4/5OPGYgWvSnHhf31dDdgUAvSy0L3hHOOOO53KMU9YcynnhqUmnI+Ldn9UYu+6dDDnJO8/LIAQ7OlwGZlD0kDR8YxfSlmjcHNPdGvQU8X6SU7u+7a5dge58dhiwvYzOfxjTpldBszI2u23egTd1L8+TtV427+FIG/F3jnEaWOb7MgxheEaqebyjtjBNrxkGUdBmTnbLD2IyQM96Pmoqfmp6L3mB1xYeCKM0dlT38WXBvwLhq+xnNAjRo7F0ae86GDMpR9sr+uWJ5rf3Pyed/GVCJP3455XX+g7xZz37XMKnAO/pjErg5Cwq0dgT0HPrur0wj1v8Ujx+NxJP7Zw7OC/833h+W8dJdqwZKU91zzKX518A3j0ijojxzUDMtnRHKCOFxYld7qFICpxWeskzXIQDE8BCQJnRaVwCzUcAz0tYFQyE3VDgr/a1qQg3iha4ZvXxD6PtsfSVmzxbjspBcDxI7BI//QQLnt1NcEj8Ezb9GqCTTo/r4VCkkKQzEtm7sUkaNzmLD537ThWPZ+t7B9DggUhpP+RjbLwWZaM3lsEa2R9iPyyJ/C4/u965tBk3dn2fc+/nUbro9Yj3jEpfA9QOvEUTIJ3VuPCa+aKda8J1dN1PrK7n1XFAOm502vjT/Q7XiJ95inBP2fDhX/73/luZMexQFMTO+HutXbPq7sZSRbiCU+y9MjOR8IOgv4uo9xHtZlSc6R3cWEbrT4/nuCaTm6phFXcQANLITaxe/0Wijp+PX9Pz4xSyTkyOYn2uUH71/RNg2yrhYNJrg5dMeAa089qrYO6x7RfAu4tGGyk9WgBa+BmAt5nmFhw3Qz3bLo8k6QajnBxa13jplwS8qSJWNWgXRflaz/TiHvoOdS8Vl4H3SYFGXS3CloadBVAD38v6VaXI9laUqGxjqnmx4isFeDyDLR/Ko4y2Qfm2FHpUQINkcWRRm+d8InNL8iHXTIlWrcQMaFlYpXnhfl8vjvfaUpzufIITTT+knEZTqwKYkbDXgDdlHHqnovcbDU1lxO9W5sUzHXhfg33NGBT3ssN769IKhqrvuL4hxwJs1C3Lyh/Q5jpe/dss80tHvK9rXu88Am/xTxFByZLambpFYvygDN15Jm0qdWeS6Xg/SIQR2cl14DmONAr6Lr9eg4hHjpBOlS/d3aLeV5vUJN8MkD7zyXhUjXT3hZ7ochjPH7o81yQG/7bvNRN0qBF4M1UzPp1HSPurfK85CbvCvDHodrzRmo+EAAAgAElEQVS3o4tHnfcb8M5h+w14FwWBPi+FHJl2Ga/BgD828O4CGHr/RPx1ZdHbwTNCEMmHJ+C9pg1nZFtjsmyilU6COOmIWGGxQ7TPDK7BWd82gG0BA6abF2jH6RBYBld73XC5TuwxdSyBPfaZCpBNp2bMFXFJlI/NLaOPnET/gRGiuguZFGDauKTsCQBogHLZGVgOK8B8gG+cxJSiKtLPiXtoZvDoLzsgK009ItLhmOQ9nz5UNrnSzaOIoVR2dNRlGvHfWYG/Arz3IHrQ/UvLGGKgvzzw5sR2nlzpvLd/Bd4rfxbwrr7dA28D9Kr8w7/yN//xMW810C7ULeyNkQkqRcdOpDFCKxmEyfQRe2SDuA9v0vETEW9vVGCGqo1jSMA95RMGWhCfz+8WEbO9JGamp/Gc3/6x4b1Tnu9ee1K2Lu9TgPcrIPvcr9d78Nj2DfCeESSDV0oICZc3jRRCo8+PeF+OtQ0w0UECg2EIAYgxoSYH8ZcMvK+AzEsUcAx6H3HzZLAp1ngO7dqFDZReGO5QcNokBBqX4L3WUXF5yd0aMmsoZqSgCFat8oybs33YzG094qwmaxfXYruSNgTLiYm7MiywGUosN3wTPdSzbWDi/RPwpuHuuaFipEE/efWKXs+bAW7QqhR6BxVbebHhRcvI9Xk7naJVT8CbYzflahtkefoFcvAgQXc6RdpglOMh5u94qPMl1Mau/yzglwy853y8YiDXTuhgAvQRBs/kRxlBxbcyJPV8HeVXANtDbl72Hg9cD86oD+tjtMZ1ewPGq/af2tamK3j/qwkq7ChCuvmQ+zGnYb/iGRqkMDJjLxdFvMGLOEL0LKvjrVhe5ntcZlYSIPnSukoyQMTEKtPmWbPPnvTl4/2fEHh77vrvxnLLn79FvK9G5vXrT7z9aRHv0l135T/VPXuxPJ9g9qKvzY7f0tJMex/gSZJfsmQFWox4O1On5FzJNG5wxpU44WQ3SI+AnTJohSXA4ToRqYA3ATLlWsMceseRcMpB7VfT5V5k4B6gG1HvwChyGjiyDiyj/rqfkE0hg5rDPuQXMufiHjz/3Cy29p0KnSeZFYFFHIssR6NlUawDVwSb9kF87zZMOBtDcErHps0bwo+6PfV+7qc0lMqGBO5kWuK7Jt/Dgu44cXGctPJ37z6tw65yvzzwvnIMpM5sfSxb+MyfLgfnfoPOzk61BUcju8xGL2v78K/+rX+yzEw1bk6YIk8iOjBo/NPWgGcaOrQ010t4978fsKt57BDI48S4IF+MIrue5GyNLJivCPjHj3+ANLS+sym3xucaCPYm/zkZwSu97UzDGwFMe7J99kbi4ijyl940AVftrsAmb7xLd4zwaqTbA3JvKMhaQRs57vHf3PG2DCcaUH399M2ojb7VzuLo98WabJd3v7vzedzcz1zrrHE9Ge1y2nQKOD1zmpcOWEhjfdrO4OY+9Zzzvh+5hevSML0b5Zt7G+CtmW4Os3ofQqR5jadh7zSwLmgJwCM1ewWrs1XsytrpxcNoD7ZTZuWh9lpyOEDxek9jc2/6bxr1vboE1FCE0E4JyP23OZz6zuljmms7nBANN+1xoxS85xSyABD0KFRfpQxPTrk2FhekIDojLYXhjNqXh/klnUwa9A4q1iGfdLtGwE9zlor9TGNZZ1bAsTjLG05G8fuYHN715J4rauPtm/NpYv6bUby5t63w4uLOkPgU4O3iDcCzumHQwh/f9TV4I9/m+sPkmwDfq862wRvPfH+kZ8KRBgBOI5WbNaoOGK/kf0cGOpCYjrX0kwSp44dp6/hAjvBD3iPtWgbk/HXaCeDdnOgYVxiqcmqJTlxepbLX3gyp/61zxZ8+3SDlfAfi5u0kH65Lr89KV78I4B1DbLurG4vT+dF6YceEQUPy0ou84fTST+GXIgs7iAyARH437V5motkMv+5U87NtTba5BklvAW/poPhFdbaujZ1zCG49yY7OAtK5at4JREBfivU7bUqW8FhS90/yRnYDZI6yX52+bbnTgbfXV9NByNRyvOuIOKLZuqay035xsMDPppgiGI9gIJa/Il09OimghCw86a/jau4srkwe5OUe52ozoEDdzN8BwBkBh63vwKDSzJlqTtyCiDfkpDZaw9/Sy3jdtgptimIBBgRsvyA7LVWrdfGOW880dinTTEeYsnrPy6JW8N3KbTqKRbS3BwBdW0gQ6znIecBDLHQxMzFwmh9M2xrBPtH54K+T/Zl9tN51RxyxFg2rrhhl69yVP1uEW+2b2T8n4L2bKl5bI02hEBdFH94q6OwgEEfL4vgwpWoovZxrKbh9f2yXRsXvdZ/ypBwERlbmxmmIeMfB8dqFmPYnCZZp6ST4KwPsrFsmkLru9e7Ok/K9fqcM07syrsD4Ndi7an83Wq77SFFjoQFyWh4uZb0a10/j0O+jjhH5eGVX88ueDVBwB2zAn01p89kyqHbvdnPrnbJpYq5LCb7UfHIM36DV44WZAhpvnwWOxZo43Wuq0jFmRVQ7KZcgjHvl0T6N1YsRoA7yqdiZamZPNb5D0TbaxFho9/SpT4bxDxowjRt8a0O1OaRadpVKzyNuujE/EATUWqze92VDtqaY17JqLrc04vbmY5QfGAGimJWOJ2lEve3amY7nvgedJ7KSpdTp2Kr+XCyfUbRkGZvhQGArd5Sq0m3QXAuDZRxOw/AiDb7BWZ/86BqJ4gY+/uyMa28mA1obRktGjbTp6Tz1YLdsxO8wa6VHiYK3HDFiBks/wYDA+2y0RdsRqQJo54dRruYLSTnUHF4LXYZ8Dqc6QTSiszA6vf5RGwmJj+IZR7xNV0w/5/sh3tGWBO1cD06j+PiBw560vpft5oOz/nzUeT8VrdnWyjHfz42H2esZS5fzzlN/kr/vi7/lh07XdqTmJkmjH3cF/W6s8b7no6v+PwHv0/KbDjKkT3f2g+BMIMxt1eBtAY2kpRnxbhFxPso+ckOyVa74nh2GAPxaW8215aRUOgmPNh334hlu3qz081guBxB9PIsgnp7Fmm3LsJ51S2ejj6PKNiSAr3Ry9pHvYsOzkGNHaJMwl/tOffz6D/ANJz20FHMCb4Nh7R+DLN2PtNsg476WXKJsqd3GKzNo4UkBejaEe2fQxuzvh264ZcF2cz/P/W3TUs3lajMSEEPSc54zS4CNuGtLz7TatXgPYC3kQFzttZWXvIZ7ZuymzbxxVqIXoLsGlhPkr4Nqh5PbOJdMpMNgE+Ge/PvhL/aI9zDUloERc4EgGwKsKEAM+Np4rCf1+d3hoQoQHjubC3hji35CPiEK7jqMgYu0i4NgYw03PeFMKS8FypRhYjlFsuKvAe5eJcd3nntVWS3ELEPZhkEBv3Vyr8p+An/79n854K1R5lhfGC2zDT8H8BY1NauPf56dFmXo/1qAN4SEjcoXCBb2ayMv93MHvBGv0rPmcahA83QIPChAepxLCGndlATiJwPvqD5PTWBbvAbLChy7ONN13iQxFQlms/UVMlYCNa8n3cY4CgQgit3h6SHfoDvLiJe7iWCA2jWjePY4UxGWMU8+51KZHJMBIFegvvOoFEDwdEe7SrGswPuO/zBGwwO5ysrpjNw7Jytltba8g2w4yV33h/NTfaUBcap7dREsXSFguiH44Ug7jcNngKFPkfV3rDmBN/mrZ3FslL3Gb2fQ0GDQRkTN2QR2SD6VIatsEnrfuZ8C+awM3QLmik4iEh5HoSkFdIB/1IMGVIpoygwPBKackpnAb51MXIOByqVmBt5isuPpDrzDEI7dgQW04z0d1dM3UmWKp+sSgHf0CKcZ2Amwy076DXifeOhlw/5M/b8Bb5nk6byag8nvq3G+8sjPBbxDuBTAqHZaBVP+dJ1MvQ3dK5uhy5QEOZZNIYuUKo7MHCIAKPPvvz2c6rnkjfLKZ277b67xDruAxx9vgbfauJ7+QKf+d8gE4lGPq1gKsE0dx/RxwG7sRP7VAbwjWFiZNLXMzM5D6qwjoBi6ZzkK2Wu2bV+UHKrN2SrizfXb0TbRjGTa0RKBdtkcL/HntXMlwWRIaduBjSaL/ozxTK8wtJJ+0Zq7tiAz6vqBHxN4n4CzRNUz8F75M6PXmcUhmoehoxT5dE7tePt47I/+9n/3wpS1idfAxuCdDPn0KCiSfTBQeKa+O9ZPBMPkb+xqLmYBV9uAlLCRIQXvEqLdBN3BBKlcsemAPeJOD2tG7p3185n33kv3PqkwpaheN+LLGXufBrx/GGt6ElDEOpJfMPCGCEgSKsUFZ2OzWmn0/zqA99l58QbxHgNyE0dMYRljhggE/vfvGksKLP7YuwxhZe9yHCchBV3LPmRqP4Ai9kZlo5hhwMdtp5cJ9K/nFgvYjWFh+1zWMGoCEENIKn1sQoFYvAMQIHoHZpCCiz9t0AuIZzpY09xcBiPFG9SmaFxv5nRgnfleOze3l14D3hbpqzxEDxr4htQ9gfHGN+MepiJvy3DYgCg21w+WemFxNHBy88zeN96Q4n5erpFVbNq5kMMG7OX9O0C/GZ83uG/76A54+8G5RvTJ2O4VpHHbLnYAbF7w3gyRGp7G8fEOloT5eB4BeG4wpB2DYfQyNROOORtndhy0TZCWejHl9fzO2USdcmRMyOFlwB2/sZu/0zDtxDoqT2MYdoFPJaAxGh/YDD56x9FukeWHjwT43vytW9xs32/AexLv6xG1M9n/BrzvgPcKXNbRKxn4JAs+N+JNsCvJLd6uSPfK84ZOpWNDLki2w3wgCE5dLjuhlrlQH+deF5AxlEd09h9g+igugnSIhvt92AbMluWGZxHxPrAFrivC3bJ2LOucps4ou9vFrBz+oLZaAWpwqzXcsZbbx9dxXfYRtcY1RsAJtjV42tMi93xBqjlBOJz5KZMMuL1kLXYhh7Ara+T4WkdlBt6SaDr+OJDRSXfnBIKkdrDuGnjXu7T/SidN4HgNvP3O3CS003Qub9LFSdc/JvB2lk06GTROafPaMeaINdpI/vQ72T6QTJ0slLp7Au8WsO7j8OEv/p0C3mVaDuE5pW5uyBUTGdShyVLDccYe2ktwjXTzYJCIdsPLxO+roVEKD3ZueJYCeAch65xubL8fQDwoMNPKqEC9yoQMIAOud2PQYT5nWh5d3pFtCiYZ3OOVl792Ibd76Q54vw/Kg0EvmiaUiqmC5FaUbnqkIA+OewDe/DCap7HeFE+jvt0PMulgV2XUq2enyQI6hyBJp48ahPagHzSbelSF7WiKRenBNZ/XRj6NwrWDyxwMWrjfSbr1dhR65czZzvcY92Wcx1w84AoqQL3jqHeB7/XIsgTe8i7z3VJ6nHONvpTIS0wh+YHAGjyiUqJyAqBeKFSli8H4j5LZcvaRkT9+mlNAF/0809koryBn8n0TUlygkmN0Lr7WKCIajs3WWFPuOCqaiusu13IpbkVqbJbS5t6R8aIzUa5BvzaO6rS6Oz4r+se2lt5cQUSBbPD68SFG6RTS+vkIZhXxHs+xhBrVAtpizJwzRQm2MqS/X+32GOTvznuar9Mz0ZqHLKhbWf8Z0XKMxM042gOfVGvFbyreGk+7HsqQbbd6lAkcYUeU/oYFmhut0bCAXm5R8HjPezhgU6PQ3dr40LIg6wEob/u2AJBTtgCo9/RUEGvJe6yHjLEKHrHc6L+1kWrtz0CnfxnD3QCmIctje7TWUs5ilB1Woe7jGW2cSMd+clnOW+oR0+mtJ/OsK9bZenKD7ud2d3W3xvvubYMly7Ts6ROf68FPAd47o5qRSspyk7fl8V37Jx/5jPjqx5cb27t2TOdYf5Zq7EaapK6lMV8fRcke1pFdgW/L/bUt0nPBVxQABLYXBsGynwPeoUWdejYzXkom0MSXc7sB3q6/Q2ZgGYrer4g0dbQzZXLjM8gNbP3KSHaAb12j099nazPSzTXeshfivmwFgnHJIHTCTsQ5QwxOfYjlsZBJktmQL4E1uNO4HX1xLK33lWL2LYG3s2soY+hIXLLqUHbJt+l0Z1lMI29iCBFz2gjSqtBHBc5Pwc9bfj0HIiCbo8RmN3Q6O9NcgVBWRVruz90BbzhBGu13LtiD8PYElclSl/kIKsXOZNlgHsfMEu36SPZSPLPqPBTEnqU+1ndBiGxnfjf/mq/LxvQYoYTWlQV4x717YGeDCCzZflg8lWsZ4ziQHsxRa725wVqkm3+Tir8ojcKTuw1HOlmc6xlb72tdg3YBpLeaBEkBHEZcgO+n9ldNs5/9xNt7L8x1Ha+AYkwJNpa7/nw54K1Iwl1lsb4+/ot1LAIa0y9GY4j0iJmRsi5v3L6C89FHE+DeR517qXNOnoB3N6No/BfVn8HxvaH/ZKys83XOMtgZ/nOOLVznSF7Rwu79W6J6uAmlJplvQNB3mu4eP3qkLZyc3SIZkIacgdkLraJeVBaM5EcKcyloKNUC+SePrmRP1MalZRTQ9HJ24V2g3Ds8Q3ZluwetxL0uML0AXN0C5RzX4CCcIBTKlNFuZNJuQFxmkEjhr98JDNIeA3/S4dUVlp0OkQrnz9lhVECHwDv62a2wlQeezu3d89DVXDdAosFc9kGgUGkv3/Nj9rG/AxF1tiotu25F4K0sfsOgt9HWe/IAbBYjZ6ydvDPyd01OHo3ZFaoxH8Tz5a2nARvrI0374DrpZhsi+Y6NWRi93DT1eDkdWDCOvQxFEamqnwY0DGwWiDph8CXPOJuN6eaMEB2zCX6xQUoeJT/F307VVCRJQJs2QUW0GS13dgaKg5O5ot2OltsoLlmQvNjkQ98dfDcHr9lPd9T4wj3Jt2VOH177pQDvPEu50foVoJxd6mNr+2+VBWf+f2E0X37kiR9z3fqWOZshv3gxSj/dnezwNEY94k0bc9V53vzwCtv35xHC6HupALQbyLYTTdpSFoB68fiyTlsbpy3R774OO1K98R73cOnLVXnUsPU113hzbTflUK3xDkxBOySauqaU11jQ96BxETiuddbcW8LAG9dDdoQGhmwhEA/hwyPAaFvb8Q6hhJ3FlSkXeETCig5CypU6VpNEUgCcuv6kwgzkRVM+brHoPvTTBKOrzZLkGM6Fts7ZY2Haga6QjF7ti07Qe+DdZdET8O7Wy8Qat9hLzqOd3IM+Ac2enUuLXRtPWPbYNrS9GL0HiGzp4hAp/k75YmcFHmeqR+O3+Z1jd8Iv/9p/+N8vY3wvukCGNQs24HwFA8OG+gw97hbIaDfSy7XGG2fmtY1lWATBszdF4QHxB6Fji30q2ALdBN/BBDgaKCNOFz24MYCo3sfgaFS6AeNuXoKel+Q+PXpXn1fA++XLpxu/AW+R/S3wnsM2158y5biR/QlgraBhAu1XgLdLn5Hvnwp4k2vpNkt2lsTqPBBdr3RwiJQxth6LeFBgb8cXnb8gwJhaBkUbwtPCzjIlFX9t5Kba8TL1aRn1WC+W3tHqk9erAZQDocfmbL2BdhzWO7eK5Ki1HIAFbrusoOI+r7HuzxBUCHDIAUbAQHm77Go+gDfAOGQYAYwB/tlhJCebwe+g4274PckhGhA1bk/OQt43rZA28qN+r/L12il3JYefruP+BhxfGxk2jF4S7Cx+OFeexvHHBt7gimaEJy+D1w7A3LrGNY9KOZcRQiccja3aTRhesgLeUc5hQMPRHkYxIud6R++FUVSOMM6UDRiDYxu4TMU46PhICY/f3iHYPPIBwJkOTl5T2qWAfKaRK52ctoP4S8xshwxSR5VJl0ZwRpk4ODaYAZE0Xq/K5QXQzIhWccD2r1lHOU5qTp8AmQt+BXivbR00P5xCD01fbvdyf2rgzbrvOPydntw/+8sH3gdPXtjB5m/2kGnfCYIz2k2e/m6kdXsjRvN0LFVEeaFjE3gTYPvkI+rfAIJ1bCjkAaaL9jH3grIcoUwJLNH3fsFpSSoj62+yx90FLwGeWA4ITzTwzGUt1J+WK5A/curF+u5Yr225xPRxZt4gMt3kDLLdpNecQh6/AcIXvQkJkz9sb9eNg+aUmVOO9X60l55NHLa+S9zRHRHkCwPvmYrtt7scOvNT8Zfn71ZbjqAjMxDrcwe8o/223/zGIrMG8E5dJ3uJuqzVpeUNaAHUnG8O8JxAfMrEHch+EXj/0X/0P7whlbCaqlo+1gLXkQRROT1SAbx/OHYkxBFix2YJ32pXcxwVgHTzXn1FvLl+IiLeTBkz8K7dTMtTzYPluQHbJ31AO3sBbYG0U0pJkA/KeLbpcyLerypa1nkNvC2I6Ow4/sPOjfz8EiLeT/Pose+GkA0jiLFOVhCog87a172xXEzGNKBG9j8i8KbAv65rJwwx0zeOpaex9P0lDQ2CqBpiRUrJtYjKk3uVbRG42gAd1AdZx3Lo1WbEG/UAeHudmISl+LNH27McyRDzBtSLynG7fQ896mlxVvZtkOw0pFiIM4pfG8E07vt8SNkySofBOBVWGz2VoR/PEdyK9jCkJXsd9VZeAcrsQP1E05AFrPr7LfC28n+mvazrReC90ucxOzA+RiR5ySRY23Lp6Bwj+SoYWl6TUva1Jz56Slv/JQLv3t/kYwDhNfPKui509MI3Qf8Gzl7z3dd0Y4MjGdKxtKztNAxjTpEsgq6N4YdNUhs4hvF7fMfyDAJs8oMMYmWPONXcwJoOezrjsbQDUStnxMncVcQbRrR4Jo1rGd3eNAlOGhnq3tchdYyY6Y42p64+pZI+iJWedWJZdCXzniTUZwHvtI+eatnf/3mB93WQ49N6c/3WLx54B+9dLJ2pEw0IuglyzNPKasNGZKGZy6lGm5/ZMvGh3q3MNOj03DviDLwJvp2Zxrr946Ut3muCYJ3LYSri3YA49LSd8JwnZ0ZU1kuAZ8oXuKotayRjoNLaMlY6ACVLjEVwXyC9pY/jiDDLKDv6II+oz5jIw7+7hkt7SVdXE2EF1j8IeIdknHI9v3sM2wPkwRUUpk103IrSXgHenuMqusq1bJpHT64NFS3p4uvAmzT3KcA7I94zo8zAe7Efy75NJ4Py8JeMFI3xGY+9CLz/9b/7P65m5c06E5mFGLIgFq5VbrucZ8fsWSHQRsQ7GOab46D6dpzYD99+cw28kb55nN3t9RNI86B32kA7focCBRjHgfRno/ZJuNoLYq+Hn1diHL/aWEgngZE2bxcAP9d/AoEg/xtL/pUuvAgEyJtmchfcK+h/B/fxWa8BzWosMEQb0+HgMevjvxuJdX7WJ05z9zSXo4IE4ujxDoh2pL16HYcMS5KxkQ1h2sq8pzN5VGtQLoD07H++UPWjzpmefz9ur4KUHV8scHpxiEmhWkCRrPIDeoHwNrirm9WeqSjIV2QvR58JxbmWexyzBH0clchzrtqdPcLN4VRelGFYD961QaDMlpbqVs5Cd4fGBUEIPfLgiYXnapcGg/LOE/Gov5N2JDlJRGZL0VQBDhv5lil8V+lnAMtN7oi36QgV77YIOdev8rOu6abbhK/PNOqeqs62Xn3ME3l/MejQUdeO3+eiWtltjPjwMCs8ZlmZxlPN5dTU2Gho9PRGEi2Xji93Ou+dNd5hZHXGCLl5JVw4a5OwNprhLOy3UYHxmL+eDQPxg6ID63OMapMfDZJpGCNVVXqw1ug6ZT0Mau04HOnqAvV5dJTXeOpUgh/CEsr2hv2gNG8AZ8m84w872T2/mR6eESnyRoJjvswsOUW7zT+ISpGTEdHi0hDVGyUoq4nRLhrkpEMvZ0NFKB/8I7owf5/4YaF+fjnRwqDDySP9drQ9o5Vdpg05fcWvHu4s044DjAjl95f+7OgUtBW0dJNqfhVc6LoNdmEboKelMV+ibwSVdx9or+sHmggn6yf3lfzy29Cn9bkak3xC0cx8vYMv6L+NA0KCkuurtf7X62SDKpzmrXXUtoO7U5tO7HXjRW/WGktZEGDTfHsDtZIj1K998zSMn2gDDjzLDpRR7WSdzpBrYylS/ihwbXkCJ3Z8Sb7nd26WRl6n8KH8sZMPmbQI6pHn+eOjjJn1lcBZS1ycvh47nxugSwAUMM/5XYM6VR5nsihEf9kWnfI+bSnOc8WZYl6LqExHnZ7WZQqdLvekvNJiFL7SVg9U9GcTODd5wwACG8h22jHray6bvFXPiD+y3y5gz6Msmu5H058rtR7e6tU2C2Ap8YUtnN14nnn7LBM+/KUT8J7G2H7wn4E3mR3HiSnV/Ltv4qD6Osd7B7wxvEevYhO1At7hSfL6ijXlHM/pp0ec9q0+E9UyCXqpC9id6XkSgncg8ehQH1H376p9u/rms+/qSNoLNnbUmk1FaRgokwEkb3tWnjqmD6PAUxfuld8ApJsB6Ip12sJPTpW37o+mX7+7tnkC8Ms5HGNzd4a4y7hqA4zDpoKfgPX5/mv8fKKxoahN8/BQLjQh3NIMhX1fLKpaTSJkGGMpECl8sVEGZGlFyHxO8SrsrFhaJA0l8LM+q6st4k1U3ntv4O31ZWpHGooluGMs1tkRXzT6SqXcq8B9buDm3Un9XClqOXtisNesbq5TPf77qDVolnux8UvSU4AL0Q03ThyG/+m7UnpbO+94ausoG0CCwuPsAT6XS7BTn5VByU51rZwammPNd3d+5DhM4HsSWyEXz2XXQK6ccQekUX+f+zTKJnfV93729lz/d/XWcl43jOprjbC713niChzZwOBmRbGGu6JYKwA/6g4DOfR6A99OC8VpJmlc26HVGPT400auFm/ndx4jemRkqX95MkBGq9d5o3HNPRVoIBfjlEjmySgVCaNc8trJeZ1HlSnrbswvqBIOgijvLGff0kkq65pSgkxZB2yILsPuXrq4t+jaF8H7u9XsaUsOnc8E3rm2Vo26cny82+a7528j2njxvej6LZieduPDHDmNmAQCoZBd6Tp0V6fXTTvK7ddr13FvcFa6D8UjTS0kRQBs/g0AL10eDjpmvxxR6XC6KWtmAu9YtlI7kFfTAdrlAGQGrepHnZRHdSKSTFLZuXC+eSmKADEGxCA7wDTks3clJ2+BjhzxxspYDOsAACAASURBVP4qECjSwXFP8gUAWOCdLyIy7j2nUp9T8bLsdPBJi4Ranrbi+I5ZDBU15n9udsj7ZQPxPm2Z/nkC3qDiR1rr+ib+HsC7VTgdbDNi3bMsq22OincQbiC+/vY47HDc5GXzCPciWPkDvoDR7yvdGDQeUxq23zPw3suED3/89/6nNoob43i2XgRESuJk+8OvQU0mglgzRuCNDdWOY8Vih3NEwbHe+4h4w/PuD9d4PwFveLMBzPn7ayk+erA3DdYle0v8xNWggWSPh6+Y4h1DByPa6TQ85jdtvG593bkV2Lv5WgZFUOG2DZwTA2/avaYNiI9tBOtdQ2M2dTEGUOf6xFtAoL8asu+OMGZFenc3/xiF27I2wrRFzbZArLV1B5x/DuA90Gh5GqHypKBC8MR/UEIBlqlk9uDkbJhaQaP7wRfBd5IHx1YnuLwYDW1jEN47njmYaz1ebMFRfF/leJi5y2q9t6aSS6nbiIiI91FAV0Ze6wo+JKbNz95hNJnNMrKW7iT46LSHx+hlX7x3wIoH8NaRIgbe8MwngOV8RM0G3hMUYq5EyzRcY9MY9+feUXbigVNk2PP9ijE6gffKQ3s5XGP6+U66Ful/k7dPMmyMwx2YXui/8dQsc35/B3jPd6eBcgXMe2QAxlNspgZgbcdUixwgnbTWWuLkktD1znTTGszczLB7dCXmQbdtbTU2LNQJJlafXitpANrpApRu2WPwHcB9o0PIL7VBa3xfDWamqEaBkV5YjgEdQ2gdoLJxtq+MdYoy3rj6nXLoweie+tCLwX4s4N1pYfLcuzZHp7v+LrOZwpkzDN8uQy8M/2W+RSt9LHcmjeX/E099mfuvyLqmK+4AzjE8S8DmEQy1FN4L4O15wN4mLfLHaHfsuRRAtoBvRaO51hpAG05ygZR0/nCzszj6S7CbevdITQ8ZEI67PIrQEXLRQGS28X5znKuvuT68YQRo89CLkfkWNod0oPfGcVYIMYLXYHu5qnRaguuwhRnQo9NUlgv0qHSSnv0e349HALwrpbzzeZcBnGXlPzU+ZyZa1cVb4/SYC2IEx0Chl82RvNXmtFFYAu+VBzsgIT7pvDOB9yILZE/1Oibw7qnmXxJ4b/HaG3LEyxRnOVcnREyZ1wM/xnVXcrGuXwDvv/wf/8/rLMy1dzcSadUb7cgQR0wj4n2kk3OtxqGIv/kGwJu7mscmLATebKSAHYxKrtP6+uMfZGrHhw/H2XlKHwvitZf566+PdeDt+gmtLe0v5vblJ4VSRLeCzZKDHL7LcqYAjWd3GuJB8j+18zXFcTZw9+8JeKud5U3mHF2Bx3cBaa/7pOg3BtNdH3c7Rq/lvx/5/f0G3nO0ZWg3+sU51foe0zXXHa0liL91cVEE1KQE3+HwAkMp1Rygd42aroLTKXImVkfPk8MTfGcUgEic12Vs9LbWmjICDW4ys5aHdWaHYQElg/9lzMjL5jZeO1oIvj/gaEZJLSv++I6/IQwJHhr59gj2IQkzehdrzIw08EoCgFXmJCBo6bJoQctm2TvXoviKDCzzi/lbOM4z/YJoWmkD49GUyx54t2JHtPF9OfTLAN5zoCZoJ4hogKUZHS8Mcj6yOLNuDHrXB1rmWX/gBwLoclzlsT5a2x26/Vs42Qm+XR83SwpHlmg7W0SdUseF8W9unNoi3pYRFzS4zLsMZhvkOxBsh1X8RnQdxrVBM43xAN71HE1MGulsfPTEm7z2OrI/wYc2ttXf2RYPw4nOmxMnZl3LaPH4NBanffDEAzt6+V0E3k/Ru3f45vnZLwe8Jxh6sv96xLt2BmeL7Zgm4KatynOwKU/4t7NaQpmFLogXveSk7pmX+dvrsxWZRiSRDnGoxbD7IRN89FdPK1fZSmO3TOm6Hdcgag6ZAb5szuDQnYpoJ+ANfgV/kud8nenkdeoRjhlExDsi2gTlKD3e1/eoC8tToEi9i3n82ZeGsTJi51244awra0NIyxnqd8/NE40htgHnSM1lgkA5U6qMinh/DvC+3GuC1MQG+RP2W9MpPyrwlh1nmp48MvVlTzWv5sp+kz3Yx39xcItv+v3liMwxcY/A+4///v8ygPcbqDAeFYoEWYORg1MkgI7vucY7wDaAt6LfAN+MfNNzVYQL4H0QeKWah/cqQDiVY0a7D4ZJ4I013kw1u/2ot7lKU9/vXnvaUIeDPIYxZ/acau4dm5+YjPdnyx6A/qlQCyzfKIa/rl91aHrdghoHXrF8zlZ2YzlaPilr9dQs1T8B79uxgh20jtOKASYoeHHkL9ZXP60nWw3AtW3vOgi4CZXnbAUkGPcxpjuj7ol+XxuNPfAGHaiF98beCq5WYBobfp0kV7vQFAgq1C4J9r7CoAhjIeaZ8qQwSYvMmUftqW9e9qxMSi3PLw7gvXC3o+UC7c2YqZXfZXzE9FAPTfnA7ye543VhnvN4BulxDXAJJ3IXc4JhkoGMguAGrVnNSnpFABgC0fgtGdHQPYwXeOZRwYlEnvYeqJ5dyMVeIoyW1TFGI4gPPQLv0bpbep+yAsZa9e8JsDy1ZfL3OxHv1/hQRtdi67wwxif2un/nZKjRkk4QjRRybJokx1dGtSPyHZstaT+Xw9Hu9aMZ9TocVn1eE/CKFr3GMnc5t44WTcQCD3DUcBoswNc8IKdM6bDSf11uMa29ZJSj62AB7Z1ANihdQtYQr4GnvGac17lxkzZJDDlAZmrgfuWrTlsd3IsLDqtKz0tGdQfKE+3c0fUO1J308Y2D5qnulZY+L+JtMcgsoJVvz1LqOW32qe3v3d+n9V6VsTg6gi6WiMywKeXgdVnn+Qm9x4i00C+ddMf/uRGZHNjMOBA4xlpp7sFEZzSdOqYtgl/yucE62hD87j0b4j0AbM6t4DfK4YaprGOWW2XbtojKySOu33NK51YFjsJfjXwxr9k+7jnaDd3lNHMoOj7nyHa+A+AdvNqdbgbiUIDkd+wnEHUf7cPX0rtn/VQyhPdUhiaOdde1rlqvWGwNNKw2A4GtcVc55FjdXsaf5Ca7lR8CVkudVf/2e66j2z1BQG8B7+ZKXvvJwEsHsP677+ezYv61v2fgrOUJLlePz/HlyG2CtMOv5uWQO/5ex/g8Dx/++D/5X9/X2llTaJMm/MDYURzBd1RO4K0jRr75M3nBqbQDeHsDBZRiTShvNyLe4KLDY/V1bLQWnit6r3xW5wK825qu3WA00jor7ZtRsGF6Vebd8WBmMRMIdxR+Z8hXRt6tmbzv6z5C9WRgJtsu2qx5HDXLnWMXw2EwM8bhBnjTnqnK3s0KOBnEc1BOqbD3o1Zi59zut4D36PfZoFrbMWmtA+948um4sT3wnjT0St/nM9fA209+UeC9VF/AGyKxeXvxWESljp8UzD7+YXmORgXlTBkWPr6sV9cNhCjzvJ6Ksg1e6p4GF99RtwwYGT49SlBjRCke7VmEtCLgvkfwe5S7RLwpQby+PIGLr9jot5j5OOQNgDx5uXaGjpb0yK+/2QDRCImHJw98nnNnGCsCN68C7ycwPDhsyKG2aVV2cWfCSyJcOLp2PPDE6ycOm8b1kFmgkzaVO8D0Kmc/vTuBN6MstjwqWoW1nYp82TiHvtf6Tme3dR4wz0Dew+kStrFc77gk2pSj3W0xGA4AivWf4zOBa193vZOLfc5cp+WvKSB2gba9cXY2GZQbFJCObVhXP9ifcBhwNY706NB5Cx2Pe1GoHQ4UYSSEndEI2fFAp0/z/0sG3pib3zHgHXz9VZP9sPO6GDplt8wsrAIVBt+pD7GGugHrrv/CTscmZrWMxMAdx4bpnjdQ4ykFEbm2A4V/I11c5cLGhbygAy7u2UFXx4OxPjvzLNfS3ml9D77/+HVFmgmWKbd5HCDlCI/vIld/lCPMO40XD4czLIA013hTBBF4m7984oEdO7F2mx/uy1L61ktZqrGTb/bnzZ+dhndyu2cqpMwSPSS4DLtDY/6kA14B3r2MO1mgnIl6/IsA7wresq1yLsghYF0CMdDAM50CXUGu46xFEpSZbawK0N87zrApqD6U9NcZLo/y9d/4B//bOyhwzOkwULQGBL0CIcyI95/heDGnnH2v6LePEUoDN5RdrO+KKLY2Nvn48Z8+0sG+zhRz7lx6rHL8OtZ669kRodwRIAzpppTwPQZRo3CKvGGA7z+5wP94EMUM1xUYNUc5xuZ5yCuaHIXGD9/RStgn3mqMsEmxlrETHXtqyXJ/Auf2PsZwcd+dx+0OmOHVPi+v91DCc9JiK0CG3DtF3j37+wK8twJXc/5k2J3Hj6KqfzovrnzXgTbfmB7EFawGS1VKKs4RzYpsoBZ5TWB94oG2CQyOQhqdWY2HEr47JRF86yNT1j5E+twKvCE+W21LumFbiO728kzQzndtg5goXA96w1Z3gwZL+zHo6SyDeAIb2M9+NZ+y7W1kLFNeZrK7pR+MbFjl2tipog1ueOUdWpyOrZODD/24bttTXRP87ZTHMm4U6jT8hnE9gfu8/6Tc76bi6d3T/WwbiYrRL26YhKOEbIjHOd4w4gt8++/ci8H6MfUQHUAeh/gDjnUsnQjmr3mOMYG9biPfe0JMoBnUedpb40wrfYzAE3PCwkZXVO3KiOZ6cQODqsO0lu/BuO8R7zVDLwG5GuX5t4MiI3oekuZsPBnTczzG96f5/w14vyzI2oOfHvGOQm6PrdTyDuvCzDSBbqRTjGxFpzJOIbADWLxZDuc6NQSgLjc+87It2u7kY679jjJhtwN4R0aZl5qI95vOZL0qw1kxOIosoI+i4pYn8IZbj1EYku47n/gUAsr977W+38DbukxbzGA+CLS5DBWZKNBxzB5E+W2tdS0FIX/6O1RotKPtJ8C6KmrN74sUWb4XSPczJdCmc/OK4k7AGxCCIDNtjgQhz3R7khVD7zzJkqXdaEXRPZfeNetrswabAJmf8xh46bHtNlsBLfAj2W+euQTOs186hWu3TGcb4e44Dt2qiY6/vrrBcY/y9a/8p//7E/Z6nkk/kdGf8NYp4h2pZt/HOm+mmmPtFxj9uB73AojLg1bA+yBsAW9E+JBSfgDv43ixrw+g7V1GkXJu4C0me2qsB8SKxd9D6GGKn1D2pgIbyHle3AZ4F9vhYJCnZlbqbUu9oVjKhLPHMkjZeyOSHr73+vs0NiejdHTzLs2aRk99dg6Quw4/RdzuQP9rA1lPfQ7wLuNyX+sEBl8i4j1rehqrpNVhrPn6VSTyfhzPwLs//znAG5QjTxWEOhiyiA+0Dv3uNti7L8U12VGpdvAmDw+ulQWMiJaq3kG3jR8rGIME72cBtYON4eSKSCBBhuxCG90Ahj57V7fAW8/3sa11rrrq9NsGfHrEEQrNEERGUNEEpdC751WvtKH5uiAYzhNBCbpzAhHntPRdf6/osZd3loEPwPth87QnYH7JWw1gXj1Dujn36knJvyvfTOPLe4sRE3zjNaJHk7BRqlNN60xvGu76QVS8+A5UpHktJ5BoS0a3wWzqbDmIwgBydM2AI3WHeCnbLsO415VybOjp3qZ8X+nnTBKpVHLcz3aWE6vKqGsG3namR1vyfHEWpOJW46PGRYLCRn+k1cLApVyzfIHbLmUce7Dr93Z+P4VIXnyn6FPgK2T0xiC/mxf3JZ2Rv9KI9xWvAnQ3QHKiRQFvzrUzrgy2+W4dCVbAN3VPWybCc7PJv6hTPJp0FLuQK70ctjl2F689HQC6Gz/HnNSO5V5+wghs2PhMQSedwh0g0CjhDqdbppEnCA/gXLzB3cibLsBNO7sijbwDYILnjwbeWJd9OPEkPouvCMTTMSZb27uaM4p+RM+7vhzLSaKFr2Yhek67g+SJ5jGGklNJOzBvLoD3Czx5cvB+IeDNZF4DZTZkx+fLRrUdpCOjysBb72d5G+A9x2HI/qkvvRTjdF1tuF3TjbJ/VODtwruG92CW8bwDMmZkUPgxCwGumWp+bKIWqeUA3mvEG+tEBLw5aUHpYdgxiu21GV8j2l3AGxHvY2M17mgePxEd33isN4S4NWA2BisIZ/P+FpvbQO5MYsNCZXDMpocohopCZZ+4MJSxgHcx4Z2n4DBQbNwv0akXuHP3CIzwdqMNDi7PdO4+eHfNjFkfZb+QFEDGVrkGk/l9tu0CRL4yEp3WwQEPZd1FCx7fHWOIXTfboC9t6YpooTF+uTK6Zp+vgPhtW1vdOx55ZVzXZxjhlLg9cd7ifEweM8eUdxzKVeu8q3x5vQPIoRIafunlnB2QYVhGi9YbuYUuI4oaEXEaP5RpNKQEMj/4TFJGC7wxTUoYGAVx3YY0lSujXWwz/kX/aDClNE6nlQCp6DPTsCZNHTc6vLSxDkAQMvROjjY+daTvyZnEdq/C4J4P2nw2Ok7eFiiv+Z2ABdS/JUHybwH31UywHLoWVhzapoCHLKBT7vr+/T02+Qq8ewx/DKB9x6/nejVq5kMZ7lw2JlBw3MujhILXhjNLPU2573HrMssOduev0Dm7gk3v0JySA7wVBh9BCWJYDeDv+nk3niv4XekSc5WR7tXwp7+KdMCU9+Nv8WHYLjXPfk9R/5x/RtYWekD2XwF6Aiit6wXNlRHDd+/o8G7Gz/c+h+b6UjzvaN7LO5V9SqvW8PX+tCgkB3kfzpgg47bXTc6+NzpJfZevRR+/MuDcEiFMZs3hZvyh2KwDHI12xJO6oju6CGCoHzG+5sHj6C9ukCjHmQB0nZFt4OxMLQHvBrSDH73JYh5B1nh8bk4ahi3j77bXpNMMsjGXdcpArMmedlbwklPMAxCDp+KCN1FLcCwuiOsoUxjCcjqWpXmplZzL6eCjtCCQNu+2bBbz4uowfN0e7E6xq2O+PF9U8atFtFCFeESjmo75V/j0BLyDvZp6nmXc82e0oC37wSSzVaRmGDZK2hUN533K6nxSIJv18affTweEdIk1rR05TxlhVa5qHPzGcrI5otj27GLDYOHQp4mJGO9zxNtGSYeBHgh29ckwMIT87gDcEeHGxgptp9Pvv2XE2zuc587mMaBRhVPNzTSHokrgraPDdsAbzPgA8HJcd8J9DmPYzJuhfVU+70AgitMaVPzp9akXdZ2bxIh3Ae+7lM3atOoJ8L1EQZSG+egyDs3QaLT7UrEckzVlZ0mzvSilC3L3D2MOg2v9fGr/d+T0VNZnAe/pgLgB3tHDd7ytHpE9/557etdPG5YTuLw+4Rtmy1k7l9q9jSloJQhtkCfdHcSzRogJvOOTIKKvzV4EKpVQr4O7shKon1oNK79fpTFcEQCDYclTg5Sezp6vS406kj5AvdvPlvCYs/UzIsHig1in2j8fALwZ1Sbr+TdBaW0As7zF8ZOcMiBBSl/w7nS65at7gfwMvPt6c2bDOCuiGzA7ensqu294NikN797okCvd53bMzdTObbmX130+Jr8+GkRvMN+TDFsouhn8dX2k1WIfF+5i3KNfcUYw1nQHMKBXicC40x3Syk2DZXTT6V4ZIJybIEBeI5/JmFPDWEVF58K2SD015xXtKPCypaWwdxrYXcZN7eGvlV49j5aTeE/gkBG0sqPMO5RjGBhAAoNn02T2P4o67scMZLDDQAFeMBTS6jjbbE+k8ooB/1SG778FvGW478rumWbzHO++vneh3VfsvHwhBOanG9N34xFjAODddE2npbg+dyO/ck4QYNN5mzICNE9nFx1eoA7cRtmnpSB2kHENNpaKJBhnO+FExjKSWgMOnvM99QfZopFSbh0JHtQa8HjG0Z/kF/FUjyTLgQXKbVkmKYwtl8UjEWyjMysi24xokwWk9KCTgkuYIRvBPCqvqlscIhtKsiX5kvZo14eeOuq+mu0nWVr6tTl829x5jopfuK/MHQ+u92K+jjmyPHhiTMlgPzY10i2APfHnA/DWoAUJkMZ3EW22pBxFK+1qVpvtZj6S7G/2WrfF3tWX8/nlRITJu3DRXMuKR5r4kz/9P8bbpqh+WQIJl9o0HdRBAiQh1uJz+rcQ8T6OE+MZn8ff33zLCLhSzLHeO1JRdAxJdlzA+0OmikRKeUS3/wBrvD/Gjuf4fUTBI9UcZ3oz8n2PvJuHUJwzvUozndqjcGOLgUniPoW/ngyCS+7sApcCNsvDu/KdtEogUqM4lW0ioAe/0k/OR7MU14FHRsNPRwPcdWww8M5T1h/5nLKnMf0e8C7wsEuHjy4aZDzJpFfuPzJVl8pDGL70bhfqD8D7SQlc1devr89U5XcgYwJvezZfGT+Q9h3A2SidDryf6oh1ZCt4oor1B1GX0nLLLpynshXBznXh8uBetiFAfwPeJS8r+uB1sUxt6m3ju5mS3s8PUoVwCGD9HlP5EsXg/tpPt/E0jwqFzzWFsWurAfUEn173fALeAt3TAVTjw/VwZXxwHs401+gOgm8DvKtDi+GzzsUTyOix/mhIOHu7rhv3e+GtH8vlxu8LXzVw1cfjiX6v+O5dQ+Kunic5NN89G3or8Kah6E1TGU0jAKfTCksrklzlYNf4QD43I9z04Yj3GaxwPwds/hRlL040Gf1yXvG4QOrf0/gJlM0Uw3XKY9Jh4SwbwBW7md6m3LTh3iPeVOZMM48/2wZPKJ88zHvxT9xvvBJxBfFbPAETYzBq8q9lgUD8KRvtgQh/A95PXPrm/YNWJ7BOHjRtCrA6MtdpljKfn3XJBq863RvBLAFotxDAeklPD97kMX8A2+JT/k23bvJv8A9+AtQrmwu2ffFUOqoHmOwyD3SqwJhptBxK2klcNgFpXzwntopnmQnOCx/jeGEAYK3JPr4H/1iWe8M0OoXDgVfYAO+oHPMT2oJlmaU/nP4+zLlT4PFVSqAjrZwh/b0Tvz2kf++A96vtWAFl0M4KAT8ZeKOYkMeFO0DD6jX/IvCOvzCT6GcfkzMwT7rvctxthqeVoP5JPz7JtCdHx2ol9K0uzyNvXHw1Jx/+5E//z3XUU5CPiHcuNjQnaOBgjID1BbxDG/DdYO5vjvTy2LwhzvP8No4Tw07mh2l8RMI78PaaLTBcMAaO99DmCADXAt5Y0y3gDTB+PIOjx5RSMi3G0fP0Etqwa8LCRmV/ZTWNGyJq3o5K6ZypYfLWD+9keD77x6nm/WoauALepmkcaQDBSHL96mHh9ffdKCy5hepRUu/SA+eCMFsj56tz7fOVE2NXzQTetxuNqIDefiuxnx1422hqnTwbjjFyg+30/Gnt7APwBueJ/7qCuDOs7wA1y+szOw3K6pjBliXFuZ/XBHULvGN0TorndUJdgRRlk+kdcukd4I23pzd/P3eoRHtbcPlMzLLb3dSPlAQjF6tMybWziBRAo9QgpuJRGqEUDvqG58YY+dVhOTjifRXcYSma1WagsH+k3G481d9zvs9GzG6nab6V8XeWrXTymCv3yiRhgOL2nGq93WTzHnjPPRXOZZdRyHs2IuZ18uUKjEZsYc7LtPBUecq2aSCN77OtV9+vnW7XJbwCvGMsgqa5h4sjaAK+MrCoQgi8Kba8sz5nOR00h/OdzvTaNJH3j++65qOKEG1rY0EjjACcwLzWvzaXG59RBsrdWKHsaKco8aRrkkc03w0sxJUIFMTvr6TUKPtIh9Z7vBQvOprGiLcBP/guHGMoh+WxWSvPF3+R1jLNnUW/DBownB7T10VvDWMXW+IRcIvk2pyvfJETt5kOyhI0Jfo9Us25lc25oU/G9lpRFHwj219lMD3nujH0HNATOMi+hr6IJ/zbDl+9x2wR9tCbERPAtPYqkOVN0NIZDn7wUqeDP4/vBN4RlY6ottZ0q325XATp43QEw3nlbC3ND8A5IvnWP+p4B7UgOh7VV06hmD/RPsCzl4LZWWVZ0OSlskWSBkALAt6BAbSDKPpsmaIUdoBw1Ed5k4B/4TXrBaWaN1k0p/3OtronkWjAnr7eBd6dR+goOZ/yMNvimk92/LDrdwA2TYn2rB1EthWy3KAVsWIC75BfoBtmQvATmRg1Hr7vdywv8rd0hx2p4Hi9/qMDb8kuSxiK02tZ8UQjH/7kH/5fy9u1zqRflkDCJYHLTWohI97xLFMFYsOVbw6AfYS14YXLiDfSYQ4B8G0cLxapaXUUAWr4EYG3ifGVzbvQXXdJfwbjdoHqR+B1aWMSfaj0Csxa8sErsh1COGSWhK1fLmK/Z/G8+0N4+vRBxeVQcR0vlnR67Bwxey3tfVefjTDfm2VfKdA1/XTvSBim9tvdfQKqs8AOnqeQ84YgfblBf386IOTmrSm8MM5BhxxEO4XxzpUAeKdPZRCuhs1aBo3d1tCdHbT241WDDor91Yevp9f8GE/AaDBbKGIGz3jcG99DOURfHQlYa6BBxf/5N9ZeKrWv5o8y0UPkdXKLsyIK1ns+49SRQrQL7ZbHWKDcxtVJWebzGLxFRcCxea0z8GYqFStQUBb/KZBA+uoGVR+bBFHtmchO8sf3eR55zW+uTz0uLU4dtXlxTsmYyjLdwAsyYD09awuDnk8zVfya1u4U6jNPjXKhL2ZbwMFL6zvwXmfyopM3l132c1vvyg5eb455EiboxutM64xvgV+QIScQEMPZFTHaNobjb+nQoIEArD11n8b7VwdwEIAziGvniZ8AXTzrZR3Bl22usU4VoGTlkclLlqvR9rPOkz2APowxo+dFSzfivvZlCFki4G15vYwB9HQH5SzHFSy7LAt8dJ4i/xh400Q0SS2OL439nGn2f3V4vCN+p33j9b1RTz9RwvUu430BvEG3At6wido6XJSrsd735VU+kZ376uMPz3XbLfoImdozPxzFdp+P21yzb15hVDr+854hca+fkhH3THbYR0kBLQIRg3nRN/jgeCa4wOnjyM5iurl1FmM7Ws7RHGgGNzNDRLEgkVw5W0s31OlERe8DeOdeCaRzkrtoV+O80GA+o3Xc8b3Z36gbkW6mm3+MVHPwCvdJ6MyaekhlmkfSzh+M7ch13X9aPrRxuNzQDmilycvToyDTUuCgj4sdovo6f7/x7uZq+wi5RAa+MgAAIABJREFU+yT7p5jZ5lCt6w5ywg9batrs8tS05ftZnIA57RzbmOpJ6h0+vXMY9LG7whCvsvtCD+bni5evMwD5wgG8/++cQZBmfBsAjY/22C8FORm+tA11b9yIZ7nei6nmkf4SEW+lmiMCHrucE3g7NcYdS+B9pJYj3eMw1r4+zvGOVHNGt0MpM80ca78RBT+Y+ybSMQ0NKv9nY97glz2lcjUhZrqK6aAXB+VKYjgZuWuW3nbqupBZFdl7TLwYdjmPIlRN16uEN5+bToE7o9SkcVWXx9b3p/LeMU0vM+biqg6at89z/eo4PHqzulNqCNACFXsieBd475TDDoD3vr1qdJ+fs4KBkDiB+t6W3N/ggsfsdX5pzDGGnz9/ziKxMWPBZ1pDm2yIg+EN0+7qlkppUQCoF0Xhqt2Vah5vbBWlFImBO49kWTcuKeNnBQw7h5w3X6Jdx95WT+rQrL3CKvCd4wTjlktdJti+B6TxvHegdcSOMw8FdUzMIdFTHPeNoZCxs3h0bJA1yplr2G/lOo2v/KTVyCtPEe8d3V/x1l0z6MjhT3dQ7MRUB94v8cvNQ44SpZxVI59k2lrkO8CbjijPIeg30vuP/5Z0TxnOjPKS92LjVK/35CWO1fcHvRigwKRDQK52UI9nzSfyVqH5ACxxT51Zl4T4HbydJJflqP5XMrE8Vgac3jUZ9r7KIbEhdzwBhunFeMNOoJwb2RRwnG3WlOcYiadAzT29V7TW5/p63tcd3J/Eb8GAs3PiSwBv9u1oU5htGLoVPP3cwBtgKeanyapOK3Tu8CztTp/5vJ1I6QQKDvHZ2wLecgjXHgplCwKoHfdjT6XIJM2j+4KW7aRFGjnt7e8UAefu5DznO9eNx2SDp1h+RFPTkUyJRRIXwcJtSsImLUOka+f+cABFmrf3ApFOJQ3Hs8ED5PMuD0zLKXeiTH9BGa7Lm6gpos2GaYM01o10cy3vgPw27aCpCWTk/l0daDEdxZcrwOacs777j8eRsuXUt/HylwPeRR/LTuIjm7BHnU2bbhJNksbdMR4EerpeEpU0jhdyLxi/S5tH/3qdt3lZdWC/DmUMkkl63dWX3p6OEz4XeE9ZeAXUbSdyl42NwxWscE8TH/7qf/7/dpkpkMgBqE9XV534VuO7It7xPI8JY6o5hUGkmscab28A8f0BygOM3wFvbJxwAOs/OID3x/jRem78NvDGhmtONX/gAfHJ0umLV9Br2poLa50AiYlkjLWjsScv+QuV4xHV3Zv3RFxrVyANL+ZRPPIkM/rb0wB+GJel3RrLq9k5jeko+zfgzZG7Eg47RjdAmmP+JBT8/PpcpWBxLgpAzbmBATLoagv2X6U9COD14Vf70Ps+j/vLIqciGkLz3tguQA0xIB6hQdPjEXpOa+gi3e80LzGqx+U6Fkbr6/SglWDuGssKAWJWJcUXuINwbfR2qtDe5NEWg3hHvZeWHnqhA8UJwO/4m/RoA6m7AALuFjCnMiMoEQpbaP809+8AbxhtXYfBkqhmXxy/WDxxHd2YRtgV/5mPqVUbwLEhuCOMeFbzdXcs49X49+s70PYeP70JvMNAbUNMp9O62zjoKFNDaYTHcrMeobWhThxhY7Y2GYxrBhwRcRdTINXc1YtbyB/KTDG9p5HY+KGvZcW8KfvlaZzRlnAwRN+hyI+4mwah+CfOKe/RPZF84hpmhxjMyOOVACXvtcZwn5v4kE59FBKPY1qdXsQcjQ8l99jenqpOO+jqg7nobVhKpcGd49/WBvuV1bDH5G6r+qUB7yvDnO3XvAYVSg4H8Dbd1lGUdqDiwXIYaVdyRq2P/4Kedd8A2WXByoPeiHXYh62NLFKdrEFCh2PKeiP0y3dxZFjQKHhmRryJcjs/7SYkbPCk5QDOcPKQzmA3I9ocslyp5vguHZC0aVBMLEG5T5pfLFc2KT91n3s+2bHrByxLAOrtENBNyM+QNQbhuB5ZYCGTmOmxt6deNVhY0dlWfyHi5g7crfGGyqrRCPo4O/JXoNrH7p2It22OHPis+x54O7sw7aGYvwTWyoLCqPMn+aHjTtGgRjPH81OB96UAu7jRaeBk4x7v3J3j/aRPF+BdMC2GexKJp24K6vpOWqA5ET8BqAN4I+INgRA/sc6bqebfH6nmCbxlkEJgaX3XBxwhdphksb77WM/98TjL++v4fiiXYHpei2cc8a4ezLFMWzqEQvNoT8dEiUwqG3wPYttMTnrCdG+qiyvgzQ0F+udcekYMPaRZx3gXwviKcihQlk9PETxu3YuC2a7ghCpt3l1F5drw3fr5O0agjdJo7eLhvmFmPNKXEPT2PCUD3bblwXu1TuXeA5bPYGJDs+wmjYJ/na9rmn6lzU8pLxjli/5twXKr9CrDBMDbz2kKJ20s63Q3ZLqOwfHtAXivpt9+ZJIGRcbJY6epWC9sp+rUwGhj/F88Un+HIVIphCHEsTHUdGTFXDRlw4h3WxrSDDOv+WMdpWQX6yQUsta3Zqqi202N2iIj1SG3Szkka5GKVtJsAfHsjZQxBTR+TGvrOzTO2g9AA/UAPnlPYGAK3vF9odtFSLnVg8cW4H1vXN0q1AA2t6+fJSYidfo88qHo60mpc8z2PCBzkwYyR9lDvL50248BvKMEreH2jstYPuYU7wG8kU7IaWULgi4y1bToILLauvziOs6vtKuy+ez43dcJih+Y6s57BIbk6S4nando3QNP8il/OlDCzalsL3RvpuMKlMKYJ6ZojivReRsH1isrRLoA4wTHRDmnuvOrz/S6xtvO0qMAEeZpj4UYexMLHlObwH884gmiotED/mz9xv12YV04Qhsjx79FUl3ICrzj4Z1VIrpQ3Ugj7jSq/j2I8j1T9KtLwOnhcTscJH8xJ6YRAEeOLGS1NxoECC+nUTot8rr1AncmNzjG+3gvquhHUzbHE1LNjwAXThjQ8s1j5MNZhKi1aJvAWzuVR6aInsUsoa0ESbSTK8I9ASyAt9dqA3gra8ky7esGvIOu4pjgALjkem4yCFtIJ2OkjpB8bvN7mtcE5qyXOgLwmeaV9dIGeAN0w8nHCng02YVJ1kjgJbnbnj8Db3LKS59b4F02huXFArwlo5Lnkk71NIioWnHaXM3Pg9eGZdVkoB2WQFSNFyCCwQoN/JsP0qHENniK81nZSSlimrz1eF4C72Z78f05Tvcjv5rBUwFaR7CMuHsHvEGDXUCpODqMjv/+2n/5/7xICazwLvozz6aL9PIA3tzFN9Z7H6Db67oPIRFAPNaA/xA7m3fj8WDQ3Kk8AHYoYADsA3hrF/NgNv5NUB7g3Gs0L4dXCg73pwLVS3PNMAZZBGLGu/R0vsRR8VApFkyOtNpTOteu+HtQcJCeHkj20Wy/1ofPgatrP2+G/GLUVsJ/V+i50HrvGPPJDK/OVzeOzXV3RLYuRlqevOzHSHnNl0YEbr6fIGkDngvorI19dSyfvb5UdpdWfty5AfX91qttOs+rdEjj56f9G04uxRPjveGZpimdA+y0rek179F2GlSUecsHepnKYpGHesiGEO7ZUYnHpWBgJNWHOnJNwfVdtE/3aNzRMUA+7e0qY8HwJa5MmTjZobfDYGMabqAcE8FHlArHE+IiIXMNDm1EaQ0+Ugfbu+kg9XN9PsDzSTUw8qZC7LP9RIdP908bTM6Bafy848+n8l8VWcvYbl7q64B3z9JA2H9AB03xkJaK1kBPLdNiR8u9Tqx3RqppRf/tfN9txhdZAoTux3RuslVI88EjoulmPPZjlugYKAeYzwQv8qfh2B0I02mexuBoh4E3QQ+1L6KAjaZrdK2b2njLQEvK1RgRDNMBEQVOeplHAeb4mXf0u9aQN5AS46l58Pyg/OP/hUfE/71tr9KlaSHHzWDPBUj2XZXn9sTv6bTaGbLYuPaSkp9afX1Wr9vf1zuHTKcaP7fEm5T1I5P6meYcF8nq4zfAEOgmli3h3wTc3P/DdMmZwY7pAt7fKNV8WS+OZRbkW9N0BMYCsLG55Hbuh4C/cnDSXWnHjyPXjnhr3TQ2RAbdQnhzfTW+i171HlPTyfOoN5Ya4fuaLn4nC6fMpxkS5bQskaxH67qTYL3vAu1byzo7vUFbbQ73PDv15D0tPdrbWkaQbPAAOKeOLvBcYJezWPZEln0H6o+HljXdIOfVHlgBsM+nr+f68wv4Vh9pb7jMNWMQbd70/YlT+d5qtz2N+VNApdPfZGmeAHPTKmMNA27TYtBo0PlffxN4PwK9NkdY132Abex0Gp64iHDHd6XCBCjn5mteX0KEC+Wis7uDmblzeUs1x1FiHXgfDB/A+2aNd9/4DOyexvYqJBlBXay1jbNhMW9foYl6Bq92oRZtoQB4x9x3gTxw5OITClMe3BNRnqLuuzI+B3iXwb4TJs+D9jl1t+FO7pBxc8st+1aRAe+4bLz3AJa3tVx52j/RcHCk6BVD/pVnukBcNx9pUZVNx34K4H0S1sRtl5+VMufc0gB6/bPSKQ2m89sz44O7kI4HZbTl+rxNOcv6vma0hpLZbUhII4vphKdPO7d1t24wn08ZIgAhoHU3RpNb0rjpTiz/HQ8fjY+hw3rYMNQOQdxpGHSk6JtlXsp7zXcaSH2TnSHLHWHpbQfk74AIAP5aqN7xy3ztNIVDNvSI7h2vvE6PO9l3fvtXC7yPiYmTudPhGHPXBtljmAZf8iPpq7SsnQPkd4ON+s1CF+ANwFNjuTjChrEIZ4RAt9/oKdfrXJ/ljYGE36UKIpj5KJDidPJu9zAdv6jQ68u9BrqcG5R7xTM96qjrwVfRj0i/bYQNdl2cW7z5ih75UsCb4c3eqD3D/iTAW84CnlGss+VJPfSjClQj1bwt76mx0O7ifVmQlioVDTIC7uVDBvIh20PnxIG0EdziSUGH3a3MAlB8AHlln8TyhywzyvM6VUWK1WwANtOSXZVwiiZAPmgkdusHGQWwrWUhdD4eP4pw554dkRJu2gEpS3ceMpEOo3UO7+gJHAMSaE7YeP8oi6RBJ24C/JGKVEsyQq2Ifqc61vdUUyelsL6w8beksHgCgZHR0D878HkNSEkD/AzgrevLuz8H8AYPdNr7MYD3atlNB9K04THrY45rDuR4FkmmGzpp4OCPB4jS6Zf02BzMf+Mf/X93NupCDKD1m6cncX33Pddw4wxvrPEm8MZxBwHEj/Tzb477C/COSnROd2yu4vO6v4rN1bDGm2u5nWruqPdTxLsbvjTtOKLTyDbwXgZt9Lkr99MAPV2AUFgL/OoQFmeY+lQQ70vEbR/ukQnOzcqUjzUM0PcoPFbRUVT9WNHugbuevV9gHKH0qZ9fM/AGjXyCs+FurK4U5DubG1IQNTH3ZhtvlfIlaGJ9M8C9HukVT7wDvEmnCQQOMttVv0bhL7hdgHbuedHnwmmKjrR0ZUaxsgJ/r53COr4OUCBxnL6oqBxAuncdtUZSmZIdkiKVEn/BVldTkNeX+T4KwfJAGUCQzxWNiBEFQPU61RazjnfSCCOxL2tgO7jwOMaaw2VMrVxlxOEeHAAocHl2obsHOjtTQhiGa5bIKzywo/VXePrWQQAndVkOO56+6t6nRLyX8RYhph7tBkkzUHyc2DIBcL6w3aB9gI6bibCRGYYf39IPdb/Tza0bzSNdXxogxYaJVt0uawHmE3w73V3X5x4TmXthp+udbQUxE8YDAwMGM6cgwbAGc92tnFZcdwsCJ3WD5hmFiWAHgLnTcFUXRq3L6vbeNC5d5jJn7cuvCXh7+8NdXxi1q7WqJKt1eUVmUxz3uNRHm6XFozq9ooPv3MQsaFa0HXVzY7PjXcnm2DupR7yRfRT0HXa2j+ltmRaInIf8bxzgPjEwQx3m8+VFGNqUzNay7msfBgBwAO9jlLQxmo+uYyRbmRkkCFRhoG1gjgxVEVZuAmip2wDOdvxDlOqGaRj1AHgL5IQuyI3UuMTU+mBmJqGZTa/s6pw2S3/GDpb12jVDn2zpLwS8d3Y+5WS1bNa9gPKgzSHH+ssdzLquys44vwv6bpFu0HMD4ba1rrDFe5hjnbW+o7tpouvkOyxLcSsLIGj8+K/ojCR9F97p75KfvIyHbfzw4wJvnt0dgiNANjZX8xrv2M38uyPifQDvWANugxKtegDeBONr1PsJeE/3xNWg57rPZhE9pSTsmPTyGiZsTdxy9P1ToOG97cfUIpBIepveABWbaOudV2/p8y51+uWXRal3BtU7gx5y/zMm8QwoPeq7GaNx7Q/JqM/Sxbs5XnNGm4Z5sc/Qc51+3wS1T9VcA+87aqzoCkZkjMts87tt6M/DBrppyuneuPApEW8rpCsyewl4H+32mag2yNZ+FUBOhQSdSsWKyEYnSSk4bqDjqJ6pMd5hpAWvt02PcOTMKerP9x3ly7XosBGXSqlY5oQ0GVTzr4fEMiYJmnodeJOekcoYhp99AqLrKbOTPgWkV3qN0mNNIOuWak0nUBpzupt7Eej5DvKeljTsaZhG7gqYSsHv3nnVSXXFl/syfznAOwaf0YBmNGufl55qDtAZ0ddwdEWnDOBvFCeoyHYnwHcBb29imMDaqel4pYzV5EUbjFkOy7azqnaSFk+Yp2R4Oj1eTaoMlbb/w5XcQxdPGwgoute5TWNpHnPUD4GHGD9teAUajBRflRkUGBuxgccAqLwRFgad0MwgRo0Uh+q+HEoC8lf9wMhGBo5B4GKEr+N+VQbofI4FFcjplduId9INAVl+oqi4AvryQ2vQwuCBEWwIQTlytGyyrZGus7AJmLvzgTQoZ6eP9KIw53NRuteH41qA/Vo+ZFAViy+QWRrp5hHYQno6aZgyGyFw/m0aiU4q3dvAJEGxeI1Lf7RWG5uYEYDTEaqIt4B3RL3pFJKME+BO/s49C/SMngNpy2FEcEN5PwFhn1zIfPUtAZEcCGijnEdoi2RLT6HeAe9bB57adGdKcalKfe5AYweweKM5Wvi1yurOdZfe9X8MhNzPSVu9jLmZ2tW47uoB9Qy7fdZdR+Sxzb0cH+WY7db9KpP88+MA786/1B39s2RKaX6XB/SFNESaLAC/lj3f8/40fSNTPiNd/z7w7o2/z6n32d2IeCvVPNLLIRjiSIMj9TyAd6TI9CNHfgrgvRvgZVI2wNsGkBnszgN2V/5k0Ke2fPJ9zPF+jl4CF6eU6TfTv8fO+BExeP3zZl3bgltUVZ7daZy+0p5puJeS3vVHFk4y7QqCwyNL/puM6+9fot+v9Or5maexes/QpzL2Z/fuO/6Bu7Zd3fs0oPQwThdZIaVI2G8v+WBp10I7gLeNjp3C20W6UeLwarvVcZ0Rk5VWvRaxzlteDcK1bprJNBgV5UkQsiranN9mg6xK1k8MuYTJ50s91tw9x5EeuOxyPYxvP+u0Wn/vRhYhLzcBcj2stMc7aIjbLjRInnR1r3pv6CbZAEhI1Tdjdbz6qU6qO/78qVPNe5dMD31uadxUtHW7xtsgIRJrX3Tiei+CojqtdRX9ZhRQa2bNS9nGxZYmj3SA7TXf/brvw4mWvKn32vcShi3zRBc7hEzoN3DlTs7ZSHTZkTWAPhHN1NFK5XJK+kPUO4D5/8/em/7emmXnQe+da7o1V3W1LRFw2m63e7CNISJAJEaHQQmIEGH4iBLCJESEIGDgC2JGIARCjArwn0TiUxS7HceJ7e6uqu6urm5X19Q13LrzvcV+nmetvdde736Hc87v3qrq7nPr1O+c8+55r732etZae20CquYV4u7FAubz/cmFUQd0ruxYWgEEraYCibElKh9bWTpaqgayI1ZeAt4WysuLnF3xVblOq7QViwl0PiWFQaUXWvKMHzpwMECsfgRADQUnvCUYd8D5rHsWmZt59b7o4x21eAUWbM1Bd3JFB52T7oK7evXOIAFZUGH/0ZQoULLoCr/e3VvD6Yow0YK7g9e/pAUozJriTMTW3L0ZdcRAS5s7c+8mY5OSpz7z+VVBhkd7QLtEHg64UaHHOsB1lFIWaFZ9PXZ7gj3bss0cIu8LRy+3O4Nc51N5f49rogO81ZDmu1B/VjrKAyM5ovKlwWBGbJAVBF5uU0zGNTJXGDjwXqovxtwYzetePh/HKZeTlThVLojTk+WBWEgA3ZFOga2WbhhpyiAryOT+uucdArwVjzC/ukNProRmIgHu5mp+B67mtIDD2u2u57pejBmhGcYiKAyebuYWPA2bByKaK7p5Eb7s3He8Umz1jLdtOksLdjRRSQEqxtCLauvFpU2yS7yHj5ySv8tr82NCgLSe4EB7GpHne61ReTiAIGIdOmu6/9UD2P35WspOYA3XIB1alhZRfGFc5mJ3611w4QTdRETpQG12ptvXUQ9QD23rw0z/U+ANMujna6411nO/u7jNz5x+vCRQm0Buv178exfQx9YyVnVeXqRSA+Sj8sADuivHolBYG4o2mLXb0rt1p94PG+pQcyzIW8dzKIlYqYO1k0FF6LoL2rqPtXlONKCtxALIeJ4EObqNmwBIEbOV4d2M5bIsA+J1o5xZG5UT542PefmG3d/jLUE2v/YqqbbWY3z+U+DdCCwquriO3EW8fM5WMIkpbtU0C6avM/vrgeVIdQ7wbd+tZ3TNwqVWtLPBi5YflO2Kqdl+FCmmKZtRdrzHm0uAVklszXOwI+Ai9+FmPTbgguN9Brzzbsi1gnwOwIZU3NqIqyEdwq7xubV1kK3vFYynTFlmzcC7BwQCeq4ANHNz5Vk90Bafowu4AW8A63ZUh+rW6o4OAIJz1jGgmqzdDrSTFdvK7IC3KVBJn/TOcIoACYW6Ob9qNrmJaRDl8WBXfTovxZzRCwJKTZtH6zG9jtxDoqS/UBVjsniTh5BcHHi7skYUwnVlsnfjzWoPqc81m52w3fh0nco4J5kouu9BCWBtkiN9WxOj7JXHr9Ltehm53E8SeMc9n9Sc5Ij14GlSGsVXVpzHOAWiMRFbln0cdOf6+rJR1zIuOAR4exvyPoibseIQDIE3+rGwx6N1mb/Q72pl669t8DKhjKoLspT3j/6r/9khaKhkXbZ4Z8kPTMijmsvVvFi4wxlvuJoDiOPMChmTj46d4SbwJuhGcDVENNc93tC61jPeuHIMYPz8pfWo5guDurSO1+5KrWezVpkA4wMNX3uOGy/lzRr8UQXcTFh3E3CdgL3ufQTdg4rDgHMG3huDNeNcZwlAT2vLHuDdxhzD3gPvzq3pp8CbMz0HCYEr8fk6veT8MfXSs4dp8c6t3+1qbst2tD5dSI1lxXNMDLRDgcNqD0g8asC9bRR+g+sjBEFZTVwAxUQ48O4t4s1lctsCrr5ERcIceOfxytaHOqfBeiErdQsgWQWoLrJtozUH0whORXEs0FgVHu1Ht+r0YHVOlALe7fc8b0u0WIVS67g29ryzqNwHAbwZHqtbZL0yogns4x2GIn9JVOmqAkxZ8nJU81iKj1GbL6t7YPH2edFAYCxkndu3f4l846wxivMOQa9arQfdp6EAdGdnbRsgU2JfpwLd9h2gicoxE1LtHG+1jNr53f78Yyuvb0YT2VxkalNpvTUpT6C4jYBcy7FuBLB9TWhsg2Ir5NE82Tlwizyd1wUBu58TNx7mbZ6vgQJJXSln4zWij/jbrAw/h94qCSCz5cz55sA78LXoBm59cHdzzaNf8WVzyhgZBhww1+41Qfam30ULdqe28dZ2xMEVLr5mzIJela4tmBrANj1DbW05/609NRAe15amzRQnBMkC1gTg9rsDa8S9aAHOGt9hoGPzGnBaqnEAeI2XlUV3c/EUUmcF3D3/5SPyOv8dTESGDLYdioEw8ZEjJvw4X5koqva359UjHpoL8NsyBkt+10+RJ/34Ae85lqi0ZhN2DPDeiqezl8+v8Qo/dpD5UZYx5m7hhqCcpYb9Ej/tusfbaN0WRG3mbuBN1D+zeCdXW7N8eOl3cbbbznjzHu8cXK2AcH/uZ1C4MB142zluXCUWgXc9410ANyKe7wXeG7I8m81+boD0JeCdNRhL50yXgHfMv5R3CXgv1+1Cr029b/y71C17RmyNJ/WVrGm+xlx0F7/bl+iQ+zmDqGb7R6ijCdoS4IIQ5MPVnfGOq8YScOebzZjVceqY7xuOs0i1ZzPrmd1y3w4raw5Gcn9GgGcG985qqMN8c1YHa6tfzyZ8p4SNsiC39YWoXKe4HjpE8N2NgzVmSWBBffW+VgiNHfC2+jlGkpJrVF0/L8g8fMBn2QKuJjfBVsKVt9A/jI+fLLr9UWZrgqGEPHhK8QMLFzhrrw7gYRerLpRBQVYyxHOG8yi7DtS9DpV/P51F3wLeGXTGs6oOcPo1ww5Zn2PdcwvM3jXU6mmjtFj3kFGUeQwTRA+HMM/tfuwUqK9OvehXVrAAAjgv2n/Rnny0oILIdARqjZflvXYLeLcmVmmyW89UVg3onaDL91anRDszrqMeyhfPlTNOQiqP1nRf61zvBkgCO4h3hMe+z+afyiWNsbI3YK3fA/CmV4jPhVz+wwrqQDnBGMvs6YfB2fA2ZVRWBuTv3qUqsNcKe8Y84uUilPEaNybg3ECJwpZLvudj62exgyKEt0Cgd6BrpgWfbF4JNSjlpLuw63yhDFOguAttVZaacakqWqCEAZg2K3a1YJOdGj9l3eXMNvISeJuV20B+I0wbiKp0bXNJYI3ree0Igc+71p2OFSg1rNiwWLdBxVzKWmx8x6zcAu127MDXL2nCj9HZvBjfminYWKb4WiBOZgK9x1gINdbH2iIPz0Yxmjj9ETR1CsfW5b0GtaWmZN6/ZqjqQaquY2T/637qtfiemfZOoxMSJ6cn8Fp/ZkWI1tsrt3PZtTwqy212Kn4wHm7Vd/2Jaezzsuw/k8q64T0L4A2Ld3uJ9jhkYVAinccGMDZGJee254py46gu8Cy5djQi87KyxdtdkKKgyKGxcvuNbOuMt4A3GMf94nJ+z1zNoTHmHYK4TsyAeY0AyUXiFm25lY+Ad+dyvsPina9XmglANg+AVdYZAAAgAElEQVR54Y4w0hL43WtRGwHvOMZrPOakurFINtWGy7UPN8C1xqbFfswiquyHm9HOylIyxe04JPPoSMW87o5lGPPLqXpmPl+Ax/VoX65T5mtfDX2qtfqyYD+fj97itlV/vIYpp93b70WvkrwxbzVm7fmCh8NQsUaC8h3YNuHEl0jJYSH0a6pt0k2AChadtAQilbu1JoLv3C0JhIVvWzAgbwvbEN3UYXnv2tgAhi/DDMjHQ5hBub6bs3jN8nEF3vrJhTVPUK+LMUGvnV2MwNsDTbXAPLFNS6AWZwgFIedAmG1NAV1m/TSAE4XTmqbK0y6gWl1Gn3kN7AXeKr/xomHdQeCe0YErHCGUmKDoihlZ5AI4NcAZFSmzvRcCeg7yBCHf7wX29ehgIRkA9niQeR8Ya6GXkbrurQUiEgpryiQqnCrQykKqLVwD3d11fabkiluSg3Ja0asQbfeR2xjGtV/vKB/sa3U+XShGUwwgcfXAKjmiO0sjxVQ7403aDsGqBLwkduItDO/uxwJlmrJ+TSzxZQcGZE8s284U27xTsePgD/Xa9648A3I+tSMlBKFCADgzHmTg2n93wqg0XcFzcw93V3HybdA9rNIYlwg+yu+6qcLAUQHsSA+5WIHQFA29BqwEBWAdidiYjllMGas115awgwZ3v++ALo1YBrDNo0RjbFyLwlF5+5VeYTX4ef56dMeCq2maEOyyeU24Esef4W8L1JaPNfTfY57oFRIXJmkuMyK0I+1pi8YuC97mRUTFUlwvGO+98sOMLyYBtdFA4BmWqT2zPS3QJccjeatFmqp8oPIFCvYsOQap9jqOdy3vz43H9RDb03nRBl5V2zmYN/9JSsRDZPOVwuxR3he7AJ2ufMy0Y+sBRNbJ9Vam00QrG+u9rNkqKzalk3jieJOptPaP/YX/vPWa82dYPuSLxNwXl5pIzUoTHHmOm2e8AbxxpvuW7hi0uwYJxOl6Lobk3ASNi1ZtnO3GGe8L7mqOM+DFCg5LNy3eBs7BsJdk5ixcDIG3DboWuc6nVP6WaKMbB+9yGusK4tfykjqbYqMSdyhr5nYZaW9n3W1e+sZsBZTYJvP9KU4B3vtrGaUcLaW1ErcBMktMRIA7MrMQKPmjJTyfzgSf1q/t3MduItsl9wBQ3VyWaDPwzueI8vOtdn9mgPfCQG4Cb+ML/GN8qPIG+9AEycZzh9RPgQ/z1cfj6NIaYNIVOdHm4Bu6GiRgLldbHg8qc66rcoJlO1rruScEgGZcvo+iLgGT8LwTXsbAW+2OtNZ4mjg3BEK119dfS621DTwcRTkHCy0a7pLyLSiICD64Y3dl1XG1fcSSVBDuwEVza2fFPG3oF9eAgSF+MN4xFwJsRNL6y2sojm29W9caOwbtS+u5WbzdIhuj8Z8V8HbXWJ8njZuCQcXXgwTeM3AXBORmpQy0HxuGtOZ+7MqqdsNA2IdJ/m4Nb0G5urWoRVQ9SGxBax2yKI+honKzgt4DDuqhzasWh/1kf91lOK4vA9oAK+0ecJUjIVO8X5Zw3fWsaqIQ0+rqJs++NJuc5ritKa9D686L1DVRoSRfK7YSIxvx8dFYYbCVT58dDGOuWmCzuFbquXyerTZrdD2fbUcXANi6M95WiSmh7t0vcnCdP13tpSjkCDLcA2/SAmc08EMdJa/jWsfcxsqBb70KToyDChNdy1e+wxshnNmWQgVrCbylKU5UT1S2tO8+AagfRjGPih7nVHPkc2WKFOORLltnnul5OC8BiIm0jaZH8kWSrUfoXLQZd4DIV1vLt45xbsmv+fmPH/Bue3Td06Hm7tbTQAE5WvBagVgFi09JRSsy5VLG+V6Wj1UZvyrt7nY4iga9HVutFI/rI+FLtnD5gvSO2BVYSpbemJh4dmrsuX/8L/4X7bfyqd4pnfbcoaCY3XeprW0vuMa4RRvAG0AbAdbIbPBOwDuCYT/Dff4iNHbF1RzA+4LOeEODh98uXdJ3gPCt68S2NBA+wNWyXxgaiQtrNE9QHkQnvDRmblHbEgyqm0nI73mPqdvbjWYqsuryYthqW+zqFuNZXUGf6ENtlvtfdUmtsIweeHOMbSJn4DswDyzOse52f+sOSXkM49pbfqaHswTea21YqmfLApjLfCgW74WO7ALellfbXXt53tl6TO7puermku7crilPBMx7ANGUoTEdvJXMOmPA28+8VksRhFDniawqgG82CpbCVlfnok5ehSy+XtfAd99DtbddRdZuDugtb8hV16CtzQoWqmXPrXZ9HbyKDPkl+bqMagKCg2PLU4VNZmCdyuZ33BrPqIAClqcmbBwKvPN8r69HE7i9qUPQnja0WsGnC3hH69Coz3GdfMxrA5a5S7Z4rx47s4PKonspt+KrC6wGq6dd+SQLaqPruPYU5dvO8tZyBRaxpurd0QlAepm+btaAtwuCsbkOat0bpOuHA+/yNx7HkOTZQLZHRFf4trZGuOJtLajcfgIiMHbA1uYRF2VZRG1zcecaSme8o2Glszb7OHEsnY+p5xwH81jgANtxmcrHSj1kqZaOVmnwLXc79zPfzGv8rHpAIJ8Ukn4PdztuIIs3gXd5372r89uNZ4pfdtdfMTiTKf3IQ/SZ7uEEluIrHci0+dK8IA2uY3QQovKaNdAVG6a47OrSNCswWwCwDMQ3BkdtPlxR1vKNFDNLvMrn4lA5Jit9eqvnQps35Pwt+fcU4C3ibPus7sbWaqnALQA4KY18BTcAGy3ekX46Hsh8iVlZPV6f1cx0La94Vragn+uDziTleccS518MQ+7BZzFzxIqxb7GclqYH3pU2Eyfy32fe3pYuX0EX5U2X6ytus3XiZc3G7J/4CwF4o4KywCNw884uuXB0E5jcBg4F3uRyXOByNZclewS8AbbxPhx4ry3gDrAuAG/kj5OulaGthKRs/CWSdoZxM8DiC+wBAW81sV9o3oZDgPeqxLKxvrSgDwG/OwrcnWTMaJazbwFvc7OL5xwNeI8UJZHmtoF3lgrnDHJ3t0GOR2gM95TfC0vbOdSO1rcti/dWiWv9WrOGb5WbNfGb6VMCd+E8NN9a+hn1At+ljXpPfU0gdQ+jttFrfaoUBxFzQdWtQxBAxVVk7DYBMwq2gWwdwDc5oYFubEgSMiQY+0Yvq6msf3yRdDQS/rEKJLXzqrQFSXEB27I7SMDPBAK14GYENOHVDUHzcfXDI1YAATXKi+tWtO4/uTCMX5mbwm/ZZ4mzW3RURhZGaXbe1utmftevV5CuOnyYBegz71imirwec95NF3mbC9GLj7PmNVu8XaiMrUG6CJZcyQAEUb0O6nlhja/Ahgd7Wu7b2pN8u8AMWGd2uzak2Pdr3/NaMuUTaNjGiNZuA9PR9dzb28bOrd5aWx5HQUDeAiCWQrF3y5LOCtoNBeW3SNuBzLuV4jxEEr+tiejyb4uEtCciNwNns2a2o3mIel5+x5zZmpgJsqRPKZcqbRtlR9mLR0msvrpKYW0n8DbAyfPH4WV1sj3sjvET403OX7rzrF0wNYtRAe9MP/dt/Ky6iBN4m0dQOHLjz6uHQgTh4JHm0cn5xZtB2WytYD7hah6AFteUOIgPO0Ze92kTPBt/wZjA6oy09EbQ+vA9yK+B879V4cfpRD6d/26TEW98aEBc4BrKj7SHNwbX8bp+bfceKiwhKGv6Kexl66oA6aZ5YUH6z0ZbRwHvTcX1WBZbAtzxjHfkkZxfA7++53VnvDFGoS01dkTboNtmbbQKmop8xHlOq6vhky4mDHhYnAS0zes2UNz6lxXotta69dx4Yiq2/0oaQEZv91w5TrpeOKolGmMKloOhad/rSGht1KMv/rspwHMDnYd0RKkWSh3VRmq+1fajmHlfJq1z/2QC3pAGIhOsXdizp9vVCp5nE3jDzRwB1oo1PN7jDebNM9xwkVkE3rhaTG7mh1i8TwHedTBtAVQG4gJrGqNdFm8jfBYR8pMcwfAGC6Ojl0F+iad6LTlMknCRYMxLhmvmEMEuFyAm+uMNvHVIa87IDgPeecZOGTPTkA9n8/Af+w1m2YtiVPKhwNs3pnErx/3K9HksAD+JzomADh/brRxZ8embet7018oZAe+Yvj13wQDRoxv4lZXOJHQDywz4Y3sowQR5Ss9UmuAQhIMg9PbArFm84dIuC6DvqqqfQgr4Cf5YnVUZSr7ZT0DldQ4IknA2B51umR6N5vL5RIyD+HgVmTk2dL+1aNAE3q6EotEZlw7pVVTN1ZLlYF1P1GBp3B2U8EKTDnivEV4G5qM+x97O10AUuuMO0wPvkZs5xz+QRFZcC1DLTc/BNf5i/UZLlbuZ5+iz0ZoQBXvvT2dtSJrmCvi3FuDoOcgy0LqWhDpa+xz2vOg+7Iol/+t5/G8bR1dSldx2xMOPdghMtrcDzmhNj81W++b7SQPg1v46DwbwwnqSrCtA6G6VoEvSJq3QAoE+p3OaKs+MmTXvQq1XyUsoO3iVWAFOD1X5kmhDzWrATfwRHZYSwvvdWQE7rxsD1NFdHAK9g3CUh/Gv1m4Ptoa/7qEQb4UIykWCeY07wTf4hLVP7UEZzjw4BOyL8wopIuxt0eNJtxZF3vvuSgkP2OhAvK2peFe3WQGjC7atQ+cjcQ79c+QjzboXvYO0GTRw3StIfL2ZSqGRh/WZXgVV0WPjZPsLE1u6vByjbB7ze7qZbDACdMljN9extNeOgHfkBT7vMd0sIKopXmqaqIjxvc72XA6DIbm6twaQPAPqRv/NU67xKZY1U/pIjnWPMfKYMBjZKyiP8SrmiLyE6/Wur/Ch4niPLCbaVDESFXr5MAPyOWhW3lFd5CJYak0NVnm8z2umk1hWs3j3Msm5X/+L/2UY07a5zgS9Uemz30xIst+hybtTznRDOMLZ7nu3b9H1PLuaLwFvuJPDrZzB1TpXc7d44zlczi8WzV15rwSyaXe7xkYnCdl4X13E/t1oME4MN1ZjWvWMQ+CdqMW3uLVQXRxxo/MlF4fUym7Uve7sNistzUAUS0D74Z3x9jNouwhpIdEBWoJcwiFRzTej5rpyqhdiGOQpAe+4wZB+Nl3NlwXcU0buLPLON55D5mNExTF/fL4N6kdrfYlJHwrA9zD7pfHszlKexaBbGSOPoxw1dS8I7y0JDhS4jdQWSyEPKSfeTdvmRXyjCabIKpDcb+p10+bm3epqViQxv0wdsvRBGJZQy5cQt5rpFiOLAh37Hs94O0CPU+E8M87zbM5x9pp15paJm2e3M7XP7q0NlbkQwKjCtNYGwaAUTSHc0hebYbVaNUG3cJAKFiXEqq06Xx7vATdpaShAsM1JyI5jkvs/XwPLfCmCzYcBvDO19HM/n7NuXYyA9951moV+0O0C8CY54H8OAPGxroC2RjwCvCzgDZxxdRmo5jo3F/RqGcWz6hXS1qWD6OzhpvXpXiQsvRMgvT7Xq63RBsGxKRhBu+4DQuIub13XJwjNNWGFkab5u9YQf9ciC1PahOZG5+ZqzuBgon9Y1yMdeFqBWO8fB9Eq8v66Z43NQXUNN4s3LdDyMqiBvjj+GG8oPwxww+Jd8wbgHazbBNmWr6ZFk4yltLXso60+OZBwkKtz9UW+xUgXQ5T2GPAFvFuAM4L1ADr4nUoQ8J2m1FMdli8EHfP0/XJQYynvGsBx3uR7nc9znXXvn9NB5KF5DfWV1W9RuVZp2UDVjLYXymg0aLQoqheECkqamv1A4D0C3F7WwcDbgLSv+Rhoz8e/KrQxF7aeVZ+8KPAauZdXvmLzkuWGaF2vdXHwmrdON8QjsS9sk5HFbstS2tOX0q3ld0AdlUFstu2PdVWlPfygurr92UZ7IONkEqwYUkRIqovai3N/+l/7r9IwGlMMA2nizgp526OZq7mANy0Xd0pwNQLv+RnvJeAtSzauLQjA2+72xjOc8YZlHGe/4XKjQBHj1xIoz5PQXKfcnVjyXha/6gRLNuXzEfhFujXgzee2N0ThujlgjOuuRDWoO87XrO7hbG9Pbbcg9yXv12oi1kOL2AsqxuVSQtpfpQUxWs6AUS0sfOBq7vM5XIigFRLJiJrqjKbnp1i893d5T8rT5mBPDZ7mbIG3Cwx7W7C9WSyX9FkA3qO1rA0/0Zrfr2pCerSuudWZZYXnDryjcNRF47Whq0KpWbTz8pRw0AJNmX2btXEDM+DRBFoJx3i1iMz6noPKYfW5IBlnspv3pKir2N+vDxvtNQ4iwlLuAHT5HSCFLrOWvwfeZoWqArS+m4zM3FRSVNDhwLv1YnRG15/+eABvDHK/q2W+FOdxxrPSZn7oWu9c03cDb82A5AOnyf7vHgDegn/ZOr0nPulnhx1MD/m07b8xfUvXA/cqNAalQs/xzMJksmS9RcDOz3dnvLmKsShDlGvb/2y19kI3MXizYHGuDWhyzQhzhjun1TK3cjYlkI2RA5oAbJRDigt5DRif8fPbsFC70sMVhvaMwfLsbHe7Nq9FLK9XxxmIc0u3x8Gg/B3AsQPlFjQw3qogd1q4l58vwBuMAN6gVXyo1m8yPQFsKiekNPRAeATdBjbrPe6IHG/jyvEzQLy0HtSP1jYpXnTmmxJNADf+2ZUzucytNUee58odzZTmF5+NJveA75nRI+T/zAHvLiaEgHccC7+ELa79vBaq9TX5PR8MvHtmUL9x3gZYaY2fnNuQy7eMJr6/ioZdru4t3v2zhcZjvQTFtKdawlJZsbJUasN0vdx/7tf/0n8dEMkyIBjBFgGP8CRNqFu8HXjfK1HNb9824I2gEsX6zevGimXcLRhkrDjjbRHLeZ0YznszijkCrDX3coBvRTcv7/OFMTH4w3gIuDkYk2iUsjRcwXWB7EavNrHW54W6Om1HyL845SguleWjugbRankH5D8ZPB2AX/v+YqNbJvqtJ2S0p9R9UOZdoz5rsjYIf0XhISY9ruyt8Rk9V00H1JfW8xat9M/XFQpxE0Sr8sbZP28gatzvfX3a2uC7WTHBo/9tXz0xz4MC3n0d7VsnGy8KyhzwmYULtDHaqL30KJhrzgRiZVWz9WhD1ARVPR+5Fnd1RTfP3G4rn3VFUK8WkKbrNU50BWXDKk0xuijL7BmGALgJ22FAva0zJWzkORWIW5TlvKR9b0neMu5i7sDABUoBannOEFmzVxrM8+XcJT8FCxbS08oOwYYCBixfaoQrnFvQoiCcWzvr+gKdW21dF5K32HzthLXAZrSx9fl2xUw7ny9At8VHsvBUr6YK1xdxdMziRmtY2Eu8LRqP1s4mC7S2SqRvr9XgaXGA7HOkqBHHc1Lu+myZMs/Tz6JbP8ddPQYUPCGMH+g2HOUgGWfXZi+vjEK19KrhXEkRpLPslp7zxGMboYf2cRYYyEZZcm4QPpweB+PmFtpG5S1nlpf8jDjRIOicS6FZuzmHjM4dJ1LzKn5h/QIfCjxOfMu8ckBAYXzdMn0ORiKe4zaFhvMalI2rwqrFG/W41btZG5XXeCTy1Doa4NZSs/VsfEDnsIuByc5w+x3iFShT6QDgbde8OUiwO4rPFyBdrdoINu5jxvUui7ehcRs0ySccV/7CLwaibYKt/RxNjClFaFMGMr2KqkDb22R042trC3jX/FF6MhBVwbvN4xI/YTptUN6oShyRTgK1zvhSVjxnvrXEx/Lvo2Ngrd226m1/qnltvbbvolONvfayuk3iq+uVwCfIiEw1nfgtTzAMj5e0tTNzNQ8VaUh9TCMfbfnjmLZfbRoCnagzWqNxP8IvWT5sJNlmz7opOuXP7YjDSNab7eeVP813wEgj46C7ARM2Jt/JHOxeqqOStKaw0eSv/6X/Ju4ledxWv/NOzPg6Bngj2vk9uKNzJ9F4M2q5BVcj8Aa4LoHUQjC1CrrtjDeYltxuxk1215W9wvjqRG64Le+t46DB/hQk3hKgVpvI6T2a1E7KywVxQt3HDv2ngQ4OasPMyrcyX8P5XPM46Rdmno+unXEDPXbwwUds896ae093aFT0UdMeNvBe47+5ffOzWW2+skDjgJf8OFgzNJZNsPQ6+Cs3fQUnYsmd4GCu6JahCqQGwGdjSUAN4UN1sV5TDOE8JOUUuqI3wF3LoHWqgRa1X21rAow3TluG08i8r03wYV6T73J7/c7aCAgdUDrIpuDQCZR2HZmLvg4s6UJqQFMTYAGrkngCId0FYaSB4pnjZEK9gdURnc6FYYrqNekW3+iORQHgGD9w9+d2ddLhwLsGg3JXWmsVx7H8u4AAUomfk2WkvX+khJ8B7yrEbTOaJDsxwxLHy+6cNo2hEvOoM0AcFUwCwaU2O29scJLrrr604MzduZ0h9uczDxKsJgscVuMmhNagvc11Oru8K2Ec8+Ysvr6nx3UlENVPkq8JL6WuEZtr1MtTv0bfTqMegK91QWnyWW6BbWu70anGs/GVOt7gDx3whgOveA0tvvEubrN8w6jkfWwgW72JfRftCCjIOxw91fW3DEhHwF1kXq5pW+elPa64K4mYscq46CtWLIOjmSs5yi9rhkHuONQGMMp6QfwIOfL141+BfaBkWiG7ZBpbneEfC9jicfaMDUu8LlL+jAbG5fa8ElvBMi8R8NZca62pLWt7/xxYp6ODmccsyJCxHO1L/fx7O7rAfnUvsgZnj4xk4e76wrUvXl/rLl4OEpv6MVoC3mE67DhM+yXLCQ78s9doHuM12ujqG3xZxFuBVkjppC0Hwev7FZ9G2YXfA8fIZM41Ot9HPEffX63ousbNSzZ6TK+N8bk//a//t+ucc2XEZhFCNfMV2DeLd2Fgd8r93bdvzi3eK8BbruYC3ucL6PYo5gqodolnu2EBh7t5PeOd+IKLKi4EbRFAXLQ5bSMO0zItFJaDv+RknVZ5T4POMM0WCDnDqmZF1boPoLiax+f1gLzegE+izzNGMt6vtof7iP5uF7qQ4hDgjSJmbds6VLGzZcZHdqY+OdlPCvAezVcvNPQTOgSjZinKg2626RrRuj/7GoRfy4iy/W7jvD65VMziRJBfLXHa7CBBUhg2ISPmZ148Z35T6JKps9AmFJmgg58bX9JG6nuFWyH1m8Ym2QS7YSCoG6C9JQDuZ7S9EKWTy1vdr/jdznbnNWfXA7lLqYCNhE7+CwLKHGj3DGnrXu/ZHhayc3xM4BwBbzZ7RfEZ92YCLArxAhHx+Jj3C6MxsuJ0t9qIDGYv2AXja0lYHDKVEXBZ4T65yxmzRDGfAjP+kW71hFHLDSyzvwFN+xpxRVcOqJZvKwHd3qsWcj8H3RrP9UjQ2cd0iMKl9wdpNYpjFzZvZgUg1S7UK/G4LH1QbK5At9UGW+bffFSMltvczYC3gVXKVvzPLISkywCCse6J0XSll/MZji8VeR413ufCAI1Zuls0coxT4S9RMWjD6TzE+6d1ibeszjplAjpX3Afer02LPoC3/cayyjhbUMZ2VZjfhqDKBMQBq/0Mt60bxKiwMWHZNFdzwAPFOuDF37gujM9aSq5JgOpwrr7juVZuXEuLn3coAzl+qAtTZTzNG70EvgW8yWi0dkwJkNfg+n53GPDOPG0t5ooAcSu/KYHnwFv8NAHo0BGxgh54uxE0t2kP8M5KOpZhzfL1pMlo8sEhfLMqUPx4VthjfV73gvaOryVQnsVRkWWjdz/y4nUuKk0HPD0rGYzYbJWWdaorSsI93ml/TTLtuX/q3/jvjhbt7wfXVN98nfDRonuFkd8pgJubRwDe+H63uO3Q1XwReAtQO/BuFu/maj4D3hRQskCh73sndosQVJgW0FqZQ9cJstJtC8Bg3j/TP82YwYoQljvq2jdnwEsRFbcG6BTwfQiTWWpH3kC22hs3mr1pT053KPDuKsTGd6x2IbX8p8B7dSoXhzl5HG3Sg7lFL62N8e9jYbsBUuNv3eYNxpcEiWCRRjsdbJCv6gdp78kvHTCDMAiVO4s2NzAOij2vIFBnL6OGqEZ85VjpTSEHn4KLKIsMbeb+XfY7gv2VgcUG3AulbU10ALwUOA+OpoJ1Na+DZwiRukIog6mP3dqNZx71mGDbAHgF374HanQjIPeuZOCdu5h54LLF24BLGr+zA95N/ssu0HldRCDu7c9juH1tmkaiCl4OEE2gO0XVOFtJFTA6WgQNBstsALoeY8FpVMEIG2XOgbfKIrCOniI1i9abA28B/uBtYlTPKiA480+/tirN+Nr3dWVjNgvq5EvDxpJLTBCRANGxlAvMNcK9AbKolPE84hnlRWUd2qhKKphQB8o/uZo34F2iKyNvGZ97FiANigW/yUEB7mQc9DmRtTuOUTt77mC7RRb3YyW4AszXtizYeHONh9sPjBPoeImtaYJRC6bm08Yz3/ACoTW93Z7AIYTiikPJi8isyGOAt+h/5s1ljYjHNdizGMRxALTX5KmsiMl8aEv+o7GeQxbm3QqJCphKE6GCQ13NexBvNOa0Fv6S3riXsFajR/e+Er3WAM0G0IfB1Sy7sJb2mbpHGigeA2/f6/Jo6vsQeHtS20sj8M7ztyUf+1rw/Q8Dsete9aSpFH/wybS/vu2PusZtMADvJJ525YVitwCxxhiE1lIidhP+jd3UlbRbeacB70ZInEDyMjRGWwqAt4A1gqvB4l2Cq/EKsfK5/Ma/9lkXwlrvC3NxV3IEV8MZ7vMlgJq7mvsVYrpOLFi8ec/jeCusWpesdh7T4hBUN6YwFj69KBeaFor+TP98lLV+i5JXRsQZS11vQaDfPZAn4sEtZr/Ujo4hndKGE8Zv9xj5Ag4ZDlJWbAakO6Alx8zxAcWvJY2b9jFFPoh7vPe2Y2sD7MohTZnDaFKEad4jwUYCjFr79nu/4UAgKPmroOGg24UOU0BW10FZsCv/dIGCYEICchRcmkVN+48/4zqtDwXmo/beUttvZoFwKwSFau1BAjDWoPrHQYaB9CBENd7UBKjRnMX50eew9Zt1SsKzhEcHH6RJCNHh/Ljn9/t7ZSqX1Ut7oLvjufWnWdEb8A5jbnnaHpZ7sAwxnU9wHojmMw0AACAASURBVDinPQjcw0fi2DhYwd7f81DzCICAk2iWc5t4bKTazH57eWA/cz5oje1duIN0Iq8A6kwgr/ODx3VdiF67NZTKJKiO68qOaHgZPgI1HQBocLuOcwxKIGbl9WZwwbaRxjlT491RaSVWYAq0krbKq/NJEf3adWJar2UMmKFZZ2Ve8e/WUZC/0UVsK8uwgVHb1FZGLff++djWfcf4FMA7AthVt/S60qWkcHqnEC4Rn/KqeaJ4EDVa5/HU16XRdY1lQEugeAGBuPUF3wHI9Tv+4Ix3zzPofl4eKZJ8U6rp7LYPMHgC2o6CO/Ff57bZtva7PkWGbECWyeZrpcq7eG51znldI8jVNbRQRx35JBvMWpP4wpYVOvZTWVu/ZyB2sey2r8Vl19NhUjyb0sr5GD2lSJ5aJ7J4h702KNXRjBbHxNbWIEgZW4VibT/zXS1QkJq7obDXvtrGptu7Ulyg2XzUfU00xrpdOWyf45jlz5lW6i7UiSjs5LwYU975g3Jwo0uzqDhca1B4xsMeNmfo26AFNfWZAu943o0DJHWgEYwY970CvAGyF4G3AfD5GW8FTqvAm+e78XaLt+7vfujAm5S1Dry3XM0f1ua9k352J9sjQO0ubGdCt4TlzXRn9kb4OxUuo3Kz8L6r7o0NZFcZDz3RuqvVZnM2r2HbLKElONR6e0DROWmm661ImmtVPYwz3kv1H8xX0nz1awxCHEVse3utTSCI45Y1vW5pcl7Zu9kJJEThPCoBfJOSNcmuFQsCfZABrFEFiBngc8XvGr/weus1TXRnb4KRC9VRiKBrKscCv7qlQdV3oMQ34h30yPGFy2DthQA2BXVasV2QdsFH7mx4ufDjd13j+8fF5ZRCjVm6KKB15VhgJD7v51WR4BOYqfWgPgcH847V/ps1tXd77gHhaFhGFhR3N1+zjMwE4zkmmFU3qmvHVFn/W8qD19qeSlKarn9UCoEG+1cH/lYZUxPqa54AxOvqDtJjBN54rojdAAUkegFXtKv8TgudWYizQqC6eJY0Si+B1VaPZGbbLyuIMw8WHWc0uV+UX//F7lbrt/fJheIoHCOD8RGc3kZbomXfnzmvkqjnoKoNjM89+QTShKMhiD8AuVToWQRZadjAsFu5seY6F25br4pOLngkTxZ8NOBiRzBq3xNQl5iDdWxB2CxrPawS1whiQvB5Bt7GGyytgHkb7RkYMmPX0trqlWdj8L5GuvHZbK9OaCc+9z1mKf9JFm6Q0oA2RGJOM72Sum+b+YiBXkEj7n1mPJSHLAKYjMYflOMWb9aHfwPgzWcVeNtnzLdvJz4wG9eo5bmpSl+CTRTmm5Lt4mFOegWnSorA278vzf8i8E4ZRtikKQiUGPEaIiG3PX0v9YU1YCVJp4Hx71RVswJnwPuf/jf/+zWgbiO13LCWWcwUXXMXnIOAtzFM1ARGJUB9HPDexQC8S4PNujJ/polUtDkcQ43g4dP6453jEADvwNs1qdKcb5PsJz2CD0Mw2+rj4eN0IvBeDDW01dLMRcHL98xxDx7mbHG73tHmvAd4L9ZMIWa73geR4mCaWwDelTUOlVXhlDNYvs1TPj81B94aMbcqNOHcawsu2iWpnyGt5ZvQP1KCwUam/c8CSGEvoTAxP5EdN0A/P1t8swjwzTAgQcbpj9uarF6OEChsUGAy650JT6jTXQTXVbO+j0gQcErnbUwE2zrjKBANIdzvOU0aewPYOgca340AZS0XcHaBR+6rgjD1RWuER4ntreNIs0ZbUfEgV+YEEAOdjOh+dL78dOA9XqGHnmXv10Ic14e9yEGTbVxd+eR0K/F95WVz0NadXZlVj3SEvBWQNwCB5eAglevA5lkBDl1xZfdZVzd1rYJKHxUEqyx/pueKo8BI/+VRo7eMEkiNpFV9srUUz/RGehODrx4SVenm3jDoB1Z3iQdhTKTiHarYIFEbS6/rNABVPG7rT8oyeGTSukdlGPC3zlfrnLWs2HiGSOS0YLtSqyTm3uMKN/TP4zsgDZVydlbbpwvWc61cM1q78qynVQLvzM+tfRl4ayCKfTB6j3pxxqP6dZH4g/MWVtmvk609aktm+XQAbz/GQAo2+gbyUl+dnrPy13+niqqCc1FVUzbrKIgrt3ycZ16XkcZXQF8E3r5Hz4D3SNZaYCfCRmiwzSv+hHMt3NEiZBrMf6SBGozMVnKilo5+tFuOXxzb2cP8gwczVRlSm7XG7uXoMxq1ItY48Kwl/8y/9T9scGxr5FarjMEptTSJd0u0cli84Wp+r7ia3ynXifH6MHMvl5t5OQNe0jhDRG4Cb7sqDEwKV4shuJos3op23qKay9UcbnZIKybYMx3RybgDS9eJiOksbd7rg3Eqc1mgrU/8561+LTVwZpnYBaqMkszdxjeBeBb0kAHZYuhrZR3b70Pa9yDSHt7nU4D3Gls8sHfgobtoZLw+xYG3GJYz36a59lb+5ADvfpwyvQzpvpwnosYdQhsBrraPbYt322Zq5OHgau7zxbIxe0yu+dVHCTh1/Xe7VgPt8Vyq7ttNNFK+Vs5ez3S3e3urcsDANDvHz+byzq8OSBx4+9GqYA1EJxZ21jrOBnad7mKfJds7+LbPDjZsL/Mxb3ueLGUC2dz1ZCir7qQqx4OxSRbXOhGQaZZ2/mb186kHxhks5TgePkcdLUUhcZD/YQLvzBv28vY+3dwz4EAON0y+3hajwZDTAzDt4fPZYpYBeE+rUpDF4IJtjstawRloAFYLLsb1we9SYOGvn5Nu8Rm0bvyaLq0pN9JobRvmBASfYcQ8YB4sTKCRlKuprSdCVL63uwP6cKM35ZmfBb9P5RsIVetdLyAa8yCJMmWNLi46QBRxAmoDqgLH1h6uHTTMg59pLWlttTPeTpd1zRnAiWtZwDvRnl8nZqe463ru5F0pBMQP2r6o02E2ft0RTQ2iQNZ8H90C0/kasb1rTKx2HY6cArzncuhY3smA2WlP6wFj1iuU/PnHxpB9f2v1aT2R/h1TxP0FRQb8hHo2gfeesUIakLDvV/jMutalowXjudFDwlIo80DgHddyBd7uNZGmf3bTzAp5bIYYSoaGfCvXHqnR5/FUfn9uCXgvdWJpUsimAvEggibdzAu4vncPQdTuTrcNeDsg13lvuKIrsEUNAFGYycVo8cb9hohsTjfzeXC1C9D64ToxO18zEhI6hrQok7uQ5oyqH94thuOpfTNYmpxDGNGpE3xW+aOQfVZl7i0nKmX25snpFvQum8VJONhjvxoXxa3r2MpRdzjns9nYM04wAy2r5feLamsD3WrquUVX8/Fc9MBPAtOe1x5mS4HA3nvKPCXNofcKn1LXel63KlELMk8axpdrxFI4zWT5qdGSl+WWAvyFq3iogvLNaIcV6D9fga/LyZprWbk1WwQOXbC0BuJ7MCAhswnd+CoJ3tvgUdXrWbfaNDS0uakvuS6ypNinmr+M8ZBODT04KC7j73YtWsN8qCzKcNvvzApY5X4X1M1SHoA2QEIFACFacbNoONg38G6u6Fv0Jl4t74FuDsN0Zt4w21ctWFxUKHi9HXDoiCytUBMyc3tnIH8ILZZ7eQov7z0MTC8zY1Pth76uDLx9/QTGFMvacW6zge/5WvNz+u1aPl9XXFhcW7wG1ugf60BnpnHXdQG2MKaYlwpz2lwRkFvgM6wxlRH6UtJm+QlZ51uoKYzqGnHgLcUdLfIBdPgefp8bhWiUfy1Nxdvm4i4K0N4NOtQaa+BVEfcFnhGJvFqpXVlWG9zWYFUW8Iy3KcmqoUjBy/jPrNxqQpBF8RyB2eJg0H09gaE0hnjuruYRe1RgzXqDNw2Hck4TnZJDw2NNTHNhy6eqL6LSYkGpMguUaPSSQeKSXJF/H92lXfm8t48NVCtH5Qook5iGadpeR2bHfcxfPeh2C3kb036fbHEPar6KSL1s4281jkKYr8X9sjbnTD743uBHoDhuPApia26opAmEAjqsCiWNVZbmciSRg/jtgXGGcNxkLGfMh2tJTnQ68+e5P3EaY6nn/tl/e27xngmZvsAGslDYJhQQgAxfrhRgvgTXBrzv3C3B1W4XEG6W8Ay8XWsJxjMD3gDfdqbbLd4e1RzAm4FlLN/MHYc8whhW2uh6jZ4NGxmPMfIwWjWtj8cgDclsA2htPT+TVfIACuEmvGTGWatvJEMf2L6TwO8JwHeJKe9t/qlzfSqA3dvOnI4zvaF9Xp3yE/KCxMYW7xlnIq9hdOhuXWdpdibdtqYv1tX3blzzmEEfO+bkHV3wm1NKOjVvsHYMta2QWNu4+ha2ZC1otJStDLAkW4RvU9xKCO6ZhsRlyxssU0qrdiCPrzcH4V05ZqmQNU7CkAJYWRA23yeq8G32CXdzr0FmwtjaPb4jxWQdC3iAhT757wLdUdSg9NasIrUa2gBnELG6o9fz1y4Aa+z8vLgHW4tykVvWEAgq7pdx36M4Xi3dDupX1pL3kUBqDrzHbHiumGTbAviOY7QbeKMtpNt1XiAn3f2vU/l5rKlZe/oWeKT1k4B3RZLrfVu6nqmBckVC70C6yXmweMObsSmfDHiX9UUvR8T2CS7laAlkQgV5w5rTcy8b9BFBdmMBo3ls/dI4Gb8wRu1rTLcQtL0MvELpDUzFoWcD3B/GFU449mjA2wV78GiCcQHvet1fsHjLwCyJ0a3WNY6CB1cLNK5myxIerXy+Tr23uj4sSN1R8RCmOu8jckXv98kqE/NZ4kM+nmF8luItVKOWraTKgzmZJktvLLFsYGg8sl/Be4C3tpERoO5lmq29qgZmswBifd2BpqqSq+1D2o/4/0Z/FciLP1aaxUfDTbW3TmtuXffnI+BttXRDHLbPLUPgbGos70ghirQFaZGvkp4MvIoMB5w0zb8Db6/Tg9H62M5vndix39QOqF1L45D7CYv3XjzDkgc4xvc5f5716FzXGIOU99yf+Xf+x1lxWcj07zNtROgmiJRdNkbKqJGFAQt4w6X8TgHdBXjD1bx8xzVjEXhHoQkL/FTgncF31e6l0c+bmy+GyswHo+1a86VNeGtzPgXQbPCvT+Xjrr+BKT6sxp463lvz+SD7cUrbT8r7mQDeRM0C3qvi84AhV86/BPLn/DsySmeoee633Li2aOXTA7zXFYjumlyFF8is2GSGAo//PldfNBq161FcEA8D5Rdv+VVe8zoUdGxE750V2q/LK2kV1Rig31zI/Yw363VBPghvbpXrtOoO2vXX0CZLoCUtBN9Rz4lGzdqGVH3Asqa4DoqBSDBJo3/OpJR65VAF8QIVcmXVPHZGMkrDBhqYpgHsrHCmNa8KWix0daVJnhwIljauXTvwhf+lcTgT4A1rpgO2ZeHNTsduLcv6/Cz3gmXg3QTbxqbmFm+T3i1Jr8A4d4CXVly3tb4EtusVZFjf9kwW7mKxNkVWvV7rbgHeFli3Bi+DiF7PguvICPI2r5S6QtQEA8yR2lxIjoCcahOsZZtiXOvjvAAlmnptNr91HukmjvVq7t8GfuM8E1hjHZC4zSJtQc6QzteI53HZ02VOAWnMDyCLlEpZudSuFgzB2HwNE+CIp0Rro9a4Op7BFc7Lt1cD1jnwr/Jn4B0MUAnkx3Hx/m2tifh8aX/4bAFvt4BjUub7Tuuj9hFX/Oh3o/OMurhe/UfQmsksA+A9YlZQ2tQXxKKYiOx+mQd2TREzGNKUjitg10pIMKPllbq3aOVQ4B2rYvC00M/N24jS9bmjcY2/oW1NmW5ThNUjMVRSQxrmxevFdgNv8af+4HxslVUu7aXOzEHjyTPdO4A3JrsyEQDvYt2+hOBq0MiXM93nz1/i3yVX82zxzsB765oxdaUJhmPgHZicaXxGk7VFXHV9bc30p+z5Xu1QbnYG3sd0y4XWY/J+lvOcBJ6T1fDQcTjJzZ0YI+8u+1uwz9Vc3E6rdnlj6a2K8zYs19Wn7byhrd5cGrekY7tNHrvWj/3jd3DKQbWrfCyBwKw77q1VUTgZnaszIcPArV97hD6oWRJLG/DWb6ojNNyB7pAp48foim75GWFZ1ot6ppX5WzvbGoRLYD/xfdR1leUk0DZps9VLPT5UECiTgxpZBVsfo0AWOmfCNUeAgBjgwfcwB9sQ9LMghhx+zlTBnwTODRQIDfMlUNHG2QX8NTqN/Y5T4Xm8LslJandsYQYlvn6V3z0CRpMcF56nM9oaJeew+bVLexft0vrczp/XU0++vXJEYKiv6+MsKAb+7gDKuxmP/S10vft5fj2b0TFBtmhW4FsWcPBMRT2HS3n5S/BtZ7wNePOsd/ncXdtloF155WYu0meIs2r9Xmoz09tQU+WKryjTh6qes1WiuofBkuxBzkjnRtcOinlWOhy/iMuMAQ4DjZq1293AeeWXK6RosW4LDlejVaBtwQu1hmTZ5tpDQDmsAWxnVJQ1YKO1Up4b2+F58sDz3NLYGazFDupL/EF0nmlqDLxtRzXFmBeULd4uU2/Ku4PJ7HhEkBWyvLPL1TzwVOe+TrNxM85W5jUlccuPsYuu5g0j+CnA3OajgDcVt3X1ls9GAx3wRlvGfCbLP7MAZ6P9ve6uqUznK6Rpy2iyiUgiFbYCvLMiV/y+vXJvTgHeOKrRjUNVAC8x/8OOkHZ3rXNNWblYtzY1DwR4o5p+YBoT8IqjGxHu8L7rFu/y9+7t27R0E4iXM9937t62M+BwV2pnvHlWG8HVeK4bZ2h0j7eAt8A3Aqr5dWIjV/Ml4L3OJNqi6oC3CZlV6FjRHnE+Np5vXTe2tOl80r+fBMRObPwpruZ75mSteUvueCd26YFnP1VZcSroPxZ4k58dcMY7YaHBuGZfnT7JHuBNzhB2jMYpUlmBHx88wWug7ODCDs+Qre2nAO9uV8LYBW1/bFknpBgAdhCMbTR63vN3CP7a5pqc4hp6F8iXsBErlmI4SO/E2BK0mtu55Pu5kJMFA11LVFIagHdrb7ZPGuK2qOfu2u6gw2oy8C/lNRukoXIpKu3qBB0z8GVgNgreVQqLA2Ou427FMKt3F7zJgLHPlwtRW/vbFuW1AHAO9AVqarmlXj+DTmtjEUIJudFXABDrzzp/8hW6DbxFq3uEsGwZ9J4ucYOtkbDpTSjJx6GjvlWadpmjJdryvMnxCNQS9YP/r4CYC6F8RxwGB9EAvDKsjIA3jnL4M3y+X9LxXLetk3tWjoC6aF1WwRBkN9K2CfsE2mbR5mxx2pR/pqTw9rPxviZkdeb1X35HvIFgAnHeEgAQbZHKTSXkANtvBiCI5dlsa4QHPDPlVbVKI0EZtxpLwRRaUgCYoqv8pfzKyXawFZRmBlR8jxu6e3OdZuVaAEi2jkfAW03C/+au5gJJjaaWXM33UblRWOBXbgkm5YXf4/ct4F1ZI2moYVffb5bKjXXkNLPz4RV4O48QSI5nusd9INcy2jaeboOV199svSbgPVeM9aMeeUVmFZr3+Sy5gqffQ1q6/vhBwzXdWisN34A7HQ3VNWP8hu0Oje8VBttYKradoDs0ZnPMOhkTTGK+38dRG+kXtmTkgyzeaP/wkLgh+zA1VRrlIjXGSs0ogqvRpdws3gDe5TPOeEfgPQqutg685/d4D4G3RXv0tu7XzpWeV2YUNm+cDTIpcEvwWHs+ZH6HcK5PMK1vkJ9EE6owemTlW3O2VuzW4jqySQ8826arzUYLTun3KXkNBQ1aN2aO22LvivDNInuGO2o76/gp8K5z4hFc/Yf5BuNjPrYWeL7eOlDG2FxkIZzjLlMvBeNfXVVNcLX458jE3duFF2/L0jbKOiAwWCP8TlSB3Qi+5yXkvRk04cpmt1jTjT3RlAtmAssReDeBzHlctfh3wFtCfCcIwEZYhQf3AOgFpGYBz8upXxNuWSP+CJGTh8KXCfLHMjC3eDcArmBTzqPrcwtqVVTtje5oF90Dkh8E8EYzRkq8bQ60NlYzK6RfjZUyrR1DmVu8ExBLZTVFWHzw4IC3wLe5m5NuBeKlCEvAu952oLZ1/FhL1ExMXHxMM9/ftVbqGjegi7PZfo82hXQPkmZHKgjMK/D2oGR+ZRgik+tsN8rxF+TVzuLtdVUrc4tijsJx21jNa2fErUPtd3XKPEK09NHTGfi1duDKwfiK4+HrSbik5yEC3fh/pGs/qpLSbiGsAZGvyozUiWRAmvqRMEfem0fAu4FuUk9t1RII78Ab+bPy1N874G1r/WTg3fOMOagrRIIkrHsdEKKtcf8lZw9ZMm9otDdH45VWfE2FJO5qvhgPYDD/+aeZgswUY7VNXbvXgTfmJxrkYPGOXI9FrQzdnAeu7ytLuHxN1l0yCp375/7d/2nWtCxksv02AV3lwd2QWkcjWrccNOCtgGp3C+gW8FbQNVwvNgPe4AOFmbjF268POzdzNZ9bvHn1GN3SERBD1zdkItsGYAa8mbffvGdMa4ERZU3hDnr8iUhyksXcmPRPxECFTp4CYH8KvOvq7xhyR0PY2B828N7cDPZR+UwIOUIwijXtOV9erXEJae8B3tHSXMupYy/Bzy1jFXhzrApPxvWUFNzLDxYQDOcylUl8ugJvWsNzwD3vqVu89X3m2kZ31xapXHs3mY8UskEQ9N2hE9TMsnfPwEQdXyYW2G9KRA/w1gQ9B91D5Y9vwtaW86Yk8Do8CFaletvDshuqnvdAXoY/tK4oO+zcN1Mt7KFzkS1Q0ki47x6bpbtaCAVoXOjjX7rh4vxs2dNDRHV5Eny6gPeIrkN3Nz8+DOC9ZBGOjVM/WgTmRqdlLdErRFZuynorruYxsBot3wioZue7IQeq3D6ooVu8PZ2W9ZxRsh1UnBlg9CTugs1IRvhPf3mq2unMo4/D2m2GGQR3Iu3xu30GX3BAa+7hslrbOwc4s7I4xuXteXWm20E7PllYqoBxI9DJSp14nrueYWc7ermWcGMFeDdFgsak8gcbG+93ezJeX3OePSbtDsgmYJ1zLIHh2sYN4B0940AK7YhOAs9WYA+ye/oaR0LH4Lry2EEw9gNcp9n3Zt4XYQhXLqzJcnMPFQeRse4FVlLoQaBTrzHwnufdwjNRHmhW8+CZVIvslQixpmEdgQazjLrum5jHu+cRGXgvjFZrtZ8V4C/LfYi0GMvcI5svWrz/7AB4sxlpZ10G3moKmu2Hz52p0p28nvF24H1bZ78NeNMdndeJmXax1Osu5XIlxxlvnPWGu7m7mvs93u5+Do1je8brH8BcK2MRn65cp+c//fz4ublKyCD8nhy2wLvOjS2/tvJvEcxn9fkeQl3q20mg/RMesIH8sLtFp4wZ866AvPVG9Jro3Q22hKe0m0WMggNxUdmGmjq23s39ruYsZyTwAaekQRjVuQpIWPRhc3LIOJ7KVw4C3mmf0vmq+PKRQH9ljZUzIKzYbZT0W7sTPForABivXLo0PXn1CXLgm7duEXLdZdBOKG/LsSUT6lEz9h+MAQ4tsRyzaJGc6pyqPXq1a1zwTQKs0Zi7LrLtIQ/2DstObbaNg1+hBSUOLd4E8FaN5K8KvPFAhrp4Ml50UV1ybcx8RH2cmMb6dg7na33U7fd49zLzEgtojPtXT9ACDTYmzNO7otfcTMYEw9n2H+e02KhDYMOANgA2wI0BinbHuFxwqURnWxxwKI5ufHHOfSK6J97v5VXZrDdbq9vLmJcV61a/l7jRuB1LwmkshTlXbjzIc7J5VjIrGysdyRujRgOnIkl0zmvCeKZbrrYC4XI3193eOuMd3cyZhi7pzcrdFETtNgEqVKzsTpGVqNYVAE5/coZ2b0SuYFmxQWPlH+G0WakhS/LKLlq5bU8w4E1LOOdOLuS67kv8hOXwHLfJlOVKr7iecMWX14uzuRW0oykVsLeye9qtK8YWq76LFznIkRIR9OAR1PM6i8uRnwOp+figvPExxwymxvT7MIA394owQCNX8450/YvzawJ98TH+P9N5+F73GkuubM1zqK5j8s+0D9ieFeeyrysCcxxH8rbETaHlHgPv1o+WMoxOYMrCZ/qB0x+ThWe1nMrH1S5XVEVe5BbuRmv9ntC3aUkZmvaJRJvCvmFviHO/iqIkT0TsHJUPcV6WPs+P2+y3eGs7H7c70m/G0XUs/8xfnlu89zR6lKYBb1kmmsUbQLu8GdVcwJt/7TMAujohpgUmB9B9vpzjJoAG4KY12+/xhkX70nShCGXVIg7tuAFzt3jHNlpcjbn8MeiIM1t/5EyvMTcj8CR8NAJtxJYXQV0Zxw7yZzVfZTzHdaBanY7LTtr6pF79VnJgK04dt7TxHFI7hKpjX1vzdQigHLWhKWLmirFj21zX+0ljtiR072vVIV4KW2N4KBCvwNtozgHNHkBeo7AOuikL1/K4gFZw5SRANPZaxPZ45NFHpieeeGJ69plnp8+/9OL0zjvvTG+88cb01NNPT1cefXS6dev2dP369emj6zemGzduTjdv3pzulN8QDAyWJgendSuF4GptiO6J4tRK1VzpemEhXnlUQYH1kzDLytXfBiaiuzkNcT4EFBJdmGuu+Ajcphg7diYWg8GM1gtaWWIQuCYoCHeaAuPjsp+meeh7pIcuaMaklWYIOMqL4KN5EyitQER8rQW2VUHNfZVdYsAqAXD85dvAjwNzAG+2h0CpyAIxwNVwOc0FJ4xpVPRkC4SHVsu/eyCzbtziJchh3udNCa66sYDgIThq/pLl29NmQXg+b6NZVirv56zeQluy9DWgQhrz22nszm6BZd3f3T3Db8Vw0n637zjbjeBqKMejnvNvcw+NPMF/z9eP5fZ2wi5pFEYXv9oLhCVPRweZpF0CZw96hkBl+qzpMOowQ40reJrV2q/3Eq2C9mtea5y+e2Anv3f746IwElCm96W1czZDtr6wRuRBT0QkxRTzROoduJqbDNoUZw7abZmGAYyGKP95bY84BmjP5ssBa3iwBoa3znS3ozWtQO0v/dof7TdzhY7ykJ5JCpqdli6VOYs70/PAdZDvCtPGy3eBkW6Rs7X1Vf18VQAAIABJREFUF5Gv7WCFgUlhNOcBa78xcJ8pLXsXcpXX6ASf9FtvVpyPfdfkBYzkaU6VYVblig05bhznYsYhhz/MgHf5AcO1ZOHOhZz7s3/5fz5NUqwzA8ECGggJWXi34GoA2sXiXVzLcc4bQFt/C/jGZzv/I82kLNcA3n7WGwAcwBsClQdVO3+xgG68XVNeGCeDsRmji4zThYdDCCJqBvNgbgm0+flM+7yiud437Z/NVIeAihkDPwEM2Vb0iQ3aFnNZaxjX0qIFZbtLx485bRDbFSykYJ9XOMsWMN+quI2pxJWDN7Gldg8Eha22xOdbc731vKvrQKVLLnuLT802A+dLXi9RZdrMl2T7FVCxCbzN7fRC4fOPPvLo9NRTT00vvPDC9Myzz3A/+P7rr03/31/7a9P3Xv/e9NWvfW36ws9/cXr86pPT5cuXTei+MP3oRz+a3nnrrenDDz8sAPxOBRNw+Sb/NxDHr9240j6ujppgob+toz6uCuzWRz/vebuEEKftOB/YQ0iltibcJdIFKaQV8LYyOCYebAkNFoBU/JSWpgImtv68nTeXO/DWq6Yhj8EQtDwNgCt4ztwiIxBSt//V+hqwY3pJiALahebkDtzAkyvfGbuFaZVH1j58Cedrg7CJpLM1cJbAm2PU6l4e488O8KZvhl1lFOm8AWFZot3FfAa6cSUYQTasejKg0LUc93jjt/Ks3fPdZMM4dq0u0XbzYFim4Ki48bu0SSjBwuwGlAsGxKlANNrzM9o1bo+7mptnRZQfo+WZvMHL8eZVa7n2oQr8y9g2I5BoXMA6rBsyWC0lrj6SewP5M1mSbu5tXBxMR+Btxaga4+E+3ofsCccC705eoRjQ+MoaIGa7bTi8hzn9HuC9Vod4p5VeI4aPgPdcWTyXpfYDb9TItpv1vD9Tv8WpIwjuZbI2R9lrIdDIooFw2ZNXWfrN3u+XPwR4b/VMc7G8V23R62nAO+1LW41Nz6NivUY893W8Uda5f/7f+1+2d+gdDYJAIJpqzBXM+nYNplYYcbFwA2wLkJe/cEMH8C7fNYBy6XEX8wuX7Coxv1aMwLtcM3YJ1nC4mRcLuG/eBtj9jLc32Zmg33m6oytM8lPgvXekHmy644Fj364cgfKQVm8t/qWy9gi/DyTvqeDRLSBL0SQ2Bm9Pv0+dV9XhGxk+7hGIt2edao4doOXYeTuo7A3gvVXWoXRbN3GMq+0KLghHfurCXD8GY+VHBN2xvbFt+PzYY49Mzz3/3PS5Fz83PfrYo7R+f3T9o+m9996bXv3WN6e/8df/+vSj8vnLX/nK9PNf/FIB0pdgF+Ye8PzzL0xPX73KZr37dgHfH3wwvf3mmxLii9kJ5ExxhUKtA0YTKrBv0f1d+49Lq6OxI0Aw+uDn8qaXF2WHnh4JoINA0amHfF7ZBA20oqK3/ZMeHS6J20A3YA0aRe/9zKESVDdci7S+Re0+H91fo/0mqEsSnrECRBp30GvtXq4vA28MtQEUWL458m7xhoWweb4pkJUBmnqVUrBi87GDHZvD0JCTLd4z6WjOZ+Z0HYB3NyjjNdKtrdj2pKBfs3iTvCvSms9EtHjXLlFWw9V17RqvuF79rLaAsZQ9DsD1G/IClMu67VHJe+BdvFiCMSaWr2XjLujNU2SJjqosh/mmB4SBWTujrf6bJ0UAw/W6PE6dWQbrmW6jLXMX72MNKH0LNlgKgIIxAW+6mlPrI0VR9ZwpKxSlw1iket1VNwMe4wHGknweY8DBSiMh8KHPebRkN76lvbHy9BSwbonmRmO/tc90SpTB/pnzr5W35Vre1WU8N4K3zNNifxx01zKiC3lIuGQJ3QLeeezG/Xbe0Csut3h1ez4yhjTaGpWTA2Qu8puoEHLeXhLz+kD7bqsljtbM2yC2YUsG2aKtrXE5Jf8pealOiopql5d6XcVi888MeFPIYWPATMVECbBh6S6uSATY5TqxBrwV5VzAG5pSgd2LcBevbuZyNT/Ps94A2bhGTMD7HK3bLZCan+uWZbz1vmouV33h+vHJLjn5/OKG90RXf91qfbcLBL1FVD99bhaMk1VD80AYh4ztFvNYKuuUhX1KXrTnlDPxre7jNIJ72n42wBvyDADKuub5kLk+deyEWZcJds/YdMLC4rVqVs/K2jiWblH/HEyoVSNrFHn/ghuwAKpAJF0yy3cI7/h85coVupM/9fRT03PPPTtdfaKA58Jc33zzh3QrhzAPIfa177w6/e7Xf3v66KMb0y9++SvTF7/05eniI49Nd4rAf5N7yv3pclHSPlFc0K+W91NXH5++/lt/Y3rs0cvT46V8nAm/XfaYW2W/QSBlWU0gKNN+TTkae089J2cBmjgOaSxIHyZQSz/VFM2W2qF0mMYK6w3gh/G1Q2BVYKwCcpxYgXLskS34mloST9b72dkWNb2jpE5Y8i/t7KG3yUAA+mXR31G5gHeUKmR7Jo11bCK0u+55GXjrzKrnJ+h2izb/wuutgW9Va5ZGVtbO4QrAqzfCqdHlsnxOFu8cZbZ3NW9t1xrWuLdX9oTQk6ak8JTjRbkkAHuubr3O5IQG6GKLRp9rOaEZbqWSYpGtNllNgc9kydbbX7JYKxp5BcgA2XQ5N9Du7uT2ne7oiOGDc908220KJFsnPl5qggdrk8yowWxD3sajgV8/Mx3PTjOIGV3FPUAf6FLeFEZlBM+kFZJI+UsPGE8PBhC9KDTPAvaicQf1zJ6tzjz/TQpkF5jeBpEtAFj2GAXhmRLjv9JpW0ZuuXYFYebhlGfDMoy39XharQeV2SyiWM/HCVJrexbBbFwkaf8bgs+1PSspvbOFuy+vgZ894H4/8E78yuZSOL8yNaOt0Qo0Uk59iXJV4wU+mWtzEy3e8/rWFG5OjzmX88xGM5KRI7YZyQ+HAu/l0RmP0Vb6/HxOm2jhPjo/VBab1927/ZN3PWzg7Y2K2lOPWM4AOAimVoLjINgagDa1qYhyjnu+afEuMR8Lg6K129zMEUwNbzDJi8XCfeniZWoPPeAatJ71XDc2aruaoRIMmZoRbdjotyY3Exyi58apzBEkY3kiXKsMn8T/utcpAvFW2z/Nz08ldG4n1Oxs9dI33JbulDE/i3bXtm81feH5qW04Doi78LkGJdc7tNTuffO4f1M7cliH2U4Z65kgMuPW68B8e2OJKSBMnd7zBhw8SNW8zCULcBurpcArUgJB6HPgDZ797LPPTi+++OL0zDPPUJC9Uc5rw7p97dq14iV1m/vExWJJgrz86ivfmv72178+Xfvoo+mLBXh/9Vd+bbr02BMFeJdAa9TGa9+49dG16ea1D6fPP//09Lu/89vT9WvvTy+99LnpsSeenM5fwt6BAJ1FaVv4OWRQHXO6Y8GiZNWjNyAEeVRcPudrwbQimiWpRi8nsOAqJ4/q9gvfg7gz5LOIqqcC7wBQ2ixYrUyntFR2pBgMrvTO0c29HNUx9+iofWSjZUXHmPJ8LtG+rnVzUDujDowZlV/8UHl0p7wJiu8aodmkPNp+bO9263Xnbm4VUumjZlSlu2+uDeoI6DiQh1IuPstt505Ryr1fIxf7zKkva7ELVJb1O29KVAgK+NfxT4KAgyx/ntdY/30pMFZPJbWsIHfEeXC+61fgOdhucQwU1wOjUIOm8Yu+w7oNhQzBN4C13b0tmitu5wame1fzdnWflkg7Q672+DnT1heCVdKHg18dRZAhxYLxmVu55D7d0eVjBoMNq6oA2mUyA8F+BVhQ+LjizYE2am/eFG3yBLzjdyJcESbb2ytoWj/UxvPJCNTJk6TtMh7mopPL8jgI6zSjdZ7pq43uwqfAhzRNWgtb+2GWLVZBcKqD45GaE/HqvKzGP53fjto4avMS8Pbqt/rZW8LBt2PLtz3lOn5o9OMA3HnzHC04qeVR0u9Ohhk0xyEdAuhav3H2Sr+2t0QEPkMwYZ1y8zohFhDFeee5UW432XODaHv5JzLYuANvUv4RCXy/PyIruMRZuZr75EbgDWZO8M3oswVwB+DdznkrMi2YMdzGPagaAqp5FHMH3pcvXSmgXBZtRjkvn2vkc9NeasMORGpzqQ0Wg+QixPqARWK9X4lSedaAN59TwxmIM9HAKSDwuGn+7OYaMtAt5E2zRtgYOyZy3FhsMeU9pZ5axin5j8vrMIPccfcrw/SlTXB3gYOEx2rv99R53Fip5K28m8A8NXCtvJlQckYWjQjEvTmRZ40EMq+agmLgfnVfKHsBzmQ/Wc5vP//C89OLL7xIb6ZrH16b3nn77em999+nBxTEqouFf2PvuFieXyi/fLsA79/7HQfeX52+AuD96NXpdkl8514RMEv6yyXQ5t0bBby/8+Z04d6t6XvfeXl6/bVv0zvq8pVHpkcff2K6+uRTxcJe3iVK+iPlLPnlKwWMW0BOCC63S/DPmzcL6C8W9Ht+3AJ03zaPem0L+ijrKRAOPthGbKDYLYu+52gcAED6K8RceHMwPaahtvhcKBVgySDeI1JL0ZFfXofymlAtqg1JTWi3ljIPzunaMOTklVaIpktaB95I6G3gdhz6kABoPbnNY2MedE0gS9Gk+554VGp3NY5PJYzK2kkX4xns7gtjepvLVo+DbgxTTp8aMwLeHgwPYxKHVpXV1+HAO9fdyprdG0/FjHt3tHScT3Mb78G3KYxMiEa6GEitAe8cobwFTJOrOdaORzYXODfja23EjNYjgMEQmQxXAbCBY8036AHoVJ4RCs7nMl8DvHimqTM3WcqEEgb5L10BRit4fQvAy2jTg2iug1qWulRdzb3sZD3P9x9nTBPlSeeXBGSlA50sW+rK3+lo5NuzsaJGYE1B2K+ghW+fAuC9buHGesw8r+dzW/ulKy41cT2427N3twWdgff23t/zKaNFW9LrIuqSxXvdEu71LeGNRmveltHtEHP676lnrgBeorWRCDkb86DA3UOz/T7nuG8faN9T/mpfoobowMLO/Qv//v96gEi9XbozVbkjKbiGgDdczW/S9dyt3s36Xa4TK+spAm+3djOwGgF2sXgX4O0aP50Fv1SBd2WaphV14c+XaT7jveV5/jCA9/hqh/UxPs5yuT1vDyPFQ+3vGbofH6so2WLka2N+bN5j88W2NO3rcawhtmGJXk9t56n5Z2OfhA48P/M6NsoUWDtMkOjm7QECb8opJh0oCqyiBeM3CunW7BHwpoW7uJJ/7nOfK6D3SV5JdOPGDQZEu1aCoeFIEn4TvpVAjSuI4AF1oYAYAO+/XVzNr310nRbvr/zq3z9dfPQJAu/bBSRDEL5UgPe9Etn8/Xfemu5ef3967+03ple+9QflOrILxSoOi20R2HklZQHpl69Mjz3+eDlX/vh0tZwNRxC3pwoox3ccaQLoRqT02yUmyZ3ilXUbXlo18q0EeMdj7L9NgiKXC4D7dUy9ChaSsXYkgV+kN8tcmPc9dBfBi9MAT6DbMS+PDp3XdQx+OuQ/6dyj18O77quAj4B0HkHdfucgyO103n4DsgsMD1VWcMIAakUWgKebAS6ZdmLmMqpmEVXAtfAyoNTO/+YovH0jKm+vbsl67regHAW8IcygUWcKvNsYjYYxRmbm+OsMgbmQNwqJyheBa8xXPOON2AGiT1q23QWd57jdNbxFN2/HG1COrhZzF3VeK2YKgKwyaDQioZ9vGpLBUxQJPEa5pxIGk2KgVgoau//dQLjAsylbym++LhnZPMUH6PZ05LMz4e08d2tLHu8MxtsZbwMw9Xy5etYF+g181MvNsql4qJROWfaYf9ea4+oL/H/XTRS5Yz8F3gscauHnJGMeknk0r2vge0sGXXu+L++yUm+9X/uA92K07yyzLADvJUm0a7UHeHXFpzV8UYrdKS8N3cfFJA+Z8i7tmQNvav7psufuSAV444x38Qu8w6jmsCjg7DeCq+l8N9548cowt2LTLVAa8AvFagHQjajlvhkjojm+x+vEyLCCGxAnxakZe7fPEuQAY/dLIxeJVcMbVdXSoi7n7dN70iqEUY44ltCPnuvPZMZF6+nmYYp+fLeYz9rg7BGEtwb31DKOyX9onnr+0YTopt3NszDvbVZkxbpnuSmrH8+0tvq19XxxrlKTjmmjA6qlOrbaFuvcTDsC6TuH1cveqmMmmxFkS1D3eBrg39jD8N1fAMJPFFCLs7pwEf/yL32ZfBxRx98vLuW4CgxNZbAm2wDFv2XluV/2Blm87xXg/c3p94qr+Ud0Nf/q9EsA3sXV/G6xduOcN7gp9oOPS5733v7hdOvD96YbH74zffMPf4/u6n7CGnBRL+0ryAePqSvFIg4g/tRTz9D1/fFiHX+knBXHtWWPl3rQ12tFUXDj5o1iFceNHEV5DGWyudDzvCjcQ20+wHn4DKCjWsyIyssTE5IdiyZh18dPZfU8bP36EwEovOpd3hkEW10j0N7X2wC02oGMaIsjbykYCLrwjyBPrVVUd5dJonVqnTB9r27Kl3b+NvJufrb9s45t2Nija7AMoypn6dXKUIrajhrYzOvDQ9u12VGTIGoXc//m85cVCN6XtbaxTaH9XYA1H3/jp5pX5LB5sjkitzXajMBbFm0Ftm1vA+GQ4exebSqRmNYCqqFegup2tZjyKy+UaIx07gECfV3Ufmg+Wv91brmduS6gEzfblLePOS3bdi5b42ggmxZvA84Aqi7ZuYzFpGXlmyZFY9mkP+e3PNLIPBYgLQW262gwBzgz67mv1xZ932gq8AD1ubneo9JuTmu7Bb7nAC3IsZVgmyKvruOwVheJf/Ag7wf+fdXgk/bzXMa5AHDIGzYATyc7OP+xtlb69u9Jkljbf+sK9Q9xHna0az5cmT/v3HzTmhYParSyxQ/W5nOJ1/W/p3Y6X9tFKG3tMHlZ4/n4lHGgXsLzocpy+4wWlJDrshveOmmtlW2jsd98ELN8OZ6XpdjBXeqlrcMU0buGbJDoTIE39yNqUMWE3VVJ4FrAG/d34zssCQTfsHbAHam8HERDQNN5PJy1K+7ncBcsZ/TgXk7gXRgdznvrXu9eMwoXdaSpQpBv1GnzPcTinceNrkHLe/niRn+MxXde90rFx1LBQ8p3qJA/albdADbuRO3ymgB2bDdbhOFjSzjdenrM2B2ap9dKRpCwb0OJa2qr7lM9N9bK36r7+FnczlmDCS0kPaRtY+th2HdGwHu7iZLLgyC+lSW22dcC/gJoQ8ikZYsb6Dm6k8OK/LmXXmLAtB+UIGm/97f+1vSFL3yBZ7dvlXe1ZJnVNO6kKAU2K7ioXoTFG67mrxbg/du/NV0vwdUAvL/0q782XSzg+O7dEsATZ04JoC8B7U7vvvnGdP29t8t57/enl7/1d4pQq3K0FRehmvd6tTukW/wOgXLsOQDiCMr2eAHjL730+RL87ZnpkcceK9HWHyPAxxzfLMemrhfX9uvXy/3hBOIlVgmvZULxft45uarWcRdAEkYSqPGXC0gOvOMUC1gvrcX5eq1gqoJ9y5sEZdZtbevmmsHVPOhVELjYeO3zAmWwehi4iwBPELwKlaOrgOb7G0ewKiwEP9qrA97hHLBS4Pomz8tpNmoauwyzJgJzgbNuDiLwMuDkoFzpSpkpcJumM85lOpdpskhXT9jOO5kl99m+d7s/gXCLBh6Bd6ObAMbZPotlYID7XrkOrFq8q+xmwLq7s1syHeQ1Ei/rLgo3eFmEfA7S5+CpKRDoLo7xY8AzzQFnyl24YWyxIyCaI4FsXT9nLuN1TgROBZwxOhZrQtqZquvwoGQVgNj8oiuaf3epbfeAa61JeeZXKamhVrDNSQbaOQAalQHMYme84yQm2cTpm54WbFsv71F/MBABu30l8PdARrs+juZta69eAuusEH0ITEysY1memJe17FqOUuzgjvp2YL8ThLQ9bNcwnUkiB9xz5cpYxh+BamEd67ytlXnjsru4eeQc24t0tv3cINDMooU7ye3nwt7nzeGqy6Db+XOsewa8jQxmwzcOhLOIqfeMy0Lde7KSp/25/+B/m6+CI7EdsyGmiAFvXUeB8z6yahN446x3EVQYQIcRaQW8wUyo5bTgan7WG+7nF4r1BBaUCrzhWshAa4h0noF3b31wLqU9L+5ybYjyAuTAjLibZzFhZFG7ZIw2T4LXv1r23pn7CU3XGPNo1j5dg3IIyMotX93MDujmIW1wZieGcBjwrrPhsv3K5ko2cUpUsBFwCGNySJ9HQ3lK/jVt/p5yO8EnWyxTY4+mkSCgHNImnzPwMQdczF8mH/wY1uIXSzAzAO8rxZ37ZrES/+E3vjH9Vokw/otf+lI5V/0IeblbeBqFWcdKWbBOE2qVfYGu5rB4A3gjqvm1YvH+pa9MX/q1P0HgfQ/Au7ias/5yvRhA9Vs//KPpw3ffKoE7r02vvvz7xXJ+kxHPz/Pssc5NIoPkbkQy1ztu+hLgKBFPjxQQftFc05965mn27elnnpuefvrp8vvl4p7+GNt7owDxawjuVtzdb94q7+KqHscW1ZkYrw+Uq5uVGtKT3GT10vLpz9yRttwVnCNladJ6tRIkiLIOref6l1/rISzLDTBle7cDddZnd9xmSQp7PNuJfD34aoKgt9daZBZayzhaet1vDoY6ayNHxeyaFWT7qBXri1k0gc8cLGEu6aVcrZ2tGi+7A1Z4XK2YETC6xVv14SI0tqXST7Msc2ZyfVvA2z0/krW10mblqU3RQVmL4Nvpxrh3nfN+ld0ryqlqFCEI17lslWNGEzsiGKOdx6ODfi93i4Ru+crEii+ILj3WTbPmGSg29OgB0VyzAllP+STTQR70caTnIwGvWcGrJ4OoQVHNfRdqQMOHHO7gmqvWtkhsPlcVHMODhYSKoyxxjo2ugnyYvSpaYLiezmRNnx8ZmMUk0nIlD5qDMvHb9tL8RvAFHrex/S6uvc808LZx22QslsCpZbQHjsZvDRLsqTOW6cqexifmPKkv02m3o9ouidP2qC0dHWVX7EOJ5QjgXY9mcR+JOKypTviEe9YceN837wQ/mlX7mNCr77M91LM9rK95Nkx1752tLrWYZcexch5r7d5DA57m3J/7KwPgjYKOoDK/x9uFMkXBtOBqvNMbwFsu5h65FtdO4Pw3OCK0nHAvOm8Wb2o9C7gWGIfFW1pP/A5B6xLu8rbfarTHpI30CU8nwWZjlC3gJwFvaE977pgWiKb4mDHeIygfQgAPM+0p/e0tQRy9jWXU9+yUcTum3aj9lDqPtbKfUqevFQXqmcGiTVLxGEpSvCWOmHJvPV+r7FBL8GbDz7JtB7jRjdr1aQDePn8SnJv3UFSWQCiEoA4LN1zKf+bzn2ekcoDVd999d7p5/Qatwq+//r3pG3/4jXIN2C/RgkzES+DZBw5ySyFWNXlxKRtB1s6VSMnfefUbBXj/1vTRhx9Nv/Cl4mr+9xXgXSKVY9tgYM6y8RB4l3xvvfFH04/efnM6VwKsfacA7zsFgF8p+wmANzZtB7R1TRdBXsEze+skwVRpq8CFACyc6nCrxqOPPs5r0B4v/X7hhRfKNWhPlnPiz5YAbuXceHnj2sxbxaPrVgHhAON437p5q5Qlvi+B3lZYZyFt+4booI8yjzFCUzk/GCIqDpyKlter01T8658jX/U5EMBXA+taGxhJ6jrnABn44l/vZWtTrFvnxc3qv8En3CrkveS+iuYBg1VrdVNrcGcwC6XjYVSRz4J3YL5aO60WfPd7netPrJDfqkKAKhd3iZeXQ6dsScA7e1kuKu4T8PY74XGGmi0IY8yvBpgrJQBQd+e2HZVDRxKuAwsWbbS7BltzV3J7rjzt2rF6fryC/gC82SCPQO7WY9GTjqKEIwSI5YDxJJ8JZ6HpxYi39ngHKR5MDZHKm4XawbyDVF/H/l0KpuYJMZa9/DpEV34xsjj+2fnwOFczoJ3oJwPvqtwxguxB0DxgmjOHNeDd6Gyw7g20Oz0c8vczD7wP6Kw7ro544aiYY+XAuC4rHwu8JNa1yBOCcvjQtmUeqpsr2msWmHFrDM8QeOfjU9j7M/D2dch1vHKu3ucz64j9xootxDCuW+1h3eRtvVxfaWdd3J2NaLF4/+/MMpvwJQf4lUk5GXgXV3Kc8SbYLsISXMnPX0Skc7sKBsFxYAUB8EawNd7lrbM/9f5uA951ozfB5CyAdxPWxq4LcVGNgLfnP2kBd9rOrRXy6Xm+pojYaiXFzBlhby2jrVKPf34MaDw0T+7z3vx70416f4rFuzKmxJyW2nNSO5OAe/xMznOe0i52XSht8bVWfn4mgLVc2Cj9UsUd+EpFjoAZ3KYvFH6LqODoEi1jpXAoTSEDICo4ApJ9vgDup0qkcljSEDDtvQ90Jdi9EpAMrzfffHN6+eVvFYv3LxV37Ud59plRiO2IkLc39gUbIM4FXgL4uX+nAO9vluBqvzVde//a9PNf+sr05T/xJ6eLCNJG4A1EWEA64n+UNr9ZXNvf/KPvT5fP35++WwD73dsfTpexPxCwOvOMZydhOY7XRZp1i/iuH38JKLLJ4wmAACKmwxsLrumPluBszxZr+FNPPUklBKKnw0IOt/nbZdxu3brNAHEYn+tlrG4Vy7iOWTnAsLuDGafE2xutWT2wAwzztmgPX6KVOcgd0aED6U4YEka2e7wbdQk7e3sUaA+qCQfgft94B0YNkFeQjlGEqyGXzLjtnV6BfczB0qJVEJ5z+i7Q1srknhuMCRxx+y4X5qAsZxmtr7SllucAfBF8k44JDPW77mNuGQ1OtoJSFGXNe5dFtBB0QD7OHDNcQm8vuvfD0dv4Da3eLMwC+9mZbIBkKY00kUgvS7a5qQd39R54h8BqTK+rwgjyTbmo6Qy0RZrVeWoBZwFwBh00RZuUJWbZrpHFDYxbfB7NIQwsbV14fkW983Ezt3MoQDjfbeC6c9N4UsvSAMY71UUHBvBtPvGbAwBOL63xdpQEfQlAqKMdlJTPgGNSMK0j4G3pOZSm8GLd5jXg891kzwy0R64hRFXGAAAgAElEQVTYmAiN0aH7WQbeLocctA9l5XP63imn0P+w9OeONQe4mreVtuvTxonRYRlrsnsG8LmAuVKup0PR5VjAn3nkpMLX9JdbwJt0smvEnPm0dcbz3YPKE/lW3gSvtIgFNCZWO9inreGPg1Ve6xBq7/JvJbaTH/0hrwtExZs2uFM6x1U/8trYBbwHg8Wy2fb9rwK8/w/x627CBzvtjjKPAd5yR7d7vIvVogfehXmbxRtW74vluV81caUIOxC23AJezw3aBskN3Zgn+d4GZe2xeH8agLc2+R2T8WOWZO7Cm5fReodPUXYcAnCWWnHoBhjLaQLu9qSeVE9HV+IBZHobVlxvVbQZVuFsYUc4qZ0PEHiPGPL2qLcUW/3aGstDaG3r/tRMQ5K954wwA+9277a8jfAdlmXwWLhWP/fcc9PP/MzP8Mwzbqb4UbFwXytu4LeLlfdOQcO0Etvft99+a/rmN78xffEXvzQ9UdzDP4biFPE7EECtc3duxHe+0Bug8KUimN+/d3v6zivfmP5OAd4fFuD9hV/88vTVf+Afmi498TS80dkuAM5LcEst+X74g+9Pf/T6a8XKfW76/vdeme7cKMD7IgRldF4UGi1JBFOdFl1Cf77XuQkC6dwuoqX7q5R1oexRuKYMbvWPFyCOu8qvPlmA+HPPl7PiT3P80PfbxVx/vXgFAIR/8EEJOPf+B4x/4gGmBFaa5XAEiu+VRAycbXOa7wf2ZlXwNhA2Mm23ekwgsrHJiuvRWV6BbAnK4huyrlYLOuQMPoxRtM1aamf9RvQZ9+45148guQEjTmuy7MzlHIEhV95XMEUQ3bZZfANwo+gG+aI883O9hH62JzNX4KESIoOQuhBYJltAHVhyLqp7fqk18GG6h1uAM8mtAtV48c6Bsi48sj3BtilJHFzfL4oy3VtvANus5nVeGcXc50nrufEJjmQvM6Jq6ztBsxlEqrziZ7QJWm3NWECzYgtXWeHogCzUzTqOGnV2mijY6hbYRl5Fwc/U3IBNNnr0Ac1svrt5tLl0pYorVkAFySOhcxUvTYhBJp3mOhqJzfQ2z3hzT+lZ9uRccMy1Tv15XT+D2xLmozP/Ja4/58+be1rcU3I/2Lx+zxkBHm/Jgwbeca1lsLQFnPeMnytxclrRZiNQkVX8vi7Ub8mva3M0z5uVN2rt1jy3PmXN4NwQOZtH5w3J1XxOC83TpNVX+Jmh4pmreRjoCryzKz2+DzDgPmt7U0rknb9bxocC73/xr/yfc+A908yOSS5bMbWpaiPVlRK6z9Ejl7cz3nZFC65pQXRY23RhYWHANHc1L9bv8+U7rN8InuPnucHoEGyNbulm7e6Ad2iuE8DWoEWVjzREywtBj5aR/CjvIuOdrdD15b21APcwh89qmm6RHnCVw1mMWdYEHzOG+xnb+oa4VvdJdXRUDU5iQvSaOrVjfOEL5QIJB0Nt+QII3DuuM4B6gM72lDHa2qC2yv6kgHdtt7GtET1T0DelhkCDXK2xfq48coV3b//sz/4sLdwAje+++6PpvRKhHEeIAFogtN8zDbYL6m/98I3pW8Xi/dWv/TKt5Hdh8Wa0YgkebW2GqOAFBMBAdRmB2+4Wl/Fvf7MC7z/+C1+avvYn/+Hp8tVnOuB9uYD5spFMPyiu7T8owPuRS+end996ffrwvbeKy3opC89pk2zXDInWeuDt1rgKvAnemuUbQN05/3k7Ly5gKEFZGEgohFhCh42nJwr4fvKpp4uXAP4+VZQXzxOMXy2We+x5iHVyo0R6/+DDD8qYvl/OjCNoW1FklJgoXp7GTK2GauI+zqcDj7k2P1jpunUU1mAN5FaD1VjKAQDw2MtI6m52Xq4DdAdqPpRuFWygUQC8f5XvBuocEFbAPwi2k4F3FuRFQwNhMl3dxllKoAl56Tps1lmXaTydsHI7FgHFEY//w0penrQ7ms2SE4Vp0kBzhWY06wpOs3zRvrcA8pKluAbRDAfelLGg0NB1XQJhZskuCQm4zZItZRtDoDXwXZ7zrLeliUoUgvdwxlvzUuo3ZYmvmR4Uq+26UUZg94J5tWgcQUAC3Lq2SwHt8N29CDgPtCqLL9Sjg84nbA5IkxXEo2jl8ajk3j6nN+cvFWi7UqVOBFeqLSwHsIEvdXEETLGTgTet8I3CR67om8aS4X44klpF5763joE3eNo6kFvbp3wfiGs9LeCevTxE4B0rlifH/leWA0dWSvR9WV7cwgTiFbN6mK3Pm4F3ptf9vVLKw4D3YXLdvC3bwJtUGrrsWyQt1uFBL9Njn5kDb9L6IcDbr3O0hlNpbmyonwV56/jscJ8B/4wdRnN99maQr/1wsMW7Au+OmQw2sQElUHCKWhxj8r5Z+H2OvHqlvHXGG8HVikBBoaL8bhZv9I6u5QDeBXAzmBqAtd3h7Xd2g4EKeOuM9yyqeXXT06C4y8NmFPM4qNwUlqH6skufTeICaN97t+JZAMVDF+7DSH9Kv2aM5ZCo5mfcuS1wlas7NH23uewEvZ7nlLqSU1dZks21cXMIyTJmnGlxQ9gCoIeO4SH9Pimw28Ymt9WOrX7PFAor83+IxbvbnJOQ53VG4C0B4vz0ZAGKL33uJVpuwZPhIo27t9/70fs8w+15sbZ1u7dBoGIho+t3BN7lei7sCYjhgfQu5IgvGPA2OgJMpsX77k0GV/v93/ntAqI/nH6uAO9f/gf/1CLw/v73XiPwfuzK+emD9344vfWD18tn7BWlfOARgFUqF1x1atf5mAAfeRQCuki061VHrsyF9l3g21/4bA7GBiK4acO6X8qAkhl7Gu4Rv4Sz8Y9fJfh+qbjr46z40+U6M1xjRi+Dkh7Xp+Guc7xvlbHGninvMAApAG9TJBiNYL6ywKOWCZz5mDcam6/Xvi/2rSRjz+yv01IFyx2NiotUt2Wz2nbrmYMPa2qzfGcAHtO3vdsmzeqLtOf97BXiaLAAZp0hs2r2/MWUJNWS2qxR7LMBbfYb7tEGLgkQ64yrRCnYDYhSPvKzyvq54r1BALUshFbFJRViUmBwHg1k6952s4rbWIJuaMgwi7XPRbN6+20zwNelBLtr2wF2PS9OcO4R09thDLfoOfB2jwHKNgaqXVHhLvxcAya3CVDLco0gaj5mUQnnn9u57GD55rpqCg1OBubIzoPXObAJ9vUsWTXMa6KD6HpeaQWgm+2VMoHSpCkCIv3M5GDUFRUwg7nu6Q+TOwJPIxk0gaYU6LfS0IZhYm2fOnpf4QJJ/RjIBbnuKJtvWbzjuKHoLqp5mN/Z+CZ6IJ0EfsamVz66BLDXlRmR1ioNLWRZkoWPlZE/dcA79bvtmT1mzDdd4Aw39+fORfnBWLwzjYxczUkX1pfsNR3H/GDg/ef/w/8rXCrYmjIngLluqb/oQ3mdgdOFyS3exV2Qd3bjDm/+NYs3IprjqjE750aLNgOqOfDGGW+5O0Loo6t5YWgMwoa7vXEe3M4K0l2MmusW0TG6veUzP7P1EGSQuAmMF7DEy8VFAuacVZyDBXjIIvO028xhieX8GP6+KDdKAH4Qry1glevcSr/1/JA+HALalsrthzR9W4tEHpKO+qQ9bVnQ33q+Pa6t7D1j2qCUuZCGCtbvS+5bkqlsKy/btjAM1YphVWz1w4Gyt2gtfQTX4tPBUmoBz3A1F6xllwq/hSUWYBBnuMF73yuu0B+8/2EBgxYorPBsF6LVJQMHtjvdL8AbcPON7/+gnPF+efrqL3+tBCV7jKocKFPxkiUPwq0Aimul0bgOeBdX89//na9P1z64Nv09P/+Lsng/+QzPeMNlFopQWLQ/vndnev21703ff/070xOPXJxuX39/+sF3X52uFFdzHScVOGBQsrCh8pyuC6rGu2ugQU6wWxVbMDOCCUQdtsHX2TOLyE7B2+tjgayPrrvIR6WDhHlcT4YAdXg/Vs6JMzL8i7iKrZwVL9eYPVaAuI/XjRu3eA86ztF/xOB1xSrOazrvmFtx6Qk6WoNSCQCoZZrzuie60DkUKsYEakMhiRUqCT/rSzCoWiqdGZF5kC8J5M4D9MW9K3gO2YHjYH209ussneeVVt0pjxNiPdWkaD2pL77ex156Ig3Uk13qI1gmWCzjK0DpUbT7sapXY5lRQoDT50HI22mjYjPQB5sauFJVTvg4NdlK56wddOuct4+zn+GWNVt3dLsLuitKSIc8BqA5rAqUMA9qj8aR7TTFDaOLQ87ydetjYVZo+kbAul1kOaZz0Gljx+MTPtgVoArcChkTthvg1bhx/IR4633c4/3dx9Y8TWxt4g/lv8qs8xyoHldOqc/2W7V4t8IywGLrAtD2lN1vbH6/W6zfgBEa73MQfup5PblKn8G+be0hMVNdjxt5l8pU3IH22lIy15TGF+JKUh3L8oLn9RScv7jOR/OxMEaVJ9Q6x2O5DJbVGl8v+Tz2mpy/FwOspTtkjsPszOhlnww2H5stmSfO1QwXhXHraCe2rm48SDyeG67ZSHtd/jEdabq3aWy4sFJ9y60a5z735/+jArwHr97iu7QInFu2ArQB6N0BbwBsXCEG4F2s3rR43/HrxnQ3JANyVOBdopgzuJquGIPwhytrFHQDvwF8C3jzPBE1k6YJxUZWtdxjprTmes5JXGGkfp/qqtZqx0zsXXSxPT8F3kvLIP1+gCv6zhLbPnHgYt0DiA5tw1L6swDfo7JdONvTzjHwXmdwh24ec8GjlX9oWQBicUM6JH9e5ut3LUt4XnyZ8B2fH0I7a5b8DLwhxErMlxAKARzXNT5XgoK9UKzbAIDgT+8XV/L33n+/XOV13a59lPs5stJ1FOVAyLeB8LPQAt73pj/6/uvTK996ZfrlX/mV6Uo530xwX9J6bA60C5Y11H0BoBFNKuUVrFwt3q++XID33yzXiX3w0fR3f+GLBXiXM95XnyXwltB7nx5Q98u+8vp3vzN9r4DtJx+7UiLB3Zi+9+2Xpzs3rxUQcL9ccXZ5unC5pCubN0LFOYsH6G56eEjIAg+aKZyjjq5146t63O087x1wTcaras3dn62U65en8XmpjKCGex2A+JUSBf6JYgV/anr+hefL+4XpueefL+fGr1LpfLeAqhslajqt4uWM/QflrDiCt91BIDe4p7sYUgV+WQojncez7f1O7kr2ZeEX3jAuqEEfB+A95z3mA1GKwXbcXM7dkqrWcK8G6AwW8DEPQg+aBbujaYLW6KETgH3sdVp/s9guGKWwRM/FBCAYgko7F27eE168g0NhPP1zDz0BS42/aFaf8J9X54o3yZk+HnDzlpKsegWYKzjS+JVf9XkNlmZntG18xb+l+HHgLbkzWsxZsXUnuMgb3XiwNAJqyFp25ppgmmsGyjM9q8oJgnSdi/bAahF4a7DNVbuMtQTzdpe2gxgHwpKZGh1nGcoBtCs76tz42Ke/7bmBfwPRTIa1u5Ces4cxWADd/jzScefxOOD1MW1eSzPQvlMGOWQvOwl4h/6AclyRNFrH47Xd74t7wVycP7TfLeBLHqurIPhIDNauLRS5HCPXb43TVpmHzPNSXceWcWy+rT4/6OfZ2n5IfXPke0juQiP/0m/+1Tm52cbRitoPvJFHV0+Ut9/hXSwRPOddgu/QzZx3euM3WLwVXA0vAW8JHxd5hhuu5wVY07qNyOayeNPV/LIs4TrjbeeG4nkcMAJqvDs+zXo4aCuLbBVQswQJFCPtDcvf4Vq0ygBGmrkkM20txMPIYH/qppPfn+fhp4Q0s7w5n9qevYxmBnYWKt5b3p52Pyjgjbq32rkFEk/Jn/u+Brz3tNXLE2drwCpayZbGO9b9WQHecUxc2Ab4BA9FILBHi2X1xRdeYjRu8NcPPvhgevdHJWhasbBCiAIfBj93C5nfYWzctAUj83O1cDUH8P7e96ZXXynA+1d/dbpM4F34ZuHZAtyKQi2+bqAblrVSH894l//dK9dPfvuVPyzA++sVeDO4Wjnj/fF9V7h+XIKpCXh/99VXSvpvTU89/sh0+VwB4t95ebr23tt0WX+kgO5L5S2lA0CUzzBAQdl7CIQAAmA5LiCC+4nOofIOcO1SjSwINjsYwDNqHGtXRMyAN3eIWgbpD1/t6IwirzcrKV3zS/1Xyhw9XZQhT5Vz4i9+7nN8v1DO3D/++GN8doteZHent99+e3rn3XcIwq/fuM6Ad1B2SMFibr5ef1BOdnRcLceEafNlAPdter+4JwCSqYSe52l1CSPouaz+KreuIwJvA4EEiEubs5Vl5thYl4Al5AjlFcj09i3vWtlFcC4XhP4bGKvW3uCa7oPUn/mWpVXXYMX9SOPh4JvHHl1WwRN2AUBbBgkCb4BsB8/mIo4+ewA0ehja2MWo5T5H0ZXf87i1J1q6HNi6K7naqTcABsE3/pkbNpcMFXCyUn9sbuQXzpXjJLhbm+DUwAjKMBrkaNiSx0AIsLiw5hbkVjdHjJl667LaNgc7Pt79uGeZQN+9b21OWnsZ5NBot3pNdAqUvAM4JRwGwFoufTrLvTKXzXW44r12VN1nBLx9vtSGER+Yj3dVYiHH8nRsAuJO/Z6qDss3Daev4+PmfS7HL/VvNIvbdDLOtfzr1tyPch6T59B2PYj0ke8dWj5n6UhFDXnOb/zH//eO7BvA25irMwxau3GHd73HGyC7vA14A4Tfxnm1chVMjGoOEC2Lt4A23cjN4k0gjnu7zaXpUrF2Q/Mvy4m5mUfXpo2R3DzzvbzSyqith3TYAsVbz9fOl3u3tso4lJD2pP9sLbDep+Esx2vPOEgQ3F5ae9LsmRtPsxfsH1JmLnsp71pftu4l3xqH9ecOBPb1KpYl4BPB1NZm1s/rpxV4u+Unjoj3m4JkEZwB2HD11TPPPEvrKsgVgPsjRCjnsaDiwkxwjPEp9mtaukXTGXgXbi+hh0GUCiAo/P5cAQ5vlDPXr7zy6vS1Arxl8QaKJ9KQIFQFW5sDB96lqEvF7H2/BFf7dnE1/4Pf/R0C7z/2x39BUc0L8IZljOWUT5dx7Vk50vTtV16eXnv15elqsXg/dvnc9Ob3vztdf/8dgu+PS58uXNZRJihHdVyUUntpEvYS/K43jjg5oAAQF43o3axu4RoyjgttnLovHF0U4mggfAAQuGcibQWnaBfuHS99x1jgWQFaPI5VvkBxgHbC4+vZ4o7+3HMvTD/7Mz9bzuJfnZ4rVnGcEb/y2CPlOrd7xR0dZ8Tfn94vyhMA8RvXb043y33i8DBApbyLPQuYlArYKl7hIrAx3/9lCY5AGCiqrQ0XnAXQORCkG/JF5gt7qNFVbUpolDCog2l9RkmuPHJw7cC7539ytVademU+MgLefZoeePssC3D2qz9fI8UAY2YocPBqzeCfSkelGHnNW/AuaywVCVQyWH87YC3FhVu8+RlvAHac24ZVnO7oDuo1VxoPU6DZqIhMNUd+fESehR4ILQJUGDqMzrlWlI/ntc3tnNzBP5tsKFdvW2vu0G/Am2NjRhN11q3PGq0IxiKgjqA7zkWcvxxxvCkW2tyhWc1j0vojFqWr0DLwtu9bMsXW80gL+fNp++E6sB6tg7W27GrbicDb29QD73mrNsd0zegV5nLU38alDhmNlnak7Dm0pLa37Mm5T8bcU9IxaTKNbtHsMXV8mvOsGW+32n3uN37z/xmjg3S4vcH7yJjMHc94WD1/lYE33MuLBSQCb1q8LbAaznljU6BreXW3Q+A0BVjzqOYVaBcmj/tlFYzNgbdpR3dYmzEoxwDvtugtSt5gdKXh7TfkGePaUJWMgPcmw9ma6Z+o56PxX5+TQ4ZnL4PpAN4CCN9b1t72jco7qzq2yvmxAN6UAJZHO1vEM1Wd4mrO8Qt1RyvYqEXzja/n0ihKQrjQKfgKABsANyzbcF2GtRv1fFDOcH9Y3gBr9EIivZoLKIYETQPbsw7bSc3yROCNEA28l17aRbAv/B0W7x+89lqxeJcz3r/y9xIU3kFbzFUXnkoETrwyyU7XAliVemDxxj3eBN7lPu4/+N2/OV3/0IB3OeMN4I1z4cAmwMRIi2Bur37rG9Nr33llerQEV7v6yOXp/XfenG58WFyx3317unnt/dKJ4oZ9rpxPv8DRkUUO51ER1PO8jjc5+JYVz8A4oqLDQmwAXVcbmft2PdYE2I3z69ojYQRGADR87ZQ7PplCPPwmGOtW6R4U4Dnm0C07Dl7RZniFQSGNQKNPFiUKzoa/8NLneFRA81uCtRWlNcD29Rs3eXXZhx9eKyD8BoH4rZu3qVCRy6y1x9oMi2sFymb5bjQnL7UalMpczR0oY0Y1LAbO9UmgmT9LaNRILS84Kh/sPHMbKAPTDqqFKEsLDagavarudo45Li53M+zPdIOQdUyuvVoAuGhZU+dBQS0twCVnzv7SkgrwzeNwVMmQ3qoCzOfeQV5QXLD86oLf99ddxdlnA9gVdJffMJ8eJM3nT+Pt8yH1AfQd0SVbll8oC3Tkjx6IBpYd5Lr1XlfdCZgTnDJiud9WYIAdV3xpmDTv5A0C7f6jhsBd123Uwa6QzpaBKwx8TjLgXpKNRJsxFk+zlsc8EXg7TXOebI4DMcw+rsllW/vlWrlbeeu8rhWy8myt/D11xyW7BFgXRJ61Vs0UgTnxaLyj/stX43BeSKfLcuChAbJi246Vz+f5DpVTe965NXdHksuubJ9k3bsamBId2t5TgPaMjn/jN//fwa4Hzhd/lljg3LJqpWzDqAzRNots8YYgJ1dzP+MtV/N7AOMA3w68oekPQJvCkLuaI7gaXBLLBoYgbA8SeC8zclsU5oq3lm4NfK+5+SwB92MX9jEEuZTn09CGY/sjF86zeR26YFGrLA3zpXZMWcds2GdRz1YZW5v51vNj+qU8x1u8ybKixXuLRIJmH0mz0AErVbOvzQs7aAxTXbm0OfBuNM5z2OUreCVBUAFejzz6SDnD/RxBN6KV47zzG2+8Mb315pvTzQLKaOECXIaV291GrdKPU7hZDy1liL4I33DJLseqy7EieDud+/hugaAC3q8wuBos3o+Us8lFzEZQTLOWNWWDWY8BMMs6gcgMV/P798p1YiWqOYF3Ocf8x34OZ7z/FM94lxDT3JYwfRexL5Qvr37zD6bXvvsy7+5+4tErBXC/M90ud3nfvXV9ulGA941rP5ru3fqolH4bMw/4wR4KOGB/CZZuHn3CsScogAvwtjSwhuPqS53tk6VeI2+WQPwG1/zyV9ePweptlJIFv6ooNvf3ADjyfHNvMBaSOYkwswUeLfvklTLXV4sV/Klnni4u6cU1vbwx71euPMJ4KQCetwvoxtn99+Hl8BHc0m9PN+GyXrwV/P5ts0/XAF222ro1J9CO0cfPsrp2llb+POB9BsTNOX+88qgfcd5pZdDxIt4z7VbtBry9MAYWs3XkbYi8mPNWmwbgLWUDgarxFaX3aNKtmfIIaK9GDfrNrVdYV/TeGyjlkYZO+1ZHN0613/bcgp8RZMNrwb7z9hj8ZteGqSybKfs7H1yjWz+vTQUUZCuAYIFueoW4Oz2VCEpDw4ArpUivmn9av+0zvUgY0TBIQkbbvWUQDRQQdzZMAGQgaQ66bZ25KGb1x/7F8qncsYLVTgH6LMs0y7inUQWnuC5v8foxwevXrbxbN3Ns5d96vtq2qmhUqt63cC3n9rM83zlHDlzmz11RIoUEaGku723J9dh3uJ+sgPO1HlRcdIDGwXnE9sjsSfHJWsD3tPDTlIYy0s5Xv0/szLSS7Ny//J9k4O0E62CbvLO8zGUMkVyNMNlsMDGrwBvXAW+A7gKwCb4JvBFUTQHWcMab93iX52S/xcKtwGk6v80z3LBG2D3edDU3awmAN6w3dDOHZhWMnpFG971m6cIOWhdeGu2aZ6OSJfC8p2VbzKGWsbejeyrdm2agotmb9ZNNl+HRQmsWVVolf+r7eOPKA9SUVahxabPT70uDe9hELzGTUzbaOFoPCjxvtW/YLxsabbWBia4NZ5oHJj0AeDegqFFxymrtd/fcMY3NwXI/791zAwxLa2cNeOMZWgKe+Fhx8cbd27CAXr16lVbwd0tALgVN+6iAsBIIzc6hAnRDGVrPXVvlGXi363ckkH9c8mMG7twH8C6guwDv8wUI/OC1706vLgFv5KtCikUaN+ANu/EceH84/V0/9/PTL//Jf6RENX+upChgD0HhqGAoZ8VLf18h8P5WAd6l38XC/u7bbxbQfWO6VFyc7t65Wa4kg+X7R9PH5cz3uQlByIDiAGLwjjNq4AKAm9dWyhJ+gUegyne7ypKwImwMAOQE71BcUHkR7g+386+NhwtteJC16kVg7MZE/0rbtMDTvJgv0Wm0qI1UVnwqXAqQRFsfe/TxEiX9qemF50uQtmIVx/VwCKT3ePkdR7twAuDWrTslSNuH07Xi9QCrOMD49RLADTThwM75GFilKBeNLTWZTOACMFtoAFAQljltxfjnqLga8z+JHl6WlWLrgjRuQFlg00BzWDDOW+VVwcVfgThbH6ptZTjILg9D+chItZq3h1J6K2Dmtm7KFlmV5XYeuXlnwCBwtrK9/TinbiDHlQXqs6KS867u8v1eVEJwlH2c5zevuKCP9Yq2VBdrA9Ruxaa122QtjpOBVlnA7Uy3n+G2c9vyAhFN4+3Au6ql8MgGYLarxWcYVn63FRCATJaPvF2iLetvp+AQh86Aew14e39JLivb7xZA29rTApnOPm7l/SSBd13K1uqd0tVad7tnS32PcnnPLZaIqq9yUS637EQPWzLuGj3Y6l6duxHhB664NUiLzatrZKsDuYbD5Ms+94rsstWRT8nzrXXmzSSNHzq0K30896/8p2vAu+4AVisIs02UgoIYU7aGaYPwuyIVOA13d0fgDcCNM4QMrmagHJtFBd4E1TjnLVdzBVcz13PbDFpUc7g8aZOoGs0jJrUNqrg+e8n/LY/2klV7iyGf+pxN2+lSf8RQLGc5Q8I703btKmyHXrYGFUoFpsXQwSsAACAASURBVAjpy6A7MSKK1BRvNkC309logHe025rrwlkejr3MZWsYt8p5kKB8UWlhaxQws75WFZkQbtP2kTTcq2ROub0XtlWaBHoXAJc4R47WugrEDWAszYsDCefBvvfS7lr44cUrl6dny/ntF198QVd5FRDxXrkTGoAbFm7wZedheCZwIuHVrZhN+O03aAFv/Qa7MdpAo7i5mn9cFKxu8f7/2XsTHsuSLE3oeqwe+56RkUtVV2UNCIFmUG9CoqGne5Bmhp75AwiEaLEvfwGNEAKBZkDAP0AIAWIVy09gme6qnlozqzIrt6rMqMyM3cO3CA8Pzvd955jZtbvYff4iMrN6+mV6uL/37rVry7Fj5zvrez971yzef6U7c+5cd4BOFkAkzVjKRoYwIFm84T6OuO2PaPH+Mysn9tCA91tWx/sPu9OXbkhhAjdp6y8s3iesaQDvjz54x2K+j1sG8HPdnc+/6J4+2e3OWGw3Ys63tx+Yy/p9UwLvWuZ0JIADgDmQS77/ZBlGImVaViaMMs8r5BaBBRMeWbQC5pjWqMxhhxYBOEAKJkUu5wBfAvAZgQmsYCx0RnawpmfSFgr4zHlW4ja0UwFvZt+SGy++j/JjcP1Hq3I9tnnyfChoC3Nz2RK1Xb9+rbtpidpuvf5Gd/78pe7U6dMsbYY12jLX/gcPHxgQ32EIAlzTd41uCMSRaI9ZyNGa5ggAUHQjFEUo5AqguT2FAm/9VyVWe/I1jE5WaCVpE7aXvEGZA/NVgLR4vqYyZ1gvwXeABj6R9O/t+D2IZeAzHLhjjHyeW5u9R+w+lRH+/Ng33BLJ0trfQxFSFqPPWd19NmT+S95SHLtbwQW+9R1HlqzeDrtdgBnL7g1X8gj3IO0GqPa47ORqzs/dGu1/q2SraFb3uoLKDR/SRDrwZhIFXBpnmNa1lH8y/0Pmc407wgDH5SRZrAev5IUYz/SL/Owus6PXfeCe6clTomEn7ZGH5Y/mZLnWeTnXMGluRvZstb3u97ODrr5shW2u0lbr2mT0q2ggyeINYDy3Xjr12q8pZcwSYDZ5Lx67QL6eVARVXgjtUSyj4RaN5u/Fl3+9XtU50+j8kvVdOv4R4L3s1jHGFAdPaGWZYI3A2+LIALZh8QYIt8QvBN7uZo7fFJ4ozBgzN9B96uRpusTR9dyt36zz7cKDMpq7xfsFAG+N2hbCM2uWzD0mvNaYLbZOV1PaYopj7UqYWbY2Y1fV2uMW+J9r4+i9+GrulEF5bPJivRv98kzDcVVYUZaowGafTSGyxa1CNGzPXd3WKq40Y63PgsKRG74M4D118JTPbjHI1pzPjoNsIq9ZKB/zdBTWstE5mndvKp8tuXuCPiiYueaTYEzXwmNo08ATYnwvWx1o1OPGl59/9ll330qD7T+x5FrmZTRkJm49hAIUAjOBnINCjsNBqG8jQTpZawG4yfNt4nELYryfWyLNk/Y5XM1/+tOfEnifN/d2lMHC9TlrsnPeYmGP2bNhr2USJwPFH33wLsuJPX50r3vzW9/p/so//YfdmcuvGNCDxfyQ1yGR1Umbqvd/+nb3wQdvW5ZzA96WMO6eZfl+srdD1/MTBuSfPjWX821TPBiQBKhCybMNWjWheFAJzKQcwfzDqmjn1fNwQXaX2gSswjLImFg7u+y5jAtnfhIkSTPwTeszwDfcjQ2su+cWwYsDGcW9ypKouZbgLWAloJ0BjOYszigawUkmAlF4g7eRYZskW9At23LapAs0vCJMKXLpMtzSUUruavf6G5awzejnjHlLwCKOeul7Xr4MJcxgEd8BGEeyNosfgFfbEzvjwWePIUQAcyc1jmeFV5y6FDupRwVllZslQVGOv9zPmhkBacZpc5MEDYUiQGCcPeDXKnnHZzs45wwR1GoPRRZ0zL5AemQJR/4ZAV686NYdSiq2Vex3H3OMJByt89ntZzj3tLs8J8VOPgsiqmPDgbX66koGjCI+9zFpaWH5dnpx50TWHA9Xce+UgLhcyWPtZbAAoA5Xc1ir5bURluIApykzfnFP0Gza02QV2TMy7RUnWAJ3zaYUKEEOPj1yNRe/GYLsaNfuGznSy2fp62jH342i9r4yQM/V9V+lxXsd4F3uprG/W2dgec86sc+tfsT3Lfk07YnG+sW4XmQ5saVRilNyx5L7a2+Y2BIt6TDtnaYcuXQl/uG5rt4DXwadJ3r/F/79yuK9YKVHmRIYLU/EYP45Y/mBWS3gUv7UhDEA7wNzNUdWc7qZI/Y7lZVRRvOoZSordwbekSkTcUgZeOsA0QEht8cmQp3AYD4AZ/ZxxAfrFhMvdWJHBt4zqi22P3OgHGVb1BrmWoGwuM01gP/iZ7yMC10oHTY9ZWmpB5rf98BQI7t9MEWlECpelLu4Wfz/uU1XWbwb+7MP3BZs5pH5HjuUZVmab2+d75fcyxkb3bsuooS1KU6tCVpa8qw5MuzNseT2anGn56pVn3Qp8NZ6IJQY8cbHyEOhmLx27Wr36quvGui+TNfhu3fvmVv5XQNJuwRHAtPiZX0VNeYw7wdazQmsY3x9QRQR1WiCccx2jZJM6S+4mJuW1cp5HSPwfvtnBrytjvdF69NTj0NlD3ou/pnOYUE5TuCPn2fdL6wk2I//7E8t+du97o3f+Hb3T/7eX+s2LxnwdmgH0H3C5uCkSWfv/+wn3Yc//4lZbo+ZBfdCd9/Gv2dA8YQ1CuC90R2Ytd9cqLcfsbQlrK2IR9dcBJAr5gHAF9U33DuLLun+KsFdWHnVaZQjgwL5lFntpTxmjWMmZxMoR1I0JgcFWMc1tIJHWaZc45vrDCANpYbNeQ61L0FJQAy3mLsE2DufKlBY0zdp2K2W6Ms1qx0Opc0VoyfUdb9h2dMv2HwiN8Ap86Q4sHnY3983C7jFiD+wxHxI2GYx4yhhtru7TxDOvpPYBEExxVgz+fRr1+DfZDHreRxlQJvzCQggxR5RHLrqXOc1ES8o10YZ3JUkTUg8W7+Z2R3KFaMLfEfjAenAs4Z7adTgf7gW3iE5wVm0K/ArsK8OCX8WMoPRBr/x78cC46QeCALTtYxTT2PyIfhY4lqtXxqeEp6FRZpAElco7poZyz20RLHcfas3wTk9NuJzNc6xOBhnjHeAenpreAw41sd5YoqbDsDtxoM87uxdEEPmnFlXA3hrPoNSis8nzt6g+ax0KgF8BtSZYvRXLcsFb/qqgPe6ruT1+Or3rTOwvP7LACRDWbp/0Kd1oHicK0VEP4OmYveM2a5bxqupcZITNWRffl2JR4EgFgHvHrLIsz+vpi9WaQ2Ld9p7K8r3v/5Yvzw4mkvc2lIrfb/xL/6dGniv4NrqC5W0k3448CDzbJuK4UYGcwPbJowBdAN8M6s5Y73xvSzex602NzO1soSYZWo1izfeK5FajjmiGyUAuseERyxSuEy1ppDHY0VkOvzB8f3Q5GGhg1Ssu3hVFtAWEx9833ATX2KNXnLNHCUsKVlW3986DFaivC/1YggFcPkcjKj6INjcYMXTdSG7lbSiL11w59/aQ6OHW9BO1DtO3Kv9bDU6vz+XAOTW1B8FeLcO8hfx/di+TYIsZerxY6rWRL+IvsQc1ofyalnNhwC9VpzMHW76boMW7vPnz5tL+U3G8YIfPnjwsPv8izv2+wH5K1yIQdW5hm+fp0ngz/Mne3YJvDOVUzeI2GR7Pqzcsm7KUgyL4jFYjffNlX1rp/vE6nh/cvvT7i//9m91580Kb9w+OU5nHhbgTNsIFA7gDZhy3Mzfv/z4/e5H3wPwvtO9/s1vdb/5e/9ct3n5ZgLeJ3B22P42G133/js/Mdd0A96nDHgbcLx3565ZuLdo2TZjNMH3oZ05W1uPLKP3jlzV094V4HIVAz9P+jGcachFYqCrfKWs0kx2Zd/jBgffyjkC3oNlQkytPAQ2ImmouaJTsQwgjsShTB4KAC6ADldxAgAANoIWzEyhOOlZ5VhdmX3XPpHqpHzN0X14LVB57YoDWHbB89E3ZEdHYr5Xb71qceLXFSN+/aolbLM1tfnEtOybZ8CulS2DRfyRlX579Mis4mYRf2qfP33iCVVpTRa9UEnfn01/F9ZM0aOikcdf9ZjSGUXAiiR/Ar5Rf77MBcFrabSOWHEoCwS8EYKg2tdRmgvWfPuftexlVMD8BEAPUB8gEe8Hveb6+Z4HzVZXxGykObFFifFxd1b8bcwiqjXPwIQKHcwAaAnU44BbNbY9iVoYLWjxVpI0eW2EK3mhREiu5mVonzxj6tJdzL1DWhRNJlDsMhVWdGB14of9tU5zgDkNi6efn5mHiFaoDCjmtS8n+X4aIaW/AN6TW0yKkOLrluzZ+n76SaXCpaKBAmuMyQFce9D3DK/gNTOy9yTwLgY/lPKmRwNMUfd1oZSX5rzMaTp4NmWearN4d5ajuNz/VddtqZFgbr2/yu9krC3GPz6VL6WLRwTeVDs5fyyyRpKRKvYoBBIm64GV28D3E6/j/RTWb7iae5kxWBOGwNusBcxkLot3sg4gbo3AW1YDlb1QjN2XB7ydrCfkgSmrtZiD5q7NfNa/ZqoFiiITLjtzTw2Xt5dCiS+z0REhVI+rgVqbLf46AG+MrAUuZ9d5hJkvAfRzz2z1Z8n308CbA04Wp3psLxN4167mqwHvobKgnIdn5t6L9xF/iGUh/uKBYS7lBoZQv/mKuQSf3rTQHLOwPnhwv7tz9w7jcWGVJABw/pjnSPTRn5eerY28FEIM5lzKdFmekt7I+RjXxMAJcnWgdveh8flnFgf80PrwxSefdF98epvuub/7+3/QXTDA9tRhTckEs3u1gwNgV7gs055uwPsX75vF+0+6rft3ulvf/Gb3m//MX+/OXHqVcdPPLJkb6oaftIzkx01Kee8nP+p++eHbBrw3unNmob1nFu/9XbN4m+UcoPsEAIcNZNdANwDiMzuHBJKolhDY9h/y61La8fjeOPnYb6c7nHNQMBMcwTpNZQCAWhE77laJiAPnDBvAQYgVSn4ds/NugzHg+twOOXk02OdI1EYrIz4PF2AAeZ7DJAqbMwc6XKcIE8iHzZQSh3vbBdIAT4DHGAPAK2u5w6MgVRWBN8E5hjPcvHWTseKoJ37ZlD5Xrl5nHw8OnltYA5Trz+ht8cCs4qgpvru764p3KdyVhA341V38XedJBYb9CEb1rZ5zB2gJ0lgHm2sYFm8uF/eQ+LiDYwfeqXyaA27FjWfgTXdzl23gYQIFjmptu9zjh4N45bCXtVwna7heve9cexKVOGJMsnyHaiW4XCASvQ/5IjwwAniTh4BG3KU816yH7CRAmmqOe6y36tgDhOu5VMqQAUE5JKE1uZ7b95FnJ3omvgUlgFQE2RqdlRLhwl+OhiP0dYqyb4MzzTfmasBb/R17DQF6sW8GB4orEhpyFOmg1iKMPn344ZLzcGFTo5e12i9vqmO4B0qKdHGfFlfrn+6dkkvDUBbfV0U2Eu3PAk4/O6f6NRWrPgt+Zwb50oE39smEpfvLBt6D/bna4n8lVw/o+OsIvLOFWEsqBtYHLmKYY8Bblm1avAm6YfHG37KEjwNvxXiH9bu0eEMrKzCujOZfFvBOC+XSpw63Ic20QG2L6Y3d32qzRblHsXAPzpsjgPVWv76s78fLib1c4F2OLa35l2Dxrue0RW+tNQjQ3WrnqwDe7PuE5jcs4KsC7yXzEdfUAsDqwLvk9tkCTmsyY477WnrwxE1z9QWoRIkoJE0DL0WW8vv3LYbb3H/BVwF2UVNa2bUd0DqzIgkmDVKpbMojxyUAtD1lB6yIbglMQpJ99sxyeOxZdvQdy4i9ZcD//he/6h7e/6LbeXjf4qv3u3OXr3a//Xt/tbt0/VVzNUfDZs3toUC3zpKdevQ4XM0BvA0wA3j/5Pvf7bbufd69+sY3u9/6/b/Znb18SxZvWKjN+nXquGUbt7l654ff725//FNg1u6cWbyRTG5/z4C3ASQAYcQf4zcSeyJG+cmTvcILAOZPQgX9BM7xaYlQqhKNgy9zKpncCuARYA9zT6nI48ahlFD1DrmqywIJ1BzuuhteN5mAxoH3MXh6wSpua44BHfNymyh7RmsiXOfp7osYcv+b7uzovbKq64CKRGfTGl/F3ZcgXXSZLYzxPmhEsdpSAh0zJZDyCly3RH5XzTJ+4+arfH/JQPnpU5vsE6zee+aG/nj7cffwoWVP39piyNkTC4kAIN83RTy6qwzqyKyvsx3KCyb/c5oJq+7cPtW18uLg33wfnkiYe93N9YOHBqiJaxhAG6A63itXzSjwLrOep6Rr4xIcgX7vDJXVOHQ75VehGOiP0dfS54Hu5H6Tfod3hWgoAWk8I75PeXIU/hDu6ATVNGrIM0xAXHHfIiH9Jkh3q7rukRcGP6VyqOAh3jcqUQoACr7Se2F5XNGDzwMAZSWKlCS918DVfNziXdPIlByV5tFvYKUG9noIYcp449K6Xj9rLQ9Bn5MpGm+dxS15ce7+MUBSco6p7+kFpR2XaGhuj5bfRZtpj1eyZgt4837w7uARE5btuXlBToWx19cZeA/2kY9/CfBu0cjStft1va7eAzVbepnj2viX/s5/XVHbcMn6whcOC7JmZ6b5djpSuQWgdDVnDe8EuBXbLRCOBGsOvOHmRJdyz2huFoCT9pNivJl4TRrYAN48mAN4UwBwV6Lo2oDr5g96ruYUtuKlLLniHPgnhKhSMAnlw7gg0yLoFtMbZebVo+YY/oBgXKBdl5Ba41q3/Zd3v4Tj4asvEEg4yALa9KE3pP2eaazOgh5CB/sgASmUVtSJu5DYfraE9bnXFG21Duolba4LrFt9aLYPoXxiGQeWBc61W1p6+3tEiKvaXKWftcU7xY9OTGjddv993/VcgE4NgQ+esfJYKAt22QAN/gYd3b93v/vss88Za8sRO/8lZmQyL3cXt7kL11ZF2JpIyWvzjJb7G1SWgTcyYrNxZq4W639uQMrcirfMimk/WwZwH1kiMyQz2zYA/szALpKWnTxzvjtjAPgv/1O/112+ccuymlN6T33NykznqRD+rfPHbQ/J4m3A+5fvW1bz73aP7n7e3XzjGwLeV15jMikkVqPFGwnLDLe9/f3vdbd/8TMH3hcs/vgBY7qPG3BC0jeMA8Abz4WSAgnDWM7SAZeAt1451jR/wPni5OqzAHWwzHlF5gTceSEtuUrOBssxy1PpRl8rLoa7NevhisN1wEOruP2YNwOTtcEDzJQMrIWO5KLIgwJLNCzl7s4OAZi16QFaPW6cqoSKd/RYYqFE9q2jjgWwiylIZ6N4Jf9lrEFOlHXc+nbuwnnS6q1Xb3W3bt0yN/Xr3UWjA8TdnzbaRWZ4eLyhZBlqieP3Iyhv9naZQX3fQhUO4L6PeeIcYu/H39nN2bs1+CWQGz30pGscP4ClW6QBHDn3WiO61iPDPVzJmUANrvb6/Fkk3TMvFHyfLN4E3gL3UWZsaVLL8PRIp04BFkJXIOUGpqE4w/ClW7Al8+hMCfCc3nNvyKLNrPkuH7E0HmUpfRfu5/pbyprom97jeaL59D3oMgFvV5fRcp7Pp7C+o955+dI+yftHe8iapzIqe+KUvLG0fGtzjivNw9V87LjnLFWALvqRgLfv7QQEVwTe5TnUOkemaDfxlZkLWm23ZLWWDFo+umXxlkMEVltrDw4nup2XVfrD619b38o9EnIs97XoUS/9wfWNhR95dKs/SbFazfvAq83bngNqqS+VzJIUCFzk6QVOyqcYq18qtW1Pv9VrhHyvnIcZGmrNxxx9/nn5Litz59fjRY9341/+D/6bavnbwDt1omao3B2KRWK5EY+FCuDNTOaM8Q5X8xJ4m33GY7lZSqwC3nWM90lkOkfWczsYkFwo6k+CeS9hKjV+0SaKIzCYBk4DHQTlPs6ukePLsS5BL7FOr/uMde9/0YT48tsb0wHq8E70EvTciOGXFJJpRX0XrejP/rP69BhsU8/OWvG2m3u77f4stg7n1pzPg8Th3XPPawmjrb5SsMXUTpzl5f1jmszythbAX9KXGH3dH61nZqmtOZwD3hIij7G8E0AMsk2fMxdfzOV9A7r3DHTvGGBBCI/4I2JZ3cLHDoYQ7YKJSzNMiMYDOl/LKyK/Bf7Ej1uqnpvVGeBC9ZxR59sslABKZtG+f+dX3WNzAd8zgLv76EH3ZPcJEzOdPXexO3PxSnfVsmTvPz3sXv/Wtwx4W1w2BezVgPcnv/yg+8kPHHi//mb3W//s3+zOXQvgDWDadacNfBqq796xsmOffvQO47nPXTKLt1ng96wc1jED1xT4bRwn6dp9ksnV9gzgwUUcwApzx6zXPW5f0nmAZZXm4lnnZZwEpMt4cfEEWWAALEQXDpH8CZ6AlC76ej5VS0lyApjDbd4nWCjh6YUyZTjzPPHoSbMowxqumF0kJ7VyYF76DGAdE8Sa4gEi0B10nyN1ROUbJFzX2W/8XwDvEriI7j1eG0oHVySIZtxbw/oNJTlytKB82XWrH37Nypddv2FWcUvadtXqiJ+3zPOnTp22sVjCNqOvfZMRkKDt0aMtlr1D+TJYxLFWjCUH6LXnHVjCu1CmxjMr7ldI4cHjBRBLBUQI27B4s7QpQiYAtEeAN9fY1ykqsjw3oJ6UKJ5lvcXrop/hps05p6IgcykBb3ft9hvgCUCw69ZYgO9caztcv8MAEUBcihs67TtQTqEOqVZ3NlpEqIGUOL5XXQAKkN8D5QRDnhGitnijBYyNnjOZJ6bMEfYR+RUVIcX3cYz6Z6MAfAZ4F00NDqky03/5ZQ94c9xaizGLt/ItSEYsDSBrWbirnrbOoMHAXuAHtWw4lH/70C++p+wtbsdXv0Tbsg5OyaV1VvMpOaAV4z3Xi3qcce3Aq20B8Ob4xUJ7MksC3hXqmpJZ1nn2shn/i6sSP55RhLzoWaqAd95QOpT1yhofctHUhxDMyo6HxaWfXM2Sq9C93H8K4P0UBx2TqwF4W0I1avINeJuwyazmANgsGybXcqjScDicQuI1ut+9TOCNSfDapMWihEZ5ajHWBbV/AbxfOJlPNKhFzcA7TvwJdMerexCu3y6Fgf4e6bWf7kcbOqIEKMvjau7ZFRdn3+uh9T+YE0Jas9wCjYMnzzysJYy2BI34fiy2azDHDtKjf7XGfjCu3kDccjVHMcU4awEgyhKl24Ok/IMxBQH4BV30PM4V+x8WQbjoosQTAPdpcy/fN7dtJE2DW/meWQaBx6LSA6pD1MJ7uNZKOIT7qaAf3ZABGkGq2gH8ifzkeMs0YAQE4H9QpBoPN0C0ZeD6kWUXf3gfP2bdvn+3298xC7eVKUNN600DUpev3+re+OZ3DGC9ZgbGk907P/9594pZPq/evGGAxoVaF0pcJZD2FcGBvTsO0MHePrMEbeZq/oPv0dX8xmtvGPD+G92Fa6/bN3jBQ+m5lQszK7BhIADv27/4KcuHnTNlBSzeuxbjbf7wtKADWCMLOhQVmJZnBnojBCqsBRh/ZJLm7Ay2pPsMEDggxlf7mMAoPAg4sT7IlE4uuIcSuMkiq/JUmF+6PPN+tR9uz4YynUdB2tcZKBcEASPEVANss/6y/Ua8ON6fsJKcxw3QQhHynLHhogOSL0ADY8U9GZWDOY01Kw4df+uR7lLMOuLFnLA9gG+ezeKnADg4rzE2zC+swSxXZfN+evNUt3lmk67osIRfM0B+1X6D1s+cO9udhTeHuzAjZALZ+R9b1nRkTkdbSNgG13SAcsgU8lgQJYtmRRclqyZEYp+hnCqU8zSqh8UbruUee14Cb4JtrI8nYaPFW556KjPnFm+ng6CHKQVOTF0JvNn5osMinwyi+TaANwGutUKLtq8jxyd38RIgR6I07n9auPGjPAIs3Rr5AtCOW8Apv5AuSGBuaQwrZnhjyJoubC3lDdrTKHxX+3zXruaCZxxQUhQmhaV9BQDEMzFd1j/TaP2u3NeDh0XSxwz/9Kh4wY8mvQoaTn32L8mTvf/9FrAsujFXiPCnh5Jt7AF1I433rfNwxeYWXZ6UCD4viU4rGaOOkxdXAUkWwBt0MWLxnpRu0hf5RCg7HRgktUne2X+pH5NPaM7BlAV7cMbH/DSAWrLDlLxy4t4B8MZYsAWqccrqj70zP5xV3KaPPmPNKf21umCVOVt3YAa8/9tR0T1pZkY2T2ZiQwIYAG8/oAJ0q5Y3yonht9X3ppYZwpMlbzGBQdZuZTRn0hmv4c2a3X5I4G9YvFlGbAR4R/+Gguj0dI1rzXW9DrJ8b2uBXgbwXrfNde9fl9COer+EAOMzHn8T71dqDwxsHQRaPezLbGtVLfoL6xvnrM+SW0B87tkvCnj3DmOwH3SRclhmY6056IHfAQvrW1/G6Ky8fxCuOEFnoTCIe8PKhcsFFiSEgqeds5rKKAeG0k3gf3CJfvToEUH3vpVskuUZdmuJGb3+jAk79MCwK5NFAq7IBjoJxMN7w3gwLK4GJOCCzmg9AyEH9uwnZhXeNevjY7iT37vTPXpwz6zbD7udrQdW43rPwJ5ZuC9f7K5aGbNbZpG+bsD7zNlLBvgs2Zu5Eb/z3nvdq6/dsrhflQDjq/IKKflTBt4C/Z/S4p2B92/+3l/vLtx4XUDXtCoAH0gsR+D9g7B4b3TnLdnXQ+s3anY/N6u2gLcAREoEZd05sDOJ4NCBDbtXrGNP2RNeAF5LmV4D/Nu9ZwqCoeDkruYAGRQMAxSSaLH2rnzD3BPAudUdXmNs29sHkMRzeJ3nn6eCicRjLQMEAXibF5gDb1b9AMiCN4CXNWNpM1IOLkeolmeu9mzqsvQpzpfuzSFV85MAVk60xVhxbbIa4soEjKSQOERbDkyywl6N0yJuWflhAQfdX71mINxiwy+bwgmZ6U+dhkUfxCqPjn2Erpn8sPXYwLhZxnfMo2HXFFFI5AZX8SemBArrOBX6PL91his/WiRbw5vwEtHch6s5E61RISKlk2K8MfdyO1cyPbmh6vXbDAAAIABJREFUS+bBnhRtR1I3hyMDFpLmyZUeifZ9T0SiOxoZeP5lOFGC4wywh1ZuxW9H/hvQSAbeBE6M387AOwB8ykzuFl8qZ3wE8TySnM9pOThl8Q/qGgde+XqqGjV3vn8w5/FK+4+8XT3o8/Whq3mpLBtMun9wbIbv4JJaTiLQmZCBQxape5LHMA9p5mSy1hk2Nb74/KjyHpUJ9LyJcQ/HMNU2QxqwTljPuXkbib+ONrMCbXzujjqumJc5o9aqslZrDb7M79ehl5AjjtrfdZ591Gd+Ffe1cN8qfRoF3uCetN0VDH+s0b6jja6ogbeymquE2BMrNTIE3pE19bhZsS2h2imBbli0w5UOALyM5ebnzGiug0OAXIlAkhuW96XeqKPb2QWgqYlTG/nOLECN3IG2Glq30u2qbmGKMazLcEpN4SoEMri2oWlbq+2x6QwmHc+dP8smH99kDiuMq9lW2YtWfxtKgVLzPza4AS2tMI6pyVKbkK5cpvcL1wHewRfm6GMOQI4Cd3VRryoxSmuN0vfeRmoHY67VyRWY7vWTTC+Pauq548Ab8ytghXJf58zad+HCBZYGAw+EsvLhw0dWi9uylJuFD9JMubxTwLvuQ7JUhvsk+bvBULimE9pi/kzoNQseanCfAOR7albFxxa7bTXAt8yq/dh+bwNs71iJKMtSDZy5ublpidMud+fNsvyKWaJvmEX7rPX9yT7iqeHifKJ7aKD3nXff6269+Vr3qiXcimJiqwDvTxDjbYB6675ZvG+9buXEzOLtwFuGXAHvDbd4f/KBZTU3rHne+vbI5m/X+lwC71gtJueElcaAVCiGe+CbS+u7IYTvKANIepP/AC2cE4SNhD3hvozrsr0twlzcMgtg7sCbcJqx5IUSKIAsaNF5BtyhCQhhKafSxDoBgErQZfPvYAvvAchRCQThXBHTC/ClBGY6Xw2x23WyhipztVEYgbpGml4GXvJ5ZPSDryRp8xKCrySlwIqs7dmnyzxjAchxL87zkwa0z5w9Y/vAYsLPXWBOg6twU4druimjED+O8ItTtsiQKfZNaaKa4mYFNxD+yJK2oVzcnlnElaDQLNRIbmf0TWMpPARs7bmtMW3u4o+9iDAKeZ5k0K025Ir+nK7oAN74kdHAo881T9Eo3/VDjmL+auAdCcpcE+OeCW5RhTThSgP+Dit3WF3d+k2ZhBZvj+VGiIHnxCGotr6w3Bwt4k4j9jllJ/9M90vWYShCtIdPqGtxGnCAVcuHOf5bNDpVuinTgYA355v7qXA7dz5MWcqR7ZB+yl2n8m+zL/TJ/6vXYuw9W/Mhj8lfX1fgzTmbkTum5NPeGN2DZWw+x+ci00dSRIz0YVaJ4Q8reXD9/HXk4JYnKWWUlil5nsK+sm9b8s5cx75a4N0SkL+yKe09eBbzHaGLG//Kf/jfDbgVRYrEY6cnZkwDMAa8WbPbDj4cjjXwpsbYNrlANg5T/YRFG+7kTCJD4SBcpdy93K3gAcpDIxtEOLaBJ2N8pmoJ+IHWA95k4NOvFnNobZK5+1ttz9KAdbqutbkKzbT6vUpbq16btO0r3rikz61rpko2LO3KXO3IqbZbfYpnL71uaV9xXa6F2xccVwHerWvr/tTAuqTTOdAeFu8eSGkMtuxbyetG53IEMPSAd8U9p8YdLmOMIwbYA+C3ewEewsINwI0X4rZRfxvZnwlyYd2mNek4Y0+TkNjgQ+m6UAXSfVcdhlBNu3YoLyxm9hkyoluZraeWGG3b3MkffH7bgPcX/Nl7/Mhiay1O2tzfT50x5cDVV8x1/PXu+quvGdg2y7yNg6XEEDZkA0N5LwCchzaGn777bvf6N96wJFuvyYrLDvRpq+RrYfGGSgDJ1Wjx/qEBb3M1v37zlpUT+xvdpVfetJBueAgIoAB4w/f87X/wZ92vALwNd6Bu+ENTFsDifWjeVWHxjnlhMimbhxPWT/R7B6Wu7KwCGAmrY6xnVlxm+1ZWx44L/DwjaKWGusHGTZBGWOMgIe5zi7mD7YgHD4CtmxzoEwBpBADbtLp63LEssh63TzcKuwgl6bD+BOQA3ZF9Wq7COl/hdoyEW0jehsRt+A3FNz5D4jbUFJeVVCefwxd2BBnVS92Tg+9YXt8/7pw/ujNjfwdohGvyMyos4Ma/QaXUefMCgVIKih3EiV+1H9QTh8v6WYsfP2tKqxM2vmdGo0iYt237Zt/WE+AbydsQM47P9xnuJoUFu+8Wb6A7xet7dnMmWoNSQ0njoizqM7s/wGJY1YUySxrwtUrz5evlwLAE3kp+5mW7mAjPrk1g2l24w+ptz9A5CHAtSopSYPk9lknhB0yg5qAalt4A5rSgp1JhuQyrwlakQCH9u1U7hM4SePPptUECzyJ9cNFH1zp/qDni2rvF2/04eLsS3qmNsFL3z4EylwU3WuFxMPZsInkqILLslr00ol+1fDVmuc3rJ4AbHGF4fmQOMTYZc7Jc61xvyYEtkDkrYzaWLhRBowsc9Duz+q2+zxGOlD2/HmCtsQF6X3+V1vap2PZV+n/Ua2sectR2voz7ZiDiyo9fDLyxF2tyXxV4A3TzByVE6GoO7bJctXD4nEJCtQDeiOFmohjP3kq3KIBvz9RZWLv/PAHvOZCWD7uV15k3kGWNuPms0lrrQFilraXXHhV0o/0l/W1ewzO7JUiMj6Z1yHwdgbc0v6KYOWtuC1y3vq9nrAdoA134Gk6tUQm8j7LeY8A7+JwA4pCGepnAB4PI14egSBqwfSfrGAySlqPCwARKgSFZ2hmrx42YbgCDx5YRHInTHpsb7aGBJmWultXxmSUP04LIbXZerFPH4hr2hfeE8G5/WXcQG46fPYuD3ntsydoe2bMtadojKwf28M7n3dOdR91TsyoClG1eMqvjLXMlv/maWbkt7twSqJ08fVZ9A2hhvDOs3SjZhWRfx7qHNp6fGfB+400D3q8b8E605chs5GBhVnOKyO5q/osPurd/ZK7mdz8zsH+LydUu3fwGM6zD4g1X4pPHTzMGlzHeP3/b4uPN1fzKZXoMJIt3Sn6WFw1Z0WEJxrxCyYE1IJihkiKvZQbevjPC4ggwNL71tVQEFqUlT8k6AcRzMkYB7+xmrgSlpD39k37LR8EXFnTgbInPgPWbAFLtMeEZP6f/GvsicKl+4SMm5fPKIHRNtvMXuVYYMw6rOcAbXNaROR3WcHdDRxZ1AWXRZlRAl1u0QFsYfDWUPgeNd1x+dYWAE/MM5RKzxIf11Sk5WAKs9IgFJxA/e7a7aEn0rpl7+hVb7wuWNf28WcRPm9UcoWuYZsaFA4gbHQOQI1Yc+wzvn1piQhoDvLxpjhf3zOZmJY9EavIuyIkGUZJO6+bKEF+M6GeA4UQeWkrFBhM0OxiODOMOhk3wiQY5H8hJoCkN67fvHXtPa1UAXuhW8Anup7wkOuZ9tvnL+G8m30uWbrVNJYDJV1TKeTy4gA7WSIPUOrlyxfMMxPhCtkiJ+Zx2Y+/oXIlzVLwseKT4e/bwEBj3vRU0nlz58UF4jOjLVDau2LPql3+fQHx/t/bjlcVX03jALTnnacPpK18L/rb/am+msoWh1Fx8Wz4sf5zJZUZ5MQuceT7Mg9P5+zVtU02M3Vt+lkIlRsbU6tfILb31WOf+ubZf/Hfl/Ldlx/7eePG9mWvxRQLK1XreptPV2nu5V5d4d13VzyLgXQqn5SK9COAdiUnoYmaHfQm8UTaFgqf/hEaW9SkJvOUq9esGvFvMYw4ct+59maT3VT77RY1rDMC1gPe6455rf6k1fRJ4Ni0L68ycknDFs1tAego4U/xp9HOu7b6lY3w8q6xreW3J26Llso7s4PsKiNfgNwBTjDmy9jIXBcCruWdvGtA+Z6ABJcHQ/raBbMRwwzq7vw83bgdOBDUli3c3Ue/owEWsrjKRQCFtnpSmaFWCUGUA7Kklrdq25z62OOith19Y7Pan1hcD3+am+9Ss7k8tVvakmY4vXL3RXX7tW93FV77RXb5m7uSmMKDbbuRd6CmlAOyNZwOg2ZgfBfB+w4C3xXmjBJjE1T6wDWFeVilYuQAiTPFAi/eHDrxvd1duvGrlxP757vLNb2aLt11JkGXA++1/YOXE3jfgffIYLd6YVwBvWbxljS+FbeztqBcd7spSBE+5CfeXBC7Vc8A77R3uAbd4JzlMYCNgaYQdIMYyKb9CUQGAJy0Qf+KZuZf2ubu/K1ZZwFs+3koQinYjLlmls4roVIIJgDaVLMNvAHGuC2uJA5AjBwss4LCSymWdpalApwDpyTVdAtVhCb4L2TPmJGUqtj8A+qYAzHhCRZ8B+wXvuNO2r87SKn7eAPi17rKFP1y6eNkStl2icguJCkEjzIoO7zvLlbBnSdqQQR0x4lB04ffO7mP7zizjlteAseJWhUW0Ltd/zCnmEGCdnxGdxDoGOHYi9n0a4DVyZjCxH8ERyv3Zb8w3470FuJmkzEF2mfyM0dMOkBMQL4E3loqeMfhDyo8A2wL6AdzxXQBvF355izwKpdWTFV6u5/3xYViyuhN5phfec+9UOKPmzbnyQ3W2FLw13ePKo3hIPgsy8JaLeUHLxXlTKkmDt5QnCNVEaQx9e7i8PsuwirSgGXzjyZMMoD4d+mfXOnLFupbfqWcnRQvXeHxgc59rJUQAU9e1rPH9WXpxczbX7ov/rlz7Pm2OPaslH734/hX7tq0XeJmP/xLbrs/0zNfanejvZb7z87x97/CKjT/+j/77/rT7OyVVkfY63BH1sGLB8L5qMxijDniPrbJYqAOzbkPDDOEG7nywej8118QgODwH2VgZ302rt8V7GxCPOt5RNoO83g8n1nB1bX06oLw/5aB6oms6KHGhX5W0mlNT2NfM1PNQ31UfSINWG4T+8oD3uhqmr26HHoVZq7cVeY8OoYilPMouWuceCBtVH0e6PXnNl8GwXdbvjXIMDM8qGFYE3vWUjgHzvJRYv+KOmWeVQChRR8kg2I6vSPl3NF8Ih/ioZuUD4G1tgR+cgWXO4lPPWl1ruJfjKN7e3mY86mP7QXwqrG1gsMnllhMfpb/wtKFFppAZB1SIJFYUmw2Q08Zm/QCY3jeAsb+zZwDbAP/de5Yw7V63v20x3Fu/Mt5smaLN7fyYuYrDqn3NYrevvfZmd+byDXMzPytrGucA8eBonMXJMitVL5XUy4AZgPe7cDV//fXutddeI1geA95lHj+cMcftR0WQDrvbnxjw/rFZvO/c7i5dv9n9zl814P3qbxDE0+Jtz0MFDFgj4Wp++4N3rLzY8UXAm2toYANJ7ABGYfHG+YQBhdV7uM5+YBMEjW/+IMcEoLkOWN7iBoJqOWFrz9tvD/mmpZwf6VkpYVeRy4Bt05qta3JOYd8PpogICznPJLaPeFpZcRVbq/fqJ0RmnPd2HQ85xHkLwCkLtizfUoTLFZ25VuDCjvcA5lCA0HVaVteQEDy1HDeMhoCnqe1eBjfvpq6ouTc+sH7E5DowiARwsuCKFmDx3jSvkgu25y5fNQB+8RJriLMkn1nLN0+foZIfL4BoAW0D4/Z728IjHprXx5Ypbba3trk3IbfgB2XNFNstl3SFbKin5AWFLEEA7PJKAkr2PuWkIXiVu7/u03zJVdwt1WF59rkSGHZ3acpndodfG7Qc8gef6e1yqtJ7gX4QL0L44iW5Su7uZRm5oIHedcXY6h0gCifnEWWX/FhE7d/lbPC6THyEdvGg8+LeHhinArGwmNcWcL8vJT3097WxqA497GU9pwLjqwPec8BcCoMJ5lMvSPV+Sj4VNfnWn2mjBciDdkQiVR/HPiueddQxNYb8FX0doV2jQmevT+vKcWvNm7P7r2iSvsTHkgn680ZPl0ZfSmmvf3/Z8pIBbfzxf/w/9Kgiua55/1ieAUzR3/cs3sUw4mFKTOIubSk2Cq5cAN6K8YabOWrPopRYycxh4YbLJYA3NNT4zTJiTACjWCQJpTiYcIBVwBv9KZgR+jFOkKC0/maoSySUk1e30UpGMAu8KbTOb8SXCbzXi/Fua+6WEN1RrgHwXpW5ZMF1/ok9rfjIpa31ao1nrt9TbS965gJaavVt7PvpPuVDtAW8x4DyXF/q6+s5mwLe2kmV4qRKtFY/t7a4TX0fn/eeXcw5hdpiL5egG/cSBGxa0jQD3XCJhaUb7uaPDXBvAXDbb/BEWolc2Ka7dmm9IfCO+tDlHoDg6YIShfOiRBKejTbJ44DklCwKtbcfWjmwhwa2t8wFe9+ev/vosf086g73tswqvNNtmnXwosVvn796s7tk5cAuXLvZbRhI2TOrn0EOWsBPG1BAkikbDNsnTisOb/SKpa1MqN8yEAPgDdAN8P3UxkdeWwBQ9VLZyTlv9kEPeH/qFu8CeF8x4H1gY2SMtwPvQ7Nkvv3971mM98+6TQfeDxsWbzyPnlPu7gsFcShBYHkMOtT4hof1FK+PK5OiJ22d4vCmD7ZbwUshujgeMvCWtTWBGKdDZU2HazrqlLtYQUCic0bHXIK9/DviwLmHPS48Pn/GpGKeYCw2AMGwQJFAeCRkQ3y4FCwA3iegLDewSzd11g+3H1pzFTgQ1tSkaogYaGQrp5JILs7sMcdEauhvzxJ4s00uYLpHoC1sbtAdwBsCQPw0f+SSfpVKMORUuHH9hoV9QOEvjxSsJ4D1nnmeQAmDPbP9WPsVCdsQK75tOQN2bO/s2d5lHDpfHkbi4Db2P+mLdKS4bPwwpp511wW2ocQYAG/cQ2urzxunXoq3OMMzqA6FXN/CLZAugFbWntZZGhbtvuqQirX6pYemT7W/p4Ff7JmpcwQJB8WzEfZQuYwH+HZQPehLVBAAT3N3dD1H7eTM8n4yFO2PeWh+nYH3nLGhJQs1v58JOWzF/LaAd9BK87ohpf05++TXA3gfTX3za7hUoaGNrlcegs0R9fLS9DFka88MWGoNvIc81w+14RGYD/riJrlWeqISz/zJrOYF8M4W77L+JlzNLaO5x3jD4o2Yb9XvVpKQcIWSkOrA25Ou8WyQ+pdMva8rpwqXvUzMoDfpbe1hyURakzwLvBurG1ryqcvUj6NtFcl2R7t3vTubJN28oHWQTDVQqjimAWVLoXD0ORux2fS6ughgg5rHlDUvCXjXc5nAQ2l9YJ+KeWOJnvllnBtrax4GYHkEnKSnTwDvDNJ1ZWl8TPfS8le8AnD4R3L3rcYJ9sJ0yS4c29dwa0XStE0D3OBfsDDCwv3YhHi4tMKyxtrGDj4gjLNPmFNaBYSxKCzaP7BCyv/I+06AIUgFq5Xq14rvMWGY8bcN1CR+AkueWbfN3freF59396wU2AOLId8x19rnlrkcyaIOzZ32pPHbyxbDfcNiqF+xzOGbFy51hwYInlmO86f2DAAjmBoBIk4Y/z00cMLyY85RyJWKeVFM6TEb80737nvvdq/estre5m7+xIAt+ouSTr1p9nbUniKJafE2IHi7Bt5/8Ecdgbf5eDJ5s439xAnrk43jJ3/23e6zD9/NwNvAUu1qXoKI6D/LVdKav0EXY1hAMSD1Mg9s6N5f0UKlUBjSWB53ikstFA5Va/nZ3oWeu7rvf8VtS4ndC5MgKMcwYJl1+nGiyusVYQ24TjHiysKOH7coumKL8c2+t4SJdSbTjI3zGZnTzdLMeHBTojM5Gyzk8FxDxnTPsk2SZuZ1uDWHizVAsjKp4xmUIhx4g64yb7Hr4yx3ZXyELdAZPy5MA/TNxO7avrA+QcYACEcFFZbts5Jll80lXRUFLOeCJWxDGAgAO/IGoPwpYsBhNIBLOkD4IwsLQTkzgHIkQ3y8bcnbjGawFkra56W6/G+VPZV1HHRGjxAaEPCTk6tx7wN04zMH3gTlmGXnLzkZm4B7AHLuHAfnkiPQD40/ZM5QYKf72GhBdS4jxJwGM0oWcO/LmIwT3EmYzhst+Glam/iM4LqwenOhQfL6XfLa3hkEwB4Wb16Oiz20Au+dbgXuqYrJ7ZZ8yseSRj947/RZKsW4yfqyZPIIra4L3j7c0/pkTqYZWIqrRpaC2tHrnI4m++VzNN2/UPTULfiaO80dZdxT98TnR5UDW+0e7fuWXMhTvGp6XEhqyT9H69+yu1qjqFtpiHnLHupXrbqes33182K6A+XdkpV6vG9UICxbq+4vBB5+MzMxdb8HFu/BVnIN9NhgeLZVX2TgrWyrSJSCOKkaeLN8Cw54PyghpKGcGAD3aWqgEU8mV3O5mUPIMpe2OGhYvxXub1GLElYj1+6OghQJtmKGIdHmzs8ywZqhVus1nLPqMFvINJcwl3WA90o7YuRiHurrNvIV3q8zfbg7Whbv9ea8ssbWbLiFVv36rx/wrsZF4ThTR72fWgdLy0IuAWoKLFfrWsauFvMd3ZtVANQ0QlbRp5nyfigEmVjMroGgDvdWxHFTcDcBH7WFkcwJLtcQ2hkbWigsCDFDQGZf+xZQyqLB1WP/2YdMUsZL3QJp15CzYezIPm5Wy/1tc5W1ZGlb5jb72EqDPXhgfxsQ3TcrNBKqbRifPX3GAPflK931V143a+Cb5ml0jjG+TGvmfA/JclQKPCslauVjfRYABwJgIKnVewa8X7Ea32+++SbHDz7ueebS6vQUm/YpYAcAI13NP/2we+eHSK52u7torua/WwJvKgIQp23rYG3/+B98t/v8w58b8DZXeSRX23rYBN6cRbd6M6O5za2Uw/tSMBQ0pNJMM68qW/vcWQ6qyrbZvuJi+gmBwON67cOIm5UsIO+HZNH2rOpqE8qM8gAr3jM5npK8sWfxKLYVicXkBqz20Vokc0ObULbABUFWbrrpIiv6CbOCn9w0bzaAbwFtKTqUeZsVS5hdHZnw5WEn4O3KvDSJodyTgiSSigmI630mKLvEZIRx3p33M3PL0CKO3Asq6XfxIlzSr9hvc0+3cmYobRZAHEqJAOGIEd+1rOmwfm+bYguKNSrX7AdgHAqcYEWQTVCvvCwHlhLUQQEB2YUgWHMjMO6x4Byd8J6s5eGJ4VZrAh3RZQmIQ4kvizfmIuQf0Tu/r4E3JxDfZHmp5LvJK2XEYhp7uFZODa3QmYYz8IbCsQ+QnVzTmR00LVrPWc3D4g1LOuZA8fg4E4ZW8Dr+vD6n+u+xLstdzYdtKXRg6nWU8LloazHwnrBsz92fIk0mjDwtsNTCL63759jrOkatuXaP9F3F6xe1MWFlXZrrZ9EzVrxoVZn+hQPvFTowmwiutmi35qFei5XWc4ghZ+m2mrSNP/5P/sfeR+UcNK2vYCsjq4CSHHCZjBresHgfWHKbiPHGe5UVg4ZdrAmH8ElzL4fgioy/BN6IKaP2V4cN6nnzYLYTn5lzWQbFy2FAOcnOSxs3xDMamV8ymKMWM6gFQ1mixqe61VaTHmoNa3HDOiAwHcytDnwNvz9yNvaCPvnnGPCe+DymYV1GM8dXqI8ffcA02CuXpwVoj7SUmii/NYOtOpdE+WzdkkfaAtJ1v1rj4PfWfO2bkNaUgla52Pnv6FUNvMsZxjUJ3BcjB2+eA94SmKE0hIX7LAV0AIynxt9gEduyGFGUqYLbKgC65jUsUxSn+TQJtBRxxacSD1DvlcDHLQ3kbxIu+ZlbfE4Y4H4GF9kdy9hs4Pr+3c+7h1aDe+vB3W7XSoQ9tVJhcM+GO++JzbOsif2KWbivXr1uvPeM8dNzBnYAfLTmFNh9WSG40x14wjor6JNfh5aBHfw6gPeNmze7b3zjG3StB/CuLd5zwPtXt83VHOXE4Gp+4xUD3n/bY7w9PhtnAYD3093ux9/70+7Oxx92m3Z2nEM5sa0Hi4B3WG9xngCIQT9Lz4S9XQGaGBqwygRDCNAbZyItYX5j+Vk0xbldqHjjSteHNxsK/pFpJ3obwDsqh3jFdn983knMdI9+0EKu2GW0G2uSAbw+V78d3AAgo/RXlN7iPs10rcB2ZUbfOCmgraRsUa3Ezn2ULiM4R6y4W8L52xQ0mHlpfdCj3m+CTQDw+M8WTftEJftwuci1dJ/O89TjX/ZxlFpDvD/yMMAqjlricEu/ZMna8Pvq9asE0OGNB0U+ZR2EYniYAhRtiBPHvn9s+x+Z9QHCIVwjEz8YPmeI5d2gdAjLt43E/pbywt3BAYETqMa4VEpV9JqVdmm8zlsSuQZ4cuDNOdE/epXWSQfw/kUG8j6RJZAvtnr6M/EGNZxoxcnUaRWMWreIrkKBG8C7/z1X088jWbZ5IxU+/fhtn1d4S3zNgPeYPEianZHzxua3/GxKHkpqweA7I8+QAWVEKil4lf4cuYYkM/556t+MG7tIrnH/3ODXuLU1pyt/vxJQ89ZfEvBeZ05XndKJ42/l6QsSW9x38OjZpxQH7pLerAG8IQ9lyVg7ZXYeJb6m18Yf/6f/U28e64HNTcqYy7W0kiotQ+DNxGr9GO/kam7WIE2+XMCgdUZ20lNMsHaarmo4ZOBuHsnVGMtot2BvB+iWBlgjX7yI1cLMjrNiFDHJS7WONQ20hK12X1bdKj7NmLciVmsJbZbXtPq9anurXB+Jc1a5R1rvNptoXRMa+5WeXVw8VTsel0y13bLCR/Otvh+lz2qzFOT1trRoo90huM50WdflbvWz/r7eAwkU+yPiegKbEMYmXMxjvwbUSJYQb2sqizmeAd6s0kzBqmRNpPBiP1ASnmXWZCRqUnwoBO6HrMMNl/InCcRSgE5CifcKwAFCND/vA2+RrjpJQAEgDERonaH1C0I5hX5LUmk89vke4rXvG+C+Y8+/Zz/3u12rv71rlu9DE/ytbll31qzbl6+90l2x7OS3LHHayRObtKxZPjWz5CGhGMBPAB0NWq6U88C7tgQH8IarOSzeAN7f/OY3qYBgMikA/IKNzQPvj5TV3GO8f/cP/pZcza17sJYaVmEZpGdPdwi87/7i4+60jYPA+7EBbwNBZVbz2tU8c0esxfPulFk+4a2waxmv90xZEZAv7SXQRLhcOy1wpXC4Oi3GvGnQFVLvAAAgAElEQVTNMmgux3wU4D3N+Yd8TvQjgML+Bi9UJ9Nw2CbGwZhbt24XewmgnHWVizrk6f7Yj8znkmN2QbYKHxcwl3lcz1XitYg/VtI2xonDo83LmyFJ23GTBVhP/Ngp0qWU7l7uKoCL16emW7a1ofn1nc4tVYpEMeYI8fDtZf1isjQo9P18DAU3ZA8AcShj8PvchbNM0gYX9UuXrpiXyDWvVGAWfeQ+sDZgWJDRAeElypgOut/b3TeeYKXMDJgjz80BNp3175gpjfg8uutD3vFs8p5RG3XmpWBBqb6weDtAJ1vw+13+KUFVAsPOwAKg58XHTf6OfehLgDq70H5YwHVxW0YZP3vJt4u9o30kmbG2eA8UoXEv6aiKD0doDdr6GgLvKct2S1ZtzvGMGJjXffyi2fjxhsjU6vdkxskgswYwT7T5df/j6wS815jTMRw3NfXcrUeDH6NNNmmpumu+9FnJ65cQT23GmYf1ZYuE3aWreQWs66cPlOarAu+ygbH57wFvuJnT2m1u5eZuHsnV6GaOH/suhFhYiU5bEh9omaFNZmI1HLrQ8Jrro7Knyk2chwAYLbW+kXBNh+iqCxkT1GRyxWHTWt52H6YpVwroue/XoHrXnC8hyfFdcuQ7176xPacTj6gOkTEA2AKFa3d+poF5UJ87P9XHl9f3LJyHpWEV4F0PudXPGqiP3V8y/Z61ChcHqCjWO66J/doC3vFMh5uOFbJLPR0w6X1j/MiE7LN0JzcFoR164GcQsmHpAmDbMRdUliESx/LSvADedKLOfMpdZ3olrhKviTWAqzcs0XL/JhBEuShzJ3+2jwzlJtibS/W2lQR7/PBed/fOnW73wSMD04yEZGKl8xbHev31b3aXLZnUJUsuBasdEkoBIDChFoDwocW0Wkx332VXgEDKCutPxDcWigjMm3iWcy7KxYplxXwgudpNs6wDeCN2mgCp5HE9S5twAJUKtAw+6351+6PunR+7xRtZzeFqfjOAt1zNjxN4b3c/+t53u3u//EV3yp7BcmJQPJgHwDMDOnBb5wlSsdBkjfZ5h7XzuFlnYe1Gki3OvPNl4hBrADXWkwWObrs+PWg8gAX+rJ5Vv1+qYEPzfaGjbTHDs6KmMsFo2hu1wOGU72ucFAKxp2CVBC0x7lt1xKWLVoP62+bEwXVYAjA/jD/3DOpA4hteo1uKAGTxx60GLAGgC5drxosb8D5pyvgTphw6ZmFnzDxfxEXzwbwPVnSB9qFQiGv8Bwm50uEdXiege42f/U50rTGVtgx8j3OI3nkmr8BSj4SJZ83T5bzFh1+6dJmAHHHi586hlvgZ8iXIOQjtgAwETz+4oxOIm6s6ZKJtKHg8PpwKZuq98Gz35nNgDY8F8B8lAkT/lZE8lARSPjjBlUJhMhwUyWazJpHPkjXbk7CRP/nI2d6Q1pbIS05V6Vfi2cnKLcVMuJunyS+BObebc2QqQoOII6mgu5x/CcA7jTlvAI4tlcWrlRMsDzctzy0x3EzOM5fr6HLirDIgQMRE83OGBNJQvfDl+0a/52594d9NHQRLHsRBtoBaTGA5I1AwDR+QzpIlz66vWXNOv0rgvepwXyzwFtfXa3ovjfXR1YXpq4FyvrppbeDdKrY+CrwR481yYspq/hQZzT3GO7TMPeCNBGsW702XPwBvxPHZoRvCaQBwuBul0hzesaMCtCVMTIddtl5MEU2rD3MZ1Lmd12CoqxLyKtcPtOWr3Px1uBZy1YgFvAUKW+vZGtpc+8us6Rn81c9q9b3Vt+nv1wPe9Zy1+tmykE9ZvKP/o+vqQlqIz0uBd9kmZoH3MzkS+JApCE3YpmLQ3oOnKeESAPcu+ZqsZ4qRRZEhtOHeoeRh+A8CMlm+KxAjnjOOgOzFox7I0m1AGSUakRTNAOEzqzm88/Bu9+Dz2+ZSfsdKH1kdcAOLT82ydmg89pi5k18xwHvr9Tet/vVNi+e+xPrMLOlkIOp5Z1ZwA7YIDXpO8LNpP+7qG0eSH+oR94uBcDw18PYkcekQd+D92IDve++9192w+tvf+ta3uidMWgZrdyW0FJY2zPdxuhB7jLcB75/+yIA3YrzNWs8Y71vfRtluJZKDpdC6D+D9YwPe9z/5tDtp7Z83EPTIrP1Lgbdij83V/JRVDz98agm0Hpjb/rbyixiwRxI35hxhlm4ATSh/kdEbAEkADh4Skd2e+gdgvuJ4Dgu4Ppre1wMfdVABBOLad30EFKnlrGDQWo2Lw7HLtUcy8Ozf4eAIAJq0HZm8o81QQvRGitG7PkzfI3kblCmwhEMp9Qx0bHQolwD/cTdigkEkaQOgxp5BpnRaxFFT3ECv5SegFZxu7IoPZzK3WAs/Q2khd3f0BLoDVUbyMreaY6P3Yy2DRscEaLlJYzMx94wZBwTEESduwNsypl+HkstqiSPnAz6HUQH7P0qtYk7AL3ZszyIuHLLRwTMLycNvAnVZ4ansgIGBwBtKvxz/LUOEQDrjstllzGVfuTI4w+J7n/eI6YaCD686lru+f4m8lMje/2gD7yDcDLRLyxJpKIC3ZzWnJwYY7QjwJg27F4f+HtYYnx9XP8Y7A2/XSsS4evSUBXjKizMC/WLgPYIJltxbz3/5fg54l95dY93XuMZfJd+Zev668tTcuFb6ro4JXivL9diTZSjs8d4pV/MRuXSVsawzp/9wA+9VZjlfW60qZZU56D4A3v/q3/2f02nJG4vzud5g9fdTXcbBjMMCBwwAN5KrwbVqCnhDmEFJj1MWZ4hDCkLtSQPesHIDcNPK5KVdZHUKd09Zv+WGrM4fhQADULcYRWobfH52vaI/YxfNWyqkTF1N+7IK6awDnl9mv1YZwzrXjgJAypvjgimeNXd4LunLXNuUdRtMV3LzeP+WAffJnTrTfXf/8yvkJdqny/64bE8Wst6qwFsKu+k1IDAvQEx97eg8+LpSlMTfcb9/HsyTwARD8+f3rOn2mfiTkqadNACAF/JVsCSYJU2D9QpCc5QWohzoe9jtg8xorL2tOsQE3vzAeRbdaPU9xWiEz9AdF1W7jI8aD8UcwGK8awB7z2KX9x/f67bvf2GA9DNmKYegbn7SFmdu1jYT/m+8+kZ3yVzKL129ajWWT1s75gZLy6VFznKsAFAes0thCmMrkwlpPdjXSGgUgnrFAyODbwLk9j2E98cGfN8F8L7+SvfWW9/hXGFuesA7Ca4iNvJ4mxzZxQ/M4v1x9+7b37cyaBbjbaXOUMc7gDfaOlkCb8tq/uCT27DbJ+C9YxmnDw3kobyaMnxnspdoHKoZgfjN0ye6J8/2ujuf/sKA92Prr0cXe9gTlC/IQUJ8k0prAYzbD9wP7XMadHmBH6ku5CUa9C5M718bPYBG5RYOXwC9hPILMV/gdeLlpNYD5It9BmP8vkefmadFT1BgaBnc2XPCK2bwZmm8cq69LF64oKMetgHMpHRD3Bzdie1zV1yRVqjBgiUYYFzgm8oO+xslSPmewBzJ3FRT/DgrooCCFDYhZb1BVyq8cjb2lMDMFUdSlokK9RKgDXCXKBTrGuzK54Vu+nY1SqKibwiZQ6JYJGeDe/ol8zq5cOE8s6ifsWoHMizYk1D1wOYBL8ztru3x/f2nbhEXCCd/ZLZ5gHD1LxK3JYBH5Ry+wj8TXg0+KtJVXEvep9JlKdma88Q6NC342rws0Jd/an6KR5f8vvybQ3NwHUko4ZGD1xLgjbaR1DeuL4E3FrYVStkfl4A3Z9v3VpKfir3Wt3hn+a5ZDmxku8rzoNgzE3t6su2Kt+WW2m2WY3dHrLHbORdTnGZETBi08bWRI79GwHt0or+kDweVOmaeu2R9V+n2KrI1aW5aRCSv/rJekh1zZ1YG3v/a3/tfekOpkXltfa2/rwdaW7yh0Z0F3tYADkhogzfNQkPgDY02s5rbAUrBRu7mAsgSDMP1MWJ/JaAcHbQqxnL8NWCGs4sffZhub9ZVZ40xLCG6cEX72jC/JZ0urjlqv+dAXQv4rtjFlS5vZbOc7Tc2/xqa0paba7ZsaUi1q3lvoBSmpmm+1c/W+sT38YieMEfLYe5N3VbImCEgxfchmgqYy7JE/gWeZHwHysDwqFHipeO0UG1ZCSHGbZo7uYTiDDiiF6LTYMewltIRVKExeIAD70NavPWekNMBAK+zjiOr9hOzqsOSvWcW9W2zID+yhGmPH9wx8H2vO7C4bsuaRivr8dMXunOXb3Q3X3u9u2Iu2acMgBsCMasrynd5CR4I5D1/51gzT9ZE/tPX1LeBd/SbegTJ81QidNbfre69n7/XXTcFwLcNeEP5Cn4alrW0ahX/PY56zbR4w9X84+5n73y/e3TnV1Zj/AaB9zVYvF38awNvi3GHqzlLrCE2q79F8aR0aNs8nTkN0Pu0++KTjyxm/h7MoCAQAW38x6RYsK7a316TmbWrcVZZ7WpZXnVeMcO3Z64XCM9WMJCBAHr1Yvy7A85kMYm45BAuBLzLPdz0pPJncfyFIgBPT+72E1uYSgvNggPsCtgReMN7gkW9SOtChhJRtEE1UlIXs+8rI3q4r8tKi2vl1g7vDoItR8NMTmh0ouvpWmBrofhwWschIzBWHDXFVRmFMeJU4CNW3NaVceCqo6264q4wiQJ2XCNCdf6L3spqrpJs5Yt94+TlPaQwY1yL/YTl13e486TRBJLHnjXQjTCVc+aSftYUZBctcZus4uZSj/FFc1Di4NnWqDKpu8egh+qhYgLAPh7/vIw35V7K8x197gGrHvAGTbpCh0YMpz30v4r5XgK8g/fFc0sa1Xrmcyvx9WDg2GbkwVLC4KcHvEMzMmLxJj1g5ADevlQqtZdptZ3VvBDeqRXJisg0f5WiMNVI5z4XjxBZ9H9Xu7wf0lN82V+n8Q2ZlC11o9X7KXlpTo6aPsXV+F8Ab5/kZoz3mMV7uC8bS/jSv/5KgTeVOC2Ky1Mwjz8lQ30ZL/CnfkWStsW77NnGv/53+8C77vSs2/MIAA1mKYu3yogxxrtwNX9i1iJ9LiuWEqsZ8LbDCAcTa3k7+AbglvVHSUXI2FwwpEadYLwNuOeWg8s1Yy3gM8qJmdH4iTFNa16WkMUsU5zr5xTF+UNXI3GXzdag4paSZknTRwXaddst4DfbFwdjS/q76jVL+jWp56FgMvPERf2ebkB9y9/Xz6r73gfDfSbYGmeKIR4ZDntRCE/skXeGFkQKxvnG9rOKi30v5xJJZuGm26jq/QKAw5KMGEy4kqN0EF1BzQItkD4f0xZCaADuYwSUlOcoyD+DAIkP4MoctY0BOODWCy8hi5GGuzMSpD28d7e7D5fyRxa/bUm/Ds06BoC3aUnTLlodYpQEu3D5KuO5j508Y8BU9bKfISaZ6yglQXIrFUTWTwiMiVcIjHGm/DOpJPQmvAjwB2BWOrztJlr0CQiem/v74+7n779vydyudm99+61u3/i+FJkZYJAvVTyzD7w/6n729g+6R3cBvK93v/P7Brxff4vjQm+AM2zJbE12rI73n5qruVu8rZzYllm7oaxA8rkA3kMSy8Ab7tCnLfb9+LGD7vNPP+52zKOAsciJZOKPiElGB+BuDrfnSA6GLN0qjUVXdAfj6Cj+o6u6AxrRT3kq6OwoLeN6omitd2m4LcZecFgfQHDAf3sah/GTaBD22DtvtP78KJuGfTojVleZ0fG9nkAkqr2ibGv8lNUC7Hckc9MsoP2wVsprjnWx8REbUxk9JBOEZfjQrcSMEWfyNdEVEirIMq44bIJwy5pOYI5QC7teCVshWwCQS5GCz9mLBMwRfiFXdfQfSjL2IubbAbY2T46v1tfhSUKUqdUDMMT+IF2gBB5c5KEUQEWXU92NV14xIH6ewBzVETZPm1UcbvSQgZBwzdrIlWLAHw6tJKty5YAflcntpADJr+hznKcpYoHAkivC/wNoyz0fH2sVw7ChN/IDSK9KJqmBt65zKibdaB37c+m9TaA8PKByqTzeEon6HHijjVRezOdY+QNEW6JTzcVAIctx9feBPI6cH0IB4bxKPEq8kooJnDsxAfibt0A+lXJV0ySliGYyfvwmkmq1B10ZxrNBHdY1I1s1PKPyIuiJy8TD+etaMldtiOr3Ad0oKW/w7ewHrWev1poT6+RN5SIeod8zhoa5R5YyVVxXy1qrjvPFz1u7B4mXuJBwlD5QTmg/auaK8u71Wlq1G32Ld1pJbNyiqfG98JKBN1wkA3hnV/MMvMWYcAABeOOwwW+4ZyGrOeMovewIVgeaxaxtC4Y8wsBGZrDlhLAK2B0/WPJDWxbtuQVuEe8UI24RTbTbitEv26kTAbWeUX+/yrOm2m7Nx9I+tcDYXDvr3Nvq31qu4klImX7KOn2vLeLzQLsWbPqAotWPeeA9dEMvLeCSrzLTbT+rYob+FgIwck2gDBaEGJRIgos3avI+MrfyXatJjSoNFJz9uAhX8jn6Rc+Y9Rug2w8pxAyjzjDjrQ1ZPA9B0qw1B8iDYUD/wEqA7ViytAdWFuyRZSnfNiv7vsVvA8DgwDptcaSXX7nZ3bQa2ajFfcrczAHEYU1WWTCLVeZvad7N0dx+JxRDK5mmLdwp+6NA9yj/jQl+9gU+Vuy5rPkS1JUB/hgAlvURior3DXhfskRnb33nLbPaIaEWxt4/MGvXyQDeTK726Ufdu7B4m0v9hSvXu981i/f1N75DpQLWGtZYuDY/O7AY79LVPAHvh4adLebdLd7DtZJ1k+tjbZ06Ye1tHHRf3P6oe0zgDddqB4zFZED41XJKcRBzQa0KLd4GmOB+noC5ALeAl2LDGUrFEltKnheu0RS8oZxw0EarWrLCYt6xACOHuvdvqA5ydNBiSNV6j/FfhkAETio0XhJEtO7Yz1EijxZMt2xHMi0hC+uTJ9dSqTPMQIBbt+anZFoOXTAMZvI3sGmgk8p3uveLnljmxWWF8C7gnBPAygWccdLIpM6qKfgciVwtdACgnOAJwByWcvzkRIBpL4DufEdpGuShkF5EYdog5d5BmEOpIawtm8dN5gHvAQ9ieULzWEGJwgu2zzcNjMMDB/RCwE5PCtEflQIwdDi/Ynw4XPgLZWV8T96I/7VZC2OG76UIeancNjeKw5wQshjvELxWILOgufAOWgV4q3SYny9TwJveH1JuJCUq2ZFWqOdyXvRn4NEZFm4OQXsyxhveSORfPfYV4NjlU58beOyIPcTFfSm0P28iliTf+Xingfe4GWWpvLSKvFuzjOYzVo2VLh7QbHsB/+pf0pL8V27wpdwwJ/8seeCLn7f2U5nXhHtLNL6K5TpaJ0888muazxy5ybVvrMYzsRc2/o2/97+OQ3Ky5QaodeGr7Gvf4o2s5tDIwk1qCLzhEYRn4CCBmxWAN34AuONHSdXE2Ai8/WH4KBiymNv0jKWvJka6MpCeeVhzzspujgm0DZXlOhtMotvMRFVTSBLqXb78Xs7DYL4nSa1J7uuMG40X8mHzWfmC3N8WmFuh0d6lspqOv5bM9lS/YrzTrWNSxp/bbzMEF87ioO/13o/3tSWvNX+1W/uAp5TPpuzoIwMfoJCSZ6v9rDyOpJBC4jQq+SxzsgmwyDgMC7d+5OLJGG57DA4cgg/7PQe8Q0mYDqUA3tqISriGpGBmUX1ygIRpxiPNQgwrNyzc+9sPLUu5WbgtlhuZ0p8fGGg4ddGydV+je+q169e781ZbGCUY6Q4OcJP2rICgLDYClilBmk+uEr+5YDJyhi0F3pjNvsUb7qQOvK0W9gcGvC9aorPvGPDeN+8BzEep1JMFJQtIdMm3RtX7Z91nBoDf/ekPuq17n3fnL12jqzmAN9YcgALVz/rA+1OL8T5mIP1Kt2UZzR9bPLxczb1fPSoOa7s91dqDZ7AlNLf29rsvfgXg/bkR15PEQAB30qsqiSb3cOeZPKDCeobFjtrMAomkCc+ODWUzvL5kcdX3ctaGgO8/DgiDIZPcBxqRchGz65u6NOQm0dXeXqtZgitIEv/1Zo75Avb2mruKc2dSGBPPoAoOD7N7WFOc/hegDySk4+bFl/zRLW49p6u56ChZITEWgCv7D67nzFeQeIO7KBfvQR8HSAgH6zj3nUAr9rlK56EGvAFaU1rBS4F0CI8Euqj7DyzOkdwV62b3s6ecwKws0dRRUEnnZskx+3XUY6OG9bFvRcW8HIdyxvkS9vg5iw8/c0bW8DOW4HET5VftB4nmaKmmJVll3RAjXyas5Dx4mTOG1ODx5GETHjuVGy2Ad9DAUMapLajzJxfBN5c5W7XTeRWKAZl8tf5Qpvi1z5FRkZI+Qhs0u1QwBPBWw+KFUMr5AuicFV3GS/SZ+8o96bImfutSV0rSW0UKWYUF5Ve4mrO1aIN3yrCU6KJ+Vm9P+t4tm+YeGp/LUYVYQ3bM455fn6asRfKeagOzfHQwRQXsfPd6cz//ZuRQm7mhJTe0Htyct9kGgg+2njL+/ayc12hyLhfB5K0FDdA7ZiHt1e2FCvNoo3Zee7SbX9JdNe07yK2etvFvzgDvYCRTPfRztc+EnEFGcjVpXxWfhIRE+I2s5k/s5xldryw5jh1qOEzgYgUAzpJijNGyGO8UK6dNxPXlP86UJ2FLv9ct75dZ9/AC8C9ZraVE2CvbUzS89P4lfSmvodyxAlfruVP5obIKV+xbvIdWy1X634pfXKWtpde2YqCXtzMFrV2LP9NQixbGDosQalr9m4ovHz+A2utX3kdrZNGB1qHW0viW91OEckktAEipWCmVGTF/WchTp5iw0fY1rY0Agi6Ygi/tsH6zJTgy8K2kZgEiyILIswi+E/Aen2ldJ02w+hdWYbmcbpiwiIziTy1Ge3d3q3uC7OhWCmzHsmlvIYGage+nqCNNT9qTJnjftGRpbxiINeBtQBZKSbYKodA2G8b4DCDFD0EJkSEoAph7PwGQCBr71oBS1o4QUNLSiCCU4+bFl8u9rmzkECQOTYFgwPuDD7sLFy+YxdtivC2bNYX9yuJdl1NDVnOpNQ5p8X4PwNtA8PlLV7vfNlfzV978RwTLDVT1gDfLif2SWc0vWo1lAO9HVs/cUmhPWLxxpng5qwDetHgb8P7Mgbdlmg6LN+EwE1GJFkLgCehYOBRosksgTt7ra8I/kSAMWapRIxoWcgA/1auOpG2MEYfrNMu8CZzHw7F+WppYoL6XSWgbxwB22bWSegcicwFE0mOsQYRMsI2eRlOAKKMbgadEPn6gJHsxPRZUOxzZzjXHDqbczTyVLyuYCS2bDrAA4bLVRPcLrKF3oHMAb5NBbF8/h4WcQqKStTKvC/oAXkC3b8y/gWom60P2f3kjIFEb3NUJ0OmujutEN1CepHJoQRSxxpSlY80dSPZYRQYG+lZLGVZYeOyHHIW9rHrikIvst9EMPFwYL25WcQBzuKtHqB5DGXziCSIByn1OWXVBM+UPFd/geRCLVTCDYCMhW4cSJIbSMlz0hkyayS77teWbNOWhCaPAOylqfJ05x/ByUAZ4KXgyUGdf46zo0ap6VZ+vkskKZQj/jh8PSfE9EeNKMd4V+DjuQmd+Rp/fDgHP0Dq7CvCu53lsfP01G7uj/VkoJ8avzMqUdkvDK3SuvjDkbQ9YbvFOypmjdBxPmgkxbTd5dGVFKQ+1nzMy54UH3+r3r6bcqNuHMnytVzPOfrr1lkx6tH4ttHj/W//Z/zY78rlNsBh4m7t5ZDVHcp0DTw4CzSyBtwHsiGsqLd74POK7hweJtOGavPbitdb3ywDevbmc4S0vkvGEgByq1ySiLWBu61i8QbQvwtVchwf/Pdo+8LuOvskybR29jbm+twHt3MAnLd7FTZPXFG6c7We0+9kD3gEyFs7/0OLdn7M6QU+p4aVNrRLM423ZihIRRSy1QxZ7D7fVPeNLSF62C8C9YzwK1iEm5nECTMKXaJHHDQUwWZPrVwijSKrmekK7TODiuVm4nxmYQ1mwJ6zDvc1yYA/NpXzPrNs7W4hJtkstYzOEawDtS+ZiffHKq92Zc1e6k1aaCMCBljxa4fF8MXzakny/UGAsN2J1SPWB9zI+Gsq4BMzd3Ywu1eyB3IUFvJ8JeH/4AePOv/Odv2QWb7nqHxV4nzPgjRjvUeD9dNdczf+0u/uLj1nH++K161Yj+XF3/94dw4P23BFXc6lFYMmCxRtreShX82NPu3t3P+kem5X98MBKoHFcLsQDeNPq5j/8tj6FCrfiRJuBhApqIQkJDDJJGLUssHR63LgnC7OgfcWKEwwCgGcAmcA4k3H1oK5WZARw1PQqV+mhTZa0VZA3gYk9I4B3v52Yj5iNelagtBCtCvShLcBwACZZxtVfgfFIdsgHFvIM8xQkcKaJ7zl/E9hFX6TcOkT5MvO+Q8Zr7lgqLWQFjXhoyBjJ2Z0x+NZfAm/FiZ84iZriUIBgnbBecF2XVRwu6xHTrzXUWkRivXBF74VvOSjnNJCe8kRr74qvhYwTIq54iwCK3OhR5s7C9VDRAPHhlkX9FIE4wLm8B2HcgFcF9h74GkuauQu3Jl3Kx56CMvhHIgH94djUdzt+9fnfnPySFKYOvhXjn38SPRXjNrUAP0YiPk4ImXLQkANv96IIhYzaxBZ1mkou531Zsd9X34di7mk9AmgqN4aHNRRDroG3gLpmpVjResuNADW3ri+QzV4WIB90cuSDeeAde3FJS8NrhuOKGeyv2/LWZ4B3rVHmo476nOU9Gr9yVeBdyxxH7DfpdCi/zI+mvP7o1m5xjlXHXfVsDeC96qjrORkPEx0bz3BtNmaBtzP/qUXoMxZdFUwUjD0SgbBmt5cTQ2KiqOMd9SmhqT3n1u4A3rB6s9wGY+IUi5QMNtwe5SEhJjt85Q9r4N0jthbxhfAcD2jQ+CRTnMmcXvb9RQLvut6unrNss9QW71VZSyuD6KrtrXP9EuGz1f7RLODzc91qs9Xv1vdpT45uj6l907+4FpYmd1qxCescj9wyM/tmaPHus8W5eHOKYUXbPes4BE8sa48AACAASURBVDBQPAA34ie9PCF4E6zaTz0EhoDbwDdAOHND+SAlwvcFYraHzyib0TG6Pg34PEyHgDeAHARW41oGtnf3kPDrgYFSixs3t3LU335439zJ7bPOEoQdA+A+ay7lF693l6/etIRp1wy4GuC2ZEsAZeFiG/G/NewLoV1in6zr+rOycKOP3nONsH14p9I53uShAzaU/9JEywIJ128B720D3h+ynNK33/pL5lJvAJiTUfZFAm+80JehxfuHZvH+rEvA+xtm8bZnIq4V7uEn7J+DJwLedz7+yID3se7yDQDv3e7unc8NKMLSrtj4Hq/lSrpAbV/gr1PW1rETB+aifrfbsjrpqDcd7qu4H+DtOetPe3msiEFNdIFnCExg6ufCKPoyj9MZ5pRx4OH27NZXz+CtUAdZygGu6DYdWbkTmHNgVgIEArlakNX7WMcpi3dam1WBd3nw+rM5LwG8R4U+8aWyWkBqxgGZypfBylmCG593ekoIzENOMJhJQzx5iGdaF70q4zWBOV2TBfjzFPFhRlyqI67M6ALkDAVw5Qgs5cxq73HkTOTGZHu+fkyaiHlWLDj2J+abfAWKBy7BmBhY7hGNJ7+y9BX3g45pqKAXBRK2IWGtPAg37W8mbGPmdOw/9/qhEgHyFZQ5mBJXeLg7f2+vBL9zgBKAk/y26NocMAsvq9rqXXskkTzcqDIA3vF5YTnXfvOqBQ7kRdjqWPSxVNhq1sXH9XIvBl8PLJ+r2wjCU+I1rH+PfUUbDrgdOGd/lJG1HcicWs+lst9awHvw7B5LbL6Z8tSMGxeKuc3n6IKY6KMAtLxHxh+m/ZdWP1mpFnatumyJLDbdsnjX8ldxXvp+XH5vdeUY65lrrOcNs+rN/YYDeB+tldb66llTs7qK9289HQN+lYho2Tpu/Nv/+f8+u9pzm2yMTmuXpshoHgIu3M0BwpHlHHlRcAhAI3vOympEjDdBNzTMjLnEAWcsCTGMPBlyRkwKQ5jYCY1++fkAeIc21ydsluHxwMmk0SoB1dQINjSaS5nvko02BL/LtaokjKPtCHat5WWwpP+ZKZYH5Cp35kN3tbvy1esx1PmntoB3q89zfWv1ezaxWxJ85ueB+w80wr2YWYm25PKDpNfXBc/ugWt7Ug28M5BTH+haThfeY0z4uGuxxygJBtdy8CNYjw/dBTOkKvEcDE2bgGBaIr22hWepLmU3CcdEoLyGVjUDachAfmgu5U+2H3SPH93tHiF22yzbAKb75k6OrMQQ3E+eOtNdsVrV5w1sn7t4pTt/9ZoJ/RLkVYEJIMHdKn1vjlkJKEynfjs6CfdgugOLD5RAukVraUWxFX1pyZPBSwsAROANVm2QZ8es+R+aqzmA91tzwLtQXoA9AnjLcn7IGO/3fvqj7tG9XyXg/eo3/lFzj5UrLhQaJwwcPTPg/aPv/Un3xccfdKcBvC3x3I4B7ztf/IrJ3saTqwXox2Qq4/wpC/I+cdxqpj81+tjdJr0wY3SUzELiKguZOjSvhQ26L2s9mP3a9wLrhQfwdotdHc82xlrTsU3iwdy6hQ0x4rCkEvCpr3BBp5s6QrJgceX37jbvZc7kwq7YVK0VRujnJj91OvDvB2JDbfEOUDFqaQARRAv+e+QQqKsQ6JAZn40Ij8hiplyiaRV3q7cekZ+bY0zBSCJO3L3jHCTmUArFieMn8TAojyhqAISKL3D/Y461o50HYD6VcRyJ2zDPBOGI2WcdcXNJR0y5KdJgOYcBgVZxfh68BOXN2Hr6iZlI+Rf4dI2vt9eZONG5riu++I5AWvwuODAUjmfNEr5pseFIXgv56jSs4cgPgeuRb8CzrJM+wBi8Ixwt5gTUUijMpOORG3u8yPkceYWcVK+sPi8s3XhXgmV/L/CNsIG4FtoTfmn/hLdjyH/FfkuekLisfwbVZ2LMZ6m80FoHz8/yElNIYryxN2PQvkdqPqwsDdNgesi3Z6yzaYb1R0tGbH6/BjrOit2qUwWdjn2z5LNxizcm/GUA7yU9etHXDDjsovUc9qKvlFtHjoySzItHuoaVuX5GKri6wMtjvH/tPTNKOTyqlsuni+dmYWLBlwO8PbEHDixauy3GG1ZuWJRk8XbgbTMC7f1pc508Z2U0YPUOi7c0+UouggQoOgjFdFOhDBfQxwAGD6ByXqs5HmazHDv4CyZXfF1reAfE1GBq80xRY136al0qoSQOkfLv1p09ZeDS7qTr2PoLpOuWlnW2g04nKw/Cb2gB2KO2yylKQO1orawDvCnszDy2VjCN7jMCLC1239K8GgHUbQ+fXXa0tNTrb8QoBnXjL7nqSqeJv8GLEO6iOtyWvMyAN3gRAFWUmwmonPdLQCXfP26xiie5sZdjD3wiS57mlWIv6nAbsN6xBF+waO88/KLbtb8fW4mrfXPDRtgNBPKTxv8uXDSX8qu3uqvXzaXcMhmbdNxtWDznE+vjE3OVlYXVhS77w1N3pf2tGcrCeXIHRmIkfueHFARZ3pV5QJJnG2QYBoIAO7R62YeKZffnU/bXPAh4f9BdMFfzBLwLV3PyQk5oX4Mvizf6/az7/PbH3Xs/E/A+e+GyJVf7o+7Wb/xjzBECYITrThpYhsX7h9/9+93dX35AV/MrN25221b//O7nn9khC4t3GQ/sA2W/ZcXkjNivU6eQ6dqcD8zF/MAANoEenkLQZqePKY2fWEz+U3NjtwvMIGqg375CdUxknJdLLNbrQFZXgIe0zzNgcCjsz46dWCTIi4+SoE9qdm8BTjL/Fq0brXim63CDJgi0ecF3KGGmOuMAeuHpoFwFaIMu1g5+RC26RjRenxUCFP0X3lOa8Y+nBeUcyR0tJCYSi9JruhatCDYdfMt6Hjs2xw4nQZ1LBuu4rNmlsIW4clrEUxI3rdOxpK3We/AO1hQP6ynJ3MG/mI27DWtFoUA7xvw0KCsHF3UD4XBX96zqIC7GmbMWvOLKZT0Wv4rs2VT4uaKEniS+Jpoc3232fI4aU4//PGyBSgOfm+DPAkzGVqw/Ydw4ZXIW49thAEFFGZPFmDmdZc7goo6Ef5pXWcZlvUc7aR3RTaeRJG7Emct+9V+l1TvOoFHgzWmOp/j5kkIMXgTwDlkrvA4097KC5+9ibPFdmUyNI6tAeoxWwTdT8lz9eabiarpG3zaB9ZwQqeEVr3qF5nvQjmVeFSTn56tfZX/i71pSKZnjVH/LOa3vXzLLL+ManrSDhlvr2b+hphXxsaO+VktoB169Gr3M9WuY+X/VUYwD73KGp1Z+LeA93ejo+tajeknAWxpkuOQJeNuPAe+9SLAGCxMs3qZVBcOH+9NZs3ifh9XbtLJMHmI/qrWJ+CV3CihASo7/CvCShzYKRhpamjnCb1mwB5PaQM6tTbZKIrGl3jGtZy4h91XnYUmbvw7XtDwc1hnDeqC+D3brfrTangXtFHoK7hKCFD4f4bs1iG9pYAdAe077yGf3HxoKC1mlNA+wJoGf5Fq0+hzx2nArf2xge+uxAaawYFKoo4Mmpy4LWPUA9X3KOF2ATJl6kavCrUIQhGEdRa1hy1T+xBK1bT+0ZGkWZ7z96F73ZOehYTWzfJvnDyzrp80SfMlqU1+wTOVnz1/uTp+7yAzLENSZwNeeKzdYqja8nxJO6uN3aHHRVe59PDgQyvt1bBeHmD1KttGpc7Y86MOqk5OsYT4w9xHjzeRqb32Hcw/hHQmtei/nzwEOILTS4m1r9PlnvxDwvnPbFBKXut/5gz/qXv/2P55KJsGee9LA8jOb1x/86f/b3fvkQwPeGwa8bxF43zHgXbqaD0L7wj0bc2z9Bhg5ccpi6A1UH5jCQ4K4kpoRWtnne1tW3s1KjR0zcH3u7HnzHLD1smuePbMrDq1WOd2X4dWFH2bJymAN71M8QwarpGEqRcp958iFuLZYMb7Hd/4Z5tNiwNlHenbg7FQ5LGbn9lriErJkNc9ltRSzLJEQ6+b0DhlLFJf23/g5gvWPe9oCIK+Yk93KcY4w14HVkq7lekUIWnpEAHSGB9TSklzPBfrgteCWbbfaK+GbfiIxmVzWtUaMDfeEZVLKaJ+GQoRAjZnrBb5Z251J2wDU3Tp+0vI1IJs6FSrIsA5gqyR6CB+gMoXALlYnUJMWB9QZw+LegSWdCgb7Gz8hi1SWGIJorLmDRoBsJm9jKVf7Mf5DizgMINYn9g2hOnCnR8JbhkIESUayOrnSs6dOBkGxpbGCoyms3qHwiaWO9c1K6Wwdj/VqWbwT2VSx3bTkFzyt5vmhuCjJjvPqCjpZvLEGxRX+PrKeh5zUks1aMllTJu11sr/vWm33t1X/JJm3aOdzcmRrJjod/27q01LpugTUleC1PgXrZ6RTrPgi7m/du9ooXtx8BPdaMhd6alnub+1eN/jv2u2TRWpsYfE+eptD4F1Sx1y72Viw+tN5BizJkTRVTmzW1Zw8fnrxp1zNcYCxrIUJLQG8YdnZMYs3yvLgB8AbTBBWKVi54WoOq/emaVxPn4Z2WPV0JTgoEUp2GwphWzFeo5a4WpCfAt7koRUjrdah9X29bC2mNzunrm1dSgpLE5i1+rTkeWtZnZc84Gt6TSk0vOgutsBx63lzALfVduv72hU9st6OKfvI7Io9tz7wjqdIwBwH3i4E+3Phcgt3SbyifCG8bFASDJnKEccNfsQsyoXQaSJwb5qHeyWYu7uZ8y2EsQBK8MGx2HCmITbL+t4Ts3A/ZJI0WLq3H1is8L273YElUttATLIJ4ZtnL1iytBvd1VdudWfNpXzz/EW6pUKog/if+JpPAxm9A6Ho36iul4K/hhMW8RCuaYXmSxfVnL1/jghEt4B3niu1lqzwBfD+8ENLrmZlz77jwJtJrHoZYMPqrN6hpahSDAB754tPDHj/sHv4hQFvU0z8zh/+re4NA977iMeHC7ldjzMDwPv7f/L/9ID3jpWC+4Ku5jm52hB466kY/6H1GyAe4OMQIQIAVlReKBYWgPmYKVT2HnzRPba64gBnFy3h2+FxlKPatGZgwcQdyBWAMAbLG2Dn3XMAP7euPjPgjmRfAOWyhodF3K17SR7EAoRA7QubzmMBvbScaebsZoCpyICeErbBTVpx4wHQVMPafqjkjtrVXtIMzTuoZzwyJy3vg75lqgDeibp6W6r3Jug4db52R18VePcOwfAw8N66FMbYfJbRClWCd8m9JgJ4Y0pzNplwX+572KTBUPiCkg2JGPGDbOHWAOcLxGRrh6XAGjAJmxQjstEDrMK9+zT5gSzJ9hks5UgqC2+FDXgxKPM97/P1kJIEIFtrJaoJL4bY4q5OdBLRdhty7uzmru4yS7w955TRBIA3jSD4DZmMVnDPrE5ALsMIQTxoCGXX2CcRcPAXyokOTnGGxOel10L/7FA/EwAv8/m4ooQqotEY77gvMU5nYlr5OEe4mxJgpqCrHeTW/FAk8VNXtKY63mV2OXxvc8v1YEhHlpnnZLOWPLby9ynEQ+vfun+4O/vgd3g65Dvm214Ke8oerAq8cW/wxZarcQt4l/1YDnSH8zf1ydh8jElQ9bNb4yqeR/Ida3N5L3tXvkBX8qkeZBnmKPQSrY4rTpa2WHo9r7ryy4H3eG82/p3/4v+YXbGjAW/FTSGBEazdB2bhhpvn7j7KiGXgDUsOGHkA77NmORDwVikxMH3FKvlE97SXHn+VGHFx+LtA0rfYjRNyjuWZn3pqOuescuU+mFFW9Lb5RPmB2g1+bvusut/WAc/ShB7tpUPv6MxhnWcfrcfQ8xy9v+mZlI+n22nNSesAHb9/3hIefZt69qgiq1i/cjRcVyeKUFBAxMklfsZnf5gsraSsLFTxbsQy+kPKvpVzU1pJYOEG2N62+GmWBXOFH2rbRuwjBa0QtuqDpggVodUI/4Ucx9vQV0iTOPyRodzcyS1++6l59OzRrXzLEoHdN7fy+4zpfra/a17HFg9s7Z45d8mylF/vrrzyuiVNu9GdtCRqz4+dMqR5ksDdih+5a+w0zYTAWM/sBq054IPZNZTTFwKmC2fP4XrOSzJPHFgRMTw5y094lmULS7kOaDHxSrt527wMPvrIyolduEDgjXOAwvkS4E3X+kMH3j8y4P1pBt5v/RMWg/2UwBRg//TpE/Qk+P7f/7+7+7c/snJisnjvWEm4Lz6fB955P2isLMu0eYr7lt4UBN4eLwtrtmVP3zNr9yMD3pjSi7aOh8fPGPg4S4DFmUVaev4YlDH6iKRVPBfhDWGgG3QDaziAG5O12Y8SiiFTPcA4WnIwjnrVPeYLxpJ0LCW7SQBNN8DCrdhw/Z0bIchw5TZ+Q9kNhQMBYrjfc61kfeVnKJ8lKktgUDtE1k4qMBx0JcU8ujp5cACcVsJJAbzH6G9AqyXCKfgte1PMUWlBjfMkW6wls3BSE792LwW3mpd0ojnAOstaTkMDcy/kmHKuPV3cMUbMFxAaOmR/sySdZBZ66tCKDCUIYvYRHy4LOcMFsB6ekFCJ0TzzvceQw9OBVMI55g7UDz/o85EkLxSCA/oBwI2wm6eod25/h9EDHkSgE4QsCHg7nViG93BLh2EESs8TcFtn+VcocezHE7dpnLLGs4veJWSm59wUn5V8nMKt1FW6hPMZ6zPnap7Pj976sw0RYsxKkoecH5XyoHaPro+14rwWZwfbSvw15l5DimdPneGts12tjL+GZ0Db02SuvfIs0N6YlvT+/ADvekbGgdz8vLW+rXjblAWU9FfM+UpWZ/CUo8uqg/Vc6dlHUfLkOXsZFu96J/TD46bXawVVh/OjJXM+vi/XAt5jGj0yS8R422FEi3cFvCEEM5kREtQUwBtu5gTezMIpVycmjUGSGBBV0C/OE38GtMxKeIMvdZCRES4F3kmInieeut3WVlvGUAs3sKrBFw2803YmX5lmqK1xrdKvsbZaILN50LQ6+IK/18Ffv5ZstuqemVto2Rx5SrTQUnVMg+f2QfwigDf6SbxXjoP7rxRgR6mhspD36bIPzOG+K8VX9DknSzPWjRhoA2HMIWFAG2AbP6HkY91auF+y7I7caqPfggwVy017xCGFC+/JQoKasbBwWXKtpxZXvGeW7D2L992xmtGPH5ql29zZd7cedwcWw20Z1boTFjuJMj9nLc75+s03uwuXrnWnzgBwn+wOnltsMkBNkkgtLhjQZYZmkrDoICPxGzclSi5UTCj5IRQJ/hmpjdZonNXlQZ/pMABLCGN9C2WsZR/cx6fJyu48GAqQD5nV/LyVE8vAW2AwvwTsEmRQzDhBNYD3L+lq3rN4E3jDXR8Z448xFvWpKTh+YBZvAG/zHTDg/ZqFNz0h8N54/tSe4HQ5wQJJW9YWzp3NM6YMwdxhmF7iC2fac6Oz55Z5fs9qij+ybOlo8tLVV7uNUxe6Q7N4I+IcpsMNWNixjvYsxPAjuz3bQ45tnH0A49wjdlY6+IYlHDSF38rYDRMkADnozV2hHahoy4X1MK81ZpDrRXCnbagXaAzAD4SgRGJ0aaBWW4Cc2dI9wZYSc+G9uUfDTR1Zu41e6XYMfwQSCUCgLH2hTGFtexfc2Lx3gcCQfakJO1BY0dlKEdYrwcV2ijYSXfswfU/oXeQJKB+re2OLq0sCeBk057b4nees0aWe3NUttzm9mStIABO5br5etKhHBvbMk3Ocs8s2riRhorYiS7o8/lRPnKCWfys2HJnUqeixv1luFUoRJuHTmsY0jfGSxBuCPDA2m8tQNpeGBigPFGOO5gWoEZ/OWHBaus1DhPHh5vUBHovv3PuI4QxGM8rXExnUHdg5Pw9gjq7IfV9rFB4KKauPexFoXK7gSPSgvaRjJ58T5dipQAvZ0OlDR4GDaXBMfx+KmVAkimYcHDWAd7CXePbXH3j3AWcrhrst37Zlj0x2/WcP247ZHOMb+GwOLpVtl33qMcZiB6wKvYpbZ/8snj1xsA/CS1e1Og/anREgqr4OgXdrHvoH6BqQIlT7Syey7rn2bvXi6lYf47M55DPmvd3q1DI8M74OG//uf/l/zq7Q3CYb62wC3m7xhoWDFm8TgHYsrrG0eKNtMGNYvC9YrOP5BLxN8464KAgBlq0W3DSEQbopGvME6D7wjKMqS5Y1RnPAe8riOzvOCcqamvhpRtsiaC31KgC3peiKJ/IgLQhylWe0CHDp922GvbQlHbyrvGpX5VXujWcdzQLuCYwmHthqsxVHsmTzT7l9L7kX3Q4FRF9oGQ6oLxBrfZhoCkyPVo98T3wen9ROAXXfIjYvteVuMOAB+2bV3DHL6rYl8sJvxE/DiljWpSXtufWGYh/BiVw4+wrE7DnDZ9l/JjKmA+IYQPczAPxtS9BmANt+tsydfOuhxfza7wP7nDGLlmnrhAmgpyxu+8K1G+ZWrizlp89cMOH0tLUsl0zZdAvhQkGkUjbOvPp04XPMw9qtS8W9sHBn4J2/6M2xg6T0LW9xK2+5bpqUwf7zJ+fbfUGhDHn/g/cJvN966y3m+oDwXgLvMeUH+BMzkbvF++cGvB+YxXszXM0Li/cpWAZPbDCe/ocW4w3gfdzuhcUbdcM//wwWb3uulxObtr5a9+FhhfAnyzWCdTh4aqEBAJ/2Q+ulAWMrvN7tou76nc9IP5ev37J1vmYx3qdNkQJwC+CN6FslxMN9UISEQKs4ZHdj5ozBZRmu6QDYeAbiwmEtF+DG33R7h6XczlICIUfVTBzGePEi+VZarwB1uNwBNu8DkBKdJWQcAiwzbwOI+IrCZZ1gT+7P4RLNOHG3YuLzE6Z0QJKu0psBShgk+PMnOiAv3baDXOZEIlfsze6G8ksQru8dWJUb50S4aKoHCDfonyvU+VM76tZXm29luFfNQc1S3OOhJ2xDlnC7OGVN7/Fht6Ij9MSbZ3vU83BuFQeevBIw1wDcDCNQ3P5xm3NYyDfwg6zqWCeAcSZv81rj+M3pcKjtTFjAWp+SD8USeIx4JGYTo4TyQIkCs2pMGc5lxZYCBkoZAPCTSMpGj0Wz3KOsGT0pCkMKgXtY/NWOLP5SFnEN8NvpvOdSHt4HRr895YW/xzBK3pg9pbBPMBQNNFnB4lDy8ySUq+wf2EGhKGoBb5wSOlvm6TlR/cLrxki/ZfFugedhm1k2bfX/y7V4B3iu5L2wHDcBaqj+8nnKnTxyvoZ32xyrGQN1cf14aEHBj2YaXtfq3G962TMn6bBp8S5xDGdkMXeuL3SbwJHvH1O81Od7UE5fxTN8ZAtL1XO8VH4e3b9zwJvsY4Y5LLF4t4A33KgCeF84d8H+3jTmLYs3mDddqxgzp/UNAj0w4eSAAomykupACILIGk9NjqacR88ETzwK8GaXRmhuFNRqMtMaTLHmFtOrFzHmZXRxiydGu1ElZNXnrLEzeGuLllZvf5UNrwP9qC+PDlMTYws+1zAEphmtbBN4U1qYfsCyzT8m7GpDzQ9HDy4VWePWT+3NvuVe6xNWrprepKCTNVDJ0WKMAsXa08Vn7tFCSxwUbybQAmTv7Mu6jb93d3YtU7nVXLb2Yg+Wz43zRNlpIXy5BSa5Z4pSg+XFyh2jAQtuwAA/5rpuCdK2tsyVHFnKrRY3fm9blnLEGNMeaMnRzl+83F0k4H7FEoJdsbrcFwTerBOy3gd0ckEwjTUL8SWviulJmCIsN/ytb5mMaUzwI/Ae7peadgalB4skW9G9bH3sC0I5w7qupIeBTSSA9wcffMAcHt9+69spuRoTSPlrDHgzxrsA3u+9+0MD3rcHwBtWcZwVoCN4HSCr+cPbH3fHDNBcfeU1B963FwNvniRGY2fPnbG1PrRwhR1aqJHwDha946jxba7mO+ZqTuBttHPZ4vQ3L93sDo/ZPSw5BbWKEqjRpRz14cONWZSX1izTOBLJceYo7EvZpZANZcqHpRweFoonJhi3fiEBHPpHt3YG6Tood/Ant1hr9jAU03iIu7KTJsK7Ik4k0EqmKN0PYCUXYsYX08otlRT2FEDgSUsSdgKxwAR+AvnuLyIlC0GalE2i/SIm2RVGeS76fylhV/RvTuHquyRtEvQ9dk7aQb3GtddFq9lK3Ge4ZXNMdMjyYwghwPpIfSYRI+5T3gHMM2P5HazDCyL4EfeelzAL/k5rurcPHhaCYk7mhfE4vwBYRQI9xI4jJI+Wb5Q1k4s6LdLmrg7wy3uK9WOsP8NpBPCjGr08JdDvLJ0EABcAFe1Cl0rA7vQqxYR4uTwokDQXSeUEvmEVx9+wgiOUgbHgTNQmKzjd1+ndiKz7Tq8kwtgHWnPNmTwQIBNOAu/izKxDlOJYiXFyOvlMjVkKYimfnCISveQY774BJXJorAS8Ocw8z1O0PymnDW4tz4Hl4D8/99cNePtem9Wixg7CKEurM94N+Qg93/pbf3RZxmSg3vav71pQYmp1q/MUxfjnC54ZLawO+isD4grPqnudzaWN8Yx+Xa5vvmDM2o1lbZk9VwPe4EerGf/KIWz8e//V/zVLanOW0bGOlhZvuJPPAW9pOlVfEnVeL5hwCuCtOpNIlAQtOw4HHHDqtjS1bvGGG7sfgpE4Buysn3Qjhjs/7W3g3WaSJSEvufpFgN/WcwbKkSJ+dVVSX7e/697f7++qRN/adtOzkUuarDpjun7O2t4C3rNPhLyzqiKgaHD+3qy8iluS5XuC6Mr26jmL73qCpzcsgTP2t9YpWQQp4ENKQcZoC13xHBGM4QbwtqzV4DP4wfes6wzQNqIwpJabMpZAAS3etGbzDnAX/16doYUHnjv7B3RjfrJvNbd3Hpll+x6B9+72w+7pnrmUGwiCIInqDEj+df7CFc9SfrE7SQu3Cb8BOhijWCoznEaKOSV0coWhEimFe7iBspA3CGxDD6QPA3gPaGbE4l17BbkY3rt1Yw3gDQCB/sHDCa7mZ83V/qjA+4vkav4ps77/7l/7290bbvEW8IYb9PNubwfA+//rtj771ID3Iet4owzbZ7ft/QKLN+kbJGDnEtYS73e2LWTBaO25uVtvuM0fOQAAIABJREFUnjvbnYZr7XNL2Pfgjrmaw+J9rLtk8fqbl19lnLeUOfJnQBABLNZILHoIpQ1d0F3JBJr3H64FLOI++2GNFA3qH4kYTjsQG+mejvwpqBhiwN4APoGcW87xN13j3TJLlESyRoOIZYYVXr8JPLU1pBLww5ZU5UBM5AkleAnOArAAqBhoYsksxIg70KYE5K7SAObwHGASMU8yRgnWLfHJY60CNYkiw3JlYx+VkDSHMcI+ITtw41RqJgcWwwC0lVRdCtTlV+RZZvkmICUQjCcHAJJqoYztz0oR39/uVp34Jt8rXnyDJQ30I1frkIEcjHKx3HUaGeoRAuC122Xxhrs3spKfIailRdw+g7xFV3G6pyPDurxPqNzwtXWn8j4sJI06PvULRbcOVskq0Xfsey+9B47kCdgYGkSA7S7q1g/kUoiYcSTFhMEFllq52wuEy8Kv1ewDbz+fHJxj7ZVoMSsEeI87dgRhBCbPFm9v3OWi0uJNisdauDJAZwT2gM6JeIViJIB3fN6Sd5bk25GCqyXl4YmrykO9HaJx+avZ71lLfVYA1E+Yfj/3bO3XGF/q2xoWb9LKmMXbc6S0+j2F9ceBW+ZLrXbxfRpf0+o819pqzxy01Hx2waOxPZeQ50R3W7mA5ucMfHwo1w8s3t6/MQ/tsv3VgfcCLc3UuNcC3uRslAwyEyIjlCsWBNLIYP7EtP575gKKn4jxhoYUhzHc+mDtPm9ZzVnH2zJowjUJzBiHBAWPBLzxTNRMhbCN+pqufSbRSnjWQVYCh+jfNIXMA+/VQJuYZYtk2OHBRa37lmzexEDxiJI2yMOO/oQWQ271bY1HjzS9KtEffdzraLa0RaafHWC2NXfj30Owa905PU9hsZhqoQbm8b6OuYz7+8Abz82dC/1A0ED5vrR4h1dKlAhTJnXFcUfCNGQo30M8t/MSCXt5jokzx6bcBUsKUBSejLeY4G/qP3sLEA5G7hYsJsGyhGnmOr6PmO3tRwTaOwa8d8yyumeJ2w7M2n4CoTKmNLx85aolS7Ps5Gbp3rSEaaeMjwGEYe0P3d0W81TuR8nqEKlzpGiQihQyOlgkeocywGfbBcJyzql8rDlPyC1gmgkcRBvkknyjy/Kk6VK9L8k3U1OfrsrSHAQl9oPPwP9h8Qbwfus72dU8MgDz2eSXhfAVKgQK0pHVXMnVhsBbdbdhaAPw/pEB70e/AvB+RuD91KzWn/3qEzOQwdVcFuQxjXjMAegC36POsYCPZXg+fZYuvPCqODAFzMmNg27nweeW1dxivA3AXLn5Rnf6slm8LbN52DqVb9oivnEWci3lck73cTu3Yt/LayvWRt4Wsgpj7gXSfRX4m8CE1rjsjvvMxoas6Qlsu2s6sqojkduhudsDFD1nEjdk3sa9SKIld3btFWvTk4SV/ED9YVfyqzxO0+ewigMoGQ0yARsuUrxxxIirrjUSiJnnAGPF3TJOl+rsxi5raijggkL9PQXuLNz3eNEAeGeajzuitn0W4DUsJYYTsZdDrfK29WgHycEozPm+4jO4LwuJCCTE+YaFPGdVD+AOrwplVC88FbDoWE+GIzhy5DVu7Q3Zxi5LuQLibKeHIBZNHgYIk4A3wnH+IHQPcpUBXCqrpAgBDTN+3JWDwh8AvirNSP7jXkSMJQc1Q8fjTBw5Fo7Dcl4kunUdUVIuhRWZdEaDi3Ip4DdANizisIbDCg5ATtd0D104ZuGGtKYHHZLf+zAdeEv+5mTrTPRFVB8LjypdkrheAtVcRDVaWrzp0eCsKSlna6Th75UrxPtJGhg7hHwb8VEz3/tly13GV5WHiv1c9bPVr9b3fWZRPmfs7/4cDNuOA0yrlvetj3fW4o3nRfvF/Ngy9b3z1C8lJ22/VgPebHi+UbJ6PTuRRNOFvtHP1jN7t9fjnpuHWA+fs7LP7akbXBHK5CPcqr06sscG57ufYa0KUKsAb52JR99zR7Z4cwM4hyutWDwcPKEIQDGBtx38+A3BOcV4w0qERDae1RxZb+GOeGbzjLn0ifGe8jre/TgsPBYWb8v/a4cTftMt1YVvlD7RnLiWe4KGwpozteCr1NKu25gC3jFPre39MuOv20xzegusdm8+3o60qb5GN61jVW4NY522JehNb/5W27PfQ0Cpmh67nn0Imai4oRWbnuYlySn95GnY0rBiKxmjEqc9Rgy38RBYvQ8MSCB5Y1aKuHsgmbFcQOOV9l0o5vhMWMUj0ZoAuF7GT1gCytyJt82q/f+z995NdiVJlt8FEimATAAJWUDJltUleqZH7Kyg2CVptDXuUHwVkksaafwe1LT9HNTGf7m7Zpw125khd2a6u6qAUtCpM5HIBM/vuMdV7z6Zia7enXqorHz53hVxIzwi/Lgfd996quzkT6uDXb0XxfyAxFdat1bkxV5ZvuyM1rduvVVd37wlwL1RnWjNOtH3ZQ+PZaiZ8UFNDXBnJdHNjGc/hT6Z7W613gfW10PR9zVGx73NCho06nltDApz40GbJqFjV8juc6VXthwdeTdENbfHO4E3Md7U8c5kXO0rF4WezzAfLAEcTLM+rZ5STuwvB4C3aNf0wyrZlO3x3jPw3hLQ7gLvxuMdho6m79pzyOuug84uVGu6phkUAhgeWxmFDw7k/VbW+guvDqrnqi2+qzJlQg/V5r33qis379vjfeoM4IyRILjjYovSxZ30nhJjhEMYUTdG4jSrJOjm2GJEbktPKGbB2GgYDzUgq917gPzIkk4xeICfve6KD4+QCZ6LRG5H/o33B9lxjLljywty4WZ4c1NzoVm1KBfFtycffvhyUMvApXR3QTcP8FdKazleWVn9I4M32bwjcRd1x5skgtw/c5QU7amA7NZmWu/99cRHL5hsNG/nhmk/SfFu95W1Mg9jjOPHMpvgKwxOA2uyjTgtuTNgZIjQYzQulhW6LvseYwxA3fH7uS7wOxeN0LNgPpRM+KVB9FV859uxHjpvQfYt4NuhGeHx9g/ZygkTUDgFSdu8ugDa7RmPcJz4CSCOEDiqIcfEZrM2iGxRA0L6Qm481zLnhzEu19J/S8Vgo+/RB11HXIYvQkhMS3dyNqj14QUvMeHtcKI6Rty6Z6ytXjcTZsc853+ttTj3gZhTASioXtAYCbiG5nEi72Yf6Wpww5VxklUxCXz3pk75cxawPZ8uNuZGYz6edu1p3893t+7Rb+raDcNhgvZdZLP3AFOxfR4/E3BLQDzSnqle5l4/jVf75u7+Mr/nPvEcTnhT430OTZt8iXpBWexOE4F37KGjgtp8FptJbSz2n7FJsMDWHu8B4I1SY+CtjeDK5SuiZ24E8CbGG9DN4stm7IW+ST9UHvNECoWV76SXck8nXitrrq2cUEqGOgbr/mT4uyjwHtdn3nuyoybd+U2C7nYbFhGX+SZJMxKL3Ou36ZzYw89xpWs93DRwPKkf2qBh3HFnA+b1ZPLlB68lYa6hRa+POscPdV8qPEWumMuA6ShDqEzlgO1deZcVw43RDhD3Uh48K5YD1ysKUFS5bV594B2+iKQpsVuCh6zEiqVDDLditg93t6pd6OTbL6qjvV2BlkOtaQKNUgjXNq+5JNg1UcrX5d1eXduQkiivqJTWI/TlVDKH+qxNd2qv3cV7FJ7tmDvxiM2T1KugAenoqwO8B5c9zkqancF7+zV5PRy4W6dtwRRoXkPAu9TxjsRKvazm6UnjCktam03bTOBNVnOSq209ksf76vWGaj4CvPF4K8b7W4A3ydWSao4HPKnmk4B3vb4JCFwR1Rxv8aES99lbqLFdlVF4RWWVAN6Pv/xVtf3t1wT0V5v33zfwfi0ZgJLOy5GzyKpjuxFZEm3JAC3gfqi8AMRpE/+6JmYEeyAJu06S3RGsj5Ti2gM7fnyi59l8+RXloADRADZ7Fp0XIUqWFQ/qK7XtWLHqr2Rkgp0WoDsSu/m9wXlQ12ODT3BuhJ53BKDnrRPpdMWkxrzFExjgxvSEMv72dkeWbscmQ4UmWZv6hlCzGJOmnKC7xmAyAKVBIK1L4HSaIKm7PLTBd9f7VLNfBuYLKsI0ZboPvD1jPVSjC1T3WhnrjsHNFRIieVkYDNOzDYLE820AGc6FWBVYs2KMPXZpKIk7pv7lBHDFm96sl+43I81kIxh8y8sM0JV84wmHoWCPtynfAcyhjF+S7Nd1um20VO0A5FTWiBq4+tFjAbRoeLzqj2rd0G21OIQhMv4zOT/ky04ZeecxqilxIsDaoNwefGqKl0zpYQxwPXqo9k5umIOJYUvXxyhSM8uYT/l9A7hTN+N41h2o+zWFNanmHteYg32K+DAgT1kfkKtpH30PvKf10Jzf5348VX8dA6bOF3jn/O23aQ4P97w79bTemkXepl1j0e+njsmiF/5NnDfGUDPLrS/8x//1/zwRUUzqGC9crbvUoNubiSy5xHiP8XgX4M3CCvDG431FMXTU8V5zcjU23lhMy+5XNi57h/CIoSgn8I4NLz1JbD/ZKYOTZgZMOAl4e+Of0LsT+0znvWlwPWngzyLo85072sltr9YswvnbckxkEV78dRbwO+muswDviedPMiZY/+nM7kHg7TbkYZOeM1gpRcHptUqfU3bQ3m1lvQZkHxxAJacudpQFs4Gtpu0WRW9UCeLKbeBdW3OtBZaET6lAoc5K6bVHXR7uI9GIXx3uVHuiEe8JcFOP+/QQgCRjoBQ+6MdXbihp2p3bopdT+nDDniOrjiiheecSrVt7e1qP2wbegZWKUpx+aI9J0kpDM6zPdnh4b7Vuz8lpIKEAqFp5Z81sty3By2yS3lUsCyvJ57I+4/GV8urkao7xvlz99Cc/9Tg7M3aLWl7W7nLf+BYWQqGaq5zYv/jTalvJ1VYU4/23/t3/qHr3JyonNgi8RTUXII4Y77sjMd6TgHeRX9apde1FSMtLeaePJJOvXqnX9PnqstgOyra38+Srav/ZE7noVqubeLxvKcb7UgO8yWh+0cA1S0kReiX52ttSIj5lwIdVQZm5q5InwDdhE4ROmW6rn5DbKOkVfs42eOSzwBfJ72gEI919pjwjmQAPHwdILgabiME1xdmMsaShJ9jG620jFMwPgDle8PS+RsbpAhCj7rWN3jXaadbK8bpkeZaUIcs5rk8B7Sz3BwAHeDmjfF2HnD4Bt2dyLn9HsjcYJkFbj9lf3hcMVu7XNmiFtI3b0yYp20PzrKZCT7jmuPnZlDGLmem+tNxkeILHv2Tl5jO6PTLnR6kyJKR4uJvxwZBCGEIYKgPMs95F3L+lw+uLGRQ2eLQyo2fFh0jWhpe8GQ+y3LvkGSCdMbOxKeq4+5q6dpnfsaQ0i1asd9GW+LQB7dbfsq2s97ygmRO7Hh5vgXHLBfeP5GyuH56g3OXNaBey4OdCWMg5VzKoNwacsqx2QDOypC9cVi+NTTY4FcCdCm9fZtrftzXDRfXyNhCaT+eabeWedtS0e077ftr1J30/7drTvh937cbDPIEB47Vt9ArnC7yHmbhRTnN2SD2ZxzPfCCzap+UuZ3Ee1frZfE3+7o8eY6SZtWEX/pP/5n9ZHHh7k2luVS+oKF5a9FGyUGr5ocQPSjSKGAnX8GxhqQR4r19ZN/BeVxwgdbyh+aGAALxJrubFr/VEbeAddMBcxL3Ih9W0VlCHZHlAge12WKPYD3Vk3GbyJOkoxL2LzHL+rAM473HT2j35eqH4zP5qAdayEc5+8oQji8hOFN3W+Ytbn72otIPG5mx/yOH4TjvLolVb8eds0ywLZjpe6rZHO0f7uxkJo8h45Rxs36ewYNpNLTVbYcbsK3v0rjzLzk4uSu/RIWA7YhztDS7X9o7T9Oew96EQdzFyoThRECxNzPkbz95LgQrqcB/JC7mv+OA9xXC/1M/h1hMbDcUZry4rvvf65l0ZBTEMXqvWtE6tCJQ5WVHGU7p8WD3O4TUpE6XdYwYoiZ5DhxM8MzjTGVIwnQHbLB7a9tJl0la1HlIDnHWQuNdQ5nLbnWIAHC8W2aqWQjz/uoBnKcfB+ntXNorHG+Dq5GoClwBvnq8wkzyOGGPyXxlZ2gLV3DRPAdjHoprj8T5v4F1YBu05yFOwL8G+In7/mPhonlMGlpcC4KeSF7znh1uPFYbwDG6sgPe7LeAdnnzavYRQALgVnqD/GWzvbj+vdlWK7FRJAYUSBLxvOpHbruq+s0euy6CzojEHDAEqoF0faa+0PDmO9rW9wbHjhRxY2ulHKMUFHHi6lrJXHB0gOeZOeAkNj+w11uf2rALE2buzjJlAG+XLaLfjxMmmDkhPY4JBnAFSgD2HaeAhN8jPRnHt/tLBd/2lJMtkxYkNIIRF4gRgzGB/jCcU72dk7A4q9LKStieLgrwKTujW1LPuxm2n4kuz8np1H7YmzDhle5JxKwzqzV4Te2VrrRrpiLhhneip7pNgDFqTKR5woHVmPCebehg/Yn1sElnGGAQjIcaUcL9ihLGRxcaVyIDPpWmjxdQx5AxLxIYbCLC+0K9ZQxyKOv1OSAA5D5bIUJ5sEIC764gD6DUGpW53Rm7UPWtRSMeMjTgGu7GWNACWv0vyQZLpyciAbCdIr+nmjhUHiBPLDuiWR9yx61GuzNR0rauuNW4wHj8+X9UJCugvFPp6DXQoRxnKUeDtr9pgPJ+umHVryZ9PWfJVgonV1RfmX5tbgrzg22n3nPb9greNPpjQb4vct5nL0bftpafT054A/YWp2ebKuLafrX3+VMO3Hy6uP3IXy9zsyvXiGu1ZRub8z11kPDv9v8AcO5enaOukC1xwBuA93rZipbZ101BAg+o00eOtzdyxfsRKavEmqZqBt5SzPtU8FsiumBbgHUpqAG+XyWJSZYMmexmZX5OFfGI29zlAN93T78GzCtsC41yfcpZ7x7mzLg7s6t1xO8u9R595Xi/04jZC00SHTKGzDITX8vF9dhbg7QV8YKOYpVkcMzGj+kC7J9+rKIlx92QbxvvicUFxzM2N9YHSX4DLA4GQvd09AV/qcB8k4PYuZUAXchPjVxiARbLawLsrX+ETRPG7xKaGcql7ooieON/Ermjs1OHeUxkqJVBTwrYjfUZs90XRci/LGLiuMmBXr96srl2/Xa2KUr6mzyrFo55kn6MQuqxN+h/dptrN15U3W3ZD6/QP5/B3AO/wTr7Yem7Q81JJ20ggt72zXd2+fbu6d/+egb6dmQKA0QkthT7Xo/llIeZox0g460bWj0mLh6tFz8BBnY8n9/PPFOMtVtOHP/2pvbp4oEjxFcKR6mprjpQc8+HXVXI1eZd/+Rd/dq7AuwCA9hwqifwwcqxrT6IOO+0N8KfM9MiQQPQpsvP8m2r3mZKrSbG/8dY71WV5vKGaS9P3WDrGm/JRrsMtozOyrfCFU5Wc89OTkVz71rr2PTx528+eaS4cSuauOW4cUEL5Mujte8wJwJQzglPq7Kq7jt6JrM+AzvITiqUBj2U+2AdRgolvQFrIT9awT6BokIeAGYcjo3pvcAZIk7Gk9twHfdkZrKFIax+HJu3a464sQJ3xKFfmddOx5jnW7WUwJkvTpsElkodIwNSS90jIleVG7SXPOUEfaH4siYVQ4piDMdDmwERbGlAcXs7+brII8KZvR72VbeBdeAr1NOmGwpGEkeHxKAUFu4EJoVM5E74NI8Gv8dHFe2wDca5HUNEzfMZZ0r3eFFZNGPsCoHMF/aMyBIY/f57mg9SnfFmMNQlw6V9nRS+1wyldJgBOVvtgLuAwSUCMtznDSAJYxFP5N6Uk3eKynqXHPMyk+XQZ116MjNm2MoYh91lTHIOdM7oHuHbSNumXMJVw4kSOgYhdJ3Y8zou4cceSl3aWTSbpSeX6ZdQKXb+vz7SBt6V7Ln2pkYmF1uPm9DO/m6anTfv+LA2Ydm3vo7PuUdmQ9s5U9IVcCTtNtVF84NVeG3ytnNL9/A/zaJj99cbPNKtqzWwcbupZun7hc+cdj4VvNHDid3bvosst+DCzA++BLHl9G80iwHt1ZVWlxBrgDdW8xHhHHe/QINoYbgR4s8F4M50NeHtRnBBT4W1hhsk99hjPofaGOzynZrnHYuNaZmV/djbAefK9x8zqORaGoXZ3vWLzLFMesfxZrEe6zzubAaEBMkF7m+fVnIsmNQvwHnq+ct7w+c09xvXN5Occ5zGvr9sCVx0WSasjCmEwwGQobaHKNUaBtiGulP6C+VJnKRewIJ4bEArQKQmPSrhHRxGpnb25dcZktZoar1DZrGjaf6PfgA8BHQDtkUD+gbzbu8pSvuf48SNRgAWmiIfFEKg157rovxsbmwJB16tLa+vV8po8zqKb4+V5TT1k0Y6t4F4EPhIDG16mQhRt2kEt6vJXJCAi3jZi2CPj9Gt5EvEq0i9PnsiLKkMASx7X2hZQ21RbfvSjHyr+ck01qXWxJWXbPhfg3cjMuJjFeeS9f6y9+3pextkeb7X/w59+aCCIMbUYL/qGitJfUfEZlfxU/fJl9au//H8V4y2quYDp3/x3/sPq/Z/+jvojDGKU+HJytYNtxXj/U2U1/yaTq42nmvfl06IL4CS+Uwo7xmA83q+Ua8DJwAQsTGvGaKzM9jtPvxbd/BvTnDfvC3gT470iJgRJwZA7U4FF83Xs7qtq+8Wz6plizZf0nnwmqwIExHlbdrV/7W3vOAnpteub7qNDGaWIcb6k/ZE8B4UpAO33qo5haro2ODJlSjZgJzJTR9xy7kGmqyeFtwO8y/qbv610AtJjDjUx+2Uu6TOHi+SMtxUoGSmas8cyKJDAzd59POWmNAuMZ8x4gPg4x68MPWl7x2MGj9MoY3YFKg3lO2J7Ad4R5mGvuGtZq3QZQFDzFUOIqwv4tDDpROxyvKcfLWWdJba9ngzNggIe47tsmff89JXGSmSw2Fz4dZ2RvXvNAqGLllAyrLevVfcbdzOoDhkr+2LYAtMDrnGONbcYSDJYIQ2G9oAzP51TIMMGMEiy/iaLwRnbcx0KO4yumUY6WBiwiEwtV7c7SWXKIL8dLuAa46V0WCQcDA86lWqCts4P19CK77HDQB1lzfp75sA+lm3ryEvKbnjyQ0ailngaaZwlvRgEYEVE/oOgqBPHHuC7tNVzCE87seMJ8Mt161j51lDOC7yn6X/Tvh+SzHk/G0rkPc33Wtp1rhTsbPi0Z36TwNt5EzrjmUtV67NJwLujpyDuEwZjxG2UB097/vqSE4D3bNrtvJLyZo6f+XnH3P4s58/vqOg2YiaGw7h2T6eaJxVt4C7nArxljQR4X7PHW3VSie9OqrnLTRTTPYKcwtammmP9JTFSbKyzA+/p2U6no8xxg963Xo2zTp1FaCZPg0kgNT2Hxao7dKG5ShHMPiH7dNRRLsCka83r4e5Nko4hZbalqZmYi9y7eIBDqRj3quPHx/V537PYu1BNAR9aBTxfJtx7jLe88YQ357aBSrsJZf1v53cotPK6lIs2NFc1EOg9FI2c34BuQC+A+5gyRyiDOUYR71TktDsP4xgABwpfeE2CrliU5ZB9QAIxkHgWTwH5Atv78iDj6QbcHggokKztRCAaZQzv4pUrKmkoYHfz9l0BXQHuVZWH0ncnusdJxpCSvEchvgZXjpFVaamoi8xnwfbxe3vZ07dTFEHapefEAHBwtK9EWypXpv7YVtwvHpljff5U8clXNjerGwLcO7vbBuQ/+OH71aZKlb2qVvwTiZFiFArAnX0WliPfPPBmUYZq/vlnn4tOvVL97MOfJb2VEmso8jxADwDmyDtSNz11TwvwFtBdVub4P/q3/4Pqgw9/4QR8AMGVDvD+JwLe37bqeB936ngbAAK2koVR91sCbydWkgKOx/uiDoReHmBO8awkpoI1oXruuwBvZTUn+/Pm2+8m8F7XsAAygup70QnVBESVPfxwZ6t6/uSR675HJQ/Jltpu5peOBrQyIjdv3LChbk8yGkzcJZXOk5dcAMD7no7Bg8exgCSDGX1OWy9dUS6CVSVrE6g3CAU0ADy9DISHD3DTJBQLf2qRVV9fHzgSvF4vw6gUpI6IJ2a3NbxXfxjA8rXDJAJsO4mbPe1Q0QHf0OypOU68eCQEs9fWbI9IAhc3SCCZz9SowYDALqMm5lsAo0jWVkI8gnIO6Dbwtje8lDWjT1Q/Wv1vmrrrWIe31THivmDuDfXzjwPhzR5Sz/no9Vqk2sA7MOGwx7vkhmhmZsyJLuuut6cDnD3uBfiXtScyeYehFOp/eMq9Tti6lMcDrK03cQ0j6wwjiLEhR0Lb2B1gP2rDR0dFZZlgUtDY8CbHeNCvmZANsGsjieTOVWoiPhxPNGXOAOqvHU4YJR2902K8MtBF9JisXuxzzYt+L2bOYpAI2ebTBrTHUIYsx14R8wFPePwo1DHLmTmRm9aRcPYUdhWGnYgj9/HOLRAe9g7ISlkpwNttcQ9N1iGn6X/Tvq8FbcE3bRDZvsRfV+Ddr8RSZvisHu++AXuSV3pc5bLzGvPfJo/4JPE86/Oe5fyzAu+z9PGF//S//V/H2E7QFvmvLHij3ReQollcYuMuC34oFfxgyYdWitJdygOhUNJpKwLa0Mz5oYb3mpTd1XYd74zx9t0L8NYb9oWSAZkNwOu1/xftqb15Q2uflaz5F8WxQLvXNbHhDvRXB/wtuFqOPW0S2A6jRGoWpae6V5oBbJ9FyL0NTe7yfi/22rkI+F20j/tgNe49/0S1WutZMnpu+5pjpqBv2ih4naexl7Xxtgw+6ZzAu6aH181JJaf2lDTtLMpHzPmSQTeU4+K5DgqqgIoUOajTUMn5AXSTRI3EiGWzK4pW6a9a1gBmbRzgRQAfCZ7TqAHr+rM6Bi9qJBuSwg8FVuD6WCD/mNhxeQ33BX72RC8nfhpFG2qkKeXKlL2uWtzEcK/Ku70q0O24Uv0ESTOgdSF/tomQKKxRU5l2ce9IjOZatVYCvdh4ePbkwX6tjNhqnDygL/L5T6tHX3+pNW9NoGtT4OyJEoJ2e2ejAAAgAElEQVS9Evi/qbUTz/jL6t133q1u3LotI8Cq2i06M7HenktduZnVA9HISqztndVq5O/+ulLuOX0yM7ZHAo0Pv/jCCTN/9rOPPD7cL2BWypeV42iVa7Drn1PNQNfG460Y71/98v+rtgW8YSD80b/1x9UPPvp9Ac+g0wK8l+zx3rLHewvgrTjYG06udlx98/XDuo63AUa/34oBiqFCSbfHWzKgF3lJaJ6ptSje7Hgaw92nXwXwFpgAeK/J410t94A3sakCnq+OFL8thsXRvkIbZEyhnBjX4V4lgzKsB2T+2jWxLPQ8u0rsd6zkcQCCa9evew4BCAiPwFDlpKO5PJxA8dZ8IgEWNeWXRU8/1rwjfwoyfCyPNB5g19F2rWZemUQqPeTh6TM/JDF2HOU1gT0dwJ2hGhwQDPeYf0VRx6Nr45OOSzgb4A+wDbUemn4yPdALgp5OFnWtE+RUgCHAfKItXldKabOAWkXiwvzQfbkvfRSPxppBfeqoD16AtyWLjOnqUyexszElkhq5FFmOPQDRbfCGxTiF0SI6JNbc0ofxhrbmLOIaOUWaPTf7kXZ3qHuxtrXZOgGGYt9oJ3j1TOkZSuNSDcQrrfJvDBX24MX6086T4TMwomSsdxweQBxgbW+3DSKcnRT1Wq/LhG4FqJsBkXTwbE0x7DR9SL9HlnInZct67swpQgIiSVskdzNPSWEdpZSZ9TTalwn1PLb6u8zhWj6b4UmdtWU0tvzm/m0QHnXBbTiyUYCkbeQNWEq5iPrirAPICPMRYw25FTimBt65VkaVBs+oxPkhO8O1J4ou1shvka3GaNusrSF209fakQkx8EF/JR932ZD60XvWK7+F8Xza1G/msObc6iuX7Vvw3p7icW7MsO7L/d/dUge7teyzHV/HnE0q507Tqft7+uC9Zxn8CcdM6/P2qWfo/bEtmNYHZ3y88znd49vSfz2Z5sAkPYa1gPf/NiBqsXB7yk+YYH3LWB94A65RsKFV2uMFpZSSQFArBcZLcrUO8JbnCY83tVnJJDw5xjuUelvPs61F/uvEOUMTwnvR5Jky9NyTgHf7amOPe0OLVUjWZCGoM4oPUuyb8Z4kpWedIKMe74l36y2Ncwj5madaf3lZFHiXhowD3qNenJGmDwLvZrwmGgM8hWf3eI9YYVNWyj3a92oDb5KjlU2L98xtFGs8dfZst7zcYXiL48NA1fcgRN93gDefeMMtqkNGbpoWXGrLKjM692atUbK0AwGdA4HtIyVteynv4ZHaQYZmwAz01DUBlA1RdjeuXRNYWVcSMzzcKqcjj4hjQtMjag+h6bqpPNvb0YySvUZWiMOjFCWBcj7qO9Y7vC2sUV8+/EzgZVfJIy9UzwSwNwT6VxRa8/DhA3vg7t+7V21vq1a4Eszx+Zraw73WxAS6e/dtxZnfFNgksVYk8GrX/fYHWUt4dvGfxCooV+mvDWUeTt+CS7z6gwcC3gJ+H30UwNswKr1C7uuWQlQkFqOFqeYCAo9VHuzXv/wXoncDvK9Uf/j3/rj6oYA3Pc76v7oSVPMjUcD/ucqJdTzeksOvv3rYlBMDXKDL90BM87QR97kumeBl4I0Nhr0IhZ1QA8nR3tMvBby/TuD9XrV2i3Ji6xqZSDAlxC3wEh7gl2rX7vNHwpXyXLsusy7BHND1CbUC3sD8YPhIQofC72RrmjdQzYnzR45IHIV80IebYkWQOOpABi08yFvPtyx7127eVh+tKF/AlgD4mrXLoz3dVwBiRTJOyAIGHYxisDxCxsJbGSaPNOrk/mhAm2N1AsgykE5gSAelkbmw2IOKnvTl9MraxFJo0e738HSbrYZhgmSreMNhp0BNzwRufIfHHADYBpmBxEI/6TI+Yo2IoWUMALYAtTAD+If1Am+4s3TjjY1Y95jffBcAC6PckkC7v8++eZ3zqwb4CY5ZI+xw6Kny4bQo6+8I7PH9uq/iKeX5aFb3+2EPS1l7OCHXnbI+uU3xat+dqzpeHMYB+XEwdmBM8YF6kyEFgO8C3MOAGMc6xt9INuUhf4cimntaWT8N/qMf0PcMUqGj26scHnKPhRO34SmPLOkuL5ex4gGCAcNRd9zhEIwZTcouqlfg6Dq9WvHyHKtJXwNbTmzpt8mVsJy7/J5p8Am03a74G494vG/Ad0nuVuqbB6APtokT1ZX501pv+nrUZOA9J6LrSVT7z7KHTTgke24YitWg7w3qsW1j1VA7/f0ZumSSDju/Y2VaT47/PtMHTMRXns29Z30jwHvO8TyLp7ffI2fFFIuPwGRsO3rdnh7EfB6TE2CwTT09fg7gPQp8Ms9kfZ9FgDce7xLjfUXZe6HRFeAdWV2ZaGX7KLtIWDBPRDVcCHh7gxkPSPh6kkCMLJwc3+vtec4/i/A05/Y39lBwcwevD+suqUV57ivXo0rC2dvYBSxnv958V+iC/mmgoft9kzV2vnuWo4eNPC0lxQeWPu+1rSP6ZTy9JLfAw5hzy2Vbo9+W1P5GEzS/Mse6xin7Pkpbcu+zd5vYQHnUUOQAE3g4D6lcIBr5ocCuE6YJHGCEc/UBK4ON4l7mSYnrjrsX4I33yBqoQaXb6zhNSlUZdrnfoKxCYwXoH4lSfiDP4r5qJWPoA2i/Jiu0TgVwE1tLAquN66rBffWaQQoABiXPsaKv5RFEoesAs3zg9IrRR9Hj2e9J2SSL9RKd5JhXDBBH1VPFbfOMMHmeCXzt7T8W4LlY7cmjCfDeENPn6dOnXseuyQiwRqZgAS/6kOsfC3DtKvHc/bffq955T1TtipJVgKNM6dZu59xKyVmAd38udNdTnhlP7EuV0Hr44KG90h9//LFBW+CiMGYU4N02GrCx45ct/tcnAt6f/fIvqu2n3yrE/XL1h3/3H1Q//uQPdMSS+21FJb4MvDXm//z/AXhHObEbb6mOt0DmV1890N9QuksM7OzAG0OR6aXU71abl04ExOS53Rfwpl44Hu8b77xXrd6Wx1vlxC5KfggxsPfXWcE1FxR7/vTLz6pLop0zxgDePZXL25OBhf1tTR5qjAfMIwA2socB6VRth5JL1nOMMacuzXmsMmQryrR/w8nNCJ8g6d++5hrzBuYG++YTxZRfkPGaGNbD7V0rCdD0V2TEOcb4pbwGZMvH6GTDUqGgO0t4xO8aNDg7OJ55AGh49MBlg2bQNtjivea7Y8X1nm2cPKnB6E6PuMbM88zzlzwHeMRJ0NZK2AYFP9cNzzoDfx1jj2x4ZZtFK1vV+Qxha4FfL6EBjALIRfxxAW4Ghwbm1BIH/MljbhBHwwXMiF3mPECir5vAnDlpYBrrl5et8r0/SmMEb63oxk+/qV4fvbb5wM7K3Z9x8Xe2vBw7gbnWWr7ztMIQikSPAbxDoQRc4/lugHesoVFlIsB3fBsMB7OQPP7le7zmMc+C6s7QsX5zmTC8xTOmAdZU9AgRwNIV4R1ZHsyx4loXYSgUME4ZR2TSa16MjWuKtxXcvFd0U7IhYnHPrmwxJbMv28spNHO3weXLgoa+LEMYuRcK2wMwvqLPIot7GGkdfmHwHVV58N63X82eF+NbdBMbkeoD45nO82VJmQHI9RML1yGeeW5tKMh9cFIbLeUdHWbyE33XwLvd1Ll7vzdek84vwLv0xji80NbJcmlppv2Erpyn7f21ZuJ4xhTuvM5isCiGqfOU8zdzLR68JR3+cw7BXgx4p4LZe6JzAd5kNVeymaCaRx3viPHOhBgDwNsD/V0D75b09S1A06w4k2qELyw0nQ03VNqYIqMKcXfW8H1PqKZ4zxdt47R+WfS6s5yHYl6/xtG36wOKYhQf2Lpf+w5muVt/YRpaBosXvaiws3gSy3iW8S0Aoj0/JxiUes89ArxHVtTGU2+lsvVYVqhQmJ0QjRrcAiMCB5GZXB5mAW9AYzBeFFaCNKYyP9SDXeAdR4T/LbxxtcKga9h/pUBrx29LWX/prOhbppIfUA5MQJ97O15VitClS/Lsydu3IUr5FVGIoZevCsAtycgXnomSYzuzH+fN2t6KpgZ9hEwAfO3xcYBrEB+XeKvnPpGXnZJoh2rXvmju0Iahtso0IRD9pLq6qTZonXvx/IWT+lBG8UjAA2bAHdUIR4l7Io84F72kdZDkWjdu3q3ef/8jtVuAC8VVnYA1vE5ShoT2FKPpkjoMvEfPa428N5+hDScooOWFYopXtQDvZRk3Pv74kxp4M6btpFZthZCpSmRyiZN+8vir6vNf/WW1Jar5xZU1A++ffPo3DM27wHtXHu9/XL345kuX8rr51r1zAN5iLOBxk4LNwF88FSiQzB2Iav7im4fVaynnN2QUqYE33/MweojIMaCycHsvqufffCE6+J48/1ECK2qDB3C8rPJ069oDyRC+K5lgPgGQ8Yaj9GO0Yk69knyssj/KiINXfl8GplfKFbAmQ9IVMu6rP4ipRz6OdI01XZdydLvb2zaEMXMAEIwTXvJL9u5haErae3qIGUbAJd5xG3kABAYeAh2SY7bfY+jIGXfreVrirPU5ZQCJLWZelJUUQ5k9rXhXHScs3oaQeImnNY3d3u4AcvaqYqxTH2HAiYzcYTghKeEr8jM4lEV0dPcjMlrW6b58lr+7n0eCrCTV2oPKnPbiYuAH28DA257n6CP6DwBoEEhWb2pYOwyBJG7Fcx5PHaAegA44RCSKN76eJX5TZN8zi+eYgW3YzLSYj/XeOkPImNfWdlcwvm3vTcZuuy3RqDRO0EclnCa93urzoLFH+E+pKW7rTN4nZCGAN+P/qpQ4M3DDisO1Yo8oMffOSYBn2cnYoHzDamHukOgw4sMjk3p8FrHlpQxakwPDceOWnXyOWhRabAAPVzxr2IEirMJyLxkpMd7MOSdhy0RskSsAXRWdVfKg8Wc+RZw4xoMA7fxde2p1/aCmh+xHWFLKHe8TvIVBptnLzTqZR9FvBKR+56GcAXh732udPw54j4tT7t96Hg/pdwm8+1Ve5gGvfuYe42ySwWFm4D1mvAaGt/PRvMaOeZ511A86pA9Ma2F8/9cWeP/D/+5/H+21lnIVE2FY2SqKceniQs90yYv0hGHBh2qO56DU8XZ8JzFdepUYb7zexePtGO+0OJNpeLTYR1rdM37UFlUGMQcy1tjaHzVgovEsmSgZE0Ei+2jbGq2bdwW3R0ft9DA78CxiPtznYxvduSTnzgq8s+M6Fx70Z8w2kyYc9V0Bb1OAO8PNjj9pDLrAO6z7C768p04C3mWcy+9JctkF3rEPt8+fJtddcFT28VrSOs3MZDWZnMdzOu9lxYSyV85ifGyQCegGIPKbec78pt5seKkjlm6SAb8tG/U5eKUyMVL0fyT0QXE/MeDWvai/TdI0/T4SvfylPH9QVfFULK+oPOHVTf1cF9i+KhCixFOAFsd+DtMA4zY5BihHbnvRP6OGsU0Q6HmAXyn+xOzioSbOdlVf7T577hjuoE8KRH/7rUCMcllsbghw7dkjwnr38MED98ndO3f9XNuiB8P44bsn8oLT51CKyXB9rCRw77/7YbV58530eAP6Mx43RbM/vyZH03RlvLOedQaqtw7NmASQEGSAEeu+qfTq808++sTliqynO9YYz30IXcNIiRhwp9cDpKmvn6qc2Oe//CsB76+ljK8qxvvfr3786R+OBd7PFdN9Sfe4Jer+S4Gyr75UP0/0eDfsIOYqSvMVjYGBbHq8L8rjbTAlj/ZFZF4J3158+0Ae70iuFsBbtb/1vdcWaZv2sMvLfbwvg9D2E9X+fu4EejA0eLIlySNABgAMoAVkvqR0mO55+ZpyDshDjScYkM74oOiHg++i59eBjDqn+n5VID2yoZ9WW1vblhsSrK1dkSddQJ08AbBPjo90HbUNTzcAAgMVhhHAJ/dnkWQ+YxDg/HXFm78UqwwQj8eR8/D4kZQQLLUszzvxuuy0lzJuF3DF+Yyx2Sqt7cWkY4NPAWyAWoIPHqpOxAj4yMXWwA9vd1KfuSirkHULssvjHSeXA1UJTEkPL7jLmHlxC0BTU6brVbyR6QiXizWq0OQtgd7jAXuRmC1o4QGmDbzTG+4Yco5J7zlZ7iM2ITyeBag583cBgPV+EAAnQh/CSx4gMTpgtv0ynmVe4N3ezdq2NK8KuTHU0JTuyX2sAG/Xc0/WlcGzzsFsaYNJfoeQ2AhVurvkCbBXHA95xofDYHASvggrSEUuQXjsaVFrG+NXMA6cnE1r+bKqTTAefOYyZoBzZ/gnjCC9xhbDBLnttY0QAfq8tbsTqx8e+jQeMZWJL4dxFSbf9HYHbb5QzfmcWHDCQVy+TO+hy9NOnEjORWIZ07zJBG6EUbZXYf6KORHzxjrt0KbJWExVIUf1CA9D77wh6rJlv62z5JA058b86DDk2gLVfs86MO67oc8N+ic8nOfl1Icfe8dJ5xbMUE6e+y5tTDDlmfvAe9x874/Z9HEPwZmn7fMc63bm+jzPsI479ixjOfsaeQ4tdSc1uCjWzHk6grnf9PSFf/jfDwDvFtCugfdAb494vK1URSIPW7ChGibwdoy3Nn/HeJsyF8CbBDDdGO/RcmJBSuy+THcDeLNItmK8y1HFOjjWKjeNaj4BHPeFZdh61XRy3+JXYsUmisOMluvha7SV5Ske78ELvBngPak2+jlMjcnd2RmELugYOXHEM7y4xzvm59DSVjzeKdtlvKd645OhkHO0xBfHNs1r0jYXikM9R3KYi27U7wd7KDS/Sgw33lWXwjLgfmWAHYB7R55u1cHW34Bxlz6yEtEAWNNMx4zQ0OIbpV7IJBsGgFKCC/o23mwDbnny8Cgf4g2UIk7NYOARHsENlQK7KtCKN3D5sjJUk0EXNIgnttWQIgmdOdxeGwACVmzDAWGvTir3KGcH8vBTmoxY22N5FS9LwX65u69kbgLY8vISK7yjuNy1y6vV5i0lT3v+1OsglGNo+bzwmPB8OzIg0BfE9L54/twU+TvvvlNtvXiu7/are2//uHrr3g8NigD/9jH5AYbn+PRNepa1ob2WcK/e37Uwda9FV6OAHwnYfSmqOWOJxzuAd3inDDhKjHduaoWG7BhvlHn19VPFdn/+a3m8H30lD/OKs5pP8ng/E9CGfXD77fuulf3lwy8mAO/uWjkIvFG8VxJ4vRaYEkDYF/DGi+1yYjXVPIA3gDMSZBHLTFZ9AeRDyciLp9XWMxlUNEdIgLZx546V8F0xNQ5ltEK68ORZJqS8s14eKOM9z3D95i0r8Ri3oIrDhCAjcwCVAAMvFd7A3sp3JOtj3pJBn/3zEpnQAXWaz7A+MGzvaP4QjoGif1ntAUxSbu+lgPqS2sFx+6LE40W/KIMHnnnaeKi5zjzCOIBX/sThA2SABhgFa2SZmNykAgPSax3FnumkiafsFF91/BkTrZ6iLSAeS1x6XA36iFGGVRCx4hjjnMTNidug7KMk6CQb5kuSMNoSXtbSqJLqz7Rn1uvWOhUwoBQnpHlhmMHgEDT8SL5m8J2Au/zGE8v4cqxjgw0McyGRjBiH+fwi9RGXXHtoZ1afQ9Ou+2xB3aGoeLEmtldrYqTpm2KMDW+3QXi9HsQ6aeNFJpi0N9dWNjqVh21R0akN7y/Q3wS8qSN+qvGzkSXZDWk4MZDIH++lNn7APIhQAANt0795H5/5+5LBnDJhAPMEtt6Xst/N6MjxzpU+wwUMezs7lsfKIhCft39HklASfi55TgC8oc3j8Y5Efllarf7NM0BDDy2ae0V9emSLEIgw+tbLa06g4iG0RLcU/5E9dIx+294T2qCurR4N6be0owbpblcYLWZ5ze3xnnDdNwnUzsoomKdts3q8x43XtH6fp8+nXav/fR8KzvPc895r2vGFMTXtuLN/39N7vK7NCbxb68kI8B72cOeq11psvPCweeRi5onpjT3Ad4n9bHu8h4B3O8bbWc0H6njPArz77rTvgfcwEJttknwPvDsA9QxU839ZgXdQyQN0E3vK72MpuYBF5nHzw98C3QIDHB8aCf+Fl6JWdsbYA8ya0UYey1ooviVjsjMc27stxoxA/dHhnj13eOqOBPgNEuQNRCNAWWH9IDnVZXkKryjWlQzPKGeuC4tyqwuTGwvgXVgIUCxRfCKbdjY/p443PeuG4XU7FYgKrxpU1yiFBujn+cN7qARYUr5XpFyxDr5UVvXbN8lOflTtq62r8npDs8RYQTuJ3QVwbwtwo5xhzAAw4fHmOUmQhdfSrZVSeWX9dnX9+v1q/frVAN6s/em5b8trmeNDwNvKcK3QzeKLmA14ZwBAvb9haKGWM/Wdv3zwpfv4408+xoFp4A0NswHeqbSnFACaA3hHVvPniu3+DOAtyvmplOrxwHtPVPP/u3qumG6S3t1VNngynz/84rOFgTdGHtd9Vhy5+xjgLXkkxvvZN58bOF3H433nbRl3BLyTah41mwF4okMf7cjbLcCtUmKEReD1PpGcbKh02JUNhRlorA3IAdibNw3WDNuhnstog3xfI5maxvqFjDCvNBeWJT8bkg3GErkh1IP3xIubIq5x3pFR6mBbzAsBjzXlM4CpwjyK5E+qUa7rrxEHDkjAo6jnNN3b8wPPtcYP5oraEpnAVUtebX8pYxNA5rLCwwDreNJhe2Pwijhc5kD8BuCQDDA8w87lrl6M2uZlxscoR9xv23BYgFDCHD+TdQFAmwGwLp+oPrzcDQBnzXC8OO1PkB3AMIx4fI5hyACcJGNkVC8IL6G3DW5WbBodK7zAxSMerJmI/84wldrLqs8MohJ4FwYfxhKvd+HBDeC4HOXMMJpidNDYuEBhgtWyqJb63sybAKKBtgl7cTtLY31CXyns/j1p5vf9sPXlyiXcH0C/oheWNQKgjcwHTbsDvN3QYrTM/CS5r2JCZExIpBeMpuL1Dwo8rKIoPdei6oO/U47j6KCmx2cFiMM4gPotr7PYGRE2gNyEBxrWzanXz4gpd8iFzQFNXzUO+zRHMHYY1kp354pXjNT86Xhvj3O0x1nTnaxNhhgD78igTgJh2gbjBTkChEf29DDUhLGgGUuYLnwfNHbaETOoUPg7wPE7BN4d9hT9NC8+4ZwzeLXrTWjgzZu67qR7lu86/dLSN9rn9tu3EPDWtWfZ2Zv7zmhBSZmf/ehZeiVXtwXH+yzjOZ+hpacHWa7nEeyek6Pv8T4v4G1PWc/jTZIlFASUmeLxnga88XjFMtd9mYXW8nifK/C2nj5evKZ7vLudvJjHe3SgZxfj9rmzeLVGendg45797uOO/M483h7PtgzFJjr29a+kx7vr7bYMpwJhf76VoDCe8SIuL8qCURIwKMO7ApnEcOPh3penDCW8sE4iW3UB3PEu5kn87te49L1MK4uETe3p5thYAMsrkkAdGXC79nbxbkN1tcIdJ66pxNSGaLHQba/i4RZAQJkHSFg10djbh2IlNYG3QbXunR41gzx7twH+zZxxEib92LOtUlCnx0piJQXx8EBGACfHorNUykp9QcIqKPWbageUwx0B50vp1dhRPC5ezKvyErJuQf/FI0gfP330qLp+65bBNwAfKi8K47Y8koCDG/KA4xU/PBQAu363un33HqpqJfa5k3uVfh6ZxQmg+rLezMNZtufFgDcxvabhy+gA8KaNn3wE8Mb3GFmKh4C3vdyMgY0hQTV/IeCNx/vFROBN9u6I8X7+FR5usQUUew1L42zAW2W6iPFW8rPAGVKa9Vz7z76snn4l4K22XifGW1nn+8CbfWtJAPxw91n1+OGvRVE/MtBFoUbhpy8QNfY4ZPulvMsYjPBswypx0kIAiZ6h1B2OSYrIhdcWRZw2YMyhgN26wDDJAtlnyUKOUk+SKAw6sFH25a02FZhrSNauXV23zB1onvk5AQkC4qwH+5I/koxhHOD+JAx0GImMXabQSsYB77SbOOe19Wh7eOIyq7TAB9nBl0QJdrZwAQa80sS11t5fkrkZfHNalDtrTDEBdIoNLDK7UVotKLkmptmrXcKJgp3keutaQwDgPIvnude3KEPK/AtwTgI8ecclp+FBl0GAeygrvVex9Gw0Jcya+ZCrW9hjcgGLu+SPQXQYmSJDd9KNc8GLGGD1S8aSvwYwGlSFwaLUtvb1rQWFcYImtT3SXrF9S3dGfxnIv7uf93fA9rexKnfXhsLaau6byKGOC4h4/gg3xLqWZpXSf/zNKaZxR6x3GAcCjOOoMXPR+0h8HkYWgGVkXy/x/1zINeI9F7RPmbqeoN99EUYPfrOWYxwC4AYgpjwYoQJR590eckI4YDC4jnj4n90CthdbdyyY7kfGwKXjavUhetJGhvr5Q3/0o/s3z4RxOCjrkaX9YrViKnpkS1+2LER8OPMqSpcRux43MstC38NMwcC8rHBMjM2FDUaloGIgj1wFw2v7EJDzE7TUo7N6vEeSs42RyEkfnwVQjbuue3JBgLfAI3ROienZ6JzjjBGTgDcXnIVl0B/PaW0fpz+MO28WrWHaPfvfv4nxntaGswPvaXdof99dcS/8Z//DUDmx5oSmQ7rAxXtHZ/nPRbfQzYeAt6z9hyRdynJiTALiX65K2YCSSYz3mpRTLIFkHyZ7JEpJWRXawspeWwPvovTbklwv55N7ZRLVnFtOmKAtIpzv0Uyn+Gvw3NJ93YNbbbRWF+ePXnSGEZ7NS91tWxGGnnI9w93mPaS/8Mx7/pmOd4d25Xfu67VPn+Nk9+wEy1jz3VQBGblrQzMf16D2ZLd26APDUdLI6St7c6EPRnwboBZlB6Wa+YqyDeDeEc3Vdbil5MNkATQirN5o/VM83KW/8x5uRt8AFIA75kuAD7cBD7vKLh0Tv42hTt7A/QPFbwt4oyADRJBhFCmSMa6KRh6/tXboPRRZJzSypy3V96RD4hkChBvO+eZQmfVjEJ+Gg1SgKGWI9+VQVGmotoBqEridqm0UHNtRDDex3dSnxusOtfGqqLgv5f3jurSP0k/00W3V4EaBoh+vKokWAOiZKOd4QW7I6zfcY8UAACAASURBVPlCdGKUKDzdW7ouIIrPOfe5votM2JcFPJ/LI3qneu+nH0lZF5UYvdRrXtBViwQBekMBbkt9f13qbQSMxMyuiQKLfNLAGhjy6HJRAjQPHwp4a/g/Vow3snWKwSOTUVldz/ExtMj+r6nmMjA8f5Yeb1HNOx5v3Rt5Ya9gmyD84E/T4w2AuvP2+4YhDz7/lUt7XQRMpSeu7BKW1Jyf0YfhcVzXWKCIe2xRmInxNtYAeJ8ouRrA+zMzD/B4r731ro6R/MnjHVRzMnrLU6zf+1uPDbxPVFYM4wrl4YhPxZB1JBkn4zveOjxXTiKl+8GiQJEmXpT2vdTfS6J7k0TNhiBitgUaL1N+U8fsbO947ppFoWfFKAbYZl89TENO7cWW/Blc6T7st+zHhxiNJIPE5dsjp3sw/2jPuijn9M2B9m9jKrWHz5zgjUSCiiu/6Jjwa45Th74eXl15wfWsGI1gv3AtJ5XT+fSBQQUHmYKdtbMBOngiE7yGotlaVzje5cx0Cxjeuo+zbzM2qXFGzrcwttXJvnJy+HI2KkZmdJLfuZxZAnGDcL23JxwYhhGQJG7+O+aVb+ZX42lm7gQQzK9r/YHnCY+mH8nLIM8dz1nixb1uEcPsfshs65TWssc8YsbNDILS7vPzOtyyKAx5j+GtqqsfDCnPzQ4U0Lv7GmfAbyO2BNythcerbGv/K7GRNnJ4hOhq9pwYD2S4kL/tsMj4fgPypLCbgeQYbI2Lfp8kcIddEvkAYhxsFUUuMp1+xIlH7XByfTCfIlEbADcS5GH0iIzksaaGwaRkJi85NQJUx6vOEuA+87pbvsJAkM/vPkBWc78rWyZAHIZUxIqXZG2l3jnzIr3h9twva/3frN5+5+3qpkJPEAP2KCc+xfhLMk/vzTKW45SChtLRe3pDmt/GCh6vDjhs68A8VDkwn2NcKFP7eqN3HP5kVuA163Hj7jvp/PmA2OgdJjrrxjSoG9LR6uMJHTdNFe33//Q+m3PEWqEsueTOOsyDcjb3yQufcBaTQVlU8uah2M/Rkp6+NTvwbk3OnKD94QplL6kvU4A3XjQEwsBbVnoUinUprjMDbzzetmpn8pVsU00NmtopkwdhGvAemTBjFq/ZR4aFORWKhaxyswHvUa8z/dATqtkbPdeRQ17PuS7wL+PBVsTGT9B+Js15H3H6ZtGS8/TktzdM7h+0S7LNkiCYMliRpTy8vALbAghOjCgQ7hjuPJ62lpqlqfVm8wPUWjH1ehOKXClR5POg4nEMtFE8UvoNLflIgBswsi/vshO14UnGG0XCJykea6aTX9F6oTVD4AhqrWP9SrIuZxFO7z73hYaZGwV1r63I2/IQY4JXxZ7uBN70BxmTaTEGhh3F3wJiuOKRMkjj7V4TMIFiTpLIK8oaDSuAF6AHJg8/xMfC+AE8A1J4/0wJ065SMkznbOu65Lfgux3VbMbDef36dfctfQ7wQ+F+JgoySiBlovZ3D+TRvF6998GPq6WVdUFSu0vtpSlJymhHPDPPGWMf3pd43tgvijx210AA+6yvoYSX/XNRghvg/VrA+9M6Htj1eI0fUg4SfNsQomYYUPFeT/lMHu8vMsb7RGNdU81RPNVf7BmI02HL4/1a/XnnnfdNA37w2a8lX6KMXywlj8p6l32SyvIw8FbeAANvlPiQ42UpuWQ1f/Llr+15uyZK++W33ut5vI0a1EDlNNl/Iar5E8Wof215BxCvatzJZO8khABm5QDYWBfYlyKOLJBoD0332vVrHq9tyQ7ggORm9BqGL14bGK21b5odIWUbrxjzhesij3jNXqi0GB5D7rkkkA97hXjjKzqv0NShRBP3DbME6LBC+TSeQI+BPONVBLhgHH+lhaJ4SdjHYbCxj18W9R1535M8cw5lzzYE/Om/g8wBAVS9uKoyZnrWlz5X2dZ1XUqskawtDHgRM+3EZqbhRrZqs0tCotOoxNUKa6aG2gbd9Svxbls2ETVPAb2xeQ4AZ+84pQeDok5SPIeWeD2MUmfhcQULZhZ19wlrGB7y1v5bg6/2fCprTn5mvngAvGJ48AMm8OZ3m4rOuFkOTUEu4Dtrrtt4Ff1kTE4f9lhb7fbVelsdtNuf9/MA71bP5hyuF5p6tLzo5MjFh+07hsc7cgJFLHn+WCWKmHGDyJqVFfH9kegtErVhbDLw5j58VjzkFpfS5zElzSgAbDtZYcgZfe3s5TKA4A13MjQ+z5hr5lVjHApWBobqQKP0v37SHVkkwetuMYj2urgkpGOuxRYJeyPkwQmFU/7bwBtP932B7p/85KfVBx984HMwLrvcod57zybnitbBHeUZIe+KjeNTwHdnbrR0z3Ge0NqI1D7xjO+ng8Oc+Qvpxk3jJrEuO0aTBZ5nEUbnrM+9QHOaJTCUsLNconVug1M8tVrTa54b/Caee7Q9Z+mHHkYKRWqOR+4ZLvvAe1qH8H1j+OrCzzbwLgspFBg2YTb7fSnVB+nxLsB7VZvtujZhFNCzAO/S7u+B92RZ+B54zzFXzuPQ30bg7a04YjhLDPexacEnzs7N5s2mTRki52XA05xMlij1k0oUCoJX33pFaN667wr41qJTFJBi8UdxkaJEsrQTeZVPBbqPTd8mWZpiU6G04h2FTkpyIjzcit0GaKxRf1jlwCgnA20vvEwY/SJWtPG8l3blopn6aJMzIhM06ZlMbwdkSPHeEugB9B2oPSSgQiEEiIQ3TF7GywIIUvoA3njGeXziu00flCeaz1GSUJowHqDEoQABqAGJ1zavu/8PtB6W2FqYBHhub966qWRizxw/Di0dgLUtb+Ytec0BQUcvT6pbd+5Xm7fvmb4bWXmHgXcdd20QHn3UNfS0N4PexjJF9ut0U1y3fWxLNqwUq7++/FJlt9RKA2+zC6DfNlTzcEsVZXsB4A1VV48CK+JPVcf72VefVa81BncFvAFxn3+Gx3s24F0SY7EnoZSzT5nmKeBtmCeqeQ28H/5K/XlcXVVytSv33pMxRMaSE8IX1OGUE8MLCoA73FFc9Atlu38sHE5d8KATH1GjWn2H1wvKOMCXfczl+BTOgfK9efuODTWUpDs8ENjWCXikkSmyh+O5hRnm2G1TymNOIJP2YEuukTuAC7HfKPXkRkDuLlE7XHJL8rYVySvyx3xnV3dmZn0P04N7w15Y0fy7JuOQkyruyfutsQasOEQCIwnGL80LgCpjzzUuMW/wgqvywSvJNIB6WUZ2ao/zGZ58kh5ecX9rHmnc8HziaSSJoD3CxctLy0i66KzQMtywFgE8yHRNLgevKe31aFjfrJXFBGRLAHBAjENcjKzVz4BAypUF8wcDgcubZd4LlzErxxGDDPDLkloxI5IyXVOqc5IUcKqJG+C/fB514u0dd6I21kw+49nC63qBsBVKumktdInF4hs24AYkklSsXVKrpWiOuCfbSmhZHwuFOtgxbaNuGMia13g9cVQZDSA96ZXsnPTcBtMg8DLrsGPya292tLUNvO31Nei2KdIKsT3iTrprikbsRqx/hG8kQ9I0mVQYbcChnwHdJMJLA4cBcV1CLOqJI5c2fsAQw0xgixBXiHErgDs2w1EHT+jsycion6WG8Lmfpjx4vwyjEuvDW0oY+bOf/az68MOf2ajFtZxIzjHqr82CIQzsxdaODG4vPJ9ZI2Z9jXq8R0duGvCehiEmteUs587yjNPA8TxQqjMfvOxMA7dDfdm7yrRLzPKQvWOmt2veizZGxkWA9/m3Z9b2d4H3dKdV+7qj+tEcfopc6JvBHaGaT6NL9CdmW05Y32yFZIFjgyLGuwBvbVzEePeBN5ZylBwWESij1LeFvskiU1PNQ+VJJT86g7UzFtz0eKfQnw/wLhvQ8IAGuWj8DFlIsGq6pWfwrJLUOm66x9vOhE67iyDOp3Qv0Lg0Ci/yXAvd7bfnpCnA29vvoqt96BgTX+2a8ZEAJqpWe5MmPhNaGpUGBDD2tEnvyluFog74PqS0UaH3tTaWIt+xAbcWk57oFtpwmvTdznheQL/uK8BNrDSAG/B9LEo5nmRiL1FAL5EoSvW3V9Y2TCVfWQtKubO+tuS4bkEmKCrP3MzD9CqEVuYzTVO0Yh01gfGqsJZQXumxYq5Ze17pOwAN4BE6cHheXkYCSGeAliceb6WAH31JX9zYvGHFh2tBHcQTyXcAcYAIayJA5fL6WvVI9+EFrZxzoKbfuHHTRkqUJcA2Y/NcCtSGWEF4iV+oVNna5WvVBz/9uLpCwiw9DepmWfdCGJISi1Kovu6vR40nA8UzxcedOH0NKcJmr2KJ5ewJoUGY05qzDwC8v/S+8JHreHPLAN7R5oZxY4OIvdyZXM1jhcf7G3m8VU7s26+qE/V73+ON8YNYZpgSAbzliRZgvPuOvEICKHMDb8nRZbzD8jADvB1f7VhqmBECjhhl5PF+/OCXg8D7outihxcU2vLhzlPTzS9J3szskIHrgARrZDeXpxs2A3RvZA06qQ1dkjkAADRyx1dTSeAIGvgle7IxVDOXH6lUHbIS4ABATvxoeM2RTX8OGMNgDrhMYMlxUdJTnxNvnrHknONSTWQo1wtwbznXcZQT42dfRiKysDPOywLjGMyRXxvTJUMwOa4A8nWPkngRwEIsq1kgGmGyrB8pLIO43lUBfOZGlBzV3NE9AUHODG0wHwnkADmm6suzjucfwxygfom4XZgAgA8DlTD0lSUiIpbxPsZ6WcjAwc6LkAB7Fn2Co3jDaMLc8TEQFbKmOCDQGdTDQ45HnKRgZFF3JnULOP0K4CMhGLHIDf25XLeukV1PwDIPY5z8MoiLGHGvWrTTGbzDGx7hNJFV3R5b6r5T35rYZeqLZynGAumCcVZWy+gjblWuXea2b90C3qEdzAq821fJx8jAgdFvhj+xQuy4fNuvbCyMZG1BMQ9gnX8nKDfwRt6LY8ggPrziwYDg3AxPZOxsKLEwNJtoAcp0tan90Ue+Jn9TxgyaOv1cYsPtpSZEIAwf9oo7lp9zWyAc6cq1ttFR49niX+kr977v6+oPKZOuWS95Zx947/33qh/9+MfVPZVLdOgJbIhM2hZG3lOx1CI5J/vPoQxc9MVUvbTlVCsy0MhLM1bTmItT7zNBEM5y7jT5svQvpFtPu3KO3ZRrt3WxcVec1reztaR71Pk+8yhWOFsG9T4mmFcZ7iDQKd3TXcN+s8C7t37+5/9jt5xY26M99BRdi1Frk/D6FaDbwBvqqrOtivamDRnKKJl9+duZzpNqzuZaPN4lxvuysv8W4E2sWUfJjtnj65cfd2CCgFAdi+I5aRxGLZHtoydNkm6LBjaa1qY/+0RpBDr6+M2A4TcxsWd9xvNdAGa963d73LTJHWVIFnuFzjDOmNEF9LSDDdlUaOK3pbAQj4zXCas4Htc9ebHwZrFRA4zDYyC1rFVaryjwdYtToacVxZNc640Jci3Ljh8P2uaxkkwBMiKGW2W4BHZPXN8Yr0XQZYkNXZNBbm39WnVJ7y+pJjcKJWCoeAxCZWzigq0couywRPQ22YjBZJ3ACynwQ5LHV/LaSWkmsRWe6RUBgJdqFx5vkpuRlZx8Eyho9AUAg/YDDPA6wQqgXwHO9kAmwCbuFW9D+Rzlhxex2vQ16xbhNVGS7cDKE8YO+v7mzRs2QJLADtBBois83tTyhn6Ot/iVvGVv3X9P3tC71QUpgoVMCPWxLU192RuZf508F9E3s77CqNI9vn0/9zf0UfXbV/J404d4vAFLQ8C7oZeGkTXItAV4N1TzUym8f0N1vH/y8z/y3TEMESPp8VJf/tmf/OPqqeKpFwHeGHsipRMgUwqt5O2VQDKGniXJRgAxeZUFqPYFvB99EcD72rt4vN/veLzJJXBRwJt8Bfuq4b2jxHAXJPe0FQ8zCfSQPUp0rcuAAj10XzLg+vOZAZsSbMgEIBpguOL8BXjgIl7aJegkG4wrhh2zzDSHALwAeb7nWtC4GQvmPOPgOsLqL5IDlvuxL5PBfF3A2kCc+t0C3CjsAPESa0w7MAbhdWZOcB3mAgB9D8+4DA141u2N01zeF3uFvX5NRrMrAszkk4BVgxyEZ52szvKs65qEdHj+k2AsiCxBGU59AnMMSaVoj7OpU/ectihB2ZoMEdCz6QMkx2MGlZhr5b+SAA0ZL3OB8BqPK5/Zc4mhKoC4j2NNSXBW2D5hpNOPTvaaBfAWLf21y2EBxql+0Bj2nJU7mUJehRgHALrbGj/2aXo6xZzqcFFIMGujQepbGQcPsI41z4jc8oqMkP/h4gW84mU9LMAxymoZzJdzJSsRAhQzv+mjiFcuLTpX4N2nwfcXnRZt/2LaAnl2+A1h0EjArL9d093gmzGQAQqwno3G4BHAO9YSzmtX6QgwKqki9hsav94TL+29z/tynFPKoyEzkaAtEp2RnC3+JhYfwxdGMjzmKXdOVgi7JRNgwvQpuU7QYcPE482qpqdnX1gi01JEm1gDmJ+0gX3gxo1byh1yS2UGb1R375Jw867DQEyXZ25rf2Mf21L+hdhzZgDenhctyTP+H9Uvpulx076ftMd81+B4UtvO+t0QpgjnxVmvPPn8s4zH6JWHgPcZmHOZFyhXn7l0kFgq2/fG2D2hL3rrzjTdvHul0eeea9h6977QB97TqBjt7xvPSXbbAsC7JG/Bgm/gLW/S5eLxTit+Elprq70XKgPvWHjdgblRlgWsZGkePwznDbwbm2Uvj9Qcsyo3XS92s3uf5rhBB0TNc955HHu+C8C4Fg2Bh3mmSP/8s5xb5kX7mt3rvSngXQxgUQYrflCOS61f4ksBjsQXO2EaCj5lgUxfjTlVx/y2a9rbKh6bRf07LeWGLOiAuZdYVTLlD8ox96bu905mJ1cSGGjmprujhBIjLe+fwPbqurzDUtSXMwlVeBAi5g5lpFZQwYoO2CzrbUC15v60MJUn8oDbC0JtY3nW9MyvBIReS2Er2dIBJFa6pFDbgwrwlifOXnG1EbAMGDmSYeKKPH0o5/QVig7VGWALAAABQfQpDSNx5I4ACQCBGG7mAEnqKCfG3zsC2MTm2atiL8drA/Tnz57ZW3FD5cjo1C15w6+Lon5Zse0H+wJsyt5+U9nNVwUQAd5OBdUD3lPnbN9oMxfwDoW2/yoedsYemQMINsD75wZcACjiWtse7wDxGW/vI/AQIU/yeCu52he/ijrefeBtYOh9QoBQwO3P/9k/qZ4++JUB7937eLyXZ/Z4F+CNF/GymBZ4tYhntidZshEATfHIBXinx/uaKO19qrmTq2lU8IK+2t9SDe9H8nyrJjcxzYBVxXnjveXaKNYox8gkwAevFsYXnp9QBxIMLksOMdAwl/BmnRDjbS+c4v+hbgvsInNHuj4sMujozvScYMHZxx0XTmLCAKhHLgsm2dW5AVYjhtuJmogXldyyfmxITpcE5pxoEWq4rntZyn/Ml4jxdqkmjR/zhnvznnnGHI9SfwIF+o3RL1hvYpHomcjRgHeTOQLThc8A44BSzoc669rI9qALoJNjQscDaChveKJM60swSDTPWBcOD6nfLVoucfS6dnjMC5wFXGeJrwRH5GkLkMUrGEE2Lhrsxlpn42ZL2P229pYm4w5qepY0w8ttqjrrjT3janN6yQP4ETue4Nv0dLy7XCeMnQEuR0nKBt+lIdYR2kwXaOqRPT1yXhC2EF5xTvE4K5lY0KQjthkvbczDTCaWz2yAD2DU57GPNPe1IdaL/xz7InOhvQVOA96tRaV9l0bDKsORXm/WGSdno0wdxjEPpfsxWCpxQdYY1nFYS/6tPkcmySKOzC0rLMJVJZzLhIodYWAp5ecIJwhlHQU/6rkjIxEKQCLg8HgDfu0hd4gK9P8wLjlsIGO3o344AxOgP9buxvPtBlsFZA3VXMBgTnvSybSqUCuXHlO7P/zww+rjTz8VQ0qVMZg7uibzd1uge1vziv1qEeA9DhRO0+OmfT+yabTHO3WJScec5buztO0s90Ve2g7Ecq3fhCPsfJ+5C0D9VB09YhSgTh7vwurIo9q5MqZ2uBfE5jVNf/keeDce7wZ4YxFHgdBmXLKaJ/AuXngPclqIrNTVlvCm778T4N0TlrMKehg3vgfeU+fdyAGTJv1kQ0tcalyf2w47pTnj7921rHWvtQjwZrEOOl4mGeqtP7WnAs+uNmwzTKCTi1YOyNsjhlsK9K4SsJCBmO/Z1M3ia3ngC/D25gAodBfwvniDwiKOyuDa2/4dnlB7CaRshicrvFkuCwY40L3xHBsUuLSLFEIpEiRcWr+6aVBCvGpQZ6O/SvKzGIfywC1VLJXjVJWdMM1qDGuES6Lp2cmWTv1tGRmI334lUITPCEUMbymABSULJQmlhjZDm+UcACTx5QAfAMiK2otiD+0WjxYAArotMoTXmmcGVK9KCTZ4L2Ex6ii821z/zp07UaZNyhFeDL+XBxNPOWOI1xxlCu/h02dP7K1ZUWKq3R3dR4re/fd/VN28c9fKM5J7Mi/wnn+C1Wc4Id6E8/vAG7n65OME3lb6u8A7VPv4Ca9VyBXg9QXAG6q5gDfJ1f7w7/1x9dOf/02DI2fhNs1TRhAZSv78T/5p9QRALMAH1VwR0XMBb7yIPBkl6gDeJ0JmVqiJ8a6Btzy5zx6mx5vkaqPAm0R+ACm53hX3rdjmlzvV7vMn1dPHj62Ub6jkXBhoNBdN2w6AT+I1WA4wQgDX9ty67BCx1ABPhYTsE/6Atzk835EnAC83AA/a+UUbiZB9POaAbHtwDaIIAyjUdXm0Jc/LGLvVlmBtCLjS++oHJ2YyiCXpGV60mDv2sJPpXN8BUjB4MI9JrgZ4R8mnLfwmxhtgA5gj94FXEOdtALREbgQyMAdQiczdXmKSLcG8WdI10As4ATbOS2j4zjSdJd4YfzMJZAQQHZ9pD4CHjs6z4GVH/jBq8IyMLXkiljWHic8t+StMacaTrTG3p9Qx1wFwDXq9puROkMDTHnGvfbF/FGpzsH8i5M6gu6anZwkzQBRGBYj3gG+zkKjoQCJJGUj03itdAkiuHt7oBkjGZzEJC0C2gk+/SG4iRjza57VW8uyyWsSIu3xWHkdYiGPEMW7meQaRGaLgu4b1InogvOTeEwbWgBH9t69MD1aUmWWPjZu1+6T5IEKFyHDf6TM2tXwZMjvhZbC+MLCtSkbQO69ojSVkiH7EuOSqAZ5PkUeBPeIUrzPGYhgNTszHfhnfG4C7Xn2EpZCLgP6JbOWUBgu21qXMV+K64bA59T2yG7tns6I2xuUA3kduNyUxg+25Jtm10Vfrwscff2zgDfUcIM4Ts05gzIIRY+CNsar2CI1nhLa9sn/dgHffkTgg2mf6aBLIPitmmNaws19/vH47i2Y9rn1nbddcXutzBt7tZ5qGDvrJLjseby99EyyZAXyb240IKhuXN/fY6LBWt6nmlCNBIXV5nowvQwElA/CGKHfQ+y6nxRsleIVFiZ+8Z/v+ps6mItHu/Np27ZWrZ0Gsmz55kZ9m0Q0bTbsjelageazBPYkMvSM22K45Z9rUmuH73IBnOPKNHHLWSTa9UeP6bNZNfdz5sywtCwLvtjtm+gN6M6/7EWHJ8EGs9xHDHVZ+3rMxA3xRIojZ3pfCXsqC7ZM0jURGSeXk1q9J+GPZzp/Qga0o2zvpn1C4ipTy9pJ+SFDkXK94HgDcKOmO4cbLjSIjSrkTFEXcHfWtARmA7bXLqv+rUmAXpUyQMCyyzcZtIrN1oTUXsBdW1tr7kkqhFUxaZryNFyQo5Qb9uj8KlTOk+3M8GtQjhmKI51rvieN1bGF4/4jxhvbqPBVar0zl03oUZQwBMJccB8/6AwAy6JASfUUgnHsDsDe0tq3pOaH9keMiYrVR9qP0E0Djm6+/drZ2rg1dl2ztAG7qgOOpJBnb9vYLjx3xwLAWjqW8Xr/9lpLtqJSV6ifjuZsdeNfwYRaJGzxmGvA2CDF4yhhv9RnA25Wg0tsWmdiLzIWCHORLqOZhbAGYvHj2SOA5gDflxP7g7/6D6sPf+VsGmDAUAN70PYnL/kwebwNvvTfwFrj4/NdKrvYaVkF6FkOrBRbFs7GPhKD7hxbAuLgk6ujrkwCJlBOrqeYVdbwB3n/l8e4Dbz9TAu+TVwrbUGK1gxffVq+UTI/5yNhvKDs9Y86Y7mucuT9eZDL2m0KubPavJKMbivlfk/fd3mwZrkw51zxZkwHG3nJdy+wK9WXERAuACyRQ7xcQuSOmxClUb8kdHnaHm1BHW8fzN/sz57H30rYdEsBpfFYU2oGXmb4hHIUuw+vOsUFVrmQwkNEJ+msa5vger69jwj3HFUamGuCADQwM5G9A9lf13AB9QCkU+1OtO+gAeNAjzpsQjlM/A3OTFa0kiKJ8m2N5dR2MXWFQUGI9jGn6oU8MdPAwql0wLBxXbvANwJe+IWr/xvWbYotcMwjl5ZJMyIHXQ8BN1IeOPTjWXAPzWF3rrdkxvV6rijEyjJBljQ6afKlRjXETgBjx4k7IZoBNneoA4rBwAN8YjsIrzr3irvx2Aji1MQxVBfBHu6I2dr5SliPOOz4zHdrU5/B0O3O2k0MCFClpF0YeWCIXL0YCMY81AJF9x3NV7cjYZTNE2hqnrRPx09HJ2tnOMWKMoPXJ+3P7HnHuwF5bcuTQPFuQ47iG+Ri6qR02qsNIX+F1XlHiwuvKy3Hr5m3LIKE8yFGpqAFDxWEb7JUaG1hbGGypEkC4AMZlPjvFYJXjQr/UoJW9sbAs1M/LYh1g/LjoEoJZ2ox9xyERSU3HoGEjT/Q3ew3Mm2Numfv/RQyEOgaP+g9+8EH181/8onpXsd+uDKAXeSTYf3aUZI25URuSUjwGGaE5xo0ItQe3JVoTMQKCNnxec4Xx76Yxbme5xvhjuvilf9wsMdgL33+K7v0mdePzufawfjs8c/l0yCQ32nuzt21YZxkF3lNkr7WYzAXap+Cx6RKfIUtlef4v/qf/o9ND0wS/oEep1gAAIABJREFUYxHzHGtu2STAGI3xdlZzKZ5YuMPDFpZpYmWgylHapFDmUAj4wfJvb8YYCkHcb3iAy+fj/caTwVS3H7yaN3taF3aPSFPx0M83SRvBfpP0k9kFfb7Wz3L0+d97PNgdbc/QeM/KKhhaXma/96QJPrxwjJvGqdSwrOUhhVKOsg5NvFDFA3RnhnKXBJOHW1RolGjHc5J8CbGuFbS4qBUt5rWBT9Au0SRLDewAKIFwmSP4Bw26mYvpOaYkGEY2vGOmZqsdxJbb6+KYUJUFk9IM6MZztroqhUfKyKkUExIFGei7FU4dFOW+4pYGZm5n+Bv0AdpIrDd4yQyn7D0KqioeaT+vQAztofwTTvSSFZdMztQQh/KOEo9BwOtTlmOifFpkkA4PFF5QlHL6DwUKb3b0fQBznp1rUZMbjzUvvI+7UNu15lFOjOs8ff7c193QORhGTGVP+i7HXhM42BNo2pfH4uqNzYiN1z3JdA69/LGo6EfSy3/44SfV5s27Oh/lOz1RRfiLhbfjcWrLbXdOzLMRTQPeDjPAyy8w8VAx3vQZwDtMJ+HtYYxdhxzvURpK7UnC8NEG3s8fVV989svqhYD3awGD3/83/73qZ7/42zEuxDRLZqE4A1T//J+Fxxvvt5OrXRDV/PPMal7qeAd8yL0j+8P7esbLopATJyvgTdp4G39JroccSjFXWi8B7y/S412AdxPjHcAboAQNW8kKlRxu9/FDGahkoNF1Xas440ptICPeVy26RJyu9jv+hgaOUr8h9gMGKkIPyABOfDPZ/UscKecTksDfMCOomW0WRoIPaM1UDrhEaTGdC+jGC87+WmqEMy+R68jtEBmQeWbAMYvErgwDAF/nXNB1aD/KPMa1ddHQTTmnzfqMV1B0mS+6bsacsi5hBGP4oYZzDv2JTLucmDPTM/cw1ovRofZfkUEJ0OdcMVpHeK2uCRjm2C1prpqho2PxpmOkWhWQAugbYAG207BJmwBQr/Vcaxs3qo2bdwy88XobWPqaLCXoFLG4Gni39Ave8lmpN215MBBKoOV1CaZvWZ/y/jVQL5TryJ5OJQUo9X6fcePhGSePBGyEhpLuuUSCLXtfiRnPGHEDtKbGeAHofgBkuk6oFoDZoJm4bnvxWcQjc7pBeNKiDb6JAc/nCmNG8eKyZgQjAlaS6/g5mWDsJVHLuvGEu/tYb8uaxJ+5LnVAu9s7tEf3dK+yTrSu139bwlaiD9JogVyadRRGae8vau+y5Pn23beqd999v7px647ZF4RCHCKHhH8oR4Fl3ayxYExhHMH7zfgwhq/0+Uut+/ym6oVDCQz6S/aN2LlIuug5nsC7ZCMnOZoz8xdvuQ0aGDwiPpyxOpYB8CVMDH0eoQTBwOHc+/fvV7/ze7+o3leJMdgrjCtA3R7vF0qupr2Y1yzAsp/PZaibp+lx0zDEhKHr4IlJxy363Sx9sPC12yF5AxeZ6NQ8g7FiWnsXwyMIzGz68Qg8Yx6PnNvOYjABppZFoRubkosZTzoBt/U82iP90mvTPPrOtD6e9v0F6RFtZ+2FMwFvW8ia15sC3o7j7L3K5lvoX/3vzxV496nkg8C7Bcx7/TJtUJrv4xrfA+9Ze2wI/A5bxmqzf/Rw3mBoYRk6vy3l5f24e4+2vTvBu4vO6ORvFpbRlgTwdhIlvB9JXw46XIDuQi23oct1uLX57kRmUydW04YceRFSUarplKxt4dmx2ohe4gZYo/If/sdvGJj8oE4R9yYF5DVZmeXR2je4V9I0sjY7WZpvZC8UHqxVAU3iLwEIeBWhsaJg4MG1w8Ceo6aPAPWG4aU9VjQbw4A9q47by9Jk0E1l7Y/EZZQ9UpZ0ta14YAGMl0QbjuRJQe/FwFAAB4CA/qH/oKuirAOSgnIeDIEA3+F1A5xEyZYTv8fLT+cCUPA4oPATp42C5FrLuj+AHbos5+AdR6k91DWctEfXfCZQTnJJ4sC5J4YBqj3AFKLUFGCHush7L0+rH3708+qqvHeAbpRoFLNcRdI6Q8e15bwtt31ZnHXeIQ6zUc1RRAHe9BvAG8MKYxztbIA3Y4CyWtb6JclD5Gw+qbYA3r/+Ze3xBnh/9Ht/2/0GcAN4m6HQoprjNbz79vv23tVZzScBbz96AG+A2DLAW+cG8IZqnsBbbXaM97MHHeC9fi+A90WVE6uBt9p+fLhd7SgR28HTrz2OeK/5HmYD85H46s0sL7fzImihePIBkMSdWkzVL07QJ8X7qkIxiKFmXh9D5VYyJ/qWeYvMIT+wWzB2rcl7flVg/Eh9gYxi5KaXkfVS4o55iPfLwFU5Hm6IaYGsAoBDUYya4XinAeu0DRB8qDWF79flLTR1XfOOZG14wFH+qW+PPvBSx2JUYs5QKYBja5Cu853tX32NQZC5FtTcBBVJowdQk4yOF5RzDPLMHQA6oMgA31mdIzs67YoErmJDQN/XfON4ypmeSq5WBLzXb9xVLgklbhRzIDKaxyvmTncNKrPCEBfgneutwa+Nf6zLsW6HcSauVnyWvqLXVYwEDL9nq9edAGj8AqRHbg3HEntdpWRZ1q82QIeKHjHiGLRY1+gbEotFmBR3LDHnrM2OHaqfyu2swUFbgQ0QCsijbKPrp3t+phHWgJB45QCHUfta4Nxe24wjZxQ4z08WnnL6teQUbyPvMKpmH4WI5d/BrJpEVW9CjsqoTP5tz67XP2j/MT6Ok2avgz2iPejuvfvyFv+guqVklRjGDjQP9onzBmgTSpGJ/16+lDHZyYIx8kQWe5nJbOQ7UkWOY+jpkklAOOvPqzIuYbGRGzqrCLjyQIRVYAQx4CZsBBo6Bg5YCJrXF2T4o7zZa+2dGKVPtBZpx6rLh3kP0rgAvH/+u79bvS/P9yXmh3MhiO2iOdoA7xZTbkKXfQ+8Z5OrkaOsJk0AlEj4JKbAGwTeCxtCFgLeoaO2Ei1kVxW9Ywp7tBjfBoF7s240/V9wV963g0h7o3TOwLuNSiePPEvQbyHwxlPkOt7y5LBx8lM83pHhdAB4s9+x3aRFug9gfrPAuwvgFrYwpZx8D7xnXfz64BehSFkZtJ6X65YJ3APeZWJOs5wVb2vHjt+6d6/5HdnsXbt81yzK0baSKKvECoZqEp/bA2QPKEA6anE7yREKqmr9QpOLLOU7ZpkQ3gGYdAxaUXhQqwBBqIO5atRJaNJwFDoaCkpbLTWpUQoMCiBKSVj7iZE+Mp00MqJzGwDCsuK3Ue6p28sPNFNK3kQW2eL5RBkqWXTLAhogjH4parB1NNe/bSup1NkVi8bxpxGvDoioM8HqcxRkYsWXuJYuYiVHbSsKtGmk6R2z4qNjMGI4O6xjWsNrTX9jVAA4cxx9DjiKzw+8bhlw5HiU8mGmouu4Z0+fGnBDN8cjTvZzr3dSlp7qO4wENzcFoklApetRToyqDo++/UaUdYFwGTNeCIDdvveWE88dyOW9omRrV6/fEj39mmMFrdSmjKV6PwF4dwV1fIb80fk4D/B+8PCB+/rTT343GA3Qh3vAO7Tv+LHq3gbeLx5XD1rA+xf/+t+vPvn9v2MPLuPtysUZ4/1nxHg/JMb7ZXXn/nuS3RUB719GHe9B4M2z2eITP+lpwrNsAALwTsAYBp9MrgbV3MnVXlfX336vWn/rveoiwPs0gbf2LKjtx0dKJqjEaqd7z1y2Tpq0gTKeNLxvjD37H/J2qKoCxHWzpV3dVK4DhUHs7WzpGWXM0WU3rtysNmVkOZHC/+TJt5Y7h2ooZtm1v6GUEgJBDLXaSmWAjavkDqBU3bZpqJQDKywZjD2AdZ7rgLrcateN27f8lBiNAtRWyrughIcylkWsK+uM1hu1E9AAXd61v72UyCioucfcuOKs/SQulCcQ0E6yM0CxDkMWGDfu61rfAhasWZRXw1hAeTGO47q8mIft1wUMCOokDAyFdg6o577F0x8UbzKk400nxlxx+TBLNDdW1pWk8PptAW9569V3kfm8UQyZN06uNir2/qQkdQ2vfglXaBKRlaSCNiTVXnEYRAVu4u0OaYqbZChP7c0FGGa8uLO/R94DBMNlpTB0GoRTChEgSPb5rDueZRK9RgLcyd1hz3q5ed2ImG8GodEG/2cmBh7vZH+w/qcxyp58jBSOISdpmAwp0KWTuo4xzaCb7/x9xC57AfV1YCiEeSCeuRgr4vsRD3iZlRh7a+bBbF64MnRBqQ6dIOS+ocHzLBjCAN7vffBD5cvQurqiUA8d+xLDLSDbFPNgSxCmFCU4MXiIfo5RVlUNANmHe9tiJymJ4q6M3EogCvsGdpXTXhIyQGiBKw1o7FohLjYqq1/Rc53jwJR/9b8y9V9QW5YU8kEI1kWFYOmNV0f6Hbl27gbNwXsC3p/+zs+r937wAzM4Lmn+0GYSM24/3wqPN3tfWPFy2Ed1aktBy2s7DihOA5gLAz3u/wYBqJ8vZa7IR/t3HR4w9OUMn01r+7Tvo33j150ZmjB4yCz3HT5xnMG+DZ5jjWtewYCZ3ePdvge6SyTm7Frf2np+995NyATnDhtM67adI/DuI48hk0BHtiYB72mDbszemhj9AS0buj3fWhTaMd4Ru6USQlA+BQQAC6bKaNFuU80L8Ebxwetjj5R3nfY22CQYKQvyOOA9ZnkJBXXMy53YXgA6MUqR+Kf76g7DWRae2PzGt23RyVfOe5PXntw2ZOesrR86vx3XxvepRA/t4vXpZfL2pk89ziweE6Ujvxy69+h5XeDdtfgNA+9CGUZZSy+IlQYSgcmL5ERhoQAAOPEG4YWC3g2YI/YSRRZPl+v25gsfIt7beoOpqch5QD5zOEbSL2GwmgNnT3nEIh4eE78t5dwKP7kbouwR3Y8iiyebBEb2csuLgGdvWUoEyWBIikSsuGMpWS9TCS3UzaIM4iG0ssdmpLbVCcqgsgJunYwovA8oFwdqCx6KoPKGKl3qtcKIBMRGbVZisomPDW+ewT10+uwr308/9kQ7Pk5ZnDP2tnjlyEFhTyDgSeDB4EPnXFVMK4AGoHP79m2DjGeiCVM2CsWHMYJef03AalsUXsANwIvGAiSuCbCgUPm9PNvE5wLYr15VrKw8gYw7fbskBetUm9Szpypbdud+dV9USbwjMdqxDYRPOp63efW3jPgmdP7ZJ2i5+tgZjeJveqw83gLeeP4//uR31Ba8acUzj7IdYQwFdJcgg3mAN+uxqeYyAhl4P1Dste57W2CY8j5DwNsrRVthSPxRYlovaXztCYX2jre7gAcla6OXj559beCNB7QA7wvL6wm81edLAbxfHcsTtvOkuiDP97aYDK8EzNnb8FriVXYG8ARUkXwpDDou+aV9b19yhEfzklki0KhRqkV1FzAGAK0r9IDkUMx3cgIg9zAiMFxjgIp8KlkCT8+0JjnkGQH/yLIzq0NvdyK1iCll33ZSMMJRpMBjBFiRgeCZEsMBrC/qPSEP7kPitAU42KMvKzyisBC4Uu0ZlgwWY1XREXxu0qyRUcerpufPiRr1HBgPaQ80dPrDtcxJKGVq7gWve+RlAIRY3jFYaf1jHhKf7uR71ATX2GKYQbzJRHGRignyeq/qJ4C3rle8zw7X4HKA8ZhFQy/jVVgfphPHnItni8/Ls4UhINdSKM4+gDYB72MtJr4X+aJ4Y+z/ecVMdEnCsKJzRJWKCAfg3qamO+EXwDtozgbmlDhzbDtlzTLGHBDOGuf5RogObStlzdprRIDkYhSw3mfQHeui1248r04MBkhMTzjPQV8SI04yMTMWoqybY+EJIbKM5bUz/jwMfh70+O1X2SdLfHsB7Hw3dnMeGap2LHMzPnF+Ad4AV4D35i15vBX2dIqnXocQW81+630GgwdMMzPLIqyBcAAYOa9k2NqXgez542+rneeP9V7Am4oZZiwQLhCMsNdK7ukM9+zplJ/DQI1s6FG91nhv1r5EyBVlyVZVOUCsjBVCItYUXrKsZIAOCwhpYJ9A9u/cv1d9+vPfkcf7h45Zh53FGsEeFMA7jMdRLi9eQ0ld+w6fRYD3iO48NHkmfPZG9VOD2gl6/xSq+LRHmdb2ad9b6t+AkjzLfQefbcYQtdHEt/MA7x5or8env+62jOOtxo4C70nC1dV9Rtmm00a4+327hVP8+A4zaS9bF/7Lf/R/dlYxNoNxr1DjWoLr2dwcXWg8ZeNp1/EGeKOc1nW8tegw+aEwkVCGGO+o4y0FI73eJHKxxzsVYS/cJetyWjIX7bx+Xcr+M3eBd1cIIuNu+zXq8Z4wv6eO7sITZeqV3yyon3b784+vmdUy1mtZDTiHJre35PwZ80S2rE26d/u8Xh6CMR7vcgaeQPxV7it7bcLLVKjkpRwYnlMU6z1lJidxEUmKyI5d4jTrRDsFuOLJSLltgHfMdU9jKWMxtYISGRViUQoCkRj0Oz8DVDqB7iMla8u4NtMd9T3KlRMw4eGmDjc0UgFEasteFGi0Z8mbfyjKgxAwFdfIkE7m4sh+7Ey06geUSpR/Zyd3vF38/VLAHwXDtVx9HvTjklgIQx3U8MbbAUDgFZRaFPOgrwYNN2iS0FRNudS5gGw8oC7FpOMCCATLgNhavsPrWOLFaYuTsek+zwW41pTxmczlUHK5VinFhMEE4A7jh+zWr7ROYrAogP+qPJouaSNFzZmd9XoOwJJitqZY360nz6rrd+9X7/zwx/Y0OeS1QIYEi10pHgbeMcbnB7xLVnNTzR8k8P4U4B1Zk9vx6GamFfBNjDcSkh5v4MiWlNkH8lqX5Gp9jzfyvExW7wTeTwW8X2scb771jhOkjQPe9It7I7BRvNhrJCcrqheNvPDF8hrhEIR46LtTyYA+O1KytEcPfm3gvSmP98bdd0UJlWfKFntARMydE8V4H219W72U13tP1E8FKoidoGSC2vcYYzNWHC96aq8ysf2vBJQxIkWGcsUkJx16b/+ZvWxL8oStkISQvuQlBRz6dtS0vlRdV1w4jBIYFMhUAaKm/nIsNFnvvUHPdj1uPTfMFHJBsHZQd7sfAnGEV5pcCI4zV1iF5x8gUGucDHFrytTONWgH7ceDTgwtzxXJVgO80B4b1AGbCfjNgFH7nPlczwITIBJhRfI2/jnPAu/TA86a5HmaOgL9iAGONQNDAdenRCLPt6J5y2cAlxPibAVmVq/d1Hp11etWYRYVA4u93shhb0oURS/2MgmN6ebNq7HlxLofTohYSxknx2mj+zipGowewCqrbRghLYJi51jDyC2m3YSYvTHDuWYB4q4ikXR0rs06yX0Mulk/vH4SkgPYw8gCGM8wISeU4zPy7nghyJnRPFfdBscg0bZgBRALAfMhErSFUQ1DRiRoC+84ax2Z7TXo3ttYUyN+WaEcBvIJOnW838cKkAYI+hHwnc2Kbpn51dYPi2G1bexe1T519623qrff+6AB3pn80aOGcTjHMOLnMdhFfzL2UM2PtQ/uvXhWPfrqYfX86SPtwy9cz57EeYBzHSD8rVraAG/CAzCGUOnAzLBMzGmmVYRbsc68lnf7kpKOXr52q1q9ekOyqxCVJdgpwf4w8GbuaQzuKJv5pz//XXm8f6hQLozcyjuia9vj/QLjrowA7Kdt4N3xUrbGuQX8JgHvSTvFWfTXOHf2fWhmQcgDf9syi09zds77fEPHLzweMwPv3l3n8HjH87fHO9fVzixvr0ct4xFS3TGeT5Gdc/R488RtdWkgGrrTKSNU8zcNvF0uBA9derz5HcmW2BTIDKzaoQBvKZuAb6hvhWperPHfA+/zmH65qb8Bi9qsrfseeJfZ2iw0XcMRSkjWnbWeFoqSqdSATc2Zg4PwbEODA2Tv7QToNo2Sjbjl4Q6lJj3G+l0bjFBevThGO7yUmc6HUhzbXiiKkXnXgBSvugA+CjWxby+phWrPS5QnukTMtmh7UPcA3ni4onRNlDuyslT/L+89sL+GR8g+sKBm+k9isAHbsGUiUZrf43HOZ7Ziqbi2i1Ja8X4GbQ86e1LTrSBzw/BKGVTxl40bofwYlGRyqTBGRK1Wji1JoHhfPJKA9eKlp+8wgKDwkiSteNIB1DY2agyJ2z2W8vv8xXN78W7eummgYZq6lCX6+EAx8rfu3rUShhdzU8nYMAQ8k0IHIMKTt69xJ7P19Zu3RD0XGNLz3L33TrVx7XrEeTvZUcRPjyox3x3w/lQeb4APXrEA3q2VI7i0HnDeFo83wHtbVPOSXI2s5n3g7SR/GmtiLf+UrObKNg6988ade6pdfLn6bIBqXu4cOKNNPw1gAVCzMUAyjjJ7gdT9zBnFcF+SvBxuPa6+/fIz3eZ1AO8776rGuOLCDbwBFgBvAa1jgV95x7e+/sJAaEkgeo361fJKMYedWE23ARQRerEhQwveyK0XTy1zmwLRVzeu22Dz9NGXphZfEWC8qeRgjC0hCtT/JmHT8uWI78S4VRhnXJd99HImRUPWXBJMZ0MHZ24fyCBAP1xTvDbMFRLfucSS9mVkF089JkozMDKvBM+3I1llnpG5XyuV5ZQ2mWKu+xDX7ZAxl2WLWuXMHYP8DCeLJJD4esPQxlqHJYR5w/yzMU2NwwjmtQGwjkcZzzc5ESiblWueE04ZlAatFolifbCB33G1eBPVPrJLi2a+fkPU4jWFaNi77aOT/tx4ZeuMCZ5Lpc63F0z/3aVZjt8JvcYSH07sr/qYccQ4ZHxt8B0t8GWdsMw5rm3Iw5AQBrX88Zqe3jF72QtYZvpkxm5nTI8KEjbgEpeOkSeNl3x3qvALA3QD9VhLndDNa2Vao6zYpne8rQyXuevfzJkA0wDB2GnCyMpzOW6ffcAZ1AOkh7ecOGaNnw2yfIbnP7PmM4o1ULRLOLePIKrPSjgPvTzOKR7vYlgoMd7k4Lh7720Bb4X2yMt8msaQ2ojgyjpppObe7lO8zRQr1N4kY/Te1rPqq88/U7nAbw28S0m4185Qr2SHR0quKWM1ifNOoKcbuMv4ov0KJgvGiSiPCM1d7ZVhdeXyteoKYUQC3hfl7cZoR4x3ERPi/enf23fvuZwYHu/LYlzBiDLwliF+W8nVmMPhWR+nd4Tc9gHav3LAO/f0cbN0YYA6ftrX34y79uwe7sWNEVNV/rEHjHNMNeDXreoYcdKz6y+GqOpdx25T4q501ezA23ewA7Z1ruf7mFePucyiECvDAi/W7dZpv3XAG8XSlHOosD2PN1b+8wbeRcCnecK/93gvIGxnPOV74M0i1QVDXTlFwUgKtEBkyaLq7NwkbaEGt4A2nqwdAWBqcOPRwZME7axcuVi2HUNXKIPWWWOpiMUuQKVBKAqkQUZRuErCMqjs4Ukmw+ux47cJERFVUpv4RcWgXkKBllJPkpoVKevLeOIAvVA6a/pcCE5RAnnfZZQUwUrt0qA/2mBlEEAsRRVv1qHqb5NN2dRKfV9TnnPxh7obnu24ZrlPeDt4zojFjPJEAdgcC2qPW3jgSrx3Aa08B59zLQA6z0E/ACj4G7BiCqYVYJWKStBAJmqAMpmd8Xovy4u6LrADBRAwcF0UXq717MkTgWaVOBJgPxCDAc82ipjrfTuj8FL15NG32sZO7Z1hTPcUk4vHGyXthbwat6U43r3/tryYEKHDi2SPzcim+psH3l/K4x0x3m8GeMNuAFQZeP8JwPsva+C9vHxF5cT+aiTGu5a4HvB2fLT6Dlo/8nJ0qBrbWMr155oMJ5cvSc41bwDeX3/5heRAHu9778rj/b5KnUn2AR32BmLEwuMlpVzJ4fZUi5wkcBcomSVDGYq5679Tu17x+U7+pbEHjEFFL4lKyU0QCjnAKZQMxpikacjplhRrSlOtwC5R+3jh6ULxJsabBH28XM9bnwF0kC0nIyMpGl5i1xGXAUGly2CuUE4pkghGPXuymiM1JF6jn500kGzOuh7GtXUZzOkf1iWAM1566K5BOyezu+jpXofCCBie0PAoQx1/iVc6493t/0j6djGEGSDpevZg63quSVwb1eRJ17pI+0jURntNSU8Dmp/TAE7GEldTUR9qjbq8eVuZze+pz2SscpaAWB9ivQwDKH8X4F3kpZGbmEczA2+enXWD9VTjb7lywjipfkk1t7HPmDuMP3jyMaQAUiMvQtK88/sIG0pF1qLRBlYNxd1ttsEkvO+mTUv+YKOcQnkmX0ehrPO5aesRVuQ1OMueBTW9gHxumEpvGmuNv2lbnSCJ9uozECqA3PtBeMUjBpwkYiTcw1ueMeEkbcs8EEVmTF0H/HocIxyi7HaOgKdv89kjnKB5FeAdXRDfhAEnmBfkF6B8IxnNrym/xkWFQ73W/ch+bwOBvo8wiQh7DNmNscTBv8Kzqb/2BbbJQ8E6TTUKPNsX6Ft5uSuxXl5pvEm0CJsFqjn7tftL1zUrTHOePZg5/lI/MAagmK8rp8Pa+ialAHRe8NBsvNCzWMb1DDfv3Kk++uTn1Qc/EvDWesI+w1x3YlUSNpLnBFPnnB7vvsyXv6d5ac8CYKd5vGu23rjGTfn87G1b8MY6bRLIntau89edm+cY36dDwJnzWuCZqTTCnuD76aB9uCfnA97daww5GtpHdNvUBe3zj+skj3cff140nalZnztU81i+xltWRijWPR5Wid8KihUxZGy68ngX4J2eukhOwaIfWRmJA10nHhSqeXq8SYiCAoJyUHu82XimUM1nA97xjOPivL2vtfthnhjvKVa1acM7bQJOO3/a92/6+uPvH0rXub5qM1Nnq81bTLoXuzMD1Qch5TpT2tnPRlY/1IAd3liy9Xkn6VsBmqEsBCikfrSSLwG2Ba5Rcve0gaI4Y7jaF+ByTW7NJeZXeK6jAc08yYUxKZoRTx2gkGOJsY6EQjELrFyWpD0ZI+j4ccCuvKvcj9hplC4UW5K3oFg7nkyU02VRSS+RBEY1SvFM2FuTyhMxstwHZcneqOJBKdHIdVfHd3j5Mcih8KGkOBM7MXYwZUjiJgOEy+noWKthnm+R84H3QWENSm3pE35z3fi3dY/aAAAgAElEQVQ7gLdpqzrBZY3s3Yk40HbCNa4F0yAMCEE5JO8EihdjwUZKWTQ83YBj3hPvzr1g7eyqFBjjiqeQJHe0yV5DXYdxxdu5LrBAnDcxxTfl3QQ07UsxX4dyrGfflTfyus5BEUaRunETGvFy9e3X32i9vOqs0s8eP1HCqI3qnQ9+JCCh5Fm1wSXygtur1ln22/MlhTcB6Kzzsx/72rX4YuBA3CLG+6sHAqh6lk9ENQ+PN31ePN7ZluLxVgMYV0qKhenglajmT+Tx/qssJ7ZS/eLf+PvVx79HcrWI+3VYgeTyRKAG4P1YwPuCZGZTse/kFfjsVwG8l5RczTLWVs1NJUVAox2AA5LwYfBQwLbqrz/TWO/qeyUyk6xvKqv4hn4f7b6ovlbs+rGK624qlnzjLXm8l1SaSspxeCNhbLD/KfZaVPkLkuVLAtGAPxIwnRzsuITUVdUPBvDuao5tPX1enUjGAczXxGagHdsaf4A6Bjko6gCWYHpElu8AM6JRkw8lwSkyBKhHFgCj9BFhKMwbkhti4OF5kTvXauYaenyyKiMrh2TPlzebuXxFidUYu6B1h+EJJgYncG0bojCSqa0HSuZ4rGsu6/OrYl8wZ1jDDiTrXPuKjEsBMBSfrflDJvMyt+h+8iBATyeMhPht9v5SdqzIpcdb3lMne9PzoFuQAItlJEqJkZFd7By8fPrwso5Dj2D+7JEDQuvKpcsb1cate9WVzbdkMFSsOmNm0O0eTeBdPJzdPaIsVzVdeUTp7M+gmHnGxwKwr7QOEBN/qJhgDEVx3/DoIvhWzlOHsEffgC/LRwHyLFwBQk3JNs0+AGn8xFoVj5MgEfEOIfd/QT+PrOlOysaMcEiTQCEGIdekxsAR8eEuYUa8v/cIYsL5gZZesrrzbHqPzPP4iX5rxbRuXraRPQG5c83woKObml7KatnrDUDnOMIhMOIkQG+tbZ6x+beNyGmQcCuKrgFN3Y9d4u/dQMsv5xNmAPvisuYWjC0nMaNdArrsZ1DkAeeEGJHAzzrpMtUnMIwolwBtVj9Qo/7h559Xjx997TUcivkSffJKXu5DzYuDLc0N5iBMsTQc8GzaM9YcjhXMDfRiWFGE5KyqnN6V68pFoDjv10oS+coJUdCjSPoYORR4ThIiArzf/+GPZMS76nWRcdrVOrOzlR5v9t6W/jXkmJpVP5vmpZ31OkN7zUSAeUbd2uJyBh30LOeerc/egO7c6vxiuxsdj76eMKwfYwRqXmUd6q6b3e/bd+qfO+674XuPtnmS7t59nvMC3oPe7ta+EMzN0i/R4gv/1T/6vzqtmUdA+oJYgDeKZbFWmxpKMiYp7oCFEuONtbx4mlBYo453AG/X8daCx4JYYsFol2mjPeA9NHnP47PJ1qmySQ/f6SwT9KyLw3k8+7hrTLNGTrv3mfplxtIG09qwyPfdhWXeK/TiUOrT2yC9+G2lPOhjK8pSbqkD/fTZU9NJUXxQeEsm84iNtLTUyivvo/5nlCopVsfaGOWNK2Kf7U0wZTOSvFghoF4pgN40btGjTd8OpYyFY0WKB+ADDzcZpflZIhaW+D0pBpGlNjx+sbqEcuglx/pneWa8DcUjwxdBHXVZsIzljuzkUcrF9EgnUSNDecRGWnfKNdZ6q/+OD0Y372YMwssfXh+UV9PFdX/WI8538iG9oqyRvGf6nL5krWLt4hjWJ27O5yhlfI6HEE81QJ2+i3CZVRtMDHR0ly15Dun7K/KI7+tzkkfdVCkplDjGGs8htkwUtxtKzMY18JpzT0oivZAcmDasxFaAelgG0M2/faSEPjLIvPX+B9Wdt+47gzT0c2fG55noYYPB7J/eflqUMOKqvV1OBRP0UNfI5M2lNTUsCii9jvEGeB8LeKucmFKTAb6d1bxl+GpXrijAm1mB6WCLrObU8f72K9G5RTX/1wS8/+DvRFk2gQTGqaaak1zti78wqN28fU/HXKl+/St5wAW8LyXw7seyt5+30JQBsoDnre0XMnxtqf0YWl57n7q5eU3yeFQ9+uZbyY08xQLdV++8U504xpu46zAYAEwA3nvbz23YIvnbkRgbABuSMq3JgIWHivlK+MAhoQrQ0SU3VxUvTVu2JBenkifCN64KoDO/9qRQH0iWyJR/U15oDHVULrCsMrdhSSSTA3aISxdB6c2xRYaOZMRhPYE1Qe4BwjScRTzlG6YJ2cOp7czAMj9tbNJ18T5jpHKeAsJfBKxz0thY4HVBY8IcjnUqQjmc8EzfA5hdZgxDgLOaZ0I5EhbqOTjHc9OJ56L8GWNkKnL+5jroFhjuHcpiw0DjicGo1U4gxSxw/W3mtuJloZmT2fySYrwNvAPvAk+8pkLhHX2N94APHKyrxBzhml4FtXYdKZs98cD7kqsTSg+S9boACoAm60rOpIhnp4Y8QDC8xvZyO2t4lPVyjLWNnBni4M+C7o2BNbzi0TpP+zTA1obY4unXt69EN3f8v/PvIL+s0cEAYgwYt1JLnGRhYfwJ2rW94vU57QWmvO/rTCxIicjdxniWMChENnSv43j9yfUD+MYAQb1r8nNAa/c45TkYjUxZb+qPlwWphCgEFIhRDkskFQsA1ALZlA9MwP0aYwfJ4SjnlXlJaAo1uKli4bVdJSkxQq9R/UDrAmUAnzz6pnqsBISUCiS53YXX8nofK6u/QPfL/Rf2etuIzMymXJiMghjC1qhhT7v0HfPVeQ407gDvyyQ2lIG1A7wtS6Fj87ybCln66ONPq/cEvGFO0V8BvHe1l+jeeLw17vPqXzbkDwj2vNfpX+JNZhYfmoftzya1/azPNQ92Gu2TLjCb9hzzfO/n6gzkgINongv2jh0oOjXhav3nPFtbZtNVhptzVuDdkavJkDAcQ60T3jjwtscbOpu8ESibAbwpyxAUUjbw8wTeNciYSXkcLx/fA+/RvvkeeC+yOs0KvEMJgQmJwrq1tVM9evyo+lalpJ6KiowX2JQxU9SaTOP2FtTNQnELD2e9iVgJi7/RcxpWC3F/sq5TZaAkSUvg7aRJUAxRogVu1pRcag0lAaMYirI+cyZgMgXr59TJgVCKY1GtjcokyDL4Dl0n2pG0dtpi4B+eFidos3c7MsZC33Z+CGfopSRLKIGAVK5fPDhOUJTPV7qhLafdZEilH8KzzSto6aL3ObZUypUTOjYKvD3dpvVF3e1CiSVO1xR/sibrGQHYeGVQyuyVk2J8WR64F88FnLQW8fkeFGO9vyNq4JKUaWc7p1az+pAkWCidV6+u10mouAcx9VB4yaoOMKOtmzqfjLt42lfwsqufDhX7f+32neqespsTZ889Twy8w0v2XQBvxtfA++EXViZnBt4ah2BXBfDe/v/Ze+8+Se/ryq+mw4TOE5FBJAIkl6RsyYorrSRr135Pzq/E9sf2C3H6Y72rlUhRIhgAkAAmYGL3TPf09HSY8fmee39PqvBUdc2ApIQCm9Nd9dQTfvGee889d+eegHdEvE9ksP7ev/53Kif2Z6bwAzYBmY54W1ztPwzufK6It0DAaYC3XUWOgkXJHteCl8F8eKBoqXI5F5TrvaE8SqJcOEUIal28pvz6K69pLojWneVQDLqIGJ4oR1n3daBo8Lbu/5nOA0NkQyD6vPp+T5FPIqAAgAvqN0A444e9cVnOrGBqBDMDhwp96dJhGhMI9l1Sfir3+EiOmKe6DhE5gDSAgYj2HmXE1D4bOg6sAXvFYo3knorSes6lPJXiYGaLlPkZg3xf8wCQwBgnEkd+Lns5AJD8a9dNx6FO5FpAA0COmjpjlnvnOvzQL1B56SPotXZSkaYBoNJnOAGYE9DbDcp1TXKaccDzdxGgYz7Z4aUXBhNRblJPEHHkmQGUnKfMPdqL+RoloSglJ5cPdc5R/hfAQtV8VRFvcrxjtKVhBIjnLy8Bde5/rC3zAG+dUH15JPbEnhgc+2JSHMspw5pW2RqxkHnkFwaGHQCwLzLlIGo+h4p4hMiTtp9R4lKDG0C2CFUajYpieHthjt0iwGj86Y9ZIxwdRrk7GQ6B1A2qvfY57Sf/tbCeIuPQqXkPwTALioVwG9/zGm2g38xDT0q/mzeYSn41nQPckMvy6W0/X4wV5iXK/y5TZqZG3QbOHweY698a0Ae9nfXVKUX0Z3UxLqjPEtCjGI6aOIAXRoGF3zIVK/oi9E+IehOdZsydg/XFfpFOINZwHGUWxlS7nPHcV/rF/rYcLgDvEC7kvDh/yCdn/V7mOWhDbGXrlyTw1ry5oDm1DPCWEwBHqmn8dB3BLd+XgLdYUB99L3K813Q86yJ9xX4D8Db7ozRxtTlnu0/4ZxTo9nlmOMeo088DvOe/9rinymE44dkmf7O/XSbf++nvq7cnh07dcZrP0584dDqO/Mn382KBd++zjznAQeJcDU57jub3usC66xD4zQBvNmios40c7zBkG8AbcTUZEpW4GmIxFmYBWATQKOPH3ruIzQy1WfHStUrFnKJlvwHew432DfA+xUBieo90AnUj3gG8jxWqZK7cf7AzuHnrpijFNw3QMA1rsFgi2gm0y2aIoWNQHuDbLOOyqDqSUnK3MbyJkBHhJocb4RcZTVYUluGFyBo0T0qBaU4ifEg6CPW3w9BLg8eAjp8SKY0ZWq4ZUeg0ajHuigFm0xbgrwiQoj4AGkobPVPUzSrPCKkBxJ2HHe3nerj6C/Vqp7JAbyXXs5hSjc2jC7wjShb0TAzHANNR8iciR1FbmOMsAqQ3uD4/GPsIVBX6eOTePnf1BSJo5KcCuLln3ocCy7NwPtayx6LsokC/qQhmEWmDogvQgjpOtIg8XCIU24porwh4owYPy4GoKz/ksG4oMu4IqAwp1kUiQLu7AuTKq0dMZ+eRgLvWzFdfV01p0dQdESpluxrAu7lJDo3LIqs81TCfFPEOo95pBVlODNBWgPczxNUiJF6t4a2IdwJvC+wV4P15HfH+4Z/9u8G/+v0/cxsAvOlDi+OJ3vlPf/cfB7d//fNTA28ib4wV2t2iYKRMQWfGOSRDmrxXWKFEKx9qXkKN3pKI2zrAe0H5oalqHg4mgSoi38rz3BPd/O6NXysCdijGwqacAlcNWB4oSkZ6AloJUM65NiCaPGDdicqFIa6nsnbaO8nbpI+dG+vxjtQSyt3KI6W2td7DwQPgKXWyYcrwIrLGN5w2gnI+c1vHup88GwHSoWrNfGf+75LiYlq50iWUBkF3Oj0MZxu06Tx3ETqjTJ7BMgJu1OmG1q12pNIB73N+R990f4z5ArotvCoKtgUaGdsG6awF0Jwj+u171cvn9XxeDJ0FSr1lvmuJiEe0PCjwzveGJq3znV8VyNH5D6Hrnt8Uzf81rW/Kn003T0X71r0a8BoztqO343K+R02ZOuIdFSUApU+VYrAvBgfAmzFEPrtp11yO67L2lmv6b6034FAmLlHXZHfEIXReRHyZ6xYDM4rmb6oyZKoePVyYUD42nAsRUU5quh2aAeKNlXWaEnl3lRoU0U1NLyypVESXcykEOGElRbScyDfzwiwmwDy55dSx9u+xpttaN0DneWsmFP2U4ei6SWFp6dksmAkodnQ8QbmF0ILRgVgbPzyTncB2UmTE3MyNYAOEV4V2QucA9gBVN6QYTgqMa5TjVOZ3QG6Abg43EyfbGO2FWHeCEu+0B6v5x14WbSCtBNHLj1WN4OAxDIco67UoOvuymCZnBLxNoefk2MM4M0pZTiLeCbyXBLw1OdT26l8LQWbz+Rc5yrQ3fKSIN1TzDVHToZpb4NCVToJqbkbIPACrMcDnB7+1Y7s7b4ajs+0j5r/2eIA7LsJf7mD+a49/7r4td5Iae993hz9/kcA79/mpb+K3A3hzu/NEy4fGbQeKNssYeqVOP2c1lv6b//n/bH2lb3J2B1/z70I1N5WTjTPL7QxHvEuOd9DDMAKgsBIhwnAlwmaqeQLvAN0JvBOAx4MN02fcrRiaI8HOdKOjnGPs0TaqJp9rnkk6z3ene8LTHjVfrsl8zxWbXzVwc9TOUAFp6ofu5qvO4xiLyT3KJdh8P3JxHbEBeIuGeU9G/Y3rNwY3b1yXIS6KckZhba/YAIjGKHW5Te92Dneo+tZ1V3k7cqcBDUR/iBQR5YbK7fImzumjNEqU5llEX8Gge9UGO4rbRS3ZQLsYLjEDoxZ3mu/N/ol5hJNA92lrDtuTWrxEigG2RNuhtVNmhfI3GHchPGMDn+cj2uOFK6tS2yCOz+Oqw6+2gyiBu+67UFqjpFG0tw0hl8Ph3kJwh/OWmsGoQft+dF9QxzEwcYys0jZql6cH1AEPEEm/kQvI+aGLs66tCzgReeAYyo65vrq+TwQbsS7E68oi/ZCyYwIv68qrBXhzbSKaqEdD08d837n/wGBmS1R0KMZE4Mm3v6s874PDY9fzvvrqa0G7lOGNYRbq5u4Mt1eM75LzWI/N57MA744+wjDdzCPDlG/qeAO4vuscbxmQ5HlXC2hEkpqAhrs0kTSN3t2Hinh/0Qbe3/+DP/fYKCWmoH1i9P/07/928NWvf2Zho2kj3iF4mE0EaFPbLVMCz/n8GQFV+yNCpZ3NtPV95XjviJHyXG2+ceWafjLifUYGvucCNFABT7XTiaKcuxJY2759Q/NAomWUzFTfMo4NmhGxAlxqvDCfSVdA8IzxuKVUAsbtDjXAdZ4FlRK7qOvhxCFa7vxv0hfkbGE8EpHb3n5gKjdUdJw/sFdgk1jpW78ztteVC8oYfKxxClAmH5xjDVhjYXEqBP3Ge2gTPMWhJIAB8EaHgDlLNJ3cbcOTBtBlfQqlZkUazRRJ2nUCgKhTHmDflHTORVk9zRFaD5os92kqOvnryQR4onvCaUX6hiPkOi8MnVKWD5vB5+WZU2DNRivrh/GWKOpaKxcFuDcuv6Hc3ou6mu4z+7/g2a4oYVkXZgHe9bqfZ9f4PFQf7j8Q8H4E8N73uOd5oMyzHtmBpzkTa1KmiWgsnVDqSw/gdmOtwikBFnfkN5ktOFDsGGT9DwcSYznAeQDXooER9HQAZlEVD0DutkpVb4sWlnuw0yXBc6YFuU2pPg4d3WMMBW9K1UUJs+fay0oKkdd2xgAMJuYQPx4XpbwZzlXmGI6V0NywMyL3z2DApJOAbvR9hhEf6VV6Pke9QxTNn9mJxvvhmAsht+Kg4Nkyfx5nltgq0LmJdgNyET1ztNyOCpzZYVeGIzn2iFhM095k/CcrzQ4p2kTCiidPJKgm4P308UOnjDgNhDryqssN1dyOBBzJ1GKHCar1wCXfdK/nyTsngi2QrsmsNg3gXfZDmpNVdm1zw8D7WwBvaX4w7xFpRNOA+Q0jKiL2PUbriL109FsNVtvU36lW2Mn3ke056bTzPMek7/a1zjzXje23x+Ew8aFjnL2Y1zC9e5Zzt+4i7brp7ysnTfWF+ajm01+3feSLBN0+cwdYd+3+IeD933aAd18HND/veqfs2cyIUJXjneJqJeLt3FHTz6Hh1cDbirGu+0sODTQe/di7j5BFCkHZwdfcIgN4NwdCub95G3biBO22Yqf3+9qwb7C8TAXDvmu/rAWP8/Y5dSbeWyfHu4Djlw+85/eM9Ue8iWjIBINmLvonYO6BSk5dv3FT+bGfWxiJMWUHFAZQw3uNGRAGEsyQAPMWMXMOtX4wTIkiW+m3CKYF+HMtWZfaCaOGetuAxbOUBCOPWwABSrSNtVhbAmg3Oir0XgJ4OipdHAL0dwI87stCWxieWX/7UIaGae42ugP448ovEWWuZ1qlIzLhPPDLjgVbgWOHSxN4F4OZ6BnRiYh0i3aatFXuh3M6ylbo5xibuY454q33XULMdMcFtx0GMD+AbRu4+r5zZgEvRC0f7vjfNYFo8re5/hWJ4GAEAcQ575by93A6+HyITmUbU2qMyCSACOGcfdRpBbI2Ni7KQAsF+82LW3LSiIYtUI7TEuCxK1XsK6+9NnhFP88ELhC8w4B0i2W/eBzhA2m0dTYsHTn98jBiPlYrcwJmxgMupQK8v2PgTS1l8rvrMeO1oYPcFy2uRh/rGR/eH1zvAO8f/Bd/YedC9Jlo2YjkqY8+/pGA969+ZgM/xNXOKseb8mJiJozJ8S4qzGFYh2aCRa00H0xrTaeXNQp0DqFt5TVLf0FpICdq9w2V9jLwVo43UTQ7xszG0I++80yU4ifK897fFdhi/CPAp/l4Bhq2GA44nF3xA7ExjRk0AIiePRWbgrJejK2HGk/HAGTlfV699orH8Y5yhTnvouYrdG5AKvcP3RWHFhFoALOp6Ep5YPwjYMpsx5FG9O4R1FiBXCjbW3LyEC1DiwABuogi1mCN6Bljif0ZWjtgGQV/rnOIBoVAMWDZomgIUdEnOBMtGAUzQXR61pXM/2aMR9Q6FNAre0INyHdoRyLj9Ad/W5Q1j3d5NANVaNE4xp6Z+cHcgc6LKGSpa067kKLyVMwaRNvgIZzduKK8fNghV9QOzL1YX4obqpvjHXYHpe5GOVEnTxurbjPfcDbuK+ItJ8yBIt7UddbSG2k76hsy0FmjTe0nLz/nLNFuR8J1D6UKg8GdgXjk7ifZyf/GUslYznKK7nF9FwAK0M6Slbi7yGUOVfESNWcZCNVxUoq4j/BYpJuTdZFWSkAcLAHWZ4B31A4vVHUznLAJ0wlCH0Gp1ogIarVrjRNFJx86UomeK8/8RD/5EJ7bheEYe378XczA2JNKPng8s2ujG8CF8Bwlu2xD8pzsJy51RtuE42FRDkrmOsrhRL4XvW6mUKidFZFWVRgBkc5VVmsme0l40riVI479log3ZcSOAd5PtgdHjzV3rEeha0Ez18+Cxip9jwOCNBmXmeMHvRFSvJQCcm5jS06idd+P+S00t3805hlTuvzaekS8v/Xu+wbeywBvnXNfegLYDqRsuRLJCwJubcf29FtGOXKeWtrzPsM8Nui81+4F3hO233mv3e6l+SLeLfdB2hLTj4LfDuDt9ewUa/m45+zS7bvn/q0C3k53MY1MUe4G8Ea8xcDbquaxWEbUe9hr1w+8Y2luv7qdP9yc1UAfIerVNwn6Pu8bpP9igPccgmn//IA3wl6Kxgh4H2ijfKAI182bNxXp+9Kbpw00z4GkI3qRFmDEsMDAwogycAjhMAw4qLcYvBigKBWTO1aizYByDO9lKG0yADB+KWtyzt54GR7OK0zF3GJ4JSWwGRgNrBbzK9iQEUXmXzNfRB/HkCLigTgaeaeHMjgBFhhqJxblCaG4MKbSo6+TLHLaCHu0/60Mv9EzaRh4B5XcUXRTKiMaxwsgDK6CssrLAkINUO8oYYJwjF6+V8TUTF1Xm+CwiPejPFDkl6rETCqfEymPF20T4B+QjpgaZauILOJ0BIzfuX3b4B2AdE9CPWsqP8ZxUHGtWCtDjdQDImKAw0cCTeTc0n97jlyuDi4JrJvOqP7EkKQNS03vAryLg6O1QbQU98esUp1IdzkqUgESvBSjXEY3ubU3xNqg34l4P0OEDz2AFvD2wPGrbOoA75AcfKY85e3BDQHv+7evK9dxeQDV/Ad/+BcGCJFyIPo3IE99HMD7YxS5AnjLCP3Vp7/QGBMgNK01IoIjVvwqosUYtDPFoCSM+KCbhiNgUZHsI6VnUDoItf/1i1cGm5cDeFdlqEwZhkXC2JazBHaJ9RQeDx7cvqUomNIM1Idb1664/3DO7EuBGEfJFdVxZzI8VCkgIuBOUQB0CohjjAdFG12CYKyc11ih5V0qizskXUTPX8YRoJX8U3JJGU+AiCdKU3gqXQByuWG5cIJSjmxHIJ/xwbG8h9MIDYQn0hRg/CAwt6hxSzTTefYu0xURZu7DoJ65RGTUUD3aG+DHXu/cebXF473Hfp/UCnLDWacA40UTgXPzTTvL0qlHCgDjmfkFoIg5HXm8gH2uYad/asiUzzgP6w7AG8bF+U05S1R7fWXtsk73coE3c8/jjrV4X8J4At5PEdzTGs26HkURQ23faydAm5bMQIbZS+kU4v2yPlWigrQ9fW8QD/MpjMqYhnUmY+R9B73cwov0icZ3gNIsP2gON/RsFLzDSRJR3wC4BvRxIU9W7quoiRONJX2I8RJgmT0hnoX7syK6o9qhjG4FdQu2oUofVQCoJ+69y1HjcJIGHZ2HivlnRXbvGREZD0czFyt2HffHs5eIde6d3HNWAYm9FFCOGCECdsx1ADgq+NI40LMTIafUm2uMZ465ATv7Ih1HSzB3cJI4/QrGeDi6yfHG4eYSYvtSNNcPlRaWtR6jqo+aOY5tzsE+iKjpCSlXjnjLNcR+LCfbOTlbFy+Iaq49JoA3zh++xbPL8aT2AXh/+B0B7/c+cLrKkvQp2sAbqvlsEe+JNmzaISMW0f630o7pO3Dc9cNEGI9Q+8DUPCW9wpnVd+fjPo85PPY1RbvMiyvqa48OWkxz/iZyqtp6dl9kdSt9/XXa1p7mey/y2n3Au3s/Z36TEe8A3mzGirRNAN7ePNPA7w6OfuA9LjI2Od+iRMqSl9lqt74B2vd536D4lwG803Xb1xhjPv/nDLyfNID39QTeNosMsm1RGGDzX5RdSiMCswQBH1TJRWM8hspNRJXomUB31A6NCBZAhVI75CpTziSUiPHyh2qswYYnXRpZJdLR6I8CusPfT8SbW4vca+7DebEIpBWQnRF3qO0WJSvpIul5NJ0Pc8hR7sivc16gje6aZmhTa4K30sagNwMjd98x0b6o7VtvnnFcOOaiRqscH6nEXBSSMfgt3qWfAHlhRJJKE7WQUWSOPFTukfbmvCicA5DJ4dtSdJoIFUJrqFNviJpLLW/oshcunPPvnBvw/TjFr8gJJyWA8/L9yNU7HKzIMbItpXuAxsWLlw2IUPeGmbCnCMejvSdWxL6mut5ESVDIxnA0M6EaK8GacAs123Eq4D1m085UgDhnHAObwsD7poC3asB/B1VzRIIgkhP19rhJo7piMgX4tsiZPwvgff3LT0XVvj440bP88FONWdcAACAASURBVM/+7eCHf/SXBvBN4I0x//Hf/ycDb+pkb11VuSiN7c+mAt5hnDM+QsSpzt08LnmpCb5hiDw/eTrYUT8cK8JFSTCAt6xptWup/xw0e4A3p7XDjLxo5fXu3LurnO87aiiU10UlF/jdEcPlUG1Efumlq0RhlVag8wNm6VscZBfU9+yVDzSOjqWOvqw9c1URcyLQO9sqUaWxg8FOegP9i37DkeimvAe9NRxzMR/2lUceToOLLlMG4IVWzs1Srotx57x5Hevzmq4bueUBZsNpbnE1VM31PkJtAGNTzhH843t6/6zex4nOy1FrmDZ6P2pUB5CBEYNDq8w3aPOALpgAdiLgmEp6OoAeh2JhwTT3W6uZa2jDTjHVXddxjj4UaKcKaHQJVJ2XovnaFnW8yfEG4Od8yPXtRUa8h4D3gzuDo71tAbEogwZzhQoS/LEspfsFja8iZmaYm/nXJV/aYmEuKcYYpfYzopQh0maHqed6sowMWNMxmg5Ug/ME0ZE3nVwpL5fhyLXjKZkIke7D2IHSXSuOo3rP9XA22flLWgHro9fJaMgAOjgLci0PfrQ+z7xwQKragbngKC6R4oyEO4qO0BupQV5fIr+cdCW+43zxAsCz/3JRy170KpQ7QHkrxn/x59IMAaS5/ygjtqh0joh64+SBhk4kPJgCdlTg/EFNn3XCoB3GQDBIQoiTyD1ioZp/yuk/UtSbf8/oORBWXLZzm2sgCohGg1K/KDdJ1BsHnZzvBXifBXirnjf0d+1Ebocu8F4V8P72h98bvPv+tyM1RYEr2m5fzj32jVlVzZuO60ZDVr/681MD0LLOjjpz/d5Y4G3QP/oVfqbJKHAe4N3XLpOfiKk1vtH6MEPf533Xbn8+HnhP41iobO+etp7mnpqVJ6Y5/kUe0zdWZrnWzMD7v/tf/q/WSO3rYAz+xgxseYBKZCiMU34i2gatnCjeE8qJiUYLEHCJIG04w8BbIFwLkkuKaRPC6C2lxMKpGYO3BC282TRHi6mo4QVtrsXDjTgKeIcRbqwR/zf21ddOkzpt8nd7PGOzjIa5j832yPPM98ydLbBv4e7xopWvDx3Wd14Pnp5Fv/PxPBN0/Hfbi58VVzWoiXgDvO8rAnbrxg1RbL90LU4ATGwajMsA3gamGCUnRFQQDCOHm6jyY4E2lS5RCSSLlFHzE9CFIquMTvJLEUtbleHO3wA3LGlHEIOj5/lV5TmWza4stBn1DECcSr98lroOVibH2M3SWjgAPN/9gwhZ0MpNYNf/gr4ZwD029aAMuqsSxPF72yHV7MTOmqRjC0i2Yw4jH9VrR+BiWrtfABkyPAHS/F0Em4hiR6SxlCmKCGgIrpHjCohSri7A2yJnikxqUwU4E8nmepvKu+N31KI3VP6L97bFYoBGjIo0ax/rI9Fw2mZbuduXBbi4OfK7NyXAxb2R6+rccF3jiYwz6MDcK6CCKCHRctcL5/o6bmfnoXIDNwdvvfOe6IqFPgnoybFDxKTADDtT6ldEtEa8pmCmlBz8Zp+1gLfu/aPvfl/G7AWNxRBEsuPI0K5OUbAmkm6KsWE1AYD37o6B94OvvhTwXlA5MYD3X6kd1HcWYxJgAWSpTz7+0d8Nbn32sSJmTxRNfsUMjl99Sl1vUZ29J8T16le2SxkTBt6kXZBigPiflIntsIlom4cnAWJdd1dGLVE8It5bl19xHuaJ8jBPGEvMCxwPjtrHeDa8cVmxJwKlquUN9RTjW+dkvhDhNEDRldBfePLg9uD5sgAtjAYZ+TjJGKMPVOWAsQw4da6z7vdR1uul6gBOG8b/Y6UoAIpx9qB2zHccUabN0AYQeFgT6EYdnegz5+BeqBVPtJ99GuB7CHjXNdagsTq9QmBYoIfxSc4198s+Tc44DAMEppzaoh++53rfdlBJ8Enno5Y2QBqaOveE88g5y7pn7r+kdAAmSwQcxzxzCEo74784w5wyAdDT82DYYm/wKuX8WGcAHmgpsFZR63xJrJBz65cHZxXtXjq36VzfWlk87QtPheKYi9FC38+W4x3fGwm8Hwt40+f0NY4KACbMG6L2yVpyNJ91yMCXMRdrfiibx3uMZUe77RTKe7dDK+eyh3o4aVt7Zq7zrGW8zx4Rtk+sl4DKcCYS8Y0ouSPj5E9HqDsUxBEHcx3uoG+nEofbLm6n+W/R3qnp6kRmTYNOh23khkcaImusgbcj5aQUkDseTpSTZ6jyy5miCHlE1VOkjbFgSntEhOtXsWXCOoz5nC/mtJ0ReJMA4Xou9DEoL8bYKHT8dC4AigHiKORbf8CCgLQDCwMpY+xlUO9l+0pL5fCpBDYR0tN1EBBEydxpXOSS617sIAN4i8ECK4w1BQcAEe9lR7wFvKkvzso9Bni//8F3Bu998JHWIYC3zqvrm2peqZrXa2yjUXIEdUyiHvTVtQMnh7C6VxsNvKe1Lb2fD59yqnf6gHMv6PS1T3l1mzWn/C6zaOi74wKKUzWFD+qes1yiCyKnPWNt646/t5F1IXrs8cY0PW3rj3yEeez60SdsrjZt/Nnt+TMzA+9GLl6345rAu5njDe0L4L0valup402ZklAs7US8tTBVwPtcAm8MNDyzXsTjEQrdtQu8DUgADX3emJHRHb4bo2DSJJlnAsW5p4m2TzvcX+Jx3TzOORa9vjbtPsWpJ/8Ua9us5+4dSz1dMPr7HeAN2FUJlQK8yfG+SY73F18YeAftNjbIwKbaSAHURAeotY2jizxIbfAY9QdPd23Uciwb/NlzikaJ4nZBuWVQU4uBG9GUANwF/POl4tgK+ywa1e3mMRHRC4ybYjTxu+vzZt621ckpV4YX36rCPrsjGwbdnDfNw3g/oGFOvkA3vk4YDCXqPbqpi1HVWPhK1NWGZIgGlX6ociczCoOTkOWCyGGJaFsx3cA7wH8YuqGGbgAgAz9KIZ4z8AaEQwkvQmzQfMmt5Tjn1eo7gIgw8ILiCf0XQ9alxgSSNpXzDYAnnxdnCLm/+wJEqExzI+TVQvOl3QDcAB8AyEOBbUAY+eAHABh9vr51xbn6Lo1joSCxGOxNCeDdfUULjnFGTjFhpgHeH37ne4rkrA6Oja7J845c6LI2+B4MbhJ40wd6GupoX//ik8GDm18MTtSOP1Q5sWbEmzunvZgPAG8i3sdifFwU8AYMArwBvORbh4Hf3enLcydwcfoAudpEE7NWsZ0DMUiDVSL6tvqAObYuQLp16Zr2JEV75VSAOlzFFH2pYGtUmgfONQdEQC4OoM0ccD1qvUd+MvW+n6r+rzGA+hjWiCNsOg/52jguyO/1s+h+AAKkirCfRj50lO1i6qIBEGr7UM6lsqz310UjX5HKN5HppzqWscy52KvJ7UXN3V3Dfevu+JwyZdzHDsBfwDtKPS1Y8RyRNcAz18BZxH2S++0UAD0T4Jfn4n7QjzAY1/3vi76+L9DBs+NEKHYD/0Ibt6FrKq/yvC0MGYwS7oU5x9+lhJgp+MxPR3FRXi9VHIicAnL1GZFKtdPZ1UsC35oj5zXnULUue5sXV/AT/9e2IxgdOEBnfY0C3k8fqUSk67kz2MUs0PV0l56ZJp4DHPnd4DfsnjONHJ9h2yuYRol2PQKbxxiY5o17yOT2E9HuYCiFAyxBdTKMYu2NtYHUllgTda9MBa8tRH0DfPMcwUwqEfIc+2ZIpF4H/ZKLfYCYYqDGClQ5Ugy8af+gpQfoLlFy8sDlEMPBK6FDK4g7+p17ktObYs+JXPEE2kTNcz2vgbcHebSM/6H/aYMCxIuKukPj6YTIf+3IlqNIcyso+UTIAcfB2KE/YHwd4gDH1iXXnIASEW9EAwH2Opa8bus+WDdBPxXwVimx9RLxJl0pnHesmU2q+aocre++/+Hg/Q+/M7h4WbXpnaJBOlOomkfEm31rtN1Z1t1px/UQYKtbcKpTjLKfp7Wp+4B333n6bO9JD+BzT2FfjjtH3731Xrs6YNjemarhOwfFujL8zVMscT5JYQ923DitC8QqdPpGnNXJM6ldXma0vWtjdNv0Nwq8i1FNjmlFNZ8IvGuvXZSjCSpTc0APA+8ySCd1GZtsbgJDwHvYexOT9/SDp2/yzzNBTzMBx37npQPv8Z6xodadhgbL5J+iW2ZdWH7TwJtIVG2oe4UDEjhSbDqeouTPj2U0QykXpe2J8snIJWVXxyhYk+Lx2roMTeWKLclzbo+4jeYAnDb78dSXtsvVOP4eXpwDvAjgOQIc4miux50GP7mXRAtN7ZTxYzE43bHNsYyW40aLWRTz05cqNi3G3rjo68jBWm9EZfEvANc2HmtEA3h7put90zkNMOLBAcs2lnAamD4eYka8iHhznlJ2jOhd6FOcdQSQz4gePpaxAyDbELApeeQ4ILgeUT87IAXAARnQdDFStwTczBDQdaGeA8gRvdoUbbAI1gFUDrIOrGnsiooDbrYU3XQ9cT0LFMizEuPa1ng5Uue98fZ7jq4g+OXyOAA7+iLbpNmU0wPv0Zt+YtLcgEdQzQWuPvzOd5U7KeDtouIwLFKsSv+WsRbumDAxi4H5RGDx+pcA719bDxng/QNTzUNBnjGFCjlo4OMfiWouVfNjjf9LAG85LT77RDnepuKOA96lJWIvge66tEx0T84k13fnGlmbWAZtAEyi4YgWDUTtvjhYQ/hO7XxicbVUTmZ8e90KgUAcAwFu0u/Pcweq8XuuXOBxKZaKqdTUu2bMhXBZVAhYGKB+DyU5BP3EbAG4ookig96UbaLQ4FUZ94wnTgpo9arhGs0nFl2Duv1IDr6DvUeuXrAqlgZAZVfif0f7T82YuKCoGw4gR8sFkp1rzXmsXq064ETY5TAiTxwQDOhmHJ8zq4b88OOqdjg960olmjOl9BeOeI7hb5wBOKqYP2U+AiIYEEXgsES7i+ghoLsAU87DnKz0G3Q/OB8s9EZOutbKQ9ZL6rRLzXz9Eqrml3T6oKTHcvf1AO8DKfUDtOyQMeNI5dY8uoNV4TGXa2AZIyXXOldls5y8bLIWh5fEfR2pebm6wghI0NUE3gyQEGFLR6qvXXB7RvYaVjkj1hFwj1HU5Jmz5EgH7T0EzeLziH5HAhRAFAp2sINIK8hz2AGZQp1e7xt2nM7vfSltMlPsM6fZzl7o6Ip4nwh0x1xh/wmVdEfMtR96P/IcCtZMnFDHoDWCEwZqvx0VjfWsZRgUgMAz5O/F7nNOFGtYPCtOhWWxXbwGMY4052M84aCAzaD+MXNBbaC1G+ANYHdZwBbwFpNEwNsRb53v7ArAWyUGTTXPiHeygLrAm/zuDz787uCyKh6QKjIP8O6zP2NY1IbWrFBqnqCWrzUKLTY3swm/9wqcTTqPu30KA3PMOV7cd18U8I4bHbov9qMp2zPWn2K4+a/8GX2C7qej9VbGX/x3FXh3n+hrBN6izimn7EBUc9PPU8TItD5txhiWVjXvAd5e2NgucjHsB94F3PV0mQ0kRlwMohiMY4zMb4D3DNOyPrQ9wSdP0KGJ7024fzn4XQfeRzIa9snxlkF8yxHvL60yjDBP5E5HdAJDxEJmueYtCMxA434q9dTHyh98Kqo5w3RFhvOmqLAbioAuLq9Efi1GTxnftjPTSMvmdZSj2D2dhTkilIB9BGGi/i5R7aCRU8tU0TYMIRuOXCr6LXLUAcAp0ZPR1xJ5aM7OJggMqnnbuTY8+JrAu6aNs7aE6nXQhx1djBB2ALY0/mxI6jgiiEUYKNgCkasd4zYFnfR8YUQumb1T1gjuExo5h0JBhgYO+OB9ItJQok0BFjh8pAg5ZcI47+6jxwbh0Cehoq+urdiQA3xfE3DEmUH/I8DlMnCKjkAFho7JczhHX+vmXeUNP5TC+aaohge6xyePDwZvyBgjGiurzdTFQt8v7deOiEVUa2TbtgzS0c6yqYH3OQFvpUbUwDuM3yqnFqNVN9EF3jeuS1ztxq8EbAW8RTX/AVTzCnhDNRd4MfBWxPvXinifCnjTpDAdxH44vyzAqDJgUp9m7jFu+cHZYcdXOm4WFeWibvqKIlNHmoO08wKlfwzA2asoExXPVGoUG9vxzMxizfd4MT8ib7ph8g/OuryXStUpWowyt3O/5ZRB3Iy5xZh4KocM7zN+AZqPocATtZfTZWNz3cJ2e1pP7IjD8BfdmusxJo8QaNM4Rr28RJF3RU893heFV2OL9YMxhhL/gcYxN7ksZwYRcIB7JVoIHFejUL0EFgYsDebIHuXKBKQplbaiVAjXGGftsAMAujuijiE+GBoM4RBjbDparv+gvOM4wGEImGd+8Jxci3kMNR2DGmefU9OSVRLpbNJiEOBZpva41q0n+o4IQhKtujq49No7ruOtu8gV0Iudt5mSZtM0Kr2ezeq11XdGRbwP9x6Yas4I4anhqVj3a6GOCXnVZK2ygzAcM85HBqzHTboPo/xWjCc7C73W8XltFEf5xLBrYg0cD7zjmeP7trf4rv/NdTiBsUcuY9b2UJDwo4xlDTxhLlkvwGKFIX4Xdct1H9wn/1aANt6v1Mi5rudNMewzRm7Hr5heAO+G0Joj3Cnixl5ksT/GktuH6Dc09hD5RFH+hFJmpu+zBoUDIhst56QtTUa2HQgx7xuU7dwneR+FdAuwOd+dtuPZgnoP6D6DmjlpFGLgWMCUKDl0dp0b3QfKez5TCopLsuk+DbwvzAC83/3AEe/LV6/NHfHuA4jdSOmsU6IPeE+y8vrubcQG1nqrF3hPuPj81+63X8fdfzs3vcYpfc87zefd55q1P2cC3p0meDZLCVOvMi/u9XVGvLt3fea//1//76a7YrJHRz3SdPiER7M+5WSq+dPBvgwAogSR942nMuicAG+MR4C3DcnM8carz4ZpB6MXc5vgsdineWLDvnVTcY/1YJgCeLsFpgfeNgtPPYf6QMR8XrUXNyw5ExtSfUYbhLM8eGNk+TQtcYl+r12riTvAu3zW9bWNxebde5nQUN2unacm/PhoeRvAWGZKzwjwLjneN5Xj/eWvv7Dw0onAVBEaC9qYNntR15Y1L8i9ExS0oNT+7raoqLeVS6m8cH2+qsgO+adrm5dlXF8wzTdiVpWNGdbTUP/EAVVbeNqFGBYRFgDggYAeABHjHSEpq/A6wo0ZWQBzGGY2Fm1UBfCtF/eMjuZdeA1h5LVWpaFlqzMOm2OpGEdJN7XRFQZheZlOTpQtSxjZJoPaikFvoB7rB79TXo0TUFu5vCLSvezIHOsYEcFS5mh1VaWhlOPKHQEooPxC/zXlHHqtDDBE1wDblEq6d0/ATgdvKgJJvXYifBcVQSQqzsZAnvwjlxJbN/Ai95fvAnx2ldtNm24KXN+7f2+wo++/8vrrjrDsbD8aXHvjbRliAu9EqwCErjGdr5jMrYZt1vG2XyRawoCtfhUDtd0nzWpg4QCnj2OkUYsecEjEe1HA+whNAke8ObXOZ7BRxmUz4s2YE/VazqQW8P7TvzHwVpa9I2+0i6OcBt5/n8B7XxHvq1NGvKMdYv9CqVt5yQLeD+7fGezeueV5ZRVj2Kb8FOCju6Nvl6STAM10QWwSRJmWRGU+g4icKasR/TagZugbYAd129dkzgAW7KhK0JLl/fx3AYIWqov9D7Ewv51jlAieoY/e4zNqbPMvwJi62NTy3ZVQG4JQ0L9XVpTCIHAOkwCwt6JI86Ii/Iwt55rrPtEhAGzgiCK6j6PtGWsQ19FcuaAyeXYGibWxJ8cQgAdgATDkuojB0Z7oEjCGV3U845/5gu4B98erCKtyHSjnzTJkoWaOeju2wrG1KUKFm34HQMESCZFDatkHM0FA1nnDkQceWIp1CQZORh/VZxcEvLdeedvg5hmq5h6r9WtIXM1zZWSGYnsijPhrlKr5oXK8FxCZ0/GHRGGZB04xDielHVleq2MdIvcfgTvGUZSPjPKTMBg81xJQF6dpAMjYr4vjsLmZl7keBansAoq53nyVTSKfvN77vXh4rvDNEMKML7rdcpzG8hKRX+elF4V0T6KIAHsdsKPAXofYc9S/MCgQLPPL5+dk7CNpegsoa3VMp4OvXPW1a4ozBvyjNs464xZig65usT2cxREpp+oGYm8wUlxj3Dx8P3ysSvk82EOhjxBVOGKn4tA8trS19810RmjNtZqJ1oazqsdNuhesJJxiPD97eZQSky6CfgJ4yy4mPSwj3gvK8QaIR5JQRPBHRbzJ8TbwJudcA6hNNZ+Q412t9dnc2W/jBrbbo7F3zArUJgJvWn2ijcl4Hndnfe/32N49553J9h1xK30Oh7HtPdQm3T2577n7Pm+3aV9/dj936kj1mmzX+8hGO0ccZLoOjVXnxb0Kk+jFnbHRCi0WwPAVhoH3BOU9t1mj1esFvaw/EW0qeToYo6X2JvVu8Tbzr9/TZn4EnVOzCNqNI97KRRsC3izQXpPrXCeulkSm8LAWz2O5PxaS6sGnAN5ePKcH3iWH6bQd1jeB56k1eNp7Gvm9EVTzWc4/NIG7wHvCDB/6aArg7W4cMzP7FpPmc3UnuEsvzfLgnWNHg+8O8NYYfqYcbxRun4gVcp8c7+s3Bp/+8pdWw3a+ps6L4QllD2VljPdl/YvwEgXFnslw3tu+K3GumzK+Vd9Xhg4U2M2Lrw5WNgS8tfkT8S5mRZXXWO43jfz6z3ZjQtUN40PzWgb3YxncewKFUP2a0ffoh/Ld2PANvn3iWJir/sgxViKmXeBd2m7IK1sMsMY5m80ekQmvWBV4ifWLkjcy5tVWGOyGdtkV0MYtnoYhqO9zTJRuCqXaKN8DGOEYHCWULTpyZJuIHOCcCOMT5edyfKGT8y+531Dwya33Gqi1cEu5sUTAoegCvF3LWe9DuQV4E6ncUDQ16oYv6vc1gW1FI01JvzDYvicwpXt79Y03Ik8XATki7KIEU092TTVgr776ZpTEERBEnbf1as7HzgboXnL7TQe82xHvmC0YsgbeqJon8F5wxFsfknOO8yjpnmUNLxnozu7Vafj8yeOHAu+fOeKNLrXF1f7wr0zrpu8CeGfE+8eIq/3UOd4A7xUByE9/SV3vSVTz2o+OYY29f176Ig+37w1279626JEHL2PVQlBuLIOEYHEEMLAoEwAc4STNNej9gAdEmKKMVihO14JZkeLBhKRWMx8CUOwksoJbPY8MeD2Wm8Y+4IyWjvxNpgQUWyvzk/ed94fug/M89R+MMoDxziOVLxP4JgK5JQYFInKPFUl/hgiZ1hjqweNAe6SUhmONJ/KslzUuPa90RaLmLgGmMbqrdYAyVQB41MsB1yiaU0LwrCPskdpiNoxz1YNybkeXNQkoixTlpgyiM5LOPKERrOoOfVbXwNFHO0GNd+47Am48p2m/PP+J5wvjiXnJfTFHQ1wNcSv1D4KSq1Jz33pFDN4NzQ+xWvqAt+dKpka0Z1HvXyPLiammO1Rz95760IEf2EAFeHv8R3S6sIbwrJQygF5G8Yvre6xJODx4dqf4pA5FEYiMG2zvapWTzQAWm629H3XX28KGKdHwAMCZV54reziJmBfZJNVQDcM+giZEuBnewRqK+uFZ3syfaV+zejhVNgKY87VnmbIht0Pki/M9UqUSIMcTcp0Uy7TAGcymqKltIM7vVkkP5XTXF7f6OGX5EDUjfSJyxa1d4vkYDlx3v94nwu7v5jH2fvDKZ62WVLdPiNHBfqGs4/J5QPeGRNP0r6LezDMc1HUN7wDe1ikgf1zA+6yo5md6gPfK2oZqeH8weE953pfFkiJ/vAW8tTcU8cFRg7ULlboR7e535o2Q/saUxTsOg96J2zmgz26fdL6+77rNJ5yg/f0XC7y7OK7PVm452TXwZwLenYecFnSXpum7t1n6dHxQbJazjD62G03v9u3XBryJdO9rI63E1ax6GpSyoJqvOMfSud4IVmiDxNhEtKXU3rUBnzSyb4D3/IOj9wzfAO80jF4+8Mb4CFVzRYlknFLH+/qX1wc///hjqw17G5exwlzBCAV4l1zRqOKtSA9GsErV3L/3pYAbwBsa7CUZ1gLeingvLl8w8I6YbkTuWgvClMD7OTRPK6buqB6w1JkpiwMbpjGghhZzA29bLz4qAt9B3y1/27SdKuJde8VNgzRCaRuOtoXyvSa9DFCDgQoACOBdPK4y1AW8WZ/CubHkyFyJGLEGuVyOjCKAr+m6egjAsYGF2o41bnVNqt0ZcYEWC03WQF7fIzd3TXRz7odoNVHsC4qA7CnyyPVYrMndXtP7OCC5x02VhoJOvC9l6TUJq+1uP/D5MbD2BULow4uXL4lqfi8iHQZVina/8tpgT3TzswK6F69cVRRXkXtHkOpeajup9H7jjRcBvEEURGZu3boh7YHM8R4DvN0Phul1xDuANzTrR4Ovrn82uHdLwFvn/MGf/peD3/ujv5YglajO+nsJKisKy3Ji/Owf/n5w45N/cg3dratXpW2wNvjkFzMA70yloKIGY5xIMfW3UVWWVZyCTWUGMebYwwJshBHBvIx0DkfsEpAvUkZI/WM15Iz+uX60QB8gAwBSxMoitI2zJEBJzpAYizl/YuCmToI9TAEMHYVMpzP/OC0lQSUgN6KlEvpD+E9GPk68NdHCoZI/0vg80ZjjutdeveKShDtf3bKj6ozG+5ocRbwc/UbjwA4IwC4K/4tOyyi0eMrHEY1dkdOJeuA4lYi8M3YvaByj+s9rFyq6nESA7TIfmR84wIpoGp/ZHlDbodoPuARUEy1nbhHhxrEADdw54axtScsm2u6cWfcrA0rtSc63xNVWLwK8N9WMU0S8XwTwRmxSJZ72xUg6ePRA67XEFuk5R32hXrMeAtfSWZm6Ju73BN0WbwT0aawDrGl3B4QttBnK8PRBKJBnUMLjIZxLxYAfB7xHAYAAZsnQKNFdj3OPuGhWA80CumvnUID6mN2VoeuId+R7MxZ9fnkeYvmJ+cN8Jv3BwNujnrFPhRsEd0VZl23I9+MmmC8ZLXeuec5BrqnxjwOpqKObjo72zRaaigAAIABJREFUiFO3kgkhxzHO4xOJoBmE23mB44rSm7pWA3jzvo8VTf3kWI6hZBwU4F35m7OtA3jrXsU2Wz4n0C3gfX51Q8r6sGJwlOp8AsZHmmshrqbou6nm0wFvBNypevDOu9+2wNrVVyihKKcfEe8nYqQprQkHcosiT3s3InIvGnjPF9H2MB376toV3QMnAtw5gHcfMJ581x4Mk5+rMTdHHTj0XFNUGum9p+qA9r31gdsXCby7DsGJ99zw6ZXj5gHP83y3r21/a4A3RiSq5uRllSg4myvLaYl4G3jzA7gw3VzAmwXaeUOM3TrqzTJvD+dUEe86ojG2wVoR70K96C5J8e2XGfH2RtwzSfs6/YV97hmYm+gp7qs1gePBGrc22Ws3HPFu92HHqV6d97cu4m27pG7DugG6bYvXPyPeWcf7eka890TpZvMvxmk4ogLURKQmaKzHAmeP7t0W8L6uiLdqSMsIXVO9WmoMr84NvCltY7Rso/uAGqGKvj6RMBNRtknAOwz/BAfZsWXxLqBlXMR71FjOYKPHkw0+fTloQ8PtXIFvG6I5Bh3Bjsh2RMCjjJON+BR6Yh1yXeGMHtkngZGoSyAoxwvHoNcDqOdar/guIBmQQIkfojKsdZwH4TUMKijJURM86JAXpDxOHW9AxpoiIYAKA38ZZYB67oPrPZLS+SVFJhHbYt0EzGBEYlghEU+0fV/gZl2RcwzPja3Lg22BlIPdJ4N3v/s9KdmvO82gKQw5NFcaAoYvEnh/JeCNFkCIq62kuFo74k07Ru/FWC78CCLeT6XSf1vR7ru3fq32eTb4oYD3D/9YVHMBJqKFS2Z/COTKafXzf/jR4Pon/+h8SYD3qpwYn/z8Y5UTGxfxLqA1jNGiM35Oew+AjVI/LoFHpIxILrmYFlyTQW+KqqKruLIK1ggErufQex6b1P/1ThU7loFS1mBG1GtRLC9VGnAE2J8FaEflehlhNNcPLqApVb59jVwBGZfpTIkUlHg/sE6KVOUkchWRBGMWSUtDxsrWaleYFy4BplOsrpJKsatxJyE3OfpoF8AQ4BqHBOXtiAA6go5DQV/CwCdybkErOxeoWCKHg56B+vSAY8b2WTm4VjSuKSO2pyg7fXpe9FvSzZgTOLCYj6x3kf4RKt+wRVx6TM/JfGN9A/RDj3eUW/cIqOd6PD9VBJ4q7QOAfkH3zTyCdfecmuhb1wYbV94UaFGOtxwg9Flrd+ow/yJVZZ6IN0MG4C2K/84dA+/nAlp2EHC/RGqVt2zQBRNEf9utksOpAtSZH81zl/Q41l8+Lw/QjHQ7TcrOzAC5beBd9mAE2BJe5/ipjmNOeA+LMVz2MosG5gByZNj32mFxpbOjFn6L8WkQHQuqB2pcut4lDbB5zuKMqtaGqJ3N/HG+uIF7WIKwepzS4TzyLAHmSDrOCMCyfqzcHlRxr+v+LEE41UFOiHwDwPkdZzJjWA4hi8fxuAHkj45R0hc1XGsMaSitqLenea5knpty9DDfNc8DeG8KeG+6pJ3V7NXnAbxRNQf4zw68qV7xjvQ8AN7XXnnVKRm/SeDdx9icx77tFSbuZexOBsDez8fY333PNcpWmfa9vjYZeu4XCrzbd/n1Au8psFnj9rr3Ng94nue7ff36EoB395JtY7dQzYOeWVPN2Rj3qeGdwDvo5hiikePNBm1xNUSJlD95zhHv8IJDJXS022t1bErFmxsLeH1PwwOY+6uNq/rIjpFeDssDJk+EegPr64BRn/d5BE9zzrHfaU3QyXSWoXN0FqCh9WgUniztN+KGmnm28fGEE3S+PyKgeepm6lt6u587D/PUV2t7l8tpCuAsbeBon8b14RECRUS8VbuYOt6ffyk6tyKbGvxLWVbHxljItuh0GBCaD7InjjCU73+lOr83BLwlwIRS8JZyGa8CvK8a9CDJVto+Yg28imHfecrGJhbTLCiJAJAnuhbAe1/5t4AQz03Ms+oUzTlnyy297kzHAkQa8zYjed127katY7GMKEqlsksr+BIjeskGHRGgMJ58iAF0gHW/pS9jnGHsMzeJIrEmAQKgjPOlyP0GfEQ9cIx91idABHmulEbifnbVV+SFEzUhx5T73FM0cQvlZwCIaLusczhS7itKDdh2zWW9v3VxK66bRiLK5uTRrgmU7CmfHNDD+ugcXvUBnz1Qbjf3RQ3wp1mzHcrzsbQC9hSxR1gNxdtzOkfkG4egkfvD7VCM5fao76zqvaM/6nHHqzLaiZTq/a++uqk87b3Bt8nxlqo54lZQzcOcD72CyimX4L8Abz4/1BgDeN+7FcD7B3/y14MfCHgrqdhXxQDHUUHE++c//tHgy1/+RGNU9P0rVxJ4K+JN3WlzuuM+mz6acr+FMhdjIPrTRjUHW7gpIsbHMrahv1Of9/jwsU4tMEd9JT+NxpVVk2WQMyfIY+XrBkqlVbMcERRU5YACNLgmjAs0APgeZdMW11S7WuAbqjqRs8UFalnj7OG+UvNEE89q6H6maEccQUXB3rOygJuCzWBvcFXGQuoyBCsj5oEdbFpQDpQy4TrP+hvxP6c4aJ/eJ2qrcc7zWERQP4D6PfXTgYAuw4uShZS447kpWcZ4ZY6c1d5ukAhtFzFGl2uLuukAde4BlggrBE4ngBYUdd6DBUKes/Nw83mLIFuZ09wPLDmrqWd+Ocru52GzwBzRnEDVfEXl37aufctUXsTVCtW8qfVTbIzavjg98HY8WGsCwHt/+87g6SOliWgNsRCansm63bATNE6d8VzSDfQ91iBAI+tJVSnBdc/dChHlVifbLsogMCJfdDxOi5atVMbJ0IwuYzPGcRj6CbrHCG5UgZDi+IG23lpGGPj8L8qkxbof04A12UA+J2JZ18NWy1xuP0t8p0TD47N0XlnILGxB1jaqCiwxHsUiWpRDCPDO01iczkroaAZAJY82c+Q7gTd9Adh23rc1BSj/hW0qxxHzj3vwHsFYJCVI6USKUj8XCI8Smc0GRbgzrU4zVuQIWNR5BLyhj+PsWRLDM3K8VUFDUXY7+ADerCUl4q3IuKnmYmXUOd5RihC2SaQdyEEnTYl33v+263gX4M2cpSThnhzj2NzdiHe3+5u3H3beaCvJu/oYYDr+W+2rTfz+hHPHuJxgvfUZdmPuvZxzEuAc+dxdR9PE63dt71GYZGhSVm+MdjjUvVbbcuPP8fI+mc06bh49l2XNNjXHQ80LvJvf73NWdG/zFFTz5qOOoneGQdsHvPGsH0E1B3jLgLXIigxWNusCvNmMiwEU+WoYxh3g3fVMj52YTc9KGO+TXr3qh3N0+Mv0nLVvi5HZfs4+z1pniWwtwM38fi+ys823zFU7XcMBil7Ua7YlL4DZPK9RE7wG3jGHLMTkiLeo5s7x3pGg1E3led8c7EIphiSeEdo4vqjfIraCpa6SQQbetwS8leO9B/BecD3nratvKJ/xqoyRVDVPwFM/U7RIt38jsS1eBXifwWAmcqRr7ZInqujXGRkPjsJnFM3Hp7OrO94ialy3Z/378FrCeYZVzdtZfeGEKNvOqGU4DMky5/ir/B6KwBjT4IAwUImcOgKo94K6yTG+EwKRNa1cQIBXiJw9NEgDUGMIRUQb+i2RDpVZkrEPaIYm+giFcmoQ6/17t2/r93UrnLsud+asksfKMaYk67x8l5xvzkP+92MZUyinv6I8XEcIBSio7821iHIvSogHyvkjKaa7/1WW7LyEfQBwoSaejodOX8wzxiOOVcZK/EYUFYrvV7dr4B3lxOiEAN6R443BXmZlQO4m8H6qOt53bv46gLcM4u//iSLef/JXBt4MfQNvcsYB3j/58eDLn/1YBvFTA+81UZp/+bOPA3gbRDvBvDUG28CblIJUKEacC5vey2iMkxjXGOwSIlPUi+gvisQu6Qc21/8ZiMsgf45qMm8W5emqgcMBUkwx/5ZshAASOo8E557BmhblXRPXfUq6wBmAumqFc48AAtgVjpSXqLija5w/xercrkT+yo4XTi/WjFi/dZwBOQfg/CuzSYBZIIRxCqO35LRC63edcKWNEU2Eks/Yh7ZOOgROKF7otbCv72udOBCjAzBxQWMXYMQx0Kwpe3RBjifG/VO9xzlL7jd2AZRinuPoqQCrQNGy/uZ5AXJEvgHkLhfmsmlKo8E5BtjUGLGzDeDEHLQzROXfFGFmfYVqfn7z2mDz2luDJQEhA+90yAwB75Z9MR/whpZ8qLSJfelwPH1430DL6yEpLB5ndIScOwl8Sk8UByH9ytpVHIKsNZGDHOtffK04FGExJGU9HTOek02P09CED7soouTQrEs99HC4lj3Ye0E1X2tAYZ2C7hLs48J5xffNhgBMTwRYcWMVqSMfznfn9R5WjMY8Pzm+PadRr5eD8YLqWpNDXeZBrOGh/m7hPTs4oOujKyCWgca5qef+UcRbazvfYf2+oPOhyM/9IyJ6rHn9VNHpA1UNCeAturmBd+5p1oHw9M7+wO4M4L2UEW+U9JfkmEIDwqlLRM8d8ab8HetGUs1VUeDsurRZJAA40PfDVVGAN06E2PsQd4Rq/t63Bbxffc1pGJRCRFfjsdKYKuCd/d1nzfT1zfT26/B+HMNmPFyKTyZ83hPRHhrSjTeKE2fomLyfUcO3eWw4eMq9DWOISRphQ4/c0SyadN9ukVzfRx2XK33fKUZ+3jcWTnXSGb4UIrynf82KQZpXetHAexYnwNcGvE01ryLe8vBZkTS6vQbe5G1Rj1Q0cxkVvE8ko+QCAbydHtSMeH8DvCeM2m+A9+iFajZP2dcBvKOkSgLvp0dVxPvGlzcd8QbYFOAdBkiW68JQpptlZB2Sp3nvlkS3FPFWSTHongG8Xx+sXFR9TwNvAE+JlpfWmRJ4G0QgBqO5LDC0px+ExOyBT+BdzmhnwIgNtAu86/6ZbgEurImglochGcZYidK0e7xstoWqWWrc8n4YYcEBKBEB2syUY+dSQgeP/NWoOxwURY4BtEcJslBCxxiJnNOIagOGuJYjgXuPHe2zyFqKP5majpCbwf6iATnlyPgO5cMuKp+W9W9X+f1E/qDxcl5AOvnlUHoB20TA7t5VBE1Rjc2Lm4Pt+w8UUVlXhB2q+SOtsYp5KyLy5jvvSNxHjgEM1ATcjsE2DPE+g2uiUTMCeCOuhVFw5/YtO2qIeI8C3ozl2AkCJJY0oniHcQ3w/nxw/9avXYby+3/816Kb/7WiQBIL1FdggiDIBND4xU/+YfD5z34kbKz8+CuXB+sXNwa/+NnPND9EoXaUi6duO3+qCH0ZR6gqm64aoJKorQWP9F3GdTiDyBEN0SbfvEAAKQvY4K4xfCJj+jjr8mY0zSrLRM2ybFYYcfx4IHte8m+8AwhT5xV/MU43ORpwnAg56quItoUWioWoslzTkt4jKmzLnzQtRdARcQoQFy3Lj+cnz1LN0UY6SLZPjHX6IyKw/Hisk2+c88OpXjojolNHAiE41KE+W1FcH8DOOFTkGYCD5gFg+4nmA0CDmsaUYuOuduVoRKAQujn7P68QxAqjM64RIXt+R8mdqDZXP6fxzXxDvNDHkUYi9Loi8I869pHmBhoDtC+R0OcAeAGaVaXgLAkESXK6jnh3BnmbpTUn8IambOAtqjnAW23QAt65LmPneDR4qCa4zjnLmuUxkvtF0b+J5TDHEM9AabvGs1RjvBVhLgC6HBhgIg4JB1ARmjRo9nXjO75vjuaYtN7LCt4CIA2cElHmcAaM594N2yzNLimOkTMSIjVTJPcZtEtg+iwJKK9KUHTZwJs0jWRplfnlyZXrO0wC6tHDugB8w8IE/FIeU+0cwBvmBg5VCArYrQLejnhLwBLgLXo6jrWYw8lqyWcuIFPJlLq3GnifX1HKkMYm90sk/lhr+4nOOQl4s9aF8GQAb35ofHZy5vg77344eB/gLWcscwhKPQ5Z1t0QWwyHBy/3W8cBM2ofGAdUp90nxoHFYeZjZ9JN+HP6a4+GQROF3YrvZIxjYB7gPfRIMwPvXPhGtE3smrND6HmB5zS91lcRaJKzovf8XvRmf+5qtZvju55HTduJZav3husDZgTeLLjNs4/w+rgtgvrUpJobeGtjfGpVcxYwLThZw7QAb9PMHfEW+CbH2zleUOxC2dxmAylw5D/l4t+dxOMnZjeXYJKhP9kjO+3kH9UP3rhm6qIZenPkBZvP2X2uvkHbBk+zRLyHBqH76/TPEnOsvt85TuWbmOX7Lxd45xyCcijjAWeUy4kl1bwG3lE2qYrOeRxF3rWjZVA6Ad6KeG/fDeCNwb0uALZ55XXnNC5J2Irax6cC3gYERAmo1X3gUkREXp9oc1d2YszHBnwKMmsY6GU9cLsX73L1b5mX0wFvnyOdbQbdnJ/edFQnQUwOs0K/ZOAVkSkceQX8ezQxppJiW+4PsO2yPZmLXX4nqldUzMkjJWc0yoihrk2O7FODZNY4dCsADoBkPmP9W5VRyL2jcxHHkT8cbUd+LcCbNRBHC2sg9090EOFJnqwIwq0KcCOGtas8W9TQye1mbq4ruou6+VOtrcuKjh4fCvTv7A4WlQP49gcfSuhKglaAsJcEvMu8ch/TrIhaGXijsr9X53hnHW+Oh8nRBd5hSMQMZcwR8b4n4P3gq8/1fEdBNVeeNyV6EKUiMmcjT3Pnk3/8h8Gvfvr3BtoA7w05I35BxDuBt8WVWq96TnmEJ9BBqM7gm/ZK4B208yjhRA3hQ419QB51eVfXttSP0MT1RBZ0wiBXVBjqqn8A6fpJxW9AJsAdA9nzw1G4cAQF4pJhvaCIOTkkFaIpN04ImgVAgDHLLhE9o2Qcec8L+mHu8/eijPIFlLw97iOHnB9nEDv1AKXsiH47X5Z5xPhA7Erjr4iZxrwj2n3oPdldzH17CmF1BCg20HHEOdgkzj+2cJW+Z0eGcsFdUlRgQ/OONQ2HBOCc5yePO1TN0UsI1W/o42fVF9DNrU7uPg+nSKTgMBfJ8w6hQ8B2OEfCMHPOru4BcL4khz5U80Wpmq9KdHJ5TVReOTTi1tvER4/AJuuHleYUxprHFOcCeB8IeEsA0xFvrSfUhX+eOekRlQ0asdc2exli36SdzcBJR6Dpzx5rYWsBrEK5mi4EkoYD0c4L+jb3DuZmOE3ie5wjVNPLK4CxZ16C7QLGeb+cx4+TXyvcDbM9GAr+eoK8fBY7ENJm44bG7qn+2vi9AEaGXUQes3HlKLsmxovacenCuip4EPFedX42RxfAzxj1eM5tgjkJ0GZsEO2mKsiJosQAagQEWVdYj6m5zVwhvYg0E0qRMdYOFal+nnoPnq9d4O1Oh0Wi+bfQyPEGeGtNJg2FHG8Db53PtcWriLfSCqTLcU4OokWcQxJna0a8m8AbIbZvvfNtAW/leL+qvV77Ay1CxPsJji+dvzC6uKNJwNvN39ijR9lJ09m/423ob4A3ndC2rRsTcOSvQzinc9RvK/COdWz8qwu8y3jrQyY+4+8y8P4f/rf/p/WMfZOq7cUaXiDrWsMFeLNYRY7WEy0uRGai9A71QRGwoBSMwDZAG7o5m6x/B3gH5Q/gzQbFeuDod/HC896pIt7V2jJ2RExqh7GUlb7Zk5/Ps/BMeYk8rOsY6UYFw5DwABiJRHuA97ivlefszp4G5c2XxC6aEgEPlTuZambO1lrjjp7HM1gis91zd6nmwU2TYStbHAdVyfGugLeet+Ry0lco4IaBYl//YEHfQzF3995XinhfFzAj4r3g+t3rAG9RKxfPraXXPCLexWDCMLQ7aGJaAmMFah4UTwFvbeiPRXdGbIr3UVk39OW2PFcBB2Gc2/ApY6LyviSwqv6eAXgXow6zCgMy2y76qT0wmpGeytDE2M37McBLA9Xri5XLw1gtdb1tyGbEG6CN8CNGGRGFQykyExXBIEa5GSEqXoAH1jwAOr/z2QVFTnjqPQFmvoOQGiBkhaiKzun3BbLJTX2sqOAlqZUDMADYWwLYtKNrgEupGzE1csCvvXItwLzuZW2D/n0+2H6g8nOyAzc2RWF/ohJmOufVV99Q7uNKAm8ioEVQqR6Z84zzptp2ReXHqaBxduf2V6YclxzvKCdGrjIxnABIsSZ6YPuGKgfNGOCNwNpzUSxdfgh2AaPPwPvHCbyJeF8R8N4y8MawXnCpIHq+4YQ1tom/nTPJ+Sh1ZIHPYFyZrpxrF0wHAPehVNO379+VkX4gKv8l1VK/ptOSc17K9eEUI0KucyqlCvCOYW6nq24BGvfJMxnbA+ir/ITSPnsiOaY6sb4j2rYAfkykcHp5iBs46P8cQQxwFvn7UZ4J8SkcLK4tzr0DxJ22ELnlFqeClmuwjlhVrAQWriJSnRFywzefh2cKIE6OfTvyE/ZPIPdoS2aXyzLRv6apq8MZkL5VQH2U50NEDSBvBkCqQ0dfyslkW0FOPZ0A8MP+zxzClsAGKIrmJ7BGdLwZKLqm5xuRRAFYzgHwXMLGgL9Nk9GUckYsUU5MZRZN5ZUDp6wIofZtXkg1BhszZGh9qT8b/9so4F0i3i6LhSI/DeUc4lBg9zrqlJeSy1sM2FiL+DGo43NYSNagCPvI4oywcgCWsALUJ1ynsHpKZYYyz8rYjkh2sWcD/NdrdwApD7UE0IEd6jACjpRSj95rQO7tpRynQXuut+Nba3gNbx5b2SoAfINu/iWVQmua+v2sgPcFlVFEcAxnlHdJ1nPPnZI7H7fm3G+Np1AnB3grFUEMriPtaVDKOQgblDxvot8W4USXQGP2UCAZ6vkJEW+P3diLo019U/maEXhT1oya4poHAO/z61c0ViUASMQbZ8OIiLdoJIN33vnAwPuqgDcOXO6BMoIBvIM6X16jgHf5bBoa+TjbuDhs+ubEPPbv5Gv3XZkpVRucxdzpwzxVT8bgzz+Hx2lR/o8DGAMTjNQO8I41dfz9d++xqSyerpT+h+85Yp79/7QXb6b2eO5kk02FC2Ign/LSsb6d9tX9bm+aQudSZ6YH3rHjtwfA8I2PA94R8ZaXMMXVolwIC1YAb6LbAG/oaC6ZZFXzqPUY9FDEYNhYQuXc9LeZgHdzVPdHX3+3gPekAdT8bNgLWTz4owd6eyVorFmxweTPuMHbWnd8cJt18C8BeAf4HO6f0cBbtMiS4+2I980BwBvlatu1xXFhfFLOKVOfXL8UV9t9QMRb5cSkas7xqJmvS733/IZyvAW8I7e0Bt7eIhJ4c5HWLGl0uBWTKX0iIHCseUwE06VKFB3AUCT3s+pdnySAd7UJ5dpRos2+bqtdpgfe3fHm9RcRG0cc+l9dA4GmDKMUEWkEb8jny3IzfgZE1aJ8TTFGMWSsbq7PHZHW8xMN55HCmaj8VgFomoL8U0CDaewy9iirdEG0c9Y5crcRScOBsCOxta3Ll30Pj1Ru7KpUubnetso8regcRzISyQUnz3tdueEIrgH0Of9t0bkPRFe8LLCJM+BAFSRefe0NHS9Qp2a59vqbppoTHTHcNQhpj8t5NqIm8C6OSZev0li7/RKBN6AGsMZ/BJ0++cmPBLz/ToHiArwvDX4pVXMiUyibO8psYbKGAZbzCtDAOGKPYS/C+buMqrH+LvAixO/kTJa40q0bXwz2VOv70rVXB1tXVPf6zLmB0pEHx3bsALrTuQXtN4ECoMiGJw4p0dX54Z4AhKHQLeE+xJ1QV1bEd0HzzW2ruYeQIZRt58QTHSWyjNFvAN5Ykf1soOCIaKfyYTgYMgrHMxLRD+VwInIByDH4AeML2pOhsCP2Bhjns7I6OBIa1kCsHRXA4s3cW3Pxh/Lt6Gb5jm8nRAddd1oOJOe0pqFKSyPkBpMGYAOQBpseC6TzXswtRMaoIiCRR+tfyNFlZXX94txcjXFE2gSOaJ8VMRJWJOpGlBLhyueksQlwryjibfEqgZrKnE57GofQsA0wbGz3rzZEhocj3gbe5HjjAtMzBgsh6dxFV4Jh4gtElNc13hlbBsRtwzGi0RGUKGurGSfMj6wME+Jine/57F6MKxAdx0QEvQIa0eEBut3Ndd+XdaO0TrEpKqdnp5Em4Is8clLEOw6J4RVpVl77mf9inJxVzesh4C2wbHE1gHZGpQ1E2e9w3FKdoES8Na8RJSNNhDbAQYXmEDYqOxwMJfYGHGeom1vPASeT19LTAG/mgBxE5Hi7nrjOyb0h8CmRuPPav3ESPc+I94LXL1gRrAHhIgJ4f+ud9ySuFsAbfRCYcM5Fl+5Cqc5Rd8Mw6MjuHTHmh0f4ePDbtu9Gzo0cQ9PMm1HHjL92Wf/Gn7mM23KEx2FjiE9Evoy54hzOOdkwcDw5WtaTB+iw3VffHZO7uQdNnhWt/aoa/+VsfdearrXn2f+nu0Ic1WyVLu6wLcYx/YtEHjipjSff1bT24rizNNvrJQHvumP75PybwBvKJsapaWDO8VakoAW8wwu3LOEYKJmnBd7TeqyaDdj3HL87wHs6sFEtNh30PIuHacjrNstsY7H4BnhXLTYKeGPcArwpu3d/++Hgxk0Bb4mr7QmEnZERNBJ4a6UiX3OxAG+pmm/f+0IG6QNvFKsblwS83xqcE/Be6gDvuj+DYtstCVbovl4sE3gT8T6UwRgRb4A3VHOZPWlc1lHniHpXqrM+R1kkSx5hcwDNNo7jngIsh+FVcm8bW5s+DEGgdvRqFPCujMQ0OoOaF3Vyi8iao976D8YOr7PnqNMcJcgcEdF3cTBimq4rKm0DTT9E56DN8juUWTsR06HIuYvRTE1jyoQB7gDqVjzWdfw7aQNrq45iQR3cVD1wQPiOot5bW5sBQmTAbel9QMn9ew8EyNeVLy7VbV33rY++KyeMaogbeAdNFIpx8zXPxjsKeLv+s4zEO3cU8VZqwsSId3H+pDuv9EeXak6k//uimv/en/7N4Jno/E3gDSv7k3/68eCzf/xPFfDevHjJdbwBsmfUdv3Am5xJGb1KeUJnpKpPnBGKSIESSBIgvn39i8G9G9eljv3a4MqE8OAUAAAgAElEQVQrb8lYXhk8VcMaeCs/OyJtaAGAMqFih+PT1Hj6lggnpjM55ZkC8UxRe6K49PNzeUycz4megwzux6LcO6dU5+Y5jnQP5C8/h0pqcbfIoQ3LhX/5YY+to3Hub6MVLM4wJl1+KSOoZxiX/A3QEAW7CPIBwPlZdM36OhEg0VhGQSmdFBwGzlt0K0w3TOCNRcWz+8X7pHWoTSiTZ8OYaDjUc60r0NVdGkxrD2XBiDIaiFtMLsqF7WvOME8urJ73+QDooSBvnXAKUw3OoRWjS1LSjjSMBVGHz2pdrIC3I955Tymk2VTpr+fI6QzcJvBGXO2J6ngf7qqcmICW75mmYK1hXPA7ANHAUH8kmK7KZvFkhSpecvArwB2gvNTzxlFotX83daQFFMpxle/bAOKMTYNuA+4A1+XVpIb7tuxcilZOL0z0K99r2MJeUxrOmTL8WgtPexXibuvr+q9h4zrqspdXUM1JvTh7YUvAW/oYjnhHWTnmkiPb1uXQv6R8uFxY7FtEu3HQEPHGoXYI8IZGzvjRM5G+AfBeFoPEbA3OIeFER7yhqSOiyKjPsTNTxFv3BHV9CHjj/JMgpoH32sWgmrci3uFsM4dGwPutt98bvPvBtyW4+UYCb1KTBLz1LI54e05UvdnYi+O9Fojo2Ijdvurun0Of9wigncZer3q6urdR9kKWFx0/uHJMMybDadN89T5XOp1GnX5qsDjm3pplPkcdEvdWrz9TuDgmtEL7o3lTKae5UIls99kY/1yB99AcGR/x7i528XcfYGVwhDcW+lMNvENcDWEK5XhDMYNqbkMo6nW6HmhfxBuHfXpvmxHv2Sfy+PyT4Qk+PKyK13eaAZfLWn1oiQhM/+XOkV1X0PTGQNfjFytunq+xCpWeH3I6NRbk00z8eYC3jbTGBjyJxXPqph3zxcCLw5v/tNcZtbCdqSLW2X+OZkTE28Bb6tQ3b95SxPuGVLPHAG93aADviHjvDfYc8RbwVsSbcToN8K6p5uG3jVdliuaza4vHcJGhgScd0RbAFIY/+2yIqwWtPOZHgEZH0gyKg4bYfHl8Vc6YCeMYgO0cxaQEm7oeNMiI1EUErQb9cf822QrYb4xdm/jl76R1lmhRAcIYoBZp4vw6FmON6DJrlesd629KHkKvRG2ciBugANAAELcgGqJO5H1fCBaPI8A6XwHWHlW6DsB6Y0P513pxbhvAOseeQMWGaMxBeVftbkXG9xTh21O7X1R5MkowQj2nXNJrr7062BH1f0fjhmj49p37qhe7ofzE1cGh2um1t1Q6CXVeovZVxPvlAm/nRuu+76q2fB/wrseFExYqo7+UEys53ihZ/0Cq5uR4P28Bb0UNNSw+FfD+5Cd/K2MaVXOV0kvg7drb0E1NuWy4lBrrsUuB4UACeCOUR3+obw6gLAsQR460WCSKgK2dFytBVPMdRfO3XnlDokZvC9CpDruM/+eU4AoaReSFYtQ72hb54XYE6b8SOV6UQb+Eajkq3qZhBzDgd9OEAcfyKmCg23Gg3wEF1H027VVjhj31hOgxBrZFyShpRjSZf6NsEiDcom0GSwnI0yHg6Dgvzyfozwi5hUI6oJA5tqT2RmjK+e/Q2plDsM/ScWDaeh4PADfwBogjAmXLK/sV0AZOQVWaCLWOseMOYJEOGCKUfGMRxKx25DnpO44lG4F5CpBm/SEiDiWYZ0dhnjkHJFkmcs9v6MnAIKANOJ0cKufXLw7WLkeOt6ggXq9KBIzrOeLdWq3ij2i/2V6MqQDUcpYU4K31WQ/l+X9EO+hznHwAZfoKdgtLl9kcrlFNLnzsgU17J0qIBduHPG/GlOnq+s8sHSjnBvI4fuK+7ehLkO31mv8yB9xOEjs0oy9ahnKusaz3zi93TneMZZ83Pmi1m7/fTQfs3Urbbdz+K+1Qj+Fyoox4LxDx3lSOt4C3crytGu51HDp5zEPnaJPaod8j3YpmIRVCcwQRMjG4Dg8ea+qgzq8rp4YAVSJIYSCfnHFkUbSs++25ZRRcbGSAXRkjakPd14JKAS6fzTremeNNus0JLDLo5RnxJs/bDjvNo+US8RbwPiPNjhbwzhx9j1KA91vvOuL9yusC3nLewg59ecB7gvXXcdiMmimz2+v1WWLbboPQqqXT7hg3O+Or+d2RwHuyVdtHw+/SputB0Dvg07YZteKUOVueKuLq44+cbW3ymlactbN/dapvtJwS1Zwd/dVxgcCxLZhzbqob6R7UwRSznqPlrKJP+ru5usQYqvl4I7gJnmJxbt9uAd3cFLS5iHgTpVFExnlbGO5EzSIaxItoEZEEyiC0qeaRS2kBFTZn8kjTELbCrDf9pFfpqa08a+/qiGGZuYPTNu6Li3izCLd7ZL6FZ7Yp1x0MbSEVZh2LTfseKVXlNcoe1gmLQT5WM3BWRk5ZwprX73fajPQDTNtlL+24F0lJqTeJMibSrEjhoxp4PxrcuiXg/cV104612w9FvCO9sw28HwG8FfE+IOKtebA2RcS7Bt7t3s74i245I2YyMDASokzJQ9VmJjJwWANvTBmD63prcKTGBlyI+TRf04yHAp4dfXaedUTE4sX54p670flJg6Ht2Q4nYaxDUkYmYq37JSLNehI5jvFcpY4u4BinIlRkR590P86FNUA+cU42AN20dQTWZOhbNE2gmRegnGg17wHCoZIDvFnL7t+/b0Vz7oFoNgCb6zx8uG07k+NxfHA/V69cEy3ywNfjO7s6J4rob7zxhunmNtQE6g6VY3ztzbdUUky1vB21L1TzlwO8vXawBtM2WuPv3b8zI/DO77vlUTV/JEXzLyyuVoD391E1F2B6lnsAddoXZPl8+tOfDH7+o//PwHtLtHuA96ef/MJGdVEVj3lTVijWvtq0D6o5+5FAsBp8e/uBqZrnMeQVCQbcQJ9fWT4j0TeVdSM94NrrgyuvvmXg/czUbJw1JX+d1giBwVKOCVDlWu0GAowf+gEmBPXDcNxItE3MEtrQkWYcPs7PjjEPTOM/fmOMIh7mqB6pW84nj3rDqKsDCiKPlVxq3gtRN98P4K5Q1UtqiAE5EwrQjJJpQBMjZSjpUNMtPIeQXDjDAHfQuxnvqJYDuhl3CwiAOeroYogGQuScV0rUtIGuB+impni4+mrjt2zlzHIDPPrNgyvAJe3Hs8YdRvSc8WZGio5f0jkp82bqsKKZ+BYoeXWsz85K+X/98jWJV1018OZD7gsKb6wnmWfdWEgMe2exrvK7Hm/gMtJ0qOMtcbUDRbxR0nbKARjSInmRUse9R/1twGw6G8kXSUAcYoI1MLbDKFdCp/7bq1ED9KZh3cyvLQ7hsJnaK+YoG6UwF9wFTdG5BOgG7JyoA75msEd9E12Lo03MKXO12CjxDYuracydO7+VwJsydTFfcX4xn0IJH4o4mgrhyEGDgW8vMO6JZAt0E/FmvjieDEBzdQCxUlhjci8zdd0gnvMk8M4HLRHvMENxQKGxoDzxs2IzyTFwoRJXozoG8xcl9RBqg7pucUa1b1DNleMt4cYzyysJvO2xMhOG8eDRqvt67Y1vDT6Qqvmrb7ypPX/j1MC72e/jIsCjxktz9PTZt32ft0di+Sv7ewTmqI8Ph3/rXtwntX07yeboC6hNuu8WuKxuIG3rZtCm7DWdHO+mzZRLXM6DfO6XyCLoi0KP7o/J75ZZOmTzNX1SU554dNuWbp11dakv2qe4Pvn2ZssR71LRZwDeubQ3QG2UEmkvk03gjREaABvgXcTVAN5sjuGtd73bqo737MDbOXM27sOAHjs5Wqt3P3j93QLe4wYfUcj28Cksv2p76wXerWVsxKJWg+Vc4qplxgZR4/rTAK0RAfgpp+fLO+zrBN7YV48Fpu5vPxrc/uqrwXUB74cqKdUHvFnPiXhHjndQzTESJgHv4qAqOd7djacG3hhxbPgosCbNXDW8EfSK/Mzo+SL6Q8SOdcARwlFOsJm7Kgw6R2D0H0apBRcBujbAySWu83b7+msk8M4lgfxaXi7JorHrZ2Qc69pWN7f4WjgRSqkdFMh5ZgAax0XJn4Fyt1XSRvddouiAYj5HTI1zAKLJz34ogO26xTLuqOF96eoVM4Du37vrdqS8Eu/jGLiiKC4G5D19tiYqIsYz37+s3HBA9c5DUc9FKed7TyWsRkwHobbX33t/sHnpiqnmpZhcWwwmPd8z9018oUk1998JvAGFDwS8qSc7iWpeb9BhOJVx44i3amU/6ADvEFejjjfOhajjvai1DOD9sx/9e9fXBXhfBHj/8hcGpRZYkpHcC7zVzjiCsXXuKt3jSADxXUWTzqvmNDnC+wLcz+V82tu5JxC1rXrQrw4uJfBGKIuIOTRioq9E0uwgJprpiGaoyjufHMYGisdnpEAv8H10xNgWMHgmVWWiaYAvpBOdssEADTDl+RpFxQOAmbWh3mTOGcWxFwpUn0mdAp0HYE7UD0BOGwBGjsQ+sy4BueJE2RjXgHHayBHStJL411RV/csGAn3ZUdgCyuOaOJ5MAzcAFziXKJWp6gJAVlenvrxp7Txz5LrbF+dHo0Y14ejg3BhK+plzdemAuSQ5J0jm+twCrBzaIPcdor96bgQgKQXF6dCoeKI1bEFjZ/3SVUW+ryo1mPJLkcdv4K2bwj3Vfc0FvHGVqG0PBbyhmh88fGAVaztoUuQO/wu2EmuGRRoBVvRl5nO7tXO8xwPreTjGAYcIYMA4cCTaNarD4ROsoGAOeKX2+IinK4740g3lmcet26UWN8fFep+6Fz5n3FNZ8ksLzmoaD1lnzT2kcpLFKIluwpHIeAR4byriS8R73Y4y2oYAT1DMiXoDwHGcFqdTCECaug4zRU7NArzZ87yX4BjSuRbF8ohmDI2FAN4xX+p74fAyN+PexgFvR7zZv4hyw2bpAO/l82uDc6KaLyvivaBSoBHxTuBtHQAnqhh4v/rGWxJX+44A+JuubgFLhnSN0VTzeIbmi66rmjl/GRd06RNHm2g7x+I+NLf634j+Hgoctb5Y8Eh9ftuf/jOFLSdcu8a2o+8vvjrm3nF4de6lPrbxiW+IcduNrtdrnUdNNWnomFFCj+0Wm8fO+rqBd/POpxkJbrFRB7ppZl1d6qt/3cC79dyjqeY5OKojo/NjzjQGdeWlbjxM0sxNLdWiF0qtEfEmxzsi3gm8Xd9U9LEG8EbV3CUcSjkx06XGR7xLWZEQnJmhE3oi4L8zwLsRrRlavNxt7Qm+0JJDZBeZFPHuLjPtxWEULaQ5crpLS0N+a+w6+y8VeAeNVVRlgLfyGe+rBvNXt28Prn9OxFuGPgrRyfawAah+dFtljnehmj9sRLwB3lDNNy4jrkY5sba4Wi2MFMIgURKsfhVj36DawFvzWBEBQNSegDe1eL0ZOgoQQNR1j5PyaO9zblYGDLPMz8Z9lPMXqnrkO2L3h3BTAJg6glmokpXR3qW4Nw16O+vCFijKwNwrRiypMNDFWWPQoCg0TACGnQuN/GwWcSJtGLiA6dKOzBEi0pwPoE3bEA3nGqyNJVcSuvm6IhXkFkNv5t4B2xh2m8rh5llRkb8g2jpt/FAA+5zADAJsROA5FvE0QD85wqyxzxT1vvbG24M9OXI2BMy3BLwB5zAcoP++bODtfF0Zk9sC3tDjXyjw/td/o0glKuKMgwDegnuDTz/+R0W8/70jSJt65kuXLs8IvMGUS4pwq8SUxsb9O3e8d735rXcliLfpMeKa0IqgPrgj4cMH9webr7yWwJsSQQBvOVt0zLYE7/a27wuIhgo3mgCMAYuXQSVVpHXz0jU5Sl7ReSnVBV1YNOMTKSsLHDw9iIj4cb7PmGOgFqYL6wDjByEl2AWO3jEPNfieQ0dnTzSoDWp3AKPYJynzxTjhnI4UG4hQrkp0WxTXKXGEcBTR8QJAONa5xynaxijnnDiaClCH941DnrUKYKYopBC4o9+LAt44fgxiAOMSbyMiHgyBWP9c4gx0g21B3nnaG/HM7f0HaqfnWW77/lQHuspDiXxluhsgCUAE8D5AEFLnXl3fUi3xzaDVI87lWYerCuA9bOm9EOCtmvSPd26rnBg53gd2xvDsz6wcH2l6vEJAln4Lo71a+4mG4yChv/lcn1lJPB2RHh/8Z/urQRtvrKdlHS6Ry+qaTduuGWFLfMvHMYSCDRDOyMgLN+DmnhvnKEJu46yycLykXUnLM37HWgb5wSh7h1QGO6eU453A+5z0LQrV3MBbDieDbY1nnFv+IVoN5dzOFoA3goYS9ZOjBicVtlLoMAQDijSAeL5ksDh63gDeHap5NMU44K0KExXwVpR7SuDt8ovdiLfu6xU5/t7/4KPBa2I2bQh4L4kdeqg1qgLeOY7cinTXhL143oh26cJxNnQfZXvkECgszGp8FTDbtTLj2yXIE/ZvbZXGtWs8M+pa4+57+P362kNrg687S8S7fScV27T13F1cVrV09bx906f5+Wntsb5reO3pHFRYP6eJgP9zAN7dNutEvJvU8U7TIfBiF3t9ijB22wO/GKcl1wij5Vj0N3K7SzkxjMJCNXfEWxsxER4iO+QtFgqmy4mZwkmtzhAf6VLNTwe8bZmMHT+BFcZ/PtPC4dN0fGGn8viVBaVzX8WDNuJp3F+NxJMCMPJMPGTdDs0NjbdHUO26fd2Xj9ECcR499TvNz1obs69d+XlGr8F9M3/E5zO4ZIa/jTd/RARk2tsYtcDFECgLaUSHocseq7/2AN4SV/vqzu3Bl59/GRFvbeqlhqrnWEa87A3lP33vSHnXRLx3MuLNGMb7v3H5DZcTWzq3bqM5hIPCkx/TIAza7riuomyGaESTBOgMvB8ZBB4J3HCeqAlc53GbNqrrOOfQEReiWWmgTdtojePKuYkOsOZEfW1ASv6Nka/jiRAWK7zJroj2r0fA8GeAidrIdfuysuU8DRptXJOoNo5CqMLkCUIjd8kiR6giQl6E1nj/gtY1aOW8h3o53+f8PAMOFdTKeR+FciLh5BLeunXTayB/cw4i6qyB9zQeyCO/ooj4vo5/pHxuIuCsibe+/HKwtnXJ0dBHO9uDi6LREiE5ew4lc0UfBcqhXRONNPA2vBheu0/RPfmVdk5sLHsIhak03oO7EfGWwNuC7udIIJMxYaeNx2KTttUf8f5Xf/zXg//8z/+tcnXPO+LH82MUF+D9C1HNjw4fOz/+8uWrg896I94xNkq/E7W9oL0IgLGncX4ogHpWufLkODOmkataO7co4H1rsKvUgAK8z4iODpDkyU4O9gb3rmvu6pjzaxdCVE+AvHIKQdE+tzJ4/VsfKDXgfQ2/Av6gQit3WYrJZwaK6CsSbPVvjbc9MVo87mCeZLSNslnPBSZPZGQ7uq71gCikqegAmxKZTkMwFBdi9QWkG5wxbzKCZgotIAVQQd16gRGXBqPcEowBXb+kV5j5Aeg2wwPwnWWVvNHQoKB9/euSZQDqoFMz13BQIFjF3DKFHdCdoByQvpAUewsnJnMmVNk5dzAAeD7HAHkG3iYimLWdiyPOpm+qphuS2rEhGrHOsayI/BmBbiKSZW8r9XCLE9J7ET9psENVb7/KEeNnju9N/cFcOHy8I5aEgLcYSRqktmnoI/OGnObAOoNjhLWN7wXTJl6xLkU9byj6Oh52RePS3ShOn8PT3831rjxnOFHDeeKoO+3LXM378PjhOwnsS7S06O/E1K/ndHPv9EoMwFZ7upRamXf6oJQuq52o5cEaT1jtm9Ee8cq1TBHp5XMb3vPOrSjqSzkxHKIZ8aZMlyEB0ern1JYP5xJMBKjbz2GFCHQT8cYRFY8P60C+GRx7dpIwfjkHLJIO8K4cEOlMSEfRc6mtn1GpwZpqLocPpR2bOd6yj+uIt+agLn7WEe8oJ0bEm+cMNfNwFjhdhL7Q/Lp27U2XEwvgval7xZEn551UzXHwsm41X5MEteaJaDev8ZsD3sGO4/X1AW9M6dLGxa4+PfBeKAGztO/rtoxrtFFArB2zvl4m8PYa0BoM8UdhxZSPfNfd6d1+yw/bBfLl+2Z4nfJV9vtTfn2INTLLec78j//7/9vGPe7ArmcFD1F6XhsdPEqJr/a0Rn5kRLyDcr6P8Ak1vDPHm/fCCJWnkhxvwHdGvKOkWNSrxHsHRY/F5NTAuxP57aNmTALXfR7BdgcMe6n6rj2pA4e+OynizVI99NyNCWrHX/R3XZ5qaMo0bicAWjXoc+RM8GHUx3Iv3eVC3+9+t/gJujkR3TaZNdVumnsc1+4vlpKSC6eN0wYYNHhdMqNzTxFPqOa3FPH+4tdfGKCx+xdDxWtV6UYB8ADe5MJKeOu+gLdyvPd377m1V6qI91VFRNecexnlxMjljP4sOd5hlDdejnqQ/0YULSLeAG+otgApgDeUuwK8bcgnEGJtoOavaeBpsJx2ofeY97lTuA1j3IZd0CjLfZc0l25krG9BBFj4XNCAk0bu53BEJ4x8wDbXJBrN7xiHAfwjLzzqfKNq/lSAWWBX3wFwn5cjkVYkskgk/FDCTxx3XsegYo4A1NrG+uDu3buOqgDC70sw7Zwi2+R3E8kmCko0nEgr57+sfG4E3W6LBr2l31ckpvNQ318VsAa4b99/IHD+ipwATwcP7j4YrGxdHFxVOTGOw5oEzDSBd7dfTtNPo6jmJeLdpJqfEdg8Po7SSE3gXfdRP/D+3h/95eD3/+K/EtWcCD8lf9rA+5c//g8ynveUwxvA+1effqLof0S3hqnm9ZXDkNX5NF5XJFjHWKCdmWEXROsnNxgHMjBtVaUuu8B7IfPAKVH0TPPkzvXPB0+Vn/7aK6I0U5pMzpnicH4sB81jRbJff/dDKRJ/W3ubSsoBstFRMNWcGvCr+lmx6JoBVLgkHcl6JI0FaqMfCOA/5Wf/ocbHru75SPsm6wjAG9q3ROIAsS4NxtynfQ3nTEf1au9oeKqixzuaawL4jg6GUFvUIY+0EtrlCDE36kRTd5x2RfwMkF4AOrnjPp579gX8d4mFWDSO53JUO0TAHP3mHh0hV06sxnIB7SHcBtWXfNvIwweoc55QT0+gmM8HuK+cDIEufQ/cj9dzll+DKNSwS7m4xupnZx2npRxXyanO8+SQKcwj/zmBQRfAW0ebav5QVPOvBgePFPGW5g1d8Iw8eDsVsma6GUNZii4BhGn0ueYboLI+6ayMVWzPqt52oOdqmy4Aq3L4VPeez2oQ3Fgh86sFXPvOvfzWYDI+q79fdjHGaLFPmmuI4WGaDs0ofOSqh/1RlNo5b7MShvtt5GbfNMWLIxFGybqB93kBbwQLK6o5mgcAVt8236WEH6lTKJlTdk6fC4gT7T7SOhvAuzgPmCtR2tYq6MFNiHSNRo53uc2WqrnGBeJqdY63yp1xb1Jdr4G3qOasT4isKcXEji61y5Lo8uc3yPG+pPkA8KblI7/b5QQbwPvq1dcH7wl4v/7m2wbey8sAb6W7eM8I4H2adb0xMqpfp48Ij/p27dAe/emYd3si3uPSGCcB77q/Yiz32YiTI94t/JgPMT3w9txpTsOSAz4m4t0krhphnAJ4d1v6RY2P9irZvsqQY9Cjun6NUjUfRlDVIjYX1Xye5y0OxJnGcLN/v07gHRHvEFjDC4kRwkJs4J0CRFW023W8A3ijbIpneDkNeNY++zi1a00X8W5sFPnwfeD3G+A9csltTZNxEe9x3/wGeJdNP2yj5ooT4DWo5jXw/mrw6199YYBGW/cB7yPlwu4CvO8ox3v3rrthZUN1vC+/LpGWawLeot9Rq9fA2yRd/0wFvDHGZYwE1Vx0SQHvoKI2gHej47HTbBoFVugsr6ddroa/l4Go0bZZY653o96l8QPTU588KOBEFJslEQPwBNXzrD7HiOHFumQFczkVa2MzHpi6rxzPGrckY5o1DSq5HZEIdZFKo59HipYuC5hjKN0XZZnvAKSfUP1BQIZoOIrVGHgbF7ccuduR2NeaIuHc/yPldq9RDzzPj2r5ef08UpQWii/CUnsPd6W6/arEv143Fd1R0N8A8N6Ts+bDj743OKOI9/GIiHdj6/WvTQ8/47qZ4/3dP/w3gz8Q8FZYa3AoQBhsqDri/clP/qMA7+5g7dJFMwI+//TTENxy7jJRrxogNEeUjX9RtOnb1RUcJuRJiuEggHdeYlxE1wHeCzoH4Pv+bZX6a0S8C/C2iJvozHdvfGlj+t2331Qfr+mcivYrer63q2i4BPW2lXt/7e33B+++912NiQ2LrB3q+INDsUlcI1h07AVFyw1ClwYb61JFljAf4kuPdne0LmxLgO+OxsE9CR0+UH34+xqP+6a0H6LizJqBWrqM9gsSasKxDQvCrHAivjDKHDElwhrib/wNGmT+4pqLCEWYPs6nAwfZSIxIs+nqBi2ZQwsYUZsd6/mhzxYhqIgsEsUnWpcgLnraP5Gr6qt4cXRNcQPx/JccfiLivmcxUBB5M0iHtk+EnL/JPWd9i9SZQNch2lYZ5gVQ80R+jsLaS1Sb1neJ0hoEEv0FyPu+6mW7Dbyb5uPodYqqEKiaE/FGXI3oKq+TpNebFZBtHncfDIkSga7iPpVTIWjmVu5O8U1KiPFDHxctinouRbuH0RiGvkFiebnp41ntNNNaGE5HHAON8/m7KQSX3w3xOy+mzQBWXM9J93mgh1AtwtZtqRhqcXB13yODC01zPPXJnyvifVbzTMB7ZWVTIoAwVEh3idxu1vnIl+V+InJMfvURVQvkREa/5FgOMX4ibzuDTYw9K/cXF69njKnrh1bbRxeE+RFPMxJ4n9EcFuPsrCjw53Vvy6otj1MpVM0B3gL/FkBEEBEHlean9mtHvCcAb88bnefSlVcV8f5IwPstpyZhK8OKKc7a3xbgHWNu0lwZ85n7rTImchS7tdOZMvw9r1IVmi7Cy2XEhaJ92Cf5XYZvd0A2/m7fd8eAq4dtfsOLWY77bryWv9sR6g7s9tyP7+faWwydvMNWxmhlw024+Sk+mkqvrj0AACAASURBVAeIDs3jMdf7BnjnGvEigLeN09zQJkW8C9Uc4xXQHcCbiMVk4F1TzfEIh/fZlLoO8J44tmZUNf8GeI9qzfZi8w3wnmI1w8xoGHtlMx8HvAks7VYR72HgXebaUMRb6zMA5dG9mxXwpre6wNu5lAm8C2NlGuCNp528T6Jrj3cVtRGFjahck2pe2VZQJb2fxVyNxba5aU7TbtMek4apAUFUQPB+WhlBtfHaFJQpUfGg1UW0j4gGYLrkVVrBGuonedOok8sZyGkBKVwnqjacWKWc/nR031Gc8jtKyZR1UfRSQIG1joj5BQFgrrsn4Lys764rEn1E7rAAi+nmMppuK4IN8Kau97761VR9HbOtnOFNvbexsVnR1jluW+d6sq9cbgF0R9sF6ojSwnA4kfGxKnB/8XKIq/1GgLecAVDNz8jgHBXxro2ajkEiYHGk6PWDr76sVM0r4K0I85GcC1S7AHiTRPHZx/80+OQf/9aR5jVF+q8oB/7zX31mB8aCoz4YtaNfbeAdefqwsxgD5xShgo3juUw/I3D3lYD3g3uDDdXxvvSayonpfhARc16oIk33bt1Qye3DwWvXxDYReNncWjfrYVcsBlgNd5QqcO31t6VG/AMxHS4LGCO6dzzYP1T0WsD14AmAGCcO+eDLqtd+0VU/qG/NmNiV0v3d+zcHDzTnn+zel5PljkDEY4GPBQFv0Wg1CQGly0vnNUbXTO22yrdSvbBHz8pBRC47+6vHvR5tWWBlCTVyjSHGTZQZSzDs+RxpAogMAt6cd572pRWkyR2Hsps0Xou1OWdcAmcCNmdc4iwcIAifRTmraFdAiFXWrcmQveR87wTQFiGL61tpWpF9q6cT0ac2txwxS9JiwLkYaRSZZw4oh+lTUbYTfNowj2ciqzsWjnhW/2oAXwOFAOCFcp1rGnWb9Gsv0RPgChDSuHy8fdfAmxJ3MGdwhkXUH8AcTB4/so3vYN7EvRe2VCxwVsa3FwXHIPcfEba4/XCe+Dc7DwsgDqAegAUgmaDAj12DFwz7EMjEd4FTpKyrAMx45ljfs9kalM8uhbMA7+b5i0Oh5JebVeBrcO62HkhderM5b5sR3B7gzfhDOM36BLQtz8z3SanQPFE/MDaP5FQ+1rzld4/DHIMEd2Cd0FclR5j7B8yjkO4INe1e2qAZpSwRb6WSLFrVXGuAI95QzZX24xQEnWMC8KbkHRHvcFekorn+ta3tzhfwvvyKIt4fDd546+3BpvaAs1DN9dzjIt5dkNUXiGq2fN+xfamYk75f9uXm9WIQN5iCfqOA2dEzr1wjGJ+1kybGWIJZxnDjQsPlwNp3MSni7SObugj8PUI/qb7vHOtDD5pzNssvNituNJ+jC7ydUnTKV58Y7aynnUThfpHAO3wSk1wls935LI6HuPTpr22qeTX4csGub7es3B5FOa7qAVMGYh3xCSO4bB5tqnlRNRf9BUXzBN7OmUN4SEYBAkZnk27O78v6wZANKmGUExoPvEsnjGqMUYN8fKP1LhwTd9nmVG52fH29voVr0nAZ/m69qHS/F3GJ9v00yy34k8RDrdbwB7mwVR+MiBKVzzqPPOrt7p1Munbe0kT3Y/X9aeZW2Amnfk1aSEaftO3hHJ6fNW2wjEyNckd5sKMeZY73LeX0loh3UM1DJdwmlFadYCMl1RyAlxHv7TufD/ZlhDNMAd4bV96IiLc87his7Yh30DTjf2lcZX/Wm1dEyDEQDhSxIb+bEj0WoMljm3MGeqP1VjM30wrOJSLSGY/tteZ0vVRwfaiOx+QkAlTo4yVyFPdRa1V4TBajFGqn6eKhasz7gAqMLijlRExDFE0UcxllVhDWMUQwiWjz/hMZbTRHqdNtxV+1BWB7U7RxvkONYdPRRSnn+4W6zj3vKAp6UUbTqqLYtyXqxfoHEN9RzjbfBWBzDZ6R9wH+u/oO5WPoiAeKvkJJ5+eegPu6Ij8oS9+9e085/luDt9551yBlHPCeayPpZGHxbE1xtd0RwDvyaQNkBR03jO7mGkcuYxd4f+cP/mLwB//mvx6cERimBjLA0XuE5tCvfvrTFvC+LND7+WefyagW8DaduqY7d+cuRoGp5hoHtC8j6amiX87x1L7kHFzGl0DqskDifYmnPd6+N1hvAG+OI+JNNHNHqSLP1dfrinTDFtnYVAkrRa0R7Xsoxsgdge/Lr705+PDD35Mj5arAt0oNKcWA+txPNL/2dnXPoqkWcLsqVXVy/LmxPTm/iHjfFeh+cO+Got33/PNMpcgWpLTIuMLJdl7OF0AD5eWcLYJ7gnQD/RcVRUI4MHJAVZRJ9x9CXUSWUSSH/i6Vf+sNxMrMHo1aOcDPlHGtKTyTwW6GhKt2zhzwEG8LJWnqkQN2cCQx5rAFXGfZJdHIVSdSDu0WEJ77W4LvylRm4fFcB5SGPgbgexk9BLVZUC91b9gVvE/eOJRuAzwAFPfKWhjiZq4/3qCpc04i4l6R9H+eG2XT4dKMV/72clMbBLGmtA36GGdRi/wAtpBYK/tiLNAm54jYow/BtSwUGRC5RKIxsA2qCaBlznw4vMPJ4VxvhL9wqDnyTdpM2UEzes252S8awZFyhwU4N00/R9jdr8FqsLHsNiszJp63/Dm0auczVLZFN0/VgZpo0wDecT07TbkhxmneawynUftC7LHxTFl1vRnx1lxijHJ+l++zVkFEuoMqjoMVB5A+Q8ugAG/Nd2p50zfhXdDctxCggLfJ/enIUF9QxxtwWx3rh8pxkcch2vecdAaNySVF489e2DANvkS82ZPMBiHHG9o65zMrR862zPE+uyptjgTe8FDMGsGJyBxO4I2mx3sffjR4861vzQy8Z7FHY5yMsnGjjyqHURkqnX/HAus8Lj4fbQe0r11bmc2xW1+uW1gsPqnz17v2bfbrmPuOZ+s+d+Pv0Tcx5mzDEe/ugWWpGWUuVVctTVAcVhPufdJHw2zAU54ov1atMyNOM+Tw6R4zAVM0R0W14s6T4z107WG2TuuQzrDsOXqiT+DM//R/tHO8J8v114Nv3GQtisZRt7Spal6XEyvAG6PVwBuFV3K6UTfXpo7hijceg8DCOVaUHA+8Sw7WLLm4bXXv4REyy2I0NGlGLkzzDeby7a7y9KxnnUdZ3MZ0zwW9jRYw1hmo87TprM85PKdOB+r6ruvnbSHrNBR7vuj6oNgZju4449KRmhLxvusc768UrYsc76CaJ/C2IRRGQeTmY6zIwKCcmKjmAO/HoqDy0crmRZXNkbjaFlRz1YqGvqnt2uqosRXpJw3YHLfF81u8+1HrNCLeT1DlRXCKWtIyTspQ76rZxuPn8qjvhzFps2VMy3TpWH0t3/7cTZIRdj4xzRKDLo3sMPJC7G1oHNpYCiOVqAiwBOPc0U6ot9y/fjBu6QOAMxFCR6HTcQj4di6dOvC81q/9/f2o5a3jDxTJBjCVOt9EtjcVgeZ69wSwoQ8DtvfVf0vLgL5Vg23aipzvXYE01kAi49zTQynKr61J7EvG4L3bd1Q+RoBNpcscGdd9rwmg3db7eNyJ1AKmzgvwXb56zUJWo4D3PKA7RlG7/wrwtrjavTt6hjrifaIc70VHUmn46Kd6zUijPgfWKOD90e//+eAP/jKA9zERUxke1gAZCbyvOeJ9JCAK8HaecalV3RliJ86ZhLkpcTVFpBCvImJEXzuyWoTBNEbOakJua34+FgNhDVVzR7xXLNjlvU/0VWjo5PGelWMA+jXRZYuJ6X4PBVp31F+XlQLw7Y/+M9HIrykStq5+JR1k4L58/PiJ+l+55d4nBfYdiaYLl+Skua8xck9OlYx4S6zr8MmOxq7UuwdHgwOxH05Unmx9Q8JMapttOWKg3J5b29DYU9qCxjPrCmCXdAXGl8t/Zpkx6nWvi1XBemHhP1HtyadnJaDU3nk9K/stz8t3SaVYUBuhMUAEjr4F59jhFl4Va0Xwcs1xooSxhPke+HE9coC3Iv7PjykBFnnkpGzYismc22dqu3jpPaKYNr5omMj9xh4IIqlWVbU3UXzsC699SV3HsYCjk+g+942gGzm3gVk5DzR25n7qSeT1ksuT64UunQZ30NaDjm7Q2lrraDXU6cXy03jYf7QrnQwBbz0bdg3AmTHJ+hHrDCBUl04gXsAITJxSOgxb22sa6xDjn3sFTnKMnY6sacE48vykhrnH/+g12Arp9BWaIX6WeG63a6DNoQXZTsvW3lfbh9Vui7PL0eWy/htmt6BVOcdo+6B7dLmNer1x+oQ3w5pqfmFV4mrqUzt2TDWPCjo8XykH5pJ7aCpozJlm/v+z9yZscqTZdV4CqAWFfW2gd/QyJEXLCyVSpulF0mM9tuTH9n/y+k+8/g2bm2RLekiLpKaX6Z7pbmyFpQq1AQWgfd5z742IjFwiswro7hkie2pQlZkR8cUX33LPPefeK8CNzLyAd8TVs7Z0gTd9GnuJGW+k5jpPeguir6vP7bgJhw7J1U6tnXXSt9Oa5ytOxIgaKcqSAbw1QBrgzfg18FaM9xqMt1Qrztzu+t2A72S8uYbG8SVVR/hU5cTe+0CMt0JshhjviYfZeWPITpuwA3uhAMPH95irjhq1v4/02znLBh26Zp1nXuK4oXMMfT6vT4/72SKleI97jaMd31d0jp+lD8L7q8hx7Y5x5n+5O1gGL7JgLdPWoe/+oMD7AKmqDJBKMPPs6RDwjmQqTrCmjWXVMs6QSLExraTUvIB3bsUL9H7rUZ715eNMsuMcO9T4N8B7qIemfz40EY521vDNvjLgncnVkJpvKpM5ydW++sXXo239PgS8YRctNQd43/nKwBvra+PcJcW6viPgfcOxZcRCGlgSwdkYh/OBd5RbEesro2RPoG9/j8RqMhQiCtRdNwm8+wZeGnEzO/p4wLsv9myZnJSLYhql4WpbMr9QyYcAD2aMZIjBJtA3YdRmQscMcQmGjlAZZSQmzjQTsrnut17PeV9GPcZeOUqIEwZYEIvNi6RrSI4B67sqNca1YMRhq4jhhrHm+1zn3HkBLwENrgfwPpDh/vCBWFYlZLsgUPX4keTqqIPUFozAfYH0DYH1Z5LAH2p9RVp+U7VdYVg2BOIw0rrAm/t5FXNjEHiLof30d37X4FQ4UuZoSuMy3rIM+4lkkBpfz3tS898CeP9n/8XoZCY8gxUjlh7g/dVf/9Xos7/sSM3fEvD+6kslH1NSPDNSMN5htPZfBbzJFI3zA/D0XEw5zC5xlCdT5XCCLPYN4y3gff3m6Kok4yfTyWHUA4sm58sJEu/pisSR4tRxDgFdGFD3REzvlbffUey7GG8B7zWxWuxtJEU6kGMLwx95OS/GayXwIzP4o8cPVL/9oYH3AzHe+zsP5ATQnBdgPbUaCcFeysEBQObYLSkjmKtnBLxh3XEQPVZeAZxCTtAnRpu9mVrzMIRnNO6uqg46Zefuwdwzx8WAuz43TiSNowK0wDTG+5qutYbjAQALaDTrnI69Zs5lv/ufYIebuQdrToyrWHuXdsIJAFh1zG3s2TgHDnb3EtADTomRJc6WZwtQorQgMCwiicvRZydnJm/DsYL0/KQSUBEDj7PA7H5mgGeOsE6SkM7vmckHZFecN0AqMlxbju+rlfMu5MiR9LF9nQQcWkofeR5QDFFbvhJ44WR46vKMEQLAZcnt8FxjpKgTM95SHdgG0n1yT84n4MSQpRSJeO9oUFzfa10C9QLe9GVMgWTF07AMZX/kAeAVCkPw+gyQ7Q/zmWb/NHfNMXaARib8bMz4c8kn1emqsbnp0TMjuVrL4E8C7zMAb5dvHAfeETObIScFvDO++1DA+4WeAT8Ni61vh8OVfTOS8LXAm/EZJfe8Fyb71tp/Mfadlb8B3orbFuu9mhUQKFZGVnUDbycojGSFjLU+8I6wj2DqC3jbpaPxelE16T+F8f7glkD4Fa0lSm5KFn2X8BWjbqdLu+ZNrn7dJ9Duj+Pv5iOsMeU/bQE1Y637/el28BTH+xjwTkJi2oU7Y7n/8RglNOUSOdKntrPONWy3x3r1Ol6DlNbAhY+zhw/f9/Q7bq85ezRNY7/pwuO0t2mNnbpHfxr9Q+e26acIvLuez3mMdwDviO/2hqpYs/mMdwHvaVJzPJGRXK0LvBd7DCwU85/YUQejJ/jrmp3ehAan6NwueMN4LzZCFv3WqwDeUXs2GG+SqwG87yfw/lLAe2cO8A7JOcZPxHg/kfQU4L3zSMayjNINSe4A3mcEvNcFwlckvXQqIzZi24zBDJUB1myl+sxjzZs1ZYNU01qM7O6TR64NSuIWmzu5EQ0D76EePR7w7uMoJ11U4yqpjNcoGX8wh/05ajamDFAbs0j9lLtLwBiWKpggJOZRxick6SH9h8lmPeN3zs33NyRtBUxQXxsADRtLNQfOx/dgBzkeIM1rRzG/AHGYK9jsCwLe6zIakY47vliM+CMBJ+K6AdhPFQ+IIxImBtXQruLtef+0SmBRdxqmktJh+/vKaq568MiNr918W8y4mM4O8HYt7ykAdOhJTft8CHhv674+/Z2/Mzolg1Oq59EK8ksbbCFxLh3rBPBG0qm8Ag/vfNPEeP/W7/3HZrwNvBnLemYw6AbefxPA+4AYbwHK6wLev/zqF/pbJd3sti6jexh4r+iZGzALyLhMGE4rgAhjSHuZpeZSJpxV5vSr737oTMUnNb8wcE9KwnqSUAUZ1aoiZtlulDXCcFaSNhnFDzSfrr797ui3xXifh/FW/Cc5A5CRk2QNR8pl3QNjiefbAG8xoo/koNlSLehN1RLfJMZbwPvx3W/UridiyKSgkPOFnE8vBdR4xoxD3rOqhqSAOHN0b7D5vF8JABmLAHuM9w3AuMb2I41DwBxZ8XEwAWb25cigVB1zjPvCSXRaoP6sfmCWo8xbAHQeEOf0esI8TMAdTnTY2nB6IVfH+YRihEfljOk4PSgHBnbUe7T9iZxVDgfR3y7xJ3BBtYAXAhij7w80CkjillJkgA1AxjXQ9Z4zh1d5MwFkVET+iRjwSOoWDDhZsZ05nfeIxTagJqt6OLqC2Q9JekjsA2jxa1trIRJyNfs2zj0nZVR7vBYF8GI9xenHjcN44yBiDADSvf4UtvXihSQ9ZPhODInkX9SPQbOT51EuK8B3laD0um5/YrkDUkJumyJbawxd7HTF88caMW11DkDfIpF6nvWc6zPnyOBeaW/M9rE1uLsG9ffT2cA72srZpjHes4F3xYZHtn6XzjsksRpJ1iQxB3hnjLf7Qv+t4nA6EvDmNquON2PqjBjvi8l4y1Er5493V0IwspxYH3iT1Tyk5qfxHBlwoxbpA+8Ll68G433ro9FlgLfGEIz8M+01OG0d356vSZtlfEWfxSrXtybs2xmVdRZmaTvAGyeLzZIZNnQ5kYb2qLnHDx084/M45+tB3kN9Pq/JQ89z6HaPcu1Fr1nx46Voa/JCvQq7wzDuGMi70zGD9/PrDbwPndU8gHcAcDZ0GKLpUvPXBby9DfVWm/G/54HnRYD1It8ZmhDNQtf5YsWQLXps9zYLXCx8bO+L8xbE7lebjbV//Gt0SMxdmF7R5BzbufgjWYTxkdM1LSafYMWrtZlPxVZIr2jgrY1VdncAb8lAbwtEffmlQPQU4F3HIzUv4B0x3kqudluMt4A3dX2JJzt7+W0z3uuqB0o9Z4dHWnJdjFRsKA0LXHuLnTwYfZHR/ECZoncUV0ptUAyWkstzl33gTZcvvPG6m44OvKc9XuJOyyFYkqJgd4nzba3Y+g7vVVgLhjAGF0nTzBYk823gLUPf7HYa/STNomxX1CtXf2o9q8oMW0p4Bpi4JDYbEB41uYP13hcbSuI0+u3enTvKxHverDcSYwwlgPj29laE36gdACLCcHgfI2pXzCSs26VrV0f37923cXxDZau2JWN1Fm4dw9p657YcMDIa3//4E7EiVw0WkCwCuvk56mvCbzlFbogKo6TmZOH+RIbhilj3Z88ELlzWjrEbxnO7+Y/LEBl7feD9s9/7IwHvfzo6lcDbjlc9D4D31z//m9Fnf/EvpgBvyfgb4D29tE6IYsFQJw1GOS8ScfoRhpp9CiDjCGm9v3nn9mhPz3hD/frWe7dGpwy8AzSeEHN7QsCRZGIoswifisRc4bTZUrjGYwHva2+pDNDHf1fXu6afSwbXZE6n1BHjgOOqpjLPnfG4rx+yxBPy8ERx3Q8EvPckNX98T8ncDlW//PIFO2+2NhUWsi0grTF6WtJ5JOWcc0djhEaigED+HhVGCJOAf4tnQdZ9JxDUvQOqmTFI1AHJO2KcAXuOPQYMoyTBySCnwznXEF5RuTOtEbpPGHDirskuzX07T0Iq1xyKAejWuWHZWceobrImSS6AxU4zzq1F0UBXX7TsPJZe/zA3n6rkG+1h3r6Q4+Fw/6HWt8hg7ZJPhIZwfphJLxYARndBvDwNwuCPWuNqI+0EcDnEgB/KnsE0h3zdJQXJpq7PfExmYffv3hhCrh21rWMtqpcvax1+/GsmvEqvpRSaDPw4HoghDoAd4NvHAoRJYgdgQ6pMHL3X87gPzsezxCiNknGtbJx10ZeXQyZY6ADshFVwfCQhC6diWz983FqKbmtBSN2b5zDzg/2F/qq20iZdKrKstwCwHkLf+dfdT32VaQt8E7MezH0rNT+rtfSSQiMiq3kw3uHUqJwCkdGcH94juRpgm7JiMN6R4dxgOMvnoYYYB95xLwBbHCbshbEhxN4/bvtFjPcJxXifXJXKyVLzc3JAag/R+8Tes2eQaI8KCCQjZJ4zGmHFW+Ct5Grej0NqXuXEivE+f+mK19cPBLwvSWq+rjlP2wgJcwiD+z56dhrI6LZ5aFeYBbyb9/uJjHubxdjxrJWpDQn7cj6QmgW8F7W3F/1eM1k7vwwB72Ode9oFf+Lv9Z/UNCf+oonbjkoAHEdq3u1e24bz+ttr8PwH0t1Shu7nlUjNy3iN/STKkkyL8T4Q0A6pecTGVEwkzM0PD7zHuj3c6ROTbHpHD02woc+XmU99H9vQ5O+fu7+ODSWOm9e2497XcY9fpt/63x2aCMucu/Ha5Q41fu5pwLubfKckd95xgjUeA97fC3gfjDYFvO8oLvOLL38xeiLWsi81b4A7hpohTCVXC8Z7XyVrYG7XtHkT313AGzmokxTaQMiMxWlEFfhpaqnbkgt2HENvn4y8YtnIaI6xgUyynukY8La8sID30DZePf8qgHdXChYsk9ekMjjMkITl0TwznkFmq63yO8EmKcOz6y6L2ZdlCgBi5TWDTfZzDH0ZSBHbHUAdltqy26zrDbPNMZQLY90j7tv5KgAvAtIuBSYDnnJxtOySysAAvPfEJl64SHmpl2IV1wyiKUHFMU76pfZsi2lF6kvWbkA95+d8tG9bSbtgCs8qvv85RrQY+Mtv3VAStouWPQK4M5J9mWE/vj72N6EFgDdZd1cVK9wAbzYzSWY9xhpgckTg7Tl0cvTLz44PvEEOxFYH490C78gXgIxbTZZya1OM954yk5+WHPzG+x/LEaBnI5bUJbZUUxsHFQY9wHtdagTAGs8ehAO43lUc9sWLV0cfffS7qtn+tsaSDHLHgDN5UgngxSY6G9C5pzG1pfGyp3MDHPaUcwHg/XTvsRJ2SSEhwHDmbCQpfXRfTrID/ib2HPBwynHj+2KMCU+4LCk5Y/yxnAeMOUA4EnO+x3gjrIEs4dSiLycjOQaeS7KA0wiHRLBplNAje7qcSoB1jcGDBOvrOiegdJ8kdeQ/ICs7wEzj8IycATixYMcpywQgJ5b8xCkyt0c/xXwVCCF5mH6thIe17jj5l/rb6w3j6YXm3LNdNReGG4k/Eu4oyfcCVhlgoz4CiBmMAHpQuJDIjXmPTJvruqxaJF4LYJ0lyQCo6h/HiDumPMA3YQiW4cv54KzqBknxudU3mR+gHJyxJMX9FTsfhFo4AJwIEkdIOgp9f7muho0Fi09t6pCaB5APOfELjQsk6oyPcgLEetdK4Mluz/2T4Zu9hLCKSIpJ/HC03fvTFGd5jMjOntZhAvkVIG8lQa4Y6VrL2PNiqWsBGQ51mYrFDJ4TSOKI8ACFwDkT5cQa4C3HkYF3OCh8TCVYs4KJXAgC3sR5p8z8uf628xXgra87DwDOmJeRlA/nAmu/gXfWrm+Bd6/PnNW8D7zloFuD8QaU0xz1AckGE3i7KkIB7/NivM9HVvNICxpZzeu5F/A+dxHg/dtjwNvlzhYE3svYhbOBd+V06a7h9Pd82xqVU3vO+XbATxl4L9OHR954Zxx4HNv6VdjG05w5XrrL5hq44aO24VUB72jrbGQ96/7qthjiXrdryxpI+vajAm9L71wO5kdgvGfIY5qOnMPODg3yoc+XmXRvgPcyvTX7u0ed2NPO2MgY08W1zLkbGJoztQ+8n6n47hMBqQcyjikp9fkXXwbwJh9xw+KmTco5vMdFi2C8d4jxvvvVaO/BHXvRVyUHPXPxusCBYkjFqAHEGxaNONvGaApzq6ylMI5hEoPxJissGXkpgXWgmFsz3hhYmer2xwLerZfdVmJj7IWZGa/xJBohK89PGgdBUx5MgMHie90X63BUVahkURhxAG9BPLI9JxPOdWGYouTXS7PZMNOVsKqYI4A4oKaYdMYNv5uF1PO+cvWq2grTFQmvDKLFjBrcw3TqvFdUEoxjAPHcBuAFQ/yhxgrG/+WrVyQNfuhM0Tduvqs61yo9JUb+imp5XyBeWEDihQwdYgi7xvPisyzM7iF3ip04Pcb7409/WzLoCwJlqpkO4/2KgDeOJBVDNvD+1Rd/M/r5v/7nx2K8eZ7nxHhXuABMlhNtcU+wwSiBtXc9uH1H1QMeKwHSxdFN1eNeUVz4CYFPGNZn5EFQYjYb8An0wr/liWUgh8P50qXro3ff+UT1xt+TEwbQK3C+JnZdF3nxMmsPJ/BmvOzLKWfgrXAPpMgkO9xUnPezg20BajlcVLYLqYWg7wAAIABJREFUFs9jXFYAMd4lI2c8A7YOBZwB3BtnUU+8bJKsMWZJ0sfYZqwxxkj8hdydZm9LZUG2dNjnyxpLzzROD2CbBRScFE5jC7BO2VBUF4B2VAI4qRxeoX4stQiDl3F8mlrLAG87q066XvoB+NGsciSjQ9kR2a8FB3PuIfH2qxmIkbki0qqFK5I2B7BGyq2fYhT9d2RVNxAH9CBzzzrKLwGlzl8BoC2mOVeUXO/s6uTa5KABdBf4zjj4kK4jS88648kgR7b4KIf2PaCMe6h04R5fWVaLZ8VnaQv62XFXzBkrAZBKZ4Z+s+ap5AGU8X46E5zlHEBtMoQmc7zOxI/PmDHDKatupOm2IPPilak+jeiZwNssdCSvZE7W2pzVx3z9YJp5MAWauckuCz5pAE8D3n62FU4A8LZ6R3NKaomz5y4KeEs90jDelNYLtVLJ0x0+ZedFh/EW00189yzgTaK9SlgXEv8h4M09ltSc7PVIzRVGpHXipBwEkTk/HEYkVoNtd/m9LvBWVRKSq5HV3B4NO1d4puFwCeB9SkqTBN4ffuzkaqdVaq+AN3tB9Hu7yrsfPHfizaH1fGx/YIx232geULzb7q+Lndh5Ynv29kwb2tv87NYO2d5Dn8/bB8M+mn7tpfpvykWO0655bf4hPusqKfrXi8/mANohGnneDdinM/vcy97730rgDRuAzKxkms5qbjnXrHJiP16M99AkGfp8mQHxBngv01uzv7sMOJ5/xeKXTcR4TVnm3NOANydCas7/H0oCuCNj9qGA2J1NAe/PpwFvYo5zwclSEmzBxGDvPLwTwHvztuPWiFM8I+P+TAJvsqmuyeCN0nwAyhphk1LziGfF+ES6qIRPkrfuiGklxhsprGW3GAOYF50NKTKKs0eVlH2RZ3g0xruuG+x9vCzLzPbwO8C7NgBLPwHIfCez7ToeMo/D2QDTyfcLZPM7IJg1vu6ZDNMYtVWjm+/yvTXHfCvBWsblOkmaQFoBacAMsd0AdeK2KRFG0rWo4b0hxiZKjlV7Hou9hjE9Jxk6gBzmEsBCXPcTSYYvKMka9/rwzt3Rqo5/R4nUYA+fbBE3ftage1fXfOu990dXFe/8/QnVE8fkJmZ1LP3TIs+I70RfDRkas4D3uozip0+pd/56gPc3X/589G//9Z/bSdTEeP/iSwHUnZFyjtlwrTjW/h2X1LyAt2XfPAs9VwAf9Za5L9hBZORIzfcFvNd0Tzc//ET9r7rpAopmJGXEi0bz3MGZYim0jHViqp0RH/ZcIGxN8tPz566NLqqc2Mbpiy59tXFGz3gD1jpk5vXimAMxx8jUef4HqjsM471577aY3R3ViH6kmE79K7b9pZjeVdW1PidHB69tOcwYk2eVWA02nHHIuZgmAGmAM4vZnt6rLOOMZ4Ai4xVmlDwFsLCOCcbxZBbR4nzLqa38QB2DQaR2UzKPl2PAJRfHSCJb/CrZnBu2GfZWiQD1HVhF4sq3kd2qrUjh6Q+c8/tyRuLp4/M1ZLq1bqFGUfsj9zUgB6wcBjJ4gM8IGTCopu0GLqxnUUOc+9ENO7N0MeKA8u/laLTst0C7AVGOENZEnq1LTumVINMJ15ByZ6w4YQdOyOcQBfUZCWKp2OJM8JRqU9ZtYsJxgunnpOJyUQdYws/8JAdDA3JI5NZxJ4YXJYAkcfxev3gWJMKMkoh+PiTzU3s51rJ9x7vHeyeR3pPVG6m03jdgVhucGM+l4wLk4CSK88d7sbq3f8daS5+3a7jnSe4NyXF3AFNcI85RYLhG+SQDvhDwDi+InDUbAt6XnNuE0IdYx0PhYIeELxv9FMBbz72k5gm8X/J3Mt7cKs+KuP4u8GYuc+x8xpvrdGO8Q2q+rnUCxptn3QfeOAJinOleLDUX8BaDb8bbjvAYv6wrUfyQrOanNK8DeFMyEkfZ+rpCitif5EgI4N0FKO1+2Gej6ynM+7d53jO+tKz9OxN4T9lkhs49/Pm4omqR+63veC4sc8AS3x1q9xKn+sG/Os/+HcocvigjPvWmfp2B93/3v/xxMyNZP4cGQH0+63sl18TDinGJzOe5Nl2Sqh04c2dkNceItOTctXK1IRHb5fguwHf8S41R2KVTSqIWWc0jxo5rYzw3ydWIGYtlfM6g60y4jnxv1gFD/TC8MC0+/udN5v5n/UVvICRmohHHkcMcp09oyFLHL/CMZvcw7vDxnlsOHM/30nWv6xFX3vv8YJHFuWKZYuNle0bGJuNVjHcA7+3R3c1NAe8vxHgrnlfn7sYtt8CbixKzK+AN4/3w9mjr3i9HO/e/VbK13TBmJWclzvv0hSuqdSvDV4arY05TEtlmuqUxcRORICeYERtnYov2lDEbqflT1SgGTFhSmDGDxwfeQ/N32tMuD3s7tswIua/CoK3kapFchsRFmY04693iHAiDLGNbMdThgYjhAwwkCK/yYYAUPuNZcBwyb/oSVo9zIDdnPGDsOTmb1jfYvquw2ToOsA2QAQTdF0sNy0hpMYAQta7PX1DmcYEZGHDivs286xmclQQYdpHEUsSMc96HygFwSec9q9Jie0oe9kzXJA4XMLT53R0b85dUQmxL8bbX3nlH0uLr6igZZDYGJ4F3d5O0KR2Du9fxi3mYAV7BeD8VA39fbCkx3sl4P0XlRIw3Ay2l5uGpMeDovhaJ8XZNdaTmYqS++cVno3/7r/5MwFsl10iudv2GKgN8IQZcMd7cEEatATjjZPxeymFEO+hT2Nqner426YlFdvvIoK6xpf3r/h0lNYPxPg/j/bEYbwHvui9ky/oxZNF1MaUZH9TChn3FhAsww1zTXmfJMkCb/S4y6VNOc10gjTECWMYxQ1kkGGWynnMeci483Lxr5lsTXpUHdmVoI5VV5nW1hYR81PB+rEz47JLn1SeAP8Yn2fVhxXAKkencY0pJ2xhzSN7Zh82yS4YOG7euPrE0XN/bFetOu/ibecZ+/1BOIhzlnAsAigOI+WFlh5xA6wLRdCFAINYYFT8j5ExJVpkrfE6f7CKPle2AgwnJPzHcT5TvgLl6RrHr1OwO3EZytEg8F3HYmpuyFQAoIe9ecV4Evsdcdsk51rx8FvFoALARM+0640jQs+a4WfJMfNaCNz1JwJqcmgAvnrHjlpFtex8IRtm8H0oZftJmcZ4AtZX+tyRdTtETJBn0AKPmOKxoJGD0PMWZ6CSRlAAMBY7rpuP4wCFDu7P9KX0yGDOTDWNtsA0+Z+zh+AFQw5YS24wSIxwMOCSQrjvwiMOsEgiZtRNJ+lT0U4DucmT6vj0lwtFRTrmaVgB2ryDp2KxxXftVtCv7bAwYdlYA7nlsRci9uXkzWPbIc4LzQnkwxHY7uZoSkjE2yR/Ac+wy3jhdHSf/HKm5cirohzJiLygnJtn5S/rG4DaBN7H8JDfLJHrFeEd9cDktSnGQfdium6y1UboOsE1yNQNvOQhEY4eDGkdAMt5I3wHediKcVgZ07d2r5wDeG+mECdAdTpd82jDeYsU/+dlvjd77UMBbqqdivJ+jvqms/54yDAj+N+7oXso244l3HO29DWKSvW5sse56G+uiSw3GIIpxVC8PqemWVPt+306b3y7f/tg589r9G5jxt789574XPM3Mr73Ocx+3bbOOH7Kryx6bf/xiNsXEOWr9fgU3N3QfXkt7zewe0x2pYTalM3TWWPrv/9cWeE8OzMmjpgFve2zLG5pJHBx7pQUCcA3wBmzvd7Kas8lHrHcYtwW8G8abut5if6KUWBd4h0FNyBSJQyzdcrKWoYfXnWT9CTv7Po/yTJedQMv44P72AO+jMaDN8+ol+BicWJ0HPVRLsj8m+lKb6dvF+FFd4M0nBt4yfQJ4748eGXjDeBPjPQ94M5aJ21WmZCU/2310Z7R995fKbv6tGHBl/5WxsHrmsjKb3xQQuT5acw3RiPm0YZgGi7e9BBZuTwd4O/Or5u6eWMTdrUdi12TYa24HuRNM86sB3keZbePHBICOdtkU9IJZiYRgWiP5UWU3r0zRrEcG4Ric3E/G85b0k89ZTFmniM91IjbLaANEOO67SWgk5UICbz4DeBfLze8AdcAOMduVcA0QtCMp7+Xrco7ovMh6KSUG4NoC3AmYsMRuCYBcErgmdnZXx4ej8rSu/Vyxvpu+B0D+wwePrGh4S+Wqtp7sKt77UiZXSzFuD3gHCBxfQ0NUMbxWTntqZgcAmgBvjWOymn/SkZoDvL3fdIE3PZ/Gep0zgPeuGP1fNVnN+8nVCniTXO1bAe+//ld/Goy35NDX5Hj46kuAt5LOcT2ggyfoJLNmpprvALxJrqaxgsTfOQBgvHNiF/DeFPBGar4m4P22GO+VDRnUZsYAPGmM+x5bM9wsZm7iltpn9/q9CNH1y+AQAFfsrd4j3h+QueZ48QDnOBR2JDHf39sePXl435UNcEgDisOo5WSKVc/kaQBljmOscm8wdwBsvk8bHj6MsmPnpKQ4LQcd42qXRGn6lyR/rBvIsncA3nIEEP/KZ47rBpyTAFCsNEnZcATxA3irsmbs+QeS4K/oPJRs43ZxKLGP42jHaXQgxx7vk6Wfcx0oOz+OKJ7LGQFxHlI4xILdxgnGnCEJ1nP19XOArnMp4MzPBFtq37raSuhNJDsLNU4MBUcIG2j55Doxs4S14DAlyvRXxFLD8gO81XeWpiczDrADkBNWIHvH8cQGUDmH8lF4iTULnvHjjhmHtQzgHeyq1mYk9i51hkOGuPH4Po4NCAgz6wYBQTpE8EcAGMaY/zNiDkF53VckDOM+SNyGzBqmPxJ22UlkcB6Z9x0DriNdazpBaJVkjKzppX5B8ZDNoS05iJ0J3utxDGraHvZLMN5NibHspVn/jJl2yaqHIyDAm2cXzh/+Ud/Bdm+IWV7NTOCoGwJ4VxnBDJ8y4w3QTkdKxnjDgFeMN5eoGO8u8Ob+SyHh3AAVa89TGG9wxniT1bzDeIvBBpA7PAIQ7ZJiAH7KDoYjYVXAG8Z71VJznFJRx9u1vK3Wsr4hGG+B808+BXjfEvC+qnmoc+sZU96yBd5tf/XX+mUSoQ7Zt/3Po1JFfx+ptsQY7doejINh0J3zquc8HbqProKoCIeB4dd8PHTfi55n2vde57mP065Fjp1nWw/Z3UOM+Nzrs7bMctgt0vDed+a2NQyksSMWue9ZKObEjwW8WexZEDBQGXQ2KLRJvj7gvdyTOM5EWPbYN8B7yrMZiMEffJqvFXiPT6cGeNu4SoOnaWB/w4mn3QfeTsRDVvPDiPF+JBnx3c17oy8sNQd4wxJiZDmncm5MOrdP1wLvPWUz307G+wAWjK+snxfjfWN04erN0YYkaZQ9WpGx7Yy8aag1wDs3PbNexOxhICGpk1GypzJH1PE+lIFgA+6VSs0Hn+hCX4hHALipZxQWb/x/xELygm0rmV0wkdwPtU+1HukrTvYoA9k1cdWJwWgr2ZneR73DCZ0oChlnZiu3k1EOxtMw3XovnIbKei6wzblZ4zCqCnyz9mGgA2j4HsdjwLIG7ghQwaJRY3hb5Zwwts/LoEIezP3BkpPoirrfxMECUADotPftd94WEFMm58OXTqjGWDolwIFRhnE/jfFeGHjPUqL05tsY8Bbb+kTj5uNPfkusacR4e+zxXBYB3k93lTDwG8VUf2W2tA+8Sbzlknxqw3dffT76q3/5JwbeZ6UMuC7gTTkx6pufMsDSmJ4BvINBipeBt54JydUccsFYCDg8WgMsifHuAm9LzceAd8Zg2oEVUmIDoAYM22qOzTydQ55r2KM2JhUHz7PSG67+IeDYxN+6ZnOsIWYv2UefqeSakr29UBgIIJokfPty5gBaGXeAXMaYs4f7OpHQDue2679LcVHstSXucjRE5uZwRDHGDGDyb85hZ5PGMOObBp3eOO2+QsUG8AZoAbphniu7tM8pBp7wijNi0DGUYbwB7pyfvmIOOA46cKR7A7k5fwDQicEmRIN5R8k8MvUzP5gr6g05LwUiHSMeJeCeW2UQDobTiq3l3uLMWR6M8BP1aeK3cLrB9KLY4Nn4GUayMeYkc5YayRVHHQA8gLcTtzXS9Uhyhmw5GJDMSG3GMljLaEb86/sFVAO8k8F3cjbK2OnvYPGjjCDj8eRKSNYrg7iBmRGws1T4X8B67Bn50jUgy0k+h/zamew1lu1IDSo0VCHMBZ5JfifCjQKAF3OM04b78i3knIoHBjCMG4p1N0BWrMnZlx76kW/DsMwNjG+3/+ZfXYO3YxfYsZFJ1mLG4HDRWJfU/IyAN7Jzq554XjwTqxPSWcD9KYfCi3I+AHongHf0Qxd4u0+dXA3gHQn7KC9IIrvm3AW8+RfHh5OrMT6lXDHjLSXTAPAmB8faaTleu4y3XfMR3w/4rjJqAO8zZy+rnNjPgvFWObF1hWpGqTQyr0dYRbzi3xY01MhoQcWg/do8186gap5dC6j99FEhxBPOn3rEnb/5NR/9UHjaeNv6thVDbr41/TqB92C/VXf9hv27CACddctvgHfNh1hBZ75eFeP9Bni3XfwGeE8Zbr+2wBsbo/tEu5tDGHs2Lcr4rw2ngDfJ1cQAPSLGW1LkLxupeQJvg8pgdf1yDGgCbyV0Ang/EeO9fe8bMeABvE8o4QxlSQDeZy+/ZYCwQrmgzLA8JjV324jrI+Icw0EbvAyMZwJ8eyoJtasf2B63wVLzYFy6m87RYrxfzW5UzDuMNm2MGPTMcC5DqMtQA1wAv+3GETHryDTpX56cmXAbi9ijKn2oPjPro3O75A5MCwCZeGAyPMuIBfRwTs4NgANoE2Lj2sr6Luy2HYwAcQw7ndNydQGPLSkK+B5gBjB0XgAbA5j+hb0lmzWsJLHdOAfuf3fbgOOKMlTDxBPCA+AAzOw+3BqdUX1XQPeagNdVHY/cFeBdJcXm9fpUxnvWvCzJYPeEgA0ZpsicYbw/+uRnSp51QTWsNXaOALw3b39lZ8NvU8f7H7XlxKYB732N0zNi+d9SXPs3v/xaY3d7IeBtA17t5hkgC34O481zVr89N3iaDbxDai5ABHSuUAakWakKYRxi/wbjDbOIEYxEWf+Aw5PxxsnmerY5yUuxUccJAiX4Id46YnpfSGb+SMD7UPN0FYZZIJOxEDWeZZjDTqttW1JSMC4BvowhwOijhw/MYF9wbGhInakzTvgD1yRWm/4g+/6eSonx+UVJvrkfxuO+3gNEn5WKA2k5ZfDoszWStem6sNg7Ul0wJ3EKFOClf2kLMnvmCEoaHEMXL0kmrOP3pFI4gFlXdv5IcBhzEOCOggQw/UTZ17kWjgG+81yfP5XKAqeJlRACPCSBA9SjVgm5O4wrACaYceT8pyTrd3fDKHOuzH8BqMFx4FhtA4lIVAaY8wMzECXRVrCelgA7NjwypTteXn1JtnTHlStXhmt2O6Gb4taVK8OloQDjxFozGJAme1X1Amu5ecWPO0cFf7vWOPkhlBcCeboTtgEKs7QZ7bcasMqCJRC389YeBC37DDxUPgHmYh2MZHJ2FGTyOSegMxjnXlPabWl1xsmnzNqZts3E0i/l4Ew/gN4PJ2beomXbXIbVKABabmi9JanHauVkqbkQDo1wqDrEQM+4C7w5WTDeIafn/rw7cy96H9YfmflL1k7qeAuAW2qOkqGctHZ4RD335YA3E5p+z2dhxlvAe0PAWw6glxOMt9h3jQ8z87qXVQHvkpqfsDRd9+e+LseNU7Oa8SaLO8kr3zfjreRqBt5RYq/d41pbpJ517HJdID6+l0/bH/rs9ARznHuEv6f7bxjvMSXAJGj22EglyrTrxud9fDJOgswD3uGs7Bw/bc+adeGp1x7/8hvgPdl5bxjv6QPqR2C8I8Y7EhNF4iHLYbXZOaYNg9QJSF611HzOjJry0bxJNDTB+p/Pd2X0/bsT+87YG7HotWecp7AvJ3T3BACq47yG7n3Cs1kXs5d0CRfDKwTejrZoHboL3H5I7Ka/OsnVOhtW47DHbpq4z7p4hw03Wg1DnovhFY7kai8FvCXPTeD9xWefjzPec4A3Md5mvA28fzl6KtbPHud1Ae/zVyU3V0kpAW+SQZ2y1JwYs7bslgF3ji2bfY4H04827wOde1fxpDCHjm00lV6S7PHn+mMC79qcI0FNgBfsybi3YKd5wSZyDy4XRh85yzCAJySsfOb6xE6ERVIkMX4y3jgeI7dyWbBO8X5l8+X7AJzKiO0yZHpVKTEzgoANkkcJhDgGPGt605ZdgQ3YbF5IyS+oxBhdzXfMHmr+bt3flPGmpFzKXvtIIJy49bdULgzwskl285T2Hgp8w56dE3C5AAsipQOhnwbe/mlDhKrfumN+HvDurzuN1LUzJxhDgJDHD4PxvvXxJwJiSq7GI4AFYgoAHLuTs7c+8RlM1EMx3ve/+1Lxvk9Hv/P3/xMB738WdbzVNzzLhvH++vPRX//LP3UuggDeN0bfffNLKTW2Xdu5ZbzjGfv/O4waoJsfwKbj+fVMAD8A74j4FPvLWNLe1WW8b6TUHJDNLeCcgkkGANrBxb0yx+l/liPGJ4Cny+YZgNR+UGtQdyWquLEE7mrRqphaQBwMP8kPcZY9E/g9lOwboOlObsb/CY93nDIA5YsqWYfzaRe5ugD5hu6ZMmGM7YoBp8HniO2W7BxAbeCNo4hcCMQiewxFmTDnmbChT/kmSuGFgo3r7UiuToy1a9drrzcrrnkAIGIeREgaDgEY3ohhdnw12c6RXJs5D8D8TCXSOG/Nbedc0JyjHbDbrEucAyM8mHTqWSs0BPCs90iEiASerif5JEw/Gdi9Gqu/zCKTwwEVhX6PmuZkmQ9HnjOYe51A3hwdHIyi3TZmQE8a2Fdp1XCyAM4BsYcCemRYN+Az0Ip/kalXbLHLmiH59kRjz+fUxRgT4yPFCBJ0SftJIsaYo89cXzwZcthf1gL3HQoAA/aIKaesIAor5y7IdSASTsalApzjDcLJgBOhQHWOPd8f6144gaJ2eILxAocJvslHYucRIFnvddThBs3NmCdrOP8xP2pe2LHU37zbeVvJ2V46j4K6RH1xRvsbUvMVSnbpfDigyI1QsdFeYmCsHRaA3D5+zHg7dp+fdIhwBjs7QnUQioLIAVIVC8LJlqEIzVrG3kPbifHmeWlcqz1r1PE28FZoxyhi98nqTpUEg/6UmrPmALwruZqzmrt30qnRxHhHDPmGqgEQ4/3+hx+qjvcVJWqM/AzcF/MqmMXZwNsL1MxXrUHR733gbUe1jZj4XqxS/qb/fwh429dUTkb/29oh/SZN2p9dAD/7uGj36wXe8/twoIcHCM/jnPt1HjtkWw8BbzvQjtjAys9xxMMnDpsvNR/HEP3vlj3UCtrirsbdQu0lfyTgTSwUcd+/ycC7NZiWgJsTg2ECWHv16DzAxlCbPvwmjj8G8B4G3bHsloR3vEWtxGyxiTJryC52dGqw48vdjXyBw+fHeEf+3O5yPy415/ZnP3EAAv/ZoLIBlMxAMt4uJ1aMt2J2v/j5Z0cC3iRYeyZpuEGlgPeGYsXOSW5+xsBbjJKMSRtvCbYDBLUbV4gVYRtgcxTfLQZxR4Y34B6mgBreATImN7sfG3i3jziM1lZ2HmxNyFm5wwDiTswFONIm4FhOSu3YkI3nWDkoQrIIaCbBWsRxAgAAEdwz0nSSWmHs8z7MNobmebGDMIElSeecMOCAcj5/ooRrl1SPm3btCDwR/w3DiNycsQIAfKw4aWwnwPauWD7GzlWVFqM+8rZAZQAhxYbrGdG+a9fEbgvcbm09cczotZtKrqf4WDJzA7pfABrS4J5wFKYRMAS8u5AwYGIaXsno+i9YfAFvGO8Pb31sNkrLvoF32GoFWPKpTaxPMuYFYonxvv/Nl44H/p3f/09Hv98F3slGEuNdUnOA94b6neRqd7/7Vn22JTDUB96xOIwBb0aFngnA2+oGGa0FvCNfVdQ8ttT8diRXI8b7hsr4rEhCipFOHe8dXX9PChQAGo4a2CqAp58TJbEcsxt9VmuJs4XjzIpW2WlWIKWMk3TV5ecacwLeJFDal8PG5YiQjcs5RhgXidXOSn0ByCSrOcY3IBfgCEwhcRxSYpfH04UBz4C0ko4HyNT9wHymXJd24yCv8RuJBRXfrXM5hEJyc/rOCa0y07/XmJRBA4CRTj+V8/2Z2o1zAIk6QB81QzCZz6Mc3yqZ0pHKSmmisY3zizbt75BjIpQizA3qdBtk4CRTe1fF9hmUG/iGMw15duVzeHogR4WuDYhaU+wsDgJAPYoTGPOSbgPikRnjdKDfD0lYB0GAgkSANxLpCaBbhh5rBU+TKgSui51gs55hOPKCES5GnORc/nF8eMWNA8orjjwAoDOxo6hJxyHxxiTnYg0Pli/2XWqLW2HhmPdQauCEwJlAXztmvBhYEn65bnzUKgc4OQSH+6gkthkj7iSb3q+YHzwj5kLeixl7gHVkqMfxULHgVUGgVBuRtC1jxgH69oqG5Dz2RtaMmpPxb+zHk+Z5lNPKUmrqb77l5GrK0F8x3uzWdvCoj11Czc5VHF+w4BGjz/xxNnGNI9fSFuMNKPdzih0gVA8uGRex9TxLnhnrWySsC8dEt50VXQ97rU24jfGW4uyUGO+K8bb6IGO8ZwFvS9PtnKd/o9/puggbksJFTsiPFeP9/ocfqOSkgLfmVAFvO3wax1DrtOgC8Vx9Z/xTa3sqFno26EnVN68xw799y20e8PaZe8Dbo2EGEJ1ktMevNiYln3I3r5Pxnt+HAz3c69PjnOsHPXbAtl4EeB+5vd44jwrb+1cdtwMm2jTlWt17S3O+reOd7aq63v3zvXLg3cjoMGIzgdp4cjUY7zfAe95g6y4OE8xS19qtRWvOyd4A79gLhxaAbhf+NID3jqTmAt6f/Xw54P1YjPedX462xHo/k9TcwFtS8w1JzWG7FwHeITNnQwwpJWXJth5vikVEZn4QgJyYSADslA3ypwO847nbePMqzhYTAAAgAElEQVS8CYYxkv4AwGHCdKfqo5CUk0hHoARWTcYan0USJwy8YClLVu44UH2OMQ8Yj3JI4huTFQc8Y/A8EWtNFnIAAhnJCywAypnnHI8xSow2xj81oAHTyNUpZQXA4XgkvZau67y0AXBEbDivLWWTJukU2Wxh1mElkdSeERC8c/ueAdc7H30sKfFVS2l/MODtTgN4P1B5s8ejD259ZOB9qJrbZoFscHeMVRv24wucjVcZw4/vfTu6+yslSRPw/u2/J8b7H/7T0Yru+bmeHQANk3RFgOL2V1+M/s3/+8dmvDckpQZ431fZL7JinySGGAg1dol2w+V52JSXgR7AT3HdmXTvJL8beItdZaTo/QcC3gcqr7eqLN7XXU7svLpXbK6e2dYDhXw82rRaxGAI8Jmx4gDwkkLbucN51VWRYAyQFMUFR9/r/2XUJhzx8ZVZnSOABcjKnfhQwPu5xg21w/mbF+1nHDFutpUngrF2XmAcALav722p7XT3+kaozLh/6oQ/lcOHkoNnGMMam2TMfymgvCbZeDkknGywsXtCOQLwXtd3cDThjALsA1jPiI3bEHiNmGyBZgxt+sJOO3Jb2AMTMdV6RswRugWnANcBNJZTkP2MHAt8lzllWbz62w40nYZ75t+oYlDVDdJBmI4mHP4A4DUlKFwVgOZch87urbFohxu6gbBfkLEjRWesHuJw1LilfbqQAD6OCh2v90LAHIAB5wpOuCjDFSDVfeUlU4DY9x5gBZY4SpsJWCOF5vdM2IYjJTLUCww6hvwgQKSZ5mDcsfSqjJghjxFx/muVc67TlGVVm5DQ05+oCMzgEvJBezJGHudGPJtI3ueEbpaFh/OI7wIkM3d6rqkRehNrLZL5cHBa1eH20CzNLbKlS04fyduivrhjlQveMi5o+lgsecqqe8DbeeOSxfW1YbzxBZNcTY7lDc1Fkqs1wJtYbNb83AvoY5QZzlBv2T+Au346wBvHgx21zFmAdyQkDca7jfNfFHivCXSfFuvtrOZaK0Jj0APePL+UmnfLiTm5mxlv+i5CJYgFx4mJmolQng9ufeh94EwCb1h51rBygBQsNgOee2IMzhij018d4O3h1Fujk0xojq3P+S4XAX10r9V8Md21HeDtd9IhOWla9AF5uSzjhDOw+tgtzQPeixFLc3ppkQbM6+J5j+Cn+tkb4B1jL6dTAe3CGz8B4K2NWZuzy4llJs1gvCObcCs1R2YehsByWc0HV4+lhu4yUvMeFvai2X1v4vNeSyaPb9+pB1qHjBuN8cDnLpndz71+DrVm/sIyfHR4sCdftaAu+hiO68nqtNSLw9B12y+MSV+n3kl4WeuIcca7Iyefdmw9wNzLQkqIedAvJ7Yo8A5u2jJP1fC11LwPvNfPKakajPc48J4lNce+AnjbbESZooRNWwIRe2JjYQSMuSNDTzBLvfssb/xQvNbQE1nu8+kPOAw/4tGTR0zPf0lDLQV2nGMa6pajqgSNgAYMjlnslEz6mZeBmQPAjmrk4/o+DNOKgbzKimUpMUAPL/5+nLWUAdLO7iyW0BJdnR/AfPasQJKMOQALckE+A6hUUraIrxUzKVC4s7XtOFxYbwxIQDosOYwMJct4epcuXhk9loSYGMD3BbwpsfM9QH8O4x2zJqBe/D5u3Nhw45573d2XmgdTpZdAwrbGzpbu6cMe8GbsY8K31yBesW/UyRQjTvzedwLenyfwVoz3P5TU3MBbUnOYPT0IA++vfzH6q//n/zbj3ADvu3f09+PRCcAZRu7YJSaBN223/JiYYQEhwAZx9DbuZd17/GvfAnjvP344AbxfUKpLjqqdrQeq606pzJCaAzFCjhuAJPIQRC1eJ/EC2On5wiivAc4lTxUM16cBUhkPgPgq08SmDogHAMBy7yuOHbC24cSJJ5V473G0Px8jzgTyAjjhk2XZlDWD1Q3mGPB6gLNHAL6+G+/J2aY+OC8gDjvMng1QZMzioNpQu3AcMQcOdU47oHTmHbUJJwIlwdbFEgPGcYCw71Mqj30ethonEqzyaeLB6RMcS2oD7BWZ/QGLtOEAgA3rnA4vwFAlP3SVAWpQqx8ptQaYxZFBeT/GakjOHePg7iiGn8z/zMWnOoaXS5hatq4SqJQ9QwmArB1HQK4RXDNkzTDIUg45eRzXwJlHvoaQ2Js513HFyeHUW9FnZp4V1w6YRRkPIHXZbDPhhCCQ4BHJOiAVJwEAMZlYJPqoCdQWGPiI4ye+HMSaTDprjqXSet8GhH5M1MbAh/F2jXEUT86Ozpsk/1LbrXpAlUF8OD9qsxO4EZoUTDrrScinY08P50L7E0tG+3dkV6+1k/vSZ8wBADhtLEcBKxPzgntCHp3OCIP57i7D+XVP9FkBSp4IORgIDdgQ+4uzZ8XlxGC8sTPljLLMPWLVURnAdOMYxKnhEnLUqUd2nlJz7iEKC2QSPrPeOFRi/kRteJ5PW1e7bWfGrtPyDuO9KPB2Mk7t2wbelBMzQ17AO/ILMOa6wPvWx58aeF+5dtXAm/aHnL4Sv8VaHo8n1/VcyMeJiZ6VZ1DRWfS99fOd2ASakmCx0jQ2pm0ED78839im0e4rYePmbuNDCmBPWpt2wNV1fK3llJHjdj0Xa892bOB9DDVp95Z+nN8HDeTpzRqwrUO5NfuOliHEJs6STr1X01/HZLxjSfJwaufX2PAaa+aJ/+F/+5OxbhkafGNs7BQQV7GPJf0KqdhzJx5C3oW32hu0Sm6wgePBZfF2giEnP+kCbzzasaG2dbzDCHENb2KavBjy3hEHzoynNr8fxj1vrZFa687kgjFvcISkc7HX0PMZOstxjreseOoFllv8hto47fNZnqOjnKt/TIDy2Q9haGgdZfEwYO10pqsqE38oO8Qx3s5qvjn67LNWas4cGLuWjnfco4E3ZXwVh005MQHv7Xu/cnK1kw3jTS1vSc0vqaRYSs0xpszE5TxuDbOQ07KPkNiL+O4njx5YzgrwJvGTcaz+jYj3aaOiPytexZOadY52E/eTLKMifw9VfMWjZixifsdxj7qZkkZGGTH6kzreJGQK0NR4MDF4MPD0vZLgAkaqJu16AhhACWwj6xplwwAygAf6GDac88GAO9mUft8SWL6o5FbIQh8oGRm1kKklvala3RioxGg/1TkB8tTutrxX7ORlHQNDvnn7jtlGMtqScOqp4mrP6TkDvPb1+1vvvu9yYjBbBt422gKo8LLtPfU5jvdto32emETjz5vzmskUOwPjvaXs6x9Iar6h+MvnzyMhEJcLqXmAb4+l3lg0SzUXeMN8RkKzVYGH21/9omG8T4t5fUsJ5e4r6dgTOSBOusTX+Abru8/h2x03ABBnmpdR7kzSJMJjU1V7nPpKzo4HdyRh13NbldTcjDexm0h/6fMnjxTbfnd08fyZBG7BojozNEBLoCJqQ+ve9UyeCUU4V0DVkdb5T9gXFDJgy9BhLQFHljkjE0b2LVAESCSDuYAuMZ3n5cDB1n8iZwfgDLDAtSn1BfhFYg4APyOmG5k3Yx9nD+A/aoYDDE85VIL9ms9xBuDYoY92nW9A2ciJv4YRFvMLOGUc4ijiHgHSltgT2sA95zhj32euoNZwuTZKigqI41RYV1xqV9ZO/1dCQlh3gzv1iOcsQ8ty38ipAJhlTULifuCqCxoX2BRiKfkdWTuAGSCGXDzivdMBoTYB1K22dggAbHsrUzcLzHe5nrN7C8hoDACiAaOM3kN5gMi8DpDHSUO5NJcntN2J2kFMuPqIahK0dSVLhGklkUMm2PIYig5E8jh1gj07aZAXZ13pZMdZl3GcYEt53Gj8NJm2NQZQzkS8OI4XnE2mkpONztkenRjAF7LAdcRpG0x4qDIicVs4GCKTOnXJsxxaxoyjfopW1y6q++F5MwhLPu670zUMsmhSJghM5xMltYKxh0kGeANoI6t6Gz/vlTjHQYyFcFjhuAglAPNiQ+zvGeWSWLFSIWq4A7IB855fAtuW8jvbvJ67lV3qJwC4gTfSc4B/Xos9Mp0QoXQitp95TEw++Yoi1t19yTP0vbSODoD39woLOCW5uGO8zXiLjUfy71c43SLGm8SlGqcAb60n6wLdq6pLfkqqNQao3RyW8+fz5hkm4/3hRx+NPvjolpJwXrczjP70OBkC3gZPXQAaI7Fe0+3b3r7Qud9ybjUnWOCXAPbDdvME8O6dm3wC815z7V/3wew2+Ng5TTyObb1AF73Cr4zb60exXxdtzMS5e3283LXtxWkvHQh30aYkCm4f4Pi1B4C3LzV+7Xmjdei+Xjnw5oIFviOOO4C3pWha/IjjIrlaF3gzYCNhSwHvfnI15F1iDjA2UqL2YwLvmGBDC9Pi4+EN8B7uq9cLvAcW64G5PTTJpt5dZxFnLbGRJcMEA25HMYgPXyHwZtMmqzkZzRcF3uFk0catTfupgPeOsm1PB96YDdNi2n9M4D2+scT86i64IR1n0Q5DKoB31OrN9zDYtG5VcrRizKoMEwClpLMAoUia9sy1gvkuYJskaRXrHXW4I9M5n1cdb47jd2oqew1UeSdnnpbhB3AHXNO2KwLU/EvJsAs6L8eRWO205LIwU49Vcozay2RBp12b9x5YInpGzCIy43PXro9uvveBYzqJ764Y765xtRjwnuFkm7KhTgLvjwS8L80A3jwTgHfGCxYAnwm8ldVcrBYs16ql5jJUxRDf+frL0b9JxnsR4O1h0ADv1mAGJAE+LDXH+ZtSbJddwv6Scf7wu+9GO5Rzu6CyZQbeyp0AKJERfbD7aPRQlQUAwdSjLqBXhiN7OEm/hHKUb0FJ7wTniw0HZOkP4yHGpJ3VGjcG6uQTwGsC66s2AVjlqxHTLaeM5OOwd+t2FgUbCpA8vaEMygkK9hWy4FAEjZsz5wQEdA7Ou6XxA3J1YiaNbd57qBAGxuW6QDRZxLl3nEeo1ugTxu2Gzx1tbFnlUHjgJDAYl4MJkH1WY9OZxwV0ndzMgB6QHxXWAbSMe8YN/Y9zy2w0TKS+i4Qdhr/izUNNckL3yxw4qe+pbSRLBOQKLPOe5c0ww2b+Ce2ABYfBpowZYDwqBvBdnAk8AxwTvOgjnpul6Eh2iSEH55RsW4CUfo2s6YBXreBZ6osxFc+T0JaI6cdR4phr2zH84HwicZdAusNa4j3a4rYyIxxrHeqjEBm5aJbBl1laOwJxFKj/DP5pZ5S5CkaWsD5AesSHA9KDpVV7YWrzHF4e/RPEBiEp/B7tzizq5bBAbk7CNucrIDwikrix3hgc2lEUtdLbeukRVmBHb9rPrMGA2wCq3Fc6AQg5sFNF/Vpl15inafx2HWR8z7H53C9zU53EeF1XDewKUXAiPykr/LyJk5eSAGk54B/FDfPHJcHoCwC5k9615cG8v1lqXiRPhDK0wDuSq/lB0IVjwDsc486OL+C97uRqWidWlDfAyoEED5T+srMkgTcqUAHvtfMt8EZNAfAmO7sdiDx73tF4WpOz4YNbtwy8r78F8JYSg16lD1kzGtVWrHFNsjXTdH3gPQ4ppgNvn6W2j7jvBjhPswfGvjrxR9+mnvXtaaFtzXeN3Y8BvHnOcw4fSkz8BnhPPrXfWODteT57TA9hgtcCvEt21MR4LwG8u5nNW6n53y7g/Ton8HHO/ZvLeP80gDfggeRquwbeITX/7PM2xnsZxtvJ1XbJ5CwD7gjAu1gJ4t8CeD9WRmmxTjJYIoNurDw/dcbbHFIaKSyTlYm5u2TWhoqBAtCBKYvYbf3uWsqSvspoM1DX+/SN5d/6GyO9GDSAN8YXgLmcj1zHsaLJmAEM+PtCJlwr4A2ggSU/f171o3WNYsM5LiS7q2YnYW4xXmEM9+WcwSi+qIRr+3v7luci+QVY3P/ujjMuv/3BB3J4CuhL3n7h0hUbaS8x0jXknRQqX9zTDw28LTU32xaG93Tgre/IKN3qSM1/9h/8kaTm/+VoBUZfzwBF1CkZ+msCMHe+/sXo//sX/5el5scD3qpJjfMFua86h/723xofzl8l45zkajtivE+dvzS6dutTG8qCIWbWD/Yeju7f/lrtEpsrZ4pBlo1TnGxh4AGWyFxM4kOMcv42o06/eI7ZkjQ4YxyUFBxWGblx1YcGPJ2EuQMEao4e6Ad2k/At6neviZF2oj+P3wBT9BnggbFYziDGrUE34ISxrTHP55adZw16S771g9oM5QXtY6xWXW++xzpl9hVQxA/Z3QHeSnrFK3IXRMZ3mHLaU5VOnJk7wSnHu8yYADZz8qLGMHO0csQEYI6+5Xfk4i6VZofEuttOzHrEfwPG5QCB1bVEHccEFVUAy5HLgedrRQBOMLUDp4KTuakNrn6gR8HxxHAD3GG4XaqJdYXjWRt0bpzEBo4AdX3o8mQ6zo4Uy6rphciU78zimS37hNQSAbxDhWPgmgwrCiTHhlfSM3QrVh5xvJw2ygfwXEkIGJ8h14/YaFhxgBpsr9UEAEak6oAxmFDGEWM8JdgwwrDswSyH4yDCS2DtuVbI53GQWQni5G30h+7d9x9OBaT0BqpZlq1AeNxT3jcAvhjxTLIYTjD9XwHLvkIl/66EmREygQoh4vypx75GeTgy4eMEy2dKWUByLxhUG3iHGoDyXPYxTAHeNMPZ6/1L3LsVZrDygF47M6JCj9szlfFugfeplTNeI05vUFVEjLTaNw14e6DAeMt5UMB7BcZ7AngTHZ/AW86G9wW8P/z4owZ405WuOU+Mdz7T0MMWexceEJyAXca7DyeOCryHampPgy2DjHYD7qcdnR6d2Xio4xyY/NJxQ+OOY1vPafJr+OgN402nHovxZpX6dQHeB/Zew3pHGRE2W7zyxXizueIpr5JifxuAtxe13gN8nRN4mXOP+z3ZhPrv1JowgwV7hUtGxU68wlM2p+p7pybu8nUw3p14oGK8G+AtoxTgffvu/dHnXxxNah7AG6m5QMkRgLd3Y5IbER4i4Ler2Ezq7IpaCyyQMd5s2P28A9Gx/e36dTy5Oqe5kLhq2Gw2jEJKGrLN9pliaLcJq2oBru9iYPPCoHTpMEvUg3ksJi7KIBFDWsnXoqa3GW2SUHVACowZPxjojvuUQVV1vMuoB6zwgpGhhjF/31FCMAyBkqgDSK5IKg7ogRGHbeR8B2I5YZxgEJ8IiBMnzvs7T/ZcWumKwBEAe11xtk6uBuhIxrvY5XpaxwPe4yzHdKn5OOO9GPAWwECu3gHen/z7fzj6fSVXWxXwRo2NPB/gvS5jG+D9lwDvxw+OAbzVX5IE0//PxKIiYbWkmxhvPeMNsmbLcL8nxntXEm2A9/WPPh2tyFAWFAnpt4D3vW9/ofmza9DI2LEaTExjZFVGdq6a4Eq2dP7K26M1yUnJ9g7wO6XrrAixAf74sgEEoIv/HF+aMlMYOlhiAUMcYtQiJtb76cGeHUZrZiPFympu7KqcFy9YXBQajG8SrFnCrfcJWUDWjfMH9hs2k9Jfzryv61HD284HtQPnEb9bkaHx6JwC+g5x8dQLBwziLNrXZyQD5L3K/B/zSw6HTJhmFt+ZvmHJo5xogGgBJfVFKdwK2O4I5DMvkco763zKx6tKAfdY84nr13y27DxL+7m2NvNZ98Jc5V+DN70fcz/mLC/awDlKuh6xz3IUqH3cO33nfDT5PuPjEPDreOUAywbeZE3Pigdek4jep/a2xpidYF6hghkPIBtJvAh5Ye6bWTabXEnPNEYEMkkOR6w5Gc4B35Q8827MGu11MFQ8nMdrnaXysLvB8Bo4dllygKll1lkaDFCJBLsBbpwjmWmz4cFkewVuQHXI7ZGpG5CbOU/A7XtIxj+BeutQwBnIbYdzk5togHiznziiPCWmVaIMZ0PUTmd+OEa/EsLBo2uMuKSWk6FRVqzUAPodJQSseyfEA2ezHRD2kgXzH+x/yMxjf4nYe0B3SM05zzSpeeRgQVZOQjVqeK/BeFPqDOAdT0XHRmmzqO0eipYV6nhLar527oqzoBfwdtu8BgTnjDOVRH/vqZTYhx/DeEvZJicta06oHDqMd8ZE26HiTo65Nw94t/tC7bG1m8a+2+ytOGfMyce/3oyXfM1ltBkRQ+cciPmePL5jGXQc0Us222N1qGnLn/N1HdHaSx59fqwDRu4RmzLJ/I6rCoZiwPuXpURf82ocSIs2rnftuPF8LSk154kfB3j/j//7n44dPjSw+5/3/y62m3+D8cZIpXQIMd6HkVyNuC4nvIjP2HDYzGpzNPB2rHdkLWWDCql5GLqO0/oRY7yXlZovIyVnFAw9g0WHWfd7E89tgUQQTTxWnmh2u7rAe47XcU6ZraF7+iGl5v37ntc2L2FjE3joTuLzJt8Im5VO4iRTelMqzNGugfeugPddAe+2jvfyjHcCb9fxniI1lzTXHmYj6Rh3hsuWveMt1/yEiVUpJhI3PVeG3RMwa9lBUVgtDK4f99UF3sEaxjNpgTfMBfcXgNyzrJlnNkL0v8qQDE0FOMFoZZ1yuSUz4PoddknGDOw2Bn6UMxIbbkZKddi1tiGHBTADSDgnv8OaFXOIDL2b3bxqegMq6HtAjcuP6fpXBbb5l5re58UYYtjfuX3bsluk7Pe//VaJd9aUUOdaxuRKkYBk+NLl0b27mwbkZ1XP+orqWZ+TJBqDlNzesOHHAt4D8XCvE3h//O/9hwbelPF6YWAK8BZYfgXAO5xgAO8otYeKYE9A1mEWArbnVVf9mvr6lObBXfX9ziOVb1P/Xrv1s9EKBrXAD8D78GB7dOebr+SnInGYQKKMbJ5/1aJmXm1rTpHg8Pq7Hwp83xwdvBCo1QJguSnxuWayYz2t5H8h640xuMJ9AxphkKVKeao2okoBYAB2DR51DzsC04xly791PSevggU1UyepvsYPjpxQV+w42RnXAYxzDhhtStZh7AOkCWcoZhigU8ZygVJn89f3qSdOqANlzRjPjG/m5tppye/JbaBXJWiD+QbI1xxlvvDie75H5lwmJAR8ui/9fCIUg3srOT/HFYvP/TMfmb9m4YvpBhDn/MXyDAdAONrsZNG/XI/5w3JBf9COcnqUGoD3nfTO+0DIy5E+O0bX8ms+ANsVewyWq4zusT4ByCPLNPZN1OGOvBNy+On/Vgh1SJa9yjdWRYZT2Egus0byP5wFUbUggCIOGwTr8Yp1Pta6KlGG3BoHq+XYzvBNjDMOHfajZM9Lyg1IRbpM/DXqHgPENFhhojlxyskBrI3DqHEapZye75g5j5roTkqZcnUz4sRTW7bOfdBwoF9K4HOvStTo/jPv6zra0RaPIdY3nhelrsxOw/rquRhoc39Zxs2AnGzykZCuqc1Nv3ifi1JiZrxtv9CbkYnekn7/S8x/Ae+sU86TsBc4ssDjGDkpxhtH27oyrhPj7aQCfpWTI7Or+9qyiU8TInZ1dFrA2+XEkvF2PLoJdt05Dj1sZO1XBt4fCXjfeEtlBDdiTFqyH33jthstFMjI9zweZoPkJnlagp7WDixHQz2mtAcqgeERkOiQ7Tv/8zm2Z3cO5O/Z6vavI7S3Odjz68e2g7qtmfd7n/F+fcTZpG08TsiEombRV1mc8f3lbe+4dv+aNTfm2vFxsUUbOogJThwHeE+bBMcB3q5z2mG8MX66wNuGBl7SN8C7NwCGBkTPG2ewNTyGFgfe3esfH3hPu5s5+8ICfTH/ZicYb25huHuOOPlz0cgLGOzOAN7f3rk7+kLAe0cMJ/FvRwLeOtKMt4E3ydWuyYMuqZvZ19nA2yYGbJqAw65qMFPHm7JimHVkdQ4z66cHvCNJWhjQPFfAcBjFZXDG6Krxb7bGWXajLrAlpbpBZN0Vw826VFmfOY2T6wDgbVCKqaY8In97WUd2Go7EYsow5Lt1jx0XqmPKAMfAZ92DldlX7eerSgjGuNgTI8m5zDiKWaUNGwI+gBIAHGAJlpt2lkz4HsnY9N8FsbBkWYZ9A1hdufG2Ynov2CiP3N5pEJZBon+XYrx/ROD90b/7D0Z/APCWI+ElLBQxt7qndbGod77+Khlvxb8rQd1bb12bm1zNG3jORSc1yucbjDfAbk/11J8YjL6QQ+y0EpK9c/OGZO0nRndvf6ukcVuj1QuXR9cB3mK8Mc4By8+eKjnid1+7NvCGQfDa6J239QzOKjeAnveeQPddqRpwRl9/5/3RWQFv1SMbvRQQCakw9HfEoTqDsp09sHpkswYgRBiEk/npHLvkYFDVATJhn5KBzPhzqTrd367GEUnGLlw8bwOb8nOWkLtePAkAKXW3bRDMPUdFkYgfx3Bn7AK8LRcXKw4YrvrxMLSX5Izgu8jHo7RXAHpngE/HeQFWK0s8J0M67zAMPUOAN/OP4yum2+O9A9C5fwCaJePEXusahHowo6lXzqTmb8u/cSgAlukHfbctbUr1gZC48y+vSv5WoNbv6b7d3zqP5fA6TzGHIeeOigdcg3sK4B6gj3Ywt83k6viIsQ7FTCVvK6Ox6np79jkMAJDHmoTKJlQ1zqquazkxXyp5Qv3AMSEBd2w1wNtlv4I1t9zaGckTfJdzNfd/g3e4edroZF3I0zPrvmOv4zk6lthybvUHRAohCOpngPr3MLXI1w2AY6xioEa5KwBkM7lydUyG3Oy4PjNDDXAk6ZzCFJwkLxwGzt7P/K5+S/YcMAyo9mrr/9lN3OzHntMY2OxWhG/QFsdgRzgGwJvfYayf42iw5F6OhA7wdiI6XpbNE+OuvmULyXPxbBwrz/17vEffkVuhmLBwuhDHXcBbiQsFutcFvsm4HknXorW0J2LykcKrvfQL1UiUm2Um8GaOcZ+McakL3vvwfQFvSc0NvGG8GUexdnQZbl8xFRDRb/RRbgRT/nH/0tAE7a3dH8Dd+x6/5jMJxjsdPbNPO/WT5YD3FEtxHg050aZxEDh07aFbeQO8J3voNwN4h+04DryXwRST4/QN8J4xm+ZNwj7j3fdz9Y99rYz3guUUhpQK07phceDdPfp4wJOy7zUAACAASURBVPt4zHZ6cKc+09neyJ8M8Fa7yWq+p1CMB2K8jw68v5Y091chNTfwFsNEcrVLlBMjq3nEmC0KvHcA3jLsYUOQwVoq6/9CVtavvTy0Qb36z9vnHo4/5LzBTllWro9dCoi/UzFTXk5nHnb22mC8HfsoY8qxjGajotyhgRjMmwzsAsywW5WczaAA5kYGGux0ZHtej7hDGyQB0A1qZGA+kJzXbLgAy2MBobNisIn73hNzyXlgwZDrPhObCctabSPJFb+TBR2wDkDavHvPMejvvf++/o1YcTITv3X95uiBvvdESdiuf3hLrPdNGXRkNf/NAN7rFy8LeAcAMeOtfrnzy69Hf/nPkZo/ngDeNrwbtmeakRDlhnheFRZAwi6eyVPifB37e1LA+/rojJ7h/ft3neAukqv9zPGb1N3maR8KeG/e/cbgZQVAKB35LTFSly4rTlnnPFCt7DvffSvnysHo2tsA77dHJwXcT0iCGoyfxqNBRTqKGMNqG21gfFG3GwCxRgIxMfFPmJ8C2KfX5CTShrOlvymHtaoxclrllTjXOuW2dMYthbHs6zzU5D7jmG4dr1ASg3EBWJQUXDVk1k8T5IYEmxcqNT5nLjCPiCNnnpEIEPk6+915165XcjW/FyXxYOHZh56SsFFtA1CZqc7QDEBzScABY46jTqlsE6cNCE6g6+eeDgbmlR1lGvvcB9erhIY4xQqMW/qd7KoBN6DSDrqoc839lIOjQkm472Lc3QG6Pt83w65/cZzVOlH5HpysUXMY3FnrBWsM13JiLoPcGIOxhkRSNa7vcmWWLYcTxKAfJ4UTxIGxKTUHewyzG+fzqQDgKbFGSUEd61Wt/XbAmBEOZ2HEosMgx/gydHKsOSAzxkjg5wRVnJvrEBKQDLGzguvnuUIcKo4cuTVQ0CwwgNYSbFOzBL37My+0XqPLGOV9bIZIcMd65ph3A/Ng7i1VRz1gMJ6x5I6DD1Y8kteVJzsAufNXuNZ5MfK0IeLeTygDOrklLLOnhjcAGidCytHNettpwKnCGeIyYi6yiZNCiQ5RajrjOs9yFvA2GtUR4RCBtV6ljrfWiVMA7wzXcp8QApDJ8Dwm9VmUE2uBN1LzYKuJw8e50UrNCTd498MPRrduifGWY7CAN33P+G8Y7xx0k3/P3pWnh0K2zo7xI1HAHJ35HQK/zecL2r39uxo//xvgHVP7DeMd82qKIycQ9xTg7QV35qTprm/TvvQDAe/YwENqTlZzxW81UnM2k9hAMVqRmEeMN7HexXhHPFQx3uFNxlPabrzZM7NXj6U+GWeEJ3wblj7Fa3zq1pvtEY03cInrDy0+Y6dKL+TQ6Y8CvPsOg9nt6g3YWV7HGVLz7tGLM9t1x/3JMm3yzJ8kNgQ6HbiMoyQcYbOuOfuptFJzvMVVzzik5nsHqhF8LOD9lYB3xngztyrG28A7GO8VGfgAbwyekpp7VKcxZnAtgwTpKkb9vuTmsAJORMNCDXPVAO+h0fdDfB6bRwFuDCJ7oFPiaaPTxl0k3HHMI4+N++gA70icI4OKZ8JnAJ5k0Fl3AD4cg/FuJggpqNilYLCJXV1x1mgYQIxmpLAY6AbLUi4Ua1g1vBupupoCUKHeLOCBclbcC+AbMATrtacEahWG81BhCBidFyQHpqTVodpxWRJorgsY3FdJOup40/btBw9HF999b3RNrDfGOUapJYreOGKtgqOYvo1Mm9tsRPONKzs9sOzHyonNi/GOOTgtq3k/xrsY7wDeIUcl/nVV/X/vV78U8FYd78divJXl/ZoY703X8d624Y1iY9Z8DcY7Mklblg2o0pin1jSgkHh6nvf1a1dG56WIeLh5X7Wyo5zYWwLeKwBvS81l7D7bG927/SuB031nqqdk1seffjq6rph72O4nat89tQuGF+B9/sqN0ferKjOnONATYq8axjS3d7Oxag8gYU9jYlsx7M91jVWUtBozxJofEtvt2HCVB1O2dfZZQDdKB+K+mc/EfSNZhTFkXDqhIKFgukcMdJQTJDGjXdSAB5jAjAPG6eg9OQyQjOP0AbhHlnGALcnHAggyaUr6DejGEcTf1PMGjOFseJpJ0GCqAbzMB3IfEHPNeGdeMKeQrJeiA4DOnON9O5d0HKoP5pRjyA30eH5t7HZJzunPit1mnFk5QKgb8vIE48zrSjbHfRHyweyomHCuXWDczH069Gqt4fyRmRyHAUnaIl8E98JaAMSsWHL6Gt7fABrWOpnhkMM7cjedCjDdEWfOu7QrkpaF7LlJnEVD/V78BFjFfgLEwngHkCcZo8E1zyoWQP0Qqx2SdSrLsJ6ZqfWqULZQyOIBcoC+E2ZRA7ySgDDAJ2sq0mtKxCFZ13uZNb1lnVP6jNzbTHlkWSf0wftKF2zbM5DrTDpGKvu7S5vhQEB+XXHxMOM4TH1MrGtVxs63Shst0wZ8BwseddJpZ4BvJ6Gz0iHYfq+NxGcrWRyx+rjVuN9nqFGyBrm/m2qBcca7gHeUEzt5Soy3pebJeBMv7gt4k3FfOmEb/cq+va51/6LW9PNX7Tzv1vF2OTGcNH4+OrfGWBd4n5OSxWOkGG/fS/2UzdL/27c78WrqcPsTnCRl/07aPVbwzQEk06/Qvjtk+8Y0YVy0bZ9/znHrfRJ4L37tedc5akz7UH+8ns97z4258HouNGOvbZ9JKRHr8hNYa6xd3Vw9MRaXUqoXarMzrj1xYw/MdECkmmbsYlORX6e1dY3p4/QHBN7U14xspiRXY6P0xkdJEBvEAG8t/AbdUVZsnVIjju+OTKeTwDtiv8Oj/GqHTlc20u/iCRDLWrTEwB1eXDpnO6Jnb1ZzjsPGz2z3om2cYqy/Poa73wMtUOgz+UcBznX24wNvJH0Rmcco+iGA93oC7xMJvCtbfT1fx3iDmTQ393a2BLyV0VwSaOLgTsmwB5x4xGf84NRyYouOiSXmzbyv9p0l4cVlHmEsxtoQRk4ZucTHxRk51ga7DTYMsqzhm0y175YO0XcwnHkBJDDeAShm1ji/jBxnvs6EkcXCVablKrcEWHAdboGNAigR9x11WvcFbqi5zWfbJLUjblxrIYmwqAEMM06SShwGJcUl2zkA5ZIynMN+bz8GsKu8GCy6/iax2hkBRMc9jgHv6APb7UutYvMf3HLAu30+3dwHbhcMdC+52hjwdiyoYvJh6/Ts7n3zKwHvPx4D3vcFcJ8IeJ808A5FxLRXvR8KBwxlzUoUD+kNR15N8jwyz29of3ooxntr86Fjzd/66BMZyheiF2EgBbg3736rvU7x0hpWSNZvSGp+48YNG/Z7Aq+PpHp4KsD61s33Ruev6v1Tymx+UmNJEuFg8WDyMWPD4Ajb+aXGwfZoe+uBE6oheedfspk/l2Pgua73/FAgmmRrul/iqcnOvSOwfyhwfVoO7QuXrxhUPnr0WOz5E4dV4JDy/aMgiAEvcEviNUmtxWgzFp+prUjun6Pc0Di8pPMA4nAo7at2/Hmx+QB3gCOsPHMDmT1j1EnHSK5KXXCdHim0S/IB/FGRwMoi3055eMmqXedcxzrGWccVMOZ9votDqkI3aLaTpSGtTqdYMeUhY45zRI6ZUK4UkC5pOePWtkjnelyzgHtVNQiZPEA/GOs6T+0lxVwzswDX9Ke5XYw+wCvPlR/Lp5O1ThMm1qJggHk1kvx0HOLg43OrAbweBZPNqzjqAEAwtGG9eDXUuLZCAKac82K4WgYdDPiKHD4wzk58h9wb1wDLXoIpt5kRbhYauM65yVwP002CMu4w6lkTJx6JveJf155G1g7YJqYdkFvJyZBrm0GOtTVk2xhVgP0I63HhLAPxlvX2emXbLxQDnjMG4ylj5/Psyzgxdx2qFnPFHiPBglve7fj1YMApYxauQJ6R1AMrcqSuK2SEPB5q+zPlO+Ffs/wG84zTfBZue+2KmdW8Ad6aSyr9heMbxrtZ+egXS9ejNB0x6qeUqdyMN8BbeVp87263rqdrcEkXl7MKQIy3Klh8+NGt0Vtv31QZQ1XHYH9ugDdtmwW8Z7F97rVmDAW/nnthZ69opPWlOkg7b8jOrbN3/x2yMZc/57iDeN7x8dkylvz4HQwlhhv79g9sH41duxcm1jinpj2QY743udeO771923uY9Bp/nkex3fv3Wzl+wq6NuTv5mjJHppEP+VxRUc57vQHeM3rn1wt4L+p0mIztHh7obQfNXhQXvP4PArwTFE4813ZBxYPbXV6PMnnr9K8FeD997qzm395WjPeXX4gdWzbGu8t4l9T8eiM1XxcDtiIP+jzgzfJGRnPKiO0ovvvwqbIiU34FUP4TB97dxT6MRZhvgWbkfIBjEkLBHuYgGFtnfW/J6KeBjFFaxnCVlAogThKnko+rHjISRctLwyiuOFQM/QLYxXRj6D2SxNxstkAQQIUs0iuiMGHMeVG6aE8x3LDsF65GHW9APeAGhyT1uc2sC3w8vH/fDCfx4YCnpypJd1rGGiw5WW9vvv+BM9+a6f41Bd73vvnCZdPGGe+Qf65RJkoG9ea3vxr9xZ//SQLvcy6tc+/u7QZ4B4huN/++meUwBRhTJ6wiDEGyZbFrwX7iVAnAhqNs896d0cM7d1TW7LwY70+cXA04Qqbk71/sjx7dF6ON9FrXfCbQvi4QSpZ55N0kHnv86AFElwzldwWG3xq9VPKlF3KGvZSRjqzUwAxsgTmI/8hy42dihmGdH8O9jU5rvHyvTMjPNT8PBb73xBA/lYNmw4wXXaNYZ7WfDN8YAwDVDRn0AJQnynS+o7hwwOolKSesytDxsOcraqMTm6lfUU1YrspPUgWOkQbk4CxE/i5HAnW6CZ0goeo2jiDNhwtK8oejaVcgHvYaI2ddjgD6E5BH7PgzgXkStjmmXOev0nqAZRxHPCNAPO9XuT+3jdCQZK05rp6TcyUQ+53vmQXNF/dQidQA/swd5hUMuh1cuiZx7PS9E79lLoaKK/eYYC1xYljmesTSR7bryDbPy9JxJ89KgAyw0jgAuAU4TBvP2DBY7lpjYp/NePFqdzoGK6t2I+Ou7wUVWN/W4WWgxvuxQ1eCsnjD8JP7SYbSEnbX6o6yZlECL0C+wTfrZjoSSmpvVVADUdOBZ8AMFsXJEBm1fW+pMrJTxJnUkanD8CbrbOCt76ZygZMw9uhrg1zOl/cRnqhwkuabbmclYWuk5/4+6z2fhZrF+N1J5iK3hx2tvm6C7yqv5udIZYDTWr9xtgl4ixx6hgpGjjTK1z0nJtsJ2wDDAW5DEVbAm6sS502cuM6jTOWnBbxLas4eVNUdcPK5xB9gWaeA8abUIOC7gLcd9A3wjjrezoCvdr37PsnVPtJ6ckOJOMWq8/x8rlBxxSvZu4byq7+nOyPjmBpLAUz6scw18gq4FkO+PEguUN8ZyvXrRGK3aTbnNND8BnhP9OYb4D3WJcPAO91jXZrci2p3vJUxGfNoHHhPjtU3wHvKHPdS3YlT6fvBflqM97wFc/Lmjs14H90h2DEG2nb1Ge9ZUvPpgobWgxtn7Hir5khhA3i3N/LTAd5ksZXBJ0UIWc2J8f7881cFvNsY72C8h4H3ocDCtmTmezLOX4hFo+SKzMgfCHjPcqBMn7BdB9K4lxUGr3iFiGcsG7Ude105JbV3g20x02UjkrjPyG5e0nAM5VWBMw85DSUnZkO9IyOHOtrBRIUhEUZyMGkY/bxnxjxZOQCHGXABEAhcNgKMfrOFAknFqnPtHTHgNG9D4IDfqdFMpmkSsfE9QLljb5XoaUVx/I82Hxl4v/vxJ4ojF+P96wi8pbTYun9b5bm+DOD9d/9g9Af/6J9Jhnl59MLsW4AuEidt3v5m9Jd/9seWcp++cHb0lhINkcQMxhsm2jXd0/iskTTN+bjmMCdJzQHaugYhUJUZ3xmfda6th5ujRwL1J8+eH928BfCmTjUsk64jg3zr4T21dyeYuuIiycLuvAJIvOXIErv41o13FBMdxvX3YtYi+ViAWsai4YYZNf55bkn2tvIuED++vkrJoF0B34eq674l0C2GXQN7Tca9VhPFkm9HXXCNSWLQV3VPLzSvccif0nsB+nQejUde25QjE7Cn/Bxx2lwUEI3DBxDucp86jtcOQFrHMwaZJwBpgySx2kiaUQxYDaKLkR3eTi+zkZHsq+YG/wKADYQAtajh9IPiLRh0ZfXXPVfYhlVxmguOu9b1mFcGxgmwS0JOmyp+HABdTpNi1W0g5fVg3gGeZsaTfXe1Ar04N9coFj53msB+mem6u4dU3od0mXie24YQBmjjvUNVk0tNMOEd+4whE4nUIswuIG18oeTosY7FPmbQ6WPGjbx6320m03f2sY/TAU3YiQ8jB4aem1WEnC8Sm5l5TplYQlv3VYTQELpjOO4b5PkG+xxy71pro1UpXWdEp7ycsRcJyjKhIEyzkkI2id70dzD+WYfccdox//iJcmnxO90TcvhQIjSIPPsHMNxVdXW61DZ0nKdi5q0R0D0S8kgWftXfJv+CQChOgL2DXTlE5ayhBJhLlOnHDr1pwDvKiTXAWwoSA2/3awBvwLqVADi5yIzP/LTUHOCN1PycFWbUHTfDTj81jHcC7/coJ/axFDQAb8JA9H6y+kj6oz+6IKL/tx/S4Gsua+wemh+GNO8CizPes+ze/rXfAO+J/n4DvMe6ZD7w7s6ROSO3+rTPeM9QNiwFvCcA55iXtW1UeTjxCFeMlTOeZh3vp0jN2aApa6Lv2CNJYg15Wp1NNZMGrVMq49dGaj7NAzf9Qc31BNpr23kNSuiPDrxtDCzebHuLj/7yDjN1Deg2YTngXZtrnsGnjw1z2rXq4sGAtk3pb9LL3uORpDo00QZBV2oO8Ca5WifGey7wjnkDmMTeOpSRv/vozmj7DsnViPGGFeskVxOrRlbz9XOXBoE3G/YzgTniuw90XqSBxLRRtqVivEGJsSzN2GiPLKcKA9xGXkooh/p4FvBupJ2czcxUSjLNcvgB+HHD4ERCJFj9MGRbuXrIPYspLyDtWEjdPccABizrM0BXArME1U2mZhnxJEbz32LjSvpamaT5e1MZyTfOhTSXRFUA8ipFBnDhGvtiFnnWF8VQ8uxdN1xrJkmtdsRgUrqJtfWJZMRXrkm+rPve2TsYXVY5sSvXr1ua+dNnvFuD3c9VjO725h2VTvuFARjA+x/84/9KRukVivj4uVC6CYP70Z1vR3/xZ3862hYo3rgo4C3Z5d3b3y0NvIm3R3Fgo5+sxxkH59WZDPi6JpLvJ1IanBTjffODj5WUXDHaABB994RqBVdNbYcYmNVLuSzQX+dlTFOHGcn2OWWhxxlGmaETxNuSTRkZLSyqLewI/4BF5VkjE3/x4kAx24w/scmP75nlPyHQTUb7UzL0DwUMAOTKky7ZqrKXCzy81L3sP9r0GLp0XSXmzp+zDJ5QBec1yBJkK5Tz1JjcJ1mfxhzXPS1HEGPQc0Mn2BXQp3/WBSSI1WYsEv9NLP3l61pn5DSirWTk5xhKi/HvvhIG4kABFAOsOSdsM8cC6AyikYwzVpOhduUA9SNOJmKc+T7x4z6vzsE8AYgzt3hF6TTqWkdMuBOm6XccNC5FpnMD5AnLAKVV0kOGm+Opif3OrOUcw7FRuiwcaKGGaOWHtKNAKGtCJN3yCh9SdJ5lSsTDuZAJ1lh7nM2c6gWx/sSyFOtRSNwDeLdlEsf3rvpeAe9izpv9rnPdaDOMbEi0nRXboDPY5LZcWQBuP2ufKJKgle0SzgXNEYE7ZyFH5p3x1gb7/drzwDH3Absv5452hDODuRCKCpcF0yZocOkr8juIOjKrV/JLgLsBtudRG7vtBHDESqt/SUYYjoYAxMG6hyOrqQecaz2Lvrl7O0PoH24fRwzKD9XellNs7RRrvPZZsfRPlV+BMJJnSpRIXLbrgSOz50mNMd6xPzrGWyB+TQnTQmquc6n/w16Pe/S9IM9nH0JqLqBPjPe6pOYrKi3mDOsJvOmn8MWR4R2p+ero7XeVXE0O1huWmlOtgDWR9aMda7MZ79mGYFlt9Y0fB3iHpdFee1Z7uzamO7eZLJPt7oPydl4t+5uvNAMPTT3XwjHqy7Zkge/3SKma+wscucRXug6e7mGzpeaL4ZGu7V4KmCWaxUrWY65/FOD9P/0ffzY2gocGT/fz8KaOg6kC3bW5IMUEYCM/a2K8cyN8roBWPmuSq2mhiMRqUc7k1wd4h0d70dcQgB16BuPXWQx4z3KazPNNToDy9H4vep8T31tAar4c8NbQHdcJe3GO1+w7wzgdZ7zH+7B/30MJ347CmLdsa5Ywyhi2QzGVAO/NSq4m4L0zU2oeyWScmg1WVnHYu4/uJvD++njAWwYAyaRgDp/u77juKV72iEVv+3gu8O4OgKVAeIDu5Kdjw4Wt4bcZE2024x3NtbIwFOdpAGaco9losXaKWeU5EjtNjwKqmTMYhSG5BE9Ewp0C7x5lMiSD3RZD7gQ9KvNEtmMdW3GkrGf1O0b/Q0nM+ZyEVQBJ1kzkuIAUiKJzYhtJ6GVwIucjxhhggGNpF7HGgHIclZSGOic5LgDiicITLl9R/K7WUGS9pwW2SORz596mGcx3lfWcpESvBniPGzVl0NUjdz8ZCTxXGx8oC/vD0Qe3ZiVXy03ajyrmbWPgY6BLbfFk8/bo/ncC3oolviXg/Yf/+X9tNuhQhiWPx8DGseB3xHj/qZj++/r8zOim4qrv3lkOeHs86Jnxw3ONWFpiLzsxvWoppd92NT8AtVeVIG1VBnXUUma8AiAAexjScWyBLUuS+XGm56gRvar42lOK04y6xvFDqTAcz/QFYAU2cVWJ2p7JiU3is0M5JFZPSY5r4L2pePN7Bn8XpWh5pmRuJHijtNgZjQcMeXK6G7xITcH6eE7jj7GC82dbsnfX87580XkE9jTGnFROgBWnxmmBaCTYjHES1a0AwP2ggscEpBMSATgF3JCQjXPvaHwD3B2PnbXCsQWe68elsgSaYZgZvwckFYRR1w/zijnj8+n+Od6JDPUvLwMwwDEstdrNd0p27lABYrT1rxn4zL7OsU6Apu8a3DiJluZ6Mt0Azco743OoHXxWpch4hjwf5iDjge/y4u+GKVc/u3wYYSc4YBxXHaDTpcL0wCNDOWtGJIDsAu86J/cVYLvW2gL5Efs9vud0VDwJrGOda+2zcCTGOeqUxUqXVNyenfhfOCQTjBdT6opSMTvd3w41qJhrgLUzqsfaF9L0UG14LqfSwXJ15ir3Znl+wGuv0cbjWaTSjiYcylnijFml+RIMeQBtJzSzgyOBtwB4xI9Xfe2ctynhju+DVgHW7GMBsOOHPaf62AJuq1ECKKMUUR4EgWfaS0z7M61JAO9D5XJ4oT2jkZonkHbelkiWEGsajgmpWVYF4Am1oPxXlERjT6NNWg/IGcA96t5xwMN4ryfjvaLj7OCgo5Lx9q0YvAO810c333lvdEu5Jt5+923tIQrFUHIJ4u7t1PBDr59wtLQbY/3t5ky8qovKSornOeu7qHSOyXhPPXdcfTnbmCP64Lr7dx+Y95N3Tb/HWe8u1bal7KHl2jH47R7jfRT7ddo1PKIaR9esVszHK/NCX8NxNr72Ddnm01pxJODdTp3mlGPXXpbx/qkB70isFkk+fiOBd3lY58yOpSZwTza56KLQGLbz2tF3Kr4B3lN76ygL1yzg/RwmqRhvYrwHGW+YkoDDLeOtGO+7At57MN6ZHVVe87PLMN4JvLcfPzTjLetCV8CQFAvTGIOw7S1YmrvgL7HRFOti1tgxfJguYbxNW2j7ntL5Md5h7DpDsg6EOeMaAO8w9nWfum6ALjkzYMBTVgnjFsZ3JILi3l3f25mhKTuGsRqsEe9XLCmMHN+vWt4AHV5XBJJh7XgfsA7DSj1lvs+pSFrlkk/6+6lYQgxUJ1xTJm3q3SL9hdm+IEkwMbO7khlzHb4PUN9/sqts2dccuoDU+OY77/xowJt45g8+/FgZti8KdGB04wDQc012iP7ojqUx4K1ERk8e3BltfveVWdFb/87vj/7wn/w3Bt7P5KgiKzQqhZMy0rc375rxfnT/niSaAt7vHAV4w4CSiTpY0zImKn43gLDmqdpyoLhqjOjzV1R7PWvz2txLQ76WTO6txnOtF9R9hk2PmsDggQBFPr9+IoO1gGVKel03OkHfvox+QAmJ2yhDtKeY773th06cRR6Gx3J2nBAAOSOnzDnVM9+TGgLVGSzYukIQABUGETjGASr6IcnaGUlUmR8P1H8A6VU5e4izLlYYIIyz55TG21l916yyAIPFUN4vIs7Zpa/AU3o/Sn4ByMLxlTirNWA0xSsJGg6lcmZxLeafQXunpjjn55wlj6c/Ge/864zfSQY4gzhKFUAi88tOypzzeQ7OzQ8vq/ByHleSNo6nH5zMzdnEAV+EnkT2aZxyIUUPBtzOFRw0RE7DdKf8PZx1gPKKAwdYtk68WFLr+ecYaFQ4EarSAulivyuxW4CJGp8+U67Rs2yJYsUtP6dlvb3dMdB+pmUEAB7DyVLrs8NwiI0pFAbYdqwM89uzYAwoWZKecnQOifrWHB7tP2XgTjI6H9kcyzpR4ybilSNRm2O8zZan1DzjwwHejD/qjuMAwclDzfHIsp4OD7PTlQwu3jMQt0ohADPzemNDzinKfwnYniTTuz4i8RpZzQ+T8aZ0GolHfQ73WzrTDbwjuZpl+DrHqpjrtQTekZyU76dDxGMngLeGiTOZG3jDeAO8XdJsNvC+oVwRBt7vvWPgvfKKgPdYhPeA/RrhMW+Ad7O4zfplCXto8FzLfuE1A+9Yf2YB7DfAm/458WMBbwyOKCk2zngDuH/9spqPM97zPIKLzJGfCvD2AMl9195uGzQzXJ2L3NgbxrvppdnAW1JzsVUw3t8JeH/+2edzkqsl4z0LeFPHG0OGWLEjAO99EiKJ0TsQs/e9pLNI6E7IJfm6gTeGzzKMd/AnZXi2C7CjlAAAIABJREFU3qIyLiPZi0WLaUeGYWWJZRpZY9fUfUZipPo8yvhUduGq98v5AewhK6WsmMCkEwopzhv5rAx5AEEZ3wBsfi9gzDGVWI3PKOOEdJGbiUzIcU+OH9fngALHvMqQtKHqOFetocSDW4KrJGubkliTHEpG++7WjuTESrYGoyc58HlivDH2Xklytf5aMCkhMxhzLPQDA8GG8cbGdTswS9vjhoD3g9tficl/Mvrwd//+6D/6J//taP0SwBtHCNm/HV2dwPvPRg/v3dWY3xjdFPuzKONd6y7P1YCMUKdMmhXGRMlxg0dxbW89X+pukzH+JaDM8a6VcMpwO+JecdYw3qCpvLCG6sZZm11KKJI7GZwnQ8dgtTwZY7bkyoVeKRumxGq0j/CGfSXkeykGXKPUZcYe3v2OQtySqSrhmeqM72keP1P89qqY6/PKcA8QJqEfmcqpr008dZT5VN1ujel9MdW81gWuAeTEbdPGApxI0c9ozNFeHBDcF7J5xjOAaEd1xmGUSYJGiAVzh6z8gNM1AX/6lvORm+CFAlpxHBFixouQNEAS4x57gH4wINZnJRnnOswxvuu8CfrMMcdI5Q2MKfkUifBI+Ma/zDEf73kbdb7LiVYVB5zdO6XkVfrLjwvgjCPBcdLFZAdQ5APickM2HQDZY9KMcGTltkMFuAiwS8cKa2mx0JUTwmUK9eVujogArMFqV43vwMkpBXe7YlxVDDm/R4x4faddF9txnjiT43LcGhAz7rwGB/g2Mw5LzTg2s805kY1zfCtVj2EdLHb4PozU0yET7YiVOt6M9ZfvhFPC9Z+zvaHw8MV97QDxoasJh0fOHwPmiJGmvQ7hAHCbGQ/G2/HhCb6dCM3KLdRLOLzIuk5ps2LNaXfsP6uSep89d1m5Ni6Ew0UT2MDYwFuMtxOsqYLANODtFneAN/1m4K3QCgFvErYFW00/8ABpVsjMGSNOrrYs8L75jpKrfTJ65713A3hrfTgK4923X8sH0yQjTceWB1z/pft4A7yn9sz4m7/hwLtudiireb+n/tYw3v/z//nn7YqcC+e8YdMFhbWod79vGZ03mkySklKvNsY7SoqEUToe483GGUwDmyoAHFkX3nJJ7FZlPDqeKGRbhK9gnB61nNj81P+ttzXuLTehvNGQT7V37V+7vTiATZcD1py8NU6XP3a8nWPPb4H1oZlA/NLzis8dJ3x9bGSF4TGxTnvzbV/LSc25yJSV3291Pgj7t3lNa0evFWMnDXO7dzOdjunL/hZxTrSbWMibwnCQEa15s/f0hep4Z1ZzAe+tlJqHIZeGUTlBYBgw7tS+Z2Km95Ca384Y7z0Bb517RdlYiRMrxnvtrOSk8qA3Wc31nWIY4rS6Y3nf96nh3Qfe9uYj0Uu2w92SHu5jbCbjYyUlfzgNkg0ZkzDVe/mIzYbziM1CRz9i/ZUsvGV/woC1YesMusHG8SoZsUv4EHuoz5EvV+wlxznpDQxcZrw205cyUkBGMd6A5KjpGzJ03jdISMMf0BAJkl4kmw3YPhGgRe0nEznXIbmaY2Z1P6yHrJmUhuJ7lB/DsET+S01v6rheVKzwAwFvmMizSvhFLW/A1Cklv7qseF5qOk8C7+i7eOwzxnh/ivXnl/8O5qZ9pUpBxu2W6og/FksawBvGm4uFeiEE//XKonr5fD2yGFpivHce3jXj/UT98cHf+XsG3iRXM/AWs8M4CeB9z1LzBwLe6wbeN0f3lXl8R+oBx14bPHeuiaHYaYEhAcBbkm5+hzVzpvNkvo0DaFeOBwx9142WQQ2Lb9277wrWKvZCZ4h2Loaau76zAC8JeJo9JGM9W0YyYrw9/i3+iDjVky6xCSDHt5GlugRiia8mESK1wgEb56Sq2NBY2FMyth2pDihLxziAJaRsHY/80qXIRv5In5NIkRrypwj3sgpE8muSnQGGzRaOPOYA7tyTw8eUjyCAd5QBZSwcwMhrfMZ4VRZ37fkAb9rP3+tk2Ae0Jxh3hnGSs+lalZH8nK4DcGc+PdF4LyUAz4L28jdSdkB6xWh7LbSsX6BK12Ieer7pPebMoQYfyhLaxTE4ygBPlaQNJYzBuL5vibr+MxjW9+xk0X/cOzkAKg47pOyVKI3nErWy61WgnPcLRMd+EmsUQCtAcjgP+L2Rx1vG3l6rG+4SoL7srVbW3gX7lZeiAD5t6oJxAB5jwPXEzV7TrFAwlI0U36/xmuCZdTSl4i+beNWa/3HvAOmQkXORXGOYPf5alXMMcF0iXy9BBujJlnONZMnbEJ+chNnBNkv8e4cFR3UA8M7YcAA3ABynFvHhGtW6b5JQKuleseGWosdJHdahMYra46xyogC8Xx4S1qGcASrVR0Zzfigr9rwPvPMkkb8lnAZIAIjxXkU+3jDebfiUR4MdNwG+X7zUetYB3t6vO4y3Y7xx2uFusNRcSRoFvG999GkDvE+xPngfDHVWjTnvjfW3QX8A/1mvrokVjyfema4+07PTB9NtrNnXaD7xcJhmQEcDfd4Jg7t73v6x3b/7dv14e/p2/fzWVoflv9OaPO8Evc4rc26BHpr6laOoLpsTLbPtT7l6jSaPiRxOcwdUDbZcB8YBwPzGhIlyvAaPnaJsntic4+6mYQrf17h9M68Vg1nNlwXe3fjGaROkC7wt00qPNP8eZB1P1/KWUQDbPV7HW7KtjPEO1js2QXu+E3hX6Q5L6jLxSHh5F38Y9Ku9q3Ne4/c2zuZU3eOjTpLlwPP4tZc7tr+wtJvpIm0P06B9hSd08RWm772aOl56p5tV17u8rou0e+I73MQyBcN7AHK2bCY6aHLRG5Za9YE3kluDOz3ukpqb8f75Z5Ycs8VizBVwrPi8YAsALAW87ynGW1Lz+8R4q3YxxpwcWTDeZyQ13yBZi8qJra6xkUeipIhHayWEXAtj1sA7k6sF442UrqTmGF5lqNEGLKvF52D/GU0+3zpXbvI96RL37/HZGT82MIgNBJiktLOeXTv2+gxQGL9dpqZYkmK/aGusOyRrCvDRGuaRyMlsttk1JZQSA805YafLAcl3Kl41kqHtNxJXDG3eA5g8py64AAfvFfuFEc65YChh4YgHB5DTlutKYmVAo344I4MOYEqc+gUxncQM3xcAhfG88e57Zjsx0sx4w8eUoe076ioZjjDLPGfGn78dIhozW6pXHYz3xwm8w5i21LxzTKw3MXeqqoRZc8VR7ihD+IPbv1A27yej9wW8/0gx3uuXrgh4x7xYgRHW0U8e3LfU/IFqdxt4vyPgrbhv4pJh3yOOs7eed5rtuEw/DyXBk/rgyfYjM8onAfdIpiH/Eogw71aYNw4TEKsK28qcUFucsdhX42YwjIMJrBfAwjt8AzK4eZKptSZrY+Dm8+HzGKv4LZxSsa7g8XKwpwzLGivUCbccW46ANbHVpBGEnaeOdyQuU3mxfcnk5aiDGdwQwIDxRjYPCGWc41xa51hCX0joR5ZxgWASFPJd+oRSaaxjpwESxFML2BziqFAfRuhExEe/UC4XZ4YnPMJhGsEQcyOeV/oX5hpboIBvl7llLTLoTQdWyf8jQWuy2mobrzoPx5vRVjs4rxOjGYgLyBJDnqCVOcRc5lmUs6ycYuF8Cyk5xiUqPa+2XvdCVo50nAdr5086ZyIvRKzVxYIDnnFk8OwsxXcN8BiHjIvYWsMp2GWqA/COy8jLMuT9OtZrUrLt9XsA5g5Qata5dr2LMYmDM5Kj0S/Uhl+xiiT2hjqf1Rg54sxWa3JSnjCAdyUO9NliaJcFW6WsuL7XhFzTczIE893OjJKe+6u5TtVcMPmea4T3XQ7U9ywQcn/oSSXodpkwM8iRrC3KmAUjzn6mHdPx0i7hdRiKE2/A7hIx3rI/z184r1ANVQHRXokygwSCzJEDJS5EnWTgLaVJeBPZH91bHh8N8Gbe0monVyPvBjHeGgu+t4TDPGOz9ZFojuomp7RHU05sXT/hKA+pOUy9c0hYfaEx5jVnbXQD4P1xAO+zZ09bal7AO24qVtjAGGndJdu+jNO1nsU0kypcJsP2T/O4e78M2bfxOT+zJMvzrz2PcBu69nhTj2fvxBxojZcmtGNWxwy8fyzgfcRr1mH9aw/VsO5eDkVG9zV0H0OfL3UrDitpX0PnngDeY0B8/MpDfXDixwDegO766QPv8JpHgrX19ShX8esGvJebwEND5ccD3v2l7Q3wnvKsfhLAW8asFgEz3o9JrtYCb+I9LTU/d2Um8MZBUmySjbUC3jrftup4Hzi52tMw9H8w4D22JE44N8aBdwc8OwOu7tklbSLREa/unGw3b4zVANLBbIfE03VlU87ohEyAhTSIAQEThnHKHjFqACUYZwAFmEHiuZ0ASgDgkTJgb4hBqQRrxfJRyxhWjnZR0/jytWtuB2DBMd0Z6802vavzId0NaexhI+PdEXvJi1JPW8o2fUaJvi5cuDy6LwacLNmXldH8nBhiMuMG8A4A3tl2OiEEQ2vSlM8HgPcjZRmvGO9DxXiH1PyIwPt3fk+MNzHeYrydZTqUEcQ7A7zNeAt4r8r4BHhv3r+7OPC2S4KYf5V+k1FNXfCn5DigyRiyKBzS+ItSTyFvXiE5Ggn56F+UKQAvDGWcZUrIBWA1qwewLkCEgdqR+OpAG+jB6iQo57vpRCqwHo8t1B12XBQ4Qq5e4MIgS+3AOECOrnnwTICBsYwE9SnlkAQcnlLmS2NtXUCAWujEfO9pDHLOsxcUvoAkXU4LwDwZxXEqALJxNBGKwn59SbW6AWlbijOHrcbgR60BeNuVvP1ACo4NJffjeNpBjXniWJF7k8OAF85FzgnLzbygj3BOwbY73j0TFlYMN8nYHIOeMdp8zn1wDrrDlVEyz4LPg+wdObtCLpjrSOxh4bnRKC9GUrxQvgRYQ80SNbqLZTMwzlJXVdkAkOnkaBqDkemcLOqoX+gqFC+EigR495olUOUM7Qnwot50a4CHjL3uN75fuSKKhOCRRhmtyogeDpkwDOtcrVHZZYkaZ06BfWCy2FzkwSe0FJ5WOy8oI/a501I8eJwDCGmzStORAE9rIzoAADdk7gv+zdFY4K2SUUZbIvQmPdSxFvfYvqbVBaoyzCZ8Auw6sU4BGR0Xz9+p/vA922sbbq5ap+OaMR+ctThdBq4SQLJDsdwvX5LRnuQKJDbDsRIZ1Q1udQnyK5D1/6xyJKwoJwK4mmdh4E3yQa0PSM5fiAF3VvNUgqUgfhJ4yxFKdnQYb5JmNtVAEnwDuA28UTyoj1YEvCklVsC7kqvRfsp6In3nrl/gQIXxvvH26NYnAt7vSmqu6hjHAd5DNiyf2z5sh26zKRxbaj5le6m33gDv6Z0zBBrndOn/z957dEmWH1l+L0VomVqULlQV0LpnwUWLDYfksvm1+GFmycMVt8NzBug+h3M4RHO6qhsNoERqFSpDZSbv75rZ8+ceLiMySwDhVZEe4f7k//2FXbNr18781bBzFyaddF3nwDubf9KAexsR70nAu83xdsT7HHh3R8ak5zNuFDFHjqfY9+99DryjPX4cEe8AGP0Rbwx3nuoo4P3cBjGqy4srw4E3+0fM/GTEe09gjoify4kpQuDiMz9C4G3jCjMmo0xgwBAawlBLow26MJFIG6gYxWHwFvCO59zinYgLdLZziaE0igsIsA8R6MrlxJAHbEQu7JFBcz0vwMRhikUBHgx20sH4TGJpfO8a4VkOiecCNTbqIIeaM0CeiDYXSk4sKuhcJNHwZ4psE9HevHbV596R+veSwPehjEnKN22qnNg153tHHjJlryKaVGP+3Ua8nz0R8P44Vc3PCLzf/+KvDbyXRK0/tIMkIt6U+NoBeP9SwFv08ksrCMrdllDYdMA7TPxwBiwInB4KnD765neqa61oeUaxIpJHtLYi8wBjFIsVSSbi7dQPtS200EqNIqprlW1YE5TJInKe4BwY4TAeQD1UoXn28WyM3gJ4J7PFccTC5dGDW6dSGxV0v6YPop4NDRt1bsC2ym9xKmp5Q48V6IAdQUR7UdvQv47091M5iBg9G1ck2qdoOJFt6OQIT9G3LDyotj5Uv+IF7Zuxgto+x4duziUH4y1o6EuUDdM52AbHVDjT1RYZJa4a244aeyxmvi59P7dlrDEOPVYzUgIVnW33Ba55Z9sSZ2UsAbr5vAA6AlXgsJ4iOY4IiavlZ+VUq5Q22q+i7QjbERV1yUGnvymCj6MFpyf1nImQ6/gltMbndrrJoVFR9MolL+E1B21bBkYMxlJBr+h3RU+KNh6OgWA+RH/opb7VHOZvAEcW7IsId3yWUeH8bI6SYNTuFrVZJQKadbEcbl+91lzfWG3mcQrZGflaz03l3tQ3dvQ89xJ8HxPxVsNZIT4dnjGrxrkCFHNCRDIj0jqOueZrdF+v3PnwKYWCTjBV8i5y0gqgHXM6QDRTHF19Iud/LsH3nUwRdy6o3Dg/AjBb5Vig2iwEIt8e3+grXJRjSHnecnTOU+ZPkyWsDtJ3SKUw3Vy/G3i7DFywOFrgXW1REW/NveR4U21iTtHvtpxY3o2Bd0s1R5tFIF3AG/ANCC9xteHAe665fuN288lnnzd3JKK5vqaSZZrDThPxnmRjts6bIaDbfeys4mrZHsPezoH38MaZBHDHNOmZvxp37omR3/OId7T/pEF3NuCNtxCaee8n6lYGTctlPbriam8ReHfniJiI3ybV3LN524EnteFZevqsx+6yf8NgGzFbDrmoHxJ4n8wPP0OrefWe/r6j1Ejv9UMC76+U473lHG+iuEU1r+cYuXcY6P0R78rxBnhrvwnAuxwyLfiWAQGtknJJWwLeLwW8yYUzMHFkgfZJ679DK5ulbw0+zfGpBIR4YnwVUOxFvImoYNQFyDYN2BGhk8C7Ik5VizdAcdE9A5AHnR+cE+DFCsU2rEPQjIh2GbtBSe/V8CZCvaqIGi+MfpekEnAGWDsCp7+J7BHVI/oHKGDeI0pn9WXTdaNMEXRyXgYA+XwtmCZaOZE+vie/FjGsTYmyvUI3wznf5O++bh4r7xuxNfJ7d5XrfVulxFY3NluquaOrSdf3vB9w5/SDbCDi7edpozuo5m8TeL/3+V82f/O//K/NshTbKb/HVH4CeCvifWl5XuXEBLyV9z0d1Zw0CnEBdNkA710B7qf3vnG1gFb1OA36aKqABTEWIg+3BcjO984UKMYMEVtAtyJTl12SKmpBk1cLECciTlSNXM0wyAPQO68TQRNHvSO1w+0a/+t64/QGcAXCnF8cNNRjHE7a3oreBluBDWy8O/onujRA0tug6s+431W7vnKEGHo40W5ANlE++p77tcCk08fI7wbwOjpMtQDEzRQhJZqs++Y++YlzBgDjemEoGLAJyHDxywLQnI8xxLhgB8aamQN5zwBv5z5DozegjfJgjB+cVHyG84Dr41ywTbhGgLgV0HVMHwNasC4DB0FFumvc8UzsEGAsJuiONJIA6BdzAiogD8gEdHPdzCVxLrWZz6O5Qe3BORxhl8PBqTC6joqyh1hc1n9WmxToDqAec1g5AcqJFzT1OE59Fk7HoJvXK5yLPYdi9Z1yPvLtHE4g9cHLUJs1ltb1DD64fqO5K22ARfqozsN97Cvivau23Na97nC/ROJ1QvTbERujTY9THDCU0mNejlfSm/Ni2lzaAVskmB3aOue8LiW9nDF9E1SC+civj8j2sVhACAC67Bhj2UJ3NdbokukEeB1K5wBvAwf2df63Q+kJvkW7R0RQTiPAMn2ASDlrAeDbdbxRN6dPomrOcdzIsaaEE4IbCkfaRY37eemtcCwYMnawdcwSrp/0hlA1D6p5RbxRNe/leAetnSWuIt7oS1wT8P7s8y9Ux/uOgffcPM+va8vEHO//av5yHronj75Xdy0vW6x7re53dZOdL/odI/3HnOavXg738K1bNtDItWq0nVfzyLjrmN6GYR4baLTBpPdxqXcDVHM7emYwUbv38EOB7sHzDruOicCbMZLjJrrkaBvkLPdZ+3ruy8YbTIWddPz+74thNLw3Tbzv75dqLpoZFLE+4I1BG5Sudwm8B2H22wXeb48OPmlymn5iiCOdyLPOxXjSefj+hwbep5yHTt7aTxR4f6sc76+++jdTjTEYLid9uhfBCODNjN0Cb9fx/n2z9VCROsqJoX58GuAtA2NXysRbEmWCavtawJtIIBHvXHLTidOaFxOdWWMXvLDHh78iLOTvhgLvjHrU2Bg2oTo/27mccRyDHUeEwujl8AAEjOPXyqFjLorvK4oBnoi8a2+j/UoIKcoJse9hM+9yT9RAp9zTm8jHBhTImDSwSOBChBsQXpFx9unmmPI9r6KZVrmkotzyPeI5zKe8eAeUk+e9vrHuPoP4zpryu7dVZmxTIBXgDe28oqlEvXut/v0Bb1PN1V4GFR0DKq6gIsnxPizH++5nAO9/aFau3XC9W4wWRyAr4p1U89mBd1wPP/MyWmF8bD19pAitaknL0DUzROdCnMnq3ik2ZqdQUlujf0XUO17Z53wjgCMAOD/27oSzCKABOJBhTp5tJJJrTQQYkpMtQE7EHKpp1ErWvhUZbGm4YIc0e/P7UK+nfSoqGrHI+ImSR+E/azPODdyc95wA0eBNgMx1zAXKDXqh3GtX+viWmBWAZ0fMUdwXoN9R6sSh6OWXlCq2Itoyzwa9CEA7eeLLGgeVSsFxAUdLirRCPQcsWwtB98fxYIdYJ0Y/Ue88Sn+ZXUC/17YVRWYcMsasoK7j8F6aMa7PjZOfNrGjAIE11M6VUkDJKQcAqF4QooiAbgu06X6dt2qHnPqYno/HqXPVU8OGKLyaKYRg2Z8AKMraGtMJ+uJYUfO76nBHrnuA6HD40aph0BXo5rPS9uD6KgrO7z3gzech7lYgvY5TEW+PpRaI90A7RHqcCfP+aZp1MRzuKuJ9WykxGwje4YzRINvXs99Vn9/Rfe1pbdiHUUHXyKg37Ip9cu6dAhM16nGs9Mzcztyd1z5oYveAt6E5V+ZnMlh3NwdWAObOK2j82JfKvTb4hoEQTg6nhCDUlhUoAMoG3o6Ux/hFLLOlqJs2jlMvHDyI8ZEuRNm96i/xewgFMyecBN4Z+/fyxXNESV96Cj4WwLu/PGbloxfwvgjwVjmxeSLelePNNZFmMAR4X712q/n85z9vbsrZuC6KPE6fkKvsOUA86H09Od/n313AM2hj1no6qGrersWDILLvqcz2Ry+iPXw/9/nZDtm39Tj7eTbbehjw7qKMId/3ddae3RRjeZwBNPmGJ4HGyUeYfYu3Bry7Y3ggAj54Vae9z9qvO5cMNvmkY58DbwurzSaudnrgPQg/wxgs8DGsu842gGfr8LMe+xx457rTXaQnLRRnjnh3n2n/BFvfTCWudh/g/Rupmj/vRbz9WypGe8IOojifHQookOP94v7vmi2Jqx3sArxlx58JeD8T8FYZIEe8dd4TwNsmnW9rkjNrXE+fFPEenBSH5XjX8bvHKieFDWwrj8dWAbyJkGD4h3p51B4OI8XRLW2MIdk+MxmTAbyhlb6x4R73bfTiSN2hIoBVY5hzh1J50G67OadExkp88sqVKzbwy/jnOi0Gpc8AEy4hlrl/AHlANsBiaUnUXZ2T3x311jZcC4JAuyov9VLgR4itOdA9rG9cbW7cviNKtNR5k8bc5hjONgUN33qaiPcnQTU/FPDGoA2DcJiHm+/jQfkNimtHXO3uZ3/hiPeKnAnA4TekPxCp1Ma7meP9WBHvyzNGvGNujVzRebGtImUgIroByAkxyUB3fnDkGJMT/YZyRS4JBjBFGTmiZoFs+T3Bt283AHf35dMWEG8A5US41QaABSKmplqXyriAJ9EmgfBLC2sC1gDQBNSmskNhF6yGTu6IWvTNiJADmAt8x9N364Pj+TYBuq+t5+EKQ1f/BNU31l2zQMjzps+TVqGc+BUBCn5//uypRAL3nS+8uChKrZ6Sa57rMxxGsD+s8I+jisolOt6R5pdQm47IeEWF+RstAzumoOvzdOy3EVNEUXjGIkwSxgj7QGMvYASIjgoCb3ydrsWtbQHNfAcIpgEAyLycMqJrgQGASBvfFVWc+YbPSQvg/rkeR0jpF/o7ItUhoAegc1tlBDebT9dH9F/3oOskTzgo6wHki33TjXQX6I75I1TPC2zXux+VgXrkfBeFnYsvIFdOlNin1/PKlrggYD2va1/QvW1KSfu25pKbYg5sokhPnrzaDVAN8N4FdAugHupkxzgmSa3RO224r7bfF9PBke+Mopo+rd+7dosFxQYjW9n3HJFqxz4bApZ71zwYVOyOI/Y9SsVx5k+eA89kUfMkaQKuYJHzLLW+WdPaHHDyvmlDO2KDup6qo+78ZjiQpsP4z3XCc7Yj7ADvyBX3q414DwPeYiF1I96dGygxOGj7x6iaL6y6jncLvEvV3HnpJyPeV67eFPD+hYD3rWZDawCOLBhvznXvAu327zy556XePPyTAN6+rxOum9681e0Ynd9rjh8mBNtzP47YuT4+Q/WWUUee1a4fPM4k0Djhjk719R8L8Latbn9VZ4x0gkHDGq8i3qPmq+9ZXG2WiDeUrbenan464D3cMAy67ejXWQfRuFEw67HPgXfOzz8Y8OZpnkxrmBZ4f/nlvxl4Y4tUmoft9OyB5SE28BZANvC+1wXek3O8w+53AZekkkO7U56wSgttSzDppwy8DUp0g9Azo/0imhTlfsIgiRq9pfQbkysGMd9hHIdBzecyTgUkiIyU+BLGFyCiIuRQ9DF4MPgNoFEvl7HPNqaw6mK2BEIQSKucbcA05yF/m2sEbG8rasjv5LACKopOWzWRiZZvKLLNvSHOdl3q5mz//NlzG5Dst085MUWiiLC89+HHKhOlfFhtE8Cbe+6PuJxq9e0zRroLUzokkmr+1OJqn6jedQ94I642Sk23QMs44L0q4I3OdBd4O8dbEW+A99wpgLdZDjKuiZSSU1n5D6+9AAAgAElEQVSLbcz3UY6M9RenzZGo1zvPn7ovzIs6yjUDxI/JAVV+uBB5aGro3Wr4BucYzRGd9D+ZEpEre4aja77IyCQ0YpeoSvBg8CnAuqzUATlWEjmLbSFwrig5AJUcc9SOXVfcvr+owVzgKyKKnDUYM2HEytgnmgtg9+VVLeV6rkGrJ+oeVOIAVVZQB5BrTAVlW4BHn7u2ulM2YIBA+yavPI51DO1a7bCk8RR9+Lno7BJh09+MF0exAabanxxpLhagDtsEAMUY4XfmKQSwrPovxyNq/9wDYMsAWaAS5xkl1wyeXCucOSDGc/0E8I17qbJpFT2ukoNsDd3YYx5gZ52GKKFWImjMM/QTKPcWZeR4+uF32rcn3hZt2dLaAfGA9XhYLUCOcmFFRUfADedK9MZeVDyE3dxDiTLnXFXbtUM075G/e6ypWJ1Enmnm9Lw3iXirWsAtzU+rymu+pGbCkfFSbb8rWvVLPdsDCZFBWnlD6TPaWAegOSPqrWdkinywLHje/XHvUksYBE1xlb52QHhdtD0+vb8M2tvv+n8JUEy5WlTHycEWc0LbU4eetAXn6Gd6A86zUDePfoy6eQHvSD8iqhxluDxmcK7goGXsZR/2+ch3hwkyBHjXGm2jvY14F/BWytKAAy6Ox08A74sJvMnzvlhUc+dRycHqcmKR//7alSouN1eu3mh+9oUi3rdvN1c2108CbwPGXmpV23pnBt4n7ZsRj2jix1NHvEeB3wn55eEkH27XTwe86Z+jeuDE2xu5wax2/eCBzoH3+LY/bcTbPSWnn742xl4cdB52LuEdAO/e0Yd1FtsSNiyoeRjCJEzIUU4M4B2LZ9DNiRhA/4o8HHLfWIgwerygyRuOsiQUrmHlxKzQ6lw5SmEMH0ztotP3XHJROPGsescYNxCCcjv+QZ91II07evfYEy6jf45gzpl04Z0TD04vkybFsS0y6UIHzjvD5pNnu4GFZeIO49zq3Z01+bcGdBu9K2Ouu+EQ4M3XuamjaQZ+YcDs7h+rjvde8839h82XX37ZvHj6rM3vthFgY6A1GX2gAN4Z8W6Bt+p4wwyZGPEmkl1RL1sJzh3eQ9V8+4WOq/JYMlIc7bbTqXpG/72eJeI9tr93vIs4LNw3+oyW/nybbsS7rom5pvJPexEg2jHAOJE68lk9dwEkSvRJhnRP7CgprroAR7t0XS6FRA6ogA5zFoCCua3AMgY6+dxVSgywzfZE/oh6P5SQFXMcBj3Am2N4ewF2xKgAFkTEON8zwLYooEQ/d6QWvW7Rn3mBlqCsA8q3VW5rX8/rqlTMjwU6HMVXdPS6FG9R54XG3CNUFx06Wn/abu/mPzE5dCmNcTz3VRmIz5TjDfD+4KOPm9V1CaKpHq5uOlTNbWhXSKtnZE8LvF/ZeUCdbQxjiauJGl7Ae35pthzvMMqid88JSF8kv9lGcDAJ6HPBjpADRsDqYOdF8/ThPRn0l0zlD1q0+oUVkzHsY32zQe0IGwAwyheFsV/lg3hXv4PqahV+J28GSPUEA+2VS4OlAVDmWaGWDtjP0k2A8wQHRLz5bm5R+f7p9LuMarnKCgbdnfVP+xFpJf+6VKQdLY982DAyuN8o98W4qGca800+36TUG2NZayEEsHgWnql8D9xblA6lPzv/VvfvWsnKpeeeXzyXiKPA0orU0F1uT30YevqSnO/QfDk/goF2cumaoeyWWvW8fodSvK3a5Yhd4fRakSgW0W+Lq+l6FnTvCBJiY1iZOmtylyo97Y9tUikf0IoHu7iBuO4Ju4bx6PrtRBV1PSW6xX1Rii1qb8e2BXJ55DVvYOdU1LocfLRv5SPze7Fg3Fbud/HseC9ATvPW/MQ+Bexru9ZZm+u+I8p2MBCpj2PxHFznQJ+tqe1vqxrCddV6X7ToWojcHUKpds67nInkcwP4cCzglDT4DgX3Q9oGhwzP3stelBurtuSZldN5FFjw/J47eE5KMFWgvIPKY6Lxi/tinAl4S208UhqlON7m3UtgkDbPXO4A3sFQqbHoGun5GXXu7ZhNm6nspngGWdkAG5eUBPozzKh0ytmXldcUDgjGEzoUrBFS1kdcjZSJPluMyH4vx/v4tcbdAPDG0WFKMuXZXE4MewEnHMB7TmKI15rPvvhC6ua3m6tXNz2O9ISyMWueTZul27vdJ3otGZcVd9D+6wEf2xigvlUDrXPumOg6z7X3fHnGZf8MPb/vYZgTIO162w5lQAw5RcsHGvyugy1muu/auDuT1LH6badhVzPLZz8E8G6fzBgAGvPN6DsZBK8lmjlqj7PcZ+swy4MzF3RfLTgf8YynAd5tT+G+xzzAU0S8uwP05BV6Um+Bd9Xxzgn7BPCO2p39wBsDQaBb5SxmBd6zjInhALQ3wMYC7x9RxHvW4XsWcDQLaKeXzGLIzzLJzLxtGbHT7jiJiu7jsJBFf2lpXO1QG5j8h3hhexHvWMMQQcHAPdb46QfeXzXPVAN5DppZWLthfCXySekhA+8jiaHtKcfbVHPleO/vFfBWrtgYVfMQTeOYSe2VMULUalfAe1ug7lAGMB59Mz06VPPBRe4sfWvso0nvolu7Fv8ZgHcZthjntXiHQQSWklGkCZicwBKvI+rg35N2Wm1uKriuBeAbBrQidgIFNedhlFmESsY+IBgjGsBdeadFN2dffhztktFOiTDotzVRV8QRUFDCbKhC7+4IiCh6A2inbBPnwvlYglSljM7iRZkmQCAH3VKO+fq1680NgW+AVgBvDLaIercL6AwT6DTAmygoBuJT9V+A9/sffSQa/DUZ7jq7yzcBvCOXsncRYdT11fEeQTVfuyKqOcD7YgITwFcCb9fxTuD99NFD1aPfshMghIX604eKFeSop40+RMIUMdVzNkNAnS7oZiEriME+r51eig2y/eBb18q+cfs9tW0Adc6jnqDzAKgrRzUjazaYg7JuJWaNK8CZDXic1AjtWUAsygoZCNDvHBnnIno6BcHDTxjshaC1jPUrwmREd2lPyp4RmQV407h6MkTQ5di5SB4oINEq7CHyFn0jIttBg04HDSWnOCdYmrkCUE4kl7/zAcYUFWC90gUYM3pEHicRJQ8HnmnvtLnuFScf1OBFOZ44GmXIKH/G3+V4InWCKCZRbDs/cNBTvk/tQ8lDKOmMB5hy3CbgHftiUWCe8nqcl0g34xDWCtdX+b9RBoxnhuga1OSeEnlkDuQdJqU7lNOl56DjWNkaxyQCbA4SBFOics+9Wvjeo5FKGI5DAtjNGEhNiXYsGtRFAKMAch3HrAycHPldfB57hu9oVGAhtql7KRDpfVBk1zGX1eevraw366Q2ILhmwChHFEGOZAaR831A3jcgVuPAtbx1XIT8jlB99+/WBve4gTrucce57ZwZfNUncd09O4N7zDHnhxDdd/grBNaOM+JNP3FKkHaKKjmTgDc1vkMk7ZWE1+wcc4N2mGbZp6O2Ok7F6M/Qzc2SyBJx4aRj54r8M8/ijCLHe6EF3oP2lH1xFldDYL6fag4ID+Ad0fkSV2NuKuC9Luffp59JXO2WKlggjieNhdDQ4Id5tgfCBwFM9+/B64ryb72GP1MAZtTjy89bYD24XdH3h4LyzsZDI95lq8XYGPWKNWfY9/3rxYRb6HxdyTzdHt9xMr9F78VZAOn09zN8y3Hnnnhdg+DX69zo18TjzbLvEODdtTFPzFJdD0LapIPb1NVPus5z4N3XcoPAuzdgu5tVntzoATyDBTtjrz8xKY6YKsZPLjOetDMpzrLnjwd4Yxl2B/QEd8XbBt7dRstjTwu8v/rqq+apIobQ5Mq6coSigHcCAsyco8zx3hLwfqEc7/1dgLcW8MVpgXdEcEELBt6UExO4COCdiuY/BPBunRu9huwH+aMj3uzBJIhhG5TN3iLoNTiHakSBwgHB3G/nhvZx2SEbuKHCjMecvFR2rBrhHBGjneeC4U+UG/q4I3cC4ZV3WXnbGF9Et/mekk1PpXqOqjOA/in5sTonQJtzcX6AByJVnAcwUZEfSjzN853O5TxDFgNdt68labbQdrnq5bWNZk0U0kvzgII0xwYMjVlyvk8LvFc3rouOSoR6BPD2I+4Z30E1l6iTAPWTe/+u6P52UzneAO/XMrReZ8T7AsD72aPm//0v/0XlxO4ZeN8R7RJV81mAN8ARRfjLAn1zAqfU4bbSuJ00AZYuij6++/xh81zlxi4DvO+8LwCr9AIBO1pXPcd9CxpoRZmj7wVjpFgjgG/XhgdkWcAMI14/AnREyZ3WgJOHHH9/Ri505HjKXaTjYYTruBgRXBzvdOzWgohOXnXF+S5AMfR1RWtx/hh4h4I6oneOphMNtfo6JbOoQx7gvXKUy0gt8ObIeniyDAQM7mkvzq1rqfzx7voVvoKg7sKwATi5FBcRVkW/cXCgtM44oI2Kas7cxD5LciQwL0JjRwgSHwB55UQgX77c9j6XlXseQoSXeqXMLF4XbUSud1Uw6AO40Wox4QBuAFkgIoNkcsehyFPPnKj6nh0JODYYqzxTriGiPZ35BrK/I9c9lffQdaBudzg3giruk/rvnlhagvf8rgue+T1AegB4rs/T+BAjtq/9E4R4fmRf5gm155XVtWZN6tvzut3L+k4unGZF42CNsnTZrw7Vz/fIhdc44A4O1Tf31V/3YTnSK7XfMRR0XYdp6X0zbzRr9+WWpl/m2C/2icF7zs3VNsNjSQW8D+ycMfCWPgP7oky+MK+61mMj3rAyYKUgigdjRc/PHTcYAU7EqnFj5wA4NlMTBNRnAt6aL+aoYND6PGmgYJWQEhHAG6aayolt3Gjm16CaB/C2B8sVCSLHuwu81xTxNvBW6cjr11WGDMaovYr0Q3LW3Zr+if7TWwB/esC77LlxNPdoV/e+XLCi/1dvHOZQ6PbKOvYgGBx17kFQPQ54D46As9H1JwG9kyPu7X3yhw68qwu13k1Pz4Nze4ymQeA9KjXmHHj39b9z4D1uOP50I94/beD97MlTR2BaYyuBdxiusYDaeG2B928FvH9/Enhv3mqWNq83C4pozC0I2ImOGsZORbwLeCMqhUp2AO8DAW+sgR8s4n0G4F1tRmSLyIQpogk+wiCJiBI0YbNvbOiFyW3KLX9z76hmd6JgAeQjv5tjWylZ3y/JOC1aOcd2/W9th/GP6jhg4Oq1axZEY/vLAgq0s2t+63y7ik5zTiLme9qeaDnH4Lr5jGMA5q9KeRiAD1DblDgbKuY8S7Yn59sRHhl3RMmp731FJYJW1jeiNJWJpdgk3cXe0nlTr8bvFnj3IhN2BDni/XgI8L4RVMuMeLfA+5cC3vfuKRIt4K3oz1PlfU8LvAOkAryV8qS2hJ6MsjiRNwNJvQOI5YZpnj+61zz6/W90nuXm2nsfCMCi6h1g7dIFgWn6F+JnjhTyU3G/oGN7PjVmjjJGQbuLtA9TclNQD8BdtHSDcyLkorK/3N/SdgW8dT5qwBuAc9CIpncdTX1OJy6S83NtgFtrHiR4NvUlgDjgG8cD7bEgFsCSyuWFVkEwQnBSRPSbKLPmKHKgOY73z99NWQ/AaeozlwckT+DnWsw4tbgGgyxFo+1ACE4N53J7kP9qZwRzUd6aPgOIk1vPoanisCetC1IxUP1fWESQTV1I89lhW/KLOuPV12nncHxwfju7iHzqGnCE4RwDdNGkHEd3kEZXRM+5F56qgViCXV8/cwrOjHzOEcmNVAG+L0dZUcsrtzzmo6Azd0uLhUZFUMP9eGkvnzOdAwMjd/RanYypvP8QFwN002fluNA9b6ok4aqcCGolRb01d+larogevak147IjuzwLpdgIKB4QodW+9EJEHMkD30HbQs/rCB0EHML66dXCGD7FRPuEHoHvP1Xefa/MwTAleP4WbhPo7Bwm5vgAl454H6rufEa86Zuk4yzIkWCnEQ4Bxs8JqjnHDuD9Ws4tot5+uPksLEzoVIxINQmth3HAuwfu7KTSn23E28Bb15KMlbiVYDGEGryYb/q5aOB9XcBb+h0Ab9PTeV4SCbUae6xV9Eq0HlYkxPbp5583t0U1v36NiDfAm2Mz2oI6b/DdgoY/dODNI0zweyrgXe0zDfDuupZsPfiZnnQ5jXJB9TsBho+S0Z+eA+/JLXaijaaMeJ8FeI+qYnw24N3zCbd3HV7e8KhRCzRyvLtU8yonRi6kDGFyvFmY7VEP9dbZqObpRTaAmP41fGH6wwPefQayx/b0xvVga36fwHvQsD9T9NyL5I8k4p2N2vpG08s/imr+rxJXI+JNaZDKf4lcwxD4A3hDCx0GvA8U8Xbep3I9TTUHeGshX1jdEPBecs3gLvAOQEpTyVhSnhzllLZ3EFfbc6RnsI73ILX8nVHN3wLwxmgy9bcjVGSTBIq/2ojIF5RVG6L5jAALAPIQU0NwSwAsKaltOaMsD1blyohAA4g5lvNHkwpObjcvaOgIn/G8nj99qjrbMq5EhQUUOEqdhjcR8yePn5haTjSFSPeGADbzKeD7xvXrVnUGqK8r75vj8vzW9DvCa5ybXMLHDx81FzSn3n7v/WZN5cQwJKt+9+sB4N2lnXOtQbv2bycm1tMC77V1RbwFnIpqTqTNRvPA5F1zzTjgvSoV39DIimfYAu9f/VL1t79TxHpORugttfPjqYA3N+kxQH9Q+1lgTQOC9q6STgickXc8p/Xq2ZOHzb3f/Xszp1rpNz74VCrE5CKHWjtjhf9CvCx+XN/Ya2MYv6ZwJvg2WyGn51INd8TSlGJAec4YBh+R4wmpN2jzGOwCOwKcnudYgwGaCPQZMVY5sKit7SdaxneBc18H36WaM1HrzPkmF5wINuC72BuVG4zq+hzRRDl5motBzUdTgG2hs5PLDyCnFJojsQm87eBwfe9gmNAUjEFajKhf6xzTF9T8LrPUV1hAOYFKtHe4k3BiuDa2c3RDIAuGwv7+nj93vXKuy4iZtgHMoz0jJ1ZL7w+HBRoL9AGAPk6QBSL+Gs+vlMJBGSmDKWvQQEsPlfOoLEA6SqiVl7EX+fc466pEYFRLqPJolZvNZ0U7L5Bdx6X92N4A0yJutFNEYkMsMp5rqcL3rdfJtIohHcr0WEyVdkH/4jvmrw0B72VqtWubObXxqp79dVH1r0rga4F7TgFvotpHXAu9XTsf6Rh7auNtShuqzSF67+v7Q56J7pt8657x2w806loNbLkXnMsAXBwV6WgIFXFExRhZvlk7PeL/GFdH0lVwjrd+jmFR6NrCphSjCOaK+4+cN/SRE+Jq8RkCbWwTQDWcIABv16rPUoCGVHYG8cwj4l3rc680VNxjOdjGA28vsS3wBnxfhHUA8F6/od9VwcCq/qRyArxZq7jEoJoz9hCu/FgR77t374hqvqn5X/3V+K8X6Q7gHf0kgGEo8ffP8RHRr9eFPvp2fxqDNzsxeQ/nJPSOOPq3clSd2OIE1XyKiLfva3rg7ZHR58gaBry7wHnQlq51shpvloj36YH3DwW6B8877DomXdsJOz8dWsN6SHTTk7bI0G1zu7Hn/2ME3hY4EU2rB7wrP+oceI+boGalmp8wkFtP/zTTYP8258C72x5h0Bo0pMe9t3hNdm5MDbz/RcBbObKjgLcp5xivuoYoJ3ZfOd6/bbYffp0Rb40rRFrWrirafXMi8I6FFIfZfvOyjXgDvGVQAiNaqnkYRd3XjxV411xNjrcVynXRJXrUi3wR1A8DG4o57UCbYqBWNKoUhV2WiHw7feeItw15CXspyoaJ5uheKi8TgSa6XZGsinRhQBOlxtFx/c4dsQpUE1nq9cuKals8iciMnJIWagL853XZ+KQsGuPY5a6OrI5eESF+ByhCy12SQNK+6OgA7JsqJba8uh75lvncQt28Na/03PufZ2w33EN/WuC9DvDuUs0jLjwT8L6jcmJ/q3Jiq1cEvDOqYH2wpJr/+h9/1Tz57lsD71u3bkqc8MnUwNtaBwbeAb4BZM+VCuBcbI0Boq9QODc21mS8HzT3v/1Gjqz15uYHn9nBVWJmEaertstoHgAljV4DX4Nq7NaMNKcRa2xqMME2cYfOdG0N5N4zQVguIsYBvg3sydelNBeReTuSBI5Qo9a9xHxFH9LflKxT/20j4zilMOg5hq1QQDTOAa6vZ/QEdovPHJlUtI3UgYgIkjOuNVz9nnfnjgsUAMStmO5cZiLfUSYtotwBHtA7CEdEME0inzxADy9Hm+1kTIdGRsFDm8IXaFCe2cXR/vYnJCg2WI22ZJzHtB1pNQi5GbC7DcJct3Cr9sfZBfiGzTKnh+PtNPZCmI0cd5TTyfOmPJjmW9dcJ3ed6CV9Btq+7lX/EYSI+tIRMOAagkKNrgQ58wmIE1AaZCb9vBgDrfMmQV1Ei+P+4546xmmN7xzbXYcWfdntESjSj5h+T1k4It84KeZ1rDUB1hvLawLfoqCTfmBGUFCjcf/QQ4/QydD9HwiI7ukeX+Ls8N/kgsvWQ1iP9shrs+s4HcZcQ0uLr0g892RNjgDe0a+zxjyX6+caa69/fO8A/BRXk0I+zhGuc04pIAgLWtVc26JEHsCbcmLBtghV8w7wJuINsnXjBPi+TA6/7r/WDOsVuFJB5YXHqv52gLfOKkdeAG8i3hsJvOkPuDpKFK6AtxyCKtX40WefN3ffe0/Ae6NZRh+BNuwD3l2bJcZXz4bx5Wdf6iHvYTneHVweDkT3Hl7M5dOBo9yh722kjXka4O3LmR54nzz3COBd9zdBQb0F/TGbZuMORs+r2U4PvH2bUwLSYW1+2s/eGfAedUHlLJ7iguvazoE3apgWV4uId3ih3x7wZpGY5fVHGfGmgc6Bdy4SY/rLu8zxzk46FHjLWKOGZ1dc7V+nAN42YLTfQYqrbT0o4B0lqcYBb5YEIkVlvDGMiH4cCXgT8d6RcjNUc4zznyLwbiMOmOOZ48291oQMEChRNaIpBrUGX5ETzmeOpubi5pxpDDW9qp4vxpmF1TSvAdlh7JQqspkIOib0cAsyySgneg313NRyflfEm2MQqV4UxXNjY0NMg22fE6MdoM9zYr8FGf+Ux9lRpJsQyYqiUxj77AvFHTo6L85HiSui6weqKkG0e33ziqOQP3Xgfftn1PH+h2YtgTd9tgu8//mf/rF5/C3A+5LyHQW8lTc/DdWcdqvooStmCAShdg/lH5DFcyza/xLCRRonW48fiAq63tz48DOdby2iT55hyNlmfQO0Rf1nP89kUVQkL1TZ48d9VXOPp2jGYTr2WlDVR7CNiaRMugIf9aEZNC47xBYIRwEOyb7Nv6EIy/H9mutDH4CUCHJcoW0j9IYyu+tRy8C3TQj6yWi94Uzhu55zgW38jdkHUOxRTQ+aunPFEXKziBtl0ahRnoDdlHZArMjNgF0r3gfYCcM5wHqoKRtlG+BHJDGia/Fv/V0AKK4zZvpQ8mZ7cxESeDPXkUNfdbVpq2x+74PgHQrotO8ijgM+UxvxirlAuc0qHYc9U6JpXDbHpx2jP1X+dlR6sQI/Dgjyen0dWQs8qda+WhuZdbsBkGF3WGfCTdyvNNNG1n2z9Xy6Bn+0Qs19IaYZreO532TwiLZHmoqeA45HXeOS2npD0derS6suN7YAgwEOJZflR8QcJeAtQHioPk++NyJr1P8+hPUoEMs8Ck2cqLdp2+7z0RuJ3lvwjv7F3MzVxOTndogc7/yhXew8jOfYMjfsqSLiXarmAG+Vr0vgjao9jAr+nh54w/5wq7gvwrwAeNfzxCNgMTTSHyzI9raAN8+ZiPf0wJuUlsWVjeYjUc3fe//95pq0Q1aIeJ8D75jz3hrVvHesQUe1B1jfa4jjemQZtJ8+8K5bHwd2B78bGvE+2ZDxyR8r8A7jvNcqQ7sKHtykFEX5icFyYieBt8szOMqAtxghDKmV9qmaU7ZDNCsv0BjKRJWyBBmRCRahPuA96HE7CbJG4/TYt/0+jZ9uX4iiIqNfs0aGu0ea6D7wItn/DMZcykA5MVtz4zYf+92s93UWevjJiFrPyJz5BrwoT+4Tfa164uKHeHFb2mbB6Npmchu35mrmi7m6ssaB7ON+4D0t1RzDRwJDu0S8HwK8v9XfUnLGYEBcbbVLNV8XSFhy/maYypHjnTatAR053kS8A3hTTgzgXeXEuN/BiHc/BW26ZzTKMz6k/YpqG6PzxOG75DaTAHKLMmDpPVHXNuiZMY9HBQbbeCmkhiFMP3dup94pMeSavAAvOQ8BvVA/cSBGvqqAtf7GGFtSlC9QQNwXkW5erjlMCTEJpnFO6rKjOg5IfvbiubdB1fwFudk6xrJ+UC0HnBO5frm716wKjO+q5BKAfl008+fK++fCoVH6PogssY9A/KrAOOJtqJpz7h2pQS+Luv7+hx9ZebsfeGdLDUa73cxtKw60N+Op/6MCid1PvV50yomhal4Rb4BZlBOL7M/RVHMdUcCQ+tyIq1Eu7ZYi3n/zPwfw9sgjMMs4Uk7v9rPHzT8r4v1YkejLEpJzxPuUwLvqUgO+l9WmGN3QoF+/FolWRv0LRNuePFZEaqO5KeBNxBtZNbcakdSDXTnDBMrEOlCncdMQIYW+jGI6wPQ1x1TKh0XY9Awc3018aQVjg6yKQvnA2cS5DiR4cY60+yPQMOa7Ul2OsluxX0SLA6QwzrnaC0Qi0Tew2jeaBHoXuDySOBVgvS2D5ohg1ZTmWKW8LmBqxf/KI+VEXDgU2Iho+9rs1eNhZdkyR8A1ttQWaB04UixnEes/ueJR2ow8VcYilHWOgShcRsvtQHNH9bE5ByDNL4PYdLAlgHWL8Zkj0cFIcIs7mloU/hK+i0gooAqHS4DSKH3GZyys9Dna7aVo7Mwj2CQcvwTyuC7TzbUvwJw8flPqDeB5cBltNfCWXWNHQzKo9LWdE24DHpXmGQHbyPUONoYjrvq8hmkA+ALSPOLeIK20EVgEfG7nguf8aCdrcOkfa1m4DFV2LHq0mmpe/XNV/XRVAHZJ7+MPuaQAACAASURBVO6nOFpSqM7Hon0SKPMYTBGHXQGFv3WQRN+IqHHMxwByO3tyu1e0IY4S7eOECoP2EB2zmjvtIV2HAt584SNxLgHvfXK8RTWHyQDId8qAot6RYkDZM3QCimqe9Heeq/s3NHOxF+ykjb5uoUA7C6RY3wXe3CsOlgTeM1PNB2wx2ssOCAN66niv9CLeixsSVyPHmz5T4mpoP9Cr5STW+FjQHPXx56Kav/+BIt5XzgS8i2USk0b/ehsOm94rIt6911QR7xEm0kjLqQ84c67hVPOBK8trHwa863o7e5ywjUetfyfPffK6+ST6d99iOYINQBrSWV4/hoh3Xf87A960ZDq3JrXVrBFvz5Q1Rw08imlzvH2IvLD2/DWNDlzwhf/tP/2qz4TqUi+H3dw4yBkYNT3KSQtyzW6ULl3HG8VJKG8s6vr8IMrqhHER4BtD0TneBt94ylHplBdWxu+CFuiL0EU1QADbLITxAwktWgvqXfdVye0XBwzLMBSHvWKQ9kDmwMDRLmEejR4okwBqla8Zenqv3ZOOffpBOunaxnXos+w7aaC86+/PMjGdZd8TE6/7TXr0fdPkb0bUuR947zbf3n/UfPWlyokJZJF7V4CuImA2dtSZeMd4QVxt51kA751HAO8dG2Is4Isr15plAZXI8V6XYJSooDIibLBigDIGMSa9sBPxVlkslfiBPo1qMPRV55X3Uc3760DP8gwHSzp196WFGGOjX0XvHzGCO06WAKUx1plLetFuztKlgoaCeTciFFTjfuBN7maUHiLCFXOPxdQ0H6FMzjM61D4B2g/8TgSpolrsSzSaY/M5dF9+llZV31s52xUV55ibm5s27J4JqFf975onMdCWliWkBl1d574mwTZE1SiLxn77LwUMn78QeBcNXbc6r3zv23ej5FWs8a7ca+hRr0Hf1HBb4OR8yP49emUcLTIgWHVeNS+yjjfAfy1VzbvAu9872P9M7RCSYbsnVfPH935rVfNbP/tzA+/1VDVHGcoUXa0NO1I1/2/K8X6kiPecIt7keL8QVXxHbWMl4IzathFCt0RvPq2It0EPzhgBbJ7nkqi2q1KG97wPDfVY4/O3v1H5MoD31Yh4C3g7ysuIgl4rZe2jHbFO1K8W7YRgvMbYx6SXHFhzUVHEZe5DKupHh06E1TdBm7XAk665mN4e//xof2uiZNTTJccw2gHbPFcbJ6LYag0FNAMyXTObXGQbAjl+mHdMn4061M5PBpDr8wMUoVPkzJ8Vld3iTwKRcsy95t1R/QM76qDrAgpcG9lGDNfLMAtga7DvThYjPDx9PDdo5qGwHuJ/ghKs9eRUU9bN9cqZq7ARBNRNoQ26Ots6+k1UWe8Y/W4iO+irijE2QzIKElBGWauKNEefi2vEYRE2hPOGDchxgGS/B+y6JBzzZFDYEW1kW7sw7bSImu1OOcGZSgDCNcKp/Z22Tg6usAWincpU9+hMcE1/DFE5PUecVIDktJV4rk5B8WfO/g3fBj8ZTq41u1dFI5wVVVnK9p4BeAhr4hgKVXQAeT4qyv+pvS7LhlrUd4Bwj8u8TsYd5/Ez4Rg8J3facOZGX2B9CaBvMUscKzX3OOVCTAIU/m0/ooquttVFHqltD9AIOsLBKWDNsTimgXeW5sP5YIcF7ZHA+4CcfuZhgjYwjRTFt6ZJsRFwKCGiFywO0/kNxhFW03eZcuG5zCtfCAQSNXdaBZ+ZLQGzIVXNW0ZVPsycysLRy/6a85OxRBsPAlg7KrK/wYS5OJ/AW8rmlxe1FlhcLYG3xplz+d1V6eeykaU18TFU8w/el4DnVQFv3feJiHc4nIKuwK/p7Mlrdd+bYN92Nh36a2jGnbSvu+uJR9MQM7brNB928LG2sa99vG38Lm3YfrG8Sa3U/305pmbb6+1sfTb7tncNw44z6dgzRbzpM4NGSp6+APmk87lnDhyjnLWT9u37vhykIx7BpGO9Y+AdtTEHgbfBOJFwREoQVxsGvCkBgSojlD8tBouozOKJrUneEe8wfN8e8A7QzavAzbAJZNLENGlwjwXenDtmrqGvOPY58J51ypk0EMYd7yz7ngV4f3f/QfOlIt7PJLI1z6KbE8Yo4A3Q3gV4P/hdAG9Rz22kAbwV8V5RjvdiC7yJeKe4mg06RTYKeMvoYHwSrQN4E/HGoPwpAu+aaCO60xs38UzDwK6cbj5z1EzGLPNSzS827m3QRnkv/iBfMCLoRLNkBGlfDE8AikWcPG+FuBLfu/a2ADeGMuC6oubMaWxnanj+HgJNYWDzOyC89uN8AHqOtyKw/uI55cd6SunPJNi2trFuyvrWk2d65psC3RIWEsMB4PiGqFQagqcD3sNz1CYB72cCqO8l8D5AaakT8Z4OeD8W8I5yYrc+FfAW1Rzgjao5hj/AG6cs5cROAG85LnbkoJgVeAfV/FDMBT0b0T43pCTvtUaA8+LRSwHvr5w/vrBRwFs0f5xZGJ3kt1IRYOt5s6jxtaL91uT8oPUQpNqTkf9iX9BbQoe3P/1C4PuGQKwcIYAcAQrALToLx64RDfBQ5NW5xgEWgO5zc1r/APkZhd13DfCIiHKdRFFMa1b/om86IumrC1BU4lWgQaJsNR4MSRMMlSEM8PKYAYRaURmnAMa/riejh+SehjhVRIVDBI1a5lESzWXR+HFk3KtsgHGjzgDhXtoYh/RRg+koTRZRcsAgdbKpoa0opn6Cxi5gznhke2/LvuE4if2tvJBgMtbPijAZ/CRY9RXZeXFy1g44WEZbtE85cWw0m4oPctLvpo+nApn+xqkB+I78c0Bi3Kahj/0RkXNM+5IyZ1BqxOokAae/EIHF9jFduqYxnzJYEbF5tKXv0GZMCYMFyLHLw23B9wG4zESwQzXmtwL8OGTcTnkuqOWOrUKB1jf0OwD2myxXFa3Kd3EMC1MW68DnjWAJY8qCdKZuR8AkaO8ReQ/htFBDf4XWiNpyT2Nw/0AK6po3yBM3Z+MibRnA2/O224LIONuKaaJydEfHYproPt1fCnjT5E4hAnhnjvck4J1Om3BSwUKQg0jXasbBlMDbEfOpgHdQ8o913ZfmVZKSHO8WeLNeh8PnQjq5QistgPe8ND0+IeL9wXsC3kS8ldduoTr6RY2zAt75YDMg1bVxJtm3OXhHvlWp08ENzoH36JY7B97RNpNs7XPgPaQPMQc7wsR/jniPBt4R8YbGNTvwDo9piBidA+9J02D/95OcAuOOdpZ9Z7vKt7/1pAE97oxn2fd7A96KBkA1j4j375vdBN4WhaEsiWqBrmgBHwTeYQhGeR6i56YPamEHcBwKcEfEm5q6lFDCQHMGXphZmc96mqf1fUS8e/01TOmKfpeRWUCjyhlVibCg7AbVcUFg2PQ//bgkWZYjcwkxU/IDiNfnMBMwQAtsc06AMyrlQf8+NMWc420rCkspMATYHjx44M8tuqbPl0VLL6DO564xbuCR4F93NC8q9dbWC1HQXzQbinBQ6unp40ei7S7ouJumRu6Kpv5yb7+5otqumwKOAJSgnZ424j0j8FZfQlX8hWjyUCCJeB8ALlGZpy8ZOJyMjlSf6kW8O8D7kz8LqvnVqOMtK95OklHAe0t0/m3KrVVtZUz3cmIFPGm7cIGPOcABwBsVebUfJcM2VSfXgmACm5eO9ppv/h3g/Vhj6mpz/cPPNc4A3jx/vcht3XrWbD2839yW0vz7YiS8lsN5V86sC3Io7+q4D7f1u2om3/zZz5vlq3eklr4q8S6AewDrKFkUZasAXo6uCogf6udIwGJHFQeOFNnDEOfeKEu39eyJqePUMOc5BwhCkRx6dkTeAKIACMorWe0/+0PV2jYeTnBuhxX3E4Fwj6P4JYCmyxQ5UsxHhokGQI4gEvmGisv14kAAgPKD2jR07bw/A0aDmKh9bU21ZCYg6thGm7kQTz2CfYqGG0wJdBMZv8j94fRwDnn8EEWHqg6zx861jEC7DTLSCxjyPJHsgYjU0kwhwmiAnk67VuU/wXq0QvXdAjIFArmnVOAGiON8yCh7RdRNcfczDc2bAK0BbENEkWg6KQpBpVbCdafdI4LM9gBJO0bTERj9JsBulDAL0MyrKN5mX/BB0ttpYyujZzTd30d4no2Cim5gHdHsTKjwswmN8WBbFNOlOIFuW/8f9hpjyurg9EGcDDoueeSwMUrhnTMVwEawbU/jZk8OpQLecXNBBW/zvP0kGCPkeAO8KSmmdUuOAvoJThpHvN220wLvUo4PZsXbBt799lSkAFhZ3/T88cAbdonreXvoUQ0jIt7keN99/z2XE1uhbFkXeMNWS+ZGS20+B97uE2/j9cce8a42HGcvD373Bxvx9uIw2q55axHvNoprgzWUVpk8+yPe0MwxHCJvCvrVkSZUJuYTVPMTEe8oNYbqZnj0qTv50wPePW/06KF+HvF+G9Ng/zHOAp7Psm9cRResBMWrV99vNNWciPdX5Hgr4r3gMjJBZ7QhmFGKsI+pLdwB3g8EvB8T8c4cbxn0S1JGXd5QxHvzmut4B9VcxvkJ4I2DPIA3ke7dFnhDjC3g7VnlRw28u0ZN5XRHyZ+ItkX5nTBkKxoO8EZIib/5HXqn3y2UpEi1jDfsSJyFzHEG55rjyNnld4NzAIDADCAbQ7L2L9DOuQHa/B1lqoKx80x06CgBFnW4oZYX6FkRaGe+rPrcnBMF9KtXrzra+0JR7lWBO0A8543ouYTVFOlGkfvlsxfNFYHe2+9/OAC8I/+0t2AOjJkeHu18MTvwfiZnwM72i+bWnfcl8Kb640z5jqhllPUUwPtvE3hDyRwLvG/fMh1/W+0V0VYXrGrvJ1wQg8A7aLOABNp9Z1fCeHJqXLt+0wCOiPel473m69+QBvKwWRTVvIA3FGduh752IOB9qPa/KXD9ye3bzSZ12JX3T73j+8+fNF9rXCt5v7nzxZ82q9fvSi1d1FLo04AZKOb0U8p4WXiMHHABEnJhBWL3xGZ5/Oi+zv+gORbAUC+VWNrL5vF33zSvobcvC2ysLCWAO4oULrEgQsyLeu8BRlziTOchrzecaVC3I2ocoDWipq5j7jFDUDfGfo2x1r6wfyso3KFCHYDaVHhAODRsouCmyQIaUpwqBd6I6JMHzTwDACHfHCr7G5VPiih7UotNfa9nGBRzDAKXesootxXWixacAm9QhH1fRFfNSGF8kmtf9xtRybp/Z4AbeMb2zo9OGnW1hePLnoPpz0E/9hxNOySN2U7GCEzTem4f7CWAt+eWrCldAnxEwENwrFeezLFv2iTpzBzTkFj/0CcA9haJBIhrX0Ac0XPbVS7nFs+udaSknkCP2cfl66LIKWf+830VW6B8YwHGHakm4psRee7IvpuI4bevvoQ8junIdjgWgpKu45Fvrvc5XTf1tp3n7uaLmekIx6XGoOnmqZMQ/TQcqUTF7eTxmCHHm3JigG6Bb+V5003m5JxB1RyNBj+BmYB3PdsC3mgOEPHGz6RzZqoBz9EaB1w36V9tK0SbRcRbUWmNM9hIjOdeFRBbhRFBh2pOv0iquet4q5zYpSWxlZSnztzgPpDAW4x7sxe0UnWAt8TVtDasag6Yk1MyHOVsyI8HaTrPuIkY/12QELyFoZN/3/Md9ofvZMR8PkgtH0U17x73xFWUI3DElYylmqcDqHYdPPZomDTxttM5N8V2IzaBcNRz4p3+OKfZ8+z2bf9ZfxDgbWdjsrImNMJJqrkHwDicfPJ7O4Z7JyoHY33Sr6sSx+/r12fJ8R7Mxwi6T0a8hwJvSoiFuBr5N1Xjmwl7LPDWgk8kiYnZhi0Rjox6W5QEYygnirPleHs1dPv0FiQ82D2Pce+70U93MDI8iVo+eKRz4H2a6WP8PmeZXM6y76irmhZ4W9U863iXsRlRmTB2UHgdBrx3Hn/THFDeiiiDck+XtHivqI734sY1GeRrAt6KFA0F3hhDlBODsifgLSBnqnlfxLvGSL+hNctTG4x4n5hLTO8b9Ro/wTIhum3yvUzeyOULsF21ckOsKIyqiCaHknNFtOPZh0hT5IgTBUV8BzGliAaR982LfHCifhhWLtWkfThOUcZLsA0wx++8u/6rgcwFR8aJdAdNmPNdNtsAmjG/A9QB5FDVyZteWVN9domp7atMFIAFBwBCcCicI8i2vq68QF3n3outZuP23eaGfiLiDUAg0hm5i/E62abxXW9OjO1mBN66v6cSRnupvnjj1p1mbfO6RKLsafWxibsPLkp+QmkVjYp4G3hDNWfm13owkmouwAvNfFtRbwTDnP/cMQyHAW+exRyinXoOFfE28L5xM0piyeitiPeTRw+ahfUrCbylMO+844hY7svZcCBht02B3A+uXW/WRQVFrf5Q/WtL5Y7uialwUbV373z+i2ZJ+gsLcysqWSWjXOudxbjcL4LlEDTroPDSp54LuN/77vdyyj1o9hX5bpSTffnNYbMlMH4oijvCcotrOG8iNWFF1096xJ76BcDjqiLw/A11/0jnQjzO9ep1TgA6dFeiykSSI/Ip0IB4oF6ICca6G0A2QHhElCEh9z2/7D5WeU/DyBH6jGib0g5VnXGYg/ZYjnlA9yu9V13lVvSKHFzl3fdyyaPMlI1Wg57sOBVpNWUdiztApG2FpAtfRGVdIMqCeJRBsxOMewrQ7rJnGS1Hcd3PwMwKGAQRPTUQz2h6AO/4rIx6z0GeJXgF6PGlldVWNGfnKcc4DIDNXFVK2YxN6PoJMn2vOGwDiLvmNPNFUvVxYBwrjc+MwGQ8xIQYI9h0epdpCyDs64lQddRWJzqdDgbWF149GyZylfmefGxizn6uPkaMpnqVHeS7znaw39in4tNwOvMrj8hzcjlD46xhTAOySb/RvS4gMMaeOuEBSv1mEqit0lkFhTwi3lHLG0cTivrzc8spRMnYhEkgjYIJVPOaEwMg01Y4a+Qc6KOak0YQaRVOL3BUOZ5jiI7l+GB/9SuCR61qfK4f7hfaNvxU4dQ91hx5qVTNi2p+WRoiehBsE3oKVC6IZ2mquRx8EfFOcTWxXuadjpKge8D4j+cUz6tr44RrpAdL277cPtnRv/iOhwDv7pwwxWF6faj6TX4yiXU58ftOGuegzdGzyWa5wt62Zymn6rSV05321HsN2rVvy879IYC3+3DrjO31575+HQOzfXUF7dw/u0h6sFUT2/bvP/jEen93j+X5sY6f5zhTxLs7vry4vAPgbXE1TVAG3pp0MXJd6kIzdXl0pwPe/Y0+8AyyPc+B97hRPGlSO/UM8D3seJZJ5Sz7jrq1aYE3Ee/I8ZZBmBNLRGi1mCZdsg94P73fbCnivQ3wVsQbauBl1V9dUrR7hYi3aLEBvEdFvPuB9w70aANvGds2GkOFmtdZFpp3BbyjjyI2FwaZlYhzsitwzbUzh/CqutoR1Yv8bCj3GEemksuILfBcgmoB3ojQhBFIBJzT8j25moBn9uFYgG6OhcJ5qOpKtV4AmlcdtwQlAcxsy89TRbGJfnN+FNGvCCiZ8q9rJL+bzw5F2WUbjO/njx7LUJtvbopSDhAHbC9IWA2wdCSq8opKXq0KiFNbGWDQy+8eB7wLxHQXmOmBt81oXdtjqX/jvCFiDFgmf9GhuhmA967Uyp98lzneopoX8IZqfmEuorEXrWquHO9f/rItJ3YH4C06/tYz0bLlMImcWIzjjADqKgajJAG8ZSTrB5BJjjdVACjJhvL2BRnac6/3mwff/LZ5+uBeM2dxtc+laq5x5Ug+Q1WROkWeqSwwr/6yisNYn+NEgbJ8QcD4uXK8EWa7/TPleF+9JaCvZ385gTeggJ7s3OagDFcJKd5fvHjaPLj/re7rUfNK5f4uEOXbfqK0g0eitO+6j5DeQDrX1vaW7iUEycgXph9ev66+oCZ4/PixUhF2JUJ3R4BbpefUd27duavKCofN822i82KnEYUGgOe9OWILiCW/Wu0BGInyXlEeTOjNABgDntrHUSAqwJaxSIodBrCJutkArLIhytcDsIw6y0R+o9wZebsI3oUYnBz4AuhHumZo2WxnQG9gnwrrPO9yKnFeR7czFzznCvcAR7oLiOY2CLm5DFrcYwDuou2rH/jZQL2L0mgBbvVD1NiOvIwYJ8Bq108Pq4A3gXq5fUCmu477qAMYxRowuE32gDfgh/sEQKZoG8sBwFVG2IHmCejr0aYZu7Txpx2dqw9g00kBbTq/2YOpk9A6eOxIMZr2NbUgxRTxuHfTogG9BnZJTefd6DrupQvEYxpOpO0WKEAYWwZFXg4YnAraPyjpmmfVNPP6bFVj/JrmMZxCT3ZeNs9fKpCjXeR2MI8AsTXSGQ6OduXEDGVzWEsG3vOakxX5drv2Ae9sa9gU6BB0xNV8VF8uzyaF/awd0M3xLuCNwF5R03N9HAG85+fpTz0WQrURtPhIG4ja6JQTq4i3xdUuL/tBGHh7bGhNNvCmJWUfJ/C+A/BWqhER7wDe3ERGveuxtO+jgHdvw4p+TwMMz4H3iQae6oNz4F1z3/heNhbUDwHedtzlExjEL28PeEfQYhBs14Ov7yzilhdzJuDd7VE1McdJRlHNZ4x4M0El0J7TJIyhS8QbCmDleZeQzOSId3//Hw4iz4H3uFnipwC8hyoxp2E3aQYcui87tYbipCNM//20wNviakS8rWoeoCdoLQEeiibdpZpv3f+dgPe3At6KqCFGtLRuNfPl9S7wrnJirOXkD3PcoP11I94/NeBdFl9Ft4Ni2XMU1OSI4UMzFkAvJWgb6ZgxKEA7zxKgEoYSkUH2p42sKGujFeVzKToTsSEiplMVZRywzXZEqXdVd5t9iZj6uDLyAM0GI/qbMmJsz8+6aOPQygHmBtkyonnnXqpEGcfaEaBaWVk2+NkRpXlR54FyXvnmGP9bAuC4Sq5cvyVW86bVoocB7yQIT9GBZwXex6JEPxQA3G+uXr/RrCriDViOqGDpBfQvth6uabg7Ciqgu6tc6iondvPjP2v+LiPeHOuigLca35Hv3eePW+B9SRb7bQHvXbXT1tNnpwbeL1Gpx+krZxXABEXvhQtSjVf+9pauawGq+UcC3qrjDfDm+l3+SYb/G0eiNb5QuoYCDBjKXNoXKjM2v3alufsJwFsVB8RMWZYeg0vbEZGzkwAgRz+D4hpiezh6EKuDCbMnOvslAdFLAqQ7T75VebN7Kl+24/60qrq+5Ifj6KFcHQ7qQ7EqaNP5BdJTFBVUZJC/11TpgPlkVX3ow09+1jzb3W8eylkBxRdQGVVJcAZEnigRPsbF/PxS9mnq3svIVz4toAw6ciiLR2TVCt8G7xH9dEYw1G3dI7nnbG+wls77ixaGC+Vnq1W31GsBbCKgKVpm1XZU1TOHPATdyIsmRx4wTrun2Jsj+nFucvBdu7GiBzCIfGHYLwEcPb86+h2RcDs+DLzlYMD5T+TToLtyzIMdwH3Gd+GQINe8LWHI4/Rkm4Jxfudkwf3gxJ4T0mDkmjxSIqqRADWiM0SBiXZD5cfmxMnImIKRwz3ze+TZB4XZ92aaMvtGxDRU82HXRIkyOwQSRPuaO/GKiJDzrHiOiFDWcb0otWyDUpBvDU8za1i+4vqdKw8d2/cTJdYchdeaRu35Bb0vLy00a5rb5j3epJGh6/zZjWvNLz76WNcw1/z3r+81//Xfv27u7whgq4WO8SMU8M4c75dibBXwXlAaB7nedhQk8MZxE8yJsFkNvFUq0E4e9Z0A3uH0mh54I4yZz3FK4N2WdwR4w4BifegA7wWx1UYBb5xTVOxRooEc6uvNh6iaJ/BeW1k08L5s47yfWdQDCUOAdzpb6vlF5L7c7eOXiHPgPcUSOmSTc+AdjTIpyDUL8G7n0Zo3B/r1LMDb5+2YKXEdQU/vOUnTuVn3kdsXJu6Lvs9ONR/dsbyG6cc+UF0ReZGO2GjBi4Ub4F0U84jkHDnnMnORoLNpkYcyyTuq5nP2DkLRkUfPgjCxmEcd78jFtLCO3cZM6nkReZllwHkubF0fXt76biT+GgTe8Zm37TT6JADa9fh6yuq3KyeOzHOq+cQmGrnBTw94hwHSV05MZfaebKlc0b3M8ZaBTTk91+qlP3WAd6jydnO87yniLVVzgLfE1uhLRTVfLnG1wYi3xmuvjvf3A7wdscmnOGyMjI+mD6Oac7Sw3CNKEXNK1OlOQ9Y5lWHeBvCOCAPbm1qrv/kcRWnn7PmIIdwV+bBvVLNXQAUA5Ny+V56nXBNYx6DGN/E95jrX7rZo0rEj4GxPbW4+L4VzM3V0LHKQmfOIdBedvJTO2Rdjkc8B4i8TzFMHnDJvzItLMlCJrrMdNHdyvAG6a4pwPxFb4o3O8f7HnzYr+ptoHL0Nem1QydPwSodDb2B158fuBDZ8Mhumah4Rb/Xlhw8UfZLA2zWAt0TGRHMPCiYNPIRq3jX2ASVyeHSB960TwBt1ZR1KwHvvxROpmquO9zffGJBTTmxP9O7TRLwBI+SVAj6hHNtpQV8RoF5QMbBt0byprb6wSY73F67jDYA0nNA/UFCVJa4otvRJTA1mHREgR/Fca+Hz7Z1mTmXK7n78ebMiJsCqaOerMp4Bbo4mFq3fQFngTs/ROefa78nDh0o3eKoxvtVcElC49Gq/2d96qAj875Vi8pReK/q4jqV3nEcbUrrHQbMtR4xL0alUJ9rRu9qf49K/95TLjiOHyP4xFGzuhTGhPotzaU99HywG/fvQ40DVRpwaobQJNFIFMlHPN8CCiZDRejNPWLMNVqPEF/aBqcVex0OB3EJvSUGHsm5GiPPKAXkIqhPljcgubUwbATz8Ie8G41F33AXbMhfWtbgRdTuUPZJCiW+4YOo21zFyW4ugmTYcOdW9dd+I2T/BQAjWhnP+k5Lv303BB5hHKTTeg74e4Jo2jdJ3AuRo1gDOAbwAb9NgI3XOs5SHWrZT2iBlS9iIyxz5MOw4Rcx/cf0xyj2/GVASMU+AaXAHjZ/P4l4NhGKVKAAAIABJREFUes1SKKdDXEv8mZ9hpyX49hrk55EGKWDd+3Mr7NcbxNDCbZWlAZw4Lm+w7DWPGo2TV82VhcvNJzdvNHdUi/qCRNS2t54YeP8Pn3/a/OUXP1c/Wmj+n3//rvk//+m/Nb/+Rs4vyox5b8ZW5XjvOVUKZgQRb4A39eJpKJwVx3JUkc7gyLEdEnredkbAIDgr8I61yMrxRTXHSat24Vqwaenbxc4q70ZQzQt4U40kIt4ngLcdSpHnTf9nXhGhvrmsdf3DTwW833u/ua62W19d0n0DvGue7TlN81HkmtkPeOzM7y0EGNXtdn0fd//I30cBb74+DZV7ME1zou09AK66l+h76lDNB499muvrO36yqIY0y8SPzoF3NNG7AN6ei+zYC12KmtTHAu+c1hLQer3y3NqbmPNawxa1zkRMct62C8xjv4qKx33OHPHuCicMA5RddF/iagioQcPsAe8ojdLmeHtNi0WLPG6MUwNtAW9oOfyYYq5Frwu8TUVyLl5XDGIgIjNQ17tGwOAAnnWA9w24AVv0xMQ1cdj1b3AOvKdvsJFR6sEVorfStN9Mta9XjBk9J1NcfneS7wFvqWGr++4m8P5GwPtfEVfLHO+iZxtUGiyHwwnjGOAYquYd4E05MRZ8AYLFNamcmmpOHe+Nfqr59wC8B/Opxqmae2Iau4gNAu+usy0iZD2jpn9bjHdHqjOn28a12jByvwHeGP9EFaOmt0sSsV47ct44D9uRITs7yHUN1gHb8zlq0TgUmcNqISlK+U5GvaEAQxsHuPMdoIZ31Ms5PsciGs72HL8E1xwhVz9m+w0JqRG5YXsAP5HwfVGiNzYU5dQ9ouJNTvWevj9U37ip35dF03StY5vkAb7L6AtfbZV5qg5cbIGT/X9w7h8E3hzBwFvGrIG3HAGb1wUuBTDJLw/AH8a2PZMdg6jO7lRwFs0O8N6hnNgA8CayLXPVVHMiwL/+x181D77+vdORiHi/1LiYFXh7ndHaYhFQPWfKiRHxxiJ9LSfCnCJjzx9+p5JtquPtcmJBNS9VbMDGsctEid6uNlhiPbMWgD4HeMsBvSO19DmlA7z/0afN+rWbAsobctKsC7zOG3jhMKEvAtSW9OzpizhVoIc/vne/2TXw3haAfKk2Un96KRX1J99pRwEH5bM3r2Xo63kDvNf07OmfqODT6tevK8d77pLV9NE5WJJqO/nfMAeI5i7KIUBZOoAm/e0IUKvj4ADcUwrLSwF2l7jT9QO4kfqiVjx14w9EbydCTQ45DA8LFuqcptfqB1c2fT9KgYXAn0W1styZq6OAccmzNpDF6RCOsnCqZf+xQpmDp9GXyuBJkaugZ1e+NCCR80ZpLtOscW7QTuRIUxYNhxs6AGgvECUnkuxSganQ7rNQ8grQiycgx4vp5gDyyMN3xNt55PFuFXai+xZ+C/AOSAeY49QI4K75wiAeJ4TAuKPEqSCeTsIILkTev283R1CM4QDFvEr40U5Ijf1yZkRMIqjKiNYFGOf7dFKko8ebGcNnOkaBb0atz59gPGvO51+eE9vybElTt3Gb00fIysWrXXs5Xt2JbLU5Xdt76yvN3//JnzQfX9mQGOFWc0+VOtYuvmr+5k9/3vzpzz5V2sdK8+vfPWr+9//8T80vv1S6x77ma5yomgUO23JiCbz1N86NBe1DPW9eBt4qB+g630S2DbxxWNAm6EDovS/iXVRz9VcccM7/DxXy1wLv0adCG4T5LGzkfuDttdr2q2xbyuTCmkinZzvfJdXcteNpS13zIPB+rc7uKL2p5hJ55PlxT5RNE7PtA5UmvH33/ebm9avN5uqyHLEwFNTGUmHrrYvccgdaZ7+o65jWfm1tmD5gHivLpFfbx9ynJm3d+35W4N3nQOBcY4D5HxvwrladBHYnPZ3B/cdGpQfs8EE7YtK1jPq+W8f7RB9J4M2Y5PStA7DXADFvdjqAHXHtepJgOj/zfFHzWG4TQprxeQ+Ixwwdjr18z/3OBLw5xrCGqxyltwm8Db5NMQegh7ga9HOMIwvrhF/WE1/fayTw7m5V5TKmH+B9e58D70lj8519PwieY8kb8hoCnocB72H7D9JMhh5/xjvsB94sPhF1PtYgbYG3VM0NvDPH22rMNjz7gbdBoAwsjPAu8KaON3POJdFXF1evNcuq470kqu+CDPxLooi24mp/IMC7nVCHOFk8V7WLLhGreGCxDwZmfBAAm8g4edtB+wSYsD3fkaMLSC6V8gLfOBHZFsdhukUjH9j7x7GqPBhUco7F37wXMOdaAHqA6ALuRVUH/HCMop6XGOUz5U/PC3jz3Z6i4huKVi5JcO25hLuWJeYFzfW5wOq6wOGVGzeEAYh0diPe2Q5Dgbet76E9e2rgXRFvRUg3AN5QzQXJoUf66FbanQy8d5Tj/VR1vFvg/T+FuBpU8wLeF1SbiLzqX//qlwLeXxt437x1Uw4JymzNluNt4I2quUD/oaKjiKsBLAE9r0V9nZeh/eT+180LiavNS1ztxkeKeKt6AAY2LQYQBQBx7m3V8iZGCzvCytUoT2ujY43ZFVG8b733oe7lqoH3iqLecxJje8UEYcdDAFaixfQTwO7jh4+a73R/e9DnNcZfC3RfeLXbHL18LoX7BzpX1NYm6r2oaz4QpR3HNWsnqSOA4Suq707lgseaW1z6TvdnPQMo6dp2TsyJKxKEI9XrmYTp4I28kmDXonLTAUN7Eo4jt5r+5Jxm9fsV1YlfUdRtF/rvPs4nsTj0A0sEZxCl+VBPx1FI7jxUdYN2s05Cax7gSV643UCOOoNHSTnDGc94ShG3BLNm6gBknbrQfZXRkwDVAlQe8TXwDZ6hNocadYh3VcSbfHJov7QNgIzrJUJ8bNYMQmfh3ADYhnHlOL5BZJllrbKt5xFPLkGzZv6mzRwZj7aDTQGlH0AGXd9UdW+TeeYp4BZzUi+SSqTc6Q8JvlkZ/LuNwETn2Sy9aHkwBNoIjdufz+JeqOluYNfZ35fvBoxt3NbOL+7kkeekGoysbOYOgO+Crd6TSOAdB2wWdA0fb641//Gv/rL57MYV9bXnzTdiccyJ0fHXn33afP7xR+qbK82/fvus+T/+r/+7+cevft882T8W8Mb5Ngx4R8R70cA75knA9aFYK8caxzznAt5mARh442wJ1kTYA1DNI7XAwPsijpHQr4CaHnn2pCF1crxpAi/y5N2TMjEaePeM+KCaRy3z0cC7l+ON44BscJx8mh8037+veej2ex8IeF9TFYWlZnkBhmjQ+KcH3oM21HCL5xx49y+NZ9G8+SEi3nX1k8DuUAOg8+GPDXgPu17PPUxxBt4d5ocnomAMlTewC5w9i9pZWVFtHyBm+QTx8X3qkfC7/w4g3gXeETWP15mB9+BN+iJMF8ODGOXEThvxLqo5oHsByrkMoVIjPjvw7jcoMQS7r0metb5tz4H3pLH5zr4/4bjNNWLQi9qdHFoDZGA9qYXkhNrlAJCbxUM76sanBd4lrobhHKapyWvEXUJ5FgtnDPAGfEBZW1yRYS/lZHK9F2TsX5KC8h8a8M451G0URkZEVXn2EUGK/Oz4viLhYchiCJcBXQI3BbyZdO3sI88b0SIdg2ge4Jz5LUoxeXcLAnEOQDD0cY5BVLqAMucFQDjvW9sAtPkdA588cCjkJcpGBBwQ7nNknq0Bv/bhmNCHX6p2M2OA3G62M1AXiCJavv/ywIJq24pkEsG88/77NvKjYFOWP2rHQBjb075mA94SV5PY0amBt4zanczx3s2I9993gbeMS0Aat7S/86L5Z0W87xPx1jObBLzD5dI/EfDM+oC3ns2CjNo5A2+NPIC3Slw9+e73AbwFlm9+/IvmouispXQfyvEE6w/0HHZcWztSHmJtjLJQF/S8FVnevKIonijbc0vNkiLTgN+gYiuNgFq8Wvuq35COsP1i28D7pQDxkYTV3ih6d+H1nn7fah5++1tpOzxrLui8S2K5rOva6ItcN30HpgXHuCLGBH2EMnb0PfoFZcqoAU/EHVB4XTR9lPO3EFiU8+FIUXqA954cfLtq5yP1QZfZIgIocLOke1mVwBNAn1KhrnmudqAkoYG3yttRxox7ORSIdxk+9UTYcIwpQCesDpxOtM8BlU90XvLUAdys/Xx3We0RANNNmM74iELGWNa76xdHBBrHgMd/OtLC0cYpe3ndBpMA4pxEXFPcVGr9UMINirqj51DRAd+pZG1F9hDlAqBfgOWgnPtXCPlBeU8wC6h0bNIXHQZZoLpgGEQ7BtBmXq5rxjGBgnqB8sgfj9JpPCO+J9pequ1oepjib6X5AOU9GEU/r/kv1pJYScJxELTxUioPQ7Ly3kuFPfLC7VZqmWBdvmEPROIhTmenk7jjp/0+WyEiN/EpV7qgOei9teXmP3z2UfPpnevNBVHCH9z7ujne32k+//D95rOPPjZT4MvfPWz+83/9l+b/+/Zxs3Ukh+UI4I2TxFRzpUAs4Gx2+hFpB0rHEXPFjJR0PBBJjqj3IPBGX4V+VRFv+h9jmb5AxLsLvFPVfAB4u2+hio7Tlj5MxDuddGHDqH866t4D3pdGRLxPAm/KrhHx3mje++hnopp/1Ae80REt4F3z+/iIdzpW2sWg12+668M58O5fLc+Bd7THDx3xrhk2AHLaegbdyWxpZ6GchhNA18eBYTNCXe8VAQ+ueWJcH9w2F+tDRb2tI+H90tVb5/2hgDd5bW2ON78blJMc1s3xDqq5wTY53lDMoelpwUdg6m0Ab89zA5bjOfDun0SG/TWLM2Ly0d7OFici3mlDj6OwjALeHlAYcgOOlK6nykvkwPenuZNpgfeJiDdd950B7zI8peYNYBBYelviau+Oat4z3DysMe4GHCUhQgdtWLXIs3RYgWvPPVaMjhJerp1bpVrS0K/IVwFsgHEArFBFB0BUvW4mb76pnOyKjHNdgAomZfK0FyWWxr5EsqGe8/kL1ZqGKs41BbDe8DYca1MRSp4FUXKEs46037qAN6AM8b0lcm01Tz5/9EggcdkxqX1Rma9K5fxAqT5EJm/dvWtKawHvEvXJ5fIdAG+MyaPmqfKREfHaUAR19aqi1IrORIlGnMxTRLyHAe//+A/NuhxJLG2X5pXHzG8TgDfA0jn/PqcM6cAGAQo6L6cYJNUcUHqgZ7CkfGmiwB76MrTnROd+8i3A+34zt7LZ3PrkF1Iq1zNo81sjz9WxSedhhjMoTIESC4NGLmMcoElMXJExi5PJKOe+iIyT2036As4f+tii/obGTZm/1wK31O5+rZriF6Wy/vpgp7n39b8JkD/yORdXrxhsALwRJa0SdkTQYV0ASqj77tJ4Oie6AEf6HXAAU+KqGApXFDkDGOO8OQZM6/pxouyh2K7tL+t6AIawKC6rfag579xj9Tnn3DonXdeqcUU+OLXlGWPYAlB/uQYLvmk8rawD3Fd9fuj4+zof4+BAIJ17pn/jpMI2IDJNFPqYdnGbA1yDwo2CO6A/aN2M7cih9vrFZzneAT9VLitRop2Z7pcYT2lk+X4wrDLa6+hH0bOTosz1OmeYPGGi4QByIuKZc86cYiE4G2j8Dr2bp5zq6+6HdJYEyrXGcD3Q1nEgmKofUfEQfISeTu3yEDurCLmj5NDzsZes1h7H9HinDTLnmhHIto5hZ9SnNVR5ekS+mUkMwCPS7bUQPQxmkZpnc86rKFA4MON+Mus7I/0+RO+F44O/ahyqD11SpHn54nFzfX2xuXVF/UH9y85FrUe3rl1t7qikH4v077573PzmG6VcbEvbgBxnHYgndCinx77F1XbltFFUW/0mcryXXMsbhqTF1RJ4MycEdTtU4oOCr+eU2gG+DdrNEW/atUs1L+CNE6Yi3lVOLB7oBdJq6JuZNmC2FOsF6QXpiDALghalvRN40zJ9wHvpSvNG5cRCjJ60iKCaR8Rb40xfzC2rNOGHnzbvGXhr7MqBsbxIKqaP7nkn/D4nI9glfMfXkfXTfVD9Qal6gJFFkKA8N4+/+tfkzhPvPPv0Ow2eaujG8eGwubq7eUzjvXsbvMtxNPM6QfeuZzPzgh132lfQlGc7Y/dcp99zPFCe5n5+DBFvd6OMMvdAMx/i5I4yssxJvfzr+A4HVASmEyizTvNfhxreRsCLTu5tIqe71okA2zFn1u+Rvlhzqw2Atjlnjnh38zeGUnXtLRge8aa0SdXxhrLJ4mvgzaTkvCfliWWON0bCgkQ2AN4YQUS8yZE7LfA+EQEd+GAc8C5Vx96E06MqeKgP9PrBHJnB4ThpkJzneE8z3GObafO0p4l4jzrrDwa8p8zxxpgapJrvSlwNqrmBJiItq9NEvNM4JcdZBgkloHYwsN9CObF3A7xHL/B9zzsNbZwJBlWIM0EZzYkUKmFQu4m+QRmP9dtRCiIkeDQB29Bg9QMYs1qzfjCk2YbzMbcR/VoSuCijnWOwTamYl0AWFHWAfImikcP7QkrmXAeCakVDp09W3W8meUfIBU44LjToNdVqfvTgocEKNPSnyqeep5SUIqdQmSlTxAyL+vT123ccTXvtSEsoi/dexQBoZzm3x6jXuIh3MAyiFjCGbAHvTamar1y5psWpqOZaFE8BvG9/+KfN3ynivXHllnMhA3gLwAwB3reSav5CVHNHIQE7Q8qJuSeV066AtxSBKVOFNgk06ssymFk7qeN9+c1B8+ib36putqjdysu+/emfqpGlME+0kcXceciOY0UZacAFEVewj9eMpKfZUxPA6LVzpaO+OtZv0JKD4dJdtPnQIleKBBs4CHg3rwUy9rebR9/9tnkpMSrWzVVpORBYJ8pNn1oQiNlXNLo0BOh/1h1Qm8wrxxs2B04G1ttV3e+CUhY2JNLEGr0nJ45LeAlMHitSCBg60jv91fnJunYcPjiUoF+/OkKsSqBa28PkAHgCulFXt2Gibdz/EV0l5UL3euWq5ihF2DHmD3RfgG5+XKYvxwuReoA3NPdddBJIA6E1cJwhJEmdZJ2HqGiQpSPyzfls3Bqgox8jGrzy0S+idB0I0c/ATrps78SOAcQDsXi7dm7BiWMjLJ0qpq0DSHG26FwIurnUmSLgFmzsKaxbAC6BHt/xe5XnsuI431cOeYEJEFHWG3fpMHLGDcwruk/EPOuUu9RblJCLmuTRRgaBZgUEYAfI2+mYcKmNShuc5/hnPEN/TtsumoHPoi0qdzyaqB8+xJCq9u21Xam1x1iICdcsBoTDpFN+6QJ6AhpSpBfowHPaZpFni5PnWOlYLw+blwcwEMhvDlipWVbiaoj5vpTTBuDNfIxzS33TwFsUfpeXTOAt5sqx5uy2DJ3V4UkxyBxqHdMOMAPvKicG8KYNk2pukU05wNAIMD29tyYFEAtF9HDwYs8S8Sadg4h3zBFlTQICQuANgCzArBSxhY1rIa5m4C2hTep422kTfcbK/WqgY3ke5nEAfvCpI963lFa0KXG15UUcUfTJdHAOMDvb2b4LCsoh0n6ZcHrAkO0FD3LB9Pa68gHHdx1mmvfBdWVwn24aw9DjDWiFnNRuGu5EGHasWXO+zwq8p2mfUdtMawd3928di/nhaSnnPybgjU0Xzk3m+9DjOE6WkoFyzlk5VbV/R9lKI+n8LNeL7Msh7Blrduwbc6OBfDppC6D30dKZRT1vpn2VU+oPBrwxGvcFxEcBb4wEIt4YAdD+EHVhwT0H3t1JbvahepbJ4Sz7zn6l0+0x7YTzYwfeNn30aIngzCquNhR4P/pGwFviXCj/J/Be2rzhHO95crznlk1VxOCCNli0aj9jAW+A5oForD9F4H1yAckokg2KnhfSE6e9kgiYhfDOvnJTnasJ8EmPJc4LJs4Qxwl1+arl3U7GNsQCUJDLyjwFaGC0dqPbRSvfkfjZpoAGUTtANoACQMQ+RCNxABCNxFCrYxEN9KSfDgNyZ5knfU26Pt6p4U1+LVHxRdErHz9UfW9RpG8IdK9tXNGtKpqaytvfG/BWObEDXesJ4M2ChOjPpBzvbsRbNOvbH/5JB3iLdmvgLaNXgc1BqvntmzfFMFCOt9gEEd2aEXjr+bBOofRNNNoUcBm7lxXxfvi16orL0XFpSTT+z/5M6ECGsQWnABphbJMgYnaEztsbY5FlH5oNAebY/g3Cdy7VFCWmQiW63tMNUgs3JdkEQF6Rp3q0pyG7JzD8rHl6/xuN2y0D3DVRv7ldRPcoE4ZjZlu0b8A37AvA+XPR1QG2gFXnpelaAAY3bt32SMHZgNOIWt70VYD3oeaFl8rxJqoLG+2C+tQlRbvXRZkH0NL/XklBnP2JVL8U1R7QDvBxnnY6ZnCyw0J5qWg69vL7HyrXfVOl9NTvtwXWd8UMgbb+KsXOuJarEo1a0H7Uqt5T/XGo6AWYEaMDbC4q1YLoO3NpFjEwwD/SfdLyRIyhxa9J92B+SWwTOzw4TEHtnsNpXBDLOMS7RA534JIo/+UABeW2aDOi3waU0LM1t7rkGTnlAD1qT0e0nDkXVXbnlSty+9q1ybOPOMIShqEfagtu7NHJPpd9paLfFp51kW6DRzMDTFPPXPJUY6c9TFm3lyeTLwDjBulxT3YmeWaM/lpWiC8jDVq/+59+9eCu3dBzWqRIG04KH03/0qftLqGtFM1V5Nvf6Hjkl5NYRf1xM1Us0JiAO+fj13KovYJGrjZsgTcifjhaFO2mv7mEne4iIt5iccCCoS62DWucHcl4co47t8IIjLQcgHIp8PcD74x4m70Qed7uTl3gTZ9Qm9L/L+taTDW3w6O25pFOD7wvGFwgWqi+ksB7SQyXG+993Lz3wSfNTbGLnOP9UwPeMZrdfkNfY77y9ufAe3TbDXzzhwS8yyZzSpArU6C/EMDYbCSP7960GXNpiq0xI/A9ftOcVyslzKCZ77WuBysmWWsJ4AeBd1TDSLaQwXb8Hdv16Oc/IPAOKtk58D45Ts4j3lPPHX8gEW+iYpF/fETd3behag7wfknEWwZXRbwFvEPVvHK8Ad4YMQEKnBuJsWBjUCBQke5dRbyJfOOJt2wP0cLWsJjee/x9RbyHeW0xaGAE4MjrToRRQg2KX+/eo643UezWtHQb1iu2j8hziDrFsU0LJvqnBi2FcwA1BjJAmnamNnfRzQ+gkos+XjW9KxJPBBKgDYjmd/JxAetE060KrXPuCkQ671sRScDTgpwG5IJzjHVFuh8/fmTj/apo3QhdvZJRjcL5yjo09u8beB83Tw28994a8L754S+avxfVfOPqLYEmgDdR/eFU83cDvEVfLeD94L6A92pz94s/V3huxeGrgNUxSi7l2CKCCeC0oc1nBmEsyClyhb/LtayJRFaZLcASUUn6GTZliogxThN4H6sfvDre1bEk8nS409z/VhFvlVRDg2BF+dYYDADtZYFuR7zV74gSryuyjCP7ydMndjZBo+fKAaCAlKtyWGCs8DnnpSQoaWJEuwHex/vKGyfyLyCh4LadBivSJFhUFNksDjkFmJzp3/vaFmBpkTiozRYbVD4v6u3kcru2+MXm51Kyvipq+3f3VSJK4BuK+p5+iG5jSAG8iYoDXki1KP0DbCXXT2c8GngrH19OJ4C37SuEJ9X/QqAw1MSXxQbYuHZLdPxN7RcOSIBbL+e4wHcPhHsOGObptbOyh0D95GFNACCIwDhnmJJqgViD+hhUc04ZxqJcR9QZJzJeYF3vpizwYk62Qj6sg4ick2OMdgDnDpZh0MFjeuZewNH8404XkVtHXgHjPItU1/a80qOrF2XdDpXgKesno+VeIyJ1x3aKTxdzZTRDuh/c8DlrGrzmn20kPcFpoKXQV8QF7DHCvYi2Ty32Ojrgm1Jrmqt9z163whHA/GtzGMVv1/IGeEvzwO2l1AlShlCQd141R5Tzg34s4A1rI0pzJfA286AX8QZ4c15f46mAt5NNGCDvDHjTslDNSS0p4H3j2rWkmn+/Ee8Q2xsYM+3qOfmXQbbo5D0GtjgH3lM32R8a8Mbm8U8Cb7RBCKwcMaYTiHu+KnCdQNwphi0wj74bqTeZWmPg3YuAt2kBzD/daDfHzTTF2D9BdwZkSh/Ec1e3jre9i330w5PPsM8DnBNqbeW5Nk/Ie9XxplY3+dymmruMmJRiM8ebxYZJ20YF+VnU8XZ+dzfifVFRJMqxEEkKOixCay4nxjviJD5Kd7HM33PGLzO6vdbO5DDMwzYuujuonzrYSuH9nuSaGzE+2Hecm33CcSdFpSd9P2nUnnX/Sccf9f20NJiWLjpoL3UO3H0yfZuNeGSDVPOJdKgxN9neBwaAzxcCNn11vKXS+kS1er/97mHz5ZdfqZzYUxnSUFhNfIsekEA9qFedcmJPZbQ+/K3reB9lxLsVV5sEvG2o6dhEZRx9JZcTka7TAe+ueuRg08bc12v9/jYNI274a7hBHPlmNakO7JyeT/JcvY3VaAMsmyaOcQwlESeF6wYTGIo5hYnc85M+Dy9qGH0V8S6laYxlIopEN6mzDMgoUG1BKMoqCWDwqlxx+gKGIODl6dOn/q5yxTlWUc59PTruXtb7JncT4L0g4a115cWSA/7k/j1TfdcVOTc9VyAJhekdRTuPtQBdUW7ktRu3dM9QzTPSMoFqXoJKY7pz76uOSFLdl2taQzWX8joR73VFYUKJPAxo94CMeHdp3nXQtpwYEW+rmv+22VXE+/r7Xxh4bwK8WQPG5Hh3gXdLNTfDo+dMqdy/VlzRQnpRMYPnfzLirVJZopo//P1vmhcC3hcVYb37+V+5nBg5oC4DBpAzKIILm8rZGAIABNeMD9oa44ztvPDnClY5nwA11jZ+Aj9FOhZrH+DJivraR5ep8+g6Fel+/OBes/30oaDCa7X1NQNUxM3QR5kXiC6dA5xBAJFnz1SSTFE/It5E3VmrEetatXOO9AXR56lJr5xtos9Heo7i56qkmnLL9VwMgnVfB7p+Is2bOqfTXtT/zKXR7zu7KmEmOi5OJKi35HTW5t1QAAAgAElEQVQDGpdXlmKMqQ0YY3/2F3+pZ3qtuacSZy9U9mxXavC7isjb8YcTQNdIbXqO4xQA0d2hqdOqRG3fYBsYeK+5/BvK8Aa1ROk1lxGhtzCZQNii8mE3rt5plqRIL8+kWRdEDqOuvC8n+mcbWa5e2ZtbYvruN9QiKuIpORkOzBUBvI27wWD8Z1ojTIhg3eAkCJpjRlYIvxCuL30A545DnaYUFgYm5eIKMEbtcZc/y2g64y7EEoNw387FMUnmRB9g0DngBaYzQl6RXd7fsE3S1ZnfAOl2RmZJRujvkWOezCL3yu4c3p2PM8oE+6gmeVc4cBZ0GLu+3rz+1EW4yJzB+exboI1Dib0ej11anoNS+M7MAVTnNUaYY3EisL/HZYirHavmN86MiFBF7j2GczjDHNvPfhA52iXC2Ssnhro9hv6oiLdn7vhJqno34m0FCBy52dl876aR88x0v2IqQTVfXL8ZVHOJL3JNOAa8jXO8GTv0nwtyqF9RhYRPHPEGeBPxXlLEe/6y2tqc6+xz/m1g7e3085Nr7/DFeBi87n/uNWamf59kNY+zP8Mu6j/CuL8Gr2rw2Kd3H0x/v7XltMzNYUcOU2r01cb3Oa8NHGDcPbaWVs1xwx5OzSed446z1U9813XQDbm5qez+xJoxL8LOiog3qXZlgznqzfrraTZ7v53kCbANoKsZ67Oai6Ml7Oir6HWGz8OJGuu888g9Lh069w7MyW+0ppoCb8dq2p6zA+/OwjMAvHtJ7RFq52SmeCFQQ/6YgPc+i6DeAd5EuyPiHYCfCS2E1E4C7xBXQ1CkgDeevNgHY7nNPe8YgN3nOKsg1iTgPW6CmJiHMmFcnkUdcRIwnvT9uEs7y76zT0X9e0w1AJlf8sFMAsdDJ7ARD3Xac9cxx527C7xjvY08QYvVaAywgO5pfDzZ2m2++e5B8+W/ALyf2HCuyTPWFhbTiD548VYB8Krj/eLB7xpyvI9E8exTNZ8IvAGCzBdS66Z+sQxt8jMNvLXYzxLxnlSne7BNByPiw/taGg8DDy/JPzYGbVgxuXYWIhu5rSEcDzkANNEQ2jUMHkf9ZXjW73YeOjoX4Njbab/IEY/Jmbxv3ommQe/leFsCyOxDdNveVB0b8M2x6neu4ZnANp+vCQQRDecF5bxKh6FqTs1m9oFm/oLtdR0bMqoA1zsCJavK8ca83lJpqSsSHyJayjVyDOzuXTkBlgRWrt2806yKLj0L1Xw24N1b2K2GTMQPAArwTqp5qZpTx7stJ3YK4H3tvc+bvxPwvqqIZQBv5d2PiXhXObEysj3mABp0C7pDx1hzFS8cMga8ANEA3usDVPOFN1Jb/v2/N88B3ory3v3ir2QcKw8coCJQ7Jg2x9bzJ0JnFei0ZNw3cRR5McZYiCinI+X6yot50pLZxlE/gIp3C+r6JVJIdC5qcc8hIKZTvVQkek9q4/yQZ7mq/nMo8TVUyFk7EeDbFT2b/rEskMxr6znAGyeOFNl1PHRXMOyJGMO0WBDw9phgPcewUfQZ4H2AqrmiikSPreAu8LUqBseNm7cd8d4SKJ6jhriMjefPHlnpm9JpOCYQFwRsr6zo2LpwAD3OpD//i7+yGOADCQQ+VLtuydlyoOP4uUEZBnivSTBODgSaFuC9px+MmcuwWYh661oXAN6Lq/Z34KBCo+II9o/ajsjnRWjHixtyUt0WqLkqPj3OKI3nCLv2vU4Y410Dl2fb+bsrplPAO55n0J8BwRfLEKFzmC5dlOlIK4hXgUjm4hQ20z263BlpQKYZB0BD+MyORBwM7kfx43JnKK0bxEFpL3aF5jCtFRaLcz/UOW045qn522kOiIklmDabIByRttOcI66GMjMDZxBCdqXIHiJk4cRM+noePII6GR7BdrQD0EfNfyPnOe4fmmjkzMdaEtDc2NFrZtiYaTrHPaTtZ6dq0kJpAzNMZBi4fbFJ1TavJLyG48hiagXk3a6MwyyvxtGZD9qIdzhqYQpMRzXnXoYD76rj7TtIJ2DQZTM/VftdNvAWQ62T421jnmffoZoDHsjxhmp+s6jmEldbJ8d7CTuZNKnsU5nj3bf++qseBDurnTdRxKx/iM3016SI+Lu0nWe60Bk3njWffPDw48HucNA96RJrrzr2UOfAWYF3pvONupaJtneBbq2foQWi8e3KEpXSg+K41i2wJtojRQoacJhG5Dpnn7Tzqpa313Av2DH27BwLyB5sm3QCcoDIL4epE05Tr+sJtr2GWoRT339fwJsFEAPGwFsqpeRbFfj29DQz8Fb5BNdaHQTewzvZOfCOTnWWSfUs+04a5JO+nzgAa8n+iQLvi84/Bng3J4F31vGeFXgH1VxmA3W8VU6MUmKmmruOd+V4p3GndoPubhyP6isTmSio0D1/9MAbEIy9aOo3Ymg9f/5JD6ttuBwHkbcdQf6gdFowzQA5Zmj2p98TqbCDwzmDAiIJ1tnHDkYBCaLa85qP+J39AM4cv+jj7Bv1i0UPpyyU2pZjsx3zI23O7yUqBXDnWEzmKJwDptkGQOR634pkLkM317GImKNwTpT8hUpEsa5cUfRwZ3tXgHDFNZmh4Ap1vKOI98l510rMWmieivpO1HJdNOK1qzf0fGScQxmlhU8BvK/e+SyA9/VbEhzS/D8OeEtc7UBgE8fEMSrTRcdlzSlbs0NPPAG8KRmn1A9yvKEx064XBaQA3g+//m3z7P53At5Qzf9a1H+NKwEQxOusHA+IScPETrITUYdQ4C+veUGQtqarnTaRI2zRKUCC834dT498Vfq+PU0RfStlZm5pmXrg2v9I4Jv+tigQvb295b6zIPDJvWwrsoxhQrklovyAcP5GhG9ZwJioOBEEzjOHkwMqL2Be0WiiyNQJBz3LhaVyRgLGlLjT52gNLABy1Qbb2+qPosK7rrxSHQ4kjEU/pu/SQLs7Kr2n/O+f/fwXFgB8phr0D9Suu3IKHAvcv1ZEHrAJ8F5VeTRE2gBS+xKPZAxgDFECjYg3qQcLS+vK3V6z6NaR5rADMX8QnsMdAvDWhep7gDdUc0SrtC+iVZ4XYn4oD+5Y4M1mThvIHQsvO5obc4yFFeU4ONB9HKsWNcyE8JsCbhVIIBKrto6s8B4otQBgrmnuF4FF/Qq3DA4dexh77HhHeTA+UVMPdW6XvMIAJKqrczsClOJtJXIX0VO+j3eO6aFh4zTm1ppRybcOxzITLhcWuct+z1JnOGpIkWAsVJpO6BUkmMdRY8FLGEgZbXcbZqTc4DaAfkSkcB7EWAp7uTc3xxwNsI5rrTnb/hPm6GoHOyjC4eByb4ypVtwugTZ0UkTSOsA7OkTkyPP6MQJv7hmHvXO870aO9w3N9xvkeP/EgPckG7PGQA6FE2/nwPtky0wKgoxqyx898O6Abta0Y7GycPQaaGNrWTOj6OeAb6LNEfWOeaLeg5JuvZ5cTytg4vWV2c6fB7Dmx0kuPn+kqIR+R7BtLI6ZkW8LavonIt11fefAe0SvO494n2yYSZPiqAH8Nj7/YwDegEbNDW8FeAfVfMvU1BZ4ryfwhkaqfNQQV2NSyRxv09cjwkIUrg94m7I3fY73pMn+rBHvbl9MJ2bHUMtcddtega5cxzcnT4zAUjZnMjXwtscTgbKI7lm5XG1nKjlGqQ1TRbYFTKwU7ONF9NvlmIjucnxNxCiUv1REOnJaLzmazXtQbSMHnAi2RZQygs57lSDj3sgPB3izDxO9jW8dg2ghLKIFlyM7NDsIIP5EkXEWm5vKzaV8FOe/KYGs/X1FH6XovXrtRnPjjsqJiVb7bqjmQ4A3QEL95tkTRS4FvNcUkd+4flv3g1jSGYD37Z81fwvwviEBMJTmAd6A2hJX+9WvmgffRB1vVM0P1R7P5ZgAeJdxbiN6BPA2iPCzl2ibrp9yVlCcS1wN4D0vFfFH3/wugLccW3d/8R8kai5wDuimbyQHiz4BAJpz9K8XVXKUzwJWvb4HoCl2RuCMWOzD2IwicCzuphObtoYHX8wxe/qhzx54jHo75xR7AKQIGgDvogBgpDsAQAEzOHMAE6R2AaZgumAkEMV0SoT64sE+znLV8F5U+hdK75QZFCiGEUPdeY5zqDFDPjjAe1eAGKXnJYF5rn3rxVNdjrZVJHruMqXwIsoP2KZvk6sNo+TmnfcUNZfIoMbQLg4CHedQNHVyyl/p+GhVrEjDYB7grb8P9FxdIxzKu67tjZ6XHpIAyKa2EfCGam7mjhTY98QCUHsxnt9oDMwvbTbrVxXxFlgh4t0HvH3V0erjgXc45mp+KceJMWlGznHiAbpfinWwp1SAV6pLnfDSImdzeg4LahPmkzAKAboBaiP9LujgERMGrAfIt5PAYDVTEPiF/ckFRxHdTp78oQ9gGhpY831GvDMf0VR4DEXTIsN5Y4AKiC9Kt4G+TueIToB0O4hcISAgcvgf+CfKM5raXYAVNhHBlVRTR8uA9SeAbbAYnaMP+Ib5SNm0DvjOu+05BEgNyHWrHdMZAffz8JDBcZUOCN9zjJsC3Ra8w8lqB0UYzm4DWisj6D1xtXByufwfEW8P0DjmaajmOFt65cSis1TEO9KYKM83OeJ9MZXUNWJdx/v63Y+aDz761OJqG5QT+wkC70ng2o014nUOvE82zCRbbFRb/tiBdwUyAnQHe9qOzgyE8DnrFkLeBswwfTxHhi3neSKBNXNi2W9es/2Tn6UzMubWjGJ7/2AfGYg7PaUnklkOP5hHZjqmeGbkmmvOnCXinVN/+5wGRcBGUs2FJhzxhvYl4+dAC69r2NojgeexKDzQ+/pzvC9rMYXyh4hQP9X8POI9bMBMAseTvh8/qZ1lShx35MnfTQu8Jx9p8haDlJpZz30aqrkN5gHg/S1U8/+eVHP1/+LCRFQmqOalnjxINT898A4g7vrFyueEao4qtI1xR9l64injFrlJk/24Nm0N2CGPCsptRKHDWHGuLCJOGC5Mos69Ccp4sCiDJhSGbQqnpTFr41GfZQGhdjLmuEyoAGfo444COg9VtFhEzSgJgwEPaE8LGyPRUWuBIEB1iZ1xDIus6cXnFkcTYCCH2+dJ+nmbA66L5rsqQcY+5LHCPNiAhi6QguLzFdHNMSpRdoZSzL0DwKj3zbEeQIG24NVG8+TRk2ZR7x98/ImiUqol/g5yvOMJdF5QSXkmusbnAt7cw7qEsTZEeX8t4H1Ba5W/P0XE+4qA99/9jwLeoiW/If1IwPtVAu8DqW3/+h9/1dxP4H2bOuYCbs+g7GvtiRksCK71qjnRKQvufAIAKEIn8D7S+rWmXGDqAbMY60DNvCLejwW8nwK8FwDef+1yPoxhjxDdP5HmJw/vC7CqLrWeDYJnLkmHjolAqdMX6JdexEFQSTt2VDKUUAHOZmXgDHCbJnhPil71YfonVHDSRDwmUCGXcFTQ2KNEHj8GHTob12IdAt0Px0b/IHB9iL0Z7AGMNDr2Ad7K2V5Uec8F8umZF7afK5q87xxwK54rf+6yHEU3blxX/3zh8yzrO67r2eP7up+XVhJfsPJ7MEQA+zHPSP1ffXJdDI21K1d1fhwE0MO3VBrtmd4V9dZFAUToz/OKsl/SNQJmtxUdB0BdVhtTsPjCnGqJ61nNAbzVzwyMdKx9Rd31EGxfGHjLSQLVfHn9mvZDcLAi3gW609o5seT1nCcxh8Wz662rPCdAM0ANVXPE43aana2nivw/dp/g+QDe5gS8KfM3f1lOkIyGVISFfugUOp4D/cYgNqjdLiPmPhECZ/7MnRkwSJ/h1+rp3Y4OFk1QaaBdedKlxNtjTNhAhK6Oo4d5Eucffc5USwzciOQ4ip7zrtXBreofALyo8/Wb+y/AO4XanF/+/7P3Lk+WpdmV1/H32z3cPTzekZlVWaUqNZK6RZtB0zLDkAYMuhsmGDBg0n8NYsKQUQ+YMIAGM2ZghmFgBoZaJXVjyFqlqlJLlZVVmREZT3+/X6zf2vs799yH3+vX3SMio8pvllf4497z/M737bXX2ms7iRAJhXDzj4QUSka3RnM5VWzB58n3PrUA+/Fznr1vR6wP5qkcYAcj5bnfLvM653SZd8KB8wS8ctkIoJ2Azc85mZD2bs4rxDXnGbZsnuBc12B44I26JJJaJcFjqbGBfyQ0SLNNaLxboXaB1FxSkHjezdFTEz5f3X0o4P3Z59V9tW7sBN6eOzqk5p7vOLc6gdQa8FeJFX1GeT8aI+/S38Zafem3d7zxyh+sx+xV93wTn2umZYfdXjoS9PzYoFjson11Au+L3tcZy/WNl8v8lBsbFFv3+7sJEq15pUX1iYA18xaqwqMkjqJFZnaKMLguZTYBwsuIidLoAMVOLPrkC8sdyiHmPhhrkt3FVC2AdOlOgcEpqkQMT8G1zLGA/pLw4305Pw4LvNuMxbyat25Hf+AtmbkOyjVXYhBcQ6ovshEBvIOFCuCNsVqYq90C7+EewUGT3qC/99vbdT473Fl0v3vQA3rd7Tc//7EAbwd3AD+Cl0aN95ZqvAHeR1divJESRt/pAySlAG/qKDFyIjnwgYF3kfh4+jIAZ3oMWa9ZE7PawUzUTIyCDbODsPZOVgR/ktjdQUfpxV3qux0QOgBrBav2oHDtbwSFgAoABK+QcDLRRjuxOLxo8cWL6+lWStqus7D6XGmNWOq++TkACQ6845aiO7jWZ1hcAOHsBxBL26YZmasdClzBqtE+jMAStps+35uqMz/cP6zuPXospk2sppi1+/qensvBnXLNmgWtLfYunoX2+tVBz1fLIig/zf3gXuiab7wFeIvxFqhafvAY9fmNAe8RnJkbUnNqj5vA+6GA94GA95uXrwwkxhzVtYc4ZV6zDZWBt449k71eyLW404ptnB7oZL/F5k5KOv3q2S+D8Tbw/rsG3hE4hnEiteXPvvgbSmF9LTAHLbJyWNsZ2l7RXshfMg4VAHPtZzG8culJyttcz5vajvoUuIeFKeO4oq7M9w5cQHZfx+rkNnWx+Qw0e5HaTVtfxYk7lvRIVNEMDfYyepzih0CyW+8s/amVTJjUOo3xGlvgnO4sL1m+Dtif0vnQWmzz7Qs9C7pmSihN6Heuw9M2aOFHcHKgsc0tWbijxIzAN8AShQSt4fYEmE9sxiZGXcoC+otPS6IOB4zj+dbGejLeAs/4v+geAbynJft3gokgTIz3PnJ3zNUwCdN7JmVWtbT6sA/wLom9ZjBfgHbraWgx3uV9sLYR0Fm9QKmCgPfW5mt9vTR7j9EVMvxJJQmQ/I+L/TUz79ZWMTZrabeBt5QzfAFMPednbTVzf6ozwmU8ZdvJNNu9PD8TTuSMy0xEMp4yCD41WxOMeGRfSgDaqrEuBkIGh+5JTms5gGuYoBVTN35mPor3xXWoE9GMI8+nFmbWSaTC8Jckss+DeNBJzUhkFODtlo4uL6SOvAXuyx1h+7G/1r0KE7ZifgT4JjAmqdBKGvjtZq4KI5ZsF/t2W7V8Jszm59jwWhPSVktMAfB2f4vnNABkR423xj+t7kimlORxqe/trPEeBnhT6jGieWj14SfVJ59+XmEqubQ4K/XVqBI7+muZ6hvA21foBoB3J9y9To13zMXXA9CD1qqL/v4h49urHnMZ6R8N8M75rfW89k839Iv7edZtsqn1wR03kJVD8mIMDNbUugIZwfck3UNhGODZRorEj3kBmW/tXJ714THfxdpq4JzeD6FwadWQe5t+/qPVZpSxhGFjSfxF+0wKVqIzgqfpYYA3x9gcnJGJbL0uAt7RiiQWFrIPSPdgAIYH3hH4ElQ4CMgJuN1c7dejxru4NHc+kINq1QdNHoP+3m8CuM5nrzOx+NnIjOx1t3OZz39bgHdtrqYab/rYl8xlBMcXM943AbwBHMhS6eO9LzBnR2Dg2gcF3hFMFSmQgxtPSgEim8DboDbrtQlm+ZlArZb66CJiPBcTb6gNYvJNd3MFuq5zF0j2ZzMNT1KQjKqPIbOrGJ7xcvslszVjZq2jdVMA7lJrxN/4gsFGysvf2AfHAGCGHec8kI8DvAHc1H0XeRTyc84BYD2HK7TOaUvme7QKQ5a68eq1HMzvGsDhrj4nifSBeioT6N1/JKl5DbyROXcC72xdlA9JP+VG13NU3KAdNmVyg0Bb42ZTztkYfwG8VyQnPj3R39VuyjHfNRlvgDeMt3LQ9qnqBbwBca/Vb5sxHMF8MGLl/Dxu9NvCeLuFkADmhLbLda8Zb90r3wetYRMC3m+e/yoYb/klALwnYLxr4I3MWR4JG8FyzkpWPS2Qyr2jW4AlakXK5isRDLP7tmvsTeg+IcU24Mo2XOAov1B46Noe676eatzwVecSWOTBLfpyjb32UTL0ZsYsJU4mj/3rrI+dEAc4RL2yx7afM98gb4frpqdH+5WXAWDfjKhqq/08CMwIPLp3/Axgm1pmJZ3Ebh6LLd8W23sqqTnnZjd26s71ReKI73k/57Co5MaSpOaAY5Qc+wbeqkEXY835AUQA3rRG43iQo2+uvzHjOJ413rTJog6cdmEc05nu1Z7msAMx51wLnN1HxTJPTC/Kb0CMd5Ga65yixrsE/lcD3jxTkdaKoA0wd6T6coD35sZLXQ8ZXmoXlKNMq9Z8GrZb58aYwF3e4C/nEk66eN+Y9aZ2wJN/PF+uiTbWjvZz4SzO95idCdghiS6O4wBYS7njHJnPPKeRYLSKqPlEl/EUz4VjkRyrPCXF2MwJHYNVkjrUGYe6gtiOhAeJHpu/xQYc9DpANUPUcA8HwOYT6GCX/0uwHdFvni6/dE15gPIyx8c4LZGo/cd9MnGe+WE/NzFuQ0IPa5UmSfl5JyKsNEmgznlRqsUcY6APWx8J2Tow9/Y4pzCyc0ZxCODdPPShgbcczZGac5cA3pJxVCv3n1afivG+d1+Mt4D3nKTmk5KH3ALvrhWrewnLNX7wO79d7yhr10VH9a1ivN8Z8BbIRm4ubAnGJJnrLhww3iIniGXp8BFGa1F+4rgv5z3WPJecUCOeJYBOOGcpictS8MrI+SOM0gKUey10TbdImNoQMogL1lOnD1lD0+PCc9v1gHcGWXnHu4E3EnMBbJ1MtA/TxUjGm0wE7M5gxjvahVFvh7Mz9ZVMvG4nlgEJ37f1DmwEgWUwDgKsnYO2H8gs0tSLBro/e42knWWxF3y+uY702v8gcDzo7/2mlOt89rpT1W808BawQgpazJlifQjg3cvV/KaA95EmLMBfMN7fBuCd0ZODNM49/jXH4OgrQAN/jiA1jNKiNi9b55T3OtgLI6GYGOOBC+MMBfnFTI3gMX8fAF7SW/oB8x6BDt4fLXaCVWf3sKoAdEA0kzgMNscAwGb+AqB4ouez+hnpOSAe4I0RG9spvbs5Lphu5kreV+Tq6+p1PKJ5cWZRsnbVcC9IYj4lM6zdLbHkaTq5L7aRqX9MbOqi2tIsqa/3CPJiQ4P+wHso0M0FawLvvJYOut8T8G6r8U6pOc8HjDfA+xXAG4Cm++Qwv7Ho1qMKfMCTZaMonOwlYdd9Iau+dGfVzLRloLoXAO/XXxfGux14m5XUFzXluwKdu2KA76g2eY5e2hoXMGOb6rWNIR4LNkzwuOXGkRgq9WYA0JbEWONdiaKQGOOqrzEmuXq0qot6bQ28kMBmOUap+bXLKgNT9yiYOQ94swNJKsb1yPtm4G22PFhLM/AG7cjoDmxSxva4Luz7GIApkIvDOZsongT2Wpf0+FgO0tVImAoSiISk71TPAf4JUhToueC6zkqKPjunnvfaNsk+3Nj3d7fCSR0gL3aY3uRI2N22TwZvm1JTcE4jug6M+1Hds3kx3tST00aPpALA+1BfnOsk7dEEeMclRZ+/c6+aXVAnALuah0qhVT5zFeAd9z2KDbjcui4a/4cA741X1bbA99Hhjo99FsWDkgBTAnU873g3HCpBU8zNLIvOGmZM7xzjMHYJXJm7uNAG29pRrgMGmtoeyTXJQPR7mbZlWYknNX0UApz5KVjcaOHK54tyaow+8v472RvejFlgxDMeNjWODbaX4ywtvk6RnTO+GG+oL/w3fcCKiQhsDc7tti52yPXXzJnhdRGGRME6hdFR1mLmOXvg1qFVq+QpYouG3N5rAwmIkpiN+T3+49kPd3iD5/KyaRxjPtQdgGeST1wfnjE8EQDgvNyyiG483AczYuWcBgFvJdZ0b5qMdxfwRjXFNdD1rxnvhbVqfBYTQFr+cVnD1VwZQDQxvrGncsg/F/Bevf+k+uSz71X31tRObEkKEQHvKeYyD2f2RjIulWH8huvpg2gmO+KiXDbe6wxVbxnv1rB6H9/dAm+AdSSPYb4pacbck7aVbmGteXVfidzDg12Bb1jpotQpjHfxvwjzMyfSWPsA1KzHxQPDvhZ8lok0HqeYr1n/IqoawfPC62fOt+U5op0gj1gm+buAd/Ri7P3yYuKHt/VgNh+6mB8JZ2PCZAG2g7kmqajxjmL34mreDbypq0upueXmSPACYE8m8CYQce9u/cvvqf8OZ2KOhDMrx9f69yoY+H0Db899vr7MjX3uQb3wXXCPBmTtLjuZ9tr6dT573QloWODds/XBJQ+iE3QMu+9+u6m31UjOAKg7a7xfq53Y189fVD9r1HgHI+WYOeXRESARhN201Dye3fcJvFtBEOfYVtLS44K2AuQGA14e+QygDZgdzIVZlmXmyaDwb4D1yEryijkrzIIwLWMfzmjqb8WV0iy6rk0B3gWU+z4QAGmOsxxScxOLAcEdTuMhWQ7GtQRzzIWWxje++GxteAUjri+Yc0vlSSLoWGC9Q+Z+pLrvJQdNBIMhfz8xW2j5skDRvupxASz08AaQwAgW4B2rR7zMMllq2nqV56D5LJXvu4D5twB4wwgfyIzrrwS8nzdqvJG5v36VjDdAw+ZJMVj8PHHq8VtLcQ1uATsCcbC6rp2XBHpCCQwy5iShxmG8n/0qpeYzrvGG8TbL7G1honeo+vZXqlPerlbE5Em/ygsAACAASURBVM7qvpFERna9JeC9ITacew+onxHgpB8yB2Jm0HI4jdGUZZO8tlqDY/RCO6pOBQtyrl+xWzkACUlyvILd5AXIQQJnCTAsXwIOK+EIIIzlQz5bvsrzcCpgDsAP2TlAW8BQztww35YjG7hTX58u7vzFWX4uQM5Vjuz1fikbLJXWeyPhJXUI14KfCHL0n3scW46vfeman1Cjri8SHVyTEbG+U1IBUGZBcE8rsa3NdbPwlu6SeBA4IoE1Iyd/nv0DJZ/2ZG4I8B7T/Zyam3d97fjkvID3WjWj9mQjAlVnTsh44vBXSdS3r3lllW57TOL58bobZQYuuyCRAYBSr+gDJRBgvHeoVz/c1XUYMWs/o3NByQQwJUmHS3wk/lLu7M4K3NogG8rvuV4+VAPuHMC80bGRmHFdw3G6VkjKjv+F2+z4XpI4lFqQBEjK1UPWzVeAVeIqXAq5jiM6vlESRYqxDL5znqyJBweesRaZreU+w8AmA46Bom91dog4EVAEpNI/2+7hTsC0HIB5X7BH5W/BLPtZAJA6EcE+8/q4n3UTPOeDXB9pBku+pTHHx9iO8RbjtBXP+j7yVaJmvQO1CePNJQGY8OkNQRqVNkGFQednyo76Md4N4I3ZYpkrMkAtruth7EY7MXUjkQdBXeNNH2/Weped8Awq4ZTA+wQJ+bgY7wdPzHjfVQeJ5Tvz1eKsxvyE1Dvk4zzHA7ytW4hxW/7fNzLGda1jLT+3X6J4U5/XcMC7Na6878Y4G7SfXn+/box63c9f5Ziv8xnHDtzHMoYc07S/rsp41+ODxFljH93bb+zTb7x4wHTG0oNi666/N4IRdoPqJqTmSMv1PUw3LLd+R6kkpU4kNXc1/+9JIYVHDutyrND5ADj+cqFZrEUGzpGYK2ZsTriXRGACNc9FfpLCyNQ578hC5kRSrlQ8c/F8x5zWBrx5W1mwLxoMdkzNVywyrVdhvAHe0W5HvYVdzyjZqhnvduCN1LxlrkaNd/TLbavxzprKKVjvRvuwXsDbx9LFdveWng8a7B8KePsUboF3j8ljuNn/4wLexD3BOGFSRB9vgPdXAt7FXA1zQUc5jA+CZQI7mDnAk34BYDxUgLez/rx6N4w3fbzfpbnacMC77+Tf+GMsTEgTYXIiYCvhRlzLWPhL3Wthewh2Q2oudlvvKbXa7lub7LblmgBlzXFFXg1gYIuw3GUOKdsiqGbyZXGwVFJBHYvGovp4s316dtM2jPmP3/M73v9GzCjSdb4wbQPIh1v6pvt4T4s5e/XyZTDlC2LNJTGfUv3smtptres91Hgvy9V8WYY7OAZHq6sAQS3wHYtP8wX46FxwrwS85YBNxvldSs1hvA28JU/+q38pc7Vf/dLA5N6D++7jXKTmrv3P9akwPcXZ1IpYbl4Cb6Te4e58IunmQ4MiANKZmN9prTPrL7+u3nz9tWorZ6qH1HjLsMvgUi9Ce8zN1tXD/GBzu7p395766s57cT4+2qs2Nl9U6+pTDYhYXFa3ATlx48jthIn2P6G1kPZdSJ/MumteCPJQygn6aVO+Jan5opQOOIuHvjxYW+5pGFcBvIONCxdqwLe+t8NzTCfmDXNqjTEcMl4bYGWQbqYQDKVkQ3Wu50Hb8wYAAPyn48bcifZd8dI2bSyTdbI2i8oqRIB8jKqaYS+fCvDKaYR0ehzAz2cxiDMY4fzS6RuQr3M7UGLJo5RzzWd7xn26AZ34IahcRqqdI5zT9TxNSd5OG68xyc3nSXgI2OB/APC20P7KwLvFkLsMiGQq10jSa1h7Ei07O+uu92aEUHYwozkCw1iCNpgYahKjnjDZWG6M53kcwj1qE4RGAi7uC+fOnBama3jkoDyYkNEW53jKemJQH4Y/xFiem2i95qFOD/Y47+jRTfJG118mjGOoAzTXAMBp1Waomve4Zr41KENOTtIqAC0JPP+dfItPgb/76A20VdygsQNTmyw373eSIgB8AHLGVzBRJBmZi2t2ie0h87QkFPBtDYv3G+x6fr6ezHJt6YgNo8a9D1Dheuh5BHTTbg/gzVUnkWEzw7pNUNS8DwW8XQ4Q0XQNmhyY92C81Y1kXJ4E5wLWZ8TwZtk6gLeMBM9lXAjw/gTgrYTc6vKCgbcM/wW8Q/IaiS8uUzNyN+Sor1Zn7Dus+mk44B3zVXl9SOD9sYFu3853DLz9WHXso75Z+U0bOOa57wO8g+xovYYH3g2ywIRDA3gn4w0IJ37axyfEBsEy4dzcqLbVZpUk7LHWb+bNaMdZYsDw+eFVOta0CBHWvljB4ngziZfAW0ehKVO/J5cmdYmVaTUBSpoyOt6UJKKJm6bU3I9AH9AXB9W6cJ2S64uAt6XmUP5N4N3pak5wOwzwhvX2QhMmG4Xz/nUB3uUqN6fHzgHv+9WxbgyaPAb9vdc+2ifFfu94d38b9IB2TQaDLlyfQ33/jHcf4P0zuZqrxhvgXTKXYTYj9oJg6Z0Cb9Wo2lxt26xT9A5uSfxu1tX8asC7jOfuub5Mkp61WKIawWosJjGfBfB2Cx5AR5qymf1Ox3GbqqXsmN8z74RZmyZQfcYtmPQzMmIYT74v7cP4nuQj8yqSWt7L52D3AND8nTmMn5EeA8L5/UsBaQKsAranLUdW7askuGbAqBPXYgLYWtBnduQcLsRe3V1T+yybfCBjV89kJQ52tnbUTuxu9fDxU/eibgfezUWwPUk5DPAm6G7OE76qRWou4A3rTKuod1XjPQh4IzUnUA7pdoPxBjg0Aosm8OaehJmd3LsFVk6Siea5W5geq7bfvhTr/ZWASUtqXhhvxhsOp2+efV3tr29WTx49re7qHhgsHm5Xr998rfv92mBqbuWeJNCL1SGxtK4bslAYKhFVHrcEyyRMJpBICwShZODZe6Pe5LNicOm3zevYNasE8pEQCrCM0gKfAoCuEgf0xYZVNKMeYz+r0OL9BegJwE0LvI1i/JVgEBfls1MxBpJL0+YLV3MSUQCTER0b9cR4C1AWU8oushrET1+NcyyFN+oP1UlKX/kFJDwsA7GF/RIs4CtOzxxuUAscK8o3nkfL97iHgH39R1Ke+0wyMtR2mOzoGYTt1Wdg1JGXzwl4zy6u6JgF0m8IeLsG2eQhjDfAOxjvza03qkl/o7KHbTvdco3omDBld3nNGQkko9SgxfA6QYG6D3SusWhvALeSCyMwjxgSsahsiIcw6TPwlnGfxuWJ2XQFoNQ7Sn7J2oHJH9+4O7YvJwsKoJtO2/TWxh1edfBSYUzfUSJQJoAkhSJJw1eRgHMPAd7xb0lpluAauXkM4TRp81gOAB5lUxx/AE1vx3/2AEg8DDsULXtqQMoAYf+ZEKOvfSSkI9mBBBuzIzwE7FbOtnxkkEE8YLEvx4lmu9mfF4I4nMjGxZeToygvMcHT9aAHvM6IpJfLI9Kx2J0DYOn186UZ72sAbzNmTm5Q300SRsk4Hn0Y7/uP1U7sc/XxFvBeCcZ7ZlKJvATeI0LuFiLcAu/WwpffXSc27trYe/rFLfC+GHjvShFV2O4t+cxsvn1jAH5yLFLDpcrhAxTtD9MDw+qvAA+lFIXponjsRBTZiij9LI1pDpOJ4ci01r8Z4dEpbVfdPzDBZC0mfoT48fqWrPf7A97ORjQY7xsD3imTC84pJ87mqP84Ge/LAu/Omu9Bk8egv/ebL67z2evOQ7fA+30Ab8djEUQRvEiSU9d4uxXTtxV4Z5bFwVM8OZ3yKvfi1t+Czcta8MagJLgL1ie2xVbcr7uW7IbkGPmq67/1BrukJ1C3szgMloJaXMcNxPUz8nJYUgC0s57aj9vRwGqm6RoZWvZdencvykztjer62fcdGHBtxwmQ7Hd8RO249j2h3xNMsu0pbQtmCxk6AP3Nq1c2uV5QCzJKe2ZlSrV8V6ZrsHttjHe5CM1ERfzuqsC7XEPXdyoo3aiBt8zVHjxS4BpsmIfatczVHkTP3+zjfRHj7RrvlJoHExxjocl4l3vezniHtHRHWfI9ZcvHFIBPSEkwqUV7QYvsrsDUW7VtG1FQ/uQHv2epeSGOOLdT2olJjr775m316NET15sfiwE9ONjS/X1WrW+80aKtlm/L96sp1RqfjUQNOez0CKYuAkoE9eHjEOZrMOKAWyAS2AuzsZlZeQZof5jKePQSRFhSH1I8wL5iDI3JYz3PAsxueYJJWrSo8rUA6KKqIVBI0L10R62MZGjmujkxB4cC3Ccn6om9v17trr8Si4xsGgZajCjb0vFN2a1diYBE2QQchodgHeO7LArjWUTyzLnxLDn5wZviePgA7zyTCR/PHCDRL4OGAOeRRNGRm7EFgMc+GLdOSCaD7RZwXFcCH+Y1BqCuO/2+URqMI8nWtgYz3hxA73iiNirkWNi/T1rvFfA+VHeJbfUy31E7sQP1Ez/XvErSAEDHfDEh4G0ZolvVBBCtXXGBwRgyct2Q4Bt4h4tuSKI5Zz3Reg9gvgbeum/jYmlVqeDSE+akUykwODaUgxQtkEgy400ZjoE3aQ7a2+lfjelpGTPOqW3hlIzqRnSctHkL5iaYaQNeg0ASWSHLrJ+jTKwUwMs8VTOh6aLOWA2TslYw6yRYCX64Y8bZqZwwGx6A2ckjrkEB3qgv/ExnXWY6jZ84WYTPR7QOi/pujj9qtOuXsbZvGt/EF8kMnTfKlwK8eV5oW8QzhIKgKEpCudkfeNO3HdbcNd43DLwlKnUN+J21x2K8vyOFzaqAN4y3+toLeE8yJ/i0kvF2aqi8rsd4d3Icw8WJkfwrr1vGuzUkL/Pd+wLenvk6b3Qe4DCMdzneeuQ1n8EeJ9wtNb+I8aaEGYyp+VZfxFK7Snju7sgrRDLzbZlwbioOwW8Fr5LoThMtNSnxcuyXyp+ID8tMxrSQc57XyXg5fah598zyJc3PC3quF1WaM6+kOOBbMcm55mTiCQNvSku8/rxHqXltrlYD72hqjlSulppfi/FutfDovne3wLt5TYabFNuv5nU+e5lJpN97fmOBd9Z4vx+peQDPaA+DxK8AbxjvbyfwjjETYNpTpWfM+CpsmCfKBAIhJe8G3vy9AG+z3bDWBF6amPkeAF1quwE/BKr8TO24e3gjH8eIR3+DXUIaWcA2sicAcZEb2d1Z24YJD1MhmSvpPXa0zm2wT+SMgHfqvLcE/HDmXJZpDgkAtrW8fEc9k7e8nXmZTm2plvhQC82KWslQ27QroD4v4A6QmpqZt/P5uLalM2tIzeslMK9d6ykcBnh3mquFAhZJ6LFbPsG6wXjfkWS7AO9oh4eREDLV2G9zjmGhd7CubexIlv32+S+qXcm2W328HybwVjDcR2reC3ib2S1YriP+xqSs9NsmEbW1qYVbaoQpSW9n5yXt132aGT+3cdrL58+EZKarR9/7twRQVENfFmwdz+nRbrX54lm1qRKCOQCpvubUCuv0jL7s69W2JMjn1CSrn/T04j0Be8l6PTZxxw8At78Xhlv7gGVdB0zfZgT+6QwyNhp9rUtPeLO6GleUKkzIo4C1lRp/QuyZGdVO6xleV/CxpzZntFizV5v+OxbgY784bQPgAKLzSiLcERNP721Yzl2Bt62t1xpXYgwA3m+/0VjbNngHdNN3HDCxrOTCwtIdsbs7BkiA4lB5BLBmPwbM+v20rgf7s3oE0EYyCpM0ni39blLBysmxnj2BKiS/vDgnAz8AGQFRCdxcqkPevShytB+Y8XQCj+khARu7kvnY1OxiNSGlAd9fjvHuXKEYt2XwFKDPv4BR/oGBVUC4h9QRxlvXT0oB2llRShCgTgw1x8i5JJMdpnYhuSbSawJvrotZcQO9ZHotm4y5qgm8x6RE4Lru6l4fkqzT/DGmYBH/Cn5PAsJJC/aPWgGmW/f6DE8MgfZZlUDMq0RiSmPMyZXCduuzRdYfigkdPqof1f+zqXGeZ4C43k/ChP2QOvHcSzLFwN0zdM06cxtL0sTf5FweWy8seyhVwuMgVQG+VlHz7Np6Z2VCqg8LTblHMNMcHyx4XD/mlEjOZrKAseo1I9hx7gfXJUofo+0bjDfgmbHMXIyihe0iXT2lbp3tdriaj9TlPJR/BPAmgYdxIiqDNv8Ms2GXl5qb9XaNN2oX3ZPRaQHvhwbe99XZIoD3pDoqBPCOhJCerRihcY3z/4vUvDn/lu87yZ3Op6BLiu7s/QUorfPD/rkFpjrXgJ5vf0e/7Ixvy3ldp2zxHR1qvdn3Cbx7nUukqtoX0H5S86anQkZpzU937aI/8G60E8vOHAG8D1ySR8JxR3XdB1IJkvjcEvgGeJ+R+AR4CxwTG41p/o8SwgK4GY+tJyNycjHvMEeEZkdzDNImmReOL6rLxrLK/xaUEJfCRDImWJtMVMR81z629POwUvOr1HjfHPAmc5Dmam1S828h8L7oibsoa1Tf6mAFylAeNH3dMt69L/R1JstvldT8isB7N/t4u5ZYssOpeZkwqVZsekks1vyi6v/mzKAxzmyGk4DUMhsYJoK7jwZ4ty/0zYCq38JXBxYO9Ep9Z7AwNj4DfGemssjHiwEV81Ax3yB4JcPK+6eQcidjVdhnAHTE4QHgi7SclmDI03EwfytgvSx2mr+VNmSA99Ljm20jmZ2hh7H2DfvN9ycK4mFkFwSw6acMaFlYlKOzgngSAPuuGz2v7j1+ot+rBrkNeLfPLp2L3E0C7z3aialPs4H3MfLUTPJcF3gTzGqhO0F22TBX++aXX7rW6t59khD7YrxVA48zfzLeFwJvs7K4mgNiSLDEvd1QuQcZ8rl5WvSIDZQOfF+u2s+//qXA81T14Ls/FEBRH+86Uw4zJ1dzLfYbAt4jYskIzMdlEqrN2OmbFlLuOy137ZmlNcnNJe2GudR7FsQaE6STQLEaQu/dlzGX5fLSoW/vqLb5XJ9Vv2rGGe/xOEsmuRiXBVBFFaGaXd3QdR3Pto77QEGJQ3C9nzIwA2+8A5A1i+2c03xxZ3lN/2quQMUhAPP2zQsFMC+r0/1N1a2/cj29cvtm34+1nUkZmj399FONxcXqxfNvzMwy3rel1ggHdRJkKYHX+6lNdwkGNbw6RmT0s6qDJxiCGUDeT8/vE7GTUdYS4zWAKBJ4jXHOGdCV98311YkoMKZz+ZuZDEdPXmVJEExpToTxHlPv43PajlEiUs8BF5mrdc8mUWJR5h/20w28j9VHfE/GartKXMB4AwRhuQ3EpDKg7trybUvMA3w5yQcITOBN3T9jq5aaUxpTgCMJFJ2jrwvGammuFoz3mZImSsgp8XWq+YNkC/4PXCe3kPN1o7d5tHoDc4LnA3ivVQsqXZnSdRq1636A5UgWknQItYHt8pBvnu9WS/Nj1Z15gUtdhr2Ds2pnV0mzfVrHBmsEA0+JA9c6pOvOoDh8b70K8I72doyv6MOdLH8mHHygTsLEtQKIGvwahLPZSB6HS3HUYRvYGtyGFN0MuBOEcUSl57fHiU4iWj6iTFAHATub02ZSfirZngjPhGOd+1WAt53kG68wXwpH9zZX8x413k40cM5IzTUw8IY51Ty0ePeB+nh/t3qodmIXAW+uNn4M9rTw/luM980A7/bz6rcGx986a7wHf+JdvKMX8GYcXcT0votjGHabHzPw5lzTFeLC026PSRiwrZiFaaPu430B8N7T2oOhGi0tt1TatSupOfMgzzbAe9QKMpKfwXrH49DYRz4jtdQ8S2WOlWDT8ltNLCkpt6o1S/+ezWomVJLrXLj7VNtyQoKEYkdiiV18MODtwBCTCmduIwgbVONNO7HoaRp9RUtLsehP2ZIBtN/F9894D3p4XFPV8YqQIF63wLv7Ct4y3kOaq736qjpWwOUJZgjg7QCWyeWjYrzbF+/LAu982uoJl3MvtdswOtE1QUG5gjJLu5GIA7jTbTgCOqTncru247jAB9IlPciwj3bEVeDG38jEEhibJdd8VWq3+TstwgDbfvZ1EBsbG/631IAz9uN7zL12HdzvC2xD8c3fWYxEgeTAgMolmW2xLQyl7iyvmvXe2d6t7qu+G8YZcBOu5shG+6f1bgx4Y2oi4DivY1u+35KaX5XxvnP/u9Uf/NE/qVbWHhkwALzJQlNci8Hgj//8R1UB3mti/48k+b408CbQZz0R+B1FAgwDqLVqU/fkBEZZ92haIHZpXqBGQPjV86+U3Z6u7n/nB6qFXUg5LRnuAJgnAv0HqrGnLpe+ojYQFVt+fKyMPG36NFZm5TaPyRcSVMDMhJ7ZeW2fQB/AOqZjOYZZE8jkhUxua4fPHwl0i4GHqaZmN2tPeU9ImWknFe7q0fu4qjYUfCC5OxMTCxAHzDF2DLzF6BMkAEoXBbruqTXRnJIJgL1d3T8+B/A+2JFZnnpSH8F4U38uYDShY3BiZVUu4drPLm3xbH52KLDP/nAtp/UZwEV113oeJkkG6Gf2z7M0qedgXskhWt7RCmZS58k1x50Wg1ZOBgXI3Oy8W/LRx3xH7D0xBIogEiUTMNmug59wffeBkgoEQPamMa2KRF3P5fSsGe+xqXmzvVcF3i2TFcYKh9gOvHE1P6HGmp7kXDfJzkkUjKeskTHGmABEBvCOPrKAsADeAOro4mIQUNztiZsMvIkTkUnC4lOTHM7wJE8mDLx17wT8D3FMV/KE/SJx535T+2/MawUCXRwCeJ/IqGtcaoTZlbVqXsB7WkoOglPLlElksE+fLBMWcZcUGiMH1YO1kep3fmu1+s7jFTn4T2p8nlcvX+1XP/3ZN9Uvv17XvaKnLmw51xtpfwq7fZ7FfA9Qz/b5vzDvQ7nAzwGcU+JuwB5ZArudu44c7wJ66WYimVkh5ftRNx/XtTj820yyGNnZCJDthXs6kzhmdRPIzF0SoDElYEuATlJoP2vmcWgfBnjbUT8Z7zbgrdOxqR6JA5Iwuj51O7GewDvrvAvwVjLgVGN/4e7D6ukn36kePbwng7XFnoz3LfDuHaF/rMCbsynJgV5x8nVczY0di6qox2WLlFlBLgFiLst4+7gdNV386gTeTRBLgspzPK7mPYF3rLGHSjLXjLfUd6ciK5hPRwWS6YZRgHfxRQnT2XwxNed85zlEzyb6neNxRVFiuKdW5qqJFbX5m9O8MKHkIk0q+AwipgyvUBFlIXRrs12Md0H9vKX5PT/6q3WZQjrUevU1V7OxWvRZi3YMZKuPegBv5Fc6IQUN/Ev2326kWoQnWVw18XmBaQBvFqY60x1LUeOo+t3Wi294P1l1et/1GS79ttt9Xcu7rwK8b83Vel/rj4vxHtxODNDnQAN2I5/DYBuynVi6mu++fV5tvvxFtSPGuwBvM95zCobMeK9Wk3NIjhVk26XVs4qf4zAp5EUQCDt7IJZGbI0APDJVhIPt5moXA7dBiZLuvzfmFY5l6KersCQZtDU0I04mJKudJxxnSa1gY1Gx1NGAyXxJqAA0z0RrNYGuBFNIJ21wRlZTnwcMMGmbcSRg1n+wpE4mZh035wvILo7opb67/B5QBViGdUQmxfswWmPf1NkDvJn3tmQQMi2me1LBG1JK5kYYc2rANzc2qxXVZDK/7kgefUdmXgCb1y9eySRpuXr09FMFc8rMUsfJFYb1aFznzrvZS2pXz1Fd96eV4PT15r8iNRfwCuC9XAPvUeOoAVLzHJNFar7+zZfVzobO64GA938g4H0P4C2WDyMTjkcGYocaqz/+sx9Vz7/8UtdrpLor5gdTKbu+I9Xuw3gHAxT3fAxGEvMVBLiUEuj+l3rrKa1LKuOq9gWmvvnqSzPe9z/7LTPWZuE8xYf3CM/WuYJiUh0ECcGqkYhBBqd6a42lWZUJzEjOS0AeSXIBGdeHxWcAlagWzAoDLDXeCDYO5FQ9SS2uGEzLs0nw6PeWaesY5+ZkeKbfH6h/KVdoWnXpO5LaAaCR4Aaw0TXTdtjrrMAosoFJzRd37z2s7j/4xECYBPmWEhp7ksbjyr2rntRvnn9ZHer4J1QPPC0Z7ooA2r1HUjPg9q4xSvsW1BwY/ZG0QNrsVmA6lxPJ5HcUDDEWGcfhdK22e0pAIJ2n3tv97KUK4N7xdaK4QTdCY19MtUDhBDJqXZNNJXVOjvSsZa9lelgDzGcFqq0wEfDyfXQNOHL4mD3PREvAdo9jIEebKIxwuHEpk221E2sO9I4nJIFnvKM38D4TMDsV8GZc7ktmThKI8+Uw7HxuUx8mI6Tm0V8WUsJKNoAhwNtJE1zmYyy5rRwgrdGFwK3UXNsv4E3chLO754izqPGmPl/BKcCb8cIYZ2y5DzdBqK6BRr1r6o8VOY4BvNUJYV6dEWaUfBnTGI9IsnENeF64ruf7Angn1T/4+w+q//Df/+3q6dpcNSvwf3Q8Wr1+e1T9f//6q+pP/uyvq59+8UL3HfZaqiBd/xBK67xHg3kO1jrY9ADUwVw7uiPgRS5uU8Ck5VOxUWT5Zq/p6Z7lBm7wmHM818su+1ZzITtHCUKnjkzKIE33tuPasj8z3jZWC5n5uPt4sx7AeBPHUlJ0MfD2UGpIze2m76RIlHRYotN4dQHvvu3EuO5hrsaze8SYUN/2BTHeT8R4P3p4v7q7LOA9l1LzjNWRmhsskVBMNo/PF/hTr30xiZXcStds3/ZUtC0iXmz7vr/7j6339zNsHXKjl3p725F2HHeZA1rKgM5NXg1bXOrABr0pA9xy35wM81ePY+KZGri9i94QZT0X/7UdeBfflIs/0L691sjr/Ylu4F3umOaEnsCbNmK0EFPvbs27Bt5IzWG8SRwrFkHJidQc5ZjxJMlKFD/2RYkZpygb+ZH1qKiQ6OnNGnc2o9huWX46At1ji1o/pvUkjun3JBC9xGRslUotP0nNqfO//Oc/qi+rd9kJtv3B1qvpaj4QeLPwAbjdlgfQHf28kbbxMzIxpAIEr3bUtEEINTVIwVrA2w6gZLMVYMFy1w6e6PQJgNOwJc4rs8Ado6UfkB40Jjv/Pmhbg/4+aHvXaSc26Fz6Hduwxz1oX4POJq4vvgAAIABJREFUc5jPDwJyw2xr2Pfe5L7rbQU68Xh17ZVrFBUMKdaindgb2ok9o4/3X9toC/anZBLjES3AkO0QdIv17GgndiIHXU8gqh2dlnR0RjJz5OZNqbmFkt4/qpNo8eM6OYCCAgtqZHA1hx0hUB8Vq1jgWmsuGB4m970HBE7J5lztXmVqrGsua9V2x/QQU19n/Y2TG7pu0XMxnKJhoZinCgNeaiojQGMeom+3QILmNearFjsZDB/zFCZp7AujI/bMNgiiozOD5MMC2KWdGN+7367ev6FexZ4DxfKZORcopL6bfcEmIlEnENySdB2ZL/PorhjRad13WMVNgfAp1eref/hE4C4Y7+g+GQxWeXUm8Ya59iEejVd9PQHeYqC2dfy7rvG+I3O1x67xHlPUx/upk2rWeDf3GddI74K1U8/rtwJ7uzqXpfvfSeCtGm9Ag5KzlhMLeCPr/UsB72e/+EUA73trbYw314YBX86bc24mGEpduZVVdj0Nh+xYSKlZ1u/1AekYqv3tjerZrwDek9XaJ99TQD3nOlqPLD2TocRy5WyaVsVzxXGe6Hk60nuRvMLewsAib/dVdKBU7gsHCFDUNfM2ScBpDAlgA5yi9WYr8eOe7wrIqZ9GXg74xFxmUtcC6faRAD9jxsoJM4PRyophgHM+CQMk4yur99T7/YGA8LIAjwzmNJccaT44F9DYVb3yr37+k+pYwFvkvcybZgS816on3/lMZjMjGm8b6sTwyrJZSiIIgGqnf63v4MV9gX1YVRJNzCmc9qKA3qRAM6Vpu+65qn3qOI/lxH7CuBdomZGLOywkdXlMEUjnkTlTzwxzgSP3jBIgCwLwJFEAscQUSIKl9zcjbLWH7iAtt6jxtuEg9X2ek+O6A1Dym7bH4OI1Mucc9zSPZwG3bwNvJZ0woiNB4NZuTr4ko6sLb4BmLKmgjo4EyMhJ4Omm8zcni8jhpAy99LEOI74YKzE2w1QPZQGgG9d0trWH6kL3HRVODbx1hMxRdpBnnCbwPqWmXuNrFD8C3Y851QzPCniPCzRirtYFjHRNR6qd6umDieo//Y9/v/rDf+e71dyowC+DhhKEs4nq+duD6n//f35S/c//219UbzY1fo8B8XhNyIdAwerxmO6NMnFjxIFce8AvTHUmMrkWtRIJQzOz/XEX/ayZKSaJoGOxBFtAHs8BgLuTpRHslz66JCyjBEPJVF//mLm8Hcp7kLRnkpskRgDvMETj18Utn1r9E93PTsY7lAqsz2yUxDg3T8dh13/JWgHemdRrm+/0uVLj7QSYnkOXhi2sybCcdmJi1ux/QI16SupHIml2bMZ7wlLzJ2a8HwTjLeA9o7h5knHEGp/Am6tn4O1jJKeTa6FrwXP8tiWr2x6Dd/ZDs6TkKjsZJoYdVLvea/+ewTP+qheOfON11s9B59q31tnTx8XoeBDjbcK0zwEME/9GWHXx1jrbiXXudph98RgQl4IpUVbxr41AtVZgNEsnlX0lcCmr2lGpD8CbOm/iWlRjJLSjdBngLXUYDqSQETmPErPxCr8IJf40Z7jDwqTOb14k8LLWoTtaY+eUsNTvTuVuzsteqCUxQnLNCayPBnhHP28Y707gXcxGaMPhjMUt8B703NZ/vwXel75U9RuHmQwGbf0qwJt2YpN6DsqENgh4b74QQBHj3QW8e9R4Xwy8kUsX4K3ehx8B8G6NbYe9waiSrXTglkFaCTAy0RfyonhfvBc7oDBWK7XesNMkwwC9rqf12hJtfgiCCrD2pCwwVIBQaTdWtl+k5rvKwLINalxDvhRScveI1rGyPzPm2icydAA9x8V2AYMsACiCYMY3ZfpFOzHAiOvy9b7oGy5Z+s6BXM3FVikQn1IQB5tY2okZeHcw3tcJHPoB7y0Bb2q863ZiUoOOXgJ4MzZh+3oB738oxhtgiKu53JxshMQaB/D+1z8CeH9hqfhdmQwxjovUfBDwds1rjo2xdPk2WM7x5B7TitjGBTgOBWiffy1zNdW/rj75rljXaQNEAFNJQwC5ndjyghxseuSy2SKyZ30ckxebLQXryv7NiLJg87BnLahbZurDBBe7u5IO635j5hfjLcYF4wZmsPgLAF6QGQO4ZqYFdJTt3xAjTV91joND4dm2xFxSc4KQSYGuRYzwqPFdWnENNHLlXcm6YQsOd9er189/UR3r/Cd0k6b0mTMd5+qDterz3/6h2eovf67rr20fsT8Ybx0HtfGARhLvxwJGtLzCmZ/e4CRJSMpMq2Z9XwHUnmTsRwf031bSTwGU2VqN8WklkGAfR9xvmrKMdQ2PfSUvAPAykBMLPimJNbXpJBFgMQEcB2LqD9U/PXqKTSrJsKTnQb4Xql9G+QPoxmCtJO6HA94x3/iuGnhnf3PLxyU11/XnHM4F0gwCM/ETLaFIMoZyxsGd3mNW18AxnN3N0uv4zHSb7Q4g6u+RVyPDJgoV24L6b8ItsHStNEfwnj0pHnClR31ArTgmeoy9AN4MO+TuSvLpv1PVYut/YrzlZdAE3viBSD/ZCbyl89HxbVZ/5/tL1T/9z/696t/+gVQ2SjCMCJRySU50D/aOx6t/9Vcvqn/2P/6L6mc/17g7o02dWpQJSLomcpZz0PvJyFHbjtReZQS0sDy3CiCAdJjKRZ12uU/OWXAdANLIzHEWh82mLEPXhetBQtvQgueS68Y10/tGXDOeZmbcB081UT7E3922S3OI41AdK8CbkomTbGnGvGQDN9eRt8zVLgLelDTYXO0C4B2181HjzcOJgsbAe1HAO/t4exxcALzPlBwBeD/+9LMG8J4K4I1qgjucqgWnzznfzJbGPnPu8RoZ5TLv+3ULvHtf8Y8FeHP0/eLlGwXeeEYo3ip9u4uiGl8b1kE8VA5EQBxo3dqVmemmEs4bMmlFQYUHShfw9hpMjiwU1e74wLycc66NLbGLxMV8UeqVO1q7ljTHKh92Mq44UElEG5YC3IP2ziRvD0L728t4dwPvSRhvXbBgvFksvp3Ae9Bk1VVL0snMZaDVaztXydI1t3MLvAfdne6/f6zA+1j1hDwrSM3NeF8CeDuEjDW4HXiL6TLj7Zq+whSXzOYNL9DXYLzj7hXGm38LoO4G3qV9hCXnZrbDhImEHgCN+44jczAiURMJm8TFieAvAhUyrbDT/oxZKup4ZZKWzDZBMAsBW4H13lZ9NuziyspKtAnT34r0HMYSEE4NOAtKYdZhKAmwAVQwiBzLgtqOFWadz/DaWN8IIC9m8FSyUcdZOpYJsZLLMIpIewEkBXiXRISvWkZhwz8ibK3+dCfjTaY5GO/lavXRYx2XFqZsJ9aP8b4IeC/eg/H+x5KaP9BBCzAAvM1OU1MdwPtrAe8x/X5VLdSo6WrVeDsdfSHjXe6p1xnXeGf7jwTBcW6q/9cVxBn89Qv1W5+Yq5Yff1dlBZJAZ920EzlRHJbSWMAFgDx+LqQActYy3UdP0Rh77h2PHM6KLsB+MJ/FDZ+ky6nACcw846u47wOOSdS45Z32RVIo6l8lP1fyDuAMWD0W40xSm2sG482gRiGB+d6kxtisgOuqxsudlVXX0W9qzL4Wi30gAH4qALu9/qw6SeA9jaGgHq9xOac//fy7dkDfVAu1SbHLgAkY8CMxEjCw5FFICp0JxI16LAoUy3SM+/dAEtlF1RUfSBm3J5XN4Y4+pznMwFv3kGObFfCeFPuI9BlvmE1JCI9Pd7VtgBHJp3BLJ8lkWbDOHwC7o23taWwQVLlVlhjEpWWZ2gl8j8CCY65WqGc+eUnGu7WeZk/xBvAeNYNJjfeuzkPSec2hzJ/BrMcsFTNVgF6M0Nw6LZU2gHKSLQSBvN9JOgNHpI+hxgkQGe3FtIPw9HBQqYSM+9DjC6HgU/MKbDpzHq747I8yB8u2cfF3DTk+AbjIA7x1DeVqv6CSAxhvFAapoaxnB6tFRijfWK9+77eXq3/6n/9B9XvfX6lGdZ1HAMFIMjXXHOt5//HPN6v/5r/7v6qffilG6gjGV0oDJT/G1H5namlCKgeSEyqTQH2BsaUC6lONAy1C+hlQHfXa0RqsUdbCKOeaaHzwRR37GV8G4S01ERfQyddMUJB/QbnC+AiVQcjL2RaM+okANcw315prCeONo3msFZkU8/2lPd1NAO/S47eY6sF4Dwbeo7r+zCow3gDvhdX7Bt6PVfYRjLcMCwHelCLwXy/GO9fIcmMDMnyY1y3w7n3db4F3XJcmfmEORPV1EfDGVBW2e19y8z0D73V7nByr3KcX443kvCgaIvkd5EsB3iZmSFarnhtTtTEx3ucL8iOZRrWjuUITInOKSxL9BDHP936aRq4DvDtl6V013rXUPGoku6XmkupYas4kmFJz2jeIaZhSdr6T8UaCHsAbI7bibv7tk5oPmrKuA7yvw0p1DtzO4xxGpjPoHHv9/Trbv0nwO+yx3+S+r8p4TyGnrdlazuBiqXlhvIcH3pGj6wTe1HaenERNKLFpAO+U0vlifnjgbSmhJVN8E5NeAdZl3Bfmuclwx/fIibKPd7Jesa2QGfEeAxsFaciYAgwFTAX4MIcRSzNfsRggry1gm+0AkM1y601rkuSuawHgBYgGQAGeCa4B4+XF37YEdpj0cdJGegt7t3gH93I5mYsRvCPpNkHhulhvQNuaQCZO6UjQ76oN0LZM1TberkumiJHUvCSIn9aMN662Zj3eA/CmpjgY75V3B7yhjhVcBvD+0wTeowLeqw7Ca+Bt+RjAtyWHK3Jzs925uMPA4mdgBYQj7Vb5g0X6CrphETdVcz4yMV8tPfhUNcMzkl7nti0vCx8Ay4X1eQMmA3nz2sFs8STZWVmAq6lAcORbwt9IFLTKGwKE0XU52h3ByAkU6BOAblhm9m5gJvDA2IJJ4zgwKttVGQMMIqoJnmPL021+JhCkcTel8ULi5q7qtu+qPRgS2dcqd3n27Gsx0bQJ26u2Xv2qOhUbjbnaFIZTOpfZpflq7fFDJ5No+4ZSjTMksYSxnI29JN3luqBEpgSGunWA9+jUWPXos++7bv+AGnDVou9tygVcgBnGuADvGRnYhbu05OE64U21iTlWb3ESYmNqp3Sm4wGcL6henHN0gkLP18Gh2HMBJDwBRuVvYeC98kCgMoE3QZYvd4C63sA7EnO9X8iJuZwwiemZUQNvJUPkB3As5pn7YHUGCVHGBqBbgIkAzbgw51bPOyY+g3lht25nU+Yl/nVSB8CYrLA+E1URoZQI1Y5M/Sw1P3RLSI8hxVcG+rDHjGWPdUBZgNgjPAmUnJgX8F7U/aD23uZrPopIAvga+VkR8K42qs8/maj+i//k363+wd99Wk1Lwg3wdltKv2ei+oufvaz+6//2/6j++msdz7HqIqeXZKa3Uk0szMo5fU73nABZc+Gu5Pg6Vt3U6kzKCINu/XyubEDUd6NIysRvPiGW3iNBV8kBY+VM6gjOVU9JXLss+4hWZFFXPynWalrxJJM/JRSoSOgagZcJDDaMNwwX9yMc48VwUeYBb2z5evRVD9k6wP1ixpsrRQqlk/H2turBdEXgLcUB3itHKAI0theUTHooqfmTx4+qtZWlakGJjTkB7ykSfFbfxNpoxZO+LbLptvmwMfNcNNrf1e8/VuDtq9paUm788twC77ikg4G32G4YbwzXNO/haN4E3psC3kf6/biS8piWRo9t+S7oi1Ivr8v5UJaYMqTmoUxEATM+rzV3iRZiKjhbkP/LlIC3GG8rjogh/PkE3DcBvGPabYyuzNyWUdYfeFPjTW13qfFW5hNzNQNvnCuZ3OToauCNVIo6pabUHIfgDuBN6xO35YiFKa7Xh6/xHvTUDQO8r8twdx7Lh2S8B12Xm/17EwwGULzq60MC77/+yV+rjU9KzTNQjwc7avoCCfeu8e4PvDHrIlhHfpb1X3WeLtjLI5urbYnBEujT9+2MdwD/eH144N15DK0kRRxj+7h3GJu/D6YK8Mt7mHdgj3AxLyCMd5LoYyI+SDYRhggQBbCKmj+MrjAoUs9jAQ9k5HYn1oeQiwM+Sisxfm9Hb66c5i4+Z5dnpOTaD+DZfb8JgnVcszJTc1AoCSX13GxnU8BkXvtAZv7Ns2cOEh/cf+B9U+uNuRKGIYCsWTHNcxibCUghZwaciAw3y/frALyp8eY5IOMM8P7LBN6Wmgt442ZcgDeJW7PYHcC7jBHPt24RhUxYa5ODav0LYMqaaEA3oSs1s0davyoB75nVhyGd9tBKVtOjIf8rC1SCIsar10vXpBYAbjVsSJGd3oraVB6zcp9a94s1M9nwlMZFEqlR95vH69pf9q8xUgISzpcxzLnRsgwWmvpgr7lioudk+Lam8fL0k89sLvPVV19Vz54/VyAj4K1+zVuvVNuuZMoErbkUvHAGy/fuVt//nb8j1cV69dUv9HekgBrr1NsxZqfxKdAYB4TsC1zjus0YPNzb8ON799FTAe+HGsuqGlb9+N66GPbdDTPesI+UTEyrZIKaW2TlAO9tgLkYb5vjiPEGzMwoybQgCTnXjiRY3Cexzqh2AGFmvFfk3I5x2ErWeCO7bTGpLeDdjrSbHjft60mL8XZahWnZDKqurRIUuzqXQ7EuMOCjGiQ22vIXzzxMC/ci1ikDdwdwvI+4CK+HALzlaDx+/RUwyiC3Mab9h5SkM29QhmAJhsF8jBMSicwblGigpiAGw5yMsTAmafWsZM4LqvGeWVRyguRA2buTSgXgy9NibLdaXTyo/tEf/aD6R3/4u9X9BQWlLnsRG6ztI6j4v//8b6p/9j/9afW3zzW3VnNKUqk8Zm6xmhTwnl9b0HsIkjVOcAund73GB6Cbfw3CZX4S9c/BQvt5Zf7kWEhowVpTc62g+lSeADDfsUa2vBb8XCLh1/liPLiwMK9kEH4DSkYpMbqnryN9lrn2/FyA34mDYpaY7d90r+z+bhAbpkuMK7oEBJteGGtDbb8vqtG7gTfO5X6HT2dY4I0HAC4dkWBwH2+NkXkD708FvJ9KsbKo7gsAb57RmC8ohXCnBu3vFni3nqf2Zzl+Ks9aM3LM3JrvVxsW6rWBYX7XZVzYmos8OtqebX7Rirk4pm9LjXfPY21ch+tKzfsDb8hd1XcrRnM/b8C3Enn7SM2ljNqW0gu5OWuYFS8JvEcFup1Y87PNcxokVzFmZD4u7cQoaxufVU24HM3HVrSWSXJuxjuBd+muxRzBtiIFmyVjjeswBOOdWdzmYOqItx00MBnxH/+2Md5XAd5TWeOt7KSytLfAe5gnufd7b4H38NfwgwJvmavVNd5N4O3grBt442q+pRpvXM2P9vtJzSXNvBB4x7MO8N62uVoTeDfN1W4CePdIiBAcNuSE/e6YF0IykWmChczHpkNE5b0WLKbBkjBwIBvvByAQ7VIz6/6vSHRr1qiw3vQXDmacC0RA733r57o/t03W1G9b7HWRq/N3AxDYN33eyUWBbT4P2MaVHDO1AHjqu6sAcFbuzQuLMpqyDDjaQwH+2C/7BFAwx/JZGEsSmksLqmvVe7cTeGMydUirJQEpZN7UxyqidqKzMN7l2kZStR1kDPOkDJaaRx/vlXcgNberOeyeTLqQ9f7ln4nx/uLnUeMtFQBg4tUrmX3pWpCo7Qu8vUyG8RU1uXs4j8OiURNaA2/uOe+JcTcyoSSWWi5NYmJIIthZc9olsa9WeOYa75SRA3QcSyUYKuUMVqfT19nMYiaNDMLZXUui7j9J9xbBQWus+xMpmfY2NU/AfLrWlTMzSxdMuL8HINm0y9yk4zmSQVPUeas3/JoYb47zxYsXNmWjRvxcbuPbr7+qzpXkmKQ1l77Y5h0B7+/99g9kBrhRvfjquZ9BnguAN+MT4I2zObPL3qHq0/WMIO871faobZ69syoWWm3VxGgfSB6Ied0hTurUlpOsQgmnOvQpAfaxrOfeEZN8IgY+zpE2WajlJJOmtZvA4qkAGwwmrt6H2o9LWcV4z4jxXjDwXtUjgbkaQGR44N1aG7K8Je93KUkQCqxOlDzYfvuNwLd6oKuNHMZaMPaTGjfjOmYMt3iWqX23sRdyRc4nSw2ssEHRofvJPYtxEPOOgWdjnqvZFr83yiQAZlH34DfGP5a0A471e28aYAYwpZ4aZkfmbHPLuicqT1EXjBGX2BTGv/XvqIDmzKSg9ORu9f2nowLev1P97uefVouSs6MGOhCI/9Wzt9X/8n/+RfW//smX1asdkjQqOdA9ptRgVO+DPSLReaoxAsvtevis8XbjbwA3juSwumaeChhONYkZ75CaY254KmUBngA18HbXG52kH1kY70qge666syT1hK6x2y9qvG2jssBTAKm6WHt6tLs0xJcMBUHUaI/aX6Aw3kjNtW/NMf2Aty9yh7na9YG3kmUVLQa1XukYKR+i9/pDda8AeN9dvaM1Aam5El6UZhp4e3argVqoPFqlN54+fLYf5tVdVz7ckQyjqhxEar1/4N245h30eTfwbl2XAN4Xv9rN1brjLeO2vp/v99fuD/aLl9898D4S4x0KH1pSHuwdmPGmxhtHc8reDvUz7PRouprjE8NzzdoRXis834llnUSPecPHTgJLapmReT3/qu+uxHqfziqektnJOcbDzN2sMQm8CyHURbZeTmoemdiu4Mx7aF34Mz3F7wd4Z433LeM99Ox4C7yHvmTd2cbhN1F/4kpS83Q1L0FTzXgnI9JkvIcH3o7NUxKbTEY+1u8HePdYMgy8B0/2JfscrGCY6ESI5Fmz65rHrzJhkYxzSNMzo0zwSZCWbJDloAp6AciAk2BLk4WEYU3TDUA0f3cJDCZXAhsEtMjNmwZtpR4bUE7ADPvICyBe2lXRBopj4nPUbRMcA9jZFpM/wSFtmgBwBjNixtkewSOB6Vx+5kg1vPRjRj61uaU2ZQJRqwJRdnBuMN7lIr1r4F3aia08vPkab8zJqM8twPvHf/6nct3+ud3fkd/DkgXjTRu4YPsuYrwJYQx7AaxanN88+0omdeqZ7tAEAKN/zVIjY41SgxFlzM8EVFi0J0q9LCzmiBZmJLpZp80HGEPjun+wnQZOvtux+WC59YVeDX9nlz0woAN0hcS1BcaJCNwWyPL1AqzYTrRNcgrcpRLFpCukdbxg81qPSGMRB6vnvgDw7h+v7ZMAIqFkplQ13gdbr+SJtlvN4Air42L8TYhFvP/0sduH7WrMAbxtfiNG3UZwtASlHEMJg0MB4glte4I+99rOocDOjFqXLS6v2BwNAHUiwE3Sb1/JPxhbxvKUxvokLtMKlHjmSAwenahdmluM0q5vvJpVwmleNeoAJGoAUaPsKgmJ2Q711bQQm1F7xYU71HivarvvBngb4ojxPpYZ3fbr59XO+jdWDrl7i57DmWkxvkoCALwBntty7Oc6IB0vPbknaA1mh/3ocHCs60ApSZTGMOdFEjCSgUjYUUHA/gPWAbnMJbDdWUqTARvzmGsXAbFeR3L04V3BfCrZ/viMjOxkdjem6zVGWUKOPw/B2K3HlrrUVTMT+9Xq7E71+aOp6nc+/6RaU6KPeW1PEvG//dWb6k/+4svqb1+cVTtHYoosr4e00xWi9ENlhTwDlrpTc43JJDXelPB4LdJ/Gks+5i7grbGdUnP359bYtEIC4E1yImX9ncB7fn5GHSR0fnrGYMYA3iRxMGJi3YPxDgopgbeeM4Jp7hvPro8qk1jvCnijoAlztXu6D7ia0+6v3VwN4I3UHLEEzdFml1erh08+q548+cTAexHgPTVh4D0RF93XuvbCT4DXBEuDAOk1wp+BH+2OT3OwDfxkTpU5P17m7YPO870C7wEH3A/M+n4WfXSP7bSAd2943mmy2rmJYYmnDwe8Q1G9J+DdznhLzQLwFuO9LXO1XZXpeZ2HvaajjFuJ6UvrBesH63XRm7dizIgZkJqPYAhJVeCSJj7XeSsutAVGrLWxijdKUnqksfow3uyySZG/D+CtyaGn1Lww3lrk3XoH6ScL7a+f1DwYi5aU4Lo13Z0P0W8G8O6crCNxdNXXsBNPv/10A++o27uondhPYbx7SM39cBO4IxtsSM1vEngTBBKM7GuigpVyzVxOLMYD9SI3jNS88z70uC99gHfz3a21JvZfamabLFCAiEgImt0xSId5DBaR4N0wh1YSuQ18iXMZ9+dgq6OHc7Tr4V/mqZCZK6B1DW2w5gawuh+AZUAx7yOwQ3puBRD13IB5OwqXPr4hN0fiyYIAkN5VIMgiQu0qDtTMezNzs6p9lZO0tjknmSTgmnrvJdV9E4zvSuI7I1k7Qfqbb16qVdKc+jAvVW8FhGb075Onn4m5EguYjLfb3NRn+i4Zb7mai4Wyq/kQ7cS4C71czTvN1cYVWGJ6AkMFiPtLmav98m//xsD7ntqJweK9VB9vmG8ATZFjxw0vvevzQlhGDuOoNUaT767Y20PMvXCbdpshWvkAvrWtUpsNG0f9pxUp6WhNcC4gaPM3m6PxrAK66bMcbKANrWDByY57zo/6MhZ+svDhxmwKOgFV+JuEhC2O3feQ57A8GPlMRrDljFKcJv+Xw5ptRL15/s3JpEgAFN8WYHtxTY/e15mcAo7A8Em6LVStNkU6J+Yf2FVAmJhE1BjRbxo2UMGQgTeJKyUeMNsCDOtZmdYzwXU4kmEbz8iMyiYWNE4NRAXyj8Wow3z7+pM0EeNNi7RJXb/oqTxSbQl4H2tuIqHioAnwofp0pOb8nR7lhwJhMJnImbmukwKUAO95Ae9pKRXGZJx1IeOdwLb1nLTPV3HVYr1x2rJMSqgOGEtivI/31qVAelHtbbzwPErZCjL7GYHaGUCtnnHml7evX/pZp/WZ5yQM0jC7wzwPJY7+s1cOvdoxU2Ov3GKYeoNiAkhAulhkyenpdBDqnai35pBoSce2nT+yRN1YLMYVG0zgPSomflTt8dSH0EZro+yfMdwENk7oyEVez9T0xEm1pF7eizOnkp2rj7fbFuIAXlXPXm5MaI9SAAAgAElEQVRV36wfVtvHk0q4IGkPmTbAFnn0adZhe/+AaFQVdnDPtlYlWZC1lozmwvjD0lvybbdzjTMF3QBvWGuvqzxLfv5CHcI8TUJkWu1q5+WdwfHT1g9vBAwsqcMP4O0nIAEqx8X1Jd6kHpS5P7YXXS2C8fbcwPPvZEa71PwixtsjJx7meIZYT0gy0E5MwHtqaVUtQOVqrvEqjavvs5MPyNrdhzzmoRPWKcb+nbtivAW8Hwt435WqQ1LzeWVGplHakKipgXe6CfQA3n7arx4ulUflSv/2Bt6X39QwjHd5fnptvRlBdkUsicjjn6tcqDJnXP68WjFoPdHXH+4PvIua4eIY+NcBeIdHQySHKQfcx+tE6w7lK8F4Kxms7iqbKvnZJZGOaog13klNEpV8sVaz1rKORDzoO+zSnFAa0YZE06z7eNNS7PyOSBCZQ57r53O5mgfoZkmO9bz1b/u9vgB4t25SU/rhoLKJ3m+c8S59vKnxlhyzrvFO4K0Faly6/DBXC7fPj73GOwL1BuNQ37TLP5TDvPNjAd59Enh5usNkQocD3p0mGe8WeLPwFuAtRiP7eL+mj/dz9fHOGm8ciCOw99pb9x91rTCLsYKUQzkBXw54L8ghuIfUHEDK9n25xHIpeNnWJEUf71LjjcS2iGevBrz7iaJaI7k74RR77TcuSksU+/PqXGoWMEJN444CxF0frxfXzcwI4ILJ1cwhgDhqNu1SbuARQMUma8l0RwAbCRAYaSZ+gkXqWJGLF7dpvi89ufksgDy2IRZQ89zuTvyd156CRlhGtr27vaN2Tkuu7SbQnpeUHCDBz9MCIMhoN+ViviSTNY7h7YtvqjuqaaY38ptXbwTwpv359Q31W1Z7oEdPntrBGcYbeOiwuRFEvCupebOP97KAN5gBV3PG7k24mo/DmAEmAd4KnH+sPt5f/s2/MfC+f/+eDZOaruZmhItc1WtaI3HkOs0I2FH3Gj+lAgLwbfdjwAk1s/oZZpbF/pSaf91/AHmo0Pkg242+4QTJNU1IRh0WPBdnACWAyWjfyR0dUbbJpN7MbCf/+jO4rQdDGAkkZHIKAPyLkNRyLeJhySAtgXmA/Kh5jVKwYlNlKBNzS65F1HXH8wMya61RdQDiLgCAnji9+BhZA28k7i0GVXYwjzf4EcMPQTW1J6qLpcUdDLwZb4HJaQHmWUvENQ9q7jnQc7MrhYelvwBvGG+BQErOwhRnPBhv/d3AG5DlPt5qhaWyCq6FPWVISonJxH0a9/TJ6QK814Qrabd3MfBuXy97rCM5j/j0s+4SgEr4ZTd5xojq0HffAryRmoud1z1EMj+r5MCMkgAAbIDfpnrMEhRSq2z7Do4VvxvNF+N4T2gc4kDPtaJlHAnCcN0HJHJfqVUU6FbJw5RY/3GNE953pIQDzt2sM4whEiU+3FxC3bfW44Iab0CdfpaCY0RrxIiu1biOlWOp05FehwCXbCUMhVieJlW7Pjk1qrpiJRP0yzAlwgBPga/mrWMrIsPgy4+ER10ml3xAjKWYjz0X+98YmzEXZ9u0xlh1wtrAO8AvwJve70f6lzWMus3og679KGEWY5pjlpmgkmDs3bXh9htSQkNf9OUO4J2cdz7LBOaYMHFdPS5IEuh6wXgzJwO6AeuXBd7N4L4JvKnNZ1aa0Jw9JcZ7GsZbsn/9n1velVp3ZbfU+7wAb/qvj1Zzlpqrj7eA91oy3nNaY2YAGDyDBt6Fy++9ng5igj14vqWvsq5f9/AudQ0addYX7y8nyPoNraR+PkC9P1oezix/iRi0Of+01qyLgXe8f3Af7yAhLnoNG/9+CMa7CbzNdgPAqfGWesbAmznYNd6v7B+CCo5JlnI0Er0G3mK8C/COmK+VDK+vDXPeuJ6fSX2j/t2VQDctxap5sd4T3OuyFup9TobGNpqwmW0NAby9lDRDlK5ikOtLzW+Bt29Kg4m67gTS+flb4D34ir5/4M0cEG2ojhUc7KnOrRfwLhMaQZmDqMJAJPA+GAZ4U19HexQHiN1ScwNv13hvv2Pg3XvKH+1C2IOBd7mzzftnKaX+Z0Yn3ch5XwEazk8mW+1nz8xPgG2XzdBvGFCstyEhB+TAViNfDdOjmGmptQZknJilDpa7gCPaigEKANwOfLUNAkAM1wARuEDzAkzT+od2SIB3MreACHaxI4BBZpY6Q9pYcTy4OyPjhSHni8+yyALc91TbBPhDmrujrC91S4+efpLA277cAqrvD3gjNZ9bksHbg0c3BrxXZcQF8BybSql5Ad5//mfVL372MyUe1KLqwX3Xe14GeJfaWddFJ6AFFIXU1zDHwbbbgaFYEDMHu7aHBFv3wnXImPIpGD8x4xutic7pCQxjDhAzaInt+FWD41ifA320EkQmvHOcWUaccmKXQXBcOj6AgAeJmbhgy3HMKmOTzzm9AABJwB98FztMAzgjvZCyh1gugzYfYprLaG6KVmgBhIqZqoGCxSQRVHJsXLN6GSM55XUtgEoxrEMyznNxLuByrGs4Rb2vQCNPILXk+wLeOygO9Byc69lCpm/2l84m2UqUNmeYYTF3co94bqfpQa3nkWtxJHMugPfe/rZVC7RGm9QzBeM9p/aKU6pfHhXwJoZur/GOjFT7WjwAePvupV6Ge8h1waxMYHpXNd5mvCWFhnmcUdJhbn7JyQYSKTjkb+tcHRRi1KXjsaLP3jYBvLk/AG8k84BFgP2ZwJdVNwm8J1Q3Pq3kxbSAN8wNyYZ9lAPuI65rqN8hr3ZiMseZMyK6/6hLXEvNbRTwRmo+rmOc1DEyzur5lW84t1ITbyVRJGlGLd8M/4IYK1GX7uSAk1itj3lUGLwEiCgJ3/A9KEydCzz8c9SsN1zNvf4BvLOdWBfw5jnWM0GrQe0D530ft9eEOH6XFVHXTt9xKQ0A71wzs9eMV56EM56fUFTAdgO+PbbZjFUdNw+8uTYTUhtMi/GeWrqneyDGuwBvzSeF8QZ4W2qOmgpHf9XkIzVnrr+3KgNBSc3nNHbwSNKt0SkH8I4zA3h3r79OjNR3+0N80zym4Y7kpoB3GY99937jwLucN89FZsUuDbyb96kcdS/gXeb91vu7a7zbz/pjAt6F9Q7wLeBNjXf28d4R8N54K8Zb7LcVQ2J3nOQmrrKxGvFcJLmjhSeJcL48GnI90LPDvCDwXU3rbzJZA3yP8O+Mni0essTaRsyeKJhv25+jSwLvyNqUZbo1A7cj+fcHvEuNd2G8k6nzgcXi3zlYhpWg9Jturrut5ud9TW8Z767L/ZvFeF8MvH/aYLzNrnq8MA3gg5vSvwHAexzJWlsfb7EsNfCOgCfaHjUZb3pYvw/g3ZsBr12F65HRG3g3lqp47m0+FCx0gOiI9kIZEHgnmBQmUECNJlnjoAAUBImu7wUQ6D/AtqWRyaDzfjtcIhM3KypWze3A0i1bwa3Bkd5fjNgA4tSJw1zxexYFXiwSgBGYcX5Pfbd7xxIgUx8p4MExwWBvS0ZOEgC59h4ydAH/FdXz0UYKGW7p2/xWvZZpS0YWd0etrsZpUSYgBgPm1lBpqPcxA++Ftc+qP/jDf6zzeaREgsCnrhtS85rxbgDvhwLex0MCb0tqtV3k/xjUcd9sbuUFlR1pfGEGpYX9rWrHcRRG4ukgHzm6pNQnBt/8S60pigWZNXFvcZLGpTkd7xljgHMH/3wW5sxsugIDAEJNbAQgT1RufO7nlfELKDKYoj4tv9Lx/Nxsnxh1zkfJgXGbZJFUgnQHoMdYBVSwDTPvDjbYn5FZzbMU9XpEIK2cAeMV9UXbq8SNZlxCJVDmL7ZIEgIQYxkwAFLXhESCTW78HFMfLnZXySn+5ZkDGHqc+7DwXxhxYvBAyac4B34f6pPoaw9zDuN7LPApGTF14rqPSHjnBGRm5dZtxlvAtht4x0kOAt4uDch50/OPE1pxJSwZBsipXAfGe1/t0c50HCRMJzX/Tst9nSQA5205vEp6eLZJ0jAvOElH4keScWrhDaQ1ZyCJpobZrA3A263iiIX0vin1fp5d1DWY0zaUeFAbyF3J7KldPsdckG0yRnyszIlMgjFXEmz6XjK+JTWfECMP8KMEgP3nbY8b74k3UzTpMRDOv+WrzMPRepH3loRNfDgHCBe+AD2HmZ6Z6nmcd5a2h2bQk4n2sfjQUV20+njTwzsYb7pwaFsOqsMMzQoPH2N0ErAiAZM5wLyBN4BWybQaeEc0GcCbpE4B3ul+zH4/EPDmmEfMdvMVXg5oIGZ1vx4IeD9WjTf+FktymKfGewYHZ8apA6vCguo57FHLOKIB/MGgd8Pg0AOuAND22eXCnz5e4N2Mg5hcC1PaxDPNxF8n492ZQIlnrnWvPSHFdeu4pqE8abw6/v5RAW/WDCTmmh8NvlNqvrejch8lNjfevHSrSitUuB4op1GX0U7MoDvUZ8ydJG6LCi3mG56dSNgRbziTNau1VL28K7UYG9WXTE+oUcsgPea4UNR51avnwOsD70ZurAS1na7mx8pWs/jV7cS8GGoB0Vd7O7Em401tkxYdTRhkz6ez9juy3dHeh4W49PUu2vpfR+DdTEoOBqT9Z6gPyXgP8wB3nmfv2p+ONFLfU29OLd1Z3uZHf90Yb4D3tID3tBieGUnXJtUqqCfwJgArl0aBCRLPd8943xDwrgdMLCKe8lIGWmIL5LMAIl4BxJGYR8LBbugEdnYWh/HGaA2jNCrnohaoNQYB1dGKB+AdztBqwQMI0nthvgn8qWNlzAMEkJtHT1m1G0sZOoZQzF8zahcGqEZmXmTuzI8wqASKtHaCtWVbBOsYMbG4zCpoZ24sjPmEWA0czVk45uWKjiHWOS7mOreVtfuqC1/Uep5u2++R8d5Spvkma7znVz+p/uCP/qNq7f7jWDDFbJ/qJpca7x8X4C3X0gcPYbyPVOP9wq7mUaPfkN81arwt2/UKCwANdpV6YRQIltqSrGEB1fumtPjSsujn/+Znvqarjz4TSBKIIq6xa3gxPGOxzVZOjMyUzAYLGACU4B2Qfkr/YCSz2YcY0Eaf4AAKRVac23WNZz47BARmzjMRXhK5ReZmtg6lhUAIxm4EFs7ohwFX9KUPptx/g0E3Cxr1sW47R9DOdUmgHmxAK0B3yYZfwXAy9n04sKhcCycSHL1whXwNg73Pel8zkDhr83MLzBoo5VdpDVXW+DAopFVZ2XZsl/OhLaCPgySI7jss8Ynqq7l/sOpzmg8B3tMG3iSnLmK821aGHitMBztHgi7nHe4PYBfgvbf+ojpM4M35u1ZYdd60/RuT6gV/hwOBctQsjFMDbycilDDR+KuBNz1qVQdODbxN0+jjTP22zgvjxEm16ZrGFI1z0rXFp2NPxnKH2jYtt8atRiDhQZ1/Ci+cwAkXdXplH+MkrjZnU0u6RpIuzy7csS+B73bmf1orL2O6gO1ImHjsN5KbAeJaoLyA7mC8y1fUalttpO25BjyfNwu4rbCI7cYMD0BnfMVJFFfzcz1DNfBG9o1yRXOExyVsPsfKs0Mylu0U4K1nbUSM96kSFSTLgvEuvRpIDhCIlxKHqPHmvP3suhQonlMqrW9Can4x483zxdrTAt6kiEmW4Gw+s7ha3X/yafVYdd73Vu+K8VZrQJXi0G0B488A3sH6+zoyF3aM6tLru38kySVtAsHy7ryfAz98wRveM/DuF1sPkpvTmq356h1VxjVuvfpJzcv7yjVkAr0F3m0zcFnbGMVu46pYyOx21HhDSBAbRYmR5OZ1jfd61Hi/eSWDWhhvgDfxH2tgeqpgeOo67wTgWaLi5DNJvnruC9b7nJgDIRBM95w+M6dYROB7RK7nrr3xrBMxIdMhMaLXeRRKvV3NWw9UZHxj8PDIttUB1gt7XJqL+nizqDSBN9kIfj6gdQSmGDqr6OPdCbzVU1QLD+Db7cSo8Tbw7lXjHUYcv27Au/PhL9n0K89rjYHbuY3rMvmDjunDAu/m0fUGe/XS0TGDDnPcl74GZpPi3cE4D5aaX1TjDVAg8G1KzXcb7cS6GG/VP7qVi9nPsv/CEMfPnPPJRwW8W4uge+3mteU8or1DsjusaQY9mEHhQlnCwMhOEphFHWy27insdrJ/RW7uFkwKftxvW/uwSZu3HQ7QBt4kFjXJwtIx4dKqjAAaGXqAiAAhzHu83rxVXbYCJGSyLCY2VBNjXWrXmTNZaNg2+7CruQJipO+Ai0lL0ZUsUDDIe5Co0spp883bauHeg+ruA0mzqfF2yPn+pOYAb1i3BbWKuglztfmVpwG8HzwVINZip2sG8KZe/FQA68f/8kfVFz/7qYCwgPeDewbexdU86j1bMlaue0nMBPCOuiyYUe4VXyRMuI8kWmhbNsJ9V5L75GC7ev7VL9wX+t4nPxCQmrepGPfU8zRrplmmABQxJI1Gc6zlOmvsAjuK2oEvpOmwbyzSYuIK8E41BMmgU7FyjEW7WxN0836z5gEmDBycCUcPG0DFe69ldGGw5prxDDD8N0wDYaJRfPAzIM0GVWE6Y7dsHT8GZ+U8bDol8JizWZr3gdujZq6UbLTm0fbrHwVsCQB8STjuVIKVudiPNNcunu14Wsk9BICItYuEGAAoWqgB1EiCEegcn9DSjHZ+UoeIGZ6eVX21QPcUrt16TuggE0kXthUmVP6xMwvbkiDEMVsGEPNL/eKcOTrmGCVSjnYFvN++NPDGCT6YWCVAUCBgFEcnA/0OOfiBjOacpGBecOwjabyA95Tma44L+SSsON4CjA/cGoIThoQQ8JZZ25Tc0ifklg7wPtA572mcHkpuTmIHZ2uUHIxvEhMnZoD1VvaF47zG1oHmGbcTM/C+J0n+io+3AO9OL4hwb4+zD1abU49r43uueTauU/nKHvbMQ34zE2cw105ysiEnlSIRRk6H+nZ/GSgmaPa8HmOJpAIS/XP9a4M0M94JvEkkeWzEsxLMvBKlBv7JeLsdGC3JVOOtLwvcDbxDKtoGvG3E1Am8SbLq650Dby5NHHMw3lKKwMDpcGUgL+C9XN1/DPD+TrW2BuMdwHuK++vEejxrzGEkKntJzS/NMneC5PIAXEqC3Xpc2r57j8B7UGz9/oF340oMLTXvhP2/2Yx3Ad4w3hh00k5sV6QEjHcB3kG8FMabdS6l5laNQexmCRfJ45zbYuWOuM0vxRzIznE1h+0eUY9vGSrIgE2+KzXxE6QO6zWqK/DwhwHe9FgDeBNI9gXekk4JaPM1rYX9FnjHGnWd128u4928ah858PbDD2MUTC0Bgs3VBG6oJaSP96767B7pZ9dCIjWXtHJGjDftSYLxVuCMM3AGtJatFqOgDH5hWXckfyyu5mbebtxc7aYY70b2uZGJN/DW1apluQSculZkRgnrCNCDLSROLWYYEUBSd+nfpXzdtdkZ1EfYH5+L4DLaixnU61+C2/IK86twiS713Rh/BPdAWyrVfCq4pkabmm+kza4X19xI3evBPsEgtXwE3kcG4zzH1MXS75vvfax6x5x+BrQDvmE4iV/XBbxn1Kbp8aefCVgpuH6fwJs2SeqduaXa1QUxMGuPnihRoKFnOaPOXwuXs8c95jVGRi9X8zkB73/4h/+kuv/oE4MXxu2pbmMAb5mrCXhT4029KcAbwBF9vAVU+gBv38u8abxvUs7HgB/uxbGl4kVNobp/3bddAalt1YyNC7w9/Px39f4lgXwBZxgoAwSYpQQUOcYK8I5nrXzld8kSxlEAZhKoOCkHJgw20cDboByQGeDmRGtp1JMThAuQm0Hn3/gyGOerZv0SlNf7hHEuWDqfA9hng27+EIw3R4zkdkZKgNKHGJac8gZPGyS4BNpGJ1VjnLXnfibyusZtjhFY16C79UrWlmfSL4AawKgEOq0BUn8Htk2QHpuPREYxhQvMHADwTCAF8yy3JePe6vgAp7QWw1UchzAHYhAAjJG8N33y1K1nnyNtvjHnZN8LgLcY7x3Ny4cbAt44q+u46VYAmLXDvYA3APJATDbu65gB8jOScN5nQzmAN2UtSobSDgc1EvcUWXYwrGESNKnkD67twXiP2cl9b1918gLeHAvGasxNJPvc6tBKhGDL2Rfj5oASGEnNYbznVu5bGUAyxnLrEm+WzCbnXt+DdP+1kiPuhcdnCLZ938t99U8eggG8Xbqj94xb9aDfJUg2h8yPgG7DWgBxnX+JfXCdXY6gsg6C20O5mms+ZL8kf8K4MpRJoHj7fiTId423n4sA3qdK0GD858QVS4OBN+2FGoz3OwbeLlGg6ZoUEd013j2ANyuZTonrNKXygHuPnlZPPvm8und3rVpaFPCe0Rgiji7A23PSLfC+Bd4xa/66SM2j1aI8MMCX/hL7ncB7R3Xde2K6Ad5bYr5d+uX1riE1d+lTlGqRiHT5lZPknmUcJjbDlLKWkaQ7G1MyzKZreq8UeE3gzVqCIsVGo3icQO58EMbbbA3AW9nJW+Ddt8Z70OSQ8cyl/7kF3jHV9Ht1khzvnvEeztU8woEIEqOPawDvI8zVJGkEeO+8/pX6xwp40zcYk5aUmrOQT5rxFmCRBI8AqAamKTX3hEIwL8BCP17YSmS1ZPQ/DuDdfn8tW+RXURxPqJgLTtSdOjdMXSOZTWNoQEawNgA/6lcBsjDWpX68SInDhE0sjTKcDuzYTgbiBhMEOanmQRLO+4v5Gl0bYLipUUWOzu9twJXwb1Nu5JM4XmsRIIM7I9Mojr30/bbkmXZjYrX5+6wCdBIJAKRNZXcBRLMLCwq8D11a8ODxEwX5MgFDOpyMd3kODKjalpVLTyl+YxFl+vsCQgiqdd22VFu1ufm2WlTN4ZqCwpsD3p8aNHUC77/6V39mxpuSpAe4mgtwXBZ4l7NGjYBcmXPZo9+6gC7u4wTxBLATmiTevnxWrX/zXImslerJb/2+nqtlAw6GGgAh6rbFrJmVbtVAA06jLCvGoTPjMMnAPWvaAszUDs9+xBmTAFEBbxbv3N4IiQtf5kj6FLADwDDQtiQdNhxTM8C4wAXA3fLY+B3SVVNmZtRh27NtWtc8yUHHcZT6cMNigheSS67l1ZeY1xHVGY8io0bZIQBObXk9X3nuIumVDLpZdGrrQtZetzpLFpt6R65UyV0E853PsBnWki6J87dPAi7oPAv6DcBKRfmRfCB5qGMEpI5ITj1GkqAAb4/d8I/xeTXmihjX8fcyxls1y93Am2MMN/xgvLffyFxNjroAb55p+zqYWYH5juM8klpj1x0kAnhP2IhRkm9aqBl4YxYnIC2zNpee6Dzdo51rUIC3EgkG3hjG6YAPBUIxljsU004dM8CWcV28Ko4oCdD1DeCt+U1jYh/GW+7oU5Itz63AeC9r3tJaYSVAPCHNuYLEZHkZg9fAm3vmNJTvS3PdjXtcgDd/CuA9oeMLEzD9zBqkfw8to+YL8J3AO3doxtvAm3Er4I1RnxKYJCjc/hIztIHAO70V7ML/LQDeTqb1A96ReHOJAT3f8xkI4L1UrT38pHr66XcFvO/dAu96ZHZ/Myi2vmW845oNG//2e39pYXnRbRm0ryZ+6ZSatwFvpOaA7125msvfYk/Ae8eMt+JjAW9aAHo+Lx1EKFljTXC9N0otkqEtg9Lu6+AZ3mu0E+Ijmju06p+opdgZ8zkGk8R/Di5bHXJIIHr9+ON//i/qWdNSoiakz4UoL39jMcrJtyyMeRUjmMjJNhkeWJtDuwCrxltswKEvSBie8D3SST5jV1JnJyWtgvXR4kCNXTvjnX28XeNd2ollb1Mm9syylsC1zzPXnqHu98Yr/K0vuI2rWG+143Ins9Daafff2+tKhj28oeTkxHnD7qAsiB6p7R8eat8dH+82++i6Mm0762bQ+oPt5offJfAu+ynHV6SM1LXBXp8o+797eFK92dqpvn72ovrJT35WvXn9WsFaq51YENMpY+UZBBxK4grQhlnZevGLavfNs+pEskWA3rhqGifVr9Y13vqC8W4D3gk2i7laCapgVXZlXrSn7cIWvVvg3XE/28YOAzFBSs/x2P7ZjI1b70zG2kwHkBMwkOZpZCB9NfUe93g22I6/M5/wXiZw5i9LxrOW2ww28nH61SIzz1rxItN3UA47me+HYaK3N9ubFTvIvMhkOy1Gmzp6pq6FxXm7l/M35OZmxfWeJbUEg8Xe1eeRkE8rCH+rMcHxLqrv8Ya+J4mJtHBbLs+w4AdKbsKCzKm1D+ZqgIsFsd4Ab5hKh7mNC/UugTdOzW/VKmlRjPd9mf4cHwEWorb3eox3AG/ulaXm1F0LYBSpOTgQxhsw+Up9vAGbwWa2gomSgimDJcAtrK7uja4ziZANJ0BUJykAZOmvkiUzymq/fv519c2XX8j5eaX65Ad/v5paWHVOB1USAMFtoVA/oDqxGgJmMmRrMI0EIcjXDwFUEtien1IRlu3HdIemtB+uEeOsBtqWYhY+ls3FPEBGPYBgLuwxqmOeyAAh6ltjXLou1gy6fjZI53cpdVcAcbgnAxpaozE3aLuYnNlRmoGaAD82z88wiJLE+6WTB7jqOpktB6whq0YBYsactl8kkyTXpfRCwAhJH+yCf58yP8O0lOQDlCPxEAGM45RkKiJgCRAXp4zsHmBCnTR/g00N9UGohNgw14zrzDESbGUf9Xh7XN/62YgNe//6Dxa6VsZY5hwy79aSHgok/8oJEdUfivHektR8963M1SRjxq/GqhVty2k63HW1D+TjexinERTCeTpJVxhvgDp9ycOl94R2Wcl4O9mi86F/9wRSczmmTwhIc39RwmAsdyLAznOA709IzaOzwlHGX7Qe5PckLPYVpwG8p8V0z0tqXhjvVuLDqdrW+IqgrzxCxtdRnx3jD2VRBNQt3UN8JMesx6ASVPrdpM6RntOTjBt9lsTArubefSSaKTXPUZZPQSoaUHb0AN4YHpYkEfN0qJJiLPjZsfQ8gLe7D9RS81Di0HoxGG/8Dajxju3Zn4Bzq2u8B0vNCfTsr3QAACAASURBVOY9X+nekBDnnnnI+dJl+VN6N8B40+ud5Mek+njjaj6ivur4B3C8Tpa1AW9UAUqqCHjfffjEwNvmajDeUlBNK34g6cJVDYUCCYwurjMeoTiq1v0s3zWUZN1/bPzmGlLzDkgRx3HZIPSiQ77gYHtFkM1d9Y8w+16BAX9kL1fdejCvvNymMV/pTpI/Nbcd749n8aJX57G0fvanGvvp3EI84e3b7guuPS9c/BoGeDOvlxpv8CQqxprx7gLeMrgU470O4y0FHuowlxU1gLfVc+lxwrPqDiF18jfuWHhMxJB0zJTqGRuoyt7wVJPYOeopJ9Pj39I2MNZ71lB99r9qAG8uRyc46mxt1fx7LEatlxux5+LPRSGoMPA2sw3DTWsPgHe0+IiaxajJYlu4nJI5vxh4C5i7j3dvV3MPkIvqTjru9bAgcJjHbBDwHsQs9XNmrAfCMAfUeO8w531tI7eOJ2yYfXef3gWLwQXXof3Yy6NyuYv2voF3LL4t4L1n4K0+3s++qX7yVz8VyHpj4F0mpYuAtxnvt89Tav61exoTvI3R11VsXDFXm0ipeWG8DTRYlPN5jvBYqj0B751sJxa9Td8l491+f7sm4CEWc48z/leyiDlLOkS37DTBic85GLYA5AG2/T5P6mRFgwUP87RIehGgEvhTs8MLaRPznNuF6dO8l/e49lBzYJGa8y/zH78HiG/KqXxSnymvGQE7anVZPADPvPDDAOzBUm7IQZu+3Dibr7954z60i+rhvfF23dtcW1s1ICcZMK3ygjeSmOOKPKP7Pc2XjNlGBILMKr5H4E1v4tcyNVlSIIjxzzsD3ik1h/H++U9/Yn+w+w/WXPtctxNLF/tOlrTcA5vukYTRh6dlekeQTh/0RRnTYYJX6knnJker9Vcvqhe//EU1pqTWUwHv6XmAtxbelL3Dck8qQJ7WgMKaivpZFvozLcwkShg3h9r+mCS9lcC7lK6hF/UahvyVNkeUHMgrABm5F/kAOZFpZ4xHFWorVk4JP3CnBuHxAERJBIfYfNbie/8tIzqYtEPVBeOTbDZTxwgL60Av1/cjqTQMYPPnYwFBH6MTWfq3gnFsJDvtXh3HMQLgtYFNmLcJhcT3yPsS2BK0hJohmHCeTRhys+bpRGsHdAIn11SXhDQJpZA6h4FzPL88h75WxPFOPnAcgG9q2aOmvyRFUA+1tsfnIsopwNsmdbDpibF9WZuMhf8QwAyW+VAJ0B2x3dvrbw2YKZujnIQ5IM6HWUPzjYA3juXu0Z1zFnPGNADMpUGw4sHgtIB3AlwDbyWGNNdPC3gz/zAnAeSpC6eVGqA6gLeAn6Xm8t4hqaNzwzl9Sp9B3XOAQ70Y7hp4L4jxpnd8vZ4D37jeOY+6JIJXrrMJvAtistg8gXedDGEoIanOOZLkDyZhM6h0NGfNUfuuy05iYFtz4JbOYw9w7f+sq3BypK7xvgB4E1OS1GG+Jh7FPI7zhiXG6wFm3UktlB4JvIu5WowjBgweHCk1LwkiK1QCyIe52tWAN1ctVARZe26VSkjN6eONmmZqaU2dxCT37wm8OReuIyoaGQcaeD8W8FaNt+bbRbmazym5OyOVBWqCtHrS+wN490K14ZbUC8VekrwYYq0u8275t6zdnb+/6s89TNuvuqlvzecCY0XiKkZOSXL1PsRBLHNj8ejeQGM/vbbeCbz9c2ui6PrIIGA96O/NebYA72ghFsZqFwJvOkuI8d4U8N7UPOyyLMULnhvAnVn6g7qQGCnWoexeUJ6GVPJ4GWSuc9JVX05MaF5RwtpEAtO/1ngHIKwFVoLFdYmksD7zcQLvXuZqOrNb4D1wchgG/N4C77icgyaDgRe9xxuajPewwJvNRcYe5icWySI131svNd5fS3K3E8oQSc0B3jML1HiviqFLV/NirgZ/0QN4lxpvGG8MZ2AF3p3U/OaAd325HXjH/YslKgIN1gUYTRtF5aRI3GxGhCBGwRmvaENTar9hGvLvjYCxAHP2QJDMQu9+zhlUw1wj++bF91tipAmIl9SiB3dzjgv2K0C5QLaCcmqTOE6SkCgOADf0+z2UhBIDJMA3zBcSdcA+x0zbJEtYBcbDOVMspX7HxH+IIZuY8bv36XutAPp9Am8BT9okvRRIvaOawweffKpFUuf2LhjvBvBGas5YvX9fwFvB7GWAd2E1GSY8V1O4zes+bKot29LysoLYBYO1Q0mCpyRdJhHy4oufV6My6nryw9/X87WcdaFsANAlpYSy63Mw77pno0hmdSxneiZ3FSRs7UoSq3tx59PPq8XHn4mVmq/GFeSfI4seUXL6QGCJMgcleEjmEGCQDKI9GmUgSJMxQLQLttGfreEI4YNl9Fiv0ZLHfZFpBzyHxSsBdtZYM/Iwa3JmPuYYQIqfmzitkBK7rAKEFQAK4EF9e7j9q8b2VONWAJy/+/gZiyVgYZ3GhC4/H5Ms0xgHSBKe73WEPH+e44JhtSEh6gEFSRNm0aOnMqAQVYdrC0CnPNPJYgdZE9LxLFX3NXCSLQGGlR820AlTtFAPxCxSz9MJrj1vAHLNuMdxxoXN+Sv/Ddd3/Z3roXu2T42hgj/8BmAeIRd4vkn8GfT7GcaxXAkM2on5SDjOOF+8HrhX1Gwf4mpOrTjzcc5sJBDGVZc9KbBGH3NMaWlziGEbybsTZNS6Z1FCAWsbNd6QIuxpQsAe4B013gKRMN4LyXjL1fwywDuGUqgqyrzr3yRT2hqLkQxpAm8A8YQ+P6dzndcXLC1AEcUQz8qmxvom50JNeuRVfX06gbd7wksZhCSfY8HB/WLgTdAcvgkfM/B2SYr/p/p9Ae/VB48MvO+trbUB70mSWaQ3DNRvgXc84R/f6xZ459ycjHcB3iR+m328AeGHkprbO0PlPrQT23wdwJv1k2XBSisSqZpzUAyNuOwIghf1NenyWDvqdS7Bd3QwyES4E2UBvAHzkXeN9aoAb+fvOF6r1/SeP/4f/qS1MnsdaWa6OqXn/JzZ38b7yuJ9MeONiRp13WHccX3Guwm8yUxkfu4WeA+cRW6B98BLlNKv1vu+fcA7AmEz1GZ3E3jTB3ajBbyL1HwC4I3UPIH3hGq8MVeD8UYW6wCvB/AmYNyW9HlfwJt+sB8b8C5j3QDEc0MG9Y0hUBzDCXDNasOeCbRyfQG5VuQwUfJ7s2Yx/5kxAgwhQSdLyucB3Ga6xFSLzSS4BRgjMSfShOUK4ycxoLr+AGS2zzZhtakBX1gIczTqthcFzgmUd7Z3zL7SPozfF5M21AgwW7OA+40NGQrtqX3WQ29nb3u3Wly564l/Q8B/evFO1HhLTuX2UAYZsINxMQKG9WA5Bj8u+fnSVaKxhpgtVc2oPAJevHheLa2uVfcFvDWsbhB4w97hak4bJ4EcqTx+8v/+uRlvgCjAm2O4LPC2wJXj1v2sgffmVnVnZVn3Zskw54SEhxbYdZ3TN198UY3MLFaf/PDvqYxDrLVBRrCrZwIKr3/5RTUlIPX4zlI1ZZdwjRsd777GwRau91rcVz//QbX66ferRSXHplxLG8ZHyFpH1DAUOR01ndwlDPVoJ3UoBnB3R2BOAcWBru8xiZi9LYF9nJVz8af+Fwbf2JAHPYC2EwyWUsMYFgATAQbsr2vQ/QTk/FLKPIxG9RkPYdhu/knoB4OY88jpuWTN57TGE8Ov/4fJpVwjQDu3gwApXdlxeHV9OnXZGFxlD/MiO6oLLfOYU9ptCTsO7HZdj3o8A287sidLngY5Dq6yxMBAVvfAPddBzjwL/grgYgY8YW9oXyInEEg8QqUyV9rYsvHydfY24litHOL4caHG2I267ATLLnfJ68+FcR9mqyDCAI5dFQk780jIw0liSCWhcYWBGP3eA6BzVzgnXPijHpx2qwR5h6lEgGkBxNIRhrKJFvDWMTkRIEd0JQOY0w6luDrXOJwS4EZqTkIJ8F/WQZyxY/yE6sI3lePgvB2MmuuvwXeKzSMBmmPIl7SRwEQNopRgNa95cVFeFYucgzs0iIHX87Ola7ehcb/L+VgqzmXuZLxxNVeyiz7e1HgrOGZeNXOl6+3EKWPN4J3jLYz3uwfejDHLVwnwNQdz/Ys5YS/GmwTS+CUZb5t/Agi0j8m5xWr1voD3Z2onJuC9tKie9cl4T+WYuwXebY/tR/fDLfCOW9bGeLs1dQt4h7Jac6WBt3wu9jbC1VzJ8i2VvR0n8Hb7TDPe0WFixGogSpoxoCyMd0ZGJJhR6LhEq5Wcji4DKF40HzMtSm7uciSt86GqItYK8oe53aWJf/zft2q8PdW34e6LgHcB32XMtj7US2oO4HaNtyKuyEjoAuE4p4UhDiRrvLNvJZNlXeONREbF6tNI0MlCWGoO8CbrjPlItOXx8n8LvAdOIrfAe+Al+lYC7ymk5nWtTYaGNYVzMfCmbyvmahg/ITWfpmasUePdD3jDru0KeOO0a6n5+2S821Rt1wCEoctPwBv9uXkGoqVMBIIRIBMfw1rDCIS0nO/do9uBXpglRc/jyGYSpAKEkXPzewJn+hCXem5At1tRaZ4rLcWKuRrHVFhM/g7rvafAcnZOslIF2bDZsOAAdGr8Ob5Z1WvvCgRyzAuSmO8KYCMjA6ADtvd1r+4/fGDgvrW+WS2vrEnpMFu9Wd9Q8CzGW728R13jDcOWgCMfhwhkr3GdCcLLtsp2auC9oz7a37idmGu8hSvGU45odlUgtn3hiQ0xBFqu5m+qt8/l1q/zn1t5Eq7mDz/zggmYjRpv3avDnQ7greSD7l8/4G22OM+/tJGDAZ1SPT1/2tjaFOMtEDK/yLvcZ5umbJuvvqm++fkXlTTmkpr/vWpOPY/JfbsVEZyz7ufbX0mKrmTAXQEJWvp4fOnrhJp/vfVYv7/7vR9Wdz/7rWp2SgkxZK06DwD8tLYLo8tCTQsSsvDMAciHt5S1f/PqmdZRyY6VcDlV26htyZk3pCyguwEAiDZVc2LaGb97YtcBnyR/eFkuDUusE+R7H3a2FsN+TK59ak+EK7Rq23WMx2LeC2gaTSCePLKviW9+5CtCwss9RS5PXS7yXjwNCpDNWnFvRs8cjtSAUthg3GZx345/0+ityG8tvccILiWyyYZz3EmhOshxnZ4PJOMUYKmDq3AJL+fOv26b5uSEnod0saWNmreT0vYif3VJnK8T4zLqzmPoZAKLn5knHH1FMpP5wFOQW8IBRtMcjGMLpB5jXdcJ2bcTEtnzvE7ywa5rzPDmE7fLAnjL/0FJCtcYsjfXION7A5OOFD7aIVKmQF0hAPbYiUXdb81XxE/MP7DhHPOkxorNI7VvlDJnKgcAxM3eUR9vJe0A9E4GZEKgBt71kxp3l9Oy6iKyFaGGcHlPfB/lDwHcy+/c957xrWszp7lvWVL5RY3TSd2HYxJ3OqZNAe4NPUc7mm8Zl+zLFdIoFQiGdZ5nOBUTcEvpZcZbvycpyvXw/uxlEIaHJAtcdpBBdDvjTTkQjFYYJV5Vau7h53kOag3zQcoBAnhH0ifaSLYD7/RbMPCWm/0FUnPOw2OKsphcx0gcjaucaFXKpk8+E+N9D8Z7tlqYnZbUXPcTtUaWfNjwrmHk2a5uLOmcGJs5RJ3IvNTrI5Gad5UUXn35u9Rluck3dYHvPJleJNGvrdRcA5MOH0Vm3gTe7u2tZPTR3oEVaiSod8V4b6i7yaa8NlxG6MeSJK0SYQ3g7cSYlTJRCvT/s/cmMZbl15nfjfHFPGRmRM5DTSxWsShxkNRSS0JT1NBtNtowDNgLb2xvvGoY8MLwxr0wGjDQKwMGvLEXBmwYhmFAG8OL3niQJTcpiS1LIlkiWXPWkHNEZMyzv993zv/e+168GDIri6wi85FRGfHeu9N/PN853/kOPBG7EpMJZdc6axaAG0aTU00iVWXQex8+YPaTYFY1a10wxbyP/Jf/cxt49xhf3k9bo9GeXC/zXUZaF+/ei0DQjdjwyU2E6gjwdnFzA29tMCjO6aZ538AbGoxVPCW4UgNveXAFOEagUGbuN2JrR4E3Sz2udHaFsy0On8bIPG0CnXTu8E6fPMOf53j3a2Fv66c1ff35L1qON8C7pSDk7dDjLMG3qeZ9It6fBnjvyJgx8C7iaj8r4I19+mnzHHpGSuS3NhHrZqCkwUiLGjiEIcfaFYKPGEjxHgDZgmnQhQxYZOBjYDuKNuz3bRDqbxyMVi7Wsax10wLHUM435X0dF6ALoz08oxjAgHTmPVEYQDiUU77PORBZo78RSgPc4zTgdwANa6rViA1yBeCpK65vr6+Jxi4DaO78+WpFEfMJgcbZ+fNddbzb4mpe1T9D4H1fgHBq7ly1eE2q5spjBnjTVgiiuavTQdLutgDe2sW0Qawvt4E35cT+cZQTQ5UaECEvc7+I9+JFAW/tRw8krgaQc76wx1cxJyNPuTy/fRIeK4p4K+eeTx5rDkyJZj4jEOu+VX8Mam6saQO/8957Spqdqq69+nU5BAS8S/QPw1ZA8kCCLiOKUE5RwkrPCAACgu5rH9vQdbYFBAHeC7deqaZEWR9RVIyIt+GJVbeV26uWCo2BqNG+JG2Ah2rPTRkTB7sqm6SfA4GNlQcfVY/ufmyRRWx6HDVz589Va6pMsCSg3lEEjbFnAEV7G5iRFoFTWyXsADB6j3zrA+25exoPGA6ALpzcjuTm7tXFfPP73bZB1PtOQB6t2+VbKXaEP6E/7AgDgAG6YZkwziNnHOaN0ydMs4e2HsCICWvQxbEcQ6S4CMVlxLXsGX5eIhAGzESHcdhH6ZhI2QlV9qKsjgdhUE4Pg1S1hZ/fELUxpiJNhWdMqrrZAvxgqOk6NUjNwELxBeRYL6I7dgQyJkzZzyQBmzHRrsYxdJfm954CFpFeIMMRATli7AmIY+5EtN07JeuYI936cVQmwKajwLBEnL6g8aM+h5JNYIMoOiK4+xISgxk1OSdBTjntyAG3uryfieeJiHdcsdvmwtlQ+saOF57LRmtbdwCHR/a7qd44JrQOqi3mNE5nAZ3qmz3pimygbyHRRMD3JmOBMcrakG1vgJzAG6eYI96Iz5lqXoA35R4xnvsDb8aPc7wl0Ia4XaGSPgvg7Wi32rMAb4urORWpP/BmvbKq+WnAGwcEDgSvZ8HYGNLe0QbeRLynJzrVBI4VHGuMGGtFhFOswOpe4N22terePaNtHQP26V7FyfV0Rx896qQc718s4O0J39rXmrb4xQbekYLldJpWxBvgjd20rVKsO9p/YYOtLS9VSw/knNa+HZUjtAIDsKksofKLCEwOwiwy7Zx9IUBzrHGsVeF15b847xyU0bphjQetGdqY7HT2tpCOWTuAOZr56Sh5rpknAm8OaRtj7DH+++zAO8TVAmAjsEbUO4B35KtFPmIYAnhh2ejYBBzxZrEQ/cnK5vZWx+94c9k4+UFl1FERb7QsyM+B90mL1pMY158W+/QubE9y7aPP8MsNvNviamEAJrXPxu0ZqOZEvFXD2yqpZ6SabyfwhmpuVfPPHfDusjibIdMSj6rpkblGxN/ptMgjejdneyQdvQLzkRcZeXEs8FA+WXCJQKJIXkp7Abwt3iMjkcgRm114SyupCkvJWICYtY6fUuObRbhQPvkd8a4Vlbooa5qp5wJ7/A14tyCT1j/ed41vQLk2FjYd8sdHtMivKzo7pt+d4721q98nBM73VVZsplpU7h+1lUsd758V8N6SGBTAe1JR48WringLeQbwJkotY4GFwvtb9xxvgPeBvNUPq6VPVCZP+dYR8f5O1vFO4K0Ia6nj3aaaL1y64DxOVM2hOAOgTgPerrOp8UKfMVwA3iAWnBpsxLsCKyMyXHfUD0uf3KkGVDv56qvfqKZEpS9GDmBgQMB7SJTgMY2Xeai86p9NRSq3GAcaG2va/7a0h0E1B3iPK+INZRgHkeW9hqnfPOnItMGlWog9c0lierTnrmoz6z9SoJIS9tbj6qHaZ/XBHZesggk2pD0UB83GulIP5PCZEoAaV7oCrcxY3lD0EAOF8YU6PpFOlPOHYHBQX5pxzBzQhdGKcJQuAbR9E+kHtcNIFGbmgOl5hzikImLg1AuLqJV8MI6LeRvAw3yTMG7s2Ad0+Kr+juEdEX9U4C2MhYM9PuMeEMlhbkSZNEAptZiJikeE1WXUiA665nnUZg6kz0+YDX6lYyF+d9jefY0BBnPAYJXodQL3EHwrdMLIL/czOtc86r/Gc4WdEsdFm9kJADjhPVPTI7fc2QC0Caq41Lb2LTI/0rxhfaEdHKwAeOPCAXyFQ6CApdh3A+jaOEQRPPUruD521DARcWjcajsiNzhoUetH3wLRW/ElqhFFTydUCWGM/QJRRl8n5mnteOHO6/ezKX354hTBiZlid4zqjND7Xu18jPtHXI18+BHd05TG3hRK3BpLOIMQVQN4r2ms7zhqnuA/74PHtViSNBUO5JTYEfBGGJR4Nesl9qQV8WkDK5gfjXizt6GEb+ANCBfgp21ju3g6cTXPj2QWfZbA25dBXE3tAVg/t3ipunlLEW85HQN4j4lNI3u6Bt5FwK0B3jkL/E9JtWi/F91+Ntv6iwK8jzzfF+ANGIoBdWLh6o5wPy3w7n3wluOkda1+zRNLaFlEc0mtndpHjzgtbfO0z7uDvPgJTwbeiIAiSEk61pr0Vh4VqrlsJut1OOVIDlYBb0qukustL2MA79QBsfuzbgfW7nD2BhsS0I24rtZj28eA2dIeEZRxP7Wi5XZ8Hwe8uzzapf1aEW/Pwz4Rkn5UcwNvipvbmxo53tAD+DuEY1oRb4A3EW8ZuIiAsEmMUov4WOAdZcXKIGzXkz1pHn06EHjyDH0e8Y72eQ68jx8nZxVX+xGq5lKwZg6EFeCR7p/TcrwRV2NuDEvhulDNxwW8S463Vhufyeafoz5Q0Zp5jS4D5a0A3q7j/ZkC797FPq36E6fa2YC3I8sWMGLBVGQl2TWu3Z0bGdFj04OyjWk3FlcALoswf5syDvCGEqp1y3ma+oHSxPvuGQNyANuhaehcEyO9qJ47Ag4l3UrG0ZPlvQDSAlECZ/OLF/097q+jDWH50UMv9OMSWfOir+eYVsoAwGlNTAcAFpTDlXt3LaQG0F5X1HxLAl3DOu+c8r1nZUQTbXENbyOQJsf7uPX85JWu+bR/He+gM24J+N2XqMmk6PEBvGUg1sA7yvY0Ee9mHDjqi8cZgbbHj6rlTz6oVpXLbuD9bUW8L1/XRlki3jKqKSemTRbg/XbmeC8KeLep5uSNRl5qM5faEW/n29I6Bt5qK4C3BPEoz0aeq0GUPh9ThH1XOfZLdwS8x6arqxJXm5y/WJsgPBM04CEibxoHAIqxpK+pali1q58VykdpIbj4wsvV4q2XHPFGhRkDF5mBKHWl3DMikfqe61Hr/XVR2O2518+BKOYG3pvL1YOP35WAzP1qSOCB4b4poyO8+hlZ01jtkGrAPNCJAGNQ9WCZzSkHfV109FUp0OP571AP2hRz6bIwHpXjXtT5AS+PJRbGv4W5Abme7zNWhwc0F/YB6pHLakMjcaHzWjMIQMQ5wJcnQQL1cHjZEZ910znA4DufP+AsXwJfZ91ugUVTljEmQGYJqqFOs47tq032ZCCRh+fIMZFzwJqPSw0Hg0UovLayAmj6ZgIQR9kxoiDcX4JpR835LKLnVsUlGGC6O5H1iLgSVIgUlQCtJTPbEZUIkWTEPfLTiefWw5TnxImQkV7jdtrC7RGRf6896XB0C5pC3dQ0t2hklj10eh5RdlhSZtBoLdPxkKoOKUupdtmX82REIG5MTJ2O9g8U58OZEItW2DhxXXct7/keCvWZ34NijvaPFfFrp0quG+77gHk8z6AGPeX3rGyO/Qfw1kjdUP+tah6t+77CzI/hlJ4MruG0BP3oe1DNEapzDFjPWgPv4rhAV6AO0IQyuUuJuZzeFwd4l7Jo4UjU+sAyqj67oL3j5gsvSN+COt4FeCuIZbYPTp1wgLQj3u11/hdF1fwXTdE81u3u12cDvBsnXhvk97MFYpkte2nM/+avo0ecBqxP+/yswNsVQ2BVE/HWmhDAWxFvOeBXlqCaC3iz5xDtxjHniHeIq/HeoPYe70+sMZozrRaJ/TNtMJcT1L4C+CbiHalE7IbRMiVQXXdcskFOB96FFtUn0t3bSGUT9iLPhujcNPKWgu4ELZLyEOR40yhEwTFicXba8NfiXiLbRIXG9BN53SyeRLv7RbyfA+9+E6K8Zw9Z2ecYRn2cJccd3wucT7pO30nZg52e5NpHz9ce+qffSfe9pxV2+mF9v3HaYvA0p22AN1MbA6+7nNgDyokpmvbmDxN498nxLiI/5Cj2o5oDvK0CnKrmRLyd460IBrm+Li2VY4K+KeXESqSWfMICvKE3ArwHrZycBlc9ljDbPl0bd7VhGhJ9lu2j3pxjB14MPvcdxl3eqw1DwIhzHAHVkTtPbqWBRSy1NpK9hmGU8/38O4xh1rasB4sBC4XTehOcK/qRYwDkGJ6sZdCeqMHNy6JoAsNcr5QbCzCuqJOia0sPH5giDq0Uajr53BZd0tpJZJvzkd89oigGr5VHj/S7QI+O3RTI5fNJUcsJDK5RO1wG7KTA+IzKkEGjolRNEVdrN9+nYbhYWTdfgFa/cHJoI+KeAnjPC3hDNS/AW21J+Q1HvTkgaLLlhQFourIM4s3H2jTvfKB6yI8UWRbVHOB9RWJxomJHjnfQ1tvAm/zxiwBv3dv9ewKpMs6jjneOCQ/j7nHL5TAdwD6jtK+s2VXR9il21JFRazCo+1WxpmpDOdX3bn+gL05WVwS8p85fMjgJITNOrTZhUxag3Rf4hmoOOEUU7FAXWBIjYVMb8YLo91eu36ymJ2fVd4qqq44Se2NnQvNU1HMAN0JZUQNeDAaNhbtaG+5+/KHzuwd2dX9bK9Xqw4/V1o90p3IQyepknD0WLZ1I/eTsjMcyTLMtxo7GCrm7Xjc09nhqRKtw2K2qCAAAIABJREFUgGBwdEZnq8mJGUdEN+XMuH79unK9Ox6PlAt7vPpADoklp1BsbqrG/Koi5XIKTWmcyWxRf626rNWwyltRG3lIgBaIBYX5QD/7auiSimExrgSjFiVjrhG9s3ZC1v/2ewmoY6QYxHKcgTC4zgA0AHMMR3emnQx6Oj2/IqJWDKd8VJaWokwaDASXSyNqCqU9cvZo9wEi5o6aE2U3sTuBeQGe+tfpPhnBJhUO/Rki34pc05bklVvBnFpe3K9znPlvRLuDlhjCe84BpkxaXUOWy+Hq4UF0jM5h5xGPZjurjGH+5d7ib5voRFmiAfRrqtR7jrmxLCLJGgjg5ApRGi7SDWhX6q/jhMEu849F6iL64whQ2QcK4E/wHfcWfVVKNQZfo9tIb+yBYCYAlJAGgBkyavYEfa5a5GiNJFOklzZrk5h7BnTDetA+BdV8G3E1HY0+kFOCSsQbrQILIbGuByvADhtHwmkLxoF+sr08l/18T15OLHwTkX5AxNuaAa5f//RUczp+X3PJ98velBa9iSC6T/aBcxeJeN9yKcXZmSlFvCXMqSBWBwdRAm87Znj2fkZeizHW3h/i9xasOs5A/BlSzY+7hWJ6ls/be5tXibJmHH3AM7/Ttq3PfFB+sTiqTjvO10htn36A9lkA76P2bdtwD2ZR16vVmHxU5nb5zkn2cj/M2D73abb2WYD3lmw59i2nMyvHG+C9LdbdmtiEjxSYiBxvOaVhI6GHwXrLnERYDXsiRTtDA6UVEKpvFJsv1gzneKNNYkao9hY5dhEVPRwMnZeyfsBkw+lV+n3gn/9Pf1Y3q6FNGqhB+4oOKDnHR2t6lzvJ79mDyTiJSW2lzgTeJUpEpAgqkxPikxZmTx2LkxYGR7hFL8d49A853qYLPQfe7ot0gJw2YcsS2WtMN+VjTj/Dc+CdW82Rlef0tjvtGw3wLpMxcoqpskMd717gjdZBO8fbJqCNtzD89nXgtiLTRdV87WGUE+uNeBfgDZUU4N0WVyuAO+a+lg/NT3K8TTX/3ALvApVbLZ6N67lC80QrMXsiCmPaDwZm5vym4wJDz89OBKqOIlFLVjl/0MK1BgGIMOSIYBlwkx6TQkUG5DbiVb4rQXadm6v3S8QQEF6UirmrkudNJHNsTJCOes8J9jke1XLW4G1FMPkb0IRCJyBuYnoqlM4VxcFJyTOw4eztHggUzUrtXKrXaxvVxPkL1eXrNxJ4N6rmXZtee789bQD3fN4G3mX8lIjckYg3InaZL3ooa7u2bfsCb5zIiroqwros4L2iyP/UOQHv35e4GsDb+aoCcgbeav9WxBvgvXg5I94G3tQxJk+15HWXra+AguahhgWaKO2GU2Zd7deBdqtSPVEyTtTcg63q8YOPq4/ffVuhQoC3xNXOXfLYCUZBRpaI5KE+rWewkczYgsImI3x1W3NW351X31xUlOqcqOqwGABX3hvVMKh24wBANCscAkPu7/t3Vcrsow+t4n6oiPfhDkr29ySwdk9zVfNe4HIHKrk8/lNiQ0xqnLD3QlXfUAQfI30aR4zG1Zr+3hU7YkAR/lGNW5jahweqEa+65ESwmTzTynEn5xbaOsB7Vdd6vCpQLyfeLmkNjD9FyRlzHZ1zS6C8I+A9JOC9pgjDztqSn/lABs4BYFp3iBMJwbOYarRZ/GvAnaqyOI1Mo805a6Bg8AqojQEb4Dt+CguIYwTdLZjmuqoW8IOC7gx79QfUZsBnRI4BWiiq008R+QSg6X0U5QHjThMh6k6ElIBCqtqCeED5FoCLCLRXJBtTPI7+40h5RrZxbPg+c63xfUfuOUq6RF1GMAIz2lIi45zQNakNzoOBEw+WUMgOq2yPMoy9/JW1j+cPdpMTGQyyuXf+zfuuo1XpSKBPnLOe9+i0vrKaBqCPVTVuogY7aTeW22CO+3ut99u2pvkXOETzHI73k6ZgkpeYJRq3GxjRjniHmV9sk3DMtYF35HgH8FaOt4F3i2qu/iRlwQKIPkkxoBOQO/KdOd52bPBskRIRZeRKrfnT63h/VsDbBj+OrB7gzZAeUc13It43XmgB78mgmndgYXguRW54qgnEHCqd5bYtg7f1Zr9fj6Oe/wyB92lR7dOAd/uxnmT7K+D9lBY69uMnAd5FVLcLlOZcCsZIPdPC4dXzOi3HO44pxx1thSPnbPXv5w14s1Y4nSuBt3O8qaqREe+HAG/tR4h5Mqeb+t2UpSTSXYC3fvcaHK+aXeOWirUTW8wOP/QlAN5oQ2jtAHjHD9+LuTSoNcQrZ/bPwH/xP/xJV09FMngPAC9/e8PzH/lvc0NhtOPtDw+IgbdubJdIt4A2ABwFc6hrjniXmqTO2ypRqKifBsgIVfME3tRVS/BtyhZGETnebFb5L7cVg7BR1z1pUny66OvJ0+2kc3svbk2Vfmd6VuJq/RaH58D75L7r9+lpXrgnP2M60XNexSLcH3ibav5AVHPNibKAQinGWx8ZgicDbwt/iSpIHW9UzTuq4z2qSBr0495yYm3gzWkRMSrA+3SqeXvxfpoWaR2jU/UXV6Oh2stVuWZ/Q6F2HKaQVzBygrYZNW1zzQDklmg1b+IAocyXfgfowM7B8IZCzsIO2MYRiFCWgbB+5zu8Ij9bVRj0XXKx+T7AhzFUzunfM9eb3wHipNeEiJqE0wRIyMn1+ifnI4rUdhSgdqyOQWEb0Uqi4AZqup9lUbDZBM6dO2dq9Maj5WpGQA6666pUzScuLGY5MTlbzFmIn/brWUW8jwfes0E1l817FuDtzFXsXpSWVQMZ4L0sNsBR4F0i3hqzyql+8/t/aap5Ad5skg8A3tCqAQ6OxkWEz/tGgpf285MDiyOD/NR1lSQZU/R3UuWVAIWDMnpH9qWyLFXxT959SyG6ieryl39FpZcuOqpF+xqwGJAEqX9I47bUHLYvXGXCttUQ8o/ISSMVZwHWMUXUx/UDuKLsJrc3QrRaYBiGBIYAfb6s/lxRJPtQY86b/a7Gx+5qtbn2qHpw5/1qc+WBxi3gTreWaVs8Kawz1gPGGeMCMM7rMaXotEfDiuA6GyjBrh/I4TMvirlSU3QOO5D0PBuqPa9kCY0xibttrtqRMyiBuwNTqpWbK6bFuMDOngydYaUBDAkIPH50v9pV/xGNEzqvdnQzsODGJV43LOcGegTWBpQXEBA6rvUJxobLL2l/532+b5aJ2xFgiM0QedNBgdb7CWoBr8Mj42p71bRX60NXZiwAvsM+SAp55oFHeFw3oPljlkauxV5bc60glxB2QAjqCAwaoAd9G3q6I5CmO6NbE0JdIWAVwB5Q7n2kCDwmOi9RersSnFNOKRscDyjNN+yJiIiHMnv5DkAQQbjIEQ8Q7rzEtiPCIl7hqOAVzgojcq81DJJCOw6Gflgopr7ztydg0v+5h7T9QqG9d52P9bgdvPE3fIom37G+Sp6rzDvbJgBw+pj/pWMFNXZSPbAdHYluXdjAi1uBoQBroYirUS5IbY3diE3J+aDRswYE8MYRQd9hf9JfRL4BszAdGuAdi8PnF3iXvGtnHtTAezGBd1LNDbxVp90R72QhuPti3Md/m84cYB6eYqNGvx6T8/05At69I9Trfa75wWRogOZZsUN9Dh9bjm/ZJnVT9ouWxh0dAd7HtCWBkTbwLlH2NoPP89rXjIBC7+t04J3rX31gj13Qe87PK/CWTcU+tonOA1WzoJtTBQGhNYmroWr+SNoopO1ZfFH9H/W7E3QbeOcPUXAi3vkK3NswOyOtCYwL8A7wTcSbahwOOMg5HR7lcJAipGkHZrFF//P//v9yT3mT8YJdwDT/MpjSm1x/HlOyNq5ygayBtz5zN6ZHABEiIkYN8KZOJMA7qOYYr1ZS5dYsrhZ08wZ4i2buTT2MXdfgJP8LCm0Cb+dO+ZrPgXd70tULTOvN58D7yLp06hu/zMB7g4i3coiLuBpU8zDDGudcGGoFBJ/anMd+oWnnMPaOvlqbmz9sX7P/Juc1IYWKWNuK2AVrDiksRJf5DiC3qJKX3G6+CxDx39TrTtG0cp+Ogmn9Im/WoEYXIJ+Q7wKYDdjJWZTSLMcUcM55+J1/+R6gmZJgrH878pzyO+Co5IITtY7vEv2rBEomvXYuq8zYmEAbStXL2lSIcF69esXP8ejhkgDdVHXhwkL1QCB8QNc5v7Co59G9aBMIYPgZAe+SnpQRwCbiDfAW1VxJzmcB3s6tMvYpwPt2Am/leHdFvEsd76SaA7x//KMA3peUd23gLXE1agUn8C6iTh5FJwFvgaw1A+9p0aipZyyHlQzz4f0t5dN/JFVzAW9FdS+/+lUJUS2a1u/2RZCv0OYZgzLww6eTKQzQfAEC5IHrGNgLjGaimtT/dP34dAiNGHQTBQ+2GOOLgTCmHGoEqQ6hmu+tidnwqLr/8XvVjvLh6drx8U41qbHHuVbFkOCZxxS5ziBh5ozrPqBW6+JjsDT04faalK4Px5SasFjNzc7bKAdMskcDvAdFpyPivaP8cnvxBaadk648OTQIxqH+KxJfaLXrqpuK6npHNHlyUHE2YAzC7uCeXF5UwBpDBnXZGTkH5wT4DT4hzmsOmTZImwCQPPcjgjsEoDO4DObEmK6xsHDJ94443Z5A05aO2xLd3ZHsVEo3NVe2SQiPgVoiqm0dC/dJULrjUpE2R35xGLeMSZBLrj+mLMc5Ql07ALj/9XsYhNg70Jg1DoqBrOOJuEe+NjcUedx+mdINa4KGTZvMOeNJj8xa5QVo2/lgR2GUSLN6u78buYqWeuNUVnYH1EYk22IAOPX8ZFyIZw5qdvMCnMdcDBQNcAjWSD8bo98Cz/cySFfj/trmtMhR1DXn5ABvP7Ep/Eq7IE+fdEWCNHZmlH5gbecQtZtL1mleUMebPG9EB/VUQ3JYm6XCrkUfav64retodwJv90OMj/1DIld5HV/q8wa8o5RRKXnmIQoTo2/EWznedcQ71PaLsrIdLoxdHrEFrhh33WzHfnsxXfT5A95t2Nm+6144avPiCPB+MhsmnNe8ytnzL+OQGLvHvWrgzTLiuRHzvPflvalQzZmn+R0Dbx8brrLor2cFvNsOhe6xEY/brA1c9udJNYfpF+xpNDwiyNsNvJV6IiBegPeSxNVI5duW0jmvYaeqoWoe/9bAmzxvrbF1/yY2zhybSFXC+eofgDd2JHsIaUowq+TAJdDDGHGlEgU8BrXf4SxlNfrP/tv/w+cui2p4k8lp9MhMj3Lm2rVAePP9BOHpSbVnMSdyKGpGOTEWTQus2XiIepVQh0IABA9BRIsCeJc63oirRe5kiXgbhBt464eNxnW8iWI8CfAO7/LxryebgL3neR7xjhbpxU6fjmXQvRic0Hn+qHvj+HT9+fME3iXH+0mp5uuimiMy82mp5tBSLa6WquYmhGbjNv356YC32/dM9DZbfK2ub/frCcDbtUvjMNNRHeUppbzC5HTOd3oxy5dN98Yw1ZrG2tXkhkekm88BEDgEyZ+lrSml42i1gK7LPwGSfB6BaufSIpbWiTKKOobvFYBtlU0bxZQgk/Gn/5HTu6lNAgOaesrrAj7cO+vhmqKe1JqeUNQb5W02gXPz876Px49FCVabArSJ2mohdY73hAAkxjXAO2KxJ6yCx9sNfQ5qjLB6XAA21aabyq96oA1vUgJexwHv7J2udTki3lAjAd6PWxFvgHfmeJfSSGqzUDWXuNr3Ja7244x4X7xo4EQdbyKSw+QQe7w1Xv6TgDcliFZNNZ+Wwvw5U4FRTx5WvvDKvQ+re++/4yjupS8JeAP2tGEDuN2+xUNuET90AMLBHcYvDIage0Yzt9Ih2LDpMjmDnO/s4cv3GyMIz/kQJYpMg5YRsbeufG8pm+ueDhWN30dfQO02JSCMgY0oHXvxuET3JqR0T5142CwAWcYQwNpATD/7cox0RqCNn1PEnJJ4cn4jNqO5sCEWh9xVckY8EqNjRUrsyuHWPW5vaz6oHeYk4Ie6K2J4A1Cjdfym1GQPBMRJCzhEpIva4KK1T+qH666uoUSt6L3aZER0/tnzAvwqfYdQGXMP5xhzyurlthUC6FooEYe92scMO8W2JzUXbr34JdUxflUR/EXdqZgp+o5bWseYdYfzwqBbgM5BANTdMdBCWMslzHBoOCgAIMvUFIAmRrWbKajixqG+NjnsRMCjvnIAt6Sh45XQp1HzlfJoAHMiJlGTfMAq7OWzqGNuSryj6SGox394Rq9GCcTDBkvT0LaZxrbL44T6PF/EeDQ1HUDNWwBynEIZKYcGD3PggJM5dzzqSzsn2Wsll4gIeARbgmoeu3FBAfVN+d16hc6P65WhB/1E1oC+z5qXa215pDqipzPy3KZ1mn2QNHnGQCQ2u38GaG+cn3Z0yLZUn9Lf4YyIGuduT7U1DgMYIRYxpByQ2ttie9QBt6I5P9F/gfGfHfDGsCfF62nLidGnJTrvfxP8ht9G1PpCNb8lcbXLRLzHjwDvSDPI/PZ++YTusFZnnWlvPnErOfOHZU6d9YA21dxd1YO2qVt+5P3e7zFqe8bm6dcPh4Vr0becFm457y0xpo97BdMlg5qt73Ufk/ZOYpv2c5Tn7r72LxfwpgNI+cF+Ak+6ZHUP8LaqOTneYmchrrYi0P1Itbw3ZJOwfpHeY+ANO8ulxKKaB/t4qJqnjck67yWVtUbvef8OZ1+om0cE3JoZ5HzQuzhBCXRIA+ZwZLraGRJj0iBca+t/8t/8y5hW2fmxuOagKRdiATadKxZYf55RjXirla+UI40BUcrubDvvMejm0Th4MNVY+rvUNuOc0PiI6ricmLzhGKUG3jX4FignKk6kG/AtEZpSquOZAO8y+TwLn3gm1nPsOfCOpngOvI9fvkvbeC6xvh5DNX9q4K2avrW4WptqPi1j2uXEEM05PscbU4scb0e8e1TNPyvg3d6/+s+hJwfeXp/w4PdzJ7fWLgzsWMvC4VgUzjH6G0+yItoCIIAmItyltm/QTwOI8z/WtlIa0V5YAYYxRR55sd5RsYF1FCo6wMq0dAlhgaxmRCMn1xujEqV01t11fcYxY4p0bwp4M1o4n/NQw1/uvG+WZK7NdzHETBkWgEcUjJJACF+Rk4thXZTNT6KXPxn1vD/wxiCmnNjTAm+eH4N6E6r53aCaT8xfrX7nDyLHmz2DCN8BEggyQvd6c7wTeHN9yjC1qeYNaMnttWUnFao5wPvx6rpzvGdU0xjgjWGPcjjA+8Htd0HIBt7js6L249QAmuq+I5KK8Y5Thkgegcyylzr8XYOoeh/NMejdR8rpHo52FKXjMbpbN4zwCzRtNn+o5qpVuvpIOfCf6OsCcWoHBMNmKUcnJ82qxhDRAcTQ0B9Y0zhakiHC+INhgRN8jZQGCw6iTj6tvVa0d4CabmJagB2n+IZqwpMrvbG+pPH72M4gcOWmWAGjaqOFS5fRFFPeuETerPLdcb1zaos7n1t9hWOCaPeEqOZEndcUYd/Utck7HxerYE7Ae1qRditp6z3A8Zpyy4lcuE46kR9FJl0/tVD9DJjFSpGhc1XA+7Wv/rru5UV58+V4gv5f+22xYmm/jPQllTxKmwYIC52G+JcIRqTHAeb0HUexo08j8h3GlgWvkgZtLoltp1gPinvL0SmuG7x6R2DDm5J55s4pJ19QInCmLua16GNrU8R1TW0s9PWaxh6ANAZHeT79DfAkMJH9aLpkAmgDXiPrEKnju65tDrS2WnsA1hC8a8TFCHzU7zlyHs9qMOkoIOfLtRRgbe9EK0qWplUBO/sZ7auDIZl6WHZPpwrUYDHerfsgmQfOd9YPwJtcffcbDgwcWznvGKg43WBLkrrFZ3sC2+SDo36M4JKZClDPW8A76q0HXTRyz2ERPF2O92cLvFmKxsRsWpCq+YvSt1io5mYmTgDesET6RK0L66J0wBcVeDOyldLj6dCDgfvtbb3gu4y50gztf/2ZzhlC0lzAV8mpx0zPdabfwdwXpoznW6P3wFfbOCxHeuuczXM8B97R3N3AO/AlOd5lvY4c7wTeYgWuimYO3Zy9C9HKkQTeLicG+K6p5qWcWAt4s4cTsKHvC+gmqIxAqUF3pExpB60OOJ9srTHZ28OqVnKgkqO7AvM7Wlf3cWz+0//qf/No6e3wQsmMdbpEvHMzKcA8B1URColcqxjhNfCGJpb1ukNoTbRzR7y1iUGPcfQhIk7HA+8QM4IyZLo5oFv3Zec5HtszRLyPUGe84bRe6VUq71AI/Wlfz4F3tNxz4H38CPp5AO/O9PlUNZ9y7uWJ4mqakzjLNgW8t1pUcyJ3XzTgbQrjMdO5jqzYsIvNs5Qc8+aqlRQHIGuPqehae+xQdDmxWHuIhpd9nbUQQxequPPrdRxrXaGVcw4AM2sdCtFsvgChqPKwIxA07TzeUEpHw0LH631eAPSigr4pMSw2dwxBAPyYQAzGPHW8AVdQnrHpXV9cgw1K+qTqOI8KhBe6k3O9j3fKn/jZ0ZH9LIA3Z23T2MIo4UF6gfdv/8E/ri5duS4gTPSoTTXfqH5ExLvkeJ8IvGMsF8pguy3awHtF7IFRtd/cuQUDO/JIh0Q1XxbV/MGH78mbPVJdevkNRfQVYQVDaTTsadxso3aa+V84IMjzdqoPz6RxBC04BPfYgInE87yFZWYtssRJAZz4vtsDsINw2AE15bXh72ksCHxvS8BsdfmeqoFoFxYYXNVYsDq6IufBHIBCDWhQhBrGmdMnSOvSuAI8awyyf4+NUesbGngAKY6dFVuBMWzgjaL7xnILeEunQBHrEWjeUlSGqr0mcbWIto5K4Vz6A1JfhzpOxDvo9QLfYn5whfX1LQnYiS6ve5gQ4J6VNsHUtITf+L4aB/YHzieimJH+xlDH4CFSKcCkvH5y3aHdYxScv/Zi9cY3f6e6evM1qdVOiW4epbrczGm7kLpmx1k62hw9BSLamCYqnQJr/J7OMwcNMqriwAE/VGrBllFf29Fi0jYXyn/t9As4bDsqf7czz5dE+Z8D4vsRFUddHUo0YD5sqVDfzsh70hsjJ7mUwsIBE44Cl3nz9/nJ6HtOWFPy68WwgIMW+DJLowm+OKji2vIRGUdfZ1ARGwuNAbRNXU9wbuXzpLknEPd8VpSHqPFRlmEsPkTbC1B3OxVgbtBuroe/F2/HeKQtYBl58qTHlmdm3NthwRrN76KNRz560NKB0AiujZIvPySDWf22JUbRltJ0dnDs2NkRdbyDscA1gwlA7/HcPzPgrXk5IsN9TMyNkSmVglTkjAHaG/GOue3l345BgPeNW6rjrYj3/OzxwNtjMBu7K3L6CwS8+6lSG0rZedm9+XltybFkTZUy5/oZD/qqk+78vWJc5Dg17T/siXb6nJeaMg+ZVekQi7KkkQYX32lHy5u5Wd83syAv+Tzi3US8C9UcVXPndzvHm/1BQHxr1TnejxN4r8IQhGFFhFvO4QDeRLsz4k2aU40Rs7HBwvQ66wLU8hrXSkRcb+0PEAQQe2xUIFvpUodUEdL8HRErDMYhlTwoJcp6N/Af/Ys/trMzOtv/9eQ25TEHSgHfZdOqgTZH+aBcqNNo8gAh4q1FHy87mxWLINEjGoecLud346XMa7MRs7GXn8jxDsPEEe9UPA/xIqjmehaAN3lPDNgc5KW8Qq892Sg1+iHznnMW9BnEx+VcNFPn+N9OA97HRd+iFxonSN8ruK1PuovuD4+UE6shwlmepPs7J162z+mePfA++z0fpQ49vSPlM6Ga57of/R01f9nYAUnrUjV/KGP/w4/vVm9KXO2honyUV7EV5kHimEJEz/jNYFALkAByUTVfb0e8s5xYR6XEQtX8rMBb5axUFmgLVfNdGfeu443hm3HWHIjQXjOM1N5ZztxZhWpe7185RfuP/95+DFpX/Bx9hbEbebWFXu7NMimKQQvDXkelPOjnRQSLY3EWYmDy47xbG+i0d7xflMqJTlM+jDVuWmJqFrDS8UU0DeMcgM0x0GZ5n3NhrPM751lRHm5Hax4gmnPxPUS3+My5tfRz3iPHbCoyjjHLOaAPAxaJbM4pyuk1Vg7OBeV133v4yAbZ4sUrZwbebuUnmvCfLfDeIuJ9TxFv5bWPz1+pfltU80sSajPwpu/A5xqXe6I0t4H3xRp4RzkxqOYuJ+V+jLnk/Yp51HreWlxNVDZo+wDv8wsXJXYmarU29gHNh6W7twN4a5O+9DJU8wXlo0J45vSUqIM2rO8CNIm0yfInHs58LVT/XQTWnD+sfV63xDoQythSCe/g2Il+IBI5ZcXzzNlVVFquGD8GaSAH+xtiuECnk/jchNIScPgo6v3xJx9brIuoNgY7LAiitlQOIXfcAMbOcYFWjVc7v+X5PxSF4JBG5T0dD2WdsbuuNQbV5z3ld29IQG1E9HIoytsaa9Q+nZ6Vd1/3g5ED1Y4Iwo7WD2qckh8PMA5RMmkjZJ1uypHhSIJdMDF3rpqRg2NKQnYG6mo35gLXxYDykqM+8z0QnVY/OBKuHG4Db13z/LWXqje+8bvV1VtfEViRmrs6lj6mxzGSmZcGjQZ2zZ4LGCca6vehJednzjlO8GthNZWBA7ARUcUpgMr8ltq6iYgHRZ21I5RvU0C2Pl9jWBdHgnEAP+6PqElePqunIg9fR34jSh7WPaXSoFhHxB7gHRF1bC7o8ylMl8cGoEgqvBEboNRS9glyk7LKhCiLctycbzIANGMDkM3YDABe8sudr501zB2MgXKZYD1so4YhGcDcFm3Yknya7MqwLek3Lsr/A+DzWzeoyanM95Jy7lSBuuxWKoAT8dZ50HkYlQMBsT3aC+DNGIOuSsTbud4JvGMMALoDfIezNXLgsTUZx8G8iOsxb22YW0SPNsO5mcCdXHsYOqaaZx49856veYgVRwlX1VgEeAtwj822gbfSAlgfuB59zNgM36TXAnJVz1244Ig3VPOnAt6+mWjT0rJP6IVtH/xEv9e2c8/e4zmZc7fLHovHpJljAAAgAElEQVSh4Ves492vZH03b/JoDGsfkOPIgJtxF0cHmyVthLotPPDzWnEcmg8N6M41orAz7BhK4O3xUFKJ4lZKKdgA3cydEHi1eCE2SM9TlbWqXq/KM9dGUwL9Pk6C0+zXo/Xcu4OSR45vbZRlXW23+knX6/2sFyuFfXXMK3Fm/aku3o54Hwu8tT9ANQ/g/ahaenBXe/pKAm/E1QJ8G3Rr/vhf7O1cl7rvhvWS+Rc0c7OkmHuikR+OTiuyfa46nFqoDi5crA60hw1SjtEpPE5E8gg18+k/+Of/i4B3UjG9uCUAz0g3F7Xx6vWuUI/aHtHcRPhObmSljncRKXIZDm9C/FsUzfFKRo1cm8YG1kE1Hxrld2jmlBXLHG8rCadQhvO7g2rORmlPrCdMmXpQunoGek2XSave+ZTtAd5v6jLZGpXO40dE9ycnAW+3Z+/q0HPikwTQymZ0/NjsieSf9ab7fK+3TmH01dlfR6g7T3LwKZc5rY27DvewOKXRz/5YR7552sLW79SNSEYpo9Ku470r4K063jXwlqo5nqaWJxpGRj1O1C829PsAb+cdy+M2mqrm4wLeIzKiB11POGrkljne7l8iA+Q8ArxLjjfRACLeRZDF6SZsWP1UTI8TXvkU7fw0h3ZHtANY1xQy75WKGhOltnqyVHBTwRmHoXO0HV3S745MxubKWsV7sS4K+GptA5xYPElrGsDboIvzpeJ5qeNdgDd53qWMGN/h76Ul6LmDVkEnorYsKvCUANOo+glxLJyP5GQSbZ9WXWYLbsnwx8HJeSeUM7uiXF7E3La2FCVcWqnmFxerDQEFhK6uqpwYEduiaN4b8e4dx09CNbdDJl/13CSadyLVPCIunp6598RKXoyjJOqqHbc3gmqOMMrY7GUD78vXeB5q4lJOTBubc7zXqx/+5Z9X7/wd4mqVnA1SGtcFHiivy+XEbAwn6Igr1ffQjraPaGyjao6a9WPleEPhvHDxshwXEwJeit4qyoy42j2AtyJ6i6+8YVVzaGcuVqR7to6J1FSpBT2ucTWmvXyMG9C5N7UnIrNF3+xrY8bhdqhrDWOwASgVUT8UnT1K/micpdo1t48TZWJqTs4AgVOUv4FLyuveFv17dfl+NUYJTn0RQFH0BqbFpNhW/tuqaPM4cFAUZ69lnPIdACVjEDo4v+9Taz1rpDM+zfrQfQIwMTjGRjX2UI525F5RbY1DnAKjYmXQ59uon+Ow0nErD+/Leafxq7YDqGOHEpllPLM+4dDC8bCnMUsFhvmFy6aalzmHEA4Rb9Yjq3JrbQEg7VMjXcDb+bz6Vzdu2v/CtZerr3ztd6trL/9qNTQO8PYKl9TQBNtpyNvQS4Pexi12gb7LvRn3ubuKszvWOzvxbQFHVJm1wnaN2iOi3yHURvtsExEXqLNTjiiJHX4ZEQM4paxZmTs1pZqgREtPwyOV+2wtgiXIQEksz6N0InJOgH8IxwnEcxVfN9sBZwZOxBQqG4Rdo2cYcKQ33meNCXAS80WNb9X3yGGP93k7wDptQeQ7xrYptCnQFgJpGUVPkE1JLr9vQTWAbKGu83T8HmyEEtSJtSEigkFnp3JARMPjifILvil+Ip8/xkmIH9FHjA+e1fJxtuuijYh0R7+lOrFBd6Tx0GSOcqfjIPLfy/Nk//cCb9PbE0CwN7osEawLlOlTQdnjK9a6Er0saZfhFFQLsm8rYtaZWahGVdpvUOX6aLdwXAXwJr2Gxz+UQYF9TY7qeQlq3nwxgPfcrMQKJ6njTTmxTAVIB0xZ+1pDKn7tjXgf+ULvG9Fvz+JVhMSO2HctdN0wNorNn1d293ffR5kTxd6inco+F3MtoFCsAQmLaucW7drP/s8+SPAdV29AVVsTojjK2o4l+0psO2TFAQcSWW8pB4ozS2tqAnVrL9RjpOCbxklVMI+fhbvoY+c+jX3a7ssTgbSHS2+bH29rn3YvJwJvRlkdhY6Z78CudcMacbV2xJscbxy2W5uq9CKw7Yi3gPeqtItwliFmGsA7qnOQ3w3wxplvkcp0hET/4twKZlFok7GkaK3EKTcuwD0pIdcpMb7mLlZDEgfdQwyXpSnXpFivow8H/r1/9j/6jKaw8Si5yeSf9d+lDEVXPncaniUSHl6p8Cr7f/qXaAw5UjSQvcD63XRzKFHceQJvBpyj3brZYQPvKKtBjrfzvBN4I6YWZcRisDoa5YXeo67GVzEUmEkN1at47Zwgz6JfaOrF8+2D2pubd9naE3vWheU0UPjZAu9ntwg+B95n6/HTFpN+Zzk78H5TC8Uj56TVirdegJ4MeFNObHxa5cQkmDSiyBk53hgBFtmp533jWOFdah3WEe+s441BcUDtZd9DGKCfZ+Ady0IYnp7buWaVnEdDO+Y/BjQ507VRkvnc+pv3eZlZkwuxo9WpUYFQkzdLr0OxgfKq8751DN8t7Wywn4t6ea9E1IlWlQg70Wu84OTR1scA2hRh4z4mFYV9LOEqr6HUWJbjhXsAeGMsbq7ob1HLhwW2cbJAA2ZT+SIAb9oF49rGaQ/w7sxeqn7n2wLe128G8CaK6oi3DGkD7+9Vb7/5ppf/BamaHw+8C+gvhkLOBf3J3tKBlaDfHy0LPMt4dt1w7UmbEi0cO9yuNpbuV3duC3jLKF8Q8J5WHe8953lpzMhwB6AvP7wjWvpudV6OEgWiqyFFaikjtqkhtadz7sgwH5NoG7n3w6LjjnhvJqsV8M0GT8SUJhCdjRJyAnBbig5DbRuW4Nvc+fNSLlckWefdkXMC4E3pvyEzaOK5PJ5IldB+i7AYYwrQzXwIYRqBZt0LjAzob9Qt3909VFk73ZO+V/QMiGjuI0AmwAvYx9gBqI7IEYDRz349ytjjughdEdVTG66oBvu26ODk08FYs7q05oznGoBQ/xvVObaUJ46TflbMjNm58z4fhvOWmB1EvNGcCJDG8Ti5qFeve1X0fV/g2xFvlRFbuP6KgPc/qG688jVRdWeVb+8Yg+0Bnq/0dp1rXSPMYrukseTJ2ez/4eCPqFTjHC8AywtNY/w6GhZ0Z2jrOBdwzNHW0B+DComoG2BdDhaD8ZKn3fq3vtvYRYLqGL/HG+EIdQ64rw8Q9uqcX2AsxhoYtc0DXPhbaaSjuD8E0DcQD4p1LRplL4neT7V2i5Opj5iT+xrHNb09wntx9kAzfjW3mveUILsA9HCtFYYlzMWY86W2eQkKuc1Naw/hN2w3l+fhSe0habUJjgf3efRBqNeHgN0gyvl6JqQl/Zyam8Vot8I8dmm4zsKR4Ygk1PpgmngMpaPZDi8cHJ8B8Ga8joipNqqUi46o5gDvIQFv7ieANw6S4gRnHgG8ta9ofT+nNeHmSy8JeCvHW1TzLyLwbnqzsek9nlrAkhGFY7J+efj1gED2/fSThR2Qw9TnihHagNcARrXzy33dDOIA6HE15keTBpJvemLmmubPW3PMc7UJisHaDbZujPcS8bYzkp/i9cuxTRpSAW0+VQLy58D7FOBNCp+Bt9igAt6rKm35SHova6KaWzA3nWGIrFG+EicyrBTnetcVIJIdxb5uLAt2ZZ2UXadI915nthqYuVINzl3Vz5VqQHP2UEGQfQs4BjuVgUdhS7Nh6L9/+z/9744Abwaqo+wG4eHtDU9zRqeLAVp/njDXXhqoMLHo8X0rh+J5dRI6nmE2ITagEA7xtZLC00S88bALeGuTJuqNqAsDkqifVcwz4m2qp0F4Rrd5prIr1RHuZk2u6eZWmE3QbqMkcndi8Y6GiY31OfBuVrUcD+03Tvn9ecT7+Ab6WQDvHVFBncKh3LDO1Lw2cajmAt4Y1AnGjgPejH6MbAPvnhzvLxLwLkagS+hoToezLx2NuUejUkmEkjnP+uQyYohoAV44JqNasdehZJ7sBOdTSixN4K+8GPMY07zniITWQn7nPEWRHGDsKB+RdK0/GON8DsV8B3VlrY+TinqbJSSjke/zAnB3tKAbfOlnVjT0beXPCiMpL/a8AYrXUAAjDyk0uqFjMMimRAGeVyTk8w28Wb4b46QAbzzG7Yh3Z+ZS9dvf/k51RcDbQI98doD3oPYXgPdf/KszAG8iYgmUYsXv6kMYVR2D04Hqvhxf0EVffOVLjl6tC0iOSNV8+/HD6pP331UfD1YLX/qK6otfToEVziuDQBTr+x+9W12cn65eunmtGrc4y46YLHeqjx4sV5tUP5JBP7l4pZqQqNiQ6N2jqJVbuyRKQSE0SlTbDgjwrMbMuiLUK6R/qF3GJ8btlBtiTzvQuFCe95IizOSgTU4gktbxeKQOMueIvTQijgB7nEau+c01gMwaNtaEIwKeNcUdqdW1MVKcP+v9HLXYiHjDEtnReQDKHTkBvHdClSYtjM80nhGXK0axhbp1QuYZ89G/63l3doJ2jxDgjIwXqOk4ohjXqKkjfmVDVfMvqNVEOQS8t9dMtwd4Dwh4n7/2SvX61wW8v/R1rXdzSi8OwN2PLhsjIA36BKiFsVfWjoDtsX4UkGgAZkM8GDPFVirPFY61xvA2MIbxl4EHDDcA37pE49YUfdngGfVDhMZK5gHhAwTU8BUnQBt1x2eHEuGj/RzKBVCaGo8dhg+HNa04Hhvbv9j1LBNW3OcYnxuwwUIXzCDbQ9w7ZRcBrwLbiJgNaHzwNz/+jEFjim4q/AIOHdHnHqIMWHmeIgpZcrejJFhB6ukiSVuztGvhJtb55I4M2kj1Pcf/062AI4K2N+AiPQfROlTi5dR0BDNSu3g2l//JoFCopAddPOxAAjRE5JmDUMPRVUgHgtFcMgs+BfD23RcwV9rM7aZ5RcQ7qebs3cNjEsY8IeLNnIXGPg/wzoj3/NykgHep4x32eeNcZkr0ofY+UcQ72/94U6f/J+1h3PpGA6xj7BfwWr9v7Nsc3F2jmnWnOVmM3jKu0qnW/jx/j3PEmh1jlK5lLOd48jRvO6OOAd65jtTAPcd07eBKvMQdsmbUIJtgYgkiOt2F9TwYJKWkXsPNjed5DrzdCqdGvGEOGnjLFjbwlrP8IeJqq+ifiMWjPsGZPjwoG4090GUaY99ycBasyxqAw5ZgC9ofmd9NT+xOKL1s7kY1dPHlavT89WpITDSqnByoT7FJ6jXOWh5w3BJ4f+ef/tesuHVHhvhLAO1irAZbqIDwDL/nIHKk3It30gITrzLmvP86MsSGGvndrudtgRIUQoOuSakLPJhs4OR2Q3cz5TwND3K8C82cQYkmij1GujYq5xGN5ylLtJrFNQ2p9IpGN/GtXKT1jz1OWaoszpuWOMuef03g3RroZ1lfnke8o5WeA+/jR8vTAG8sqXrblyFbjzODwz5U8wTewwBvRbxHneNdVM0jCnoa8N6Cav4FA97t+cem5zUmI8whbpYRJQNwm9TuKACr87jZGPV9frdZke1bjDuLQyVTgDWM39Gx4F9EewDIhYlTTASouo9lYLMeljrdnB9aOcCI+5xWjeUtRQbJ556b0wKuC1ImjIg3x6F2zrEYfzgziXjzohQSaydg0aBfToNVRLBIt9E9bUgxelwA5MbNF6LPHZOMcmLtAEEvc+NnRTX3Ssuy7MY6HXiPTi9WvyOq+ZXrt1rAm3Ji2lvODLxxwJSsq2I8xjhwuSEcIdqLALoPHjx0bvKrr/+KqeaPVx5Wg9sCSsqn/vi9t021c8T7/KUArZ6noscLBD/68N3q+uUL1eULM8rI3quuXjynnPvl6gdvfVDdubdUiXBdTV2+Xk2LXj14oE2fIJv2t1prICNZ7G0WFlU/YyjuQptVnrZru7Ov7kgJXyB0a1XXfHBPQFSK5qKXj4v6vS7Quq4oOXss45Dx7ohN5h6bYq5zbykSC0gZE90b6h3jHh2WKO8phoxuzBTvBN9QqAECpIVRngwDhfvj6RlhCLlZaM6RhVi7AAeolHMPY3IaMP8KPZtAKlTeGZUSm5yc8XkBqGgZbOoZyMf1vDPwDlrwPhHv7VLuEOAtVeerr1SvfYOI99elgC8KoMS0iip82eGPW5kNZFsGc+24w/DCLrC1FK9i9BetDY9jRrCDAQm887vFaccXOA+2C7AACjrMlmWlmaC8/+jhw2AUqF0jQhdltIwoGBwcjVPDa1rWERbwHp/uaPyphvoU7Q+zUCkSyzr3ioIcmwHEAxCk4ZfHDzqQAcDUXDCOjYjy4X7TZow9xooGg0tyER3nVgzAubdC4yb+aOp5RJNL28HUMEWdu9f7jJvyPQNy9aVLfTmSG3nXte2Q9lukEsbx/qW1dntPdP8UHB4R/QPasDh3YFgQ8WZuux+jTd22mq9F5DecB1EajliMNYWgoapNwpkRbRkPwz33yfE+I9Xcuexlg8hnC0E87l62qZzjnYx4d8RWi4j38VRzmDGkFAG8b734UoirJfCeRDMJUOG5zzPmI2SUNkZuvgKHtv7omS0ew2Ue2Pj3X54XvRMsx3s5n0/rcdhzTs+KuG47ituOGhcKd+zpcQ81sI6dunFi+BoJomsAnVFqO02YR8EOiXEaN1ScaXHd5l4KG6UG1TjrW46BAtjL/C7PUJ6b4xs8ldFu1kvTywkwEumOFBfWYtJ6agwG1smGDcdbsVlaa1W2X+8eHs19pLF7G//Ev0863n3wc6Ka0wpgy6CaR1UKs8IQU4NZRKpXUs23xVLbUJBiVRU2HopqvibnOY5cXjBZnLKlOttOJWHtzmh3nd6iucraU+zHA2maDIiivn/+hWr/4perocuvVoNivJFaNYCjl20qnZnYE0Ezz/QhevD3/sN/4V6JuZPgmo0T8QkoEI5uYwykcVLyEor3197eAswbo6metl60RXHjx3SrEFqjoaCnBc2CQafBRikxDEjdvCPeDEDAN4Oy1PK2KmtE4YNyHmqbHpdsBrHDpSMgn4l/St6EnzEAeDRqGOWjJfJtr3FZeVjgw3BvryenAuu8h+NG8xeGap6LWXkOU/RPs1xaD/0ceB+/np0ZeP9QVHOJY3Uof9LO8c5xGcSO44G3GSFQ1hJ4j6OySDkxolknAG9m8r5AXMnx3ss63l84qnlu/IWy2PaWR2pMGNN1BM5GbjjlgkYogKO1ob2BlRJjLmVVL56xbNg8Vz+xQANyeDlSnbW7+RuA7XQbK05TyzjqFE9KII2cTL4PIOce2ERCfEW53c4lZ5OI35mLRBmhTSHuRk4yIAtwviG6MBsiUctt5c5aHGwxqOZ4dD9vwLteY9plh2JjsVEEjXopc7wDeCvifUPAW0A4It5Rx3tvay0j3srx1t+LVtke6M7xRhwlTba2zeAaxnSjxgDGOaAV4PdA8w8xtC+9/lVHY4l4D4ravP7wbvXhez+NiPcrX0ngjWc8wNHW2sNq7f5H1cLMmPKu96tF5Vt+86uvVfcerFR/8dc/rt55/xNFvEermSs3qrnLiogrojUsA8DmIJEoK1Jn7WIMN2/fbP5ENWWkaY9EGRz627Zy2DZVToyIN/RZIncTMtwZL5QOwyhBFZ8xuS1jBMOE0RqsMl1T52cMMq4mNFYYN4DVDa0BfD6hUmHst1C8URPn3qBKsxd3dB3OtW/QFSVyxhPMk0tMZIFIqOtHq222JabGXGEeMO/IG6fsnYUDlWc3K7A8IeDt8mOyEYh4A7wB2kWjIYA3Od7dwFthQQHvl2vgPa5cO6lpAbV8j01pwQaAFnuhDbjL2lDmfVeEyYZUrBnxvbCf7OzHtsCu8Bth8NalV1u5W2E/BziF5ULO4Ycfyhnz8cd+XlNNWUdQbqe99d1hJe6XutNcY1zsF9tsen/xxnz15W+8VN144ZKuLVV5lWj76d/drn785p3q0T3l2x/KiWT9gGTa6Ead2idAhtTH4bBA6bAANVoimgd7u9Id2IGRkIrk2EswgHA66t75GSR6zHsG4ukUsHGZuE3PBkU2oEKCBH2NKFREM3l+hOTkwAEIA4A1/tAUCXDWAkVeo6OUGmOZ74cpUsBH+W7ch81cvoB+ginkQTX3/Xo0GHK1HCklwh/RboukeX3FBg3gTRk8O3BawJv14Yi42hmAt6vxpJPRZBCuWkC35xHiamKzoGqOuBoRb5Uk6ge8GV9QzR3xFlV2/rzE1V5KcbU64k2ON8A7GakGY6wzLVu3jOlki/YFcX2j4cH46PeqgWog0qZPCyL1NQvgbUCij8u9tNcRVt9Xgu8yRwMExH1E6kaCZ/5ugf3AoTi10lGUe/4Rh1u2R3O+dCbl+6x3sMnKGMxsttpxkA8c0IT1z8Ox4J1g9BaBVphIJcUMZi+fIfhamMeFgVsSZVLVqgbVRXbilw140/6uLKF9yuJq2m+2iqJ5C3jvCHhT8WV1iTreyvHWXrmH8KnHIes1FUNijrt+dyzoiRGxC8Jh5TGDBopKeQ5Ni0F47SvVweXXq/1z16uDKenuSPtkSClvIQNBSlKMNURVve6UPeE3/t1/Fpk/cZ1YyPkigFtHhepeRr/9pXyffKcC1Pm35O70zj4WWBuwRGlQ+mThj1wzcs7sufVAA3Drx8CbXG/ywTLX2zneCcINvBNY6xdHvKFZeXbEQ/hZuR8/aHwUtPTMB+e5yv3D0IL2gVCbvL/8ZDDLDfbzBN79/FQR3T/+FQtgk8fW/ubJRx49Z2xtzVHPgXf/dn8aj+KZgfePIscb4N3O8Y6yQ1AoY84eG/EmIpWUtVF5zcfkQR/VAoE3/bSIN+rNBt4nRbyZar1iADTTad6lE0fx0314JGJbe3rDFCy0xebsCby9QTfeY9YTKL4sspH/yvomETUi4GprOwz1HqJnFmXTsRhorGn7CaYBzxi2oQS9ZoDNmlYAPkako+tpEGxKQIq0GjQuzB3yuhv5fGwsnJ+/N1V2ydR1XXddUe0x5eVaqEr3OyFqMdeyEJbW010BNNNNAVgC3DMCNMOobAJUMSJb0WVvDy3P+JNEu93drf6ujbAziqt1rVFt4E1LOMIpsCZxriWpmiOuZuD9B0k1V3S2G3ivVz+Aav53PzR4vVgDb+p4S0HeQyHyN4OO2l7fAngT3WOZnTTF/1AR7weq03lYvfTqayrJNicGgVI4pKK9+uCT6uN328AbqjlGMLcsz7tqWa89+LianRisLsx2qq+8cqP6rW9+rXrz796u/s8//X719vsfVTva8Oekzj53kZrkPAvRZ3ncHQHR3DIgSfDNvmwHjECvxhr7w4hzpmVwqFzK40d3ZVw8lMiegEJGBnHSlDrzAG/X4hYDguNnVJub88GSYAwj1Ee7MG7x+pPLSlk05gOpFwb+FuyS08hgGa2BqEMPXY+5gria0yx0HiLkYXlE3ftwkCtKgQK6/gXg41gI0A1FWc+jsi4drVeI2RE9ID93W7nymxKFA/TDdOPchWpu4L0jqrkcIY6qCnjPX3mxev0b36qui2o+ce6CgXcxyo8D3mUMnraWe2y35klYGQmwMwjR2CDl/RhjtShbXix26chDppzVe+++U334wfuKVEsRHtCqT3c1zvb0w/wakVG3T9vTDuqTcbUR82N4bKi69ca16je+9bXq5ddw4AxrnqxVf/NXb1Xf+7OfVLfffaT2Zu1BHw1qtRx4TqcBdMve6mheTG4pFaUjpwdq+QMSdtyWXkCliLnE9nY1HqQ/EERlNbH6CZV+A2+ewVHjEHhj3Y8uJ0rXnb4RHs5sPg5zZDzKoYXKulpSc88pDAZOTKQA0o4u6zPfPzXWrfwecyNowIi+hcMrzhu94qhkKhAjDmfBBHtKaldM9gZPZ/jre4pycBGAAnhbsZ2ot/n8gfjCEQDwRoshyrgZsD8j4I1zvCPgPSrgTY73cGfa+06I8xVVc0ebwm9RU80bcbX5ue4c77MAb56PsXociDNQbs0BG9l9jNXyPbMfcn/pcqZkyxcg3P7X3899uZmb2a8eE2Th80pwbfDc2Kt27LidrD0f9xv/93/M+MmxE58F0I//FwZE85xgmNqJkM8f54gHr6noyUrk+7kR1E4e1rwIIAKySQkjjzjEo/nbkW6CgMnwdZqR04AaK9x4UNdzpZZ6Mnm61W1c2qtpt35Iovdb/f+O9jr+eM+Yn1fEG1tMNk4AbyLeR4H3rt6nukcX8H5wR47OJR0rh59bjWCsJRe9wnmOFR0HY1v2sRiP9LlWz2p/ZL4aWXixGrkm0L34gujmi9WBGFxDOC81Mm2vgTGdwZwOSv5lfeSKb3znP2YVaoxSg+moDxvAO41ADLUE2kGDy0i4TxbfbRu2xfgqoiEMUOd4swhqh40SYxnxzsE4rIHIz1BGvk2ts8Aa0e8YsI5wpyOgULrIz649zwyUMjq5t0wDGtai6QGeUfKiqMrnbBRRokwgpeSRp8HQD3jHJY6HsadGxE+ZB0zQfliG6wY19vhXUK4SkPX52pOUJ/+0wPtsU/vpvnVaG3edNVb9p7vQGY46zVjrd4onAt6KuOEFfVJxNRSVI8dbhqxyvMdmJK7GRu4cb0UKz0A178rxlnHhiDeAhTmQTqAnGVNnaM5P9ZUSheo9SVfEqmc4kOONN7MYD0xt1h1eRFc4tiiQB3BOZ58NuDDEXTYIkKJjShQ79qzY4HkVujv52Tj4rIiZUWwMYCKRgG8ACcC9vPgdwNSRoYy6OdTzCdGIHy8p11gRqylFDv0d3QvHU9d7T+pbVvvWGgvI6uicV2+8YNEQFsUGeMdq4inSz3o6Y28cAd6eb0TDBJwUwbsvL/OkakEvXr0u9pPWWmjwGDs9Dpp2jjfrWAj46RkEdpfuv+/85S6q+anAW+JqupMH96RqbuDN+RJ4KyIeq0IAhBLxpr+47IRy7tkv7kkRfVsb/AsvvVJNz80rIrcmFWgBbwmnffzOW+pjqOZEvAW8ldhl5Vxtvtsqgfbg9tvV1NhAde3iTPW1N75Uvf7yi9Xf/ODN6nt/+cPq47sPqm0Njdkr16u5xcvqE9X7FPAepYyQwPOoAKPNK++ZgAHyzlWeS2NmDUaD+pb9CqpulM4sotwAACAASURBVPC6X62tPDDOJGq6p3HGucYnGU/6PpF8jYltjRWGO2WHGJ9riPjJ8OsAoLVe8F1oehgcM/MXPMYcPdL1LCpDTquMHQA7c6OU0oM2zbic1PXQM8BIIQeduUM0vdS9N5Vf+7jnidPOoqQeVgoidgjckLuPswjtBVTNNzmfgD0+9gZ4U65NQnOimrvcIVFNclwNvH9PwPsb1aQi3ocSaw1hseMj3mWYn7aW8yynvbzW8H8D0fzdA60BBhFoTFDJaNE68/7771Xvvv2Wyt3cd5+PkicogAXYxtzDmWOlciL/slUm1EauRy6gfeHW+epX/t5r1Rtfe6manZ1SHuNK9Tf/+q3qL777VnX/rlJfXPc9FPNZ0xjXnY5SFbRejE/tV69+Za567asXlY5y3hTrD95/UP34x8vV22+tiwaP0KaemyFISS7NhWH+VT821Hs90DDPi81FO+M0CrFJPznfdS55wAbsR8eWAUEJgADJBtLQzgGzpqFzdAJswAzR66JUbsAbQDko4/wbEX3mX9T6DnE72BIIpwHyDb4NWpj/2SdZEtOU0KKITt0B7ELq/AK+TUVlAMYIMACmYo/TLwJ8P2vg7TreBt4XHPHmfupycDyvy5ZFxBsQEjneCbwvLVTz8+R4T1RBNY8oewGJ4T+IlT8bOgF1jPG2veG/+WHN9tqegNegtRuk15ZWOj/aTu3InS7nKHsP52hAbjhNYl/toprzPm3uPoo9247lPF9cN+7F+y46BAwpn7wxAevPWw735pmyRQygm/vqAuluB4Zqnr+MQTM4Aow3peHCecSwAVOxjwOoA9cI72g9N+DmPQcXcfprXmpeozFCQDCwVYw5YyzmlkOqTbCg3T/xzeZ12pp25PttgNHql97vNdfsRiQnXe+0e3kSVfMIgkA17414szcF1Xw3xdWgmq/LdnLEWw7ztbVlrWmNjRUcaMB346SN9k6sl2wXYPXugMRuZ65XI9ffqIYvv1wdzCvFTCKeByoFOzAkp7JGHIwxi+16+Wc0R353ffabv/Pve7x6Q8HANMIPBUnAqEE2VEeguyZY1GhMMREGpo9JIF7Ad6Fa4fuzJzsWwQDeYaQG5ZwBCfUi6G5Eux3p9u8MyMgZi4GZQjMGz6EGyL0Me6MmA6IxIGOE5iZgunzcY8m7HNHxpln5XOFRMvh2bfAQoMHT1DXY+426fK8fCDwRmNcrU5+TuqNOAM7HAO9yyjrifQw6fzKQVKQA4j5DgOWEhsiP6ns5/atP/Y1fHOCNgRI5IIzRPW2gG8qBLOXEfqSI90PlmLqcWLOjxYRmvuXqYBaJwMn6kmg0d99TpO1D1/X1HFGO96iBtzZxUdZMNQd4K4plBkv2QtAj4y8M/n1KDWUd76gVHMCbuRWLBvd+hgHx1L385Ae2nX8lL6vbVdVEvmsdCG2cRBHLy8CrjnrH+6X+b73JZ0SmVGMAWLCWjWndKkCdDaGUEQOksO5BJ+f3oJwRRSdKIvEzlXh7pFIXNOzcuXkZu8vexFGaxqPL2HA+eJbNGNfCzrk5YG5+vrp/754ByqXLl01bXVPt6QmoT1o3qdHcUVmlhctXvK4iFBamU2wD4awrMiBP0ual79N87dqww5gj8mrgfe+OgPeMSj3dRPdLEbMYdwDv9mHHA29FvO/ffmLgvShVc14P70pwjHJdLeDN0O12cMa+FsBbdGlReelfxNUAuy+8/HI1LUG7zY011fEW0FW+2EdvE/GWevorrxt471H/2vTaoL0/1ia/v/VYiuYH1QXRPudnJ6uVxxumm6+KDryr786pX2YuiBI/rNxqRb1Hx/kRQ0J7EdTYKIkUblDuZ1PjZ1X9i5EC40vV5lWKTAIyKicG1XxAAG1NaGlTgHpM42pufs7gmhzuzrgYEuy9ep4pRbxhoG2IRYGTxirmirY8Xlny5yMCdvOqR+oSYF6jFBVX9JnjR1GSh7rLGFJbUe4LsD2tGvJcDyo747+wPMhjZoyho1DmI4YJ12HuoYxOOzINR8XGmRNgJuqN7YCjYEvzy8Db61PmeAN4ZDxFxFufI6Cl55i/8lL1+jd/r7rx6jerCeW7HpKm45BFiKPF4hUzoHcfOckwPMqY6T9XikOyLKcRJ24t33mY84y9pWIT7VUf3f6geuutnzpHH6A4phx+8pItVAfc0Pq7LmcqZcpwhkxqbcB2okbegJw75y/Pi2J8tTp3bk7rx2OB53uirsvA3IVLHkwJ1/mWIn9HzojOmIx8+Ttu3Jiq/uEffaX65jdETz4/J3bHTvWOSln+lWjq3/3r+9Xt2+vVrtjfexvSEthQH0isDfX9kudNS/KsQ9BJdDt+br05gmaB5jlxJFD74JD6OfcM0jN2tQ45PuT0cdmEVhKXU0bnj1JnBezpYoBp5qXbLOnkVo0nssgPYAgHFeOJ6DMgnHmDswIHDcBblP0E344Ye25l3q+XefY2RgqpHEE3B+iOwsLQz6AcQowhgFWhhTPmoJrvGdBH/e/TIt7OGcd5a/DEHhrP2Us1H9QaX1TNneMt4B2OyGCRRr5+E/GGVQr7Z07A+8atF1SFYbE6NzdVzU6NV5Nay7B7Hdd3W/GMhm5xDoBkPS9igMZe14zcOK5EjxuAGqwqH5DjPP/tOZbPm6hx+U4CZd8AzRtOavtaCrjOcxuE1wyHBLd+L50R9UZSot18J89vrF5AeQP+ax+MPTwx/nz5+jmbZy7PH4Mt+ot12fjG39d5YSeVv417+AyPVegFjCbzDUeOSyZrHuPYwaFqMG72L85MHO0EGhvWMfdV1qtwI8a9lddxa9epYLc+w9Ff7H5oLnHkC/HZkwLv405YxtYxNwT2yTlTrsr8d9qeK2VF9Yigmmv/kd0UwJv9Q5osSTUPcTXtcQhyut+ZCDxDsYXTqeFP4ppRDYMUPQUzhqeqg4WXquFbX5Wo2q2qknbSvgIbB6RGDVImU05N9SmaCsaUWgyHNclH9MO/7GEDc1/9N822K5tKKePg+thJM3c+Si4URvFJQw/P7lHgjUFpmpkncxmcMSBpKIMEaiaq14hWO5pt2pM8i456A7y1aDv6HLneAb6h/ETU2/WJnRsePyVVxUntHg1BB+X73M8wtSG5L9eIZMOJ2qQj5Hg7Ch7Ae1g7Aznl4VyIAdAvytxWU+ytu927mR/5+5hxVzDMSaDyuIh3LlcxMcuN9xm/R4B3vxrMx457WwlHJ1/rPZszpd1OmLAnzPUzffSLA7zJnaNZU1VbHQnwfkAd70/uVD9SdAyqOWOyLKBeIpJq7v7UOHeui4D3xvKd6vHd96v1B7dr4D3kiLdKFmmBIOLdkYE96Ii3KKGMc52jpI2UxmfpwWCp63irRBGGH/mDhYbX9MHpUaAzdeoz/lK9SaXBUBbr8n6hiRl42ogJZx4bKnRMqzgXLzYGYTohDULSAUbzAyY2BYLpF9YmBD2ci6q/DXCoy+1yPBKuUhSV8wOaS8QPQDQjwLKqXG3OOythNd5jjZycEv1Y74VgW9QSR+GZ6KTrietcU/rOmmjnqHeeO38uPMDK6+4IwGEUUWN5TPdAiaao3R50ySSKJvDOyMCZ+4CnbSa+01Dy2HqcUqZI721tNsDbEW/ViNYq3BXxLmvoycC7RTUnx/v6C6I296Oaf7emmi9eWvRdFeA9Sl87aqJNvoir1Y/RAt6aUzAL6MdlUX/RKLl247r6Q/n5aucB5Ydti4v7wU9+7NzZhZdfr6YEnvf3I38eox1QuCOK/I7yrw8BhoqSY9QTWSfri9z7HY2Jc5cuO+Jt4C09hhHXu440BoMzwAWtzZjS35sbAt4Cy4ynEc9fGf2K/G6tPRJNmXJiytXWfOVYot2jmueMGfasWUXscQCtrMCGCbVW73EulRSG+I4MFf6dkBe/o5JlWwjJ6HtjGueI0uzp+WEDWHVfzgxbZgmicRSNCbDTvuHACOqe6ez6GwPTUewUFAw2G4rRSp2gjJmidpRWm19YDMaGvytaO7XGETBk3plqLmeD+oD63Ts8r8TuDlCpVY68gfevfbu6+WWAt6L6XjuDKN34jsuOebYBf2QPNwDqNnyjj8KRFWtNQO5eZ7irJbS20gDV+wLet6u33/6J9AjuOn8d24TScPS/nTA6aFVqvDv6DLG7ccq/JevIJbD0u3O2FXkhrc9pAq4YIweGchIDeMsBeLilFBVFzCfFrpkcrL7+q9erf/IP36h+9Us3q6kROfe0l7y/crf687c+qf6fH9ytbn8g4b41OfAey5Eop9G+xt+Bxi6OrKhVRvdrTsPQ0DBy7Ah1fn4k0oac34jU/Mc6EpacGKmmde87Kq6+JLrHxhb3KYFItcm6ciMBKsNi6wzAGtE5bU8AwOx8ikh1e+XRLPNY9Xu+lXCiBgNJYJuffe1dgHE5LHDeIBCIA8K0dEC0mRwB9mMyBKClGwFD41pH0V+AFcJ0RMAJpkapkw4jAfBdIu5nAd5Rp/wY4M36pIvjHCfi3VHEuyOHOcA7Iu5Br/dsLUA1RR0RiJrVmL9+82Z16cpFAe9pAW9FvHEi2qkQzDkzvDyEYx4whYsoZD0jClBOoFn6ogt80zdYL/VciPHAq9jIRdAvrpPgOz2e7luD5wR4df3zBLYJvsv5SuTZz57HQnaoI9YxYvw3a0fU7abJ4vx+zviP29GOFzcBoyjz+/0IyVQrz9KKjpcG8/hxMBEnTpycv6MsqVfAGLfpJAHTjMnx2fH6TuoZaTliN2l9Zq8JPBJprwDvEc0nIuDGOj1Mm671KDrm2IWsF3j3xkp6mQ3tE5U+P/bkMWG6Pj454p1sk2NOeLKToFDCm4Ox02BP9+Z42wYy8NbcdDkxlaR0xPuhGEV3JXTbAO8aE/VgodqesS2HkxBWllJxxrSHXnpBHsvXqqEFKZnPXqj21ad7zg3bF+jWmqe9q6O9qCNnZEf9OaG+HJcwhrrVfTww9srvZz9EhLfU6Tadm/8BtA1OY5P2v95cIhIeQA9Am1FwKBUGxmzkMfiLZ8g+RAamI0yhchnAOPK68QYV4I2wikuqAMRNMS/Am7yHvJaj2AHA66hWY/1ZXa6oBOKhd7F033+opDO4MZqh4ESOdwHemddeFsY0skt3d5cwSKdFayA9K+DN2tQLlNvnbm9AvcC7TMM+OLm+U5/7MwTe7blVNsaTJ/DZP/2lAd4SV3t4P+t4ezuIMYFKsA07DDiNT4x/6Li9wJs5AMjuTGoDL6rmMqYRXDsJeNNfAO8NImWuobtliumgjJJQaDwaLeruvZ8PGPfGrrZw1Dmdh2yyhcLkzTp22trZWFg9nisG4dKjsPgjEY+y1kR9btY85wzmRgs4LoJP9M0wFMoESqXMmO/JBmGoOUMrX1Obls+pTzyZQlM4Jc3O0foEmLawlaLkK8sr3szHtXFDu2Wt7Aj8OK9cGzv0NWxwImesedsoR2e1CEAWEe+LV68F8NbaHOZJqJrXjoiTXNtHpubxwLusj9DM8fASib93NyLezwZ4L6Sq+QsyYiYjZx0KpsbmviKyP/iL71ZvkeOtvy9cXDBgeXT3XjUApdmRz4xo6H2omm1DxN7tBBJU2KC/HmvDxrFCWTfqhrvUmDbRIT3fh+++o/YfqC688lpQzRN4241ho59om1TryUvlXyKYHjsCo8o9wwFzbvFiNSegKVgqLw5GGdG1FNZxL4VjzCVNdOyWQM+68rQ9Vmz2EjLcqtaW7lUP7n4oQ2PVQlxTk0HzhgK+s7HlCPKs2BQY2DAqKKMEUJ5UVBw7HAX9GHu6FjW5FXHb0/6wLkcS++akxtum6POsBeyn62LD7OleqHs6JoDPtRjTVl3X85IyARBkrzfLI532IRAWc2tMgIB9mWNWVHcel8yUAP8UDgINMWYqUQuUzSPiDVk2KMWAqX0Bb+p470rNHmBl4H1VVHMB7xde+/VqXFT5gxp4B00z9sSnA95h78ScCWO7vfHH72U+AUA9S9I2KkYlhxhS5vGuS64145OPPxK1+ydiOKFKL+E6jS/SGgDfgPBR2StRklVzm7ZW25XcThwfYZNFmprnNXYNAQyBsUMDb0RulTMuMbPhDowH6T7Mjla/9ms3q3/yb3y1+vKtS9X04Iyw9Fj17vr96rs/uV39+U/uV/cf6l631I/rikqLpbGlflpXbfutVZwh6kdF0x3Y0DXDpYQpzv/0vm4GpYQpRdlvne9Ur79wWSr/CzKUNXfurVbvfbRUvf/wcbWs51pDHFFjengnVdOzsyL/X/cO0KHN3IGxvwSNGADatLvL/iTwHlDZP+q9s5e5Bj0OZOj2jJVcw5lHBksAtVJKjHRL0iFkUE9OzPhnBBVjtaFprKo+gQMOAG9nBukASXV/ZsAbgCaHOcCbcmIAb+t+2HGTUVuo5owmIsStiPe16zcU8RbwVilDqOYTcsaEbnCM/gbg0KYtQOq9KsFrAtgQlMv3y9qZbee9TXOhN0LMNRAf83EFlObvAb7jXgI8s1baomjmJdcBOwCODWLTMZBOh4jE0gYNtTwmY0zIkuLqdklg7tsoIN3XDFvBkX5fI87JqCq4xaA0bQaDef1kC4bmAIyKZPT6uazKDxBnjWLcwrgIVhs53WNykiNUOSZnDo5xsynYywXELX5pTQHSAwkMMn8bgesIqMWa0vAUY81pA9ae7K2uz1pDIA70o3eD9npN8Yfxn+5v1If688Loqc93ohPgWQLvYApZ1bxLXC3YVscCb1WPeIy4mtcAWDTlzrvR0lHgLabKsBxwkwLal25VB9deVr7WlWpIKZwHAG8Hig/FVNK6IRuLnzH15bjw+ox0OOTnNAg38J545ds9bRoe23DatunW2dVq1JLnVOoo2sArxwDOTY9IoZpCy8mJWzxRGK9cx8DbEW1t9PYCheAHwBvjo9DMHfkW1acYv2VDKzW47QSoPS8ZkcILm7nhlPlhgw/BAkA3v4eYUYdyKXiX1EAe9CntX3skfw7Au84Brg2FGBxHQL17qTEjSsS7dOpJwJtJAxXsrK/IWTv67bbhmutp31M+Gc395Lv6ZQHeP0TVXMDbEe9c/hyhpibwkwBvUc3xmo8JfDvHW/TzswJvxNUi8nJcxLtfX3UDs7OOsWfyvbBsY1PASZje6vaYsf2GYW+QHs5CA25tkmb1EE3GGMsbKmteyVGLPEKuQU5jbI5s9uQyQiEDkBdVc2i2HRk+djbqWoAdjGfnWrIWIcyWud77ii5CER5X1BvxNAz0GVHJAWjcD2AGD/u2IuKjAjXcPDTfGVGgoU+uKTo7q+8vyzg+lJF4bnFR1Gb1n0bL9VsvWFztMIE3ed68DOj8KMdur3265XTgDXAAeG89LfAOT7CNTIur3S8R7wXV8f5HikC/bOHAQTGhAnhrIxbw/uFffrf66Zs/MBC/cPGC2SFEvAfUtooj2+CzMWfgzZ/NcwegirGBMcR+A2jEyHbkQu8T+R3WMRhJH733ntkm57/0uhhnV2VkhfKx8xCVlztAFA9DGaPekZEwRhknAModzSui6OP6QbRlUMb9oEpixVgNWhpOYqcmBIyTwSBAJgbENmW6AOZE6sg5X75X3f/kQ9cKn5gk5WHfudUAAkim3BGObPY1IgF0up3aLtslFoai6KMoZePBAdjJMDzUnrut67EPTytfe0clCvdlsDByVgTeCVBNyGnEi8gDY7vkdE8r35u5AQXd8wEFdiIUcjjA/CAaz/uwMzDed/UvUaBJjeUxtQdsHOqpEl10xL4G3jjzo5wYLIIA3gBUgLdyXK++UH1FwPvW678h4H1eNVUz4u2odzGcnxJ4Z4S5rCX95kw/4N13hUwHIB3B3L2ndIx3lOMNFXJPzzSg8bKuEjjbitZw32MOTggAO8qmPoEnziihu5yWh2NQz+p07LDTEGEksCHZcgPvnf1NHav+E1d8bGJI/TBY/eqvXq3+0Xdeq776+s1qelQVEZT6+KOPPqn+v7fuVD+9q2jRnhTu9zVuxFRRuF108y2tUZTnWdO8lJowQFmRbXK/BxUNHpRThYg1Y3VE43xK9/rqhenqW79yvfr1r96qLl2S80dz5u4HK9Xf/uST6v998/3qJw9XqocwIrUeDysSPkLNW2jbXqN13xq9m/yb0WCghxO0Cphr2SXWznBtbcqSheMr6ObJkqAcnstGFtAK8A6AVPQfuC62KOr6AbzF/hBI2lc0fkP9Qc11HGdoC+zJmcG1IrqJc5VoeY4vOsNBKN0vQR9Ym84Xj4h3sYkCWAZV2YwcHG0JvJ3jnXW87VjxPpPAm1ZmMpoYo/c1X+ckKHjt5g2lHUXEm3mLOOtR4B1gutSsDgdx2HiOiDO22DsZfYGU/W9d1qv8zeXzcw4vv9eU/Bq4tnOgOXsDmvNyOU0CmPt4AKzvq9U+uFsKIK+j3XForK/+JdZrt2ecr4D9GDOByJvPSnsGQzdAM58nK6IwDGoc4waPQKKdNlwgRDAZR3YW5R4fEXGNJ61/E1rX+MG5SCoYVTkA3mNa9yYA3ghJEzEVeKOyE1FvAp+NqHLDUGyvKb3rUBt8P2nEu1df6jS7oM1Siz443o4IVslJn59kg/RGvAHeaIS0gTflxM4CvIl4S6OEudRvcfbozDFlqrnW0CF0R2arwUlRyy9cqw6vveT87gGlgRyyV5K/T4RbIphj2i/HZNuNqy+1zFbnJztiE8l2gG1NGvP0q7/f86RhjNU3k6DTYzmTOYpdm3ZAAvU8zrZS0M/LRCjRIf9dT46Y4EWoiA3DwBgRiBQcYDOJzaOomochVKJQpjdpUYvoAJEMbToYUhgsGNxFTC1BPZQ7A3w8TzIw+JecNgY5C9OoGg0PE++h+lmM7X707naj9Xbcs4h4fz6Bd3tglN6Mjb+8ngPvPrO4Tx503b/OeWMqPD3V/NSIN4u7yokF8EZcbebMwBtQR8S7Dbwd8bYTpnR8v6XrRJfPMUvdp3+bRb+hkodhVSKFnD3SZhDACiYOYNjUSC2a7I4AAYMO6jECUEiJwUDW45RNtoB0zgNoZsy7lrdpjALHikoD1ryOAowFPFAc93qnc0aJGuXSKsLIm1DRVwSYDaRlkJKPNDk7l5EAygihqEuEdDvWPxnTiKxx/XEBcSjqKFRj+D1Wnvj8hQWflzzgWeW4ApxoCcqJIbblHG82Ezsrc3Pxuvz0wLsUbOJsdcRbmyx5TQDvu2eMeLdpa9yz194e4N2ZWax+61t/JDrlKwbeCAq5Xq+B93r1o+//efXjH/61toPD6tyC6PXa+B4JeA8m8Ab0On8QA9PAm4dPkG+jM8AZdP4OAlZ2IhPtiDFjfhV6B3q+j6RCTWrB/EtfUm7lFZXgiz0O6q9GVxjJHgcxx/3KKEoRK2P/Yv/DEQK9esDl3nxAAO8sO1O0VEo90V31N23jvFeBizXRzB/e+9j72PTUmOh0ywKsqgOviFfoA6hUnSLlzAlKzlHlAyYFhgv78BhOb8T5xJzBETQlFfyxyTkBetHS1RazMzoHOcbqT8bpjlgV3PuszrX0SCXX9Kxz51QKTODbJfR0DK2xorHKPIOtgVFKOTYi5OSDU9seHQki7IAxqJgTGsuj+hcKGkKrRBlDXE2Rd+KoCDySTwuYkvFEDfMd9bvXKEe8u4H3vp1qGKyN2M3TRrxjUh91gLdXrhp4e4ks1PMAot0vjHXDDw2JPTlY71Xvvvu2xNA+UXeqjWW4b0oEyGJ+jAUZcR5FjnpTRzYCCDg0RuXIACgaNOkHpwzj0FFxvQkJx2DCkTh9NqB1j/rdokYuXhytfvO3b1Rf+/rLEuOar5ZU//uv3/ywuv1wq1reUaBifFZrkM4vUGfnD1Ru0zsV+d2SA1FAeX9T7z0WwF2Tg2pd/UBFBY3PjubJDc3Nf+t3v1F96++/Wl19SfuQ6O18vinRt3ffflT9yfferv7kb9+q3hGYP5A9N6V+mpfGAYYqDq49zccVpRvclbbCiuaw4DQrboCzBGVNWayggu+ghQH9m3JlpCQQkeZvlO+dEx6gqgaTACjAuPO0g9FFIGhyclagW46x8WnNDwFvjVGcWcwRgPe+Ujxq4O2c8rMBb9dpzkCRlx+WhdyTIv9an0vrYGQGbRaVE0NcTXW8Q9U8HHcGl9Zb4fcE5OqjWekj3LipHG+xfeYEvKcmFFF1mmUwPgCWBfw46cYAN84X9nmC7QTWBchGpLpQwxNEF1BcgHqC3vLdrmhwOgsC+DYzwZcudO/W+4BYR7x9H3wnAHGUoUu6vaPiMY9qBoqxN7TvoP+Xe6aNUGuvgbcV9dORwPeTgs8aZWE/r/fh5Ao2RNg95T5Yv2ENFao5Dn5Hyg3G9RlzRMwfsy90NMB7amZOOiHzEuk8598B3jg7J/TvhCPfIbAGuwXxQ1PNE3iXWHcqs3QtJcEJaF6/DMCbPdVK5pnjHarmAbwtrJY53ntmTOEohGr+yOssVHMcyIyPSAos7des03XyHFh2UNhxdEp9NatFVToYc5erw8svVNWFq9WAglmHYt6p07T3knpIOU0xFQHdinDPaE+9rL1zRr+Pw1wCm84cA7xLF3ZFiUxJiHqH8X4YpN6LaiO8Z2/p3Wp8bPcgATMjSe8IuJX/SsQ7hxhA3kYuwJtC50FzL5RM54JTAN1iHWFDmYKeomyoo7Lpj4k6R8QHo5pSHHiaANqW73duN6rA/Bv1wcPgiojQk8CIX1zgHcZg80qvaOu958C7z/jvwyroUjVn/nxK4M2mYar50p1q5V6T4w3VnFwxxNWeKfBmocroT2+Oz8krwGf/ae/8c0AApVzPZf0F2AIQ5ZoVOVQx1w2u7bmOfD+MONYbQLE3XK1fJW+1RChKrW97vvWDUBrnBrQXkI4hiEOPtZNyTqw9GCV8D1BkpXPrVSj6neJXKELvCtRRIoyoIoYeCG5awITyQ/wO/dmK5k6lIRoaqr4YjTvbik5hMGhdnNQxUwLzRFuI5g1mUgAAIABJREFUeNN37XJixeA6e+90A4k28K4BfA/wnpidrhav3dBmeXyO9+nA+6FSJhaq3/zWH1Y3b72qzTAi3gDvwxLx/v73qr/7wV8pyHcoJ4RKqGk9f3SnAd6UQaIfFaQL4N3OUWMzYpxoPEwoN5J9g7YqegCFlkg0HzGlFYmYrdI/ytGeFC2UnFYbsgI2YarFXmcAxpW4Xu7zoUsShnMxhctOY8JjGpCFshwEQ9K/jOhsBHK3gBMAxZoUWx/e+8R1RKHJb64/liCW9ABmZ2TozRoorcn44CwLFy9aAObe3btWMSePdU4sC5SzH1I+TeNoRk6bufMXnQ+Oo2ZS49G1wnVOgwaLYkljQCAaRxDz4dzCgkE9yvq0MeOfscrvUCkNvLVOYWxO63uM3S2FWIc1Xg8Fash3pCTZMKAdpxb6FQJpfOeQ0n669yGYChjgBt4R8aacGgKQRBdRNX+DHG9FvMeka0DE2/YFOcfQsd3aTxfxLvOjrs3dZ8KUdaUQxOq/U1vh6CERPVuSWN8H771V3b3zscvfALy3xPRAnJBlK2jm5NULUNDv6mPWEUA3aSek68H8YFhty+jkujiOmI/0ZymhF2AT9k0AiaHh7eripRFFogXSZuU00envPJCGwYHSBkRvHlMJvXHNBVgK1r9JSjvX8ajek3DbhtgVj+QAWd6sNh5IE0HsiXmMTXmivjY9Xv073/6t6svKJZ+4pPx/lS9DYXxgda9aur1R/cWfvlv9yz/7QfW39x5pzo5V5wQ4r0kUbGFCdFuN9T2tI3c0nt5CzFD/rkt8jSALhp7LhTF/0JhIhwjrJ47PXQFuDGt5bAy8GS+kv0TVHvYAHefoZKQ90gd8hyga4I5AEPNiTEb1uFJ1oAUDEBmzm4p6k3IR+d1QzXHQ6ucpgTed1k2tRq0e4J1Uc0XZhtrAO+nBTpXxghJ0c5yQMwJ1iKstLF6QU2xSKSIJvHO9iVSraLcS8S5VPcKREQZdYHGHlGtgWwRLDWYNRoN+Xdb8An4DeAdlu4DwAMfN37ky+r6b43N95LwAb6eVNIA/8qUDCPs5CvDmhgtlujgSXIEhv+/r8p2WwFqJiOczWtvFaQfhMLUTy1UF2FN5L5wynkd2smQ1E0QKErj7fvyT98+c9R4sR44wx7QYOLPzCwbekwLeI+pj8rsnNc4mENMTSIN5GxFvmMBZ5jjTVQrJvE0192P9UgLv41XNHQW3U1YOOK0F7FnkeK8tB/BeRUAUR63rq/fuBRk0LnYBYt5al0al8zAyOqvItvYt1fDeW7xVDS8qx3tuwVRzlCpHOpHTPalKE5Pqw0ntPfNyoFydlsYOud6y0TrYArNf/oNuFNw2QtJgiFkYXiR4TDXwTjqNjYUTkWmZmOG5sr3LQgkIz2Pb0RZoZ6GynluUQxLka4cMf2x6QYO359D54LwfAjEWpkCkQBFtZN3tRYcyJM8/9DmAN4N9TCVb2Eig8lG6hTqZFleDbl5yx71Rd796xdR6Pj7ihDgCxHtavBxfAqN8//MZ8X4OvHv7OjaoYzq07tijdP7PAnjvKDK9LnG1NvA2TQngTcS75Hg/i4j35xB493N4ea1izcm+KJsibxShSDbsuoyF5h4Ku4DXiFYRoQ4Bx6CKB3JiY3W9ZQA2FFiic0RddRwUZdYvKznru4DjFXlYXV9b39tQ9I5oIECEz523p82ZSErRs1heWTYg595QKZ8SSPGqR36x1q5Q7xTdHI0KXW9NUW/ybmdE7713547B9rQM5mUBwwP9fk7R7llFI71GQjX/eQFviavtCZwOqeyWXbcCibEHFCDfXm1xsIIPRDFVpHXp/ofVMnW8Z89Xv/kP/qi6+cKXxVQowBsxJvWLBM1++Jd/Xr35t/86gLdUmoe1AZ4VeNfOGLXlhPLx6DvW5aAdpvNG90uUmVumHzYEaA/k0B0akaEsVXNH1Adl9GG4lT2OfdWPmc8EhCz5lmXjz7Ha5NgVlB6DNwNxEXXhI/2wskRercCVANqaxg3Rb77DeNpR5HSUiJfGDI6bbY09otSA3hGNAxgSRAegfc+i2C4QvirjxEKAin6ev3hFecGxT+PYWVVUnRreUCOZV4+15jD2icrj9JlRHj/jGgYHyyIlrzYEmrd0jLVYYIa4OgLjOOp9E0XEwUFpJpdI07mn5hVlFQAjrxcdA/LUoZo7c9iOM4SNBJKc471moEoOPRHv8wLeX/m1369uvRbAew/BxGxvjg1omqydHjZSb36kGz4BXXvt711rmtNEiVTbJ7nu9APevNfsGwDvA1H3Ad7vVHeVLrClihRoCGxp3BfgDcNhT23haHc6A6la4MCD7BjXXk+7Ceehc5QRutPvDXMnHTZ+prhBUjGGFfkeHBIwHRXqlt0k3o4MTLE91AejqGLPjsuGEsCfSCVm1JhJCZTdhTDfAeB7U9eRANvG3eVqR0bu67euVxck5Pa6RNX+8Dd+pVq4dVlCROgY4JSUeJz6YeOjjeonf3a7+uP//V9V3//kYTUg++yi9qcXz83KWBXVW3N4R8/9ntgbP7x3t3r30Uq1AoMHdqNsUTvQgGdZVgsWJPoBjDeuAfBGfNA53lBLobAjQke76fqo+u8hygeThXmewNviazo3gr5UkBgT6B2W8c2YjprBAbL5iXJinzHwFp11xKrmJcfbhoeePMBvLAhaU2QfE0m9ev1mdWFRIA/gjY4CQTt78mLvYi2JI0v0OG10HABxas+S2BfzuATYhW4eIDQj4G3wXZwCyRAqmirluFLXm4twnbitjFznxe1MMeAued4B9IlEw0ooAnFBFQ9Ve35copJ7QvTPNI8oNef1god2IDvO41rbBvKxrrv8nFXxA9gbeDN2rElBP0eqUKiXpwJ6zRaI58iHsfPCaz1vMUY1xwDZMwLdBXhPaL1FR6NDek0beGuLBniPZI43miI45WMdiXMeB7zLmnJixLufEdt674tCNTfTU33cr5zYccB7XYDbwFt7nHWLTgXe6kdKbUoTCeA9LPHJ/SGJ2Y6fr3YuXK+GJa42rBreA0rfHLCwpfY1crq1Tk6o/2aFTc8ryfuynNazut9J2ShjRLxPA941ZdxeUoZnG0SEpyC8+b3wtNWTCdCL5yu+n540H1+oJ0kDsRePmcAWmSsAxk4Ko6Xt65lWFNex0DA2eTFwrFwuQ5f8uckp0TsU7ZlUTgVKoIBuIt7QzQ28Ld0PvYMoeQBvVN1DJC4y63o33ROe9jnwPqZxfmlzvH9GEe+jwFtiSVDMfkmAN3O0ibY2M5bhWDYuq90aDMWrzG8bszjsZMQCskBVAImyvgFWQjTl0I47Gyb6D98nosexJaIH/QxQ4bxsnctRaVFheaExEWIyMuq0KFNOjO8QTYJ2C/CIPFkE8w4M1g3MTQ8U0JMBABCBYrql6A+0+AsS5nqo2r9YUxcUcVzXeQBLE4rSQBlGHAv64YwEq4asZC/gjZ3WWsu93J7mQOpeBVm563fOEvEeVwSMiDd50GhLeHUvzttMTWrvL/SSc9v0XDuK3i4n8O4IeP89Ae9bAt6DLeBNEmMA7+9VP/qbAN5zAt4YME8CvE0nd0kXcuwAFkSZm1QqoqYYozw9+dyMkt0BKOJyDAsQ+FM5FBwFsU8OIyzYDoXWbuDFR9BG3YzF8DUyjHEXqKi5dm0RhZUZf6oXdb+O42IcamyY9yWDAuODqB9iq9w/0WaDDB3jsl76GqXDMDLHNOYcJRdIJhpAfuKoWBbTEidDBZ91hOjR40dy6mhezMq4Z29eUnScKOK49leOx0lleqVAsh3cAuEwNlatV6A5ousA2IgaFvFCzj2mNcrl96SY3ZGRcl4ReRzmFmbDycT3a+BNdI+IUwLvbQFvCcoZWKkO+vmrL1dvfEMR71d/Xc6DCwLeUPdtlbt0Y8tKt43RBtF9gTd9UbN7om/azvc0VerzPg3wpg8eLz+s3gd4f3zbufRU59qwKj4OuRBCZB2oqa2EbT0SPXoi2s2YYEABLtGuUftb7A7qeQIdRh7A02Vj+Sr/I0dbTPWDYQFWfY4awj5jVnT0YdlF03NyhqgU3phSGDpKmxmTcB8pDETbWVPILR5UfdtB1ftev6sxpaocX75xpbo8sFu9qoj6339DpfiuXKp2CHKofyuJrUED3/pks3rrT29X/+sf/98C3hJAVOTooozYVxStvaXo+zTAW2P4bUW7/0pVPt4R+2Jllyg4FR4Y6eiaJw3Yc0XrpoC5gbfFDHHsBbjGSUNqBrYdaYYOcDi3G70A0jZw5hSgFWCalwM4WmcA4cxKHEXQjJ1Jr35r1/H+zCLeAt4Y/qwjQYP2BhTikP6djieHfETsptnqihyc55VmMyO2QYfAlKEgaDvWGat9++kycl1AtdehnCEG6fmcPQA7AG838I6ZEWO0nLfOwU8wXke8SxQ7o8N13niC9QD0rGOxLxE1JnUnwHqJeLN3xn2E81zPWGBFiTxTrtNRa/Z9jk/gDRj3eZJujgPAgJ3vBjD3uuxc7xAwrVMT4iR+1noH9FttZ1pWe4pR4t1iWCCb9XTm3KLwyHlrWcDuwVE/SXCQiDe1uy2k+Bx4l/HU/BsCkuX1NMB787Ei3hKvXBHlfE/pKwE0j4t4RwoY6xtVDUYQJFae9+7AeLXaman2zl2thi/cUMT7UjU0NVsNaV0TiUwRb1UPmRKjS1HvefXnhfHRalFofFaDZUobTAfG9txrfxjzrx5GjTEVYLr5u2xZHnAN+vWG6j9jezv6Yjfz/+PTOGsIRLRfXhCYsgWIt44JM4SGj/v5/9l7sybJ0uNM7+S+L5W1dvXejcZKgByaRiTngkNpOJLMJJkkk/QvdaErmdFMNjeyGc6QQ1EE0AABotfqWrNy33c9j/v3RZyI3KuqGw2wojo6MyNOnDjnW/11f/31CuI7okeetbidpb54/BAbv559xSbmoHgk8J4OgaIQNNBDAfA2r2J8TGpHAu+onWfEvFBQ+6X8z7rF9muXlRe77PP93vT28aeieuXN2u4Xfra0Ybe3L3IfnNWPXaOw++7pHj9rDFTj8rJ7/7reP8+gusr3XQ+QnD5j3zDP8RvzRYMuc7wDuPCarKUtcieXLSdGLdUQV8O4lYKULtWcQGlblagKJwkBmlLHe+3Z583WEurG1vHWuDJXrF9cDe950o5zXrXHbDrG0vt/do53mccxfIqxd5WG/JqP6TBxiuXQ8f4KqAM4uTF215ygwpaUlYxwi2Mz48djBRDp+U6Ps+fzOI1ZAbv0cV8TMAS9mzVFN13UQA7A1mUHRRkoBNH8Psst7SIC5vsa0fZd5OBCiTLi7bn8vGBDoTbBt9RdQYxRSyPmRq8dN/G9qpurrs6V17riAh3tMynqKwit6UC9B+i1RrQiP13gXdbTWFP7N6Crd1i/Uy36gjU+c7zJz4QCbUmzu6jtHhEVHkSyugLvTK8uwLblpIr5EZFBop5E/tYWHzVr5BKPzi00f/rnRLw/MOI9EYD3RKVQ1m2Bt6rm5wHvMQzXENtzfAtkYh62NvMSYUlsnZTCFNtLgCZQSf2P0obuUTgyBCm+NuT5Y1Jn22Wutn/X70gXRa7TYe2VRi57ZN50Lg5lnUh+eiWcd407AXUeVM5Txv2QnRHGaKZM+NW5I/p1Jec8vjvzER1/NQVDgFZzgQ+cH4y/QaLIXq9lWbYoZyWVfVqRP441t3uAn9NExyNlAmNmg5xtWWSz0Ovq2N0AMBmFUvjPFIpVKO/OB51SHqOxm5GLQyKrU+FAUnfBW3JeGL0PBe3SPA5uab7Sy62XHrW8LddGLvItgPcPf/IXzXvfN+J9hwgFzrSI7qrnUJxu0b6tnar8enr/bNlAMU67n4l3igOlG/FuvR/raDIdIkLVDlD4Z2HyRexR4I3DQ6r5Y4E3ufkBvLelmm9H7r2pKq4ZB5FDmqDD09bUGMeznR1CfOriRDQcRx/n1gEXEUPXOQ4bC62cCrwdtwBxqJDNqNE5oCoTQ7aBoHJw+ABGBCAegaApnGcC5xCKYm2ZnJum5BVq20buMFBHFHFDcG0E1fIbrEu3mD/fA2T/6z/8QXPrHercc/5BnQjsLcN07vbTw+av/+pXzf/xf/675lOi2moJvElaxEfkJ7+jGjegZw8nxAPGy89hu3yyttk8B3jjegwWQ0Qui5PLHg2HpRFvxmGsz0Y16ffDEOFDKZ7xr9NBsOMarjMp6MQBzDMPXKB1qAK6FPVgtsiolNFkOiPtFrTf8OPE+10qcka9nXuKq6WNXANCZ4ir6fRxDJUhE8CvRGBlKQ0rrgbVPMXV7kSOt/3biUK7jql34FprkMq1h7VwGkB3/623KS3JXJPVqT0bzrksY1eBeoimxfJR8psDjBYCeo3shk1ewHoF5/2gu4Lc8n5Y+vF7jrcKqnOpynUuALTrU0Skc6HrRt+T8p0icgmoTQeoEfYE0t087Pwen8luq7g4nCKmXoVOi8riub/Fz3KtGQ3P/aBGy7MNiuhWpx38TNoCWU4176H2Xe9ykmtGrPDaDLHuYkMArhN4320Bb3FI5nhH+mvM80x/HS053uKRYAvFnlH2ybyCbM/elay80/1xUbmweo7WShhrSvvvy+3ftCFa39j59fRnezFiv7hzh3l46i5Km3aAd+xmWaK6k1piHe+jYHDtuZfwdB7L0LKcmDne22sVeC/F67H71zYstxH1td1vY0/P6h5qPAwO4zAcGGsOB3BQ44g7wBk2eAu6+Q3ANyXFhnBGjozp1Mbhz1o5T6T7BhjzJgD8NhgzgLcRb9ePGz/8b3ra/HR5qa5REmO6XFwY52US1c1K79uVH2GYSQPqGh5d4J0bWi+K76Xr9ndoniYvLikplkRBiZVFaOHWHSIftyLyLfA26h0S/gq5BfDW4658fwLvKmbQqRfeya+42t1V4FKPvggMn3XG6wDv/s9fBrzVxn3hRyw6L/ppjYTeofaiZ3qRz73MV1++8FxwRbHRnX6/SzXPJtUgEPwqJLO1S54lwPshHv5UNV9K4N0CRkHBFQjEjpE5qAc9VHOAN3mPEdWQLohIUlLNVTVvi6uFO6sjhhizyPPyM8qJYUTvAOgjH6aomldfeUcN+4XHxIv05MWfqeU/skZxAlv7L3QhykfrOuOfKbyWa4bDu8OgKetI/aypK2HARvkwN8EU9mjT6EyDiWg4x7VBtL+3I+BziErF4ma6jfC0AKT4ftasdUBKUJzp76z3nTWTBSh6xAVTIbjGP4WrPL+iSNsYrtJNrQO+RPTokEj3wptvMp6yrveb738QZcVOdCIIQVre4zSurrF+93VDm87vW6eAN4JRllK5AwVSmujVgbfnQjQFgan154+a9RUo+xijf/Kv/22JeFfgLcgQeG83P/ubv74QeDtnkv53NvA2yqHxs4dzZBPP+LE1sZ0QAbgz5y7KZaoL4JIoslXkU0ZWUMkZH6YhFIaWgmkhmsZ78VOA3oqgp+M6DQufbvyJpXVdFGd0OJ2z1FnMUea71xKiUh6r0VnAfIBLQVmsPY7rYuy4Z3u9YRE6/FhzqqOpGv/FcvVP2ZqOCA0QH2G8qqTOMe6RRhGNZh8DdEKlHAaZua/rBXjPAJw8v+KCAm/HbVDcGcf+bc6yY1WHlWkZUnjHWavMEZ8ExCcIsXzabgDvQwBXMKmNXHMDHeBNxPtgfyPycwXeN+5/p/nRH/1589EP/xTQchdDSeE98ywF3skOyHmXa3Ou79kA7f0zDLD+cd56KUzr+nfPBlOiYWE3VKZEfmdvdL32eQKeDdIEBN6PHn7Z7Am8uaY9nAqKLbqOG6kVVAfYKw6biNomZJG+EywanXWuYwHKuRR1KkyHsb2jtBE3HqW/XH/4mCUQq64OKC0cc4LviFYSsRa4WiYH7nuUjhumn8csQ4d2wCTiXaP01xgpLhPmmgP84D00Q+RhDzAuplh33kGA7V//wfeb7//wnWZiQYck12Ad9+3D5vHnm81f/V+/aP7d//P3zSLOEwUS7wDkv3P7VvPhjflmnvs44P6/pP7ux8+eNb9h3DwncAlsj57MOt4lR5u+UlS3DbwdQwNc/wEiaAc4jux/o91RscA5bFtGWTrV2c0FN+ItSBd4K0IXvBsnf4BuPyMIj9J4Zd+IiGiUlSrAO/YSnsVhlkzMfuBtqkmOjeq07Mnxtk/ILe8C77sFeMv2cHwVwNhhhzojuCYj3ti8bwK853FgWE1DR9mADhfXggoyBNuxRNjP1WaOhSTPHYCzl0ZeK3p0otgdIM6xRQjN9qxAPRwJlbYdx+Z6FNcf58/vDbumrD9JLVfLwHz7BNThIAxqeAHSEYW2zx2/eUzHERVgOLGD95VlwZLtoTZGqMHXuVrWwWqedZ3HnYspromkoscFV2TvWlHuKTrR3+taEaCt5pInzdwes4TrDFTz84C3TNwA3kXV3ICgelOutf3Au/NVZxmXfWvWZcC7iqF2ztm37L2M/VvV8U8tpOUF50C6KPJxPvD23WSOdR99wNt1jnEj6BZ8J/C2asY2zjvE1XAa72AjLVPHe40UqwNed6yHn9rv7gBv/xB06wSxzJtlMafoA4Vpsb9Y4fYIWh0gOtnMvdUMLQi+SaNh3QqqOak1NwDeN0nxmmP+3Rwn6k1gd5ZxIPCOiPfCj/7bznjJkdMLcHupf3lxNbIURzoWywYlGeQ8YBad13FH+cmcBNmcvY+IgJzqqXylMwjCQ9Z9tAdHGLJ8n/lHyvYvQMWcX7gdFJxe4K2yuQrGAO86yBUzwNXswtoF3jmR66PSDk9dYnnhNfA+q2Vq/5/Xal/v6/+cgbfiaiM4ncZm8J5fB3hjWFvHW+CtYnDU8Y66oTkZvo3AO64rNvRiSEdEvzV3w0lRNtL6sptyNbL5KShKgzmpdul9T7G13MBzbQj6Gu8bnRbNaNTGNsLvG+S4Gtm25I+gYooontdRRaZcCzctMxb5d0NEDhENCy2KyYgYTgFSU5gqy4YZndnDcIwcWQCKnl4B/AYlnbYAJXffeINoJLV1oaUKZnZ3UPLFcDESGSrmfPv0HHn+AG+5x78N4D3GPRnxPiYqNqhhbntEHe0EhBEXbCWYZSQ8qYUHbJwbS+gXCLxnbgC8/xLg/QOAQBt4Y3wS1frp3/wHgPffnUk1N+J9HvB2XKdxytbKvqBS9jLRRw3/QkuJ6xR4BsCOaGZuVlHOMu5DGn+WoxOYa6Tb3jplArhb77itUl4ilFl+0/P5OUBFnFel88yL9ly5r5TvjH3XNuvSMXOvznYN/ZQwdAVPHmcOfIK/Ll6sAoMV0OexZebkmer9lXEdvgZfDsCSStCRTyxQwEA0r1btAefQmGJfzJ0dxueWdbhNwQDweJmqlHs/Rsm9J+eIEfVR8h3vQDOfYB4oCOYxOpaybnnS93P9SQXpjHgrdEXZNHO8AfVz1Fj93h/8q+ZDqOaWeDNn+ZgcZgXvgl1kpLHkxKZB7TgsG3y539KyPZtSD9COFnUw1EOq08qOyd+Dwn0O8I71pox1x7jryyZG4ZdffNI8evBFGIgSqa0Dr6p5KHTriDASR9vWMeQlVHq5a824NHDaWAeca9Muhqcqv5aPs5xYgswsseX5dPjad1Z8saLMoLXrOf+xNHZZHvZ3PAUWkrppeW8be8nUkUkAtxHvSUDerCWSiFhP0IcKGJ6gQD6C4vkb5IvfZz798XduNz/5wZtQ1BlvjIe1Z2vNP/z0UfNX//evm59/+qTZJDKuToNqwG+yXn4Aq+c20fUj+v8RTolfwfx6sLndrHER+0EzN3TTC7xdS2Vi1Ii37TpI3wu894mCG93SOarQlbXHUysg2yTbxRrfAG+V0I2yxnhzApW5i+Gt1lBU0hFYViryNwG8ibpF3wR9PoFxRokdww5EHX5GvGcRVrvb3KD9QgzPZJjIZ9bpkhHopGi7PiRADIBaQHGlpIeieOyViWI7UewKuNvAOyLHhb5d9snqUK7O8IysC6STtl3LhWXIOx+VRi67xdJt4VDk7WTk5XXnGlDWMq4xNFlYW1SxjrSBGBmpkxSz2vU65ql7TaucVR/I6Hced2zGVqpsgWg5v0vblSUkcXksrwWrcAHhFJOVwGtW4BB4z/RHvEPsWfHnlwfeZ4HsdIT0LGUX/tFl79Q+ucaH+878zQFv1rgA3qQmnQLeaJvAmhF47/KswHsfJ/FFwFtGqClQ1lwfJsINrYeWhN3G85A1YI8I+PEkDjEi3qPsM8M6lSetMkF575nJZoG1eB7QvUDE++b4YDPr2sYzVM0XfvjftSHlGR1ydsQ7xnMYAomnc8O+LGKS4MtciBi49fhOGP3yDs4BVL6wZVK3Ozg9h0y2DvBW0KBEvFEcDoVzvbMqgkrrAHiPRUkxI95ZUqwLvEv9w1bLxKZ5hje8HvIaeJ81r18D73arfHMRb8Z0AG+831BjspxYu473BRHvPuAdEe9wrn27gbe7TL+jpQLr8ETnDt/xpbmpa0hF/c2SS50gSqyUke6om1vAlUZKpZ4HOOB0guRQF8fwMzItvVqwbSTJaF1dE6K0CJ8fR2nWaKF5xDNQNlcBlEYC/ax5365NkZeJoeG5jbR7fiPhfn4LYzwj5xk1yNcVY9qOqLneWkHeuhFJrtB0Gx2PI0QUOeC3A7wBU0a83bwGBN72ARuR/ZHRIQFRa785BbyfRsR7JIA34lnvfw/gjUMjqOZEoli3T3AQ/cN/+vcvCLyNoXldRHAxWHfIrw3grcJ0RNV00OTYKiTNEj2pZqDgNqNjFd0Gq8Cx1AHWRsRzf8kIaIKzCtTtm0HyZRUJs6yYHn5pvUbQM+JuqcsE4WnoZeQ7HEXx9LVkd0Rbxi/hUkgwX/bMDgAX/0XkN42zzg4ezprc14MBE9crQE+NhAreox0CiOe+XEWSIv7WMZaNVNF+AoZoH9g51tzmM+G04qdRbUG8788AxjVCnSuVkPkwAAAgAElEQVSew7G/Re55CFrF96XxjjcwqIQC74Mov8U5FcW7+Ubz7nd+TC3jH+J4gqLLmI+mADwKMnXIDwHcBK/SsbP2dXUyFKO5tFV3OObrGf3sWuyO24wi6rTInzXAcBbwjnPE2tILvG3XTcqsffHZJ81jStRtU0YslfMtAScbgFrlAgsAnroSCn5F2xUtCPvJexkHqOrw8/eoza4wnU/Sl44AwuYyG/nVqaQivA4Uo8TSxE2hEVBH2objzQh7lFelvbCPvO0oVaYAFX0wJGPQvEaeExidNyg/Z1lD164R2lTxvglomXMDOBEpSff25Enz3Tdmmzdu4FQBeH/22aPmb//+s+bzh6iWr+82kELpI9ZW9pkJ2vQe7MQb3IvR2hXm9WM+s8Q9kKkN2MpyYsRGJZwmOORxIfCGWmrPSe1V0CrmUFCUC+hWmwDHUfwNNT3yemOs14h3ppJ8M8C7TTW/x95N6kUAb/oVAB1rZ+HDZNCprDsCb5gIt27eCRaUEdNjVNePQ0BOMbjcf7JWdZ2zCbxrlNs3MjJd8r9jTcy5HetEvN+NhkdEOhzTBdAXKnoF7vV88d1WFynHJ/jPSiCRnx296LmMlOMk2Oe+0AMZZi0ct/Sv89WqBwCiUZJpg+0h8LakV9CNScNyLVAYj/F5FM624ngMB28f8I4R031cH3i39qozkK3if7Ee1og3dPIZFLBnFu5BNWc/Zs6MkgpgGccJ1iirLr1UxFtYdMZ19Ee0+2771J+/NeBdHDnnX9/5Ee8QU2Nt0GY6G3hnxHtvU+D9DJHWRbQzzgfeoEDmjmspaclEvIdgUuHVZXya4qJjfLjZJwJ+OIJuzsy9ZvzW/WaU9W+ISPcIQPsWzsgFRCmDbm6uN8B7GtbQBMyrMfeMGz/67y9Buy23UPza6yYqe2vxql98qmqsxHSvhxYDOA2Fy4F3a5rEr3Wg9QPvoIiWfJf5mwDv+TQ8xwXe5KcFLaoAbyPeAm9VzQXe5qdFWbMQVztNzk7gfcHwKA6JekSbXnbZoK8b83nHXXaui97PeMlrqvlV+qB9zMtQbcJHdMawvirw/sXPzfFOqrnqzgFSOjZiGYRuQIVqvkk5sY1FyoktPYRKU3O8ocpINSfibUkxqeZ6X6WlaWSdSzUvwHu3HfEOGCcAyQtJU/OMyfAyFIPrdlD/8c79ADXd6HbHSVgcZrVPKyXMn6Fm2uosX1MsynusQlC+FrW+eVSlcwG7RnDmpBUwUa6pzkdpTxFZKCqcqo8nbZ0yTQB0811DNZ321bA2MqjYmg/fjzJCfFbhtaTfUidZnQo2a6OFGolSUc0/duPRuTmFg+U5kfRDNqRZ1kCZP79N4D0K8L77rQbeAjMjLABvKGId4K0wngnzgu9SeigZERklijU7/p/lqnzk/K752HWeJmirEZEA5H6qTOigmLs+R9Q7c8WDVZIHJZVYB0MpqVlr0getWGBfxUcLMNfx0gH0XkuELnPxSNCfczinRFJVY067Zvl33e8LfT4iPNXc17nlqbiuoM2X6I+OlDhHmQtByeUZ8yo+UyiYOrj8O5opI1tJQdWRYPmW1FTwGwWblseqwoglazLLP1k2CpaDda8F4bbhGHv8LGrmk5R3k+ExTHTT8+mYMWfdsqQ+jWiEFoMVCcpP18RQacfAD8Vw29J2LTmWPekEtl1xwlQnRTpnOpO/APX8O6BRTVuLvu46TxxfO6QKffqbXzVfff55UM0J4YcgmOPQOrSm+whwZMm4DgR7INYjUklMAdDpJ6iURcP9RI5r5Mca6QbMGEEUeNNesabrrCgq32NWR+CzUs0jUhhK8OZjsxYRuRmOigw4g3yf/jTqHfFg+1cADmj3mqZwIk6z7ugUnOU5gyjR2BFtuI3oH2vWCN+vEsYWuhNPHz9vnqKAvrV90uzgGNg/ARwiuDbMNU3QWLOW8yqR+03ub43PmpV5EDXZc1+11NgRUcyaLuA0kVYvSyJZAkn7tta2wMyH7aajIZwk5oiWevCmVglQQ61cdfOY687vLvAO+mk4x77eiLdrwLBjV5baPKX/Isd7NtaAFPlK8BtrUDi8yjWGuNos6ZW3moUFQAH2rJRanVNRUi2cCo4D165ogQKoU7Atp2nOxaCJRxnOKiTZnaNd8J0081T5zoBXzemuYmUBzEv0PEF6iXwHxTyBuA5v53VMnfBdYasyyEgKoCwT83mStAPqX0+oLk9NZff3PH+KDUYJOebKOg6rDXURjhFjNMVA8K1rJlJNDBokTf9M86TPULs84t0F3jGw+hBrrqNSzUvEG+A9NQfV/AbAO/AIc8OKExV4X0A1r87WFsUmXU3lmuOrfxeAd5/QcPoquwbyxbZ2cTCX5dUf4XjBqRu1vP3JM3K8YfhYTsz0kX2reeC0q8B7BeC9svSsC7zTnZvtGfuk32O1GMQkmYNWxrKcGIsjT4MW2oSyqBCuHETfYhKb+gZzlHTmIey6QZwpC7D7bs1QKYQI+NzEMJFvS4kRcAF8q7kwcOMP/ofroN2yCJU773cRtRrkrF/PElPLsZOX8CKq1+cD76zlPU1JnTlyvGdVESzAexzgPQnw1qteqeZZN+884H2Gs+E18L6kt/vfjtX0mp95dYe/zFd/m4B3bZGa451rRQJv63hvAbw3reO9/IgNVzqnDBlyvNm4AnhPs0ggMtgB3kF/PSfH+xzgXeXHBAO5YPVtQHFNl7FfXl3f9p+pf1kKZ0XfQQlyxSpJyXTz1wh3Kap529F2yVGLRd1NNP4ObJEK6P4doLxY2xorEQ3nM+a2RnTb+sXh1c+cWg0GI9t+JCPsGuuDEdHWKFB8SuPQKKAP8zYFSkb88nuzdJPRwUnYOyqaC7YVYJq3hjLfa4TrBuBD6tUuxwq69dxaLxmUURhKNTqbBsLXneP9aoD3KhHvuRLxVtX81UW8I3JM3xj1mmTzHMSgd7Pel+IfirgYcLynoyWMUl7LfNsUJwshocKYiI6rhlAB590hmCOymyxVR6e9ECg7nvlqmG45gAW6RiML37ujnh3q1vFm5pcLCioI13nseCzvmZtunnCNurpHZr56hIQLW6LyizMSH1H7YtiHcV6iSBEJ9xlA3zFfco2dQ+GUSICfcyjvJlwN1UqM2+uaPPl+PurR3n8Y7cXJEeO0GM7msQ8AjuyvpAlnDXsnVl634L04GnQwVsp+5OMLsOv9qkhvu2V0VxA5jpHsXInyfgB0nVweb/Qt1O6JmArAoh09dzgnZDaksFkC9cJuMMpe2ArhrglRrOIYtHcLDfiACMyv//GXzReffgIlkooUgEpzvHeI0uzBujgkoi+wFOC6RqhMb+tZam07aqXrtDMHOfs/nCrmh5b7tU2PWMeOzH/kfMESYAwn44fjXGesO4WDYoDfM7mGoQGY0xFh7ri1wweMtFtjXTFDTipPJCrAqJ7N+xNUkrlz715z89bNZmaSqjIYsAOoph/vYyRDSjgEaG8sbzcrT9ea9aUVSuChMAwVXAE0WVVDXNMY+8eo6QtGDfm3q7ORcWfuueMH8kLM1SCaG8ksO5EAUDaFQCxUyR0jGJbmbUs/92G024hp0q4VkMOhEVRzHDeMIZ1rAb4F3s7dEvFOsaVvFniP4Cgfg7UxOgOldYKSku654aBKZ0OKq9kmqdmhs2ia/X3+5gKlFG8wXnFqUBHCHFedOKYY1PUrdx5vsawxJT3LORl50511rgBijwu07gSvNPtCRy+53OEGCACfx9Uc7viOPrp67KMx13NNSSecujVUFgLgENtupqmbvACwWYCtN0tJ1EmA9xAsijx91UdRPA9nC/e2trnSLG2Qw7u90uweU05xgPtFU+AQ4K1+QOX0nIU1+ve/y4B35ie3Hn2gMlMBLgLegLpIDcmIt1ou50W8zwLeuXymTf27Bby7rWYwqacJ+5wfPW+Gs7jX1jwFvAkydCLefcB7R6o5a+kK9tLy0tMe4B1tWL4s90rXfJhXsG7UHRmkWkYF3pHSQbrcwIkVYmDkjJJuM3urGSadeRCba5gAwxz4MiLeqJvPTmGXTcL+QXRtfAQ7U+A9/+NrAu/W4Kp1IHsb5/y/zgPe9RPXAd79YKgO8joYQ6mVzWca798c0Z7wgENRNMfbMhjWF7WcWBVXew28u/3WzfPr7cvL6pdfPA5eA+92+1w14v3xx7+IiLcqtLkxFCdVGMoldmb0hIhRL/B+DPCmhA+HhbjaJPm9jP+vBXhf4IS66trwKo+7yB9YI24VeAcoCeMjS3dFXlqh0nUMB96v0cWIwmWoMCMFbuUcb5SlRtVly3TOpeq4Qmj0l8Ba41+AbL1kgb6lwYxYqeJslGYH76y08VpH3O/VsA6wzU9zNSegEqp0LM19jhJh5s96nOJW1vKO3E5EjYYxLq1Fvbi0DIhgI8ABqUJn5HgzMF6unFjflliMqPpq1sfEu0tTmXf+DEGTEcDC3bfe5dUXpZo/K1TzWYA35aLe/yHGPkY9EZATBc8uoZoPsCmPtnO8M1BbjFZTWhMMSXkehXI7hUqpgCSjORr6SXEOIR/61X7bhvJvTvMEUVb7MkrQlShOUDo1LEpEqL4eNOk4V9dAjVkdxrRDqw1OnfMeL6AspkEMP+d/WQPKeMy/W2kWMfkLrTmOKdoFord4CIrT6RZUf2nt0rCNqBv5jd9xQPAz6PFFGM7T2laO5QSUAHedf9rjXrpzInq/OAPKtZb4fmfg5N103Q9t91gc21lX0jCPNLXWWhPB9TDoa96oAEugVK6hMIT8luyLNP7jOlWO89vDCWFX+Lo0ep1xpptJQU8jz3YQeAvKR6S5GjENUI72gmBcsM7aYY60aQEBUi0DGLn8CdQV9ErgXsqTBkMhqbKqb+s42KISwae/+sfm4YPPEROkhBj3u6caL4r++3vksQtMadlx6ak4B6IkGNe+h4iiZeBiTbM/TQuIMcJ9+N1G97kOG8ZxK8DUKRuCmVE2iZvmcoYRAJqaJ1+bMl5DfIdtsY86+Z4UdYe1jhSZgOaCe3+0kUAv2BI6OYKVATi1dA7A7/a9uwjlEfhAV2TEiFHMLfL5V0gdWEZMbtGfK+g2PCDQjTie1HeA7xCAd7DmI5chf2SUPcZtqhBjw4Z7yvF2aLqKKRe8ZjvuyQwoTpionsOBxyiUO09dvzWkpYvrJFO13e812i3oVjF7IETSjA4n4KzOsAq8vWf70RU02vNrEFerEe8O8J69C9Vc4B03E+Ogqm8nc6I4URlzU6xF8wtEiHnK4NlcX2FsUSLwwDHkWOPJvddoY4qlCeZzykU0m/sKlpWU71i/ylwrFPRwwFUqemGq1Ah8tVFqxDembCedJde8TrBNR7KDVbU/1yMGIq1LrWNKb42Qqz51u7k1DW1+Cvt9DCE/AZA13Mu67XfJTHDdPaAfNikruLy52CxuPG5Wdp43W0c4HIZwwgC8j3LBCIdAVhTofVwXeLejz6dsDh0DxR0UvcU9juDMm2QuzFaqeUS8rwa8zxRXK9/RXlBfhGp+RlP0NMzLBJ5O5XjHOH1VwDudsvZ90Mwj4i3VXFXztrhaRrx3YRQJvM3xNuKtMyp3qi74T70My/LJiEYwEnbo6Ch2AHscPcjQcb1jjPJz6NDfrQxEig5Vg4bI3x/CxhrB8TjD+jxP387NjgO8YaFA4RkDdI8Pm6Z4beBdDYLsl98q8HaVqC4KF4uWp6TSWhyskzTCLPmNUTeP6PcE+WOTLExGilLVvOR3o2o+gpVofneXam4JibOo5j1j59QErgZ4feMyenj/CS6ki5fI2qkvLS+8Cqp5S9+o52v67+u8azj79dfAu90uFwJvSuosrVVVc4A3ZVQEVCUpK+deGFe5gAWlGkMyy4nViDfAG2MtckAtJ2bEm2j3OFHv0xHvjHq3x6vLo0aM4mr9VPNTEe/Te9j1hsYrPvoy4F2pr10QneuHhnlthtCIiOi2KSsZNcwFPgF2lAKz9mvpB0GzQNqSIAJljzEypYCax0r/VIHcvNIUUFsPhXJfNwd8njrIUuYUiTHKtoqYkH2iAa84VZYHSjp7iK3F9VB6ie8QeNsFjhEBvSDBjWhna6e5jejaEgJsCtXcf/c9yokpRpaKwMfFe5zK7hkzetFHb5trWCXwFjyoyrxEHd4hvvvOm+/wnqrmxci7KMfbiwnJ0SKuVupvjhDV/5M//6+b9z4AeA8b8Ub05BLgvfR0sRF4h7haYF4MtgK8qwMiUi4KELV0kxG+VJEuII1G9n33BGn9zscnTx4TaTmknd9M2iMbfgD0Ojc120suZUbSUsxJym+lXGoEKwp0AGCIPOaIKCXFM+Z8SxgpwHt1wHX2vArgbbCEvfGIqGerR6O/K6Ata0e+klT2cDxUYUGhr1HgVHCOSJRgQ/p1/M5eKSWc9wWiobJfhOREOpHrrrHiNWBsheES58koUYrH+V8F6F5bpcLHqta98ADGvpRoK9c9hfjyvrsK7gKhMo69l9JXESXkdfsnfBoCtMhxNRqa0Crr96aYlvV+dXxJVe4AhADhhSlgveTi0NAhJg1bumhoK0hTN6IqUGe+WgNawTid/OZQT5kPrVgPcz8E0OjLoEWyZqywzj/4/AsiMs8smYAID2sMUco91vEDwOE+v0sTdww4NhWv04hzHRB8R05y+Vfv1evw+6N0llNJ+rkCYkHPz7rWRc+vmSL3+v4HbzRvvHuP1BRFGQfQodjnejaa50/WWL82wzkYjAodM4WeP4wmwYA1rmXz0JwH9NOIRidUZ5k2CwANyxgOhGNzpFl9jvjZGjmSazgVN7YAhg9ROV9rBnA6DgIMhwP0Yjh7nQGGzdV1GJkWlUkR2K8R9T4y6h7DOoG37BTnkf3pZwd5MVlJlhfidRohSokJvHWihSCX4JtoN5+RASDdXSFRz1Ggfun7jHhHakI4UASftfb3q1U1bwPvUSLeYwLvyQTeCVyT2t19SEEXwBJZIzVpnvzu+Rscj9NufXWRsfWEMUZJv+O8zxQ5y/Wi1uSuLoacII4TUx1k96Rzy3Uz8HmsT87Q7p7RWU10/HVDxdF+JTyQjoJYSivwLnrx7j/2bwBv5s/xGPmwM82t8VvNOzffI+K9AJBBowYwZO6tg8GxaSqND9Mv4lqtC3+03WzsrzXPNp40D1e+bFb2lpo9ot7Hw7RXUL5L8OJMtFmvL1v17Ih3fGNp9t7oa3/gsO6pp4G35cQq1ZwAYBFXi0pLL6Nq7vw+I2J8WY73VYD3tWyDNi7LsEZ3mPZTzSvLohxxOdW819jsAm8DGBV4V1VzywJisxHw0IGZwHud9exJs7z8lEAVwFux4DKPajtY1WFoGHxImswkc85c7wE1Vxx77lGA7mE1Qkyh0QmE438Ap9gQZU4HSSEYBWdOEeCdIeo9i/N+dpr1dwhtjiGCMJzibOCdkL81oc//9brA+6KTVoGS847pv6p+9b5Ohzm5infbBXeCfKPZBShPNEoCbxozBNbg77sZhriaOZXdOt4Cb+mikU9nJ/SZpDXi1bnWPlrt7xrwjqlxhS5/DbyvNC16D4rF8PTnLgXe1vGmnNgvfv6LZkngbU3bQssJszM2uDSk/anBacR72xxvqOY7/DxC6TciYAhDDE8IvKuqOeJq0mcw3iIvNDax6wDvsnkF1Tw3wW/VI13tnQh0vba2U6pGsyIXNYBnbuACiarGamRa4zyMbI03NveqtOy6oKGegCTf85gJjDprbrsemefo7z7UlNhk4TfqZc72NhEtl1mNwADwXgP/jFyp9KzhL9XcY0M51/xuc8GNbOEAmCaXaGtzq0OBXXn6NF7b5jNG2AU7u+ubzcL9N3gNA5b7uH33DbzuSTWPiGQFYlfa9Pp7uAXwHI99Y9z7N0vUQIY1NFepUTwIALh9/y2MX8Fv0rozklnBlNZXdywVlnAHeK9DD1vHiTBCpEBxtXdRNR8aQRUb4A0KPBXxPrae5s35UPZdvgLwDlwnoNSwjrxf5kcxL7OWd0aGjdCoPTWAcfrg0cMGBi2R/PfTxMCIj1nRAd45txIqphES60GioPgZuZGCpoik+1pSYFULD6XhEmEXrGeuf1G4jvc5VnXxMKbzcwEg4vcC3ItxbQ9G9E5nUTHgzZMOYE/75ZwoyLTMibQFujmRSVG3vxKgx71FxFy6Nj/NN4/c8qRvjwhyAGUB4CO6XOucJ2U+2ybF/sxfjZOHMyvV3ANvl8h9OgaSvh6/5+pXhKYcOt0SYRmhF/DLWMimrjT3jLGnsyn7KfvE1IEEB1U8ylSCLish2q84qDI9pRslTzyRVPuIjIbDotR291oYMCM45dRkiNrlkYdtukkCKdePbdaKNRxuslm885EI1RpRNUoJVXqfFJKIVDvGcMpZOsyByCOEIWNslHrd3INMBqPtkZPcAWwyehhHAm8jzOFsJAqDANDC/fnmu3/4fvOdH3/Y3KPmtqSApcXN5vHDFRwCi/w0pQXgbZuagxtrIHMc4D06Ohn9Lf18X9YQlz7KmjcDI2cWYdtJGIfqjOwdjjbPnwKw97G/jmaifvghYGlr+VlzvLbUDOzgkBywfjZReSjg5u6fCIrtkxia2XfZ7zE4ilq/rkSAN+A9gTdGd6TmpGaAJaUE3j5kdMgWCAaEudw1t9uod4l4n1iCqoir6YByrez0a7ELHUfOuXCkvSpV83AmZe78kGWMoFibPzpKWbxhaPvOsQ69ONqigMAQ8rI92F9YH+coxTaL6vwAYHR15Wnz5NFnjJ0N7smSam52mdMdj/hR6fr5UlDJQwWf+8Np62BI0knm1/vZzn5aTtMf9OkGBhKg1oh4wvV82o/BXIgjPDcMjRMUoUcWmrfm32neo07yHHTzCYCQLIWOensF3va/TjJA1yH3SryTtITtZnFrsfny+afN4/Wvmq0TUr5GmBcVeLvOd268u3H1tUBpiPKjrgOtV/utnvYe2Okjjg/ZOfcMdHWmCADOLtxhr1aDQqo5aSOuCeyN/cA76ngrbuieVDQm2lH2bpumk6CuQe0LjxFS+rlurR2HQu3qPnzTe+N+vu3g6X+3/+/wkLVe7HVm9B99lt1w0Tf0j7EQvtUuM8e7/Awxyajj7TrXBd4C7Yh4Lz4tVHPmQ1ZZ73xl2OWsSSMw6cYJVk0w5wTeIXZqjje2S/AypJrj8YsqJjLDiI4PceygwsWA9VH+tgzZFGv9NHbbGH2ZNnsZ93P9VPM+j8RFjeCJrojRL+utnIRnIZTWJ9vdeTnwznxKOfod4E19w0moA9ICJ3ndGodjFqrHDRHlxADf1tBTCTKAtzUbBd59I/U18L5Cd546JFbtF/ngK/nMy3z1y1BtXNNeFHg/KMA7It4d4F2Ib8X4rcDbuq4dqvnTBwDvxxgsqGlrxAK8XRhGocNkOTFVzRFXU2BGo9Dg1AsD79xUTj9+i2C8AO/+1IigEWsUslEHuCrGaDsH1b5WGdNjfD8oeWKBEvUOGCKoDKCctbyTcSD4SeMvyx6hnkuEK0G9xqnuu1zgqyibyucBvjHILRumI7BG4WZwEJoj7mZsJGub34N2TnRMQKVhJRvBqJPRr3VK7cwTYToQdPEYw7ESKtTeg84DjtHpqNGpR9dNmKviyEJLdQW+1vQszpfS8f1bQYCaCrwp5bFuzirj7aaRYb3FAm+/s0zMjDz6QneVT+BtRBM6LjmpAu81qKkVeGfEG+NSGusFwHuYdX3lSUa8K9U8wE7B+TXiHfeggRS5v5nrG+J6xcAPup/XGaAWgx0Q8vDxUwy+oeaN9z/C5mVzxgjPIjKpaNspmZl4If5XZ0YA9GinuPECyIOLwO9GaFI5OPYb+9AzJ2qP82ad6xQ2SgDg5wRgjN8KxDScI8repo6W/FA/y/sBvmskqCxYWR88GiTey/JkxWBOxFvGSwFCJfpUI+dGtgNUx1irQDqBc64Xtc656w/txjG2eaxH0c6Zqx4RcoybEGmjj0MBPtarzCuOvOrIL88ovJF0j4+c7ULFT2M1+AxhndZSSrl2JgCP9u+0QTXEWqZ4xSi2WcyVQpkNZkL+XokNOY+MQJbjbEv6LyQZ+T5p50ET1zkRDemIKU4U+tHxHs4d7y2GhoAa+iSgexehLBV8oxY37486Vm0nviL7nWc4aBNwhvOhOEuqU0FqtHnx+4DvYAsIvEcHmnvv3W7+4L/8bvP9P/4uke83Qw19+flW8+DBSvOrXz0EwG1xHVllwUeopsOqOdghmiNBuLAejo3Ch/3N9UGvNdo9hZrzMI7fw2YKDQoNVwzTAereCqjo933YQAeAbzYuVM2hBx9RGhH6+SFg8dhIeBmLmb5Q4Fp6gGIsRuSe+5A5ECJ0Au8oR1dqewfwRrzNnqHdbX/HtZT0tqq5TquguQumSx61wDvGT4xJHUjdiPfXAbzDgeP4pt2kmo8IvBFYG5FqLvAO3nbcSvRzPq2+Eb1OeuUM+d1EiSlpZI7AKk74x48+YQ1dY9ygE0DoOtalWJ/KZM5RXE8aPyvoPj5wcDlMzL+2rTuLWV5BH0WyFxzlHKvXGlF65kMF4eFAcazEiWQ0IKY2ONvcnbjXvLfwYfMmdZJnWOPHTJcoWhLWU+8yc3IcBvB2XOO02eO5srvcfLn0RfPZ4ifN2tEK5Z8QF0CzIyPeFb72AsoLgXfcZ+/x/RbOKfwSTrqqg4DjDYA9SVWZOYD3FEJxk+TiJ/DmafpKX8S7A7xNfSmaDbmOdR/VNv26gHdd23oGxoV/xMTvHHGZbsxZdsNFp78YeDvHSxWHi4A3jKIlGCB7Oxtcaxd4p2Mi02ZGyO+esgQvc25U5z453wqrxb7FMfKgZWe4FsjsOjEFgucAttwoAHyINIkR9AisoCW7Wgdp3fnDrpn9SV+O9zWBd//gu3oH9R/56oB30kYzkjWGkFp4XfG4TquKyGAPqrmqoDHQE3hbrN7I92vgHXbAmQ+n/Iv392YWle4AACAASURBVGvg3W7Uq0S8A3h//PPI8Ta6oTHuI7bK8PiejngH1Rzgvbv6BHuNPEGNO3JUBgDeI3jijHq/CPA+LnW8NRGzDCD9GRHv88ZL3dBffEV40U+e5w8MgFzyPqWFC6wFzhn5ys0iqI3FyBO8CNBDwZZjbUvvewfjzmN0ziniU8WUpGFqYKsf4SOivnxOg89oi2uO3y+1fIz6jh7v+/PW3Q4htYwemgtupFswnibJAJ/ZCiBvxExg7+9ZQ1YDPGnwAjBp6LH2uTlgoGzo5WUzMvf03ptvRxRXg1jDrgM4y72HENWVH5cA7wLWdFpah3gLNgbWPcD7Pk2E4fqqgPcZEe+f/s2/bz7+h78jygHr4CYl1Fjb+4F35PSeA7ztT8eHbSwlOI4VEBXgHA5E8zqJGD748ivOM9rc/86PcADgJIEWHBHrAHv2XUaL09Odc6L+vztD0uDtrq6lTq94O45OY6vEehN46JCIj/lqBX4Zqa0gPiNUjkOj5kYGMtopuDikTq5jPajtAT74TtcXHTcRvcvjjBT6t5HAqjqeINVH1xDNKHRhMHgNAejqPRenQh1bNbJeAFR8NhyAmfdco91BXY9jEmCH4d0JiptfnoJo+bkC2AOMJ6gV0IeSOz+NBMZ5bEvnM+8HWyeAQAXg9Z7K2D7lre1f0xxAvWDF/qivRKCogO9gLoRzqYDFWB805luAJ/KzfbLG8l4IiHmcqt20v2uI64R0avsrUlFC6b6IqQnJos9y3TFXXSaUADJQmVJk5rHHuahrLW3dyCevD46eNHfeWWh+9C+/13zvjz5q7r17N9TLl55tNF98udI8fa6ieomccyrXNHUkNigTtvt8rTlCtTycItBmFV4z/9v5JVg9PrLm960oA3g8MtPsU9d7YJD9aAgH8BAVZkbmANu0D+rtx5vPAdpLrH0YxrvPSZ/i3KyH1SmWKvmOi65Cf/FOCHGCPm+5NFXJHdeO1XB09gBv57drObcfx9Ua3qyh0tMvAd4DJcdboHV94J26CTF2i61do36VqXkm8AZ8G0kLVkFPBLJGvN3bcnwZ8V6ghncAb6LAa0S8nz0l4r2zHMB7yIHlwMz8jfKsAD4naRwRKvg8qcUe4Nup4t4S7BGnTdofvYGJnK+9j7oWlrUpY8DlWb8vARvc0+bG2K3mrdl3A3jfm7zXTA3BEMGpmWryWWIx15uYHOHwdh8/pN8OcFIdALxX9zeah2tfNZ8s/rpZ3CQdaADmGarSZUHsi3hnG4QwXJ/zoX0fFwPv3vvxNFnyLZ2BOrkTeINFEOGahoFr/rBCz73Am/tEiT40p2rEm3lcqypUl0EdMz1tH2t93Uta/VheO297vyiw9O0G3rm2haq5Of4l1zvF1bS5eK8V8d4neLFriVCBN3neuzqi+iLesW+zvoxNwLIgUDUxif1QgTdK5+EEdh+R1VQcyqZ32L+HJdVjFCV0RV8Nbo0BuicMwNRJVUwsgPf/2LtzXMP4itB53xR7mT/7xdf6z9XzXeflBqhwWYC3G+oY3qRp8l3m5hcA3guR8y3FI6nmWTcvgXdSzgN4SzUPIZSS491ptbyifmW9fgXn33Wq+Wvg3TvyfqsR748/ZqF4XhS3c8MKf38xFnNAatwUqvmyOd4JvLFYcrMqwFtV1FGBN2yP4bGpQjW/IOJNvt0OUVXL3BxbqgcDJb3lZRXJANI5jppvF/Cuka24Xo2HMP5LdFoQHUJFgyGYFeWEIl96J0STIjpqjpuf4XeBtz/N2dQA1rALoMzre4BlqaRR3gRg7e+eZ49I1RwA2wiU0Wup51nmhygsoFgDbmtzG2NpNoC5f5s7WynoLvKhvM71aPT6uSnWsap8LuDegKY6D73d611ZXguRnUM+o2jTGNd3/733I0IewmqmJ4T50Y1IfDuAd3eVr1Tz/oj3EPf9p1DN3//wR0TZkmreyfEGDP/0P/0HgPd/bo5IBJ1bmCPqNnJN4C3rKQWzzLvfQoTF/qzR5yEMoVAmpY+WFhcRO51s3vreH8Y8OyEP130sQZU5kiVXNBxlxVEVBlmJwZbUht59pUSFwmir+03VdMgIkZGqCvF6TL46N6NfBexhjQXAc6IKxtJh5/XhuDHXPCLeKVqlSrjUzVBo9/qj/FAqRB9hxIQ6f8kvDdBh5D2AeYm8myNbfo9oQhh9gT6LrVAyQzsGYgXlLepqtSoE1AUYpKFf7rlEcLMheK2kglQQHpHkUGoHXMdTcbgCuoNGSN4zkYmgspc0sVrmSzznvKwMjE5krToJOutu2/EZvVcweAKRmEulY9KRJ65IJ0rtoorra6wjIpkm0nqE6039fAHMjqV91ifXqCr8FRo0OgWNqAQ13Y9ntNt7COeKSuahjmbOspF1hYjMHYfGLbWaOLT1s+fvzTYf/vi95rs/+ah5/wfvR5Di6eOV5pPPAcHk3Y6Ome/InOB8snHW2RvWlygHRlmwgxXWLNgTlhs7ibrfWabNCJFK5mOUwhoi3emY0lAkLMNDn2HeUB+X6Ob4KLRbIt/jNgjG8N7GI1TPP2u21h/wO2DRqgLBPJKNIjDJNazjhSkYzHtTqV3wLRslqeZZ3/xFgXd2al/EO9hSqhon6+R6VHPTWATefj7Xui7wrirg/OyhmpMjbz16QECM6Y7efJ35uZpkQQUi3qyPFXgfU6JtHWf8yspXaG0sMz6gmgu8SzpFBXJxIY6NOiidsk5lwPfhrkr4vBBR78ylD/AdnsjcE3sfXeBd3Yz1/LnypRZBtWXyN88D4BycbG5Pv9G8e+M7zXvz7za3x+9QC54oorZ4OMySBZPrQs67iHibPiHtGCcViVXNKiJrTzafNJ8+/6R5uPp5s3O40hwjsjbIhVsWMdo+7tVGy3PlEtnrUG7f12UR77YjMq4snGpd4G1Zwwq8M+JNeWNsManmkyqah6q541sswhOxQ6nmUXmiVKL4fQDePTgul8bO4zJbuzfi3QbepZxYgO6Megu8FTzNcmLbzQEBABX+Bd7LRLx3KTvXBt51HMpcG0eMeGrmdoDvYdYpFjaantQgx2EwLlKzJFOv1IEhxUZquxCctAFZeJYgkzWnfWd8vP0YmPvJ/9Q/a/om0fl/uoVWhuCVP3RBI1+HDpwy9N1L73RYG3hzhCq+0yXibZ63dMspwbfq5gG82xFvN7A28C51vDtUmTLV+70Nv2c53t8U8I5ozKv03FwwCK8ztvpPc9licOHYT7v31OPKEW9yvHup5rlQBRDzn86vArw74mqFas6OGRT1QfPvoM64cY9NZcR7yDrekeN9GfAmomGdaAwZ/hd5Kp3HhRHvF1kRXs1nasS7A7YL0MnIdg64cJaXr6v9WwXLBMdGkapgWgBvAbbK8mymNSouONOyM9psNNs64HuA7Fo+zNcFyuZdqlwc1HPaTIq53+WC7MbgxWgcCshv3FiIiPXq6iqUQTynXOMOwkmyc1ZXlmPNiiWc88wiyGYN7yx5NIyIzkoAeq9rbXGJHEGMWQD3Jvnkc0ZAOD4jUZmHG9HAnvX4OpPxkoh3AC0ps9eLeHc8+QW3BLDqo5oPEiX407/4N80H3/kD2hcDvq1qDvD++d/8dfMzgTcKbrMLsDwmRq8FvKvyvAa+QlTrlCE5LOkDjh/z9EMJlX7doJ+cX29+9w8johEqyubXGlm0pBEgyShaqF5HXimGobTIqFurmKdjSKdKRj4jul4GaOQsd4B39k2Wxwp3SdK/BfQBKjPvthvx7s7TGPPxZzmHw6cA8vpqnEeHXgB6jdA0QzTEveYEdFrjSbXW8s4jErwrKqey/0GUWxMYljzzEkE/Ye0wgp5R83Ke+lOg7u/a3lq/kedeLLJ2BCfmbu9iGncUqNy1sN5hAWWsbTHWjXhrJEllDaM9c/XjocofD8FrGFJR7zuj5bk2Fpq7QCkcGemoqiXUPE+C9jxv0uiLQyuOToOrUuzDSCtzLvwGtjX/y1JHhYIbgj+CbwPS0mMz9zzKZynEZzsWmnD3WpIA6RmjH6X489P+cB06IjUilfFl9BgVt543IJX5Ygkvw+sT84gfvne3+ejH3wV8/yBspyWi2Y+eLlFjm+AEOYsKtXlpAu9l1qPNpbVm+9lyc7wOHVyKJnWJcTWVyglS4FUAhoZ5PEoaDCXKcJINEU0aYi864XyD5u9CKx4n6j2BQ2SMazvceBbA+/nDX5D7/RDdYOn3WSYuU4R0qhQAVtre7gzgzT1Zls08b5+VvXLovAuquU4J0wqzXy6MeMtyce8IXYKa/mDJNY1vI9YXA+/IiYg+KWMjRJuyPF1E7cujJ+JtYr1rAMdax9sc76CaU/t5xDaTqRERb+dHAscEsRnxVt18hn1DcbXZ2Sm6fK9ZX0P3ZfUhDl2BN/oA4dypubfdNd+Vp8zu4i/jfPukSOzqdKP9iXoPcH3qcyR4rfMtJmDnfnp/qXMgrzevvTJz8kjTocItd0y8G7HMOzP3m/duftS8O/dec2f0FjXdqRLAfUdFgA7w7n5LrptEN2k3xx5SaoiqbTVPN581X6x81jwg6r2+95R5htNB4B3rnGtEtmM4SaMcW5mZpX37bdPLgXf7ztORmW6GBGbq6kzO3WhmUL+eZi+egMo8USLek9hj3XJiNeIt8Ga/iTS36iDPcXtZxLt9Jf053v0d9U1GvNNh3BpzdSyXi7rM1j4NvJPtoDMyxNXOBN4whawCgwN9D3G1BN5EvLdXu87IskXqALJ02Dil66bRVRhDTX/YcohSzQHb7iVqWlhq0mofuRfroDLqri4Fjk5tRDUSjI2bVsRzkjTCoeLw9lZfCni/bMS7v5GvA46uArwd9Hq2e4H3bJQYS+CNh4mNVkpHRr7TwzQC+M6I92vg3Z6kr5pq/hp4hy0RE3dQY10Qx2K9pao54mo9Od6CvhbFLDRVXSzOAd7bRL5PMEJiHCukRr5JKJuTMzYKxenqwFslSIC3NVBZVH7XgLfjVyArFUlAmoaqBnWpu6wxq6echTNzvRP82Bex4UUkPAGNrwVVvQDxNHcGAqDXch+CCyPVtZyYx2ssGnESmLjJC8IFcopuBHBn4zAPyPMYWfV4f7ekkZu3JcTGiWIobKQYm9F1NxrPZfkxI+RTAP/IcfVc4QTQiMBrzhq3RRTe/NlZQP0QuhYBuiNy0mswvdKI93WBd3GItP3CFYBq/LZzvAe4vz/7i78M4G0U7sS6rjXHW+D9t/+x+dn/97dEPw4L8MZpUcTV2uXEzqKah1EjrVmND9pMSrf9NYkxq/MjSzXpbNlvFp9SsobnING6+0S8R+hDaYIZOcZQpb9H+fwt8vEnUbMO4BkOs4FmDVX7JWi6Aohx3hs3D0wnTQHeZuprBCcQF/ymAJfj5oAa7Y4TI9OZ85xU9Ixq5/VHNKkuLqWf01kXpm7a7G0My0c0Rqthk7hb4F9rJ6ex5/zPt4oDQPs1zidQTACdubFSUqW4K/Zm1L/mHwu+fS0FAwXpioUZWdewjfnFXKwlwjKfvpRla1FBO34E7zno0glC4mfPfTmiauTcey+/x0DzQFvaZ12IbYh0TAVYD6E0AbvgK+dL1r2WaphgPEXUSgSkCKrF37yX9Phs18x1T2dKfF+gxRQHy3U8mjz3BH/R/+C/UgIpEXsBW4XBEGeqEcAAE+kEiL6mT6Rahoo5TlhhiSrXGbpUlI/1hmhyvMd3DOGgGqOc2O137jVvvvc26894s47g2zrK48OmucDeUSzP+91nTdI5GFUvVjeaAfas+fm5Zv42YmATpFzw/TusYdtb9P020dgdUm52BcbcASkZIwjdDhIAaVCrHp4gmju2gA02C60Y3R3o0Psona89+mWz9vRTqM4YyKyfnRrppX+MOkUKQdyvs4rxxJ63Ty78npRz5m3sf66/jMdOjjef/+0D7wrIuyAqqOZ9wHu4iqvNA7ynKvCuY12njaFnB0qlmgO82SvmZHkG8MZxuP4E8P0QYU6AN6J1OkODqRJrQRcEVcXvAGpFRO0EsB0Rb54nRWRtCHGMBFAl/looG921o3dhCedTfE1xEoTzLnefnMcRwgvwOzbE+JsGeC/Auph/n1xvoo6UFlPh36hvLW1Y1zavIrXKc52kWh3iag053ttEvBebB6ufNV88+8dmefsBe/CmvIAA3kMtoC0ozrj31wu8h3oi3uwJAO+gmsM+nMQJNW7EG/atRJEsb5ziakPsKa+BdwzWzv6Uf+U4bgNv98XdoJkT6aYUomBcFqICr1LN96Kc2GngHTMqwLdjjLUOZugUugrjk9TnlqVTgbdCapaGZG0MTRfmkrZ7sMOsTBKl+nDIG2EP4cpMgZLJkL7e3Hv/WQDvSbxLczdQE0RRUPqUwDup5tAAWJgVWVNc7TXwLsP5HOfla+Cd7XOtR3hTT3/iShHvR6qaf0zUQao5q3EB3rnhJWUzbC2MSTdLqTRZTuxBs730CLBsjjdOJCKfg4qr4cUTeI8xBy4D3tKkFJ3ZITd3D+NKdVkjfL8rwLtHWE1jl0hRVyirjPMKoMPQEDccBThPw+MkwHMVVwuzIVg2CZQVYLMfIuqtMR65qSqs5uatsSfF3I1Aurm2cdT6VqGU9/xdQ9bPqHwuoPZ3S4N5Tv/2OxRi0hA3mu77EXlnId8GuEnlNG3G7xkn0j0NgDMCXg3+nW0NaqJeESU7at764IOS450CIl9rjncB3kK9XTzNl+V41xnSD7yDyqXRjDFdxdUq8P7wI4A3EbNjaGBt4P3xf/6PzU///sWAd1LHcoO3nxwY1v+doh66qQVRZor+t5byyvJis/zoEY5wIt7fT+Ct4NVQ0ITZYAEeo0SY3rp7h7Iik0nTdrYC4Nfp50fPnkPhPQ6RHQ3leRwjlqY65hweeaSBXBomnT2pXL0FEFpZXmZubpOzth3OF8GnIM81wmizm7zR9KBnFmAWKuIBAuO28n9lbZKmHW4kDeqCAJMmmSWiHCtCVlaaAhTz9Yi0lwh1OqsKyCxOgMSqmdRQv6w6EEMxvABrQXtEd0vJtWirAOeZg66jKYB6B4gnII/ay7IRgtaewD/y0ePcJarnIlnmeAKAArJjPZWCnbXXc31NEJONVB+tv6uDKNrRGHOKbgnWEwBWoF0BOd9djo0WKEA7gD3OIqMoA/4M8O1nBPUlsl4AS72UrqxSubYaPSrR9hD+cfzGNXFOBd1Yf6zdbHkuHQzSygXdeZ+yMjBSQzWc9oL9N0T5m/F5WIGU7FOJ3TJlezizFCgcY42xbJqGpOPQlJsDjFodg86VW3duN/fffqtZuHs7KOcblDZcphTZ9jIVGpYP0E0jr3yb9CXE2FR4HgGoD0DlPILWOQTAGiG6Oc18vsm6OLS7QiT9N80SUe+N5S+4XEs0WoonxeROAnR3833DAA72RZYOCnVz7uvbArwzd7Qd8b4C8AaMCbxTXA26OarwJ+GAPx94awtMs1YF8J4ReB8AvJ9SvhLB1e0VPkvU1+lQwGrdA3J2JiDWgRfrAKrNUYYP0L1P1PsEuvkJpcUy4p0yUzkSY5K3nHZ9Bk8F5h1WR13VujMstCyIeI+S9y/wfh/g/d4NgTdltwDeoWUg00ABRh1fOphirrgqycxhj+McB7y2w9cvMzYfE/H+auVz1M1/1Syufcp4gJ3EXE/g7XyTWu80yaSdEOiLhiiR8D47+FoRb9f/wg7KiLd2WJtqfhHwNuIt3fw18G4twjnSetZl+y73Y/eH/HkYwHtP5zQsjQDgrGGWNFXV/Dzg7bljLLiiD8OEJtI9PQcTh59Do6TGRHTbWmAAaMuMws4JVlQB3uqjDKj7ojOTPWkVMdldU4JMW+K8RrtrVZNgqr0M1TzpPdd/5LRse6bzlfMj3qeRS6hxVqvB3yq6aVHNPcKIdwBvxNUUWEvgTWF0aDwJvDFyiXiPh4fpooh39xr6+r5cR/v97kYdS9LpD1zYaBcdf9m5LvxsLJRt07Z7GW1azRk4MQ5MMHO1Hs8FrHWbp0IseaZT3xVG3unH1b71/Ga9Dpui/yyVvnn9ke4N1ty/3k9fBXh/BfD+2HJiAG9LRKW4WsnxLqc7ic2sD3gvftnsLD3G+7+VtCpyUGt+t6rmXeBd6JQFaHTGToAdaXh4D8mJ2WMRMXduoADv2KRyYEdffVPpAldqf72JnbGaYPmsOpYR+S7Xn2M7VagjShSRuMMAwBquAnAj30bFq3iZxmaWRyK3x2h6RLWt44zYWuRc8nfJlY2ccRwnB0SedtkENIxSCGS/C7CjFvBYRLqNbM9RgcH8bZ0BE0R4V5aWg+KcFNecDV6r+Xy+bpkxQZ8ibBoIOhbXiagqdjQK40HAcvfNtzB4iQ6bmhDRzxYN9tqd2Lv+dmmH2UtB649tDOVjrkngfcJaeytUzYnka7zF2Ok/T3emJ/5xQSBS9rUC72o+Juh2K/F7TdNwMMkosCyTwNv70jliBHtnY7VZffwIp9ZE89YP/hjgTQqHUZkAfdw/UZdRcg1n6JcF0jumiW7oKDkGaG0wvr5cXG7WMGoV/QxDGSASYm5SQclPl36sKRwOgAJqrdW+TV8/YW1YX9lslgHvlkdxro7jYNMO3YEaL/gIkBKlvMwbNEeSc0sr5pzSqX2/VgeRCeG9h1GKQRFUWMbaEcaGhqPzQ5VtqZoRtaWNapQ3VMKjrFQCC+eRBlDYr+HIqJT4dkQ96dAuNDFfPVQQH/8K1bwC6RAEq6C6lFjTCSalz1rb8V3mquczReOy7Frkn0vr1zkQzgBdGrnHpGBcUuBNaE3A7nHl2GqjdDyndWfqGj4xcgS+sX54DwUeBwDmX8k/tx3C0RDAO50fEQkvQm9Zwjyp6hlhN8KXDJ2gxft62b+zfJt9UVXfMzIfR0TEO6P6Xq11mKWZn1ibmnYN4F3ig7GXsC7YVuFy8BxSInEq6RxybgbLgoi450gg4FhyDVIfwxrP6RB0jbrzxr3m7fffa2699QZAeoy82n3Ug80Dh5WzRPT72XqzubzerD1DRI2tbJT5Mozo2uH0LQA4qufjt5lXN5rb1MKd1PG0hgjSV79oFh/9AoY06x/5ysNQ4nUwHZP3GzmXAfhsngTeB+x5Rrcyki/wTr0O12bz42Otl8ZNJDHmeijBW64tU0IEqu5zVdU8Vd+df+lgCdE+zhcOFtsxnJqZWiGrKcQIHUNlzDuyY50tdHWdGUk1F/0mcK0rnvPIZzihzCUt5cTOAt7VJRdsiEIddNgG8K5Uc4C36WEC73XKapnjfULE2+EaEDui3q31NkZMzj0VzBN4cwpAt3TzY/O89dtEKcgkbES+dyeiXc7VE2lo3WFd63Oi1I0ifibwJvgl8J55s3n/5neaDxY+aO6MAYCMeJcSv645UWrNvdBxGGPBTsXJJDuJTkW5oFmi/x9zvw+J9H9FWbFFanrvbT+njN0mqQ+q8Fs1IuvD+92xVAVYTsAce1hcY9caDTuwdW9dGcVyL+0f3uIFwDuFnjPH22j3BI6oiHi7LkeJ46I51Yl417Wz7FXlsnpYw3F5p63n+tp5W/xLU817vtJJ1R1Ttl/7knqJ5vV6+9r4jObMl3Kutx8Z8c4a3vGTPOsA3qY9BfDWaSTVHIecQSQi3itF1bxNNa89Hel3iPmNsyZNz7+BrUzEGx2ZE9YaWYKhHyLoDgekJcYy4j3AmHL9kZkjw2gVSvuO6VeCbyvfFKdu3WMG5v/wfz4L55x76+03anTgSge3DorFxbnSmXvtS+g1xMoWmc3eOiyBd/dxIfDGiJ1FXG2O3AqB9xRG0IRUcwwm63ePYexExHsM46JDNVfC/+xyYvmtp7129WqSBtMdIWeVNbqozb4u4J3feTbwvkofVqrdVY6Nb+rpoliJLv1oX2WKzvHpyX/BRwypy7/7vLNfVhLh0qs6o1LAhcAbY1yq+UNUzX/+81+muJqU5xbVPFWS8+FG5Jwyx3tn9WmzKfAm8n2M4R8UaWgxQTO3jrflSQRrLPQKbYXxV6K1nd1QIyNsVKIUnHMfQ17gExHvtBfikfTJ7t23F/DLHETXy+U5e0Npt3v9vlT0zlrLGSFOL75guAeAu8GWOVoj3FGPu4j4BKFWG4g2zxyrBClRw5bvsGZkpR2HiFqojKehKqARdGc0HCBERFr6t6+tE6lWxdz1QwDnZhs2h1HSoLo30ALXg2Y+BlAN6jjRJ2mTQVtX8EtBNn7uAAhdZ3QgGunWxPN3Qb2GoV52HQVGCaQwzxlR1aAOY6ULvDvj6Nrgu9sD/cA7zRmNGPPeAd6kKwi8q6p5F3gXwzEGsktEd30K4K11pzNk13Jiz6Kc2KuKeFtrONI1HMtlPHsZtrMeaqnllZHgpq7DVuBh308g2La5Auh98CnAe6p558d/GnWK69kEUCMa9M8fNYfPF5s7iEvNAbyn5xComqMeO0D3AeWZ1gjPzMDEmiH3bxyq7wmKvCeDAIZJo97WJkU/gPnqdeiYmWEs6MV/+NWz5in1lc3lX3v2MMbJDP2rA3mbskyrz54yZjHizMtFDdma0Tp/1onS7zKXJ6n5LlhSk8CyQUM4nzXIFfAytj3K+qAI47ZUUyJRmXqliQ0Mj6VH5xLnZO+09XRKRYTdiJSgKeZdPlLoy2h8/h3g074uP30tlrMeQ7dAgsi7dCDk8XFIAevxoieqOeIlah4OHSN6UWYtlaojp961wdeKoJzAUeCegMloekbPI6e9VDcIwF4+GzdQKbqC6AAoApVyX7HHlDztHEg9hmIeVm60TpgOsC52T9itGbFWBK6WRCvmdsJ6nTDhzKvvFy6aNWbDCdC1Pzo5/8XdUMWEulPddkprJgTpGCPmMNtH5kVLnxS0D+IIihSMGpFvrfsjXKuVHBZgdtx//53m5tv3m1FqSB9hS22hfL61Aehe3Wk2iX5vArpXHj6P6DdICXB5oxmcfatpMHCZHOxRN5uFm280k+gmjJAuFt7IpgAAIABJREFUo0jo8wc/b7ae/xMR1+fMS8C3OcGUIjtuLNcoAFQML4H3FqrF5q1bLk0nU9XryHSirFiRGg7pPEgBxDbwxkjWmVPKiTnWXS9TWb+UqYs8c/4u460feEeaRRmvupUyRzzZEJGigMEe6U59JompPsGqcowB9odIDxumPczv9jkMY01HjekfXS5M1w6Nj/IdM6qaY+9mObGkmm8AvKWaH9OXDpFOdLuMyHSUljEYA4K5bp1iaOWHAu+dArxLWbEAQc5hx03cbJns1/pRAG4AWjvDdp1ubhHx/vDWR813bgG8RwBAqpoHWyDbTh0GtUpCvE/lfj5qaUiBt/ndWzguF2E+PN1db57srDaPWYMXFx9HidWB7SVYSJTmbNA2COBtW8dOlfM12qE9n73Btq1f2qgPhMfM7rMxY+zwen+Od6qaK67WpZpPqIBdyomZBqGTS/Cd4mqZ+tQtuXn6u/oBeLV3z9rSL7O92l0YjtCLbGfvsfUlMR5a4/qy77peelvv4Ir5K/A2/aqomssktIpLCqypPQLw3iHiHVRzIt4hrkYd7+dPggGiw1XgHMt1rL0GN+gL5t3UjTfAi3cicJXAG0efTjfW3SHXXsah7WxwQUdOsMHCEbDXbGGv7RCsiu8tVRb8rqw6wRrzzwF4TwC8VTXvAm8FPcypMBeTaHelml8ZeJ8PusMueA28YyC/Bt51BT/t7LgW8F4k4u0k75iymQ/YeQgY9eir2liA9y453seq1ro5quIL8B6fIY+OBWUYQz7yvqUxXwC8NVx2LwDeJWmlcxnfRuCdFO2khAtY6yNr+WY7dp0E2agaawJ1I9lGnipdqJYGyyhU9mmUJGPhF2wHkChUc8F4reMt2J5DbdyHokRRpoqo5w5UTPtHcGzOpJucEWw/KxgS1GjgeZ1uvEG1FRiwuEtB34KiLg16lvUt7i2i4xMZ5YciaOTLMmKrAHnFr9768COAmJGsrK3cphmm4fBC1lPc15nAO4C0wHu7RLyHzgfeZbPuAd6eNxKjVNaVav7qgXfSqPOhsybbIfP5wynCw/7TeXLrFurL9I/AW4NoQ8/5l7+JCgFv//jPcGgl8I5sU6NqiowxD5uV1WYB+tqQfUK/T965SZRvonm8tt1swgCegYVitHtymlrrBKmmZk8QasO5Q67rLuPCmuxHWJZjGAA3b93GYNinrvLnzTMiiALvzcWvYsOfv3mHqA7UXtgu+9ZNp48nEBSdv/MmRoAKz9DmZbCQB2tUTKG+Teon7xERmL0NZZ++WlleCkN7CifC/K17zQoXyOiOyGE4/qwDHIASBoiAXRBj3i/tpQPLsezT9agOJ8VlBIkZ/YvREs80nAojKN5wMta9tVj1pW8q8Cx/5ufjI/6/nDVs4hI3j2iT14uRUyPZvB9aGoLywOvS1UueIPd+FFFvKe7OnwLCnW+WXgtBMyMaGZVMUO+5k90QObPecy27Fiio0t/rCPPeKkrPkeL/04naBd65KMXgbzkaMqKd7eazUN0LjT2j3QV42y6ZUNh5BBs9HuVby9/5V+bYOjYTzLg+4HuIMk06JWT3iMlTfLaufdW4n2CNmZwkL9JI6707zcKb95qJG7A/AOMnMn10CuNMPtwiGgUA33hKnuVDHEaL0DF3OecEEfJZ6OkziK5RcmwSiqdlfGZxVo0obvjk02bt8S/Z2z6H3bDKmHONtmQjxq+tEtFln7iqqPtt2TUj2DpdApiX/fEi4K0QokJrsh9eLfDOlB7bLPQYrgy82YPGcfThkEjgfT8de7R/IYR3x0wZUym8aMR7huoWiKuVOt4bAu8NqebLMcYjCyGU8nMsxowrvwcICWdWBd6MA1ID9gN4x6SJSHhMvTKiLnOy9wzE9pjUgVC+N6sACGTGmgVUzQXeH936TnMXFsQ0JeeszhKsHZ175staXjXaAmDr/TheOd+OwBuF/sXDreYZAmurR7vNM0QAF58+Yhx9CYvicTN+jCApR0JML3TzVB4PD5S9VadoBZwvC7xxJutGrOJqr4F3dxC8lM3RB7yd3zXHew/Nib2Oqnl/jjfAW0fMFsA73SK5MjoEXFdZW8YmzfEWeN8kum2ON+sNompsZJHfbZ63TrDcyQiIMGic6cH2Yu/YA3zvUq5xW7BPgOXASgvBjCkVKX7fgbdGwSQLusJCszfIF8GrOolIRc3xltphjvcEHv+U7ydSERvMRRHv18D7vMW0/fpr4F1tnRcD3lLNf66qucC7leMdm14P/SOpn6o2ngLeGnaUNRgLYbUE3hnxPg94u3nrEseYxBDZNzcGes7BDnUw+yLe31rgrYHNRpoR7DQwqvFVqYktW6PkVWbeYpqmaYjUEmKVlu4SqyGatF2p5HovszSZn00qWhokfm8ehxARXlh/r4Jre4Bla0ubP+nnzQH3+oxuWlokFM5p9zBwOd8KhoOCaiFqBICOSKaGR4nAm7+uY2EYz/jaykrJ7R0G7FLajM8ZqfG6b1FDe6QA736qed7yqwfeenn3A3hvYiidA7xbXvVTEe+IchJ1xYj6JoB3RmEz6iHw1qGxCZtAJ8wH5MjfQjxqg77ZhU2y/Phhs/TFP8VcevvH/wojeaFoIOCMIe+c5JBmHHrsFID79iR1i6Vs029bAIIVonJPV8wDa3CckAo1N93MzJMne3usuX0PR9kE4wo7dBfAMoTK6h7CVM0RexmK0Gur282vf/NF8/gpEW/YMJvPH0ak5ua9+0TBv6Su8iOsUGi1RAwn2PMUZdrhi0bZ506sZ7yHpgDjQAfQLo6gHe7nxt2FMMrXOZ/R6zGAz41b95tdlKgt16bwm46dI6iax6pFM6bWVinHwveqzKvdamrEGBTjSZwKjvG6S2Z5Pml5IqauUrhRxKRVp4Bhh0FXnGGpIp4Wfo7Njqkf2KATm5KxU8F8fGlxoDh5VHEGDOfEzuhEEEtd33wNh4Y/mb0BRmqudy2P5nFBVY+oeoJu1wfnnGW5XHgzRSVLsAnGmfwBuhOo+1kv1s/lWpT1n2XNYPgHQ6cFwIvDICKScZNendcbSUP8XqPbeUvp5M926pY+S39EmwpbhX2iGTw4cspbR7jmR6pARhPtJ6+x1kcOtX4j3qq+h7J0dXjgBFQQjfExYBBjjmgr4FuRtXHEvYYUFTR9wj4GsB3tkO+9sY8o4Uqz9JRUi2WE1HZgSZBHOQzoHgxG1u3Yp+b4fcGxtY0Q4Vfk6SK2trvxpBkm6m05P5XF/acooClXckSOiXQacRJ4S/lMx0bqcvhsR7wDgOrMNDoeJdqSHfFtAd4Kog5PVeAt7XXBJPcS8a6Omuq0SdyoQ2ySNT+BN148xuPmxmOeqWpuebHqzIxxW6ZUh0atY8o9jDcGRbSSPwDdB/TbEQ4oFol4rzsXyxjM4XjNRyviHZNc5/IQzKA7zQe3P2o+RNn8HtHvaUT3UuzS+srsj7Js1MHw8viYzwDeXLgR700qFTw/2m6eE3jY5gZWoP0uIYL5/MEnze7iFwBvdFR4Z5C20GMcK0IBcaYJ1UebRdu9sdLel0W8ow1zrTgK4I2D0rJh9kup453lxGAewS6aoBRlRrzZNwrNPFNfU1jtdcT79NDqj3hHjndPxDvreGtn7cMONIiUOd4JvHcL8I4doEayZAoCsEcofTiFM3CcKkDqIymgOjgC+EYYMoC3JcPCmZb2iYKFQwF4srTdPmuQe6ApdtuUc93DIWiVhUhpYc0h4v2/dEdaz72d83LrmFRPvf7jelRzz58TtIepHOO/dY0t75QTJjdJKAB42icRUwtxNYwQQfg0nkONhVQRNMe7H3grrHMR8O4udmfd/euId7bKa+BdRseLUs07wBt6lMaQRlyJUGQEo5i2EW06D3iz5GO4V2G1ccRsRlA1H7QsVY14l5zBEmaJRSjAIwZJFaQ4IuJo7pu2X27W/K/tTwhDuDsfL/OCX0ZB6v/8VY8Pqh6NIZA1GpdR7QRTUWLHyFTHy55lwlxHEjwrXJZUzWqgRZqIfxtFLp+LKIuRbnOKWOw1OiPCx/vSIIOGyGcq6HfTDAE0gI4PI9XTGEUC6Miv5LNjRAkVWfMcRr393a9WgG2DqKSfNRolKOrUAOfapRWuElH1oaG1/OwZUdI9hI7usehTh5zPWT5R6DHiesf5DF9FnncBKLWtXy3wToDxuwS8A9YUJoORzFqnfWOdTZO+/uijj5o79+4162ym6+trzeJXXzQrn/865tJbAO8RgILMB4HQEUrrnm+cKNwsoPMGBhYktchL3MXAX8IR8ZS8/T3yJmegfc/NT1E3dIDfUUG/y/G3JpoJIog7UHUPkOo9OlB4iLrs/Fwk0v3wIVRzc8Tp7y2EFB13s7fuNI+/+rw5oFSKBJkRwLHaDhoSu9DtLF83Mko5O4CMAHEYuq1lUIIaiy27j1f+mOsKK5TPTSvqRM6t9cmNWhuvPoS+KftgHIe22hNO+VnYHLI31BmYmEHkj+veIOJu5NFc4dA7YG75HGTMZ/Sb+YFjoDqkYjHha41sOS+qGmwIxmlY60wrQnEOK4Fv5DI7Pf2M6ROaBMUZVRQEYvwJPmLqBugVCCflOCLwWO+WYTJaluR4QW4XDAdw69gZyWZIEG2Eu1B+I1LWBdgRFQz1cF9zffEj9dwFhPN3UBAFOkF/yrkiQyRAfJT8AiT5PZG3bmkr1zPXojw8nYuAFaP0RuvNc8YmixQXzi8tPEXWkvoc4ndVI6KIuaXzoqzbFXjTX95BCBOpiB4OhfxSjwyDs8yTSnnWsWL/qCEh4J5dEGAQ4LiBgBrg2zkyhgYB7kfOe9xs7xDJXsOZtrzdLD0hRYqsGet6D08hsjbNuJu5Q/rF7ebmLAETgiIbMEeefPGPjPfPoJyvcRacl2HwKloUNT4i4n0MIyNqz1tGzQh2XDc0ZIE3zjPvNjQ4FJKjDSLFQOE+wbfHM8+t3hFjhM865iP3/QWo5uHAjjN0I95ZizpL1HXt2eIoclwHU8Lv5L4UV0PcaRTKq88A3op/Rk9U9kQgvOiZE3Ov6V+DSnOkM1Xgvb1B+hm10Xd2iHjLWPG+Q+tAwFHHZpkf3rNjS+BtjndRNT/YpW0VVws6dpd5EeO6gpZoaR9XwA5xyzJF8mfuPTqfT5qp0RvNO+Z43/puc2/+nWZmjFrK1j5nXFoBQqf1iRRzLsN52wbeuvu2AN4rjIFlmD17RKu3AF3m9S7iJN148ptm5GAdrgSCgZbYk7miO852KHO/Xv/LAO8ksVwEvGVPlTreMKYSeGeO90jkeJvuU4F30s2vTDW3SV2bzoFnl9lSnW4sPXk51bz7iXDJ9MCyi8fCS9kcxVlSqeZnAe8qribrbp90t93I8X7aLAXwXmX4p2Bwpui4YrOSuJ9QfncCtokRb/fQIcqWKqI6IPAmkDUY5cTcp5IpN8Tak/qkKYJ6yPg7wA4LYVlshW2YZvsEDw7VnnAdWvij//WMlsnJfO1H9YT11bXuP8/1gXeeobdDW7Qt36s53+W7XSDMM5MSYO3uOUC3zwDeUAItJyaFT2G1BN4jJcfbiPdlwPvUHfW88Bp4Z3NcBrx9vz+n+1XlePcP3+ssNv29+1vL8Q5xtV+ySAi8MTItNVIe5rTFhhUc3wuAt4Ydi4WKqCqad4F31vEOwZigLSbAzImWEZQjDOea4y1tPUok8b0dinKf462Xau51nb+CXLc/rgPku/GvNCrqd1XgHcZjubQwdEp0PAyeTmRLhwUbnzl1vBa0c2m1IR6VAE2jTYPY/FcX/wDrnNlzG902AuhrguYa9fY+fN2fNR9barkA2ii3i7a0dF9LQA41nH+Cllo6w88JwDcBNwsLN+PaPH6eaJORd+uBC7YlP+2gOuz9Wo5sfIo1D2XiEBBRpKbLP43WeKlN8IzuDmryNxTxdtcbIlJwYjmxK6qaV4pinVWxb5bIq50cSvP83IBqbhvfvEW+ITnaB/SRYi6by0+b1Qe/4XuJeP/kzyIf0ylhxtcJSNZxMKLaqUwKSvF4LiOGYShy4C50uH2iSLIZZucsJwbQOV7BuNxr7rw53yzcvhviZtvbai2QejAs8B5ENG+H5xa1eTeg61KPFFASauJ44dfI4T7eXGkm2c8E3mZsj+FsUxhGCDAm8Ia9YrmliOJGGT32uwnryHOfRPf9HAsGAIroI3ml5CcEGJZKd6TnfgflfMb+GsrqgjkVsBWgM196bh4NFYD3KpT1bQyd2dtEDRjDahAI/h3PltBx/BqJCC0DDM49KPU6qqZCewWdAtpMYZwA4VyftGcfgsrUVuBufImfIfjFWqZjTAdYLQWXxyWQdg4J0nRg2kf7UO/3YAHYNSdY8GHEB8hO4OP6WllFCeq6ACXM6YhyFzAdwCGW44w6xgpZItXxs+qTVEDfXX8yu1QQJsXV/HlBsgJ4AiOZMlZD2AkF+0OAzx60X0WDXMts10yhUQtASSkE0NgnZgg02Ibj6jtwXJYxxCnIsRO8rqCsa1uUcKr7SSDzZGS4Jxyy1+xZmgdDMcqCsY7sqHDO365ljv+g22cnRJ/oRAkKMG2plsQ0AHwaADjMzwmA+NxNouDo61iF4Ig1SAr6FqkMTx8t4TAEfCMjMjhEUGTuLYYfpXwA3vPzAHjEKLXvNhlTSw8/JU/8M4QzFpvRkx2APGM3GBMFeCMedoiCewBp1+Soxd3Evego9YZ1UkXubOhHZB57N8+71pvP1IIA3gHsr5/jHetsDJxe4G2fVMdFd4dMJ3E7x1vgPcSaMgblNcC3jBqcVuZ4Z7u7/xfne1m/7TsFhdURmWNPUWl5i7roRryTau4+5njNkn8pzloejvsKvFN1jMwS7GjKMh3xU0VzHVsC8mBeBGOi2B/h7K5OnF7skBg003f6H/W92H94WgUT10FzZ/qt5t1b32/euPFBMz+DI4b1yLFlNHhkHIciY1va/UFVJufU5njvAoC2uac1nG0b0MwPuB+d3utLz5ulR582qw//Cc/3YjPB2BlRCC80DJL1kjm+maebzoByH1ehmgdk6rvvU8B7kog3jqTLcrwDeHc1pzLifT3gfZF9dbntFfC52AQtx8yp3ste67H7/OQFwLufLZEuoxd7XCXi3QbeVVwtIt7PusDblVBnYlLNHQPMdaLaYzidJxF/NOo9TNlSPIIhvKY9HcrmsoMCePvEiaxZFba4KUikZujQo7qCGjc7pnix70a1BViLv9fA24V3EE/ZOEbofAt4B92cCIQ5boLu60e8+wdKd/HzndfAO9vnMuDtBO33yv1+Au/TG043xzuNsp463lVcraqaB/DOiHesUmVdjG3vMuCtPzci3kk1N887It6xkQEsNE6ruFoP8GYBwXjZRlhtHy/hMd7jAaPDAbw10s7YRFsbTx+mO73h9m1Sly29VwXeHhe5urSTRngnoh2AKr2aQQ8qzwq0wxDlmmoeYBjLLqhavm7K3HtHZK1cu4Z+jVjXWsphtJtbC8B1wxcwCzZ8mH9ktMU2N29YwbWaN26U2+/Yw9lhnrajogJ0v9fc8AD7GAW1HvkOUXFzjicoY+WxqjhrbKnoaSmxKYQkjZyrgj0PAJokF9z8228GeH+zEW/LYQ1hsBwDvH/2d5QTo443bpEL63ifB7zDKGbsWI/d/lqHcSCLIHLzbT/6UrrjIUJOK199Erl7byuuZkRK8IVRasTbkQMcRJhQkRVzvDL9IDFaRqcGpbUBmM2RHRgyN2yVr16D6oZSNP03RjTkEKQuQMHkJGqIMY7IizVKE3g/IW/2KedhsDKf18iDP9pYoR4uxoOiM4DoKVOsqJu8jffd9jEaO8r1Ozb3GBsCkan5SUqgrCBAJGjnOxD7cc0Y5mmOd1yvTgTWAbinzQ5rwiZ1nFW1VjfAmuc6jeatWQ5QstyZ4F7g5d1uwhpQYVummQw0543igLaHz03oeOZR3wScTbNf7wDS1/lMjXxnFQDSLLBunDeC9W0YHRrJCg4aRRdeO+cFfe7tgvoAB5GPTa/QRLdMOcNRsAJNfnlpjUvzGJ1QCXXDlPQ+A1BkT0UUPfJRE1RX0BOU8Q4VPHPVjTqap15M+bIR5udCuMmodFnsuqJUWarNVta/OjrMz1Ep/ABEfh7Q5tvr6AEs7xCtWcVhQClCxtw81VqiVCFgYwD67DDA23G0ALvvzp07OHRYUwS3sBhU+h2GEj4dbcdncGiEynpci9ec+cchGMTvh3xOcC1w2dXJtLkd9bw3OZcpBsuIHMrcyXJlgPBwbmQEPpwcnMeo3YgsnylYEDfRGqDM2DTOq1GCH4OWuKSPVLZYXoE98mSVPG5o4ltoBIwjrjZNXvMMThscXaMz9ic/B1BKh2Wx9Dn53pQaa7YB37S1qYGCSbjRXAegm0hmAm8NYPsElwRG8AER/Ihi60AN4B0re0a8LbkmDVTncgD2bxp4p+OzC7zZJyrwJr97bJ40IfZu9+wEq47WHKOFhxD96NrufjOvrhHj3DSLbcpqbQTwXgF4k68va837i3rurchoD/B2LWX9wNEj+G4A3QqthYZCCbCF8ysmRXE8dUyCMqqce7FXVkB+9i7fET2NOchXHI40U8O3mvs3vtvcv/3d5ub8W9jwrEUh3ogbBOfhSCjvs+aYFm6Ukc/t8/ueed4o32/RPttB+cV5xNq7wxq+8vjzZpmUhf3lr5qR/Q3SgFi7ImWEFbGAbsXWfjvA+9VGvH8XgHdZXS8z/c59/3rAu1tObAlhNanme+zfoUbumuxYLsA73KPsmyOkekzh/JsAfI9OLADGLStm1JuIt7W8A3jnvjLC+uPa7VrkPimbYpCxNxjMGdYeAPcuDusodYjz8p8H8MbLWqnm0xggUyz8RrzPB96X5Xj3j4XXwPus2XEZ8D7rM7+XwPuMG60jJgAg70cWUDF4tgrwrjneUjrHBIBh5OUjMXIxFIM6BrBriauFqrm1t42glIi3oFuv+SjAewjjugO8a5SvDbxdhATeRvsCeFsrGEOmbNSh49Lnwe6NeJ8G5u1muNzr2ttoVwXefqpGnaOFNC47nuveawpzoLyvMeZhGv8+IqdKiKLzrjomPHehWBrhzn5Q0TlLjmkY1BJi5sRGbhGAzSi5YDnKUvG7atICYl/LWuF5Lr/T3GEdIVI3BeeeX6AhsA7gB5ioquaCQgG5wNtozipe/QVyK2X6rEJDVg3dSOA632UEbP4OkQMcAkE1j6hsO1egeHPO3eYufiP8Pz2HGOE1ZKLg0U4RVxvuEVdLx1uNDJZx3a9qHvPjdI73n/7FXzYfWMd7DNE6edIlinVUgPfPCvCeWwC8kne88nQR0IgavKqlgmOjo+Lr9NHEo0a8E3gjFFZU/+0rmQQT1OK2D1SI9+Cd1SUi3gLvcSLefxJCSEYvM+KdEWZ6l6gyZUUsN1T6uRqjg6qkWh+U8l1qkTjFj6mze3i0EbmYR1zcMYri4UwySsm1u2dFmTuin7tEIdegle+uPuPz5EbevkPZucVmn+saVkEfYMwbzU3KyI2x3z2Xlg64Hgd0q3osEFl/vhRq5yNTpjqsNgfQ4qzmYZR8auFuMzl/G/cFIM3oOGNshOsaGyJPF7r6s8ePg06n80cwJ8AbM48Rx9EW1+aYjLGLobG5BohmPEzB5phRDJDrcz64hNi/25uUwePfDQDaNOuTEfBNxnawUfinAJwGi+kWll4zVcN1UVFCI5eO8zDa+X0UMGpptchL5/O2u1Ffgdg8cyKAN+kZ+4hFjWNcWY9V0Og4CLp5BdOCbO9b4O3LJRIe0bv4uxjp/u4/x5ULcURfKzU7f6/U4FjnY9plCkwdeIKZUZ4TWG8C7qnJIfL9uYcxHDfk1asKvv50m+gw/Uubz+K8eIO0B2n9dH0zPUxKA+Kw0otvMc9vAL5NLVDZd2V1hTVgK/YIWRyWmAvXgI4Dr8w8Xu/ZtlZET/p6rI3mvmZKiswMdQJch7YA4cvoTtiGm5x3Uw0HwQ1OnAC5ha2jUaoQlvNsDGfM5M35ZgaHwLQsCBwyo4Dqk0lIvxy3sbbTrD2Aev7YKNEkTkOAJrneQ2gfwD1m7pEqSO7vENew+fiLZvPhL6PONxQN1kq+J9LSvRvnWUa8I9odQng6L7J8o85Nm12ROPtBIzmp6Uk7rs/I1ZctFj2nWyQj3kEvNbKvA1U6b8zrdjmxBOwBCq4V8T4feBvtHgd8R8Qbdk0F3o4hgWL34XjS4QHwZp4JvNVl2d4y4v0IyjU53rRNOhySat51vZR9MsA37aL/IRShuR/o5v496FrknleiJd0UpRzPnUdnWyl6GR0AfvYeUvfnCLILvg+xv49nm4WZd5p75HnfufMhjsE7UQd7iLUnKj4Z+WZdH4SxatTez4WqOd+9hxOSkdjsAaqCtcG4lGa8/uyrZunBr3DafNYMbD5vxhkLUXeESw/gHe0Z/48Xv96I90KhmltKTKo5EdZOjrd9WMuJvUCOd8zdVn/0NfvltlfXFghn4oVBkutFvDtRo3JNl1/L2WPGVy8F3qxZGfEm6sxeUyPeSyXHO4B3VH/P1MQYCo7BmB2shcy1KVhfk7N3sJkpKzamuCHsmwK8ZTq6OprbPcqYG4UpPcbPYSbQKMwS6s8wvmQxmeaisrqsL/O9Efa7+S/+t3N6qO/ls8KTp9qkml5nfLbT0N2OTOxw1te3Xyu/9xl2WdO49XBzjD/LpDEnEwPUiPcYXvaOuBrAe0bgDRg3fzJyvCkNMwG1Y4ScCj2hKa5m+RTzgIo39fz+L9/ZPSAXpLyaAFV9AOUyEHHR+y/z2bzCtrF94U2d7t3WfV3vk9HRJYJQrqLVxeeB7fZ3VIBaX7tuJsTLTPCXppqf0Vhd4F3GSAd4w4SCgmo5sQTeH0M174qrZbw5MxijVQPxGAk9G3hH/iZzoFLNNahHKC9kjVApM0YKBfydM8bQNRqXOd47gL8DxEnOAt4aub2yhQAvAAAgAElEQVRMtW6nXjZOr9sfVz1fwDSNh755FwC7MyvTTAgDWgPKYwXezmTFdiInUrXcgaBw2x6CYt8LOiXHCn6N7giCNOhCeKgoj2t4Gj1KdXEpSB6X9ZcFzpbeEQwInATenk96uDRwaY+eT3Dgd/ue4MXIkg+/fwvv/ShRRim+SwGcAG6cdwXgrZiax6wvrZCfy4ZO9HCF6JRG5J133iUHVwp6rS2bo6hjQF1lInYmYJnT5e/M+itjMoaBfVCBd6qaE74L4H2EiM4glo6fqXW8I4e395RlYtg/qpoTcQNkrmPsD+Bo+JP/6t8AvH8MuMC4JLqsNem6XYG3EW8+1cwX4L18DeAd7cHYCEEwfhVQ6NZWtMjXjkInABEfr+fhZxiEE827P/6XARS8liPnYzg1OAf71KhjIQBOsiZy7QLMEC0+kFvJ9m3E2NzFQaI1wIRiFGcUtfaRv1eRHaPVgt51SpXpAHDvuoGo1TK5jISjmynGg/n+GpRvffS9iFw+ASgLnueIhCq+tAowX/zyq9AXGJkey1JMRMVH3TOpsTxFjvfcnftcDdRjUx1gY2hMIPGXwPuJwBuHkNVBYJAJynI8E6EnGh1556i1Gzk159v5MmuUVjDOGBeoB8jluRtJvgrNQZOmf8NgCiV2et/IvBUAaEV1CuYXUJwFyD178jQMqiD3MwcURR6wbr25xJY6gy7oPNSZJr3PaKfEAOek1zdLLd1pDKuob16Ad8YPE3xXQbUMZceCEX0aW1mM1bBKO4M+LY98vQu8BedGPXTo6cRj9hHRrvmAyU1XKRqDLeoYA6Knhpsb8yPNG/ftJ8cgDJaVXWrG7zaLj59HzfZbMAvevA/wxhk0yrifnUAXABXrCSLe0zIlaANnoBoB69D811lfDqLCg2UGy9gzRcWotqJEKphzLVL6oy2MgNOm4/SVjgxz/AXirluHRD9VDd6G/r4KU2GN+bHB/Nzgd1Nb1ETY4r0dxtKJ1RlCQ4Q1B6fCMGXG5r1uxdcYG4OkWJzMCiaJ1y/hPHzEuVaMwiIAirLwIGBzgP1qDOA9h2NrRpYWOgMrn3/cLH7+MxxFjwGEjDXBmEB6wJx+FelrTXYZC6YKWTbMmt1RD6s4U2s/1+MF6vZ7qtt3bVO9Qwm8RfiOlwq8FWSrwPswolsJ2Mumkqvilajmfp3OkHTmHGt3yjzpyfFmrALQOs7C+J60JLoUXvYa5kBEvEk90lm+vfWcPnkE+GY9EHiHNEKmvuSHnUKu1elksiJG1CcHcB+ZInPIrgq9PGB3RLzL+C9GiB/PmdGxasrf+Ua6TivEz68skybnSvmrQ/e2LN4xaRTDc8z1d5vbb3wEU+LtsGGCds14D1udPXAE210gnmCJlZO1Z585RryRZwoYOk5Vlt5EdHJF4P34k+Z49XEzpFAq9zBU2iGo/toJ1bis8717N93rrvfTwi/9JY4zkh8tHc6bYebkJOvN7IIpS13gLcPIFJDecmLJGImUCABdpBJV+zuWney7fjvqvNd7Wl2diJb93X7v7N97wXX/Mb1U8y72KRfY8121rzsjoNhll19D7xHJWvT+u+XEenO8qeXNnN+3lncA73bEO8XVBN6pap5U8zoQHamu1gMwRcdYe6Zm78IWRaR0/CY+fkp7sq9EeU4xImNFRfMx+ogMCMrekdbHHj4B+0b35ohsJJ17BAT2CITtkee9Z3Dl5r/436/QBS3QdIZQ1KWN1pfzXYFMd3xfdAlls+NL2kZ+pXvV766DPileriFZ3sO6fwG8VROEcjeNguwU3uJJDFJpWgojCbyt413VBKNBXwPvU93adihc2uenDmiNofLeWTne5533nyPwfhBU858H8BZY1Yh3AMW6mWkTnAO8j6zjbZQaY8VSR9bwHiNfpRvxBrBId9XIakU/I5pt0A/63Y4iSTxPMLrjXFLNy+op8PZR5+W3IeId11CM5I7Dq0b0vdbifY8NlmfU5/b3jkZE3VsTlJvbq+EQubkCp1igFYayLVJITQqs5zDi7TgVOPsIpV+OCWMv1qQE9SHuI4DGGDbfUuCyTcTI9cjcLimc0nX9PqOt5gBbezhKkWEIHwK4zH2d4Bhpn16n9PQDHCX5vZwPY8NoqnRT8zONuE4TBTNHOQxr1/HS590NvX9bvGCW963p/SwDP5kRbzY/NhwpqjqAFgTeRE6GFAKin3ojNn1rPJdTVUM75cSgQlvHOyLe3wV4o4aMa7oDvI8Pd5ufSjX/e4A3nuYO8H52tYh3XHdxlEYJLf7eo/206u2fUHS2L7m39aUnzeajLyIS8+6P/4vwisMPDQVnFXb98Bj95DiI/UgQ4jnL+Y3q7gBcHU8C74iwh4GVe17k25axW43CAu0iIr8loHpGTWQimgrxzKFM/uTxl83+2nIzwffsWDudM83fBzwbAcdpYUR6tgiLbuJUW+Xz5gWPArylhoOkmynEmYZQMgdNNzO33yBqjvo57I0TcokHad+NlacYM5spTsW4sn0m2FP9siogKL3TOVb/llbuFJsMnQFUzwHWW5Q+s309j8aIAEmtA6P6e4DuAyJu9r/RSM+ngT3OXJgyZYL7e06fHjPXjDgYqT3RQBUkEqkYYEyMEIUfV8VfMOE8jrlPO6xlpHZuHiN47laJAKfrSNiZ0WufgpNe4zalNTIC7vElThL9VaPmFZQnPd3arVlG5oTcbR0r0seD0R00xTT8nA+DJ1Bp+c6Z6eHmzq3x5r2355t7d2HmjUCfXUMsClD6HDVwRS5vUa7r9sI8FEf3AgSpANy2ndHsQYIJAmVB9DaU/R3G2S7tGWOQa5Z4Ya1b0yfivdCIAKDQj0bGLT2n42gMB8gMkdPZG7AEEEnTJsp67HKVdcaQP8uxO5x3i77aoI+NfK8DwC1huLyy1OyuA7432Tss9SOgZH2bAHDPUppviusf5D4GFqYwbDn/0Shj+YgUAK5jg+ORwBqegHJOvu/IBAwMjrmBo2GK9lh/8nnz8B//X6Lf/9QM7CmSxNrsvmWs3jJi1ZUimAowqeJ5EbsrNmICxaSVp9I9zxCSK6C9Akx7uQW8UxyNfdNUJo5VlM00H3/vBd4FhFwTeIfwmecHqJnjPQrNfJQ8bzVaBljb01quACe4CQG8czQK2EbDgWWlhA7wph76GmDziDSRyEUtAarQQ4k8i1pGzz2qANAIQWMbsF6rHF+gd6ZM+K2hg5DAOmG3beiYd0QWGO5+7Mse0bO9FLs+5lLX/g92QaSEWZUdOi/9Pn37/Wbm3oeMm3s45RgrOArjibNpjPHkmulD4K3TM11cKZi4Z1UKQJfij1uUWVz98tfNzqNfN0fLVILAvgm2TOS1F7uhfZ06I6Kp26yCLh7pAb1h3nbvI5eJ/Luraj4N8G7neBdxNQG5wJu1aoy12BrzEfEOcTWF1Yq4Wuwbzr2XA96KSV79cTHo9jyngyjd4F7Hripf2AfLY4940Ufad5cBbyPeaFP0A+/nlhPDdgp2Sjfinev4/8/eezbZml7neW/nHE+fNGciERghWoTIAmVLlKyS/4Jzlf3j/MGusv3JVXJJtEs2LVEiCGCIRAww8eTUOafj61rrefZ+9+69u/vMYAhAmgb2nA47vOEJ6173ve7l2LVTAkk29sBpQPcsZo+TMya+WK/YDy1tinvFqU6wpgu6Z4LxppOI+5QseKRbBN4k/Sx/Ybwda/jHPvsfDfBeILu9SOC5IPDGRXaWrLASzVrjPW09kk6C/ht1Z18x3v0T4pcNvF9nwv1mA+/2wp1n3a3xTnfTrtS8y3gLvH/0ox/CYgG8ozY0OZXYZDtrZ9YuD2K8A3hr9ACzLfB249YZVcZ7IqTmlwNvFwqBdzLeAARr5gJ4E8Dkjhtfg4F3mwO9eKe/DMa7s8hXEO2eGex91nTX2u7aJsejqsC7Gj7G80p2OR1xS1BRNogw7Cm/jflQbkSwaYUNt54wjNE05+LvguD4mY21blSCOOWzrMjhnh2sOW+XzHjKzQNAs2EoGRXg29YqVDr87PsJDM3o+33UfXPJlfVWZ+jtFwAyEowyVrJZk8qACc5lvAJ4F3lVR03wOknVK4G3AZcRFxlngLfsZht46+Qc7Vb6pCs9ydXXAN4GX8F4F+D9Poy3Y38Z0KDUfP25wNtQjgDSQ+OzB0nNvT8V7AbI5nkqD0ygCCKDcZaFFXhTKxbAe2ayee9b30auvca700fdZEuZI0L3SDQ7roqCKogjjsFkiDWIjieZdAPmcNV3lnvuMmwluXVhvhBvH8AsbpGUO4C5nsIc7fZ7bzRPHn1GLeNDBgImLl5zlRFIe2WHdnheCLeZH+m+T4KA50WLE+c1104jOMH5BK6uLBQA7zdILMyFwVa4g+No/uLJfQ7wBLYV5Qb32JIKa649z1n2VOvflXar/DB55NrlAiXr6Bi0rY6gz2SMpzvBNZUNMDEleFS2rvFZAm9WPT0LZMRlE0g2qeIw2N9kXRxz7MuC6dBuICRY4fUqDwSOcyQZnJunAEQDWt9vff0FIGQ7YoGFJYIppdeRhMq0fYaCEd2WR3f96i+paAeSgtrOzwHaHP8pRXYtZQBynM5V77drTwLwKc2UVMUAZseYLwvzE82tGyRz7q02d2+TiOD5Au+Xj3UAX4+63WVati3MwkI7fhhHridzqPg8F9l/aU2Bt9f5GNZSb7pcsxmbwVzbbxZmRzZY2b819dRwr3NdtnepR7R1lOOVPWIew7wlGPZQRhgfaWZX1rpzQRalHicc+xHvs8f6I/u9SZJwnbKF7fXNZvsRnRYA9CYxw+udsTdFolDn82nk5zRubmYxiZzVBPB8Agn7AeZ8JOu2ObexVQDXe+SA2LvYtxbmZ2k3hcQYifmTn/2wefHzHzRneBzQpyx4KtUF2uR1222a/IsJn49aHuBuGqpJA+Ny1zsqhzQeS7TosHDOdxlv6+BtZZbAW3O2rtRcN/Qu4/35gHdAWFUCzJME3oDu5Xvh0aKBYi/wDp44dySZYiZJAm/KK2G8lbnuI6veXH9EKdLjaLcmQ5du/yaW8hhDki/T7TWI4e98MDbhPFEjRNs2z7lMjSyn8KVR2R8XqqrKKuis7L37ckdJ0rmoZU71AO9khiOVZN22xpLnzOOVN5uFN77BWvQ2pRUYXkXJj+CbenYmR66ZJdVSxneA7wq8WTtU1Oxw/lufArwf/gzg/YAElko1GW/2UpNsEaZ5pAU4funAGzJEVZrAW9BtMuGCq7mg2xZ+GcP8pgPv7kravf8XfnfNX1wfeMM2V6k5YPvl82fE1Am8exjvuu5HttUxCCmjPxKtxWZsLcYaNDmNSofEronyae7VdIBtgbdlQsl2T7umM4QsfooEl8lX1yXWbd3O7fbxHzDwtq9mSs0nYUiUlS2S4Z5H6jZPNlDgbSCV2TNZpwK6zTZxQcP05Supec8U+Ap4X3NF6HlaN0Pa/nWPuRqb3zDg/cMA3s8j2KnlFUGmdZD35cBb1s9a7oniah7AmxrKiTBXuw7wpodxkZrLtIxQRxd1UIE5E3n/ugDvzvWNACt/Ch6qxXgnjE5JeTDelYEUiIVzcr6w9v0OibkBVrQa8/tuPbbPE3gILKqRW5W2CjhkOgXBsnV+VmX/BNkGysrHNZwyUPLvggt7LVfQskIwGr8HHC0ANur5hFNxcRz2fWTflfOOEsCn2ZG1tbDkyqxgeTRS0uRIttB63PBcloUphiK/FOB9IXFdAt4vCLxNQMhGXMV4XwW8NwCoXIxwQSYpHXf5OsDb618l/xV4ex8q470H8J6EbXz3D/4+jPcqQRzJFVla5onStx2MowQ/BuvuNRGAGiM70mQQU/dZnLgNOgsq599JguwA3zHf2cwJzlKZYn0pCboA3i8DeI+z26+9dZuygqcAbyTgKCXOzawznuaQ9S7AWDqGD2Aj9zmmOYCPPeP3SaxFzZkfTXBw6ljlvSeLscz82j0y/CRuok76IBhvZeYnAOVQwrAmjEePeeqwrfcmKNYcTUM6E0sThfFPFQhlEwBrDdb2UYmkh4GmNKMhS3ZO+lrbITmeTwF/sphnvK+mNGKBCca75RLOgQ0Yb1n4ScdIIFik2tSyy1IIBgXesucyHs5BlWyK/rdQCGh8uITcc2EZxltH9A7wzlrvStP1OxVfXuKUAXtdD4UCMqApRybJRpfhMWqxbUMsNp5kvgoe5ojYotSNTyYV0ixQ03wDCfbS3ERz5ybBOezXPjXQtt16Qe/rUTsfBABFURMSdpJ3rPEariXwTqWNBmnh5i2gUtWk3NskbUkPxDkbXPKzIHwfWfrePg9A+D4+IweMF533baZxGiynCkLWMT5XE7e5eRzS+dxxDIdCIUHchC6i2SO43GbsbQp2HKNPX+JFgHka6pydYsjmIItEIGUDEzcgQWDA52mHZ1L4gJ7RB7u8x8s9jgX2fu4eJmt3uPe0uGPvmqckZ5aLvP/0QfP8x+83+48+BndjHIbBnB4JIRRl3ITPnWwWxx9y4mBylXLn2p991bMe22sYYFuQqOS6sOIBTAvwVj0Z3QFsCeaLClD/5QHvXFeCcWsB7wmB96rtxOiawFy8CLxzr0tQJvCeiATWMoy3vPHBzgsSjw9IVD1FDIChoUnBSBCYxM9Sq7pfZqIhQXyw+swjgbeu7u5l4cAfI6Z4FJjULsnpuHzxVqoMKEkIuX9tj1eSGReAd5spjhEW59EG3mOLd5q5O19H0fNulMDYvnBmDkDE3Jkh6dlJVoYyIfc2xyspaZZ8GG9dpYPxpjSILhSHDz9oTjfuB+MdxloceMyK6uVQ02dfEvBeKq7mM6oQNZsEeM9EIkEWVT8Y137d6cEgwXiXPt5fAe860HO0X5vxTmfx2hr3JUl4gfd+p8bbeK8yWW62Cbz1t3AfGSMBPU3Ziz4T0RWIJLOM9yz7ebLcgm1K0VjTZbz9foq3U4beaStpoivmnew3cfTqH/2XnZCpnb3tzsSMBbqRbD1A521/tNU6+PYl+kJS8+5nt5vbp0Sh+/kpNc/NocrErEsbJTOh1FzGW2lZAm9qvGW8o7dkuporWamGBmE20wO8a7heT6r/vHsZzTZAjRxVl56MN7iqXvWyv3+R13YW557he/0ffr2A95CxVk6nP0Aqedzrn2zrmV+8xvsCKinbuvtESm6HAe+Umgu8bWNVQ6bc6mJmRHDxGox3kZqPdxhv2+soNW/N62CJbWEF0yTjDdMajLcSPmpX3BQzUf7lAe/+cX5thjzT7Z27V1nwTn9uN1PPb8BIEHgbMATrTZAq4K7Orf6+tjZKg54M0AVXVUocLccAEQHsZZitN2X90djH15s8EaCHIRprj8cQdb/WmfMwOLBG07XH1ySYxJRNQE4wrSP5LsFrtEuSweS+uFkbEO3iIj0OE6R5mr93Y1iltGZLR24C6nnknbYTU+pbg5MqNS+LkivV9edH35reZgLzXhUJ4WsC7/YBBOvrvXgN4K1r9/vf+8umMt5LMt5cq016Zo8AItgj4xHAuwTnlXWvZ99mvLvAm800elJniyCD800CuX2A9zRg893f+3tZg4gsU0n5Ie2ddmD8XgI6HClLgN9jM94qH4Ltg+kjyevP09wz6zIdq9bICmB3d1CrMAZmkLVZcy2zJiDV/X5qCmDJxdmHmXwJ+DwGzEDZ4Ho82WxQu3YCoI19hlVG1mcKAy5ZS9tp7SEBPoLZ1GdAw0Z7jAqe1+6sIT+m3+1TgnMSNoLXG3fewQCL5M+ogN/Po04bUHN+AjhnbViXWSegmEZJ9opxbILIOvgl9lj9BmwZtsJe6zXcYA2zbnSCJPjqbeTrjOENJN9hbMNYOrSVHuBcJ379V6KWuADvcyXR9pqyno5rpyu6apCX1LCfwmSEwQ3XUnZ/ir+NjaM6ACzoAG+yw3rjXWT3glTP9TjqxV9FpxOB9zjXWKCTCZEaBSWDlyZq7fW7dy2vkvPu3lhrYH2hsUgB3iQsXtHCaGQU5p0BOEZiJnIu1CSv4Ch/9zZqPAC4qoNTEhznJCYWOJ9ZQJRyWFs67W4fAqDWo63bGvdzGbfwGQJ0g3WlqgbwYfJY5MjWbZ9wDaPPdwYeZVTk2pWu+sqmVVMZZKYpoB4Mx6DWQ8bBLmvHzv5ROI+HOzolBiMcv6Bghs+f434uUN/vZ+t1oObylHsR/ZMZI3u89oDj3qL93Qv8KF6+xJCQchHbo+lRMGbcRcuw2VtIzzEHnL2BAoG16wjgv7tp3TggbhRJPe3FlB1PwzjNkDSetwUsCY2Thw+bjQ9+2uw8pW73FCf9w42Q9OtUaMu+6G/OWIo2bYLtANwpJu201Orsxrkw1LKOGJvCSoF3tLVTVVTk9u4hSud1zOc4LLk4ixrvLuPdHhNh3sQYcx8Kg7YS6OcdceClN0n8L2q8eQ6JlFFVakisJ1dxNqfGfZSx2gbe7brqDNQtYwJ4owxRaj7Bfdjfxgn+8WfR8eAVY2tcp7Rg9D3ZotLobIjlfDnnMc533LaI0a4NEEgHhnC+j7GTPeHzvLq7qWG4cfeJLvIqAWyrpFGk5RYhAu/WdMeQjOtdV/0691KqLuN90JB8pJ3Y7O3fapbuvIu6aCHjd8beNJpe43eN8jIZkCZ4Sqn1tLC04YhjEXhrWrrH+e88/BDg/bPmFVJzVRKmCj4v8A4FRc+G1Yo7IgzJn9tS83lUC7Wd2Ax+U0rnVd52gLcJOIG3BOAA4J091LvvXeObTvlf+czL4qWrpea90dFV8e/Fvw+Xmhcw2b1qfTju+gHILwN4u09mqU+aq5WZFWp+r4FliKrONM5lL5lFLc0eP0Ny13VvDiWdZpjkf2C4kZizB0+yYQi8laALvKNHuOtLKEQM9B3wxI+r3/6vekZPZmv5z+Wp3bz5/QOvs2n1SWu/MPDOY7oIvLu3SVOMNvCuctI28K6M90JxNg/Gm40iGO+o8S5yczayYL07jHd/mN4vHf4KeF89Ya43poa9z0Wp+eXAu8f0K5bXvkXy6gPuPOOqhec13qrz1DpiQv3HbwcB78+Qmv+kU+Odsle/8vnFsOQq4F1qvLvmav013kOAt6BE4E2wXWu809VcmbkPtsZLa7y/mNT8dYF3l7X1+hRkVZbSYLajX3ky1LFuxXVrAXC+FwDnJYYzkRE3A87vs+VYGq75CGac16fzefbs9ss2XsqHO3Jka8dcdoMxx+Gy1IBb2xtKGwLkaCFGAOp7RMskgKN9vGUIBegaqwnkZLGt71ZuLjCfZO3y74JB2fADvtdcyvdNJlGGVZOq42C+zKxP8XrZRv8WdXhFap6D0gvy+YF3BnHtmZD1sRqLvI7UvP0Og4C3Tt1hrvZPMFdr1Xhnj3VmEcDlB33A24TF9jqyMuTGyqwF3sFKB/Duyt0vA97BOPM+muPFCOGebmFkto/segb28a1v/k6oSCKmFXAcYAAF+NzU5I77vHr3dgSCYyRWlgDdGuMdyoTyoTdxerbvrgkcJb+bJEsefHqfnsXP6GFLey4A5A7A8YTjt+xA9dYszOAuwPsAgD4uk4fb7w7u1wbXyszjjjKuXhEEzN25SQ/l1XAOP2ScjERP8TSjOsahWqn20o0l5OR7zdazp8QFgPipheb2W7/VvOKzT6K+E+8CWMxprvErmKIt6nf3eIwRHGpcannEIZ+rud8KQGqTRNApiYMVQLiu/5bLmLiKGm3OVUizRS26cl+XEdn0c4D6PBJZWc1TjlEzQsePUnNrwA1aNAxcXrsZjN6Lx0j9rflnXRoVeHNtZ7leo7Cv50wGTdacV84Te7H7GSHN5v6odFkSeFPjPa581+RlAaZ1DF4E3g6cYcC7jp68VrE6x7ph0k0Vih4ZGsEhObeXsv3tTywjGWvee/eN5hvfeJtAbpwk65Pm8X3cl5/RlUDFg2qoMLRCzcK6sW3ijZu3Cqi6gZR4SfALQLduX6O1MLrjdXpSuH557a3v91xqQjFXuFL6oFmYddsCcE3DKEtikAfTY7/t05CQN8jP95Oxpr3ktq3kKDlwXRNILumhQ3LHeTBm8g8DtREA0Tnj6oQaYXIIAPAT7sFus0Gi54U9lcMVfYOEy34AkymP3bpvxuki4FvXq4MDnO23Zd1RJIyjJpmxrQ+ST1qLzQLOV3jMwdAfPviEko+f0F7sMahvm/fDAV+lCuPChM0hx3rqQXC8EjYpbsjWcymt7o0O6h3O+y/bmIZq1VytvEEE0AGSW67m/cC77jDRylLDNNly2xC11t70DUjDqx7g3ZKaTwbj3QbeBYB1YmvRQpriebzzAO9l+qdPsthpvviCBOHucxlvlB8eSgfx9sa2USluRwbrW5HZBsst6833YSoXP6d6IpIIoRjrGn95zaz9V07rXnaKtP2UzzwF5FrnWlV7bdl0B3kHesy4wRhDr4yDV7RZLMB7UeBNK2BLTWZhvKehGKdQ+qiYcQ0J4M14FQpE0skyGL1RGGOOg70Nujo8+qQ5fvRzgPcD9gpKuqJ14OdgvGNv610L2mA3bmn5uwy8j2hP1VPjzZqv1LwFvPV4qcB7agDwttY+5m/Zbzvy/nIb62d+ceDdja8vJz0yUdT7dRXwbo25WubR9w7X+fGLM94YvnaAt8dUgbeJsFQHOZ6iOwHC8XHczAXd8yR3NS90zZ0DP7onTkFIKTOfNNGtObfeAQLvKHPMsqLwIilrz68EeMcJ5sjsub5X3eDrAm/fNKQuuniygEyGScgyUnPN1XQyhfXm4oW5GhM3nM0B3zHoNTX4CngPHPe/SYz3bzrwfkGQcv/h02KuRr9SAss6P4IF/JKBdyzuBBQ9Nd6vAbxfiz0dMNo+N/DOmCoAcawDheXQWdz3FFBbghLv3wLfLkUTrAMCYZ8T0lgDr9JWzPfqtBULwK4hVun9XRjwkIjbdgpWTvBt7av3KssEMhCvbLs15UoCZbY1uRJQqWo4okZSMzVBuIZhfKwAACAASURBVGDG5GCYvIWMF0mvQUZh41PZk7nZYBlkWwyp+cwT2CrBje9loHgkcJ+ZD1BPtDQQePdyEVdsfZGY7a7fF/O0VwDvVIN2zNUGKXkCeHul2ZyVmu9Qm7uNTPi1gDfMoD1flXwH8AZU1lKN6wJv3brdMIPxDpPDArwBuftPH4X09u677wUj9gpWXWXI/t4mzB7mUnu4fqu4WluBrQEYIvmepuWTbLege5o6aQ3vrPN3P9LgyvFnr+bTg/Pm9tobcd+j/RX38Pmzl80zmN5jAMfoKT26kcHdAugeAew2j7eRbO81Y4wpol2kddTVqrQgADdps4/sN8zIIpMPuDYRJKtsIgrDrwOAtUk2I9cJxsri2u3mmKD7zNpOA3pOfAGgd8y9ePboAQz1AT2W56M92DYgyl6l0wQmK8iHd2DWZTXnOfZXzAlBtEkfnfv1HBglONkiqZdu4/ZYtr/4CIAaF1k+W7MvAbNspf2VfW+yJiElX6VdluP4OcB7CwY15Na83xjvPU9gq6fFOYBvsjDeziP7hNtP/VSTSJ2dAZcm4gXemrAZXAXwrtRRAJP+4LpvzHemSMtxWOBSWMRM2HEfA5ipGDrkX4GIx3GAnHuLtl/zzdd/+73mvfeo4UWf+Pjxo+b+xw/o102rmxPHfhpbeSyqaw5l/knYzBCvLDl2YF3mAbuLJB0WWXcEXPpAqKAQkwm809wxTR1V0LgWBnBybQovG9cUfwfgUtGBumaUIFMTIRlWsiuEpxPhkG73heiBzv3dAoybbBkhkRDSeebZJMewsAo4YoxPc2y+RzNKVwZaRB1w3NZ/b/FYR+3wgiSaiak9kmKHjJVRElvTvHaeuTJJYuEMUHe8B3O+9QoFCXNm+lYzvYjsfHoFlmmmWSGxSHfnZmqHZNw6rcXWP2kWxg7DdX+feX5AgmXrYAvndZJEJK4sN3AdjdZ+Am6TbsJu19E2FqhxabDkMsiWDAm8dc5P5jp56sp4e3+ruVov43194O12k8G/x9VhvFWoITW/LvBWuSHwniUJYnJmisXucHOdJN6nzQ5Sc+QekWgzgR4q0XoukVROmbdjw1aHcd6WLqh4ge22hMHkjInbTCBkfXWUv5S5E2oBW0g6ZwHeJ9TiH6GSOD7ZZR7o+ZB7VH7luL4u8F4QeGOwN4XqZy4Yb0mzNCALg0LGAvU76XdjD3L9C+xBj8JFNdn+xotmD1O+E8zVaOgdwNtyA2v1o60Ur0uFSyk3uUxq/hXwLvfwVwe8M4RLkiRL7CxPwjSS/U8S5JjSMrtnhKv5QKl5G3hXxrvW0rsVVPKoGEoyvpwPGtbaznGFJPEy82yedWsWttu5ZleKKc1zLQ8IwK161FjRLcp40r2C4/5VMN5xxyJj82UC76yxUxoUwDtqvLXxV2pegXc1V3MCKzX/CnhfFm5/BbyvACOv8edLGW9kds8F3o8ew3hnO7G2q/m1gTd1mNHLtKedGBt5bScWNd6DGW93IZmhcDXXHTmk5tdnvBNW9WbTX+PyJDBufb2W1LxficNbGWz6Ff233WA7plU1M20IlutSMB3Kv4PdzppuA40KnrsydBdUwXK2/Qpgz/UWRMkiaXSmvFa3al97AIDz9wK4BNUAOX7W8dn3kYWTEchWZRkA+d6Cb9/b1/jaaD+GvNi2TEcEONbSrsA6HhrME2Csra0V4HIQbaPcQLbWXzYLN2A+6YEcdZ0XGG/PPeW21/oaIDXvfd3lwNuuP8EKFsQ+DHjH71UMAPZ2Ad47BOxEXFcw3v8Oqfm/5xyphe0AbwAljOEw4N0erf1S8wAXPGFac6niCWBwKbu8j1HLJFnvtTeQTyNxPOVeKBM+pOWRbJ5tokLiLxiBCRwHLIXo0my43TTYuG0N5wcoibcu1fp8geHc3ArBM26q3P9TAbMlCNzvbQ2wXmw3O09g93B/HuOmbe9tN4h3I5CcEPjpNs5xK+U99vpxvJGMJCCN/sOMgXDhB6CMKJflfp4py+X95fR1VT4j+D6wHZ7ANFyPkZXzfge4ke/THs6xasnDtCaAJI9OadE1xTnaMuzA/s6MUVl8P1fZub3KjUbGbd/JdZDFt69plIdF8mo0pPSWScju2k7MxIvmbwZPrkl6FSzifWA98/OnT0I2HjJTgx2N5BjvsrbGzDLeswB1uw7YKUDwfnwECODfaG1GL/N5THMmPT9+zvrSMgHq+Dax1QpTclnqjVsChHXUIlkzG7Jmr6s1fZ0a70OSFdQaooYweXEGCF9amWtu31vjnCgBQYpr66+Nl1yXXWrncfkeU8bCvAwTL97HfrDRc5p7NUUQJ7MyRbQ3i5vPPONwERZ8jmsoyNbF+0ypeSgcbI9HHSLnOqvfg91cQiYJGAeoTcp429ta0zTN0wTMES1q1MaaMz7LNQaAM0CPaTN1REuxPZJK28jPNzefwypusBaRPOF4FjgG+6zPyWJz/a3bFoCf8f6HHIftnnaYJ1vMjx36ux9u7ZNs+ASlBwDa2lbG0AQ17uNLtEakS8ARObPNPYocYL2nF9/iPUmWjMHwUw6xSs3zPCUS87uPmvGNT5sbozjsa+LAcZ/rHXBKomAXeTsgX98BP8M68z3GzQnX81hFRcm3dO5q4N9ku72vmhCOhczaGu8sNUmgKfCurvXW8Rdzt1BH+ZTuqnI14/3LA97uVXOsKyvch2kG7yHKkvVHnzU7qCkSeCuBzXMURCuprcaP1UTOcw3QLeBmPsWDealnUvc56YXUs3Yb1pu8JnY4JdF0QpLJ8X5AD2MdnU9IEEaP9DrPXhN4jxXgbY33tK7mEGdKzdWemVD0v859+85bxmNLKYG3pSz7my9QKH1WgPdDEnqWrxDTvBbwdv6nScgXZrw9lzBX85E13oMY7/EoT8j44ivGuxtlxOxifA8C3rajtHPG6wHvfO86nivwluYSqoYfQiQrAd/ct1UMJ9dQb61gdDkHYTvDmms7MRUYYfjJ9+FIr5Gm0nN+F8SJ+9WNf/Bf96HfOify192At1Q/XRqZdXim3hjsgtQ837sO3GsF1S6ErQ2vSizqBykZyT+XdiAh77Qe1cy3wLsw3gJvHsrN09U8peYJvJWaV8bbTLAyLDPDgzbb3lPs2YyV3nT+nN8Vgq3c2XL+feCicy5Dft8eFP2ffr2ff7lg6HqfWZ5V9qprv6ZvnCXH2Prqj31yQDli83r3fdCgp1/3WL5cqXnKEtPyhuCCQNjWLPbxvv/gUfPjH/80ejXLeMeOEkFegpZ6oiGT5G+yggcGQc8/aw7Wn1AXqKu5PgewqdSnTOIIOkUwP0FN3hiyJ03XDFh1K21vntXwOqTmBNTHsEW1j3e4DCs1h33quyN9l/PysValUgPvQSdoue4d6n2ezHK6tZZLpPkSF80r5nWq88jfBStVnifbXf9WXXtlO2OxtT5bJpyMqt/71XEWZ4Gv0rtgtP0s1iuf78P38kvgbAJAYGW9ZNSAF2M1wbMbr0dpjba/t/ZXeae/l43fhPW0Nlc2a4cgUlmun2MguXZjjUDDwH07ZMs61G4T1KrsGef5W9zHBcD5kjW3Mt7pPNQzUzpurte57EPW9M41t6YpNqsBUnOo3hHo5qiR9H3iiWWGt+5bMN7K/1UvMbb3YZB15u4H3mGAYk91Xc1hFt//3r9r/ub9fx8y5iVq2+2PnYw3CQ0dvfMmp7ka33ZqvB0INRHgRqmigesogDUtE+VIBpriM8bNS2TZyjhVKyyvreY9h1Wz5/QJx8tNiLmli/ccTPcs9eb2Mt6XDUKT/orj1ZjNmu8REy/8bUzWz7ZyvCdoBdk20ltqngXeAim9AVYw5VmcBFwdcG32XzUff/Rx8+O//dvmBQyywMWTOkIOPkswp4JCNsD67mlbTeljYI9eAW3UwHoBdNo2+PaQEzQ4KXS/54rl2hBMFmUUzn9ra21dF/fOYJd51AH0uvnDimuIplLAgNHLFXux9Y4kothvZ+k5bW9vA+JkzWJlyz7gmhgCFj02QXuwlMX1Xw8DW4F6E9Y1zOMey9z65bWbZ18XINgeXRMcGXRZEKXqst0HggCSBoKHUL/RKmYSvwujo+xfXdaMzMLlehDDpZT2GDS1Zk3/Pl+LgBLXJDCzzOQcEKLU/BQ5/wHmdEc8RqlFnl2YaJZvLjE+cMol9jig1GD9+Q5rN3HHGf1irTH0Xlizyj094hxOAbiuw9boR0AX80QPCpIuAHABibLgSARxm04OkLu7bnHNfM0U69c8Y2MOAL6gPJ9rHmDcOAiWWld0TdpUd4yRLHH/GEG+PwILruRYAG67tlM2ChlFyyq2YZVfvnwOG74ZKgZ7LQuOZF5tHTZJcDrGOOckg8m27dOJycgj5hd5hKdPXzTPSKRsMJ8OAWdjsJnjJrpQdNgpYO9ogppxEirjsOHUe89gNDaH2dqifd25xov7SPO3njTzJADmSG3p1zPOXBhxTeDvJjBdV11PBd/PSURukqzaAAweorhQERQ3Vgdpz9tEqssSW4LAWxBqe0b3WseW8vQO4x3txHwk8K7e+DUK9DWXAe8YZDEPfV4yiF4fFobo4z210sd4Ox07fhy5nwVbrqSZ37uOWHawQgIjGO+tjWYD4L2NoVQDEJ6swb8nHGoWEwuec5HUh7RewC3wJjnH/TdWmLKvuMn6DljXmyRjhxqfxbgPYzWvB0kipOYy3rsogBJ8V8l5UWv1BGbuCTm7vL5R403iZXQ+a7znYbyZtDDeGJLBeE9hrKYp8gSMt58fzutefe7ZCTfJJLit8lQRBfCG8d5/8inA+8Om2XgAmYA3hsC73MssVy0zuiYEYk/IG9SLU8rPnZAzDef8qi2y8vmusXwC5+I6M4dnxuIKpTKolGzBqBpqGnwSxmo+qtRc7wMxiUkFk5Ulse/60pGTh1lgH3wz4ecxdHwLcj3r+SplDQP+Un7VlYrn2Lo8er5Yctx95ziavnvceyz+/fWj8yybiZ0lgLdrfBqAUnpCPBbAm7UpmO/KeBMnHWKotk6y3JIe12Hj48R3zp/YhDqxcI2Jc/8re6VROp+r78oi+9AN4os1FGvLrKPz1uWzfnjPjEXGWZjN05kcDRAe/2YPgIvAu/8e5c5cHm6EvTdl4M3rC8oyvGndjHKhM8bpH9DDhkNvjfeFwdCpFUhzNfUmMke20EjgXRhvAk+b1wvEQ2o+FHibTc76J4ON1/kaxgxnTUJEo/F2g1iey35/1d+ud4zXuH9D3mjY8V7vcyNWuv5XWYDrC9ry4eFv0r221/+gq5/55QNvM5lpnGY97h4AQeD9GcD7JwDv9QK822M+arQ6F8f2RjAJymm2nlPL9VlzuPEEZaO9c2W8yaQCvKdwZJzkMQ7wtkVQ1POFBLuvjzebtcFsmKsJvGGmzu03bGsyE1uAbsHK5eOhF9T1X+XLFusY5x2Xyavvz4VnOAzKLzsAn19EMFWC9LqfdhJ4Aouiwql/q2y2snH74mbrmFKrXeTfYcDG9/5eRtLnCtarq3luEKwlBLOuR24yvq/1hYcEBLGI8zelujo2TwOwZQoNemdsMyZo0kyN1xg4piHkVIAR75v1y35etjMbQ479MiSbmlRp0KUpm8BPYDdtLZntlVjTsiyr93r8XQHvUxDvaPjs9I8lA69WfVjdBIvUXOC9S8LhFcF2u8bbWtSU0cryHdHDG8b7/e/GpirjbQC+HcA7ZdVaSfUC7xwswQgrwYzkia2eMtnlffK9DIqCfRCwMhYE3ofIXGWkF8l+B9Binhxajx3Sac8x1RLz/H2Oxxk46hApOmFp9OmeRgZuXbTfw72ZFg/AoWrC+6WMe0qDPo5hjOtm3e8Cc3duFAA+stCsIkUdZx4/xXTr33zve80HH33Y7KvA0PEXsGMSwB696UvMERGQWuZwyjmcmnjiV6aewk89wHWef7SwMURwrPg3/yfAs/d0MabK2L/Ibm0PF0GW60ICxegAEEAif47rE9fVcTsVyadg5fkMgxPnYoDwSAyVIJY5oyLkWHTGl0kkpfcG/FvUkVem2dc6Z6ydl8G2ldY4Y3+R6xdGbSQhBawGW7u6sXO0tibS7Mh6dkvS0mCt7M1leS2xWIyXuJmlnrGaUfaGBrnmdVpZxTWQ8ZYVPeJ7ZOaAkMP9reiDTuTPvaab1t2l5vabN5q33rlHoHjafPi3tIR7Sg01YFNH6WrwJpixB6y1syZJ7GVuIBfxFSB+ZBwPgNlX9AoGsDNOTvaRaW8C1rf5fPYUlQ2OZ5bvcIKfRXmwYCJDnwjWngWkybbrcn3RDV5FzjRzTbMuDeuUnctcj8Mya7QFCovxoVLi0JaBONPrT2AdusaCqjDOQa5T9IifJ/G0SHJqlmShJQECORn1U9q+HZ5NECTTno/78gLfhMe48u9SR67Dt+76Ps5GUEiQjNgHfI9N0Xps+XbUy86j+lniXJbZ6+Z36F8PuJo5ZJ3ExG5qkrWV48/67EyyOo52SVBtcnzPmLsPt6g3BxRuo7ywHvgsxr5SUVlUH7p5kyANyTxmiIyzEz03HOfBfCJvFXiz7vhvuKSb1iqJxwBe1wHesVaUAjKBt/cVRr8C7ynM1SZLjXd2RKnrZAHe8cusVnYfmpfxBnhr9nQE8N58dB+X+EcMuQTe2fM8ZlTWbtv3nvN0n1JCrrTcZIP/jnCvTMBMcx8mwg/B1GUmE2KtLHMl91bmeyScVQAw5nmo7tjhGu/xOOLzT7lWYUoXHUL6FCVRpuG6VGq8NVcDeM8IvO++27zC/2HSloIoZmZIME1bB10Y7zCJ9Xrztsdxj1i7oxUhLv2USBwIvJ8m8B7BXE3gPeK8EXiLWQJ4ezLl2vYp5/rjwBpbZFyWxGB8V/BN91/9I/RlyRrv6mo+S726JUB2X6jAW8Z7MlzNfb5KFBUXAO/CeHeAd0Cci9gp45l+14Lc3+pXJN0v/eqN3S4F3rHkD8dHV4H2CwZ1VxxZ/XPsRVEwfRF4y3THowd4o7wg4XrEutJ1NW8D75x/fnWMD0usWEkbTzMxjESOScxJEpczeG0Avtl3Vuy4wX2zxlsVkkRu7KMCbhVujEfH568MeMfZ5Qgt1zH/vfwmXR94x3u56VkfxkRWKqe8PF3NVwhmWLCReSjVFHhPh7N5P+P9FfDunwNfAe9rrgrXeFpXap4bzQXgvbXbfNoPvFumYJ8beMN4j8Ogpas5wU+4tPYBbxcJg/KOuVqX8b4u8M4M/DUuxJCnDALeHdB8RYa0HQynPDyTBBnU5+LavznWzLFbTm0NJrPdASJRV50sdgQLvF/0peVnHS5PlIeb5COItT7c38tOJxAn0BBkqsIpRkcye9a9yqoqrzUwMLhXphRLu4Cd7z3OYCE70nh3OrGU9Z4HUcNtCLgnKIdFrInMGepkDUCskzWZI7ibw5Bqms9Kt07PtAVy+cm18tpfLXXJoNfUwLMy3nF+BHSrd98AFLH9IFUNOW5J4pTtrGxL+Y4BehxGqjlkCjFkuhbw/oGM919HEKz09nWAdwZhBXhb78q112nci2kw5O0xwDJoXMesSJCtMdQiAF9Qdgrwtrba+saIyw3meD/baM1hqnbOpnwMK3ZCoCdDOwcQ0RV9lE0aeGQnYr6X7SBZBvgxcRKODgDmGySPl5GtT1FrOnk82iwDQgTg0wDxMcDQBLLe7/7g/ebffhe2XyYUBvOYADiy7V7PkIunwkOA4SOcnw1iAkg4rpL16W7NGYSFCZXPEXiWnqSZvxCYh1VXMs9lWJkI8YNlXmIO1VRYXFuDJgAbYziYbP4no+P715KNasIkU37APFFi7+fJ5tkzXCmsJoL2Uw7AobqA91RmbeLCVkbO3wX2+TAnLEzxPsB7GyDifJ8nCWkgPEnPcut3hwHvOh9j3sejlTS/sMZx3gbx/r4Abx2vA3ijxjhF6m47tiPYP2REjIFXzW/9ztvNH33n7zXf/pM/5Ni2m3/1L/414PsBLcS4bmRqJDuc/jK3xxhVHZsE9ZopDQdBRZg9But7c6p582trzcpt1Eywli8pRfjkp0+azcd7GPABnsUWMLvWzJsoDJm6vc9laRhzswSRcwAaHbEXfSiDBWjpmq60fwoH5glYWBMaAca5zkrTvaE1Eati62APg0DA91Oc7DcBt1uUJoyRCJomETS/SjuwFcY8a5X14CMA+pNo2WNP+IbkIgZ/eBE8osxqHYWP7dBG+Dz76R4ivT84tc7aDg2AeOrzTWgtcBwrjO1Fas6nAe5TOxvNDLXF05ywCSxLHASjGoW57goKD7kGGwDwhySqn/N4KTglEXTgmh6A0Jp4gY+su90MYNu55gK6MO6KdVyA7ZySYWOMCryjHCtBeSo6HexFURYu8vXRx0LEOPJ3MXBibr6iX/CY/cthvKdu4AEAy6/q4DrAe4H7aA2qwFup+daTB83uyydM3azxTvWoc9Hrooma3TS8ryocAN5F9RB13RyHPghTEFheC/6Y52VpUiSrY7WOeey2ED4pjLOo5w7/hgPu6wasN272R6g5lJtHf3td4JNwqPuxjHcbeB+ScNHVfObme80cwHsEsDrGejnL+U1rbMUalzXe6XuTjDfJkXKPLMU60FmfMpgDpOYHSs0fF+B9ovJlEPAuwPNLAN56UFRX8znORcPTr4D3taOO7hNjD8lkb5vxltzQH0Smu1dq/vmAd2xnNWasn15iMVVkk6wRi8R5q+w7qzDgrpuzKrrYzx2bKskmBN7ubeURo+uC1LzvGtRsTndiXSM4u4LxzqgqZlvr065ivl8PeJtJcQHVOt9s3Rwb8GK4mMJ8M/jndDZn8oak01o7JSsdqbmGa1VqLuNdD/h6A+QrxnvwdfqK8e5el2sB7/sw3j8pjHfU/xaZdEinW2PSAPq6jLdSc4D32JXAm0CPQEJgUaXm1o1GL8JrMN5XZ1Uvn0tt4F2Bc/zOjT3ATCv47XurfoFK5uG7X76f1zLqtgOUuxL63pmx7kjEixog2vHIFBXGPJm5YqxGIDYDg+P1V+7kvwJwwbuBnl/WmPqaypr7O92H0xAERki3bO7vNiyM4GUewyqlkW4iAq8Tg2XeT/bJemPfS/ChlNfkoUyfDLiMqYZtmRxAckowq3PwGcHMKu2slKgrbau9Ur8Y8O5VMfXfzQq8R4vUXOB9LvC+8wbjig3T2mLvy2XA2zeNJyk1xyAHk6A9wNYrrt2f/FnX1byf8X4fxvuHf5PAe4Hgc5xrEhJ124l1pOalj7dvX7a0MF0T+BbA32W8cV6Oe5FydhktwdQGTt22qZnWUAq20ASJwPuY3ynFjnGmtJtX+Jw5wTkAJyTu0o4CHsbONLLJUY7xFdI0zZsEzcp9ZbyjVSDXSvZtgXu+hvR8iZpZLOOa+UPuMe3LXvEYRf67gJJLA72HMPHf++H7zc8/pmctxzEuK1SSOJGQFqoJuK1rFgiralVS7JlFkqeEsD4npI1cOpNHUcKRLF9MxZg7SG/1UokppHuvMJCxb60wiQvraE1KqR6L+VZuaWXK4rUmxyPhlI7T/k2mOJ9jsssker5SoCnoMyllQiTMD5XYOj95vmxtKFDsLy4DTqIipPUCAZIhezpy48ztHJlGqjxHQl4m6lUBE71S8+7YqGxeLXcbnoRO5r4sVMnsCTA0WLNVGAmkQ4DoEQ9B2wjy8Hd++83mn/7z/7T5Z//8PwOwbjT/8//0vzU/fv8X1M3zPpiSBe8qEGM8O66OdOg2CeG5R3KD+T552vz2t95pvvNP/7C5+dYSIGev+fiDh80P/92Hzf0PnjenuwBJYyFvVJASaXIV173gDAGf56eMtwLvafvVsm7MEVzaY32OvcN1KBk5W5d5X1X0wAqbKAKoc4dYj86b3X3quJmvTwHDL5m7G4CvM853fpkk4OoCpS9IbUkICrpHGX9TjF0l7bsApV3A+zpz9jHJLdvO7R/rUq3LurJ3kiu0FZuk5MLe3/OwTYuA90XM3yaZk3Ncw1nY1SkSHcp0LW3QVM5YTzf8uG6c9iH72wZJkHXkpxvbG80LASreBHt6AcSanS2zsi866yr31X7nmnZZP5yu5jLemojp4u2cd24keK7AW3VGfKAJbpO/zo0SzPeum3FzAryqRnnFdRkBeE/jaD59DeCdaaFkvGXilmW8ebMjzm372cNmh/aHI8wBq9ZqIsw+3ROw+RMkQCYCdKfEPIB3PFA4ALpVTWlW6N+iLlzprQMnroNGbc56ztHfs6dZ5nkeLuYAbD5TqfnuLsCbsoQTTM3OUHuY2HeeOpYTu5vYuwi8xwDe0wDvmTvvwH4v4WwOs4i0dxqp+ZQlBaH8SLl5AH+SuipeTI6YuDmU8UZFdoBi6uDZA4D3R83oBu3EAniT+FPllIFFiRQGAe/B7HIce5nvAxlv3zb8VJwv+BIs3ohuCvOs47Y0tsbbhIbrVq3x/tUz3r1JoV9Hxtvhkma3FXgzDxlLtqBMxtt1sl3jPQh461NCTBDBpDfyIuPdBt45V9038zvjhWC+LR9knVwkFltRdo7aRCXRvKUQtqZWscjzxwN4l3dZ++P/5kLOtrMYlEA0f/bAkia/+isD4+5Xys18j67zfLcmov28Ye8dgbLH0wPWu8/OuhonQWkRYQAQGWe2ARZ1B7nAuzLe0VKMCzVhP0iBt7UVpV5Ep0QzwQbOKTW/ELpfegmGAe/6otG25faAd7qMWf5irLMD9Xp38Op7fP1n1KAlxlAwHjk4YqwPy+NcKTWvL+xN3nR0T9c/vCuf+YWl5gNOsqp9sj7KSdwnNZfxvv8QqfnfIjXfiPFYZTlBLMVtLOZUlwFvmaBS4z1VarxlvHuBd9ZA1y/LM9xEDFYPYQHs453mapo3JfCudbn5mos3sTvPr7y8A5/QAd5lY+tngONTh8jRLwDvCFq7a4eAwYA4JN+lNZggK8BzARG+vz+7BmStZgHeUXOcYL2arPlca+Sizm86pgAAIABJREFUnpbXG5gGWDeQqJ8tcIZ9cbT6GdYK+yYCbBdH24YZdOsybI22snL/Ngv4ymOHveF99+13zDFHmzEvskAS0OZ77lNqYE2zgN4sv22ofI8AfgTO1sbOkJmV2U6msnct6O/veSkBfiG52nsbe4E3pm/IUF8R/K7cAnhrJ17cxc+oTXUsdV0x2uOw5EOURpNkkPHeAzSF1PzP/vPmvW98i6A6a9bbUvMfUOP94x99P1iVhcKARo03G3EAb28Cp36hj3cAbzfTfIQTPsGbJmnKSCcBxoLv2Ox1TLYdkskPNthZPifNr2B4GAf+XcBnLGe5h+yzioMxxoAO3CMW5up4as2tdbX8nZtPciLl37bqsxPHCMdwROBoa65JJv0N5vAbt+80bxHAzR7gonqiLBYpLaBELGVQb3L5gPn6l9/7981fff+vsVyTS08ptkyAYFwWTkDhGJIpNtlj0KJaQ+mpUmN3aIWz7hmyhiEtVTLub7l+MmRnBLkqP2JNUqod+24mpgTF0WKPa6KBl3MplB8lFgiY4fwzkRVvIPBOqWSYwcV9yIA6A/0E39FT2SHEvUkA43ElaA9w79P5nJC0a2wYShX7jyN7VaptkspxwPFPaf5F4Ot7uu519qYyN+ru0t13yx4WR9Ubw/SqaFy4Um4fzJ69nm2v5OezpmoKN2rSicfqnYXmt3//3eYPv/27Mb+/+5c/aD776CnKCd4iSo+zXMUzlUmsibyoy7UXvImQyfPm73/nd5t/9F98u7nz7mrUWv/0bz5q/vovftp8+tOnzemOSSdlq7WOOAd7TeDGXTVxxHUatS0OoNpSlwnGgoHlDGNnXjm6PWwJKhfmfWiehjLD0giSYSaKBM/TtNWzB7Qy5mOUGjJQLyiB+fT+J83D54+aXVjPUWrRVegsIkFfxvAxAAhzaNTXMvYoCgFsn8CYIz+npODFSySiG5qiqWIE5KNSsGxq5uYdQDz9v6dIopCkmMDlfobHkrJzPgezBadbrPUqIBYB6SnrVVLtWEHRwr3ZQ2q+ztqi0/oG/5owMHA/Y50yskwBOdefwRWdf2OTkdnVf0Cgrlt99q3OuZBJjCrbCaMmE+a2EnNuBAte18wC9AKAJmC3xvvMunqY/RlAt48JGG/d5tuMd3hkGAkUqbmoIKTmAbxpJ8b7HaE62HnGdV9/jnLmKBi4TC4a46JoQNIu+Pb7SDJUuTmJCv0SJkjSj7PmTsjAW17QCRQY/5q3ln1I473Q1rgGhMrDRHQmvFSa6AWwj8u8xpPRqx4VSLTt7ADvBDOV8bbG+0jGG6n59M13m+nbbzdjxO0JvG0nxjiwhpaxGfGB85cxbt7ZsSzrba2vwHsPmfGh/gFPHwbwHtt4xNiwj7NrYQLuSJS0w8kA4u3T7YVKnR7a7vPxtIpB8n1yPSirBNe6B3hT6z0DGRhtPi0fY05dB3ibZKzrTEjNCytf9+rPJzVvx28DYrkhmCsHXj3P3v2/O0SGw8u8ZFf8ffDbxm9rl5kE3CbAfFTgLeONyWmnxnsY8CYh2f6MEtf5qxqbd9f+nKdt4B3JYH6rf4Yge4a1ZQnWO+q++dd5OGNiiPM0xo8OEo7xm5cAby9JG+jGx17nOg0IyjqbUutCV7B8ybUtfyoM1ecA3i5IZulmCHo0NQjgbY23/VGjtkJnRMA3wavGaj4E3gLxXuDdPsqr2J6ykA45sf+ogbdjqGR7HYBDy03+gwLeF5MdXeBdgv2BwBtX86jxXu8D3rJUMTszAPgSgHfUeyrJUzaLJA/Ki0V+GPC+eH5X1XBfNee70upkuN1UozdtgGMlftVc4+I7XblGOe4IGAQHLtYBsEvWXKbaLxNuARgMQqLO1etBEK1cPBZ4GDWApMcpuDVIdX/yNQGw/YwANZqjZN13gG2+sj2V6wzyRYMswTobrwy29UB6T8gw2pJFJtLAIo3fVDYQKAIEPSaPeQ82SKmasl5No5bpgetzBJo6E8/C+AmodKdfvfdmsEOaA0UdbRt4xwbaAr2Orot7cPdifw7gbU3o8q27ERgpg088pbS7Dby7H5FSc+upNQ5ELqjUvADv71TgPVmAN+df+3h/H+D9kx+9H/fYWsdsJ+YY1gFc4M3Jcp0vtBOrwNvNlGMyU61Tj8Y89gGeRNI4aeDM35SSa9J0HKZ4Au+5AEUhsQwmx6Dd8oKUCOsYraxw3PZwGpkJ4K1N1F26AG/7HkfNdUkKLJCAGbW/O8d9TPDo6FFmvoYxz3s37zY3cZqeBYSMa470ijrZXUA1rN8Sr7tN3/Bdxsn/85d/0fzVD74bLurLqyu0cYLdg33UHdyxcSgIlf3VB4AxqRGRQPbO3XtRG7lHOYOJayWo4SPgMWrYyDGqrginZ8FxCVoFsMq/UwKeXQQc35HQCG8BvRSqYsXb4P01gEx445cg0GAqkluBTlxfcuz71QlzY5LlQI3w1nryzpgtybEcZgGCAwjL6Ps6g3TrJlWlcE2jjVYpRYmylFLHKhhvf/XOkEwadL4632byQEASXQoEII4J5rMJpDOYYAF4JDDIAk3MkGRZBcgu417P9drdAshRn31CYuUMpjdkz6V+NQwebXXIq1XQaBx4ojpg/LR549215lt//I3m7a+/EbXWf/vjj5qf/w09wR9iusdtHbUOPy9l4Is6v+rxu7ZpSOVfTQQJBoyBWOWYMwSNvG6CG6950CKs+PIyMRXg2TprS17mSN44pmZk8DBFszZaubagbo9xta78HNb1Y/puv9jCKJEEhImDGzdXmxUM2JaoAZ80USYA12jSdouMjW28Kp4930C6Tj/q51uAOMsnGJMzC0iw30g2eOEWbubIj3XWx+RtAVn13O469d+sLaE6gHl1/HL8rs+zMKbhus7cDdUA4OuQubvDXN9grRTwv0Tq7mObVmeUoOOS7rzVbMwx71WiVALptsZ9OnZrgOi8d27ohVD3oQxlkvEeKcC704arXPycPr5pjnHLHs40sZshubD2ZgDv8QWk5lzLHGapvXD9zOFdwXsF3twf7gfpOIA3Mm/MpPaocR5lHHoPTWg5pye5T1MAavcKQXZIy2W8Zbb53vVpnPupZ4D13e6LOdd9WAqhdwDMNgkK+7EHd+yeGlJzpfeyjyRe2ZsOANyC7yPKLWzppzrABJhiloAFLstlHak13ke0ohuZo42cwPvWW80Y5TYd4E2Nd3S/01wt6s1NilvjLfhO4O3aaTcRP/9Qxvv5w+bskYx3Am8Zbxwn4xpGe7X212sA77x7+foqv+9gp9IT2j7e+kstBQ6R8U7gbdelzwO8axldncv1s1+/xvtyvHI5411J1d5LV3/6smq8YwYE450tYsNczZIipealndilwBslTXTmiBRf6763gHfHxyP2gPJwvzIu8Te+rBBnJeUUZV3Or3nWmGXWsWg55tpo6RjxmuZr0S3h1p/8t5dC6Usv3LBsxZCgrOe9ysQdfLv6f3s18I66KheswnjHTC4bswYRM+rvGfC2G1mwjQjZJoG3C++UtSJKp0JqjlyNTecr4H29O3OdZ/Uw3o7VXwrwHvTJSiivzgwFVr3OgZfnfGHGe8Bn1dRNZtWG1HjfB3grNcc4qd3HO0Fn2alcNFrA+5B6tXA1L+ZqUYfWZ64WruZVah5y6ouMdwXeRwQiMt7hai5zUxjvXnO1Lw9414xqBMMC706dteNo8F28CnhHLSnvV+utQzpe5H/+Lj6rAG/BQn7JwpU1priVK91WwijYqi7oJ2RefT9rt6MGvJix1ZZjPi9MH1mn5gBrfpaAW1MbAfqZcnVl6jwv2MBY20eintvP0VhKsCeruICph/1pDcBltG0nJoD3fbZRTAh+NFPTeXiHusnV2xgSkYBUei7wjuxtmS7+c60a76G13b3JyColTqk59XWMI52jlwTeqgt9+lXAO/e1TLYAvPeVmgu8CQAr8J6A6bIlXrqa60tw2Pzge39FwkrgfRp9jWWbXxd4a4YSjDdBu8dujXC4lYbJjf1hj5ot6kLtDW0CZUbgXUBmGGrZMsfklQG7rKfuqQAJ62J1TdZMTaWCjubKzTUNs76bEVOAtyZZ1gAKxmCtAC7jOizbnkxVBMziO+xndxbXqGUlcD7nftLm6eQQxo3PnbemnMDb3u4/+fnPmp/+4mfBpj97+aJ5gqurbvc+Z5MEjSZnAqclglrbQ1mne+PWHQITAlbG3aRsN+A0EkywTPuag9kGjIBX7wCVGKcHusdiaCUIY8x5cw1+BV4G+fbVDTY17hMMVWiesy5bV+WoF42fBRMJ7oPpDvow15cYn3W8RhLeS2xyI9lwX+96F0A+pmyN6BMgF268sLy+lR0aigd1SK51aU7jnEgcyLL3KcQ6K11nHnT3mxjzAuT410M3oVCMpgA8tkhzHEORhsu448R1FF8rxoaJABIDIds14YMaR7kuc3dERlvcFtdUuXnK8GWaLUXJmmXm/vxE887X7zVrd1a4p/vNJx89aDaf7AL0OQ7GRpi0xXImo2qSp6z7vnlJcEWCj+9VOKjcERiHMi1Ye6lEjpnjVoClOdsi7OMyweUKa9Ey9daLfG+N+AyvnQLIeXy6j1ssISO6y/k/RQ7+4MkTHo+adZhwwess7OzCGkHqnZvN4u0bgCuANaymUmc9IZSeb23uNU8ePsX9fB2g62RAAo0MeXLt7WbixlvMo6VmwS4CMLuTjz5t5ujscZcDnQ6Du0wAhaLD5AG/N1m6APhW5qsc3Tn5inF5IABnzXqGqelnDx40D58+b3aYf2G8ZoeJSHTaOlL1ge2yMDXFQMzknNcpLmdhP2PgFoCQFsfJeHsMUSbhdS+LcAK2fMiqy3g3U5gA33yzmQV8j1njzTUNRUyl3S4D3gT+k5QzKDXfpYf3HozvmN4HKkH0iVBirlFeGOZxr0NinmZq6WReGG/O1/XJ/S7d3lWf2paQcVjquMO/hIxhxFa2aINZP+P62ILUfWuf9WIf0zv70KdPQSoEjgVNoQoq5qYoaOIScF6nrAvHAO/ReVoqKjW/+RYt5mC8re+W8Q7g7V6bfegjGRGJToF3JuhPAGGWpJiUlvE+QnJ/BuOtuRq9GDlYFQrZw7tuhp2ESZ9sr4tfWsx2vCzXgO7rPIHu77NNp92VUIt0gPcKwHv5tYF3nGNNTsQa2Bvvfn7Ge3hE3H/ePeGsa+QlIfffNfA+sY1mBd521hjGeF8XeGfGuJxy6vKyIVhsD52vxBTZnchBKLttB4lZ9vYV1day3xpWWiblPnNd4B3gvueKl4E66KJfiHzzSb03wU3xcuY4P66+tmSqh9zlAASRyS5mLiEn9QK4wFHszskvrK4V4I2pilLzwnhHjXcHeMtE+bOTurYT6z3zFB8N/opntrLk3Ve2vmMHvAz4/YckNc/zNApJoFivT80hVfh48Wr2grlhYLl/+NUM8NAbNGgc9z25/95cuXhc9mFD/tYLvEs7MWaym5Cu5i9Cap7A+6WMt6ndusB3YtG8espSzTjbwuhw81m4mgfwjnZizIEB7cRGdTXvtBPLYLN+JcuTUnNlkafUR50B6sxeB4ujHLTckBTKXxzNvyzGuw2822ZjMaoGAe+MuDsBej2nOqfqvTSACJfxCJIzAA3Gx9/x5d/9WWDt36vUXECtlNtAoZ2wEGRX90v/LhjTOMrXyWD7OQYg0YOdgEtm3B7HHu4BslNlo8qUZLplxGVjBHJR2y2Dzr8GEDoNB3PIfRBwez62KQv3TBKH1oD7/m72EwRXHpc1iVMcwxxgK1zNDeGL1Lw9toe7mrdm2dCsxsU1MXNDaWzVBt5eYvOiuRZkfd2g9TD2nETeMISwrwBvHalHAAXf+cf/rHnvm98CVGMWZ7sfztmAUuD9/vf/qvkRNc4CmwX6CV8E3rzxBak50CCCxmRZZbU7wFvVR/S/zf6c9lu2tdM2pQHHzDEDd/eXyLyHf4DgrwLv3I+igVfIu9O4SJZtwqQv93mCzXmC9+BV0ePb+SwomgI4C2RNspzAZI+wLkxx3wRkxxiO3aKf9btvvNXcxpl7HnZsiTrNMQLXE8CyY1C39bXbBK1I4X/8wc+aH37w0+bBsyfNE8D3PFI4686fP3tG/ftWBNVrmI/KQtoDd4ba53A09lrYExl0aCnF0hyt6QA0e7hBC1TmkQlryrW3sRP197N2DyFhcATIVOIpA2p7MUsn9jhmP2c+XNzpX4+W2uTSmC2qAGbODxncCd43ZrGBZWGyQrrOfU7ZdQJyky0pNfd6JfT2WnXq2Xy9cUAoDwyuE3yGcSTzR3bXWl1rd8UxUeyT/+e5vcFWHFCMxZRqdLf4VOPEa7xWBVBlqxuPJd2bZbtjPSAotHwhjO5cS30O03WUJIYH5/E7b1WfqJwQnKg3T58Z304AqZIGFjr6bXNvCDaVn5srmCQxMk0br2wnCAuLNDuMDOO6OO7LdYprFgtdjMtIhsely3XN8gXXMKXFwkBBaySgVQ1EGQXHxX7gnFgECAX4RjZ+AwPBZQwNrXcMmaUt3eaox5YBR9L8Chdz+8q/ZMw9xnztwf3Pmk8//QgnfoArzOMirdVuv3MX+TgsEYz6OOvVKON6hLH4iqzB82frzWefPgSw0xZOlTDAdHLlXjN6481mcgnQbhkV+9X5g8+aSWTF92BWV5ivUzL3nMvxIXOn9HM3gTbPsct+z3CsmhyaSBIcnzGedlhXHwG6P7p/v3n87EX0HZeJntQMkRhR4G2rLIF3+DqwzgXwjsHQWg/DT6EYe+pSHe26ynWv97XsW3mNsy74tADvaYE3Dx3O3bOHA29HiO+P/wPnJOOWwJv6aurs91EZjDN+LB0wKTKBbD1AtxJy/g2muzLegu4A3wB0kw0meUIFythwbeT8JmOc8D1Dx/1yPLoTcH34Xe1h76xyrqkKsM+718h1ZJfSI9eEbdZWk0QqbQIk4ep/wniN+en9ol/7K6Tm4zfeCeZ/CrWPLRgTeOu67vLvvEvg7fyxZMqkn+vkCe93yLpzQIL6CHO1o+cPmtMnn8B4P4aZT3O1UYF3WW/ca+pe1N0b+/FL78811um+R0RlJV4TmGZSb8Ia79pODAJwEPButxOTEHR+DWwnFmOkF3jnEKrzO9eLQV99+YRYzwbFcF3sVff//mi7nOIl0rgrY+fPKzWPtTbX3cp4W9Pfy3g7nrKdmKq1dDXH00HPiQq8TYgXjJlrvDg795RMnvqLen1qtJt7w+DTFqcq6csyDBVzKudmLHdGOTKjUaP7fz/w7gy6cscyg5IfkhtS91YOCpYG3+oCiuvgzsNOycqwwRF/aw+s4RAtbm4xRkgAHim0CFZHlJqzaFvfuLB6s5khY7bI5A3Gm81hWqmfUvOOq7muqb3AOzfR7ldK3oYfe7teNu5leWrWV5foju/6n1c/4csD3n7CRXZy6E3o+8NlxzXoPfrJ55RHX/41LKVxYWkogVGtcbrqfV/n78OWodd5j6ue2wXeOa9CpNUC3s+3d5vPBN4/yj7euiPmotoFBjE/AgALDO0hjPNzi/GOPt4GnAJvgp+p+dXs401wMloY79qHswaPMTPDOakAbzbIEwIZa7wDeDu/IsjN5w1dsj/vglouXH+Nd10Qq7wq5lU/8I7Y0o0zj6v95esqu1BrdyJIL4trvm+CpLjGJRA14Pc52d9YJohgIJyYc1FOEzXY7ZB/5uuC6ZO9Dnm4klANbMYDFLtZGtCG3DxAuGxg9gEXoAuwKvB2WZMlDNDB2lEBuuuWwYsHOglg20ZW6hiYA2QKTAXeUxjiKPXU1dz2Nys3bwaLZXudiFbYbtJVoHxFnDBoRe+uV5eN6U4LpdaTKvthzbNMRzDe1GRC2HWAd2SIW5tKzxqTWtgci4y/XeovA3izeSXj/QfIICvwTjZapkXg/cP3vx+AIc3V7OPdlprn+4bJWciTc13S9TnmYRt4cw8r4x29OQMckXgBeOzAeGuupkxwDsApU5zA2+BZRjNN+dKcL1u8qNrQ7FO2e4JxMI7MfNI2ciYI+F4Za7BOBMGan6nUMhG2T0/2MyTIe1wDQfkR42ISkKCj6hr3+h6Ga79/7x16GHNfQSSOR44gxtSiSWaMln780c+b/+vf/kXzIa2Fzg2iCab3qVOXhQ3nZ5NDfG+wOmpSGgCtFHLU1lQhSyW5QWJji+D1EJOyCY5Xl3xZzT2u7/7OLq7VlnHRyg6FxR5GVcskBzTk2vbeEWDLjgtylNnbPsprZH9g90YNkLw+CyQFzkormJqsSHO4WJ2ixCMTYsn+xK8LYx2AtKhXMmljXXTIDsLQz4EXjuuqFiwNUCLruzIGMpnmcPMe5lyI/5ZtK4FyAqP4dQFJwX8Ey5nBWtbv1if52Qm+BciOA3uphzFXGRORLA5wVhlzQTCfVMoWIiUgEx5zNNeoTDwUea0jXSDvetaRkqfaYoR6irTkMPngXM71rSqTTVol+K7BZl4zQVQCRJMgpRtDmY6y3lG/awkF7+ult+3RLEDIFlarmAiuApotiVgg8bIEszfDPJ1BGm5v9XOBLe96yD3WufyTzz5tPvjFz9nvPo2a97XbynFplXeHLjTIz2conVDuLDA8oCXgU2Tnjx7jRv5Soy4A4iwt4VhXZtbu4hh9J8iWPfqCnwPqVxmrt+glvcKauczed7rPDCdJcXxMmQjmWqa6NNVVSWQLxgWSBjMyvHyWCpRtAOGjF8/pMPK4uY/T+g5ruBL4EeYPPDqJN9luQDePM1Qw3uNY02KfLIthubcBFFzLS9vJtsFaJxQucewZSYY28Jb1Hgd4u/alh0GJ43oY79iBYr9Q/h/Am3M4hPHeW38WAHzc+WYSgvObFARY312S8MrJBdtjGtGF7NxjpTbZ2lXu7Yy935nzC7P2gYfMMnEYiTKer1cFAFiCIHwSQxWWzuWRqC4lDNFT3bZ4rDEan+2RdN5ibXj+/AV1/C+5p9TZ8zDJcWyyb3KhOZq92bxaukdJwRvNEvH7DGUO04BvS4j0ygiFTMy93PkDfAu8SSCqMrEd5JGtC0kWCrzP6eU9uklrtVP2BIE31yhb9vVGn8MY7s6W6U2L1+Vcr2tF/lyxizfLxYG1kzFsH++Umgu8VTRRLmEbKlsbq7xotROz01K0StOFPpRWKiMHM949Nd5D9/LWutXapwfv+z6hl9lvvaT77ZWfdXnMPzSPP/DDXKdz3Ef8FetldnjRW8dEiyoH+3hXc7UTEvaqKw6JYx0D7lsbzGdbge7R7jD6eHewXC5wVZEb+0es530kYDmGYcA7sWiqrHLdFoS7BlsPXvaVNvBuh131ctVB5UIdJ9u6joPCtMHXaxDwzs1g2FdXflOfk4N50FdKLwrgdsAbPAfo9qQ1FAFYEwwsEAS4iC8i95gnqEipuZldgbcZvXQ2/6LAuwb29Vh/k4D3ZdNkWKJg2D38coF3VtTUoHnoQPocfxgGJj/HW5WXXLyqHeDt4hHx0kXgHYz3j34SNd4C7zonKiPXD7xPyeodbvUz3gm8x+fs4w3wxpCmLTUfCLxZcII9IvA7agFvGY4MKAQrLga5AgxK5fzSGG/vcQsg+3n9P7fvS2xOBXhXoO11q+3C2hnYjsyvbp5lkRXk1gBXYF3BoDLMYJisFSS4EXC74IdLLgdh5tV/DbwFPr5HBecGL9ZsJxBXHkrwWiTlvk8AeCW4DIwweOM8dOEVhAu4o01ZqROXud7X3ZvnWLO9b69mzmGCYChYQ44xpbsGIZY2nwSTM8nG7/t4zw3c3MTabdQ6riE9A91gvX/8XhzPZSh0XtkJRgi4guUgMLVXssCbmKsDogzcPfjB6oUEIq7tBrW71FQH8GY8/+k/Bnh/8w8wYhJ4ey/awPu7tBP7Xmyq2U6sX2p+PeBtpto9ZB8HahlL9wUl6DL4MlvbMEgBvJVX0ylD4yXImpino/ohBEAvMldZ1+gKwP5iP3VYs5XbN5ub9+7C4NCOzj1MyaSKBtkmWGDxoj2pdT8/A0w/+cUnzWe/+CiCzFHAvv1sLZWagIGc4/1/9+6bzddv322WkY/KjPqeBtDTMEe62p8RwP1b3N7/P67NgxcoYqKtEIEyHz2n6ZsGfQJmgt4ZAsNp2GyD8FPu2xRsuD3BD6idPcEFeppeswaLBjlRTxkgEabc9jgE8LLf9kxeZM9VsXEA6I7x7tgs67YlEK4hlkf4tbVuAmm0ucV12ac11C7AXabN1wssDaYc3ypFbBtmgmDHecBrwxTKdlEAO5n86s1gCUkEZBynDvPuScHacU1j5DnXXe8YEpkr7GWRilAr1sME5MkoVSY9X1QMXSMKr0n5UvPJG2TtaBnnfhsJuSQHgCelXrjq6OpqmskC3y9r0nlEfXoyiBnzt4L7kg/oBIMlIZEBXwHeAQjKzlPXb9eCMnnj3wJewlMj5lWGpbUEJxMTGpwJ9JPZ8RjHVFbxTHADYHsK6XnKz5dYn25BeCyhoKiO6AIN56RA2jH+km4On8p8f/ZZ8wBp9wZeDnOAqyXY8xtv3mlW7mGghozdllZ2RrDn9wvGyoPHsNAbyJbxNxiBSJlau9MsacA1OY8ihCuLnH3sFz9ublBXfJsxdgujsskz2F2TYyME49T4bm4/N20RwbYJzSWSPotFGWRizF7ju6zlT9mDHwC8HwMQN0gQ7bMeaVpor+ojEtwnBPeuEeFqHjPUPtSOL5firqoqjNUsNQkFR0tlVpZU15tINCKzPkXF8moaObI13gJvpOZchIx7qgPzBeAt0aS5WgHe3PxjAPfexvPwahkPFZctjiytZD+IFnEqUGS/SdD70KUeQGtsrDP6Kvcykim40M9OI90PrwtAtu0VTUwDkB0vEyRNXM91NT+3zlvwzfVIEzDGCpNPKbBKE/01YoaoOiEx6/rguvOcBN5DVA0fP3zYfPTkefPilL107g7N7t9GZk5bMRKBrhfOcfdMvd73AAAgAElEQVSyoNu94q0tKdZcBlZ4buiPAeMt43myQ1nDC4A3vbxHNx9zjOlqHu8QFzWTUvXrcuDdXScy1inJ/hpLtNeR2GvTXO0i8EYR5H6guVoAbxMd2d6vAm87OYRCwrnZMlfL7ix5xH83wDvPs/+rF8b1/v0qxvvzAm+PIbvMZNKxB3gzDy2LUnJu4iUYb0odah/v9aHAO7KnPcA7rnmb4Cnro89rj5XuWSf+7ADvslfk8h+DIy7fyO3v/Hc9UVRkfuqNLIOo83MdoOXK91/U4UB8QOakLNgX7uLAge8vK7C++Io8jq7UPEA3mWw3WjetYLznqGm7sdbMArw1VzNg7dR4/0cDvC+HlK0SuoG3pQKay+5Z+29fKvB2jJZH+zMvUb10nnbVZP/lAu9BR1kYBydgLKYGwIOB948F3i8L8FYG6Bz0NTUibDHeAbyVmr9IqbmMt8yKWfLxWSR5LeBd+3hfF3ifAzZGCvBOljCPPRbAAQPilwm8rxxvdQUrC1BnnGaUWAKV7jLXXreCPTIwNfgujJerbzDfJdCWhTMArdJ0nx9tYcy0m10P1iel6wLo7NGd8m/rWQXhSmjjg/h//J4N9gBJsEeVZmq0o2GjUGbqQq/zsrW1Aij79s6yXgkmou9xCdgEFDLwbvkC9GjownFp9rWHyZByU2W/x2b/CXBmWAN1NVeymwLvLvCO+9iR1/bMqD7gPThZWsdCZ/6VSEi5VcoL8QggIFy+cRvg7TXLLfx1gPdOAd6WTnSBN9JQkyBckzBXIyD+m+9/r3n/B9lObIlgUXO67SsY7zgWTq3LeMviaYRCWyQy4yahNGozoDaIsz3Uti65AO9Jfj9PT+FTWSqNU7iyY9Tlhiw52MF0uK8BmuDS67SIodTq3VtwbvQv5n00nxuHyVHarVzU+mjrLpWny1LtPXnRfPbBh9EmRwdoA+U5AlA9+ywrGSPI+C1q6L/13teaN27dzsQ713ocBGAyaekWgTvJmX/913/Z/J9//i9xc8bUj4SMvgKav7hX7sFaR123MmEYyxFA9ClB4zSMvnLaTeS7r6hrXeI4JzlOwbLWaVPU5AomDgHLGpPFXGIcy6QH+87DcR5O56o9GKczsPRhFkZ7IZN5Z8f4Fmg4xPjdQsXh86IvN+e/L2MFGy9Img6AtBRKhE3kyrECmaxQ5REsHkyRbbBgW62DVvZ+pDO97uvBepvkQk3AuU/j0j0SBnGh5elZK3r3CYPcTKpENCJ4DmycCoesL0+gnOC7/pvAtCryIl1sbXcw0BYXdJnRnFk1isr1J0B7zKX8nPDeiHWpgO9O1CuI6c7bAMcOgJCYF/ms35Z9I5iX2OgStNQ2cPUdTHhF+UqUrXgKxdAykpJ5rnGWcR5+Trpb243eqihlspbO6CJ+m6TP6goGatyzRRQc1jrO8nA8aOBF9TTlVceA6Y3mk48B4Dzs3R5r6dIcppC3mrU3aBsm8+0Y4t4qRxZ8PwGkvdymPIcxN4qqa+nO24Cb28wbQDpy9kOY9AkcvVdJTt0EXK5MLDSz/G2c4zt5ddTs7NISENbaMSpgm6VmPY4TpUz4F2iIyLg6kp3f3G4ePXve3H/8uHmCXHWXOXfIXDgswNvEmtdGYzW/VDIMBt5tZ/O83509qbj8vwrgjTqAtmlTa7iar1HfjLmawLstNU+u1/tTx00Cb9u/reDhMCXwJlm5T6u0U4E31zqBtUkqk7E8wq3cuaNnyRiqhdnm5uo89225uXOD0gHrU5lHGhB7b8eRBsUWxH+U3h/jSaByJMonLEnQ2wS2ORnvovYIr5lyTRRcRXJfBpddyNojHoInXWT2WGs3mK/36ebyowckPA5GmpevSLRNr4ah3jj3pCb4QmLORVZeHmPSThIF8IcJqgCM9cz2fWe2s1sHcD/7pABvfCpawDuSHo7pcimHA+9ePNNJMrt/dtaIVgJvIPBOc7Vw8w/gjdN+h/EmsaH/R2G8u8Db9+/1BOjHYBmzOJ6Go7GLzP6w5/bjNn++GB33HkPJNpWF5MsG3rW0OOr5Ywyl+WQw3iRdvjDw7qiBumvrIOVvhOE5k1PdUUG2sXKsj937Fqv8ne/89z3Au242BtfxNiVC6lzy1rNjm2r9fMmtbi0urReUgd7aLrrfthejckIXTa7KMcY/udHVWu+RYBgK8CaYnUXuZo23jPf8ChImMqQGLWGu5qJygfHGzbHUePcpDWKz6TnxnqMuYKr1uy7jXa5Q+cXAGxhr0vArGTftir/3HU75MSdEhhYlO9eXtbkKtPYD756B038NOgMx/5Cqjb5f9r0mw4uhRz/wD/3Pv+oc4lguO/C4OsO/Lr8zw153Eax0Xc3TkOQy4P2yAO+a1lWyVuwdCp2RAPDLBN61ndivgvG+5Ha0NroMHuv9je2hzpM67Qq4brcBybZFyaxGYFtr8XirmmWO3twGGbGhdzcjf/YzlNLF68r7KCuX/Q4Gm+MIWTlZa98/XNR5Dzda3VYd8LOwn1mLdETARDseGD5fU2Xu/i36RRaJuuuP8l4X+Gj1BDA5CBk771vYvnWC2FNk6ys3bgYLax/tpbWbzSzBmAxxZby7MrlMAF38cs62J8zgWXoBeCclF8ywrbVMHvi5CbwN3CNcTBfboWtal/GWZd6FubEuUDnkn/4jGO/flvFO4C2QM6Bkpx0AvCcA3rCpHVfzyBqF1DzVG0rC8jRTJ5DJLWWT/rxDOx5B9CLsj4z3HgHsGRv7NjXnB/gqyDzPLd+CxYEdNpjknoxTN2jtYACSkoQIB/sw/ZEFslcvf7bm1s1dCTYBv0ZrAu+QU1tjzbhyf1oGsGzdf9I8/uR+1OzPCw6QXXrPNzkOPRjmCdTOGTfvvvFG8w++9Z80d2/cYU04bhCTZq0wiYm7777VbAIU/pf//X9tfvrRL3iv7LmrpNHzjuSRwTI/jAtMaVum1DxYdiXHhTl4ZUsygx3a1o3a13nJBAAtoDYxaiPoN2nksclwHTKunT8L1KwrPd2GpR617ABjOD9vZ28dVtC65zFeixxZt377vnMcBti2hYv+7dHqiiQA12iWz3BebCNVjuISjkH3daXM2RpsNNpU2eLKBJeM2ingTlZSBsQdcAU23p66AnZl/TkUA0LnmIwfe9OKqa4zrkpQG8A7xeplf6uy8ATVstsJshNoZ5mCrs/Jjvpq6/29Pp12Zo6T8v5aPieD4jMzCmvHEzmLPKA0Ocr4R5yf0vasby+sefl7zx7oPCiSd084kg/lOoRRnKyS88HPjWmTAWTncyIBkH46ydaqYtAkDxAO0JKVXLa1DgB8lTG7ipLiBrHXIkkRZeiaB47MkGDivmngvoFXwNNHz5tnj581j548bbZIuEwsTIfs/AZKiDnqyE2WyEZbK/4MWfLjF8hH9wi2GeezK7ebBRz/Z0gyj3AoZ5Rp7X/4YTP69HGzxHp4l/ViCXnvjP2gmS9n53RLONhhjtPfHSXHGPKPBeq+F5YwwmL8m7xZkE1nHImJt3b2MFt7iuz8UfOAJNRLAK2tyE5DZp7mo9aO59ApDGowc64pad4XRp6uLVHy0LvmCtwzK8mcHUHpAfDWtd365gDezkXjtsp4DwLeJOxmdVWmfGWasXWMokC5+TnlPghVQhZuMku3ee+PCpV54uO1G6s8lpo71tljdLfC65WUz+gl4P3nejsnnY+W1Hj9D2GW97hxh5jdCXRMGGsEqpT8zHpt9kbZxxNKb0a4tl6bMVrJ+bmzAP8F21xadhMzUl8Nc4XMCxh1Uv3No92T5sP1g+YXLw6bh7uvmgPr3mHpp6Zg6zluVlpeZSvQ3P/dz3OPTdY9/UVQJFDfe64xJxLz8+cy3ih+TgXeXan59YB3d//rrAV1vRgGvGMX6We8aQcZfbx1NDeR0G4nNgh4W77SBvaOgRa4Lxt3/u46hmfdPf0LS807UXsv6I45UPb3YTHcVbF4/+vaZpfGwfUaRJ13Sd5EojXAdxpafi7Gu6x17r+V6MhjSfVK/1eXZDQxmnt+nnsmSQOetq7FyBvf+R8uwBCX1ZoZzUW2C4ja21A/q3UVKEng3L7hvQFdDcLi88pBDr9xXTCTmeBa+1SYbzc6FoUwVCHVFuZqAG5rvJWcV6n5TDSu75eaI2+zjUIHePdeoqgNbX/1ubgPk5rXl7R8rAaOx8sk3VeD7ktquOOwW/Km+PGqu9Y9xJpdrb8Z3gose9V1z9fPSBlSDN3ymU66GutfhKZDp2oM/o5kro9vHQy8e8FCAozrn3f3s/KYLrnCww76wu/r+WZC4ksE3gb+yseQmgfjTZ3b5FU13pGNTqn5cV+NdwXenlDUgg+5Hn/XjHcF3TG+jFs8vrohBiDOY03mscrHTVhkK5E4j7LIVnYyWe0E5HUdkpUWYPjcANyF9XbDD3mrDJLXvGTrIuD2vTkogYiy3Owh3u3HGQCbL8H2JGArZbTZmkr2wjpvwZHGamZ1/fKzPCaPofYNt2bVGtpqxGZt6yxBqtJG/zaLhNJ+0wYBCRO6I9mwJ9w6L2yUBZFeNbL75C1RL+u1tq2Wjs7WwANurG874bgkHiMYrcB70PurBBGQ8JxTjHl2MDPbxSRH4P0PAd7vBPCGsTSQrcZnAKu/oXf1+z9Iqbl9zWVAE3jjaMx7jadcowO8654U/TUF3/zNh63DBNoCb6XucwTkYvtjAliD7G2CWWX+E7AWc6swzEhDz2CHPeZJ2kSNxRvWPa8CozQh8rT3AICy1xoY+ZgFmIT5mjJDQOSptdrWX7M/raJc2Pj0UfPi0RPAfdPcuHO7Wbt3L2r9H370UbPAc+aR+O6QFNDI7b03326+jRT/DsH6LIZWymsPee4UwfSdd99sPvj0k+b/+Jf/ovlbGMEoh2BsHsvYOX/47yRtNc8Zi4u336GWey5cgWXxpxhLO7Z1I5i3ZmCa4/SinGmqzn0e4+AWSe7IRFm/GS2cCnNqAsG6YFuYmViYmsBxP/qK7wIEDNr0RaiyXB2KMwlwIqjhvqokCVmz4Btg4dzYQhrvnAzlDr+3NY8Piz6W9HLhusVc4t67f+1zfTapJZUNWyYRv0JyYpwgXoYxVCBla+gkqMs+dpFZ4kIVNjqfy302gRMzK7jgSNZUox2fe2rfYoCA7tdRrqBnhu2urOsvBmexbpWAugvuk8mrXzW+6G13k3/tPCvWLE3duKeFBWwH6u2ANxh0L7+vD1DXDeijdMdHz35ZkgDBNObeGuuv+7vXQINbk06hc5cFR7bMOJHtdhzfJQG4wr8rtLczGbN0Y4VOBcwJEyZkww62DygpoYUY7udPYJhfkFg6YexNMr5XcTxf4WHfeR3GtxlLz7f2osf3JuAbYwKUjXcB4LeQnMOO86tjlCJHv/i4GXvyuLmDjHfFfuT2x2YfVBGhX4OtrnZ38WwAhJ+fsw7TUlaDS40A52G/dfyfBbDrjbFDUugxx/UQMP/h/Y9pkUb9tKoe1iiD7rwLXJMOwZLrbCTMo8Y7lQS1HVJc+866W9UJrPsjJK+mAP2rtExTar6wppTgSuDtHqSioAJvme5DEle2BLXX8JSJPcsymE+LuMnfBnDfvbPWvHXvdnP71grnSr0x89FijOw7rJJIIAvwFVgznzSAtc3aNsqqbdrj7R5Yr03nCf5+YF01D/9VpSLwPcZ7Q0B9Sr39K8aGieNpgPci+9MKSZk1ru8qic01PnuRRMwUkvZzPTu4h1uUEjzaPWs+Wt9rPt0+bPZk2HUkZF07e2U7QNsC0DiNIWhrvWTaTW7xb9R4o2hg3zjfJUm3Tm23jPfOM24T5U9kZ0wo5lKds+dyxrvEkglS4vndezeE8Y7RQB18SM3X2ANRb0SNdwHeqous8bblVNR49wNvy2U1QHSgdPfo4cD7csDbv8VfirGc1iVJ3sn4DUpG9uzfOd7zfXvl+z1P4wdj8UIDxlWqSb9ufO4aIk6o8Xqefxsj+SnRtcC9wv3EGu8A3/qVfD7g3ZGYGztW5jVq9TNOvHgedTxYCqRSqSomTVTVcqPuq64A3l68Mhi9SOVRX14zPvXnq6DMdYF3DP7PAbw7LqFuIW4IYThi7RGyJxbZeeROs7YT0wDGgW+m6dcQeLfBdf81fW3g3QLAORF6B81Q8NweWQ6+eGVBNOVvQ9nlMjFrLJ5AOxvI++9F4F3r2y6M59Yv6pWoo7CeWO8V+gp4I4F7eb85QFIVUvMW8B5srlZMO7zDLYY4lswBwLvjau6d/DUA3j1zpbAxkdBprR/t59TfRzBZQF3dwMIQzax+yewHCCmBZ91IbOUjo23QIugNGbkScL73y+/TVC0Z7jA647kG2LXVWALmo2DuQmpLcKLMTHm6u75Mi1NNpsD3q/3GlZV3AH8cm727kfbKSAA+T3TUFajb3gzQpMGadU4GeLpnywjqdB3VmGbFS69lj/t1gXdn1tWERiv5GInbmJ4Ga/Ywzr6uft4i5jLHAO80w3kN4E1gu2NbHICW/WeVmg8E3nxOR2rO2F+iNjFrvGGtVQ6wLwwD3tY6RwBWEjVhJsa1CzaMh+UduksLpmTD90hK7cN4K32cx/jnnLps3b+tIbYGko/l2mu4BvOr/JLI0D3nDQCzge+HAOatYPATeGuWZu2jrclsdaRJ2plBBGPllQEFzN4BctcRnrtKbfjNd96KHrmPPvq4mePD5mCnNtZfEATvNfOwQb/7ztebP/n9PwzwjVVS9Bk+AuwtrAFIMa36CaD7z//1/w179zB6GAv4DTJ03A/ASMJu+d7XokRhA7nuCXLNKT5Hqf2xcnTG3BJsoAmEU3r5etPPubeem/u3Kgv70guE42+qSwimg2WT4TRY572UoMr4yOIpMfb6z8E0KlvdBuAf6yjP564SoOtQLItuoOq13OS+6oic4DF7pduGzdZjSpNvrN2Oc7Lu1HZzL58hE6Z+VGZOtnt59S7AG+dkgbdJtJwMmbILJUTf/tJKujuPI8CKfbEAphbwTtCdRR3+/wxjunB3hsU9Qd5sYmHMuv5QOAjEZLW6ycHa3zz604aMOQ0iO8C7sC/Zw7gcZ01qB/PNkUW9bcp9e8iMNnlQsr8pWu6GysHGlxRmG3i3TeZqEB//lq1Zw1PZ3vyZfwFttsETPCg/v3XjFg7oSJi5P87P1bW1WJ8sb7B8wTnqw7VRefdnDx/DbGOItE1bzdnx5vabt1DvmEhGqUApxhHP3djYx3SNeXpCeQPgZoZ67wlMBUdHkLMD2k4+ftQcf/xJM4UHyipz8gYJ6CXWoklanY0BdEyKHB/TcupwHdM/EjNngFSSAaoi56MdEO3SwrHf9yThQ0nGOoD244efNj//5ENqv+kLzLzzPoWKpVu4EMnYGE7uJSZzw1xNNUH8smCMOs5yHI0AKAXeZ5MJvKdu3msmFm9eG3i7fmiuNsO4Oi/J83O9Qlib5kg22PLt1s0bzdfee7t57+03mhuY2S1xPedo0WVy0QSxniT+K5Noa8EdznkPkO18C1AN+Fa9ZL9sy5kOScQdR4LJpTYBkG77h7zmANB/xP60d7zL99Tlw5CTpwsgqYO+ChmTenep6//623eb994BnFK+skhSYITEGKtNs8nzH9PD/VPu88sd3o9rxI/NCdfpFXuCaqOjjqkb94G9+iyk5sw5gTeeHGe2ESM+mtxfZ2j+OgHvyninmV2P1JyBEj4yv0HAu5M8LOvQsMjentYVZFesWde5fI3rSBro1QWmJyZzCEXSL5Vk7rOOTZOxJnhPNFIcVOPtfDVJ3WOu1q3xvgi8A/3n2ttZY8v8jfkqoVOTkKn+iTgyEqASwN1UQqwF9/70f2xBs7Lou5X0aQAy6ZEnOPSrnwnue+LrAO9MKPV+Vu/PLY40NrfKSpXfS/XHhkNGyxo1spXz9O+eob578cYNFlBaiulqTsCr3FwjCbNN1mJeNFfrPY4vm/FuX7YL7Hkn8zN0KHf/0AIg/rIs6Z2/ez3b+agcNhe/ordpHfZl/HezVIOOo2R4y5tdAN4955AbdA14ho6tTpatP/3T+4rhUvMWY+DZXDKMLx5DfXL/FRw+Fa76y5fKeAfwtsYbJ+nLgLctWoq0ukdl4UJn6EAwfkIw0eNq7kISgcWvCfAuwWKH3TZUDMYmB+ygbG4nYxpsdbLfbmwBnmPOJGAOeXmHHfdSprQ7AlJeE7JcHmaqfV6we9YaA4zCII3vw5zI42GEx3MClBvYyGZn+xOdNwXP4VKs3ZU14PycPWepXxZUF8megN/f+/7WLp8SBBnIaVikekUZY7wW2d8MsvWolWXzmQO0TCkdBqyEodTnBN41wO/IXR0Hzt/4hSxPd/31PCvwtjWdkWYAb8yRQrocIDbnVn+CMTfT2iYmGW+l5gJvPTsuA94//P73S433OYF9mqspSQ7Gm+stwO5nvCvgjn/jzwJnriXHfICUdAvWTRMlaRUD03mCWnv3WuM5yffza280Z5iajQq8dQK2ztWaRsJBGZdtuhSYhb+N+dkf//Efx/38/vvvw9juBvASTEextu3q2LNkmub4va3BdgFqZ9b279KOBzA+AUhdvIXsFubvgITEk48/ClZ8wRIFgOorGWX2vFmA8+//1jebP/m9P2xuAUK8NQa9p5yk7uNTMEw//fDn1Hv/q+Y+7J3tlGyTpKrglM8dhW1ae/eb0Xrzyccf4B3xnBpLpMEmUbmDMyR2HLfW3o+xzlh77W3bB0w71kI8GgEJ7YQiCOL6W1vKe8yjEjgk0aSk3FIBa81lZh3Xzgv3ZQNnDZdOYcu8Fwu6+RNEnxC0x76toz9gQElhaIa8ZwJykgEmlxZgvG/evhP18jrrj3EB1l8+BXg/COO3pWWAN62obEn3qvgedAyxCnfcPy571vWQEyaznIO4sPWF7Q7QbbJZwOz8B2kcAIJ2GUvH9DQ2MeVcrW3BEozlehFlLcWp17EioIuL2we8Ha3RwqwYeAU7E4Ehn2vgxzUMtryAdg8z5lbUfufEC/l4ScjXZGo8J/5mDXg5j/raSKxljbtPCp7f9/JzlX/WDFasZ8wXNeTMedu2eX5LkB6WEMggL5AkWQZsLaBE1ExtcR4AQoIE0jM8G1ySt3YOYLTXAd9PAFwvSXBRgrAEabI8D7NN3Tfj8PCAFpzPqcF+SS3v1EIzfetWM0VZyzjmZFPnc83p471mF3+E489+2ixw7e8wtlcpdRjD+2RCszf9KBGrn5/T4mqb5PUO5Q+Mu2kmsQkeZfGrGCiurd4K6XkkiQCmT+lD/uGDj5sPPv4QBvwRiThKfhhntiPLxEU0byzDYwDwLutnDh/jplKyAMv7Cqn56eRiMwmDP4XUvBd4ZxyUDuolLC8gxmusYnMZVcCs2m2VNXYmYR1b5HzepGb+vXfvNe+9da+5R+28BmqWWo5HIin7X+8jy9/Er2HLdl/2Kdeoyvpth034G2R3ADshJDSoHR1s1SfwVnaejuaagu6wnuwxT3dYr/aZezLkuygUDmjvplmefhOCeMe3Duo3l6eat+6uNL/3O1+Djb+bXTlIkpxQ9/4E5vvBy43moWUJu7wXAPyIpCc7anOkqZoqD5O73B/VJcesIUe4WZ/RTuz85aOo754+JJH6SsNPO6b/Khhva7ypwVdqHoy3ycjKeLeBd8Yh2X7OgOZLZrw7cbHzv8RRbcZ7gIy9G2PlOK+wLX1yir/JkIA7fGXKZ7ZVizlh/E/GZ125dyYZq0qwfmCWcdX6bl3NVV3oaN4LvA9JoG+gUFl/Tns9VFya/3VdzS8C7x6peR/jnaWFpXa7SMvDZ8D1sgLv8PEopWy5S+SpvdEHvL1qKTvqgo24mDG7fLQAb+uNOlf8EkBzsai/DYYuvvdg4N17XHEScafdXDL7HD+XzctFwgVtiiBUqfkswFupeUqHZBYK8KY1gYZHugqa1VcWF1JznV/7kxA1sO9cxd6T7ldv97w8NrP+Czf8536GuwaFg1/RC0o7eRInS2yW3eMMKGBtV/ld/KUeV9z/MkDqvw52r60bvP+L5w46kZqRL2+Se3FsQPmmGaB3R2D35wTNeYE67xzjrrD0PQfZufit9+p5557fdza0+O1gm7iLyYR6FLkI1TO+cNbt2x9jozVHhtzrLvD2WAwTh5urXavG29pRNtbDzefBeB8KvAEF1hXqHqu52hT9fpWajxPwWBtrn17BUCwuXvk6MNvAWzdQ+6KeYI7F5hgBZOkF642N1w3IdgyXL11v7A90uR700pjqfYtOSQB2z6f7wnAjLjWTdYQHy8QPLua1j60bXTLTKSdP1tm1pLqOa1ADmyA7I+Dl72EiZf/kAo6jjVhpP+aY8PeRrY3nj2btd9T/pTmarronpU5uSsZToM5nVnZdAK3jrnNX4KBcNxd+3luHV45th3sl22FspOuz56UMftK1jkBs2ppoPl9GMBr/dub5EKl5jN/u9e1fu+rPufKWzTpekhlg63IF3TUREcA7jsugrfve7WnSvp8mTZ17BlC9wPufJeONDNqa3o7UnM/qB972jrbntsBbJs22YY6vcNZtrU2uMt0gWXM1kyGE47I1tgyCeR5VQaUxGOBxXxCFfFGmWlOnM3oVjxAApsM67sGjgiUCSl6/idR9lyD261//RvNn/+SfUJe93Xz3r7/XbG5RZ2gxrOUGgNJv/M5v87yd5uOPPlTywLwjnASALPAZhzx3C3dlGd85TI/uvvcOwPugeYYbtL3K7Vm+T4LhaGs7Am9LEBbo1fsHMN9/9Du/36wy7+3rfkyw4WfqFD1FYuLP/83/y+MvYNiy3dk2r7dEQIn5ypvvIetdbjYe3mddeR5Bosezy3MCZGmuRDAzapkD8tYFktoadh3pLMuYnpLJZy81EBdI+hqTWvZ3dm2SETuR3VTOaou0UHgk6259XrpqW7/H9w4XE2HcJd/TOafzucegMZTATjO6aUCS57dAmcHq2q0IBETD9U4AACAASURBVDVi85z2Mcp7SS9zkyABvJdhEqmjtcY7VuFqiFUSSJfVIHbM1PrWpfTfEPjG7MtyN88CILcPANgm8LMNlYy4CRPrle10kJ4Syko5fztKkFRTJi/zGJ0UOpLHuhflWiLQUlngdff+KWV2zqpwUGou4+11i0AxghMeZQPqxhcps/fnVMGVtd2fCxjsMOYRUBtv5YlX4B0KItczgHP0JmeCh9oc4B1AKEIA7j3rnO3yxpkrE7CZGkcuQYrcwPx2ZYUxt8i4nSUOc1oYP0SP9+Nmi2v3bP1p82wbN/Njyj2oFV6+tUZiaImjxefi4JzWX5vIzxkjrJMBvBfvEM/dbMb2aUVGl5Dtn/+oGXv2sFlhb1yxvRNgekrDLjsWuNRgtnWM2/U2bucn+7TM4+ynKLuYdS4RQ67ieXCDOnJB0wgHp1Lk2caL5heffUzZxs+oN3+GDJu1wjKDwlbkGCpJGe8XSSTvZXR19PqVxa+b1PTaMx5lvEkiTJAcmkJqHsDbGm/xQSeWKu8RYVR+oGNimn0nALV7BHNsgn3lJoz2N9+83fzO195ubgNqFzFRk9Ef40BDpstz9pGO79hRgLFn+z/Pz8HiOLW8Q/8FD3vcmNr9LcC3H5vqiBgLxCJR3hEma/nvAQnDXQDwFp4Q2zw29474HtDMZ27z/fr2HnX6JOI0x+LzTs/3OPbz5q07t2Dl323+6A++1bzz9rvhZn7KhdsBuH9GO7kPMNd7sHvUvGSIH3L+Z1ycU8ab6jLXznPWXpU6Z6ilXm08bRrGz+gu/cxPmH9WkUcP7yxJTdzQvR+Z/I1FJ+9TxBmtRx3/nfjjEqk5Nfua2XWk5oyjWfbjy4D3JNfcGCMScsXMNWTfNWZvx/Ot32Xc3xcT5UQt87Xv73Ga5dzbryuLXyecLUC85BLzzcQREaN3fizMr5+RCtcab+VnlGCrPL035m7H293vjTFqO7Uc316P7CRTv4w1rPN23AXoDnM15eaY1rJ3m+TV1XwQ8E5fl7IuljWyMtuDgHe2ccxP7wDvGu8Uhjta04YfQlH5Ghq1jnfk7j/sZbxbf8tBWAfbgB2o1kT0vKb1w4UMRt+bXwTivYOlPXiyH1qexMCvqNXs3n2PTVYp3EdZuqdZNOdpieLDFifzMt6aZ4TU3CAl24kF8I7v2RjsY+hC2ZGRDTvTy35fJ2r3OdZStoZMB9Rd590vMuCVi+57NR8bJWguhDUb05J9RFbd35f9Mxf/Mvn8rv5cFlRHjYls5ZbBjgY4zs2kfWY5GOtv6uCsMrw6+PqvSfeedlua+D51gGtANui+91edX7yCeXweeGGrL8t61HMqjHiXBe5NNl0AhW2lR0QXrfOJC3LxuLrmapmU6AJvzJuQcNnH23ZiuppfB3iHJAwgYDuxvZcPmyNczc9ht5QzQvnBkhFkR303LYIouxgXeCPPikxiydzVe1nVLUo92+3EXmmQYkYvpIStOpuBbtjXGc3Dn3Nt4O3d7VfadDbMfP84r3IPas11vS0RaMZaITBWJm6GNcdeJKdYP7IeT5Bds7flfb1zsdBmr+7I7ishJ0CJ3twBsg0G8jlhtsbvDHKUn2d7sXyOBlDWE5qhtfXRPHWyLtpm76Oem/+F07nOs7xWFtS5O6/pFqy27ztDDfKeZkQ8J1qaHZ6EwdSRwQz3ckaXW4PeABl+chd451jvLUMZBDqi53Cd4/GEvLBFcBvnHLO7nHO4MIfpiQkMAlhAkXkPA4gSpsXrhyVqYr3j0QbeITWnj/c7thMDHBrBdszVBgFv1vOUmh+Fq3WVmkcM0Jqbnk4cvyCHf03A+uczakDDCyDATyYSZSmVvr94/oikxnxz651v0q4L4x9Y5ggUANzjGPfM/P/NnemTnddRh9/Z90XSyBqNFjuK5diWCWSDfEg+UMBfAsU/RlF84wuBAhJI8YEUVRSJYzvebVm2ZG2zajZpNAvP033Oe997NXZsKkXl2rd05y7vck6fPv3r/nU36OEMANBc8FVyVpcvXmy+/4M/4fVa8z+/eiOAd+o8xgb655/9xZ8TBd9q/usX/xnVga0ynCqLXHPmeeP+w5DXsxSaunBphfneblah4tpzdwJD2n7ZR4DMC+efCwfM+p17zVkcAt/91qvNay++RFEr5AoZHyXCay/iibMLzTZ5jj/5+c+aX7/zTuRjWgHcolczOKnVFVOM8ZE0U+53Aiqq51/1OrimSWRqxDUiHd51YJVkIog7OIBs/aaDwnzcMIKIvI0iu6Y7OJZPo5c9t8aY2VZKsO26kMlhgSYNZ6Pa6m4jxVY+ntTY1yHOWjrkPqzAbi9qnVAh05HnzTUAZmeIps5Q2Mu1uEOOq7RD+8E/ov+6a2/BfMuFy1zPYshQUM0L8G6R6ZeqMXV9r/5DDzgV0rb7a0TT1JVc/lOABWO4ReT2AHA2ypsTpAc4Huarx57M8QRNQZl0LoozT2MvagO41qJgW7JuZMQEiPNzGRqMlyyEiP5Ay1dnmK4QzCdXeOtoTbshAEdIVz6Dlh/6L8/V2gHFtgoGQwEp9XVNjI/f6ox1S4nod1Lx9XCpq7IkKMcVcQJEhniewBAZAZDMzp0BdAO+SYFYWSGPe5GSgEM4uo72Kb5F2gDrSAfMLsyXTSLWd+jecZcI5ghjZ6tYo+cTk3Pkg+/w3CaCyhyQxz2EY2V0Fqr2KD2wAeZ7n3zS7H/0bnNy56NmhlzulQsXoqDf6BjOGu75UCbShE4SWR+bgFbSJYCCEzibJnDEzQKEzy5AlUd25nBaDQPKNfIfkOLxyeefNe/e/KC59fntZhuwl3kpxaAv+1DYk6YXlIJ6fjzILrVllA7HE3OYiXiPneH6I+JtjjfV2h3jmLe0M3Lu3IuyQJ91KVB55E9PRSG5RRxi38QBdf0Czxhbq7rjqkD21MOC7UcUjRNwr1EJfgdd5fyZFiAlfW4OdoFt+jhogJ7Q3YJva2BkCmLdY4NSa6Anihub6omTzxoDOpBIqSLrAGchqQFQ1zfQB4+IrK8/oo3Yw82Ytzs49O6z1rcek44h6Ed+ZmEnvPqNF5vv/eFrzSs3rlGXYSFkd4to+a2tveYtera/u77ZbGA3jQ4DzM1FZ++zrgPKrDnaBXRvrzbDtFAcWn/YDHHsISraR/U9CeqxNjI9LKyxYr/VophVFySe6dmuz+xZnWh0QNmuHRjtxCjYh/NkgUKcszigLXSawBv8Uft4SzMvVHOd9uKRjHi7D+Rm1TJWBvbNXI+psLrmcrwfuqh+2Ntv+66x86MuduvitDxW2kxV9iprNq8r5z9f5HkqhozCg1Hdu6NU+/4oa6WzJmrQQydejTAHA7dgg+oo9xzqvEME7HGpam5Nkyiy9qXAGztNbBnHK/ZQyx7KSHs3x7vWaQidWXRw6kNF1TFJZqM2hEGTLLwZW1g/8F4ZAN6D8KY3Mc9GukMMnqGXd0BH4LjTAFNOWc+DVIWl/7t9wJvzRM7UF7mg+4C312WyfVYQVeFHxBvQbR+9RRvYQ0OzmvDvJfDuCuMAUPx6wDsjW1HhsSyASv1I4XCjr6ok5yOeRb20Ud6Y6DSUw4hoI6QlRvTMNdYlmYCnflzsxzh6tsMaePhWoQukwR19J0Lh9L6ev6seqi/KUe96pNqtqd5HB4h1ryCOGfZCyckqfw8aYUkJy0dsfg5igPYycGVBli+cugL6gbfnTGPNaqG/C+B9sHk/WgwJemy1M247sQ7wzt6dGLU1ilIATp2sBExGXTpU899T4F3nogLw3J56gHww8t0nG9yn3nGVthudUbkK9mJ+i1E7uO4ifyfApQrYCr4YhgHgzdvMTdJc64xUadBJKw3ucVQgNxoZUfRCPfd7AnYjCUa2ZdtoSBvZlqbrZ1L2NMjnAXL7RCSMwAu8/dyI+Rz9VoOSysP+zYdQcqegSZqDt0k+U/RUNn886O9fH3j3jPCyTtNDkWs8BiudcdWpF71dNTKlq5a2WuEMDLCSNNTWeOzbgMs6ivHP9S/Vehuq+R40aJkaQTUP4E3+MMDrGeBd+ngvkkNqL+jtDYwvI96MxUgii3S+V2HxXFxbOCBkMQi8jUYajZYuV3RWrHy+JxPqERWN7965ydqaay4AvI8B3vbDTeANaGbTlTr7wvMUKEO2tjBqZTVcJMf7PsD1jXfebVYBhLnysy/2KzdejVz/WzdvYuxm+oEGqIBAQ/Lu7TshU5euXiJHeTGqfa/SX3jI3rzQb636fgwYXWJ/0yBev/+gmaarx7VLl4N2/tJVokZEwXWiCtAOULFS1m8+vNf8/T/+Q/Ph+++HvpqEPi8z7AmXNmK0hnHbhiJtZWKjj08w0p2XBSi9c4BrWxZt0H3BCucWNFPGd7mWaYx/71mH0C5gXAq6rTzNEd/FkSC9chLgZKX2A9MmjF4zXxrtXr/OqkMcH4+RX50h9icOOjZzZB9w10qQedXJgk+BmNWykYsZDFtfWxDKYnC1qJk5+4L8OaJOC4tXWFsA74isM/Wt0Ze74OAu1RGXqmTab9XPkt1VfqndEsvFKOAefdLXiHjfj4i3a2MWG8Q0EesASI1Uf2iTqIdc1zIUqvPPyGQYmDoAg2mTqSyOma+NJM9YeZ951eDcw1nyOKq5M0aFql4BXyv4ocDqfsrLAN6ujVwf8VlnD0+9moZlvI77LHTRYjdHp4D4tEq2+7cfOsa6mP3XOtmsEGRrmCJ7Oj+mphdgJZ5pVp5fISUD+wzwOPR0m2/tNvOT1kfgqKPQoMm/3sSoXo/iXuRVc+wZZMjo9fY+le5JybDw1y7Rz5OZJaLeRIxnqHQ+PNecUIht99OPm813f90cPfysuUh0/RyMjtm5C+gQcomJwA4B8kfGSVE8pHvBzgNStkilgMg8jSzOEqGfn7I1mmkKpC7CMlGP7yFPD8kh/vDWx827H7zffHbvcxyexm4ZiyIYrpdB4J1Lv1/KKvCO4mHkeI8G8DbHuwe8KwswQbtC6zzmBFhRfgw6/hKOuG9dvtS8cvVKc4P1fx4687w9xG0/yD3KnNkE6K6ybrfQI49tGco9TnNPRsvtpDDLeqp6MNMO1I+mSGVhvXAqG9krudXBGPNSyvtDnEOXCUx+mEY4/MiPH8LZciSTCL0a9HMcRI8A35sU1PvkwUbz0f215lMck6uwWXatjM4+Nnw43Fy/fq357h+/1rz6yrXmOdpEKveP0W3vPVhrXsf5eAu2wzbR7gOu7yn09UMi6+a3NxTNa2BJNLAAh2gBOaSTUNDdAd5W4q9Fd//fgHcUV6Oo2gzA26rmjLV1M74MeLdAtjD3BsF/C76L0FWm6zPAu8VfqcZyXfecBT3g3XEghFoTM6RzOld4gv2MZhcZDHFO/dnqCHUCvwmnTAcz1uvv3Ufa1jpAK+iOwIcMmrDF0hGhTgqHY+CDLIAbHUPcE1iL6lKf0VasA7z30f2bUs1Jm9KWOKY2SQR1fyvwzrVVnZz1vlrbsszHVwbel3/0l+2qj6EaNIBy6PoHsUzUIIp/VghOp6V/kefoNCGqQqH36f8GvKXKALzxxCfwtqDK+cj/mn4m4p0eJhVNf8TbIf8Sin1Pdk99VUuH1Y25v0Ko89lRvK2HqHeo9Cbmr1vQUOeg8pnqNJX3w4jQ2cyLFiQIFoxYRlsT/3XRpKEsTc9CAwHQiymRQLJGtd2BMxMsioW4iRTKdpcuEoC6a8yGvPZMkjTQ85670fL2Z+ULFXhXwJMmfSzJYuinx74LYAcHP4/RPzAVNHfP3cpYHWPPFQZH3TEHNsYB66tOX73WOr+RI3yKgou7aDdj76K2VXIjo9rxQMR7lSq8Vliuxlxs4IpEWEUBCSKKFVRzIt57FBA5gHJ+hGf3NOA9asQb4D1UqOYBnByrAsLV2ea6mpMYOZXmh7EpE4JTO//eRbzr/H0R8K4bQAhDIM6MMtfXaTRYadxoXi+aFKKqIeraCACd3s/I0y56MgG2YD2N31hDUbXcvGwrKQ8F8NCINkrqw0iWETk3FI9bi7x5TCN+VoKVgqshHdQpfiso8yF9V7pdzeO2SJXXsEWk0/Y4HlMQPkUU9hAj0kiD7aA0cgRSEfGO6FqYaO2SOS3i3V1PsQOUtZxLVCEpeqnoDIHBmBX0uc9Joiy2lZL+PAeIM3r8IcW87tEiyPFS77Qy7LG7+07Z4D1NRuiMeB8A3LYAEwBvjK0fBvC+0Yt4syGPWymeMX/z1683b7z+K45pH2+omozpNuMTVHNCq1H0cQB4V9DtvRmdM5JjtFWqn9Gb4sqPHEh1qOO1TV/YB/c+jV6sy1e/FcB7RPDNihwReHP+KSLRi7YJs/o3DyMbshbWyIu+RVuiDSMy1ZEXgD/nJCqj66hRZOMd4UrTPCRqrsxcIHo1w9juAF7X7t4LevE4Oa87ANQn0NptJ2TE2LGeJ+K8BEhYIHL00qXnmxvffCnGIfS/BeTolTxPj+//+MUvmp/9/N+i4Jt1UMyf3cRoGWNdnEDn9FxjVBs2irXNdQiy56EHD7Me9qOnOUUCkbt5WRYaP4DvKcZesLeLEW2O9yQ9z6cYrygaxzoIFghAe9/ILn/bu3wM2XF8dfx59wLvIxyAyrmRt9h3XHdGzXE+ZQozY4dcC+wF2xHxxukiIDM/1eJ4h9JOWUs6cDTIZkm9OXP2KvNMZJQJr6DbVBpl5DR7qK8WRn6hyG7tlKBsFVuhGJgBkhGwI6K1u1urzbYRb6K2OujOcI22xzJqKivC+Zplfdd8RR1t6qcwOJWCOF86/CIKXiiXfj5vuy6o1zoBzTXeBlTtWfUdYBNjWR3CVQ8OLPBwmkX6gGkYKoiefpDYGRGnslYjulMNbn/nLdcUpNYASLsxjNrQNgm8o6ijAEwiN+DyZFgnMNRtorujFDGbQ6YuXlpunltakEAOPfS2pbWgn5NqM4+OIVJ7xFzvE0nfJlK7IzsCfRIsLhxfB7y/CWPs/gYsB+oujM4uNeNzK+ij8834MfoVoLn24bvNo4/fac6cbDdncdIsnbkC42SJYw4D7LlmQP/k0G4z/AR9tbcK+N6C+nwSa2iGyOUsjux5bEmrUytvrj8rd9vf+/2PAd/UTrDqueBWdlh16ocjNyLeZQ8KYJ4rvLXt+NOCwMPkMx9SpX1kcQB4M37HwUgIiYgxNoWm2lDjOMeWiGq//PyF5gcvX2tecSzdM2xNZzSYn6zt7EdBuA3WrekQMzNQ6YlsWxPDSvPqjwlp5XZpCMBtytIQjqAh1io52U+ILLK/WL08KkdbzMrUCOU1HNkU09Tpz7+QApoZ9oQpGDbTsO/mGG9p7hNTasraDx4QDh19feuwubexD418CyC90Xz8kNx+nCU7VFEbJh30OZwyf3DjpeaPrj/fXES3q1e3AOe3yPd+D2fm2xSKXIO6fkyvxmMi4kesgSHbQZKzf7zxoDnehcWAPhFo/78Db2pJzFCZfp4OGHPITuZ4M85U65+cLn28GZ+oLWJ1c/umt4X40pkfOcTRIjCLVYaSKvLTBs7azToBcQ+Md4Bw0SV9KqCyd9p1XcycsjcXdddj0Ma+n+A7cbcyWDesXPs912XJfS7AuwYsPH86BeLr3kz+qpgWtSOGXWBq5F+aebxvyl4A5gTe0VKXiHelmmsHBeW8C7zR/ZuwHjZImxJ4y2b7qsA7bLxqO5aByznRWK6U+q8Y8b78o7/qQxU14tkaq+3M9E+ab2fV6t7Pvyrw7p2j6zV9FvS3nqeQLWd2kGreufQa8S7XlD0ziwJgMifI55kjp0uvqMB7HhrdDABkksXsU1pNFlfDgKlUc5SpFWoTfw3QjTv33RXe/teJripVo+K4AUInx6/30fEunXLQ0wF4L1+59R6VabE/p8C7LlKja1F233Y+xWseC4dbO2SsVIHt3ASw8+LTo9ReY9jbJZcotpMKiGNL7gPU1UBvrzuOWQ/cweOx3GoM2z/cpOt5c/x74L5uUjmKdeTaSoMFaOfIV6dBbzBbMN46A/o/y1/lo3utvW8lbbD7aEcgrruA2HLunpOpznpBte2cZ1SgtlrzL4H3KhTUW7fvNm++CdUcIzeipcXLGBGO+H2OtwMUVHOLoJwCvM2nk2o+PptU8zHkXnrf1wXeQ1REjnJ8hWreOia6YcN2YAYG6RR5/rK3TnOM/LZD9DFkykZwWjpLRh6ycFrNFXJd+DpAdolChwwIACKSLeVcqrjtizWEMxfT7/u3m6FzpEEV0XOBt/Rq/hNAC6R9OE/RNgxAEhsVB/S1kS6j26a/mJdpvrhgW+NcIO75jJru6QTh3haoCLyD0em5NLg31ikGhCxMEH0U5OhEkApoL2+rbkvJnGSjH5PmC7ipWU1V0hNQ9M9ZjfZHkCOcc4VmjiiHI0KjwJ6wPOdpubNEwa7noDh7bfEvUZMz9MOdBWw9JhL1t3/zd81bv3kraJSOQ66xvu0nL6fMXXxeI94AuV2iqvtslkMBvP+UHG+AN8a2hrwb8bjzIdX8DYH3L8MJskhkZBywJtX8RCeExbvCWOk57QIcxDIqK5lrE8hY/8P8OqOPNaXAfSXrhkDRJAd0bfXziOCev3ydYaW4GIa7xx8L4J3teKKqKWs2ihEZQefxGAN1m/W0z4mPi8MrcsJQ2FE3gPMKqvQA1OJZnlsvvnKjbBgl2UceNh+sxihOnZvPyDKyMGwROI/Nf3P0Pl5ARp4SBTxPhfIff+cHzQVyao8wnHVK2LbnDBRf//3nn/5r8984Lo7cC5m3RzjcouXSNgYMwHgeY9fe5TsPKbRGxMb82l2cCIc4RWQoTfHeNPMeueSkukiVd5aVZ+VphOPGXLmW4l4zp9OewE+ofmxV60mAuTrOuQ6qKjnD7uXH9t9GbCZw7lj1XGfxHr+RJeR/Fqkbg4przrQF9bwO2+dpiEnTF3jLvDDyrlNscpo2RkvfADhBQ7amg+OlI1OncBHLnq2Sq+MZvdRGbzr2QdmD0mTIAwkxDsnH3yUquk3HiSf7RPAZmkXYK5PoY9v9WdFdEDPDvLrII3XF3uOFJl7XZ9VzEX2JvUBHzUikp8yTOmCFfI+zZ44uOsJ5kzESVM+yxnu6smfXRe92aa72SUdX+G2ZC9L+LVIuGye2nLJ3Ro2YsLPKMVJhls/rDpxjUC2FYLGxfl3D2YMZ2Rpm3YySgjI6j9zRsgtge355ubl8eQUQiBNh53OClh+waG435xaGmvPnyV1G7mRtqXftH71r8T7He9Qik+NRwOv++gb53tw3gGd8ZplI7jLg+yw5DQRA79Ka7/23muYBHQFYdxfPXaGI1wvsiwvNOvnDW8ju8NF2M3kCUDtcx4mN8/tkH+A90swBvqc45uQsjkz21DnW1py6lYDNHrr9LjUEPqRGw5tv/wbq9gZymkXDIt8zcrxLK7FIji7yVseuyN1otMmyj3cB3vTyHgWsSTU/irQn9ppoXSiPgP3IWi487bl9iT7c337pUvPyleeaa8vYu0S64c4wTkcwn2DNAGpvA7qtNG6f7pULS80yVeIXAd4zzP1YXF+2nHzCGt1H/+2yj+xQwG6X/Hnzqy2Otscziq4ppwV469CSmSO7RJkztWOY+xd8+1SGjKI/dxadeYaoOu3MzsHUmgN8ylIVMO8+pggiMveAyuU36eRgBPzOOhR0IuKPuZNzS+ea1755mdSZq80lUm50Pu/jUPgUUPXLTz+B7n+bGhqkoEBpP8COGkaPGPU+5mmBOdvHSTEP4G2k23S8uNuy/VSn+sDaHgwYhtOt/Cb3rV7hs5jXjjPZPWp0XKo5wHvxAk+KY0aOt8CbDiSlj7d587LdnIPotR7AW5ZAD0tEscQW6BUb0NN7PSVqHdZh9/wR6enRv+Nyu5/XPbc40euNJUDuYrwE413HW3uuYpL2UHRxq8TP3YkK1Tyc1z2HQBw/zpE2SBwmAnMSkZJmP8IeECzAGI9Mr4nXJQLuGcIGLrZTtL1DvrvA+zFpWfvIyFYA79UsroZjyIBuOgeLjX4q1TzxyGnAO67ZQGbYjYPAO7zCBUv1xnHoyo//ul92YgDqsytV5d3OJGSOd3dS+o2oQaO3T0ZDMPvB7JdFvPXoJfAuj27v7JCEzMGrDzeEIwybjGCx6PGyzQK2ZwvwnuNfN++guqF89PAJvM3rzhzvjHZIKcxduHfs3Fd/WwQ8hSjBZ/ygNexaYBebVH72RWNeF8jghl+jkwWixm2H/HqysnhcoALvBAYUHrAtia19eLOCb71VAvR4v+QjxCFCDPMeKrW83kxcS8nz6Rkjde7zPsNjVcBngJz4Yi/WP3g/1Zte4Wk1KPJ7z4K4Qdyc4L4az7loB3/bA+fPHi+mqXPQ1gjvXwLFCdARw2qsx1s1ipfX4iPz+eNiyhtGlnvzHjnzYfgXpahBj6e25ni/+cZvoIKtthFv57gGGvOa/Z1R2Ix4H1AUZjDi3QXeE9MUVxN4A1i+DvAmRMMS6AHvwssdGJ3On4X29sVf+HqftJviV/lZh8pUh72qdX+eFHHG3Ghqmfdavbx6T6s09+S7wxzhNyp911ktGpbAPA0hKebmWUdxGfSPr72OyjyRIq7eqd5SC0pJ2TPPO4rW8JnHi3xP9JLve54pIoGR+8p37S2rUf4UD+85opPm1BpllMXjdwQ689FOB/DtpsCFWcRohGtJ4J3S2X10o3lujIJ+N/+oZptLPsC3kWDTdDSALpKzfBEj+cqV5WaJfrxzRKyGzbmNStIY7eQ6SpFfX9ts/ukn/9K8Bw0zNqrwCObZn8nn72z2tSPCEfdm+w/bpw1x/B/+WOBtH2+Mb40aI8Q6TmBpGPHOPt7HCbwZt7adWIl4h0Ml7qmyTcq2H9uMlEhAZDg+KNajbiz7Szh0jTgIpMjZXQNEzcOeOqfRPoITAKN+lN9PsFZ0TEf1VdtEcZ81IhEyyPMAY+KJoLJPmVV9kYNTC135WudMd4cNJ4+GTaBRvAAAA/NJREFUr7m8pjhgwCkDhwAuJs1fRIX0WYD3NIbdFnT7MU5849r15ns4LeYt1FQKmCnPF6Gl3r5/r/nJv/+0eeezT5oTDPajAL1WpmbvwAE0BXV+iwrTMmnG0SPSbbeghT7BoAlnlBFBAO9TjFudROYxW+3cBWAahA4ox8HK0PZUdz4PdBgJkImYaVBOkqOtwbkDoDf3UiaHjDNbqcngsCjqWdgbAu4N7umANWBu9whOBEG3TvYRgPcUMirDQICxBQBSDmUBWClep8wkoOnc0guAzHPhdLNoVcbf+u2Y7hrp27fS4izff/Y3vRxRv6JRuB9Uc4H3Y/JOLdyn08baC0ZsDwA3+0S9J7FDPK4OH2XP/bs6bwavJcxFhCvGnrU6pIMWGyZShRgX5UOHk1TzauD22VnFjlKinZ9p9MryykVSGa5GispDHCwP7z2IavohmbH/pJGajvxM04l1XFLDAnwXZ1JYEkUfp9M787ttyTVkHznBN8D7GOB9OEo1+jHBtwDlLNexQgT/DEX/9pv1B29T4O911tUaoG0CnUdOODIwTw6y7AajsY9Z2zvsnU/NI2XN7SJr9wDf24zD8AQ1feaJNC5COaeY3gF5zWs3P2o233ujOSECvgwgevnFG+SZrzQ7gL+7W1lgrTmghVmDU+kpzu/DrWYOCveCsmWqFs7sEY41zTqYR37P4HjUObqPA/webJZ33nsvng9ZL6k7mUcdaSXHO1NKe7Z2V7Za4N2NeAO8TwDeFsU8OgJ4c9AxvHxjzOE4iucsIPYalcq/ff1q8+LF2eYCNPrpUrdke++wufNgq/n481WKwa3HOl5ZPt9cvbjcLNNPfdZ6D7b6i+rZIwBZHIOs903mfZN184ic6Q0iybtPoYijWqxE/kT5AvBGbq11REpBtcMojAgAt82gdWYsTQ/AsbigxdaUoxlkdHZytDmHc+8Kbc2urlCzAjC+yHXZwvEpc/mIEwm+H0IZN/f7zvp+c5Pq9KubMBHwBD1/9ULz/e+81ryAvM6wJ+2jKz6lhsIv3/6gef/D2+gp0+Rgmulws4c3e9GxRflgnpxQgyPBt7aAr0tdhqKnQ56/DHgzbd26QzmLpwPv/AxmETIzbcR7cZkn7Fs7jZBP4dO6GFHV3K4kpc97Bd61AGvsB9r2pUtBvBbz1CBMqJmMvHb3mthvwwAqslYcBqfhrcoa7H2WEd0K+/J1ea863MqH2f0gwEMr1+rZdF4m8Pb/ltIe+3wB2gleeMim9Z/EEUa6o9Ui60bmlY7ZjIInIE8gns5sW1mqL3W0ngq8sR/2kI9HG2tEvQHeEfHOukW1Ynwc6HcEvGtxtaDYx5DEDccp/heGy3q6+JnKawAAAABJRU5ErkJggg==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960" y="4114800"/>
            <a:ext cx="9052560" cy="3867912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257800" y="8247888"/>
            <a:ext cx="7050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000" dirty="0">
                <a:solidFill>
                  <a:srgbClr val="31313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Безопасная практика аналитики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orage.yandexcloud.net/prs-editor/themes/accent-light-2/intro-image-left.webp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pic>
        <p:nvPicPr>
          <p:cNvPr id="3" name="Image 1" descr="data:image/png;base64,iVBORw0KGgoAAAANSUhEUgAAB4AAAAQ4CAYAAADo08FDAAAgAElEQVR4Xuy9ibbjOJIoeaUbmXVm/v87p191vVq6M640BEEnQRCgYxVJyVSdHRkSVgNI5aHJHbf//Pvx/OJVTOB2u+3WfT7T8Eo5ac/8Xf7d7cNvT2tfG1/xxKeKqe3741zqPar43W7flVPY77+y8a/bfX9/1LZP/X0Cd+X6fCjXp1b/eP5p95f4OPf3p4Lv6+j7Ty1/bX617X9U/ZvsRfeeev8oBP5kte/Hq18/H724TB4CEIAABCAAAQhAAAIQgAAEIAABCEAAAicncEMA161Q7QNe6R0BHF4H/QE5ArhuB793bU3gIoARwO99BbxwdgjgDeza/z7Q6r9wdekKAhCAAAQgAAEIQAACEIAABCAAAQhAAAIQuBgBBPDBC+ZG/JqhxP7ui+KDhz13rz2g9sW2P4/bLA3CM4oLYBtZpvWvcyICWGd03RII4NjapUWmaxGy+g800vo5aodp8ztqXJfsdyWAPzvyV9ZP+366+vVzyX3KoCEAAQhAAAIQgAAEIAABCEAAAhCAAAQg8CEEEMAHL/RnCuDHnDq2/AF5jQDuK33dLUUK6GMvsPcUwLVpn82a7InZpf3y69Ouu1b/2N1hxnf0CN6ofwTwZjG1/Y8AfqP9z1QgAAEIQAACEIAABCAAAQhAAAIQgAAEIHAyAgjgygVp9YA3lAI6JFC0B8aV08munjp/W24Rr7HIYH8Ay3zDEWVa/+v2Xid+pV8EcPaWalrhvAJYk7ghM6nV2UOXYjq37WvXl3Y/0uo3XeyCxhDABdDGL6aavVjY5wWrafv/6tfPBZeEIUMAAhCAAAQgAAEIQAACEIAABCAAAQhA4GMIIIArl7rVA96PEsA3JwL4a/8M3y4CeOh/fj37pipFAFdeYJXV31MAuz9kSN2/OQJ4af92S70+wwul3R8rl7e6OgK4ECECOAmctv8RwEkYKQQBCEAAAhCAAAQgAAEIQAACEIAABCAAAQgUEEAAF0DrUSUkgOXhsfsQ2X9gXPuAuXYuWv/Svh33JJYGAXtTxO+6nvmbJ7qeVmjdUv3XWHrpf543Arh2C5y6/vsK4KyNb66U9TpJAOfqbXnTXCdpKdavLrAQwIWXryaAp/vzp0cKa9+PV79+CncP1SAAAQhAAAIQgAAEIAABCEAAAhCAAAQgAIEXEEAAvwByShcI4DClaAQwAjhlW318GQSwbAEEcOhiQAAX3iIQwEngEMBJmCgEAQhAAAIQgAAEIAABCEAAAhCAAAQgAAEIdCCAAO4A9ZOa9B9wL8I27bxdLcWszjKtn3g7WiRlbfv6DPZKkEK6jp9WWxPEWv1+n7c6YzWW+rlN+5rg6sfnHC1/vEDWRPA5lumwUXz69XEYeDqGAAQgAAEIQAACEIAABCAAAQhAAAIQgAAEvhDAbIIqAgjgKnxqZQSwiqiqAAK4Ct/XpwsuBHCbHxLU7cLz1v706+O8K8PIIAABCEAAAhCAAAQgAAEIQAACEIAABCDw/gQQwO+/xl1nWC6A084Y1QdfG6FLBLDO+H1LXFcAS2SvJuBKI4DT2v90wYUA1vbf+947Umb26ddHCiPKQAACEIAABCAAAQhAAAIQgAAEIAABCEAAAn0IIID7cP2YVlsKYJM+Wtrzz0SOA0UAf8xm6zBRBHAMKgI4Zbt9pAAm7XPK1hjLIICTUVEQAhCAAAQgAAEIQAACEIAABCAAAQhAAAIQaEwAAdwY6Kc3FxfCYTJj+SGI7Gn+tyOA4w/SEcCfvudq5n9eAZw6Ky0CMxYB3Kb9TxdcHyWAEb+pF81c7tOvj2xgVIAABCAAAQhAAAIQgAAEIAABCEAAAhCAAASaEUAAN0NJQ4ZAqQB+PK3IjUUAI4DZXz0IIIA1qvuC+dMF12cKYPdHN1oKfW1/vffnn359vPfqMjsIQAACEIAABCAAAQhAAAIQgAAEIAABCJybQLoAfg6RZEQAnXs1TzC6IgE8jFtSPsemgAA+weK+4RAQwKFF1aKKlzqfLrg+UwC/4Y2g05Q+/frohJVmIQABCEAAAhCAAAQgAAEIQAACEIAABCAAgQQCCOAESBRJJ4AATmeVUvJ2r03hm9LL55ZBACOAa3Y/AriG3vvXRQC//xozQwhAAAIQgAAEIAABCEAAAhCAAAQgAAEInJXA7d//+gmHez13Ujve0s9d1R6AapGfX3vjMFQzxlKyCNr4S9p8pzqlwjeVgeyP3H6kfT+ltP++Po70va639foSCOS+zI8XyFq0bs4PCLS2tiw//f74UQJ4vnnm75O+V+H7tv7p19f7riwzgwAEIAABCEAAAhCAAAQgAAEIQAACEIBAfwIIYIUxD2D3AeWK2VyeCOC6mwACuI6fVhsBnCOYNZrX+xwBfL01u9KIc78vrzQ3xgoBCEAAAhCAAAQgAAEIQAACEIAABCAAAQj0JfA6ARw5QzgaAaxF/gqXXhHAU/+3O9FOOVtQE8La57G+auv5+yz9wXqrCGATUd+qrfQVQQCnsyopeV4BXCJm8+916ddRCd3z1/lIAewuyy1/z5x/Vc8zwk+/vs6zEowEAhCAAAQgAAEIQAACEIAABCAAAQhAAALXI4AAjq0ZArhoN2uiVvscAVyEPVoJAdyWp9/aMQI4RbrtCWC3vlsupd01gU8XVAjg/D3T94p8r9Y//fp6r9VkNhCAAAQgAAEIQAACEIAABCAAAQhAAAIQeC2BuAD2x2GEaE60rQjUkIdwoobmyMzUiF9/XDlj2mMb6Z8I4LwNqQne3Afa/VJAa+JCzsAujdrdOUP7hZHACOC8/Ztb+rUCeG/PpkT8huqH6mnXxkIp93rO5Xv28gjg9L1y9rU84/g+/fo645owJghAAAIQgAAEIAABCEAAAhCAAAQgAAEIXIVAugDOnRECOJfYW5RHAMsyIoDfYkMrkzhGALs/SpB9liOATX1/f5ZFAn+6oEIAI4B73uc+/frqyZa2IQABCEAAAhCAAAQgAAEIQAACEIAABCDw7gQQwLLCsQhg8SJHn3UYOUP56A2qCV9/fLnlpX5tve0ZwJq4IAL46L11hf6PEcAhMp4Alu29elve1ASw2/7+dfLpggoBrN1Hr3AVn3eMn359nXdlGBkEIAABCEAAAhCAAAQgAAEIQAACEIAABM5PAAGMAK7apa3FbGwwrfu5qUIfAVy1MT6kMgI4JfL4fTcDAhgB3HN3I4B70qVtCEAAAhCAAAQgAAEIQAACEIAABCAAAQi8N4Hbf/792H2C60dO5uK4bVKNrlt4RnsfotQGtxB9AGoiYofXUzlPVX2AOrUTnZciCjU+av+xjvfGpcrL3FU6b/lS8Ssz0vhr66eR0UWytGCEcul5wtoo4p9zBnA5uxY1+whi96YZE7CamEsVt1o7dZS067Ou9eNrI4j77p/jV7huBO++/+voUBsCEIAABCAAAQhAAAIQgAAEIAABCEAAAhCoIXBeAXyzsgwBHFjeCwtgEa6pD74RwDWX93D93FNFX10/1A4TQADv74zU+8BV9xcCGAG8t3ffff9f9bpl3BCAAAQgAAEIQAACEIAABCAAAQhAAAIQeAcCCGAigC+1j2uFcOvJpkcAt+45rT0EcBqnXqX6COCU0WriLfWHAVo7KWOJl3l3AYYA7rt/6nbf8bXfff8fT5gRQAACEIAABCAAAQhAAAIQgAAEIAABCEDgcwmcUwBP0b9mWYgADmzOC0cA115qCOA8ggjgPF6tS/cRwL1TQL9O2r27AEMAv24vtb52X9Heu+//VzCkDwhAAAIQgAAEIAABCEAAAhCAAAQgAAEIQCBM4FwC2BG/Mtz5AWkkUvdtzwD218vM/wPFr39G79kemBMBzK01hcBWBGtiLBShG6qTGsmbMkptTClt5JU52/WcN/r00h8rgj/wOyt9V+z8wC2nEcpCAAIQgAAEIAABCEAAAhCAAAQgAAEIQAACEAgQOKkANuf/3sfhIoA/e98igOvWnwjgOn6tarcVwMv9cRlfCxEsAtiev25f9j7c64UA7kX2JO0igHcX4lP2/0l2I8OAAAQgAAEIQAACEIAABCAAAQhAAAIQgMBHEfgcARyLoD3rGcAftQ3TJ5srhLUH7H576SOxJYkAziX2meXbCuAQQwTwmXcWEcBnXp3jxqZ9Px03MnqGAAQgAAEIQAACEIAABCAAAQhAAAIQgAAErk4AAYwAvtQeRgDnLRcRwHm8epVGAIfJfooAQwD3urKu3e6n7P9rrxKjhwAEIAABCEAAAhCAAAQgAAEIQAACEIDANQnc/v2vn/2DH599U4B+Bc79bYJyb9wZfdY+oNUiTLX2a+s3YfkBjfjroHFfkLjpcvNB3W7f+ZVWNer61zpHIGuE0j7fCuC0euFS5pbdIuLXtN733F/9/rbP4V3E6bvMI3vXkgJ6F5l2fWTzpgIEIAABCEAAAhCAAAQgAAEIQAACEIAABCAAgYkAAljZCrUPaDWRqLVfW5+dnkYAARzmhABO2z9aKQRwmNBT8c/vIk7fZR7aPt98jgBGAGdvGipAAAIQgAAEIAABCEAAAhCAAAQgAAEIQAACLQjEBXDvyF8ZfUY0btaEzx4BPI3vdlcCsGOGJLF+FrMPLvx6AWwj67UfAOhLQgSwzuj4Em0FcMv59IoAthHKmvhEALdcyxO2hQDeXZT6+/8J15whQQACEIAABCAAAQhAAAIQgAAEIAABCEAAAqcgcIwA7iV9XaQI4FNssKsMAgEcXikigNvs4HMJ4F7S12WFAF7RaJWxu812fF0rCGAE8Ot2Gz1BAAIQgAAEIAABCEAAAhCAAAQgAAEIQAACDoFFAL8i4vcV4je2vGZ+Bf3XRujMKZwjfJMjgAvrs9v3Ccj6+qm2b5O4iKfglrOxUyNww2dp1+6vr6/U/st2AgK4jJtf6xwCuKf4DRtOIoDtTtA4tNllL2xFE7vPaT9o5V445DN2VX//P+OsGBMEIAABCEAAAhCAAAQgAAEIQAACEIAABCBwBgIHCWBXWoXF2Bng2Af3daFbCOCzrGR4HAjg/fVBALfZv+cSwD3uvwjgvZ1S+TXSZhO2bEUTuwjgJNq1/32R1AmFIAABCEAAAhCAAAQgAAEIQAACEIAABCAAgY8kcJAA7sC6MMJXG8n8gNY80NYeegcaUwWweJNI27X1tfl9+ueHCeBJkNyqf/9ABPAV9vC5BHALYnLjkqhiBDAC2CGAAE66yBDASZgoBAEIQAACEIAABCAAAQhAAAIQgAAEIAABCBQQQAAr0BDABbvqQlUQwPuLRQRwm82MAA5zfCpZqd8lcvZd5jGvovZjKARw0o0DAZyEiUIQgAAEIAABCEAAAhCAAAQgAAEIQAACEIBAAYHbv/+pPILXzs0tOTvYbVOrH+t/r5425hRQjdq/fe2HeD61M1wVPtoZwilTpczX1/YM4LrU38JUf8DfN4L37GuLYN5fobg41s7z3du/Wt3QmGLtlbS1tK9fH2ffwWnjezsBnDZtvZQmkvUW3rrEp1wfb72ITA4CEIAABCAAAQhAAAIQgAAEIAABCEAAAgcRQADHwCOAD9qS79Wt/gAfAfxeK952NgjgtjyPag0BHCGPAN7dkvr3x1E7mn4hAAEIQAACEIAABCAAAQhAAAIQgAAEIACBsxM4RgDnUHlVBLB/hjACOGeVKBvzG6r5QQCzeeIE+ghgt7/UCF4tIt5vxz8jODzHTxFc6m3gUy8CBDAC+FP3PvOGAAQgAAEIQAACEIAABCAAAQhAAAIQgEBnAghgAYwA7rzVzt28L6L8lNClo9cFFwK4lO0n1Du/AI4JZASwuz8RwJGrFQGMAP6EGzlzhAAEIAABCEAAAhCAAAQgAAEIQAACEIDAAQT6CWDtHF7t7F+BobUTE7gazNwIX18Qa+1Pn3MGcCKog4qJoI2dAVwrghHA+wvLGcD7fOICuNUFowncqR9TbA4Cdv8i9cvOCNavj1bzPLYdBHCEPwJ4d2N+yvVx7NVJ7xCAAAQgAAEIQAACEIAABCAAAQhAAAIQeE8C7yOAc9cnVwDntj+VRwAXgnuTavoDfCKA32Spu0zjvALYny4CeG8DIIARwCU3CP37o6RV6kAAAhCAAAQgAAEIQAACEIAABCAAAQhAAAKfQOBzBHCnFM/zJolECF9GAD8HgfOB0VgS4RtLAV37AF6v30oA34et2Kqt1936iADeZ319ASzzC0ca69fH6/Ziz54QwAjgkv31KddHCRvqQAACEIAABCAAAQhAAAIQgAAEIAABCEAAAvsEEMAhPqlpp926CGCutQAB/QF+K2mLAH7HDYgAfo9VRQAjgEt2sv79UdIqdSAAAQhAAAIQgAAEIAABCEAAAhCAAAQgAIFPIKAL4KMplMhYM+bUFM/aWcSx/nu3L9xLxzfVjz5ANhG/BlMoMM+Z86c8gI5FAKduf61+/PNSAWyE7xC0HTRLpW2mzja9HBG+6axCJfsL4Lrx6bVjZwzrNVNKXP3+9PFi+AOzTqTsaylz9f2dM1fKQgACEIAABCAAAQhAAAIQgAAEIAABCEAAAm0JIIBLBSsCuO1OPKg17QG7pIjWhocADhNCAGs7Z/9zBPA+H+36raPfvzYCuO8PBPqvYN8err6/+9KhdQhAAAIQgAAEIAABCEAAAhCAAAQgAAEIQGCPwPsI4NIzft9cAMvibx4kEwHc9M4QE8D6GcOpAsRP8fzqCOCyFNMI4LpthgBGANftoJPXJgJ4d4EQwCffvwwPAhCAAAQgAAEIQAACEIAABCAAAQhAAAInJoAARgBvt+cHpoCuvUYRwGGCCOC6nYUARgDX7aCT10YAI4BPvkUZHgQgAAEIQAACEIAABCAAAQhAAAIQgAAErkrgugI4NQWzrIwfIey+v7d6qWcQ92q/VFB7c4pFEs0pjiPjJwIp7dLWUkD7qaSX8rHzem2Eb/i11FnaKYvQjfeR1r9GBwGsEdr//LwCWItct2eMD6eM1wFQal/9/kQK6L77o+vme0HjV9/fL0BEFxCAAAQgAAEIQAACEIAABCAAAQhAAAIQgECEwOcI4NgWaCRYozustv3a+tPAVAEc2yAfbyjS7h3HC+C0caaXQgCns+pXEgG8z/bqguzjb69EAO9u8Kvv7353RlqGAAQgAAEIQAACEIAABCAAAQhAAAIQgAAENAII4EaC9ewCWNsIsc/f/QG0Nj8/cjeVk3/2bywC+Pn8iTTpCVhzZvMsS0IRwKUrHKuHAG5NtKQ9BDACuGTfXKYOAnh3qbTvp8usMwOFAAQgAAEIQAACEIAABCAAAQhAAAIQgAAEXk4AAYwA/ugH0NoDdgRwaHvE0lZvy5ICuu6ejgBGANftoJPXRgB/9PfvyXcnw4MABCAAAQhAAAIQgAAEIAABCEAAAhCAwKUJdBfAmkDTBNxl6WpnB2viOXXiWj+p7UTKaevzses78dJSP8vn8QjgujMwb80ESiziV2Svf8awlE+XwSVbEYFcQm2pUy6QtX0pZ/xq49Pa0erHPt/rf+lTu3+V9t6qHimge+2PVit0bDtn37/H0qF3CEAAAhCAAAQgAAEIQAACEIAABCAAAQhAYI8AArjX/tDELAK4F/mXtosARgC/dMNldoYAThXVmWAbFUcAI4B3/wPt4zdIowuNZiAAAQhAAAIQgAAEIAABCEAAAhCAAAQg8IEEEMC9Fv1sAtgIZ21MLotJUN/u+w/o58jWSPvJEUyrM257LUr7dq8jgP0IXp+FFgEcK48Abr+r2rV4XQEs4jZ2//HErik2v0UEcLsd1LmlZhkMOo/zoOaTvz8PGh/dQgACEIAABCAAAQhAAAIQgAAEIAABCEAAAuclEBTARuq1evD4sSmCNdlaEwGstR3abwjgLlfh+wpgTeySArrLhmrc6McI4BU3BHDjbdSvOQTwLttW/x3WbwFpGQIQgAAEIAABCEAAAhCAAAQgAAEIQAACEDgrgZUAFlnrCuDaB5AfK4B7rHiO+N0TzKF2IuWjEcAmYnd4Db8V2L6c9qP7Z6ofxHQhKXBeARyL6DXENblryuzVd1ctpa3yi4EzgMvZjat4eArZ1BS/sVTNOfW3ZWu/v+ro67UPXx59iH1LXOhe3xdEuPWz798jmNAnBCAAAQhAAAIQgAAEIAABCEAAAhCAAAQgkEZgI4BF2MqDx9oHkAjgtIVIKjWLVVe6RUQdAjgJaW2h9xXAQkYTwQjg2j3Us/7nCOBrCjQEcKrg73mVnLft2v/+Ou/MGBkEIAABCEAAAhCAAAQgAAEIQAACEIAABCDQm8AmBbQvbGsfQCKAGy7hEQJYAvP8SC0igMeFRQAjgBte4c2bOkYAl0i9WASwIClpc3t9Ngdc2SACuGxdK7Ffpnrtf39dZqIMFAIQgAAEIAABCEAAAhCAAAQgAAEIQAACEGhOAAHcHGnHBhHAHeGWNY0ARgCX7ZzX1EIAa2L5NesQ6wUBjADe24EI4GOvT3qHAAQgAAEIQAACEIAABCAAAQhAAAIQgMCVCdz+9X8fPIHdWcHDH8Bq5/7upXpO2Zla+0obMx8TERw4z1GNAFfOmn0mnVcbH+Th6+cNTRPGKUu2LqMJ2P0Uzjf1DM5jU0BrPD79jOBywavd9kvEqdZmaDX3+/l0Qfr281fvP9od4L0/P9v313vTZnYQgAAEIAABCEAAAhCAAAQgAAEIQAACEHgvAgjgVMF51LprghYBvLsyZ3uAjgBueyEhgEtErVkDTdaWtKu1iQDO3f0I4Fxi71X+bN9f70WX2UAAAhCAAAQgAAEIQAACEIAABCAAAQhA4L0JIIARwGECIpYVAa09oI5GAE/ta4KDCGDtBkQEsEbonT8nAvidV3c7N+1+eTkaRADvLpn2/Xq59WbAEIAABCAAAQhAAAIQgAAEIAABCEAAAhCAwMsIIIDPKIC1qF93zL0igI8UwI4U0FJIa1fK2R6gEwGsrVje50QAl0TqGsZatG5Ju1qbobUlBXTOjkcA59C6ftmzfX9dnygzgAAEIAABCEAAAhCAAAQgAAEIQAACEIDA5xBAAJ9JAOeIXxl3TABrbfmCt7Ad7QH1LHAj7a+ERsEZwtqlqo1Pq9/6cwRwW6II4BJR23YNtq3liGAEcM5qIIBzaF2/7Nm+v65PlBlAAAIQgAAEIAABCEAAAhCAAAQgAAEIQOBzCCCATymA3bS+9/0RForbr1ML4GX+z2ed4DrbA3QEcNubKwK47vpouxrSGgK4D9evLwRwL7LnbPds31/npMSoIAABCEAAAhCAAAQgAAEIQAACEIAABCAAgRABBPApBXDGZu0tgGUokYji6APqSdzOZ/gSATySRABn7O2EogjgMwpgd+E0GUwEcMI2n4sggHNoXb8sAvj6a8gMIAABCEAAAhCAAAQgAAEIQAACEIAABCBwFAEEsEL+pQ9gtbTNobEigHdX8KXrl3AVI4ATIGUUQQAjgDO2y+WLIoAvv4RZEzjb91fW4CkMAQhAAAIQgAAEIAABCEAAAhCAAAQgAAEIHErg9u9/PndDtOYzXKdhag8kY+VT3/dp5PZ3KM2CzoPzc0VwTPAW9FVUJVVK54rovXk5fWrrXzSnN6qUKpTj5dx041swt9u3Qmu/fm/Uny6Aa/neuxvFugjgry+t/j4B7f7hfy/lfv/U8s+t3325cgfUu3zgXPjeXV6pfW1/X2kujBUCEIAABCAAAQhAAAIQgAAEIAABCEAAAhBoSwAB3JZndmsI4AAyBHDyPkIAnz0CNnkpDymIAN4XzGcTbAjgQy6T03Z6tv15WlAMDAIQgAAEIAABCEAAAhCAAAQgAAEIQAACH0ggOwW09sAxNdJX2tEisN59TTSeh8+/NgJYJuC3kxjZfLvXRQAezu/FA4jtp/h1+bM7QiKAX7yAL+4OAYwAfvGWy+uOCGDl/swPYPI2FKUhAAEIQAACEIAABCAAAQhAAAIQgAAEIPA5BLoL4M9BWTbTtxfAMYFMCuiyDaPUQgB3wfq2jSKAEcCn3twIYATwqTcog4MABCAAAQhAAAIQgAAEIAABCEAAAhCAwHkJqAJYSzGrfS6Rh7Fypxegndfu9PNPjQD2OYnglfopEb+Bvk7Pp/P+yG0eAZxL7LPLI4ARwKe+AhDAScvD92QSJgpBAAIQgAAEIAABCEAAAhCAAAQgAAEIQOCjCCCAD17u0z+4LRXAMSG8x3vu6zGX0lMQH7yAJ+seAXyyBTn5cBDACOBTb1EEcNLynP6/I5JmQSEIQAACEIAABCAAAQhAAAIQgAAEIAABCECgJYHbv//5zDpkNXaWqAzK/7w2Alh7sHn1M4S1+bVc7KK2UgWwifDdK5sVAWwE8NDe8DoNn+dw1uIJZYQWgS9rHi+3yPbQ/tAF/H79oj2XUel25wzMDFybou8jgM0+2H6VafcP7ftDq1/DvqTu7dO2+wnvuSXr1rvO2fZp7/nSPgQgAAEIQAACEIAABCAAAQhAAAIQgAAEIKAT6C6A9SHsl9AebGoP8Gv7711fm1/v/tX2EcAW0YcKYF3EI4DVa+jEBRDARACfeHue8kc3Z+R1+v+OOCM0xgQBCEAAAhCAAAQgAAEIQAACEIAABCAAgTcnoKaA1uYvDx5jkcFaBLDW/rt9nhqxKfM+/MFuTADvRfS6daLlBnGYEs2WEjm8t0kUgR3la4Rv7HWiqLTa/ZF7fW7378/uJVo7vt7X/7tHEGuC96EkgIjX1xJHpFzcKasb62evfW1sS79n358aobePCD7RvVZbiyM/v/o+PpIdfUMAAhCAAAQgAAEIQAACEIAABCAAAQhA4F0JdBfAGrirR/Bq8/M/RwBPRHIii3Mhu+URwLv0NAHsf44ArtmMr6+LAN5nfnVxhgB+/TV1xh6vvo/PyJQxQQACEIAABCAAAQhAAAIQgAAEIAABCEDg6gQQwC9eQQRwogCujfyVdUUAVwlgv3K5ADZnOh+bLjoEggjg/U6Rf0QAACAASURBVGjZy0QAm2nMQcFEAL/4a61fd0QAJ7FFACdhohAEIAABCEAAAhCAAAQgAAEIQAACEIAABD6KAAL4xct9CQGcEp1bmwJa6wMBnLQzax/8axHAYQG8iFwtgn8ZHwI4aUEbFyICeB9o7fXTeLmymyMCOBvZW1a4+j5+y0VhUhCAAAQgAAEIQAACEIAABCAAAQhAAAIQOJhAdwGsCaKD59+9+1zhGxZu3YdpO9Ck7N4wjLAN1W8lcksRlEYA+/2ZM4HfOBotbZ8+vtLKGXhG+A7IgobqPJHARADHomXtGt1vdh23r9ozfrUoXWlfKycjM+VTyy6zubo4QwCXfjG8V72r7+P3Wg1mAwEIQAACEIAABCAAAQhAAAIQgAAEIACBcxBAAHdeh3RhFtEsr3zCP8tSV9DFBFAiuHcRwInTvWqxtH06CWBHqj8fMRGIAD7DXiiPAL6aAC6jfXVx9sqvhzLClbXe+Ec3lWRW1a++j1uyoC0IQAACEIAABCAAAQhAAAIQgAAEIAABCEDAEkAAd94JaWItPoiXPtitiQCOTQEB3HmHtWk+bZ86Anha13iEPwK4zcrUtYIA3uf30vtr3VIGayOAO0C9YJNX38cXRM6QIQABCEAAAhCAAAQgAAEIQAACEIAABCBwegII4M5LlCbWEMDdlqFVCuhuAzxHw2n7FAF8jtVKHwUCGAGcvltOWJII4KRFQQAnYaIQBCAAAQhAAAIQgAAEIAABCEAAAhCAAAQ+ikATAWyiACUSkAeR59o/RevhStOjIni1aOTEcd3u+eeCuiuonWFdxPdEWyQ+/rRzep/mbOSdl84nrZ+jkL37GcEaV00ga/XrP6+7fmv71/dvbQ919YkAruP3LrXPvk/fhTPzgAAEIAABCEAAAhCAAAQgAAEIQAACEIDAlQgggK+0WgVjLXowjACeSSOA9zcdArjgorxQFQTw/g8cjl5KBPDRK3CO/ou+588xdEYBAQhAAAIQgAAEIAABCEAAAhCAAAQgAAEIdCJQLYD9cZkHkUQEd1qtgmYv+2CYCOCC1W5ZxUbmxvePPeO3XpD3igC24/v6qmufCOCjBSgRwHtXNQK45T3vum1d9nv+usgZOQQgAAEIQAACEIAABCAAAQhAAAIQgAAETk8AAXz6Jaob4GUfDCOA6xa+ujYC2CBEAPcQwK7U1dpHACOAq29mb9/AZb/n335lmCAEIAABCEAAAhCAAAQgAAEIQAACEIAABI4jUC2ATQSgPHyU6N/jpkPPPoHTPhiuFbyJ9TkD+KhrIk0g10boLrOTiF9/vkQA1+yAtimgQzIXAVyzPkQA19B7n7qn/Z5/H8TMBAIQgAAEIAABCEAAAhCAAAQgAAEIQAAClyOAAL7ckuUN+LQPhhMFbnS2ifURwHn7pV1pBHA7lse11EcAm73hC/uYCCYCeG/1EcDHXRtn6vm03/NngsRYIAABCEAAAhCAAAQgAAEIQAACEIAABCDwYQSqBbDPKz0iWB74H/uA/93X+7QPhhMFLgK47w7V9od2xm98dGcRwDLCskhgUkBrEbo5+1Pu9QjgHGoI4Fa03rcd7T7+vjNnZhCAAAQgAAEIQAACEIAABCAAAQhAAAIQgECMAAL4zffGaR8MI4BPtfNkn4jw9f+eP1gEcD6z89UgArilAG+/vkQAt2d6xRZP+z1/RZiMGQIQgAAEIAABCEAAAhCAAAQgAAEIQAACb0JAFcBaBGDswaN7HrBtI3xG5+22HwGs9a+tAw9GNUL7n789P01EK/jenk/d9lFra9d/7L6xNFwW2asObCpABHCpANUyO6S2q7WTupLhctr1q33/aPXrRldfG0Fcz/DKLZx9f16ZLWOHAAQgAAEIQAACEIAABCAAAQhAAAIQgMDZCXQTwDLx5QE6AvjsmyE0vrd/gPzhAjgW8fuqdUcAn/uuUB4BrIlbBPArVh4B/ArK5+3jVffx8xJgZBCAAAQgAAEIQAACEIAABCAAAQhAAAIQ+FwC3QSwL5a+vrQH/mFhoEVgxZfOCmddMH3u4qfM/O0fIJcK4Oe0v+6a6Eqh/Lll4tdn+AcjW1KxCGCpXxchTASwdt+O7V3tukhtV2un7trR7m/a949Wv2509bURwPUMr9zC2ffnldkydghAAAIQgAAEIAABCEAAAhCAAAQgAAEInJ3ACQRwrxTQCOAWm+/tHyAjgFtsk8w2Fikb318I4EyoXYoTAbz//XT2+yMCuMtlcZlGz74/LwOSgUIAAhCAAAQgAAEIQAACEIAABCAAAQhA4IIEbv/8x09ViFXoAaOJmno8H1/3m0jYULSXvNdKAJelmL7gmr10yIc9QNbE7BSBWw1D60c6iPR3IwI4Ywm20bjL/koVvn530masPhHAGQu0KVougGt6detWfT2pg9Dub0QAqwiPLXDruz+OnVx979r+ru+BFiAAAQhAAAIQgAAEIAABCEAAAhCAAAQgAIGzEjhQAKch0R7AL60ggNOI5pU67AGyJmYRwHkLeYrSk4x11vb29T2NDAF8iiXyBoEAJgL4jPtyHhMCeHd5Dvv+PvWmYXAQgAAEIAABCEAAAhCAAAQgAAEIQAACEPgMAl0EsEGXKm61B5Sp7Xx9xQSwLCSRQiVbWlufkjaT6lxFAEsguyYinkNBrUwSmCsXOiICWHiVRQJzBnDqWb299mXf+7Z2f9O+f7T6vajktvu2qaA//p66vxOusj9z9zPlIQABCEAAAhCAAAQgAAEIQAACEIAABCAAAZ3ApQSweZgZfyCPANaXO7/EYQ+QEcD5i3X6Ggjg0y+RN0AigK8dASzLiQC+2pXXZryHfX+3GT6tQAACEIAABCAAAQhAAAIQgAAEIAABCEAAAhUEqgWw3reW2lWPzNt/iGkj1IZjh1ev5YF33wgyf/6+oL76A1ht/FqEnL4/9kto/Udrpwrk1HKRjqJnAJuI38C+HN90UyAfbGbM+gnj/R9Y1K6kW3+55uPrq903Usej319SWyopRwRxbQRx7f1b6/89BK+2Nw++zWjDK/+cCOBddsXfn+UrQk0IQAACEIAABCAAAQhAAAIQgAAEIAABCEDgJAQuJYDDggoB3HMvaQ+QEcARgYQA3tmWCOCe1+yZ2q6PIEYAt1hPBHALitdrQ/v+vt6MGDEEIAABCEAAAhCAAAQgAAEIQAACEIAABCCQSiBDAJuIvJxoutQIPr3NvQjF5yTa/AfcEhF8e3GE0CJE7fxf3X/qwqeW0x4gI4ARwKl7KVQufn2k3j+03vX7i9ZCzedEAGsRuBrdUgGc2i8RwNoKnPrzF3+/n5pFYHDa9/fV5sN4IQABCEAAAhCAAAQgAAEIQAACEIAABCAAgXQCCOB0Vkkl31kAu+mCe4tfgV38ADs1tXNqucjqkwI66bKIFioTwK7UDYniY6WvO1kEcKqIjW0RBHDdFWZrEwHcguL12ij+/rzeVBkxBCAAAQhAAAIQgAAEIAABCEAAAhCAAAQg4BHYEcB7EXghwVIasafLmmtEAMdSUZcKjHPsVTftdkgA937AHG2/UtzOdCvbiQrgqYNZlD+H6yPQV29+2i465gzgZVSLAE65f2j3Hf1eovFo/TkC+FUCuLQfIoBb7/mXtkcE8C7uo79fXroX6AwCEIAABCAAAQhAAAIQgAAEIAABCEAAAhBYEfhIAexKr3b74b0FsIhMeaDs/70dx3VLbyOAI4COfkB/SQFsRLoR6quXk6LeFe2bcr12arhdBHCpmBWeqT+gKe0HAfzaK6JxbwjgXaBHf780Xm2agwAEIAABCEAAAhCAAAQgAAEIQAACEIAABDIIpAtg85x8fsauReINZeW5uvpcXo/a24sAlkHJmb8y9yXl5fKAX6Tl4/n4ut9SIg51kssD1pgAzhUZep+vLOEL31f2bfpCAPcl/pYCuC+yrNYRwOoXgMKzUADvfv+ktrlz/8naBccXJgX08WtwxAgQwEdQp08IQAACEIAABCAAAQhAAAIQgAAEIAABCJyDwKUEcBhZung1ssvIX/NCAKdtQATw/g8FklNAR3Af/YAeAZx2HZSWQgAjgEv3Tst6COCWNK/T1tHfL9chxUghAAEIQAACEIAABCAAAQhAAAIQgAAEIPB+BHYEsEy2TaRsHN06Ath/YDmfoTo04J5HK+3dvEjebSTwOtrLbS9tObX56xHMpp/YvM7+gFYbXz7PNXWt/bQ1qihVeQZw6FxfdzSHz68CTUpVbX7l+8NeV/H2c88oT5lNfhkEb0zwalG2tWI4f62WtBQldcN1tP3frqeylt5W/M7/AaDtszJu71Lr7PvzXTgzDwhAAAIQgAAEIAABCEAAAhCAAAQgAAEInJHApQRwCKAmgL++1iIpX0ghgPc2bj7PdWuHP6BGAFfdl7T1K98fCOCqhXlR5XvUMGpiDgH8iiVCAL+C8nn70O7P5x05I4MABCAAAQhAAAIQgAAEIAABCEAAAhCAAARqCRwugG+31AhdI2K30baaAH48f4+M8lM+a+JX0McigKV+WGSJGPv0B7SHzz8mgJ+J668I5MPnV3uHOKz+fmaA4YpOHFlahH5iY5tiRAB/agSwnffZBevZx1d63c31vP9+qG7vzRrg++fNFpTpQAACEIAABCAAAQhAAAIQgAAEIAABCEAgg0AnAexKl5CoWT7fS/m8ngcCOGNdL1P0kAfUWtSvoYcAPngPIYAPXoCk7s8ZAez+qMgV1FpUctKUp0II4Bxa3coigHfRHvL92m2xaRgCEIAABCAAAQhAAAIQgAAEIAABCEAAAhDIIdBYAIei7VwBHIrgXUeQLSlj08741CKAQ1HDYUCpEYV+bZlTuL5EOPupcHkwazm+lMOe+E0Vvv7yEwGcc7+pLrvsFy2ydx2BX91xpAEigI9I5RxbzZDgDY2vRASH53n2CNuzj6/6ukQA7yJ86fdr9WLSAAQgAAEIQAACEIAABCAAAQhAAAIQgAAEINCSQCcBbOSML0TdCF43Avh7NR8EcMvlPX9bL31APcvaQIQ6Avj8m2UYIQL4XMsUjwA+YpwidkPfP7WRwAjgI1ZU7RMBjABWNwkFIAABCEAAAhCAAAQgAAEIQAACEIAABCDwmQQOEsBx2IvgsQ/cn/JM3/w5P4N3BfJaNM/l5y60SEEp6Alr6VcNcNMigG37z6eW0vacG1ATtH5kc+4stPZz29stTwRwU5ymMW39aveHP2AEcPMlrGrwmgLYnXJqNDACuGqj9KqMAN7/ynv7EPBeG4t2IQABCEAAAhCAAAQgAAEIQAACEIAABCBwfQII4HkNEcCh7dxb8GntN73EEMBNcZrGtPVDADdHfqoGEcCnWo7NYN7e/yGAEcDnvgQZHQQgAAEIQAACEIAABCAAAQhAAAIQgAAEDiNQIYC1yNq0M3y1mftn/Grl/c+3EcGpLaTNz3/AXh6BnDqudTkRcL3OGPYFX0zopZbzZ6kJxDIqSi1XBGupn5UzftXxHdz+7Z4a4ajOpEuB0n2TOhg5gzu1fOtynBGsplAoRK7t69R+99vR7k/aDxy0+oWTb1YNQdwM5SkbOvv+OyU0BgUBCEAAAhCAAAQgAAEIQAACEIAABCAAgTchcHkBLMI19CC7XP6a1X29AI7J3L29dnUBLHN76YNqBPCb3L70aSCAdUY9S/SLEEYAt1g3BHALiudt46Xfq+fFwMggAAEIQAACEIAABCAAAQhAAAIQgAAEIPCRBHYE8F4Eb7og1anGRKvWv2358bD173db3jzQFvFrPpP39XH4JV4jgB/D2cD3232TSvfn8WPnNXxmX+bP+JhikZS1D4BTIzRTy/mUJYJO6teON3+dlRqlEcBa5K9027n9s0cA94pcn/EWp4iV6067D+zvHyKAUyNxc69cBHAusVB5BHALiudt43Tfp+dFxcggAAEIQAACEIAABCAAAQhAAAIQgAAEIPB2BA4SwClSpU4A+2I4b+XSxxdOAZ1S344IAWxFDgI4b4d+7QlmRyqfXQAggDPX/WLFiQDuJcDbbAQEcBuOZ23l7Pf/s3JjXBCAAAQgAAEIQAACEIAABCAAAQhAAAIQeAcCjgBOE651k94To7n9h9taUiKXPHjPH9/6AfpziD7WItNSCeadoXxUBLCWgjqXR24kcfcH3KkRuqkRv/7yt2w/0FZ3PqnbOVLuPAI4dr2l/5hjD8WnRgL3E8DaxtPuw/L9wBnAGslLf16cAeDSs54Hf/b7/3tQZhYQgAAEIAABCEAAAhCAAAQgAAEIQAACEDgngYMEsCtV3BTHOZB6CmDTti+EwoIoLIBD88uZmylr0kIv6azXtbdzRwDn8k0s31LQhrps2f7c1rI/brfvxIm+Z7H0M4ARwD12AAK45IdIPVYi3CYRwK9jfURPCOAjqNMnBCAAAQhAAAIQgAAEIAABCEAAAhCAAATOQSAugCUwqunz64wI26l/kyI5+Jpk13JGri21PPC0A88LyM0Y3zSomghg9+GsnPlrmrVnAlshFR6/K/hknutItu2DX1NOi4rbktYicokAnpgRAXyOO5o3inoBLA0SCVyywAjgpl+gJUuwWwcB3BzpqRpEAJ9qORgMBCAAAQhAAAIQgAAEIAABCEAAAhCAAAReSgABvMJ9PgFshreVwAhgWbbuD7hbRuiGLu2W7V8wBbT2A4PauyECuJZgXX0EMAK4bgdV1iYFdCVAqkMAAhCAAAQgAAEIQAACEIAABCAAAQhAAAJXJTAI4LwY2TYTbZEiWRuJFrGnnbGbeyaxOx6tb23sy+friObtGcNxAboXAb0VyOkjWpfMFXi55UvHlVpPFciaoNUif7X6ykBvm1TkCTP7cOnhEtIFsHadt7uWQyv37mcDHyeAhXZ+1oOEK2wuot0/tDPQtfo5YykpSwRwCbXr1Dl6f12HFCOFAAQgAAEIQAACEIAABCAAAQhAAAIQgMD7EUAAB9c0dAZwzuK3k0YI4Bzu+WXVB+SawEUA50N/YQ0E8AthB7pCAO8LaPX+03n5EMCdAR/c/NH76+Dp0z0EIAABCEAAAhCAAAQgAAEIQAACEIAABD6awEEC+BXMNQmrRf61GqM2DunHjGdbVouYTY4ANh5izkZKBLBQVx+QHyWAJ7FcLWg+PBoYAdzqPlbWzvsKYHsz1a5PIoDL9k2zWh9//zt3CvJm60xDEIAABCAAAQhAAAIQgAAEIAABCEAAAhCAwIYAArj7pjiJAF7NEwGMAO6+8U/RAQL42GUoE8Bu1GyJwOqb9tkSRQAfu7MSe0cAJ4KiGAQgAAEIQAACEIAABCAAAQhAAAIQgAAEIPBuBN5YAGtLpYlZLUI4tX6snHYG8aQZvBAzLaIsPuu0CGONmva5FlFbPn6t57LPtfF+vSoCOJJKOhphqImN5yTOtHJl2C5TCwF87FLlCeCQuM0RwD3Fb3gcRAAfu7/U3j/+/pdz/ag0KQABCEAAAhCAAAQgAAEIQAACEIAABCAAAQhciEBTAWwehj97PoNvCjZV4MY6Ta1/FgEcnocqQDOZa+0hgCNAEcCZOy2tOAI4jVOvUmUCOHQGe4rIki8f956r/ZAndeYI4FRSpyqHAD7VcjAYCEAAAhCAAAQgAAEIQAACEIAABCAAAQhA4HUEqgTw47E8aL/f7/N5iEYCy2fm/XO+UgVubPSp9RMFcOIZvXGBGo7w1dhrwlar73+utYcAjhA9WgCbiOE3lCUI4NwruG35MgEcGkOOAG47B9saArgH1e5tvuE9LYeZ9n2c0xZlIQABCEAAAhCAAAQgAAEIQAACEIAABCAAgWsRaCqAjes18hcBbDaBiG8EsHtJIIAjNwgEcJc7JwK4C9bkRhHA+ykxjhZ0Wgrr5IU+a0EE8FlXhnFBAAIQgAAEIAABCEAAAhCAAAQgAAEIQAACnQnc/vH3n9UT6tyIXRPpK3Xch8nXSQXdmfBXaqRwbByJAnlVXetzKdxaQPjtnU34+pRbz3+zip3PEC4ev5wRHNp2byRNRAD7+7CY24aXluFg/1q83VMiW3vfo45rPyyIV+kQCgbnfqX15asJVO3+124fFmAaqmjjL2v1RLXe6F5WQvXo/VUyZupAAAIQgAAEIAABCEAAAhCAAAQgAAEIQAACbQgggNtw3GlFk7GlAmmvntbnMtzWD4gRwN5WQAB3v8L2OkAAH4pf7RwB3FdQawuAANYIXfvz1t/v16bB6CEAAQhAAAIQgAAEIAABCEAAAhCAAAQg8FkENimg3XN9c1DkRg7ntL1XVhvvUeNaxqzJ2EYCOHKGsMa5/AGxFRfP53p+5e1pI+3zeffxIoD7LFxiq/0EsHbdygCJAE5cqlWxvNTRJT20qaMJVCKA23AuboUI4GJ0VIQABCAAAQhAAAIQgAAEIAABCEAAAhCAAASuTeAlAthNE90a1zkFsCZ9XQqaSDprCmgEcNJeRgAnYepVCAHci2zfdhHAfflK65rAfs0oOvaCAO4Il6YhAAEIQAACEIAABCAAAQhAAAIQgAAEIACBMxPoKoBFzpooKIm0bB2R208AaxI3JG61OqGtUCqA/bZMO/n9p0fAxlKVro6QHiKC139Pb/+Yy6T7+M4qgH3c5kzgN5Ql7QSwdp3G9i8RwCVXti6A1/eZbR+1qZXT2tcEKhHAJavfsM4b3tNy6HT/fssZDGUhAAEIQAACEIAABCAAAQhAAAIQgAAEIACBlxLoIoAl4vdzBbArfTRxpH2eL3VzdlD6A2IEcA7XuexVBHDR5M5fCQF8/jUKjRAB/Jp10wT2a0bRsRcEcEe4NA0BCEAAAhCAAAQgAAEIQAACEIAABCAAAQicmcDtH3//WYU61UTohoSvP/ma9l8LUhOvZ4sALqNTK4B9gaBFvJWNsl+t9PkXjgEBXAiuTTUEcBuOr27lWAGsRf8aGvYHMZpA1e6H3e8/ysJp43/1ujfvDwHcHCkNQgACEIAABCAAAQhAAAIQgAAEIAABCEAAAtcg0EUA700dAezTuXoEsMzHShM33fcVLoHuAgYBfOg2QAAfir+4cwRwMbqsigjgLFyXK9z9++1yRBgwBCAAAQhAAAIQgAAEIAABCEAAAhCAAAQ+h8AsgH0xq52t6yOS+n49rd3eQjh1HrFxps5rzSMnBbS22bRIZK1+nWC+3bT64TOAzYPn0MNnLSJOm81Rnxc/SO8sgFUez/31u91Toh3VXooLCNfY2dHyvs9f3nfrSRm3rLbfYu3KhOLrrl2Xwl0rV4xurHi71551W9d/r9q6AO7Rs3styLpp97+6cRTfV+q6Ta59eUFMBHDyWlMQAhCAAAQgAAEIQAACEIAABCAAAQhAAAIQeC8CzQWw4BHxigCuFQi1Aknrf799TQA/n+v6j+Hv90EaI4CnKwEBvHvHRADXfaEggOv4rWsjgH2aCOCW++v1bZ39BwavJ0KPEIAABCAAAQhAAAIQgAAEIAABCEAAAhD4HAIfL4BFUG/Psl1vAi2yud+WKRXAmvidVb0ydNtOTAQggBV8RwlgJfJXRn32CGAZpxYhXHr9EQFcSq5vveMjgFvPz0Rqb6PtryLoLiuCiQBuvZFpDwIQgAAEIAABCEAAAhCAAAQgAAEIQAACELgIgVMKYCNbW6WG1lJAI4A1wYwAtgK8MNUuAnj3VqhFAJ9TAGvXjBk1KaBrvgP7CmBXxLrXdc906Ajgmv1QXBcBXIyOihCAAAQgAAEIQAACEIAABCAAAQhAAAIQgMC1CZxKAIusNdF+qcJNE8V7AtiVv0OXq5fxffJeSEjHUly33w4psskVTrkj0NpHABuiqftxQ/9VAjgx4tcf39UjgN35mPtGLFI4dlXkRQDvXSuxiHvt+sq9Xr37FGcAZwAMCd7QDztaiOC9H4ws7RffVzJm3aJo6e9fWvRd1QYCuAoflSEAAQhAAAIQgAAEIAABCEAAAhCAAAQgAIHrEjidABaBk/pgfE8A50T/IoBjmxgBbMik7scNRQTw7t2xNgLYbfxlAtis6Ua4I4Bbfg32iQAW8WqkvL9erSOBEcAt90NxWwjgYnRUhAAEIAABCEAAAhCAAAQgAAEIQAACEIAABK5N4FQC2KDUpK2POySAcyKJpX7sjN9YpO/pI4DFdaiZi7UIxbDYkoiwTzkDOHaZq2IYAVwlgGM/CPEjfUtvw0URwAjgUtzJ9Y4VwO4wS6OBEcDJi92zIAK4J13ahgAEIAABCEAAAhCAAAQgAAEIQAACEIAABE5M4G0FcGokMQK4nwA+8b5vNjQEcB1KLQIYAbzP90YK6IwNmBoBjAD2oZICOmObnaio+v10orEyFAhAAAIQgAAEIAABCEAAAhCAAAQgAAEIQKAtgVkAt21225ofqZsaQRuLzNXGmxpJrAng3H60M4m19tp/rglerce8CGC3tdDD59wzWrXRHf159wfsnSOIu4+/cIFiYji3OW1+WiTxTY0gjKV+lpHWXn/7M35XASyzro8E1iJ4tRQJWv3UHWn62bal7c/U1nuXu6wA1sCo17fWwHt8fpV9+B60mQUEIAABCEAAAhCAAAQgAAEIQAACEIAABF5DAAF8twKnlWhGAOdt3Ks/eO4+fgRw3obySmvrgwCuwtu9MgK4O+KkDhDASZguW0i7T152YgwcAhCAAAQgAAEIQAACEIAABCAAAQhAAAIfTOBwAZzLfhasyhm3qRHA0v+rI5Rz511ePjUC0YjwUNnyCOCUMccfPEtkXqsIvJTR5Jfp/uAcAZy/KE4NbX0QwFV4u1d+HwEcRqXtz+6AEztAACeCumixq+zDi+Jl2BCAAAQgAAEIQAACEIAABCAAAQhAAAIQOIQAAnjCjgBGAJdcgd0fnCOAS5ZlrqOtT1gALz+E0Op/fZECumqBlMplAjjnRyOvSgGNAO65T4rbJgX0iE6/zxUTpiIEIAABCEAAAhCAAAQgAAEIQAACEIAABCBwEIHuArj2g7VXpwAAIABJREFUjN2Zy/RM/7F5tr+OWo2lYNYigj9PAO+JK5fpvuDSzkjVIyxFwMRETI7Mef1V1P3BOQL4hYu6jYDX1xcB3HOB8gRwyb0CAZyyfkQAp1C6bhn9PnfduTFyCEAAAhCAAAQgAAEIQAACEIAABCAAAQh8KgEE8LTyOQLYyORmYrv7zoulgEYAt0Df/cE5ArjFMiW2MV0rDvPb17dSFwGcCLeoWJkATv8ByxD7qIyrRCqnT7X7/SN9KLslEcCNQJ60mavsw5PiY1gQgAAEIAABCEAAAhCAAAQgAAEIQAACEDglgcMFcHJkbjQCWLjah/65EcA5IlfGaqJaYw9MY/0ft/qJAtjwnV1IukDpHwEs5PqKmNL16f7g/CwC+DlsjhemSxWuWgR56bqF6xEB3JZnfWtlAjinXwRwCi0EcAql65bp/j12XTSMHAIQgAAEIAABCEAAAhCAAAQgAAEIQAAClyVwGQE8BN0qr9cJ4L2BIIDXdDSBtzx4PlbEaLsr9nn3B+cI4NKlKaiHAC6A1rUKArgr3uTGEcDJqC5ZsPv32CWpMGgIQAACEIAABCAAAQhAAAIQgAAEIAABCFybwEYA+8Ku14PBWMrlLc5witV75OjYWESxH+mr9R+LDJbxpYpeGU9OimmXgV8/1l58G2rmPJbCNq2eRADH9o2+n64pfltd9ur11VkAR+fx3Elt7KZIrjVDJrI48LpFuk//QYFtVNt/4c+Xva/3p6WI1q6jup10m2+Ede2ctXaeAJZZuNkCtPuLNnMt84DW/n599frXhveiz2sv8xcNM7+bF2Y1yB/c62pcZR++jgg9QQACEIAABCAAAQhAAAIQgAAEIAABCEDg+gQuI4BFxMiDyqMFsCy9JoIRwGsBsn3QXCdQrn4Jqg/eEcCrJdaF7Ho/IYCvfYUggM+xfgjgc6xDr1Go30O9OqZdCEAAAhCAAAQgAAEIQAACEIAABCAAAQhAoBuB23//n98rQ9fvQaAJ6cuPhrtPoYCPaZQbEexFCjaLAJ77XY9ZE1D+Ss3C+r4eqD9O7exiLYI5vkM05n0jgP1xLfxsv7pY0CLwul0bL2lYvd7eVQBHIn8FemoEsM9Puz413tv6+9fP7UYEcM8LpUwAtxxR7P6j/XBFxkAEcMvVaN4WEcDT93Dqfm6+AjQIAQhAAAIQgAAEIAABCEAAAhCAAAQgAAEIdCLw8QI4Joy/vkSMIoDDe08ErhUcWqTlrEOeIkT2BPB7S1+XpyYkvxDAq+2n7TMEcKdvioOaPUYAp9x/UoUZAvigrZPWLQJ45KR+D6XRpBQEIAABCEAAAhCAAAQgAAEIQAACEIAABCBwIgIdBfDOGaJZkcC2nVgK6MdzLWhzI2mXdteRfOZ9+1D08eW2GRfG4VWNnSWspY72Wys/C7g0Ajhtl2pnAC+tWGEy+9/pg3UEcIp4SRvXVUqpD96PEsA+QHMmcGAs6vilHSXi1+9OIoA14bsZpr/BvALaeIkAPteV81oBvHf/SRW+mx25C1Tbj2dZDT1Tw1lGmjkOBPAI7Cr7MHN1KQ4BCEAAAhCAAAQgAAEIQAACEIAABCAAgY8m0FQAL9LUMF0E8Pp989m+lAy1ExdB/QVwzQ5BAAu9HAHsruneDwlqVuYcddUH72cRwBFc6vilHgK4y4a7zYehd2n+8EaPEcCh+w8C+PDN0GMACOCRavJ9vMca0CYEIAABCEAAAhCAAAQgAAEIQAACEIAABCDQhcDtH3//WYU95UbcmVHZOvfhz5/5QaI5G1PacoWuRNWGZhMubyNz3c/cB5YSgSrtxSOATYklmlciavcigNdjtFIg90Hppwvg6Jm/sutWXkXeRADPe08TwLHbgonYHTesFgFed19Jvh4yBfAy/3VUpnbmb/vPf3YBcQZw3f7Rap9WAAfvX8FvNWX/lIpljVzbz4kAbsvzbK0l38fPNnDGAwEIQAACEIAABCAAAQhAAAIQgAAEIAABCEQJNBPAz1HwPKoFsJ/qWQRL7GxPXwDH19oIMQTwlk9dhG0sBXSsn1kkIIBHROqD90SB+3z46WvDZ1jn3gu1CFN1/NIhAjgXfVJ5bX2SGjlxIQTwORYHAXyOdeg1iuT7eK8B0C4EIAABCEAAAhCAAAQgAAEIQAACEIAABCDQnIAqgOM9WsEkDw7XgnYRwesI0JJoxL1+zAiWyFx3DH5k3losL+PwhbPMNy6cyyK2/Mhk/0zf0pXVziTOPWs4fxzrNZUzme9yiKuTCtzul3UPT+8MZ61/LcLTr3+2B9vzeEJiV6J2nUnc7kbs+teN/TGDfZnI++ccIb/lV3LNDa0MYxG5uM9Qaz/yAwMRwpkpWN2xxK5RbQ+1/FzfXxqflqPZtvXuglijpwtk7dxx7X6/X1/fH9oMzv355cVw5v2n9Wq8+/5ozYv2IAABCEAAAhCAAAQgAAEIQAACEIAABCAAgXQClxPAMrVF/qwFy5JuOiye/BTUCOD0zRIuGRbAUvZ++7WqhgC+TbJ2zW0WdaMEnj4b3FM4ZfpaAJsy5ijY2blXLOl8XQ2CdszsPrRr/oxdb3pXbQWw3t9rS+gCBwH82hVZ94YA7ksfAVzHV79/1LVPbQhAAAIQgAAEIAABCEAAAhCAAAQgAAEIQOBzCdz++//8XoUwxSMsXelkgHmRucZzzNE0SwSwhjYexbcWR/FxWcHinjNs+/TEk4k4HMaHANZWJO9zPwW3f+av39rrBLDsTy3CL2++uaW1fSvt3QdP/n23510vL7Nf9R6lj5SyWmuj9B0vqOkP+VPe9COX59TOt6+fx3AtbnDXpRj3xxv7wYY2r+M+3xfAvQUQEcDaBaTdH+rq917f4/a17bnFPefQORABfCh+OocABCAAAQhAAAIQgAAEIAABCEAAAhCAAAT6EWgngGdzZAbbWwA/NilvXQFsHrrbM4m3rysIYJPWOTV18zEpoBeptf+DgRB/894iXXLT+KangH6tAH4+fzaTNWM1Am4RtMO/m1LO1hSBfjchvMH9mn/xm0uxVMysLuPggDyh6aWttvWn0GGnvqSpfmzOKpZCjih2r11P0CCA8/YDAjh0XWnS12WMAN7bcaX3mbxd3Lj0wdJ3tbsuCbDxetAcBCAAAQhAAAIQgAAEIAABCEAAAhCAAAQg0IXAjgC2QiYs6LZRbfbMXf1sXX8WWsSolNfErT/OrSiyEcwxgZgqFlMjuuYjTqe8vP5Zt9+BfL0ic12ZrYng1wrg0LqLILF/7gvEOP/U3Z0vnHNkT+ooTDkv9bgX+jqmZb7fh9TMJvLcthtyvMG0zU6U7dBK8qCE/TYaPrmJNHFsBErkBxZ7PdlU0lLC/ov5+xI5PMw11u6JpE06ze0+8eum3k/y+lxKI4BdgVtyL0AA7+29S/nLwD2k9/VXet1SDwIQgAAEIAABCEAAAhCAAAQgAAEIQAACEIBALYGGAnj9oDw1Uq9IAA+CbDmrNF2QGVhnF8A+t3MKYDcCWNIW5whg94cCmmBZb/GjBfCyPlYmSYTv/S7pxR35NtkRV5L4gjwoUCoEcOp1F7txJAkdTQC7oiVBFLti+DEEUhuyT9kilxW/QpgU0LVfUjX112cAiwB210T7/tDuT/tS+d0FY9L9omYBW9Z1jqiQZu0P13hBAAIQgAAEIAABCEAAAhCAAAQgAAEIQAACEHg/Ard//P1n9QQ7KmSnM3Qtgr1IUFsiVUTt9mcamh7axiKAU/uRpSsXwOEI4tiWKIkAHsmac1Sd1zkFcGjWVqQs47d/H4JgnVdNBPB+BPfmzOep10VQ5Eb/hcXdc4r0/TbRvd/34QcFVvzGRMj2zOOEm4gRwFNq5VzBoqZwVrrP7S/YXKYA9ttwL4ExQni8Rdn12F6/mqBL4F1RRBd8+wK4ouukqkQAEwGctFEKCzW5XxT2Ha0Wu/8ggFuTpj0IQAACEIAABCAAAQhAAAIQgAAEIAABCEDgxATeVgCLmPFTQyOAa3bjnsy6qgBeC6JlvyzC0YheeZmIQiM9ZrGt+EcEcK6gFVG/rudK4cdghZ/TWcKxs75rdnlOXQRwDq3Xlw1HAOeMQ9u/RADn0HxJWQTwSzDTCQQgAAEIQAACEIAABCAAAQhAAAIQgAAEIHBuApsU0P5w/RSJ2zOBI5GS03PzqHCdn5tbubYRtt6Bqet+H8PJqJJyOO0BvB8pHD7b2J19ODWoH4msLa9E8MYie7UzfLX2tc+1CGKtfvjznBSqoRZSoiL3UrOm928idMOvsNgZz2oeInDdM3ylBeOBZ6E77+80gu75vO5+l/ZSP5feUiPvciOCl/kpEdMJqZ3TyHilQus1DmVJMS7Xrrl2jADev5a1FL9Fo8yopKWA1lLQplwr8eG8ewTwWvCmLou7tzXBq7WZm1lAa2/9uf4Dg7z2WpdOvQ+17ne+Dx59efeaGO1CAAIQgAAEIAABCEAAAhCAAAQgAAEIQAACEKgkgACOAkQAx/dWuoANt5EitfoK4OUHAfIDBCt3TWTvzbw1eB1fbqz+jgCuvPVEqseEvSOcjdSWtTCRwSYieHwNf2x/UHG0IUIA99kotlUEcE+6etsIYJ0RJSAAAQhAAAIQgAAEIAABCEAAAhCAAAQgAAEIHEFAFcD+2arbiN6f4LhjAYJS/zadcRqNzN2NADajkojAcP8yKD+yePm7RH7FBI0njqYzkFtFAL9qsftEALccfSr/oc85WC9dQMcigMd9N7Q3nuU7RfYamTHK34xXqgBJjfD1rwc/QnjZ12mDfIsIYDPV1Rnk09/NH+J+5z/tvzyGFNGWZeaCpmHNKLW/v/UIz5QfS8SHQwRwxlIVFSUCuAhbo0rh+7W5Zo6+7htNkGYgAAEIQAACEIAABCAAAQhAAAIQgAAEIAABCBQSCApgV96KqJX2P1YATwDeQQCbKMnziOFEAbza4HkC2IhAEcFGiNn0zjbt+HyWb+kFNElpX7TGzv71Ba/W7VsK4NgZnQbGXgRwoN6e4P75MSmi14S36aJ7iKIUabtOfR/fByltxWsjgLUrrOTzvtLXHZH+A4GS8berk/oDmHY9rltCAPciS7sQgAAEIAABCEAAAhCAAAQgAAEIQAACEIDA1QmsBHAwavexPiNxjqANRmMuOMTVLA+wrfAQAeP35Ufq3k0+V+flixs5m/j5TI0AtgPenDX8lSpYzPjt2bB74/I3xNEP8F3RK+lxrRCtPfvSzrReJOfx315wMYEn7ZpI36eN9B0O8TWzzon0XQvE9Z50GZpykorYpKUd+3AQ+5Gqvthdp5cexj5FyNcKYO0GpYlrrX7W58Hzfb19KGX2zhhOaMfnLWvznCODZeQtBfDeXt5LKb9HMfX6CLeBAM7aoUrh14lfGUir+3RLCm5bjb5GtsObrvGzz78XV9qFAAQgAAEIQAACEIAABCAAAQhAAAIQgAAEIFBLICiAjfO9T8+6H5MAFn3xuQLYor66AM6NQNU22OsEcGwkrlgTWTb8OUb3mn8G8Wv287c2k/DnYQFsU4y6e+FnEIvyqhHAo1AZ5Me8TlMq016itle7QZqzuA2kaBXh21gAG55mju4PSH4ew49GvBT0bVLGTvvv5kjbqZ9Y+7rgQgDvXbllZwCX3QvGQ6bHV3oGgtKepJ6+P2p7qKuPAK7jR20IQAACEIAABCAAAQhAAAIQgAAEIAABCEAAAr0IqAJYxMXsZSZjJI/A72KKvRFug/TWKU/lUfqgusaax0UAy8DTREs/AWwjjFu/fEErUcCt+jleAMtMTMjtj426nSJ+v03Eb6WhQAC32il2XaKvxgLY78ddRyODH8+1xGsTGZwhgKf56mdO190TiABuuH+9rBQtW461VXv/6j3GyttrfHhEAPdeOtqHAAQgAAEIQAACEIAABCAAAQhAAAIQgAAE3pwAAnhe4DTRggBeXxFHCWD/BwPmjN/vX0Pq5SHc99tE/g4Rv+L49s6J1a5vXwCP/ZoIzzmy07ZgIoAlGlGkSEkK6M+IAA5Qf6EADq25WWdzZrC8nnspqKObBgGsXU+tPz8mArj1LOLtIYDbHFXwuhWjJwhAAAIQgAAEIAABCEAAAhCAAAQgAAEIQAAC5yBw+/vff7/oYMN1BPA8fZOOdXiZB90mMm9JUWxz9m5Fn30gvKR01cRtuN/0+nak8XFoD6jt+LYP8tdnIgsPW84VUfFzZ1O2UL2gTellGPFjvQ5D5mXlpRaY6m/XVxgZ2bucZ2wEsE33bD7fPWN33D/a+PTPJb3wej+u19ofR+sU3Poo80p0i+hzh2Gi+2KC1Y8SLhKxTmexqGOvXZsmei2B88iFS2si2fxw4Uyvq0UMv1YAy0q1W7OzC15tbxbfL4jw1dDyOQQgAAEIQAACEIAABCAAAQhAAAIQgAAEIACBKgIvF8Ay2vnBNwJ4tYAtBPAiRfW9kSOIjeSNle8tgCVl733ImWsYmQhfc8aveZk/Hl8/w5/mRwPPrgLYFx4ikl3mrhhGAAf24EkFsBmprOdj+heTGtqVoubvOS8EcA6t/LII4HxmLWsggFvSpC0IQAACEIAABCAAAQhAAAIQgAAEIAABCEAAAu0IvFwAPyaBIvLuNuXp7RUBLAImlro5NQJvGwFsI5SXSOLYoiRGAJuIxEGM1QhgGUtYAG/PGJY5aRJY5K7brtSRzzZnDT9/j0CMsA2/8iKAZW7mXN/v70n8mibGiN9lHWROvSKAryaANUHjR0Jr5dvdeiItvSoC2O9+uP5sFLC9Bs2/u3tIhLBbTWRw/HrT7w+p95/u3KcOiADOJZ33g4CldXsPO/x6y52uV754/EQAV5KnOgQgAAEIQAACEIAABCAAAQhAAAIQgAAEIACBfQII4MQUrN0FsAiYihTQ6xTafmrqOgHspy7uLYAXsWxTKo8Rv+ZP8cbT9BZJZ0VMKKWqK/PkchDxmSswEMAGsiO9alM0+/enAwWwGUpsr8j+l0h0W9YY47uThtydTDjF+2a6ifefV32RIYBTSJdKX7dtBHDsfp2yApSBAAQgAAEIQAACEIAABCAAAQhAAAIQgAAEIACBfQIvF8DzcCZxNMTajW/5EcBjXt/pffOnLyC1M3wXrxIRMVP77nm7Liqpv4jf8Hj0DRaLAPZrWkHrRxTHIpfFu0Ujmwcx5fJb96adm6zPShXA05nAWnRxqCcjf59DSmfz+h7W6dcfv4Y/vZKeAPbb8VP5+qliJaJT3k8VwbFyfiRtLCW0v4+1fmvPKs5tf7d8SFamnuW7WaDI2dlHCWB/e00gpgQFc2po9/o0Mvj5kHOobUaA7T7cl4VEAOv3mr0Sr00BXSN+w/tduz7r6PSvHR0/Eb794dMDBCAAAQhAAAIQgAAEIAABCEAAAhCAAAQgAIEdAgjgQbqGXq8XwHYUVxHAPrNNCuhMATxG/A6OxHj5UYoNZsHIhe8h5HeM+o35wsj7VQL45uyJSaTLfBHAhoTh4xl5XwRrka2p4rg2wlgbR+Tm6Ef8z+nV5zOA71+jAB422nhO8O2PYEtaingEcN338zEC2P3OSE1ljwCuW2lqQwACEIAABCAAAQhAAAIQgAAEIAABCEAAAhCAQA6BHQEsD7bro0XtgMLCqHcE8O0WOas3MQJYYPpnCUtk4CodbpB8agSwrRwXwOsI4VgEsAzh5onL9dDq19Q/D1hSNks/eZG/RqSZmo/hfN9B+v4yFngQvwnhcdEiU7CexOzFUjfPvFw/80YCOOdmYMqmRQB/jgBern+7k+brc7q+zN/NueaPIRLY8ls2kiZ/bfmaqNLc1dXLkwJ6j5GsVUgAm3XfW0sEsL77KAEBCEAAAhCAAAQgAAEIQAACEIAABCAAAQhAAAKtCJxeAPsT9SPztBTOG/EsDWYIYCtyIhGPqsCpE8DL/O+jLJojEecUyBGxcCEBbOZ1/x7O9zURwJtMurPCDe75VwhgP52zGYh/hnBpCmiZVGpkcasLP9YOAtiSiaZel4X2r69hm5ogdtmtczElhzcCuG5Hp/xIpK4HtzYCePt9HKFLCuh2246WIAABCEAAAhCAAAQgAAEIQAACEIAABCAAAQgUELj91//5awptS0tleZ/Fabg3Ew3nvuLlw2J0iZpbj0faXdpbR7EOenTsdhakEiIbGa9fXsYci+Dzz279mcTO/R6O+vK9cPSsXs+4xebvMnWlkRZluD7DeGHmj0fa11JQ+6ueF+krtWUcJu3zcMbvr+8x8rfklRAkXNLsai+t2UdyTif2ovGV+ZSe/atFOvvDjJ1V/DVFQcf2yVdtauYYL/UHFYmgU4tp84iNx6sn6/Uz3f/M2cD2VR9tvz8V7b6d1//VIoBTlzlWLl8g27PJlx8Ehe4H7nfC/v1Cu3+l3t9rOUQvx9jwEby9kNMuBCAAAQhAAAIQgAAEIAABCEAAAhCAAAQgAIEmBJoL4PRRpQnguFBOE8BSyhfROQI49BB+abevAHb7Fhl3XQE8pMp9/gyRvjaa2Tj77yHy15zzGzvjV9tPIYFiZJwmVrR2zedjet8h17cZr3kZ/qZd077/g4CU9qTNUNllbe2nCOBUopXlGgvged1MRLC5NZiofe9HMZUj9qojgGt4IoD36UXvowjgmm1HXQhAAAIQgAAEIAABCEAAAhCAAAQgAAEIQAAC3Qnc/uu/fiIHF4bPANYigP0Ri8D9Hp4kr11LGwE8RyhK5N1kYOazf51UyXJepxmjGY95xSJzNfLLXMIRdnoEsPS/xh+NADYdzo2mR/VtU2bbmR0RAfx4/h7E5u+vP/7442t0vtMWs4LVCzXbz/w8L48rKES+PYZ/EbFTIoJlDXz5a7nZrlMFrRaR64vk3Pb9far155f/2AhgTfwKqMQIYCm+pH5eSJvzsVP3i3bfWT7XxK+UTL9XjPtbyfCQPr5rlGwmgEfZP+8CZ/JEAF9jJzBKCEAAAhCAAAQgAAEIQAACEIAABCAAAQhAAALvRWBHAIcnqgngUAplI4FfLYD9w2TNuNIFsCtNwqKlpwC2bU9Rp0E9ny51jhbARn7ZNNGPMer3NqTM/vPPX3ME7bLLwgJYJLEpF5JovgA28nekNwv+/AtWIn9tOyZaWWS9ldZDUHCy0NOE7JUEsCuLL58CurMA9nedSQ3dNhIYAZx/ZW9rNBPAq6ZJAd1ibWgDAhCAAAQgAAEIQAACEIAABCAAAQhAAAIQgAAEygnc/r//7/f0tNpKuvFlzv98Lmlv3eZ9ARxL0bx3lOeee1kEsh2Ln35ZBJ+MT8bjnxEsKZ5l7H474RS+RlJOZwnPkZ7hCK5lfmEZ689RIpJnllPE8iqd85heeG18l36c9SlY7/wziKetoITQxs8AXtbPlDHi17y+v03o7xKhO8x4ms2Ws3QtaZdNwZ+HPYPTTcvs4lj4LdK2ANdqHWoEsN93KGLZj8K1+z5t1Jpg1lqJRgDLqkwpr+Va9FNVa+1nf97rDOBU4btZsMhCFLRn7lEmqnzco9P9NZ1PqvD1W0z/sYipSQSwtiJyBrCUk3Ux95vQXrloBPDw3wDLtV537rlGlM8hAAEIQAACEIAABCAAAQhAAAIQgAAEIAABCECgPYG4AJ76Gk5oXfWqCeDNY/GAQHyFAJ4fXk/P5LME8PDwe1CU41RiKZl7CuDH8Lx98qUz+1ovdoQAHsWvyVztuKtxO6wE8HZTSwpnVwDbtThGAJu+e5zRu6QLHiKjvYjlswngWKRy81tS7UaPDahA2I5NZaaAjtZx+jci+CeWeT8KFAHcfK8NDZZHAPvfdLHRXVMAyw92YkcF9FgL2oQABCAAAQhAAAIQgAAEIAABCEAAAhCAAAQgAIF2BAYBPIWijm06EcBTH7kCWETRHBcVOGu3pQCeH8NPZ1f6KY/F36wjHW06aPNaP+CeovMcAexHHM/9CZ+IIEqPABZBMPQ9RQC7AnhOaTwMNxSRtRbU8Wi/Vwvgn8dfX38OZ/3++mVBGaXuvkLiReZqUuWaSERbxspR868SQWna6R0BbPpYnwVsfgixiNrw/tlemJuIbu8HEbUpoF8RAWxZrOdWcrZy0m3rAwTweD2YHzP8zonORQAn7Z/MQuUCOHU9QgJ4uZg0werfP/zpafUzcdjvxOnXRz3aLhkPdSAAAQhAAAIQgAAEIAABCEAAAhCAAAQgAAEIQCCfwOkE8DKFsByJCtlKAWwftC8CXCKAEcD7EWwiYq04sKs3Rv0O/wz+dxaHqQJYzkn1BbB7Lq/pw+1X9oyc8zyNYno7JPrXF4orWWKifJjRUGmb4lWTJAjgzJvShwhgQ2U4Hnv4x/zoJIVRqnD028qRzKSA1ldCUkCnrsf5BfDmxxzmrPZuv/DQCVMCAhCAAAQgAAEIQAACEIAABCAAAQhAAAIQgAAE6gnMKaA3kbOJD4BjkZBDktP5IbKJsjJeZx0Vax+gx84QlqmJ1PPP+N1ojimQWVJUm7N1lwhOa1gk2svO1U/xPI5miMyzIniJDNt/0K/7qnD9hUVY0MTaXR7Mh8YvVNKlz+Zs4s2eirW1zGty73O6Z4PXRP6OQlhScG/aDZ/9O0c8eymRf9xA9WktbarodcP+Pva7dcVGLLpOIo5N3fG41jH62o2CtWe52j21Xt9ccaIJYrkMSyNw0+Ri/EYSvQ1oG791yuXYEEv7mW8wSfZVv9OacYSYKOMz6zOeCzzsb/O/+TWfERy6f5i9J++nX+v6JN5PAOdH+Aql1H2Rcz5uapspK2XL5N5v3JZD4ndpU/ZVquhOHzMlIQABCEAAAhCAAAQgAAEIQAACEIAABCAAAQhAoD+B0wlgd8ruecOaAN6isg+w5wje4d/3BPDY/pD62b4QwAtPmxY7Lhrus4T9NtJ3OvN3OP53/PfeAliitv2U0G76ZjOXUMpov4yUcwWweW85q1eoxEVOrpBBAHtXriaW/Qv94gLYnc54NvBjijBFADf59kMAxzF3q78XAAAgAElEQVTOZ6wHHS8CuMkGpBEIQAACEIAABCAAAQhAAAIQgAAEIAABCEAAAgcRqBbAMm5X1pr3Hk8rMuIP4MMRwC6HGgEs/a/aW51HvI6g1QWwKb+Ntov7qv3IKT0COBzhF40AXkUgpkQF2vb3hKWkxfbPT/bXSITp3RyTO7y+TdOJgXFuFJoRrT8/duwmBfT+/pFRrM/T9CNmNcG6fG5ttYnGNLJY5jRH0JpuEuak9add57GIWyKAPXK14leaSxXOsQhfbUEzx2l+sPLzM9w7VQGsdVz2uVx3ZbXPV6ufAE64GWxwyL3KjeCuY5b7gxO3t7gAbje+utlRGwIQgAAEIAABCEAAAhCAAAQgAAEIQAACEIAABEoJNBPAmwFM0bSvFsBzSuk5mncZWV0EcEsBPETVKv7gNgugtcwdU2KPdSdB7KVGtrPtLIAHtobl9y9XlJooYdP3zUYED/+40deyCv5+KBPA8bN4Wwrg0EXlC1pfzJ5BAEvKajP+t00BrV1AqXfEkwng8eodFu3xY1LYO9f5aj4p13cqgHU5BLDw0NI1X1cAu/cwL4P9NHkEcNnVQy0IQAACEIAABCAAAQhAAAIQgAAEIAABCEAAAuchcPuv/xpMw/Dyz/KNnY8aG3pMfNVEKOVEAIv49efhRybHxr+NAJ7CWeezNt2ai4BZ/NE64jfsp0L1pN1YxPBSZwxC9A3kLIDDgnoZdbh9bX2eUyT32M4gfk15iZD9/jWc7TyMyQjfn8fwmfkXZ+Jr+RiO7M0TwHrq5diZuaF1d8e3rmf7ETYxYTIdA7ySrLkCWBPKOWcAL6mq91J25918omcA5zWTXjomZFsJX38kJf2lSuPxxloiCq24fwzX1PB/00u7vtMR75VEALfhOOe+b9VcpB3t/u1WW13L0x7Oqd95KjQPAQhAAAIQgAAEIAABCEAAAhCAAAQgAAEIQAACDQm8hQCeo34DYM4pgAdZKmPdTfVqCm0F8MNI18mFzsJbC1gLiuz9FNCm95AA/jVF/rps3ahTW89fjJYC2I2AXMS2e3bvXuSrpLQOpVX256EJ0NoI4NYC2P8BRO29Qpt/bfub+iVCtmYQJf29QADLlMzvO+YftwSj/Wsmv62LAG7FU70hN+koR+Dun/nbZDg0AgEIQAACEIAABCAAAQhAAAIQgAAEIAABCEAAAichUC2A5QF0buRjyvy1CGA36jf2ILxMALtnF0+CMXLGbjQCWBTvShaJuBwE8Cx+hcT+mcFGBEsEcBMBPEUmhlOAuqvz2559O/iM+/cQ/TtE+VrRaqN/h4nYwlqkoyfNYqnBJW10+PP1GZrmvF73JZHJ43AmM+vuC3nPnvP7vU5RPYz/W4K+nUY1Qdt637vtuRHIqWcA16Z89q9LBHDgTvVCAWzW0+wJ2eubzAyb+0jKnTVeBgFcx2+prQlg+QmQlJtuspndI4AzgVEcAhCAAAQgAAEIQAACEIAABCAAAQhAAAIQgMCHECgWwDkPnktZpghgU8aNAI4JXz9K2C+3TgGNAJ7X7PZ7TPl8/x7+mRx1KJXoVQSwiLQ9AbwnPWsjfrVrAQEcEWfaDww0sLHPTx4B7O43szd+Hj/rmSCAd1c+fgZ96YZJrXcOARy6l+k/+kmdI+UgAAEIQAACEIAABCAAAQhAAAIQgAAEIAABCEDgrARuf/+7zSsqglSEqjl/colAvAUjKl8xKRlP1dm+CQOVtMCm6H3Ir/wwYbbjv9s/YwL5viRzHsstAm8dneoPYfFZkbN5Z3+wbudnjLpdWpNU0L6QX1JD70cW36LRjEO/5szh4X+/fn0PAtiZgVOnVrD4Eb/L39fEQtG+tsS0PpMpk/HknAXs9uQLk9wIYH+da38o4c/Dvw608WkRvNGI4eG855Gu18C8vyfxqLUfvfS0KNpewnezQIqo08ahzSPh3rNbZOrfXafxbOD5AGotc0DdAK4eEVx7f6qjN34jRJrYOxt6qaPdP3Kuv7X4le+Vvvunnh8tQAACEIAABCAAAQhAAAIQgAAEIAABCEAAAhCAQAmB23//t1ULPz/2gXBMAKc0HorYTam3VyYmgGWs5k/zkDyUindO+Ts4bi1VLwLYW4VBAH4P1temffY/WwRFrWBBAO9fIQjg2juIUl8TuCcRwP4szP16lMCNI4D9fhDAtfuvrwB2R5cX7YsArl1Z6kMAAhCAAAQgAAEIQAACEIAABCAAAQhAAAIQODOB2z/+MajP6ZxJM1D3XF3z91gEkghVV5x+D2mCpY4rX2sAxCJw18J2nQba9OemhnbLylg0IRxMEe1MRD4vjwBWInMTI4C/pwjY2Hy2Zw37qxGOVDbS948/lrTPXqDz3IgI3NgarwXxVobY+PMl5bYfAZx6xrRESPpCOSdCzoxDO2tXi7it2euhugjg1kS99s4ugCPTfw4ZCtbpoMP3k6dcYIUYEcCF4OZqiQLYFJuDgtMjgP2U8eZ+oad4Nvd8In9rV5b6EIAABCAAAQhAAAIQgAAEIAABCEAAAhCAAATOTOD2z39ZASxHS0okcCzlsi+IzeQkAlcEsDthP3VyLox3FMA2qPCcAvg+hvsO6b+H1Nd//uGkKY1kLM0RwI/nz3ie8Gp/IIB3LwkEcO4dI7P8RQWwOXPb3LcXCYwADq18bYaCzN00FdfO/x2/NXeaThfAbiNyr0AAl60atSAAAQhAAAIQgAAEIAABCEAAAhCAAAQgAAEIvBOB27/+LRHAJvr38WUixozUM0LYPQPYF7ESVRuKrjWAYuI2F15qO7GIXV9kS/8hwW1kdax8rP3v2BmpU0duBPVeNtm4h9o/A7hlBLBxv2a84z/D4cL23+1EpqOQg8tnggxt5Ox0bux4MPEQPTxVFkls9paNKHw4Ijh8hq+p457nq0XmtosAFvlix6WdCazt5+gZu1rFef/Yf5F2YvtTmquNeNaGldu+1t7hn19YAMu+MHsiFuhLBPCeaG29+1LEb6xPM85tfe0MYLe1tOjf1nOmPQhAAAIQgAAEIAABCEAAAhCAAAQgAAEIQAACEDgjgVEALyLBRAIPEnh462cQwPLaewi9J2jdNMy9Ju+ngpZ+XJlr3vPncKQADiXgfL0AtrJ2UEfj/x/P+x0MsC8RjAg2LzfVtZFNrhBOEcAiohDAeVeCFgHst5YraHMFdW77ebM9oPQbCGC5f5s//Yh8BPARAtj90U5dqmVNALvXox75e8D1RZcQgAAEIAABCEAAAhCAAAQgAAEIQAACEIAABCBwCIExBbTp2TxItmcBTxJ4EMBGkj6nJ8yhyEORv5ICWpOuJTPci3gcxzf840YqSx/+2YixM3L3UkxbLlYgtIwAbimAJz8bFdz3r+8Idiv6n0NaZpvu+Y/57EiRvm5FI4AlyvD5HFJED7bBl8Bfk0yz79vo4XE/mX6GM0uXdtMigEfuXhSxjMlP7Ro7+zcuOMPRer5wefWZv/5iIYAL7hqu1N0Lux+3qRK1WVs/dfimH20sblvOuNwz3KXIY7hGzctcdzUvzgDOoVcTARzuZ08Ap6d8zpkDZSEAAQhAAAIQgAAEIAABCEAAAhCAAAQgAAEIQOAdCKwE8CgMJgn8/D2cLzmEAe8JYFM+lBpawGjRSyGAsZTSMdgmbbUvgEOy99MFsCvSx3+/mRBvIyyeX//v//PnjHeUvAER5Qrg8fNBQKUI4J/ZGruC63oCODdSVoDG9rO/H2P7W64vUkBn3G4/TAC7ZFwZbCQwArhOgGfsuul+mldDK40A1gjxOQQgAAEIQAACEIAABCAAAQhAAAIQgAAEIAABCIQI3P71H2vo7k6kmEjgv/76bU5rTSbnR+v6UbihlNBuZK1/Bm9KCumY2E0VydoZw7HPtfd1aDZCz02tvK5juQ8KZ7cpw2xsZ7KxIgyEi2l/KxtN9O/P159/+zWkfh4ieWWJA65k8OvLyxFr7vm8poB/Bu/3NB6JAPYjdqXR/MjdMI5YO37phUX4jF+//BIZnxvdt4W5RPOmt5X7I4rWEctaymdNjEfra9GuWuRt8G4W4Kq1o41Dv5DLSpQdCL7pa77e10eFL9kcxuh7eya3nNH9dXMKP/fv71ePANYWJ3Zf0urtf55+fWv97B6/EEvuMH1z2LbTv7+1sfA5BCAAAQhAAAIQgAAEIAABCEAAAhCAAAQgAAEIXIfA7T//MyT0HSSBK4DN8I3Y+f378TX83ybK136up9BNEcCCSmSvH9G7J1pFfsYkcMoyfIoAXsv5x9evX0Pa57/pcsAXwL4w8VMUi4h1BfDeOlxFAP887KHY9+SDNtcCeCtm7fUjqXpDjKSvHAmMAPZIfogA9vePyQBtbtEmAh8BHL8DXVUA+2e1b2cokl+/x6d8T1IGAhCAAAQgAAEIQAACEIAABCAAAQhAAAIQgAAErkVgFMDjkK3fWr2M/DPeyxSQSFTtnF9NxorofU5iZjyDdniaLZLLCGB5yfs5kcOxM4Fjy3K0AI4HINoH95q/clmN5aflFDn+HQjBvA8HB//xp40IXEf4BU4ndgcwDHZPAIvMNeNIFSu1AjgmoCU9tS9PSyOAYwJYk7Njtm3jgs2fk4tx0/Rq9bXbiXa9aammtf6vGQHs7GPtAuoVASz9xtpvHAEc2ye//3p+2XsBEcB711Lq/Uq7Href10UDh67P+27krxlB6JT5/JFTAwIQgAAEIAABCEAAAhCAAAQgAAEIQAACEIAABK5L4PY//zsoIvOMOiCAx/S9g7wahZVElP14uUa9uWtCapG590lWroWv1BeRax6Av58AduYczVqbF7nlp37eCmDb520QUr/+mNI+D6lgt4LB6zdRAM9n/U77wRUqY4R5xCSWCeAF2jJv2/HSnv17rQCW7Z0S8b53G2gdmRsbV3y+4dEVCWBHampnzAaXPUW6auI2NJ25XQTwvD8GFCaTwyphAymgN7unrQCuk77u4PzrU4/8He+Cwz953x/X/U8YRg4BCEAAAhCAAAQgAAEIQAACEIAABCAAAQhAAAJBZSIpoE2aUIkGNQ/DjUsx0td4YSO/RPQ8plS4j+nM4D3huz7f16bElchME5Rm6xo5YR+Yuw+7/UheTSzL5FLLSfneEcAiYu0Et/L8ezij174GIR44g1fbtjHxa6J8xy4dFzHL32/TkTX+C/Md8esMYlw/Z5x+BK47XpGx/t4KlYmdKbyef0isrM/y9c8ijkUsL/vF7WHbvknRvJf2OVWgjpwcbubaqn3JXP1U66sZKYf0po5/s5mmTrIE8J74zd38KRLZjFFrN7UdbbFi/aS2b+qnlnXGoq3fiMDcx3+GSOAh28Lm9eFnAAuPNgK4nfiVcbnrq0f+apuUzyEAAQhAAAIQgAAEIAABCEAAAhCAAAQgAAEIQOBTCNz+9Z8xP+h4TqQrgM17RuCJ4Jll0ySujNgMncG7emA92EJTxkbwxuymFcBuxO84Hk8K54jdPSEWW9iQhDZl984gHhlZfPPLld7bvsT6LRFai/NZBLDrBrU4Lk0AD4s4St770ND3r/vX95A+9OmEe9cK4L0LpZUAXiKIhfU2wi0eCaydxevOwG3fvm+W1whgn7PU0gScCHL/6OBUASzXXSiS9jgBvPCfr7WISFyNOxShKyA1UetvtFRZqrWb2o72jVArgLX2I59r+8+t9vuvnzlCfn4fATyiaCuAc+7g+wsv65sW+Vu4iagGAQhAAAIQgAAEIAABCEAAAhCAAAQgAAEIQAACb0fg9s9/DaFh02t9HqyVwm4qSUkFbYr7kcDSRvzM0elMW0fsulLNPQs4lPI5JIDX7xlJt8jYmND1V9BNOW0+Wx64TxHLU8hyTPSWCWBnFLNAvo+JO83LdUmhM3xDu1DGMUf+DhHA4/oN//zxxx9fJnrMzm3oZYpElrnaCNdJlHpBbJ7fniO4ZQxyNrSW4lnK++X2UkBvBbJE4y4C0kTomtf9Zg/G3ItIdj9f9qtLcyuYJQI4JIBdORO7M8QErhKYOzfn72MtlbT2ee4dLCxwl1ZOK4A18StT6C2AW/fjLWCOADbnUP8MKfx/nHPWvxDA0/2jIP3C5mLqEwFM5G/uXYvyEIAABCAAAQhAAAIQgAAEIAABCEAAAhCAAAQgEBXAVv6a1zoG1Y0Efg7y7cfLKporgI1fHT3l4/coKOXMX1maUJSx+cyUCwlgkcepAti0JRHI0q77Z8sIYFdQS79jqu0RansBbPr4NYjRP/8cIrCn5TRrdjUBPO7C0UTaaGYz/jkleSMBvIhjm5Zc9r2bAtrfcwjgJVI/JhIPiwBGAEe/3X6GM4GXH1fsi0//R0Hv+pXZNgK4npLca8z3j589oL51WoAABCAAAQhAAAIQgAAEIAABCEAAAhCAAAQgAIF3J3AzZwAbAWlEq/uw/zFEitlXOAmxEXBGJj4H0eJHwbrQzOfmJQ+0/VTPVrZtUz7HxOsifdfjWkfCbc8Vds8U3osw1iLq/BTPe3Mf6cmhxw4UK4KHlM+TTXfbiLXv8winml5STJu1NGW+zf9+TZ27EdKTEfbTfs/DFP+vBMb5Ebw5F4wf4etKGLddNwW0CGARjst+yI3g2547vd639nMR5+7YXKmpRdzGInhTI4B9nqFU0Pb6WZfUxqVFSu+uo4kg11I+a5G1qYI2Z0OVlNXGqbWpzaO2faV/7X4Vqj7e74cf7kj0/LhHY+sZuH9pSK74eRsBLDOviwSeMzPYpAaR1/738xXXgDFDAAIQgAAEIAABCEAAAhCAAAQgAAEIQAACEIBAOwK3f/zfv8an1WPk7fciVVMEsKnnngUsw3JlqyuAzefbyNzzCOAUmZIrgN2lkro9BbAI0jFQdvh/v4b8oebfx6Udo62tnJAI7ysIYLs/Lcnxz0GqLWdTJ5rqzTWzFsC+EN0TyzEJG7osWwtg6SNV8C7X5Hp0COCJR62gvagAtj/gkR85LBH1/h4mArjky7ZeAOtn/iKAS1aGOhCAAAQgAAEIQAACEIAABCAAAQhAAAIQgAAEPoXAKIDdc2/HyNHh6bM5K9K8ROC6QEZxMESQ/fo1RLEOYvH3kFL05/cid10BfJvOZvVF2PL38MPyUJSuHc86NfVyNuv46TTMx3yWr4w7FgHsvp+y6K4AjqWndttxpfIigK3NbB0BfLv/GDc6rp8VCOZPmzbZF70igmWsbSPgUkiuZbTsO6kZHt+UAnq1D5QUts7HZuss7drzhG3a8SWCVksdvo3cXe9f/0cErQVwanupgliLRNZkdzTyWBOrmjhN20L1pbRxxnpIHX9p+4kzS/nRSqgpkzl9DPw10cBjGvVwpofEYVy+WL/7X74M1tM+s16X33BMAAIQgAAEIAABCEAAAhCAAAQgAAEIQAACEIBAZwLzGcBzauZJABtRZqJEXQG8yNbh/d/Prz/+GATakKbSiIS//jIi+GdOB71IZZvHMlcAR71LRACvy0t01PJuigCOSWe37VoBbKRxqA3pozwF9HCG8rB2vwbhJJHcrhxqIYCXVMz7uzKn3IqtYxvPIoBdAWqFmT93BLBLZOalic9Ugdr5Bjj+YqLklTr+0vYTx1QrgKUb2df+dZc4jMsXO4sA1uWvQY0AvvyGYwIQgAAEIAABCEAAAhCAAAQgAAEIQAACEIAABDoTuP3rP8Mj/1H0LilxRRb+DELXRPCO6aEdT+KWHTKJzhGU5v3ffw3RwMMBk+b0WfuykWWaAE4VGUsEsG19qWf62Ypf4VcqgGtSPofWLj7+iZZ35qZEGe+fATxEPA8h2d8D8u9fJoJ7WLNpvZ5Te2rK552N5p/VO65qIDQ0tZzblX+GsJ+iWsquBbZELZpxxA7K3J7xu0Q72n0pc3AjgFeppsd9uwaTK4Dn8UsK6ynQcgy63Hlpkbl+uy89A9gZd2qk8f5sA59q4lQTsKn1tXLzDST3jOmpYmr72YD8+19ZA0skcLj+pwjh7f1M+2FA6n7Q2lm4p8nfsnWmFgQgAAEIQAACEIAABCAAAQhAAAIQgAAEIAABCHwWgdt//sf430GoTSmfRaiah9EmotcVwO65oSJURQDP2Ibn3f/zvyYftIjfdbpjN4rY1LHn4boid38BYgJVE7UxAawtt9auVt//vI8A/j2c9TukRx5c6K9f32Nq4yEUe+z6Yf59eKUI4FjkrkSDj+s0CeWYAE7px2Xi93lGAbwvY/cjgGWus1hGAKddMpo4RQBn3Tdj0OWHCLLH/b2OAI6RayuAkb9ptwVKQQACEIAABCAAAQhAAAIQgAAEIAABCEAAAhCAQBqB2//876AkzZG+85m/yxm7c1roKQLYF8CjEJzenHzvIB+HdNBDemgjj61c+B6jf7fiVx6gW1FZEgHsymqJlJVp+xGzmgCOnf2qCWBf6PrYY2fCSjn/8/wU0Oa84+fX9yAW//hjiP4dG17O85T2h9UYPwkJ2pTI3dQzg1PLyfw1AewLZ3cP7m9xLfJuLXBCkb+htLi++N5GwIb7XVKi21HHpHL6/Gw7sfKpkblapHHwDGBXznoiVotETrstmYkp64cAzrpvatzdM4GXa/NzUg0fGQGM/NV2J59DAAIQgAAEIAABCEAAAhCAAAQgAAEIQAACEIBALoExAthUCglgaUxSQPvnobqdiQCW934GCfzzM0QWDyHCOQI4JmKlXVe47glgH0RMAMu5v1q/MbBHC2CJoP7zz0H+3gcZPPr020aom0ht84oJYC1yN1XsauVCKZ9d+eJHAJ9BAO9dVEFB6lQI7Vc35bTfNgJ4IoIATrqXp/5wRmvMjwQ2afzta/kxidbGlT8/SgAjf6+8axg7BCAAAQhAAAIQgAAEIAABCEAAAhCAAAQgAIHzEphTQH8NEXVGBS/CykSW2ohSVzKYfx/LTOXdqRl5NWYcNh8PIvKv4Tzg/51TS8fOal0igEMytURwrNtZziBeojCnOYxz0yJF8xYvJoRj8/DFsx+5HOv9blI+D8DN8O/DFM3Zv2Yurug2dUWg+oLX/N2VqyHx6p+Rm5oKOjbmknSy7ji/p/TTIYEaizzdS7ntRvi6czXjd9clJHFTd8VS1xp4X/D6AjkWuevvE60dmZsuqPdnsqofula0SNxUULFy2vVZ239t+1r92vnH6u/N2xlTzv1TooBNlzEBLPcRGZbcQ3pNs3e7oVT2bfuMf7/sy185JPwzBHxb5rQGAQhAAAIQgAAEIAABCEAAAhCAAAQgAAEIQAACt3/9ZzCB5pUogGdkewJ4bG8QwP/7NQhgLZJsLYC3omtJ1evLzdjytRTA2pm9/hheJYC/B59+G2z7t5Huo3g3yyjSIJ5S2xXCRwhgX0SnXoJG1Lhpmn3h21MAp47RlAtFyds9ET4zFAGs0NUEKwJ4C7BQAI+37ekWIj8Gmr4dltu+9wYCWLs7hAWwHvmLANbI8jkEIAABCEAAAhCAAAQgAAEIQAACEIAABCAAAQjECewIYCsR74NUdKPIZsHp53ye+nCF1sNEAY9poE1kaliAibT0zwiWIc8Rx0ZOOGcJB8c0j8FE+Nr+Yqmdl/qLNN3fKCYSSy+bG8VcEgFs5MF9EMDfg/013neMuvZeS7trAXGkADZD1FJE+/NwzwjeS0G+bde2FD+D2e4PPyX1EllruWkRlNoPBPwI4Fh/y35fCIjUXu97+7n7WWye/rnDof2ddQbwLBads2FrBez+RRc/C7hVv7WCWauvzU8+N/PJaatDBLA7VJMB2uy7x2CEbcYHe5O5uvD1l+OICOA0+Uvkb+qlQzkIQAACEIAABCAAAQhAAAIQgAAEIAABCEAAAhDYEqiKADbNxSMv7Wfm7FkjE37/lkjg8DJoAliLDN7K4fssf0ORw68SwKkC0T3P2BAy0nzzsgf8juL3ewgB/h4cgdGY25TIk7QZP5tSDw/SWNIpp0bhtk4BPc7L2zApAmZP/AqjowSwdlNZp5KOC2dpJxZB7MvcMwpgMyYt5fQ4T1d0aiI3JkW1etrCzMCVFPBaPznSdm9MJxXA9pod7ifTIeII4NSNJeXW+0uXvyPx4R8EcC5pykMAAhCAAAQgAAEIQAACEIAABCAAAQhAAAIQgMBC4PbPfw0husGXfQAdO7l3frzt1h4E5Sw8pxTRP0MuaCMPnoNE+P3bnltb8opFWpoH6vsRxrY3iSTeiuSYANp7AK9HAqfOMTkCeJa/X19//PFtMmx/jWmRp+HbdpZxifQezwmezs41YzLyN3SmbUzsiKAtEbchBuntbPeKRCTadu/j/OXVRgAvfcYix1PX1S8nkl5rN3YGsH/mb2rkcen19jXtN7W+kwo+FKm84hCUpdq1NF2HmogtXpiDBHBiBG/ytBSBrK5jpCPz453HkMrBZHMY76POvSR5bCcumPIDlLrhu/vrMWRuuBd/B9aNg9oQgAAEIAABCEAAAhCAAAQgAAEIQAACEIAABCDwSQR2BLDF8K1EIq0COmcBbCOYRmE3/WliVR8/j68fMQlCeUgtmnK2b6yMCGDpz108PyrY/D1HAMf6fD5/mj3EzxHAt4Hv3/72x9d9cGJzvSk160oAu/Ju+NxIGyM6jCQ1a+C+3Ahh874vfFsIYDeNc4kAduWpiUa041z/NKGpAB74zRGPyg8WYsI2dhNJ2eumri98zy6At9dVgMAqhXTqbRYBnEpqr1ypADaXm7nH/5gfjgz/IIBzV8NJJT99P96CP4Qg4jeXLOUhAAEIQAACEIAABCAAAQhAAAIQgAAEIAABCEAgTiA7AthP+bySrMOBtDbSdoj7nSLcjACW15gS2pHAcrbkNn2zreFHqi6y1wjAqd3pYfpjSlE6S975zEoZ0zrSbxFW27Ne7WdrMb0+i3gRwOliJXyGcKoANvL3z799f/36Zc4KXSJ5zfQtPyNEJUxvkbz2fSt2Xy2ARcqWiaNh50xr7LI3Ati+P0Q2O8Hk8VTk3hnITiWpswjqKQI4Q++yuCIAACAASURBVAD7l1YsMjdV/MZEqpbyOVdEqzdFLQLYi2CN8V/1U5MumQhgdcn2CqTfp7atGAlssiz8/vm9+eGL3F+qBndg5T4RwOF7zm36fgyfJY8APnAb0DUEIAABCEAAAhCAAAQgAAEIQAACEIAABCAAgbcjMAvgrbiy4tBPAe2LKFNmiSKNC2ARVCYAWCRwjQCWMxLvw0P18TUIIjk2d5TA85mVawG8PWvYylJXkIgAdld7nUJ6SXWdIlakvVDkV6oA/vNv90H+TpGhjgA2AmMUrEaKBiMsrVgQASzn//o7WSL7YhG/Ut4/P3gvQtiPynX71PoxkmSW/EPFRfzaVnzusi8lWniJmA2n+LXr6VNYBPDX9AOCed5TWS2DeYoA3p7ZvIxDE8DaHciPFNbKRz9HAM/3lV2GpVK7dQpoZaFT7lN7TZj79u/fv+drb9mn2iEBxTvwJRV7C+AxBf/0QxX5zRIC+CVLSycQgAAEIAABCEAAAhCAAAQgAAEIQAACEIAABD6awO3//nM4mHd8hSOQvk24qfdaReZOAnYr5ETMmjMPbQPmAbiJJvsZooB//7bi1ZwRPL4kYtczbK5oMMdPupJ3bDNg5GwUsJG0y8C347MfboWw1PHPJvUjeC2vcDpPy9OXgdLfLK2HN0xknfsyUc7m9RiiqOX1PeR8/vNPk8pZ3lnq3FyR5Ahgkade86Ms9l8h+RsTxVI3NRWsiGeplyNcYgLZtrGN3HbntZW7/qzTzqNe0k9vsE3rb9+Pid8N68gR2Ga8fsR7uEf7riuRTd2YmM4Vys0jiUOTmOSyXA978zQ/7Nh9aQJWq7/fev2nyvhqxWzoHuMOurZ92dv2HPchhfyUgn3pY/294d83Uu8T9aDLWsi5H+k9BCJ/57TPyj7WG6cEBCAAAQhAAAIQgAAEIAABCEAAAhCAAAQgAAEIQCCZgBMBvH5ALeJAAmz9FmexlCiAxwDVqYufwW3+7//YaLKQAHbT5fqRZppoE0ls0lC7r3k+IlinCGEps23XPsxf3i8XwK6EM+PIEcAG2Z9//hrP/TUu3jLUBfAy9/3Uom56Zj8q13zmC8SNUHTOF3bljxZRnCJeQgJ4qRcWwJqwlTbNNpgj101EtefF/fTS5gxU8/LHHYs01sSbL1r9HwLE6ofSXrtj3wrcNSctQhgBnHzvTCv4RgLYnfDPQ+6vCOCFi3NflsjfYf21e0HaRqIUBCAAAQhAAAIQgAAEIAABCEAAAhCAAAQgAAEIQCCdgCqAQwk+JVpxfLA9RThFU99OovXuNTQcJ/n111+/v2YPO0QASxuuAF4idNcRu7Ep9hPAfo96BLCpsXCxUat2Pn508dK2e86xYfvr+zae/WuqLMGMpv7U/0pcbtstjcAzotOsj3nZNKaW/0pmT/LXvO+e9zvWmUR7SCqHPt/bsou0lT0QL60J4KXmWozG9q+010oA+wI9/VK1JaMC2Exn/oGAM8vJDruy265juOeXCGCn61jkcjIXIoB3UbWSj+692XT48+P9QGY+c/1aka4pP0RJ3ouSlcD5UVQr/uljoCQEIAABCEAAAhCAAAQgAAEIQAACEIAABCAAAQhAYFBG//rPFNoYSZUajAAepEsoMtQ9H3YWhgEBLO7p9xBE9mP+3/B6TClGtylrRTyuBfDkF+eU0LKYVgA/oil55xTL2RHA/nbJFcC2viaA515uVr7+7W8m+ndI/2xSBM9u5RgBbKSuH+VrBIpIUiNqY2cEy7z8qN7/n713UW8cR9ZsLUvOqp79/q85Z7ou3bvSknwQCAQRCAIEJdnO21JP7UyLJAgugsr5vPRH9AWMt5MxmT5+bNvk+PbjPUrK2lExHdwK4DbpJ8fMkuk27ocJ4HKCHyIB7G4NAvgxYfoZJaB761sCwM3nLAJYPgX0Mz79o+m/NMP/RwMCEIAABCAAAQhAAAIQgAAEIAABCEAAAhCAAAQg8NkEqgCOZy62sRHALm1n/jT3eL1ecy9bL7eOudRxSvWWUGru/xvOIeo5HZoksByvEm0kyNZiuJdNvqZzynzqOHbKw0H3j+J4dr75DemnedfJLy0hbQI6jtuUAD5cUr73mko/vzwdj6HEaiOCk2zoJjnHCWN/3lnv317aN0re9xXAnf7EwRD2Eqo6z3Tf0597En02holrYTIqAd0mgNP9q42Yd5eQtvG9rLs3GdhPAJf475Iwr3d5/dzoNhLAkyf7vZLFP0EJ6B4p+Vw/p1r+y5pGAMtTlVGJAM5/usoJ839H2AMCEIAABCAAAQhAAAIQgAAEIAABCEAAAhCAAAQg8H4ElhLQsVSwJTmPpdSw/kbbBF0StiW49pzEqglgm5b84lsEsPzZE8B2rEhfGTKnyZK0vVz2iUv75bqezwvSIoBT/9+3kPD9KAF8KEz2JkB33bokgH//cnh6Sb1/FzFchHwuv+1Cgx8pgGWulqqV9XGUBLDcr5L0lfdmJZ7teqOYjWWddb+6vpYS1z0B7OLQVo685Nh3C+DYC9euK6+osjFXOC/9gTUBbAJY12l+ZpL48iK5PgPtnd7b43e2PsYCWI+MYhkBfGfCFgG8uRTlc13W9JICRgDnz68sfd23pu79osfsc4DtEIAABCAAAQhAAAIQgAAEIAABCEAAAhCAAAQgAIEtAoe//lZ1FksTmzg6PmlyNounjgA2UXd18nYmgLXos6YQswAWmZB6SsYU8dbEq9jySeCdCeB0UhNyb8WmjsTZJrwMRWXgsAdyiFqOSrb6fsovL8enLydJUNfeus9JaAs3OV7cdtKO+byWaB7N880MfGeHKHBF+vsyyv6QngDO66JMwJeG7r0/6gnciuFBY1pdgXL1uk5Tb2QRr/bKTMqhexPAMoysO3v1yleL8LZXK4D13VgmuuEVvOMocbu1vnrbEMCBynuJ2gj7vcb9iRPAsqYv8u0d/STK/3f0OXDrOv+s/fd8Xuybi/V3bxPA+45lLwhAAAIQgAAEIAABCEAAAhCAAAQgAAEIQAACEIDA+xJYBLAMa2nW/Iv8YqxGAjhlbPNMLFlr01oEQBLCWgLzmOWxLwGtIlMFnGk88QhZ5JnJm1znlgDujdMkgN9RAD+XtJell28VyW2Z5ben0/H49NvvJXbqGJgAzvdGXWh+faQA9j1/twTwlvQZ9QTeTgD3bv62AFZBfNvLl4yeCWB9HKrk8aJ8KwH8XuLXriwml/2zqs9jy4EE8O3rQj/Ytr6MYA/hjvX2kwtgW3/2sf2rC2D7t27HymAXCEAAAhCAAAQgAAEIQAACEIAABCAAAQhAAAIQgMCHETj8+VeK3gZx5EWwndmXiG5/ya8lcO1lwustlWHWcphaJtgkmYk/sZgiTdWf5nhxKSVtsUxVw7EodBRaluBd5pnPJT2FdVImxPQ4ldLyqknctsduJN3r29pKtnXZauvzG3sR55LYq2azpZywzDud/Hg6PaX/p9I8yaODr/ec560zzPfIcV+VWLZppf0s2Rvvc/7ZJXitB7P1rvT3vFfC2a8DXypaxo2loY3r6P12u/W0lQS0Jgyt9268f/XneOdmP9c+nZogrkluHfO5W046+NVm7eu66p93nfxuxaSN2xO8et90XD/+KE3uZxCFcJz/ewvqePXxfMv2TxKsTb302ZLobX90nrPj7ZzhObe3Xcvp7uz3rIE9lz0qVTwb30rt+2eoPd/25+ueuX3LfcYJ4fWD/pyKUVDy+VveLc4NAQhAAAIQgAAEIAABCEAAAhCAAAQgAAEIQAACi1+wEtAeyR4B7BO4InksiVorQSfZWt7sCWDRna+vl1RgWnsFi80UGXU+n8tUWgE8LrFcRZoJTBW9kjy2se3q1rI2CuS4NG4VwCZ/ZZyeAF4tvSSrTZ6K5DyekniUS0/i6Fn+a3ocu6NnYsmE0g0CWEb3gv14fM79fuW1JYDbFPN24vKjBLCR2S80qwD2120iWHpbt8+E/hRF7EyojgXaYwJ4JuaWBzxMcDbf9/5oRABPksTLwu0/N9+7APaC3XoCt2vo1xDA8rk/u1fv/WwxHgQgAAEIQAACEIAABCAAAQhAAAIQgAAEIAABCEBgRCCVgK7KrMoaEaVLcWYVX6HWsCW/8jbnLkQCWD/hzQSptHGVEOtS8rkmc8/nVGC6CExTtm3JXUkVi5zUy/IybF3y1ouV9xfAVgLaAO8pYe0lsWWchdUpCdecfU2xaBHjkW1zE4MAXpVeNRtR9ovb44Kwcs8xyWv79ZJwJoe3xo7rpieS/VzW2y0BLEK2LcGsx/VFam/B57Lji9Be9/C1FKOmjWtq3d+HUULXzjf6osLoAVwS3eVSRoK5JutbcT37aPts4btaV6PvA+z9AsP0AkeR6ztLP68u4MFS0LPrXBbOjy+A257AyyfH7A5+19v3JoBJ/37Xt5HJQQACEIAABCAAAQhAAAIQgAAEIAABCEAAAhD45Qgc/v5PLzO5FsBGppYMrsKiJ4BFYsovz4cJ0uJiUwA2v7z4ktLQ1lM3FYnO29diTROasyRkLNfsRbIe+1gJ6JkA9uczhj0B/PLlmFPUWWonabQpgDtSKZZ5PuwUwDY/SfvKaynRHR6FLQFsu/ZE8H0CuEq3NpH7sQLYr6d7S7neLYDL44QALqtpUBJZPyx2pGq3jp99zO8Zf1n0E9G8d6wftAS0TwDLx+m6FPTPmACu60/+ndN/v2K1idkiYzsEIAABCEAAAhCAAAQgAAEIQAACEIAABCAAAQhA4OMIHP7z3yqA7Rf4/nRWDtoSuVWMtWla30tWfyFu4lZHGyUR5ffncZukaC+pNbHIhEsRI3b+mPDdi6Yt5axj60t6GPckzjot3J5Lry+Wy44CMCaXlzGK+c5lno/Hpy+p9PP8tZ5TTe7W/sJLD99cWXsty0wW21yPJ5HPyuAWAWzz9cdcaw3wwqckmV058N5x+U7kvsd6HUsw3O5SmV8VpHpdo/0kLaz3p7239f60CevaW1lPOEr6xvU3E77DEsjpHD7Va/Pce96tcbfW0f4S2fPVuLlHWd9DkX6PoN2SqfeMFy9gr6z1x83Oe8+YMn4Zd1ZWePYFmFvv4vh5GYwUrt8qINgXN2ZfsLl1fp+9f/vFl/azNLNK6xz5+9l3hfNBAAIQgAAEIAABCEAAAhCAAAQgAAEIQAACEIDAjEBKACfTml+jpK1u/mgBbKLjrZSGvqY/r+n/iF/IQvB6zH/eI4D9Mfr3KlKlV3D/9T4C2I/dyJUkDrJcSILo5eX0dNxVsdbFpt+KgE7WVIVuLIWsJYz3COCTCOAiaE0QRhE8LoXaSuP3EcBXJ6L1Ou38Hy2A5Vz5toT7MSrBjAAePD4fKoD9s1m+ODETsbNPwnzjTfB1xh8dPzvvvQK4nG+WRP/eBLA9J5erlm7/OQWwrg/58g3yd8+DxT4QgAAEIAABCEAAAhCAAAQgAAEIQAACEIAABCDw2QRSD+BzI4DjBGYCwvewbY5NYiQmHE2qLaWORQ+Us/ukW5a/yR+IAE7FoNOfqTduEZ52DpvXewuQeg37BLCXyVkKdBKn8T2VrTr+8aS9f6P/NS7XZkNfAMs4i28pc1imMRBQvlyziIyYAPblu2VfS3h7EbynB/Byv25OABv/IoCFkBOzMclr56niWo/Xfr7r+2L794S3XKPxi4nc2RcQbu25G8ebnW+UEN77wXHr/PaOu9rvQwVwZ1YzEbvnQu6RtbPz3jOmm+vs8/e9P/8eTQDL1NtS0HsqG+y5Od9mn34CuApg+2yZ3advM3vOCgEIQAACEIAABCAAAQhAAAIQgAAEIAABCEAAAr8qgSUBHBOkBqT3i20vkd4ksptesdfrmzOXsQ+uHG/iLeZvxddZClj2eb28PiyAe3145wK5FcBtCWmxsiY2tAToLS8TwHLcKZV+fk5D2QiLeCyn3yuAPW+VEmVGRUCZ8F2V6g5i1vds7glef59NDMext1j0BLLt35aA7gtg3VdKRJvg1RUkc/XS2gT7HgEsx0bJPbql9wjg3vqza+4J4H4p9n7J6lvWXbMuyoEfVhIaAayEf0EBnJ/Q9NmtKeCfWwDX0u23/Rtw63PL/hCAAAQgAAEIQAACEIAABCAAAQhAAAIQgAAEIACBWwgkAbxfAfXTg6lMcxqiJ0FVblUB0NtnSQB3S+5en76mnrKXswgFMcMpKZsPEOmqJaFVNvTOr/Oylxe++nft/Tsr4evLTkewz2JuXTlp2W6llG1f64nZHJvk2DEde0zy11r/bpVrlmOjuK3icFTCeplBdz30Er1xxy0BHBPEs0W3t8ewfjlg3AN4uaqNZbslgtfXuJ55LDfduzbXOTtv7vXw7aUze1888MeOSk0/mtwdJY1n922Ieafgjcff+F2J/vS8VJ0lcGcX2Nv+nuNPBPDsyyOzhO/s+Nnlf9T4+RnO3QWst/ioosL3LYi3EsDPqXKDf/ZnrNkOAQhAAAIQgAAEIAABCEAAAhCAAAQgAAEIQAACEPgsAof//FcVjRc1UXpan0NfwlmOSW42vVoBvBaV28moYyh+3AiiJE/O6RyvX1MpaInC3imA1wlkn+BV4Wi/yB+J7J5M1n2r2IjyN9PJ/XlbQX1I8uzlS+r7W/yxpJ5NAEdROkru3iqAVwKwU5I5Lrq9JZ73yGQbO/YWtvfbZPA6ObjFxYSvF7e1tLP2IrUk8Poa149ab5yxgK1rR9eQjudTvJJWjknk3nrS43Q8OyaKZZvt/q9t2Hz681xfffsOAvjBZOcvLIDzWk6f2fqFjp9DAOuXhi5PyN/ZJwfbIQABCEAAAhCAAAQgAAEIQAACEIAABCAAAQhA4FsS6ArgLKCkEa97yS++o+BUyaWCLUtiJxXtcBNIEtxtyxnr4JYAtlNFASyzuF4OT1+/SpleOYclgC29q4JhLW51/jElXBOYKnaiiDPZHW/KKCls128M8jUVDiZ//fxk28uXlP5N0je5Yb3+JIlMJo+TvqUEcBk7lnweLSJ/f/Icl+OLECw/D4+XSW68fEnoXnnnNkGnpZp7r1FCeCZ+bSwrAa33oX6h4VrW50gA1+LbOrdYCtqXxPZ9gWdJ3bUAlqR2XadxzUbxW+fVilu7Xn98TzrX56ld5yOhPF4/gy3fMgG8uSK/s40fJYBL8tn3Tr/nyj8qAbx8tpZe8FoO2r++7+SvzdR/fi1fgEqPcv/fnHvuAMdAAAIQgAAEIAABCEAAAhCAAAQgAAEIQAACEIAABN6fwFAAWwrY9zj0fWV9CWCbVpMEFeHrXF8jgJ0UOSS5619yjkUUy355jENKAac08FkEWhViKi8+RwC36Ksc7yU5twTwly/H1PdXR8sCWC/wuxfAe8TxVn/f2dJ9RACb8I2Cdi1Ve7No158X1L6UtPz9swWwlcOu66POHwE8W1HfyfZfWADLHbB+7j++ANYvb8gz+ah0/05WJtOAAAQgAAEIQAACEIAABCAAAQhAAAIQgAAEIACBn5jA0gM4CiWfcDQJfCztZn1Ssopg3+tXk632i/Kl+meRIT4J/Jx+sLSkvD9KKEqA7PX1oqWqU/rw8GQ9gEcCWO/aOAHcT6KOemrGcs+95Jwd65PS53NNSMu8f//tJSWEdW4igEuQsiSbqwiOJZvfLPFXLKQmoduX3Is6L+tP2SZ97X7F8UdrPJZ39onYWCLap4F7XxCQc/h9/DlnPYJjKeyYLI4lmk0KW/nZUQLY328fTo5J5XsEsK4/u9f6F513v2e239/Y1HRve797z4lPHcf72etR7Pd5l968nUX0IT2A3+MDeSJmn2a9hfce/14CeDCfR2XkRyaA7TZJNYhL7gf8I730Sz7+c+M5/fv3aM/lH4kAc4UABCAAAQhAAAIQgAAEIAABCEAAAhCAAAQgAIEfl8BUAMul+eSvXqrv+6uiMZYkzgJ4kJZ6y9azWtCcNk721wSwuI4lbVm8gYikc2oIfLkUofoOAviWX+Y3AjjNfxEnqcelvbQ/ZCv3rJS2pseuT7+NBLB4QVcK+nsTwKMl7kXvRwpgO38Uv5W9m6F8QaDci7yuXA/eeB39ns/rUtWNAE6Le/liQfk2w0iwIoBb4h8lmm/+CN4rcEcD7z0eAZzaCWgSeFT+/eZ79ykHtAIY+fsp0DkJBCAAAQhAAAIQgAAEIAABCEAAAhCAAAQgAAEIvBOBXQK4niv0BXb9Y0W0+bTtMQleXzI3j9FLAJvgLQJYdjMBLPIsV4EuUlXGkxTw5VIEX64xfRr2Y4zpX7uOW8Rve0y5fhHAvYbGMvdVj1sRxNfcF/j0knLL0vw3XZSVF5YEdEZTPHJmlrbHxKudL4phnwSOCWDfV3iU/B0lcuP6Ws9Hb1wV3ul+D1LJfqxZAjiet5fE9fv4RHKpF648iwCWv28JYN8D2MvJWXJ11BPa9+NVPjrbOM/RGvTn7ZWcrutR/zZoqbwgWq2XUvF6dn3xPtz782ed5+b57RW4o4H3Ho8AVvlbPjp/HAmMAL75meIACEAAAhCAAAQgAAEIQAACEIAABCAAAQhAAAIQ+G4ILAJYZuR7qV59A99luipe/av2hk1JS/stf9rhvQWwiDornSwSWOanUnIugPXadN4xoWvX4rf37o7J1CzUJMHskr9x/PZ4FcDW+zdPeUMA67GtaNf3StK6GLUlceqkqxfAh4PW645SNorcvSvxWwvgUfJ3JID9dfUEsLyXqRZOeg/rUX2xWtPdewWwjSjjyVxvKQHdzsf3iq5zRQDvXcFhv70CdzT83uMRwEsfYHsG7rxjn3wYAviTgXM6CEAAAhCAAAQgAAEIQAACEIAABCAAAQhAAAIQeEcCWQB78Stjb/US1XPrL8dVQtakryRz6/ttP1/xlEtoNsd6TcjqiCOhFq9VTqn9gPVctcRyaVDcgdOTviMRbIcfOuLGz9EnK9s+sr7XpUrb01HSvwJM/vO9YOUC+r1d9/borfM1jhWApYktbdxbN7H37qgXb+zpaz2J6/lLkjkkmJftJS0+O99se+8a1u+lxHWKVKv4LSI8zWtLQNl5exK4ils707qf6ah3de2lnVd5npO8rLfoLI1u63Tv87GPz/vtFUs6z4T0cubS/Hp4/e/Vg3d2qXtF7mycO7fPevgu/dNH4z8omGfTfq8ewXId7b8rUpq9VBHoftlIZ7a3QsHsOm7fXp9Tqd4wu0+3j88REIAABCAAAQhAAAIQgAAEIAABCEAAAhCAAAQgAIGPI3D46+9rEsAq76Q6sfwu3v+ivi+eakJ1SZqmIT5DABuK16/Sh7cvgHtyNyZ8Z0JtJID9cVX6KT8RBW1yWgWwJJdPp1LmeSKAR7d6Jgpj6WH72VLTsyXUJmnX/Tq/FwG8L8Fc16dP+AqDUQnamQA2fpbgjTxHAtj2s2fqHgGs875NHM/u93ttRwA/RnImFn8mASyk6r8tP4YAPh5TLYva5v2xm83REIAABCAAAQhAAAIQgAAEIAABCEAAAhCAAAQgAIFPInD486/LEmd8OelvukUC90tA11Rvb369tJgXl4uUFFls7XRdT1I5ft2ztC05bee9pgHO6T9JA8tLRHSv5+9MnI6Stl4A+3H1XJp81r/XXrh1m83SEsBJrksCOCVAc/loObrAOIRS0pHr3iTwSABb4ni0nvYmbkcCOIrPHPSVlHZI91mSb3a+2fYogEeloeP1zsSv7T9KAC93NBpPuafLmmjLSPs5PCqA4/XM1vXofr/3+wjgx4j+KgI4f/qVFHD+e3og5EsNo17qy/Po+sw/RvrWo/VzGgF8Kzf2hwAEIAABCEAAAhCAAAQgAAEIQAACEIAABCAAge+BQE4Am2T0Alh/Sa9T3CoDGkXULFkrJZtln+cUq/Ly0ATZHgFsJatfv55T6ljnaAJ4LHT7InmvAF4nf23+Kgr646S+xWmyUv45Bcm0BHTo7/tZAjgK3L1C1hbpSABL6tm/PloAx4fmXgE8Om4mgOX87bH7BfB4nYw/CkbP3i8tgGdlmzPo/vOuHxbrEt7DOzArRf3gp/ivJIDzbSlf/DmXD+7vUwBrCfn8rKfP7e/lWXtwqXE4BCAAAQhAAAIQgAAEIAABCEAAAhCAAAQgAAEI/EIEcg9gu16RX+bzrBR0/qW9a+y5VQI57is/x/64mvK9pve9AE49FkuP1n7adv1LeNn/cr4+fU2loPU82us1CrOxUK5lguM8lcdzkyj2ZaXbVHOVSc3cU9JXJMIp1X5+yelfLQGtKOX6S8/cDcHkBfxIQsTrW11var4s8jamq2U8318zJmvlZy+JY4I2bs9BWJf89X2HV/sKgdAstnd+ZVbKa6+St/ueUp9E9mPdMpylFW19WQLcl4MelYA2wRd7oPa+/NBfh/uu8969Zhx29/QtE7g1ETw7f3NdW+J2j6i9RfzaiUfjzsbaM5/ymbB1736WEtD+GuV5upzTZ5L8b2kM36fwuT2A12XWD9K8Xu7TTQv13qeR4yAAAQhAAAIQgAAEIAABCEAAAhCAAAQgAAEIQAAC70Pg8J//dhSP9AHOv/Ru+wHLKd9DANvUfQ/dWwWwzuXp6fXra5aJhye1rLcI4JHU1fmpAI7iVLa0MqDKXNtXU86Xp3/96/en40lSwDpiTftVaXz4RAG84u7Su/cKYJGgdu+81P0oARxLXc8eg17p55643RrnFgFcGbf33ESePW0xaTxKovfm5dft7Ppn22de6/sUwCLqQmPWPcJ1kbb+yx+TBq8I4M0lNBejxrpyzs9Tqtygfa3T56x822jw+jYCWL940n7RZyNRPnvI2A4BCEAAAhCAAAQgAAEIQAACEIAABCAAAQhAAAIQ+GQCTQJYzu2F5yn1BBYBdEm9dnNiNP03K/HcF8R6VVbmuS2DbL1021+wz84j44m8+vr1kuZ3SQJYEsBrmdMbR9+rEsiurWVfBbC9b0KgHbOyMX55bik59ttvp3ZIJ6BKsGxJLt92mioGUQAAIABJREFU3+vcqzhsE9B6TTIRlSvSM9lfhwiOKGl13nofbk0Ay7nOKZG9nMON48eNPX5t/70J4CiAR719ezx96eZrEvTyslKvWyLrFgG8TpzrTGI59ZgY3iNabWwRZ3vmvWdN/ZgCuHNlNwvgifhdFuZA/P0gCeBIai5s2yPi5+ft4/14Avh4bOVv/vyaPSh7Hjb2gQAEIAABCEAAAhCAAAQgAAEIQAACEIAABCAAAQh8EoHcA9ifSwVwSrCmt4+pfLH0eL1KOeDyC/BeUtESoDLOTADrubzALKWQwy/Y9wpgmds//7w+LIA9Ayvx62W4bI8CXPezEtRFnEoaOb2fWhw/vXwJkmmHAN6XBC3nTPdmEacpXlwFu16NlnnW2+tTdjFV19sWBXD+EsCq328rx2SffN6NZPFeARzX/6hn70wA23FrcbxfAPt1ralFEccq3Nclj/s9gd9TAK/X6v5Pi5GgHo2wR0y382lHmh1/k1d7txLQnQTxEAACeGt1zcVoXwBb6edL+ednlAL+7ATwMTX9tc/MR56z/U8ke0IAAhCAAAQgAAEIQAACEIAABCAAAQhAAAIQgAAE3p9AI4BN/tpppE/v8ahisVd6tydvNkWXEzj1F/6WAI7iKPTobaSiJSrfkmh9TmWgzykFLKJGxopJ4n6vXyuju0e4jlJwvoS1zr6cK/X/FW7yn7yEUwqV5e15rLRdE8v19TZIMMZy03m8Selmna/vsezPExfROrXrk8H2dy9o5LpEvLaJWu017BPE/kwjeSzjWI9iu1Y/fhS8USD3xJGeq6Zk9R7UdSF8Lhedq5Wwjuvbr3k53ta1v26//msJ83rVtr33BYkoznrnb/gNPOQtCc3evjOBNxO0ewVv3G9vKe/u+eVzZJb4nSV0De5snNln7t7zzMYZbJ/dn9mwe75IMxtja/st66/9vCvl9VMPYPtSRf88O5Paj1zEcmz63EYAvwtJBoEABCAAAQhAAAIQgAAEIAABCEAAAhCAAAQgAIFvS+Dw51/JhG3IByslLE5Nwlq+h2mUZDKMJHL9qyl1m2TJWuBZAridhKSQ5eUFrZeLKky1/LL2AhahsF8A29n2SDG/j4njftnokg5NqdtjKp/tr32vAF4nNL35axO2I1GrIl/LmC6loDPL9Y2WXsXy0rSwnmsmgL041XtUyoQXoZrXQRG7dsZbBbCf6Szlu9zLsva8AO6VWr5VALcCV8/m5W5dSy3jjxDAa1E87p9q99Wv9Zpg7pdejysEAbx+ZtoPuG3+k6Onm392AfyUPrN9ifU1EATwdJGwAwQgAAEIQAACEIAABCAAAQhAAAIQgAAEIAABCEAgELhJAJ8lNVmMkPwhJX8lgSsvk2TXa9tr1s5n5ZLXCdFxAtiXYF4LVzmulCVODubrP29JPuemt8slZoec0raNRC5SVHay92cpuVsF8OlF++96ea72VYV1TgCnxLKwyFPMpZxrCWnluRbjuTS3lJiWss5JnHip6pO6PQEsblfunx9bQa3LNmc2Jc1rwt7KOy8C3KVnowDOayMdL32HTSzHJHGUzb0y1KOyz34NRzlcU8j9BLCtUys9G0tEj5KpPgEs57fksK19XU+3C+BRSeaapNerzashryn9OSbtPRN3xLBE9WiNrcfZfuebJID3THKWzH00+WtzsPPIeLNz7pl32OdnFcB2mfIZnT8/rvpFlPr6TPFrZyUBfMcS5RAIQAACEIAABCAAAQhAAAIQgAAEIAABCEAAAhD4DgnsFsAqfKtANAHsU6byi3wRwL40ciu4ah/ZzRLQSaRYWeAob1tBUAXwNQnVr1+zTl12uTXdawdG6TITwCZFRaaeUvI3VRFdXsIpB2uDABbhu3C6UwDLSXr9fHsloGUKZxOyTi5b0ro3jiV95TwmWpeewy7tK9utR7CXtufzZbcAljH82AZwjwT2z1UVwuMS0Hm+JS0cxx8lXrcEsD+/F6J7EsC7BXBZ1gjgnZ+iMxn7iADujY0A7t6YmcD+fgSwfhGGEtA7ny92gwAEIAABCEAAAhCAAAQgAAEIQAACEIAABCAAge+awOGPP1+bGqZewkkPYBO8rYgVn1nSqKV08LpXbE1wVUFaEoxF8AoZOYe8VJy1/Wi9BD4cqlX16dgcQM4JsiQ406VYUlX7AevLz33Ws1LnFPsIV0S+BLQf3xLOp9MxC2A/RJbAeTrXIlJT0iz9r0nBlktfSmynlG+vv62ff08gx9Vm8/CluZ9dD2FLLUYRaiJ1q8/vbGX7nsBbCeBMplz4rUlgz9nL11nv4Hhd/lpG6d64luq67ZPYI4DtyJnY7ZWy9vOJva/juKN7NSvxPL3HowrIKeXun6VVyr48n3sTxKt5fKTgHcJyF7slkGdzm0F122cCdTbUrLrB7PjZ9tnn6Z75iwS2whF7y73P5jXf3vaGl/2PqU7/aL57rmN+TvaAAAQgAAEIQAACEIAABCAAAQhAAAIQgAAEIAABCHwOgZUANoGaJVgShSaBZTrtL8H7pYOXaSdB4svUNgJrJoClRHISviYDLdFqYzcCuLhaCXTK3F9fSynR3A9YXm0p0ZmwWF9nFciybSyA0wTSdb2cTonbXAA/p+vLcl1mmP40AfJeArgnFEdlpfM1OykcewD7pXivoJkJYDnHqG/w3hSwv+ZbBLCd265Tz6flzkdi1lhuCUwEcP3M+LkEsHz2lc+VnghGAC8fGXvEqaWAcwWJ2TcC3u3fxVYAb8nf3r8J7zYNBoIABCAAAQhAAAIQgAAEIAABCEAAAhCAAAQgAAEIfACBlQBuevgmPfl81ORt/EX+oUiO2NO3/iwCWBNzbQK49rr1QrKXAM7HllK9UeQai2PxMCqAUwr4fNbzFgH8FgTNVrrXxtybAJb9qtiS8s9FmKf0bpTUKS+dhpeyxNbbt/xZTrruAZwSwEGGtPNqeydHb2K9bmNi2AtN3eaS3Da3XJK6lPv2aeG09ygpPFqbs3HeU/j0Ur3x/LHnr67PNoGsa1hLSFfRqzyuubG0cHB1vgcXv0cAz0tAt32bx0nhNrVe1/JjnxqzhPDQ131kAnhPCeZHSjyPkC3nRQAbotkXavYI4Pxcle/tWGn2x1btnqMRwHsosQ8EIAABCEAAAhCAAAQgAAEIQAACEIAABCAAAQj8mASaHsC+d69cjv1y/5p+O++TwHqp/RKvVZi1vXh7Y+8RwIbVBGnE3KQ+pZRossCXFKet+7cJ4EcFsJ0/lsY+Ht+ejkkAaynesQBerqeYs5QDTpL9eZmvF8rra/WSb1sA+/snf7c0q7hNcbs1nX1pSmTbvst1FgEcyznb9lsFriWBTcT2Sk3n1VUmGPfz84h87hXAyqomkL0Ajuf4LAG88DUR7/o223zbe/w5AnhJqJfTIYA73EkAL4/NXgFcewGPaoq/9z+w9kWO8jnqvrTTO9Pe63jvWTIeBCAAAQhAAAIQgAAEIAABCEAAAhCAAAQgAAEIQOAeAlkAezkbE3/SO/aSUrWWBLaT7PmFuE/+jia3ThanPQcCxXoC61gmQL1oFgGcykCn+cYEsD/PlgT223oJ3F4JaJHhpxfp81tl8yEJBf/ySdS3txR3SwllEY0igOXVS9LpudoE6MJ/EbPj423c0f3VvsCaAPb31ZLNWRq7NLDs4/sW++u7t+Ty3vLOcq5eiehRwnc0n5igjT+vhXSb/I3rOCaB4/MTf47CtJfQlhLiJsTW91BldUwO3/Pw7zlm1GO5rpc9o9QvHNT1W6sDdEcoCf6G3yj5Gwfw+92bBJ5J3L3jzsaZ4Jt9zs4SuCs0YUHeevxsvH2rob+XrHkp459qHyyf74+Mt32sJvzzZ1r+nOt/zn7c+RkZAhCAAAQgAAEIQAACEIAABCAAAQhAAAIQgAAEIPBxBA5//X11ArgVNeIKRBKez6+L3JQksH+1ZZDbicbU757LyH7iDgG8JFqTRJD5Xq9anll6CceXF5xbZZZH29YlrU0Ay5lqosyft5ayluvTHsfyGgngKvgeE8DxXtnPViLaBPC6FHEpUV0EcJT5vmdw5Lslde28UbTORKmcwwSwSWkvp6OYfi8BfBVZv/GaCWDPW/4+E8CyT5TS7T38tgJ4VLJ69myvSpQX4TYUkAjgjBQBPFtZ926vJd79vzkz3veejeMgAAEIQAACEIAABCAAAQhAAAIQgAAEIAABCEAAAp9J4PD3f1o1ExOJ8rP8J72B5Rfl61LQOt143B550bvQRQQWCdyI0+YA6c+6Fmqyy/n1miSwzFckcL80bhSaXmxtpYDtWq0EtPwsbZJPL9o31l5RkMbrsO0mgCMLm4+khfVcaU+XKrbx7PpG4mL7OoWfzrl7/1z/33q+dYlWO/fRGjJvrOAogG3XWW/hWAo6niL29rVVPRLNo1LGowTw+pL2lVy+Nak7EqK+XLrer8/5mJiJ+VmPYJvluwvgrQTur5gAFh470sZ7SuDfsrLeW5hKL+CLNQTOE2m/cHTL3Lb3RQC/H0tGggAEIAABCEAAAhCAAAQgAAEIQAACEIAABCAAge+NQCOATfauyzKXNGhJBPuLsDTtlgDekkRjkVVlah+aCmD/srGkjOhFqkC7waMI3hKjWzcpimK5/tMpaYoc6B0L4NGYfQFcyzLbPG8VwKMUaTv/NKskjawvr8wxllS2ed8igEdiXuRqT+RuJYZHSV6b10zwzrb378seu4oAFnYI4MlH+g4puzXCTLAun3E/iQCW76NI1QnrtY0A/t7+vwzMBwIQgAAEIAABCEAAAhCAAAQgAAEIQAACEIAABH4EAlkA17RpK75mJZxHx9mFW0r2FgE8LAmbZVMV0XYOC6nmdrbpJc5X+xZLalnTy/q+pGj1P/25L/m2RLYX5NabV1Kvp5Ok72RUEcCSWEvpY5ee3VoIrQCuAvktldr2PW9lvCpKxZLY/Ne9kPP5SnAuXqYJUTuvpYpHvXRt7nZcTDJ7kW4J4CiA/bGey57+v72+v73jbI158e1TwPsSwuN0896Heb2stnuLzhK28by37r933qP99gre2XlWCeDiz2dJ5u75R72A9/YInk12z/aZ2LWE8my/ybmmArj3PZmNc37vCWCrNpEKTpQXCeA9y5F9IAABCEAAAhCAAAQgAAEIQAACEIAABCAAAQhAAAKewCKAe6WfbxXAUa5GASxCdio0NoxQTwDH26kC+Pp0vSQJLBYh9RJVcXu/APbnqInct1T6+Tn1Rk5iVhxFEVqjHsajEsddAZx6BKesbBHAtRdvTwD3ehzn+X6SAJZTWS/eUQnoKLKNp5eyPUHoE912nnxpHSv4XgI4rzHhXwT7kO/gc2QkOkcfO7cK3Vv3f/Tj7ocRwKML3SoV/QicmdhFAO+ka6ZXP7Ds3yEp4a+vjxHA8v2c5t+Tcj9n/z7tvCh2gwAEIAABCEAAAhCAAAQgAAEIQAACEIAABCAAAQh8UwKHv/5Oei4LUv2F+7PWMt79iqWU7cBeT13tI9yWzp0l0ma/kPfnt6FrAviSrsvEggrgWOa6Pb5ufysRtEO2u+4l4yVBKCnfl5dj6v1bt9v5/SHrnrI6VkzilneXE4k/0n2SwM7iXM5rCdXrk4hjFa9yXeF2pf1s/GsRUVGaylAmq7dKQM96844Wij9uJIDzeiuTH5V6vvX9WPp6VgK63V6+oOAEcBVQsd64XrnclmZ5uBBxlNJxv96zE5Pp6+dlfL7dD+0NO36XAtjPf6+IveGam166I4G897yz/Sbzmn7+/fAJ4LXozSng1AtYy0C/vwC24gz6BaVyAxDAtzwh7AsBCEAAAhCAAAQgAAEIQAACEIAABCAAAQhAAALfOYGmB7Av3evLO88khF2jTwDfK4D38PJSyhKXUQRrEvgplYJOaeCc5lSRIBJaXn6uPulsgng4j5woTg2GkzD47fdTTgHreHpETpalt3z5YX2/FYhRACuvKsi9AM4DNz0+qwCW9+WcS0XoPJnbBPAe5qN9ZgI3M5cvGFiittgX+9n4RdEbzzcT0XtKPPtbcGmA2f2pgr2e3wTUfQI4B4plPRTP5derX4d2PgRwe+enAnomWO9JAPsxEcCbHw97/20YD9JP+srzcr4kC/xBAriRv+Uzs/c8PvLZyLEQgAAEIAABCEAAAhCAAAQgAAEIQAACEIAABCAAgW9FIAtgL35lIiMJOvplfy/FW0sl1769KmJNvhYRm1Os2qt3EbEl2WpzMTi9EtAi1Pr9fPW859fr0+VyTcnmU97PBLAHHgWwP29zbZYmTgWaRdb+9vsxCeA6kiR/fQJ11Ps2j19YHLuGS0RwHXiUslaW7ko6MkwSwqPXqFz1LYsxCuDZz/7arR+wTyD77fn6ijDeK4Bt7l4oy7E+jSvfAajb2wjlc4n0SvpQ/67H7i3t3O8h3R7v72dcu5p6lFcqL14mnSVy9M9Lz+u2x7D/4sWe+zgTrLPrnvXwrc9uOxs7Lia2R/uPF3G/l/ey/y0C+CN6CM8E9ejCtuZ9Qw/kmaDtf3bWSc2O37PG7tmnCmA7+j2SwKXKRX6utU/7rCLFPXPnGAhAAAIQgAAEIAABCEAAAhCAAAQgAAEIQAACEIDAtyawEsBeCMzSiDJ5/wv0eGzsAdzKoiqAZRyfEM1CUNr3DiRXCd1mduJRre+vwcylnqU0cvo9/+tXSQDfLoC7N2YpJ51k9bMKYC/ntgTw6EabAG7FXSuA9yySkcwdCWBf+jSXmA6i1ctrf37bz97bI3zj/L3wl/GiAI7rQX5+DwFs1xwFsEnfHueaFG+3jsTpTABHQYsAVq4z0Tx8BmaCFQG8+fHxPQtg+cKQ/0LEns/B7X1aAfzs/yEpB34r4f34tTECBCAAAQhAAAIQgAAEIAABCEAAAhCAAAQgAAEIQKASyD2AfTlMn6jdK4B9uWgPNwrgVvRoAsteXkLm/ZLAjeP68dyhTyngu0oBp1yzJjfTttfXWko0XlNbOrqes7tIigCWbS9fkpTMIV2Rtbq3ycz8bjFaJrZ7LPP+uRdv/1rzmJOI5kocB6a5h7BLV9t11VTrdZW+Vv4xWVlTczaGT6jaurGj4nX7dLfdX5mDSXMvAHslo+8VwLE0tM1dSkDrtu0E6UcL4LjO6jqpyXldB+2eoy9HkAAORH8VAdz9wNr/+TE4fPr5Mzru0fflc9sqRrxfL2AVwMdjTf7OPl8fvQ6OhwAEIAABCEAAAhCAAAQgAAEIQAACEIAABCAAAQh8CwKHP/+6rAyYidaegI2TNHnZTz62EkuOraKvCuCYIlV5qOJSj6lTfEtm4JCivc/JHHopZrJA9pc5SbhLtksbSfnvfJYy0z1RXEtPj65teb8I4Ofj29PplOTtUa8hppdl/28lgPP1N312ewK4lj2OwrA91hNZC2BL8ubrTbFa4Z7vi2MyHl8FfU8AG7/4pYCtB2QkiOP7s5LHo3PsTajemgCO50MAK5HN+zRL/XqoCODNf1e+5wSwfV6/pwCWtL9+cWcuxzfBsRECEIAABCAAAQhAAAIQgAAEIAABCEAAAhCAAAQg8B0TOPz731+zXdV+iCJVNR1lCdGe0JL9Z+Jg9Av2OF6WgCXdaOWcfWJV/q7/lZLRpUerH3+c4pJjVIC+psvUstJFJpeTenEsYz67vpC2r+wj7+dXksDHl6enLydhpmNdUwQ5S+dknX1PUy+BR2lqKwFdk6YmvS/LvYi8dV89V09qH5IgqyLXR0fn4neR8Z0S3JV52zfX7pGtnd76sJ7GUeyJAM4Mg2H1CWQvlO1ZGpWstu1e/Pp+vyKA/HqZCeGatG2f4nqf2+9PrHuKlmUzKGc+SvbGz4xvlQCO89jb83c6/5Sc96/IzUqXN9d9i/i1wW8RwMvicvf0nuObC5v0KI6gRj/LPO64/lnCdfY5Pjt+7/Rv3U8+7j9KAB/Tl3d4QQACEIAABCAAAQhAAAIQgAAEIAABCEAAAhCAAAR+ZgKHP/58XQyFF8CLP3HGZ9TvNwLakgaSFJWXl4UmgWXTpSRJbZ8qYaWMsxxXjKEbYyjxkjCxlKoI4Le3Y00VdxxAI3rdRcX3v3x5zgJYhcwhpYsvWRD7VHLuSxzKQPcW0i0C2MR4FMAyblPKuojp/H4qpV1fRbodtOxz5vmkcbiVUN0pgGNieDtBrMlOObXds5kAHo13jwA2hy/iflmjE8GHAG5X7fchgL08rp8H3Q/qewSuF633HO8ncoe0fc9/cGYC91cSwPL857L7kyXznvwZCwIQgAAEIAABCEAAAhCAAAQgAAEIQAACEIAABCDwLQgMBXBPDEQBPEq1Nv7D2VnZ/3qtItfKR2vp4EMq1SxiUks8y0uEqrwsYSp/b9Ob6xLT/tyWGhaBe73I+Jom1sFVfMZr8IngJfXb3Jnr05ffTk+nJBF9ieostEUulOudyd/oIJYeuel4cU7XtySVZUyRpaWk8iXVsrYyy5YA1msIAtjCyqvwYRXAdkk1aVlYLuWj9eeFT0kg6jyLxC/7yjztekfXL/fU9621lHmWMiKFHeNeD+DYk3ivAPbJYj1XTbff8sCNSkDPngGfCPc8R2JuNB4JYHn4bZV8sAC+ZWHM9kUAzwh1t39EAtiefysBfdfEOAgCEIAABCAAAQhAAAIQgAAEIAABCEAAAhCAAAQg8AMQWHoAm3i1ZO5IAPv3R+kxEbdLwnQQz/XyVDhJ+WQvgH1CWLb75LBxNZknP1u60zNPOjkngE0A+xLQby5JbMeooHblnrs3UAXwMaVo/WtJ54aJ+P7Afn8L6fY4SWj3LQngXFY6ZXTt5QXwWxKyo3LDMgUpp20ye5HLIq1lg5v7HgEcSyYv5biL8LZUr8zT/h5LOovV9uWqtwRwvt8bJaE9R1k3vf29iLa/z8o99273PPF6Wwno2WfCTCjH42fP2ex89Vnat+ecR3+clcB+qAQ0Anjf3Zr3uf2eE8D6uZ8+k3P5/8dju/K5mEv8Pz7UXvzsBwEIQAACEIAABCAAAQhAAAIQgAAEIAABCEAAAhD4JgQWAVxF0G39EavIrVLmeJT6yPryfWprylVTq/LyAsv3kpVtPoFrMrMpdVys0lJOOEw9BYqX8a85/asp43zeJSXbv96cvM0D++0iZZ+eXr4kLVskbbxro2SnlXoe3eUsn+VsSwJXAclxlpT2195Udi6DNqIzDSbS3CeLrWexJHhrsre1IXZ+m6cvIe0lnt2/XE453+eWY0xAj0pF+169kY1PAue1FNjEFLDs0yZ+65x8ElfvXSmBHdaQL/ksY/VE8kpuy1otyeLR/V2vE1v/7XNg+xnPhXNYpreK4lvntdz/B1vY3iPd9XNBZ1DX7OAKHi3RPAIzS+7uPe9snNmNmZxnJjNngnd2+m9ZQjr/e5A+6PJnY+kBv57vfpt7OlqVgzrKjM/s+mf82A4BCEAAAhCAAAQgAAEIQAACEIAABCAAAQhAAAIQ+BYEDn/9LZFQfXnBOJrMWpzpL+g1PauNY1++vJTxbhPANgf506d75Wdfmnn0S3kvgr38zeMmkSBjzATwIkxrZ2SHQnv9vqQewPqq0nsm5KIAroJP+9Fmfk7yWXJ4dNylFE32CeMogL1Q1xLV6xK6bY/gKlmXNZEm1ZN4ucdxut+SVNbexymt7NK4o5LNMRG9VwCvxXTi5kpQ23x7AngtrqvV9F9K0PVnz8JYJuc7H6KwXgD7HsfxOZqVcrb9owBux1lb2dF1zD5URiK8fibMRtjejgB+0KD/4gLYKgdcSuuA9WrbJ4CPkvzNPYDDkzSJtCOAH3v+ORoCEIAABCAAAQhAAAIQgAAEIAABCEAAAhCAAAS+DYHD3//R34DHksy9X3yrUNQevbFEs/xy/Xw+56t4Tk0WR71WfRLTS1MvRGWMW4TWUn65CNRcAlkSsM0v95MATlb4nPro5utNJUX1/M+NXLbUsQX3rB+xzunt6bffxCJUUWgSuCeA/Xsicq2ncR4ryWi5RpO+ewSwvycmgOOyWSRw6QvcJqZNmu4ooVvE08iPWEluuX5bCyaAZU57E8Cj+dv7PaHb6xFs+0ehPBKutr9t9+tSn4f1A+n3iT2PLelu1z4qO323AJb5LF8QeD8BHK9yxuvWj6l7BfBynlmCdm8S9+aJT8Tt3vPO5j+a187xf+YEcH4O9TtFT48IYP8salEH/ezV53z7PiOAb31w2B8CEIAABCAAAQhAAAIQgAAEIAABCEAAAhCAAAS+BwKH//zXBLD+MjyWZPa/AI8C2Jdolt+nv76KXJVfrotcHYtiuXBJ4/bKOc9K89ov8FUO2Lk0aby03y2i7HyW+VjkK6Vsk0w4n19zdtYE8DXUUu4JYDlO0rMvX1L6t1S3XnLTSSb4tGsUCnaNUQC3166SwzufVcK0lKQ2oWYKt5dEFTbindZSugrg52KOav47LMcNAezL8vpr7wlgG9WXUpb34s9xP/s5itb4fnyI7hXANs7IB3mR6WWvL9GcU9HljTqPKpvyffEpb+eeRgny/nx+cgF8izTdKUpv/rCdzWHveWfjjCa2c/xfQQDbvxf9MtDzBLA+i/ocIoBvfhI4AAIQgAAEIAABCEAAAhCAAAQgAAEIQAACEIAABH5AAosAlrlbWd8qw1TiyiuWLM7p1RSztVSryWMRv/byx/pEr8lfz6uXAPbHqAhL81ksbzm6iJL8dpFrJui0RHEVBCqpUwo4JZVFAGuP12Nz23wJaCuPnApHp+uU3r/PqcxxNXg2Jy9zY5La2PkSyfmExbz2kmjipHsllK2MaT6+mMG433Lv0n1by+EiIw/Xp6MT4zqeTskLzboOTCbrvV0YJej+/FslmUcCeO8z00um9lLGsRdvFKijRKrdN5NM63WxJW/1Kvpp5bR23DPUyuN1KerKPEpelVjx9Uhyvsf+vRPAs/vbnO8OWRpLmM/Ot2xPz4Bfy6vjZgJ2Nlc7frZffWBndIQ3AAAgAElEQVR3T93v+LML4PzRlPuZ69pfS+CRAK7/Di3Pn/QrLwuOBPBdy42DIAABCEAAAhCAAAQgAAEIQAACEIAABCAAAQhA4AchsBLAUeT2BHAjIHKqqvYBNgEcj/O/cO+V3dwrgPO5Rd4ksSvCcUlaSkI2uQDtvyrpYhW1KuXSfmXSEgp+/fr6lDxwfu0VwId0zi+p/PPxlIRxk44VydymPGXcXqKzl5BNxbLzPPz+XgCbRzrlPrtOQt4hgEuL3szPvNRy/RMBrLQKNCfPvICT+yFCOF5n7I+r4t1FYXc8LN9aAOe1UhZRTAD75K9dShXefQE8Svza8bPStLbfzymAd5QoLwAQwNsPz951NBplVgJ5Nv7s+B2P/lIGWvZdl4LeK4DTl5WWD8D2C01bc3iP+e+5RvaBAAQgAAEIQAACEIAABCAAAQhAAAIQgAAEIAABCLwngZsFsJ289t3Vspq5hHEoIe0nOkpcxZLP/uelZGcaSBNgrWzN2y0RLKa0lGPWxO6plhl2PumS+gB//aoJYHldrz4BLIlmFZNZkFp6OAnPUyr9fHoRyewSwCWVNhPAzTwLFN+rV96KIuXioqs+WWsiNKnW4ToQCWs9gkWQmSgXMa4Xlxsk619LAjrp5WECWOeXaekxMYVdZiLnles4JUnu07n1/CJwtGR2Ly0cL6iXqLV9YrrZ3p+J5VsSwPEcksBWZusewcNeyW/fVgDbvYvP2WjxkAC2xTz5gsIs2UsCuDwrt33RY7Qux72A5wL4KD3pU/pXn912Pp8hsIcf1GyAAAQgAAEIQAACEIAABCAAAQhAAAIQgAAEIAABCHwQgW4P4F4ZZ39+S/yqoK0CWPYZJRvt9+4mim289xDAWoZY+g5Lz9/0soRwSSbrL/01QbtXAKsNlWNEoL7l9K+Ef5OCbm6FSc8oeXslnP2B9wrgfHniuncKYLluO1fyIFqyuSOAJdXsJaa/X3bOJTbcWYx2vT0BHNeFZzUStqPexvHUt+7ne/Pqda0T2GURdUporwVw5LSeXxXAW+e7VUzZeUYJRe+5/DM3SzQigAtZSkDrR+kkqf9ZAtU6C5wv5TN+edC2BbCUf85f6knCvnctnzX/D/r3m2EhAAEIQAACEIAABCAAAQhAAAIQgAAEIAABCEAAAl0Ch7//o9pvVPo5lnT2o3gBrGNUARx/2R5FWa9Xbk849MWYJFGtN7EKWf+L/PYY209nLtfz+np5uiaP8PYmRlTEsSRXrSdo2r+UODYBfDy+Pf32u4pu3aZjikxuEsuuJHVMwMr+rews5xsEeS/W0LgAt9TsInN7t3NJJaZ5leSvT9v6Q6qgHgmUrSem9mKOolt4SKnV3vvx/u5JAdssjOcs4RtnvTcp3BO5ox7DPTJjEV17l4qM8l+eMOFuJbGXdHcnYTy6G11R39l5lFCOu84EcM8H3iKYZ+fL21269u4Sz+VEN1Ya31r0923bmxQejD7r8XvfpH7coy5Swz+9SgGD5bN4fUWpmkN53vRzu/9BOxPcPy4pZg4BCEAAAhCAAAQgAAEIQAACEIAABCAAAQhAAAK/MoHDX3/XX6WvRKj83rykaA2SiFLf39eXaZZ9omgyAWNVg3OwNojiPaWj6/m1FPQeAaw9aWtqM4+RRMAlNQB+fRXpK6LSEqCtAH67ynWmus/pdTy9Pf3+e0qSiS/Oovg5p0N9+jfv53pMfpQAlvOIBO1p23xvMugqgG3/KCj3CuB+6eC1APZlsK0X8OzBGpWS9sfVXroqcJbkdKnkukds2r2ycUfiOaZmowDOyyeUv47zs3PEpPG1fMFApFQeJz9Xuvd7COAZ6z2cdF7tSKPn2e+FAN6gjwCeLc2btiOAb8LFzhCAAAQgAAEIQAACEIAABCAAAQhAAAIQgAAEIPCLEjj8+dclaygTvSZ4Ld3rk7UmiE0APz/HdK0mcS1V1UvfSS9fG9OOj+eox4ska5NbPrFlyS4VsSo+7VoWGZsOXxR3ljHXp8v5kPoAqyTVPr8m41LuVgRdSvmKAM5lo9M1fvlySP/l3co5agLY1o31uc17ZDlsYlnGLBK6kYc619Sdsrv03tI8en109fqWS2360UoJ7FXyupxznMj1PZDXUxn1jl3ubRFcsa9vT57e84yZcLX535Ia9ufrJXRnPX69oLWxYgJ5VAJ6LVLbHqSyXcVpEcBpHVja07bdwysec2sp6HsEsJxzr2Deml/veu8dd3ku36cF7f23AgF8P7vOkQjgd8XJYBCAAAQgAAEIQAACEIAABCAAAQhAAAIQgAAEIPCTEpgKYC+ETN56QdsTTCaTc+/FIoeuSaj69LC87xOzi2zLyVtL7Y4EcBG9ZfzsQ7NwrSWZTUQfDkmxmgQqAvh6OTz988/16XrW3sEmtJd77EpAPx8PKf2r0vWtHP+cxrTyz7H3r43xiADO0jXFjb2gXJU+Tlbby14VtZXdbL1WsbsWwE3702LPW7FcE8ByHplbnOuWAPYp2iim47yjALbte0XwTKbGecv+Xs7K+bbuwyMlht8jATy7zwuvRTi3InrF2wnTnnwdXW+zrz0/+eHfLjG+xe9R+Sunf+T+7GW7uR8C+F0w2iAI4HfFyWAQgAAEIAABCEAAAhCAAAQgAAEIQAACEIAABCDwkxI4/PFnqoWcRUkVNbG3r117TisGQesFm0/rXlOT3dPptJR7XvfoTT0aU8lkLw+tpLKer5bKreydeCyWUuaU1W+xRSZC7RgVwNa/VyXp2/X56R8pA51SwFbmWfdXsVzPnmaRJPNvv6VS0el/h+e0PZ23X+K4L7p8KrdX8tgngH1f5Lcit41PLDV86ApgTXKbCPbjrXsym+mr827Er4FoBHDl4xPPmZz0/nW2bU/5ZJO/MeVd711NTsd9TbzLOWcS0dZo/LJCvUQt523X5CWw7ONF5HsJRbvmWhq6flHBP1OjBO+jn0ej3qfxeR718u6evyc7u4tKPnAGza8zb4lGa2/uu3u0Fgk9PH40r2XxjeeXd5kd/07j0AO4XWmX/KUd+byxz6LRFwzoAfzoZwTHQwACEIAABCAAAQhAAAIQgAAEIAABCEAAAhCAwI9LIAlg+Y26iJa1AF4cRnGFowSw7wGa3YiUQE6/oD8eRQDXks9tsveyCGD9hX75xf6l/cV+P3mq5Zt1bPlT+xLXfZ2oTAJYXlmklQSvyKVzOv6f/70scs/SynKN8jqmA0xA/Zb6/z49pfLKzyqmegJYS1D3Xi7RHPrH5vO4EtCelRfANn8rF5x//kABLGFquVR/X3SehWuSa8Ja+9mqgI1pzS0B7GV2K/1bfr509iMCeLn/bvjRfE0otyK0HjgSwPH9Ue9ce38tgOv6/R4E8LT0d2+pL1K39uhednPPR/7Shi2wzjj5OVh6d99ZwxkBPPg8+rHfRgD/2PeP2UMAAhCAAAQgAAEIQAACEIAABCAAAQhAAAIQgMDnEDj8/R9VUipxvTit4iWnLdM+58s5z8pksSWF41S9wMn9dNO4IvCOKRGs5xJxe86C2Jf4NQGq4k+FWCPWkmDKIlDkTiktqwI4JgW3BLBMIOncdNz//vc1HaviuyeA9Vrfnl5ekv5Mwkr+3kvxWg/iUb/iPHY6dlXGWcYPQcNFDIqELRdvQlB7C1dBrfOzMtv9XsmSQPb72b2q3Ot9Nkc3FcByXpdQljFjP91eaefRMaMy0H7/KJR9AnlWljimk22+MbHsf/YStl8Cetyb2p4nZd2WXI7i1+6HyHTfO9tE8SwBfHdCNj605Wc736j88mYCeiKAvfw2ATyavwngwTTnbyOA54x+wD0QwD/gTWPKEIAABCAAAQhAAAIQgAAEIAABCEAAAhCAAAQg8OkEDv/v/72+LSWfSwh4JGUu53MWf5a2Xfeg1flbCdf8QxHA8lefCBYB/Jz63EoZaJ8CrTK3FcCWGtRSvdq7N5+rJIGNnJVAriR9idBSQvoGAfycDj+dJPWbBO66Xe5ymrRHVn2Xy1oMpkuUwtObAjjK4yxh7xDAPrmpvZhTctlZu5XAzgK93DdLepcEsBx2MeHsE8ByWz9YAPt5xjLheVml83s+vSfHrmsmgHsJZj9e/3gV65qCriLejqsCtd9zt5cA7o0zKlv9UZ8UHy2Al/VZEsAI4O2EMyWg25WeOgvkf18oAf1RnwCMCwEIQAACEIAABCAAAQhAAAIQgAAEIAABCEAAAj8DgcP/lwTwUSxneomM1Zcman0PWXn3epEyyEm8FRPq99FOvCJkAxaXxLP9rUR0fxw9vlfOOb8feuPW9KjM3fUItmk4walvaXna1Mr46es/53RNKpNzqrmUNrYeusfC43iyJHK8OE1D+8rO4kutJPZW8tdSpSY3rQdtvg9e2BY/5GWmJ2yVdI2X9Gg2fl6GR/Fr5zBfPexzu77kwrDcp05Za10HQYTvFMZR/IbVtEoaRwnsk7O9tK0JW1uvo/Fj72W/X5sIjiP0f46ic2tu/rmaJXw3E7lyH0LCfFaqOs5+OP5GD988xqAkekw2j5LGNo/hfB9N+O67bZu9ireucxn+Tk7L9Y9a3JYdRv2z917ebL/Z+nv0/LPxV89n+Xy7pH+L9DUGdEz/Tm2VGrfPyRkDtkMAAhCAAAQgAAEIQAACEIAABCAAAQhAAAIQgAAEfjQCWQBr39MkdovwrClA7d8r264SvUqvWP55kcSlZ6eVkV72C0m/KJUNWC1/GxNxUkK6pigt+SlzlH691rM3S9xeX9EigOsYKnxnAjirhSTGv3yRcXWWvkR2nfdaAOu+2ndY3HovYbpXAMcFFUstewHcT4u2UjyWoRa/q8K6v3T7/sqV2P4gATwqz7y6fpeSNu66TksSPf29pgVrYncmgI3GSDDX+7fvkfflnW2e24Jax42CbCZ842wQwPvuz3CvBwXuqsb76gY9lgB+VMDO6MwE7aPnn42/Xs/6b9JMAGf5u/R9H1/lreef8WI7BCAAAQhAAAIQgAAEIAABCEAAAhCAAAQgAAEIQOB7IHD4v//3nNWfpFVfkuz0r3Mq+Sxm8PTykt+WdOlK8FoP2o4ANnHqZZyXuXYuk8x9SXYpElp+oa89eE3Knc+WAtORJLGbZbXrlWsi2lK5sp+UjZa5Sfr361cZQwW4bdOy1ZfU+/f09OW3lomJcJv78+GYehvrT5J+PpdIrZbVngvghUEubV2vrdfztrdgYgI4Mo2p6CiAfcVqYdSwk/lkkT2WVLOEnSWB95aMHvX97fVezut2QwDnexIM6DqJ21Lt9fuVU/jSyMZJzx37T9fxvOAd9fhdlf5eIvTyxYL1+I8meGeJ294a6753ZwL31gRwPPdy/Y+K2b0XOjrPIOG8GvbBec5KQD8qYGcYZoL00fPPxu/NzwSwnts+n7UChL0QwLM7y3YIQAACEIAABCAAAQhAAAIQgAAEIAABCEAAAhD4mQnkBLBcoKimly/FZKa/yy/Xz+fXfO1fvnxZyhr3ksCyj0jV/GcRWLlPcP7dfFtO2mCOfvFv0tREpJaLljHWAvj1NQnq8pLxTidt0uslpi8RamM9vVWp+/p6yWJbxrfruCa5dU09in///eXp95e6r1Q19gI4p6ZTxNf06CX5h7YH77YAjmWSreS0XYPOpxXDerkyP43sPpdr8TzFTVnf2kO6H1Ge+rDvWxBZMWGbqC+M+39pa0SvzlVKQb+nAB6Vy27n1480zwSwjlGP7X0pQdd5v7evnwMCeL1i3kUAz6RqvkGzdbuxrB8df8/xdvrJPBHAvTWkCWAE8OSjmc0QgAAEIAABCEAAAhCAAAQgAAEIQAACEIAABCDwyxJYSkALgePJyc5U8vmSjKYI2ZEA9mWbY2nnWipa2c6SmLJPkyZ1pZstIZz3yRFAlY6WSM6yuQhg2XyR0tBp7iaO63F1HiKsReaK8JTq1jk5nNJkl7PEPSUVfHn6P//z5elFvXB2gmnEvK+df7n+lJSV8/mXCmuZ8FtOckaxKhIzMpES3FqOu5Zk9qWiJQG9StwV8Z77xjrn1RPAoiz98Tr289KvN0razG1QGtrOdU1Jaf+yRK79OUsAz7b7sW3fJTEe+kHLvnZez629L810m9LXllRvZHq5fkue+iRwO9L6p9sEsN68dYnrdty1wB7cILl3IR2dl/F49+7lzBKevXNscXlIAC89ujtneET42nBb4nbP+LeIXzsnAnj2GHW3y+fwJX8Y93oAX59IAN+FlYMgAAEIQAACEIAABCAAAQhAAAIQgAAEIAABCEDgJyFw+ONPTQDL6zn1TZSXJmWT7izp09PpVBLAKXkqzXPTy6Sr/j3Jx5LUtbFiT9+YmOxWFV4EipxDxWRMqHoBXNPBWsJZS0BXAVyuqsy32tF8nBfAkgB+Oib5lgTw5fB0SQL4JdU+/j//kxLRVuq2iJr3EMBe/kahZ9dgosxErnI2Gyn3plyPJWyTcF6kbHbkKp5zCWiRynJfy721Q7NIdWlok8/N2m699rLpWwngJmH9AQI4c5a61+ULCPY8NKLTi3jHL34mIIDXn5LvI4D186F57RG06+m07zSfP7bJGoDvSBRvHT86NwJ4dle626XQhHxBKX2CdbYjgO+CykEQgAAEIAABCEAAAhCAAAQgAAEIQAACEIAABCDw0xA4/PHH5W1J61pD2XR5ko61963M8WvpCSxJURPAXmBeLlqS2cthIzUqpduS7JQrTrZSRZrvh1qtZBSClrY1yWqlnXVe5WxSIrk0vz2nEtBSBjrvdzil6xZRek3lpN+efv9XktApCZyPvfpek3XWllqO5ZwrO93XJztX+yaevqzxeHWljHI05w8IYDmPlZBu+KQfFlE3SQD7vpt+3tMEcLmFS8lwJ3MjLz+uTwz7/r8jsbhO1G70My6bLIHdClz5ckTp9ys9ogv3fgJxfQd769+Pb+Os7u8y1Lzk9J5PpVt7CO8ZM66drWNuFcDNfBfxXgXw8vmDAN57q27ab9ajd5YQn51sNv7oeATwjCzbIQABCEAAAhCAAAQgAAEIQAACEIAABCAAAQhA4FcmkAWwAbB+k5bo9SlecWNfX79mMagpVS277F9eGsdtIwFmPXUlfbwkXNOgVo649haWMxUBJ6nWIk39+eU9L4Blm4lY2y97RhHAuV9vSpGdr+m6zknopfOnOagATgngL4dU+lr05kWla0oG6zWoCK4yeduQphbB+SVptTjXOqfAcVin92MEcK+88UcJYLvmJcFcynmPegTHks49ASxjxpLPUfyOHnIvXD0HuX6RW9fS01ruu6ydvAaCAJZ9nifNWnuiq5Vns4Tp+wjgj/qw6yb6OydDAAcoJIDvWpLyWF6l1H/345cE8F1QOQgCEIAABCAAAQhAAAIQgAAEIAABCEAAAhCAAAR+GgKtAF4McKfur8iwUv75+SiyVpO5vT97dHq9QvMv8LWmckgU+4SfjmbiaFRKWrabhBJRF8XAIn7Tjl4qSmj56z+XNH66pvQ/GecqJaCPSQD/1u9dbLJS5jVObOq8rSS1T/1G2WmJ017v38jSyjqLkDTJ6dPDdT5WqlvFou+jLD97H+2TtDX9Ws4sZcA7vWS7T0CnBG4Vvb1enTIvu/+JfhH4noM/j/ZrLiWtnez3PZa3egBvSWHPwO7bOX03ws9P77frk53lcHtde9aDX8/Wd9iuc93jtyUdRess0bun9/bWp1nsebz1/Bk3f31bY/v9h/vN+upOBOqs53HTd7w3iVuTxbl/uH/11/2yx2z8yfXfm6C1888SvI+OP7v/927X8v/+izXCWT/zlv6/eYFtN73+Xq/vXi4cBwEIQAACEIAABCAAAQhAAAIQgAAEIAABCEAAAhDIvx7/97/PNQEsvWIl2etKQft+wHKAyV/5u8kDKeMrx2lvXU3nWkLYi8fci9YFHUUAewFRfxkv42k/4lsElB/bC+E8b0v+FiNkok6qWr9+TTnfc9kh7SsC+MvL09PLi5WfroslX4MMJiLZ4r1lnvl63LryMtLEZb6mIi/jEvTXOpKV34MAjmyX69ghgNfCqYrqngCOTKIAlnMLq1hCuyfFbxHAdi97Ati+9KDpYO1VHaX+3o+XWXI2CsxHBfB6zW0nj295/nrP64zD7PpF4MUvLzRjIoBniDe3/9gCuPRyX76I4ZK/dtUI4IfWBwdDAAIQgAAEIAABCEAAAhCAAAQgAAEIQAACEIDAj0kgJYCrYlpK4BYB7AWvSC6Rv1L+WSyniE6Vw21pWvm56Rmc9jNRqgJYhVNOxp5T8jaXdbayylVGjXoGzxKIdhuiWM6ndYLyuQhmEcCSAM4C+E3ktwjaa5K/b0/H1Af4LQsmm5+KPmEhaeiXl1Nz18/peuJrVQo7lKk2uRXlp0/3+jF9+ri35EYJYH+czH+WAJYwXS89Krf/NZXNrvfUzaIjW2Kv3FEi1b504KV5TOWe03nz+pJJyF1x9vA9SkDbupQ/L0uEvKbhJf1r97P2723vwiwBvL5no4RiX8zOhGn8EoScb0vyzRKQ31IA54+WUm7b1u9qvj+qAJ4lf22hfLDA/FEFsK1rqTDQ+xLR8hx8ML8f8599Zg0BCEAAAhCAAAQgAAEIQAACEIAABCAAAQhAAAI/O4HDn386AVyqlVbps07oPucorZZkFgnqhUz79yQKU2/dnJRN4lheXgBfLxc9XoRo6r1r22eCd7Td5qR/VqnWCqMi85JUSmfN50zTePr6Nc3lLHJP5iHzfXs6Jbf7fBIL2hfAco7TSedtr3y94TptPovQlnR0elMSpn5bTwD7stF2jlsFsB23lO9OqWWZy6MC2O5lIyR3COD1A1USwGVdRQEsYremtVWwjwRwFMK+NLSdV97rSdKFb/GuVfCuBbAcb/dvXWp81ss3EkAAr9ZEWUfLF1BcwvpdBHB6/uv9ntyvvaJ2GXBnCeitcWdlrx2wmcBfP2/tOwjgW5/XGVG2QwACEIAABCAAAQhAAAIQgAAEIAABCEAAAhCAAAS+PYHDX3/7IrO136tNzVK+NZFbe8puSRSfDpb9/PG9bevepzoXkW3W09eks43X601br6btYxxFR07epqTz4emYSkC/PUkS+Cn1ARYBLAngU0r/Fi+dxfCS1M32sPSaLElUmY+VIfa3tCao11w930WmdtLBcYn0EsV+Hy89twSybVvEc+mhbKyNnhewdp5LssfHJcldE93LPKRsb/khyviFowmwIrti797e3O0LB16my2l64tfm4ss+R/lb74HeP7mvvsfviL1ceu1J3e7Vk8tbpadtLcVewjZqmyjuP59+Bo8KwfU16zv1etvEf0wIx59nH3HTLxCEGtgPCWAnfrc+u5o5v5cA3jPODeJ39/wnN+BnEMCX0kdePwue0xeKnNQlATx7BNkOAQhAAAIQgAAEIAABCEAAAhCAAAQgAAEIQAACPyGBJICvbz35OrtWL0RNiPVkwjqxqyU7/fsmesX1+DHsF/k9ASzz81J5JaKsjLVL2nppoufRUsZS/vn1NZ37qn2MD8dLKu+sZar1HCUaXc7peySPUqZyLhGlPiW9xTkzSBd6lBLTaWpyrLxGAn65Fi87ZKZpnJ6MjsnhewXwUmq5GN6ehM99W8sEu+VZRXSXHUalm/385O/NenFp4dHxUSjLdEwAR0mbv1jQCGD/5YH23tu6N/5bPXpt27sLYCcypQSuf/0cArjy1xLs9fU+AtgngNsU/+pzb4+4bSY4SADvGafTQ3v0xQD/WTb7rN7a/rMIYHsuEcCPrAaOhQAEIAABCEAAAhCAAAQgAAEIQAACEIAABCAAgZ+FwOHPvy6LABa5Mkru2gVHoed7oo5LL68FjhdpJuREer69lZLAKcl1OqVyxeVQ8bg+Aez3i+lkOcQkrYnEtbjTJG+WzKn37//+r5R7FgEsZalTf98vemItC21/L+WDRXCGEs6yR+6PvOwrvXJTj2MpX5uTzCp4/cvEpnGTnsIm003iWunmYyLxJuWjwxhxIfbEp+wTe9OukrEhAbwkPrMEr2ex92OwLvamNd9l90lZlrRwEcC+z7Fd12j+PhHc42jveXHcu+44z7qu5W+jcsz1+q9lfdakcBSUa1ZbArjezlCK1qbSvF0SwD7JmtZss6Zmidm4YCY/xy9WrL/QoQMs62Ipob3vRLME8HSUW3oAL9w+QwC390VLyc9g202X+YXjB4c+Kvx/BgEs1yDPpfXotsoNui63n+lH+c1uKdshAAEIQAACEIAABCAAAQhAAAIQgAAEIAABCEAAAt+CQBbAcmLpySuvKNesP69Nbo8AzhI1CVwTn6Nfwsf0qPUMtjl8+ZIa8S5JUZ2B9F41Ub0F7BAMZSOcJWWbk5Myz/RHkmj//JMkwkXfe/ktJXFTClgkjCUQLaWskKoAlh9tbBPAJnHPSQDn3Yv8jaWKlbtIb71IE8A6Zri6dN0y5ZEgtb3j9ih+bb+eANa5tucWb7UlgIdCdRGB636ruez0krqt19njM0ry9q6jtx7i9d8qgL0gMtEk57lVAI/uQ5XOVRDme2DYvjMBHBl/dAnorWc8b0MATxFt7fAjC9L8ZaX0oWgloBHADy0FDoYABCAAAQhAAAIQgAAEIAABCEAAAhCAAAQgAIGfiMDhjz9fG9WYE6suZSoiV16jpNRKkLl+jMdjErjlZUlWG6sRqmUfE8DlhFmI+sCrpYB1jPR/nESMCd9eueVVueIiiUX8vn4VGavy87d/pR63qQdwLa8rMltOmvoClxLLIm4lnpwyuUuZ5+eSAG72KexiwlWuQSRsHqe85HgpAZ1f5W0TbCK+jZ13XqMSyLKvScee9FwS1OXuR34xgbgaY9BbcxG2i8Ccp2r9XPc+W148+j7Fs5LQI2G557y+NHfvfi7r0g0WBVtNzJfbXEz/qD/xnnk9ss8quR1u12j7SKTP5jIJZOrhLuGcviowG3J7+6yv7iIjSzYAACAASURBVJ5kbu8Ms3HtmOH4ErnfcWmT+ZWP5x0D3bfLRwviR8eXL0qcy5eXjin6K+vyo5ncR5KjIAABCEAAAhCAAAQgAAEIQAACEIAABCAAAQhAAAKfR2AlgOOpTQDL+9IvV17dvq4lOSqi19LEp9RIdylpnN7XY2uJ56U0chEhMQF8OrUCWI4vHrSMpbP1ctnmH8tC90pOi9DNEjmlyF7/kb67em3/+p90rceUzF36q6oALpff9NiVEtKS9BU2Xpz7ksUyp5EAtjLQPiWc5VoQwL7Erjih2F921vPWizf9e7kPTgD7e+9LX+f5h2RwTk9LkreYwJV4vUEAe1G9SxDe8HzEeUUBXNfLfNBHBHD88oH2uy7rN/3FC+A16/nc7t3jVgF873nsuF33dyKAZYzdAnomar+VAJ7NawG2bYk/WnY+Kmhn6+XR8eWfk9fzOX9BCQE8o812CEAAAhCAAAQgAAEIQAACEIAABCAAAQhAAAIQ+FUI7BLAWdqmMsnH1JO3ipw2Kuh7AZ/Pr7kEtCR45RV798o2GdPKS+sv75+evr5KyeQ6rmzPPXrDy+RP9qQ5AXbOe3hZ3esLrPu4wYoAFtH71QTw0yUJ4Od03iqATR57iSv9ivN4uZy0ztn3APb9bW0/+bNX5tinrm17zD2KExMfneXgDQLYX3MrHHXOdr6VsHZmaekHLCVX03/KNt2/kHj24xXfvwj/3gPVk+LLFwaCKdzqYdwbO74X09AjgT4ToiOh3JuDyS3rT6r3Qhdg7/zLul7J9j1X+D77jBLL944+4zkb1x/v1+EqzT8aaCZaP0oAz8Z9p3khgBHAs2eI7RCAAAQgAAEIQAACEIAABCAAAQhAAAIQgAAEIPDrEVgJYC9RDYfIWpGkLy9HlVfyX5GBto/v93uRRFYSo5LgzfvntKMKR/vTl2i2ctCLVC3Wp5eavKSYro2RU7dpXztfFMC+zLRP0Obk73JxMicRwNeSAL4mASzieVsAiwiM5bJHcldONUoAZyau7LaVjz4UqazXWIWhCmAVsfK6FtG01Ss3lkvO8ra8uVcA+/v3lqV8KpMtc0t/sznLfGY9iuMjNkwQfyMBXNez/i1/ecGVaX5UANfrVxHsx0MAx9Wx7j8dPz+6SeCZXPWnmYna9ZT0ndk5ZuM+enyZFwKYEtCjJcr7EIAABCAAAQhAAAIQgAAEIAABCEAAAhCAAAQg8OsSGAvglPhtPEmSwEs/4OciH12/X9umslj7CPsEr0ngJU0r4jYld32P4Z4ctjkswlMEcJMSth7FKoPlZfv6RG7e0JMuRdScz9fUB1hSySm5/JvMXcRsjQvnEtDWnreU79VrqT2TRynVXsLXrmvUs3ZhmE5sJaHfUgw4XuOWAJZztOWVk+Qu0VwZJ5cdlnK6OcXcJq0P5R4v/NM9FVR1vqXfZjpeuGRfXXoky1cEfKnurcfL5LFPIPtS2nZsZCvvx5R17zxRvI9KQPfux1aK28va0fXVxOp6rvEav1UJ6Dj3WUneWz8qYy/uRdiWZ3F4vvL5M0sQrxL9t05wJmpvHe+T9/+VBXBeO+n+Lf3R02eWfRHpk28Dp4MABCAAAQhAAAIQgAAEIAABCEAAAhCAAAQgAAEIfFcEsgDupX6l5LN/idj1AlgTwNbotS2/LMf5X8R76VbTu9I7ty3d7Ms2W8LYhPLzUYSjSspFapYpyrtSkTmmjF9cyWoTlHpNMm9Xzjofm/oAf31NqeXjUurah1B7AtjG6qV781ks9RwSvp7rXgGsQxUBnESwCVsvZP05/TmqPDUBLOOklPOdAlicWaK0lNM2Qd0KYF0bz+k8s5elqW2/710A63XVcs663tdXGfv8yh4mujcFcBJZixgNz+GM5aPbfw4BXD+X/HPeZYMA3lwys/UQBf+t6++R8U0A25eL5Esr+u+Ob08Qi+nfOkP2hwAEIAABCEAAAhCAAAQgAAEIQAACEIAABCAAAQj8eAQO//7j9U1KNV+taatdw0A8aeJMBZUXwPJurwSzvq+D+lLQ0tv39TUJ4PSmyF15Sfp2OX0oGa3jyC/3XSpX3iuHyPR7/Uu3EoIq46QfcY6vJgH8T56L712s8zaxoLMT+VdaAKdtl2VOPXEZhZ9Psp5TmjldUR4zSmSRom16V/bqJYCtl68yNCG8cGzksyRzZf8qwJPGLfemcpUw8HORKE21bEtAy/a0PpoUrAy5JIB1Hn7+FxcJ7iWljVPst5z57xDoy8IZ/GXUAzjuPhLynqfeL+NuCfRyH125bkEdE8fG/7ksXMPSJIA/UQDPErYzrrdufzQBvHm+WVnl3sEI4E2kjwjaPWvjkfERwHsIsw8EIAABCEAAAhCAAAQgAAEIQAACEIAABCAAAQj8igQOf/51eZNSyVZGc5Y87AlgX8Z5VPK1lsNVcZZ796YS0CL3egLYhPR6vLbM86hstO8fXJO8LrGcyx5XASyJ2q+v/5vn9eXLl0Y0+3PEJPCsF+hIAIv8tUrWWWyX+tK+J+66p7D27pX9aw/gVgDHRSx9levYnyuA5dotyX1MyerllaYsvZx75VpHAjivGccoiu7Zw3uvAI7jVkHcbvHr1L5QoOtc92tbGvuEYhXHy4gp4V1Z9ROMW+XSeyz0/PXZs31mJbFnXG/djgC+ldj2/pSAls/C8iUdEsDvu7gYDQIQgAAEIAABCEAAAhCAAAQgAAEIQAACEIAABH5YAoe//r6+SRo3CuAl3euSwLUEtKQyyzU7WTXrv2hyz2iJ5PWlpS0BbNJQ9vNloeVnX+a5V360L37rcbpdE7AmxfL50ltfX1+LAD7lNLLNN8q25MvrK5T+HYlJL3bzdQya5ObeycWSmSyT/sSZxbKtLWE9Wn2WNo3c/f5Sytm4SvJ3q0SxPy72wI2CswpqFe2xH7OJ6eeykExqz0rK9lLWfl5raV4TxOtE9fi5rWLUy9qGwOZDH5PEvRLRvQHimvPPgF//80+cdSK5HrMWwXG8W8VwfEb2Hr+Xy+h623XX/0zaZPVRCeBZGrmcdyZwhwnZTzp+ts5mCd7Z8bPnfXZ879+D9Zcxtp7zTu322UnZDgEIQAACEIAABCAAAQhAAAIQgAAEIAABCEAAAhD4zgkc/v5P0aCh5PItAthL2pH4iYLIS15jdK8A9onYKIC9IJDz1B6R2wK4J5792CWMupSglrEF4aMCOM+xDH4sf76+prRwej0n86wScyyAvVDT+VwWkd1bi58hgPPcg+lbBKnrI233pzdPL7GFzx5RHXsw3yOAt57fnnyM9z/K/JkY7Qm1ntC6Fm5WSno9zzZZbHPV0ty695You1XMIYDDHUAA7/qn79Z1FgdFAO/CzE4QgAAEIAABCEAAAhCAAAQgAAEIQAACEIAABCDwixHICWC55vqLdE2bSklkeTU9d0tcTf4wb/f2dF56//oEcBRZPQGs55W+tm0fVX8P7Px9kdvru6rpxtMx9fS15GyybterlBxOAtX1Gdbz69k0Afw1i8qXL6ciiutMouxbSkGnKXipNxKAXkZmrsXCxSRwFZ3PTzlpnMb/+vVVr+klJZNzCegy5zJ3f861aFV5PHpJL1+7zxIqjPO0ufrzem6zBKdxG/WaPUQBbHYyTHgkfGN/YDlPT8QPBfTgAnScmv7VtV25x/UQZbPsKedsk8DaS1r5jZLF9cL3iN8tgdZ8GUB6ZKehYw/iOJ+RWB6dJ67FW0tTz9bP5uLNHLf3sF7Nw71IAJdFrZ81t772rOOtMRHAtxJnfwhAAAIQgAAEIAABCEAAAhCAAAQgAAEIQAACEIDAnEDuASy7LYnfcsx7CmBN+5YyxkX2+vM9P2sZ4l6S1y7hVgEsZa2lzLC8RPqasM26O6Xz7PqWcZPwfj2/Zml3ejk2AlicpFVs9sLJBK3H/J4COM85+dnX13M+xUsSwCY47doyNydNa0JYZzXrlTsTwLE3sV2rJkk7/WvzDnO5aePsdU57BbCfn78vtwpguwYRopKyjQL4Ir2rnb1sJXw9s60b3XctgE245nUa6gGPBLDtN5NnNj1bM7J2Zd6SII9j1JLd5ZnZmIvn+iEC2KdnJ4L2mwjgPfMjAeyXyfDvszU8G4QE8IwQ2yEAAQhAAAIQgAAEIAABCEAAAhCAAAQgAAEIQOBXJHD4489XFcAh8ZsKB7v+u77prWI6pP695S/DBLBPFUeB55Ovx5Mmbv1rnBhu+5f6ssxyvPQyjj1vF3mXpEzbizf1IM7XreWgX79KSjj1qz2Z8BsnjDMDSYU+75Oddr2rUrmlnPGb9fQMHGR8z85SpfE9ZSdp6j7H0eI+LAlg3UM4+CSwvOeTrDZOL3l7i/i1cfYK4L0Pp19XXl6PxPxo3F6qupf0bsXyei2Ib42shJOJ35gyVt7r5y0mc+O6H97fktbP9zX9n1nCdySCZ6LuXhHcLNeeNP2eBPAd8xuu2zLWjGsIyK+Gu7uHcBlpdv7Zc0cCeEaI7RCAAAQgAAEIQAACEIAABCAAAQhAAAIQgAAEIACBzyewCOBLqRR8LCWS9wjgLFqToPQlnH1JWS8HeglgE2OnJIAtZbuUZC5/2SoBLbgsNRxTxlWQecWYBGlOyxZ5nf6W55gk6Fv67/VrSkYmYSaBZF/OWiSViGV5Nb1o30kA53GLgI9LIApmL4DX6dwigA/u+tK4Pq27Gn8igFthXo/eFMDu/LY2YsLc3n8Ogm+WWFZWsu766vi9BbAXvFFyrh/X8qUJuf68plS46prRlLslgX3yN44zEsC95O/eEsp7BbDNJYq9mSh8XwHc6XE9EMGfmgBeBPD++Q0/0hHAGc1sXc3+SSQBPCPEdghAAAIQgAAEIAABCEAAAhCAAAQgAAEIQAACEPgVCeQS0CLnUovc/NJyyc9P1jl2JJgk+Hq+SGni69Mx10KWX+ZrclZeMYXbS/TavlKu2V5eAHs5cC2JY+sZbIK2lrdVQSu9fjUJa3PRP/X8NSHbiOAs61LJ6NQzOB9XUr298+t11v7IswTwKPlsfGov4LXQbHq4WgntgfhUflLat46z9KXNAlLfj6WQU1fkcr90hFUPV0mQSungUk7b7lOUzzp8ScDuEMDHct7YeHRLAPsUtaav3brpCPq6Lmtf4Hg/Io9lIbq/9J4BW6exFHZej+k+mNCviVsrc26cyx17qz2ab0n+rpLkgyh1/ELFcv/cc+rXdH0O26R9j0tvvcwleTvSNAG8TGgg/D+zBzACeLUMSACPngzehwAEIAABCEAAAhCAAAQgAAEIQAACEIAABCAAAQh8OwJLD+AlqZnCbVJWVDsDr2WNCCWRNuJCzud9ArjX2zcKYhG88p4KaBW2IwEsPYN9T1aZpSUcTfTKe3q8L6dbk7GLxBXZWwSwuGO5di+lovyzJLCNPxLAPoma9y2ysvd+TvWWqflE414BvIyZxKtnZgw9y1jO+fikYtJeIwEsonM0d2WR74IO84EC2M/vIwRwr7dxTJmOJGd+LrIAFlaKwvcQrpx0ve55Xco3M3pyuK7xPSPpPqv7Gw69VeCORPTe60MAbxdBpwT09tomAbz/2WdPCEAAAhCAAAQgAAEIQAACEIAABCAAAQhAAAIQ+HUIHP78U1XNupekvC1yojVVJhjFS0nadkmySiLTDWJ/rULJ9xSuwtaklC8R3Su/LOeKpaZlbAuB5l6rkmQuJjUmkdseu1bC1YSpluuV610kXhpLEqQiBI/lJJd0kmtKwlpJXz2HlpWOydsoS21JeRF8y3Hx+MytpF5Xy9UJWJHbvV64duyplPweLflYeVeSwG16uU0dV7FekuBljsdg0i3pa9yiePTbe/K5x9Nfw7o8tm7tJYx7qemYDI5ltP26zs/Pkgq3td0StXVl7+4VpCa4TCTXUVtx2Esp67z0iNn5RsfbcXGcUYno9ksLdu722d+aTz5evl1SFt5w3mWND0sI28Lt9e31t2bSY3j9bNXEtm5b92tujrl1/HDCWY/f0XM7fJ4D0EdLMM/O/9EJ4dn4H319s+tnOwQgAAEIQAACEIAABCAAAQhAAAIQgAAEIAABCEDgWxAYCuAouHRyb0sp4KQ8S7nkknoUZyOtT9P/WUStS9O2vXPXAlhG7/ft1dRik2K1NK2kkfOsdB/p3evLBLdArdSxloIWcbMI3NSftYpslcpJcy5S11hEASzjyznzn858iSwUUeyvyeYy6l3re/tuLYSYepWf5Zq9CPGpZOs9a3OMMtXE7EiUeH/l5Z6w0DH7XxCIiecogOVYL2N7wtVz6MnuXgI4cp6NG++dCG4T8znNmy7PmHmpfK8AtgS9/bl1r335Zt8zWNPA+mWFviBtyzf3pOzCaTuAuoyPAC7EDgjgrTUbt80E7WysmcCdjT87fnZ+tkMAAhCAAAQgAAEIQAACEIAABCAAAQhAAAIQgAAEfkQChz/+0GLPPr2bfx70wb1eVICIWHxeev+WPrFn21b6zebtmv67RwCb+NXzifCy3rt52CSji4zJ41+fTi9J5I5SsUn4+vEkGSulir0gaMYvYtMnVM/p+qQEtJWWNoGsvNoUcOyZa4sjCuDYkzYuolEpab/f6JotwezLPsu+Jo3lz1RMe7huhdfVbZZxvAhUgVsTwL4vr51H711TFVrXj9w/4Sm3Qf5XpL7xXvoXd+6nZxj3t4sZ9fYdSefe+16wxuRwbMU8SgDHpHOvxPTWB4fNYZS4XQSwBfbzYPsF8OxDayR+R2LtXRLAblIkgGd36Lbto3V02yj7954J2tlIM4E7G392/Oz8bIcABCAAAQhAAAIQgAAEIAABCEAAAhCAAAQgAAEI/IgEVgJ4KcWc07smXPVPKa8sAjgLuCRQvQCW7edXFbLSo1devp/uSACrlNXUsD9fI2tlrDSX5yxZFbMEbM+vr4vMlPdefjst92AlVkuU1ffwzXMs19jMr8jvfC1le752JyNFgKucc32FnQTulRruLZBHBXBPgHr56VOscn4vZrPQ7fai1WvKcsUizmXyiqMmjluhWW2x3T/zksdUajpKWRHqdg/uEcC90s3G+BEB7O+7jXe7AFawtmS8hI9lr3vrIr7n16ff9mgCeHZuBHAg9BkJYPdQvrfARADPVjzbIQABCEAAAhCAAAQgAAEIQAACEIAABCAAAQhAAAI/PoHDv/99Lgng0rNVUp9STrkkbrOYLW0ueyWeDYEI0iwX83F6jMmjXqnaRRCmQU1K+h6/JoZtfNn2nCTiIjSdjM4SNW14eTmpIJYSzsWM9SShStde704t/+tfVQDXcrttyrHKUkvASs9gK5E8WyJ7egX7MXrp19E5Yglj2c8nlXMyN/dOLrJX+hm7i5N9r0mc2ziHtLMJJEt1N3MrSW95LwpTEcDNy8v0Usba5id/jpK9ftt2QndS27hMZpQ07iW1eyWgI/uMTziV6LSVkJb9vOxv09RdC78M3ZOA/j7M1pjfPktMrq+nfi7k++NT+DtO7MtYN8e7L1l05ycJ/R0v/yx2d/+RegB35vqoAP5s4Rvvwa3rbXbLI4/Z+I/ym82H7RCAAAQgAAEIQAACEIAABCAAAQhAAAIQgAAEIACB75FAI4BzyV8nTn2SVybvwq7LtUgC1suonvzNxwbH5RO+vm+wh9Ska50AliTu9Xpp0qwyvglg6d8bZZsft5GTSXDWuZkA1h7B8loEcu4Fu5bANselh7CUVRahWa43itBxiep2ecQeurY1CuBRSWHP2/f9jaWqc5HuKIBTaWxJeOdS0Wm7lozOd1HvdSmdnf/uRJ2XwlHAj8SN8d0qdR1lcC/du07oPi6Ae6WzbU1sisfCT9e9PFN1PdmXHW4RwDLOiN+tgmsmzOKHlE/I+3nEZPCIBwJ43zrM3BcBXNdL//7WqgP9L7LUu4gAvoH/9/gvNHOCAAQgAAEIQAACEIAABCAAAQhAAAIQgAAEIAABCNxBoCkBbTJXZJr82vx4rCWVs59ItlBclv3pz+clriWGc8K0/P69J4DteC8plhLUZZBm3JJKzlItCeD4Op10viKIbUwJnpr07KU930ppaOvn20sA5+OKKI7JS+uVHEsrj5Kle4SMn8OsB3A8rzEx6duWttY+xU2/2xyeNklSxJITmFZzWznVhLD1EZbz+WvqJa/z2sn3s34LYLk/VoK7JIKbLxOEvspSMtr3GW7WX+gVHEtK954Nf4/serzI31NiOorPXkLaC2CZx94S0DaWHP+cSo57fvqefknhFgm8Z/21z3W/n/BQ7Abf9vMJ4O209mqdlc+XXZ/NNwngfQnpW+/3rnnesNOtXziYDU0CeEaI7RCAAAQgAAEIQAACEIAABCAAAQhAAAIQgAAEIACB5I7+/DP9ir704JU/L6m0srykZK9IOy9kTezKdksDW6nn7EglOFo25KBochTSt9cnQ3uJQivl68WulYOWczVliZ1xM1lnaWIrES2eMSdXSzlenyCNQlXEpo0T2t1mDiZMpaSvTy1rqWuVovby0jEK4JEIGQnN3uL0ste29wSwT/x6AXw8Vmlk80udjJcSz8u13CGALYkcewJXIdoK4IVZ+Yvdl3sFsOeR10wp5T3qBSz73CKAbfx1slm3qOiscnBdIrv00S7l1ev9bY+J990SxAjg3hNRv2DS3yoLYSJsbxG0eWEhgIesOxsQwLfQYl8IQAACEIAABCAAAQhAAAIQgAAEIAABCEAAAhCAwPsQyAJYhvLpX/n5lNK/vgRzdh+WOMweUfv92svkaB5HSjQnsSLy7floorSdsArU9j1L7sYUcJWtNW3aO7cIYJ2niNsOoKU3sJZYlXlWqfucEs8ivOW4tdSVdy8pgWqy/JATmXIuFUK95KjJwuuljueF7LMTsjJGWxZY5z8rIT1K+HqhKufxqVPtS3vJkt8fr7JRr0eF4/ql96xN8vbKL+uXB+o1+GvzXySQVrAjYR0l7sVxtJnFxLa9b3OKicFlzB0lumO5bE+j7QMdOa2fDRPCmgbOhMs9aYWify60NHfvLqyl8d6k5979ujc/r/e6JaZ7ZcstaeTROUac9+y/2mcmbL+VAJ7Nq1zIozxnAnY2/qPH33XPOAgCEIAABCAAAQhAAAIQgAAEIAABCEAAAhCAAAQgAIGHCBz++jsHgLPYFGl2TQlgkXWnl1MSniKrqszqCWAvEOXY68VKM0uCOEleKcGc/vTJTpmxF10ma8XvyRhN6rgkbX1K2I7XP1WSyXHyMkErMjj41bSzCdW+AH45PacEtIzSF8Dn13PhIdeWsrP5umopakvzxsRxT7rJeyaA/f52HTL/mF71otTu+kwAe4nZyrtaztmPVWVu6IHcLDPfg3QtqUUsC+wtAWxzkbDxTAD7U49KYsc+wSMBbGOJx4zlsPP6caWkjd2W7F3W3yLOZeRWALd8qwDW9ytLKem8LnG7fr57/Xb3it29+40+VRDA75QARgA/9A8XB0MAAhCAAAQgAAEIQAACEIAABCAAAQhAAAIQgAAEIDAmsCSAZZfX19csUl9eXp6OSYb6ks6t/JW9LT0rAktTvvKf9eaVksnPUlM5Gb6RALZpWahQ1IoJ0GVbMU42RlMieCOBfEgS8uXlmOagI8m1JLXckNAEcJXTliDWnVTMWWLUp4VV0qmsEwFs0m6r13DvFkTB+CoJ4zQnYxlLNtsc/PlmPYLHJZBbiVsTqiXRnO5fr4zyOu2r+/vSz5nbm4K3gGUrLdM1FuufO9uWFLDep7qtN/dRInqVFi5C1vf29fMU/9ZL+Db9kZe1V++el9rybpxjT87a0VbOWX82wd5bGZlgu6GUVB/tPRK7jwrfeL54fTGhPNs+mv+QQi/Jf8sgJlplIfak660J4BWQgRCejYsAvuUusi8EIAABCEAAAhCAAAQgAAEIQAACEIAABCAAAQhAAAI3EGgE8PlyzkldEaexV6+N6ROKVfbW0sGyXxaXSQBmaSwRT/dal27WktHyv6Qcs5Tz/X/jeUcCWPaz9HCWoslEvaQUs6WL5a1Y0lqOEQG8vrZ1AtiXVDYBrMe1+9aewaG0b6hJ3ROd5ySA5WWMRgLYl47eI4CjnI3z9vdnlgAeCeC45rYEsKa09V5LCehMsZjE9xDAyV0vSd5bBXC7VvUnS/nqemnnu0cAewkrJaAl6VsFb00Lt7LWr8uW7iyF69fQewvg+qzo376JAPbytCdaR6L3vQTwHnmLAI4fCfwMAQhAAAIQgAAEIAABCEAAAhCAAAQgAAEIQAACEIDAJxHIJaDtXNdrEsDJlD4fVQD75K6fj0kl6/er26zsb5F7+fiUIn6Sssmuf3CxV9p7t5Rtzj2D31Qcu31HPYh1n9pb2JeHNintx7G52/VY314TudYHuH2/pn+z1M1lslUyLwncfC3p5yJ3vfztlWb2DL3wtPdXZbKdNPYJ5ONJ+/P2Shh7IblHqs72mfUgPiSDm/v7lkStzMvmWia53FO7nyakheOxrIc4D1mUvf6+JrxjMDSfU0Keltot7OL+scSzcRw9byZbo/i10t92PpW6bQ/ce2Tx5VpLiseS0P3SzzrzvaJ3JI9nvWBHa3R23q1EtM57RF7fb46fCdyZGF4+CNxJZ6LWT29L/N4yzvYlN1t9v+wbDlt2fbSH76PH3zNnjoEABCAAAQhAAAIQgAAEIAABCEAAAhCAAAQgAAEIQOAxAo0AlrLOKlA1lSglkU2Oymna9K6UPy5lkpOlkL6vUm45i9K0r3msvQI4j1/Sv3aemcytIlYhmKD1YtknikcCWI5VsSsWU65T4sIpwZzmY4lUKWld99O/6/mrALZb4QWoJV1Ht6knJPO1uFLI9rOdX5LN9loncqsa9b11e+Wc83jOwJk8HknP/jVoz+gogBcWZTqxxHQ+5oMEsNwqE8tbwrjHZFbCuPJqk+0mgO269Xr1Jzsm8u3x7Ang2Zx07YfE+cC8/hwCWHt4N6+mxLPbvnUuwwAAIABJREFUPksI3yJuFwHs773VmH+0VnX/6UIAjz45eR8CEIAABCAAAQhAAAIQgAAEIAABCEAAAhCAAAQgAIERgaYEtJRrvl4uSWlestQ7npJoTCL0cj4HOdsKmCyLi/8QDZVFbAkybglgFVeuhLJLUcqYl1SSWl5L/2Fnr3ryV8crPWmT0NUUbj3ezufH81L7cvn6dErXLO9dpWa0G8+Ek0/2ZqFXahgvorFI46ZUdXnP3wSTy/G9raXqz2H7xZLJXvBJT2FrexyTsSYj30MAy1wEgz+HL5md5xpKYC9lroW1pMEd7yxPXZrXM1m4usTxkrwu9ysL4NJD1+5X7toc0sY91rGkc5S3UQBH8SslnvVyNaU97yk8jsDO1rg+G/rgjQTwljxenpWlLHX7JY+ttTjaNkv8xuPuSwB/DwK4I6DvATY5BgH8AVAZEgIQgAAEIAABCEAAAhCAAAQgAAEIQAACEIAABCDwkxNoBLDI2sslyZUkgpPSzTJUIrGvr69ZntXS0FK+WRKOWsZZ5d0xJ4Zz29/kpG4VwD0pK6lce8UStfFnL8C0PHR750Toxn1kDy/ZXl+/LsI4S+1UkvoqPPJLhY8fQxPSlyKaNdGa+9qGk4+SuLP0bj5rkJax52++BleC2p/6fDYJXhLLg7nZeexY+VPEXEyw+vkY3Wu6/vx+EMCZlZO6ImU9Fy+AZd9VSWxf/rpjCf1Ytwhgu7Y6/1bA9iRxTGPrsSZ6WxFoAniVUHX3sk3h3iaAR6L3EQHsn5S9paDbp6v+hAAekbnvfQTwfdw4CgIQgAAEIAABCEAAAhCAAAQgAAEIQAACEIAABCDwKxM4/PnXZTFQInOzAM6y6pgSwNIL+OnpnASwCK3no0rOZ0m0ZkGYlPFrEqB5/yJAk7EwaZHDkEkm+1LRo8SinFPFrSthXATwHinlBZj1EvbesPYt1vLW9Xx6+/U6LyXpLNo7yd8suKugszLGtmBOJxHAcn11Ce0ptax8W0Nd++LqWL1kZEzK2ll98jb2AI6p4V6PYD+fVk6qmI0pY9l/ScYGf7lKraayucLQy24pF56Z55LfRTaHBPBCtPN+j3GeZzloVALal2D2fHuCPt+Dcm6ba3zPv19XQP9v+nzUtTZKvs5Erj13NWm87j2s60dp7H124n2bXY9tnyV4944zSipLj+mHXreUePYn2ur36/ebjT8bZ3L8owJ4xu6je/x+9Piz62M7BCAAAQhAAAIQgAAEIAABCEAAAhCAAAQgAAEIQOBXJNAIYCm5LEJHZVVK9KYErIrRVAK6iN2c8i3SToC9fk3HpD9NAMt7lubNQJMA9q9ZyVo9XtPFo1cco8pdPZckl02U7TmfHCNOshHA6Xqtp7DNI87rJQngpH/z5pFo9clWnw42hia+ZiItJmS7aeaNhG++xiIh8z2t3j/PPwppm99MAFup5cwgl9w2ua7U3joCePmyQBHAemzZv0jXpUR2EMBbgv0WAWz3NN9jV4Laxo9Ja3t/Oc7N0xLIfr321sMjAlifC0tmi1BvE8ijRPweAezn/d4J3uFDHDYggPukEMB7VxD7QQACEIAABCAAAQhAAAIQgAAEIAABCEAAAhCAAAQgYAQWAdymf3PH1CRFpazzU0oFq3wyGeEF8CWVGRYZ1Svvq9K4pmgt4aulo63Hbio3Lfvlwfv7LpMNlsineuM+S+/XIj2jYPUyTY6VuUkJ6ONRewD3JHR8T5LQJcy6KmEcRWKdTxHcZcJ7+tLKrjGNOhKUUeTGpT4TzqOetz49m8eUSuEuxLwIXJc8zYxLAvJS0tzGwUtgf301uVqSrbImnGyVfUfC1cKUvgfwIownQdJYjtu49fou23x75b7tuCjsdV/d6tfRlqAdpYHz+cOC/igBPPtiwnt9lL67AJ4lc2cTfzC5uwz/4Dh9AdzpgTy7nsH2j07ofvT4d142h0EAAhCAAAQgAAEIQAACEIAABCAAAQhAAAIQgAAEfmoCjQAW2ZXFVTZVImUPT6dkOCUBfE1WzcqxPiepcQ2CZSSAcz9hZ3dMfkUB/PRWZbH1FdYSwToPea3SpaUMtZe9sp8JZhO5Xljb3fQC2I6XXsfHo/Yy7r3qdWj60gvAnvDLcwm9hxsx7Xr3xqStP//edLEc0xPAVl5aGfbXs4m+WwWwSU2rltyUw3YC2O5LOxftmWycbB+dZxXAM6kt+8u4Nvf3FMCzc4+E+l4BvLXOfgYB3PuSQP+a3bslNe6f+f6q3XgXAbwL2UcL2o8ev/mcdBUIdl08O0EAAhCAAAQgAAEIQAACEIAABCAAAQhAAAIQgAAEflICVQAnp6ndfPVlsjPp0KfX86v2/nUiVhKdvuRvFMDLtiSAJUlsY1YhYOJPzyfSd5F+KTV8vabYcZ7HXAD7+dr8r1cpW+16/ZqpLDu8JUtootjOHQVwFM859ipzCmPl+btSxfFaPafROmrLJ1dLG881ErxbKdnYw3erFHEVuG3pbjtvTCwPew5bdFFvfZePZ1kqGi+loHPiPP3XV/FritYDWDiaADZ2eZz8ZYHau9ju5fOwxu7AlIdTbwn17fLf+qxZKef2Waprviai+/MZbV+Lt/Xxfh3YZcXE70zgeRx7+ghfXV9l/9zmubi07Oy6VyvgVuH7YDJ39Byv3r/3POW4W0t4756XfQ5OIt6Pnn+2fh4dP3+2LNUk2v7ut7JgfwhAAAIQgAAEIAABCEAAAhCAAAQgAAEIQAACEIDAz0KgEcAizrxA04u8Pp3P56fj4fR0zP1/pTfu9ckEsIEwQWyyV/bJr5wALmnOmAROu9TSwUkUl57D+aylZHBMD3vwXi5o2le3av9fE8hFAk8EcJqoXqdLAPcEsEpFL0f12q6Xda/jOL+MIyRe7XpGknjU8zYmT2MJY18meUsAG686D/vbfgHsU73LPIqQyz2AyxcL0h1qvjTQ8qj3Lr9fBLDcTLuW9ksG7SMo9/xSSou/pwAeJXxH4tdzfEQAK4PaC3skyn40ATzyja0A1i+XKIPyDYL2dq9/QgDPCHW3f7Sg/ejx9fOrbR1gz85dQDgIAhCAAAQgAAEIQAACEIAABCAAAQhAAAIQgAAEIPATEDj8+aealpyOTLJ2LYCfshiVQNrLyymXRxa3e7lISlcawaooPEq/4CRwLURsAlhEbE1itmne86scq6mttyRwjicvcSdNWwt8L8B8AtESxHaP1j1STa7JNcteIoCvSQBLX98qrL1YFghNL96cWhRrLowkJa3Xl/9zordJ9w4EsF9LvYRxTP7G0rqxdLON1xPD/lyj40xy2/Zj4pMpdcpWL4y9ZE/3M0tZyZW7vsCyb69cuNx/ea3mkxKjeu/k3th9qV8c8NdpZaBlKJnvsh6k/+5qOc3WV5uYnXGs66zS1es+5GvSnse6zZckNzajJPBo/dr7Hy2A/Vrp/b37JQf3RQw5Js6xVxaaBHCgSwJ4tvSW7Qjg3ajYEQIQgAAEIAABCEAAAhCAAAQgAAEIQAACEIAABH4RAoc//kgmN0uaJKqKAH5LwsyEn2wT0Ss+4nQSAaxkRAKL3/IVdBuxlbdXQRxTwCLEvn6tZZql2O9IAI9SZD4hKXNqe/6qmB4LslKCOieF9aJeXy+NAK4SW69Zrt3OYWPb+CKN/fX3kr69nsG3rLOtBOwllNYdjRtF8rj3cE0AZ3lZfKlcg/U1NrHtRety3hsEsI5Z1lX0skEAm0zt9SqWQ+0LDCJ8m3kFPrV3cUw6l0R3mYcved37e+Tcys3bBbAfz5en9l9giM9DLx38XiWgZ+uzl1wfpab1Ga2fGf6eI4ADaQTwbOk1n+/rLxnsK+G+6yTsBAEIQAACEIAABCAAAQhAAAIQgAAEIAABCPz/7J0Ld+PIkaxJkVT3ePf+/9+4XnseXnumWySlm5FZUZUoFAjo1c+AT1sSCdQjqsA5hx8iUgpIASnwnSmw/+2PIGOTOopGzwJo2r9S6xfnIN65lPOt0+yjcCN+eVrDlyf3cc6X8xmt1qjbw9Gwc+8erGCwgTrCZB/37uLN51rBd8mJysjZ8TgjJjrOObjTGdCNcyQAzvCablRq5nDcGne9cr8FOBKY8vw6tm5AS2C2agcXa7lmApo9tjvXtp3uwIljObVB8Jvb7/fuCDjXCN8EVCcu6dQI6r3CAdyvf64lPQWbzdnb74PR+sVr5hDu3NaxH4pj+cYNyWjsHJE9On2p7nJej6VucuTxLQcwr4cTeAR+e6DL8+bOdkYnPw+Aze67ldqwWeO2vmMVlu7BxaWB035D/3Hz3q4S3e+bG9th+tZLa/f2Hay1s3lACyeuRF8vlrh+bb8br19bx7UawGvX83M138O3ygZsHLZOkwJSQApIASkgBaSAFJACUkAKSAEpIAWkgBSQAlJACkgBKfBdK7D/9fdwAONgdDGcrhXalFq8SACmy3U04wyQciRnbru/7opoaavx2Vy0BoDdZVvq+BYXMQBsjnRuUc84OYPhAv0G1IdtAtiiv5hLwMNwtN6ZI/lcoqzH9VfZr8dawxXbxSHn+RG89o5ZQGXMpwfGawAYbY8ikOu8OmCWwW9dgwUAPHJx+n4o5w8jezunbi854C+O5wBgnJ+nMYKnfK3FKjcA7Nd3Tl9i0NnrZd2jT8ZMz2s05zXOezzXPb4FGdcA8PUxAHmGvmufKIyLxjWE7+xnyfG+1uZrAPCLIevSoASA15arvf+TA+D64BKSAsrnsQDw9u2jM6WAFJACUkAKSAEpIAWkgBSQAlJACkgBKSAFpIAUkAJS4MdUYP/P3x6f+IX54RjwFYfX97WDtVPdBYv3UuxzwMex45DXN2g6JYYtvvluF05gqzF8f5o4gC/ncPcebGAjAIyawwFUl92ODRYHXLxeLw4J9waAjye4BzHPu9318rT7/OlqMdeH8nqMF/1mBzAcvJfLtQDkqE0bkDd+57FUKzfDRgDdW7V7e2i5BIDRZwaNvbs3jynHGLP9lwDg2iajobslqE7wCugNeg9jbcdrhyVFTWZuiJELF2MAxM9H78L2LZvgEM8dAWHf72UvjRzSh4GzfNI5C2BPRzT9KzncvQ+PII8HDlBHu44PLnpmJJcXe0jc7+3YB89zAC/V591qwJ3Of/7Xa+GwqTDuYsX5W/fn84zQra815+4KeG0fBGu1ptcUXHh/Y/8/ugO4AWA8kDPf+2sO4xeqr8ukgBSQAlJACkgBKSAFpIAUkAJSQApIASkgBaSAFJACUkAKfNMKuAM4O3852uwAjkjngHEAZIiCbk7dMXDqozvDFRwwJ8c1o/YwopdxnE7HqBFaHMBnqxGMP06ngwHaKQjyNjz9tbk3/S/vZz4mOn9BSgEJcf2JANhg0qfP1x36gzP3w8eT1/uFizXPw6Oe7d/FIDJdvIS+mEeGkRlE+rhyZPIN53DeLT24RN+5Bi5h5agm7PVKMN0AVK5BjH4In3M/o8jokQO4jpNR1+kkgBi2c61QdA6AAzwD4rcHD/L8HQBjvyTncrw/d33zuhEAxnsZ7PbrwT7683ot3gIAc5wVMBsgrw9g3ADAW+Bv1m6yjxb05f3i8y/r1zuBl9rc+vqLAHCCr4sRwN8yAF6Dx1vFu3WeALCr45/3/hmE/x4IAL/F1lIbUkAKSAEpIAWkgBSQAlJACkgBKSAFpIAUkAJSQApIASnw/StQawA7ZCvlNPHzWkq3ogbwuQDaiJudQmC3BNux5LQikAX8zbHIDQIb1DRYGbHMU7BMZyrdwoTI7sg1AERe1lzLAWwJmmNcMSn232JCEcMMuGgQ0uDBw8Pj7q8/zz6Gv/3NALCbMQv49usbSA3Xsdml07wnMcIlWtpbWAC/3DoZwubtROiZgW/fHs8fAeBcF3cpxjiPoQekfG8UTT0Z56QWcN4LALtWAzjpRgczAW5A0IjSRj8ZFl4B35NzN8ax4AZNA5rEv6Ld5FDGUHq9szaxntEYKxeP1g/nsN2xUza7PqcW1Hn/cS7jnGOvNvfvqB4wx9lin8cAPfZFe2igf1gir+OSEzif0//ex06Pzl1zYE4A8QCc1r29Efj2Y1gE0GuQdiNgnfS31uYtMdfee8l4sPq3SySv9frq9xcBfml5bX8sPwDQ7qtL+Y8VHfQEwXGfvNQC/uqpqwEpIAWkgBSQAlJACkgBKSAFpIAUkAJSQApIASkgBaSAFJACX02B/W//utQIaLhfcYT7tYzJfoGbNB8B6wyuWYRxBsCjKGEC4EcSZXwpXxy48eU84pMD0OKoIMoImwPhAgYZKdxAFeqfTnXLsDm/Qwg8fS0cuwTAnz8ZAP7rsjseTrtf/ka43BzA2Vkc42xwmYCa+jEW2s97JQBGG3REAx4ClvdQg7r3bmXWHx4B4H7HsQ+A136t89+9a7iBULh5CwDGiwbsAgC3RcoAuLWzDIDn4yhzT3WfI3q7HSMAnF3lnF9+GMH3fOeA/ZIAmJA3x6X3dX779eLf1alfZMgO3kUAnPTDOk3uu06HpX55D+RrR+euAbgxAG6fN3DWxwBfRjK/DgDOn5cvG/dMSwHgqSRJDzyglCPUBYBv3bV6TwpIASkgBaSAFJACUkAKSAEpIAWkgBSQAlJACkgBKSAFfgYF9r/+cU4AOGqQEgbid7C8XH+X4A7vMbKZ4HEEgHHekit3BIBjAAB9ALwBmjmeDGEb1B3X2IwaxHSkTiEM2w1QC1h5MPfvxSKgH73e8MdfCIAjRtnnYGAU9YObo7htD48xtu4Ox+gnRyD3UDben7vSRjVpM5Ske3UEgDkStOvzTpIw3tvXsnPZ5g3+HACMsWJeqJdsltrUTABagme8YRWU6/stQjmuj71UHjrAAwVlmQL2z2+/BpixHtP3S3nqWWT3Ic0ZbfJhhryueU2oOZ3Lo7XifeHXPdNgyHnR2Z1dudwrW+Bvrw/HkQFw3HtZp2lceh5/7+ZdA7fz1XnZKz+mA1gAmLvhSziAAwAfrIZ23IwCwC+7F3WVFJACUkAKSAEpIAWkgBSQAlJACkgBKSAFpIAUkAJSQAr8OApsAsDty3xzAxtg5Jf69/enAmentXJH8uRYZrwPEBdAErHPAKipPjBtpfgyvxCi3oEbgHgazexf/icHI13DeTxTsBUA+OnxsPtk7t/z+ckgwskAMKNTr8XlHC1cL4YzC5QmuKzjMoeiseM4zAlLoPtSAOzNdLVva93YgcCjGOUxRB1v3h4A99HPvIpjIABm6m3MswFgns/SzVP4PAfAOL8CnFIDGq9NHa6s39xerzHRgNJ+/pQcH21vZSjKBxgq6C3u9j4K+q0BcL8WSwA4w1/u5/xARrsXy1brAPR7AeA+Inq8i57/qgDwRs3kAJ4KNXMACwBv3Ek6TQpIASkgBaSAFJACUkAKSAEpIAWkgBSQAlJACkgBKSAFfgIFHAA30FQcVKlwZGKxHtNMAIzv308nq5VbXJtuPM3OUwJdlOvt7ZoAdQbsAoLBdcw4aYPCpcGnp4CtjIDNLuJWPzhWKMMpOoa5doTAM0ejjzsGfL3udw+fr7vLJaKL7z/YP4O5+7sCpQ3E0vVatSqvAQTDddvA8HRMmAePBqfpVIufgJFrtYDZBsB5dqUSgBKw9k7QGuVdGmhr1KKks2O3AdTiZi4wNju/XblSn5fQdgo4W9u5PTh4m8u1Oatd01QH2OfA5N9BhLZPxV4fQWqPyS6D8TUp+o7u5T7OmmsRzZfNPHBrlxX2H/b4wqjp+toI/OZ+GrCdW577vZw7WnIAj86he7z125zAPTBue5X7eA7Vfb3SgxY3BRi8mR/MGDqNBxHVS31kt+fwnBeC081zWqv7+5X7X3Nyv5tDd6OAa+Nbawb/aWEEdI5Srw8WrK3PSgevHd/a+PW+FJACUkAKSAEpIAWkgBSQAlJACkgBKSAFpIAUkAJSQApIgfdQ4MUA2OibRQAfKwBGid8W1WwAsIA7r7GbgHKt9VvBHkEjIDBigAsYrDWBAYEBDs15XKBjjoeexkJPI6NHglXg5d0EdLMEUY9/JgA+HJ92H+/hTC6O3wp7o8UcdV1rlNrrHHucw/Ma9GSt4ArPylyXADD7ye7UJRDbA+B+7i3il+/cBsDTNUtANDXcR1S3t+YAONprkBO69XPB9XUejIOu+6gDxuXcOptERAmB0Rb/8bzsOCUYrS7i1OZrAPB0f0TP/Vz7msM9iFsCrFvAL+ea13zqfH4+AB45k9HPcyOw870R1w8AugBwf/su/70CONcApgDwbanX9Nu+UDpTCkgBKSAFpIAUkAJSQApIASkgBaSAFJACUkAKSAEpIAWkwJdTYAKA7+6iBnA+Rg5gvA9jG9y6dOxejKKifi54ztVoMAAw3kvsd9JudQWb49bbgxvYAfC0Xm91jD5eKwDG+Yaf7XzUJ271NrMLl2C4/wK/Rko7d3o0MLffXc8GgM9oH33f7U735m62tnsAzLFkwIfz+frh0Maenba3lnOpFi2umUZOj2sHs+05UIx3luOPG6Sl/q5IGXg4s+fXM9q6d+wG8M7XTx2t/TpkcJ7hZI1GRh1o/C/VYOY4cY4Fvsb4ygbFfsNOcDdz2U8jB/BbAeC75DLmGuQavtSP7y0B4FanegpClyKXo3Yy4tOn63Nrj4Vu0/1QneIVtLeHFmLdx+NhP98KGJMDeFwDfes6fe8AGB//+O8NDjmA1z4F9L4UkAJSQApIASkgBaSAFJACUkAKSAEpIAWkgBSQAlJACvwsClQA7LB2QGt7AFwhV6m/S1crXkckNLjR+XzZ4ToC4AyLGkQt4HYAgAGXKxQsfMPBF8AyI3lxXYG4HDcBcO8K5mJ6G17D2MCvUy77ByeqRUBfr3Dq4vfd7uPH4+54AJBuNW0ZAT0Hcw0An46FpqXx541Epy8hqg+hA5z+ml2PuVys5jAO6Jihc46AZvu3AHAGs96ew70pAMbrARdD8PcCwG2+81ssj5MR4OEIDhc4Do6vB8AZTG8HwJhvi7OmNo/Y2yl6Oq9T1TtZcetDBQXOUr9W53fZAbwGgGM/0BUf8He0Ply/fD7Hml3DmetmCIxmb0UzLzmU56v4ZV/5KgD4ObHCioC+uSFe+yDB5Wyf5yVZQAD4y9576k0KSAEpIAWkgBSQAlJACkgBKSAFpIAUkAJSQApIASkgBb5dBRwAE5yuAWBM4xGE1I4Mpfx1uDLhCDYXLAAwDvxtVmAHyz0EBsyNdpLrmA7aVCsWIDmuBZwN+JVhFAAQncsZRgPyZjDM69Bvdpyi/4cHc/96xHSMBU7e42ln/+BAjcW7BYC5vDRQ50hnvJdr1S7FHuP13EcfFz0BwICiXW3aHgDHfGNkbJvjpFO5T9+9XFrN4yWg3MYPFyprRgeg9X6qM/aQ3h84ULuIZ46tgd5WH5lz4DlTTQlEm/M39lVcf5hMskUf1/2QADDkGjmOc3/92vK9udOa44q9vwZQW3w6QXdztgfYisjs3oHdYrVbpHZfG7mB6Db/Gi+Ohw1Qp3sFADe92rzyeqz9/lrQt9T+FwXAzwG/dUPfrhG9qNtaXwTLP3EEdDwUhM+36Z6M/54VZdd0XNm477Vv1+4XvS8FpIAUkAJSQApIASkgBaSAFJACUkAKSAEpIAWkgBSQAlLgNQo8GwA7KLUv3kcRsXgNABigtgImmmI72giQ7LVXa5StuVztXMR54n9WgdfaYsyt/W7AIyBVg8A+BgPMAMAeIV2csoRV+NmPkwC7ivZ0NAB8jnbdjRzO4l9+MYBpLuBwGTcAzOsaAG8QFDAKc8KwCUMz4CaY62Ev2mT0NSOtc5x1ng/ntASA2/gadL2W9eC1Oaq6ukBtGg8Wg83Y5fcCwG18ATrzPAjA45xpFHh20+YNvy+Ax6OfTfveoT0EwKgxa2vNOOXYq7aHyniww2o7xQlMPbKLO9dmzgAY43t8uk4iaZ8DgAG0eP8A/gZAjlnnBwhiTATGTZVVAGzzr/W0TWcB4LyjbvxeYWKD8/0+nV39UgfwGrj8yQEwUx6ezK4vALxx/+o0KSAFpIAUkAJSQApIASkgBaSAFJACUkAKSAEpIAWkgBT4aRSoABgzzrCU7llGQNNRi58XRDGjCqs7dgNWuQPY/sa/YhJ2EW859C4XgFe7ptT9RfQuAPCTwTw6f1EX2MFyAR7OaXeXBLCO3g9eOx6Pkxjbfk45GporjLq/Dw8AYuFIBtABV/uYATDgs3O2mGtul7VsQzuLlraI6cMxHJ/+zyZVHdaYl52XnZw8jwA4j/FwDABOsDlZn4EDeA4HY0Z4nWDZ6zYXh9w1wU0M/+HhMhtrzLXdD9Shv0NQSxnz5zGKkOZYXGUDXJxPdt02UBoAOLu12fb0WYIGkqHT1fTPzuR1BzBh6xQAo6ZwPihBhat8v6xDr9FWAJzBMYF007B3zk/1mK9LXJm4sD/AgDXLoH+XHPa2I2OPdaVke6DNMa2B7H5fvPffcgD/nDWA5wAYn2vc/3IAv/d9p/algBSQAlJACkgBKSAFpIAUkAJSQApIASkgBaSAFJACUuDbVqDWAA5w1EgffweIBRy6FkAKWAsADAflwayud3YC4CJA3ckA7Lw+bQCKHpzitfPDg3VqILkAYCBYdwYnAAyHJ5zABMAhZ8BVRkPjlcfHi40HAHjuTuYS9LAVr1/Pu93nz4CAiK2OqOkJAPaL6UbNzj/OKTtVAYDNvWzgtjqVFwCwj7lEWmftewA8qhvs5ycATCgJp2//Hv4+JEhpSxXnALZ37lbWHHZgXWA1z20a+sj5Z/15CwDn2r684DkAOLuRezDJiG68/ggHsLvK2z7eAoBjTOYILrpids8BwGN3cv+gQAeUyxhHAHhUy5SAdqmeLyFv/cl1RrzzDQAcrvf58VIAvHTdsJM3eFEA+GcGwBFdHg7geBiJjvn6EbDmpF7Zg4qAfoObVE1IASkgBaSAFJACUkAKSAEpIAWkgBSQAlLpu+CMAAAgAElEQVRACkgBKSAFpMAXV2D/27+uT4CWdKlmgBrO2wCdjwYy+R6AL88HAMYB5yVeOxqEJZTD6wHmAFinNXnh9nUAbF/c0/2aa6W22r9oI2Jq0RbHkH+inxH47b+8v15LbWKA4sIIL/bSp79QAxjvgZaho+vub78cDShPa9zGfKADUHUDZ9E3IoULgE0Oy3AU0wU8Xd8AtrxmXisUcdqj2GiOI0NajAHtZVct68Uej+FqDp3aGPLvfZ3gEWBm3HKeBRzQfW3akRO4r328VLN45PjlPho5XssS1SEtuaCnrmHbr2kSjEMe3n0dJM86juo5o415fDYc8n1N39hL/bpwTfB6du3idf7rx9nPbQSJb53D+4f76iWfQn37W9voncdbr9t63uK41sDgrejmtWu3Du4NzlsDlL1je753Xlij+A3G/tImmKwQjvlISPC9Wx50wY8oR/DSHnSdFJACUkAKSAEpIAWkgBSQAlJACkgBKSAFpIAUkAJSQApIge9bAQfAV6OggI0EsPknQayDvq7G6p1/4U4YnIFowN4AweHWfURstJ3vr9uX84aEdxfQ1wJIcSZq+QLYwBDsPDYdbCvOazVRAwoHAI5/0Td/5lq6l7PZfe2C0ykAMJgchvDXX4iiDldz1AAGAD5ZpDTdk1NndAbAFbA4OCbkY51ijMWAeAeAad71mrusYduRKrpwfb7Qy+OkG70l/CUoxNqcrT3CdFe+0LXTqZGQHg7y7yWYyf7x86UAOI891x+ONtsiZ6dwrmObQWhb77iuB8D97TgGygbLi5Rzx3rXQtKc0dmh7bQeb77qawHgrE1zJYcjegkAv1Wkc12j8jGQePfEgdyvjwBwr8jz/v7ZAfCVN3KRLT4XBYCft4t0thSQAlJACkgBKSAFpIAUkAJSQApIASkgBaSAFJACUkAK/GgK7H//v6sxoHmMaHbgBvAKUldjhuGwqtHCdMU2eSqYqFC0OHkLKTLPrQFNOIPDHcsIT7hV/UCtX/yrrtoMWKfLwL4AsnFUJ5gD5Qa/zmerHWzt3Z/unfXi9LPV/32wCOjmWo0o0Q/3+92Hj0d3L6PecbTLeOEYdzcKqFReiijogN1tDLlsrzvXABEtunoEcUYA2Nchud0yaAQAxj8eEyd36jhfz2hoX9eu5m1tB5HK1VmX98m0Rq8TdTif/fw4L8ZnNaELvM7QuhPP/xwB4ByvTNjt27VGHC9H4GZgnveFb6+y57POeUyYwhJ0z9cTzk+u7YDr2IXZ9mUPbtkW1ifPeeQAXtInO4l97t125fvvCYBzH/0e53jeGwBTy5kTeM3Fe8sBnBd7rZ3RRn/D135GAByfg/j8RnJDrc7tHwoCwG+4udSUFJACUkAKSAEpIAWkgBSQAlJACkgBKSAFpIAUkAJSQAp8two4AAao7I99KRbL9+iyBQB21ldcrYb3qnOYbSDeuUYRA4Qm5y/PAQDmF/nxWoDXBoDD0QtSSwjcHLZTEIoxwvnqjmK7hv21aOnowcdu5AAx1QDAMAR/+uti7mS8yyhmg70GrffmAv7w8d4dpoa6/foMgHME9Hz1cT0uMDAOMcpBCAWeyvK/4SZueuW2GngNB3A+skPWR9+938eihtatdjLaBmDEZRhXXw+YoD/mHXNA3d52dAC4vNED4KgNHAcdtASevW7bAbDT2dBtUAuZWqwB4ByX3Y/lFgDGkrLtXGN4BhmpyZByBtyl/iMn9usA8LQG8XsD4NjDWI+YdDy8UX7HPTlzuPO9Xnk0lGpML9QoHlx186VJ91ugrQDwcyX+oudjf53983763y4B4C+6DOpMCkgBKSAFpIAUkAJSQApIASkgBaSAFJACUkAKSAEpIAW+UQX2f/w7MI07fgfxrRw3wCmgLRyxOOiKPRSY4m7J5DKs9XyNrp5Op4HLNU5mVGyM4tGiqFsjGQBPnYrh9CKcJujtaw3jdYAfMEI6bumMdehp7PXP/5wNAINc2bwKTHxCjKiB2Q8fLQbao6wJ05obtupSnbMBsF0bjyGNmsmsndzXVm7zGdft7aOJl4BvHwt9a5/1ADi7V3tg/OiwnPHBsSZtTLme7dSBN3WkQoOA1/Oav3PnbtT0pHu4xVY7WLSXEQ1OaLpU65fzN197jcDma4g5r8eC4znr1wNk7A9qkAFwD1fz33xwIneX17KfR/vb7oUSl74EzP3+mcg4B62czxIA7vfLcxzBo3O3OnuH52XwW2+w+cMpL/4s9Qc7eud+aW0r8O073wKTXzzg9Qt/dAfwUg3jqHme7vESwe+1f8t9oxrA6/tHZ0gBKSAFpIAUkAJSQApIASkgBaSAFJACUkAKSAEpIAWkwI+pgANgh6Q2vxFoIqBFpDGcjw5Z4R41BMzD3cBGuOjqxXl8H9AONWi9xG6Gcsm5RUiGGrMBoQFq7JpEtx7ty/4GEhsAphOZ5zJ6Ga2w3iwBsLdcSBziq69mIPv019V+Al4HAHaggp828Q8fTgakAzyCIMf4CK6Lg9mguJ092x0E5dkpXB2nCULBAcwY4lGcMBoOV21AZR4jl2t2DPtcB87TPkKa5wD45jhk/J3XF79zDI/FtYzXRmC6wd4AwKNjXE94KwDGeRyfub+LLhkq3gLADpTL5bdqH/dwHSsODXAp9js18b1W7p94MUVx280QYLupcAsAt/W1es4vBcADB+33BYChcAd+38IJXAHwqP0FMDzcvelFAeA1hV71/ggA+39HEHnvnwFIiGg3lwDwq+TWxVJACkgBKSAFpIAUkAJSQApIASkgBaSAFJACUkAKSAEp8IMoUB3AAJ4OgO07dY9UBseCS9Zr1YYbtAe82X0GIObRuIBdBQAHUCyQ0OOHrZ2JYxZAtgBVj25+Mmgbykb93OwG3nvEs7t6+b4zogJiHS43aIl+Dsej1ykmYMbZAMQ4Tvbe+fy4+/NPxIhG7DOjrTn+43G/O90jXjpwFH6yLmwDvOP45oDdASg4lzafFHFbNlLv+PWZFa3CiWtIPdXW7evT4nwCb8p2thqZkCeD3QyT2QbBvMMTc8kSRPeuYIJLxEO3er7hwmvO3ewInt8l7bxpRHE+82oPGdzZfH29insYnA3zj7EZNC/a2Jkpojr6xjU92M0abAXAs9GXmrwece41qht4QhR03a4JwLYI8MFDAh2gzzWZp47x3um7/Omz5OAVAMaHxjfsAC41tJ/735XNDuCF9teuf+543vr8zQBYDuC3ll7tSQEpIAWkgBSQAlJACkgBKSAFpIAUkAJSQApIASkgBaTAd6yA1wB2QIo8ZDsOzNktjtBwxQKyRcCxO4BLJG+uHYyawXMAjMzeEotcoqMzAI6Y6ALtANPsXNaZzXWDcd7ReOAZrNZriwLkxJgIgAl281ocrNYvwBdcv9Uh7PPEnA67h89Xa9Pagn+zA8AAjAeLo/740dqwfp5cjxJDzLqzDnmjxxGoCLgSMdRT1hcA1a8b1LLNr7PtEQDur89OWPR3AQDGbB3Eh4N4BLAB1QHKw03N+cwdxKzhe4Fm1ZEc65sBcPweDs7lWsVxne+3dKDdiKpuMNf7LRHhoZv1/04AeKlusGuHfY/9tAEA9w86YM/1Rw+pCYDzfsnrEWvZ1mfW4M192K6NPTW6uu3jLWDwOXHRfW/DeVRw/t4O4MHcv3YEtADwcEO+BgD7gx5vmCA+vmP0qhSQAlJACkgBKSAFpIAUkAJSQApIASkgBaSAFJACUkAKSIFvT4H9v/4FADxycAY4dC5i36Jndy2mQfibQQ6dwgESS/1dwCbjOQS01dFZLmzRzUHVAhgiZjocoLWdVP8VANLNsAXILclKuAhHaYy/OG+fjlY/cr97eLjsLg52zV3rY4643uj46o7aXz4QIgN6hiasLdk7ZftxOKw0AWsEtVHMJeCbr41z5tGm1JrMtAeIBLRo6wqIWsD3yNULkE/IdzS6njlsOKab29nlKMC6j6kmsCfwzdHU+RpCzVHtXgc1HR+tgJJL5i7oiMJmbDbGZZ7gm3dV9SOXDnrwmMeT4W/PA2t8N3Uo22TqfCZVzQCTxDb2axxl82JHljhtxD3Hfp+D4nh9PM32AEK8H+OJ+sH5aPHj03b6Bxi2gN/JXu1IMq/vHcyz0Q+ikxntG+eO9ag6lOuXasTaB8hQML8e164B37VoZ16/dt7S7rzV/zPafO563bxZvpM3/b9X9mwLIqCbwz4GHw+mlB2EX1a0/Bn1+06WWcOUAlJACkgBKSAFpIAUkAJSQApIASkgBaSAFJACUkAKSIFXKLD/4w8rgGtHD2bZ5pORQcBCAlwHoIUWEs7iXAeG7vIFqItzonbuMgDODuLgSBE1jZ+PJQKaIAntIR4abyO6+RFx0O5sNQSYxoNW+KU+458RHY0LI0IZEdJHc8c+mQP4aXd5PE8AcJ337uLt/M0cwGynRjCXmOp6bi7wmhbjNQC4r52b3bkZ1vbRywStiGl2LTK4TU5oDhOQm+1BW16P39lG3w73S7RBaB/ALUdT9wAY7wNM+35JdY0zAM79l+bj/LIvfG1TlO9bAmCOy392wPU5ABj7ZBb93JgvWsfKFL3CpX0LAI9gau/g5d89AAYky21nkJzbIEjtQfGSU5j7ZxHAYoYddOc1/lMAeCLHmjZLJ/+MANPLEdjnt9cA7kB/BsCRfLBgdS+C/oz6LW88vSMFpIAUkAJSQApIASkgBaSAFJACUkAKSAEpIAWkgBSQAj+KAgaA7Wv0AgaPJzhWp1PLAJjQjm5ZOn1xBRy2V4tXbvAVYDFqCTO2Oc5rbuPT6ejv8Xq+7z/d6dmimwMoB2T0Nry+rb1vAJJO3xwbzVmwFm+MHXC6AODzbvf586MB4Bgz//l1iIMujtMPp9MOtYBxwPnLOrSAo9lFu+zc5JjRAgH33OnZ1wDunW2cDx2MS9HKfH3kDj5bhjY19GmWGOfsis2/bwXAMbap45Ljp14j522OrF68oZID2KOfKwAOCt+264JFtkSPZxjtK1HIZtYxw+tq8CTEpK2wDJRcKbfT3KnNmchnA7xy9cQBPJ5x3kfVHd9B3LgHmiuY0Jyv+9rWqOhQKMPY3vXbv5/b6cHw4jotvLHkXCYAfpGD1wdcHiRYItS3HMBbJrHmwn2uA7iPeH6uA/i1NXwnDyBsEeDbPQf/vSoVC9ogJ/rEQw/9wyKjGQkAf7vrrJFJASkgBaSAFJACUkAKSAEpIAWkgBSQAlJACkgBKSAFpMDLFZgC4AI6Wcu3QaMWAU3omeEvuicAdjZTqI9DWwMPiCAmBK4A2MDNyeAqoVgGweg/2kx4L7uK8WaB1n00dfTfwcjSeAwLsdaH3eUhADCczRn+EhpEO+YvtSHcfzjtrJywQzU6yq6lvi6lnwDktB4cy9ThvA6AswU1M641AMyu+6hpTJ0AGOuBI0dGs48MapfcvO7QnoG321HMeTyMkc7wlbAZjuQJNCwAOObF2sktYvktAXC+jeoeTDWa+QCEazeIgOa46QCO/Rt1l6fAftmVuAaA2xhbveY87v73kbMXw1qq39uD+m8SACc4+2KAfEs0v/lvO0fr/bl2Xr0huzjiLw2A1+b7Hb2P2uaPdoMuw1sB4O9oOTVUKSAFpIAUkAJSQApIASkgBaSAFJACUkAKSAEpIAWkgBR4BwUKAAYIBaktTlhE2LoDls7YOVDNNYABhR3sprqyGCtes+q6u2Ny+k5rAVus87E4ZFEneGDiJKC1KrW19m6GVNFvxOh6nymOeeaqLTV8d08Hi3/e2b9LBWENdscg6tytRuvp/s7mADAJABkuYvQDx3NEXhe3WRnDFEw01zI1qU7W0o/3lxymvSsV78cUW93eJUcr59+Du+ymhvOax5JDE5BwXq+39X8r+jfabpHQed/2DuWlv1mvGXzN6/6myGgfVwFoEz48uEFYo7h3G69FG+emRnWN+/02iZ71CGgCRN472FcrUDHth9p+GSibayA92rodHe07zqNy12oMvzQCetHhWyawpnP/kEfce039yfUp+rvXZ6nmb78l1sY72EK3X1oCwK8FvBuv/9kcrHiWBwAY2Q/zz9n2aSAH8LN3si6QAlJACkgBKSAFpIAUkAJSQApIASkgBaSAFJACUkAKSIEfSIH9b79dQdMcAO/dfbnfXfcBVBGt7ACuc9Tm+QOoRI3gOYoD3EH07f29RT2jF0DeAmsJ1TKMxEhw5DRPOHzR/wEGuvKP7jwHzx01fkQMdYGpMydwsW0+GQD+/PC0+/zJIpF9fnM3GR3O+6eLOZUPBoARIR1t781BHANl3eOpozfXbCUIJeia1LK1JnqA04NddAOtHlnTNxEsRjjznAy/R85Nvob5LIG5UVQz2g+A2iKYK7hbiNrlHnksIGstsprntzjjUsO4AGCOge9zu701AO4BIUF476juPwNifiVueQiAt31qLAE9rleLnJ62lyOefWu6yzc2aQbATefp0xbfFwBODvCaZ33bgZ7317aV2HjWWwHgvjsB4OECLAPg6ekCwBv3r06TAlJACkgBKSAFpIAUkAJSQApIASkgBaSAFJACUkAKSIEfUoH9P/95faqRzagBbMDofL046BwB4D5yuUUcNwic3cFw7oIfg49dzogODmQX8cP4F+/jIMwjAM6QMqKk4zxCwKuNk8ctSM1zHs1BiEjeq0HjswHgi12+Z8RvR/44NgBruH8tBdrGafWG3TxL13J2dOK1cEJn9zTObVCzRe820BezfnLg0xy2dV4FZgNA9q5bRDkzxvkKR7I543on82jX0lHrWva1bTsdprVyY3ytNu3U0cpazDEf1nqex03H++P7Kbpvc6UDuO2ZuHYrACafY3T3Uo1kjqYH1XXvrFhZc5y215CeOYDH8+1f3Q6AA+A+mkM9tAmdeX0b7lTodv9NgekIIG8b8Rc860d2APcyCgAPNxbu+0he4P7lfzXi87fdx6oB/AXvTHUlBaSAFJACUkAKSAEpIAWkgBSQAlJACkgBKSAFpIAUkALfmAL7X38NUgUAdDDIiePz9bzz+r32mv3/ZMhLADhOipqn+YBzN9q3yOWHiFxGXwTAeI81aUcAmP09mQP2YAD4zigwISTgLKOBcwxzhpQciwNJB0h3u7OB3wer//tk7tUlABxjvnPH8uH4ZAAYcdUYK+YYEdBTINsAMPUMqDYFwBxPOKfR1hhgVCDXAeDsLiYARpsAtaxLPKlpXK7vwWfvaL0VkcwatoCNrN/rq13WknPqAXCMK+KbeS5r/PY8dcqd2/mo9Tx0RRfZ1hzAzwXAnEvWK895srmxumXgk/H7gwZx9A71/vr+77VIX+rWHioYRzwvAeCl/p8LgF9bG3hNh+H7AsAhS3Idr+2XF+n8DV+Eh4gQ/7wGgDEFdwGX1IclnX42/b7hpdXQpIAUkAJSQApIASkgBaSAFJACUkAKSAEpIAWkgBSQAlLgDRXY//p7BC87lDVaS7DUANIUsY1rdgbkxFETWYvTFw7geP3RnLfZoRUXPBFQGnDOR0TYWu1S+4nrsmMYTmDW/iVgc8eyOWKXjgqAbTx/fnowFxnA5MFrFMf82zjZRoVc5vy9/3BnUdCAwAVomgmNUDP/jLZK/eRSu9ZfSyCX/V0Hsc7Rd4k/JlzsIHAPhwkoEROd3cfQg/A264LXCM7xena9jiKQfUSJ2D4V12lZwNDPxrgEkdlff958rZIDukDUfRcx3cPYJcD6xOsHGvq+6wj0LIp7sJEyFMacHLSzrnQ5n/qRAa/VwJ06rFv92wx6Y7zRQV6fHPHM4dIJzL/7ea2B2379swxxT04dxWsAbam/pX22Nr4Qwe6Pbl/M2ktu0DyHOt5bDtvB2i++tBQBzQvW+lm5fqu+S+N77fXPkWJ07mv7z9fjPyn4zJwC4FGv+b8z05SD2X1+a8O/dvK6XgpIASkgBaSAFJACUkAKSAEpIAWkgBSQAlJACkgBKSAFpMBXUmD/2x/FAQzIiGhdfMvOurgAmAn2Tb6MT+7PcN9OY33p3AUA7uEv5lphWjIMh7s3lCAAhkOXEJOxzHR1hQO4REnDsXyjDCgBMADZv/79ydy3qE58nAHg6DtAavwOMR53Hz5aDPTHo/fhjtYCgHl+jqDuAXCFsiluGb0/nOeRzdFvA6F0R3s/yUmLv/v4ZrwGCBxgcg5kqauflyBwji/uQT6vyRDXARyPAuK29MdLlmKWJ+C7uLUXOF7rvqsBXYe1AIDr+yWiuQeO/JtjHIFyr8m8AoDx4EJ7GGL57l4DwP2VrwXAo5FkJ/dWAJzrCt+CfALA00SEmf4CwMs3Bz7j0oZs8c+45FbN5/YgDD5TwgnMB32m67EGqG8OTm9KASkgBaSAFJACUkAKSAEpIAWkgBSQAlJACkgBKSAFpIAU+EYVqAAY7t+LAUkcOULYgoUDghroO54ODkfzkcEnavIiOtq/nq+OxfgbsDa7SD1e2oCvvVqbI0hGE/iy3wGa13vkmFo9YbyGONCInS4R1kf2VV/2CFB+yQ8z3qM1/O//fLaxwPs7dQDXuGnAUf7bm914f919vL/bffzFcDbcxwUAo98GuAJ04x+YxQiWZ+cunasYT7we9ZfjaA7gDHlHADgDysnCYA0GNI8vIX4abjr0Tef0HC62essTB3Ctb7tcQ7hva+RE7sc7dD6nvubnL7/SlxjuYXmr0Ttuw1ej6zs7zK+F7rJ+NVvhGnP/v5UDmO3P23ueIzfPlnt3BHOXQHCD2u2+u7Uu7wKABx3KAbywj1ccrr2j+zn32JZz1wDrWv+bATALx6fPT/xaa2MvREGvjW/LHHWOFJACUkAKSAEpIAWkgBSQAlJACkgBKSAFpIAUkAJSQApIgW9NgRkADvdoQNOIWTao6SAMAJgxyQF0CYrpzL1czn4uXKvAq3wdk84uYHxXD1Dcxy4TAKPW78Xq9DpMLRCuflFfr50CYPQx/DK/OEn9PXOBAXz++z8P9hPjawCYC0Pwy7/NP3YTAPM86tU7eDMAGwHgMQBpLt68YW5By+zAvbXJssO3RlBDlwSDezc32uvhfdVngXDeqinc6h5H9HYfN57XccU/uTjVWwB4NL9e29sAGPWkW9d8cID7GePfCoBHE8ht260wORj7nPfdSz9UbgHg1v6o//zgw+0V+i4BcHblvjLCeffK69cA5XMA6mifrF3/0r21dX+u9Z/n3+r/ovXOASwA/Nql0vVSQApIASkgBaSAFJACUkAKSAEpIAWkgBSQAlJACkgBKfADKbD//f/sK/gCWR+fLgnqmjv3Eu7b2Zf5BlXpXM2O3xxnm+Evrr+YOxi1fAEqHZB5ZHOGf9P6pgEnPZPau8/1Vw+4zq+dupHzWAngGFcMOAeYe3647D5fYC8OtMYawEsg4tEtnpfdyRzSHz4aMPbLDJAXwtgAF96I8cAJnWGgXzGJzI6IZn+9ukzRT3JDp7joPC+enyOqCeKnTt4egUYr6DecxHt3AOcjQ2RGPudxL9VYzvHQo/ObCXE0pqLD5K3kgE5rn8e6kPxcT6nrD1U7SJ0jr5ccumw/g2G6fV1vjyaPcfaQM9fhzSbiHorHtW1W6JP9cX/kefi+e+Oapf2+r255Opxf2d+LAfB04pN9GqJPAeDMATze/pMayrNGR3HMrwS4AsDbHhCYL3D5vCoLO41/Hp3dR0LHvSkH8JKyel0KSAEpIAWkgBSQAlJACkgBKSAFpIAUkAJSQApIASkgBX5kBaoD2EGNu2Ujivju7rg7nx8ctNRYWxbZNVAyjfi180vdYIqVo6HxGuDZFTwXUdBuxg0InGu80pmJnwTALUq6OJJJzFDjFnnM5ehhcL2OXMDmgcToh8/n3cWoHNy/OEYAmPAabQIAPz2dbbxWB/jDwWOwHSD2Udil5i5g4+UcIN3njXOLm7ppMwLA0202qu9b51pqAeNvAtc+ynkJjjfAZ67fUgc41ifGm0H7DEbWObWxYjmeDYBRnzfVDiaQbq1OAfDoBiTfW9KpB8B9VPZth7LNibWoJ3HXMRLUeMa2Qpt9QnWGvzh3DQC3/Rt9epv289ARzZhPAcCpBrPdBRN51iKney23AOAM9Udrceu17xMAY/8NHKajia7U8BUAfhsAfL20By7G+00A+Ln3ps6XAlJACkgBKSAFpIAUkAJSQApIASkgBaSAFJACUkAKSIEfV4H9r78Dy5ajAmDzyt6dKgCOdyMCGlyKbOqa6vPmmr+Avfy7to76u9YKnMOPBk2OBcBmaUfQMrfLGOmnJ6tLbO2d7u8NmA0Ag82jB9I478Gcv58+RdVhglme10OuiCYOAIyR35kL+Hi0erlHcwHjp9fsRc3fgHJ0zwJcM0aa7mjMcdZ+ceKO3sNrWwBwhnfoKzt0H6FRRwPdeU1H3cDZSGcsoW6/7Q8DV3IPgOtW6oBydDu3ZWZH8ug260E7z+Hwlxyx3BUjoN2P0Xd3B1zHDuM2/ilg7tyGpa3QP0B77mNkqnUdBw5gntsipW/X/F0Cui/5CNsSEb3W7ssAcCQFTA48MJDA9/s6gAWA19Z16/trjvUtEdB41sY/VwefH20cPQCOdyYPetT/vrWr1sa3dZ46TwpIASkgBaSAFJACUkAKSAEpIAWkgBSQAlJACkgBKSAFpMC3pMAMAMfgADH3BoDPu4OB4ACZAMBws7bh430cDh+95q8BYjsVX9g/GRzuIZ0DLpAuuGV7hx16NXcwjuaetbMK72K7OOdytX6tDQBgfMGPeNAJ60wAmG2h6T8N/qKOJMaRATD6zIA2O4tjRAGA7ywGGvHTcAEf3PkXsJfXUws6fqc1f8eZtBmQ3YK+VD1HQGd4AjA9gZ0GgPuDADgcu8WhXJzLPJfrSz1x7ii6mOdfi8V1VkO3A3jRxjyyOzuSRzfGGgDO+yWvA42ZBPOEsHQC947gvu+xwzjnNTfouwSRRgA46xljj563AGC0h9jp7DLu+34JAMS/r2IAACAASURBVF5y+PL1L+8AFgBu9+PbOGhH91a+X5bef+3ra4B1CwBej3/2T97hUAWAX7uCul4KSAEpIAWkgBSQAlJACkgBKSAFpIAUkAJSQApIASkgBb5HBfb//P3hafQlvbtYHe5FBLTDwwPq9sY0AaxQTxegje5TvIfX8Q/1fnvkuS80FxG6OPZ2ASNs3RmMGsGlL0ZIG3OtBx3COI81hL0dB8tx2hRgskar4Vtjxn9+ikjr7O7MNU9zbHOFbKAPmO/u6tG/xyMA8DH6cdAMCNzAJuBxBr+41iF1ItS15nKZL7TGfDIAzo7UHLEc2k+hszt/k7sX5/TXhN5NzAxARzVxs478PevMRVlyC9++GZrDsncVPzfCeKkfgta7stdma5AuHLpUC9jOdZGpK0E29kh/71Aj4PcM6/vz8r6Odls9YTw4gUcquC5os2zDso/i3EOJQGefBMSx5+JGvQXgbsG30byy1kvr9BIA3fZ0A7/1vlxw+NexdLWAb++7aZ3xEGihWHDd4LcB7Htf/xYA9ZYmawB2Xc8VfdYa2PD+bQA8Br+5WX6W+n+7vHwBaqCX/wYNkig2DEmnSAEpIAWkgBSQAlJACkgBKSAFpIAUkAJSQApIASkgBaSAFPimFRgC4AoYS61cQlnMBC5YHuezYS6L5iQAPth7FQADIOMPnF5dvPzSvQHgqDEc0dCIlHYQ6hA4vthHd+SrBMh4PYORHky2L/cJSgmALz6WHgD3EITRzQ7REgD28diATgDAdx5obaCuuYAJf7cAYAfsFUIEYM8RznnX9DV283sBwqcQpne74vwMfG/V9h2D9Oix1zm7wbNjOI8v6vu2mOx4rwHgDJ99nCs8buluWnIuw0HcQ1y0cc1APq1DXZO6Z1tsto/cz23R33cGkNB3rwUBcA+X+XcD07Hf+TpAMACwecyHNZoxBiw3znsrANy7ivP9VeE/H/wozzoIAJed+M4AWQB456kNy/HPAsBLn4l6XQpIASkgBaSAFJACUkAKSAEpIAWkgBSQAlJACkgBKSAFfl4FJgA4g6ga++qAtgEquIAJhR4N7j0CAgNKGZW6vz+EM9i+sN+bU5aO4Es552Tv43DQCzaMdh340jncYGqFqA6hGVc8cjTGewGkeD2uQbv4aWMyaPXpr0evAQxv5WOpJTpy/+a4W3c9ZyBZrsM8HYTvMQ/U2o0NRFfyKMo5IpfnEcgZEE5r+EajdK72EcvcsuwrO1zX4o157Si2OUemjqBubju7d0dAkOAa8CbXQ86321sA4Axf214qa5IcwLnfDIBHtz9Wq3dh+z4bOINz/9yLaH+ylwqk5/W+fdKFGQDHugcA7rXqx9rA9/TcNXBY98ACyY2HMOIsxq9zbv5aiq7OY3ozB3CJ9B0O70Yt4NFa5tf6tXpvB2/NwV8a2ApAXlvHRQdvyd8vz9EsyrJ2/Zo+a+NbW4+195fdv+vg19s2Hfh8jBvm/b8J7b9n7z3+tfnpfSkgBaSAFJACUkAKSAEpIAWkgBSQAlJACkgBKSAFpIAUkALvocD+1z/OlRzlCGR0BohaIaA5feO1ID+AuA64ytWAlyerjYvj8+eLcw/GGj/atbjudB9f2p/PER2NeroAwDgYo9w7JvcLADgctAZ8DawClEV8dHy5j7FkAHw14++fn867x6tjPQfAdDXjOs4rgwGKjdrG08NcvzbNj78cbX4GNg1uZlhW+GC9pEFWzHMMgKlpD4AJW6kfGx0B5h4UZzDM63qgeAsAL12D1yeRquVEOr/rGAkPy09GGOf3M9ybAsWs023QUyFl119te0AQRyZj6tUAbXnooDycMHJVj6KzOb9L2le+vzIAtv1njxC0BxtKH3Ef0CUfbnr229dhnju11wFwBtIc5xIAzHs6xjW9C75rALzm2s1TZSHz7lOg/rnW1iuvXwOUawD3ewfA10vUvZ4fGwFw+rzyPVs++9vn0PtHWC9tHb0uBaSAFJACUkAKSAEpIAWkgBSQAlJACkgBKSAFpIAUkAJS4L0UcADcQwZGMPduSsb5sl4v4BQAqTtlDeQCYHod0hL7i0GzbTiEA8wCAJ89FdqBa3FC9s5bRkDvUUt4EpWMerdRdxfjebQGos8GdQMsx5hwIEL006eLBzYjcjpDgBpPXIhWjb8ufRIAV41Q99fin+8/HndHA8FRAzk0wNHimkMLHBnSxHkxVh49rK3O2eIipY6+LpiX/ezBIPsGLK7nF+h4y8naj22pTnDegD2MjDnG3DMU5f5Z2rwXd2QHHI3rppQxxmbAfmgDtXXwa0KTPtYa6uIyx+7QEXsysZ7mKo8X49GFaS3p7IBei82+VXN5Coob4M269G7rLtW7rekLnLfZXbylNvBovWb7ZACtue+W1vtWu+3hE2yIFo9eryn37ayN59QA7uDfpnG+EuB+MQfwwjg3A+Cleb7SobxJ44WT/HPdAiYCAG8Hvkt98p5CKYH+YafXjFPXSgEpIAWkgBSQAlJACkgBKSAFpIAUkAJSQApIASkgBaSAFPjWFNj/9i+zWKWj1ij1aObpl+6AVNfLNb48d4evQV37JdyfDfz20bYBiOMfLoV7uDoqB1AOw4l6ugXgGdScxumGY9jHh4hq/CgmsUcjBg6WC/xFW5/+Ou/OV8ZBY+xTRxndwIBjXoM1gVdGQPMcv9b+ffzlYADY5lPUmzmX0VYC4ZQ4oHTXfwdq3dFcQO4UfgfsRPTyiInm6whGXcsEm0egMq9/BsyjKOke8NLZmyEtzknyD8eKIV1sTdjHBABDY1vXqbuxgeCYT4PozwXASOOuYJ/aL9QeXnL+UjNC7jGkbto3x2zUEEY0+fS+i78a2G/vrrlAceat6GW/N8sNMgLAI2dw/5nAOsEZ1HIPzh9w2P4xN79v7NoRAF5q8kUAeLvD/LUA97XXr6191f4HA8D8DI6Eh9cA4LbWde8LAG+/QXWmFJACUkAKSAEpIAWkgBSQAlJACkgBKSAFpIAUkAJSQAp8lwrs//h3Q4mAp3DSAsqh1m/AyqjlS0fl2er5Ehh5LVyHTzH3h4eoB0zgi98BQXHQJUsQRjjKery9ehHlHO07NDa3aHPrNjBNRk0ATBgMLgT32NUg48ODRVK7SzT+hYO4OTF7N1gGwIig5pwCfBu8s7bvLc76eDLXs3uZp9G9AJL4Hx2ucQJAdYmLnhQWHu8bAOC56/I2AL6mazIAzj0QLPuawLGNiO3ioCX89XVLEBrn+fnuuG2t0fWbQXGNULZrbPmG8JctRH1P6Dl2APM86IC9CGDcYHZxfJeHCiqMTOtVFiZ+rDiAbcJ1jpw/r/P1H0D6rMe1z/7uljXGvQxiRw7gEfwbAlPff+UhjAXQOwLEa87gJaicnd23wPN4Z09fvTUfP7N7WGPW5osA8JaRlXN+dgcwpVpwAq8B6mcoXU+t+9IfgomHcmYOYK7LWgR3etgmP/zAz7E1h/RLxq9rpIAUkAJSQApIASkgBaSAFJACUkAKSAEpIAWkgBSQAlJACnxtBfb/+LXVAEZtW4C2gFGMySw1ehG33MUxnwCAqwMW0c7hvs2RyPgy3yFf5wJGHw6S4N6Fs9i/7G82TJx/PBo0LS8BFj7Vuqq3AbCLam0/2NTOBn9xGVqH6xJQGCC2B09+CZzDyf3rr5UaxDkCGuMG3PxgMdCHDkBUUAgADIertRfXBjx1V7MNP+a7fLA2Mc9w/QqI7R3AOTI6n5+dsXydUdn4O4PdUaS012pO/WYnMa7P7ljWL+5f6wFhnjGWdugA7mQJoA7NQr8i5+Ssvp5xPLKA/297Kpt8+zrKPZPP8/B2uuht168D4nitd2ZPdX0ZAB4B10lkcun3ltP3FgDOQvZAb/4QQpw9cv+6TvkJgVsbfOG95pQuJwgA31Tx3R3A9QNlbJF/7XqPJtfcv4yAFwB+wa2kS6SAFJACUkAKSAEpIAWkgBSQAlJACkgBKSAFpIAUkAJS4CdWYAKAD1bUNqKOI2I5gA6AcItFhoPUYZjX/DX/awXAjw6IcbD2Lq9F5DMjlONnAFzCngCirU/2S9AagHg6JjoDGeU7XcOIqH54iNq/Hidci6oOIpjLQBygMdPYx1cgYvoZQNc0eHrYne7vd7/8coq5JNDIsQSUTLC6c88SDmfINv0d4DzGQUfvtJ5sg7DZ2Rv6Bczuf3JsdW5Fl+ziJeglAM598/oekPYA+Dn31LymcHFdp0K4GYJ62x2PGkViL66LvXFYAZXXpQbLxLCUo1rIde354ELXDp3AfCBgdP5SjeWsaXUwlj3Fbq54wiFuwptLkKPN8xBzuyMJetlWZNq8DZaWw+7ISRszQA1H/zOOeHggbZ41h+8z2p4OdCFTvC74tnGvOVSZfLA4zK9Yw/el0jkARlpDii5/ixrAflukhzb8s/X1pYVfOk1dJwWkgBSQAlJACkgBKSAFpIAUkAJSQApIASkgBaSAFJACUuDdFNj//Z8PxkYRt2xRz8Vhit6u14uD3B4AEyriPbqFCYg5ygZOAx4Dqp5OR4eZ7uQtbCQDYHLX/F5mWC8BwJ8/P0YstQHgxommAJiAtHKZjmgRvk7e319314dPFgN93P3Xf/8tIK3PKeB4PddrAIcjukb8DgBzON6ipjHBe9OyAWBCVsLQDGF7hyfWso+RRpszqP1KAIw2eyjtSnQ60qHbO295fYytKue/VAdzeX3ievXI4zg/4o/j9+wg9XUppHhSBxkO7tLV6Drf/wtkkzp7neP6YEBd8kUHMM94LgDeAmFb7zbuFwBgapj1mzlxSydvDYBXODxCs/P0Zg5jj3R/xiEAPBXrPRy8z1iOxVOvVpqedavjpLchtQLAb7E6akMKSAEpIAWkgBSQAlJACkgBKSAFpIAUkAJSQApIASkgBb51Bfb/878Pjs5Op9PucIzhAtheLxf7+1jdvNkFjHMYa9ycwuFS5dEDyaO7i+NdQC1y0B4ARURxcwhnh/E0thmw1SB0BX8ZBO0dG/3157n281gAAmsAj8Y5cvzm8/j+05NB5UcD5EYRoZvJtDviDwBgi5kOfSLmGfocTFjGmmZHbt4c4TxmvWHOH3OK+GxvM9WhZewzX+sjkAGL4eDlWmXt6OjtN2cGmtD9cmk1nXN9YN8jiUwiknoGDAu3g8GSY+Uc+ihpjiPvBe6r3E/Am6iDDKkyAO77x3UY16FsC/zdzy/Pv7/+uQ7gCvjLL1vmOJ1vi0Lv1xnjXI6bDlDG+qac0xoXvbOFGbl9eyDe75F+zHE/M+a8P3v97zUAPHHrlr681efU/k3DWO1vfcjbzlirTbvRebzmUP1RHcAAwPjfW4FfLlr/0Ea9B96GL2/bGzpLCkgBKSAFpIAUkAJSQApIASkgBaSAFJACUkAKSAEpIAWkwDsr4A5gh5QGMI/m0sXxaHAT7tEeAMd7EQftP+Fw9VrBiIMOR/BSDdF5DVI6iIMUZkDau3Kjnus0UhUQFuchyhf9Z3gLiPX5bPHPf322K0/+HoFYD4D7vvL4e6Dd/gYAvrqzF3D3eLJ6xQYQ9gZ9CIBDo6tDyqMRYkZLL7VPEPHosdHt8DbhIEYt4s5djLOWADDqJ58BcK25Ua1f9jAClXQY5zrFBMAjB+gcqoHwl3mUmtJLjtLpXNtfvROa7zwHAB+N/rrfu4OyYIePVp8ZRx8F7bA66580931a5pUjoP2+6Ky6WwEwLqPe+N3rZXegH+33ALgB54D0BMDcX3W/LziZMwDOa9CfvgRMOWbeuy91kg7bvwFPW83blxE7AeDJx8vs83r67tf5C2ssAPx1tFevUkAKSAEpIAWkgBSQAlJACkgBKSAFpIAUkAJSQApIASnwYyjgNYBrjdfCVAArewAcoCfinOPfk4HNgwGrgJwOqEpt4DuDyQR4BLsERT3I9NcL3GTcMq4PeBoobslhiPOP5rilSy7Dnf/8eTEAbJAYYyoA2GGvkbG92YaXgFUeb+8I5pL7eAACzcV3/+HOALABcNQFvqMDODuhw8GL+eAgrCbYxWuEhXTKxrwDamOst458bT7P55xcr3yvd9TGmMJ92rs7s8v4Vr1bb9s5/jQC29fOEHyGvw0wssb0UoRvvJ6B5BTedaA8RVnHfqmbucqyB6UvB2smM8qZ4Dc/qEBwjn5teYdHXws5w9v5BW3fNUA7PasB5mmHM4dvnX64f+PemeoV+vHE21HJeY2mMLu1n9t7KfDtNZms6S3XbHHMLvDsudQLC1bHvebAfSMH782bd8ObP6MD+GoPZ7Ra7C8D/UvSygG8YdPpFCkgBaSAFJACUkAKSAEpIAWkgBSQAlJACkgBKSAFpIAU+O4V2P/6x/kpIoobcOoBMOvTYraoDQyLZMDeAL3h2Cqw1WsDRwxyXxs4u3ypnL9WADAdxIB3GQBnlfso4wyAI27ZgIGN799/Pu4+f44IZHzpb4WOY0wFAON3AucYa4CyBh7m9XLzmAMAo27ybvfxl4M5qAF6oSH6LxHO/qNBbF4f/U4dvbXt4jBF7WAH3GbKxtAyaMxO4FsAOOYYLffgbBSJ3ANg12Mh0njmpJwA4KJDiF8GMK3VW4jxBMT7PirZ4Ie7qBk9OmJIU4DcO6HD2e0LWpsgALZHC3Z7g0yTaG3THXP1+WJvF+e0w98EgEc65jEuOX8pgvdp+6RGkneAtgfAPfiNNUn6oqUEgPNY2HTs7fVauRkgt3WPFqnVNIZ9vD7PeXUMgDP8LgBQAHh8Lyw8mNA2/e0HSN4K5D9nzW+dO4W//gHyVk17O+3+TPc/bsm37eZNx6zGpIAUkAJSQApIASkgBaSAFJACUkAKSAEpIAWkgBSQAlJACjxXgf2//gMCG4m9XtvWDsY7IwIagAYu38PdKcBVAWrhsLRLO5cugELvAOagRgAY77ENXBcQmLCw9QeoCjdsjlLODmCHpBinuZItwXr3n78sxrpAWr+OtWBtinTV9gB4HlNdau92JLI5gJH7/Ggu4MPu4/2dqQE4zvq9GG8DsD1YztHOedEaiEZ0NPRo70ZN4dAcOjnstiPWCO+1c3snah9RnGsG53OXIHAPmmeO4AUHcL3O1zmD6FbbOO+BBh5bzegMJhsMB/hsNYErOK2gv/RVndd2bnEA+1ARtVwm6/NfAMDUd80BTOV7ADxy0wJePxbiVB+8qA8NxJ67G1hdA/zSER8PWaCtHP88Wr8hAGZKd3K6MmY6P3BAfv9eoHDNAdxHPvcPBSw6guUAju2x4mR+r3XNn2nP+f1i0f3vUfu3vz8f7b91k/umJC18a3o8RzudKwWkgBSQAlJACkgBKSAFpIAUkAJSQApIASkgBaSAFJACUoAK7P/4tyGWAg4BgAkYARQDQN7tLpdLOGeTaxVA016pTmDCSDbsEKnEOKON9vrckdYAMOsCz93DBMAAz2zOzZqlYbCxi7mTUW/301/n3ecHuIGt9m4BvnAAh9s4HJi96xgwAIANsBtHhsOj7eIO4HLABfy3j2bVZbsOJsMdHG1Bi2mc9S0AzAjoqKvceseaRA1m2v4aoM4ae5+pjiz+7gEwI5BrTV07J9eZ5Z7oHcD93wRy4EwcV3Yo13W3vTKFdWMA3GbbHgQYOVMDfM4BcLs++tsnZzucvRgb1Mvr59egnjXNysUBzHl4/6Vm8BLgvQ1+6TzkntkOgDOQwr4gBG47fwqAud+y1ksAODbndHf3jvElF/bonnjJawLAt1Vbc6bm7T1sSQB4Ikt7kEUA+CX3q66RAlJACkgBKSAFpIAUkAJSQApIASkgBaSAFJACUkAKSIHvQ4H97//XUBGgaEAmuGctfvgAF2YBp8V5ir+vZrH1uGUjnIBkx6O5g9NBYHe5nP3Vg7djDtkSF52hFoxX2QEM4AGoAWCKf4RyBJU493CYx9k24Lzf/fXnZ/RqbMugbjmVfbohtIBa1HjtAVuOuB2Ba+pRI4hLfDVcwEdzmNa4bOvjADdzx7uXInSb67ld0EdAY33oJM6R3dAWzud83IoippOY50OH7OjljsB5WN8Ky22QSwB46hqNGrwOYAd1afu9MrpVtkQtV/h8o4+pTm3f9G5vjiEDcbQf+3MO0Jcc0WwHDkMcfYRzi1Iet7kGYKtDvLsFuO/YPu+rW47G0Hi635Y+tvpxvevHW3Lv4h6+dSw6gBcuem+gvVmXrTWGXwlwl/Z53u+39X1dhPRz+sdn87U49tuY3i+bOe7hiIKunyXv193mraETpYAUkAJSQApIASkgBaSAFJACUkAKSAEpIAWkgBSQAlJACrxWgf1vfzw+EfJ5tDGA7+66O5+vBoARAV1q5xbS4g5U81A6HPN6v4giRi3gNhR+mX4+nx1Ynk4nB4I4MpDD3+YxjtdgzLXfcRrcqTDiOjwoTtYKgB24BmDs425x3cPDxRzLcCejvwDAnFcMAFHNAedw0OlL53PvDOZ5kzb8wlKDtjh74dT9YC7gFitsoNqjhaf9bwXAhBJ0AAO8EtDnRWd7SwA4O38ztIRWnBOc3v3B/qpOcMW+AADj+tEY+Dqjm+F2HsUXs/9F5zFdu9XFznWtK1f2XZww289p4zqwh0s4wdU1ADzSLV6L/ZFjZqfr9jwA3ANY1DGetod7stGrkmg7ecBhtsjf6gsCwPahwSdXvhyAHW2H5wDc11w/hr9+B73bLhUAfjdp1bAUkAJSQApIASkgBaSAFJACUkAKSAEpIAWkgBSQAlJACnxlBfa//l58gA5/ixvK6NH1Yv9Q77cAssMBLt+AhoRbgLan031zvabJGBN2GIvze4ewf61fuAaZFQEXQACAcElidg5S45gBcwFcDRChXjCODMauFtP7+dPZHcQAB+5mLj8rmMUFGTAlhzOHn12Ti1HQpY27x1IL2Xq6vz/ujqcAiAC3kA+4eQaPfdzlPAzHzrWU7Rq/zT5rOwX+Yny3nKuuB4u24tw+djpBXADgBquTM7Zcw3bmtXUB4Eud2uScmzqAY269c3ZUYza7i31pFoDuawEwI54zAO7BNB8yyK5lovErQf+KhbS1+TYAmA7dtn9jl7ZHGOJv7gs+YIEHK+KYu+XzZ86aI7bfb7ccxV/5s2xT92vz3dTIW5wkB3D5/I79if/etHjz+Px+70MA+L0VVvtSQApIASkgBaSAFJACUkAKSAEpIAWkgBSQAlJACkgBKfC1FHAAzFhhAmCwVbgJL+YCZk1ckDlEQuOAA9e/orcTCXq9JrCdw7hnvh41e+df5ucU54h8jtq2FaCZU9fdyAUA35ULgkc3t6OPxWN6LZraIALq/wJ61Rjj4qTrAXAf/exANLmNuSAZAMPNyYjSqoEBYIdkiHw2F+uHj4i7bss5qUGLkZU3GSXdO4IJi7MDuHfjsvUM527B3BqxbePzdbMxIN451nIKCEdxz3wN5+ff1+rh9nWHRwCYbXJOrHvcR/vy7xrVOotAjhba/uhOKHHitwBwRILnduBQn/69dKPO57p2S7c4ba6Jr0ftf+r8FABe03Pb+65vhq902m67/G3OWoO/vpF/Lgfw1wTAcd/FQytrNZffZgOoFSkgBaSAFJACUkAKSAEpIAWkgBSQAlJACkgBKSAFpIAUkALvq8D+n78Zuip0DQDYY50TnSUczsMIp2bAxHBLwjGMUNq4Hl+m4ycioCMm2vyIOSK68ODqEkXkswPgeT3SAMABkXF+g9XWiEFXjBmxztfrfvfw6VKjo1HDGMfEQYy/4XT2CGl84d/qG48AMM8B+IU7zR3FBXRXl26pm+xaWLsfPp4cinvfqJNcnGxPO7P4ul7UrYyvzLnWDrZzONdIkJ5HwDIKOjuLewDMuGY6eJe2UQ+AeV4Pa/t2Rg7h7BbO5/eO4VFN3ZkTuHtmILuZpzpSa1e81ZMuJHVUq9djwdO6RXu2H0r8M8ZXo6kXLKOsLT0fV6zrCKznNTgM2h05oHlN/6BAfzlvnbd27L51e+/7cbbSun9e9E8O3HZIL7a4BnFHYPnWNUsg+ieoARypDxGJ3icOvP9+aU79/N+F9+9XPUgBKSAFpIAUkAJSQApIASkgBaSAFJACUkAKSAEpIAWkgBR4PwX2f//H5emuOl+tbq3Vg31OTOrE7eqANgaL1wGAccAV3GqSRp3ffN3VavZ63LQdM1epxym3uOeJM7QA4Cdz4X76E7V/Qe7iXLSXHcQTx68F6BI4ZkdoD4d6AAz4S1CcATD6CxhrkdgWA31/jzrKMZ8axcuawZ24ObqXcHgEgHsXbgPhAbJ5ZNhKV+oSBL4Ff7mGPZjp++HffX3g3PctADwCtCMn3rMAMCLCS/Tx3T72Q46Qfi4AxrWjfenrXqKhl3Th6/15PQCeOJsN+lXwag83cH/FmhTA3DmVaz+ddfp7j2yuG/stfqkAGPdm/4TBM0HwqwDwM/r/wQHwk92MSFXAffrtAOD80M37R1G/xdZWG1JACkgBKSAFpIAUkAJSQApIASkgBaSAFJACUkAKSAEpIAWyAvv/+d8H/7Yb0PF4CvduZpSsKdoAEyDvtbp8AS3pXMzXgec+PDx4PLNH6+Jncd2irUNxwgKFeM1fu+B4OHo3uU/AOvRBhyz7cl5cgM7l/Lj78z8Pdo5dbwA4w0j7o8V70kFs1wHk4gCcxNzpph25at0BbB1eUKi3XOM/MR9zHrfXUJvYdDxCS4Bve6cAcY7Vr8HLcLt17t8cD013NBtA/4DzPjf7HRHOOZ56BHNHLlzW/s1QlmtLALP03q1bZwkA99f0IJV7BlL4nEqdYnd2J63fAwCP5tPXUMZajWKvewcw21qC6s8GwKWDrE/cG0WX8kb/dz+nPkq7f/85D3vcWv/3em9tfGvzm4xLAHi2TGsPCCzVHK/7fWWB1q6H+zdq/y4A+TXQ/uqNlxzA5b99ioF+tahqQApIASkgBaSAFJACUkAKSAEpIAWkgBSQAlJACkgBKSAFvrIC7gAGpT2djgZqYzSAre78x1GohQAAIABJREFUtG/nR+5RQK4a2ev1fRGlTNLJeor7AKYDAAwoYIWH3QbM+sB4DYCzP67FjMX26XyN6wBBj1b398FgM1yfuD4gcq3JWtzNjG7GZYj69JrDxb0ZtV9bJDTH4OMshAn9jeKwrQpyGnKADPTxX/9dIqvN3eyQ3Pqk05pld8/2Huc1qpUcfUf0NM47nk7VidqDv74Gra9jcqeOIptHNXz7a7JDtz+fE+8hZYPXaR2SSmxn+qDBFADH2kYsc55Lm3eOIG+1f/3kjQ7g0b03AsD5PI79muPKS3R0Pq8Hky8FwP0Y3wsAL4Hknu89C7i+wYebAPA8Aj7L+rUB7mv7FwB+g5tETUgBKSAFpIAUkAJSQApIASkgBaSAFJACUkAKSAEpIAWkgBToFNj/49fzU3aeOj8rLlNCoXCrBsjMLl6e6zWADag2sNdgKgxcURO4vfZoYNJr6loDhyPeO0wcvmiXfjBiZQJph7AWi8s6w2jn01+fDXYiuvpYwTSB26O7hwPkBuQ1EGvMlnWLW+3XKYzO8JfzvLV7PG7aXJsOmg32/r//OnkMdPQHND2N7kVbHintUdUNQOP1qrs7raPXHgBn6LolOnUJ7OY5oR06hPn6yA1MwHsLzhEUjsC0ry/ddl5DOv7BAexaVxdwjKIHxdN1CEDGCPHWdgePUfPX3eTTqN+tNW57EM1xVp360rKF2+Xa16Nxt+vn+4MajuDsbRAbe50Hrsd9Aic7j3BdYh3GEbd91HTswbY3p3MZ/5Xb6Me7BnY9MuDWsVQzt7uGUey9zk2cZ0Y/b5m4b463Gf9aO2sAdutwv8Z52IK4530vlqjzJQf9e4+Pn0e+dPicUPLze0uu9qWAFJACUkAKSAEpIAWkgBSQAlJACkgBKSAFpIAUkAJS4B0VcACM9i9Xq8No1tWD/ctu14BHATMIfx12dkTHHbVloGiDxxIAvtqX/mgXMclH5CWXg2CILcABTOAIRzLgMUhewNyAu58+IWoaENUAcBnXGgBGd+eHs43ZxmBEGJA2u5F7AMz3bq0FAPCTje3p6bL7YHWA7+9NTzMke03fIk4GX4AfLdo6IDkOzJGuX0ZAY650SGdYcS0uX873VgRxfm9Ue5cAuK1Fg6jZ/Zvn0Lt/ee0SAK7OcX8oIM52+JvmwXEeam3qpvocfIZW/R7FFXSqh6gvA8C9njmKuj08sDy+1wBg3+s+9IC3U6h7cycugm62Mbt/OyAsAHxL3w3vCQCvivQtAmA+KMQ0jNVJ6AQpIAWkgBSQAlJACkgBKSAFpIAUkAJSQApIASkgBaSAFJAC36AC+//5xydjkMCgT7v7071DRvztNXb9iAhiHEdENBfi59Ct1KF1c6ud8nA++3kf7u+Ls9UAIiKgi/sX7/l11j4AcHzZHtHP+30UzAXoxAFwBjjKWqt47WqQGpA1zg035/l8idqx5rEFfOWxBQBf7FrvCxHQ8OgWWpcdw+wHnmSMtblz55HXOAeRppjHYX/d3X+4s38WrY3Y6RsAOMa8D31do9CJEdDxfkRL+5nFIZudv3x9FNkdbQK2N4hIYNqD4ww4oYv3DEd4R15HMc5V/DKH/Dd/Rzv5WsL9lwLgvkb1Sx2+HN9aDd/sxuW5OfK66ll0G2kQr00doiO3rLven3xDrQNgNFe3f3MAc2wEWxzPWpT0Etjv59OD5PZ+qyWe9ak6rxlv3wigLjqANzqIl9dv5Z03Gv+P6AD2PeMPysSDH6Oo+hfr/sIL+6j7KBXwwsZ0mRSQAlJACkgBKSAFpIAUkAJSQApIASkgBaSAFJACUkAKSIGvrMD+7/98cBIF1+7pHhC1OFALeX0qAArnHE8AtW3EZIL+GgDwQwBVQE9ParYTju4WjrhjHPj9zkDrU3F3AuoaKgqoa7VbCcLonLwUZ2Jz9jYAfLXyxRcb35O5fx2Y2phxXYZ4rNU6BXclNviCiOXicoWD2C7u47DbbKPmMMFsD9DiOhuH62bzMBcwjM2//A0A+LYD2AGIXX86ml3YI5GpVYwz4B20j79vAWA/P9X+5fh9LVKN5R4A9/sw9zFqk+/7eGYwr4HyFuYdPfQAmP0CBBE094A4jy32XIOns3VYqBnMNur6dufV91mgubxQASodyr4WJa451f51plXOcW2Sc73XNv6eAuDQsTjASyx2CLYRAE86mQJg7617AKF3Us/3cxnlfJjTnuaWbCpX98VWAIym6l56DUBN1/aAuj4g8C0D4LW5pxX4HiOg+Vkdzv1xrfLxPfN+r/YAGPtQLuD301stSwEpIAWkgBSQAlJACkgBKSAFpIAUkAJSQApIASkgBaTA+yqw/+dvF68B7JAS4Mn6A1htYKHUZcU5h2md0kUAfB+uVxzgx5dL1LoF4MVxtFxkuFFx/cUgbGsn2gcgxuGRxPAmGyWg6zdaNUeqwVZce0VGNM4NTlauN7cszrIxAwDT/Th11faRuqwRjHn6KGL8HeCK+GtEUTddfEQFdBd2i9E5UP5oAPj+dNzgAA745etgADHipDMApvYFMPs5nYuUEdKspVvgdo5dXgK/LwGpuT5wgLs23hbJHK7m/iDMHjlIY++NLKK2RgnQunPdIVJ2Fcd1S87UCvx9zRoY5fhGDziwH66z/+ziqcvWrtOcQ/GmAMGX7zJCX38yYn5/3fn8RhHQvEdY27c5bvP8+yjnHgRzVHx9yRk8mXtZmuk18/WiBpt1znB9zSE83FRzWl33AWvMvqTdjX1NTnsJYH4G+G379a0mNLxN3+VFfHTiwZ848NBMW7evWQO4/wzAvpUL+F22gBqVAlJACkgBKSAFpIAUkAJSQApIASkgBaSAFJACUkAKSIF3VsABMPoIh2n05pHKgIf+QoBOfGHvNYI9rnkKzvj3g9XUxRWn+5OzLIfAdvn5HLV7GbEMJyraAiwFxAXsyxG1BMB4fX8MEAuIDL4YQAdgd2+O47P/xOF8GZDaXYT20+dkoNjI3AQAI0La86UDALNOLIFuAFj0Ee8j5tr1yeCxuKLzmAMARyw2joO3fTUX8H738ReL1i5AM4NBaIK6xjxYA5gAOtoKd/PUmWzrswCAARRD05h/hrSuE6FyB4+3AODebdi3HRHepsMO611gfp3wNE91BIAn7tzChKb8nQCYoNnW1vr5UgC4dw+HxsXV3jls66IOflkDwFh1PGtBtzMc4XbHpIcyGuAmHOZ6s7s1R28PqL82AF4a7y0dZ+9VgNri2Wss/HcFgNv4ewd9P+fvzQGMz3z/3OOTMt8oAMZ+5OexIPCz7kKdLAWkgBSQAlJACkgBKSAFpIAUkAJSQApIASkgBaSAFJAC34ACKQL6WF2ThL0AtdWla47Ww+GwO5mbFa9dGZ9cICNg5cPDQ0BiOw8/4RgGS0U0NEDFySKkAbNY5xe/A9AACAToMDejg9YAIHdGQsFtAJIvli5NIArACR58MbBs/uEiYwBGglZkizrAtTOmYBHFHaNmMAFmq3lM2GvXek3h5mi9u7N45hoB3aBtc4J2zlPrHyV094en3YcPp90HgGw4ypJhjwCYegCKZqATjmW6QjE/vh8AmEfvUCUwngPagPs4eqfdyE2c6wHnceVrJw5WrN+i9XUdAPu4CK1XAXBzQE8A+UK089Z7rdcV191qv2qN/eoPTZSeCNgnDw401y7BXtYLzHxWk7k8bPBSAMx5c/160Fr3UNnrBHN3hXqtAcbmtH65Azg0nq7QLQf14lr+UAB4WwHatfXZuu+/xHlgvljn/ACEr/035gAOLZgIIRfwl9gb6kMKSAEpIAWkgBSQAlJACkgBKSAFpIAUkAJSQApIASkgBd5WgQqA78wBDCDJ+rOAkgC2AIZep9d4xL05ewlmqmPQnb0BvgBkM2C6MwIKIAtgC7B7PDWoAcdtfPHPrGjQ0fjSHRHL7uK1690Da6fAKHsBvDQijPH89dn6gpOscqcGgB2KFKhweTobmGtuX4DdqDXcookDoEa/OLJDuEU94/xwE7vTtcb1hksYY83H3gE07MiPVnv3bve3j/eu4Uy/RL7g/O1BbEma9nm3mpTZIRi9ZkiZ/+Y4McYKK5MzuN9OjIvOr+cIab7eIp7DgRvHOgBu1zXi164PiOpa3gDAvk7F0cnxLEXHjuohj26hkQN6KWI7Xw9dHVpjnw4A8HIS8ByY3gLA2Ercx1xfV7zEQ/u+TdS0j8D+UQDwUoR13LhtH3KNvl8H8I8HgLEmKC8QDxm0+X2LAPjRPmPqfzdwq3YP54w+Q/SaFJACUkAKSAEpIAWkgBSQAlJACkgBKSAFpIAUkAJSQApIgW9Fgf3f/3F5ApwFIAJYDUgYX87DAQyo93A2iGoU9qM5WbNRD8C3RUXHlFptxxLFXGra4j3wqQxAr7Dx+uvF5drVQOU1+AkA7DDUBvDp08POWTDAbcrnzGMJ92zABvw8GD3l+yPXHIEZgG8+L4NBtjmNY8a44poGgdFnwORDgVIfPp4MoDfowehgOpXzXAEbcg1gxERjTVA3GfPPwJRu6azhqGbtEhAEOAW4nLbZYGbvzOQ48Xq+JoPjO4clrKEc+2LUfn+9t40HBZB/XPho74iNvTDdN7xu602V9emvGcVc57n1AB/rRxdvXdNuvv37+bxRFDNAcCmD7Rt+5MrN69n249RJG+dMI7I53/bgxFg19v8iJ25qcqZXeW/p9fl6tFdGe5F1xRfXvn9QoOfua3V3X1LLd8tGXOt3SxtY3dcu0MZ+Xn2aO3/xEA+f7GBiAh+qiR6eO5/3rhmM/yTFfw8wuPkDBtPa9K9WSQ1IASkgBaSAFJACUkAKSAEpIAWkgBSQAlJACkgBKSAFpIAUeBMFrAZwWGXxJffFcpYJgAmF4YZFrd1Hg8MfPnwwF284Z/3L/HNEOwMO83DoakCUzll8c35AHHQBwYTAcX2rVQt4imZGUbAROR09fP58sZrC5+oABQDOQLZ3OnJchLTZBRvziC/1eV0PgHlObrcH1ozDxhziPUCNoNXhYTYQbFDzA1zADhIAWMvISlR1jKG8BtDgjuQSl+p1gve7e9P+s8Vp4w0Ht4jIpms5AegeAOd6wSOn6ySGGLUvCxA+FGf3aE0A4wFwR+69HgD38LffuRwvdT3BKd4BYNeniMYax9hX+fW+3boni0s9/93rcAuQL7Xrr68A4AyPoSfXeQgzfT9akx0Ajm7gri7ztfUZjTeDZe7bHw0AzyKszWF/8xAAvq3Pl3oXn+EGf2vacwHrUQagPVb0rQLg+JwRAP5S20X9SAEpIAWkgBSQAlJACkgBKSAFpIAUkAJSQApIASkgBaTA6xTY//p7fPsOeHQuQJbwl196AwDj+PDhvtTonQLguD5cxPgyHyDZQaoDxIC/EY9r/1KNVkJiQtmAwHSGTeuhsn7kX38ajHYyWhymBRRm9y+BZ98X+rm6mxau174mbTSE9xn9mcF2hqiUnOACPxvgrmTXTwMzMExqelxMv6O7eAES6JAlIM4a9u3DAUwADPNrhtkNNiNi+1jh7cg5+5yoVbhs4QAn2++jd/H32aK94UgmtHGHctlL2SE8ipXut20eb+yV7DVvoB7XYf0RWR7APGD4rHZuIU0j4O198/0ykK0AeBYpneByjoDuHdLoZg0A52smcdKYZfegAt3t1JF7ts1jHjGdNX8rB3A2oPKBBfaz5EzmHvHVmy5zvy3aQxF1nbpTlgBwB37bmPrrVwbwtRzA7HfFKfxcYDoT+Au9gM/v6v71hf++HMC+Z5stv6r2vej/hZZZ3UgBKSAFpIAUkAJSQApIASkgBaSAFJACUkAKSAEpIAWkwDeiwP63PxqCQb1f1AHeCoDPBoYR+Xx3MFBYnMCAuHDoRlXUOJYcuhmg5nPvzC3rBlpc67AUf985LPr018UgLeoHl/ZTLd7UpfdPMAgAO4GfcLjW4rrTMRIAO9BNdKsHwDkOuncEx7wiFpoHADBcwB+tjvLd4TYA7nUJN7EBXgOyPWRrdYkNMHpkdxyY7wjIjsBwvxfpyEV/dJVib+BAm7bcHse9FQDjuuwyxt+5hnDfP8FuncuQEmJ9fKYTABx7JoDwMCaZ1mtaEasVu+nWjyf/PQPFAOCljVsAOL+Xnbr91LIua+m+NbY8uYPbWJcB8Br89fUqXHRtDK433drFsc4xvBsAXnP9+rYY19CdzWctilkA+NbtsPk9JDjkxIAWEf9tO4CjrnnspVaDPd1lW26QzSrpRCkgBaSAFJACUkAKSAEpIAWkgBSQAlJACkgBKSAFpIAUkAJvo8D+938FgvKY5QKA/cvuClbNNYvawPa/+/upAxgAGNG07vItADhHKS+6KtOX5v05eVr4wt1dxAhSNoDw8PBosdElYroAqkeDQb2bF23QEZxBb4a6eH0ECHNEdAa4+dwe/vbnuTuz1I6Ew5fOaLha780FfDoavPTX7afXD6YrOBzU8a9F2xKWsB1q5IDX6wXHNT2I9nUsWk/gSwKWS/HMdO0yDhqOYPZxf39wAIz9knU5lXjw2E9t/OHY7YEkAe7yRiYcHV8f19Ep3K9lOGRbv+x/BqK7YfUO335/zmoZdw5oTBP/Itx86nDNEpBhsr0ezLdxTiPKe7UaBG7vzLWO90bgt/ab9soa0+q1XgLAvA9Dh6nTdqtzcjKWAayt7S4A316vLwaA3wos/wAOYAQYXKzeO5MLYl/wYZVvGwAjYr8mHBQCnJ3AW/fx8qec3pECUkAKSAEpIAWkgBSQAlJACkgBKSAFpIAUkAJSQApIASnw9gp4BDShCNy/dHrSBYwvwB0eGtAbAWBgHQKnDCh7h+ckorl0OIK/E6BooDHcu/vd509XB8C7J7hgDe4ZlAYcXgLAWarsQCaU8jaSC5hxz3wNYBvxxjx/5ghOcdZon4C0ArkCgKexoRarbOd++GhR0AZ2MgCmuyzANBzOBfyVGO2sLR3BqAlM1zMBbwXYqBE8gL9ZFzqEb9Xo7QEwrj9Z1DSO3Ge8nhzIBQD3gIRgFlAI73kkNmreFsMmOWE4necbfg4nm9O3B+T56h6K8u8ro5UXnMC3HlAoIkwisJcAcD/uEQD2us6zCU4BMMfTP3TQDM3rzl+g+d4fO0i3LXt/vgaxhvHgRdzXcc7cnd7c/28LgNvDBfbpVTofO3770QsAv/1/RG61iPscqQrXy7TOrwDwl10H9SYFpIAUkAJSQApIASkgBaSAFJACUkAKSAEpIAWkgBSQAj+XAvt//HotNYCjRi8BaHPQWj3fBQB8Ocd71V1JimdMBkC0B6+Q9pZjahrVfGeRxwF3Pn8+m/MXscZ35qzcuyPZrLP+3t3+mNpsYIjLmB29eI0OWwLfDNTy/Hkex5zPpzZR45i1LIszucz7KUdTczBwKxs4Q7TyR4PbgL7AVhlKEQBHvyV61OOo4aKDr5QgZb8DAMYprB179feb+zkDxQxrOeeIeI7x9y7bHgrTZYxrqUUftYz471iTeQ1fah97CQAf0BfO54CePZgj/MXrGQSPAPCWW5ZYtIL1om11KnO9Uo1qjvlW+zBojiKg6QCuS99x2T7FeCn6Oe9Pgle2eUiZtFdEtxdx/EfbJnX4vnvSgwV5XgTAM4dzqrGdzx+B6Fs6vS0Abj39kA7gNfdwEvpbd6AC/AIA18j+MvbvGgCne7krJb/lo0jnSAEpIAWkgBSQAlJACkgBKSAFpIAUkAJSQApIASkgBaSAFHh3BfZ//0dYs3Jk78GKvAIswAX8iC/vjcDhS/zeAQwgCWBZAbABQMJBjryP1CUsy67B7EAOJy2uRv+oM3vZnR8MXZnz1/yiu3OJOyZrBkLNEcvsN4NZAtvs+nWHrx1wMWZ37wQIJ1co50Ew3Dsw0Qbb9/EkOFxXsQBguHY/mosW7ldERLv2hQh64DVqKhfom0HoCABnB/AtAIwxYK0itjnmfjpZPWLUyx04bUeu4Bw1zXVkVHRomes+Nwez76+ybqjf7HurRMAyRppgmUCY/R/yGnjccn9PTOOv6/p3IPe1ALiP16772ua1BQD3o+4dtwTwcxA+XRzchxwLHbhx/0YP9foBAEYEdL/WPB/j4YME07Vs0eKv+TR6KQCe9Hmr9u+PFAH9AwHg8zn++yEA/Jq7R9dKASkgBaSAFJACUkAKSAEpIAWkgBSQAlJACkgBKSAFpIAUeJ4CMwDs9XwLvAw4GLCQzuCDuUZZHxiR0QBhrO14/+FggDEgVAbK/ZBaTdtol38DQMExBlhAx+rD+ZO1BZsr7LIRMWyBog6DcewHtUVZFzb3S0hMgAsATAdldvQCQOPoHcA5wtodyOh7AjybE3jifCbYBRQu7lfz8u6g4/390RzBaIj1dQO2OSAFBMZPH0vMZBIPbe95FHOCRRx7hpV01xLuMaoabZ3uDQBP5pD6GlFhjCU5SBkPjbHlfjLEzKAfLlUeOZ6aY+LDAwDjjxY9Hm3aP+zDcm0D9ADurspsLXxtCI7ZZ4kK7p3FT6Z9g6+xhrm/vIcm7SYteE44wksUcpprf53vr/L+YUJ8W9xz7/z1mSIanJHVDtHj4YctRx0X3NeI3E61i7PLuoHauSt71M8a2M3r7/NO498y7uE5GQR34HcO0F/cS9lXC9evQVpGUz+n+7U2c1u32r/RTr9f+vV7znB9X9/Yf48WLoGP0/4hoOf2cev8ep+/ZaODtibuep93nCQH8DsLr+algBSQAlJACkgBKSAFpIAUkAJSQApIASkgBaSAFJACUuBFCtQIaMBcHhkAtyxZA68FfOLb76jdGpDInaUXA6qAlge4htFWA3MAvATCjGSeOYWLA9FrRRrcQHleuEM/P3y2v0t9z7uIe0bdX0SIAizgHYxrWqN3HgVNhy6BB8fhX+IX0Mj5Z6cwXquRxwVGIvp6dB1e69utzt4CgKOPi0N0AFwHgD4fEIX4uXf3b4lGLstCeJzB+vF4nOjKMXEehCN00QLAtlrFFkUNB3AHcOi87aOC57VpIzba9SltjFgQX7tE0rivGev+Zsdp7yTuATCvbcAq9gTO4xgIi+tGjhPiz1cC4JFzfeRuXwLAkzGlP0YAOJ/LBxfoWO8BMJzyWxhwBrEAwHs4l9O6EYz3gLYHuHVvJTdxhog9EHwtAB4DynZ/tyjhGJkAMEQYWPrLwn0pAMzav73zd+k+eOnrXxoA5z3mH93bSk+/dHq6TgpIASkgBaSAFJACUkAKSAEpIAWkgBSQAlJACkgBKSAFpMCLFNj/87cgZCOIE2B0ChMQyYzjYJASLlZ8CY5oYoexJQIaUcR7sxgGlI1vyI0N7x4+m9sSZNf/Ptj1dM0W12StDYs6v3H+wwMcwAhGNuALV6e1E+MKAAwHsMcHWy1gOmkBUgnMUAsV47hzeBzn5vmOQHCOcsa52SGMvwlRqXh2/M4ckSXrl+fE+wF6ocn98RQaOwSGhuH8rUeJTub1iOSOMTFuuzmW61hT/DH6Q61fHBEhHcdS5DKjmnNbI/iLIZ6xzvhf6W9Uy7cCUZtijpXODmCOiY7ieC/VkO7mE+c3AEynsI+5i+32cri+xeP8HnDazo3WTPvsnN4SXe7tbXT6VuHTLx53PYy1np7t+7E48dv4Y01vwffRfHsguxXQrjl9R/OLPRTvLAHmpeu2vv7WwLfvdxGur7l1v3cHMMe/Ms+RAxhb9WIPBOFBoK0O9fl6k6zOH+bJ535pANxqpTOtIUYjELz1jtV5UkAKSAEpIAWkgBSQAlJACkgBKSAFpIAUkAJSQApIASnwJRRwAMw6sHSZ0nUYztcG4jCgiCEu0MyAr//u7t1lAAyIApfuwwOds/Hl/v09ADLBHOvEhqPxcjYAbLV/Pz08FFdt1CXeGzQmAHaXbAFoOSYZY87QDH0d7lDvtgHAW07gHgBXB/AARGaAjH4yYHT4MahbCtAb4MJimC3W+ng0UA5gbu5pj332ccY/8BdGbLN9v57uTUDE5OTMMcs1ZtjWCUcGwPibjlmC177Gbwa6sxqzdj3qe+IA+PefDuan2zYDYN8/yTU8chD7nL2NVluXLU5ha9Qu7p3CGTj6AwL14vawQcy9aJwiunnqKAK6B010LH8NABxrbw8AJLE5nzkQnT7A8VKHrgDwdF/fctn6mQLAAsDdltGfUkAKSAEpIAWkgBSQAlJACkgBKSAFpIAUkAJSQApIASkgBb6UAvv//efliQ5RdIrYZRyMhD4W4OpMo7hte+jJwcIRnKODCaMcAFu088P5weOcwXxPJwNYBjyLsTFAsLEqOH8xhgdzlwIaAzK6AxiNGBk9mtP3yWCp+YcLbKVDLCBqqxWLGOnmjnVY7E7ggNp5Phx/joLmHAlJR3Usezcx26x6mJvXx0Tdilv0aNHPFaLbpA+mw8lg+N0BTma4owNuxkI03WtENEBrct3e2iyArDUC2nTNUd9Ljld3piaoHPOKXjJgJNDPgHypVmZzgDYI3Mc+53mMnKo95ITL0Lyx7kbnOvXX4QGB7Dyu+5MPHhRXeB8f3Udg9zWIQ4u2Dhz7c+qd3nIAI6a57S+bJ14ofeIno6OpiW8Vd8LzvBhRfTBiIa6716uuUxdt2wNg29m3tl19b95+bKStztAeaK91Wu+btRPX3h88GDC55CWAd61Pvr/mLh61g/FsuG4xAnppPs90ACOg4HK9zPbr+tSXspS/PQcw5sKggfYZ+rx9va6HzpACUkAKSAEpIAWkgBSQAlJACkgBKSAFpIAUkAJSQApIASnwcgX2f//H+en+3uKTywFmCnBaQaGBkCOyiu3ogap/Ee5A1Q7wWYNqdKsCbrkBNkXAAuYCEKA5d7tGsw6BAYADFO92nz8b+MUv1ihKxzpoQ4Svn2DjsDFlAAw4dbWGPVbZGg0HM/4ZHiwQmPMLCFz6LWCW72U40juEpzWGM5Sdik/nMUZ8uj9BtRsA2Mbik3/affx4DD0QA435Ft0cV6N2r88rUm0cAAAgAElEQVSv6I246Kr97SKUE0csdCqAPwPuOv+NUJltOoC1NpfcyFmZDOYAKrfWGM4u5rrVijbn8xQA+zZMEdC+P7tyqL3r+FoGNnL45vbojp5C1q8DgHtwHE5oRlkLAE/vyBf+9b0B4I3TfE8AjI8ylAhARD4c6vmBmvXhCQCva6QzpIAUkAJSQApIASkgBaSAFJACUkAKSAEpIAWkgBSQAlJACmxTwCKgL0/h3G0XADgSFCLCmDVWAVPhysXhNXwLGCZUyC7B7I6kS/FiwI5g+XQyWGvRx+5aA6x18Gzw185BH2AIBWl5f9VvWJyQcCA6SCxOyceniwPoBjgCKKCtgJSgqwaOUWPX3sow29svVJNzqDWE7T206+C4RB2zBjCgc+6T0dkEz6eTAWDTbxSfW2N8fZI2LmPw9x+ipjIPyEsDXowX5x1sTpaPXdYgRwE7H+9q0tZau+4kbmMJoBzzmkHTNIgeLGYAGvrGxllzJI/ayVu0rzPMPZOvIwDGdRd7MiAcxD34LACUIJh6FIfkzNlbBvESAMz9gCayQ3jJWZ3nW9d4weJatrmtWdxv2QHsANgfmoDw0VLvfO2bHTmBeU52EfcO4N7BW8c9mEzElk+dkK91AI80u/Xa0ryf2w6j2xedyq9xAGdX7Vo7G1y9z5nbswEwG18YR24PD/ig/rt/Hvjn7XanN2t0L89l7AT+0jWA2/i6fd7Ven/OmuhcKSAFpIAUkAJSQApIASkgBaSAFJACUkAKSAEpIAWkgBSQAm+twP63P6wGsLlx4czlQZATblZATtbdjVhlxinT5Yvz+cV//tI/gzC83gCwQWXEHlsU8vWKGr/mHL4CbFqdYABgDKbE+mYw4FDZyJjXG3Zq5f7agLkOqpuLjAAiA2AAxHClRSxzPnoAnN/P7l/MGQDYXdIGVAmACX/RJl3AR1BduHWXcmxt3hHlG+NH9DPc2JwG4CZAd3UDl+ldHy1iFRo4EbU6zO4QDkBSHdllHBzP3R1c3s2xG/Cw0WbWAcb5iIxeig4mkKUjluudATDOCRdg1Afua9XGmEL9HgxzTTKU5Gu9A5j79Gpzb9HHXTRxBeLTiHCON++CDJO2REC/BABvdSgzY5YAGNHprjVd2isAOOuY9Z7u+fjrFgDO5+ffe2c13xMAXlIsvf4DAuAMf2NPCQBv2Ak6RQpIASkgBaSAFJACUkAKSAEpIAWkgBSQAlJACkgBKSAFpMC7KLD/9Y/r08EgncM0d1QGQHs0h2XUWL24U5Qx0LkmLs+9nBHXXGAeGvIo5uzGDSgKUOcgC7HS5mQ9mgMYbtbHK37uzdVpEaJn+9uHgDEh6plQt0WKXixmdA97rAPq4kC1MQZ8akjP6wpjXCUeOmKmY354J6BtREePADChLqAqY6YJmTPociBuGgKCMxIZP+mQziu3BJ73dzZ5A0MAwEeHpoB9mBtgd6gQABsu39RPAeK9+xoR2PnIEBqgObtpc4Qw9gD2Q4aCuYYuQSv6u9h8qR2u4eHO7KIrHx7od28/vr5+bR4Tr2Ut46mrNGD+HCQvR2PjAYAKgDvHNPrCez0AxuuE3iOgPwOfXRT1/O4tzuUKwnuHY4x/VCd58XmCdD+wP+7XkUvf51oa653v/XXz8Q9mtPBQxRQw33YIs9XRNXm8+bzh2Nacs2vO29pBlyE+28jbaiH7ZaMxrY1jbR5bFiads/gwyjPbyadf8d8KxLF70kL/uVNy/l/c/rdRA3hp+LNawGX66VmkF89cF0oBKSAFpIAUkAJSQApIASkgBaSAFJACUkAKSAEpIAWkgBR4qQIOgAFiw03ZmoEJN2oBG9wtQJfu0gzI4LAFtN078I3rPVo4QVW85vAXhwHgOzhbEcVsINLQnQHg/e7h0+PuYjAEEBUAGPDX2+KY/Lr4RwAM4MBY44O5be0vA2ZTYICxhGs5xoUDsHYP2F3ctzmuuo/yrUAXKNxAt7fl9Y1bvWE6QbMLOnRgPdYGRXoAXBV3p3Do8vGjaeMamDvagfZhd7ICwcdjuIEx5+bEDUc028V7Mc+A3T2Y7OGvL0mpIUvACTjfA2CCYY43A+De5Ytz6Byf6JCgKJZ3st/o6nbd2pjyxn4OAH4cgLXmRJ67sjO8yvub/d8CxnmMa5G0PbzFPgy9Yt+29QpwRgCc60Ln/vLvdJ6znfqwwyQaPa7o98WaI34xOnhpMJP939Z6zSFc9S57II8176V83nAIa+B0DbzWDgSAbyyxv/XwGZ+L47hnOoHX2lh+XwD45drpSikgBaSAFJACUkAKSAEpIAWkgBSQAlJACkgBKSAFpIAU+FkVqBHQEICRuv67UdiIOTYga5AXYPJ4RDxxwEzCwoDE8e+Imrd24PxcMzcuaHV3HZ7CAWyMC0nBnz9dducHcwgblLlYfw69zPXqILMAXbSPNjEOB5slipkQ+I6v+yTC9ds70ugA9hqqtV5pq2FreDWB1OZU9P7sfw66C8E7GJCl+5WaEAATxOV46JEDcwrdAiyj3dP93e4eUhoUhpY4EBV9OqF+MfQP4AuojnWKeQIY2lo57AYoNyBeCGu8H4Ae/0rpZq/HzHG5a7fAyD7OOYNh3iix5u1619Shf5xBgD919mYQHjWca43iAQD2vVTm0CKeo/3WT6zTHGh2zkycZi9Fe/PIaF5PmJ8fBIj+tjk9l2oJU7f2fowbEd95/ATBcH33zustQ9jq5H0rALymy9StvV4juOpU9xFfma779NXBX28NgEsN6VlPW0GybyLCZHzmFIf62vVr81gVotdv2z7e2uz53OLep9eUyPItm/ZmZwLAW9dC50kBKSAFpIAUkAJSQApIASkgBaSAFJACUkAKSAEpIAWkgBSgAvvf/2+a29rqyUbsMQEw4OvJAG8PgB3AAmfYF/3HU3zpj0jQYUyuAUPDloa8Dg3OGjj888+LOX8BhwwAp2LEDlitcfQN4FjhlrUSLtd5Hd87A6g4bgFgOoCjvWh3qZ5vFcrGcrFBTusMN5hCGJyhbnbg9lsuv5dhHOr+QscP9u/OIqDpcAawPn04us5Yk6vFYAeABdjFPwBp/G09uYU26vjSHYz+ju64biA+j2nkTKYzmgAYADq7hfP13Bdw6YaDd1pnGTAzoydDv355rg88ui1HNYLJlNjPKLK5GGonLmPfF2XN2XcP5l8KgDn/GfAcREz7PN3xbWvsientwYOmQQByHlscwDj3pQB4vj+nrt0lB/A3CYC3QNNb4HUpqvklEc6Tm+THAcC4v/D5g8/60WcHAffa/hjd814TfeOx5rjf2MyLT+sjoP3WVgz0i/XUhVJACkgBKSAFpIAUkAJSQApIASkgBaSAFJACUkAKSAEp8DYKuAMYTeWarIhYhl3SXZwGquJLbQPAnQM4rktO2QL/tgwNvV7O9s8swOezuVwt4vkCt6+9gcrDYC108MJ5jAPR0HDEzmNk3do5qbkLYIyDsdUxh2kkc0DKcNjm9/k7ISbhMH8SGB8tdprnDoH3JJp56igeOYIDCmKMj7t7i3s+3Yer1+dhlx8sqhuAEmMGJw+XLUAx3cgAqr509bhAr+KodjYO5zBs14t6NOiY9cKcc9RzdgxnpzVqAcNh7OWeS7S0r13pM2udncZ8vQHfcfRucw1j3m2uvXuZ0Lr1Fw8MuGvaHdHhWJ6te1e7l+02Rae/PRf89g8IYAQjuBt1sKcx2dlMWW7LCpv68fVQbgRw2/rOZ0f23N9rPDOv+RaT51p7fRs8f+n1tq5p7LfA75rT1jdC2nNbAfHSeVsgtC/wiiN3aztLG7R7/WVAdt44Pn/O9gGOBIK4h8a1fp/X33bwW9d/tdb2RmFeeFoPgPv7QrWAXyisLpMCUkAKSAEpIAWkgBSQAlJACkgBKSAFpIAUkAJSQApIgVcpsP/1d7Nw+RGOXxwRI4wIaDh2AYNvA+D8JT/q+s6OSGVGy96POzftt8+fnnZ/Plissr32WIYB3pEBMK4CAAbIvcKpa+TBkKbX8I1x2dVGNkugau16CQDnL+jpAGY72YnJ30fu4IjGtshrA8AT9yadXylKGm33bljMJQPgOqZSB9gjig2Iwwl8PGF+5pn2+OYAl3AJOys3uLvfB4TGAfiaATBhKqOpOVZoSN0499E4s6uZbuAc2dzXS87jqO1h/oD6BchnqJwBcLh5c+TzdgDMa2MuMQp3P2P/Zhet6cNjBKT9+hcCYLa7BozXADDHz8cSsj9/BIB5Zy05dDmuWwA461bnUeT/PgFwiliuE9oQfbw1onkLKN4Kbr9TAHy9PO0ezg/+4E58TrwhAObTDX4j95/s9Rb2X741B7AA8HR99JcUkAJSQApIASkgBaSAFJACUkAKSAEpIAWkgBSQAlJACnwdBQwAm/e3sJHLpdSbNQsnvsiGU3QNAOdhIyIZNWzhVK2OvwT/PMrZnZfmazXA9Psfn3aPBhJO9/eGTEsMbgGFaBf1fjEO/gQAdiCL8Tr8BAw1AOEIGS8Vt6xbQ+PonbYEkXwfpxJ04jXCb143Ape1bUzE5sF++z4zdCM0xjmn42kGhePaqAOMn4cCkE6no+lz3JmkNs54HxAWOqAmMaNWAR5Rgxlm6QxS0WoGwC0au9RTHgDPiasba2X7wIGxA+bYLITLa8CT8cxZR8JktJNr+64BYHcdF/cu5o24aSzAOAK67JVEUA9pX7So5CCdvRv4uWBpqWbwGlAmluxrHIN7Ndcs93Ld1jTmexx4jH9cc/UWwG2tZXd8vLrm2F1qN7eJ32eR2CkxYNr/9MoMvvM7PUDPfQxr7PLiNdDqDW2MaH4LALxlPJMx9cp2fy/VKO5Oe54jd9wnPqKvl6gB3o4O1Jb5Pc8B+307gPPDQn5P4vOpPLSzsnp6WwpIASkgBaSAFJACUkAKSAEpIAWkgBSQAlJACkgBKSAFpMCbKmAR0IFa8P8P5sbFl9b3Bhwjwtfw7/XB458Bqk73Bi7Ll/4jABRAMhy7rNmLxiPiFk7WAMCApv/5dN19+uuzR6De33/w67zNDgBngAsA7Aeipu3XFr8LSvm4Q3Q1+8kqTVy66Q2AW7hpAc8IgQkq4fDlmLxN1GtNzt0M9i5nuqTnEdM9SEabANoZiDaoVaKZbUwW6hxamgsY62Ec2B3AeJmw8Gz9UhJAWtRoPplj+P+z9zbskSzLVa5a6pb2Mdz7//8T8FzjCweDMTb3g8fYxg8YvPcedUsiVkSszKjsqq5utTQjaVbtM0dSVX6uzOoZ1VsrAudamGfTCm5XglMAYJfQxoD51By8NawzZcJyXQuAY8liPnVc9fyaA7gBZ7wQ4CA3nOQjAK7rHkCmA94Kv0YAzLE0h/KZoWVHAD7eF6sgecgRTJ0O2H9Ybn/Jgfuqz44myfcEwNVZXXVt96p9swYUBYBH5fLnTwqAsS3jcyc+0/tn188NgLnKTBOAnxmtgd8v7ASdlgJSQApIASkgBaSAFJACUkAKSAEpIAWkgBSQAlJACkgBKfDmCmz++z++vBzczRWOLoQR3u3uPPOsh4DOMLp4mL0zGEleBQA1AjgAYASNBjAGyOr5WiNH5AvArbX767f9zf7bk8Fl+8GsjvfmACZIQF7bAMHmDDanrJHQcLT6OAKQAqASTiW+jpC/dh199wfuVsdcyQDSvf0ejPrJrjEU8lGI3HQTV6AX/U4hrwesTmdq7zfWiW5irhoh7NgXQUr01SEwNNsi/LPFf374JXLeOgSOGcacbQ6hy52vDwA+tHL3dnPLBoyo47zbmlN7dP9mCOYaOhn1MA+H36X8mvPXR5jlCTXpKifUrPD5GAD3kL2EuNSR9cYcwNUdOnenjAC4QmVe48sKrM85jDmGcb1qULWuc69hm73OGNk67zHWGR3WVaM6J+YIZgho3hvc/3yBYE6Huh99n9r+qQ7iOuY1J+57AOC4l+dDgB/1V8MFY88NgjNHbVtPbqu1EM3nAtpTAp+6dm7/S+XOzFG8tj5nD9/XBPAXOdiXc/6e3d7Jgpc7gZeaW30B420G3P6+q80xt/ckdPvpiNZvNBo1IwWkgBSQAlJACkgBKSAFpIAUkAJSQApIASkgBaSAFJACP7sCm7/9+/0LHF0AvzgAOQGAwReMITYnL0DCvQFGnHMAYOAqwgIHCA44sE/o2Z2lASDgFoscvt++HW5+N6fx83OCWnNyAgAT8DqkBGUGADZH62YLAIlxADwEFAqg28eGawCUOCaOWzfMhjN2PIAYDodwLPe6/ek8viP4pJsZ/Y4Q8cVC8AKgIfQ1XcTsyx3GA5CqrjmWr2GS0R4BqaFfZEc2kPp88/BgOj2g/ykANntvzttgcaYDBvyFGzr0mOoSwNtgMOY90knMOfUfARzqcY/MOYW9rxnX7JzDeATDMc4xB/AUAGNPsB7BdW4tnydh7FM6yMd+R7BLdzBfVPB9cAT3+5yWAPBcSOIlLY42IU4MALiOY7Z8nnwvAFzvoVMg+D1DQAsAY0Pn/v8gADicv4S/GNt7kszPB4Dn7tX4PMm87VzO95Tt1AeGrkkBKSAFpIAUkAJSQApIASkgBaSAFJACUkAKSAEpIAWkwE+lwOa//M1vThQJKgE57+8TABtbBOyjkxUA2PM/wimMvLt4mI00h/ln//jkEBigDkA0wGqE6gXU+e3bs/353SEyziOMqEU7NrDZQ0DTARzA79agprmRDaRW4ASo2ZzC1hKAZ4N3CSEJ7G4zByPAdj0whHDE9lDPvO6wM8NC4xz7rpC5u2m707YC4GNXsCPliRO3uU4NvmO8NZcwQC8cwA6A8f3di0FgywVscN5TSxY+5EDeFzGcujigyTTMNCB8wAiA3Dq+pssAhBE6mnuDuYdZdnTlVm1H+FqvEeTSHRf6Rona5uiE9R3TAG1vccwxijFPneebm73BcNTdWhztHsIceoRrfOloID73r481LfCE9msAeM0p3TF3jGKE8jOMPrQaKlYHPa5j53DtlubXw2Dj/sH9gZDZoQfDokcbx87l9wTAdU+MYz9yVKdjnuXaCxcJUEcjcat/rgN3cXdceeHc/j8AAMaWiCgR8fmRO/VKAc6tfh0M/l4O4KXZ8J2YHjkiSl6WG/lcrVROCkgBKSAFpIAUkAJSQApIASkgBaSAFJACUkAKSAEpIAWkQD6H/vt/eGoAuEGdrbl1Myw0hQJY3N0bVLLSj+YEQ+RVgETwxlsLUQzwtreYzsjP6g/dM38pcv76j1b+v/+jhX6GM9XOeUho5HM1dHmX1tXoH1A2XMBopzlm7RLCFhPoEABXR60/WB8dtwRaCUZR5sXKjMBsGi751gBwlKntsS+eY8jmJQjI8cR1gPAe1nYMz4y51lzCHRiA9iLeNsJVGyw3DQDFqT2adDerO6ThhMY1wPdNy7frc/acnRHi26F+hogebwSsM8vU8N8B9QP+uPs6F2LORcwlGOEbncPVATw6f9t+swtLoZ+rjgSxdP7W+tT/kOG8dzMAmCGUWW9cyxEgjWGfq3636aKv584FwOeC35hTB8D9foi91cKkzwDgpbDKEQK6A+C5cNDjWp4CwNO9HWqM41wKTby0d6hpuL6n91HVWwB4qs9bhIBGkAEA4OnxvaysAsDjZ7R+lgJSQApIASkgBaSAFJACUkAKSAEpIAWkgBSQAlJACkgBKbCmgOcAJnT5Zg/5HbwaZEEIYQC45gxujtiAgACM4XiNMnSUMlfsoYXiDVDwP//p+ebb75Yj2OtEGx6OOL8S+tYBAwyHixXgMhy8HtoYcLn1H27gucPDHz+b+9Ogpodxpms2HcSsE+V6Gz4HGxscuWNoaYZ1Rj5jj6NscNZhdHGGol3DtN48w0hzvoTG/Jmu4dGR6+17Oxw0wDlAnYXANpD5YH8gIzFM1eAOYbMR/NrGNLpmA94C4C/nWK0gs4ZennPtVt2X3KoVHvp6loJLYajR7ghPN7CLY++V+hXGVyhdwZcDcrjNJ/Vi5KccwFwj/zo4y7t7NjSmW7jq0d3G81rXuYw6WGrso6Pqm1IcgdXq4J3uucj12+Fs72BcY4atjfrUaTqcOQBcndzH+y40mBtfrENcPwksbf8vXl9z/ObwFx3Bx3J/jDNrTmGOEvOfKXsNAMbHKvQC/MULJHPrs/RSAYe13P8a2OX+XCt3epnkAP4Y21ijkAJSQApIASkgBaSAFJACUkAKSAEpIAWkgBSQAlJACkiB76vA5n/8z0AiYKDfHp/dNQr4+JKuyQjlHCGRcRzM5QtoBiA7AuAGduE+tWYBgZCh9td/Otz89hsAZkBRQmMPK8zwvxm6t04fuYG70zchboJaAmA4XusBJywPgN27hCIeRpowC4CX7TAWp/1M2Muvj4+Pfo5AGO0yHLWpFN0AShHSloFsbyPv8BwAfn5BSOKAzEuAxNegOpDhAjasa7jbHMC3N7/c727MCIxTDmkaHHUw/nKzz/zNuIhQ2jxeHMDamBsAjlDIzBWMcpgv+64A5ZTbt7WfjuRY52i7HvzZ8zoXGjeXK7jW8/HYZvGXBrhp0IchchwBeSvwnnZMgDUdja/Q8alypu5p7yd1mwPAcMJPdBjKznWEec+5f2uIZ8oU6xR/sKI+BtvU/iULLQFgnh8BMHMgz8HxunbnOIDnnOEdIL8lAK5rlnv7ZwfAC7v4WgAM+Iu/ExCxgff0eF+euoEEgLs6/cUnhYA++aGri1JACkgBKSAFpIAUkAJSQApIASkgBaSAFJACUkAKSAEpcLUCm3/8X4F2wKq+WQ5fC758c2e5fp8e95ar9/lmt3u4Qe5fcLInixYNAEpnLKAhYFxAuQj97KZYFAeUsu9/N/CLP08vBhBetp7T1nPhuqOyA8IAy90F6GCshNRl3l+ELvZ+APvcqRsgFUcLhVzCR28Q3jYBKKAaYC3clS/W3+SAW7bAXrQFtzHP1bJ+DY5idx53GFVDRBt6nrqH0amBV8/z607ePm60PcJgX4kCgH2OVi8cwc83xoA9FPTW2wnN8QdTxbjM49v03JqONScwnIIA4LvdzstMcw/33LEA/027XJvR6TzCS3+BIMfNvMEYn0Pq5sCOn/cIJU43eDpsx9y/DbiaHsjnHPsstHHdEgDju8MTwmQHUB3B0xQAR55gHAh9HEOYd+mOztTqBB7DRY8A2FtdcFr72MsLELEH+i7DXiV07ZrnPrH531qBdt3hd8/dy/007ln83MtNX5xA11SgrhPbOAcAxz04va3OBcDTWgs/yQF8lky10GsAcERjsJd37GWa/j7NfE5pOYBPLwlzAEeY9a5hu8e+VyTti3eOKkgBKSAFpIAUkAJSQApIASkgBaSAFJACUkAKSAEpIAWkwGdWYMMcwHCqPnp+XgOLD1sHjQHyDDKas5HRRRFWuMO8gJEBXgNAOWR1528QrN9/s7DPz1sDwHjSba06UZi6LgHjADOrC3UpNC9DRbc8suYArpBjAtFsrM+Hx+6OdABsw7Kn8gFOe/hozo/wEg7nGgKaoZ/pfIbhEKwLeXd93klKHIpjEMXC6eOz+dPBSs3m4ElzcqaO3TU2BcAMnf1gYbIRHXsOAHNjYv18OQDxHUiGAxi5fvHH51HcquH4M7TqLu9w6h6HYw5aOTp3AejrEc5dYHe0l7A64WbNK1rzAruehSQy9DTN2tC8aZexkqE7AXAdV98bna6iHYY97tHDzwPA49z48xgCegn8VoBMADwHyLGrTgHgzVOfzykIV1+OmH5QRf0Ryo+gnnWuBcC9nanOFwFKAeCL/665SF/fc/H5Hs5yvATD+1kA+GLx/fMxalUAHPddfn5O38N4TReqIwWkgBSQAlJACkgBKSAFpIAUkAJSQApIASkgBaSAFJACUuBIgc3f/oPZeg0BOvSrbl4+oDbAViIIewNwbgbMCxfifm+QF9/4026EkN46bES5Q8KEzbOBRnctRk5ftwiDS1o7+/3BAXB19NZQzqPTEm5hOoTpAB6dmgEy4LjdT3IZY/yoe3cX4ahRZg48I7R07RfjCadzhMSuGAuwr4XMztDYiFIMiIlQ0XT3Ilq1g0GnzeFiDU2OodiR87Q5ZemStnbNT43Q3Lt7zCcg8N1dXK9twkl9C9kTRlSXLtYswmnH3niGyxvhsN2xm5AQ8y1O1hHWclexXf48GYNtIuwZHASeBMvu6E7XdoO9HE/yJ7p0w/1tALgB9m6hiz0ce7DnoK0Wu4DR5x5zOXyXgCoB8FhndDgv9T26brEl5vYFteMal2jY504r12CqQ3fqRjPjz3NjuajDLLzWTn2Bozqca/hc3D/jCwCLY/HQ6ctHZCF/h2Mtdy/j0a91vdbOSv1LADBfhoDueNEHfxBs/JwXDI7v+dB9uf9zdf/cOYDnlic+m/j3gsJBr90Cui4FpIAUkAJSQApIASkgBaSAFJACUkAKSAEpIAWkgBSQApcr4ACYUAy5Y8fDcGc+yA9HIuDro4WHBsxDCGE4f+n+BdN4xv+Zaxhlnsw99uL0GLl+YbuE2zRDLwP44UG4ATkC3R4Wmg/Iu0OXEAIA9smcymMOYALfGH+EAAbcfX42V/NwEDRXlzFBcoDeaXhmVMf56GM+9DQB8NYcuQ6KTSuAVHIeDyVtkNYdsgVKVQBc3b4jAOYUGP6YrmL3VVu7D38IUF8BcIWPFQATvLpz25cg9CKIHQEw+qYz2tUtEJU5ZB2Cu2O8Om27S7i6iBFmnKGl0d7YBl3DDkqgJUE0Qld73wDn6UxOgaehoxkOGWW769hfOMjhjY7WukW6O/gYpi/dYschpwnqO0R37Rb6vxQAt/shb9kRTI8hodv+qYS1TOa9AfASUB51EwAedth3BsB88cBD+AsAX/436tk1ehoA/5g7l4ef3b4KSgEpIAWkgBSQAlJACkgBKSAFpIAUkAJSQApIASkgBaTAz6zA5u/+e01SOnVbeRjgBGgBBgIAA4YCxHr4YA//HGFD4araXrwAACAASURBVEn9Zte/mfM33KAWahl00gFwgEPwjDlYxpC/+OpA0l2p+NMhcAC0ErY5QS0eoCNfb3WpwvUaZQmACSYBH+Hu3WTY5ghhzSNy/ob7twFNq/rCENf59cjZZhoQ/vo43UVnWmXDEU65OBfz/Nh3zPG0Kzjq4I/pg+Uzcf/ZP9vdbHdwKB875lxHK013LcJAA0QTALPPGs65hsTmdf+a8PeUO7Y6elGHgBffV1DMHME4z/WvOX+9brGfIwdwB9XmMEceZ0wfDmenu1zFqkF/gcF36DB+1uCYfYwDyD71AbEE6sfzd7YGER49WvP7ZXBVT+Hn8csYdR3Yxi3uvyG/KOdACBxrEC810EHc910C6gFMLwHptVzDo1bHTvY+/zldzwLAqd+pdWnX5ABelYkfJ/hoOyBHOe7zzK19yv07v368Cdecu+cSz7V2Tk/vEsf/qlBvWqDn7L7bnh+V4E2HoMakgBSQAlJACkgBKSAFpIAUkAJSQApIASkgBaSAFJACUuDLKuAA2KGch6Ts0JMQcpOhdgkCAo4BkgagfUp4+mIhnhFM+tffHi2XsD3c9tDREY7XwZNdY9ho1GeOYTQPJ64DV4DJAoADxHYAUJ25hHQERgTAFvS5OVpRv4JauoTvzKX7ZLGpo+0pAMY1QMcng4ttXDYmAFwcdDtzR7D9rYeGDqhBeIyyOIev4WoNqHeX42I5nHPXsJUl+G56F0hY14D9x7lnCwN9e/OHP9nd7O4YM9ncz6kpiqBrhq8GBTwkyGY7dAG3nV5yAte5VqAyF+6YULfm8HXamUd13rIsoaTry/UvQJJtVQAM8PtoLxp4dmHbZ4Tb0U0H7XCkHzuIp/DV9c8w1BVYXgKCm0YLIaY9JPgMAGZ/nDdgduyhBHGL1sAUKHNPA/ByH3EPzsHaCoADHMe+XnIAt4XzMR1D6bkQvyjW2xuc0CsO7E8BgKsrdy6U8zmu3VMhoM+pXxfmxPfnhoB+svdkagh35H7nPjqzq8n+G/O8H7chAExNcO8iOkS9fy/RXGWlgBSQAlJACkgBKSAFpIAUkAJSQApIASkgBaSAFJACUkAKjAo4AEZI5QrsANpuM5ctAPCTucIqGHNnrYetdNuvHVsDijc3v//2dLM3CkxXcADgOAC07u/v3alJEEuHL/rHAQgHCIHD8/Q6qO0hnN3p6fC0T4NMCmM0hJHuzXB6oqyHnfZC4RzG98j/yzEgRDTmfpfwNkI1G3hOKM7+uxM1OmeOYs7hznIYVyDqga8HJy9B8G7X8ws/JcBz9zAtrA7FE7bNG0FtpgEIEVob2mItEP75lz+5t9Dc8G1jXpErN4BcBy7h7I55TNZ1gJd1Ph24I99wtFVDSfv65cJUmDpCw0mIaIzDndrT9YTLHDmhax/cHwF6Y48hVDUOrF3Mr4LfEA7zrzmLo69jJ/b4ogBHRMdxH+H0u+ri5RhjXeZroH+sHOpx/CxZIXyFz3PQnXXuyIHzRYk5EMy1GeFv9BE6T0No95/zBm9re2o9uWUJs6PfGOmSE3hUaWTMlzqIj1R/SwfwHJitIPcUuD0n5+8bgt+6f5f2Ls/jZZgDPnd9z+bnRC4ccpjPHcv7+63drF/bARz3HjSP/OU1DcDauum6FJACUkAKSAEpIAWkgBSQAlJACkgBKSAFpIAUkAJSQApIgSUFHAAf9hY+GXlZ4ULNUMWsEIDRAAEhrQO4AMAAss+AcU+3N//06/5mv4/QocxTG23EA3zAz9397gZ94Yg8vFba2kLbzVGcABj8YbvdNYhaQXAP9WsNJZ+Ih+cAe4ChMcaWFxVswwZMmORgOA/mPWaOX5wGIF4KCTyFmwmrS3sEyzFHZlAOAEb38HaXLs/Mm1tD9XJcR6AtJx0hqk1/g72TvLsGugC4tzZvOIEfdtaSn4u5BwCnq5SOWTufTt8ajtnXK93DdTwVhs7l/h1BJSHmnHMU7fr6JwCu4G+fe4TrR1esa+pgKtzNbY/6npwC7QZXbf/WuZ0LgLsTuQPk1uHMNyMIxgpPX4CISgTACME9zoGa4OtbAuAOlTL0dIaNjhHFXjwXAI/7cwrOeyjv7rqOGl8LAOO+Hxys/kYM9+TC9VMbyBe/1m+7e63WyeunHMDMo+3O38ZZBYCvEvzsyh1sCwCfLZoKSgEpIAWkgBSQAlJACkgBKSAFpIAUkAJSQApIASkgBaTAmQps/vYfniy9bYBBx7fmvAzYavl7dxYO2QFiOCYdYqaTFo+vEXYYkAvO31/tz7OFgfbckQ4eI19rBcCRB3djoXv3LUyz57BtINDypCYYc2SZeXwxsufMTYnve5jcCB8deWAjx25MI0JQVyj4BIsyLqXLlc5dP+dO3Qj5DCdx5DcGyLbzBZCibAV9I9ikw7hCFwDu8ZhCs9B+hMAjMOPPLXy0LcxcPlsw3lu79n/+HztzXNNtjdDa6Vy2+WFIcM26jjUFNLQtdtwxLy9BKhy64a7G/0qI7ur4tnarfqMGzVGc4ZuP+sJwaVnNMTHMM9hvKw/gjxcXEgIT/Hb9DMLTmTyEYPb1TPI1grJR/6NFzBOLOZFt/nBi8+hO2HAAY5/P7Yva3lK4bd+7uVajw3YtRy/n1csth4AOxt5zDI8geU6TSYjvNINyGUPv+ZDQbOtzOIDXAPCMMh/IAUzY23L+Vucvx5kfW+3jYXAn0wG8dN/0fX+tI/jrO4Ch1ejc5329GAF+6QNJ56WAFJACUkAKSAEpIAWkgBSQAlJACkgBKSAFpIAUkAJSQAqYAg6AK8gEEIMDE25dQFCGCia88fS+AKVGau7vtzePj4ebb98OFs4WxGCLR9kJUwP0ILIyna8BaW+aCxjXwRUawMsQ0A7zCqhFOYeOBIEVDDMHqoeGJhSFo607Qp8swSVD3U5XPfPuJgDGNcBwHw/aszEQ1I2gg+PzsM4ln+7EuYncjphjgarU0edeAPkS8B13aYBrG5dB7goIvRygd4bs/sVzAt/aOtL1GdAUIJ0AOBzY1lZx+zK8s2sx0Djq//i4d1cxhk/n9pyD2Nd/mDudtVWnU33N3aV1XHQ1Yx2oTYSEBu2FJrEPhmG4MzrWIl8MOLlGx6PA+KszecyHDLCOMNaEnz2PMdauA+ClfTX2ODqMsW51Xsdgd/7Fg2NXdgd0FdRWsBy5gvsLFbXc0ThLxOAGsTykOfWehhSu859r92OGgP48ALitD+7X3BLu/MUf/zwgYOXF3A8CwHMfPW94bgq2CYDZQY9+8IZdqikpIAWkgBSQAlJACkgBKSAFpIAUkAJSQApIASkgBaSAFPhpFNj81/9mCSDt8PDBu50DAQ8HjTDDBrEAmvgw2tL7eo7egwPPjYFi5PyFnxFuUJQLN2ENd3xnSUojP6/hYXMUe+7T6uZlaOOkRXBwAkJGiOjI24uDzuAOhwNAEmB0t7CVB3Dy8MrhRMZxews4HYe7mdOh6tA4yUg4gTugYt+oM+bQ9XMAxAMAbmUN0Hq45iGFJtpH3t/bjYWZdm3plO5j4xjrLmyO2bIeEwcygDDWAVmWwT6tYziB//BwayAyImU79LGcx5sEpFtbG2JCDwMLqOm5kzs8bOAy1wmOQITshn4A+vY/p6sj6K1jH7/38U2gYMCo2kZzcw+VMcYDILbPFX33EOMNANv+2W4tPDkuuYO9A+AONgklj/MBs8vmeB2czb6/7Q/zFE/WKcN6+56r4a09p3R3oC/lDq7jmwDR4tSujuZ8zyFCfZe+29jh2S/7e1yL0XEb+7evTwWwDeja9nDj/QzUJSyOduIene7j7gIedT61Z3rZc0odlxnnOY7rqMZaPt5Tjl7UPcfxuzSVtb4vkaCMg/cBvuJ+f564/6cvDPCzEPuLn5Vz3S7lAl5f2zVn7/ELDPPTXmvnErH6/XlZrbconekEhlzt8Vk+tl/nfK5ObzFGtSEFpIAUkAJSQApIASkgBaSAFJACUkAKSAEpIAWkgBSQAp9Fgc3/+ze/Bsax/98ZAEYIaBwAAE/mut046AKsNPDnANEAnH2F8xd/UJlw9RgAI8drAENAR7QPByqgKUP1AiAQ3KFfXEN/cB8DwBICE9pS2OqojJy/GeLYAKdDWUwpw1C709UAMFy93fEZD85rDuARBFcAzH5HEAysRwdwrQ8w6U7inB/ro/zeQmADYEZI7JCfLmlqMecI5rWah7htNAfOHXIjjDfCMz9YGOJfftk6BAbvcaesTT00gQM4WmDeXXyPcTF/7QiADw6OYl3cLWzjb/ljQVwLWWOeYI4R/VXw5tAyIWLPuRulu1txStDRdwXAAN0V3GM6eNEgXg5w5NqApm/zBi37irTvEux2wJou2wKAvQ28xICc1qYtwetcOO6JQxviDyA55nlmiNyEdWNu3XMAMPpZcvCO+sc9MQL60HgNAI8vUJwCwDXk+SlA3fZ3frMKbscK+fPPCoAZCSH2fuQhD8d/3mdN0HmQiEgPp/apAPDChrv49DHI5j17DIEFgC+WVxWkgBSQAlJACkgBKSAFpIAUkAJSQApIASkgBaSAFJACP5kCm//vv/7mT/gBa+7v7xv4A5d6NIcvDJbhyDXHrxl5H/cvN7/vHy2Mcw8dCvA4gsumo7vhkrqlpdFdsAaC3XHqgC7+ODA0QAHn5Ha7szII3Yxr3QlcXa8ETp6P1o7DAaGJs2fA38zh607cDBvNEM9oM4YD52t3ClOLuI7xhHv59hbjeWygOcoFNDmGygi3muAETuOELPy6t3EiXPMIgAHFkOM32sz6WXd0AE/dv445m+QOy5EbF4DXzt8a5f2TPwHUNY0y3TO+9z8JcMMR2PMkbw0CM0RsjJtzDccsQ0WTXwK5+wsDuZauT8mhjDoApuRN7kKEY7XkWK5wcw6+o02HV1jbpwgTnqbzFq4a4Z+5huyDuYNz+022I958CAgLMB/icC9yf41OYDptJ+B5gUyeDXi5bYeczFzU45DPcYXdYuSXOIB7yOhohxqxzdHdewoAt42X+5Z61fGxzJxrmJrXdpa+H2WeczDXunW/zZ1f7HPNhXuNw/ecibLM2jiW2srxVX1wv3mEBz/Z75O5Jtr+yIvjPl4Dv234i8R+zbl7rrN1rZ1LxL7ghYzLmn11aUTQKAEZXt2OKkoBKSAFpIAUkAJSQApIASkgBaSAFJACUkAKSAEpIAWkwM+lwOb//9vfGwCGQ9dDACdLhNtzk25P5HyF8/effnu8+f3x0UDl/QRswv3bwobC4eugAU7R7uB01ylcr+WJdgcJdBkGbI4wpR0Ac1kIBjsQ7blJ9wamAUI9H63nBO4hnfvYDDwX6MjxBTSNsTL8dAWAgL37/bcJ4ERZwmkCY46zAuAol8DSvu4zhy4BMK9hXO7QczCdY0kHcQXAaI/jpZMS4LiCtwqAcX53b392AOkYTMBfuHfvaQG2H+kCDv0shHLmBx0BcGiU+yT3CsDsEgDmXCoAfjJ3bg1BWwFTOIcTvC+BVeQ7Rt+IPj4X+tjXPt49qDmOx37cqZ0vIezNNY2jQuT6cdBcvt7wNJTxCInP+RhhaN0xHPRc3SUAbDL44UOa0YHLW/cG9w++kjfPAeDYgv1FhCUHcNvzJax3PcfvK4ycvMCQ98c5ml1a5hIAjPG17bYGXtdCQLdJn+nwXprY2jiW6g0AGPdaOID5ObcMgBn2eW7v85wA8KU78XXl7VPMX14SBH6dfqolBaSAFJACUkAKSAEpIAWkgBSQAlJACkgBKSAFpIAU+FkV2PyXv/vWCO32zsIkZ95SQGCHcADA9t/L8/bm19+fbr5Z+GJHc0meAIbp+iQwbXDSHaWZoxVuXzhxHUaa09ghn51rIXnTfVoSHhL20uEb7YaDrefwDYcwDoRWBpi8s3ngQOhpHADbOODmrbmEMVeMD/UBmxnuGO5XOH550DnaAXOH2hwbys45RdEDYRdyxgIyYZzhoo0Q0A1OF/DbXMUeOTggN//UHMqjU7iOA3rfJUAK+G5/thGWG5Ld3VnfVoFrQYDry5u0zt2wrlMcDZ6n5gQThKwNVM/kzaVJOZzeXcM65tYPXL4JzR1OluITJpypgGtO2mgvxzsA4LamOT4H5VmYYw8Y2sFdDe/sEK2QzBoumuW4X0bNmojU8kRbY9nats8vjY8tBPSoZ84v5Wnr2fc0X47IMNcZ9jnWvoNz3r/LIaSrw72b/cd7h3tqBNHjPNd+vhQcnwOAqyu53cOv4bZzsHYJFK+BXdZbK9c22fGAOa9w/vaQ+Esacy/NXT8X+B7t20UH8NpKn3v9azuA6/3HsPz4MLz2PjpXXZWTAlJACkgBKSAFpIAUkAJSQApIASkgBaSAFJACUkAKSIHPqUADwABZ7pp192fABEDIWzg7zWb5+69PN7//Hrl8u0MVjtLqmo0QzhUeEnBWaHlnCWmZNxdoEcC2hvwFkI08swGUgiGkK9XbD4exgzrPKxuAFHlvMb54OG65ivcGgAGcDQATsjroNSCCuhgHHrCjPeYlRk0AagRPDsdchKrGGBFiGjA8ozRHKOICZ32UA/h0xJyhlXeWm3YJAKMudXX2U4Cew1tA+ISiB5sDgJw7lTF/+4+wG+3gvH8FzM8Q1uHQxnhvbu4fkI85IXBze4czusJQtjXOqc6z5f/NfVDd1fWW4PkR4LHMnEN1DgAf8aQBADOXcO27wumj/jJXs891AL9z68nc1Sxf24u9OObP7c7cqUN7CsC9L6vMNa7jr+NYApqji5hrtgSAe/vzABjQMI4AbOcAYJQbx897eO5FhXGO5/z8XgB4HN+ruGWDtdBsCGE8guA1sPuWANg+Ky3ivh+nwGF7maAsBLGyAPA5u/M9ynTA3V4Eyrzn79Gb2pQCUkAKSAEpIAWkgBSQAlJACkgBKSAFpIAUkAJSQApIga+hwCQENB3AmFoHLZubb7893fz2q0FSt3DaH3OO9nCi4aCFuxUHYSe+D8dqd7hWeAOQBvBqXtt06E6BGAAvD0LGALY9169D6+pOdYdwhOflAfiHsdGpi/EdzIELUre19sBK3RmM0MsJMe939z5PP9fCIAMIWzkrg1DGoVGMMeY1deAFCIQDN84H0O7f45w7oq3/6gD29gYAjHMAwEfaOnCMNqt7t0IegBuMmUCLfT78cmsgGKMOGM58v125Hra6Qt5pWOj1nJlsewSU0MwBdXY44lDfaTlo17I5xesI0X9cgJcZy4B94/DTRITTmYe7IBPEu/Yktbarq4uX5edALN2/LI+yc07h6gA+J7zzdEbj/PJljBK2PPqNcs29OuMARhnIUyEsQ4aHBh4H3NsZgSfb7aG4e6j1yfyKGxrtoP3uWD92BJ+a6znX6mfIJW7dYZiL8+UYrgPAMzP5zgDY7wXPsR0vFZwD4C9xABMIn6oz3h/nrO/lZX4OB3C/X/n3aihVAmZcLp1qSAEpIAWkgBSQAlJACkgBKSAFpIAUkAJSQApIASkgBaTAl1XAHcDucEW44G1AHgcGAAc27cdvBn8tTfDLM2gaHL/mFL0FvO0A1EGn5ykM524LA+wUJR2Edh2QEkcNo7sxSHFvjls4gqvT9JBlK+TZbiMsM5y+dw6cCVSj3T72CNM7gmNeh5MXYM6dvkYW6fIlKLl/eLjZf4NT2GBWumyhB+aCdu/vA0RH+Q6BR/esO3fTIQx9mH8z4Hm0PQJgrEN0lWAzXb8ALnRRB1ifwmTOH1/pAPZzAJ90aZNqmesVLuaHX+5ufrHcwJ4T2Nc9+miae57fDraXcuny7phzoY4O4XonjW3PXWvdJ+cZHaB0Y4PoEXrF4kSOYgCSOZg3OlNdKzrfM08q90sdV91Xo5tyzild6859X+v4sAeQO9YZQ0FXsFnr0o1cnZtx300dhfXFharTNQA45pG5uP1FiOnLEWuanLouALygTgHMeM8BL0JEmPXxxZTltRAAXn+h5Zq9+7q64/0qAPw6HVVLCkgBKSAFpIAUkAJSQApIASkgBaSAFJACUkAKSAEp8HMpsPmbv3988bDJ+A+hJe3PE0Dg/sXA7/PNo4V93t49GEwwwGbswN2kzxFaGcQN0AC5bB2UEh4ntHQQlCQJZcbctcwDC4cu6hKKol4DyQascI0hm9Eewh0jrDMBLMGXh5bOHMF0EGOYO3P0TtzHGQYa4Jl9wUPqrlSbh4NEhJOmA7WAwXAUwzkcIV4diBeohnMA4i2HbwLguq0qOMaY76x9htwdIV44OI9dfJwP+o8+h7y1Qx2W8a/uHAboPdz84ZetA+3oozs2aZBlIFtCZOZeRjt097oOBVi38QwAmRoshWmuGnVX7tRFOpd/l3mIKwDmOG9LvkxC0Vi33Js1t/AAgOt4KkQf90WdP/VdA7ksF1pFTz6mBQBcHckjNJ7srcEpjBDuFWTToVvr1O9jHxVncd6/o9uWgJj7kMMeQ4AzIvoSBB6B/tK4To33VJ0Rap/jhJ3qcemIsKBYyDeC3ueGii7D3O8Bf/NE5mq/ZBYVBDOH+FL9NQcwIhfE3p56/NdfClhz9g4hthcnuNbOaWVO3WuXaPpWZevnYv3skBP4rRRWO1JACkgBKSAFpIAUkAJSQApIASkgBaSAFJACUkAKSIGvocDmb//h6QXO34CxcOEidOjtza//tL/59TcDvcYXtw8BSvnQHmGN8Z/nzTVw6mF30+lX3aeoUwEw89ROgJTnne1thys2cgu7GxVhonHOHLTBEACAnzxPMWCTe9wAiO1nOITpriVsxgPz3f3OxxhQliF1n2+2SIRrBxzBAbADYu8tRDQcyXAZV1dvg3MOvcMFTIcz2kb9qhO68rnWfL45briOo2y4p11917GDI9cuQ0cTsHPbVQDc4VyvO+denUAX5L69NR1tzX+x9b1/uHNohC7DlRx/7goMPHISUwE4odM1WwEbw3NPQybPA90l9zBhZAXQ1MDzVfva1zDH0X4fa89rfASAZ8Im+w7Lufjq4qWAwcG6BIArpD0HNM65edfA8RKQao7mGQB8zkfVUujmcR4VVtf7WwC4qPwDAXDA35KDWAD4nO2/WEYA+Cr5VFkKSAEpIAWkgBSQAlJACkgBKSAFpIAUkAJSQApIASkgBX6QApv/9o8eATpz1N4Y/Hy6+R//+Lud2Jm7N1yhgKv4YyTWc4rC1UUwBABM5yzB7BgKGXMbz9H9y3mj/QC53UlMAAzHLcAT2u/gs4M9AGI8qAeUdXBs7t0K7gIeB6ScCw2N8p7a2OpjDE/mEOa8OT7W588OHz3+cDjMAHQ7iK1u6LhOuIx6Po4CgKlPtDF1tvGn7jgOJ13Xs/Z77DpcdFgCAEPvhOJwAe8eoj60JlTF9OrPhKujQ5c5hJcAsDvHre0x1y/6o1uX4NVdqFhP2kdRJivOOYAHPutzqCGMa47fMUxz1WeST3pwNFfN6x6gXs9mmz/YCwvYi3Nll+7vNcA0vjzQ1if1iNcICgAfAHBJgzw7hO7gnc/duwaA2ei4PsfQfEmB9z0/7o3BiLra+dzeWq30lgWWHMAzDuOD7UGG2Ue4/rgRznXKzg+aObaXpiQH8Fsu9npbcgCva6QSUkAKSAEpIAWkgBSQAlJACkgBKSAFpIAUkAJSQApIASlg3OjvDQAfzHkK2AqH7u/m+n1+urMIpuamxdN9A4XuDAaYNDsoAHB1+dL1GOA0YGS4cCM/Lh2uELu6Uht4snKEvwgTzaM6gHcGgHE8mjMXx9bK1XytOAd4h74Ab0kZCVvnvnqdTCDrANgH2J29Mb6OKysAJigMWBs5j2OuBKgBgAl5Y+5xjscIgHG+uohZDj1EWN4eSrU6TQmg51zA0eYUuda6Y5vICfxgOYHBMCsAjvnF2rIOQ3TPOb5Zjg5dQFuAqVqf6zeGkW77aQEAN/0GZy5DfsNNTTdslO0hYAmW2x4rTl/uoXqN+lXH7xyQZTm8oOBQPXXivmuLPvPNGgBeApDM7ftWAJhDizU6PwR002uO7PvF6QsLp7R4j2uvAsD+mReHrWb7HrfSdwHCa2GfXdbpyx5T+Ou7Ocb9GgBc578yYQHg99i1y232Fyv6C1C+T/MDYRLl4fsOTb1JASkgBaSAFJACUkAKSAEpIAWkgBSQAlJACkgBKSAFpMAHUmDzd//TALDxz99/3zsAfn4CWDAQ+2I5ezORpJVwkOgAF0wYOX8TcuG5c8BaC5ns8O283JcEigSUBImEZi/WUViTu8M1Qpsip+8uIVX0y7FF/z3/Lh2/qOPjTUdpHSPKR7vhEL4FXHaInWB3CN8cgIz5f1EmXMkNeiboDQhOPEeIO80NPO6DEQA7TMTD/YTqKB/tmlsznabPtjY8EJa7fT+zDpw36gLcOEyoENTAD1j77v7u5t7CgqOLF9M3jgDchKgMVw1NDwnmCdRRGuU6jMU6hVOcByA6YUZ19bJd1OWxFHqaU0SzBMDed65ztE8HdsL5Ic9v7ZtO8gkARYjytm+m4at9PYpTmO7yETSfut+XHL5jHQLfet73AvZGGWNf//hu3QEc5foezlzEA9Cl1vzKnT06hNv6LgLh6czO/LhYlHDN0XtR+3Pg1T+HphrFHjtzgksjn8sRfAr8nsgpHPB3YTwLAHge3Hbwzbtv7fP8tQDYbv5Tt4WnUX6b42vmAH7O3O+3TDswAOC1dXsbbdWKFJACUkAKSAEpIAWkgBSQAlJACkgBKSAFpIAUkAJSQAp8VAU2//nvXl6+PR5uDo+GdMoz+VsDB3Dxwp2LrxuDji8Ah3C82leEgcZBeGro1eBhOHUrsKwu0+pSBTidOxwAO/cNAmBeZA/bHC7UOHdvOX1x0JVL8Iavux3GEAAXMNHHaOcJpyu8jf4Dajbg62W3Dd6OgA6Qk/OLOvMAGPC3Ak+CY/ZTQTJ1mMsjjHzLde7U3CEuwLVBW0KAtU3WILu1SQBMbaOuteUxn59v/mAa7ywsNHIwB0QzXQwKt7GWUMNwPYjh4QAAIABJREFU92LsBMAEoAzhXAFtA/4FAHONxvCmvg8qNE53aqx9d2PWchWGVgDsK500sL9kEHuLxxwArqC7guFRh6O19pDmx8DYx16A7ZKjOMabOxSwvkFIXECy5ghrjnWMfTNFvax7LgDmfDjmEayeC4BbuTO520WAdmaDvw8ALjl0fa/h5RC6+/kiwZWE8iQAruLRyTsPTLvzdyHU82sAMD5TcnrjvhqXQAB47VP3ba/3l2bi788RAE8+5669ud526GpNCkgBKSAFpIAUkAJSQApIASkgBaSAFJACUkAKSAEpIAW+owKbP/7VwRzAe4d3AcgCPtzRO1jCgQIEAwAj7y8AMN22mwTCCOFMWFmdvQCP4/kamrfO192WBh8O5mjbbm0UZgWjk5cOYABg9k0IjHr7/cGdsXAI4wAYwxHna47hcOJ212P/GX3dGcjm9bm1mLqAwx09uoDZN+qPeX2hN9rYbi3M9gzBqqASOrsz22CvO4IzRzLCbfuRAHgOtLPt59Rha2A7xhMA+Oho4Mf0sovICwwnMExm0TfCG6OB7ritcLoCfoZ/jnWIkOD8nmOgyxfb7nCw+Xn7EYIasuDcuDdG13DNNeswu8DVCoBr7mcCapSFy51tTHMAxxjotKtwmGPC9Zq3+GgfDwJXt/A5Dr3qPO4AGDp2QMm1Nev6VKtc30uNqpcAYO6vuRcXNnxB4AdDqIu6P2E7JQCmyBc7gD10QoHG5wJgi8Qwd+DdD+j+ZBEb5j5DWp3XAGCrLAdwfryuOJVnF+cdT9YQ0JPPm9zo/HsoPmPhVH/HwahpKSAFpIAUkAJSQApIASkgBaSAFJACUkAKSAEpIAWkgBT4sAps/vyvDSNkutvnZwsnnDl/t5YD2CFVAmCHhkYdDuZsJQDGrBwcI19rc9IG5CCsjTLxFBrn3E3skYcTalbbsZVpOVENXNzf3zsABuyMnMLdATwJ9WznMb7Hx71DETh4CX7QNwAwx8FQ0HPOS4JmgOcRqlTA2ucE+DIFwB2kYzL2J5kPHMEEwQwNjXHiGMPo1lDVAHh7C7HMsM+YzzTvbg9xXGEsvmc5nh8dwLXv2KFwAMdXrOft3cvN/e7uBjmYwRcRlRlAYc7RWwE4d3vNb1vhp1+HqxUvDiRgecL6Jrzluf0+IHcF4qcAsI8c855Qv9AHoLeFwPZ9jf0Yi1MBcB9nOtxbqFXo0fMLwxlcQ1NXoNu0GOARYXGdE7Wa+3oKAJfI5FE1ATABbnfiTp2qa+B5CQC3NU2wHM5jQv3MEV7XSgB4uqSvAsC42Y7f1MC7H/FSiMcv6J+Zc5tIAPjULbZ6bS1H92oDb1xgCQDPfn7YzazcwG+8AGpOCkgBKSAFpIAUkAJSQApIASkgBaSAFJACUkAKSAEp8EkU2Pz5fwapibDLT0+ACk/h9ExHcINmcGQirHLJa4syCBlcoWRznQIWG6QA9ARQxXHIUMHUJqByAOHxwDU6eTsADogXOYCnldAvQCm+wolM2HmLMZfw0XBy4hhDC+McQwPze/+6YCEcHcgoe+fzDKds1E0XqcNrgMgAZS83oUs4iQ02DzSvQgcA4MfHRy+LedUx0bFdx0jwTgCMa3Mu3aX96bmZ0zbq64q8wNbv/cPW8wNTjmZcRmjwom+F05xHnV+F3bHPIlQycgQjj2+sLxzZmHeA+9ApQFfknqY7t8PNer5CUA8FnuM7Au05mag7tcrVsNI9NHXkA2bY7wDIkcuY4+M+5z4bAdK41oufE6Y7xhQvVvRQ0u6m9r2Ueahz33K/sb210Mgsj6Uet7g7m7MBOoxvPcR0vGiBY+kFid5/L7twC2U7UwU6gD4vxPIa0F7UNy/Mjg1O3QG8LoXEXkxWeyJn71kJbof62J7I84uXIrAm+Bi+c+h/ncVzVr8S9WFNv7VI3whhf+p47fq9rIxx08D32gjXZjjszw/mCOboOCzsjZoSgH8XsZwcwZett0pLgWsUOBmd4ZqGP0nd136+f5Lpvfswr90/0v/dl0gdSAEpIAWkgBSQAlJACkgBKSAFpIAU+PAKbP78/zGqADukAQcAW8BWwkaGbsYsAIoAgAMCBXRAOaaFJXjEOdZDe3iAQZALhy7qAxwzJy/hIfMNo122xXp08EaeWQDlcM7yIOSsAJgPPpBDGBCu5v6tEG4SGhhwr8DYqDfUTRLEPjmGCM0coa7ruAJohYt5kyFg+RDex5igYhK6M8fhwHMGAFPfGEOsF5YQbkBoR0iIkM9wrXJODBtNoDq3O5mbGRDYAXAW2m43DoEzurYDWt8Dpm91tjKM8hLorBB2i/DSdJTa1sI6Y85wHTMEdC1/CgBjLHQOT4Fpd0hXs7n3leC2AmDOa/YFAVu/CoBjrwaU9nsEFmk78KIDAXDbC0lo3goAIySxjwVrUF446AA1ej71cgHKnguAAzQu55ueeyGD5wSAhzvtRKjpVnIAwPh8/Gafn/7ZaIt+e2v3tsdKPw2A1x4gCwDPfQoun/tojuA+0mPQ3fID50sz/nl93fsCl4ml0lLgJ1dg7fP3q8sjAHndCl+7f6T/dfqrthSQAlJACkgBKSAFpIAUkAJSQApIga+gwObf/bVZLwGK0iUJSBgw0ly09uAYOVCri4jOVX+YDNibOYMBe+McQhQHBGa71TUIlycOuILreYY4ZphofI1cv93Bij48bHDmGm7OUIzTyhMw4zrbht82YDPH0x+Uz8FehPatIZirM/Qp58iFJyAGBgXMBJsJyBp0tGpFB/AIiFmOOYNZh0AYDrrqAOacGzi3ENTTB/2h1xOc3HCQpmvYHdLIPewO5XAfT0Eyw/lmjllz2KFuzQV9a7QwIHA4xp07Jwj2PLDp0B1z8VKvMQQyAbC7z5FfGmGa00GN8aEdrAcPAFZC3urQZejo7tStDuEA4jh2O0CzuLY3dzHOem5f32MM+ZxhoUmLE1AHxAwA7N+VkOQ1FHQF7tz/vFfaRM75ZnAAM1x1y/lLND84EufcvLW7eh063PKFBrzsgHkNxts1p29b26Hiax88jg7g17ZzjsSxLueWXCjXboByM/jCn2h4DgCfKH+AO97e0+Gewx64u40859ceq/quOG2X/LXn5hBe7X9hgm/vAI4XHNaOjwuA50fOj4fxZQyB4LWV1nUpcL0C1wK860fwY1t47ef7jx31x+n92v0j/T/OWmokUkAKSAEpIAWkgBSQAlJACkgBKSAFfpQCmz/7i98SACfQtSfGhE0YFEFkCwud4YE5YISoDYcrQFvPBUoIXB9AuDMVlNSOCnbZB5y9AYCfHaQy1DMfggAA1/DObMdhYQJgAB2UoaN442OKMTr0hBuKEM9j3cZM6N4kcHSY2cJgR75YAuDqDI75xfz5teagBRx0p6WDxp7HmGOvC1+d1cwZDAAMZzPBL+E2AXCFFqPWFZA3AGztRejYnpu5hr7mmsMJHCGt44AjGOv7Ymtw/3B/88svW9PZtG4FCE96iG2C2TpHQnfPG53hn3mdIJigawLLrSxCURPYnQuAGa4ZfQQAjpDKbqQsbu8jADyQwQCTPY8wdcJXushd7wJka97jcx7EVRc4cm/XENDYfwB/fR+H8p6Ll/l2Bz1jjFX9KfAkAG7tlpcD+ppMG1iax7mgeDqa/vnStlEJdz2WfY+fXwWAlwBuPf9GABjr7qHQS6SA+Ozo9+Y1uqzuyxkAvI5Je2DqtfbXrs/NbQ3+uj4Xh4D+OQBw7B1+pl+zc1RXCkiBNQWuBXhr7X/066/5fP/oc/qe47t2/0j/77la6ksKSAEpIAWkgBSQAlJACkgBKSAFpMDHVKABYMNrN1vPvRoOUAeenpM1QKHD0IS/DGWMsrf2oL0+pEA9gjI6TceHEM29WkAvHcPME9wcpsW5i3Nw8wYo7iF8CTABSjFguDoB9DCWuwJlKgAGNGNu2HoecyYkxpzr4QCUjklrl9cDWMd44gE7vkboZcLBCWBOqMI5V5cxYTVzLRs2dv0Jzsc8wBVwcqzV2UsoibHAAYwDAJhwmHUm8NFOmg885pIhpr1NO+sOaZveLxYL+pc/IAd0hBW9vTUslLlTqb3XT1cwvqczuJ5vMCLB3+EwzSnMshX+4lwN1UzQDKA8ngdI5YF9gXVoLtMFF2+sYY+VehwWOvYI59SdxwGA2X7TtvQz90COe2oSjjxhMncgHNJtfQu1fErnPvcd+2+Fh2/6vcrY23Csx9Hhcg/xPraz5DBeAs1rDzBrztLYkxxLfF0DtGO/S/N+7flJ/9cC3nPr417BCwr5Yk18Ju1alAau9WvnFPXyRZylnLYEqOX+OQV+lyILrz2AXrte53gK/HbgO6qy5lGeU3F5pp/dAVw/57G35QS+7i5SbSlwSoG1v/++unqXfL5/dS1eM79r94/0f43qqiMFpIAUkAJSQApIASkgBaSAFJACUuBrKeAhoB3ImpXwzvK84oHB0/O+uQqRa7I9RHAYEA/HCXFfEDLaARfz5UbO3A5LeyjUCN8cqICOYQBNOH0JOJechK0/QOd006KdGpJ3jxDRAMDuAO4hqn08dB4n8GAoasI6homeB3QGxA3CVJjrD8+TDgH+3lm+XRwAtzGHCC3smXkdbAFIB0AllOwOXZaNzRUu6MjtCwBcQ1pThw6bw1VcdSNYdn0SJGKNmN+ZkJlfuaW9P65Ptskcww4WfXAZItm+7O63N3+4tzo+daxLuJ2xF+LlAYy9A9eonvVTuw7UY59wXep5tlFvvQr+UAdlCMz8xQTsEV/r2K8V0t7excsBYy7osVz0F1C55gSOXLh9X7e1mHE0uzInADBfXnjK/TnCZADg2v8Y5vqQ9epan4KmIwBmCOgeWhpa/XgAXNf61Pc/BgBjTyXynHP6viLHL+dIF/yT5ZHu0RLwKRDREeq9eq5G8+VeD4DrlDnV7wmAn+3vIbx4VA8B4PlVHkNACwBfd9eothS4RIFrAd4lfX3EsgKQ163KtftH+l+nv2pLASkgBaSAFJACUkAKSAEpIAWkgBT4Cgps/u+/2L8EzIQ7MsDu4fAtnbRwivZ8unQAAwoSgLyYYxNgAsC3hmxmLuHJQ/qEszjHMNMIycucvjhfH1jw4ccIOFEuUwx31621s3/ch1vZAPBthkiFgxUH4WB1btJNi7HCVUznrPeblCNgYYDbEQAz36vDWgBH+w8wOI4OdSsQP847DGh6GgDTSc15MF9y6FVz9wJU2jpsIz8o5kWgi7FVHfE9oV8FfgSncJZGPuO+Jg6I04iK0NRch63lBMaf2zsDrzaeBnkRthkwkeZVmk6T2tX8vgTV3C81r+8c0KzgD/3B/QsQTPDc81AfQzO+NAC3OY8KXjln3wZH8DdXN92qdLv3vNHdnVxDYFcIzParm5C5r0cADL0xfziAK/xFG3BLw6nN83Q3c5+0yZVvmGsaIYXdnX0hQR0fKI4Av61frvl5MDpqVQfw2M7cXL7HuXkH8NsDYLttY6/ZV+a+rrCuB1XmrPkCwhDj+2xRXg+A57oYAXBj4EsO42zkkgfUcgCfvbjlc63fW/Vzob+0kpEe1qz2l3etGlLgp1fgWoD32QW85PP9s8/1PcZ/7f6R/u+xKmpTCkgBKSAFpIAUkAJSQApIASkgBaTA51Jg82/+497YFF2k4TpFKGhAu3h4EHDSXZUJiB0iGSAFcAKgwjWEX6ZTlSAVUiBvLx9iIGQynZo9VDTCS/e8w7hOBysBSADmKeggAKbc7lxOYLm1XK/GZL3OnU2EOXsJ/NgWoC8O1ov8sIxBG0jjbhvOUnf20v2arlaWZbhmgFwCYILzqRs63KAB6sIdXHP4ci7Qt4V8Bph3x3OsAc93l28HnA503Zm78/KH/cHAYawpwz6jjzmgjvN0JDvYtp8fM/dwDSk9AcAlTOydwd+73cvN/b3BdxSyPw4mPUktk072Naz5cVvfCYtG0FlvKW6D6sh1Ta0u15fa+F46kSqVUB/tV/AaOneQOxf2tZeP/dX3YdSreXnbupYwzj7ndAy7TE/24kWGH696EABz3pXTAADbndHulxr+eenBYc/THeGWuZ7nPmj8XgD4Qi79bp+63wMAY68dDlMXf31RJCZ3hFhzzp8bANfP77VFFABeU+j4+gp/b5+PAgWXa6saUmBNgXP/Xl1r57Ne1+fKdSt37f6R/tfpr9pSQApIASkgBaSAFJACUkAKSAEpIAW+ggKbf/uf9k4QAHAZshfhjJv7zMJtMsRzgMAe4thBcAtLylDHEf7ZXa3WLgEkXKZ03IYbF97FCBnMgwC2AmQ+wCCkRVnAY5TFwXEGALbQoHCdGtjFfACR4FQFrEObDLPLhyrICQtXszs10zEczlj8HCGMOaYIaY3+4jxDXkeI5z4HQMgGB+GwNALpbdJN2yAzKkW+ZRw156znFDZw6zlrMwQ051oBMJ3AY/hsOLEJ1SvsraGhUSe0DbjOXKwxZ4bpDnhM+NxcYwmjMSY6gd2JbJrdmWN6a2Gh7+8zf6vniA6BQqco19buOcMND6RiDgKPrt8KkTm26pqM0NFTQFtvWg+LbTp4zueWazpKtBDhA5RmfbrB6cCuDuCYW+0pvh/d312TCPsNoMt5hDM+XrBYOtAH7qK+LjN9niCpfr9nldnxet99b8R4y2ZfHppz/zo/tt/uvQgo3l7sqHOoYxkdxu39jAWH8ZuD45IDd3a6+RLEmbK0JqgPThz2z/Z5xc8B6rsUVDmaOLUvTizL0aVz17NWrGNfGwejRowd1zbqtXbf5/rOPQCvIaDXx38qc/GkZ/vh3LLnK/xRcgbXyBe+f3LDct+2r6e33fkTV0kp8BMocC2g+wkk0hSlgBT4pAqs//vqk05Mw5YCUkAKSAEpIAWkgBSQAlJACvxkCmz++FcHe4YVDl78ssdQyNDBf/kDAHaAibDLtwaq4OgtKuGCl51aLT2kdHvI3KERgFvAR7YRsJhAt/WLh9TpfMW5CJEbD+gZPpotENIuAeBwwMaT7QPAswPeAJsIWRz5bWP8AV97rmPkRd4WIL4/mE4omCF0OV4+CETuTk4u3MwRQrs+KHRHc8tJ3AFetFXzJ9/cbEv9CnxjLQC842sFZVhDnuMv8Ph5zCUc/fUcwtSkQnd3K9t/HRjHvmgg72iNbT1vn25++QNyOwf8neb9xfWygZ4SDl8AgN2xXvLqcg0IW7DvKqCtzljumeYkRk7m1N2XNYc2zfnbgUnbtVYw9ndA2yUAjCIR3hfO78gnXA/eB77vzAWMw4G0vzzQQ25Pa/WflkBan+cxQa6wtTuAo0Z1Gsf3PwYAj+B3af4jeP1MANgBvkF/OL+xR7iP47ufAwCPTnkB4KWd/vbnQ2v+XTi0j78XL32r4e2HqBalwIdWQAD4Qy+PBicFpMAVCujfAFeIp6pSQApIASkgBaSAFJACUkAKSIEPpIADYIRpBoACOCQEBCzEeQCuyHUbELDDxnT0GhCOOh34RkjpDiXh/mW7cLbiaOXTYUeoSLiLZ88cD8qHQxLj6TCZblw4XvEgDu7bcH3GWD0HLkIi2/W77V2cszLh8GW4Z4BR99k6dMP1/eHRwxbDFOp1DdxxDA7EeurYFl4a191tm65Sh845FrpLOUcP8UzwiFDJCXnRP8/TRU0MVPP+jmA8QhYHQeK1Hta6A2LqxLHGPuyu01iX7vh1aJngfATA3MNTUAft0Qig+t6029w8WDjucCObW9gZe3cAe38MIz3cFEsOYDIJuGXrGCqEnQPArSzc3gU299zO8QJAc5iy+cHJ2vvkd1Pn5uj4Q3uHfWyY7Q5u8GGi+WMF2g3QngGAF+TzVglwfS/Bvd7mgl0VznXMGuVG8E39w6Xej3MfCJ3rAB7VaPov6ZQDrRC7tvHRATA+U54s3POjfw7h5YBp/u+iNHfG7IZZc97O77Ljs+eu57ntHa3nwkCvcQBfth/f3tV7iRYfxQG8NGZ+FHIf1Mgf/e/IS2asslLg51FAAPjnWWvNVAr8bAq8978PfzY9NV8pIAWkgBSQAlJACkgBKSAFpMCPUmDzZ3/xu5lRAX+Ru7W7YAF+9pZDFoAQIBZOzvqwy7yJlmv2/ubFHLEgSe6wdbdjkBuCXtbxMMsMp2v9MCyzBeH18hXaEjzeI44w2jKQC3cvcu0SNuP8CIAZ9tmNyxnSd5NgO8oj6DSODj0BaeMIpyvKIPdtzPvO/8TYMIboP8I6W9nm4u25gyPkcgeJ9Rforq/BH5sP9EBIbYLhgLdTILSZgbs+gwzhzIf0Fc7zIT5DbvMaADB14IZjCGOuwREIyIIVALP/WifqJQD2C3BCH27MQG3gc3vzYLmBY0mwBt0BDjA553bsADIGwLW7y7y5kJ5hmttcAEwdYAfQDJjI/dhBkANihi5P4nibDvYRQHYT3IlYzBwApj04mQmAUXuXAHguFPRcOGs0yxDbpYvJtyNIq6a9du+dAMDVAUzXM8ba7tWBqJ7zQKiOadRzDAE9zmtJfw7jXGfwkl5nnV8L+1wbuTAE9MFc3vtHy83tL6HghlgCwKdH+lUBMGdtnxbtvh+VqPuL5ZbVEgA+tZPmcgT7PZ4pEM6538+6p1RICnxBBQSAv+CiakpSQAq4Avr7XxtBCkgBKSAFpIAUkAJSQApIASnwNRTY/Om///Ul8uZ2OEhHcIStNYBn1s0Xz+UaeXDjF0OE+DXn7dMhoRseGncA3GAS3K6AbenEpWzNXVQcwN3lGwAX8BUH3bzRbw+NyvHc38fYCYAjnHSE0H0xp90GuYsBTK0qHa0Ms8vxAMBxzAEHDXAbuAQgDnfxvoWeJiwHFB5DmBLmunM6gfqTaYTjDg7rhMxwOnufCcBxfWdrMP7CPQJgjpeO4OrSwjgBqQk3CXwZ3jvgdQCn/uCygNG85mA6QX6HiPMAtDsxM5Qz18fJrrmrAYIxNwPADw8G/m1J4d699XW3sbRma8jbgOM4xnGE9pF6mgA4oHu4uuFWJwQOrfq4XZ8Ev3C0V62xr+BQdvaB9jMcM/W+9Gt9MMx9hZcklh4Yj+veQOcKd6ar1+8No4J8gaACQneIl3ZqkwTMGCOd8dFW6H97AQCec3US6JKprgHcCrCr5ksAeNTzqgdWl4Df9sExH6q5OrN97Aj3bHsKe99/Rh5zvqQStnnLm5yvp9g4bgdr91sB33EfL+q1psUp6zmmR7f5wsCX5nNqf8ztLwHgSz+ZpuUJgJED3u/3yZ4sLzIpN/B1Qqv2l1RAAPhLLqsmJQWkAP5VuvQPcqkjBaSAFJACUkAKSAEpIAWkgBSQAp9KAQfAcPj6w98M9/v4+NhAVQBghIbOEMoGGHEQAG8Mgjo8KiGIK+iCE5juUQDOgFEv7hj20NLmgI32wpUZYZ4D9Na8wGw/4GVoDACMg6Giawjo9mCugEy4XdFvgDICS+TLDYdxhQ/uUE53MPoDRKUDGWA3+gQonDrMIt8sc8PGU/MKgH3cAL8e/zWgnUNJ62S3u5/8wu0A3sqP+Xy5TlwzOqZd25IrmbmAMXbUoSN4+kv9dPxse3ywuQbajh4UeA5JhBgOLeAoQwhkrAGcsFxbD01cHNOxsscAmOt/f5+6Dw7gunYRepv3YcDhvpahO5etAXyAjwRwyAvNPUmezb3GVvuLCD0keesxw4Dz53O+jvmyrwPAsW/iJgnofAoAt5zK7pwHiKzO49CCwO7UAyECOnstIte9AKTcZq8BwAODnsi5ti/P0b6VadCz3hMr5GsBhPI0jeZ4oeDRnL/43PSXNlKs7sAfATBHFf0LAHeo7A71lGfMGXy83nIAn7oH1gBw/7zrrZR3sC66vVRYCnw1BQSAv9qKaj5SQAr0v/ePf7+ROlJACkgBKSAFpIAUkAJSQApIASnw+RTY/Ju//PYCmAXwSpAaIZcN4zQHcABgHN1hGkBxYwC3uURBmez3xYf7Bz8HsOn5bu3rnUHTnTl1v32z/LoARICo5rAFACbADKdvPLAncKMTuOaiBegFQKyhk+kCRV3AVVzH+ABOCJ0b2GuQNkCzX8d87T84dOl+dHANJ7Enr6W7Np2m3n7A4zGkbwXAAbZ73mMv76A2cgQDdnJ8dAA3PRm6tzhcMb/qusUcx/DMqM8yhMcVGvMazhHAx3pZDuXMRzyCujXQNnUVY5ARZrs79AIII+T33dbc1XA7g7m2vLSoA1ck4XkCeiiP8OHYW1YPIaBjf4QLGHWYP7fpkqGgfS/kCwbxwkF/mIEl8TaSLk5DTndoBEAf/U2tuH0N4r6oR8srPBdftRaccfceOcCPWh/6KuPqDuAOgBGqPRynNoecvrPH7LvlmMYey6ZfC4BxB4VWWPse2jgjyk50XALJ0xDWMaC6n0c51vblinzTy2uu17nGZgCw3+3p+HXp/eUSvLiCqAD5ss3M2k8dwOzs5wLAp9ZrzgH8/QBwfFZfenyWHMDjvHh/1vurf+ZFlAQdUuBnV0AA+GffAZq/FPi6CsgB/HXXVjOTAlJACkgBKSAFpIAUkAJS4OdSYPPHvzq8EPgiZDCgIH4GEMbDrTtL4rq9Q2jieOJLly6AhgO+HsM3QGgCYHeiJpwCXEWbaN9zA1sxhENGiOXnZ8uHaYAEoX0JcT08MkNS2ngApjt4RrjqKDseAVbTsehhrbfNORdtB4jFUfMRV3jZnZ6bmwNyAdscvR0bh88JIZaz7zbm7JNtjgCYfQaMTeBrNCPqJxCGAzhDQMdYAzaEQ7Y7UnGuwlwAYKwV8xOj78jZHBB4BMEO4x1oB0iGAxHj5roiBGiA4RlCRe2ae7qHkqaGDdYVAFzHH7Af+tu6wqnr37/Y9xFCPByRGFP0f2f/uWMcF61sG5bD2xSobIQaMtrHYu1gPgBFAM9tLfpW8DanILqHng6QHeHPcYxrgRcj6gsA9fop+DNXh2tS9/Xa+/d1lVr0bYB0rtUbAuC1h0EEwO0ea/vE3weY1a/OdfyKdA7sAAAgAElEQVSee6kCYK7TKVfwqTZPXnsDAIyxHuAAt/2Fe5KkfbMJ8MvP0TlHrwDw6ZUTAH71zl6suPSOyikAHPs4mhQIfvs1UYufRwEB4M+zVhqpFJAClymw9m/+y1pTaSkgBaSAFJACUkAKSAEpIAWkgBT4UQps/t1fP70QIM4CYIOF4QwOaHjYHwy8JZxEmGS3920MdhgsxQNh+xGhjPlgDKDDQ0Sno9gBoIE/OE0BIh2YWI5chJmuR3uwhnyYCaUDqGwsl+x9Czk9wsUAoXAnh0OZ1xlCOPoId2ocUZYhiZGns9YB4IbTF+UBhAl/vSYAaubL7aGfuzM59JgiPLqB3dVacu2irOcItvIVAEcbgM+YV4Lg4r7aGlgiHA+4itzFu5t9C9Udoaxx7amG18b4M+Q3+iB8JzTmz9X1VoHyHCBgOyzXnNRwdScQRkhin5O7sAEqMa+bm3/+z+3lA9tiDvBR1r64vvjRdQodkZp3kvfWYDHK1XWhI7hCcLThkNn1DCw3cW77Ps4t4dcSckzO9b3BklWHutbnwN8KNlt7K65h7huWn7zUMJO/s4PXPjdfp8HBNwLVDii7m5za1ZZYr8LaFziwk0wP278D/OlwYk0KzT4G7cP4F95POLe/ofvpjxUEr+S67euAvYkXUGIPH/xFD3vZoqH43PdtgNxYyy9auN5z1NPO04vKFyXG+bx1yOhrHwQurcvS+E+tDyQ5JyR5tHG5azfqnbK4vrbN41n9aIfwNPJBH9+pFy3qWgoEn/wk0cUProAA7gdfIA1PCkgBKfCDFLj2370/aNjqVgpIASkgBaSAFJACUkAKSAEpcKSAA+D9/tFduPf3983piry1OAeI6qGULXQpQpm6g9cODxXcwvHC8RYAOEIvdwcqHtRXdyjrR17hcJ4iR627Vq1+D5cMYGdl8kk/XcoEwHUmbCfy36ZztOXvjZ953n8AVE53LJ3MaIPO1/pQEAC4jb8kUq2hgwl/HZoiv687eDP3bLZby2AIhI8sixDFFQBDh3AMB4h0F2vqXaHJbeZ4ZchutA0AfED46pwj1wnwPtoKLIUxMkS0h/Nujk1CaF8RB/5wBrf2BpozPkRt7eR4nyxkd8vrm0CNzmfbAd4u0lD/8oedu6IjRHgAYIbtzm1nkM3GVsJG209tKxAEEwD7Uiek97YK02mAkZp64b6r8h2HdCXHeazFUc7nBPZYR+6pNagzjm+ylwcAPAJf7h3PG+33G53esT6jW3YJAAOi1WVcAsAIod3Xvo60axLadFCMJR7NtKeAUqxT6Ntevsg919ZwsEJzvCNYHEf4KqfwJQDYxoyXEp4OCG7uW9cPi3kQ69O25zEA9pcMVkitAPDxnhMAPtbktWdeA4DZV4O/w70pV/BrV0P1vrcCAsDfW3H1JwWkgBT4HAoIAH+OddIopYAUkAJSQApIASkgBaSAFFhXoAFg5NUFOGR44MNh3/LxOgS+3TkMg1sYB4Alwvh2V2iENsZRf2liDliGhGZ+UD54dncw6V6p6y5ejxUcgDDyAwdUYa7iCiwJMgGtCUrr9GtY6Rhjp4EoD8DKuXCO+Nk8xM1Bi3rVNertECDm03Dmfx0dtdUtjHrVsQryhf5HAFwhsQNMY6MYNxy9HMsmIS4dzpyDrUbOp+dirZCOsycEnssR7H1k2OwKfxv491Dd3RVb14Pac09UN663m4Csnb8FZI6Qohjbw8Pu5t5CNvu5bMzDVHsuW+yLBK4NsB278lqY7wa2+45gSOcGbl2QHjKbALiF4iaYnXGpHrnC2d8JNy/XdoTF4/6aAN3SHiGyA1q4qREk20Nk9/y7DvtzvAFX+77D6Xgpod4l8b3fxvmyA9bfX44oOX2Pa0wBMGFutHX8mVDrL10fQfYIctfAb99/c6O9/hw+mhAh/rCPsPOur0N1c+tjLy86lHvYdK7V7GjyRYklH+r3dgCPY7z0wdi4Xg3gX2lVXh/Ha9267+0AZiSE0w7w63fq6RauAcD+iZmfH0cvnihH8Hsvndp/AwUEgN9ARDUhBaSAFPiCCqz/+/ILTlpTkgJSQApIASkgBaSAFJACUuBLKtBCQAN6Iicv3Ls44AAGFMbhcDIBMNy6hIHhuAwA5a7SzB0LUNeAYYKkSYjezIM7526MevH0uAJgPKgjmPXxpGO1hp4l5B1/acPPBMMNkKaDks5gOE8rAMZ5hIbewInooGwa2hnjY87jgMeRI/iF7Sbh4PgC4Pbcupw751thEMcfcBV5hzPktrs9O9DljnRIyTzE+UQeMAr1sS486IbFz5uEt/ge464AmOdi7TvQPwV4vc0CPqtT9jicL3y7sbf6WhEUAgDHeP7wizmCbfh07mKKWJcaFReAfukA4AxXbneXht4BSn2euU7cs7HnsLgkGJHLul6v61PbcL0K6ap6j8D3tQA4xh77oj68rgC46o0cyhXIEnhTQ16rgK4CYDi31+Cv3wvFAbwGgOv6YR/W/TmuZQdM0yvfDQA3C3UnWtAH76Ls94g4gJzmuOaWddf6FACe3LO+/xdI2RB6eiy1BoDZz5V8dfneOncBsoXvCYAnIeKblX9xKgsXfm4AfK5acwA4PtejBbmBz1VS5X6EAgLAP0J19SkFpIAU+PgKCAB//DXSCKWAFJACUkAKSAEpIAWkgBQ4T4HNH//KslUaxAAghQOYv/BURymbYrko0wEZwz4HaH1yUIvvHUAihHE6FwkjW6jemYfzU5CEPgJ1EHihDQez2X6dJgExHMKYD+tgXjwqyB3dq3QB003sddKdTKOkl2FoY+/jpTmS0T8B4Jjft+cIjpF0R2zMJXL8AhB3B+cIgNscnOp0KM36uE6gBGdw5EPurlbOj/3XvMgjAO71EKcWA56OO/rqbkb+3PdKaMPw0eP19ov1DGBDZ+4Etn63ttZwAm9tCcFmA2zD3xwDuq20Z9jzBMA4HfshXNFbay80iAoehruASB9rC28eoDpgOhzJXc+m44wL2sdGIF50WnugMPdAuoP1rvkS1wrNY8w4HADnXO6QSzlDildHLaHwIF+C42kO4BH0ss7o0OU8mC/81nKIj2GnXef2gkiAZj83AxdHXfrLCOOopz+P4zpdul/tkJqfP/EJcDALumsM7gvXb+by7rmt18YzdaQ2AHxmrmG2zk9f5gXHeY65hkh+NwB8ZsPjyxIcv72aEd9mXvNz1+V4j3YL+9xHAV7geZuj/130uvbmgfJaCPDX9XV+rSUHcE1xcKq1Y7A/vNCRETzWPvfOH7FKSoHzFRDgPV8rlZQCUkAKSIGugP7dot0gBaSAFJACUkAKSAEpIAWkwFdRwAEwHpLB8bvb3bd5EQ4yJDTKIFdwHAHBKlCM/Lvxx/P5pmsyADDy18YDcLpNCYGrkHS7EpYGHJk6cKfl42EzYS9BL1zKOAh4kdu4/iJXoQTzBgfE7m7ZBkdLeGqfeT7xZtsBFCOfcXMoQ5t0+7rzGNAwXdLjxhkByRgWdnR6xrwsPzAdxh521sbgzuDuDgYAJogf14prw7EshX+OsR0DYNbrEC4gDKE3tZk4VAspqPXoBO6OW24xuKkNPtqP4Je7e0Bg+2Pwti8TLMGuyNSBCtBJMOe7NZzDPh605XmGA+BhWE+4dgIATxy1GSqc+wvrANcwQ5zXfVZhcW1j3ANze3rUOPTl2cgNHZOYgqWYY4dem+d4YYFO6NjDdERHE6cAMMtTrzqPCn8uAcAVULY9Ahd6AcCj8/fHAWDsnfiMCYd/D7MdmlBrwuvTsW97+dB+DQAT6o689VwAzB1zJq89tTUn184Flz8CANf9xReIruTMZ+uyXPBrAmC+GTS3zn4uAXDVRQ9V32A7qYmzFBAAPksmFZICUkAKSIFBAf1bRVtCCkgBKSAFpIAUkAJSQApIga+iQDqAnw3u7h1k4k/k2w1gBigKQPhk4aABL+4f7j00NKEhHGgBh/deDweBq0OxPcDyzsvvzSH7bK5UwFEPGQ3na5IjOpH2lnsY5s7umH1uY6i/jFXIGKGqX7xfHMwXXAHwi1EBQAtCa0JQwmPUc4dn/glXLUIrY97TPKYY6xPCXLOOO5Khkc3PbYHmCrZw2j2EdgDSics2wR2hHsHQ1GFZw87SiRhjCZcyXH+xFgDA0JRjdXSe68F+K4SHO5h9EZyPD0vj5x7Om/3S1TsBuTln7JN6rEFglj16UJsQE+AK1yIUNfIkmyt4h71jNW3vhVM5W7Gf4XKdHAmCPeQ1nei1TjqJEWW7hmVue7O4ab1dwP0E/Afb21jvnd0zOLC/MR4PI80hzbhZl/SJ5o+T8vY8wRH6uR4bc9b6kTpVAOza2D7rTuRe0/cOXyIosJwl5uuEoxsHw0KPoHZxPe1uoQN4CuiiRg0FXXVYAufT+2S65FN9l68tXkGI53S9H+xz0F8eSPDb1/U06CVwreGu5/rr6z2sewJ+3k0CwPOrNfk7ISX8VAC4fHa9YqdeXWXJAXxuw4w2wJc3xnp8UWDyQs4QReHcvlROClyqgADwpYqpvBSQAlJACtTfQ6SGFJACUkAKSAEpIAWkgBSQAlLgsyuw+bf/af/iLkgjYIC/OAAO9/sOCAOyJcS0rwBdkRcY7sKQgK5bfE/g645YtGswFG1/+/bYAHCAMgsLC7iX7eMcQvviYXGDUy/Whh1gVXDp9njECGcb4ZLpQkK/Hex2cBtQO9ysFVghlDR/yQPkgQsa/eA8wTfy0TKfrbs94exF2QTAdy13MFyg1meOHTmF9wYIUZ7g1YF0c5pm357XN0Ipsy4BIx29fIhJN3CsRwp/l3A6uWAFwNycbe1KjmYCYJQBOK/5lZnLOXTveaDd1ZxOWsJ1AkGsJbTwOWQOaEI6fh3hZg2TfQoAj07jAL9YJ9tDCA+9hQu7O2QZmjc2DsJgGzCGTAUOcx9QRud9gKKeTpl7MtqsTPbZgCCPQ0J05M7GAeDvbuus0MZd+uX6Lz2Y9rUdITbGhn1TnL19bdPNnE7o2NAdEiMEdOzxNux2P9W83EsgqNbDmJ88VDnmOM1Fvf6g/TQAJuBcAr7T0S//NDfPSelRw5nQyzD97xHBwMM8B/xtR9ZfzN2bBQWAQwg5gLlzFhzAPyEArvtCDptzP9lU7jUKrP+99JpWVUcKSAEpIAW+ugL698lXX2HNTwpIASkgBaSAFJACUkAK/DwKbP7sL35/ASCFe9QRqUMwcwAbvAXk5MNa5j8F9AIQBWjZGTgk3Hx8jPDQAIHMk3uAKzhh2jbzC1vC4WC4zGGbQIngqwJGz82a9IUQEe0DNjOk8m2SljF8sw3T64Z7FM7YzK2LnrMO3cB0+wKCAoy6o9bA4pgXt24LOKRx7AxCUiN8rQDLndIA3Q7WDezZ/zMXbavTciSaQzpDV8c1gPRwNAdsnYJojNlzNgd7jIVD2fw64oYKUemQro5tAmGCbwJeAvXQBDpmdw3yBiB2KEg4nrmHqRdfICDwHQEn17zqWzWN8umApqVyEy8GbF3f25uHB4SIxhiyFVonmcM5ySDyhIYTNdbtzmF61HEAnPUaIG6Apo+OGvP+oOOXP7cXGmZALteI+2SEsBUAYwzhgB7duk6zG2iubVQNq4u3zjHaS7BvILfmaWb95waxe4v+goNVDmdxdwGHdulM5/2autGhXPt33bPZ8fy4B67+eQaao00LOJ1jjnDh+aGULwGEBRhTejpyXOONgEKEL8zde7THTxuJp/B5ToyF+bFofKq/37H6gGxlfGsjW2p/zVk9OqZXx7k4kGtzCJ9e4HNDaa/p9FbXr3UEH4+jvzDDa0cvAuHzeOU+eKv5qZ2vpcAq4J1LDF4leO/Y8D+6/6+13JqNFJACUkAKnKnA6//de2YHKiYFpIAUkAJSQApIASkgBaTAp1HAAPBvBoB34XwENbXDA/8m/MUDNkBBz3MKB2DCPYDYgzlmGe55BMBo5zFzBvOXEJRFiN5oP/O2RmxV77eBwnTEjuGhmVf30ZzE4BoEtT5mh6QR4hkHpgJgVR1oAMFbhLQ2+tRy/Ga/BJ0cB5yvHA/br0B4DgDXh5GoyxDQrp/9AexyqHQIMO1jcwAcbkoCYOYMvkO8Y9cqoHt3RUduXAfwBj0dYBVnrsPYomfVhrAb60gNAJLp2vW6mdMW3zenL3K0wvWdCXj7XEu+2XSvIjQydazryvVzPRNU17zB410zddCGZsh5W4EwHNqx7hZ2GyHMPU8wciJnaxhehooG9jsFgH3f2NAjry/BfriCfZ0KTFt78DyCXM6N7uS5+pzvbb5UgDoVAHfNjgFw1ZN9MYw18/9y/xEA17Ct44MC8nMCWuxB3gcVALMvOsHbvJp+UwcyXyAYAXDVp+6DJUDMuXBMrHP0wGPB8QuAyLXAZ5F//rXPPADquPcEgMe7cvrz6gMmAeCTAv6MAHhOkPi7NkAw/kkgIHz6vtPVUGDt72H/C//UIQCsrSQFpIAUkAJfUIHVf59/wTlrSlJACkgBKSAFpIAUkAJSQArMK5AhoJHv1oAtXLyINAt4A9CWQC9CNcMVHA7AcAyHY/X+gTmDe+5X1CMw5gM6B8kZJhhDAWwGaNvAiZh9xkPgcDZWV6OHmnaHqeXeNRAaoNQgH6BqhlAGvAFw9RDN7mKuUBmhizOcL2paHV5HWGmCXgLkgJ4dHmO8cD57fwlFD4cMQ3zi+SKBUkDVrY8Ng3MXcD68xDWEEIbDlxCdIbQxNszlkHmRuYThjLbcs8itbKTTx5vhiKtDk25eOJt5vgPyHiIbYJ4AmH0AEGOdRwhctUJZ5IDmUa81wO1leljjMQTy3C+ohM4VwKMP7iWAZPbbnKcO+6MvuLKh9YPBYLwP0Mxlli8ZYaCnDuDuBsa6AADToUxwejBgH6A+wjtzzNXFOzrnGCJ4BBkEl+Gin26e6oweHYxz+Xprn74nhly+Pdx4hDWv0JRh0+va1Y+IEQDHmtTQ0j18el0bgmAXHmuWVTg3jgnO69g/0w+m8SUKliE47uON78bz09bQAV4wqbm0UcnArn15ynDlMSZ8bth92Rz0GVp7GN8Y+vkUqOLce6j6o9Gtgq7BgDzTwGmH6qd1ALcc6ccOUohwqQN4aZ8fCzqeea0D+DxLqwDwzJZuL0b1z9r1dVKJn1GBRQC8Bn7bB8L858uRlmjvElj81v3/jIurOUsBKSAFpMCrFRAAfrV0qigFpIAUkAJSQApIASkgBb6cApt/89dGMu3YWMhTOnbxc3UUEnwh9y/O398beAQAzlzAFR4SGKINAF/k9MXR3KbmNgaU8ZDGDFsMOJxgjQDYgVPKDfDqYwS88/zEAMAEdwHS0FaA1KyVAKG7ZsNp69DM+kf5gGLzD5mZ+zbaNjBofwiAAzZHvzRrUiOfq7sLI08wQF78EjYFAtQpnKuRu5gAGEA2wlMH4AIA5niZJ5gA2NLbBixPAExd8KySAJjt1rWhTjg3AmBcwxw9xHSOgTsf56eQLvQmPB/h6KlfQOsY6p01AmBfdwOm7Acu3zgidC/Hy7W8ywe1hvRsDublxJbzZL6mteVMHgFwtIt5hds3wGrojz4A/5nnt0LVUwC41q9zg4m4anIMQKP0CIB9XzXIG5qHg7cTSgDsCpHrWD1kenmxAu941P3AMXJsI2DrL3LEOpiP3r+O6812WP/dAXCGBq8aV2Tno+RngV3ItOS2qoC9WStd+BUAM3T1ZO18vsN9fILznQOAm+4z7SzC3wtctT8EAF8wvlHf9vOXBsAlasJCmPhFXd75wvcIAb02Bf9MyRdu6mfMWj1d//kUEAD++dZcM5YCUkAKSIF1BQSA1zVSCSkgBaSAFJACUkAKSAEp8LMo0ACwA8t0inre3nwAXyFddZGCyT4+Boj1/MDupI0QwQC0L+aAqL98BCBE2QBWkZc3XIUAVzgCyEbuXTqMUYZO1HgYfBM5gJtxowPJcLeG+7OCqQCE6PfZrzH8cQDO0yECcR3jA/hEDlxCM7axTQcxHpy/uGO3O0pQx0bicxsfVAIwRahn5ijuABj9MPwz6jJnb4y9wwPPyQtN0XcJ6RzweEqUGMKXG/sl23FwnXqPm55rRcjIudfw2czN+2QO3J2RVpYZ4e74c+iaeWjT4V3DQbe9Btc09EOIa/dtJnTMUNBwAjuUtvWlm65Dfejv2V4djBpGtpDZtw5zI0+1vQTgLTIvNTqaJ3ojWD1+8Dzo3fbBsYMQ68aD24/Ad3S0TvP7RlsAvxVix/5KjbKBCneZh9tnivswX3qAo5712nh8P3cAzfG19yoWLLdz91FoFG5+gqUxrPuaE3nsf9St1u/QOublewVLa/N5svdcft/jPoZO/Azqn1F4kQPq+ospk/lP17W6oGMvnuf0HO+tdh8m5a2O8UVw/AqwOvcige+D/Nhb+vxbqjfOY1L/FeNr7S3ed2c69JYEXji/9rnfDXzzDuBjM+A5++C4rTEf+oXTePPiHwEAz03KX2A5R+I3V0QN/kgFFgHvOKhzHbdHH2ALny+n2ptzAr91/z9SdPUtBaSAFJACn16BtX/nfvoJagJSQApIASkgBaSAFJACUkAKnK3A5k//0zd7xmaAzACbAzm4Wu1J69YALSDZ3AM4QkN3plqoZDh9q8M1wHCARR7ulnXghIfgyCeL8M3IB3xrrjxzFntI3Bt3wwa8QkjkvQPj3e6+gVqUwfl4Bof/685Q9hW5gcfwxQCtGAMANUIiP7vzle7RyAMaY4h8vQxRG6ASQIkAGP0ElE3ACIDqg0eo6XCYRu7WyPMLdPmCMMJ5cByAPgwPi68YV+jUAXbN/QtgXQ9vm9DF1y/qQ1scc7/8RV5kG2+5TpcvtXBlHc73MNpVk+meQG7igPAAwDw49/ozx+SA1tYCuYIJa3nO9ctcrD6XAoCd5vmBr6FRG6cDYY43gK/3l21hr4Qe8SLC1iDwDjCY5WAQxmV3xvbQwqOL1rXJfMuTxRgc3h102nyKlqhDN3F99+AyAAyANzpw5wFwBcGuXAHAc25hnhtz9J4LgCuw/T4AOFYBHyuEmgfojRzgCLUOoIufD8D/KOhvTPjnB8O/4/QIgLm2dDr3fTyFeG8NgMd+Ju1P9j9LnqZiPwYAH3mwp7fK3E8/EwAuoHzJab4u2PuU+KgAmLONF3kQDeR95q9WP5YCAsAfaz00GikgBaSAFPgcCggAf4510iilgBSQAlJACkgBKSAFpMD3UGDzr/7D707Nth7S+dHh78PDQ3PYwsk7PfrD/QY4HXR2VyMcusYZ/SCUQ/hkOA5x8KEeQO2TO4BBa3puYZTBOYBhHAC11dGLkMYttHKGiuyw8tZDVHvfhbAtgewI5xz9EFihPuriPNuoOXGpB865uxSgMgGwQye4lRD6uYT3fN73nLuAqQDUngcZLuEMce3O5gEAx7iix3D2Tl3G6MhzKWdo5gCqUzjIuUWY4xxvAvqQKNYFYxlDPHOuIwDmOJ5fQjsc27sIwT3+0klIW2FvHxOAbI4XLwQkXGVYcdaJBY3x1xcL6OaMFxAQArlDa77YEKOL8Mj4DyVebK4A7XeWQxl92HIYFI6cwZAPQBG6Y33pMj39y/Rwn+Rtwtvn+dleOkidmNN6Lufv1PHbpI31L13YzglJGgnJeyvDqvu11LO2UqG+65FtNsDL3NneX78+HUn/6djZHdc6MI6fx34q/K5tL52fGI/93sp+sE72LW5hDB15fe1Os5D2sQ/hTHfob4DRAbF9xZr0HMQhwGsB8JIuPH8pID7pMB5egFjr2/fMgsHt0ziAuecvyb95jjBZZumevs4BHC+oHB/5oSAAfMEKnS4aETREg99M0A/WkADwB1sQDUcKSAEpIAU+hQICwJ9imTRIKSAFpIAUkAJSQApIASnwXRTY/Mv/8BuCNTcADFC7Nafps7kzw4nZH67iQStcvPylAm5Suk29qMM/gGQLAW2EIdybkSsXx1gXUMeQXrhHDR5W2DcCYNQndHQwa6AnAFrm4k3XLly5dOoSZtLdG+PPkMJJlHDucAhazTDJBM4MUYxrBMB1VXxe0CDnB/DrEBWACaix0CyMF7lkcTw8wHkc4WYBPAMA23UbR4SF7qRv0kZSrwqJmnEu3Y4OowcHcDh7o298j/DSXFUH0ANYriGeGzAuZSqMh/5wAPv6LjiPq6M3QnmGU7qCYa5vrEPJkVmJYIKTyS+1TYA1ABz7By8qTN3N2EfhDsfwdwaEbw0GMwwvojVzOWZ/mSbMaePIteMUUmgCS+YyZltca4K6JQA8wtgDLK7lWHMS0sk8AuDQPRry+9Gd+OGy+xEA2AdSQwkPztCaF5fbBLfV46PtQ+aELoCXEQJAh08B4A3uRS5dAe1rDuDJIsz8IAC8plBeX3IACwCfKeDbFPvoDuDjWeaLMJmKYbyuB6Bvsy9+VCsCwD9KefUrBaSAFJACn1kB/fvnM6+exi4FpIAUkAJSQApIASkgBd5Wgc2f/eU+gikb/QFYRZjhp6e9/YmOOuxDaOIMj2xQC+5VkCNHlwBH7pgMJ3DkZH1pIZYRAvk2HVwBO59vvn375uW3BkMBnQFo4IB1VyZgMH52kBzOYPSFcnSpEjpijACezGtKYFl/8cG5J4R3trJ3RvQAWunCpKsUZdA/DoaPrkCaDyLrA0mUqzARdWN8gKxB/gCCHeoBwiZ0vi+hnOFXjHzIVq/k92XZGg6aS1/HQNiL+gTIAPgMYxzjC+csISCujw9WQ68Mp525dj089XOEAQ+wPHVaUWM6pZuTN4live5apNOZID/m018QcL2H0NBzc3aXL0I+D27oDlXD9jgBvbYSeCEBMBfr82QOUaz9FmOFixw72cEj9nXA+c0twoTvbh7SUe5hpD1UdHX7Zl7eBFijX96z4BagX0Hs3C/nDdDSuQmwwTDVpfFnjH84arnRid33L63JJTx7daoTAKc7eOK89c+Do27f+MQYYUzOeF8AACAASURBVMDuDQ8LHp8zfi/D7Rs0N/uOHN99n+JFDLjyMeAFC+yo3eLEpiGfR8fzNZNfyvsbezfzXbe1X3A5LoDTpXEdh849rc/rHiCdHwJ6NdfwSl7h142vhwtfAp5nbptB5uMcv9fsj3PqfrQcwuOYrwfK592/7Hf6wlScVbjoc3bS+5SpL+y8Tw8fvNXXfZD0Sa3lFv7o7X/w5dHwpIAUkAJS4Mco8Np/v/+Y0apXKSAFpIAUkAJSQApIASnwuRXY/Ks//7U9YQX8dQfv/ncHKB2wOUmxPxEOFwAOANV/Mpjq5RzIRPhhQhI6aePnyD0bYWcjzysg261BVA8FbY5jDx1t5xGCemtl6QKmaxQ5Zgn1Iq9qD2mMthvUHdbEc/BmaFsA4Cc4bVue3YSj1h5CS+MYQSd+5jk4jHGAF0GvCoYdTjUnLgClZ6ptOjZdai5f0yJ0jnGw/Qrw4GiuwLbmpY15hOYHAGxrCzlmox0Qsx4KmLAgwHXAtHpgXTxssMEnguMKgFmWWvArQ2gvAWCGtvZ1zjcLCINHAIz51NzA4xhde9t/2G/Th/2FTBanMENJAxgznzAmj9DAvj4Oemtb0A16Ixx39OUvGJjzfWfr4PmT6er166EKQdYGmlZQm/A8xh0hrnEsgcRzADDG9XQ4bochnQn/69qeAsAcm4+LIaBrvOnS0BoArltqrexwm050gYie19ed4hYm3kM8855HjO4QHs5tHCg3/TnO364Sxukojh9ICADPrdPpcwLAl2v2uhoCwMu6xQtcC9cTnOkB5Ov23bm1BIAve4HhSFcB4HO3mspJASkgBaTAJ1JA//76RIuloUoBKSAFpIAUkAJSQAp8egU2/+KPv/kTKsC5hweEYUY41UeDLwF4Acvcxeg5fsMhGaGU78IxC6fv7t4dlQFa44kr/mEPIIu8qgHE4kEY/8FP2HtrIXfdsZoOYIAqgFU4Z/fmSEauVhx3Bi2bA7hQJoQ2BrTCg3AA4voLBUMu0x2Mawwv7GGPE3ZyFR8fzXFsTywBrmPqEabY52LzBbwEaCJ0GgFkg9MOoyI3IUA2Du8XLlq6YxM6OmT0cSV0TZAVsMv6tro7G8/o4nUtWxuW39Rd1wjHDLc18tym3kkj8fPW9OEasL/RMcWfGwDO55eEuzVkNHWbdxPHvPAHa80w0543OYG6g2EAVrwYUBzGXKPaLttin5wHNaB7ugJ5wH5fxwFqosyzEcXumI1xxlhg/zWn+U3kNjYU7NAXe99DV/vei7XBPjGzut8zto0DGOcAuUXdSYz1cNBfXZyXPxiuDl86gCtInnMKj2vUwocX5+iYK3gudzDbGYFTBSz+UsGQg3gWwOTU/VrqFnUZSQA5fcOlzX2PNYnNe+xg5r3KPRE/E+pj3c63La8B4Lr/3uJ77gmuS/s591/TfbQxXuj87es3jvo9HMDnK7PK5+UAPimmAPDpvbb4gHEunUBtKsGb3MPn38tzJQWAL/97Pv7RcubfWa91AL93+9dtG9WWAlJACkiBL66AAPAXX2BNTwpIASkgBaSAFJACUuBDKWAO4ATABnh394AsG4MvcMJ6FtuAk+5MhesXIDZgHSDdfv/oPAZhcm9BwvDcCqFa7T8AOULIgInhFKYrmCGgn62BncHde4OTkac2HbNWn3AXkIhQlm5TqvgEmJeQ2J3Dac8EXCQcQ25aupm7izBynCJErOd/zVzAADEA0DxaGwmAHR6mKzHcoAkPAfkKMCaw9GjFSQM9PDTKIBx1jhOhsZtztjhE0T9DRwMAxxzDyRyO6ABiFYBHn7E+mBrH6XC0OZajTnPGlu3oDmCPcexdOXwD4Pd1zTlwXqFD5otN0It5VEDMsoC+/D5AL3IqR8hxbKARAC8BZQ6VgLLqjWtcY57fmhO6rWMBkxHiOUPs5ti9foaWhms0Qgzbfh/ArbtR7T8Axi1yKef67uy+4LaB9hHy3O4TH1fkEZ7ChMsfDL8HAGabR5C86lX3yBCJuP4Cjy3CHMKh57EDL/l57inme8a9k45f6Gvfu6O33DvTHMclR3TKODqq5wBwfXmjTGnybczn+4Xy/TEA+Py9994PaGYB8Ar0rQv22vHl7d1eyBn3w+u4yvfbN/WzcGkvf4Tz3zsE9NE6zr6Bgg8nRvJYAG0CwG+yfQSAz/+snQj+3oD2vdt/k92jRqSAFJACUuCrKvDaf79/VT00LykgBaSAFJACUkAKSAEp8J4KbP71f3z0J1SEh56LNoFqhBFGuFWEtQ33ajhnAYQNg9l1PMCH0xIwzIFPeiDRBMLs9nDC4aR1l67nebVwzwDL9h+cwg/mIsYRoaEZFpmhopFT987/cGwc88HyBDP8KwAwIeQTAHBxBiMHMF12FTAG/I15zQFFis/rU20iBG2FohVE4XsHHDZvD5mN+Zb5Rds1B26T2ueKUMiojrp09qJGC2Vs3/uYc54VAFcNnwy0Ivcy8gl7/lv7mTmGxwf0AQQLyKB7dniQDrzPo7pzm2Pa4XjQQp4joOXaxVpP4TDXgHX63uy5cNlvhY3H9SK0M4+j0MaZQ9ih7+QgGAjAbsGf/asDdVcGzuAo487ywYmJkNJ0tfq9AKhvZeGE35pNOPZHrHmE766d0xpr95U58OvhZlkLQ43D7qrIwY0xMPdwNrTkAm6O5AHsrgHgiQvbtIoXDDDO45y0eH8j7rGMAjDJLRx7u98/8SICxAmHrnmtszzWCgB3+agAuO+xWKeo1/dPL1v31Bg6OhYZLyOcdl691wOLJRB8QoTLLyHX9cr8xkYvLX/poCa33wXgd6mfS8e7XH4N5i7kZPaBrdW9VKXl8nIAn9by0v1wtP9zg17bztut+Mdqqf39cC5Q/FjDf//RnPsmyWv1+yjtv7+S6kEKSAEpIAW+kAL6d9UXWkxNRQpIASkgBaSAFJACUuDDK7D513/5LS2eU3DSQKsBJkBLB1Z0S9qD+gY6k1khPDMhBh9KA1IBNLawywChBorDIRzXAIBRNxzAcBVHHmDkqa1hh6EkQwcDHNEB+2gAmGMBAL4zQAVn6Yu1PwHA+LmERX5G/mFz0VrXRwddvrgAaDr+kuIgN3MBj2UqAPZ5A84mAEbZY/AarmDmRPZcxtYnwjU/IfFp4ZM1ZDEHzbFwnBUk8XsAX4TQJoCla5hQmXmEcT1CQwdcxIHniw6ymfg218EddM19SWgKyI29YnPIvXLszIxKHQZ3J9bo4K2uYa9Dh3QyOqwvxo6vNWy013NYWQBwcTD7AACAE3ZXMO3wxkFZbAyCWM+z7BDY9hauA1x6+wmIJxz5OAequ4DvAiFDo7s7C3NuY489nVrDmRyDMxxKXVwsDyVO1yK+IgR0e8Eg9aRGoW9bwmiRa3UNAHZdO2TNoZr2Ebo5mbSPP9znWIPomy8q4LPENU797RMh18kaTh2me6vMo80pXjyJg5X6vor5cv0jBPSYI5i1ed5/bgD4eP1Y/r0eWHxfALw8v+muGdZ6vPgGP88D4PPHd+14BYDfYBFPNLH2QsV67690UGbD196vfEGovlgSn6+nXxRZn9fHLVFflFkbpQDwikIfBdC+N2Be2yi6LgWkgBSQAlKgKPCV/x2lhZYCUkAKSAEpIAWkgBSQAh9NAQsB/b/yCWsnoe6I3cDRG3AFOYH50JMu4DzhoAq5dh1kASACFjr8CxgI4AM4B0crzx8MbDa3rXWLHMAIOI1y0ReAYzhWo1/mXsVPMVyAGweWmY8V5xAm2rCeu5MDXAZIQAho9BkgNuYJdzJcywwFSehbnYF4xrv0Cwr64EF3cgDU7mAGiMZ4CDLpAma9AI82VriqrS/kIMYROZYDPKf5uugQgNWVgFs7Q21jDAz/7OB45qhzQVm4p3EANlc4XKsiEzS0AZDn/NwXnmsTbk37Y3rcWShwOm3pjwtdI39urFu6Z/PnCDt9DGpRlufr9eoAD3ANN3mfL7V2mFegdQXR/n06Z9EGOLBHHLa1qKGhfQxGI9vD/8wZ/XIbABjnbxMUn/Oc19vxqdr+Zrbg3GPRR7wM4AA43ZBw19/v7N7pQ3YQzH2B8wFZE4BekO+WazWB9ADVaANuXayrr5+LE/vL249wzShzsP132BPY9XWcgFW/B2JXPT+Xtcqx+n5GCGiWwX2aYJfQO2vHF6xtOqTb3siCnD45N8J5n7oXqsO5uvFnK73Dyf7SjEngIL2HJq/dTfNHv3IgcgAfCfc+ALh2875uYDmAT98Law8Yp/f/cVvXAuC1/l95J79LNWpxCQBuA3ktYHyXmXygRs/5h4H/k+CVLxR8lPY/kOQaihSQAlJACnx8BT7Tv48+vpoaoRSQAlJACkgBKSAFpIAUWHk++i/++I9OSDYGfOlIDIiWOX0N/OwNyjrYBZgE6DXYiDy2oDrIkQrXrp8voYoJi7pDJAYCaPlo5Qnqtg/m9AUdSpCItmI8Ad4CbE4BIQAnXYVO7/IgAKbz1p2WBnzDYRuOYB5odwdg6dAvHL3NveqhkgPkNlCdUJuAuALgOt6Wzxdg8mBQtIydDurJLz0FyuwNZCIfMnSdwtqYY4ylu23ZL6/xZwe7AIMlp3B1+6IcADvLAcCzDQKo5p42LTBXQlyfX8Jfr1MA8PbhvoFI5sZF3fpAmd97KPGEnqcAsO8DODjTcV0BsL9UgHDipvOoATh/g8GpHcrEfgA4j50QeWqpL05OgQ0BsGvP8Nh3BkNzK10GgOMliaWD+akdRMIka33gHQWs1a275QMOvyTU9KXIkMwBl+NFC9yL4zEHing/8CUN7p+27yfhyjOEOaI2+5qjj+6A9gfYA8yPRcmXOHzMGTmghPqdrD0BMNbJ/sMxAcCIPJD3MO8roOJacA4A8+UGfuU8657JRhZf+FhctCsvjGBXAPg6QS99oCQAfJ3ea7U/ugNYALivID/36+fj2vq2668FmGd38EkLfhRA+9r1OXf8n3R5NGwpIAWkgBT4MQpc+u/1HzNK9SoFpIAUkAJSQApIASkgBb6GApt/8cf/9ULnKGAaABKgHUI1M58uHcB0pTIfLoAlDpynAxUAI8AbgDBypBK6AuI9uVu4OkLvDT6iBOrgfAWr4EEYx5jLlQ5i/vJAsLOztvj98/PewRnbhdMUrl93IzusNqiGccPDDBdjcc26M9gOB8PWDqFlAMcAlwDV48Njwpzu3u3AmSGjqXGtizbhFka7dP+2kLUuTg+ZTODa8i07TIt6HPMY4hlgkW5mX1ObL0JCEzYxnDbgcnUBoezWXa+R8zmeIVo44p2F8XYCHwF4eR0A3h2jCfKeDMxi/ecAMLSMo4eArrcU63Q422G8jyK1whq6Czr3GdaX4DccwnSM53kXkzB96j5uv4w6aCSoZduYabaRlNGB/nOJIb6hK3wMYRuO2inYz72RVl7kDna86y9WPN/s3AFv9eyPO3xd5xg3foazlfdFvFgQ7eH/qxMf5+jWDqdwqNxyIuf3rl9OuUKbWGb8XwziYKGnPTe1vyDSX0zg2sULCj6KupyLYBVu6hjQevl2zzgdj/sQy+R7oRh9vVxGCPD5X+CKjsH09XvvBxQVAPPljtjf3eU/ETJ/yMvl5YWp0znfE2ntsI2o18sef4ZNX1BYm/8qQDvxwoOvzZxB+4pcwGvjndMy9J7Om/O6HhC/rwN4aT7nnv8oDuJlUDy3QersTjsnV7bf0d/ho27HOeJ7ifrvj3P1/ujl1u7no/GvgcU1gLhW/6MLtja+jz7/tfGtzW9t/a5tf63/a69/9vFfO3/VlwJSQApIgVkFXvv7hOSUAlJACkgBKSAFpIAUkAIfUYHNv/x3vxoAjoeoBJcRspkA+KmFJt5aONoAoAFfCGsJ49BGc5DSPWtwbuocBk5iztsO9aqDGO1UN4qHnU74imvuOAZAJPTLvhiKOeoHiG7w0nMNB/RswHsAwISOHu4YYW4dAMNtnCGsm2s1xhDlO7hirlEPod1CHE8hWQWsBOHoj3OuzmOc81yz6bxuZXLe7vRMV2Q4WRk2uuRoThjPNUb7gM0B7GNLMlx3hR4Bz4HxYq0IgFEWANiduGCGORZcrwDYHbvglyUENsfPGyFgbTzgnwMwBLm1Xh2jX0+414AmdPB9GICUIZ2b7nmebY/t3XqSW8tM3SJ80wkekBX1GJrcxz0LgDnDDG1MGmenbw3oRlhiOOrxPVzI9kIC9pL9bLeY59kFVnb4WrhoAOBou+eSXtaPuvbc0fMA2PVNXdrIB3LC/giC/blpAuVk2F4VLzpgf2Wk78YabXZsevIVwbDnjrlfvEeH2iUAeBqSeg0Kf38AXOEv78nY9/MAUQB4dtssvmgwX7qfFQBeU+h9rwsAv6++57YuAHyuUmeWWwOgawDyzG5eXWxtfGsNr43/2vbX+r/2+mcf/7XzV30pIAWkgBQ4+/dQSSUFpIAUkAJSQApIASkgBT6rAps//Q97e+ZnkM/+bLcBPXFUQFbD7vI8zjF3LMsjpDAfpN/ebi10tEFS5N5NIApgybzCDcyi7wzve28hmRGOFscIewKChtsSbl2GuWWeUi4AYGrA18g9zLDOCBtd4XVziaarEu5gQDB3QNv3dBPv9998LHT/op8epjrgVc9VPO+ec1CV4XRRng5q5PxFXfSFo4HWYnryQLsOcRcAWoJuwntqVzdk1CcczpDdBaizbA0/Swc3cwAD6uFZmTunQSlBSGG0ZE5f6AA3dzqAn9zRbGuWY+f4ua4AxrEe8zmAl+cb5auruDmxmFPWtYyXCyogP9Zk2e3IeTVnrcN+A7bDvVFDHGOJ3H2dZenS9pcVvKsXW2sA9HA+YozdnRowPPJBw1kc+3wDEO+hvGP03AYdBncHdQ35XfUBdGZd5/bY59kQwW4Nj+5lPQ9416cBYLuvAMmf20DoSs4+wLwLqObnydPh2e6bnjc7ZmPtQJWRdPuVfHFi2Pbj5xPX9MjJmvdQzeld13/pfC0T9+o8YB/LvfbnJafv+zqA+2iPwfNpR+Wl81x7g34hRXPv5kI38Fp/S+MXAL50Zd+2/OUA+Lx9uuYAXpvFKQdwfKaeN461fj7r9YX3U8r9u+LgXgNwn1UYjnsJgH6Ueb8W0J47/te2v7bu7P+17X/28a/po+tSQApIASlwlQI/+7/vrhJPlaWAFJACUkAKSAEpIAU+nAKb/+vfP/oTOgAewCmCynA6mhO2PeB8ufntt9+tZLhecfr+/qFdB/wFGA0oDHCyi7aeer7f/83eu3BXsiTXeXij+947lvz//47tZVLiomiJEkXaomSR9lqk6dFohnMbb8UXETsrqlAHdfDqxiPqTg+AU1WZkTuzDnDqqx1BWwJ/AriqPwqAwmFMMBXw4ees91jp+8r6qimPK+zC5RuOx3Bu0p87egs0HIAuG+ZngQi+J0311H6kuZZLN9yNkQrYYWimzXYN3SkbQK7WU5brNpzVVns4QanSPtO2g9M8v6as5f6W97VyozmgnPoLx64D1lLrOFywUb+ZeH18ph/HxGsB5aVPACHGlyDS4aPBdEvn7AAY5zAuW0sFvNwY2xIAV2CqPhjnlAY8tAS6e0ppAdAyN/SzBmgG+M1jp3SmkwOac9dcTWtQffRRas06isy1Q1u+TgaUmuBgaMm+dPby1VOj84/XQy0B2CC6c/itOQ5gS5pxW3ue6li6hDtY2xq0vTcpLsAE6n2M1AoeztsIbAK8UwuRWjp+judCNOc2f4N7VAdvzGVpYRZOQPlIWR72YavfbK9dk8Lb9wGn4/zvBYBX9ZpH7T+91o2ABsAbM/ADADDvc7oeyGCwvm2ldtZ1sXXc9gp8zSPeZgrorbTPfkU+IMt0/tZ1u8pvHwGVttp/zbl7C203AF6ZhX3Wz74A8rUneZ9Y12LYN/6ntr817gbAWwr1/lagFWgFWoFnKPDZ/757hnR9aivQCrQCrUAr0Aq0Aq3AG1TAagD/Ou6Wqh7vzc2lp3ElpS/QEPcscE/gk3EAOs/PzxwUXl1x/FTrlVuz7piFfBkArlBXbZxovx17beBYzl8BQPpQ6mf2Rx3bUqOYWrbAzvxXgd6ApQAsOQkPGEOkWmY8A3A6lA6oG0BXDsxwRVNLmJvNwGkBW9rh+wBikRK4Qlz6UDx8FdjFHUr7cvwKRKvWsrts3YkdLmbfb2CMOALGzZ2v9EOKY/YHcI45UpyxP6YX4E7d34Dw1wNUe7vu0AYgM95IkS3nNBDTa77mnd5pXKGT+vBawNlW1ORN8JG1WCPl9OQw95TSjM+IKtB+CYAVd3V8Slf1Kf2OeXAA6J2wqH5oq/C3wvEpLbLcsfHQgL/uDtb6Oimaw31rCrGCjPMSvz1cYNcAznXnqskkAsSrXrCcwzTK+G095JzU9wN3BAOemf8z68/+u7pE9wBJ4cjNttLRGzqEo1dbpAIXsI1XfX/qEw8T1LmrUUzgy1e2ah2nq1e6exvqUinID3E5F9i1qOmrXpYwHicxS0WS3Nj7yJU9bCBn9RY+01zPMHS6v8c+G8fjUkBPmsgBPlfp5X56MgCuTwL4OoiHNmKtxM9r23Rt6NqdH7e84bF1A2Tt4Yra7+7zo9/1BOAMKPd8RwBcmcY2AN53DWyt4H3beZ3j3hYAfgj87uO0nZ8/PSC0p3YrsGpr/e/Z8qc9bOv9wZ8q+yjbQ7DzrY5zX0D71Pj3bX9rDezqf9/233v8W/r0/lagFWgFWoEXVaD//ntRObuxVqAVaAVagVagFWgFWoEfrMDhn/7lP+dd00MHvvzBS9pjXKj8DFBUquIBJRPkCVyy/9AAUAWCAMcTUhtbDd26Cc4CfB0mpsMX1y3bDOQmjFXKZe0/dcdsQA7aWTp6l6lrY/+tgdcz7wNAGk5kA7s2xitgbjp3ow/7vwHVElQkuBUgJibVQOYc1R+ukLzqATAXFFR6aekiSFwB8EhBnA5gT59dAKrr5IAOlzPprUP/XQCYI09zfoG810A22wSAI+VzAmMHkTnu49DnMFM9a368P3cHz2+6B5CfoMcx6YIdrk/QkX7leLboD07dNT7BZO2vN4+nm/nTcdp/ajWJiUL1fufQLkCSHhSomtd16efYuKMf++q1fW18DkzDL8vzA0jOVxislwu276tL9jad0WNNGimtwFRgeQmBBYB9LZkTn7V5eQlojjkKVAagVtroOi4ctPGAgACwxiZAHKpF+uZweEc69eU2QKzDeUHwOEpgmWPWz15t0q/VqlE9SpxvMHGfyOTV1j1Zo7l2/GGPxVqLiY062Ie3oZmP8hEAePsD/usCvAbA62vmRwJgN6HnWtPvkn05w/3RvO762aHe3i+/TQBcNdMjAvuAwilDgb9f+cM8kUFh17Z4jiIPW+t/b0n7wKLA5wTAK+vnqQDytVfTvm9sT41/3/a3xtkAeEuh3t8KtAKtQCvwggpsfz58wc66qVagFWgFWoFWoBVoBVqBVuCVFTj8V395YffoAEtHBnwjFfH19WW6f3EsAkyn2r7s95qmtgFAw1kH9IsbtTh7BXMdWgKwzEUKdFINX/rjGK/9azdnBZ75+TbhoW4cCjqPWrMJYgVDLy8vvd8KCMMtS2rjcJwKIHsqaKCeQ1PAIyQvgDA3/Ce3qY3IapZ6u6UG6Pl5TXkdrmE2wT6liV7OWcDOAKPoiWNUjup6fq0TzPHuKkU/0gv7mGI87vjlNdd1DmC9Bm1xDdcayYDS6C/mjm1KOxw3yiuI9f7sNdy5OJGlM/BXNWSttxFCjDPbzXrNRKi+HIQmCK4OYKBkBcTSgbUQwHI+v9JMXwWAlfa76r8GluftxbiiFx4osLVu/1HDmg2399mZjRf4G6wxUz1PUNPPzBudAs31oQQfW+o3nMUrZrc7OZitFjdxX5oDmFTIAsBRI3ganUB76B7HucbpEK7uYEfIZX4nmMt6Quc50r1JIrsERIKwMiE/9AFZUFcO9hL5mFOlko5jJ4ADoPZxcb3my152Ot8fAO2A4XF/+W4dSW/VAK5rZe37z+4A3tJna/97dwA3AN6a4ZfZHzrv6wD2/ATZ8do5+t3t7+Sz98z9om0AvJ9O20d9TgC8ostTAeq2xM87Yl9A+9T4921/axRb/W/1s3X+rv632t2KW/u3+n+pfnbFQ/+v3ce+WvRxrUAr0Aq8AwUaAL+DSeoQW4FWoBVoBVqBVqAVaAX2VuDwT/+dUkAfHpx/OU1g+m0G5ACkcq0KAANYw3kaqYpJ3cpXXKZXBmX9Fm2migVUAlIAwAI4AwDbcWeWRldA1J25QSJHHV4IEMd731m3ljYBQxcXF2Owqtur89WmALBAKm17PV5crAb2PL10AuABIuUIdjcsrsKoJaw+5KCtEK6mOR4O3oRyEyw+yNTZEQPbcMM66YqU0oqj1iYW/BVcDAg82ZsCMN93Siq9Nmms1Z/utVfA54AxCSNtec3gbP7OYf8Ur2q0Wo8xz14AN2rNxs/hSAYUS3//OVNBK47JtRvwcnp9As68tuuDGP052HY4HmtkjNG+qbWix0LBFUaqZOK9sxTlds6Jh++PBhz89NOXg9Mo6OsPCORyDMmonUyqbDtHwNVflk4FnLJf8HIXAK7utDsHvBaX9ckDANf2EAI1SGPsCUhKStx6cx0ArLrauwDw5ACOeQL8Dkf3AwAY6Kt18hIAeDbmBNrSqa4HX++pK0AYgC0TMBzY33O8qDLfR33lCQxFw2kKngz9WTO71tke66J8o5TRR+ngXh4zPSyyjzNxrYd47akOYLVYz3/JFNAvN75d+ryPFNANgHev3Zfc81QAvOruraUA7BfYusv3oegbAL/U3DYATiW3AOBLCf7YdvaFgk+Nf9/2t+Le6n+rn63zd/W/1e5W3Nq/1f9L9bMrngbA+85UH9cKtAKtQH4+e97nu5axFWgFWoFWoBVoBVqBVqAVeEsKzFNAW8pmbthdWnrjemMVsICzd+aytZ8FIm8NnUUrHwAAIABJREFUDrrrN93BcgBroEpfTE1ggE1N9wx487YTJNMWm2CGjD6e3jj3OXyLfMWeAlrQkVTCIDxPOZzUjnNUPzja1R/0BtesX/6Fa9Ncrl4/dQKRHA9kinq/FqcFG8cEZHQgejOBXEDkcK8mLJ33GUASkKzj6A8nI9taiuglFNV5AxA7gJ0vqZHe2Wv7Zg3fMvbq+h3ANCGfUiDTz4mnZg7QHhqZ1pmOV22YZ3YGQvWAwAzgM7YCEeVk9tdE/uyYVVjr6YqnAS5BsOYeaB4QOOZyAlhyiIk0Ujs6UoADxI9Ys+a4PT8/sZTlVp/ZDkvzcjilfWKmWqW31ra24TQn02h2w1eFO7htmZ7VNMa5f6TUTtY76mLnmpz2R8rn5eZrN2sAa99NOtm1DsMVT17lrMc80jwrpXhJ9byWcrnEyrcPpYKWJhMsn0fsl2hOSxrH4wAATmYUuIkZME2jJ2k72vaU28pUYKvRxntr6aA1YwLA98TSCys3Xmu94AqKl25yXSuqmV372AV278/Zziq442GZEWp5OGPXeMb75s4BL3Ys6mZvApvl6asEbjrouU/Q29W670hWj3tK/1xaevDmKec/LuDnjW+rr7eS4nkrzlq2Ye4Eru9zc7fv9PeI3pTW92/13fvfrgKb70dbYO1HDK3+TnmL8c1+UT3kurcDP3r8zwWvz9Xnuf3vWt8PxfVafb7Gtbal73say2vo0222Aq3Au1Xg9T9fvFtpOvBWoBVoBVqBVqAVaAVagVdQ4PBP/u0fZLU0CHbuQPTaAPCVpX3WBlQgXfIAdwKwdoCD2wJ1uZGr+qb15p1DYGCkwVRe5zhqBBt7c6iT5ldvq54vyHxiOXiV0llAtro9iQ2XMhDxJoFtbWf5h3Y4+8JpyybnId8LBPM9YAoHa7hy42a0AKGDZgNV7qY0WAYAlkZet5TUyQWQCP4S/9of/kqnrVTSaquCd32vFMoEGNqG6xZIe3UV7ROv6+Hu6Wn1qO4vx8fYDcpbTWCHqL5FbeUzajgXxBdO5XACe+3mhIkVmsf3cgMHiL0/DqBygA9qBC+10DkTYBPYnVzB9ZzhtnZXLym+Iw12wI8AyCP1ss9H1NE9Oz86ODeonxnNfV51P8kThVsbN76+ra1UpgJc9BruYHeJ8/hBpNWeoOfknnWtF1C1AhrGoYcBfP5m7URqZ1IfMz4cv9oq0J9mOWey1Lb2te0Bx4MLHs9w2O4GwJqP2rbifgoAfogZ1nVKf55iXHEvB+drt6aDjesV57T08f2zRrU2o91dTuA1CFwBMPs5V675Wvc64tX7yn6Abw3cytE/Xf9Tm7scui8FgDWerfa2bmBs7V+Z0tlL7xEAr10vu8e53/rY0mnX/o8CgNfeM8aDNrufoXiqbH3eG1GgAfArT8QWQNsCcK8c3mbzz41/6/ytAJ6rz3P73xVfA+Ctmev9rUAr0Ar8UAWe+/nohwbfnbcCrUAr0Aq0Aq1AK9AKvDsFDv/sry7uAJIOZA3yHiforRCYVMlyyroD1QFHOF+n+r33YR/HeKrnTAuMOp5uF+dt9nN4a7V03bU51eBdqkg79O/ppgtAc7cvcDPjAQDrhiGvV2feEsjIeUi7AFKls6Zvrx883KThMPb00QCfdAnrJj9OMb4fNW2z4YBD6bLMAQWUPbLarpfTeBJOBVy978ZQOzQh1y83vgGFHoPXbwUORsw3BnIHfCz2x6UDt2rj2s8cwIA06kILMt53Rk9jIw4gKzVzBVvDLVy3oRepoQHHqimcgFjHhg6ZHtbrBQdAVspi1yHnR+B5uXairwCvnkJ55NE2F/eZQV+r6ev1fDOzMl8HyMz5jHUQNZDZpHcFb6enuOJjPyED0T2m1O3Yv84BsB52GONfzJGPPx+Q0AMM0/wyL/MU17W+7nM+TO6q9bvrHW0fABzXe7SwC/ruApnqd2l03jpeGbJlwL+2dahrIvJA4wBn/XlUGVs8LLG2CfRqPcSY4lrdBwDPr4G4ZqMtPXwhh7NimR6OeBxIlM6Po2GW3yDjmdfa3tJ5SrX9sIPsOWuSwJ4MgNNBPq79XQv5ma/X8S0fSKprZnc3DYB9nh94KmSA3vGgWNb4zR3PXWPPXAJ9+isq8C4B8Cvq8eJNC0DuShH8XMD54gEvGtwCqFvxb52/K/6tdvcd91P7X7a/nL/nAuDxZOCGQ3zfcT42BfW++r6UfvuO46nHPXb8T+2nz2sFWoF3o0D/7fpupqoDbQVagVagFWgFWoFW4EMocPjv/vbu7uqSlM8B+UjTLEiF8/XanMC4b3GExs24uCFwbK/NALC7QqcNt6/+uAV4QoIEav2oBH/UU12CUrVSnaBAP7abdNVGWmlzt2bu2AGIBVQFGEuKW4FOB9IGBQPqhisZgBuANhysFS4qHsEExetg2tPPTvB6+Qd9hQJyG4ejOFJqT6A5dJADVH0KTE3zE1DNa5/aBtt0UFhI26hbuRj7GIf3O4EmYK+3NRzAclZOjtXRh8N4YHTEX4EW+ghs4hSe+ou+3HGdoHqcp3nKtrwGdLqyQ8uITfPscW4CYOYynNynCe1//hkHOXHHCia8ChYc5POfz2UkEPb+M6WyjpXMzNOp5YvWz3MAPNUHrmAVbfQAheoHL/fXG95LJ72D4NQmLqGXSXn6WPhL32sAmHCWHOcpALiCz8cD4GndEafOJymApy8nu7Q/sJHvVtSDzuu+Xh+zeUjYOxY07b4yAN4GsDWa6fstx+7yrAbA6zru++oSAC/nbfsGTwPgeE+fK77ULd7P+X3Em8/0vret774z2ce9RQUaAL/CrKxBswbAjxN6X0C51epLAcwGwFtK/9j9DYB/rP7deyvwBhXov1/f4KR0SK1AK9AKtAKtQCvQCnxgBQ7/4m/MIyeHLmCQwQIigaKkNgaMDpBoAM8djvGV4yqQ4lScww5GzeHLppTOAM8rA8E6XnWAqQGsP4LrH8MA3qtM5by8yc7PUZN4AsDUc/VaoAnZIiXy3A3nKX2VwtjaiJTRUT/01pzIHu/CuUqbAWapGRspnkmhK9B54o7eK2+H9qKNyaUptyDtKgU0AFiuYtpUzV7GIPdrTMPSQRzQGtCqOTtMkKV6sUoHvVyzAstK/1zb1r5IaRxwGIA7YO5wLYbDl9rApFSWVjHeqvfCoZWO32kdJTRf1AAm5qg9HA8XRCwBZdcA8BoMJT3y9c3FwRebi69fz7xuM6mdWWe5tG3/BKqdCPucBUg/dCBt8dscOxhknZyd3HOyskwEN3Wu15HOc8aaLm5nuXvp77EAWO3V+dX8rMHCfQDiLvC7j/O0AuABwW38elBjWl81HfY0BwKzlWFP143V53YEbxrvcOYu17dM3p7eerH5dR+NxfXlJIn3OOqRsxbuO4Dlxt/SMVLJ33cPr6d0Die5z/8Y19LNOE8drQc1KgiZ3i93p4TeGwSnXsuUz/fHtO6Q1gNB90TPF557g2NvB3A6fpdxfA8HcH2/V/9rv9PWNfqsAHg+br1vxHu03PDxHiv4u2uN9eufV4F7f659Xim2R75vbeJ9j9vu8fWP2AKoW6B263yNYKudp4503/7v/VGz6/cxb6Arrt0tALlrfN8zvqdo+NT4ntLXY855rgP7MX31sa1AK/AuFXju56N3OegOuhVoBVqBVqAVaAVagVbghylw+Kd/+cc7QBpgyf29WYM3AJyBM4N99VbDErrhGAYSC+gCtoC9vtn3nqLZ7uJS7xcAHFAv/nkHBl6XN8sDjgGAryLN8bghnC5lIJv1AdgBXADuBE51Mx4Y625L28fNZcUNSATmsn358sVDAATd3F6mq2+q9es1XdPdC7BxLRYA+Nh+xuEsuEvbNZUzh8vtO2JIt7F0oGYv7SvN9rjnVOhY6GBjoU5tAcNKQU3N0wp3iUHjl4bScQmB1wCw6o8qNXQ4fqMGsDuF7QaH1wMuhssJKE4399WnIHEsi0iNzEYN4LqhH2nFJ/A2jUPHjXF4HufoK443cGh1cs+/HB98PSdteaRm9v2mBymZQ5dyg4x1Lxd1thNzHA8EGPIfANjXQ6ZABxr6WHjQYADAgMYVQpLqN9Zp9LmVsrkeN40rNNsFjWcC5g9b4FKxx3zIVb7byb7sYwmAw61MOnLmEx2oR60x8/qULtsvexlwy1TEtZa1oQ0AM+Z9HcADAK+I4Q8QeExTmmMtQZ4xoWbwjYFgd/XmXA73teZ5AXl1TTUAfiMpoH8wAN51vW3f4PncAHg8MLK4gPW7cZ/3sbX3v37tcyjQAPgR8zxgGe85+XfXGqhqAHxf1PcOgLeWSQPgLYUet78B8OP06qNbgU+owPbng08oSg+5FWgFWoFWoBVoBVqBVuDVFDj81//h2x2OSygYjlsBGNKlnhqIAwxrq+CRG0i4Tk8MuAEagbVspIsW6PSbt+mkZF/A0Sll8rm1jzNTNYAFuTjW3b034UKOn8NhCqC5vrkatYe9SqQdE3V8a9rhuXvWAa3F5nEktVTNYFzL9KObzkov7TWGqVFs+zi2/rE+QLONHwewHL7SagLHRwugGXEt//CXI5jzdW6ddQFgXgMC42b0GBJmzqHuBPK9DcBaNlbdVQG07w4uLmLu5C4F9rJJ1zF2m0vVVo75RJsEoTYPJ1YTN7pjHc3BkMZcb+jTj1aXAP5SazmAJ2c080RdXWoJR+1elujp6Yn1T81e9hns5bEFHmBwWG4x2Xr2tZyw83qsq4iAVVbXYcBMW3P2VQ7gmOc77wsAzAjntSsTAJeJU73jXQC46lTXhFJFq6naz5jDdJEu6wlX4Lz1AVMgt9bWps+lO7iuxfq9aifHdOe6BsonkNsFcJZgN9ZNPGBAzKwMf7/hWQPPcC5Xvd4P5jVrxY+WhpBRwzmvgLjGI3W6z3uuh5trS4bsqeB9GMxsplaP62yp42MAcLyn5vW6Q0jWtOu+eCDifkaCeQPL2ubau68DWA7ZXfqO3nYA1tHfDgK/tf52raux7jMF/NZxWm/L4wa3f6JT6KH4J800d3KuPuDOujeQzwKA74+zZguo61C/hzfnvA/49Ao0AH7EEtjlDL33plmfynrMe9kjYnmpQ7fe17fA7db5inOrnaeO5zH97wvm922zxrw1vq02n5uCeqv/XfpuxfXUeXnsec8d/2P76+NbgVbg3Svw3M9H716AHkAr0Aq0Aq1AK9AKtAKtwHdVwFNAk9KZlM+CuF6r1YFppCSWa1EAONxxBkgMqp2chCv30iBqAKA4b/xhazCItkaN3UODZ3bkt19/dcB8ZgCVbQZ6iwtP4E8QEgB5dR2OW3cuHweY5Wa8QC7tse+UVMJBj9yh7GCJ2KqnGQdwupQV87HDRdXnnaByhXUBZswVbByKlM5sazeu0QNgqHHUYwJ4TYBbzuldzl2gpINiXMCGyNylnffq5umbSVE9r+uLy7h+2HCntqe0trn4duHxh57oinsz3NO4g5WS2ZRK3ek7Xd8JhnB4Hmee5QqAo88pPTTQWDpSRxoHtXTQVxzA00MES/2jfjNr7dSA86nNJ1w/6vHagwAOjADAgSZJ0e1A3VyeniY872feuPaxXtl0/8mfWfBjAMluDzewDPCNByTYWFc0dFMco278LWbmCmWXDmBd4XN4PNVgrmbTW3Omcm08BICX7xgPAeBdQHYJOad03cvW5z+L++0CwLvOfiwA9hkpDuHq5vW1m9fBQwBY8LceLwCsOG260xHM+udBigkA49KvqaHjoZTtFNBxLT18I30JgLfAr+JtAJxK7HIAS/Yn3ih+LAB+/A2dzweAK/hl9up7Zzt+H36/7b1zBRoAP2JFNAC+L9a+vxeeCii3pucx/TcAfvr8bc3Dc/c3AH6ugn1+K/DpFHj854VPJ1EPuBVoBVqBVqAVaAVagVbgBRWYAWAgLjdjAaDAyGuHddEbwBGABowSYAJSAP0AvoKoDosdJAqIZirXTCktsPfrr6SDjr7YlHIVl2akd66pfe04h5VAu6ifKzB9enTq7tybawOSuJDd4Wdpe3G3FodkTSftIMj6XNYIVr3N6p4zdOzQZwnIdKOaNiaIC4g8c2dspEw2QORAMVzSbFHDN6hEOGyBQ5E611Mr5+apl/3O+NxVivsZvRkAtYOVFvjoKOoT809z4fOWbmemkfkTmKSvAL0GNi2FNfsHIE9o4jETv8Vba5f6OgBMpuNacHIWf3FNylFMPHFO1OBlTmHGAZpxh8fDAvNaygGifWxHOubg4PzM1l0C7PNz09TiBOr6+kQ2+9kdvKmpmZLt+KFu9Ee7eIVzPji+pmjWutT40IBjcb2zUT/W5zRdpT5dwbun6ya/1zUjp/mY6HE+45ODMPYGgJzSMi/jCU3WweLS0Rvt3U/Xqw+gFbzEww81wt3fzx3Au4/b1Z7w/poD1dejrocMXe59rhfFvqttN8i7/vaepPexnCvpO9J1D8eyL8+ROpzlSopor3mt6yK19OvbU0tP2QammKba0lX7pd7hPY9r7ynbTsdwpkbf6QTecPQqloUheSXE+Zqq75NruqiBtbW4Nv4tXR5K/R3CzgHrVntPmYPlOXXcW+1tx/NcQDxPsX8/nlx/e9ba3hrPtH/++1trfFy35ffatgb799pHtgJVgc33mdcCe295Gvjj6KOMewugPnecu9p/brvjF+z9v8l8174phLfieK4+Txn/vqB6n2tkK/6tNrb02Tr/ueMff/Dkh5Kt/pb7t+J/rj6PjaePbwVagU+jQP9t/mmmugfaCrQCrUAr0Aq0Ap9EgcN/89dXfgfC0zgDgHH+GikDAFPbdjjR7sxtaU5InLReBzVh0rE5gM/Ozu/XzjTiFkBSADhqAUdtYWCH0E6kK5YD2AFwpp2uUAoo7OmAzePp90eAkwC7y4ByOJhpm7TGp2enMX0JL4FhAbPnN1ui9rHqFQeEqQAjHIekhX34Jny94S+AyRABx/iNPepsIwC3uQoT7DmwXNhY3IGdMBe3q5y4DmTtxjkOVMYMAEbJAKFT2ubZOAWAbSxnpssM9CXdAZxLmqhXnG5LIHSCAeJ3EApcP7OHA65YB7FfX9euGYdk0pgpSRen5uqYOcWhbfMXDw7EOJT6+e4u5pt1pjrJ1Pk9TuclIRn/DwBs8riz18FuprQWlLV9Kk3NwlgCYEHcyQEcADbc2DEy3NFsnkna2r26in1oQH3hkS39AQCsBx18eSbYrrV9Kwf0/hdrb1lD+DEAWH3uem+rQFlx6OsKOw5NsrG6fw4Bd/UWr28B4HiAIo6lj5cAwLOIBAgrAPbOpqO47DD536QrXlC5PuCxdC5OzlzFHg3uC4D3dUI2AH54ff0IALwR0Xz5bYL/9w2A62AFf+Mhmfn18BjN+thWYF8FGgCvKNUAeN/lM96n7p2wBeb27eG5gHErji1A+NTzXwpQb+m0Ff/W+Vvj2zr/ufOj9pcO4a1+63kPHftcffaNo49rBVqBT6dAA+BPN+U94FagFWgFWoFWoBX44Aoc/vl/vDR+BxALt6+DM9LqZhpn4Ae1T/lDEIB4cXFpR0xpTwEQgDGcwMBNgWSAneCvUqdeXV0mpLU6wZYKGqjLVuv30q+7arHeCYKOm+QBS6MGbIDl6wsDvwbJSEmMo5T0wcAbgK/fZ3YAHSmmAz5OZAdw6jelV9xPQE3GwjhoENi6djOR13CsBigktnCwBkSN1LQDAONEBHKSitg24nYovgTTZdwCwMP1DFQ2vYndgT0uydTM2yxwnp8PE1rxPQCfTUCZ7+WSJZZlPdiqy+QcjvmJlN66OgDn4Qyv5wj8PvQhAgelYhqt+U0N2jLobF9xHAOdvV/TCgAMivXlA9jFRWzLxWbIHZ/aooYvY4xSyQLAcG8c45EefJr/4WQedWdZm9O6QT+1wamXBsH9IQOfg3C9xxxMMVS4v3QGKi25g8QB/CcX8I05T+UY1v6aDvohB/AUQYmluImXcxKrPGC21q6vnwJfZ65id/DZgwo5/jqHt+5ojwcJahtrMe0CwKoBvIxhAsB6UGCt1ek11gRbdQB7m/k2sPP+YAHAujyveJCEdeNQPtzi8R7D/89rEisCpX5egt/p51BgOR9vBQA/pG48PxJCbcW7a3wPz962M3rLAazastN8zB8C2vnepIXxyjdYt2+wPBUAbzl/pcjrOYCV6jl6mn6/1DFvj39rhfT+VmC3Ag2AP/jqeAqge4wkb7H9xzhst35/bQHSp4z/MfFtzcVW/LvO3xrXVr/a/9zx79vP8rh943+qPk+Nq89rBVqBT6NA/33+aaa6B9oKtAKtQCvQCrQCn0SBwz/7q4u7Wl+UdKeRihcIHJBVANgdwAZAtDnccgddkJ5w1B55rVScs3IAez1hg3i0AzAIQGowMoEsUAtXqztBaz1e9tN6kiTV23QH5qjtGm7OANRnljmNdMs3mVLYAI1clmnPVCpm4qVPIHSkYhbgnVK6RvxZN9i+CnrWOqDErJq1hMk+3Kz1/gFuZfUL/JXrWChC+tc02BPcmwOA6q4UOJdjW30qNXP8nOdbXALASj09YuSbhRPNgWPWQQb0oakAILNCEm2czIL8goYcF81Nzm9B6Vp7WaD4ZNRaDhh7a+smHLakiL49+Pr1NOusRo3fWA82b/Z1AF1GmemYKwCuqX+ntOSsnd0AWOMQ+GUsuol8dmb9JldZAuBY/3EdEON0TU3zp3Us1zRrPbQKAKzv1afWQ91Xb2jvAsAV4I6FmN+spYZmF7WY0W4CvjwsAdQP0Ml1Pdt2AGDgr2tRAPAyhl31f+txFSzPIHTS2H0/mO4CwMuY9vlZ9YIFgZUannUb230I/CEB8EgvPT1t0QB4nxV0/5jtdfzyALjeW+YBIX/feaEU0PFeVdy9ixIGSwW2x/80XfusVkC/Rx9UYl/Q0nK+HQX2gV4vNa9PAYCPUeop7T8GsG5ptaXTa8e3pdVW/LvO3xrXVr/a/9zx79vP8rh943+qPk+Nq89rBVqBT6NA/33+aaa6B9oKtAKtQCvQCrQCn0SBw3/9H74ZMwVARc1a0j4HAD6NdLx2A5casdSYxeUbm0FSgx1XVwF62QSjVFeWlMzxGq7XaDvg4PEAprh8BQdPyONrG+fJrcvPQCjq6nrtXAey4T5WKmGsnQKeJwaA2Ueq1muHzVOaXQCXftbcKt2wXle6YaUNPTk+cTdnpFien0/aZIFgAWC1c3FxMWmSwEo1faXTgOMF/AHO+dGdyQO4zQFijQPtvA6wpx+eUmdPNYnRKVNmWxzS2DUvjuZ5yt6E+ayJAnhj7mLftacKV58xt9oqCIo4Yn7cDZ1tqh3m/8TWho/V1hlzTT9nVtP39OTu4PychxCyfjKQ3sGzrUlfC4xXyA0HcLh/AYf6Wufb17idSqpm92QP53Wk2441HP8i1XDUKZ7WRgB0TQvHKQX00mU0rgVvd6rhvHRUKwbVHh4iLr6p7mB3ahe9BZN1ylb9XsV6tLjBpCb5KtDp1xhloBfQtY4DH64cshVYV2ir14f3stRlVQpjUqWvbWWovlvu6hrvLt14fXpcJY6axh8/r37AJb4HauS6PqQbpw42D3fY11grEySfrtP7YL/2q+tzGccWUN015p01fx8Sad99D9TT3RXv8n1zrNOV9+P1+V9fFzr2xRzAu264vvIN1u0bLPsC4G3H79oQBYDr+8e+y2F5nBjyeNCF99PtsJ7aXZ/XCjxbgUX1jWe31w3sqcDW++r6m9XuxvcFZnuGNw7bTBXy2AYXx2/poMN3pRDeGvdW+889/7nxbcm3FX/tf6utp+x/TP/7HrsWx9Y87PyDb57R5ClD7HNagVagFXjK569WrRVoBVqBVqAVaAVagVbgfSlQAHA4/a4ugZDh2AWQBmTkNSBopB8GgnHDH2AJsGWrABig5zV6bTMst4AskSLZATF1XA3oCcR6Kmpq+aYz2AGZQcKz83OHorEFKJRj11BgvEq6ZgCdHYcL8SoBsMDvuI+TjuARs8PvGLu7ZR1y4HgM6Ovpkg1KnhwHhNZG+mXVrQUA66Y3ANNr8zqsZnQJTasrOO+UA8YH3AO+U2jUtrOE4aHf1FYFtQIuAsDeV1piK5A0L7SPAVCyBoA1xgoi5P71OsWZ7jsAfIyfBwLWALDcvwDemKOYe+IixTgOYNJ0R5+4tK8NAAfYJycv8n75cnpw/sVi9dy6AfwcJAPaeIm15V+jJjDT5kjXYvW4MRJHc/dSdq8BYByuApoBh2MDALv+mTY5Un2vA2A/rqwrX1vEtwGAdR5fa21f/cxXrY8R2I5v1P+UwnlK065TxkMT9oJddbOWKmi99WsAx3W6gBGZVNkC5UUnAeBlGnO0XIJhzRtrUhupntl0nVRwvDZUtflcADz1vwIY9wDAqhHsDwsAgvk3siOQVhzNWBdKVT1/gGQCo89LAb3UaA0AKzX91hra3D8AcLpGfRJi/hoAb6q3esCPAMD1ARlliNDvx8c6gWv2ED1A09D3aWuhz/r+CjQA/v6ae49bsOxBAFwfilFKlocfFHryKN8KAN41gC1w+BSda19b528JuxXf1vn79v/cfnbFsW//W+PY2v/U+L9XfFvx9/5WoBX4cApsfz75cEPuAbUCrUAr0Aq0Aq1AK/ChFZilgA7nLbATSBfAhxSm4XJDB4OsCYD9J+BoprEFAJAmVk5UYA8QmHP9fk+CVkHU65vJaXxuABX4R2lN3KV1c/hn556UesG19qabkgG4uJaBixbfzW3AWbYzA7eeuvk2oEwFFYpJYyHFdMTK/0fKYTalvQZC88/ht8VJn9X9iysY6KmavN5+PqB9afWPHVJafIrh9IT0xhNAubLz5QyeNMCNHW5b4kB/Nofj6TrEhR01m8OFuATAHH8C1E+wLAfw3HlKu9RuTcdiQj6lQsYhfmopkNmo5cxYSGctd7eD8gK5pSnN4eBGG8Z2Yu0A2ZkT0j17n9Z5fM/QAAAgAElEQVTX16/nBz//koAVgGvrzZcO01/mzdMHl7TRuv8x4na9qR0c203eWIkHFAISs388ZAAALmNepuNWLWja2koBLTeuIErA26iLLDfxErBUl3GsvXAoA6DXUj/vcopO6yXbyBTN9XVP6ZwE1ZK1lzTVCcwtVh6ecIBu60Xr389JALx0GGt9c4hrmuB8ta424zMtrrlWAfc+JxHhEgAz7w6geQggawprTfG1urbrGJffL9NNL93aq87jDQBc+1D7uICZM1/XIwM88z/V3Z7md5oHtfUaDuA6f5Mr83GWzDnMk9skHhBY2+qDEHVMS913OYOXbW7dgNhyACubwy6dR39bN2Bf6Ubr1vhGCv+HFrnv257X9SHm7+ec2v0AsNK8z1Oej4cytkPZHE0f0Ap8DwUaAH8PlVf62Ho/bQfwfhPz3N9bzz1/K8qt9rfO31onOv+5/eyKY9/+t8axtf+p8e8b3y4H+a64FM++7W+N73vvf+/xf2+9ur9WYO3XdH0yvBVqBVqBVqAVaAVagVagFXj3Chz+m7++snvzwMSorwpnBSYK+jBCIDDwUY5AoADHAHxxZPoxDo8BnEr3DDQ2r18C4AmscRxnhPON1NIAQjl/2TlSyWZNYYgswFVwARisfixSB1UOrABtBowEgA1HWyrhhI8FADuIrGmdATdGuAWAo5ZrgFSATq3pi3uZc4mHfZMzGTAakPPcHMu6sQ9gop0KgNOzarFRCzmA66hBnD8L3ujvb8AvcQguM18VAEdKZOYx3LdjS6PnGgB2/R3CASgDjK5tDtwBwKfRGHHUWsroRf+MobqHw9Vq68RAcbgjner5V8AoS+fsy/HBb345c0l8KcnIYRCNUwA8R8cC8/YwAvPtgDJ0rQDYHWhuMw3HMxvJyrVFbWFfrQHQHVpPTtkAkunUTJDpR6fN+NSBd7TGS5dXFqDHFy8KqM/hZPQzakDL8UyYBQwvHbyK2dlrupB5benCJSX06raj9uZ4AMKvh6INADcdnqv3ogDAeXz9TFgBHOtRadG3APAAvg8A4Jg/Qce5w6fGsHRfVz1eAgDvbN/0mqtvD6LcUCuchxe4Rpg8rpnpoYyYv6cD4IfGur4Q5u70x6aIbgCcqr7SjdD3BIAnt+/0fuzvuQ18d116/fobV6AB8A+aoK330wbA+03MFjh8is61563zt6Lcim/r/H37f24/u+LYt/+tcWztf2r8+8bXAHhrBnp/K9AKLBTY/nzSkrUCrUAr0Aq0Aq1AK9AKvCcFDv/8P17fUctXN3IdfRawC20TLHNIrNTOdszZWQBMAeRLS7t8anAUpySfS4HGOEi1CSCTFvrsLNyjniQap7Dz4AmUEcNJOmQBi3KdApy/fDn3GAEsAs8OYqkja22TShmHIyl7DwzIAGbZxh+zdhznE7+ncM200xwDRI24YiOtMf2Q4pXzHcCmOzJq9gpQBWihz2NzUNeN11UzGFjKuICoqvUbuszbGQDY7lCGuxewNLmBA05PvRA3scRc+Gh9591R6A9wO7HYAEDhAM6Uye5SndLTRhzh8KtpfQP269iA7sDHZeriCaBW8GqEABjmUBJHLLV/DwyUnzpU9lLTCRFCT4B0OMIF9y0aB/zVoVs1Y3xy2y5dvD6vPs5JL8FK1aAO5/VcizqH8dAArnitC6D9BPIEj2saadc/r4MKl+fHTPPus1agbHUHS+c1SF11WM6HtylYXuZZY1u9f+TzFNfAwK8L+CsdqgPY12SkCrDz5imjqzNYdYyrm1hXnNZB1B6e6hHPLihfz/ksQdkx5pf3gSS/rJm67eUAzhOWx0rL0Z6cwkqNDO+ldjDvKXYQ16dlOc8HXnRWvh8qxXiGt+uDtoBtdW8v46hxLl23Wx/gdwLhRb3fpf67ft7qb6y7XJNxjcyvgeV191DfW/1tOoR3NK4HBzyV98q2b7tb8S2bnj/YEHsf0mdrXurvJx370L3gtQc31sBvrMFosQHw1iz0/veqwOa191Rw814FeQtx1z9aWv+3MCMdw2spsC/gXfb/0HWx1uaPuo6eOr59x/tS7b/W/Ha7rcAbVuCxn1/e8FA6tFagFWgFWoFWoBVoBVoB7t3+yb/99S6cpZG+mc0Nj/VOtL2Gi5MdSvmMFfLUAKo22rikNqydd2aOXmrvAi6jfnDUa3Ww541TSzhuHF9e4JSLVvw4PzasmgF5DeheXAwHpQNgc9j6PmAnKVfTfRzpPm8PTqkZbM5itturSNfMNqVfzhSWDpktpbPBmGtIjccQoDeAS8QV2kTtWlK9+nGksiUNtKXMHq5Mh4RT7WCNSU5id8jaee54tu8DGIeGgsATUE+HdPbvfds4Q8uYJ1gbcQNxjs0l607cdPNKE9Vb5XNw1HW2Gsm4h69CgzV4pFTS3kdJ4e3jiZ7d+c1YqeMrSjgB4qldB3E4gY2YoKOxbzvPdLKfeQjAuXBhdHLY0q3rn05WBy4OoGNOHA4WcBSOUuIqB+TBFf7ykrtqC9cZDt2y7ut8VLjL+cSmBxt0HOvFazozxuNpQBw7akJnbNUhPDm945w1AFznaay1hXu4rrVQKLYKhJdw0M9Z8K3ov6T4XXH9xvtDtF8rCdPUSAmfKWnXHNV1nDEftjZyZdX59fjLdMYYp341jxMcz0G/MACOFNTzdLdV4/p9rCuvfB762zV6dQ2QnmIjnbYvfI4sa3/tw/YSANcHAdTv8wDqDvvmOwHA0mDXjYp9Qe1yPhsAhyL8blQ98wF8G/zuuvz79Q+mQAPgNzihDYDf4KR0SK+iwFMBZgPgmI6n6vcqk9mNtgLvS4EGwO9rvjraVqAVaAVagVagFWgFthQ4/N/+4g9mojVoSn1bYGRC3mul801XZNR6DcDjUMIgFyASwEfdYI4HxnKzmBTInrpXNM+iOD09NEB86zDs7Jxar7h1Dc5eAoAnCrJ0ICuNdK2VSwpo/WHq7mG5kr2m7OHBTz+duxPP06Va24BpHK2nBhxxsl5fW/1hh5IGdn189loC4OUNP44B0jIUXMByMiIs8BPUwxaQuOKw/PxZXJcV4KJjAOGpbrImq0LFk6z/yz6dL6cq6YvdmewpuQMAR/wJiAG9wDB0sJcZOyDf4ekSAAOlRtrgAIAeh1J4H9naSCgEINZ4lwDYP3M7QE8nqLlk+fn81MD91xNbG1H3VZ/L4elLA+AMAo4+7YGCBMDDpJyC+fiYR2oF4wonUXQ2amclNPfIhqOVnyoYVgwVmOJol9Y4Yv2hBa4Bd57PyaliqDWyOfba5ki1m+v1oLnmAQLFIu3868IJrPbHuFzjSC+t1wD8ui5q2mj1pVTV/DziX4zjngOwQHdfg/kABGvBgXeBwUsAXFNGL+dYDt5bd62by13AuFwv3l/+fA8+6QEBjuFa9utYIy0PICwcwNMR8d0WIFy+H+z7gXi8pXGt+QMD8fDM0CHX0G2xT8YY5o7lpwNgAevd7tpYb08EwLxfeAOLJNiL+Jd66+exTpcLY5wgHR6Ov14P9foZa/7h03eFNx48+IgO4J2DXnnf0XtRPJiVU94pnx+SsPd9IAUaAH+gyeyhtALvTYF9AeYyrcdHA8BbKay3HMz76vje1kfH2wq8ogL7ft59xRC66VagFWgFWoFWoBVoBVqBF1Tg8H/989/fAa34Qy9Ap8FQAzIClNSOdfgLCLKOga3AI8O9CQgjNW64doEcBpNpJ92UAmjcSAPEcr//3AAwWZK5Nx8AeD4iuWB18y0gbDhro5Ysbl4DmZ46mqqw2iJdM4AZl50DavtgeAUA5vUzqzVLn1cXPp4TC+KQXMQ2snAuBiitaYHPbCy4XQOGBqxiCwdqOI6r61f1cYkX3ZYOW4G8CQCHM1ogeDl2wquwm76l6bVBXHcnAnadPQcMlFuZ769uM/01QN70Iw10BcDqTwpO8HZyPHqECXYCtlHrmTWDQ7vkoc5GlIqaVXJkx//ym68GgAP8prnbTaYOMNMBipQOo+T4tf6qw7cCCJ9/19+H7PPv4QET3bE2rYh4QIG02MD2AKQCk4KG4UKdXMUaL6nRJ725Bu7TpAqCq1MOSOyN5prlGuPfkncBgLUmfFwDeJaHIorbt14pSwAc10gc4eORy3QA8nQZ53j9wAUAntK9RjvDgZt1iMcHQn+wAMknAK11iVt2CW4fC4B1Vfu6KBB6gOA9AfBwcu4Ak68OgMuEAc+vzQ3s7zWsS2omj2mOh1HqdVjnOuY0gP8SFK9DircNgJdju//zDwTApbbzWkpkvf9sj2F639zn2LVjNgHURsO7UkCPdbZ4S6vvjfHeF0fWy6dTPj91Nvu896bA5vW3BR7e24A73lagFXg7CuwLLhsAr8/Zvvq9nRnvSFqBN6NAA+A3MxUdSCvQCrQCrUAr0Aq0Ai+iwOGf/rtvxlFvPF3zsdfEjZTJglIn5nycwJYAUqQjviB9s8EMHL8nZ9S+jPq7pydnBnsBj+YUNWcx7mI2wAduSEgyjmBq4QJs6c+dv3L2EoOljq4333A3nlt810rBjAOSGAzu4ghWuuib26xnbHepvS6wxQCUhbmcmguVFMj8zOvUAJYr0929SamoN8znRqVblkvY694ugNexOaEHkLV2o+25+1l/ROPQZbzaBI7rTHKsp2jO2sOGDN3Z62Be8Nt+VnptnM5AVeDizQ3zFmmotZ8U0LQZNXKtHSCk1zROkD5c2gCjgPpAfsCYO62z7m9w3kydbW2wAWwFxGMMxI3j1xydft6d1/n9as5fQDY81Xk76md9X4G+ALOxL5v3WOkX+MB8jOzOnL8AF5lhPAFZgDKPyM6vDxLQluZ8CTeAc5ofHL9LeO/nBq/P8deZy3FlXF4fmAcK3HUcX1l/FTQ7oE2Hdug5XV9qWbBPEHQ4cF2D6EwOeBzeAeanWCqgPsrU1ALe3ue9hy/mYxKgXIJ+1dit91eWqWJjTHNdauuEz/qsAHw4UuXqtwDUrh4e8AcYRind0GCXA5gHVSKO9RTOWwD4/gzv+cpaCmV/WMGuU1tn15aannm7yTk8yprLWrfLOtZLMH/fQbtuy1wDgHUEOx3Aew7zqQ7ge2BFjuJFv7scuLvCW96w2DW/JelEaWq6GF7K5Lp1A2W5fxM47TsvedysRv3cXB7XxQoAjrUWv3f8mJcS45Gx9+GtwFtXYKT2f+uBdnzfV4Et8NQPDnzf+Xivve1aR09x+O6bOp3jvtf6fKnxLedX8W9dh+91XXTcrcB3UGDr88t3CKG7aAVagVagFWgFWoFWoBV4QQUO/+yvru5w1ZIa+NAdincH3y7NIQtww1madU0BiAALrwnLPjsWByoQ9uzcav464zUAbI5eADCbw0QDYQKY/EyqaM7hpvLZqaWKNii1BG2cCxQe9YZzwIDNgLqxsf/SYqWmLq8Do69vLL0zANNdw2f+Ofbq2mA0qZLt+/PzLw5XAdRAUrgDjkWOd1Bq/y6s5vCdQRrG6LDQ4gYcOwBGA0Ebr4Mbx3itYnc4R2ppgS+AorcLzEwXJbEL/gr04pquTt8B3CzWOD/qKWvj+HBbpzMaLa6+ufPZU3BbDK5fZqUWCIkawRMApt3qcmMcgGac3+56TsfhSF9sGqKFNjQZkO/AoD0PE1iN3zNbT4wxoLtnDHcArCTZArijRvEAwAaPSbUMsi7OT+J342TRUHWah3s6U0ALGgFEAeKxVtKxnh3PXLfuoCYNOLRYIDaoh9ZmQP4AwAIiAqk0Ges69PKHKXztBACN/XdeG/ghAEx/epiA7yv0q+nDNYf1uhmpq4mvgGQB4KpljCtmcAnIlkbZqQbvnBTpxndlSrW2sdbHUwHwqI2cYFAOcOn5LgGwCx/riqVG9oMrMir4ww1xZTQAHm8t/s0PAcCkNx/L/Xn0c+sGyo8AwFzTy+te127NihD6z+ejf2oFWoFJgQbAvRpWFdgCT98LsPX0vG8FXhuQrqmzLyh+CWVfa3wvEVu30Qp8cgW2Pr98cnl6+K1AK9AKtAKtQCvQCrw7BRwAA04doCY8urLatjcGJwCgpEnG8XhocCtqok6QCrgGYMLl61wWyGfu2bPTLxOAtJeBuWxAy+FiJSVupo1m31Rr1uApblc7x0FqAlg5gnET0x/wS8DV27bXcBAHBE5HMz8fkhbaoO0VKYCjPrHA9LWBYa92m85Jh902CKCy18zl/FEDN2C4oCOplwP2BZyN+p4BewUkw3kcTtsAtrias79MKz21TzsBVivYM2zsbXr610xBLciovjgnwG24pgWA/RzV0HXyGHMnsCvYKKCodtgPAHao6YA3UnDzoABchO+nLR2WFid1iEkx/eWLUQMDriyIcHUHAI50vnlmujiJzzM/D/IIvMcxa5oC8u31U3OX39kSujIor+N4IAGwTzxyjiv1tKBRHJsg10lmpu/OpOGeLrrA0jrXOq9e0QpxmKYZYRJQALO7w63NSMkdDwEMAEzs6aibgd1MAa15Zy2NWs6FuaKFPwjg18RU79bdsNm32hiOc4fWcvHN7X8DDKPQ0KA6q6Pzu4y5AvPoJ5UpjvY1AFz1m6/tiEc1gJcO3XEN2JRVd28FyophvQZw9Ez78zmc6/BdHcAh6AiH+C9xAzN/ubYnALwOhHXy/g5gjXdh9c6GfpQDWOMY87zTATyOXC6l1Z/bATyXZcsBzNH+e8DeG3kQSg+6+OsNf/dac33Q51WgAfDnnfsHR94AuBfGSyjwWoB0Xwfxaz+o8Frjewntu41W4JMr0AD4ky+AHn4r0Aq0Aq1AK9AKfDgFDv/k3/7xDkgZbthIH4wTGGDqqaBJBWl3gnHGukPSNge3fuMY4Grgz9yexkZtw1mKAzgcqAJqclaSxpk/KCPFcabbHalSAWfmGlUaaL8BHTek2ajjKwgGEOJ7Ty2dhI2fp7hIGxvnGg4O4AvQtvGdnZ17ezhsHdACsE8jhTSAl5qmnpLa4Myppai+dmhbnJ0xUAejbKScDrAd7QNUYozhMhZkZezAb36W29cd0biTM6dwOKXVftYbdjdzQGbBEukqN7SAdsDaqX2Pj2rNuAxtnpBKN/k1Jq3oqJc8pcEWAI55Zl0YkHUAHOA+5gWoSbpl08h0+o3V+v1Cumf4cNZoFaTL7MMTOEwud2vnL4FogNqoL0zsZ+bkPjRAxNqSvgBg5sbhX64ZpFurARzzFfG6q9vBaIyc+R+1cm10PEAQIH5ycUsjjaW6Emtb7JfTWLpVEBzrLlqb6hsH5PZ1UsBuTfUscCyYLKex3OYxvhBU14hiHteE8mfnjgqAPR5fH7U+csZZeOkEywMA+8MMixSyMe75QwwR11QrmutMa35fQKv5qnOxDwDewRXVzGr8Y+dzvllLAe0TNadqLAfGcXV5aw80xEMkbLscwQqpAfD65DQAnuuyBYB1zfsVmdd6g9/nXPh97mdSoAHwZ5rtR4y1AfAjxOpDdyrwWoC0AXAvulagFdhQoAFwL5FWoBVoBVqBVqAVaAU+lgKH//tf/no3XKEGw87ODLbZneBLc/IC/LRFPdbJxTgBCKBlHIUbllq6kQI3gKVSR7Pfwa07QwMQOURNUOLOyazlCwSW49AdwLYBZZUG19tyYDtBywqn3UVJHmH6sfZx6+JgdhBq/QJgj+wDsEPodDSHazfiU/plxgjgmmAd8HtKmewgzmslBuzmn/bjYHbgK9dnxooGJ/Sf9YCvri6GxlW3gLoGOK2Pmh6agzVfroHdIKDfAI+TW7ced2W5lxmTjzv1lBbqXPOplN3q4zCh8vGROYDlhi7wlwcD7szFikv3l1/ODJrnWlhcJ8UoOtszSjUlNORhBHdXj+KzrCfmZloTakBrCCgcbvFhS53ON5C7dDyXLOIDAJPKm+Gh1YDMXt85egu4G9dDaJXOYgPsdcNLx3ZzG/Aft3SsLSArta0D8h2ZntUxO+BLpoymP38tXcS1D7l+9ZrqOrMWVcPYr72ca/bPzi9ptO+DxOrG5iGMGE+A9XQTz020A+pXrUZs5fqpbbCf8QsAV7gsvf2YnNIlAEb16pTXvAwdBdoXsdZ2BLCru3ltDIulHD8uAG9Nte27c32snrvyIm+FvHdeXNr6L++zN3mBLGsAT008zqZ5/wP9ujNY7T/WIbyEhyOVdwqrORvrbr0Y7xjeY1NAL6V92g2MqsnD+pKh4aHtaf3vu2q2j1vrnyXl7+s8cJS//5ieBr/bevYRrcBjFGhA/Bi1+thWoBVoBd6QAlsPcryhUDuUVuCzKfCjP199Nr17vK1AK9AKtAKtQCvw/hU4/Ff/4fJOgMghht0IBgICMPl+1H5djBUg547VQ1y4HG8FXv3DUjgsBaW4fS4sR/uASAE2By+e7jegk0PbdKECXSenKel/w4k7HLUCvHauQ0OHuwFAAcikiWYzNBrjyCCUxvrUXJ4BoGJgctXed5BNENBhSB4vXSqEchdwjgN47k7iAc3ixAqAAVAXF7/G6+6+nuoAA3+VLhsoX7cBZ+krAYTAutzCHB8OY7SJFN9e7zdBDLECCzk++g9QWgFwAPBM8Zw1SgPoGOzGTWty/GT1n88t5TNyu7HTU/ZGymc2JNNNUPgpEDlSQQc452BCihTKjvX8PAFg5m3ScHKEj4cW5Jj0tMtSKR3Etg/jaYVOPt6E5h5fTqinM9dDCbxO2muDwhWKUN/az0kAHDGEq1tbQBVbV/a6Q7u8hhjqtaX5DcBMr1EneAl+5/Mc+nGM3K4xr+HYVSwD0hJ/knauH8fUmTK6tisH8TSWunf390sAXGNagtWlw3itVQHghz7EMaUDhpdG9gXADzmAnwuAtQZjvca6HRo9EgBraJT5vvhm73V5HbxnAOzXvVLQNwDe7yJ74aN2AeAjew88Lg90NPx9YeG7uVbAfy+0DK1AK9AKtALvUoEGwO9y2jroz6FAA+DPMc89ylagFWgFWoFWoBV4OQUO/+yvr51cADBIqTscrO7+5SaxpXl2xyIUaupY0FgQZNT2Ffy1cxyAFusnx3rqZnOiKtUzAG3U+vU4bs19bKmn8zhArqeiLrTJ01Q7bCEtcKRyDndwxEfMXpeXurhWPJY6xieZtphjiZWfvV+nhuGi1aYxOSAtWut1d+qmE1jgR4cBbrxv+rHYIr2vYdqsGSwAPPURzmaAOuf5XDiIFdSOmr7VpVhTNeMAZpvcqVGvV6/pdTTz8Tq0ZG4CZkba6vi3CwBXiB2OYKgsNX8PD3766dzhL9I7qPN5wJkcDjMzNWb7AFADW1oPrBOgc6aAjnrDjCUXWZI7AeBaI7b+0V+1OD2dgCo3XulKjtgYY8Dp60xHLPiLDpp+PUTAa2fmap7WhNVrNXem5ocHHQDEMa8T+JucmlETWDV7OY91x3w4WDcHcAUwtOFgV0Dbj7GT0gFcYavHsLBUa46Uyrmul7KEn/VtBcBoCdBmQ8ddcHirxu4S0C5dvTJYLusLRzVqNIv15nHkHPv3eTm/JACusfmDK4V6a98AwfnARAXjW+L7GtC6taXGNXHFBcR1urOht+cAFvTwucnwpNX7cABvzdS0/z06gP19kGdvNDePW0L7i9NHtgKfXIEGwJ98AfTwW4FW4P0q8FQAPFJblZsm71eFjrwVeJMKNAB+k9PSQbUCrUAr0Aq0Aq3AG1bAAXA4RcOZ6HDVvgq6AmuV6thBRN415hhPPZxpogGfkYpXMBFgduGmYNU4lQ4VRkZd1mHddPB7cXHhoOzMwCdbTf0MONbxvE6c/lqmYQaaEBvgDdfw7aHBXgPAp+l+9bq/gNn8XHZ8Fq7bUZPY+sOZGY5iJfqNyAVJPfVy9ok21DetqaE1TjmC+VnpkwGlSgHN60qRWtcI86GU0rzOHEiDClK8drPfzCf+SKlNbGdnJw40BcZpYxcADhdqwNjap+aZFN7eJ0DX/h1ZTeWj47uDn3/+4i5veV+Zt7GZHjXtMm3RP65mHzPw3RaGwPNs7AUAOxi3HuQa13FLV7rSWZ+d4XAO6IvbuGoWayIctYBLYLGgK6l3p9TJARQBfKdW91ibgGfoHE53AHCs+1DBZUq3bk19CxzlPNYqW6QvB8hPI3f46w75SLXsTvIEwALzfm7C+qrZ8nvBWL0OFNb6q676XW1swWPVKr4RAC5w8iit3wLWrwGA6e5HOID9uuQay/Uh13xcx3KupxP4qQB4pEuIBxhICa0HSWK+lrTucfTu/gfmrRTGj2w/Hf9j/b9LALyVAnrav6XOj75BMf2+mDIVkO7e36u2gn/oTab3tQKtwKYCDYA3JXp/B1Qo9FAt1fc3so64FWgFqgINgHs9tAJvVoEf/fnqzQrTgbUCrUAr0Aq0Aq1AK7BDgcM/+fcXdycGuoBEOICVKpifr67DPcsG5GTj5wBAQGJzuWaa42OlVBYIkePVHaBxp1nARPWEgQS4SE+z7rDcvLhnVVtXdUPdVZrglbZw/wL4gJykSAaCkt456vAmzATYJADG8cumlMiGjMO16K7YSEEsaHluaY2VPtlTWGdqbIFY+kAn/rlOCfaOTUfB21NP50yg4ax192tqo1q88XP069pae4pBjmSH1QkQPeU2zuME1vSLA5j2tE0wMgF91q1lfoC9igXfpmB9dQbLMQzgZsqp8cv04eg9Orb1YMvhN//TFwf7gFRQCPMYIzDtExiHrdwc1ED0hOVybQb8nbtrBQzFEgVnoWA1NTNzAUBPvjZAN/2dmfM5ALDFkzWRfa0A7OwEUlTHlISbnWmNfkidHJA7IHrorOcSuInr3uRyfNRUjv6ij/nX5XiAzF4TGrBr8yD375i4bJ91KAAsSFNTNleHcPQbHS+dlbQhN6qn3baAdOwuiKw23PFfoG6Nsa6ze27dcqDDfXT063+thXjtvgN4Opb2vVZ3xiPAnktrjDmVHwBe+/m6UWJ2ZCioEL+ev4y86ijYX+df876cj10KLLWZOb1NuytbpLyv5SGW97wAACAASURBVGVc5kXXz8MUb/kBeTln7uZ/YHtqDWCBD9Xwvef8HUJtxL/1BMGD0U/Xx8ZhuXsNhtf47u/fYqg/7gbFlCLe17P9F1k38kGVrcD3E6yPagVagQcUaAD8gZbH2u/KBsAfaIJ7KK3AQoF9AfCu94F9z2/hW4FW4NEK/LjPV48OtU9oBVqBVqAVaAVagVbgTShw+L/8xe/v+CMKiEgq10jFiwvSXjOIyRYASTeUw+UbLsupJipgWGmhOScApjmKk3BUcMX3gNMlABY89RvWDuXCuag0r6fpTmZ/BcACp5eXl1H/1/7h/vV2DOqdmssXMOmOZevX6+TiVrbYgJJ6XWMk5TIAkPEFSIx6tYLhgHJec3e0faXfmh474js0IHnmX+USFtR1rRPi3t6GI5kNkE3sgsBaIcBGB4N2znAeW7/ufrYb+XLAer/uHA2HcsxDOIN5PVy4kVq6bnNHduxxNzD1c1kPBzwIcHPwL//nnw6+fA3oefnrRQA4B/+ZTttgTcBynLsA5BgXABj9ZV4k7bP4j7/u8x39LgEwn58VL+2xds6piTyZc02HcBwzjox+AGDVm5Y2aosUzNFvAuZSrzTqMQcsYfPaxbkO5FquAFhQcAkopXE8YBD1lRmuQIzGrfPQAKj+0gA4nKsT1N31oUnH+ZxtAODZAlr5YV8A/BCg3QWAVVda8D5XzqsB4Ap9vysA5jrkgQZ/yCTqp6s29iS51vz6jHxvALyM4rkAeFlDeGvd3ev/Ues43xfJH34vdzjEtOzPjo4eyjHu72cPPP3w2ME86vh5jXAetKoZBx7VVB/cCrQCT1KgAfCTZHubJw2Yw3vr4gmaBsFvc846qlbgOQrsC3AbAD9H5T63FXiSAj/u89WTwu2TWoFWoBVoBVqBVqAV+OEKHP6rv/xmnDUgJ+DzBiBGWNAV3EL2H/twAC/BZHWbet3dkjJXI8PAFa7TcD8KbjkMsw1AABAbuXP9tXCqAvwA0nwFmgpqxnl2TMbNz0BPd+ICQO2fQPaRpfr1tNbpJFW/qgnM57aAokrdGs5YdzRzx3wUh8VFGjA1YkpQp1jzOGIaNUkTAksLh6rpjHaRw4Dsulyb25oXBIeV5jig+BRfuHYjbbMcwMv6xYLE9CsAzPdK7+3zmQC+pu2mTTn1BL0PrUbzweHVwS8/nx18/en44NTd1TEvphTKW7uTi9pBP3Ng/8W6ypTchzYHNs24cBm3y407OMWZnJPza4LP33XdsRZ8DfnDAHEs59JvdTeG8zRcvawHtS+tcARPY631n4HZkVbb615n+0opLQDI14D1AbkDsE83BW+oH816F0Rm/eUaw4k91sQMzPKwRaxDnRuwM16L63Du7Ktu3ur6VRpouYf3AcDqQ7HVBzrms3L/p3hgY14Xd5cDuELfOmfSsbauWr7S0b9yHVoj83ND67omaOc5DmC1r7TPs7iyIx2zr4N4qdySD2qdjvVR17iDYHsP8ScztIbeFgCuDwr5fKaDd6nTmLs1gKpJ9zU/PXi0tj621uXjbhA8lA67AODS6ZaR9nH9b41m3/0lRbU/zEK2i33P7eNagVbgpRRoAPxSSr6Bdh6CQQ2A38AEdQitwAsr8FwArHD2beeFw+/mWoGPrMCP+Xz1kRXtsbUCrUAr0Aq0Aq3AR1fg8F//pVnLDDJcXV04AKZQKnBTsBKwy+auXXeFJvBKSAqMiHS54QIVCHJXK25H2+dO25LalvYmAAzsuu+Ucsjq4NOAqv0XaZ6jfW1yLPKV/QBR+lKs7jA+JfWv3QBfAGBSGwPwbh64Q+fO2Lyxc+dfY+wCwHwP5CLltNclxpWbzmPF6DAWIJqOXHcDm4MYkBfO66l+MU5iOXjlyg0AjHM53bQ4ihOKOiw2ACmgC1GVS1j96zx+JhZB9EhJHUfVus3MS9TOPTj4cn5sugJCAfA8IGBprxM+x5kRSzhc6d2AL9DXzb7UISa2XC8GenBjuw4+hgCGAph+nrU4qyVsP58KxLMvA/YxZe1iweH6QcBhrD8I4CEGHM7auj7eBLMVOk+AmCimtNyMJGr2BrzW8wBrYFcAWEBafdX17mC9AOCxlkdt4bgWJhfwBLYr5NZ4HW779WTXYRLQXSmea21gQeVxMeVa1uuq81v3P/S9r8kE1boukr/fO82zbQ+wGQ9VaFumHNb19xAABtD6PDHnCbrGfG4YMHlf8HizgwqQ3xIAlj6w38tLq20+IHA8hOEXHSs3U5hPeuohhvVUzy+dAroB8Hy5/5gbFHIq2/unPZSlWuL7Xst9XCvQCryMAg2AX0bHN9FKA+A3MQ0dRCvw3RTYF9xuPQCybzvfbWDdUSvw/hX4MZ+v3r9uPYJWoBVoBVqBVqAV+LwKHP7p//Hr3bXV8j21dMWnX8JNduUphwMshhM1XLVswM8Amjg8gZMB1JR+l/NqmmFPv2zkTM5J2hC0w1XshtACvNjvoNnb9gqzXvMVyKpz6x99cpgCFisA9vizVq9cwZxf66GqFq+gttKNRqrPALPAlYCVAQWP3e0akBQtSG6s9Neqozy5TEMzpQ0+My0ArFdW0xOftQNZavqm21Q1jHFEMx7Oo01PRU0k7kyVEzlg79LpKW0GKCebadIwQD2b1wIWrEu3nbt/jcyRqhiIc3piwPfL4cFXg8CHRwbS7bhj6h5bKlEHrHLHWvuqpWvZixPmBZCTDtX9F5ouatL6mMLRrHUizTgaN7brmPPnP/g6WgeHOpclO4BUxltduVM7AXa9lvHiAYPpGgAAR+3eaHdKWy13LUPjdVy8FaR6rMXFW+dtxODu2XBsjzXjDxfgDg+3OZs7zwUr/bWpdrVe51qZH6Ne4qvin796/5iH9msfK8qv1TIXpASP2Qr4zuYPZixgrNKFPxiHHlJIC6PGRWJyn9ulg5SHD7L2cKyRacwae31dfQv8jvnIhyxiDLjI4/1H49TP0/m61uejWTp61/rZR+d6jKcktwz3vJfccONpwF8dFddF1PyOBzCW2/KD85YTe1eM+9YIXoLh5c/efnH+7qvJ69wAWEnxOQuovu+UXPQrQdu74OzVl9J9XZ/SF6UPeIDJ3q97awVagbelwJQB4eHrc/n746VHsfx99NLtf8j2PC1Nv69+yLntQbUC31OBBsPfU+3u65Mp8DqfDz+ZiD3cVqAVaAVagVagFfhQChz+zd/d3v3hDxdGNgzSOiA0sOm1dwMAhyMVUBkApLoI/QWcnaSmzfqsEBelohU8w517z7mb6ZAP01IZ7lRBlgBocX7UtNUm5zA/c7wcbOrr0iCig8eMI1IchzuQbapxfDRcxdOMRnrVaJO2GVucd2OOWWDW2RlANICWH1UAFBrgrF1ucvEKOHvNYI/f4DE36R3YBfgGAg94h7w4gHMecJj6saq1mx0Bk90dXVyuqrF8mPFV/QOQpiYFADOXUaf29uDnr6aPAeDjw0jh7CjcYAK1JFkLOKhj/icADLtUzeYJvIXbN8YZoPUW13I6oGnC58f+uYs15zpcu4DngJn+j3mQBXchsgPs7HQNAHN4ra3Lz1HHWtB3WkveNCBR/drX6mAX6HXYa+fHOgyweg1AL07YtbWwBoBdB+8vzqipoJU+3eXOtaCxcL3qoQb1RfuCwLpex3QtjKAPOX4ZX4XFazeLeccI6D2BRuBozMfcfV271nuEp7h+wCal+yMCrmsAeAkvffqIfQX679LhpQDwNAd5eSz0fgkAzDUXmpsb2DLH66EBPcRAz7EmmYOYlwriXZ9FIA2A65X6/gBwvC9MKdhPTnhIqyHF8v23f24F3oICDYDfwiw8MYYGwE8Urk9rBVqBmQINgHtBtAKvpkAD4FeTthtuBVqBVqAVaAVagXeqwOH/89ubu6uro4Pf/7fLgz/88cocnmfm1Ato4JDBANOZuYO9MrADoXA8XZsF7fTk1L8HXF5ZDVsByPo6QBT4B/yUM9gBlcFPT0N8Q+1b6tNS43eCfYKh7BMU5DxPfWqbA0zSTpeb3txUixTM3AifwC/1ghkM+wWAIXznBqZ9X263t1cjNfWRjZN97rH0FMz0iQs2gLSgrQxe3ranVVZt2OivghXOwS18eRUAmPEICsNjrsyJLVismKoj1uGrUkkDhh3SBxSUAzvmLdyRaGCjiDmynwOM23htHAEJqb0c3/vPdhwg71/8i1Obc9M6U147XHeQZa4ym0ckky64hn0s1rSxz6hxjCnRXqcmtMCovorfRn3g0DR0plHTTk5Xg6joCWhWzWONTdrs+uM+xhNHCS4uwanrbXWph/s715S04NwKdpepn9mPM5dxeIrohMACt2NRlW+WKZK1a9T7HTHHtSdoV8H+MpV1uNUnZ7vWFeM4Sf1Dh9QjH6yQdjNontoL+uohjOomlq5Z2nUA4nhQodQetetnGf8SAGdEa1KN19TPcs5ZdhE7zvUFZfVXY9ODH4r7MQC4rrc1vVbnuDyEsLb/RQCwBxatX9vXy0tS88cLt3k9qn611sd7BcBP/wC/7shezsnawwMPLsjFzq34jhc3+LZA+9b+XWuOa+DkbMpQ8HDN3y3A/RgF+thWoBV4jgKeyGKRqULt6fXntP/QuWsPdb1WX91uK9AKtAKtQFGgAXAvh1bg1RTY+nz2ah13w61AK9AKtAKtQCvQCrxRBQ7/7v8nBfTJwfXlycFv/9s/W5jUagWgnTg8u7Z/5+enWf8Xt+HkcDyjZrCDH3NSJvzEdXd+dj7Ap8NOu7kFOHT4ms5PpXW+NXAMrPD7X9lW1PI8MsB2kxBrcjK527FALNywuB0Bv6pdGzWJM4Uzzih3x4bT88qgXdSZtTjPAcAxMx4XztqEtl5yN88NQAcQJspoJ9JU2zkOMSM+xsg5jJNN4NphMf8xTnftGfTO805OgYcGww3+Al/dbQvozjt/o03A9viwSP8Rqx/vAHKqJSwdAKenmfaZeACqMfQAdTjGAMcR/62nd/7lF9ze7OWuZNRfjmPDTSgATN5nubEZU2VwDoAtNo89t6mGMXMzOUtV1xYAnGzbz2B8pIQ+cXd0us9T5wrF14Ae81Q1nK+X0DeAe9SZdlDOoBlj6qra1kr7PAZSvhEA9vVT5mJZa1fOdh8X6yud2jPHNiAZCJ8ueN34VXrp5bmTW7jAT3chJ/C3PnhgIGJjKuO4ALVxzehnze9ajWCNy4/J9Nd8XwGwJHFozcMStnbicQIfsH/xthMwVy23bkCrRq/OGeMrAHj0X2sQ54tvEQDXVNhPyHo8W4q0Bfy9vLR5pX43cttDHg2A3y4ArkmhRyaFnFW/PssML/fPJr/8wNv8qT20479IN42/DYB36divtwLfW4EGwN9b8e6vFWgFWoE3oEAD4DcwCR3CR1WgAfBHndkeVyvQCrQCrUAr0Ao8VYHDv/1/fzUHMCmEz40vHh18s5yiv/vdr3YTGXgHtLRasAaAqe+q1MXhkowatYDCcHMGjAQoAiMFmqhfC0Skpq0fR1pfjpHz1gAcTkUAbkDaA0uznM7iAqoEfgFJaidcwObUzPTBxCdX7am5e9kC9rIZUCZNNXlTczs5jTgC+hKHQW/OuQuYTDrmSAV96Omio6YmkOvK4fRwxiZ4U0pnXr/BXVockcdHp95OpNY2QEzqbENl9H96duJ1fmnTIz0CvgfgPTfI7uAaaMw+YKhRI2Cu3KrSHRAccV86FCbm6qCkvq9SVB8eRbplYgYE4/j98uXo4Cf7d3VpsNmpocWTABmHNjECFZkvGLfm3QO7ocZrAGzWBOsDED9P75vgWY5f13py6Z4aDNcmAIyDOcBjzANAD/e5oPCppcUG6ocWkX68Qj/aH3Pl6bMnwA4UlYOX9No4gmcuXfrLur/LC4xhku45XNVoESB5zInD/phD9FLaaDmEl+7a6foJDThO46h9CwjTv0udsEcgVV9rpmz1pWtSOg6tLUalu9ZrSyeiYtkFVDnPYaTJoXXMa5q/OhYB0GXMS435eR9AKljuMdQf/HqZg8C1Bwa8nwU0WzQz9uv1XeB6eV7VkXEvP5AuHc5rGjz0mrQMCMz7WzB3MhiEHvmeMnTQQwEJ5stDFbWffT84b9UA3qv2772Lq9bY3aSZefb6cVsPGHxPB7C71hdu9Qp4t/bPZZo04veSHvZ42Pn72NXVx7cCrcD3UGBXFYTl75OXjmXr/fGl++v2WoFWoBVoBfRn6/3sRa1NK9AKvKwC+36efdleu7VWoBVoBVqBVqAVaAXengKHf/Nfr+5Ig/vTzwaAic/40+9+d3Hw66+4UAO2nlrdWwDwVQJWAWAOv70NEBmgTNDBqZ6njfbUlAZW41gDvPYfaZAFygxZZupj1WIFtp4GXC0uxalWKy0luDN4CQB0sGpjwG1Mf8BfZ2MFejiUVQrknAdccsBXIDGxAaYDvEYq5kjpHGABAHpqwBjiNgPAvu8k3ccGR21saCFo64AQWd3JiotWoEI38COtMpsAu9fzteNoA4jL2PgX4C6gNz8LXgAAgK0CwBcXFw52aRcHpXSsANjCtNezxrJB3Z9/Ojn48tUgKjVxM7UxMQkWnpyfHFxcUJ84YmJYGptDcVLQjnTSUy1K1VL2ttytDdDleLlhGafA/zoAZl68FjSA0YFu1FmWc1eAF4gbgDf6D+B5P0Uwy4KYo750uIH5+RLwXdZNLhOHrOHijq1+mBgu6HwAYpyT36DRmQP+THmtFNflQQTFGg8vhAbA5acC4IDqEUB1/o7YGYgfEwdNUHmCaLsAMMdXqFpvIAsAX7FWHUIKvlJLekrLHemb70PXpXbe1yPuj/g63AcAW3BjfFkj+3sCYMa/HNdjxll1qm5irsGrK3Ng82at9ZfvN3UufF2kTlrLy/ne9wNzA+CHAXVNAS3Ay5TI+DHqVLN2ExDv2l/nnYeI4sEfy6hg7+UCSA2A195F+rVW4G0r0AD4bc9PR9cKtAKtwIsr0A7gF5e0G2wFlgrs+3m2lWsFWoFWoBVoBVqBVuCjK2AA+NpSQF8dfP16bqBqgmF/+OPtwR//2aCqu1KBadR4BZxEyuEB2DIlM5AYkqaaqg5wDUwK9uJgVRpgRJVb1pidgUUDt3YHbKr1CwAFnKWL12FspOsVvJDTV84nAWDVxhTUIgZPhZxwF4qnPwYditg+YpbjdkAxTwktd/AEcQGw4RIOMgXAJuU17lj6lANaTmMcv8TmYNiBNhCcLdJQexv++pEDYGJzR3O6qisEF4zFTc1WHdmco9cBwDqWjMLTHJh+qmXsqadxGBsoNpm/nKOT6eApsgP8e2xABgPfhwaJAaThaA0QrjljFPDMG6vnLAewLhxSiZ9ZbUocwzJ9A4rpwwGt178D2IZLNvSIr6wZwBjj0nhCl9DOX0vXM8ezFqbUt0BUnNaq5WvO4XRtKzZqFKvmcADgcFmrzrKOY24B7NOYEmymy3e8Xn6WozfaC2c214dAXKQQn9PNuF6ibQfsK/YfpY12kO5POUTvS2frGvgVbBLwHumuuVYXDtEx2PxGmKumrZZ2ai8AsD1oYe2p9rR0qACYJsd1tpOfxY5J9WVE6z/vckxJn9BsfwC8C5ROD5fsjmtAeIH28t6zPOslAHCsG1KzGwj2hxl4zwwF5QheAt83CYCrOBsW8OmD/cMgNnIjv/y2dWOB3w/a/F0ryx3U68nnh7lb2a9z6/oA/sbDQZbBwmrS99YKtAIfR4GaEvq1R9UO4NdWuNtvBVqBVmCHAg2Ae2m0Aq+uwNbntFcPoDtoBVqBVqAVaAVagVbgjSgwADCQ6udfLGVwwjcMnX/4w83Bf//dN7t1bi/emcvVbsYHx6JWqQFNXJbp8nVXqsFOwOeAJu6w5FzBuAXwsn1f7Ca24K7+SAMwqgawQCSNKIWt3zC3vkmPPDJJk/rYgKFSPldXIzfdifcEkOjjAyRPblPcmXK0KmUp/eL61VhqKtPq2BQA9tqnNn6v4wpsToDq4NzTXDMm+lYa5Lxxnw5EwLqcrdB2AWBPS+3gPZy8ap/+dLxDWYekQFwD6gmS6c2SMA+HMTVvwUEOAg32/vzz2cHXnwDHBuyAsgYWjm6BlQHoHDIY/HV+lRCzAjG+PzWIqpuIpGL2zT7UAqTRibbgxTUlMamxSZHNxrg5LlKKB8jUnHqa60W93KjvHJWJA8SXK8n6ra5ZAV+c27SrFM9yHKMtruGIY0pdjKuuwldirR8gBvxLN6/qDS8duwKjinCZvtnXhq897LCW+vx00hK9lC5a691XTw54pJJVPWdWdGoetaZDmDpfLw2ApzrEoR/g12O0sSi1reLYBYDvUsN6nYWr9GUBcMxBOtMrVNxwAO8LgHeB57I6XZdd20sBYLV/8e3SHzzBAe81gf0ijWtyuS7qzzp/3w/Mr+IAriI9EgADT9ZdsB8HAPM7hIdFvOZvb61AK/ChFGgA/KGmswfTCrQCrcC6Ag2Ae2W0Aq+uwL6fZ189kO6gFWgFWoFWoBVoBVqBH6yAAeBLdwCzffl6ZnVgI10z27W9DAj+7T9dHVwA7IA8BmbMf+TpnpVi2A8GDgMuzS0p6OPpeA1KXZmz0mEhqY6Bxpnvjn0nCSSurTNBTpy/gCHgWKRhnlxUAjLHdpf/jBTHxcIQDk7d6A+wqCKihmXdLRXokPaypqzdSL++vhjuZE/RbMAEiODANclMuJezTXrJFM2AFaWcVl1eHKukkfZt1IGlLUHn6L9uN9fAqXgF+IvZGScq/eNklTa4eY8NWnpKYVzK7kgutX1d33QnAwQTPvM5k9TVdHJu0P3MHMA4c0/M/UtYh6RvZoQEYZM+Uhs7kA0XNZvmQoA4HgZgbFOKX18OOTzGsXSZADxv3WUcEDgaBkTTlmSzY2zcNFPrZhILbvPheHWnLA8EFDVxogKwE4ISn2Csa+lzguM8YLK7mbOfWkM4pm9qJ8YfEHF5XJ1LgezJARoaCOi6czbTVKMzaysc8eWhBFs+gr2z+rkFAAfQtXFY46yZcEQLqE81iBUb0GjInetSY1xLN11B9xIoc7w/ADLmeQJsUbM5oDCXTwXfvjZyX9UstC2A29fQfcCleV8C07EeMowJyK6Dv1qPdy0eOY+XYHcJhO+PIfp76APnWgroZTvP/Zk4eU/5ZimheZhgy+H93P6WIHhZ+/e57T/l/HgP2g/8al7Vz1NvGDz1vKnf+Ugj34S2+D24X81f/c6c/555io59TivQCnxfBaYHojbev/QL+PuG9256W/7t+W4C70BbgVagFXhtBRpAv7bC3f4nVuC5nwc/sXQ99FagFWgFWoFWoBV4JQUGAOY2E/VHSQXtUMxeAH6Ykezgj3+8MnctoOrOUkJHbWDDcw6tDgUbjZgAhQOOTTUJAVMAZsBdTek8QFpJkckYgX6A4gs7B6coWzhESVkcKZnZqMhKimAgqNoWAAbA4oh14JofcK7N/Ropd+UdjaSb1KUllSZbQM2ExMmeqHkb7uOYgXCPAkjjePo4t5rFtEs8Hpv3G8dxekDSAHNxLk7hcOze3F46oAEEBnCOdMGREpm6ypZ6OWsbk7KYzXXPFMwVzI6avLlYHAg6ILR2gIQ3F67Hv/yXPx18/WJg/iqAPWAc1+uJA3sbF/ARN7cTvBACWFohm6e8LnVsPZ1yjhHNBEnXatuF23ZyisdaiPOHo9vnwvT1dRjrQBCyQuBl+zHF85umcqo6hPWHCiKNdMwpfQOfQ3sdKxjpkJNYUlPGvATAmlPWQNTCngBorJmA7NRnFdR0t7UD20j3HZA6tHZXcGHj7mDH1etaTLEE1AttHFQXWikHdn3tNQAwrl/iky7EMgO3CeGrW7gC17qmCJ+xjzS5jwDAOT3jyxIA671kHJBuaY93BUg/FgBLZ/XDNTcAeuHYvq54qGI/Lrkc1uN+tj5syVmK/Xh4J8b6Oq7RtwKAua4Vy0cEwLxPnJjzd7vmbwPgx10sfXQr8HYUaAD8MnPxSr/uXia4bqUVaAVagR+pQAPgH6l+9/3BFXitz9sfXLYeXivQCrQCrUAr0Aq8ogKH//E//2oMNeAjMJT0xefn5qwFNlnHvxr8DQR6ePCHP347uL48P7jCFgwA9hS6x1Gr1YiJg0ZchkCzdBgGmIqb0e4ABoAAhd2Jaf3a635T21MJT3ACsOR1UpPkACRp3+vPOveyOpdAYtqw82gbsMrh5+eksgZwWk1aauB6Suao8Xpj8I9xquqiIVA7/kvWtc2UubiAlU7YU5BOrlr6i1q91I8NaEitYDbgNeOiPyAo/QNeVf+XfhnH1ZWlNjZHMmMmbXXA9sm5KcDo4FgA2AYWtXcnNx99BSQmtXXU7VVa6IDmAYBPgM1uxby0tM9fDn75jcVuQ7y44Hgbi517aumHlaY6gHS4jrWFu3SqyMo+XNsCSw5QHeAq3ezc+evrKV2wPq++hlhYoZ3Xv53M54Ph6kEBjuFBArlJgeCn5mAWCPEV6c5ipcvO9OOejjrgqe/3/IoxzzW9uMYngMuxpJDWuhQkdOe1A+u5C9hf96tker3CWs2bjgMAU5daDwXQL9eM3N7DWsvq8wcIwvU95gNY73McOgKRXc6MbdQaXkBhne9O91i1/v+7PqgMYL2SUnrNNVmPd4Cf1/QMANtapAZ09JvLwOekAuB5jeMx7jyelejvSzmnvDfUcewDgOfHz4msahgPwTe+eQwA3rfNZx+XsNme1bD3GTIzSPOXh8C7APDWGLZSSG+dv9z/kQEw2RGAv36dK9v+qsH3foaJx+rYx7cCrcCPVWAvCNwO4AcnqQHwj13D3Xsr0Aq8YQWeCoD1+fGp579hSTq0VuClFGgA/FJKdjutQCvQCrQCrUAr8FIKHP77//TPd4BMoCkMRQBRTlQgGTeifvrl68Efv90c/O63N+4C5j9qq8IELy+nFMoOAN3NOIFAQeBTr6l7Y7DKQI+ldmaDSx6b8xjHrv9s57uj2mPjdQAAIABJREFUMmsLRy3cyS0akNmOTSDlbtlMNU2bgGAHq8BebLoGcN0hfPrFasBee79xUwinbaSXPrNawu6qTcoX9YAzhbO7WSe3L2cCBs9Oz51eCeDxOkDbgbSnFUaXSwfAxOQxG2wjpm/m6MUBzOvXpK129jSBUDloA5oZyDbQSrscPxzQtk/QL0BxQGDav7kx8D0AsAFo3IhHtwe/+eXEa/4CQY9MY+LT5k7mrKkc4w/N9S/SVwdU1U21AK5hVXUQnQ5gtanjZFQFSwA4AeXLFNhTjeQ4e41rAM4d2g5XcqQQB7tON0ttDkoA55ZWGS0C6CrNOOnAzWGdzk/kZ8ZCszhZAFjtAvzdMZ4HjK/pzp3OC4g5nTcB4Xoz8tqonNY8/U3O4IU1ND9oAzT9wYGcV6WgFgB2oJ3z5TA7O6u1jGsa4JcCwGsfcGoNYtUC9jHKVZ8AuGokYCvAv6terkA87yMOmLNW8H0AvG6xHU7gfGhD8S9h9ocAwKzY1Nwh8KXS80/u5PEGUL6pD12s7V977U0B4HzzeMyH77WHGfYdez3uMX3ubn/KFCCn+IllabDs//nwynTmer3jBsBPmbs+pxV4Swos35OWP3usDYAfnLIGwG9pRXcsrUAr8KYUeCrAbQD8pqaxg3mbCrzM58G3ObaOqhVoBVqBVqAVaAXepwKHf/W3f7w7tRTG5+ZGhKm6i/TqwsBB3ITmD5hzq8l7SPph239hzPAf/+GPhl3ODPjZHWnntoHcvl1YimGDMoBEtvrHD+DFYRV94PSz+pTc0LJquQZgqeUb8Jn0zW7wTQAJ0AR8AoYCHE7t4kAGXnsEcubaz4C1qN1qcVmfOC1Vf5c01u7/tQ6VMpqaunLzcopSOUdnkVJUzlbVWqUPnL/eB4d5HKrVSw1gHMDmriWE1PEo47i5CQexp4A2AIw2x8dAYtUojvGEZgF1NW7mIlysQXYAido30kxTr9nTzAasBUh/PSe9t82a1fwFr3OAa5w6g1zRWSmYs8vhWHZnN7p53VzVA57SM0eKbj8kQJ/AfLkDx5xcXZpL2hZAXRvAcUDhDBj7HEV7bDw0cInjeLEBAJlf5vSaBwVyPjQnrK8AwMD5GDfr/cQ0EXTkq/rWa2YUn1y1izbRCPAMkOVhh1N3r0dgnO9u40zxrLmJeKYBDQdfNWNiPF+aM7M90kdXMFcBsIArY9T6FASeAPB9pK4U0nIz3xOX8aw4fzUWwVidp5TgPre6bgqHneB5aMSDDQLatMFDDBpjMS6PLAAO6nG68zXj0oMgoUdC/OIwrmOqN9BrqmaOWUsRvaaHxiAwt1w3FWrH3M9bqeNaa/9Zr3m2gvkWORZi462CdVQfwKjX4eRinpzb+36AfWoK6FrffV3vR9Sw9bT7JQX0Hnf/l/OlGHa9vjU/++q13k55cCQXGL8Na83fcV7euHtef1uj6f2tQCvwoxWY/d4qWUDi98uUleVHx/kW+9/jV8BbDLtjagVagVbg9RXYFwCPjFGLkPY9//VH0j20Am9Ogf589uampANqBVqBVqAVaAU+vQKHf/1fvt2dmfsXoMV246mVLwzSWfpir+tqrtGvZwdKyXxza3DVONrvfmdOYHME++cC+xCAg1PgVLV+4wZVtOvOTYdC1J01qCkAbD9/+WJQ0/rFSTwgBIDHTj0/Ozdoaemd7fwrg6W6wR8pcSPdstzKFwag5eY8PT0LwIxzSlTT4nDAlD9fXHzztKhKXQzUxRl5YZR7Ajs3A9yN2pJyYebycfewO2MTbNo40cjd1OWGHW48xnJoMR3eCqIGIQPWKsMy7sYAlvyb0vpyHH2dmfOaeRIcpp8AaTZer8sMCAp3JDr9/LOl9TbwC6A9POTYcPNGKmbBZYPpXgc3BuXmaYvXwbrpIYDu9WhFesvlE5A8at16rWUTICA3MU0QBwB1aYB6OJQNxHq92hkoDPirWtL+wAC1e9NtPKuhakGiB+dfpwPWHc6jBmukCL81jZj7cIhPAJshBLSlnvMEhQHAy7q6xAw4Ji5YGw8Q8Bo1pCsIZG6OtBZQmnYTWA4IXMYraMz83wOG+UDCncP8cBP7eklgLgegp0IuALheezFN6wCY+fGxlzkq07oJgKOfBLpWZ9vXKIsgAbCctDN4reMT6GttAYBre/FeQM3xEKsCYEYjTb1PF06puUs9ZNOt9j0B5rlD+GMB4AkETwBYaepZt9N1Tz33WEslzT3rIRfivh9g3xYAjhUcsT8MkN8iACZdv3Q/tev9xDJk3Kul3gC4vk31963Ah1fAs3w0AH7UPDcAfpRcfXAr0Ap8JgX2BbgNgD/TquixvpAC+35+fqHuuplWoBVoBVqBVqAVaAU2FTj8m//74s6dn3anBLYECHGQlGmET4DDwFbz3eHY40b00RGpi48Ofv/fLw++WVpRT8uc9UwdUtlNd8crdjDnyc1LnVmvg2sA+NoAcBgrb80xbODVbmzdmEVNdU6BhjiJ9QcUaZe95qxtSqmMAzOgJemcbw3cBgDmZ+rustGfAIfUANhdGeEjBfJUS5E00eFEvgA0p+vTa7W6A9ngNamGs+gt3wtM4UDlxMN04Clmv2GHG9e3IwOfFw6sT0m1nGmLOcahlFFNbvS7IllLWPEKWqldAW3c0kBLgDWbA950s95avVycrr/5zZnDX5zCZrQOeGlgFpB5cWHpojM+5m+e3nlynGr+FE/9o7Y6OIkTuOowydh39BWOPLJiA1Wp42v4dwDgAZ0X5kU5LEkFHjWqw/nJ/MbaSoe3j9vGgxs7waKnvXUI69942KwvHMDhVJ6nwBUAZn3Koel9AZ6zpjCpFtHXITec0qaV9Re6Z8rzhN+sVdYdsN/7Vhv8ANjO8Y++snYxaV7DLR5Kcy0onfTRkc3P4m5m/Bggk9TaIcsEj4Zb9YG7oO5CXwHWEUFsNf7h4k0QLfhba357nJ563danr8dpTBFjasvNbF8fMWAB4NHvBgCu8clB7k0l1A5AnCnPxwMBOaYUv16rszFX+3ndkd+/Hwewgp9AKM9RAIF5mIZlozVT15dScXP2Ph9in5oCekXa2UuPqhH8rh3AcS3EFtcEvyt4gOLe5Vtu2u0zN1sa9/5WoBV4+wo0AH78HDUAfrxmfUYr0Ap8EgWeC4Al077tfBJZe5itwL6fnVupVqAVaAVagVagFWgFvqcCh//X3197DWDnJg6BAyjdWA1caukepjPw1l6/NoAZqZiBWOcOcv+/f/qDnYer8txBUUC2qF0LLMVJLDh1dmagzgAhqUgdPEDq7Kb32Zkday9wg0t1bYFB1CVm43XgroAroJab44A2wTwBYI53VzBuXlyyBQBzDHWASaPMxveAPUAIsIqaxgA4nMbuYrUN6HeaxxMHblt3M2dcnAtsJjZgZ0DUcNO5AzkBFDWIL66/hWvZxnVktDLAaoDWoztz9hqYRjOOkTPNa/s6mE8XZAF8njoZOG9kddRCBr/bXJ2dmjP1/NDc1bhPcRRfWqpi5hnIaPEafMPBqtTWOEBxewvoqbYv40QbbbqhFhBvoranBq9x9w53bZZQlqvVHbPUMubE4fQEcqA/C47a0ILlYLuAgtWnaQs1akSzbNK1qxTWxwA+2+/Hkw44QfiI0eYTXWN8k5Zqn2vgxNZVTqw53qPG8gCeFhHw1yG7fb2zBxjkeEcfnOOaf8DwnRFw1s14QAEAzbXjMJuU4wU2u9Mbp7Rgaayf6VoIwKy50VdirQ7guG7D8VxBbXXKjonMbzju2tKiV8dybWft+Oh3ym1cAfEAhwl2Wf9sctgK8gKd4xqa0purjm/tU5metRaUAnrp69QK3QcAV/3UV02z6X29MAAW7F/q+aI/r6aAVg9FMZOetzBqAmcp9nFNxO+AyRG8BIy7HLMfGQDXhyq25uvpQHYCwMqa4On21zpsALw1Db2/FfhwCuhvytnAugbwg/PcAPjDXQY9oFagFXgpBfYFt7scwIpj33ZeKu5upxV4Bwo8/fPgOxhch9gKtAKtQCvQCrQC71KBw7/9u+s7pZblxrPce4K4kLRRYxTHGED3yo47sbrAwKPLw4Pf/dYcqMeWxpnUzkZ3uekC5MKxa1hvwChgHymZr0hBCvzl5pVBixNzXrIpJbG7nxLIQvRwHgMsBUE9RoClAWrPNms/A/dw9PK9p/k1MgYgxjkqKOsA2ByowAqApVL8Oqh1mApsJb5La4+UwAFYlfIY2BZtkKpa8DPOAYeNGsae/tfOteAA0TcJjd29GrTT/s1v7TsUhACy351sAcjQgddxBQP3qhuY10dq5iRljOncNP76E+mKkTjAwp1p6IDX0xwbZrY55D/dIDs2KKx5oGv09j9e08m5diPNU1zb5hDZ449rwF2zbsONBKysK4BypBEPuKbUwANU8vBAoWRyI85BnMFN5gkAa8cGwI9+htvV4wio7DAyCW/cPC2pcb3+cVBirVf0qTdZl/VEAwBHCmhSmEcK6ICzNQagps51N3pCbtZj6BWpuQcETYfwcKOyPnRj14ZXawyPd5mJv/pL8bDD4sVxcOz3GPOY+nNNK7l0xM6uudKeHnLQ1zp3OmzpvF/2v4Su9cNSTZs9czUv4sdZXrVX3zjHNd/TNTPNk66+JZjdFdNy/e8CuktAugabi4zP/nb1Bne9GbPjxg2XAsvxwh5WiKwLc6S+lgJ6qU0EP1/79QERX5cJ+DXQx34g1rW1rBU8rrkMW5e2H5dZBx4j7nLda10v29iKf2v/1N79es16WImSBHqf8AdZVrNY6/yHU1w/RoM+thVoBd62AvceVMq/sxT1Q79T3/bI3md0DZjf57x11K1AK/AdFGgw/B1E7i7eqwL7f158ryPsuFuBVqAVaAVagVbgrSlw+J/+66UBYEBl1LBlCydipFU+tOzGgozsI2UwEPWIdM4GOXHtffv17uD3vwfqHnta3GN3+ZpTFreqwUh3bXpd1kihe2W1Qu/M8Qrk8nqHXvPQYrC7Ke6KBUx6jds4D0Ahp687I4HB1Li1mHHtsg+I5UDQXgcAMxRicJic6akFgBmHw2jgbEJVh7W4d+3fEgAPV2+m5ry6+jbSWpMOm3Pl2Ix01OYAtfvzP/301Xoi3XXUn2UL6AwInG7cy3UnnW2EDq/ZTi1GxgOwwyFbb/BpXP5aAlvA2U9fLJ31OXVRTaej6JsawwH1SWMNEI6U1iq+ewSwdqAedXArAK5wVTWCAblywBKnA+CstwzYvDWADiRN/6fvqwAYsCHHsUMy8kMze0UnXw+EmHfZvFazjyHgNcDf11COi7lzN7tSKLN+Ac5Jh6JOccxVrHPc0eEyXodb0+vxYEGmY7X2BYAB0EDpoa23PQF85gOAy8a6D63immAds58xKdWzw0rESQDsa9y00zbA44L1ar6UQlrHLYHc8mfXvKaoZsXmQcSyBYC1ppfpqRXvAPwLOL10DSut+RKg3gOqrwyAh9CLb54LgHc5Z3f1t+/rTwXAMe8HB9/sQRCuY2pM1+1+uvF4cOT+epinU1/G/REA8PJBkIfmZv8P9CsA2N6sTi0LBO+xun71gMP9PhsA73uN9HGtwEdUwH+n2N8f9WGkBsDfd6YbAH9fvbu3VqAVeEcKNAB+R5PVoX5vBfb/vPi9I+v+WoFWoBVoBVqBVuCjKnD4f/6Xb+4Axu0qxyepn4FUpHw+PKE+cMABT+ns6W2BrAZeDaIqR+/Vxd3B3/397+28L3akAS37D4hAGlzapRqw12MF6Jn/E4CoGsA0L+AAYADcAiyVVpm0sYJsDsispUvySNsGFCReNuC0ahiTelY37k+I1cHsrYNVf90g2+mpxca4aDPv5PD10oAIABNAOcAz7VtdZAdVjMccuUp3C4iVc5TzAdH8/IVav8Bpd8TOAaen97VjBKHlQNYNPI4nDfchWmdKa8bnNYgLiBkw02tF3h388rPV/DUAfHxo+p8EbI66zVZ7GGiPdoBI+x8/u17uAEwnb6b8HoCupJX11NrJiSoADiftgaewBqryAzVG0dBrEpvWrj+prBO4xxo6NcCdwBk5ch+xSFscwEp/rL7JIE3bqn3s8NWdtuZwpndP85yObOY33a9e69riZ/z0dWZFkR22WN8pwWwt+Jp3YB/rYwBg4qOOqgPdeFAhHIlKKB16RlwBeB38F9DKwxPRNjWmY/0I+k9AOygv9Zq1+XXDumEZAuuzTemlPj324gpecwAv0zi7A9/aPkkrN6nbB3xf3Olcc0hW2LvLcaxx1Nj9AYWc3F2gVLHeA9iZNpz3qOkaDo/9uJa43hc2SjnQh7Ab3zwHAMc62renxx333BvQdhl5Ov5L6oGXfNv1/djfG+51tA5+7wP8Ka27ronHjTCO3pVieukQXjqDp2tyvdetBw4eC1T2/0A/B8CkjycDQ7x/Lv3Yy9jvO7afommf0wq0Au9XgQbAP37unvv798ePoCNoBVqBVuCVFHgqAFbmoqee/0rD6WZbgZdUYP/Piy/Za7fVCrQCrUAr0Aq0Ap9ZAXcA6wa7oM7ZedSdBQBfAfEKHMWFKreuOxUBYJ7OOJzAv/3tlX1vYJFXvWZrpBGm/ivOVse/xwbeOMdpXZARAQbaB3R6CmUDUZgfw5lbXJA4TO1HnGunVlcYJysgkxtipIL2Gr0JM2j32MAgUItxsD9SF5urGKCZ7tHQIByyAsAxbvULsJxSLmvR0CftyG0MiLy2uIBn1CqOtMvjaIsx4bGcx6R3Vl1YA9lu6nAXKGmADQpeksYap3O4gNkA2EBmB+tGLqMOsdX7tdrCv/xC/WNzkh0Dl4k9YAEpt0/SSUqtXojn0vEr0FkdoG6h9T4D2O4LgJEYV+upz50vk4PrnCPXzMZ9dmYAM4YZ/9Ktq6yGgjlKLT3dbMOJaPNvKZi1Ub/3uK4R9uNUL+BNwPfCYBeaMz9jPHkccagfNRdgDAA8vVVwHJBbW/1DXjU81U487DB/AIA5CbhEDWwAMNfbVA9X4FjtT+fnK1lj16+dkeZ8Ao0Cw3Uul3CYhwkGeC0gmeuWTfGEqzqugwrMKhzzh0gKqF4Cz2Ud4iXQjbbDec62/GB0HwDnhKWuFQBjZtV1pOtlXwD8EOit+3YB3V0Ae9fr04qavqtZPev6XTt29Qb0Himgx7rKb4DA376pvnlkY2Bbc4DHwwb5wJDPVVl3Kcy0XhoAr82bsgTE79B4GEfw16/p9ZPy1QbAD8rTO1uBT6CAALCGWn/n6bW+wfi6C6EB8Ovq2623Aq3AO1bgqQC3AfA7nvQOfV8F+u+zfZXq41qBVqAVaAVagVbgpRQ4/M9/f3MXaWOzNqzRB4CbcUuDKNcHF7hO7TXfb73ifGU7Jg0vTlQDUec4XS2l87Wn/j0++Id//Gfji7huce5GDUMHwOmmpB1PB+2gKSDUiQEF0jpfWypgoPOZQVWv5esOzSn9MaCH8wIW3XhqYYAu/87MbcymOr8BJgJgR/pfA8Be+zUdr1lDt9a7JDbAotzDoUscT/v+B1t+qPF9CXIBy5wr0Ew8QFcfm93cR0scquFCzlq+drxDXAcqBmhtvIwJUO7pjnHNGsSMFNimBU5j0+La3M+0c2zpp9Hv1uoyn58fHfxs7l8zk7oTGN1Icz22HDM/o90NKaDRJSnnsg7sADhZw/khAMzAgcnUVY4tav0CwY8ztazmIRYPcxFH8sXN0DBph9WZcjzrUVe4pLGodrPWojfpNZzTqc7aYG2ipWnnkN8haUAWNLzE3Zopozm/3sjje1gmX4ktl7zpOclJOmfqGk/1f3kIQuuKVNSRLhqtrwC7RYeplXBHn+HETmdvde3KOUwjuMgjzvsgNjTjumUtEXO4jTW30U448uucA3iVejnWRT6M4a51UrpnTfDSr2LXsdV5vAaAp4cWpviVprrqEA8ATLS+rpd6vOZJAJZU8dJllE1O3XWMP3AwHuSIXpftKJYl5K2Q2x9m4dx0jdf4J13mr0465dpY1IuuRy/KOfquRwHgtZstO2oAq9/a5+XFrbnqM7OCvR/Pt8hkoHXiwF965O8O9ukY7dM1Mek7Pcizpt+u157qAF7WDl62v+t6Wjp/941/nw/0Sovt7/P+cA+//7D0Tw9bPUabPrYVaAU+rwKqfx7vzZ9Xhx8x8gbAP0L17rMVaAXehQL7AuBdn1P2Pf9diNFBtgJzBfb5vNiatQKtQCvQCrQCrUAr8JIKHP79P9jtaGAdaY+BPjfm9rN7/1+/UhP28OAbMDQBMB0PRxipg3HrGuz78uWre37vqGt6dXTwj//0e3PR4iIjZTAQ2KBb3vcPeMe5gFggHADYHLoJgC8vDeYCr+xGFmAZiMnN+KuLS3fvku4ZsJwoItPnBqwilS5Qy52f7loM8DptBCHXI8AsUl3XDdh6bbCazYEt8SY8BQBHnWHBnIC3AUPCNUeqatfJncjpQvXXrtNBfGzO0WuHul+/fnUdGBcb7eMkpkYvAJ7YDk17r3WLZ9racehu59BnOHLtGIN7P/1MCuRIj82+CoAdrl5dRm1l/gOEC4wm6AGMVxCuP0yZH8EQ9NUNLwe8meqauCb4y0jCMXvtC4s5pr9webMeoq5v1INmnuX8ZC35umBMaGAiuIO7zBHzrDmZQRrXI1JAO+D2tWyA0yF9QsKsb+wR+gMIMVcBRheXlbuRp7FX4DXWb6YWjgcM4gEKNtx82hwAW9p05k/H1D/6j0zfWOOpgyBsCYi50lad8D6OAk0XI9gLAAsKjwclSlrp2p4cvgOqpmN4NpaFA7jC30hbHYB+CYCX8FfpoeuYJYd/5eETzWkSTH+QQnPoTxXE2ZqTfQFwHfMSAu4CwMS/Cyg/BiQqfr4uwe8uEDxbt+Nmydwh6nO7w1N6q4bJTGCnXXyz7AXU7h4N66GOTGWfC6BeD8t1N/95Wrs+90+8Y/4eAfDsoZciiqfl90WD+9+yXNjvNFL9P0efh+eg97YCrcBHVyAyqHz0Ub6t8T3x19nbGkRH0wq0Aq3AayiwL8BtAPwa6nebb1yBp34efuPD6vBagVagFWgFWoFW4A0rcPhf/5GkxJEx+YIUoHbzn3qE519O/Ob0N4OPt3ZETZXMeAwHONgKkMdNbGBvJHn+Zk6yf/6DgdxLrJRT3tz6Nz7A9MpSTFOrN/4IMghmXy4uLhwAExBAFAgIcLuz+rue1taOdPjgsBUomjTRXr++snMhjWYFjBTSQYLkshUc9XrHOCYTSAEy5QYF8E7O0nD/RnyHFs/pqCE85jRTJAMoqNWrLZzGAVXoxkGfOb248X9paZ1p8uzsPOC2AWs2zg8n6P9g702YG1muLE2AC8jMt0rVmraxsfn/v6etrKfbapNapZJKpfUtmSQILnO+c/1GOIIAAZLJTC43nlIkAxEe7sc9AoB/fu4VLFZ4ZAMnuaEdsrm1m58JFgh/fXI8t/v3WPB3Ng/QSPsx45Kj2R5rvQTUzlDTlJEhhQnfPQWTCTQDNgasp78WCyBQc+waWI5wxwB8MBwHgDLMFQAGtOJ6pjT6EwdzhAenn+g3jsdN3tytBsNxzQg/vB5iNvTKcZNO5jiWOti125zeDTka4gesb7BO189xlO3NvvMkagPAuS+OCec6G0yWfjhQqG3GRg9iaVvm/M3zOwO2yolFAx6fOh2XfEDr9dlbwLfdvNHprvg0NO8w4Lb80h+foDv1jMni6EP0wr3uxRrNjevFBg2CRyj1DmxP6tqD6ZwUvSTXMj3VdqT7eDppmgsAqAf3dL6OS51tdC2nQxIHfa4oGZ21PUCde5FE633q3iTcFYp5CmwJLZ850KcAeIDhbRHItAumZe36srfJAZxl3g8Ax1l5fbvB20KPqfY9APY40PN/uSQHesLaEQB7tBCz3YWvBymeLqQZtXgcAJ7m+M1yp7l+81GUz6ThPC282bb142M6Lu4D7vvy+4Ugay72TngAMIunCP3OewILGrJ/hzGSj4KHGaa3trleKAVKgdepQAHgz9+vBYA/v+Z1xVKgFHghCjwWAA8f+Gtl0wvp8armAxTYNTfwgCLrlFKgFCgFSoFSoBQoBTYqMP/dn28wXGLU1MS/gI0AQOQlPTAEPge2Cbaky3VwhmoSO3OEMtENAMZQCcSQd1NhlG9mP/90odDPuDkDHPUAmFy/FxfL2cKhe4HHgp/CRQmA0wE8OL8U5jjcr/FFIMP6AtEM3AR8VgLABkj4kVWRCIMbIAh3aH9+n2M1HJo4fg8H56jrm25MQ8goI8Bi1MFOXDtkA3KkY9XOUdex1UNaRVjtcIkCgKn/sQB3/H3RYCRQhVDbVwMAvhZEyxDE1kIiGizouifK1UzO34XgrwJDU2OuavBMiG50OQa0wpENLEcYM7oWA+SE+ztgqmFu5+a8aiGncRw7zHDnNOnLdBRTQ8qoh93iuHCxM7ctXdEOD97yA6Onr+fz2zgxxA0HrvuNkM2G/tLUZR77WAAd27AooONSzWTX/MhRgWCCUrhz3Bletu+Xhp++BW6HY+0BMOVIlghx3gHqCNctJ3zn2o36RT8YBON6b0A5dQlIH21MByzO4ATAI0SNMwxNk0C2QkbXZufUV3l9HtcE4EM7Afy+rwSANf4zJzBF5v09Os5HB/jk0kP/5i9cpwe4of1Is/pcv/1Y6ydUY2HAOhSO8keH6027OYC09wHAYz3XCdtTAeBcQHCXbs8BAKML49oQmOfbLO/d9pyYAOAp+M33h1HHtwmA71pokDnCj3JtVAHgW8+P2lEKlAL3U6AA8P30+hRHFwD+FCpWGaVAKfAqFSgA/Cq7tRr1aRUoAPxp9azSSoFSoBQoBUqBUmC7AvN/+f3lzUIgEfDLpH8yQnjc4kTQFIcrRl7H68XBGkDVYXAFuYbQsbpGAN5wywpxzc4+Xs8+flD4YuUHxjBmsKX9lz4Xpy5grIVkJgSp6IihkfbjjMKVe8vxyDGZhxiIi/3UAAAgAElEQVTXMecLuAF/+RAFiMbtthJktbPXBk0BbfIJ6zUALltCXNyktMVuU72OCxLohgs63VwZ5hkNRlcXDmaRkgEcUsbokKStOHqpKzDwSPDXTk/AtABvwDWuE3mB7QgFgjs+sgCw4IBzHeu4K7mAI4wr5UsX7HkHV7N/+MWp+ojyCJkdzjzDUh8TUPtYrmWHZx5C4o6DwUCzAVNkiVDThDCOXMoJNgHACTQI95y5hTOXcZZoZ6tdu+zJgulfoHAc5TCzCoFNUzxSOB6I3w43IAOUqjk4nw9au+i3dM0aGLu/BOwbtJ46dJv5s/V1gN+E3j08nUJTu8wbdKb8Pny0W9WB25z8G2HqqG1C8h4oHsutHX0Ux/XgOHIWp9s8Xs+cxnkseue+aVjorFcPGKeAuA+lPbqN2/2gE8NtPeaFvtTCiH7dtfNbt9zGY0ujPb0Duge9fS7ibG/k9B5Djkcu8NCjn1B1Lm+VfTyQsv6q8Xvzo94KhT3kP+a+WXNf7reSfApjh4UvbRwPkZMnxd3XOTqdQPbY5L7cr5q3BbGQPEPXHbqbD1zXuz9GEeN1nyr/uCoU98jd5W37Apt69IsQoq/3s7ZOQz9va8c01+++51mrPbZpfbcB3tsAvC+8LWiQlOSFR4K1TMsbcgBvG09Z6r467tHEOqQUKAVeuAL52WX43HIrl/sLb+Arq/6eb4OvrNX7N2efhYb7l3b/Ix97/ceef/8a1xmlQCkwKLAvgC7JSoEXqEB9/3uBnVZVLgVKgVKgFCgFvrAC8//56w835NqNXKwRttj+VRG4I1Hgk/d6rYGZAGdjjX08+3QsTtWVXY8R2vfgaGEAi5uMnJKXQEzcqXaGKs9uOjrtiiTMMZAxHGd2Impm/Kg5R6eT7Zk3N8I4RyjoJJzxgUhwVgCYf3ajtkn+hcBmD6fIt+uQ0W3DlYrLN1yQI9zuncAD8AYyO29yCDINPQqoI8QnoG4lbQy0PcHPlH9AYcIyE8oWWHF6is7K96vw2Ua4AryEcCZ3KVA8QgoHXJ8rRPRXXx/Pvv2GcMqCZMA0O6kDWBJ4l5DZbJRJ6GqcwP2WYZ0zZDL9uBL1CYg+hu3mHIdydl9HW8PtHU7gAJGxvwfAtAnISP1zkssOWK5zoXNGU7D6OUI30xUJ6IGR5Ep2KOiJizXbYRe3w49HXdgSNAN82beGmdbGcdR5DQCTX7gVxJg+gsJv2CKX8TrATQiMHuhEvWLfmEcYV/0UGicY6xdT5CUTjOb1LjSOEhIH8B5bFyG1R7jcQ+6+nVm/HBs4ydlyXGdodYpeSf+eQ0Y9Rnd4D9SnALiHvb3DNyfEegdw3pNTAMzzw6Hgu36YwnNuiSmAdtvaQDhoJ0zBXDrHM7zztJu3AeChb7x4ZdQ7978GABx6cj/eKAIE4Yrbc72Nt1wYk2No403Sdn5KAJyLjzZd77kD4NAhFhodd8+BAsB3jZ56rRQoBe6jQD5vh/ehPRcC3ecadeynU6AA8N1afmmA+tjrP/b8TzfSqqRS4A0qUAD4DXb622lyAeC309fV0lKgFCgFSoFS4FMpMP/Hf/1JDmDl2hUqw7F6JJfi+ZnAjwCiHbFyB/cQrQfAAWwIOXxtWIfbdS5yYjgleEv4ZTYg51//diYofKq/5gLFAq+4c3VVQvkCUn1umw0xYMQxS1hXw0fCGUd4Wn5fAU6bC9T5dVs+2YTAgNKVoDPHEAo5YW7kqY3cwIC3S67bgF/mOKY9OD+v5aDlWicK00xdqQchkO0+Vj2PBbgDAKPOCEcThnKdY7m82C4FBaP8cCPiemXDBe326Xe0Ryc1zQ7h+cGl8wYfyiHMuYYyOp78ke/fHc3ef3Wk/L8A9QibTS+RM1knuApXrf7z5mg9Jt9ky+FKWbh6Cc2M5AnUBwjYnKDUcXR788cIxdGQ1+x0bYMCmAh4hTXz2kru5Rw9CQsHZ94EoCJJjiF0PtIOg+Lm8WyZcF1ubmt5adGnvUCbIqx5LFBgs2OYEOXaMcDvyexb5LQeR3sC2P5mS0erUbz7pQHUGOgG4gGjxnDKecwUAKNPuODHa2Y7Xee2P8Mys9gg3e8JgIfFCRKdBRutGsPPBMyZTzidw+mmznsmwTf3WYag7mFmjlOucKRFEnGd0V2bQDfGDIsytHABR3N7evSQN/sk3daDu7ZzFzNuyRXN1juAby0GadJNJ9oSzgKAM4/vJidwguDQO53IWlBguDsu7uhz0Tqc96Tfcox8CgDcj7en/n3bBHRGghD/tWMfGOx+tcu/G68DKR8X4fR13ub83eagHc8dXeEJd/vxNnX4PhUA3ubo3fbFe9MYGxcQEZEhFmqk8XhN/8EB3IU43zGDXBMAT32HVPmlwMtSoF90pif2sBAt35tfVmted20LAN/dv18aoD72+o89/3WP/mpdKfDEChQAfmKBq/gvqUB9//uS6te1S4FSoBQoBUqBl6nAAIAPBB9PT8nxCogTaAQQAgwJ22ywFe5DkEg6sYCAuHQDGDUY1sDsXAAo3IVAy8PZzx+uZn//4aMgglyxogvBdsKtS9nhmsxJ/5gh51VKwA0arlNclZEzdwRfDe6RU7bZqa6vBFKdyxgeCrgY62xYrB0JgHNSLEFnujcpKwCjXLYCvcAoHMIJNI4ErgP2RWjnyEmczrl0gep81TnD3V63cMbppMyJuoSSN9fkL0ZPADDhfiG10Shcrqq1IO9s9s3XC0Ex9kozHQIABhzi5D6Qaxh4k5wUaEw9A2ADfAPeRM5XoPP6wM0JqQTv9JHhimN4j+GCrwQvncO3hRhMZyh9Dh+ymxmg6vHC+Gl9oOsB2m7cPmAj4Z+j3wmpDRQHZB/qfNdbf+NuTuDZT5iloxgwimOXDfAex+I8D4AYfXwbUEUOYqBWaHKhkLcGow2UrysTf/X5n7P/QodY+DCCVMB95F7OfQDgdOmGEzqAc+/0pSrZxr6tGVI699Fv4QofHcaUYwjMeG/7OSYWHyj0OuHVW3/kfcCiBI5fA1fdKo+EwQn9MsdxX37vHo4FDqF/5gDO8cbOCCXflG0O6SkADrNkPBPYMhJA1t1R0iczp/cBwAmHR3dqC827BQD34yCffdsA8HTM7AKd0wngXROGm8bkY/ZtBcB+0Ec4ahbTLM8UE9oAeAwRHvdDdubTAuCpjj0AnsLfXo+doaB3hIB+LAAe36fkZF9E2Gf6OEN8pwPf+RMKAD9mKNe5pUApkG+twyqrcVFYv4CmhHoeChQAvrsfdn0eemr9Hnv9x57/PEZp1aIUeKEKFAB+oR1X1d5HgQLA+6hUx5QCpUApUAqUAqXA2vz4P/32/CbckZHb1QZS27+aS7UdDXRd6l/CS3aHKzcALKFa7V4UKCT0cYIuwhFzDmlf//qXDw4TDTQMSBv+Q+cTFuEC/AGWDFlzYr6BYUBsuGQDAGeoaSbQAbMGWdqAT7DAqwYEVcMBDDMVBiykjASGnAM0JE8ts/PkPY1JBeBtgGfqRs7eyNUbggAuwyWH8zbaG7lrI2cvUBsnKx/Q0mU8uCTVNjQjpyobYahdJ2kSABg4CtBE18DgpwsB+vcHs6/1zz2j3a6y/jhfnjtX8Mm7d3bOOhdzl9rSoabJa2wwF2F8uR79N91oB6DwQv8MOGlzA5wJ6Q0tSH/M660A+pic0Y3lOgy1Xd5N7wTAhh8NBDqnbAOgaHPVwlafaCECBQE9DU8TPHVwtM+RyiG4sQHFg1vWAHLMXdx/ULZL2aGpO5gl0cIBHCGugTF9eOjUKWE9Ic3ZrEnTsb/G6Hy+HQI625XhwxMA49LdNaHVA2C05F/kk2ZMAPVHDVy/wZ3NjR1jLbZYCOEc3Lrph/ni1l+9Ntmnhs7Oj90mlW9B5tifsJg+zQUT2yafB5dzK3Oq+Qiw41bIevY69O3MfhrAdRfKnYUHuThgaG83QzeA6GSa7t91p/MuoNvfTz1g7t3Ft266bsfnBsK7xptHizQ4O1e0BMaZnzuxUCXax306XUVyO69u9usUqI73zOjs7/UZ+3m9zFywk/fg7QUB7f2gFbANBA8A9q5Oaff5er26QbLWf11UgDa2yCe/0Hsr0TV2bdvase28mgDYpWi9Xgq8bQW8fq89ou/z/vW2Vfs8rd/1/vt5avF8r/KlAepjr//Y859vz1TNSoEXoEAB4BfQSVXFhypQ3/8eqlydVwqUAqVAKVAKvF0F5v/yu4ubzOkKGOvBmuFHc7UmAE43rmGbARqQSbCwuUz5QBL5bGPSCYCQPPnjx8vZ+bly88pRdn2F87eBWkKqCn5FuOUrg2ZglkFhBykBqj0A5lpAazsvm7uW+uHKTQB8ZOAZ0BMo67DN7Vt5hn02AG45cgGOQNwApem+JSQ0EBhAGKAicuIGRKRehGuezYHEkbOXawG0ewCMkziAZ4AA6prA0hAYF/U1rlgB4KMAHgBUCIyidCvvr8I44xJTXcjB63zFCgN9oXJXq6UdwMfkTUb7hDLqQAAwzs1072UobPoowyHnLWCWT/5P/wswPwXBzs+s/2hjH0L75HQE/ysB+AxXTNnwePeXFxuQxzhduTE+APKEraavAOrEkQ6XaWhFn/EbZRi6AugbM6KpPZjkeFzmo4s5zouFDrh+OYDXMyQ3QuBYJgfygbQODXNLCNn/vSKndQsfniG9pwA4J1vzZ4aAHnMnBywd4djo/t30SEoAy2voRP/xj/soQDmLIVr7WgFj3tQptGWs0X4WNYQ2Ma5HcNaHbc76+JnQFhP07uM1mE45nTN5U1um+6YgeGP7edbQ14yD1vfDOpEJhLwLADN+c1I82+t7bYCF49WnE3i7JtD7Cd2ExxmCur/GNk2eJQBWZS8VCzoiDQCAnTDgyQBwv1jgqQHwsNBoS4c8xAGckQFipJJSYDY7Ffwlt/v2Cf8x/HhflX58bqpiTQDs83SpY0qBt63A9P2unhvPYzwUAL67H740QH3s9R97/vMYpVWLUuCFKlAA+IV2XFV7HwXqc9w+KtUxpUApUAqUAqVAKdArMP/3P97cAF0DpkbuS1u+GtzkL8PPlq8WUAMwzpyqvL5aaWJbAHa5VGhmgbGvvvlqdixAheuX0MmXBnuEHwauHcz+/d9/FH/DAaucwAZPOl+g12GZBSsDSoYTM8PrJqhMAOzQo6rLiVynbP0HoYS1PseT7kDXcEbiCmXDUbwyaA4AFxA3cgOHG1XhiAGNclTymlUBfOknx6NZhrg90usO10z2XgPkCGfNNezfVTkAWMpEg8UinMEGyrhR7XbFLRnuZYd7Vg5gAz6dh3Psq3eHzvlL1t9LzeYR2vpIbT9R/XBVoxsXO1KI7XC3Nge39tkB3IM9g3WczeE8Ttid0N4/E+A3NzP1Apx5AYDqAdsACmV4a1zd5G3GPMt2qfaQq7l3+BmW2209LjSA2+G6DpAcYakB21zfoZ1Vv3QhJ3BFaZTtQzXjhjYcbE4XAHCGgM46kLt2yJPL4gMoN/0JNPU4Vn0NVoGoDYR2OWx7UIsB2H0qYUZwyFiKcczpqe1mANxgr6Ftc852Dte8SXOCMEJA41yPesWihtExHN3b6tzg6BC6O+6QAZryVzPIG7q7/yczkaPzdj3k7+hid4lZzbhCq09C4rUXJ39MQWqWNGjc9BsiDLvRAa3ZR4jwKWztL5FjeVMO4Hxtmyv5PvWeHvssAHAf1pgVPHdsuyagU3/6lJDlLDaJtwhudMrOwcbDKp3Atx3AzpXeFvV4rNy6cEQl8Nh0GoG8J3JkPI0DWE/THfrcDWan7RiB8RiSnrcP56Lv+iWlautbBh2n5RUAvrN76sVSoBTYQ4HM6b4LSO1RVB3yCRXY9f77CS/1IovaNV6fWr/HXv+x57/ITqtKlwLPRYECwM+lJ6oeT6BAAeAnELWKLAVKgVKgFCgFXrkC89//6ebmXOE92WCGzNNHmOcxnK/3A56AcQ3M9ACH3Ia4MZcqZ/lREFiT96fHgrt2uuocOVoJGxqhh2ezH/6+mv3t7x+1T47Vk1PDtiugma6bQYUJTbvpww2gFDcyQIEv/xmeNsFdwjzgn+sIoGvgyI5GrqOTjuXOvZCjjXbhCsXtC3hkA34Biu2q1GsJgHktHdIREjrAbkDLAHLh/lp3VLKP8MJogVt0kaGhcSRfXgwuZ6A2ZXlSY06fXM0ONXP3/qvF7Kv3AtQ6H7gLAD4STDgUTD+Urg6jzX8AaoBPc+Zy3SO1E9DrfLsNMIbLVzouAdANsOg85+9t4Z4JcWyk3QAxUDRDThtMGwiNADjy6RIWHJetoK4WBERO3XBoJygKR3Ocz37Cd4dLdQRIlHERMaPbuGzu1OZIZic6AN7ZYkyGKzugaGiUsN/9hu5y9g4TRg4bHUA+ASg5iEfgGq+lHmPO3HgiJI6ihpnj1/sbMRvayZhuGgKfrWsbgzl+qTsg2fCzwdjM25z9Mzi60c7wM93vUZ8eAPe5mm3h90Y7I9yz62n3vWvfQkGPoWvTzZvjxeV34Z7jem3hQKtLwt+hP1o/95A1r70JEG8CwJRFKPHccjxaYiAhWuHo3gLOrUnmhh7GYerVxtaGGcT+2TYF1S/CAfwEADj7lUUS3PfXilQQoQbG8eUoCDG6hj7LX+4DgPuTx/eATwOAb+UL3pkD+BEAWPfbgigNLHhhHBcAvjUuakcpUAo8vQIFgJ9e44dc4akB5kPq9JzO+dIA9bHXf+z5z6kvqi6lwItToADwi+uyqvD+ChQA3l+rOrIUKAVKgVKgFCgFQoH5v/1uqTlxwJltSoaaNw4LGzl+AYwZbjVC9cZE/I0AHw7PIzkeAafHx3Kiygl8gUvsYinYJriL41Ihmn2hxgpgN2dnN7Mff1rNfv7pXADnRMccG9gBKgljzAZEXApQsmV4Wj7sEFYYx6jz8Rr2jYAoXbecg9vW0EqA9kTxkwFq4cQlNLMcuwKPhPzlmnacGmi1EMG6TuQmvgMSOYRwhG0GbAU8jvzGoc9YL2BxhuINcBe5bwMMA6GlPzmYnYc5QO/NzVI/L2fvBH+/fr8wSweoZrhqgPvhcQBhc+7GRxKEXinMtnWUK7fXMIE5IYyX5wp5nDvcRxF+Gdd2OljhsNQXKJv9aH1VfoTEHp16AGT+TJAeEHPUof+wmsCS9qAN4yTDT7v8oUEB+OLaoyOYncLHrmfmcw6nN/UMl7RDkyd87dy/Ll9jiDr0LmJ2DOOkAWr0wfWcbW+MNn2PyaiHPs/zB+DdzfABpzMH9TCm1YCEq4aZbezkcdHybH8HaVXWsfP9rgNw19NlEhY9IGmEPI+cv4bPGqJoFYA+cl1TH8ZphkXfBJ59/3DftXJGXUaXcMLYwSncxlXUa92xbKidCwJaKOyUKxY1wG83wMR2b3F9nMCbNucLpmw9y/pFDHlssspNX6AcPr6Ff99YOHnN27Aex//6kXn733I6b67urcv0zttNdehD9Y8D5LZWuiM2N2HfiZHRoupVG7TnQgD44pzfde+2511cJBZgZOjjzReO48Ztc/3uAr99ubeA7vaLbnylX6DQ5xWeHjzNIZzXzf1DSHL3r8acli6wMOp4WKF0z4q1w8sB/DDd6qxSoBSYvidFdBu28f19zzekLWLWBGSNslLg+SpQCwyeb99UzV6BAvt+j3oFTa0mvDwF6vPZy+uzqnEpUAqUAqVAKfDUCsz/5f98vDH4FHicCwTZGUr4Y08U3cxOgaUAyxZClvDGUKpjgcWlANKN8t2mqzXCHANcAAHhuMwtATBUR8XPzpY3AsGXs59+xumKi5Xwttezd+/e+VpAGHJOxnVjkgognbl8jxTC2LBhwwfwCOOMS00uWbJVEt4ZMNiclgDKS9U7QiMDgI9bOOAAHA5uKyDp/MN2lub+sTu4LB7ZK0HvY4VitmP4Rg1rjrh0O8cHsATJ4TZNAExp1wrBC0gFADsUtHPlyrE7v1S+3OvZr/77N2mklh4Bko8E29H/EGY/AcBRJu7XgHUi4G47IZ/DzRptIETzxZKQxwH//A/ATrjvy6VzCbMPqD8FwEhEONg+N25+0ASwB1AP3RJ0AuLCuTo6NiOPcguXLcKdMNP1YxwZNiqkdTD10b1LGz2O9DqLEhhvwF/nco7r4hztQ0anE4960ffzNkb7HLyZG/pKIJSCqO96G6MOyMqITT0T9jmM9wC8R7AV7Y42TB0BtM35mVtI5+i/CPWccCohEP2Q+8J5HtA8tA4HtHUyvY+Qug6h7RdbSHAvnLjR+IkczrzuXNK6/kohvTME8zRPdtYh93OdhMXjXdH6CdDdJpp7/dKtmzrkAo10HEd5UUYC0AyzHv0fLxpnc6ya1Bs4+2v1ADjrN7rROW/L4g5dwgsbSNzKtTpAPbbz4QD4llZb5t+fHQD2czbG1/XV4exM+dyvrlgo04/zDN0cuW+3b9sB8O0vrLedv3259wXAU6C67xfk+wFgRV4gjTnP6MfxlbWFRJv03Lf+d3RGvVQKlAJvQIH8HOtIMe0ztVOpPGKr588jxKtTS4EnVqAA8BMLXMW/bQUKAL/t/n/mra/PZ8+8g6p6pUApUAqUAqXAF1Bg/q+/XRoAE/KZOXsyF15fK8ynHJIOlQwIBUwKbgJK+wl0A1pBAMDO0eEChNsm/gVFBSkH6KX9C+WNJeUuqWo5yk5RRYn+4x8uBRNwtgpYMRelspigIuewESsQq7kOcQcD+XB8GvYNbrP1nJJATMNFwjvjcNSxhtgtVCz7CfcbIDZC2QYsDfBGiOkDQbHM1es64GY1TANKShP8p6qr4a3Kj5DTI9BEKzTM8MYJPw1j11y3o0PW8FXXFuabLU7ms//rV+8NeoFcMDyquJIu1PlY4Z/F7PHA+jXLZQdy+1sQEycvr2W+5kOIcYM4OIBT16gbLYo2AqXJJUwfAmJpO/qNeTkDUpID2NfE2amasA2OxxaKOT+AUqYduvRFA7oAx3SU0xfH5BZ2GdGedBhHP8XdgUaMSY65uFDdBKjZaDfnp3EzHcC8Rlhtrol+CZYBM6NjOMruYV9ke44wyQGXwxTK4gXKOFBfA07Tgd4bVcPROzqjo37tGoNzNP6m3MjBjft7PAZdeliMrqlD6LPums5wzowtwCgTux4zjNmsT6OlB4SCnji/6cMIiT3mAx7crS2EegLlPl/wAGVbZbmeQfUkZDQt658JVGUFaGc9iWFuXHcbAO7rwjFTB2yA/VjsYNfzoHfkYu3hr3Vv/bAJCLqdrS7ZB8HWGzRmLLR6R4+tL07wkZPypzqN5+U4yT3x8zkD4Jmcv4oErQgCWmiylmP4tgM43eIRGj3u1QwVHa+tA4jpF9bpBOZTAd9t0R4S/E6vOwXCvQOYW+t40e5vwv4/Yha2HMDr90X9VQqUAg9XYIjgs2Gh2nqp+VweP59uuupjnm0Pb0WdWQqUAvso8IiPHvsUX8eUAm9bgQLAb7v/n3nr6/PZM++gql4pUAqUAqVAKfAFFJj/z3/9SVPwLecvLtnmEg1g0pxuoh3nZ2ea1AZSCXqBCkU4VoBScscakAkuiuoATuCymRP2QMcFayLkLA7ZI5ChINq5nLNy3l4ezf7yp+Xs5PREsG02O1dIZAAsZZ6QH9iOy2sBh5WArEIhi+QBBoGSQKMMcYwjOLcEwPwNIGVLaMVrAGQ7cXXOJa5dQ2LgocCiIBLXhxiSq9dpLhsADgAW+YwJjQ0AxEU55GvVselSpvzlUvmQdTzuWyuQgAtARf25bgvHy+84UwlNfCAM/933J8r7qxDaet15bduEHeAW1/LiBJAaIa4Bmzh+CUV9KJCPJuEIHXM2j07qgDC61ABfw8kauXsDXAk+SpYjgKrahAsYR3YAyDEcsp3Gan86SsLFmnlzozcykrP7QKfm35yHzsD5dKNQfoJJNKXPvQhB/RBA1PZo59VkMwDWWPCmcXhy2vJWAz5z/pI+aWbElRqdztRw8OIYjgUHay5vLywIB21Of7InxrnGMX2kF3C4J0cFwA7OGt1Rqb81ATa3OvRQN8YE7WjhqFlIYbgdID62rB/OccYILvB4rb++dxlqNzncv7jAtQhiuKdbkVtMP5GnOtoZIHk8MOH4Ngdl7zZOh3summhX3QiAGZe+5hYA7IgD7fXUyz+bMbQH64yZLGc0No0T2MP9152/rT1TALuWg7n1pcfDBOhTN7uPc//EabztetOJuucLgFldEH2mCPqK5BBjV08LWj4sygH45oIRa9KFgn9OADjDPn8aABywl7eNiESgRRrdQou8D+7zswDwfdSqY0uBUuAuBfJ5Mvzc6gAuAFwjqRR46QoUAH7pPVj1f9YKFAB+1t3z1itXAPitj4BqfylQCpQCpUApcFuB+f/3m/MbgKpzaWqyGufnteiKgz47p2vk2Y0wxRwiaAbAbADRTjhAkQCcw+4K0h0qbHQ65Oyw5XXBGUAX57NdXooe6Brv3n81O1/OlA8YdyvHrALKant3emrnaYSWBjQEVSFE75HDOOtaQ3hgYLDgJ05iHQewBNocNXcuzUsgShkwDMIu43l2OGnyrzYwC5xMUgnQxvmXwHl0/pEvF0dtuCztptV/CTG5Fg5p9h8LXPua6YokznPbnD9Y9bam2u0Qyoub2fff4XZeuX1HuHo1UYeOAGrm7E5beO1wOgMRLwSFAeQ9oB2vCUhMt6pzxEpKACvNA7DG61EpO0ebYzeAdoRNZssQzglzKYN22Xlpl2yMj34L7cfwyYDGHg7m8ZEjNs5Fvxh78Y92hUOV0OI40hmT6uOW65hzjmWJRi/Xt10v6tzc08DiVm5Tyf1lgE845K7a6VyM8wF9Acl7J2C4TTmA8rNPYxylM5rze2frwHXTIarXcUIzxqIvWqhmILKhWYznrEc4eCKMs3Pgdu7o7Ltob+jD5jHJzq59UxDNcdY32zsBwNmfU2fvtK8zDHOvn/epCb2T22MMwN6FoxzGQQeyp/fwcG4AACAASURBVDmkU4tciJG68JN7nsUZ/ZeeHEc5Dvp85qlXti3HXf8314k+VOSB9mWfcZLPgfjZ7pm18dPGPOG826IRysny8hrUt2/DdMJuUz/19dv4ex8Xe82he/vox04QflAecaI6sLCHsQrcvdZ7QOo+hBRHtMGB3qC/L74eKvo2IF93oG0D6Ds1aQf050/HSd8PWd7+DuCoJy7+o2PaGn/zPvqYrQDwY9Src0uBUmCqQL/YbQwBve05VQ7gGkGlwEtV4LGf715qu6vepcBnUaAA8GeRuS7yMAUKAD9MtzqrFCgFSoFSoBR4zQrM//fvVjc4efNzrBCw5uQFgAEphkwQtcipC9yNEMZAszbBnVCsAWDDYzkVE8QAlg3xdDgu4gSIBllQWIUlXsgJ/MPfLmcfz+Uqxm06C1dZAmA6IIBCQBWHetUfK5EHoGY/SZ4OXOASx+MABsTmlg5TLu0PR3LRHhFLmcl64Knzr2KpJUy0yEa6WpMcNQsr1zwit3D7hk3I6m0AmNDVbJEfOcrHHed6OzeuXK4GqOEA/fpr3LhkRRYA1nkOjyxIbWh7Loiuv4/SnYkmhn0RorsPRYorOIBhc0Gnc7HZFi/kUKY/cVazGeq3OtLtCX957UKglzzHkU95hLyA4XD9br9NqDdtZ6Otzr3cHIEDMLwVMjpzBsf4QZeE0EDSWBQAqG+5cmnlAC3pV8ZphG4O7Qk5PAJgHNXkP0ZbxpPLanXw2JjMe1IMixf6nHnOQRuXkqOacMachDM7rrs2+dLmV0cnaey4JFdzxO+eAGDgaBsjE0hmkM99ZmdvLAzo4X0CYBZThCOx5cvuumhwqLZ7inMI6Y0e4XpviwcA010e7m1O4Kj/+iTyGmxTedxffT2nIyZyd6czflwM0B8H5M1tCk83jcBPB4C16KA1rwfA2W/ORd29zn1rDYHcRAG4Myfube3u0mn7ndZe+YwA+EJj91zPpJtrLK88B4gOsQEAdyR7BP3PCwBv+rK8FwBu+c1ZmEFkBq+1aM/YAsA7R2sdUAqUAp9ZgQEC65kd79MFgD9zF9TlSoEnV6AA8JNLXBd4ywoUAH7Lvf/s214A+Nl3UVWwFCgFSoFSoBT47ArM//dvL+wADocgmVxBF4SujJysN4ZLARLHPK6CceSQ1eR/HB/bDdRLQJUcwhFSWK9SJiBO/338CADGzRnnXF0JsCaAvDqY/f4/f54tV4Je5CTWcQlOMxBvhnC9EnRMULVSHNKoW4sJ2+piKAkE1HVxxzLJ5VyuhPxNKsjEl+oGyM2w0+KMrh+AEOgJxbFDlokyoWlgHSGdXR4hqHXsUL40W3cAC7DqmMgHvLIrE5kBrgbBhsFyw0ovgPvp6WL23bdHs6+/UU7ilcJuy10H6EOHE1XsYik0rrDHkZu4AUZ+ov2GObxLnLZud+idbu6E0LSFMM8ncg5TxkrXTBhpGE0I6Ob+jXoSzhrAyT85cjVuVhdyLKt9jBUAbQKTKRB2eGtdz7meDcXGf5GjmNzOES57rjY7tLQhPg7kgCp9CGm71nUsIaAT8hESmTIyh/PJCeHKY8ucwjlWhSIbuI4jcJXjYLdOXeVvcHYzlhrAdL05xnq28Nz6yfALhzt6BnW+EFBlzKUrO6/te8UO+shp7L8JF6s+zkuHO3YdAI8f5sMBzJYA+8ixxOMKBsAAb5zF0tJg3O0aJ3kT6nIs95Pr2M0B50KLKK/LC9zlA87X+nblNaxTD/lV3cwBHGC0Pyt+7wHwsPikOyzumVhEEXUa3b67nJ1Z135CLOuw7dzol6iorzvoO7p2s7weAGcf7AOAt0Hzz/XF7bEThEBvQrFfLIlEEA5gNsZ1tiGAL5qtP6NDp/H9o9d77Pb1c+6ryy7HcL9A4PaIHPdMc/5mJIBxwQ3vEzjyc5CUA/guPeu1UqAU+LIKxHt0fsbYBoCzjpudwPd9Hn/ZFtfVS4G3pcBjP9+9LbWqtaXAPRUoAHxPwerwz6lAfT77nGrXtUqBUqAUKAVKgZehwPx//vrshg8JhoBAlRbSlM+1MCW72gZHWbhJmTi6xKmL65XQxJwHpBNEupZ7GLDrUMZy1p4IdsKdZIqc/fjjB+cQTkh6Jah4owsujgGQ89mPP13Pfvr5RnklCX3cQh6r/BEGxrUcAppcxIa8Ac8cUrjBNNdHlSe0Mg6sC0FiHKNALoegbiDMQFTXWcopOYBPQQpg5AK42IAt8BanJjoA2k4Vmtq5hO2WjbDVlI2TGMDMMWhEDmDqCQR2GcBjXR+Am05koMjF6lyO0+vZd9+9n33/PXBVe2VWXUoHYCihrQ8akD5WrmXOxYEdEG+cmBMe86gL6Hjoa4Irhbhjf4P5CWHZB9SOHLsC3rpeauh+snM0B3IDlZyDg1nt5Hh0tStYBwKcOQdYMvZFOHMT0geETodshlQO8Amw7CEhkHeukOQJW3rIj760kRzI2eaj44DIDm0tJysAmHKBrT0AZmwcGSACRaN9DqNNWd2MScKjvC/IwdtDLPLr0tcGrjp1qXyojIMM40x7It/0aI8eP5DHvgTh4dQdIVnkAJZudsQmwG99QW7u9sWTfiB087DAobmCb0QrHQK63buD48fjINzmmefXx3lBw+go5koZQjrHDuS7/0LRA+UcJcPCBO0ALNMMu/GlFYCe1+8CwAmNGdc94HVI944a3wWAoy45oT3eH33dNzmJfdZkxqy/ZuT2HRc55IIUn9c5gKOc0QFs/Vo1dn0h68dcavqUPx87Qej3B7Xt7KMWp+iZNIR8bn01DQE9DRme0QlSlymwnULjbfrdPm+zapv6N/dNQ7z3JdwNgHkG8rzszqgQ0E85bKvsUqAUeKQCfmaSamLLgqz14gsAP1LuOr0U+OwKPPbz3WevcF2wFHhJChQAfkm99ebqumu+4c0JUg0uBUqBUqAUKAVKgdn8f/32TCbfg9k7AWDCLwPxAgThyiRCM8BjMhUEXNKx6XzlQ8bhoUCvc8sK9hBWV/CTE98pvDOT/uwHzJ2evnNhLpPwzeQIBsTpeh8+Xs4+fJBTWCCNOuG6A3ICAgFauVEOgNJOVOevjdy5l8oT3Eyc4Tx2/lry5+J0ELxdpNuMMNMNRGpeK9y5lNJcaw6vK1ergBWTY+dn5wa+ADOuuxBYBDSiVdQtc+BGeGzysgYAXgpA63gAqx2vAcScE7aF7T20ZgqtLBD93fcLHRvgnTTIAETDRf0xhNwmB3NnhY1Q1gFSHV4bcNbgHkAy8o+O2gHAAY24d6kj+YX7D4k9KOwBcILgSI8cYXgB8deqQOZdZh9Aki1zxcLbE/pm/4Xjd3SBoklUMZyd/ebIzEBcHZMhjTnGmjNOnWO1ubsJ0WwI3rRokBcYGMA+6h3AOq7SA2AMq4BwnMBzOxjHvMkR+nyEigFYBai1UADwQ/24J+COQODoa+28Il/26GIcnIMC27GlU5Kxtd72zJGbejBmpgCNdjA2MsR26u+SGxyfwrHQv4Vj1v2XuhoMe/HEeh+GUBHGO8NOh3br9b39nIhx4HsH/VgFQi+jM1pRBpb7tuWY6ccAObLpkzF0dus315OIBetAOcfCmM95feI6x07UY+yX6Ouon59Ht82qoxuYPm6AedMEW4aIzrb2LtNNx6dTeBDCddjlyOqPfrrf960G0fI/6pnP8zqgcBvfzQXe1zBdwrFvfXHE4Lhu57FoJfpk7JvUNc5v91m7QCyciGfspm2brttCPWcZawB4bUFULKhYyPU/XLKbFHrqENC7ev65jKNd9azXS4FS4PMrwFtgt65qbZHV3bW56/1pMyx+SOvq+fUQ1eqcUqAU+BQK7Pv591Ncq8ooBW4pUIC5BsUXVKA+f31B8evSpUApUAqUAqXAEykw/81/MdMuoCaH6/n5cgjRGxPzV7PTdwKtzOUrBLK3Nu8D7Do/Pzfccshc538MKHckmHwNHCXEsAFvnEQoY4dupjjDNs0+DYBQAEG5JD98uJ6dnRMq+GS2JN+tnbXkXh0nlZybF5AKVCLvrco3kNX+cO0KQ/TgQZcnpPXhgnoCE4B8OmfIIRsNMxR0VQHPgNJjQz4AMRuhmwEMjrarayQA9tktV/AUAB84LCqhQeVGpZ46P9yw4Wg8cdjQ2ewr6XysVMEysRp+K42mKRTXog7ZLsNj4LzbDEAfR4Zdka1uwDZCs3IuG/VyLlLV4/hYrme5d72/deiQi9fld4C19WkCU0I5hzM3jovUt03zts8Kphtb5+exdl/TLEPrGAORFznCFBMCuX8txwn7IsRy5LTtt/x+BJjM4+VPXxsvo9s6Lo4z/C4ADMBy8GguZbdt6jHm2s36kAqbhQLHgreNt7a2NWey7osMbRxwPXMhh7MZwOWw5Lpoi4w+AO2EWdnebVCLtkRI9g5oZk5lN3msd6+dJ341xhhHoV2GVm55u1u4Z8Z23F8RwjvG4Hru4bVOaX/kxDL3LrA2+/wa0fL+bLmwN33R2BROetCiAeweACcw57x8WowhejPU5XpNx/64GwBn3dGI8XEfALw2XjfMm78GAMywPlMIdOcd3wMAD2O7va8k6GUsOo9w+5na3QWAc+zGIpvx/WbT/fLJAbDautDColzcEA+48b2qAPCmJ0PtKwVKgeeiQA+B942kMHwR2NiIAsDPpW+rHqVAKfBwBQoAP1y7OvMTKFAA+BOIWEU8VIECwA9Vrs4rBUqBUqAUKAWerwLz3/81MA0sFCjYzJ123BKONye0gZIBF2MXE0U4+3DWOoewXYXhTk2A6FyszeEItAQAj07SAEoqIaCeQJTzDcs5tlwdzP7+lysDzGtDUCCcKKkO4/xw7Eao5mOVyfk4gK/kACYkMKDWbVL51I8N2Huj+jssNE5gtXfdWSwXF+GL7cjFeUto3yiXdoB8Tk8DNoOPIUy9W5ZQy3bUiuYm0HNeYcOvCD3dg2xC0JJXF+fvu1NpcwpyFDBXW03F9Rohc3FO4vDk2NzSrQjwzhyy1sLO1ghtzGYoSPtVZIRHFrw2qJaGgBocnR2g792jQLsAyj30DLddwt3IjUxZagsgV9d0Llr0Jkw0Y6G5wjmP0Ndphk3wlqG3uVbkwA2QOwKiBua1j/E5LARobSQHtevpcRd1s4c3oabOyw+x4Xodr2G+24WApv4+H1COu9wxoqMufWjb/J0Q3/aoA5U1dgD5AfPC+cpmUI9mDZT3wDGc2lEH509uHWftN/y+GWjFPYmu6QIexklzDCdUH8dPhsQmn7XqqAUWCXgHWO++79y5DnXe7nP3UYP1qV9vI+o0HwZt+8Wh2pue2S8RGr0DsH2u4rZQIOH2AAKbg57Qyl5MAvxjQUQDgCyMiPqPQDDDcWcZOdk9uOfbw609jtaq3gNgXpgCyWk7t/09kal7nu5bwuc7Lp/1XQTztYungZo2cayGh8ORG/C3sPMj0OVuawsUeNa31AEUmMCX34dFCLfc5ZsdwNEvowt46gDe9wts7/Dtyxv7ebwXLIJdwAr9vOC5xRtjcx5P2Me+198+Xh4HUx57/c832upKpUAp8CUU2A8Ae1VPV73JSiYvJsuX93lm5cF3H1vPry8xIuqapUApEJ/zS4dS4AsqUAD4C4pfl67PXzUGSoFSoBQoBUqB16fAAIABSOfnAmyNUJA3ljd/JvTZAvAKdMlF24MB5ukTQjoUcc7xAwTk2HQyW3+RWgfAAKflUuAQUGM3oQgZoNSA9Wj2H789E8CNnMIBDmICnpy9Qx11cfIHB5RUCGiBSIAbeYdxJRtqqQ4DqBUtwgF7pDYQYtlgtznQ5gK0J4SrtkkYgDh+83MuXRElXh8A8IaxMIA7T4aRm3XVcio3F/AA1IDnctGqXQDfb75eCC5L18EdLKAhUHZ6imM64F66SEPLgHOX5Lq1S5O9NwbAzh+svy+dOzbagKaEKSaPsXMrN2BoRy1OavRvZQJjEmCOgIwwy9EPzrvbxghAN1ViAUG4eTsHnkMhh9OZvgDMJwDLMNIGrg2SJwBmPF0NLmPcdTHmgKSDc7dRqfx+RLkZKpoxmW7ADPsM5BzDvMZ4sXt9IMDjRGTC10MRXQNswkyno5kx2uoDEO2iCDu0tt3w9EYDwIM+0r6HvxESOQZR9sfU8ZtAcxjv3WyEQb+h6WYA3IeLngJgrukxwv2iOrA4gL7jXk8ADJBNABz1i1DRucCD+zFCYnvpw9D3OT4T6PYgO4/LY7wgQh3nemwBwHmb3QoB3QBh5tZN+D0FwMOziucUOcu7UM9Tt1P/ZSfLnWq/qS+yDzc8Em7tMqzuJpUyKP0UDN9VVn9+lwJ8n8vf65j7AGCPKTTWPUoqgWuFPu/DOztUgRdoQIv3A8C5kCjHS1/58TkT93BC24cC4Cy7L6u/7noOYBZrsLCHcPKRA7wA8L2GVh1cCpQCz0QBv6e1UDKbolG0Tyl+rx+3u8hIAeBn0rVVjVKgFHiEAgWAHyFenfp4BQoAP17DKuHBChQAfrB0dWIpUAqUAqVAKfBsFZj/7i+BHi6Vb9aO1eZ8PRYxTCgUAC/CC58Q7lb5DnuYla3LSXhgDe5T3Lc6sgEuhTsGaDYI6hC6S4GC5tA7OCQ8saoiIqUrzX7+eDH785//qt/eqRyFYlYoZfLNwusOFMJ4AGzMXek/c2Jt4bZtTk99eyMvcDh4KRoQSghk5SgWpCAP7mHLxUp9AGEAsasrOYx1rQSjCCTc5fZ7azkgAVcu19cLmAVkAhYCYw2/nJ/1ys5jaCnHkPd3rjKE12fvFPr5/fuFQkGHE5TQz0uBeGAreqURDrDhUNSc7xDGgnaCLbTJuVntvg4IerHi2GXAWJV0LPBKm4GVXCO/1AJqroDIDYJmGGX0A+asOZwRSF9GAKmEvj7SMXYAazPUor83UCy7pduW8JgPlX1e3HQLk1853MmEkiV/MVoph7JAc8LdqHs4ZA3c+xjY9FOblxRvbaGzW8hlFYDDO92igOEhfHlrxBoApCxpjKvYIZBxrjZNjnQPJBRlfYN1SsezKxgg3OPG7shx0UK4i7UIoeW+zb6IiddBqjVn6GZdGXfRWMrIPMAGuG1///q0a1IHFiHQ33bQN8idkDfHQy4yICd1XG+c/AWE5TaFo+lYzvb3gHuTm7nPPTwqwZhdn2we3N2M78lcc0D9WCAR9+9YknM7M/ZYdNKdR72nIHWsc4bVjvKGtg7O59jTg2b+3gRmY/z0LbPX/86tP74Hv3nSkwFgnk+tUXd9CewXQPhJrPvxQjffxQWW99SL+z1qvA2g9yGgrd8WB3Cen2HLSTvQj6+7xuBdQm+rV56TYDg6W5Ea9OiLPPTRxok/eGQld3GSHX3f67XHoRsPqS/wD1WuzisF3o4C/WK/iG5z64nWibEJ8MZisO3btgdhOYDfziirlpYCL0uBAsAvq79eXW0LAL+6Ln1JDarvjy+pt6qupUApUAqUAqXAfgrM/+V3556BSWgZYXuBHQDaK4HEhD64BOUA1IT3yQnhbkf4lBM/CQLj0uEYxtXKhnsQkIfzkY29y3PlESZuqCjC+6+BwwJndqiCjWezn38+n334WbmEV8czRdt1jtVrTfifKBSz3ZE4RcMea+BCGN50hgHvwllMLlyF6sURq4OYtD+SU5NclZEfNxL/Us2AfUx+UacWijidnwK8tJlcuoBg4O9yuTT4cZmHEXY6wkqHY9RQtvVDOCsDnDvP7+GVYPp89s03Jw4jCgiyaVT/B+ilLifKpZwgBNBygRM54bLKog7AX8JJA+xpK73CcUBIrkndgPYu2nAs3NxsaLcybA6Hdo4DdDuQS5pw1qNBNggl/1E/Qi8nAHYXtPyzOZHINfw7br82BnqglKCO+nm06PIB3+VEl64JiHsAHFKOE4YOQY6rk4zNqmsCT/eDDkvw37pgCA2ef0e7A8plOPN87bA5RRMAe7wBWnX9QxYQMG59fkN4bTzGztEJnSMgF0ww1uycbvOhUyA4BYkbmPpQ/Riz8SdAjLFwFwAOyBxg2po3WD30S4PqeYGhL7ln0ZNnQQPabqZDTOMOjxKHe68HxO33Ady1Y3uY2l/f5XShnPM6fZ/l636th+ZdyOv++Pw9AeoUAEeXrU9EPwoAkzc6i+sWKCQA7q+fUq0D6bFfNwHgTfX/5CD4IQCYztD/LlXBc+VvD1Cfz5W7Seh9ALBznwP/eU61hvdjMO7LBmbvgNiji3g7mM6xs+YMljYnp4T0H6NhFADedMfVvlKgFHjeCowLnPI93J8TNq02GhpyN7Td3N4CwM97HFTtSoFSYKpAAeAaE19UgQLAX1T+t37xAsBvfQRU+0uBUqAUKAVeowLzf/znv90Qmpc3enL09pDuYqlJfOc41US3Wg9QuxQEXiiHbsI/YGgCRQTKXKc5CY9BigklYGUA4JARaLg8l+sYUqft3XsBYzmAcaou5Qx2Dk9Rwb/++UwgWkBhdThb4cKU1XdBLl5PUjUArN8PGsBJsITTF1jLBiAN2Cu3o2AWuXXnClEKKL0g9yogwbB4fWILgLtSnl3qD4i0wxaoq4uTt/TiYmnImwAY56pzDXsGTQ5ZQJ8tciMgQyDcY+9ODt3m9+/C3ep6ElJY51Jf6oMDOPUaADBuxeY4dt5d578MrQIyBwAGXIajViBXoILj6IOEwqnLjdzC6cCNMNMB/AHAhNLm+iucxg3kXKmca3IkSz80ZkvwH/lzo61cNxydmYMZr3e8lnCtd9AlzKT+9BXdSf+mIz1z/Mb4jLCvhCy+aSHGcWijd0LkS3R0n7dN5+EA7reEaxkuun8NH/p4L7Q2qv4xL5qTpnGGj3OYaABpLKBw3dGgWSQTNuGgTlBNSOseQmXY5px08OtNM4dknuTGjfMTxIYTvN/6MNCutfu3OaLb4ghCdEcfRo7mfsPpTY+xsIJfcIznsfwkhPMI0BOIx72UuqRTe5OLOeuUx09zULuMiRM06zeEhO7yJU8dv31dfa2E5Z0DeOjj+wLg0dy6rjn7AcDtYlOAa730b/q9PnMZZ503ffG6a07+KQDwMLbXWtj+mDjvo8MDALPIgfztS0Fglmewk5QC5JEPmceQ/nkvPQQAx/jonq1cacNiE46butGnYy+buO0LbyxKCqjtRVDK2X6g8P2x5KZzAG9jIw90Am+7bzZ1yaZ99QV+X6XquFLgLSqwCQCzuHLLG5wl2vSQi+f89m3XA3DzufX8eotjstpcCjwPBQoAP49+eLO1KAD8Zrv+OTS8Pn89h16oOpQCpUApUAqUAp9Wgfk//fajATDwEuDXAzxyAuMANowUHAZ6HskFS3jhwaGpyXAgqKEegCxMgsM2H8LKHgrAtbDIenUlR/C5APP8IKATMBQwSijbpey+NyoPVy2h6H764Wr20weFcgZ4EoZa0JTQvwPU1PmEgM4pJocObmCWY0YwCZRTHmPVg+MDAGdeXIBfCxHbwvkCKM/Pz5vTjAn/cMriEHbIXIdejlDIh2oHzlj2s1F354o1oG1wkBcELE8FsL/5RqGNFUp7DsA0rJXDWpoYRjao9Q4A3JzWuN4MPBsAxvFqtx3Xa4LTBwuBW3PP5uALsA0YCVhO2Q5P3cA8LMb1a/l7gc9sc+mHc9ihugn5rEIMaXAZm+sqf7HAMq/3AJhr2EEMeJbT2mUBvGCkOjYgZUDsDJ8a+8fQ2ZiCw60aeX8tm2Ew8AWAyp6DcGA3pzMA+Mj9ABRy5O2W5zY0owIJgPkzHb+ZszcHLOCWDQdw5tgNd63qB8iCMDdtsy9cG65nHcfRDzhlAcSgddOC42nXkFfY4J77aPQRolMfJts6SvsEwQ71Lcg2gGWHoh0hcO7vAepaLmOVdaS2kIs6N/7OjfMAwOiEEz3GWoNtDZb2DkjufbdznUEPALcP2xxjIu7WHnD1XzbW3MdDrcZfBpDdALj7oC2A6A8fncexqMRjqQHgzAfsYzxuR/2zLnk/MN7WQkB38+O5eKGrncbD7RCaXHcXAJ4CzL4tLwUAEwaaccAYP1tqAY1HJs/51OT+ADh1yNDPg07k4pWo2xzAed4mALxhWA3jcvpaAmD2H3sBVFD8AsCbVKx9pUAp8DIUuA2A/b68YQHT2J4CwC+jb6uWpUAp8BgFCgA/Rr0699EKFAB+tIRVwMMVKAD8cO3qzFKgFCgFSoFS4LkqMP+331+ItQKOFJJYkDcn1nH7AtiYzAcYnp6capI93LJ2aAocrbkXmYRvDlB/aEgA0sLhAtMCPMZxwMwruUi1V5DoWgBYoYpP5RyT+3cpaGAXpa6zOD2d/fjj5eyvP8gJrLmqw8VJgGTBGhyeV4LRhqFtO2zwMaArwLNzcrZ8keGIJU8ldUinbLjJKNewMR2vcjyzhaO1OYqVV7gPU5vOaTQk5zDEI3LyCngkUG1gcSnX8C+//2r2zXcCyiBzwWTQOQDZQDuBriR8dxoOXLZLgeply2VsF6/afCzASq7NPh9z5EDGhRlhlXOqDiATYFx9LTATob5HOIkOtHsA+yigsi7lEKZ8jj+Razkpu13RDtkcobTdr0DL5sA7VlLjQ0Kkqu4G0IBiTywG2J3isYC9y4DzzRJNXYBIgFSGFP2VbumsK1eIULA4neM42s785RXQXFDd/afKLsiDbPjL/0m3BjI35ZjFeexxooqu5JwOsImDXGXQpgTPDd7yqqEyAB/orwrgqCXc93SjDpTZg/verbsJ/lLGENYWCO/7KPrM7W85b3MBwSaQCGBOl3Ber19w0ANU90cbi7jyE2KblbZFCgbAbQzl6wZ0hvexmCK3bWBzBLTcA+OomDqj+4kYhwDOvkP/LhfypgetFxO046f1ailc/WwbniFDsu8Yq5u2aO+WFxnnW5zL2Y5tjt07ihyqsSmEdJ532wG7uf5jv9z9+kMnwHIBx0ct5uEZkgB4qtlNy6c+XRBw1xfPYXHDhvGVrckoA/38Cc/FabmbFiBsaygtsAAAIABJREFUbHOrJ281Cxa2ULDGAJECvuS2yyFcX+C/ZO/UtUuBl6eAP8N0q438Wdpvdf0iqbuee/374lM/H7e/B++jfD0f91GpjikF3qYCuz7/7vN5/S7ldpX/NlWvVn82BQowfzapX+OF6vPTa+zValMpUAqUAqXAa1dg/tv/urohPy/u1YUA8HHLyfrTzz8bsOJkXcgBCHRNKBSuWpyi4bRlSwcnvxtIzTVTzgR5IywJhw1RVRDOYgDw4RwATFhkATMBRuBOgD7BKsHS91+/k5vzcPaff/pJDmAA5MKgz9NRzmF7ZgCcQItQxWOOW+UwBpDqWLtSW7hq6hTXkeNW3McOXoPTcKbiDL5U/XB3GQrjvGyQGYdohCiOiSdckzioXV8DYMBenGOHoUB5/AzAdHm9mv33X30jF3A6Y3VN6xduskHHBoD5ghhlAuKpY+QKjvDckXsXeEU90tEIeE0ATB8EAGvgztqvBHMDtOYX0ADAARTdLjudgbvxdw+AXYfGyygr4VpqQpkA4ITpAX5x7xrXBsSdOEUNZq8uhrDV1grXbQfoGRcsPMjr2NWnchmD9F/2keEcAFjaROjvzQCY1zNP9JDjEw1UmQMBYMAnABgHNAVGPuDIT63VCYPeMba0cMD5mOPeCAC8uAWAE5RuA8DoP0DayezAEK645epN+DO4ZQ31cV+O/dh/QKc9/ZaTF9He9YnahLweC12u0wR7eU7mSPZiA4Pf6OuYNI6f/PMCig6WT53Jm4Bx396+eobQk1DW1POuyRTGUdYp6+FnRhOBeygdwLch4Zps/qMHwP25A0huMHta1qcAwM5D3cBjlvccATA6XegePj/j/uH9g6gN8dwcgO8DAHD2xvR+6Hsp74NGLtoz7HZYd9/KkzptA8ARYSHeRzKGdwHg2/dG7SkFSoGXrUCuh4r39ALAL7s3q/alQCnwEAV2AdoCwA9Rtc55NgoUAH42XfESK1IA+CX2WtW5FCgFSoFS4K0rMP/Nf14KAF8Y/OFk7YHu2dmZJuoVClj7yfuL2/RKTtRrwS/4L6FhgY1shIu9WAngAUoBgIK0ALwh3DDAVbCQvLx2Ecspe7G80t/KPyzIenQMyAuwCOhz+Fw5g4Ge88Pj2Zn2/emvS7mDyU37ztckX+3q8mLoQyDg0dHJ4BIlLO1KeSgvlceXa5J7FVAHCKP+XAcoQZhlR/ZVU6hfOIMV+tp5V8PNy/k4ogGKtKmHSSeiubgXewAMIfKXR7XziNjWAr9sR6rDL3/5TnrqD334PnTeTJUtGG3tVGeDSZWH5hkSm/qdvhvbRj+cy11HO+wIVhuAmGzxN0C0hUMWf7FjVt9WEzATDtmO2Wa6tB7AXB1Dv8710/o0UEtIZBzAGg6DC9gQX07WY4WKDtga4cK9uS/YD7QFSAZIDC2bga6FxM0Q0GOIZ4Fwwi7baT7mN+bLNv3BdRJUg2MjnDR9FYDT7j/YcHMQxz70jMbaQTpxAKd2jCl0sjdd7aKcWJAQOaCjLEBvA8u6ZgLFhL/hytX4JQy5zunhag/sepBNO8dw5YjeciwboLbrNldphrydhlVOwEu/TN35lMC9xNZPWgxlT4w604mNrLeZewvlHYsuwumbQHfIzevrkM+6hdT2YoP146YQOFoZWw/leodvXj8BcPa3f3rRRV/K6HCnPYwbtnQae2FHd608c98vNaN7eYTHIwDOsXi7Pux5iAN4er0BgLZFHlPd1q/8sL92TYDtKpWo4UR1uLhwLIDbrukmxDYH8L4O1+lxg1teV/X9zj3NQg3GLIsk9jSODe3XPc/j2e9HbkoUUAB41wio10uBUuAlKpBO4M3P4OkHBj/e21YO4JfY31XnUqAU2Px5fZsu+36O3Hb+Yz9fV3+VAo9SoADwo+R76yfvO1fy1nWq9pcCpUApUAqUAs9JAYeAxsUJrHKo1yFMZjga7d5rYYWXgqmARzb2nZ4Cv6I5P/28dIhdoBmbYSNAsIGzALsXBqwAVwPV85yY5xrAvcgNOYTyJa8o+3SRs4ub2Z/+8iEA8OlXdpIawqYV1eGUA06xD5cvOWhvCJ0scHt0RDjlCFNs+iKyd7nS78BSwjUfBoAGeKOHYZVJZeRd5VqUE07YhaEC+UENQO0gxr0cIZTZn+GQSeF7olDOOIFxhn77zalArvL/OvWxSVqr8whxOf9YOYHJM0mbCIltQK+cwH1kWXIoE845gS8gvc9BCxAF0K8E5tkArJSNO5U2AfYz2m1eh+McYtsAWNdts3oJgA1BW5+TIxpoeap6IVUA9RgfV23c5GDnmrh3CYvcBkjTOIBK/ot6Zvhm6h3g0GPOYZ4B7fwF+AXggfnXoSbH45L0+GjOT85gUcEAcdOtOnH/ZX0570DjBQAcYaijnuMX/mhnLgTg9xwnUd+AkTY7OzR0AMo+zPI6qA1btKGp7dERQroHhT2EpTwgeQ9cE/BS3wGoUUdySrMog/uh3SPpMrbezi28PqHr44DPLXQygH16/dCq6Zz3IZCtHdgD7tuu2gByPAu41nQiZQqS03FsF3nrh/6Yod/QmrHS7t8eCqO3x1F7jf7dBmKzvE0/o67R/1Pn8ABpm5z3cQBvm0xKeBljrTnyiSrQdO7HpY/x/dTumT1B57b2bpyg6icNMrHylgKoC0Pj7KOejZI/eiee8x57e86AbRo/d/VRvkZKAPdTG8cPBsAHl14A4zzorngB4H30r2NKgVLgZSpwLwC81sQCwC+zx6vWpUAp0Cuw6+NpAeAaLy9agQLAL7r7vnTl9/3+/qXrWdcvBUqBUqAUKAVKgVEBA2Cma3DsAhATQnGI8+d6wlvgSBPoH34+j3DLgqSAtGM5VHM+/OOZcvEK5nz1Hmsr0CzAV4JUIAAgE/iyOJVjUwUsz3GNAoIAvQDYNqku+Am8dBjjNt++FNT6qFCiP/4sN+Yc4BgA+JJ8q7i7VEeuQXnXyttroAt9NcQmn2uEPMaR6k2XWskZTKhq2sFGPRI0pRM6r0NbDLAFegGxgN8EvQFgxzzECWpwOC9Uh2M5Tw/lIDs5OZq9Pw3X7fFRaE1o6GvD0YAh2QdHcj0TbpQvoCvl0PS1dY0jtAGq4GgUwF7pH/UmhDYhrOkru0n1f8B3tciuZeA2IbbpbM4BxgDjcRkDgQPC8X+EXg6QTRkJagje7P5GUza95lzNAG5AcgsLjcM4tORalNHkBibST62NCcoiDHW0MwFlFB9tzutz/EKLCwDAoVWUS8+hBcf3H0ZvOYDx6uE0b+GM83tP/wXewLZpO5RHDmC523NRAsfwb6iDwTfu7sgffSjN8xjrwBglh7DzKKM1xxDqO0JU50bdM+3ezQ3hx7m/VFYXKrsHsK0LhnDYdrc3h7Jhc9OH69iZrdcZh5mDGUjc35894G09NtTNiL3N6XJ/MAYp3tpxi/leGKHzAB+72ZPe4WkwTDkdkJ9OpPTg3os8GliO8TOB1c3haU1aQT0AZn8fltr9on9HWrDSB8Ue7gHK2QBws44Gz4y3zpHdTxQZ4bd+m4aV3jShNJTb7o8UfpPDuB8vcZ/l/RV17p3TvPIQwD10fFe+922aLNgDAHOqovnPzrVAxH3kQR2D9eA6XekxwLY5gbcB4Gl7e+28wKADwH0O4F3O4nWdr/WexXhZH3ccUw7gfrTU76VAKfCaFMjPC3zW9fM6Q8bcaqQ/EWxo+u1n5qfV53ErnGoC89P2RpVWCrwmBQoAv6berLbcftt+3PtnKfq2FajPT2+7/6v1pUApUAqUAi9Tgfm/CgDbASt6dC3wxAZQBP7GhE5YPlcXAn6axQcaGiwCqQxjIufu+fkHOya/+/Yrl5GhX51ElZJUFA5iyjx5R8heOYDPMrcYRwggmVaEE9duT8FmwCPbhWDZUiGoP3xYqewj1VUhpgWelnK3GrwJrN3oWoRMpm4np7hyBd8UJjlcyIRtDuiVW/6OgxfYyHkQlffvIsR01Ds+IDMBtsIRqzIWx5Hzl2MJGcxGbuM+xynn4ThcUK/ZanZ6cjD79lvB8ZZLFgAMpD5QnQlDbfcwZTXIgsN5oTy6Oj20c/5bnM3RV1xrJYgHfGNOjhDQBt5ZnvRCE8I6x3k4kcPBdnOtMNcKy0oYbsozBO7gIWDXbadOOA0ZAaoDbmKO9WuEfBYYBYKhXwLghFn+4qxzIrdwg/QDwYw+yMUB/KSsYzleaUfoDriMENDp9MZpDGdv/NDHJQDOc4Z+Mzjnuoy5lo/ZoL45jjto3EM09G5mwSjKIacjJHeCS+82uMY9y8IGxo7yMLPIQOC7B8BU9rKF1g5HdowTFir0EKoHwOpVg7t00/t6HdTNNtrt3gTvAXC+zs8pAKZPOA/38DSPbu8C7ud5E55S3hQAexFGuwfyulMAnNCWcnguZLtxZG+bYOlz9ubCgT50c99nff36tvewONs65KnWgbcAMOOudf42ADy4jjsAnLrleIg8zjlhHgtDtjmBc9xuApkPBcDUfQomHwqC1/pnAMAjwB303gKCU0f4wUfC8eeKkAaAhzGjfPC9TtvAbt+/od06OB7u/wbTAcC5iGdT+dPypn9z7oGe1ZH7N/o04TW/FQDepWC9XgqUAi9VgQTAuahxOwDe1sICwC+176vepcBbV6AA8FsfAa+8/eUAfuUd/LTNKwD8tPpW6aVAKVAKlAKlwFMoMP/1H1Y3uBsBLsvMBbw4CbKlTbjQkA/QeE4IZAOucDDy5QhXKAAZQgg45leIYXDW5vhUWUwkncvBS+5UQiBzzvKcQoCZ0TQ75wzsBCwFbBdKlNu4ZOSYNViZzf7zjz/Mjk6+N5QGYgpn2bpJ3tUAoIK0hOs0HeR1HLgRejgBFPUxGCWksECjIZacaTiJAa8GfuSJbc7VDPVL2WzHgn2Az3QMR97YQOY4VS8Ff9F0LvJxcHA1+wfl/cVBBjjlOoDGY8kMoFDtDDUD1jag4RDAgGvBYVy7LbwybkwgvPUyYHWrnJ8yjk9kHn1wLo3RFHcwABgoPJMjGu0uBEjJ4WoQ1oDmpepMWGkucSUnNU5ejwPVk7DUDotMFe1cDi3CFT6C2YTJDvnagN8a7FRd0vnLz2gHdYwQz5RluOl/ke/XOacF9XtQ7WtbcUZpjMfgQSDUgPPJ+wkWDSBv3N5AG2cvMDZz5+J85nyHcnapHk7DtiL3sMrMhQ+EPI9+C2cjeZVDqw5Sa1FBwMfmeNV4Z6zQnim8Imx19GtAa0JAT5j5+LeuEX3VQKPqnA5q6pR1iGsJTpN7echhHGA+c+ImiF93AY8OV9epuWwpL0BsTuwG4Pf4n8yWTMMw+57ojkuga83aQ2AT2M3FJH7O3HFsdlTeq1w/Q0ZnaPRe8z4E9BS29mGUx3I1sppr2wsiuJdaf+cx1l1/jAB4PdTxtM/79o4jbfxtm1M1te7P3+QAztcfknN42raNDuBBnM0T/QmAOeycZ44WEfkpqwU8fla3qA/zLQC479Nen9tAfeIKz4URTYBNzuKhz7vw0F6I1I9jFXuixTs8D2OBUmz565f+ArzLyfyl67dpTNe+UqAUeDkKxGflePb1KQjubsFTg9/hneFRQtbz8VHy1cmlwKtWoADwq+7ealwB4BoDj1CgPj89Qrw6tRQoBUqBUqAU+EIKzP/PH69uIjTy9ezs7FzOUDkx5XAFbmTuX0K+Aj7IgQtMjTC2R3bx8gVpzCMrIGXoppCwdqC2fL+Cb7goKRsIFSDySBBS4FJlRDkBbgOCRmhmcufikGUD9DIFdSLI9vs//l1/fy0gDUzVXiCbAXSEpwbSAaaBonNcv+RzFVCmrhH+GIin4wQJcJReKhQ0bTZIVvsAu57sMj0EbnFOuPoSARgcAqj1Mx1/CcIIiWxYJVfclYAHAOEX38uBrNKoT8T1lftW1z4lz6vKoF64kBPGZS7khEwO4ws8JNSuc7YCEgFSODDJ4QyoCABs560usVLeZMAqYaCnABgH8IX0j9DbgFHAq/qpwUz0u7ykPgHdGAMcN2xdaOLc535vOaLpz4CEAVQYM6mpQ36zz+7xgNicO25A5tEpyn4c6c7prD5jbAX4UL+2HmERQ7ijseVKk3QOt76ONnR5bAG31pv+DnCL49gOT7sGozbUirrSnyu/3toDcJVGdCdgmD6kfJ+Dw7YtHsiI2Th/0yka7tsAwD2YMsADmMdVGwCOUOc3NEib70nGXAO7CYASniOLX6OcLiw2LnO09n3dwnVn6Gqcyb1Ll+tEuOwxQPJtl22CzXD1TrfeDZ95eFnE4AUTzcHef3nYBICnrt1YvNAc4ZTjfoqQ0G5rg8j5O304gHDdJx5HnebOydwWeGSIS8pjgcU2ADzkRG5jpHHG1vzoz3RLub+2hsyMU3Z9gdrlhH1JAJghzHvIygtjeD4SuqDpsAMA5/japcd0HGYI6IcC4IWe3Y7un2EQ2gUKAN+65WtHKVAKvEIFpi7gfd7XxgViTy3IuCjnIVfa9f77kDLrnFKgFHgdChQAfh39WK3YokAB4Boaj1CgPj89Qrw6tRQoBUqBUqAU+EIKdABYDt/zlZ2hhiDk8/0KJ7BqZocmjkEAGMCWsMGEQI5a945D/gb0rARyAcP+Rz5Y5XoEfAEEcVzaTSUAAIBbnIRtbilAbIet4WCDO3bHBtAyPNUmljv7098+6vj3KhOIE2AhQhEfCSIv5cY8NKC7lJsSeIqjGJhJvcI1iaULBy71u3H44YQLOGnZ4Fq4RPkbB8TyXO61BE+qX4T8VThfQVbKtDuSHMGqh3kB2oj0ffXucPbuK4I6J/zFQUbI4ACjgEEcyNSNOuaHKofb1usBhRtOVVudGxl+YsgZ4antmm7hodkXQFnAnVoIOOMOpc/gUYSAtgPYAFh1QAcgvx3W0UfhJuaa4Vidq/0A2OmWAMzgUeSTvMq5Uf8EdOku5bjIhxsgki3z0eZ5DivcmGI4hGOSL525diY3kOf2aSOfLG5u+jLGZORzBqQb+rFwgfZ0DJvxluHDOQd3euQ9xgEdAJv+9ZYksVUyYXOEqI6dWT7apwP0CFjfwd+4zhh+eWwz4DCcxCwzYEwzvtBtBN4BDNOR33/4znE0AOANgDlANmNu3T2ciw7ynmPMO7S3c3FHDSkXx7Hb2QB07A9HdL+lZlnXlK8HwFlOvBZtSmDLPnSNRQ8Bu9nsUudeUf28mILnRAeB8zo42Hm+0LcROjugrMudhCDO8nuAvBYKu2vaeK8hAs+025PPAaG5GRKKh4CpSZ+jOOvba9cD3TVRt/wxnaBy//N8aFX7VBNYa+UMKQJuV2p6vd4BzNHkAb7Qs+fGwJcFO+sa9mNpk7v1toO6LZDoSHyW4fGxQ8R0tvkwR2bgIRHPAFIQAIDdf359Q3/vEHiXQ3efPr7rmF1fwB97/V3lP7b+dX4pUAo8fwW25QKevp9+6pYMn7+2FvxQAHyXQ/mhZd6/9buer7ue37vOv3+N6oxSoBR4Lgrs+vz+XOpZ9XilChQgfqUd+2maVZ8/Po2OVUopUAqUAqVAKfA5FRgAMPBvKQB8o/DAbIQrxqlrIGueQUhkwv4yER7OToBRArp0hxo+NgCMwxUwx0Q6btiPH3FcAluBwYTGBfwKmMq5ykQ8TlyOxzEboBJgE+HnyLN6pJ1HOFYXN7Mfz65nP/5M7l6BInLzqjyctziHV5dL1/9Y1i1gGk5PXI648YBKlIfjl8mlKzteCQUdsasJUbpYnLY240g+d7k4TCmHLeBlgEWXCQBuOXeB0MBSO0D1D7j93/5B5QEVBPjCGRsA2B+etJ8y+BUIjNM0IF7ACHIsG2ToZzPR+vyAzTGJhU5XlO0/om7AOvohczuj8dFxg6PkACZ8NqGe3ZcqywA4nKtAVKrJIgCAv53Qat9CZQT4HIdoAlADQmnJIoF0YgKAOZ7NoLk7L2Ep5wGqfUwDdT0Azv39TYHTlqLsjG3gBxdvlD8C4PGcxPHrDlByNDMuMqw3beZI160tQOivO/2d9rLgIL+kZ/t6AHxCeO3B/UwAb1fcY7CHWTh0EwDbfQpwbwCYvt4EGz3+WpLozEm8LwC+UNuzzB4AM6acO1n/bQLAOSHLeI9Ou+3+jXDiAXVzQyP07h24U1DcA+AYT+G4nx7HYoucop2GmaYMu9AJ505u8LZAYAqAI8d59LO7RHpvCuk87fOhHMZqA8C3oKTGzxgt+K6J5nG8jtAyrtjxzKjnpJhtrz93AMzCDlIBXK4iYsM05PJdAJjXMuz89Itnn9s9xzO6pQN42328HQArZD452JsJPh5djKv1knZ9Ad41gb+tXvvuf+rr7yp/33rWcaVAKfByFdiWC7gA8OP6dNfzddf7x67zH1e7OrsUKAW+pAIFgL+k+nXtO9P+lDxvXoH6/PHmh0AJUAqUAqVAKfACFZj/5j8vHQKame3lEigUrQDUAoAHly8gEAAsUOVNzj+oBGFigarAK0ApxwMBcWlG2OAIF8328QPgRtANF6LgDE5DTrA31te9nr1/fyJAHAY6wwwgsP7P7lgBl4VcqMfKIbxczWd//bvK/IjbmHIEzASaDcIa1HE0ZJEY4HA6RQkxTfjpyCdKLFzqHu7DuI6grdyvhKdmcguHI2U63y+QV20KwABMDrdrhA1WTl8l9bUjWBCZco8Or2e/UO7f0wXeX1yruHTz2gm3cT0HDOQaC7mWAXC0N/qhuRxVB1zNVkmXI7RzQs/M50poaxpCObQJgAZgn81VF8HcY5zWnH8pyCcSk3lRA7wBIAP4zlVvLjUXRLNrU30AdAXOx1jpNsNqN1fH0e8JNiOEMX0aDcHxDECOP+lbrrsLACfMcb0crlrjiTzEQxjoVrzHYtSNelB4Dw5p27Xz8Q7o0Mdm+HNDcIcjb6hnYgKxkz0XJXhhggC69E04n45mmHyEtPZKieaAD90z525O6iUM7R2L6Xb3eGjhwVNthxhvYZ3Dud0gZgelegCc50Xfht6Es6UdAamjb1LjHoDiUt7kvskJCV6PcR9l5Bh22PfmWu8BacL9dNAPbfIiirifDODz8eIxtQ6XrbUENjzv3LcJmxMgu63t9ekXlBEEj2M4w1tnLui14T0lre3F61bRKZgfnj17m4jiwIcC4Cl87use5U73rP+9pXm3TtoFoMextn7qdZLwfN/gPtCj7ewjC3FUufZ6fw9s0n86EZ7Hj/u5b28vRhgzot+tQ3RC5ERn0oNnVUZM4KW1HMoskBlXINxZ8K4J/D1qdechu76AP/b6u8p/bP3r/FKgFHgZCmzKBTzWfPq5sL3xPNJB9OkcwLHQcdymK6p4/uere795P7rjdj1fdz2/d53/6ApWAaVAKfDFFdj1Of6LV7Aq8DoVeOT79+sUpVqVCtTnjxoLpUApUAqUAqXAy1Ng/us/rAyAL+WaA/Y5N64h1oVDKB8NRCbpTIQsTiAGjAFW8u9Y4DTCJ0ee2vBd4rAUjFT5Zx/PBVAFEQXTgEQ4DCMsNEAn4Bbn86HCLsRGJwwdmXTX/L58yLPj0yOFdp7N/v7DbPa3vwkAK1ctbmSHCHZs5Mx9Gy5KQGnklAVgK/euIBUwDfcnNSRkbAAs4CigkrC70ZmEzMUNCSwL4BoEk4mpJaAXXsC1AV+Enxb8XtiVeTE7Ff/87hen2k9IYZVrLSOHa24AMbQDSC9Owl27kjvOOVxdJ6BsgA2AKqfi7r1SmwGEA7BsUHIlN/SRcxirDRIpwRsQ2EAD6Co39yUwXw5swL1zwALNPe8VMBxDtHMyUx7QWuB9hC4BoA0kM8QyYb5ZFODQw0B+woQLRKfT1WGow6WbgNQO1s6By9Ud6htg2ZzSlEW1hnDSDdSbOlNbHZta5Thxnl5cmHZNjxOT5KrtAXDCW/o24GjoYzc6Du4ut22CzQRm1N1uaRzb7Ti32fmURwdnD9go0+MF4NkBXNqRANXhnttYxsXudMBtoyzXtZ2b18n91uNWubGIIl6LfuUnbaRvuT8H+KZzga79h/oB7BIO2qB2HdKme9qRxg28Y2xTp2ne4GEsjk0awjsTJt65oVs+X/oq7//swwiHPpaduk0BsNt6mwW2euU9EZVId3UswBhzHo+a354M9phr9XAdciy2hSfUcQ0Ydu31Nbu55ymo7gF4f9o2APssAXA3aRB5rSMc9ziQ5QI+J+IED/RcxLD+M/t2Wz9sAsAZTrqfNH8YAL52/nne57LaUwCc9dr1BXjXBP5kaNz7z6e+/q7y713hOqEUKAVepAKbcgGPDZkA4E/Uws8GgNfqWwD4E3VfFVMKlAKfQIECwJ9AxCri/goUAL6/Zm/ojPp++IY6u5paCpQCpUAp8GoUUAjolfjVwexC+VBXdrgCS3FKAt5wgkboZACPw90KGOHiJKoz++JYoKVsXfqW4rCxh7gpAxRdK9wwwJEcveScJRct7irDOUCpywjYA8gjzPLx0UkHhlr4Yx3bOHAALJ33oxzFf/4v5ZRUzt/Td0LDB3J+Xr93/tiEuqqNwSOOTZzA4YBUqGe5RI+PFgJFwGZCXweAuLqWQxjIq7qEI3fhOmWI53RLGjoCNhrAsEMY6Co4e6B6vBeD/eX3AuKCeHyGbtw4HHnd/BK/Am0p50TAPQGa4apdkA0Gq56EcU7HLO3x5JgKB04mXHP+0wG2QCLjmLkAMBAaBzJhogFsuJzRHmB87LC90af5ZdNwX8dQPjDSgIU+Jby0IXSEbs5cu3FXRL2OdR3c0n2O2ASscFA0pXzAN2DPoaq9CCDIXTpqb1RX17G5ewlbjbscwJ0AF8c5bsLM/xvNR68A5l5gwPjinx3KY07YdDTbgeoxHmN5Gmo2+72/8+m7CL0ceajddjuI9ZO/rSd9E2dNAW4PU3l9KUcxodG5P7K9PXgyVG1jZxso3OSwtZ7g2baGIwGwnfPOwz2Ga57CTENc/WeffhvrBmMJYlvIgB4iu62EQe8AuutxHYSXAAAgAElEQVSwNosRuaXz2ME562MY++NNkgA48wSnlnkuPyPUb8Bd934HWdf6rBWbADchtUOqt8UCfejq/ty+zMHYOrHQTr8Q9S9P8+Fak3bAtN79QoNoz3qDtjli+/repUPWZZsDeJpDeHrcxvHnsNs52MN1Hjrf7hdCQJMS4FoRCvp7q18k0J83bRcjutdgXZ/uOTKN2TwpaO285gAm9D3P2v5ZGINqHJOjPlsGWrtOAeDbPVd7SoFS4GUq4AVhkRFkfWufM2MnL34aIPxwAHzXc3kT4J18MP9M3bNrAnXX+8eu8z9TM+oypUAp8IQKFAB+QnGr6O0KFACu0XGHAvX5o4ZHKVAKlAKlQCnw8hQQAL68YTLeIWENKjWxLtvhNbly9TPzuL5XeGcmfVZLIKDywcpNengUQDDzxJLL1c5e8v7yGghZgAlAvBTwuxRYe/fuXQA/z88EJMBJ6b/0LYffAXAGgIbPMZGTMCAcxtr048OH69lPPwgAC1LOyVcLvCO8Me5hT1AB+7gWxDjrHU5DtVr1JNevnJAAYEJOcwrhg9XyI13/3ek7/S443mBlAO2Y+UIXa9XgBn9fExaaXKIq+6v3AsDfLmbmCB1U7b/IRZRgQGqAPwAU0JRQxA6L3bSJULtAicjTe34m5zE10/ErIGwDzPFhDLCertRwMtOfxwK4B6IWoX04cdGNPgNy41wNGN9CHTf4jJZ2v7bQwTnEDdlVuIN6q/6c7DzLzg2t7qH/mru3h6tUkTrRx+m8dehwbXa/tsUAQ+jtLgwydQP28i/aSUhpQolTFoDRSNb9zjUJYb4OgCOssMNBN6fxFOzGQoQA22xTOEVO5nT8DvmZAaiGs0D2OG8At4PDMSZE+9DK/bhg4cB5C/t9TL7mBiMTvKU3tQdxBmxtB1CWLfcluGVBxjDmhjnRcLtnSOocNz6/W9SQZXI+rvPcegDMuJ3m6M1y0sWbXxLs0B8acBsAp8M4nPp3A+BsKz/p09Arz4kJaBZ6TLcstgegmxy8eV6v96cCwOvT41HnzFU8BavbHL77AuBxHK8r8bQAOFroe2mIELAO5ln8cX6uZz0PkgaB+xrucjY/GQDWMAL+eoGTtvHe2QQNxn67NdDajl0T+NvO23f/ri/gj73+rvL3rWcdVwqUAi9RgSS98fklI+Xwmd/vvcNKJT4/9u+/2dbHgeDPB4C/TN/ser7uen7vOv/LtKquWgqUAp9SgQLAn1LNKmtvBQoA7y3VWzywPn+8xV6vNpcCpUApUAq8dAXmv/3T1c1qSc5ZwvnK3wvk5EOfQvwynTPXTPipYhkDEM/PFMb5Z8FHAeAT7TtVKOb+A8ByKRAndkbuX5y+M4U+BvoQ0hhISA5Xu38NOGO70nUvFEo5QxlfOidvgEo7W8k93PKpOpRzfhNSGctzAWe5kn/8cTU7F8wUirKL0ocP5RAmOfAK4JDJfcIXHyjcKwCR+gMjaCzXIX8v9TxR6OjYqP9odyBkMrCXfLhAxhFYMjkm4GqAejn7v391MvtKfBkQCIDNCbNwPgeoI98weXYJ5Xypa0QuZQBqgOAjw83IRYxT9vSUUN2C6dKZ444FbnFWR/ha9VHLT0y/oTfQDvgO0D4WsCcPMEIEwMOVvXJobs7NUN+Ue0goZP1cXQiOA7TJrSxXN+fD38XDA07j8jQwhTIL/ONgVmsN8nTVzBEbEDXa7drAfADvFKQNAEy3EpI4XsfBJzCt/QvrHOdFWPB4HT2tkepDeeTjJaw1oYTJ9UsdTpUrug+THOXGtalyONDXJy3D0RtwNCBxVDrcxtjaw+WIQx4AzPg2yDWsB0RybLiM+82sX7v6HMoRhnycWLWWJvDch9B4L2HwTwBn6uCXDHDDOR/6jmWPepG/mpzQjNNod27piB7r2OoxAcBZFoC6v9fZvwL8tyLR0g79DrrGeI7zAu72muTij7ENWU/fMekEb+dluZvAINfxgoNWfOTu1rjW4EgzfOY2T1My89ep474AuO/PdO5yrdy80KSNlV7n+D3CRnt86984Lf60AHiqV3bB5wDAtPVqch/0Q4CFR2d6BuHeJ7JEQN0u5vlEy7Ubqik4jOlbDrQ4+r4hoBmDi5P1ey3K0b15ez3BAO7X6zb+tWsCf9t5++7f9QX8sdffVf6+9azjSoFS4CUqsA6AaUF+fvJ72cZ1Mb09+JkAYH+ZSf03L+b5Er2z6/m66/m96/wv0aa6ZilQCnweBQoMfx6d3+xVCgC/2a7fp+H1+WMfleqYUqAUKAVKgVLgeSkw/7c/fLw5UijkS7E3u1eZJyF0r12d8TsQCdi0VJjoa8NQ5ZMVSAWmjkCLXLrASaBmhMHlOMLwAo8jZFxCJE38n50bCJ0cK8SyIKbZmv6+FLgBdrIZsip8NLDNUFKvE6aaSZGVLnYheHC6OBVAOJj9xx8/6IqLgCuEqAbwkNPUDmDBJp13qXOoMzmDoVUZfnguR+wKly/gWUBnQe5jFYK7kTy6tD1hr93BDtEb+XeBR5QLRCbUNZDg6/cHs1/9QnDQYBCAG6F2gXnhqI624IoGxgLY+SK3FIhHY+eJdR5YYGYCMkFpacksFvUHmfB3OErZzfHj4GKKywDXYZ5xAAvKLwIAWw+/LshP6GSD9giTbPcx7J7XcYU71DJ/CbLpfNXe5wEr3aMNYHLGQq+3SM3SOyB0uGIjxHMPgTk3wjlHiGm2dIKjKVfGmZxjgWMdZrxt1ITx4XTH1EPVMRjXAGBSkjaeaIFCwnb24UCnngFeda6Adjp2A5CG+znLA0gnyE0AzOKAdKpy3PAFXO1lHDgFboPUvJ4hohMeRTkRgpoxw9+MC1ysLLzwOKOMLsexr2MQH2MnoTaapJMZCG8HNgsnGgk1oFcfDOHWfXc0l38rf+rInTqAB2A4CfnIveJFHe0A2kS9Mk+v+5P6cU/lMe1+yXzT6J0QlrrSHx5WHZylHGujF8J9RIj1uKd9bf3P4L3p6uu2xR/HukejfIByW5Cg19GQ8Zv5hhMuZ1uzTjkOek1y/CUAHgZk90v/pWjU934AOIvz4hSPs3X6uK8D+DkDYNp1dkYIf56d9CfPgfWBtv0L5rhwIm7YtgrDf3RQfkcI6LX+0+KOU0UNcO7ttqXsBYA3jfTaVwqUAq9bgc0AOBc0ekFet7AstCgAvO+Y2DWBWgB4XyXruFLg7SlQAPjt9flnbXEB4M8q90u72K7PLy+tPVXfUqAUKAVKgVLgLSgw//Wfzm7sYiR+Mi41XKMAP3FIgDCbMI8Bqqd2BM+EhwOyivYFoNPxDaCdfQzncCy3B+IJFMu52m+EHb44PwvApzIok1zD80YwLwF0lGoaF+diXsVdi+sQ+OswwKrz6eJkdirg+pt/P5v9fEa4W4C1QBwnDF47AR87Old2leI8xaV5evo+rqEJLJdnADdzvYBKdpaKjA+grrn9gKkAYDsvBTgBToBx5Do8PJ798peHzgGMu3c2J5ywZ8kMME8W7+ycZjs/J9T1oUBuODSReLkUiAZyN+dp6hbgK9zV7gPVE3DcA8xeY6q6FPzFGQuUO5bOOK8JA+1Y2dpwzN4IcI/uUNzAkQManhKQknbE8ZEaGZKW44WdAeXQIsA2XS/gZv0Ac9pnONicsjk0OFXHUocRYsYYSzi6IPyzwwZHP1Bm5j027LSbmnJjxF2spJ1CgHvM4FI/WQxAl3y3dg6rYYSLxs1sB7jqDzAN9yqQMEBw6APk5I+gkoypowbI0/iJnPQ7suBaRit+8jd1tdvdoozAinpfds7RDCkdEF+vqYIHnRM3Fx8AWel/+iFz1zrEdwOj7iOdb/e9thi/sZAjchPHRtu5fA86Q/eAqe4v3wu3cwMP/UMY7fZMyC8B2f+Za9iTw12ywL48s1uPsQDF6LOWJ7vVp8/ROzSAo9vMB2XiFvYzrOUmZqwcEFYY0N6A/CbncF9enttrwrNwesza37QhIX67B/L1nJjp/azRTzHG01neLPoOU5869pM6ORanEz235tzXarr9j09VztDOPkn1pstOHMDTQ/R4MgTGDWwXsNlrl0t4Qxjvvoyp0z6fRaExz+fJyoVt0uh5wfglyoIXwLTFCUM69e68vsT5QzuilVdfoPccuHVYKVAKPBsF8nNSvq/GV4VYrJjP3qjs4xzAj23w7hDSj73CY89f/4zx2NI+9fm73p92Aepd9dlV/q7z6/VSoBR4uAIFkB+uXZ25hwIFkPcQ6e0eUu//b7fvq+WlQClQCpQCX06B+W/+JJtoC/0c8AqgxcS53LgCILhUhR4d4jbcheFstavV+V4JshkwjrmfszNBOMOlcFGRtzZgLHAqQtVeyOUqfKTJ9kXs92sNpAGEKHeYFwlwCGa+wMUrkLfErqzt+OBYIYLlMD6Zz35QPuDf/R6IGwD4CAg2j9DEQDwgkcMtD45jHLTKR6wL4zDO1wFghESO+ke9A0Dilg1Y6RytLUnkIbDTAJha3yj372L2i+/kPG1t0uUCUBruKtS16ozLjDJxS3N9nLOhu/S2izVyZ/YboGOu9mSobPoABzAOYeNFA7DxDHg2zmr0oK4G9mb8AXDZYHOudwP9uH8BjBcrnTdYYRNcgj3QMOB1LBjgwiMAtlaGpQFw+JcAGDm5jt2cADsBf+A/9YlQ2KF1wmA0IDQ2+9mHO3jNidmun+AucgGPIYkjTzUAOap5AQA2jAR+hvM3AHJAzjX3dAO6HhPqB65t566OtUuaahvYBSii7+ww9T1hdQbnLz0ZRHkdAJM7mc3huBt4bicbis9brOKE7y5V44j+iRDTeYNQv9A0NxZdJMjsw0RHGbpvFA48F2z0wBOYbP33BMB5vYS0renWPIFshldOMJf9lXWhGfQbobunADgB7CZ4O048pyM7YXvkl04AzD1pR30C48yV3DmgE0z3UNqLIporPuo6wvBsd/b/bZA+hsvuwwbfBwD3Y4K6PAbcrkPRYZj4l0fySy+guHPbBIBzUoBnvV5fnl/rfYNlRiRM59nRhRvfmMd5fP0hAJj3oXzmjX2p9yOFjPd6pnZfezxs4BcFgO/u8nq1FCgFXrcC/UI5L9grAPzADi8A/EDh6rRSoBR4pAIFgB8pYJ1+twIFgGuE3KFAAeAaHqVAKVAKlAKlwOdXYP7P/yHrlTZyjhL6GD5oaCEYRD7dc3LiCvoBbsipaRekXl8qPC5hkwOS6lxD0WO7MAFSDldLuGNBPnLusuEuZT6f0MILhdk0EG6z6cyzc90rzSw5P2dzKJJV1hPxAFOdtxKlwj2Jy/JUTt1TYgCLG2DU/Ldfnwv2AoLIdytQp5eA2YRBDogX+WYz1+zp6YnrhTuUHKf6zaTlRK5iJrWAZ4aEaoddmDri/PyjQbKBoPbbuQykFJQ+PLqeffcL5eo9UfJfcXXALjlzE+YAd9lw7rIFKI9/vrrAFRNrXDNYZnNT6LUAwOmuUNt0zoIQ0Lqu8WILaWzXJXVveYsBhiu7pcPBC5hj4xzKvHEY4dgDOAxDtM63xiPqyJB/HIl7MT/XH6ofqb8hpKkZ50fI7COc0j2UVqP63K7k8KVNQP0Mw+twvoQgV1kBaCM8NO3p62MHJf3g+gSYNdwdLJMBgDMEdIJG50TWeQca0+hhN2wH2BLm9WAMxzob4cPDwRmO1XAYRueFE7eF6yZMtPoDUOy+8YKJgG3RLo3JOGEIY82frbujPxp87D8gG4wZzhLafAytTN16CIx+tIsy0wE8aoTDvSVjdqtisz6EdOa/BoCjrwPMT7dM1Ro9EHA/FhfEOGNLCOzXgdoNog4a08YW/ppBhLM+69I7f7NPA34D8OM+mEJgnjVozf2eCxDW4GdbgJJwN8vYBID9HNSBOT3bg2vOS+6Z8mTfuq3k8W7k8GYCMPuQ0FFO3tPrOvflRj+s98A+4HbUZ6zP1GW8TzkbB0DuzAf4loNYQDFs08kAnlVqGOt5PmoBDwt1QrbbDuB+/Eaf3h7DfX+GZuEA7l1K8dy+PaZ57p2cxmIMj93hWduOjceLt7j7YysH1J2jo14sBUqBV6qAFzTpw3oA4PisWA7g+3b2pwLAvDl9qrK6t+wdhKje/+7b33V8KfB8FCgA/Hz64lXWpADwq+zWT9WoAsCfSskqpxQoBUqBUqAU2F+B+T/+y7lnDcCbp+9OnK830ymeCViuBHQhrO/0WropgY+EFj4/P2/wEOhDztVwbC7Pl7OvvnrfwBxApoFPAUu+cFxcgI1GuGhjqi3G4RolP+d1y13KRL+4jybkDwSAA9YKBRocvVco5YVAF8CYXLR/+ONq9ve/Ka+uHK/HglyYdOG6S7mSAY922woYE2KX6ZKTU/IHk3dXjlc71QCRB4bEHEu9gZNU2jlHtS9CGbfwuMAowvWqbleXy9m3353M/tuvQB6Hs48/Lq1nmJ8J/4xewHQcv+F8DhjYAKaIO9c6PqYPlH8YINecsXaBqpzGQkMrXReg7o3+cKhi9ZT6gTadq00AbmpjV7H+w+16JRjsHKomo2G7jpy4ADgAfxS5KXAqsIjrOK+sYasOVDHv3ysstXPgRjhfTwqpTg5X3CalAIAJfz3epF0C4AvCXhvqRPjtBIEOo9xIS4RYjrzC4cYFDoe2uBBzIhJon1sC7fwbDt5DZEIlAz1pCHrYjctYarDW0upv52VmvDQAjPudBQOG3PpnF7mNvjicox/cHtppp3Hk0Y6Q1zF2VuSpbYAdUJ1fxAfwR12ZYF0DhOmsjteiv4GiUWcgMMenfun+jXaMcNzjC8syY5o6EirZ4y3GRsD40HHItTuo2n5p1lY/KzqeZv1zgQTl8yL163LZJuxfcw4zlNpqgQS0MbE8asD4XIPHTQPf23ohwfYmADwN8dxDYOvT+j7LJ7Sz828z0hsw7Nu5DQD7HGsSA3f6BWcKgDdjzKnYzwwA74C+fe33AcCwg3O5gM9xAXssMc6bMoP2MX7H++F+ADgXAhgKa5zleEyQu1AUCUX1b30W74dr/VcA+PagrD2lQCnwZhXYBIBvi7EhhMJnVOzthIAuAPwZh1VdqhR4FQoUAH4V3fh8G1EA+Pn2zTOoWQHgZ9AJVYVSoBQoBUqBN6fA/H/801LzODGxTm7aU4ePjcnv5cWZHalKVTv79hsB3UNBRO03wJLL7vxc4aFNO+TabAAYsELYaNzCfnMnX+xAtwIEJdjhGoeGRSMsoTiHW27uAlyUDiMt0HW5OhDYBMoIQMpt+0715bo3DsN8MPvwcTb799/94Py8mT/2UqBtqQbYMWlHKfXhH8BP4FbwyE5m1xEQChiO3LNASxyU183lYFczMLpRUruCdcy58hkfHV4r9PPp7B9+AcxDpwjrjH7XskuiV+icOWGbE62FPEULcu9SL3LXUh0cnPyDgRxIe/4Zfnbf2pwPFngnqO7w1bg7VWbkruU1HJMjFL2Sc3oMcc2hAaePcHfTPhzLHdCbpnDT6W4LeVbZ5tIf0I1uroOuZUgDXAZa4/BsoC7vLufGNUjHydpy89pBCoSm7yKcuMtvcDMBsB286idgIX2RY9VjyqGi48QDhdrm3DhmvK+znATLg3OXMicQOM9KAIyjmdy46MsiAsbyEU5it2UMxWzIbNd4jKlDaUsf8meG+r4ht3RzzSwUJ9zhsN1fDSRLPOdozlDQWWEflSGiI2R3hgW/Un1ybFCHDHPbwy/fc7oHEoSb1QOAJ47j4ZzmOHbthi9zowfSXIzGtXqjS4bxThduOpb7/nffM1aoT2vbFAznuMm60Nbceni8CwDHOIoQ0YPGkxDQREAwqx4WADSQ3wZPPPfGcTTUo41T6ugg8GvAfjsIHrRo509LzhDhuX/6RYn7Ntt1u1bjnqlD574O4LU2b/gyv8sBtAaAh8YwWELMDJHN44RcwP0CjWhg9HkC4U3tWQfD652UINfndTB50N+Fk44gQpBPQ1rHEonR8TvVelf77+qbffpv1/n1eilQCpQCX0qBDAVNGpTNWwHgu/tmyweAnR264cPIcM5Dy7x90V0TtPX+t7Oj6oBS4NkqUAD42XbN66hYAeDX0Y9P1Ipdny+e6LJVbClQCpQCpUAp8KYVEAA+MwBmA3zimkz338XqTCFK57MzGWS/lqOXEMfOlUpeXcEpcvkC0IBs5NxdnAQIu1BuW8OdBuUMcHCMtnCv/OS4A9nogG58CODnkOuV44GrLTTxybsGgC8UOld1mc3J8atQysrZ6JDFoggAEyDwH/7jZ4eYPj55bzDHATh5ExIYMLi9CRYIfSvnrwFQuGTRgY2w0faCCbYEONZ1GpALZ6TKcJ7kc4U6vpr94vvT2S+/X6jkgNpcJmF2hDcl12w4Np2vlqZIg+FLmEAEbQGCAgS5FPAavYC/4ogOGXxICOY2r8a5uC6BlNSXvMqADObjss1ARMJ4uxzys0rr7BtANQ5o/mb/qVzRNhzn/NJ0/k51AgBfOPy3yhKsTdgOAAYAesscvRMvMbo5lG/CGA7l3xCqFSfnCEOjH3D+Aof4i3GDW5R2NMd4cxdTZZy86YWIcRchtdf4qa8X/3I4XHsCMyBwhIgNIMiWANjQ2ddu8JLyza19FTeEvvC4cT/T56OACe/tar0M/WKxQvQ18Jpzfe/gLlaHJ1D3WG6bFwq0+ytyKY/OWA5x+bnQwqLl/RZu1t7pDCRGfxY7JGjN61DfBNP+HrcGgFs3dw7ZoX4NTnoY8AyYLABgP9A3AXAPdn3OZJFIupBzzOR1nE+6le1xRd5vbRn+vHc9sz8hsPv+LgAMyG1k0uHogcexPiG27kttHpcA2Pr7nKjL6BTePGGbSHsq0fMGwF1o+E05frODkGq6gqR7LbWKPg8XcD5XBuT6BACY/hn6xeHatYhF4fpHADz2VQHgSYfVn6VAKVAKNAWmADhTH+Titu1LZz6PhK/XAVwA+POMoLpKKfB6FSgA/Hr79lm0rADws+iG51qJAsDPtWeqXqVAKVAKlAKvWYEBADMJfiJ4+A73pVoMiMItygTPUqE5QWnffCu4aLdg5v0if2OE5AX+AuTYVsp/65y7Di0LfIzwy4QiNjC2Ezcn3MnbGSCPyX84HI5JoOLHj+e+nnMz6vWzD6rZFRBLjtUEwOSLFcwhou311Xz29x+Wsx9++CgweSp4pVy+BrE4YuXCVY7dEUaxPxy16VgEABIWeKEcwAGPxrDFRxkbWe0DFoYDlByTAj1XF7P3Xx3K/Xui0NUfZ1859POR8iGvZheytiUgBOxSPl+6zhQOmnrjSoQ39pDs+EgQWaSRkMWE0wYSO1+tzj1ucUrt7BUITHh2IWc0sJDy0WwA8A3IZh7nI5Xb+wP4i1De6EP9EshnKOBpuswMdRw5lQmnGm5eNnLlppZg2ARwPaRzaO6uULuXFXo4FgVEbs+AsOtw1tcboL3KluMal7nHG3CYkNgKH51wk3rGfuNNvRZQPRsP/zP89FgenZuMCdpjZyygqIHKCJMNsCV8dowdxlPkqM68ooQC5xKXs0sfHxDXY0XHLwTv06V7owMDSAKVxxDMl9rP/XCjHMLpksb4mlzdiwcIg90AJvdR5MYdH1Ncw3C0c+WE6z2uFw7sCEfNcWybnBzO2d24s4FZdw361GNM1/I9hFZUop+X3GBEyQUUzg/cKj0Fu/TR4AR1kVHo9LjMb8xrbpNXp4xwd9ou5zZuY6+HwBy35gBuAHicxOaZNYbavuZ5lnK3hQ5eTKDxy1jqAfC8rYfYFEba9e4cxL07N/1UU0dxXnZfB/A4KtZ/y/Gygc2vHbg2QfSQL/M7AHE6gH0fa+HOxw+xMGIbAN7Unn0cwB4LGkZekMCYauOWZ+ux3vNOyEk/0PgOALdfb/nYst/Wnqbb1N6+v74A31+zOqMUKAWehwIFgB/bDw91604A8Nrns4eUmcsmp58T7gLNmz833keRev+7j1p1bCnwaRUoAPxp9azSJgo85DtjifhmFKj3/zfT1dXQUqAUKAVKgWekwPx//PMHO4ABnO/eL5xTly8F4ZCUu/X8UqE5I9zvN9++s2sXaBagT2GZnfNVv9tsi0tVwAsIpn0ZMhnHHIARQHjo0Ly4gQHE5O4MB7ABsIAaE0rhDs68qhGeE7D58YMcpnKf4gCG9ZyqvoQgNuxT2VeXTFYcz/78lx9nF6rjyck7VerIcBDwRJ1x5MbWQJhz4QLDCDsNBCUE84mPuNI+ICF64NQcgCbl6LUrAQvaM7s6m/0//++3ggiCh2rAqUJWr851TTtBExAG1IyQzZErNhy5/z9778IdyXJd6VXhWUB3X16K1IiUZM/Ia/n//4+ZZXvWeImSLMuiaIoeDp+3u/GoBwDvb584mVGJKmTh1d0AIi/BBqoy43EiMqsyv9j7BACGw7E/7wGArR5W+SspRfcMWcmPi9IzlJOOuwD9AVBZMV86N6+suAEZBorFajsVy4qDldaAVZWdDJZ/AfNsQHfyEBvY+hlSANncYlwKuM/nQoWMcIjHt+SkrdOEhpIasM84xng5Z7H+57zEimXmA74pQI39E2D2YAzAGvmfgcWMFe8ZxKpeFiEAYOPYG7en/OV/jpWDOudVKrOZB3X5VpQXAJkLBFKN3eccjviinK5Bd9idYyULoCZndNROTtoaAAN8y1oJv8/8AtoSe6wUvSDCc4AxXXU5o/NmHWvow5IXmnMrFlBEXTXQqxW9m963WrsomBnX+ss4Cn8WIdwFgDmnu0UUVr32eYazrKF6N3NB01zGPPMPpyKXPqRVczfxBv3KvjAXOK9jXve5eoe5hbOczDFcxynr3QSA8zjn9WWxh+XeNLAHtwkqzePLeKdq2GNrG/hQ/+dY1/XvVQP21gEw6xXOPs/DZYFzyb7pef0ZINgCljkN7gLA02Kz7uCX62ICYF7aP1DqgxNdQ+3xnVS3AeD63Gu/twi0CLQIbIpAXl7T+aUpgO87Tx4Ca/1NYkXGcCIAACAASURBVL2iBoDvG/i2f4vAm49AA8Bvfgo8bwAaAH7e+L7w0hsAfuED2JrfItAi0CLQIvAiIzD9p1+tbrBIPhZIPCYPYir+Snc+ny+lAFZOX8FBADGECfA1Fck80jFzKYAXy7mhJMe+e/fe4C4+2K8nx7aUDovPxXwhUDmZnJyoHL13LYCZSlPUnYBCVMBHUnKicA2LVwAwtsfK/yslMsAKeHx1rTapfqoB9kXqV9nhTgUx9cefP0tNLBXutcpBKWhlpxWKYXnMxt9H5Nst+XqvrqTWtWozALQVw3bQDYCTD7f4Tmuo6T7vT959OJj89CcoW68mR+SR5X310yrWCsw5JN3foZzktVAAO0qlvrQDBuIKCApOADtrpW0HVUUSDw+lPFZ7eAgHyMeiOOOXCkIrP23/C3wN227XCOwExJZxR4WXVsS8n+rl+B0VMnbdwHMUmZUtrp21Q02aCtosH1DIZvUvAFy7XcguGsV2WGCzcEDlKu5uL3DHQByVbIwFxzEWQKKr62VRx8bDM6Axbco+8Rr7Al7Tzpz3ULRmvtp4X3DdYLzY9XoRA6/HooboM6A5LMHL9HG/mXM+D8oddFoBQwEB9W4LY60mAKIp71C5fiM+8ZPsj3+JeYKsUBSjAA9FdahbaxAfkN+xNMDty3Ku69KmbG+2PcB2rzZnXLL9Eb+YnGFHHQA4y4g2Bmyl7WlNnf3e9EU+7KZdZAd1iVsqdz0e5XzwgogSEOZB/WBim0qVIcrzIK8jtbWz+109X00762hRQPecH25jUUnn+9keA2AWVJS2uq9pcZ6K4szJa5C+PiYxrjmf1kFmKoBjjHpIPKbMzTbm2NcK7rqc3G/s334uRsDuvDGrV3dUCzZyno3VFRVEPZpR3e604exs7oUvWspSzeNC3euC02Z8aFFQ7VMvgFhvE6uMwhr9WHPwmNQFDMsGALzul7BTz9Z2euwN7iZlfl3BWPmPPf7+PW5HtAi0CLylCPDRxuc6n5PfGgB+7nF4vMX0GAAegN57d2hb+XeVO9amezfi1R7w2M/fscA8tvyx48fqb++3CDwmAg0wPyZ67di1G/gWjlcXgfb59OqGtHWoRaBFoEWgReAFRGD6b7+7uZkrZy9KRh6E562/MQWqTgCW1Ky8jhJ3Pr80+DqUTfKJ8sXOyT97eW7VKCrMd+9OrFoERgJ4Pyh3cFqzAkU/fTyz8m+mPLt7KIBLzlYgHIDpUpbHzn2qeo8FnQFNAE0IL5DsCNWnG0e+SNUji2VgTFjQHkj/q1y3ggK/+/OlAfCVICNWwGyZWxfF60pw169hG4ylr0ltgTTOC6m+KuEw+W5dW7H05feMDfTt+Phg8rOfzQSS1V6x7j1sncl3XGDbMtWvKi8tRs049QNIs3K6AsABblF+YmsNYMaiNPPSBrQkDvV2JLDIw7eAhQLYUksboqDMxjgZuIfasoCpUKT2yjlu0lD/UqpVlSimSx31FzTaCrRjOygK17zB69hJAZKOU+kXamXKQf2bwIqFAAtZhUdMUJADSKNsSNuVdgDAo8auc/gWQXNpvxYQYBe94S4zVOGoxaPuI6my0/43LIZvA2CAKkUlAA6AxBgHuGVLiB8K4wDAzN19gWTexBIdWJ8AGM6UCuCuf55PYaHMSZYQdx94X+aErdeLpXaA2FAqh9o15k1uXgBR5fD1foavPVCk3Ya/XW7gAK49LGR8olDaY4V5bW9bppwXUvQs2ufeELTl39HuXv2a0JsY2XWgspjO+U79oezu4Xa2yedUgdD0rwbc0TdWIQS87HJ1l789Z7EAr7ZY/JBmy7cBcO5qJbZWHqy5GScAHsy9zerl2wC4A8IlrjV8roH+WoM3/PEQAJzzbRiLiPPXA8DUTx5xVMC66pdFHjGHuS6ubcXCmZe33UQO4We/XwBgxuqERSnF9aIB4LHZ1t5vEWgRaBG4HYGEwN13ks55YeDc8MqC1wDwKxvQe3Zn7AH22AKsseoeW/7Y8WP1t/dbBB4TgQaAHxO9dmwDwK97DrTPp9c9vq13LQItAi0CLQLfZgSm//pboQg4lMAKFroAK8RVPG6PnL1StUI3BVzmgo9L/XBTC+z97rtT5bi9dj5bgBHKx1MBu/PzC8MYHqy/e49tdDy8X8xlJ33O8aEktaV0gZK04fJSauOizsVK971gMg1BMQgQJP/tUVEHUgbtW2LTDPwUdp0JYupxvkDNdPLD2WpyLpgw14+ypBomApatcAYQWW0cAI9yyTsMsAKkBXDEavlKdUhJbLAEiAUEmhr5tenNUqrog8lf/+xdgFyUfmrrzFbNtE8Qs8vBK3VyUbhatQh0FbhNYScA3Raz2q6vC8DFDjgBMNbPgDlbNIdFagA2AogtdwBgQOGRrI75fSllNyWiCj4QVCOXLF2hXVYbF9jDQyz6b3BmtXSUxVaDRoNOlUUbUOwSz9ys0QPalRe63KZF6Qp4BABH/8LyujB453RGKnuouDnu+nOltvP7kQBNbssCDplnBrwqgDbnuAZojgeOjB3l+AGMJjXHAMa7HMAFAKcFdILcBGocb5CpQ4D8hpcxDQpIDVDOFosYst6ilIYH8xJwVjA/LKD3i9I7y6mVxjHnqD9FjQBgKgzYGe/XgI7pWKZmB4ATvhoUF/ltglKU8UOFrMdYOxjI2pI52paLATY9wOqgcaV+7erVa6ksBuT6Bq4sNgiFN3GMeOTCEMPpogBOeJ3jlPOvPi73qSFxKouZYYDla82V7FvaL9fKaN5DAYzCPvfzWJYKezAe8fC+dyhfOaF9DUAd7fzYMR+6crhmbBDd5HkyvBHaBcTWD1dyQUetwoo53Z0+7gfbOvjP1/r36nb3R+/2284PfPJaV8eEhR+a8hcXLCDK2EUcuS7XG5bd3u5QAGdfh/3xmPuaILt//ZR1D56rtSLZxecF7YFWZo+9wR17gDxW/mOP323U214tAi0CbzkCDQA/dPTXF3P2pdyl0L1PXTuWz25dlduOqevNnXfZ9z7tfap9v0z7Hvv5O9bbx5Y/dvxY/e39FoHHRGDn+4HHVNKOfb0ReOB91+sNyOvqWft8el3j2XrTItAi0CLQIvAyIjD9h19dhNCPvKICqMBCtisBFODnjUDGbHZse1jUuXMUt9oAHd99997g91J5gq3+PRV+1X332dnCDxPC2lfwDFCpYz5/Bgzz+p6UwrJeNlRDqQqYAkzOe4BYADD1AHFXaguAsLaNNaAu6t49wdQTqTwR+QFKP53dTP70eTX5fC5YuX8km+pFyROKEhCF5r4A8NKK2lD3AsykHi6qSNrNfuwTaj0Ukrym/hgILfTKQoB7b/KTH59Ozj8L+mg/mCg5gFHSXpIjtpP9Rk7L6woiYXVNzuDOOhlVraGNQKEBiDGtQKcUcShy/V7YA5M72YCNraglUVxz7JFAK7BnqTYEWIv2p00u1sJAXB9qpWjEA0AXCtGwBg5LYH4iD3IA4hsBf42v2kX7Ex5O05J1MO8pN0EfsTGwBPjpX4u36dYAAPthomFur1Km2Mj1i2VrWDIv1YdcjMCcQg2OkrtXWkMbgY7YaEvhLtV5PhZKBXACYMeiLAyI+V0Anv4B3JJ3txbEJiDP7qYyOXKXBnR2zLxYIMYS4G9b8PLMzCrg0iD3g3EtBcK1AMAR9179G3bC5JAGmGvhQrGBTgVw9iMsy9cBIADdfbOFd4HxPvcKkNUxtUqWdiYwpq1sNegdAlX3jXHV2LGhKE4AlcA38+HWeXFdLqC8LGKw5bUU1bFYIwIyBNdpdZ0wmPKZD2zMD86MHJN6oUPEh/O3V/46JvVKhzIXsr/861hU5y7nWbYp1chd2d2ijyq/9BYAzNKB4XYXdK/3vQ8AruFvtPOpHjCvt37nYjcC4FD6LuZcO7ulJK5gCIBzUdGmftSA+zZI52TUeaW5NdM8OdIcrSHvLQBcn/S3Rmr8hcfG+bEA97HHj/ew7dEi0CLw1iOQgt/8nuBFit7urwCukeLzfEo93Wg9TAG8CzR9qp7vCIDXQnKf9u2y79PFe/eSGgB+zu95u49D2/MtR2Dn+4G3HKTW9+0RaAD4Vc+Ox94fv+rgtM61CLQItAi0CLQIPFMEpv/0//KkHUjFDTOq1gBmgLSAgdPJTDl7sYfmWc7Hj4K42vVQClByAl8vp1b1kqP39DSAFNtK0BYl3BIlJeXqTgBL3sMDgdoT7J/DpnUhqLcQKA31KuBH75W7hu9+dOJ8taH2FXDV68eCcYClULJKeax/gYKUd3yMmtfUdPLxfDL585+Xk0/KYXx4SDlhSc0DcUAgIJcyI89vKF6BlY4Cakj97tyvqjMfogOE2fZta8s+q8lPfip1tFgSUJR32QXQCQMyiEjaR1xRcuo425aqjbQByEp3QeT0AVhLzIFLKDix0r68uAzQqcLhVtgiB1xLyMW+qpxyBndcPJ4B/KVa1fmOS07T+gEB8DH6G6K6gK8xlrE/vwEepeQu0t1of4Aw8jKHlDy2TklJvAoEFjMLeKndPP6CyfGgEP12WP/ajhvA7hTLocLNnLHEBjBL/90a95+xC2Cdil8WCoR1EOpbtb3MbRTAtJm+AQs5llj3ak/mfCrAw4aYcogp0HwdpqwrPNffK3HAZlZq7i4mzmUcKtvEj32M+9y9jnnC0DIn8zGbATBzVecbcyDHKQHZENDW06EGwNhD044VY1AAMHEAAA9v2lMB65hjvVtUl2kx3XWw/JJ9Mrwu3U/Am+0LON0/5GQcmOtp4dwD7B48x1yMvzl+Ld9xmQu8h9o745Jtiab1ltdhan97yzbFIo9eMc2e2W9AMFCeeYdVvN9b64vGshS/6QanVgLXOYBzDm3KpThUJmfLN0HguldZ/xAEDl+/1c5a7bwpUJ0F9vqbXbzL8WM3eH0sOGdYEYSNOm4Q+vwInt8tOkgXaPbsFMBV9V38NG6d3Xt5v28HiDccDE75HGIeDhhFrTWerk+gjXPmrhfH+j9W4GMB7mOPH2tfe79FoEWgRSCv0/H9hO91GZPdAfCmT+SnwqBPP0LxKTFcONbXs6nld8HS+/Z0DLzeF4Cy/0PaN9aOp4/85hK3xe952zf2+T72+TsWnceWP3b8WP3t/RaBx0SgAeDHRK8d2yygX/ccaJ9Pr3t8W+9aBFoEWgRaBL7NCDgHME2zLa/z7BZYSC5aPZ2/0d/k652dSNWq/RARAm6F7wxaADdzWXZeSY07mx3ZZhcYyQN6FMOXgr7XN0Fxj45OXBb5YxHr8aBoebUI5W8BwKh1gXxAPIArkJANO2n2QYgJjL6QXfTlxYVg8jvbeM6l1AW87h8AqPYm5xd7kx9+WEp1TDtlJZ3AWXVhkWwAfHnZ5we2UhnAemUQlcpSoGhAAiBgsUdeLWyX/aPvjid/8ZODyeePKGIFg/gPYGj5YYDjVAkeSNF4xd+AkaLOpJ8HBnECb1b1BuBK+Hcga+qF8jOjUqZMIC2M7PQ0ACi/J8DGUhur4rQizulmBbXKMFzjEU9RkOb7qeCljyi9i/C17BvKR+DibQAaADuVsiwaIHZstkQG0DGmOp52u16DQ42hWnnkfQCQmggsKFAH6xy0S+UwjgdSUgSq/9HOzQAY5S9gG4BEPShjcS1nmxskBWQ2zHW8064ZkCeAXSBPp2b2QgQsu6OMAKDFFhuob3iJDXWAZ7ZUBIdNc8G7lEP/geSMq62/ixIbFS6K2QLaqcP74H1b6sgx4nViShw9P1QOAPjoKPphEF7mWg2AE9Amw0qQHmr3qJ/3iHUeVwPgmn3VdVBnHp/19/Opjxm/1XANNb1fKzHzgo8Cgi2wrlTkDwHA0RasxgPK3mZ3BQDrHORcjHZkDHs47GMru+zoR7TVY80CEM/v3uo5+5//7gqA0+C8G/+inMoHy6mkqgFwwu2IZV9zllG35b4AOMtj0c6d2yMAcM61iGXWUuq7YUEJ6QKAwCy6iB18bpZ97WdQFiHkAps8d1OBthUAS/2rs0jXB13vcGBg+OMy020kFMhtOsw9fHdUbr372BvcsQfIY+U/9vh7drft3iLQIvCmIrCu9I3vObj6dJ+EO0cjD+EzoV4Y5ev/zqV8qR0fA4Drz9YE5Pft4RjYvC8AHovb1wGsY63q3/867Xvs5+9Y/x5b/tjxY/W391sEHhOBBoAfE712bAPAr3sOtM+n1z2+rXctAi0CLQItAt9mBAyADXdgVjx4sepRwEtcDqg6uQIW3Uy+//5wciaYNl8WO+A9PUjHOlj/GRyLDAPwsGC2la0g71yq2Mg3qyIFnE5OZwFHC3RCfQg45YFRPuHJLwSoersct9oLZe1cMPnqainQKUtntQ1w/P701CAadfF0Tw+eplL0AlJXR5NPH68EgcmZK+towU0drRy9QD9A4L7Al+yfsQdWe2dSldqiGVWyygaEH4oAHqkuNuAUyldsnlerudRj+5Of/fyDIELYLc8vVK9AN67JwIepGuHyyrgTJ/IBX08DGvJj22XDJEFzXiMaUilTNxa4xwKZgEeUyvsoo4krIIpcvob12EMD764M3mczAdnMgas2YcXrPLBq4IpcySheK5Uu0Q9IHW09KVbfOVUZlrSEpr5UX+b7WEBTPA/72I/crwAr4gZIpG1T7KRLuxeCvTm+KKxpM/svZXUMAE97b5oYivCAeEDisOxWHDQvjhQXthpKM56rzBFswK9x0X+hRO8eLQZstkK0B3rUE4rtXnXsRQgobOlfWfRAnbZe1qIAjglIvQ7Vad+VFjVQPu1MF2NawHik3feUsddkSQBGf63SLuwY4NuVTSxoj04CA1viAUQX6EzAilqV+OfGeLI/G+9F2/v2oiZHLZ8AmPcDDMeDtIh77M9YeoGIJdZRA695npfY8Rq/dwCxez5Z6gagD0A714k4jnaEojcVxmlf3ZcX5fQq2fg7AXL3uLMolLsHyAUURqvXFcChtu9fS6ttt4k5WLUH+tgvjohjOFYzfq1d3fWrgOUOdgP4E2BWzyq7XNkDWt0BzaqNnNtx7YjeRDz63x/yW734IccwIvX0ADjrqlXksSik2kqQUAF//qTrsz5/uMjEXOv3rdW+ngfDcgbBiGNZuMQikhtdt1lkZN+FeMZQPYdvAPghM6kd0yLQIvD2IrAOgOl/fJfJD6bHKYAznvfFo88/Do8BwJtaN/wcLPts7fjYB/+XAsDdN5HnD/mdNYzNkLF4Paz5Yw+wty/A2m18Hl5+9Gfs+If1uh3VIrBbBBoA3i1Oba8tEWgW0K96arTPp1c9vK1zLQItAi0CLQLfaASm//SrlZ7Hh60sZCHhLbBhIZnulAfwoiHHs32peRdW9HJT+/6DVLXaDrQf8IbHPAASAKmho7YlkNZ5TIMsY92bEOXigry2AeNClQntC7jVWTJbhYmdrwrTe5dzrJBRJM8MCwG1h7ZqFvwT/AKMXt0IxGrng4Njqcj2Jr/97/PJD7Kt3pcK+EbQGqANtrHFswDmlUiDYZjKyw1VLRbBgD5DaNsmS62s/h8KfAEObq7nk7/6q/cGt/A1nKdXV3M0qAY0anlAC443JZNNtNq7r2PT5tgwR/GyehTVMd1U/8ImWNBa7eJQYrivvxOwGZsb9qFKRjGMpamskTVGCYBR/QLsaLtBs2ITqrkEaaHsBWgWYar7mzlgAwCipmbogpD09UZZ5M+kTTSffMP0y3FTW4C7i4XUmMXimroAwFa3ahLQd0AxYzZXXJlHoSiO8sKemTYCXAN8AvyBzijDA9ambXjAuaUWJwCBrbiVzavhGHbaRa0YKuDIXex6rFYpOXUrMJ5fSlFUZ3tcH+eJfg48psQn2xB/p6J2IfkibXM81cEEpUQfGAss3zNAra2gyWGrBQbAeOYF6nDVE2CXnKUofkMdSYyZlfSzVilnDlzAJjAzgXoNgOsHUsx7AKrLo77K/pn+LjTvhlvGxqr1sn/OnyGYtIUydvIVZK3L4xxMJSfXggSusfBjqG7tAXDEp4DqArdrAEwdnUXwFgC8Ku1i3w7SFsDq1woA7izVVf3QKpj9OGsTJNdlKbLu6i4AeNNDwgTAlFFbQicAfiz4zXH40gC4zptMG7YBYOb550/kKsc54OkAMNcyFjTNdG6jkPc880CViHA9awrgW+d9e6FFoEWgReB2BBoA3jwrNgHJuyBkA8CPO7saAN4Uv/aA/XGzqh39uAg0APy4+L35oxsAftVToH0+verhbZ1rEWgRaBFoEfhGIzD9xS8XN4Ba+JdzZ0odFR/KQE5gVdr6hjoWVSD2qSfH+wa6WDOvpIRE+ctme13Rk8zHmspGrHYBeWG/iz00kFUAVzbH2EIDV4AaAe3IqXvh+g8EZlF3hn2uQLTqRN0ZuRnj6T1FoqSzwha7aT/YB0zvTT6frSa/+Y1yBQvIyrXXAM0uzNoHkJxKtzp3LspS1L6RLzYe2mBRvJBiGIXkgZTGR7O9yXfv6P/EajKDUudSJtewVGaZW1bHAasM/wRBDX8JgdpAF/bUIJStHENf2VA4856HoX5mtOWZErldGQfAKxuhupC9dareAJGM7XADEMc4Ad8z/y0xDRu/g5JvmeNSEco4WNGr8XTc6QqWrZpDKF6BicBf2rKQ+jbjB/RMBahtbdUvAPChoGayV8pDtIrwPNWqwG0WCQRcDvV0KlIzRp5yJTb0fc2u2sEOa2grAAHPqnMdNIftNlsN3o6lJM4FC9lG+pDgiNeoi3h44USZwyycIE7MdUDkMCetx72cL8mmiU9YJMeAYzGNwhclDecJimD+NhQvOXuZs8ey/maLtgRszQ3AS1uLq7AhffaRfz3ndeKsSvm54ID3VijMK0Vxlll/YQfEZ583wt/K0vnW5NMLQ+AcCmkWb6jc4o2c5Wa3epvo6HeXY7j0bVhPguKwNsgtoK23bnFA/NntX3btrZzL+1UxXrdRFgVkXGqgatvoLfDbVVdjNbR63hSvnJv1GAzj04/TphJuv/ZUIHlbbcMHQMP6uvfzRp/rEOOgOJ9dXE8u5KzAhgMCr2Ny342iCiP+udUq4T62RanFUhjT3pWu17gIhOX+DfVyrS7nYw1/KRdb/+fcxiyax+oeu4EeK3/s+LH62/stAi0CLQJ1BOyMocWD/Ndvu19Hyzf7VxzU3l2D79HPu90FnXep+euA1b5lY/WP9eFb6f+2ftzdvrHP57HP97Ho9Cvftu35uPiNtX+8fW2PtxyBBpDf8uir7w0Av/EJcHf32+dLmx4tAi0CLQItAi0C94/A9Bf/urpJAAnwqgGw1WalTOdAJResrIR56E4exZOTY+UGPraF742smcM2F3teQE4BNCojgFyoNFEtUi4W0xcXlwZvALJj2Q+nUhC1KtbRtMsK4LKx3z7KSXPfBGWh4roRrDoX9OTVfStZ47hrAZ7f/PticnEl0DhdaD/yGkcu2BoAe2ceXBlyo6gFwB32Vqh6HRAHUNvbu5r86EdSIasKAOVMcTs2UIhybZusMihrSV1AR+0M2KKtIHXSxLq/IrBLqZATdtOMBMD8norWws27WAwdT2sQNBd4XSlPcVhGR3kJ6rZNEXJupqUxVtoAXPIcG4wWSOZ8wwZ0gPEYB+TPjK1hvuKFYhdI3r8Wat9bANhw/9CLArLtlAdztBK2zDzmYyhd4wEizUl4W/elOCYbdtq6XFv0Px6wMUfZKC/maG+fm9C+Lo+xSaWwjysnQkLnHjhHvrsaAJt7ouw24Ad07xmohqqZORLjAtTGApqytgFgq6uJB+eW5g+APc8TxoGweP4DhlF0VyCbuNOuhFsA+ehLdGYbAKaspXMR354tNSCvVcDsacvw0s9U6SbIz5K649UEW1iXuEY/A2BznicAzuNqABz9B+oz/Uq+7gR8gyZ3SuH6dVaAdAX3D6YzrjUE3vR4tm8zAHId5FJsLBIg7rsB4IS/MSbrD8qHNzj1A79eudzP5bVu7vDs9FsFwPSDfPOfP6Om5/zS9VufOgmAiQM/1UgWpX10egiA/RxBbx1qwcQ72febBbNfCVgDwLfP9fZKi0CLQIvAfSPQAPBYxBoAHotQ//4OX2LuLOxxAPPpAGkDwLuPeduzRSAi0ADwG58JDQC/8Qlwd/cbAG7To0WgRaBFoEWgReD+EZj+t3++vHHuUT0Ox/LWIK08GQ+gC3SSEutyLsh5ZNvbxULqUkHC2exISmDArSBmUcxyTD6cN7hCyShlKFAVKAnIOzxUPl6B2Pl8GaBSdZ7MTgyXAaWos3SoATGUByUjjaIc2J2BmdoMID6W1TNlrgSML5QrV4bWEnRJnXx0bKtmUpr+9nc3kz9+Vl5f8gOv9PAfoCD4BhhlM0iQchhYZRhYIB39vZxLiay/yTWMFe8eFsLH08n7dwG6p6J8gGKFQfWhTI72oZ5EhZvwdM/9kqI0gZf2W6i99ffbHnYeFGtm2gOkiDoCrMbfaQULwejdi8kLLEUnwF2YGYCZqs51NUbeXCVEl1pXTcVqGoB6cChI6hyZZJqNbSHr74SLBpiCwtTD3DmQipst4Te/E0ePpSAyZWAnzTyyQtsxDwUwKuM1CIjFOKhHL1IPYCbgruyQUR+X17OMKxYkqM9AwwPi47YW2Mu+tqBmwQHW4gE/8ydPF89XQHa1qCBBLQrmUDyHTXkNgBPq8mJaKGeZngOI1g2Hzck9XzneZaldzGtzKS8aCCU4LxhAKr4GuLZJDtX6yu3E4Dz64TpRYQPYSx+yj7QjAHCvkt0EgDn3Vj7/GY8YC8Nk4lGUxpu+ZBMfq+ELmOcYFLyA7Hr/W/OuI263AXCOWyiX19W4qfyNc5VFFQKCppfkdQ0Av2nL2Njuu9DOLm9wtYqC8omD4+rxKbbeg+eHOf7UZcVydz5Hv5kjKLHDSp/zZD0ewzYOFRx3AV+fV6lc5owY5AT2taEiut/CzdFDHuA4LzbXNf179pmFQIxLODocEGPmJ2drEx4gygAAIABJREFULnZQrHmkvk0B7PnicbzWdfxIi434AImRsALYizBiIJsCeONp1F5sEWgRaBHYOQI4y+Aw02+7K4B3ruQV7Fg7Dz1Pd3YFoPVyqLolYwB21/Lv27uxenct76Ht27X+XcsfK29zOWPf4frve9vGb1ucxtqTx+3av831jLV/11Fs+73NCDzk/uFtRuqV9vqhADhvzB96/CsN52vrVvt8eW0j2vrTItAi0CLQIvAlIjD9P/7x4iZyrwqiydY58veGXAo+AldZKA/jlWAHD+KBfahenYv3REC2ALbMx2p1a1EtrqRsPZRHcigpUUGGMhPb58sLrGcF6qZh7XwiO2aUsKiQyS0Lk5qrvoUgccIugCRwmJuC+cWFc8IeHBxNTk9PDGIvBf4WyMZ818C+spcW4/34eTL59e+lNsaaeikNmQGwlLG8qQ2weHW1sGJ37dGHyqGfbLPDo1Afy0z6/QfAaijQQKSAx4MDwLCUqgRM/7sCmquNqCKBF0A9gHICM5gpvA8JIXa0qDedn7YQbvrmLS1q1SXGCbAMRA1VLHq4AKOp/uwtaHulq78kqewOHjK6RYVKu/bxxtZGDl1y55qIFFvUAGI8zJN9Ndbbxm28gGWxADb9gn6XrYeGinHJc8t0srLX+aP1C2AMeEkOWQMy5szUtts31+RIVgi9TzykyJtA+pmK5Fxk4H8NxAH6QPIEwCU/cFGcrw2s/kilasYLVbDDtOW5iOd3WdwQUDEU8V2/DUTXlcosgDjSQGeZtlo3vOwBsP9GCVyU51Eec6q3nwbSArBwOTbfs21tAFJeN2wuwPYuAOzxrYBktCPyGFNuWjIHSAwla73lw8rInYydOcr2UOIaADOXAcC0y6C99KaKKfvkxnmT+4SNeA/ufZKWLRcD8GcPccN+OuBdxKfesulARNpUn9sJgHN/2ktcALf1DQX7cT7X/ahDwvUKVWqn9gX0A+r1euQ1Vxs9Ptsftm0CwJENPI4BINfbLgDYALVs/RKO9fh8qb8e8gAnATAhmOs6eiYVMObPCYBjwUbMD/IDd/NkaIvgN1h0gtMC+19P/uJ7fVawuKAc1K1HaBbQX2pKtHpaBFoEXnkEuAfgO2m/AKwB4E1D3gDwthNhV0C56fjHQcsocdf6d61rW3l3Hz/2gPt5APCufRq/iI21f7yEtsdbjsBD7h/ecrxeXd8fCnAbAH51U2FTh9rny5sY5tbJFoEWgRaBFoEnjsD0f/+HixuAKw/FrdYs37iHSkvyk16co1CUulbgdH9fNsHkUgWBCCIJI1oNB2Q6E/i8Fkw5EBAjdymg0lpHlY2VJ8q5c+XmBSbv7SuHqiAwEAxQzAaDDvAsFfA5uWzDiJWmkXMXVTLwEVh9qB/nDNWbZ2rfQvCFttgyl7qkED06PZj8++/OBdCkMl4I9AgqpwLYqtUkWKojeQvqBVSjXY5gNR/AeyL173ffhdIXFWwCtX0BK1SzU0FSQGCoYQOaOy8u+W6liI3yBSTKQGJHnUpagLXz6KoPoaxFCRyArmTb7WyEOfz0dOZ8yPM5ADmscPOBQAJ5xoa42nqX9gAlgZ22Dg41bMI6qxv1um2Upai2hXEBeQg9UevWGypfQ3C1M+ByAZMar4SpadeM5ffcinDmWih2PZ4F9K2kCF/M0wK4KL1pS3kWYSW0QWPYHF9fEcFQdfKaUJ0XMbif0gdaPey2h4LX7fO+wHrFlTLKD/EBHLv/Hpj6AUiMFIDV71RAroNQVdwpO1WqFHhADuhyTllpD4wiJ3RRb7IooX4IeE37BEa73LMbnpumrsYq5dJUALrBrMYkyw4IGX0KQKv4dnl5Iz5ptex9q2dUg7UQ3fmX4+8FC9pyQQN15BjFPgHgfd4OwFy0QapsbMCR6Duu6wDY41hi7XEsZdSAuQbA9YMCj2Phx8BEwO5w2/TgNeF87msFNTGqxqDmseQEty2xr3O5UKLPL9wD4FvVd33OOUVdhtXM8Sp3cglPV8A2AMx5C1tHgR1lFrvvO57lpd30s9xElQHYWnbeoG8OTbyqeCzkHPDpM6kCcBLgHI/5kv3k93ytfr1/LQGwPgd0zfnuPbb+DQDXc/yuIWjvtQi0CLQIPCQC6yrgBoA3xfDrAeC7AOft77/bx/+pYOGuwPWumfiYtjy0/ofWOVyCtrlfY9/NBusDSyGb2rRL/x7al+1jMtb+h1xX2jFvJwINAL/QsR4Dt7vc//kecMdr0rbydj3+hYb5rTe7fb689RnQ+t8i0CLQItAi8JAITP+3X5zdYP2MpTPqWgDD/l7mSO2hF2pGO9QKvPFw/Z1UsPv7kQvYdqmCrihfzy+vlLfxwiQDK9cj4KwIyr7z4wKD9wV1V5O59gsoCirCxnepXLrKq6uH9Dyhhy+hEAaOxoc8P5GDmAf5wNSTkwSqgezOz+adTTDHHO7LslqK4KOT6eR8OZ384U8qY281WQoAsx0fzQpgLOSFDpQtwCJArVgWW326nHz4cDD5q/8gkCxYORWU8PtAPB0HEIfI3aCqRf2nuOzri2moFiMPLnFMK2ODrWKzy2soaWczAWD6bTtsLKMz7yvHp31ygMxT5V9GSZwAOPMrEw3KoEwA30z5lRkDVJtzDSIAOK2R6S4gFCBufW8JAVbf52dYWCuOmhczgK0Bax+jfPhg9STKa9VLG4jHvkg9+1st67GUQns51+uCz0DpYjfMvDP8WggAF5vpzup7AICDmsectBIaZWdhe8QJ2BvQMOBX2PiGEjPBcVgX83cPy5lPLpM4GJhSRlHlEkPD5IDfMSc03kUN7NcKXAaEs63wL9dmZb0abUBdgG/U2/8NAE7yzLlR1kl0ADNhVZ0aVj13OwCoCOitRhYog/QCwffK+evzjuEoz36Atglu6V8C4IT8ud/mh0pxYiTYJ+7EP2x34z1AaUD6AJDDL+drIFj7YAnOooFU+DJno5xQzA+3tHP2PgXMZlyGDwr6ubk7AE7QnAA2Fda33KWZZ1asA4BT4ZuxJq690ppFIndtsVggrN69zAPwXZTdjnc5PEH/GACm384rvQMI/vYBsK5jotqfnAeYRT4lr3s5D4kPgL7eEgzXALhQdTs3HCsHsBcIlINsAd2NYbOAvnOytjdbBFoEWgR2jACfaZFexp/YOx71tnZrADjHexdAOTY3EhbUTk67zruH1r8joBhr+pb3xx5wPw8Afkj8NndgrP0PDEs77I1EoAHgFzrQY+C1AeAXOrDfVrPb58u3NR6tNS0CLQItAi0CLyMCUgCf3bx7JyWpVMBLATqARNrhoha9Elhyzlf9AG2d1ktf7mYzlMChAA7IdiCFpyybBZkupQAGUB6Rh9cJXAXWMCvWr6h3ee/iTMpYKV1REO4JAvJInpy82MrOJf3lwRHg0pBJ9+bAOWyRUfNhj3skWHosMJmOxICz8/MLqz3zVv5YdBSFMAzmB9X3uz8KzEyVcxhVJu0xGAzYZxWu+0oeZGyVgWxF1as9rgSnlqv55C9+PJv85U+PBMIFJ6S8BcruAc2L8te5KQGggnAGwOUOhj4sbaOtPLDFJhfloBITx0MyvY+FMZa6bEvnrL22bTRFkOeWnMlsCSFPTgTMVS9KaXLhGmQm7FOc5nNyNQveHp8ozgA3YLEgrEDjAXAUlbL7WfKXoqZGyVjUsJ8/01YUzVMpn6WalfV02FBjVx2gjmPJZUy8DgTl6RMxAYYGOI0TYSXYx/yw4hTlti2gTapihyvlIXY8wxKafMppL8zbQ0UqIGwlYGwlqWJDXUcC8MyTa+TGpX1WwBY1sBXd7muMO2Pd5ZQutuUAN893NSJyKZeFCwLatI3XEgBznrA5d682lMS5cAAo7HqBwwXG+bxS+SjgU30dqvmwOWdRQwdhLRbOh0sofTUugle8n0pRW1Cj/I2T0uBxX31iEQIvxd+h7o85lQrgeIF+WqnrBQulbIokNixOKGPnOvV6rSamaZ0quvRv3UK6fogU9deKYFtE6jgr1Q3Jg8rFIoRQpdc5e6OEANCo8hmLuJaEYva2yjiPKAs5Sp/6cnqFcdYDgE/AzX6UDXh106pY5LAkAHYsNadqhXyO3dCaOusftoP+JEyWyUKvAM/rR5kKmyyjMy5p/RwAfh1sjrVj2K5H//0kCmAtctC8Pz9byj6ewSgLNaqnnmMAeEpOeBZ9qD3vPxyXfOLPAIBzpcY9Azccz3sefmuRxfD4sfLbDfR9I972bxFoERiLAJ/v+TkUi5Z2BXFjJb+u978ZALz2+VVDzTEw+lQAdFBPFjtW/dp0qAHwfefbQ+t/qv5vntdjn88PBsAb4/uY+D2s/a/rbG69eeoINAD81BH9QuV9KwC4u9F+3uv0F4pqq2YQgbHPxxawFoEWgRaBFoEWgRaB2xGY/td/Or85PVUOV31hAwDzgYoSFfiGIvPTp7PJu3fv9Nr+5PJSeW1l3Yyyc185cIHA5AAG3KwETy8ulRNW0HWJPbMA6EwK1RvDrrDC3ZNiOBSfoXTkoT51AFqdE1YATA7Ik/OLS70nte13p4aVeyjq1HZA40LHoCINH8+AQKi92ONCADjskrErPpycknMXkKT2wQ9+/euF8gQXS2Dloq1Vip2yTrQYAAyQ4eE50IBN7FOg9Xzy85+/U75iMgwLELotwIXe9nUJgLQFsWCoIKhzArsAchpLMZjtMxinHAHVDgADTelXHEIMopxQ0V5cRF5gK2aBwxqnI0HBS4HTxWIuaIqFdA8R0/r2SDFCJby0SjeBfXwh5v+BhLardf5ngFzAwctLQHwA4Blw1WoOICjQUGNqdXeoPJyPWKSR3wGaoT4FqAGbY46Qz9PwGgtsVQwwBJyzrS6Vv3kR88AqY0lb6Qv7AHj5qa1xQwELJY39uVFkjtIe4Hmo0h0sl59ANyyagbbYgANwi1pYB3r+M7fVbhTclOPFDfQLyCkYFTbOoZom3uy7WpELWTmI1d5UwCZUvNHCgRxzzgeaw7nSfXFVe+ea13l8wlYWGLAF3PVUV/URcwC69yMmRWDjfLobnnnVN9DkxyaGzKkMTZZvMA4ErgBsDUOHANiKVR1Ded2c9nyIeKcFsf8o27qVc4G5Ba7mgywrWAusrS2Z06Y9AHvk6kUpnjmnbeddCgl1cPaxzPOyyKFuT8KxzA+c507A6bIYwfGKxRJ0jXrzOFT6V12duhbqHBk+kEslbl3vrZiU852FKo6r10WsA9xdyqnFxsN2fOsAONu79sBH852rkYTWWlSE7r0szKme1e4KgA/0ucO1PC/HWUQqgHNMrMivNl0Jtg3d+usNAO8Wp7ZXi0CLwKuPQMlA4O/RDQBvH+4GgLtvh7c/T/0l9T6nymMAZgPA6a5UvGjuE/it+7YH9E8SxjdbSAPAL3ToGwB+oQP3sprdPl9e1ni11rYItAi0CLQIfBsRmP7zr6XHBTgYHvUwjL+AbqludP5aWR6fnS0MXQ+VrvfgMNSaASQFsgSAg8kJ5squ83gWqsn8kMaelhy+CTAp7+Lz0gAM+2dg4OoKNeWVIJksoWezyckpeYEThgnuCWROVTZqXNSYqIxRzqIsRSGLyhMACaCdzU46IIp76K9+88Pk0w8AXalU9aA/7YJDwRz5cG2Ra1teIOT15MO7E9d/jaWylK1/87fvpLotzyXULFXdbUBCwGINea02VjxQa0ae3nUbYXjeIbmQCzhL6EaPbRdc5Z4N4Bl5b/kVAAwcBtRiwQxXfyeY35VV2TmzTz6UW8vPitKzgD9U4MQgbYMNXUSjeDQS80N/F1JDfA2AUStWSl/ih8q4o5EuD7VvwG0DLu1DcUBaYN5ShEfD7TjZ5tUKaqmEyams48k9HYCyKFc934D+ArQC6Gz0mbnFHGLBQM451Oa5XasuygU0o0i2AtbAJ6B4KqGtWD8oeZOJtVXFMQfhv6FO5V/aHGPkxQtqbwJgA2rtDLgDJtIKxos2mqOXGyRK5X1DywJ2UViTC9jtKQriVLiGjXqv1o24AYZDAZxPzPLGuQaBi0UooAGnOY5YaeeWqmTbgfu8DhWP+61+oBImZB3ktgV3XDOsstR8YJ/4uz8vsi3rcO/2+xHfAK8ohobKXuaKlds+X2NupBqe+bDWj6Iijphs3moAzNHYzxvQa250MNmAulclUxLzyBbhVd95vV58UQPtTbVnczfFhmNrYDum4qT8Tl3NmJVp3bdhewzq4+p2DoHssKyH3nhteqAzhNXRH/4vFMBcty4vsIMu1866oeX6mC/lwoP9shoi2rnSdXpvcvpO4zsYDJbr1PHbOlm2TqK7n1BvWpSxHuftY7NLWx46Dn287q7/seXv0oe2T4tAi8Dri4A/m0uKiu29u69S8/XF6Tl7tCGTxqC6exHW52zqPcve9XPzsf3btZ5tzR+rf1v5dx236Rj23/b6prbt2q+Htv+ew7l195HvV2PNe6pmtHJeZQQaYH6Vw7p7p8ZA9e4ltT2/QgTa/elXCHqrskWgRaBFoEXgxUdg+i+/icfvFl2mEk2v1CATAGboc41a9UYgS9a5RwIx+0A0P6n3Dw/qUQEDtA6msjOWIg4FZ262zpVSkYf0hmMCsVjbAm4BW9zAYmWs/zd0wwL6RKpJirelnP5bSIXMhz6qS+fJFTw9KtbR1INmbKHylpeomaXKlP0x1sCkRf3zx/nkhx+AX7KzJn+nnk5RJlBwX/mCgUpAZQByWtZ9eEf92A2fT969P5r8+Hvth+rXSklBo0HcYEJA6JVzBgdIDjUs+ZV7xSR1W8UoaBaW2wH1ujGobuZDhRphJg5RDnbaUseRW1d9Deoj0DFTnkuNT72hoJvPA/7F1kMPq3SxglZbaSPjSblsc+U5vpE1MxVf3wC2GfOwRw4Fr4BfyTGboIMuo9RG5euaDGADcO5rLhwYdnf807DYimGBXyAxII+p4DHTfuSBPhcAtkLcKuMEjLcfYDC3QnWMivc2iEzQO5fqfFXUxo6FxrcHYdFexh8b61gUgHI2La99thQgLAU6eZ+Zd2oOjtAZ4shPvA6AD1Gkl3Y5+21SZJ9/0V4rmMmFbPCldqUStLx/IIIMRHadalOkzY2FFRZwe+sBcQ1yAcBsLOaIsVEbKwAMwM0tLaET9tri23btsQfjjKV0/czJlucDK2n2TSjctY55nsL4Moydkpe57Ur760bMy/4Y14/6uQQ7YG0AY/c+Y+m5Uo3t4GloAlyOZ5xxPeAIuxK43b2dvE8/g/9QINfty36lBXb+vQkC5/ndY/cyYoMHWUMF8DYInM4FqNTzGvISAfDQsroGwAwGCx3OL4uddzdLPYnrvzrleQ2AdQbLxYLrbD+eeVAC4LVCqj9GbzBHclk1ALwtsu31FoEWgdceAb6j8F14+9YA8HPOgQaAH0sIdwWlW79BjAxvA8B3B6gB4Oe8Prz1shsAfuMzoAHgFz0BRu/PX3TvWuNbBFoEWgRaBFoEnicC0//73400BD76XKE8NLgUMJxfXhq8LUWZyG+K8pacsFZ9Cv4eyXL3UDCU1/yjks6VdxbV8NGR8goLxmHFnNAIAAWcu5Gfcj4U+nD63iDJkDkVhajuDPz2pQyWFa8gJ8AU6IT9sK2VrRYG7vBT1KIFyqKGvSQfsGJ2eCiVrBO9Btb73R/OdZzgFblT9S9gC3iyt0f+4QBgtJN8wGxHeu14hmr0j5Of/fWPZeksG+zLM+XEnaltKtc5ctkXIEw7hRvURuAfMJktQPSxgTX9xCIb4A3gPlCwMyesQbQV0sHVfHOiX5ZSJKLOZVzCDBvQ6MypOjbsiM2aBTpQoaJEBD4tBcmdi1gFwbQvL2hPUTjTNylBD4F+Kpe0uaFsxNoYiEpOXrXX4J9+EcuwWw7r7AKLCwCmjGwvQH9p6+JesYv1d0DcKFtNNVBG8W075aK4NbxTnQBc6p4LbjtPrI6lvWlRnLmLe9VutMc5dk1F2V+vrTm4RruxQr7SnApVMfEEfgOco721pTH7YwXNg8wA3szzAL2cF3XeXh9byRkNtZjbRbUaeZETTBflbLGv7mGh2ubBLFbDqItJ4EyPHL/+QgAUi2erAs3qB4pp96G0j7mdal7KZ1xC7R6WxmnfHKpJLJVj3gTsDQDPxvzMnLv5GvViMZ4qXPbDGSBvqONcjdzWzLEOjBNz+uJ5E6A6FpfEeKQdcwJWK34LWM6xDGV8tK0Hh4xTAOmwMg+ldn+D3+cJHtbJvrZ4JiY6nvHPGLDQI+E3x62KEjzLX7ed7scm50jOifW2ePpH+9egdf8wkGm5Fp8SwPqGpwfgcQ3rFpEwBZhCCderOdm3MH77FhTAMY7rLUsAHNr5BMB8RoSlfxc7z5syGdyfGPsu9zrzAfvn9zr3fC2Ia3VuQwvoYXxG/24AeDREbYcWgRaBtxsBvkt3KVZuhaEB4OecGW8XAD8W/HbfEB44PLvWvyMAXvvach8ova0dY2U8tv0PDFt32G71N4D32Di/7ePb/Hnb459ObG88Ci+2+w0Av9ihaw1vEWgRaBFoEfiKEZj+4pfn4ghAmYCkNvzV/5zz90LWwiI9MxSlPFi/6Wna1fVSwAkFK8o7FHnRi7P5hRWg7959MLgyrPHTfXIMBwB2jlUB3APADlDFOVuBLwFlrb605C/AJOAKCJVKx2PZPlN35g/mCNSlwC4DIBSt3h+OFupBt1Hlffw0n5xJpSynZr0YwCtUuqnCDTUs+XKteL0+FHy9Un1nk5//zY9U7kqK23MrM8npCiAq/zNg2BfBBUKk5TP5Xt0jNQKrar5wEh9iMJNFNiASdW6COatRQbskHTapAsAvDYBRfyYEy4dqAZagggHmgdEcD7Qkpy15bo8F79k+f0bJGrAQtSc5awvzdhwiR6xgrECeFZ5Q4yAxGg8sjoHVBdgJFhvMFbUp9tSp8jUAB1UXiEmZB1IVA5DDOlfjqroCfMfUYrzZhzmxEPB2vmI1KmEsO9IP5gnH0H9bDBogEmMBXx0Pw2a+GByq3NkJyu4ezGIP3XWLnln6HpbTqZZdql20mTkFWFsAlDUOAcA9qwpg17gAdQ3FY/53AJO9ioLXFtueh3F8QsYyWY2krlMxXuJJf5gTLBBAkc15ENA06gkoG/M6WnRly3WPlnZKQM2/CXxR+wYkDEvjsLYuOYbVvgTAc3Ifq36O0xTpADCq7DIdrMCNvvbK2xjfaGMqhJmLvG6wDKzrctumBXeAVzafMy6TDpWyCqjmJeZqwN0eAMfO0WdiQj2+DpR2dEpjrOg7+B7W1f3igSgjzqXIJ865b+Cv15mLGbPcr683f+vHxn0pSv18NwFwN34JZ2sFa5V/loXJa6reDc/r3gQAZmqQe1vz/+wiFgkFAC7zbgQAe08tVvog+2dSEMRMawA45+WYvXi7we7P7/Zbi0CLwP0jwGchCyI3bw0A3z+iux/xMgFw/WXnuQHmWCzHQOm243cDmLEgbdN21/H3adNzx+8+bRmLdf3+bvFrAO8+MW37DiPQ5s8bnxNNAfyiJ0C7P33Rw9ca3yLQItAi0CLwlSIw/df/sbr59PFc1Yv0CLqE3TOQcBr2y9oC7IWKz+AHNncllefqUvvMBDaP9HdoU9nnUgpX7G4zPycgEetoWwEXFShwBTAEkAttbuZtDaCJMHUhZ2Ny1yaQpS0oMGeyOUalilXuTUIT1INqGEAO0MoXe6x+gQcAIbddx38+X05+8xv6q3af8B710beAA5lLtLO9XgrS3lxMPnxYTX7yl1I1i8JhW4xCD7tlcrRmv1aKCUrpVBJT5udPZ+on6ukAvgkA+dd2v8ppPFcfiXdYHBNDACi22P3DsQBQYVcN1Ir2CVLJuhooyxgdHheQhpJaL6JOpD0xZrKxBooXf1ig4pHAfj4gcnyAdCItWe9KbZgK/BrYh1DY6ulUazuHb1E1AxKPpHIGEtZqPmDvUlJVxtt24CjARXAWspdeYsNcbKflDN0B1vllqGDXlH0gSfWd/Y+ldIWrA9c7QMwMViNRaF5pHKbuu6zKgdmAYudfzsUIBcbSnHIHSPzY+AflKsMaquAeAEbOYHLQsiMgWYsgulzBAZmznjyfUSICfzvwCrwGPhbOSS5qtoTl2KK7HcAqHccCCaqlzto2eYEqOc5Og2b/pkMz1zISU2zc47yK+qN/fT5bFmSkmhvAT9Wcp7WKGabbKWodr+gZYxyq3f5BTb4Xc7gorEt97Mtikg44JeDV+5k7mbHr8/6GbXiqp5kPRyX5dtadMY54sXgkcvfGWBa7auJWPUvKY2N+xTWnrsdzuqiRs6MJrZlP2XcgZN3ffL17v2pLF3urjAMO35QFKtn2rCMGKWyrAcA5ZnVf8/e7ADCX2zwPN0G+VBhH+f2+WfbwwciwrIfeeN3rgYvOMcNez7WpLKBxT9B1zYuRuKZz0cpc7tHyfp73SmCtF5qcHnPd1P4FKHdTYoQ/jAFSPl/u2poF9J3haW+2CLQIvPII8F3H33k2wq4GgJ9z+F8WAN4EE3cDgc8Xw10B50PbeZ/yd923jsZD27VrRB/Spk1lP6yd9/o+uWuX2n5vJgJt/ryZod7c0QaAX/QEeOhziBfd6db4FoEWgRaBFoEWgUdGQAB4KQAs22YBuVQdotIFqABagWoWSZZvyqjhgEQoYLEYfnd6YuXhNUQOpaNKoSRgY4BfqWdlwWzrzmuAE6AsrGmBc4eoSFHsUadhWLEZ1q+XUupmHl0exFMfzcAKGPvksOYNWOL3VR/A80SqT+qxlXN5QJ8K23Opb//H75aCrgJPpwKEomaUwQOqsJku2WuDLaifQPDLyY++v578xU9PO2vRA5GcQ1TH5b4VdSPWzuQjDqASVCVtgsNCN+Btd9NBGwU75+on4GkmgMp2pTjRl4SGOcZW+NomOh6aWel8LYWwQCrg9ngGqN0PuFqOJ1bEKVTFYdUNYAoADOCMDvghXaov9Td1M3be25lIAAAgAElEQVR7AtdHAsupNo0cqAHbAaJXQHi/JqX4TIC8qD2Jf/bT+Vr1Xw2AV1L5ouAGjNOGg8N4HyBJ+7vHCiooAHTYFqMuxpKbONrWuuSwpQ3E5oYkzNoIUcLQsBYWOAJu4kpcQFyoiQO41gCYucAcjzzCsSjCNtRAOQ0CSkLajAU5imX6acWn51EoXRIuAoAjv3WMF/uGujningCYeoZbAOCoKwFwgDjFCLWrjykAmX80ruRYxh79RudjD4CjLtpBH1Ihy/sBgEs/DatRwPYaSa4F1H9seH+riRtBMHvlNaQGxtGe2DwP2Y+yNQ/ZmMeZZ9qLKkp7eI+5yfUiN/YzLB7cwdeqXsbXdXnhSoxhwu363OrHPuB4tC9AONe5hIAJgHk/bYjr/mVdtrJPKF/1IZTgsYgmc9d6LhbQ3Uc3LJ0jjreDnn18LQC4vlb0MaDzAOBUhGvhja4ZF2f6TPHVLNwlRgGwmP27UxafeHTiLLN9ftkaAF4L+fCPdoN9Z3jamy0CLQIjEWgA+OtNkZcJgOM+cH17GCB8fOR3BZwPbd+u5T+0Jw9t1671PVX7H9bOBvB2Hae236YItPnzxudFA8AvegK0+9MXPXyt8S0CLQItAi0CXykC03/576sbYNzFmWCroV0AQuAeOW7JW2qYo9exajYAFnzaF6AA7GLlbKtSVFocGixJ0PF6cn5+biAG2ERJ6rK103xxWaCeHswDNAEjOib+jZt/YA0AF6VXghMgZ+SABaYeOtdwvR0Kdh4XBWqqQwFN2BNT3oHg7OHRzeTffzOfXMwFdrCjlg00OYax0AVipjJzT9DRgGF1LLXvfPIf/uZ48u5EgHFS7Jr1FspnRIF0i3ysc4FL51ZFCYpiUe1J+Iny71gqtNwo2tbWOgZ4vC84d/ou4DEg2vbL3g6c05bYAVdR4jImbKinUf8uFwFgT9+Tb3k6Ofu8MMBEnYqtMluAR6mAKUv7UA4AuFdAAu2lOrbSN15nXhj+CbjacjomiMtLCHytfQJEXRe7ZdoLBAUw9/3leANXVHiaA7SZ8b0pAJjcx0Bg4VXX62loVWc8YAiYBwCW1THAUEVfKnarlCY6Hs5k7dgfav/1nLQBnJ3DGuiGVbYtmdcfPCQMjAUBUbeVwIwx+aKBzAVO8m7uz369Argvc08TirnkPhRFt4G5c2arjrJrqHRD7QudCkvoK51nWNcWGOiB5Ie8wsxr11rGA5tu5kdYgeMgHjbmMY8Mk+kHimtDyZh/FNiFoDwtRGFp8OkjYyOeBsuAUcU3ldu9ojagaW6Mc+R7jlcYx0WZ0wmcrehmzMo0CQtygHOoNTmeLRW5qV72ZUTdtqLdiuw+3qkA9rwuduGG8wMAHNblkU92GwBm4QTTNeOfSmiuUzlubh9TmnNY8bE1eZfhlzfXQW4HmLE/L/DX8anmccDv2wB4CHzjuKL+HuQAfgkK4FpV3Ct3q0mXCmAHOeb7Dz+cF9V5v1AojojFEBmjLA9HgtmpPqt8XvUAuJ+oj3yA2RTA1YC1X1sEWgRaBG5HwGk/Mk/M2ttNAfyc8+VlAuBNEXkYIHx8bHf9fjBoXx422uxdy39oT0Yb8NCCy3FP1f6Hxa8BvEcO3xs/vM2ftz4Bnur69cbj+JW63wDwVwp8q7ZFoEWgRaBF4EVHYPpPv57f7Cv/LQ/YeSAfuTEDTgDa/EDdq+SwFRYovkBJKXgo2AHgRE1oCCFgtSoKyD3BWZSI8/mlIdYxANg5UCE3e1b28jAImEuWzYCvN5P3H2ZFdQkEJTfuouTf3Jucyo6a/SLHbuQUA0jnA39gLApbYG7aIxvWFQAM+MSy+Ugw4Pd/XE1+93uBBGDtAtVpgEmAKqCa4wCytGFxoXbeXE7+7n/9kUB2qJKNGwYAGOHnpSxKDTUBZDr+eCYAXJSAqFtJxWtYpOMXgm9YSU8NiCLX7DsB4AB8qToMCIvtKf0L9XC8txIMZ5xusO2+oozV5N17xVm/ncvmmn4zBuRKTrC4kMLS6lM2QX6sdwMAR0wXzhkM8EKxjXqZPL/YKCsPrmA72tADoH8hdgDRlfIXM/zk2aS/9BsLZ8a6BsARBsBhLAIA3i1kf61XAgIeAPU1HwqcTDgUuZ9jvBMOHsu6emFLa71WnnAdyh4YXgjvNLhTyWHHHcya+oHqN1JMey4aAIf6ErVm5uAN2+fYJ/NOJ0gGtlNe7k/BMVfYP8cl8tPmF9NUiHvOeL9UpPJvD4ANQ4s6PBZBhBW1JOz+nXE2FAfkwv+1M3ODcy9UyMXymKGN6RDAGgjKa+VOt77h9VwFcAJ3UfpTrv423MSmmN+x/NYvAbID/KcClWPy/Bum+KsBcAg1mXt9rmuU5dGfmI7ss6S/XmMQCxQSuPr9osRNUMr56ZzC2NVvgPgJixMu97AxyqJaK3VRhXaxWVcAY1ldWyVne4joFWPnkzlAeSrzvWChyuWbADh62W/UX6vOt6pgq2O8sKQCvmvllfMmX6szLn6rFtA7A2CfAqFM/9Of7gOAdQ3QIqaZFu5YPA4A9kdZ9bDxsSvAGwAeTu32d4tAi0CLwFoEtquAGwB+zqnSAPBjo7srIHgYwIy7wefcGgB+zui2sl92BBoAftnj9+jWP/b+79ENaAU8JgINAD8meu3YFoEWgRaBFoG3GoHpP/5qLj4g2CuYCywB5ABtIw9leTiTkEZk6OJcZEkbYBFgd5CWqeVp/ufzS4Mt4JsVgLbbjQK8y43AjUAPakwgpgWh5SE6AJgy2RYCiygUAXfAMWD0oYBl5OiMXKWUI9Nd5QaV8ldqU1S/QDvb9apc538VCsRi+YYctYLIewfXk49nk8n/99sLwS3lxwWgGb5JNSq1mC2JDdvUbpXx6dOnyXvZP//tX/8oQCIqZDcxVMoooQ3BYXUCboaMAHQSqhZ1ogGbYgFwZQPMYYebStcAaoLcp7OS55W/A4IDAIlbQkjisVBy5IXaYXW08xdDDq8EkMl9LMB+of6SFxibbeotuYGB97bvLrAy8swWBbf+BdgaZ+l/wE7UjJAyAy+RVYTHBwKt9M3gVP1A9exoqLuR41j5fQWagWu2mK7OLOKSakoU4t4PAOzjC4S3OjlinwsSsLwGHgKBAX/kLuY9lMYAPNsW64XI9RxKZSum6TuprV1W5KsNK+dKbVvaF2rZYjdbXgub4GJRXl4DTGa7APP7guO29jb0A9jH3Ez7abNYLLgNaKNex9fEFC0xwDaiZCd0jwknSukL6nSfOKG+nar/5EumLKyyiaDPi1QJl3M1u5KmycMbXWrHctklO1b0NerxeJb4h6q5j0ssCIEOlzaTG7yySe7AawGSNMtjVeX3DQVyAPjcqCPz8gLhaW9aVXv8tgFgxyRik1uAfRTnJd70qryfNwydmnYQmAT0aeOcsNuLFBggRm3QFscLaK15yrWzu2567/W2dY3M+TQAt10fykIB15ekVL8nAI46e5XwcHy7OT+4Pmde7WwjSuh6G3sgUjVl2JWd/u7KLzfeQzjd3dB1FulVsRriM1lAX2hhEBbQofrdBBBwOYjFBe+0aoccwLmwJkszCK5i2y+QyM+qp3kwO3aDugnOr4/Hcz/A3WnY2k4tAi0CLQIPjkADwA8O3Vc9sHZX+XIN6b+HPrzOsc/vL/W5OtaOsR5+qXYO2zHW7mzX2H6P7d9jy99W/11x3b3Ose93Y71v77/uCIzdT73u3r+C3jVA/AoGcXsX2vX7VQ9v61yLQItAi0CLwJYITH/xy0sRpj0DKyAQW+QxTUUwiA0IBckBoGUuV9SnV4KnYdmKihjQewGclFo08rYeGATHl2BkkfpH5dg+mBzBpowBzAASHz4cGUIvBPsuLwDJ1skZUKFuTTtj26zCoPQfQC7gb1jepkIRcnx0eDS5FKRDiXwgcHaifMWXq4vJp/PJ5Hd/kJL55lQQBQAcyk5UoSj4poLUzkurNp2fn03+5787VRsCPu5rf0CP+3qhPL1Y1gKGEhpjY61m0yfAHx0kDsQXUJcb8JowE+sEjycns6KyjHzEbAdTVNb96AH2sNAGoKrVjo9h3J4UwALAjMXlpcC5LJa9qS3YoLIBnfekcGYswsY34J/hpP4lh7CBl/ZYrkJhmvbOVgwLvIaKuyhn1cQeAMsCOgGwwCR2v+x/XOyqswd5Q0TzgfxwuQCCxcK12OfWYGpmJbUU4RpL9j0U1U1Qt0AFXFSpfR2hzEV1jfIP62vyT9P3Gv7WN2eMReZNDovmyFsM8AJEomwO0Bu1sNBgrng6l7IWTyQAxtqa+Unf2ZdeORe1KgBIW8HO8QUAX6mCtIg2X7T9OjXEXGExAhCWMimD9lu5rXEwAC7jm+1yDt0KrCboqvtKnzhuZevz2MhrHDmP47y/IcewFyZEhxOyeq5WALj+Al3DXx/D4oHyE+d+KLEDTuq8qCyeM2duLEjolbg1kA0FbLQYBXH+XsPfbGsC4K4dAwCcc2VTLt8aOLMf9VjlnTC1At5ZTvQ9/hreVGR5vDeMaT0+myBuHtO1Nz3qHYO4NuZx1O/rYlnw4GNfGQBm3csPny+s5B8HwDeT77WoyOPiqd0/2GsAOGdU+7dFoEWgReB5I8DnEt9N6gVMUeOmBTzP25ZW+u4RaAB491ht3nN3mLj5+AaAHzsC94/r7mPWAMLzjM5rKbUB4Bc+kg0Av/ABvLv57fr9qoe3da5FoEWgRaBFYEsEpr/41ySFAI4AQWlLZctW/rNyUfCqKBgBTICcz3oQD+g9EpDroVPYsgK1rNAsuXCBFSixrExE3ae65rIAXkiVGsrQg8n79wcGgkCm8zNZfRa4acgruAgANvgpgkQUqNjfivNGflvUv4Z36H4FPvXGxcXcXT+RhTKJXC+Wl5PPFzeCCAeT84vIP0x+SKXLVTtCIXsj2GZ7an17v9Zr//E/vhOwm0+OVd7hof19bc97fn4hQBuWwdgmA/gyDqlEzhytzqUrO1Lgnvso4Aggts0vj8FQOReAGtbOKFkFDQWAORaok2pKQG4APAIRQHFf+XNPTkhILFAosHcpG+hQnAJD44Y2bbg5nvIBl95KnuV92TDvy8rZFs2ylZ5fhsV2ltErTYtKzmrkGAwsoAGTVqYagkpxLTB/6LyxobzlfcNHHbLCXtvq4TACj7ypvdKUXL5hxwyADYVvAuBU0jIvAcmot60wKRPDKm4AfoSjgPiIcZfPdfDc0W0ysA+A50UQRYiQXxLD8ry03/lnmbcAfvqFCjxU0cCpgOvkxg419LXOCfJWH6gv1GUbaX6KgpnzJSzIY6xsS652JAhnfgOSQwEdClkUvFNycDs+XhFhsHwoiXDCyARdw/Of+VOc2x2kmxtgdii4qRsAnMCTh4A1bK2V0la7dyBy3UKZMUhA2YFcxt9ze9XV5/y8gHDDzCgjoW7+flspGQO4nju376Vjafoc47kJhHOOJgJnLkUcQ+Fbw17PiYGXYq16zjkTeaoDevcQtvQFaFzakuWlFbXPnwrk1oB9OG6bFKO9erWvlwftXHMZZ8eUOeh2xTmWCuDh/Nh2Q7Tep9uQe9jObX93D0S23Fh3/SsK8/JPfiT53Pn06ULXF4ZWnxem3mWFjBbp5MaCDK5nH96zqEiDWp6jDvub9Y0qgD14uz8Y7Ntx9wPcpgDedea0/VoEWgReagRuA+AGfl/CWH4dAPwUkRn7rP5SYHWsHVu/KT1FEB5Rxli7M35j+z22fw8tf6zrg/Ev93px1O51NoAwFue3/X4DwC98/B9wz/fCe/ymmt+u329quFtnWwRaBFoEWgRKBASAlc0Sx2cgScnDiqqR/LtzKXlnAqeoH9MuOOAPPrh7k88fUaKuDFqFDq2CtArVkIx8wcpzKzUqKuCwcQbi6nDde1EnddzYXlagSwcBgAsPNckAIAEYsR8OC2SgDv+icp0bMpKTFrAKNLlSW66BV8WaGaB1JgBsuGKAKiAnKHgm0fPn84PJxeVU5QC5Bdak/iW36v6+IJ1tlcMGdzJdTv7T3x27HVhFJ7y+xKL68tI5fMmFOjsJ9S1bwMSAEcBwb+rzMXEorIL+04cEaMDFA0h0dQMKAL4C8gECbYsbaj9DPkF3iWwLgL1S/bIGtoI71NTkwjWzKve5eSNC3lSUrsQbYG0IZjUdimBssKkDm+6J4kN+3xoAA/oDTtqyV7D82hJK2ofqFSUxCu6A8JRl4Kn9gM7UFwpj9UXQdEE+Yqu8C8CM6IXattj3JsjkOBYU9IrNgMLAZZTL9IC8rIaXRamOLTbgC5hLDmUUwWy2Gu7snnsoXINNYpiwLPMPk0M61dgWotr2OWA99uORi7mMYAHnAXADumExnra9LAJgTHrk7dni84z6iC3bHmpr56WOfNC8fjgLsA8Uph0B5ygp7KL3Rb5dK+dQeZYRcyfU6ga6BQAbyJPPVkCWhRwJgFmlsC1HLZA78t8WRatt3qPcBIWRSzxhdi5ACCDrnuq8wLo9Lcd5LeGv30+V7eA5Uw98+1jX8JT57bipr14MUsbB565f7xWztv3u2tOrnWsQnW1x+woE7mDowPo6AXAN9TrBbgWAa5hcA8kejgLzd3tAnv2r/8UYPOIZZSQADwC8/nDrOQBwxjTmb4x3bg8GwKUAA+CPAwC8XkXpsxYAzSaT96dhxZ9bA8AbgtVeahFoEWgReMYIpDPFVXG2acrfZwz2Exb9dQBw/aVhE6gde9/f2kai8JYB8Fj8xmLnb5Ulvrvsu2kodo3/Q8sfOwnuqn/3OhtAGIvz236/AeAXPv4NAL/wAby7+e36/aqHt3WuRaBFoEWgRWBLBKZ///9I97rAilggdH8hCAnIQ6mIVTAAJZSAFtNZKQhcAI6FshPLW3L1Tm6Ul1Ug8f0HPXDfl0JVEOvyUsBKbx0I3gIwsQimWBiEIZdlsD2UmJ1gFx03ZoAweAuAMaBFWP0Cw/j3QnluUSgfS1Zs+GrojIIzcgQbhNmaWTAbxay9Z7ltPZ5cSzE6X+xNPv4gyKm2L5Zzw+t9AdST2TsrfwOaXE+O388nf/vzE8FQtYCcqVYvhuox7KIj3+vxSYFfrjvsqAOmRbvZ2I82GeJiISxravdVL8yUqxJr6dwcI4A2eY4B2gUAp3IXSN8riQVb9TcZZTuFq+uOtsTYxQ+83cpilQe8R7V6fQ2VBgBLlWloe2gAbCtpxd/gUAAtciTTrijDItkgoaG4dRLbqJPyUGYD3mj/pWC5XwUMo4RVLBi/IOIBlB0LW2kTq1D/5g0Uxy0Btyoc0BsgB4Ut6vBQVlvJqvYizsViXFjWKw2oj8UHbNm2iINAJjBd78ecjvrqejlmLtgP0MeKOvLSDvLXqhwrx4vSuRtD/Q2IdEvV4FTKJxRk/Eqq027cYXYrxQUoS3kdwFWcEhZPNX+ZM4zd+oPUUI1HLt/YmMuOa6XStYrZ8Jz9iQkLIJibPTTsQWoPTLPMDoBWz0kKXy3xjTj3dSSQLNC+BCDt4TPu0c5yfaBtGqT+ehD9SGVwAs/I99u3MfnmUBmc49CVp7KsPN7wHCjz/Q5BbwLq+vUuJuUayd++lpbYsJiibrfhr0FyLHDxGoIN26Z21bsNLYw9XyrAi4K+zhGcx/r6Vfe5WwgRe+QxwybFtay38NxU9sZYbgPAm7vdzZ8MzE3nqx0FMecv5RrBwiI+c6LOvG7GZxOK4L195UR/r4UkyvnOludBN16lXZEFO67B9b+V0/btlt7jocDYDWZTAG+ZCO3lFoEWgVcVAX93I31LB49eVfdeZWe+LADeBN7qLytj799nCMYg366AcqzOsXq6byRjBT3B+2Pxu6ut2+Lx3P3btfzHhie+k993G/t+d9/y2v6vKwINAL/w8bzHvd4L7+mbbH67fr/JYW+dbhFoEWgRePMRmP7jv13dnH8WXBN0ev8dBAjYpYfr2o6Pjw3H+g/JsLJNmJgP3q9WPJSXBbMOw3ZzdgoQ4yE9ewiaCWwCv6z+5TarUBosdwGcqDG59UIRSF7QsMwlZ6ssmgGfoh0BqwBCAVQAqJeCwICPIyl9T06lzhTji9yggpdS/toSWAABNaLVv/Zfjj5OpkeTP/5eZWBDLQIeFsTA3KPJkRrKg48DgbYP30vVfAqsNDEssUjQINWjgOWewPFMarPMwRkK4EJ2RHhSzYj68hB1JhBVbUIBHDcIHF9yVRrzxc02ABiFtPP1FvtiVM3Hx2EjXG91DlWXqIJRjFqJDMxW4wDcCfENgVUWeWBXy7j5xWKbBQDA/x4ApwK4B8CUGfbTRRXZgeaA85H3WLlx1c4EwGE7HeActXOoXFVGkUQD011eDYAZKs+XsGe27XWnIEFdGOBnVqy1AwBrQYIVyLQNi/CYVzlnrRo2yAqgtUINTf7rKtFy3rQl6EsADESmX7ZpLnUD9AySu4UKMb+Zh57reuAZcD0UwPQHcJ65egPaVZDeAFjQ34BWrxc7YuxuU9l5o/nruUysSryiMgB/WGnnOZtobAiA2b2GpAFRaWsBrQnI3JdcALI+5xK2xnyL9/K1GgDn+Z4KdnZGvR+W032ZGQcvfigK4l0AMDbu/UKBKK/PFRz21UMA3CmPWRhhBXr/8GcT6E3gjMq3BuC1VXW2wQr7DijeBsCOshc3oIVfj1tGYxsAzjo8BUuTE8wmAObMjEUsXJ+innp81pTA9wDAMb7rwLSeEdlm/h0qbTdZcK/PpkEcChnvLnN2f6ABWriiBUtnn+WeoAVHwzhNZfHAwgk+h07fy94fS/sSj7q+vK9vAHjTKLTXWgRaBFoEniICeQVngV0DwE8R0S9ZxtcBwOX+aq2jNaDb9v59IjMG+14zAH7K+I7FMcfkofHctfz7jP3T7dsAwtPF8jWW1ADwCx/VBoBf+ADe3fx2/X7Vw9s61yLQItAi0CKwJQLTf/7N8ubTD0tDkJ/8dDZZik4tlWsUkDQTAAbABtNTXllZQidoRCXqnLx+wC7IKgh89kmQT/Dp3QdZ1up+j1ywPLCnDKsLbR/Mg/ywKb64OBcAFswCVOibMrCZXKiL+dwA+PT01MeyrSQlXurJ/75y7Sb8AnjZClp+x6iHT/SDtTEAeH65sOo0FWQGj4BCrH2nUjpPTya//91KFtGhghSGFmRcqIwTwZMCOUQtvv9ealSAhmCixXtqS2dLLAABhJgCuI8DlF4tChzV7wadUiUbAOs/QKRVfyoEALYQKAJWAMLopyFnAX754OVGJDahy5FsjA9VVwIos5vSVtTPqGrzuJVtl0VKCtPbExiJ3LGRS5ZtJktjFBlnZwsrqwG2iGGJFa9fSGWXFtBhfR021H6Qp3lC/3pLaxSbwNXI58vccE5g1QMgdU5dbZHXN1TBgLLYiGOCx7ADp9xU4hKvpeLKGOVmqKVj4MaHgnLURyxoAwCYXXmNHMRII3uFagFJ6hBzGcge7YqxYRtCScaE9lMGADBjDFjUXz6mfkwBkERBC8idSLHIFGYRhC26teOSXNUooUlSrPciF636gQKcXWxjLPtzFNLkufaigT2fm2zX5B5OwGe4X1svc44xMVDua64AkUsbIy8xfS0q26K6DlVzbGugUG0E9htUYh3tRQixjwGv1cODMalAcJ03OHIaF1W+6qHcVHlnEcShzr2LZbfxuWFw18QS78jTHWOXVselXQVaD/tU968b49KXTcpij2tt82yr63VAnsc5X3gZO+YVqL+O61osmKq6tjCmmeN5qAS97hq43vEO7JeXexjd5/ilHWGKzr/RXprNIR439zkKGLOAvgv4ro9IlLtt2waAh+Paj0ss1Lham1/ETKpfzbvPH5fhROCLcSrM+d1XaM0tAeAP9D/62QH54TzK8rtzv4zvFmW2C7vHQ4GxG8ymAN4+Z9o7LQItAq8rAiwcbArglzOmXwcAb4pPDYC3vX+fuI6BxYcCy2EbxurJ/Qf15WFP1QxXk4V+AwB45/7tGr9h3DNwDz1+U3m3yxr7fnefGdn2fX0RaAD4hY/pPe71XnhP32Tz2/X7TQ5763SLQItAi8Cbj8D0F//2SbxIylsBwNmp8rJKtgu8wp7VgEob3Gl+Pp+c670UYB5IJYvi9kTHGFBJofjnP58bmLz/7tiKyrksoG+KUjLUu7qBMoCKPK1YIM+sOg0AagtkAJkeEqXtcI7QhWDukaykyeXKM/t8bg9kPj//7P1P381sXwxEwgL47OxsYgGmNufpFfA8VJ5acO/V6mDy8c/Xkz9/ZAepykQTlsvLAJTlRnlP9Ozv/hdRBISqOmy/QGAjNUOUsCOlDnLgAr9vrPwN5TKKUfqdsMv2z4W10X7Up5RxhD0xf+vYtHAGOBowAqBKXlMAsNXSalefrzZzBBeAXu44AMD0n/1DdTuzBTfwIvMTpwLz4hw77hu1V5apgFQiJLgyZyFAAYD1mYKSGbvnw5Kz2H1S+8mT7PmhIigHxXF0F9gLQAUgho00W6oq4w/6T70B0q3mLvJI9udnCJiASpdz5LTA3oCszjfMgCius5MA0KG47ZWxtCPyFzM/S5yxky4NC8VkwsVQqSZADgV1n182lcssXNjPnUrfDNoFgOlH2Cvzb1hfA2k9l/Ua4w6s55wjD3QoHcmlrHhqXy+M0ISbO+evfjrbY41BWVjRQVmYM/1CNa5KD0o/LIYvcUwAnO1YVwf3Cwx4f6WJ0OXE1UB7kQEqZbXZuZFvAeCIXQ0OmS+p0qUdzGugLgA42x3XmQDACbQj33TMlYTN/Dm0fM7yvKPHqs9HHPOsVxSn+yRjFUrfmG91O+qb9ljUUGCpIXjO3SjXCyTUZqbqSi/kuWob6cHdf1piM+Y1AE4Fb22rzFy3xXzP5qN7JbZ1budsX4DdsLUO5W8PmJ8KAA8faNQA90sAYJ3pHsJPAsA4TgwBMMp72nR4dK3PA2u7Y06VebTtfj6t2PO8bxbQMc/b1iLQItAi8FQRaOMlgUQAACAASURBVAD4qSL5ZcppAPixcd4VQDYAvDnSu8ZveHQDwI+due34x0egAeDHx/CrltAA8FcN/3NX3gDwc0e4ld8i0CLQItAi8C1GQAD48w2qWuDTaoXyVs3Uz8xq3MiLOr+UUvbsIqAjMMeKRAEvVJ62XQ6wdyHbZYNPgUZuvy7OUbTyGxA08rey9RBFqlWRkw8fUPoWVGioEka0zpFansRzLOD4UKpSALFBaYGOl0rQiwoYqHJ8dGLlMgWcnc3dJ5SQJ7JYBq65GgEBcvp+/OFq8sNHoKXK1PG27iW/qv1Vl+7b//S3fxEwRceJH7tc2mXdmX4/PxMkLepQALDBo5SxoXQNcMUGkAaI8sMWEDvyxir0BVICTgOkLlGxakPBl3a1hj+2qkYRvRCgR66rchV7rLMDVAK/Yq03Sm6rgPUG4wtAd1tKowzBaCOAX3lup1NZNztGhx6DsLKOHMQd6FPZx4BKWDJdoS72w9IZZavVlwHzgcB8fwbsUQ7A2Qro+lkHTdI+tOFcMB1bY5SfViJ7SsR40HMeRiWoSftn4oS9NPOHXNMgZyAy7TpSPmP31/VHHwKgAUgDRK494Crxo62peKUfhnlr4I9+lpyoJZYorGtQTL3kxu5zHvdKYSuD1UAU0hyTMJU/0iK8txO3l3VR1Mf8YvMc1QaEz3HwvNLkJLdzAqz9QhATahuul76wSOCa80b79CrfOmYA3lRXxuuGyvohpti8JwBkP9usl7JC8VvaWuLHnwFyq7GwHggQS07xAuvK/pQ9BKB1XuCcyzWETrv0DvB6vJnzAWeHilbiGOfB7VzHjmeBvEML6D4Hb+yTANnW1Qbt0SePFX8z3wx1Y8FGvucdyrjFuPbt4HzCuprrawcmS8DTDpx411sXW7Up8rivb2uxqihn1lGfm/3Yxlzrx7MH87l/7usxLv29VfkOLwwfmMTVjq2X5HKOn50ph/qlk5B3bbMzBO3UVXN2ouuUfqa2ne8vOLsqmrfdGN4CwyMPCL71G8ymQN5hUrZdWgRaBJ4kAnbbsZNJ+T5UFjc+SeEbChl+zuYuY1hpgOOeq3mt3I0R6BWqmwE0o/fcI/RUM+SpynnoVBmrf6zcrx3nsfbl+w9t57b43FXeLjHd7fix74f1Ass+En3948ff3dax43eNftvvcRFooPhx8ftmj24A+ZsdGj8raCfeNz0+rXEtAi0CLQItAs8Tgek//urihly/gDkUiwEm9fBchC+VgnPlycWulw9Lq8uKWpe/O/xguAYIFJDEklfg7OzzItS8oiUH+9DTUGJaKQtU5KG+/v7x9z/q1J7sQ/1hUwwM6fPf8jc5f5fLuWCm7KmLYnguFSh5i69kEw14nenp/5Hg44XANbbRgKmTk1nY15JPWITmYn4z+fjxavLb354JsKj/gE+grZS8YZP8eXKkfX/6k+/Vx2sBBeUZFlDkdopnVigZ6AHWxFY3W64q+2zVdyJSDHBOKBSQj36tnAvZ0BToiQ2yjq/BKG0MABzWxHsGjWXwDZDidUAwUNexFlhdFntu+oBKEzthDkPpyt4odhNUeRwq+En7rPJeiIpTJypdKe3YEvLV4GQ2A3AntA6Y5zy4AG1AvdTkWCXTthXtElBlzqDANgAu3XG3CgBeaI6dn4cVNcppADMhxUI71JSh/ET9SscAMahKvUBBluE8UCQOWbrrMIiLOCcARrke/S1AEGPp8hCSBQ+MTyqxe9Vvgd0lnszBtC13NQVsOqcxXSpKUeeNNuidWgEdltGMPUAZtXUEgrYA0DknciNezFtso32MfhaaKwmgOiCoWWj1vOd2QFQAsNWjxE0HUla0MyyMC5cMwK9zhtJTZcx+xDSAfsy1PJZ/EwDzO/swr+IYxr4Hg7b1rp5ehAMA9QNb12Fsll+rf/PcoW0JX2ugmgsoMlew4+4TvMDXjkzmYouY80OrZ8hsp/YuILhWHtcAOPvp9hKL7E83z4rSeAMAZhysQd8AgBNMJxjOecc1ZgiAsw0A4FpBnyB4EwC2lXKxbvAYFGjMPM7fuzGonlsNAXA9D/p5Eb99aQBMzvlzORdsBMDq4/sPLFTyLCyLPuIiemsBQJknQxDaAPD6eZ/j3f5tEWgRaBF4TARYoJfcNz+PH1PeXcc2APxckX3OchsAfrro7gIr7zyDnq4pG0t6bPu6b6IPbGcDwA8MXDvsCSPQONQTBvNbKqoB4G9pNG61pQHgb3p4WuNaBFoEWgRaBJ4pAtP/69erG6xYDQmwz5USFAXkkUDZDGtibdwiieXJWlegFUGieNLRkWyTydlZnvxzPPtHvtS4qZoL/gGsgHqR0zUsVA2h9O/Z2aXzuAJnoxap1rANLnlRUXYCNlAcAs0M8gRAI//skZSoAn4IgVEV6D0AMJbT1IMyEkBzLlUyfwPJbFnspKh7BrKfz24mv/n1D6pZZR0L2Fqdi3WuQJEg87Hy+r5/rxhgpwsEnh1PTpVHGJDjXL+qeKX+WhltZSYQVEAXpfLhTBA2ctk6huU+02pANSPBVSpR2Yf+8GAM5d9iIciNalftBtSwP/Aoc4mmRXb0S2MhQE8OYTYeeh0dCg4DyMsAEm8gL4AeAMg+Bwxq2awGRb0IxDaUDmDPMVYO64ssilY2QC6AFvttAGIHXbu7GIBT5K69FhBnCzAPAI4KbSMMv7G6V4BUZaFCJmc0uXvNLNPqWuUeeu6QOzhAI7k96R9hh20x54DOwxupDqYppivslJFb08sCgKkjHkJqzkiRu5a31bbJqMIDNEcu4xjIVMx6PAsATmhvOGw1bNXXkveX1xPcpXo3lNZ9rueEUVhEdzbY2ufS1tFRZiqZUxl5aNrFOVKAaRnXabFgz2MSADMHVzyILWCQfq/3PazCewVwDBzXCsA+W72ggN+B3L1KFJvtHq5y/u5rrJ1Dt8Ql4+W2eT729uBZPudTLCpIy+Z1hSzzLOvsrKqTcLuQUB0nUE5Ij6o+lMe9CtxwtOpbCWH0tTyxTvU81uwB6GOcuc9bWhXdW3Tn+ZfzgIUFtCdB76a8w/V8MixGAV+gbX2z4mU0FdStAbDjCfjv1Ng8cA9gjFtAbjGH1h+Ajd0Qbdt/CFZ3VdrWMY45uv5KrwDm9Vwgoeu3LiufPsmxQjnYc9xjHsWgf/edPnOUB5jrNm4V2Z4GgNfj2xTAwxnY/m4RaBF4zggEAI5rOQ44z7k1APyc0X3+sr+sBfXaN76Rzu06b8cA567lPDTWY/VvK/e525X17tq+XAa7Y3uz2NFu7AiA2a0ra5c2Dyrecvz49+3S3wcff3f/Gnh86Hn1tMe1cXjaeH4zpTUA/M0MxaaGjF1/v+nGt8a1CLQItAi0CLQIPDAC03/+tTVusm9ehCIQG1YezOjJ+8npseyMA9bycyEAeClVLQAYkAYozKX8fJC+exdgUCzS+0GIrOoDyAqumT34wU/cHAH8biCMtEAPgqiZPLXHs4AqCWtoVyptUbJhUQxQxEKXMg2AgS96DwUnD7UvlTM4oAiqSGoLuHM8E5QFHOq1cwlef/XL36sLx4K9p+qXoNUkFKczQeAP36GEXVCCFNEATPILR1nmJm5j5IMN0ITSVPEheChSBdFR9xKTFHcaFlrFHJbTWB67HB1HTEORB8S7co7YEFgCewLsAbgDHGUeWqkwycuqQbm8RAkbm8G5wX6AugDAUnXafi9Uqpl3uYOCasdcY2pFrcEhsA31NP0gJ23Ue6y4z6VSns8XtoNOcJhwm9gCAxfqI6A2lZ/kME6AhtoW1fah7LLhdcRnLlV2KCSpGuU3QNNcUwsQYs4kgAVCkrOY2FldDZBLAFy+dF+TR5mxd//31R7GMhYBYBMbIK7YAmM9bfAcoNPT0hOnp4ehdI74BuANgJb9Y0zrLfchhs7NCqykXgNlIHvYhAc8XQfA2NkeoWhOYK59FliN02a3O9SkYZMuhTcvoK6ubIc9Rw3HK2VyeS7BWwaSlbXuIQsqqg6kXXPMp3iHuNPmeK+HwNmHXmWs8S0qZA7NHMhZPPvXtvChmo6HPAbtOASU2Lq/+kmrZi8eMFCPhxv5kDDBaleHzxlcA3rIm3mGUY/H1j8gSfvlhP3dwobKnpqYOx46zDm9gb+lqAXW3hRnG+ceJid8xvo7+9LHIerPtmdZmVuaBRl+j/qq/Nmcxcy3WEzTQ90E9mQyz3I9b8sD96Hid1M7qilw69f7AuO7ytr0Xpz7/Zhcpee7d44c0az6IP/vxx/4zMqc0TEIHL+3f61rN9dqAPDdW87rXfvVLKDvO6Jt/xaBFoEWgT4CDQC32bBrBBoA3jVS9X67AMqxckfJ6VgBO76/a1vvCYB3rL3+/r9+yF3936XNux0/BiAG6zNLE6t7lhFyuH2BX/99eedQtR2fLQINAD9baL9uwQ0Af93473j//003sjWuRaBFoEWgRaBF4IkjMP2HX97ckCcWu9EDwTigDXlgbdurp+fv3wv+IQQW97hQjtbP5yhjUQEeTC4vdCOCIlJfckLhKfiqXSkLe9hQ7Uk1eCiNrdTBU+XXhUgZHBkgCUxoX0AiOTqxDsaOmnKc99W5eBPIBXw8UtsuLwW8pNZFwWjXV4CQLXaxWD5yuahVIxds3OhQH+XRH0QHN1KOrfTzh9+dSwl8reOO1bJ9vUZe4n0pfSeyphasUy5gSkDxbAWx78iAlAH+nMus5O3ExngukO7XC0AFfHNcDYCBUPN52C0HMAuFmvMau5ehesQK+YgkyYaQZeRdrsor0jjva1gGUCWooTClmdG+aCfxskpa41rfdE4FS9jrGFWvgNal8momJKYegOuxVM8IZyOUQBjyMAcoxoqb+QCEBfgeaQ6xoWJ2bmQU17RYg3QogG7Fc3VvjEKPzl1fBajzQgAD9ACwvEbsyd8M+LnUHIT7HZLvWe2K+RbxYo6l4tdqZ9uCZ/0oqYGLq7BoVs7eWo0bCviIDXX1SsEE7wF7Q9VK7l1NEKKh8nKr1YX17/18iDmf8Y/FEQFHUWYDrHM70JxIu+R8jTG3ipOFDyUXdMyrmDe2yCaGFQRmt4XOBXJEp10z+y5Rrpe53NWJYr0cmzluuwYxStW4UW/GNq2nO2Brm+l+54Tcw7LqMgK8h9qVOW3FuzsXoD3UtqEQBo4yl2vwS9m12idtlQ2hy8mT76/ndI6y2ADybJ67lbK4zhHs+Vv2XwPO5JkuT2sS0tdqYtpTtzmV/DludVl1rmIU0N2YGADHnOG04nxjI9fvEGQOHyxtU+QmnB6+n+fo8MFEPpDaND/q8X3Q75Uddx5fA+DMe814cr354U/Ksa3rhpXOeeJrAc/R8d7k9H3MpwTA2x60dXErCzuy3mHu6Xy9e6CWYLrlAH7QULeDWgRaBN5eBOK7ae8S9LUUwI+N/BgC+lL47LH9+NaP/3oA+Kki8yVnylhdd/Xpa83YbW3eDaBu79Gu/dk1ZmMAemy+bD5+HABn+57i+NttbOBxbNy+7PttPL5svJ+9tgaAnz3Ej6lg7Pr7mLLbsS0CLQItAi0CLQLfagSmf/8v1zfn5xeh0pXF8VIWy4cCaShzsWAmNygK0xug5aVUq3qofnIaytD5hYAUNtDiJjOBWxRpAdF4IG8pl8krD+5PT6XalcISAAzIQpHmfLUCcYBEjkFh+8c/fJYqVABWamIsY6fYR1NSFqf7IXISY0+b+X1pO+A44GTk+Qxb3WKbLJoBUIrcxAIGUjVjIgz6PP98Nfmkn+tr2Shrv0tBw5nsj//yx/uTn/xYKuHP2FBLDS0VLNDXm0EFv6MnDQAMbAY63xg4oUJGwYraM8AiSuBUDNLfhKwJgF1sAXimO9qwlz1S7POmoLs5MOTtYwKQcv5mFI8mN7wfKsSEavQb6IQN8tqXninQMW6WiX+oMkPhanUzFtDk5BXXBeDbwdcWx4xDAFMAt+G3FhIYWlo5HPvtd6Bcf6s/V0BYWlVgq8G3qZ6P6sAr8ePlyMtLHDVzxLuok36kAph4u0+eA72FMAsQlopJwjpigoISsWSMQ8QQ2Mc+tNs2zNaha4GBxisALFM4rJ8D4qnP+s+W4WofluRsQ4B2CwDnFYBxMaxaJ077XtAQABjr8GkBTAm9eB3wyXhgVb43BWTTEntlR19sQawdUHerDgCk1kQUpbaU1gXuOod1eRBbtyMAa8yFGvDF4oTeetl1ea6FWrdbuFDg9jCXb8QnA7CuGna/cg7k+WvL8wTvceDBPorOuAjkmG6yfE6gmUrdiqmHG0HpXw9gQ2nM5vzc2pg33WMX7V8D4ADQPQTOvNf1OWXAXNTB7p9t8ddz9tbzo+5HbQvNsULhHhMU8L6uDgBwLO5Qu0uDt4Heba9307LEIPtxXwCc16Yc5+Hf/ejf8VsHgAP8u//dxInc0cx43mFdx8cflONd1vGhqo9FL8znk3dajHSyGQBvA+VDZW8DwDFO7QZ5p5nbdmoRaBHYGIH8nlMWNzYA3ObJPSLQAPA9gtV9a63vLcY8ULL8XYHpfdqzy77PBYB37deuAHiXvtx/n7HvV9sVvLt9P+uP3zy+DTjef8ye84g2Hs8Z3a9QdgPAXyHou1c5dv3dvaS2Z4tAi0CLQItAi8DLicD0v/7j4gZrXGDSoSx6yQLLw3SgBTlbyXXJI3Zy3gI4Z++k0D0R0BCsksuyAfCh7VsFhKVqXYmOAGOxPw4Ai630QtD4MACdXpgD5kRm3r17Z7iC7bDzf+pe9Q9/PFP0BIyVe9fQVWA21ICof1FxBtACNncWsAI7gGoUoQnMAKGuR2AWGIqF9IfvjgV5BJDg0ipnKUvjS9kO/+nPc/0r22oUxQdHE3SlP//JdPKjHx0oT/G5R5MbqdmJcvJaDg3zvXGZAUtRwNLX6mbSMAMYqjYLkpGi1VbN6iN2v8BGoDDqab6EsI/VnQDvYn0MXAw4FEAWMA7uoy7UhIeUhwU2fRGsD4AZiATISO3kKQZ2Uw5QNMGe7VHZx+3Bjhr1NOMW9aOuXpID9kowUcARxkRu5LBVxdg5AHjkAia/LhA9LIVdt34Ap/u2olZEaaPGXi0PK2SDY1HlAhH5nrzm9kqrbVMdEJjxZLyulpBl9UPzFQtw5iWQDwh9dFysuXUsAJGYRDtjCxVpzJFUnhBzgB95QiPfbAHP5KRV54DwQL4ExamwRlFbQ7fOqhd1JlHoVKJpzxu2zdGOAJFLe1dH+/bUUc4FDrbLbRED9/OZnLycBwQGy2dU8Ch2o3xA+ELlAagpAIU+5VEOCn9ifVhyQjvPNA9ifWQqpE3sPWZuT1kUkIqdOt9tD5tpD4sbWBwRANuAEvhZ+klZCWWpjzj6tYFKOCITCzjYEpjSHBaKuI8FMMe+oXhO5azBqdebrD/QYW7Uyt+6PUMFtONf6uly/RYATNmuqzxH4VynPV1Obvezt5uOOPQPXbhOOuYD0Jo3INvApAEwsSrXme4Bga3n+7y+YwrgjFkNZrMtlJP5grv+labX4D5j59hzvlbQedf6sx0b/92gAO7cArg4cK3Meal58fmTFinNA4wzb21zrWvDhw/6LDAA1v5b4n1rwUZTAG8ekvZE6s4p295sEWgRuCsC6wC4+3zlezn/7ZwD+PaiuV3ivi0H8C7H3rXPGDb6Wjjtsf361o5vAPg+IzI2K+8qazBjuxWQ96n/IfvuCIDjdrNs9+nn2Jl4n7Ie0r+7jxkDEA0AP33MX0KJ7Wv3SxilHdrYAPAOQfp6u4xdf79ey1rNLQItAi0CLQItAs8Xgel/+T/PbnhIYnUsFrqCfSg9gSEHAq4AYJMuPYBfCLzu67WDo2LjthTouwFcQV4EUCUJBgDPpCQGtAHhyNV4JenmVNDKAFgP6QGVAdfIOSoArHzBKLqwZT4nx7AK2ztYRg5c/YeqEVh2JGVuwMk43h/eggYBqWRjXGymgQSAu4Xg4KdPF37IhGXvu3cBYBMAi4tJ/Xs5+eMfF5PLhdomleGBVLB7Kv+vBIBlcj3ZU38pH6hN+xN6ADxRnkbOWqBw3GiiDDbMIz2tgVqoj69lJU37rWJDRQjQFtCNvMihaAvb7aJ2FRskp2/kjQ2gi70yilrnGVYh0d8AbKECltWv7Y1jf9q6wI4bK2w2KYexXA47YKyOgZEAwsg5jAIynVSXOob+rVZYzobKNwEwfVoB4FUB48D4HAicx8MalhAErCOvMSgQW27Cc4GCXHPLqlErvlF5F2jL+Nf36vA8+laA4LXagfp3ovmWABigeaU2Oi+wjmV8GHdPC/0AjOsb6FBQRp8TSgIYgXkRo7Cc5l/iCNjM3LW8zA981XCwamxt5Zx1u9ySt5nKEuQnYOY1xguAGqrpsHym/d7yuWmXzzhU784BTX5k7cCChxoAzz0mOrAAYFtC2wqbcwolt8bBY9M3n/nn+VNslTNeZL8G5HpO64e6c97wmtXhBbYyN2JBRW8vnsrgVL3X+X476Nnl4Y0us6gizo/ImRznNfM57MsTANcg2JCbuVa9H9bzMZlY/JFb3lTn2Mf7PfmrbwbS1tr9ry21S2GOYY4v+wCHPZcri+9Steccc4fLZDkVsw1DwJoAO+sMBTDX2QpAe4pGQb7GVHWOKX2HALjODVz3f9tz+Tz+SwNgrjm1BTTDdna2kgsFA8EkjuuKzuTJ9z+eOed8A8Dd1N/6y2MfMI7X0PZoEWgReLsRaAD47Y7943veAPB9YvgYmNkA8H0i/VT7jgGIx34/awrgpxqpL1tOA8BfNt7PVlsDwM8W2qcoeOz6+xR1tDJaBFoEWgRaBFoEvrUITP/z33+6QWEH7Ap73FB6HhQoHGpUQQ1sTDs1ZSzH3ROcCVWc6URRXJJLWKDTYCKgLjAM5S/l2j5ZRx8WVd+VHt5jH7xa7U0upDAurFn7YC1L2UX1KEIKIAMmLlfkIQYyC0xK0bsU5KRMiWe9v9V3RW5JTltAMLCR/b0BYmB4auCffriY/P7314LXyrd7ciwVtGoWGf7ZTwXkAMAARQHTYyyc7fYsq2CBLuoE/ho+gu9sFxwKwdlJ2DYn5JnPwyaYOFm1iXVvUf72YBA74YBHHIcb8OUFCtzoj3W9jhkqScE4vQawRYEbZYc9MkpjcjDvaTxRP6K4NDiECxZL6gNZcR+qvexbhLxWnaaaGKDr/Kw6zmOnwoF/LBLIBzKoqwGLbFgrHwpO24m2PO9DbUw7UHnY6ls/KJ8pZ7FUXBU2FgoQX7e/enaRzK5WGK4Ec4kjSt2AssBSAGfYPPPDggHyf7J1wLa0p7uhqqTGaetcRK8+DhUw5bvNBSZnfLNc70d8Sn5hW10XkEq9cT4E6Lcdd4F1qbn1l04WVACvUYKX8yXngmOq8uZSVqNsRCl+zTjqHOpu6DXP6e9Bmee0BxtwOm4QWUFQ6ghFaijB63j7fMde26AYyFoUuo5vKMSxe3buaFTRKPUHz4pqoBoq5SjHKuQCkTNWQxVv2KlHgb2it59HCUJpVtpOx4xPK+8Y6z5nMGrwUMZ7vDL2BZJ2eXnLvBg+YOnrC4US/wOEE4dbsLZAYMezssj231wzM9ZcCwrXzxzYMU9KG8vigrq9Q+VSp9zPS1g5X/pzpT+BrESurj8xb3tgnO3LONb/jt0QDcd+GJNNZa6Xv77HxuOxwC+53+u55XaX/jN8l5fXyt/ONSiBvxaiKM4fvtN5kfGugHuMU86L+Hdo9Ty0gl67MLn+9ck/9oBuazyGdgdrQXrMg9z1GsfGc2y82vstAi0CLQJPHYH8bthdP8v1vq/nLuvagV3DUzfuGypvTME8dDwZNn3s+G+oq0/clJgjeR94u/DBl9gnrv3rFld/f/ha/Rz7DvO12jUcmbF2jo3kWD8eW/5Y/Xe/P/b9b+z769jxj2tdO3osAg0Ej0XoG3+/AeBvfIB2a167Du4Wp7ZXi0CLQItAi8DLiMD0v/3LSgA4FLM2e+bhOwpDwEeRSvIlFEUgz6yBMNcARfUPCJkKPx6UczOxJ0AHEw0LXChH5CPt3VAjx+yBVY/kIhW4kv0yysozKUSRLF6pLPOb8uXJil5b8qKOlRJUythUXX7//anAItVE7lYDBcO3AFUAUKyr0xKXB/5YGifLXur9X/7r+WS+PJ7sS1FrAKwcvT//S5SHy7BxLZbGtA0QBzg82CMprvYtEJBYYW98hBX1DNBGOwIUJgDeUxs7C2JZLtOmhH4Uk/l5Ue9eYWEtxbWKLNABCBUAGBQP4KAuFKQOJDbXAn3HAHIBagCgYZNVcaFYTbUwVtKH2MoW9XEqYomXlb+Sbe+JpsfNRwGGBtMlXy+toF8C5c6rS3wUJ2BiAhTqJe6Z3xVISrknp6cCn3PPLytYK8WrFxpQT4F3BrtOURzgeaF+EfvOFhswZ/j3/7P3HkySJFt2XpZW3T3zFGgUZvz/P4Ok0QhJA7ALgLAFF0vsW6wAbHenRYksxfOd4zfDM7uqMku1Go959boyM8LFdY+ojPj8nEteYFmPW2lcytGyuC774GbJ3eyfrwHHzWYZgETdtpzW3HA/PP9zEheEegh+ea6pjLStwbYGBaMcjl0w88XqWBZdaD4DLlHQWlTcoCBtYV9yRbMxzrZiB+wy1KjCGX+ge2vUKgDm7CvgC4xfUrcST9eVxQb0l+MB9P3GAoPYXy8CtVCbBihzbi/nBnYu6jYJrPzu4sfvZZm8UM92ADh5i6Po9bWkLJnVdxTak632ZP1s9wFtnvONJjrfdlsYUYCxztPax4shGpi9D2J6rPThHk4IBR69IGKKUq/o7WMX54QpxoxXzbe78utOix2mOcdv9f4qAK7H4/UofFnpHgDcb5sC4OWjPgee9XkPr1ePeej1RgD5DgC8unCA/hHPf/jlwouMMpZKHXBI6gBnZve2Oj4DAD9mtMa+IwIjAiMCLx+BAYA3i+k6gDsA8H1xHAC4fZPcbKK9+F7rwOc6cPriDbqnwHXtsXzonwAAIABJREFUXNeOdf14bvnr6n/483XgYgDg58X3tY8eAPi1I/zK5Q8A/MoB/jLFr7uOfplWjFpGBEYERgRGBEYEXiYCAsDzW+wynYvLqjEIB7ligR4Y0zbL5S3l9MW+mTyuQEUBNADPAXlcsc7lfX1+rYfxB8qVy21PATQDRisUBaL0RB7bYKATFsyofwFG+0dS2R5tydbzenY2l0JUx0fJm3btCwztWqUMmJ3N/vEf30tBeui8vGyBncl3ylN/wy/gpI43gDNcFMxyUtDZ7Fj5hfmXsv74V2ezv/9FhQgckUN1V3D2f/0fyX8sC2OpZbdRv8rm+RxSLSh0dHzk9pzLfjRKOxNYQagLgadtAQjUxrFfvjZQDYBDsbovyExuWoAlqmsUlWy0/fSM/MeyRpa6WUfYcpsV7I6BAK5zt+KpjZLYdsG7hsbcxDknrWMem2qnzOQw58WMWjI5cQVeBQ7B7wCTKDSjVgWiXcoOOuraQC/KJqY0E9V1a67rAGzHBhibaIEyW0gD6rC9DqwFHmLDG8vvWmjAYGWBQWu2rJyTwxbl7baAKBvtKbvrbcWfBQpRXGdl/4HUvuwJKOcz5iPQzje1mnAFIHkJfMbSHMgYe+aMjedOU+ORU9hz1v3OCWYYC9i1onaCf6Vo5f0CxuRS3mFuu/mx/u5BWepN3mi2Q9mN95/zvq2MaRv5mlVw5eTN/FEMtBMxIU62EE9Rbe5POYWZl8nNm8+viEuTOjtHswH3ZImdeC8ra2yx3dTVvTLWvdOJQ05u/97iZVV8q6MUwLaXL5vv1tb6x8C5FPu0qUHlKNZjO17td05nzYfUFwDsXMqt7MoZzOcG082Cndc8JAWC15brCtcH+pF3FwC2wC1W85xblNfaZVeDZvvsNnTW0D1o9O/T6oIskuD8am3IuTlB5Yqfz1uuU61cfq945nydrMTLIvz2nhvMVQBcNzC9xffKcGz0cp3F9LpCNgLAXSGroHkxH1qIf3k/9zUh7VJe+eP92RvlAHZ8umdvddyrAeCWo3hd/xefDwXwxqEaO44IjAj8WBHgu1flsC+3h+UeDgWwv+uspMlYnQUDAN93XvyaAfC3cK1YBz7XgdMv1Yd17byvHZu2/6nlr9abZwyP3daBiwGAHxvRL7v/AMBfNt4vXtsAwC8e0q9R4Lrr6Ndo06hzRGBEYERgRGBE4KkR2PqTP59bAcwfOAO7G0FH1LZWdibP7iXWzCgUhZvOzs+tKD0QjDoQwEJNeivYcSm1ImraW4HjXVnTGmY4fyWQJjkwo2gE3Eklu3tg4HQuuGjouns7e/PTkaEU8AI9MluBFbs3+54L0By1LHl9AXpYJwMQrwSl9b8F7GXvHfL62soXgIq9b4Cw6xGsOjqczX75cDX7T//540zsWnXszH4+OQwAFghGdbkloLSlRp2q7yhyj98cWdHs7qCWVllw8LksmC8EiQFzAYfkrE3dwDze54br4kKAW4AKgD0B4FsD4P09oDbKywBkwE+eAQHir2V7KtiJva4+wXaZD1N+lJgGRXzpbBAyuViT4zm21QJpWDerbRy3B7AUhb2UchNLYpA/cJH6XJ7+D8Uu8DE5h6s9sayeCwJbnacB5nPqcZ+b4jHgMYAa2GvYRentXrZucC61OACAalCscthQEC/yRWsc2ReFKQ8OA4AFnLVf5e8F8GLPzedoZQ9k+80xZfEMlO/tnuFxyTUb8MbxsUPOQoFSomYOtznUgKj7nBUTsfXW53MtXNi1VbjGX59b9dtXKOjDuVNfJpPDN20q62Rbg7e6mNtslAW8pZ7MHy1y0Mb4HzQFdRS8gNOoVuFLWETXIoxSGAN0DZMNQScAWm1wfe3ZBkDcYvmV5w4B1QL+ZaneztNSuue8LcV1QPFqGexzaWVx2lPqX94nNzIA2POte87inOK6xvhscNwnQFzlL2yiG1gua3Y/6GiA3QVo5pAHm3maBQKeDItx5nzinPBcBfwy3l1jKsdxIPRk852yCcCkunZObq6jWoTgMnzOLgPgmib9A13qLMU0C3EKANecSEUTtO/tDq0WXwl69YOj7Oiw0qdF2x/4xW3ytM/AlDJ5k2Mzbst73jUv+j3uBcAaGGL2/qPyzmM1Tx5gXZyPBYB/EgB2PJ8KgB+4aV+9EZwsTAnKIx7QDQC86ZQZ+40IjAj8YBEYAHizAR0AeLM4fb7XAMBPjdzLHLfuu9CmAPVlWnN/Kevaed+Rm7b/qeWv1jsA8GvPhG+x/AGAv8VRWdOmx9wHfofd+zU2eQDgX+Oojz6PCIwIjAj8uBHY+jd/Nr+9ujkTwJSSVuBOiGUBtNxt1JzAEd1PHyhH7sf3H2WTjIIUwCRYCIDSPc5HPYifK2fp9i6gDrgaO9mCrzycB17uCiofH0tNfLVnlR6q2WvtCzg8EXhFPtnnArWVaoNVAEKADVArqs2AFGAM8BUQYJFde7gOSCslIMAVaAxsxnqZo3f0RW3vQHkklUvyr/9WxwPBpUj+w+8OZv/L/3AoSCIQCLQrmKWD3n84l4p3X/Ar4DlWxoHcBtNSNgB4AZfADeesBeihcAQUCQyxlYKR+AGBnTNXx5ycHPjzUrXVfnX7d/7pIrleDZ6wxA60Qu15pdzI9M3gTOMFDAPAAv3Y90BAj7GKPfN8YV9NfcQTNTD7Yf1LfwDQdIJ9sUbe09iirqwvQ/DtWO9iCS77admv7u1gwxxbYebDlcbs1kBYQE/lYs1LXBZ2uHrhWGG3yxIDVRwr50A5q1YBhCqQdheUs624iO42MLzJiLlZQgnKQgMA/JuT48yXBjp7GFzg7Mbjm5v0qMUB5djKTjf4ye+a/aI0BTCTf3o/Sl0DeAAwADtA0KdOUxpjIRyg2Cytnd9asULh2gAwALwWE5SdtgHzyobSmfOAcaT/+y0nL11AUWslvire39figg7Qeow9JyYIV/l/Ec1bse153urUvyxYQIxtdprT0PPC6wcAwFLH10a5jM3qVkrhAn31rxcCuNwCpZPCGqtvxqfAel8m5zBQNOP/eT5i2uU4NKU450UWuGQ8OCdqQ5lcea+Za8TNIJofL5iYVMN1TM2VgqdRE7O45PMHPYt8y8Bq1XWhOvr3+oe7q0qeqqfK7Y/L+VorKCYAbFVyg822Rm8nGWC4Fk2sKoHrWvTZwN3xxqqq2OfMmudb9wHfu8rqq1y1vF5tTh3/8dPl7OxU5wNJAzTG797sy4GBwc4R/XxzX0vxvSx2z84tL3tf110Qfenze8rZJJ5L+zxWQbxhBePGdcNAjd1GBEYEvlgE/LcY54bF3+Ne8XvXRZXP73r/izX5q1Q0APDzwl7fm55Xyjj6x43ApoB2U+C7GqlNy1897qH6Ni9z3fe/oQD+tmf2AMDf9vgstW6A3+9osB7X1HXX0ceVNvYeERgRGBEYERgR+LoR2Ppnf/rh9s1bWR87l63yJ0rVC+wDZJInNbk3YwmNZS3QdFfWu3zXQTEKARACEfySglVwEmVdFKRN2Wf4Akq9MkjclZLzRA/pb65QsOohEFDWdreBmGKFi9y1Vk+qXbFzxhIZwLktADtZ2wJWgT7nZ/O01Q7PwDWUrAK6ttwVQMSSWYpSVMm0jRufbf0cv9EHu/uzP/612nGLpfL17A+/2Zn94WfUpQBgBmjKc3omxeul2nQgGMo2vzy3NfKBSFlgM+AzkM45bCEVKO0MEfMQC4AYhWkAOfGyhbH6vy+ons8zMQoAA+8o/0oQ8Vw5kLelNOUzLLnZ9hVMrJqBySfHSF1j6ftJcWFsqQMwfCCoBz0kJudSNNsymVHTGL15E/hcoM9u2vqvctHa7hhleDyOBfyAZuyPrbcArwCwgYvhk6C8CljAVR17KEVuKbDZj/zMgG/2S9kpF6tvwLEBp9sbYMy+tCW2yy33sMpBhQ7kDYCnXuUwtkIU4Jwye4ifavIwsXIU8zttZvyp1+rdlt8Z0Fhq4ALABtUa91LYUi9wcrfZVzcJtsdob585AJjmnAhcZ2PBwo1U5mlg4JRty61Slxq7wbxSsbq9tFEEFhhve+UcHaiOOtOEVzG0L3WgJ5DTwLUB4HbIQn18eck46d2yG2Su6j9iz3H+ac9eozTOuALASwXMXCtb7Cqff4kTSuKCyKtAbpJpRpnvuHjyo/LWGGqe91v6j2NAxr+/QU4dAcAA/LKhLivp+wBwxY95w4YqvgDw6gNEYsyjmSyESEx7WNtbJE8LWXL9ACg/BIBXgXBBZi/gaJC5ylzU2QaGfOw1X3z+siBA8ySAOgA4/UyQ6/36fSnI97wo6MpyDxTES+N8zzOp1wDAHud2DrHm4MN7uVLYvoHFO4de/1MA+WkAeAINZQ9fff1MAfxSAHiTAXjCPuPG9QlBG4eMCIwIvHoEcOuZvjOsA8Cv3pxvsoIBgJ83LAMAPy9+P/7Rm8LUAYB//Lnw7fVwAOBvb0zubdECAPc3hf33mu+oL6OpSxEY99FjQowIjAiMCIwI/EgR2Pqnf/Lh9vd/ODbw+Pj+0hCvcpoCbGOvKeihJ+5v30oVC4hAiSkIE6VocsYilvv0EeVlwG++uEY1adiq/QBy++SfVV0IhCVSxCl1AoCGKgErqAnPpaRlOzqSNbQAJeAToBu4FwicvLPAXfYXmBKl2FK+4u1toKfaZVXkjeDjgcqR1bH6cwE1AGAZOut3lfVXfyO4eG2j1dnvftqa/f5nKXwFjN0XcAf9Vn0fpHQGaGMXDBVzf9XGA70GsJp/WvnJD6regLFA8QJUqGJlUSyANgFKbJJj1UxdAGL+ReFpmCyqgYI2gFmfqe2Ue9mUjuQEZrz2dPzbtwK5AHqpoj+enhni7oqAA2Dd7hjbGpQCcTNeAscnk+Uu7UfBSwxtj6stysgoZYF0HBvr1RtDzsMGgGkXkPLG+ZbTHzYsiW0RrS05XVlg0GC8YR9jSu5Xcq3GYhqwbACpJp+rvc4JzFzSQgLsvYH4ZX8N7AHgYgXOBlAnvjWHia/70FTkKKkZB+YkG/GgfMAuANdKW/Vtf5/XsR8uZTcLEtKfwFfmleejAPCl7MgDnuirjteCCV5fnCuntJS/CJz9WkC4ILMbYDtxtVsLHBa5X1v8tsgBTdyasp5xIVY7Te3OGBuqK+Z7DZrW3OO8w6LcwmGDwIxBVM2MYWywAXvONQ1A1kDHltm7LoAacwErY6vOncs752vA8LICmHYU7C4AXA986zhDVIPbKL77L9rZZ/kBzXR9iSVyHU8bKz+v8xZ34t2+HWW17D4p1qUI5XXZcFMvPyxQ6NtTlsw9kPf1rVMVl8V2D38TQRYxLKt1PQZYNbe8wtO1IH3pNyvkAZvtXFooeZvNfvoz5WQGgHKOFkQue+hSBfcAeKmilRd9/z0/iHNzRKg51M+P1bJeEgAXzHXM22IF/u58/ICbQebK73+nRUTdfH06AK6FI8vjMADwQ7NlfDYiMCIwIrBZBLCB5ntgLZabjvoaSt9vU2E8APBmc+m+vQYAfl78fvyjnwiA67C1XHjT8j/75rz8Rm7Z27Z5mevAxaQApvDPy113/I8/P75uDwcA/rrxf1TtQwH8qHB9TzuP6+D3NFqjrSMCIwIjAiMC6yKw9X//x9PbEymAAR7vfzm1ChelbwEwVLNwPKGg2bt3h86t+vHDJ+93JEvoqAsFE8V+yNmKchKIu8i7a5ARAGq42RS+Z6eChuJqWDwDdlGo7UnVdywbaOAaKsMLKUMPlBMXyAvQmYtgXRmuTUCVMvcBryonOYyR5AHhBIsFApNrM+APMEoeWPpzJjvqPUMuwVi9+V//5lIAWLmLVc5vf9qZHe0K/t5I0awG7zgX8o7UwIKADcwAUste2kFWAwF3ZmgNxNluuuVRLvB5enpucAucJIcy7WGz6NE3eIHKURBfq//7VpYCOxkXoBVdPD1nXHRQU8Iif0U1C9S2ktcWe1LDtpypVk5jAU0NpiKCuKInjBkqN8o6Pj5a2PoCRwFyjHMAcWyuJ5UzOXuBX6gLibNU0VhAtw5Rh9vHbaUXAADbJ0CVPkpNrTJq8+IA7Yej81zvEwOgMu9dkaPYttpAYe0D0dQ4N4Fvs6Jm7OlfHiACaPl1rrkEAEuOXxTjgMaUj4L8SIsD2FC0J9cugwJgB2iS2ziAmLCdSVGN4jzxzHhkvNMLw2By2PoFKneANgAYgJxzowBwgGwGnvKoi7ZZRawCFpAP4IUCGlCruv0+8BcLY/T3+vf6mvnCZwLItqYGyJJLV/1pY3it+KGmZ8t4ZkwLoqIFR7EO6Kt7mSb2jkW3ygI000kWYDCnKaM255huhBXoSrnOyd0Ac/ablKgG2A22FgCuti0AMfPd4DRztwByQtDarza43jaVkjM57epz9VbZdVPtMroFusTPizUMvlUm17IGaKuPvWVab89cY+XrD62lbS14jgN98NzUudAtiujLLfV4AXGPdYuvl1kA2rHN1A4+J53nl7mcTtRYuF9egML1sOVhb/vUudHnC14M4B2/rALgLCAg9qmzPr/PCroH9H3xT7GATlwahG5xYW3Kh/eck3F5+M1POldfRAE8APBD82J8NiIwIjAi8JwIDAC8PnoDAK+P0UN7DAD8vPj9+EdvClNXSO8AwD/+1PgGejgA8DcwCJs2YQDgTSP13e03APB3N2SjwSMCIwIjAiMCD0Rg69/9lzPxz9iHYqPsXLEoIIGCN1KIChBenMXy9KefDqxSPRd8BKAZ6nKs4Axwywo6gQ7sWQO0svHMvtR23EZ9/Di3YvfwCIi0u1BeAkDIA1yWtbYBNjFW/kzsowWyUOXZ6li2zWw3AiAoaQF7tNc5PxskBRacn0cFx37HAtb7AnJ8qcammbYIFc9u1Ya//rv57Gwu0CyA87ufpOy8/Tg7OQKM70nxiLUucCwg51p05Tc/HbkctrJ7Jm4FPHjvSkpJYBx9rP6jmsXGmPdQ5BogrgwQUOdCMQaAczw/lQt33xAzCtpT5b6kDvJf2u5YlGhfsXcfiQ1tNmxiEFA4BgACDgtaGto3aI6yNl90AI0FsALbUWADWPgYa1krRYlrKS1Rr2pOAEud61j/2VJX++wBSlF2N9hIYwKdZQuufgakxQLc1sU0t+yXUQwbJCpHbYNfhyeB0tQNBwJKEVPDoeYNi9IWeEzzaAef0Y/kWwaeR63K8cB44ge8g28B/zJvC+AXCIwyHThd9sRZUJA4lNqdvgHfAHJWK5Pr12OQcjNHtODBauGcGwWSbbeOtbHbRjkBecB6x4mcxW3iGaBK6Q5sTX5kFWYoKshNHQ1GRulLOzg3UG9rTLHx1YlSeYI9H1Sn53cDqFbYMjQdzHfMPIcA6stWu7gClHKVhQCslajFEO675khvg17TPqr/qKTri3bgcmKFEry2WDvT0ih2WFTgPMqdujbwPsryfuMaFviad1cBMO8V9F0Fl6XSrfIoi4UZ1GBFcCu07JoNpxfziLEIuL0LGmeu4QBQUJWByFj0Sum6/jiUDQDX1aMsmfsHBsybVeBbrxfS7KUIrQe67kMHWKcxXH5Adh/47cekYvbQQ46VIVxprea8GvPxFy1W0RwhF/ubt1ijT7vdm6N4w5v15974rc7BlQ6sfbmu/nXlrzt+bQPGDiMCIwIjAq8QAZxZogB+aOsu5nfstv76dp+a+KFyX1+B3L4K3tvxDf88vcKoLBe5DkC/egNGBc+KwADgzwrfBgevu36tK2IFLK/b/bPPn1r/Q/U+tczPG7/++vxwh8f320dPiEcdMADzo8K12c79H+91f+jXlfitfBFY184f/PPnXsd+8PCM7o0IjAiMCIwIfGcR2PqL/56v2JcColbOYSErYMebQKW5lLIipIYlb97Edpn9UXe+f//BNtAHB0d6RwAH61Xy7QIAUboBm7B1taoz6l/A74cPIspCUIeyZAa+XaNU035WJKIo1lP7QN2AQEMHPZMB9pyfXUmFyfF5gIMaNJa9tEvqSVNKwB3KVIHj8+TcPTs7nR1J4Xp0pHKx7VV5qI+3te+1GvYXf/leAFgW1wLav/tZ0HXrbPbTiXKcqn84256doSgOdLzRMQBgKF1gciAqitBJGRdL3ECn2A7Tfx56ASuJC7bUfT7jae6kv+Q8JtYoVAHgAOGjw8Om0I7qFBhPblHG4UjAmu+L1NPYU8th7OBYaQ0wPjk5MQiDmWEnDTyjPoAV8WRnYD4boD99QsmaeYC6Wh7UibmBHK3EvngCwMwlQD1fnKyUNW1L3t9SRsZyF5tslL2UXwpq7ePxZQ4lKoGfxFHlHefNS1lU3wC1mxqQdhgSW6GLYlqqbe1nlTNW3cxDgUnaXyAsIFTzkHy+DbhaZc254HkHtMRymr6jHqY8gXkps902xyPguECr2wtM9jkQG+VYGXN8U9KycME5hCuPbVM26hiD3bozA9yrTwWArWxt/TVkFFRl7KvOBfg05E8fasv8lLqeHLpqO4sJFtU0AEw9VgCTt9vnh2n1oj8cX4sN3K/2rJS4l1U49SVHb6y8AcHAyJonaeuy3XOdz4u8xw0AE2PH1/Oa8rKaoZSoKKw5hutH9TT5cidr5czjUlkHtnvu+oBYiE+vc073m6+FS4A5C2L6/pbyOVA+QLi3qO7tqTNukzV61VX7+1SxpbauY1w/FvM7ULgAcLWb4+8DnWX5XIrfhwCw25zhvre8pwDg+x7ivCgA1rXk4EjuBwDgbvwGAH7uA8blc2G8GhEYERgReG4E4oiShYYPP+QfAPi5sX7O8QMAPyd6X//YAYBfewyeC0uf+/3sqfUPAPzaM+N7KH8A4FcYpQGAXyGoX7fIAYC/bvxH7SMCIwIjAiMCLxuBrf/4x+tbICDKX+BfQIu5lkEX9OZQYBGAY8vdplIDLBgQX57PDg+wbd5pis+AQqDV+dm54JQS/WrjvaiHz2fnp7FmPjrBDheQKFBHTlmAqZSbwESgzrHqbQ65LoMvq+RRPQdKtw34tS+r3wCaZg0terKj9pwJeAa8oFq9NDw9lnoUoMRG3lwhagGv7dkf/+bj7O/+29XszcmR8kgezE72r2bHAogIUiUAdttulWfy+mrHamLUjweHHA8x2bZ9MErMQENihfJVEM2/lvIxFrPE7kJtOzo6NACOcpVctAGMbFb7NSvoQ/qnz08/nTqeKFuhXYBpLLGtOtTr42OUmTk+X+y5OcyNHsUaPCvOxAEgZDBnpWFUrOx1UH1WuRcC24FClLGtegMr6UPZ5QJubUkrSLWjRjCegEEU4Qv7XUNDYqS+632DUSfPTWxuyGurfaIABt7p/ZYbGIUqsec79a3mDDBsT+2A2Z0L7gNzUR0zn2K9HADsXLtYg2u/K/cjIA0IbHtqoDPRUf1RrEel7fnPjFTzyNFbSuEdlNWaw7SNmJedObF1zmO1cde2xwUTo1RHOR1lNcrs3UXOY3L5ZpFD1NjE3hCx4GBTMjdurj6gdoyaHQDM+8BjQHH/5bQgNJwUBX3mQtq00+y5KQOX6VKXZsZoMYBibnW3P2vW4w1mWqG6gNUNotKG9vyh5kQ9zGU+YOlumG7lvMAylsYtLzhKW9t4s2zjjty4zJdSAM9RP+t4lPABlFG2Eq8sSghotoK7AXTiXmPDnHAm75avuG56s8gBi+yyq55y/tbjkYcer/QPrvu6C/ACiXvAbpv61kYUu8w7hrkAc0Fj91tNo301zpn/bWECY1pzoDWw2tIrfvsFCdO8zAHk0C0A3s+Ram+B/ZobPqbFnd8LKPfl9kC3W3fQF/HZ7+seQDxcDufEtnLXs4gEC3v9zXjTPPVbTU8GwLVye80K7HU3hvfCjdcuv/V/XfseHJzx4YjAiMCIwCtEwAvDcDZpTizl3DJV9TD4rf3WX9++VwVw9f/11cgPDe8AwK8w+b9gkQMAv3awXwPAPqbNL1T/9KjA92TP33IHte77/bp6hgJ4XYSe9/lzx+d5tY+j10ZgKIDXhuhL7LD+e+aXaMWoY0RgRGBEYERgROBlIqAcwHMB4D5H6gSUeKi+LwB3KGWV87DarhZIDHibJ8ervkGSa9XKQoFkwyVBGVSGlLuzHdUhxx0IyIHXgLhAMZe7E0DLcyCUmhRZakpyDFO/v6Q2IgNoQxln5aR+9qwAjpqVDXAHcPr0aR7LYwAZcFIwBkALZAVsco/Ddyt49o1o4oez29nf/jf1V/v94bf7eh9QSr0U3NSUN0DuZkd8gz2z1KQCeagYoiIV0GvKhkvtuId1s2BxQSnah/Ix25YBMCq+WBijKt1z7OgL8A5YRLdRigK7Pn0i97JyIrdctoDsUnwClI5PSglKRUB2QA85jGO/DDg3NJN9dikz05KmqNUAA95QZlMvNtm2T7Y6GAAcm2nax+cAPR9vaJmbPWCbQWtTEpbykxhV3K0WBwJbkYt1t8ZTg2EAnHS7IdbamBtWWgKd0QWr7N2DAOD5RVSk+3oNcCZfNVlq0ybGOvbAqNqBbYbXC2CWB5AQcP/rdqPWFgg2wAbgXrb3AsANJflM08fQuppqan+juAXoBtphW568vGkPADhAlHdQYzPe9cUSMF+qVo9IA0Qo2jkmam1Zn0P4dU54/gI+rZAHgCZgQN4tz6nsP6mQA0prAwBXW3mPBRuXagPzE4tpYKsBZNUDWKWXTcFc599WU/LWQoEsgOC6gBo88cg4ZkFA2WWTG1siam8+5xvpi4obtXYAci00oEyAflnLf/5gAHU+iysCcQHApfSteVR9r7nJNYpxizI66vSCpuU8sO150x5mVF/amFa//Ln/h702czn79wB4MVdannLAJOdxAeC+bT6Wed8ma/8Qz8p05tMKAF7EWCdrD2cXQL61qRS86efyA5r+YcBzAHC1JfN+mnOLydf9su4BxFoArEU5nz4wrwSA3+iaepxrYB2HGX3eWGnHuhvr1wa0r11+i/G6+N81JuO9EYERgRGB14xApczgu1/hyDdGAAAgAElEQVQWQK4C3x8XAG/iCrm1iMcAwK85D3/0sgcAfu0Rfiosffh78eatfo36n1pm3+oBgDcfw6+357r7r6/XslGzI7DuPnWE6YtEYNxHf5Ewj0pGBEYERgRGBL5QBLb+6Z98FB+bcp0aY8R914D1YA8ATI5U5SsVEAToxO411sO1WnRPNCfgJwAiAI1cvQAsICRwrwE/c2NZ4B4ZKUUhKJ4We93YKQMdgT1vZNvstLAGjFOuVTOXDrb5u1K7p+J50qdP57abpn7A3K76QZ0UVFDSAFgH3ahv5wKIf/VfT2dvBJ1/eivrZ4FpCxSbdTDlc5yhqyD0lZWjKDqv3F6A4yE5gA3+ZDHc8v/WOMYCOOrXKBljXWvArPdQXvI+CtjaLpRvFrAHSKvYGMQb1JJbOLlOaRf5ZMn9i2Iaq+iyrEWp6v7r3wsB01I/ByOh5AsUB8LN5xdWLR8IbNuWG9WmxhGoBSQGyDvnLUrOBrzS1tgrsxnel8WuVZkNGhouAmpyBHGIBTLqalF1FQgQ4yef58EXMcKW2ApIoLH6THvZKo+zc8CiJvG8oWE5dk/7AubdT0LdQrv0SI32AQ5bfuHsS27eBu6t3gUMp5zVDTU4baX8w8PkP3Zs9HNhe+1YOkdhX0ejBA1Ed1/1g8L1ro1yUahKqD6ba9GB7cRRluo/2niD9bFBnt4XrGQeUDfzhfOv+rOr+vsvsXDkGifGkxhc0RfFb8tqZ8A86wiIaSLWQ1rDcst7A+H9e9vH+2kMmLe1Vew5z63oxsp7xYK69qU6oD/zO7EJmHXflhTuE+jzM2TnvC3bbvI9T+dSDzu94ARnAH5sG699W/srRy9tcU5l5lBTQfdqmFVLaMcA9XqbR6XmTfwzJRfgmeummka9nz33bkGofReKZtYqeFFFLShI32pWFvC8C/iyH+3J8alg9cZ/tZw7J2M3B+zE3crt58biuLIyoP99Ut6u4F4x/Fl96258/RSdc35rdvoxNvxvf2IRzjI42LqPIG/yFN4dfImHYTT1ngd+r6UwXsyjl3rQeN+MGO+PCIwIjAg8LgKlAI6TB3+87/5+ta7U9Q/mNgWo/N3YdN91rbr784f+5EzAd/XY123Tup4MBfC6CH3bn/96AfC6720v9b1oXT01Px5b37py+7vHl5iD+T799O3u/j0XMA4F8NNHZJMjnzs+m9Qx9nlGBF7q/vMZTRiHrl/IPmI0IjAiMCIwIjAi8D1FYOtf/odzA2DIALa8WCcDmK6vA2IPDFD3DBfnsqHlFgHYg5Uv8PNSSlW+pANDvTX7ZRSPpUCEduwqJysgK5awAEMpbKXWMgI2bMzhHDMHfBqU7glA77U8mC68AYx6KJKbjqgLAUAFInmxrby95waAR8eCpVJN3t4m16z0ui4Hta7ziurZ07lA1x//+H72+9+ezH56tzc7/ySFpvq8LQWmItLgjSCZwJT7jYWt+jxHuWkgisJY5er1uQAwGlqslg3BDKvTPgA3/Vq0W9CNeADIga80DGhLnM9RSusLIGDRls9Wnso+GmtutelA5ewgYVb5MEJii4Mv6tICWSiayelMuVbzNstmw1ipWFFipo0aX7WbHMnYLjuHaoNpUZEChrFxTryd0xnQ2MBbPSgiro25LtTcUY1mgAHdxIs224rasFVzTQdOADg5Xz3i5Hc1EQyyNjREESso6PzF+iz5eQO4rpqa16pvHbGnzypXauX4ZfaUOrRwUaAjsHNSqkbZWfbdgCxAZ2y+UXZXjAsAA7Q5lwpWMha1UVTiEhtgFN7JG9vyxWIVbVXmlBu36kcFTN+xo2YcrNzVcdiO3+JP7jND567Gx2mUGReAcQPAhpHMddtg56eswusBLOPjLLo6b3bI2dwCYyWqczVPDyINJbWDLbHJ8d3uIntA/DAAjmIaBX3Vs/roAaU/8XW8bemNZXL3kGHleUMBYGJhm2VAdrdP+p3R8IKTsgzw9QrAn7y8tVG3LcVVb+IFfO4+b8eXYjhzNW4DHmWuCc5ZnBzDXsPSAGwpe9mPRQuuu7OLnmbN57+tAl7ymPcgdZV39vsXACb6xcary4xzqdWrL3e1o8pbBcDuc6vclvdtQO+Dv30ddz6EWHfj2wDwtf6dn5Oj/Xr25h3XRGbWNJsmALyiKBsA+KFpNj4bERgRGBF4tQgsAWA7XXxtAPxqXV0UXH9y+Nu5mprgewTA9R3n9SM3anhqBAYAvi9yjwWy95WzKTR9bH3ryn1pAPzUGVbHDQD83Ah+jeMHAP4aUX9Enevugx9R1Nj16RFYv9Dw6WWPI0cERgRGBEYERgS+dAS2/q9/+4+3gEzgECDw3Tty5zZVJCBFIBhrXmBN8mwC6lC6BUZ+/PjRVsd7LoObAKBZgBSgMnk289o5cvX7LeBx72Z28qZZETeVKBa5tvvVBow+Pz8TAJaNLGBF7SuAEg9UAFcAIFCMtgG8aCv7oVim/tgKcyxYAJvgm9nZqfokr+FD8u/SHj2NudLTmb/8y7+f/fY3x7M//O7QqtNtvW9w1CySDcpVMXCcZ1YAk5g0o47dM7i+Up3UA6s6NADWgy3Aj/ZCkUwZsZwl328g4rX6TGwKAAJsAey0H4Uils1RlkbxO9f7tsi1ZTRq0JQP4IqSN7lfUVBirQxAtFKZIAnwuR4yH/vLJYrSgGcUwADgbVsMT4rOGlfiSlxQBBM/5gFQOlCXViTGWH0DzKy09DwB6GLhm/FFIc1GfAB8hovaF5X2ZBm8rABuaYJdhucB8cHiWO0nnlYAq39XN2oQUE993tec3HWcJ3hpVbPGGnthFgUUFgLWErdSe2asgXZ5MInS13PcuVMDtBm3UlITDyBe1OBRM7MRg6hZY0mcOUyuXc0hq3djuV71ML4177yook16ch2TM7fax6TCwvim5bNm4QbW2NTBg0aU4FGHR3oKKHQ/fL7EDt0QtJPGGhzT/s72mF5EMdtUwP4HM25sosmJHCVt+hqwb46s+UWfaW9thtjODR1YygKLxdb9WlbOKTTHrwLg/vFIXRcyHrVp/qHwbVCS4xf20Wp/Wacn9lydAm/rgVkB4NStsji+9aXALp/xO7CaGHsBSNewRf1cj9r1q9rqedEWj1g9Td1LiuUG9h+4Q0dtzEBbfezyJ+v1BahtSnoU7AbAXLO2dX60hQfuA9drFkC0fIx9edMALf9WAHj1c84LOxsYbKdND233frzuxrctUOG6PT/j3NXfEwHgXf1diQtB6r03B/CGAPge8fI0p1eJ+32dXVffPf1dF7+hkHhweo0PRwRGBL7BCKwFwBta5N/Xtem6+XUVtH37nqYArhKe24+nKZzvUgDX971q2VAJf4MnWGvSAMD3XiFeaNDWgdrFWbJcXx1279fjdeUOAJx7l8eC9Rca9h+kmBG+b3wg190Hf+PN/1GaN64zP8pIjn6MCIwIjAiMCPj78//5r//hFhh0dHRkgEFuXkBYoJkg0zmqUfJVogxF5YsiFdABvBTwFHQ5EEgFuAHDbIGqQ7EbBmAarfAwvoFHKhWqm+0rv+7btwfKB9zygqo+2mELaT2r2JFi2Ao8KyrjAW2lnkEo0FFqWuW0pc07AlaQn7OzqJEDgAHQF2pr4OnOblSstzcCw6oTG1qAnnOQ7agNt3uzP/7lf5/95ufj2e9/d7JQ1FIW+VhRW15cnDoOAE64Nn3f3o2NMaFhn8NmwcuKfuyWAU90PzleJwtoIBrHE1vn5UW6aUATK2iORS18exu1LxsxTv7cqFLp97ZsrWGVqGhjMwyEBNJHqYpAmPcdd0Ce85wGtjJehUDpAyCXnMqmJgWABfL85ae9vtY+c1t/o7bDyrpsu0sBKNV4UyzTDsZf0UW7LSW5FJ864Ny5ngHhHF+gOTFkY0yAgBzvMTM5DPVHBWqwrVfMU8PcBjOBdOhYA7Zx7xXo1PHAb+orVmMBsj5j3tJdNnIIkyOZjdy8jiNhWDBSKdKVa9pKU2zL1Z7AzzyYY2y8IGABWFvO4TY2AHIWIlgN2lTwhtHNMhgQXlvyQmsMvagi40bOYVtBe4tymPlzrUUQbFh59wCYECzsthNUtw2raaIDnKX+Oqf5lweUtkbu7qmTDRoA3iCv+oGSvgfAfF5qkCzWwP76IpBXsaQvVuU6eMzfQNe7ALCtqJuK2hV3HsmMyeKGtcHMAtOMtcdYh+TLOiSc8ZhAKvPGsLONeQ+Inet4QwCc8clIUB7nlOdATSaa7bmT853YAeCTN5nxT0xts841hPf7vvn4hx8AZV5yflXO42XYeh8A9liqs5zi/U0N7eO8S58moOwh8DU1bV6ofDs1dMXBfS7gvlJ+ovX5VvO7PpnGd80DsALA5BbXepK5rulvf+b8ws1iUmIPADwekN0398b7IwIjAl8nAvW9KmlB7Emx3JABgFcG5tsCwP13ggGAv845tEmtAwDf+81zk/BtsM86ULv4ZrtyfWsvBwB+MMbr7oMGmNlgij6wywDAz4vfqx89APCrh3iTCsZ1ZpMojX1GBEYERgRGBL6XCGz9q//n9BbIhvLTD+P1n8EjKir9l5y8sY8FxO4LfqL8lOARPa2tZaO6DbQCDN/eAF/1qeAxoI3PovIE/mCNem31754sa6+UV7iUvMDnAF4gH/bQBXWwUi21b0ANbQGAYXGMlTTq308fUaIGvKHuBPydnBzpX+XEvUXJLH9Qt0E/7cbrWuBUmXHRrc7+5m/fz/7w258MprYEuYDIByg5Ac7a7+L83BDv+PjYMTEwFLjDCveA3JPA4nAn/wCZk6O1Ht4AMNlXCl8rdeMRHItlgCSmxQE652eC61Z3Ctoh51QsegWiLZlRwwpeXwh8A4yJCVDYbQENAdIaBCMWe3sHVmSTQxf1ZmN7hufeHBNeYA/dwGKpHgsACbhcCjrSp8ND5Tw2AE4eZDZUsIaKKmauRQBF7FBgH2jhgO2tDTRj6+saW3h6tR2KvrS/TqVJwQAI3FXMLxU/APA098gtm74xX2PNrDlEzuamLG880FAOa/C91j8rgNUP5qAVzE2NicIZSMe4wdENEMlFrTaX/blD1+UItppeMUYYChysm1jmJG2nHMaWBQq1QIJziHmKGtvWyi2eBchdh8FlFjjYyludcR5gq46TP7kT3GY8FD8shwObAfHZGCMrYlUYD2BRkjMMAOlSino/FWgrZgPNqJ/TluSdrklUSuCovSvvccv5XUFvczHxyHWj7MIzJzprZvZYgaC0t8alZoVtuxu8XcyUBqFTZh4wexGIxy9K2wKPt16wErtmx6vN81IA266RhSdck6yMTi09AHae55aPvD5bqGQ65XXqTlmUE+t71Oopty97AdyrU+3f3mI6dSXW99W//HB2elhVNzQFSAPpc86jJt90q3Kq7flbMT3VeugBwxrGvVETmDMs6Jnr7827nzlH73kgt06Be09tz1YAr6v3mTmANwrSAzute8C2rvxxY7wuQuPzEYERgbsiUCpgvicDgJeuJRsC4HXXn3XXt3XHrx+5x4NZurb8vfahWh5ffkpbSXmwVMVTy1wfjdU9Bhx+fMx+TUf8egH1S43ypgD6per77AxfU/Drtu/51+/Xisuvo9wBkF95nAcAfuUAP6/4cf15XvzG0SMCIwIjAiMCXycCW3/2X6fH8MYyejZg+CYYgCrxXH7QQKH8oRO0kd0u8NcgS/QANRvgyXak+rKCOlCYS+Bru+WwDaALGALGkIf3eva7372VSlAqYUFiIBYbVRQgqQcYfkjUIIeBnh7w20pXD4x2ZY28K5i8e4Ad783sw3uVfR2ADCAEIKLKwz4XcLQvi+t9QVA/1AfUApz8c0HPZv/9785m//P/dBK41+yajwRrgXBXsuydK9kkIPDw6NBln6vttBxggroVe2IgU+yxo2SlAiJMv9n4HattgF0AYiAO7Uc5uy94i6r0TAA4PIa4YjTdrHCbrS75giWgNdwD0nuM9B/5glGqciztu8QmuSkR9yW75n0A6f4h5THipv7ZiL9+rmRxfXk5b3bfqGED4wP7APYqU21GAczYnAuMoyC37rIRyAIztMqWwbKdPTgk5+sEh2LVmqppfw/3aCeAPDk862FWqW1Dy+jb7v7BQq1rS21VbLjdNtpzo9iiXIbFFVjj32MBYAAn/Y8FNGp24PLURt7H9poNLsZ8QmFM2xi/wLssSKiHjV7AoHOnrLgXixp0LPPDIFnlUZ+XWTg3L22IlfCB2l85ansAnDhFwR14myFEDc/5ZyfhAplNKQ/HjkI88y9W1Omf56rP9zY3rdRXgR1FdnxoJbFzqvAeAHvE/TnxLIWx93dO7CiYgbRlv9xDTtYJeF1IWxCw+qig5u0CcnJeN5XtBBxbTFYUqRRabgEVNzphF4EVALyYLPSmA8DOQ+ypFtV534e6avYQs+9bAeCaSdWXgrUFgQ2vp+nmpjgereD6txY5rN5wrALgRbtK+bwUl2U46zndrj/Yw1e+3qqr4tJ/Zht5x6nNi9b4VTBex24CgPuH9I+9oaI5l5e3s9NPN7OffnM3AI5S+qEH4v0MWP59AOD7Y5PzfGXyPrz7+HREYERgRGARAVJCDAD80IR4KqwdAHicZt9+BAYAfu4YvS5gXd+6dd//Xrd94/vn+hF6zT3G1//XjC43WK97/rxy63/44sf154cf4tHBEYERgRGBHzICW//+/7u5RfHK1wyLDg1yYlm86zy8AoENOgGOKrfpjcgIIPBE6lusfK0wFbjCovdSABmrZWx1gWfOH+zyBa+2seO9mr19czz78OHS5R8eYKMs8Ina1eCChuQBBhCNL5l7e0d6UHRmaEXO4eQxFawzl4zC85PKc1v12cnJcYAam/oE1CRXbKCQ2imFZuAy7Ypt6PtfLme//ydRtV4LKjgnLMUDsMPqotQTNSloOxd4cz5cxdDK0bhk2/LWgLc1gT6jQLYKEAjVwBrwwnBSDQGQWqQshTL1AcetvLa6sMtnqjKOjgHcWO1SLnbPUncqFlaqWl0oACwwfKUxoj2Am4P9I1sFB+SjRkx4UPQCmmh/8SLsoLHYptO2am6g1JCPPJ+KgeN5DyEh9ABoQD1fYrcF6lEABz4GhLLQoKTYsa2OOpbNABjwGvZqyE7eXOJ/qHzLQPILjc8ec6eNy7wppnNTojqBdi0/tPMUOzluICZzjbzNBYDnUqJjWY7Cm/c9Bww8a35ovrWctSiyrZTtrYo7wBSguy1VIsryWFGj2GZuRIWauYTi2Er3Nl6Lz+h/qaLr/ppzkhzHDUYD5XsLZRTgnI/ZosIGZtdjQNrLg1bqm/Ist1hbJav41N1cCygguu4/mMfJ5x0l9g55lskVzYB5fvGDdXct5ggAZovKdbJvrmpYvGAwymiQV7o5CXj8FfhFbmEPWuuZxzQKWtqzavHcAuBYkDN5jza2eLIggwdOzAuPL+ph20/mHL/ry3xlFY4CuKDnpAC25X1bpMDCGAPttuDCiwV8LVjOk7wKgavN/b8Fcq8XUuPE0ZbyHaAv9bKvS43fe/bfed/4OQCu3NB93f0iDduad3B4HQBe7cs6le+qQuuxN1ReXKO5+eH9xezn3+pagAK4qccmSD/1+7EPLDYGwMuyrikMQwF81/Qe740IjAiMCOja/WsBwJODzfKwr1uYtCkAXi3/uQB4edHlU6fqUAA/NXK/juMGAH7uOD8VEC2Wpm7YAPa/q64BgDcM4A+522Pvp37IILxmp+4DwBs6pLxm00bZYwH0mAMjAiMCIwIjAt9nBGQBfXZ7dHRgmPPhw3tDL8Av0A/AFwvVwMUARoFdQcvLOfbQc4GgKytXbwCc2h+LaMDlzTVAhbyoqCrJHxyVJ7DWXxpvpS4+j3IXO2i7Bhu2RRGbLbl32R04eX4OKAV4yv7ZtrW7yrmLDXLyaJ6dJg8uAIN20hfjRrX7H/7hk8HeHjBaxV/qwROfWzUquoU69qMA8u//EIXwteAiytrdLdnUNqhaikLHot0PfTxtykq1H0tr4FTlcCU+BZhQXhIHw1kYRVM+vv/lNLbFglUHR3mIY2iqDbABmLTy1KCbsUhk6N/ZWeD8ocAxts6kkd0W3HbTVAdwHQtqNupnTK1OdngD7LkBp5/AbqypURAbehAjjXPyEDc4hu2wLappE6rIWA4DOIGXn05lYazyGBfgf5SlwDbUvck77NgBuNWICwPL3EDuCkwaQH8GgIFetBNLZZWv31Fa00HmxraoGzGlHQbK7mu4pEFZG6fYCwOWY1FsC+sjLQRYgO3012pxLKbJ6QsobvOROUCMCy4Tk8Dw1GmVdHcvbABPTmrUzywg0P67ihnzj/YBBectRzZttK0155ZzHWfrVaLk+r304DcbYsWUOJM62qOpcWa8OVqj4XzBnhN6o2Ka9RCcg4GUrRbHA/U1PWE+8S8P7rB6b07YsxtZYQOZIxpnD9T4qKFRULN4g2O1U3tI0CuA6Stxt8KcBRhNgcvDXyZjxTHK+LSqV8YakBv0ZeyYe4bOiz60nqhsX6u8yIKFC9iAL8K5UNun/OQlvitHLKrffiso6dzTZVvuc3jK8UvUAfKZDvQp+ZUJVSl6V1XAlQt4ubbqfxpe04HxYIw51/qHqgulcYPiDwPXuwHwKnTN4gcWSfRzcfmB8l3H3N2Pu97tx2T5odJTADDN/OWX89nPvzn0wpRnA+DupntdexZ/qwYAfnigx6cjAiMCIwIrERgAeADgcVL8eiMwAPBTxv6p0Hfprqa92LSsxwDgTct8St/vvjd7fkmjhKdEYADgp0RtzTGbqH4HAH6FwD++yHXPBx5f4jhiRGBEYERgRGBE4PUjsPXP/92pALBgr2yD378XAAbInrw1EDas0fOJWN0KqAgqoaK7kc3y5YXy1AoObgueVt5FQBNqXmAZIIKbuwCJgD8re01EUNQmtyjAxOo6gKIAJl8oe9dScyMDspmApyCY2gIoKutTWBD5ZWNbGnJTqi2DI4HoTx+wM76Zvftp33CPOk8/zaN8tWruWu0+mn38eDb7w+/fGFgCb1ERHh8cCnCjOM5g0J8espwJYjufrRqCzTGxALTSF1sAWz3NZ7EKrjYSA+o/FTTFsviQHMxSyRL/HVsuC35f3Bh6A9WT1zc2waivr6/Vftv6Ap6iPA70CmQ25EYtiupaASlYa9Wwc/NKEWx7a8VVFs7ASADs8fHhQmFIGUBVwL1Bh0BfbYw1FszEmlzAzJfz8wvvA6ByLmjG3sAubaz8sEArAHHlgmV/23ljkdwWGlAP7Ud5WpbOLs8wOaDN8QV4WxWZBQnEIzl82RcYSBs0H7W/8/kWQVc5gHPmD4r1UtwC2eqmprdfRv1rAFzzAPW41ZG52Y3KN9HxvHP7YkntedNgJSpvQGIWO6ASl6pXdQLey2LYB6wogBlrAPUWffGqBsB/VMXeXftn4UVeR+UqFa6V8jknUicQMJi4NupnUQXDy/FwWbJRG/K3nUhDfdnmwbWCubMijSzbYCuAfT5GAVw5n1HrzgWIUSCXDbPjph9ySKNAZh6tqpOrjRWvyRp7mdLWF/HkQ47Kt5TCPVTO+UuO6wS4B8Cr4HcRII9pu7Ys3gz0LqjL25kfyYXO5na0ZyEFgQHhZSldqt2+nr6//N6G02/3al+/7iB0ta+v+65yA4+nBzRZLpKtFMSU4cUP+rfKBfT3NtTrbvxzXU25d+VhvAu8V8zuavfqe/1YMeZnWojDQqJqVx/3/tgH273JjfdigFZWCSxV0q86eGA/d/jhh2WvfYO5LkfmurF47fatq398PiIwIvD9RuC5APi5PX/+9es+he6mCtynAuBNy68IZXHp/dt95W2qQL675KEAfu4M/bGPHwD4MeP7HLB63/fQ+8p86Htrf0y/33Pa95g4TPs+//r9tHrHUYnAuvvAEadHROChe8H7nKQec8/6iKaMXTeLwLj+bBansdeIwIjAiMCIwLcVgQBggZcD5YS9RWEqUBPsU4q9qAsBKocCa6Wo/PSRPLVSZIoMAaEMCwQXAI2BwFHpWW3o+4IJKPR2q0A+oE6UrKiOl288DNgAniKB5JoFgB4o7+uecvmy4cqK2m4uugd0Ii/t4o+y+vPpo3IYXwK4d2WbTBsBk9jzCq4qz67r1n+HB8cCwB9n/+T3Py9g2YWA5q2kj4eHR4KKgdoLi1d1jno+fDozmCG/MEwM8AjsZGcrgK0ERCm7a1UpG+EgzsA/rKb3BHeBeahFUc1iFU08UTQDJ2n7yUliz3FAWfIR14ZSO4AveXmxUuaLOeLfWLzGMpft4lzWyRcXVoiiiAaeEFfAKKC1B8Acik3xgpkCW21FHcA3n18Y2AHuqN9AFrWwIVOUr/RpT0CbeYHi10DUccwDJ+eRBgqS25ictKZqzVmYKai66A/v9wsDiAGW0Dra48DCBCyXCwAnHzPjTXnYfWNZHsBpMKz3GdMbzSdAvOcM7e2ed6FgX7RRvxYABuKh1C2741h6a3wbjPVsb4CYXMoe80bDWEwAAK2N2HJ+BbZl3LyYoN1L51zJOcRYsHCiAPCR7Nex1s6WOU1f2OrB267GzFbQEU177Pot+a1vkke5fWCdsSH2rRTwbeLow6umeBbWVptabLp2GhzeAYAplkUE5zpHowDGuj3AnNINyjUOXjjRJMerCy3KErqAel1DVoHnArirAOZUcpVPPaZ513IRsJKYNnTPLLB7NuTsL0EG5nc9DGFO5Zp33VT2dgCwVJ9IAvlVx6J8VOCxgvaCBS8KWV5M4nGjKs6xRjjLgjqRWr7h3gQArz6AXe1K3/9VANzPkwLA1YZ+IUTmd/ZeTJcvCIC5dnHdPD7O3wS25wHg/hy558H4Q9bO/U35sIBeut6MFyMCIwIjAhWBAYC/FABeN+cGAF4XofH5y0dgAODHxLRuJjb4fvpZsV8SAD+lfY+Jw7TvADBPi9tLHTUA8EtFktrRc14AACAASURBVJvnB87vAYBfMNAvV9S4/rxcLEdJIwIjAiMCIwJfLgJb/+xPTm+Bl9i9ogIGUKAwxWo5yso8GADCsRn+CW6cnwvoCADfSokaheyOgSCg4uREuWYbrbOqV++iuEuO0qhRUbgCSM6t2gx4PlFeYNv7NnJMnlc22/cKxGIxiwKYMo4OT1wXeUoDW/WZLIINn21NLJWy7HxRF27dHvq9gyNwCpbG5DaVVbWUsNjmorM7Oj4SLD6b/fZ3b91gMVupcy+kdL4wHD48wtYYkIWFdex/AZvngldA5F0pKFEAozC2ArTZS9+idKXFig+K016NOFf9F1L4AssPldMXYHmhuAJ0gXLAvLKpPj7ZF7ClT+S+BVrKflt9Im8qdVtRbMAWu2fqISZH2E5blQg8xpb5WvBSYwYoxg4bZaw6RmzJ33woO/DkO8VCWvHBxrjBsn1BdyxW+entd8mzy+tSJDNm9IWxjPo58QAAJ49s1IwHAsd7ihc217QDlW1gc/ZhztEOK18N2SFmlKM+kHNa9s9lkWtLX+Ae8lVBUeymF0pgAWA+m1+wjz7XwgDAIGAUi2yDVedIFkBqX8JtSwzkFajm3EjOY4Brg7GC3cSbfNLMZSA/lto5R5KflvZjVX5FLmi9iSUw85K62diH9kRZ2eyRAcCAUcrQWEeJrxoUEuYaixd8L6A3WDQQtS2lJecw9uzJGZ0bflrH/ACuZxx5H4jPHM5rwCRq2QvFzg9kVD+7Aab321xiSObOo6y4mJWTL1r1dAC1zgvnoza4Ts5wnw+qCwDMtsX5Wf1t14kbKZyJAWNWMWRxCPGtxSP0FTDa58D1zm2LtXcWKNgqvI1Hvw8xz0IO5gAW4JO6d14rHVqbSsF7t0oyY1gKcMpj3AKc2/mma4WuBi1PdsYjOcp1fgGOsdtmTNriA6pdvaFYB4AdqwaV6/dSYKffqZd4Z9z6aNQCkeX3+ld9zt+FCppyOA/ac57A+kyEhRK5PU8uMLxawwRouwnUHX9/i/LJqgKY6wELCGor5fq6cpY+X7oBX/NgfgDgpfF+VJzHziMCIwIjAorAAMDfOgCuafo0JfBQAI/T/KEIDAD8mPmx/F35MUfWfcD9x6yWvXKjwMeLt/p9+/16gLXuuva41t+39wAwLxPHp5YyAPBTI3fHcU9RAFcxQwn8ggOxeVHj+rN5rMaeIwIjAiMCIwLfTgS2/vd/+Q+3qGnF0gTkAl8BX0CcbQAj6k2BkuTwDOAE+MFyAKY3gq7HxyeGY6iwrqTKPBCELTIEBNsTxELBeXZ23hS0QBAsgQGeQGMBKHGfn35+4zyp7Ivy1QATW1gsc1GUmhoAMXU8VsOCULt6D8XkJVD06sJ1J1cvlsRqH1bT19Sl/gkA7+5ib0oeY0B22kC5x8f7s0+fVN9xbJEBZuey1L0S6DuUDfSu+oHC8uY2eYYLAM8FzayUpJ9SALIBoAzv1O7T91IRo6nW72/fCsY2JSbwOX2XChd/XeXkjZU14OrAsNh2vIbOqTdAEyWrVNfkk5WKt7Ej15scuIwTID/K3r2dfSurLwVZgfqxoCb/7aSUZtwoxzlfAVh6cSUYBuAvYHt8fKz6A7bIEosiMLANEESbtBiAHMENjACTUdiWUhDADwA2oOVeUrSLsQIiOZf0tnIgS4UeUAnkZXwCjy9YWGCFuOap5iJ1ofrj+J0Wc8cdlariZWvmG0FuKZytyDT8Tj7l9Cc/2DHvuzzNdWBll+MXMIdN9Y1+AOoFjXuFKopn58VtGxbpZX8eIBVgfNmg967a4jyuBeidsxd43BL56lXlsN3TPgB1xthA+D4ArMULxNKW0zpfdlRW2VFbhUz7fI9O3JO31yHRODGvktc2ixbOWHCgdgNo952PWH1wjmUIrs47ndsuSfvv6PylXZySzpndhMj9fGRfW3FTs5pxhkIc+Jwp2NqJOpmsxQHiaU9B9licG4IDlFl80J5CeFEI16Q2l/g3lvMB6owf15JSEvfqW7eHRRtA+44UXmIfzcKUTmrOGd3bPC8Gu1loF8B1vw2T8xPIrLEBdC/skydg3Je5AKtcy1astaO2phV50NLfcK/C1aqXGPc3Jm4Tc6EDwBUXX/HvoLQLkKvPgMC9ArjaUYf1x9dxD9lpe6zas6LVuje9oerL76F/jc9jAHAf8rQnCu4HtwGA23xceVD4cNTGpyMCIwIjAosI8B13TioTf5/vriVfKMfdpn9v7h+y+8DoQ38/HqOQe275m062dcBmAOBNIzn22zwCAwBvHqvcwz11W/c9bQDgp0b213zcAMAvOPoDAL9gML9MUc///vhl2jlqGREYERgRGBEYEegjsPUv//3ZLWAMQnB0FLWggZghT+CQf3ak4BX13Zc9Mco6WNDHj6fOBUoOYfaxBWzlPDWwzUMdVJ5sAF3AotVygrdWo+rhz8mbQ6sZdw3zAn1Qwn76dG5VJnAVoBgH5agyUTryrN45gPUe5e6iLGxP/lHXoiDEXtjA2CAJO2VZEV+cWuW8t3to4HYk+Iv19Omnq4BcgdDklJVC03lmA1StOm2KW25cDbzVhiOpZp1ntQEWlKbYEwN5t0msKsUxG3VYFQvUFPREXYvdtq1/gUdSEMdeeSYgfbSAdFFlC0QbaO40xXGgHezYKlLLBwGdyueq8QHeAij3FJAoJusBTwNfpY5U08ifCYTGEjrALrbAKLpvFEPsjbGGLphX6j/qt7JW9VhZi+2tKRM5dZXTVYpl1MzJWYyaOWPPDwBxXwAXUA5gYlEBW91QAF/dEtTGqHv1GvvpvCauyj2suDPm9LusuVEzUzbqb2JCLLDeNkzXnOFz5+NVG1k4QPvYeqvg2Fznhjkq1Kb4tso77wfwpe+Zz2l/KUKZH1aztvtu+mUltMFl4GDssJlvUckCiitHLOchixo4dbAAZ1fOFRTAbHSbuZoyMzcdI9S/WthQ6mnmIHN3kfMWyEisnYcYoJrzm/JQVgOA/bpByx4mW2FueM35ARifHhrSJ4Pqrr81njVPLtR+xwdnAf7p4DOvjd40NqWOLajsvhDeBlZjIT6paeshUg9fr1vOZY9Vp5CtfQsQU2a1uYDmXZC1cjhn7DMnCzYbTitelY+55oevTx6taaNdlDUpe/NZymiQl7CWurY7lvlaMZ3ga3ZYvRE3mL/nmQ+svo7fvgf+FmC9Dw57vLpj74LEPh9W5kN1ZxHrbpxWQtX6te7BVeZ/FPax6b8rHp+VrXN8k5u3u9Xfd7SU68VdN/DfuAX0XTEf740IjAiMCHyJCPB3nO85n/2l/EIAeF0fN/kbcXcZq8C0+6Oev/jrqm6fbwpeV8vfsPi17di0/k3rW95vKISfFrdx1MtE4PsE0I8Bweu/Pz8tkpu2YV39m5az2sqHyp3KfPr1+2lR+bUdNQDwK4z4Y1IIrat+KIPXReirfj6uT181/KPyEYERgRGBX20Etv70P9/cXpxBC24N7ACtrMivfJ4GR364vivFZHLN7gvIAPw+fjiTxfChghfasHwzhVo4sBJQxBdF7JZjmxulKA9+ACe//d2JVYmGZcrPCjBFAfrhl7M8GNq6mv3004mAEfCKB/6ocZPzdU/URfjXkOvwCEgZWId6l7oBc1FSklcXm2GUhnNBQSlOZY/Me6Xc+/D+dPbm7XFUuljWyp4ZAIztc22UA5ADuF2ojl1BzHfvJutR7IqxnQYwWpEpGLeggGopoBGQ63goBzGA0WpaKjCUiALt+OhIkIkYNdUkNtUC7YbvVgVX7mTgcEC3bahVLrlq//EfP7nJB01dWkCTvh0eZBz95d1W1+njgd4PjMzNlXPD+vcoKc1aG/StvKpMD8A+sU7eUmA2imhyAzfwbLjHg6SmILa9ssrT/AAAR7E4PRADggP/gMKUldcth3STDmIJjQIY3FkwjnKS9zVzjTGKojk5mOmXc04nObJjbRVxs+2uPgVFJgZZ0IDlufIm69zYaosaUmZi5DndchEb0tleWRbQHitBT9sDc26h4C7r5yJ8eh+Qq8PmikWpcYm3x14gfU+QmmNRUVe7nCeYtQWKK3mGOV9RUafN2QuL71hZq89tYUb6rWNbwmJU0/QJ0OvFGfrx51ZfJ6ctbfOD2g4A04+C4XVu+FzqgJ9t0Imlrx86Z9u1wBbT7R6df8yE67XhLosEAuEZ+yir03UDvgaAo6aO5bJPn1Y3+xRo5f0CtXUdynsB1hsB4NYm21pj7+y2CeK2mBK7AsCUG2iY3M0FgAtMZh5jOv/5g4+CwF5g0RZAmCu2jq0DwP3NeJ/bt/pb48Rpug4At3UG3u8uCGpL6S6fdCmXe+Ww610Zm36ueMxeCACTA3yfVThtbNc+mBgAuIZi/DsiMCIwIvBVIsCfkLm+k7EQbmkbALiFY1MAOwDwV5nAo9LvOgIDAD91+DYFtwMAPzXC38Nxa++zvodOfGttHAD4WxuRV2vPAMCvFtpR8IjAiMCIwIjAAxHY+pM/l7nwPFDj4AiAFiUa4Co/1wKE57IvPp79/LNUqbAz4KEKBTICa2JbvG9IlQ3IoQfyAop+pbIpC4iGvTQHA6uwdj0QpMIqGKhpKLMbBScKY2DqGXmGb6+k0kUxWgpMgWWDVgGzZucLrEJxCSThSyn5c89kgRz1K2rffbfBKkVBCVShlauT1K8A7Q8fzqN0VbuIB3WTm5T+AVitXBXRAZRS9lwAeGf/SLHBxjkwzjbE2EurEXOpUMnBOqlApTi1gjqKX9pvu21sXvUfOYxpE6rSNyfvDFZtD91gEwAYi2rYUQA3MNOITf0DZKJozeAApw0e24O15JoV5BfEL6tjw3TAo0A8ABg4hcL5QMDRGBqbXv0LQKd/gDjazZxg/M3imrq35gGW2+CtfcFfVN2MKX0ElFZOVit6m7yzLKYLXtJOoB+l0xbmEoDbc0bB5yOOvdUPVtmoRa+cq5e2Y6ccVSzFEyPaW+pcACBzMXbVWdTg3M7NJrly8wLi+wcDjDnqcNqN2pz/aAsWzwQBJ2KrdZtdM3O+bntL8c74AryByFEAB2jz4DPnHHGORbNvqgDAzD3131bfTanh/LZNeYsiOPbhyR9MvDL3mTdTzmFb5FJfOzuZm1hno8CvPNvMcc7Z2lAAo6gs1TdrIJJ/O+ePYarVxssguCCwx11xYeyon1gx15hPC1VoLhVuM/ML9fPCqtlBmBTlsSfPAoIeANPG2nr4bMhKeQ3Wsk/ZaS8O6AYqY5FxMehthfVqX47vN84Dx772N1hNOX4fOM3lrgOu1b9VYSjHGf6X/XRTCi+egzNm6r+b3IB8rPpTWS1iqLqwfF7aWMfTJmVvn3yfVXL/PL4gcM7LbGVt3deRuOWdAsz3KYA/a99Kcx/zkjHrAXBf/73ltIUQief0kGoBu18KQAwF8GOGcuw7IjAi8CuKwK8HAK8O6ksrgB87ab50/XcD6qEAfuy4jf1fMgLfJwDuI3AfiF0HXp8bxXUAeNP615VzXztXys+a27bdX+YALs8d9+XjBwB+2Xi+eGlDAfziIX3JAsf16CWjOcoaERgRGBEYEdg0Alv/+s8u9FxfcEZP7OFtACpABOqu6+uodbET5r3f/OZ4ATf44vf+l0+Cb7GxLYXjdYMEKPZQDANAo8idC0rO1a48eAC0At8AnoCiTx9R2Qpy7Emdi3L4EggN2EPhKbim8mxRDPCxMhDIKcADOdbDfKyAXZ+Viek+YDNAijsDLJ3nUTeisIPT3IA/BI4lYgZ+0Q6goBXK+m8uBTA5YmNv3eyAdeye3kt/LtX1HVtAW4Wsdm6r44BSg1wBM2G1xZ2JlbHkVG3gzBbYImvchGJFDAAG9AECyW+MyhmzWFofWEn/7aBroPrhw6lVkrR3f/9QYBpo12AaNrMoRm0fjTo01tPbUpsSjkDc3DHd3BJzAXLVC7AEdEU5KvgoiAWIBHiimCZ29KsAbik3aMOJ4PQF9tdSdOypLbQngFTRUdmBdSF+ZQUNgESBSn/SnimPK7Cat1Bss9Eu5sTFxcXscLHgIPmRUY0byFID4FpVn2t+AK1oO5CVtsMwe+WorY9RbFOzbY0TJ1oSgAm4lvpWsA2gXCcAbaU9gDe2Ap/1+wLOaW4G7infbIs9ZUTdOsE8A1+temBusNggSmEd5wIb+KNd+pUf4CYg2+3WG8wPAHtAcsCgFz+0Y7Jfzj4DRP2Q03oxjv5kAnyojjuHZ8fCzgClJG77kquYmJVyueLPeJadebVxi1y/jL3HFGW04m2lbMa833LOxkI+n8nivSy4OXcdLwD2dJyhvsaE3L/VDuZubQbAHfEsJS/XvrKuL/h7V3tQx/cb87y2/ngUwWyrALjswVcfTxikt3EtuOucvYD7VgH71HUtcHtqc7WBzyu/NMeXEnmp0Yxyp35dVQrXvvcB4FJTrwLg/kYmCuOHLZbvq3e1rZu8NqTXvOT6Uvb0K9Pp82IGAN4ktGOfEYERgRGBV4vAAMB3hXZT1e9zhmUA4OdEbxz7Y0Tg+wTAm0DTTQHsU8dxXRs2rX9dOfe176HyBwB+6qg+9rgBgB8bsS+8/wDAXzjgj6tuAODHxWvsPSIwIjAiMCLwMhEQAD4TXtozCLq6Dug9EBEFBgM1AVeoA+FctoLVd2unmzWAFRQj16qeuqM+PBdwJW/snsAd+29tA24FvqROvRR8Pf10JjCQ8k9O9qOa5bu6/g+4ZsXjztwKYCFP5wkOTxaoEly1Wvhwv6kOAbwCSYZggQ3A4cqnChRAlQlCOdQxQD8UyIC3A6yJ3X4O3ZLts8BmyzFqhbKblH93gb9qA8AXAAVIBdBGPanSURMLvpGj9/pmblhITmMr8Sxr7FRz5F+1RTDlB2wRH8C01a3q55UgICraOXDb9ryAxj3ZNk/wCsgBnP2keBaAZdwOpRCOSrD6kHEyVm30D7Wsc81agao2kDsZMNngK1DOBrX6DFUwADgQzkg0OZBVx4Xinptn4H8AYIkxWRPg6kwbaWtsos0j2U/1OQuq4bTADcrKBjkJO+Ce9qAgtyASWOMukRs6qt59zTEAd6ysBe+ZxU2BDgAlzKiD+1tBynb/iIlV4JnPBvntfCK3LY2+8QBO8wALafLjhjcGXNIfoCJ217UxZoZz2I9bbp5YMy+TM5fKozL1zL4uWJm8srYz1uc7LafwlsehLbJo/JFiaEcp9AGOO+o7x9Y5yqyrhQ6ZzxM8NmzM2gCD+Zrrpda8YUGFxhSr93LmNgBuOYI9Eo1GAnTZbIHshSOBz4G/zJ2cm170oH8DOFGAT/WuKjCTdzz7+/ShjNYfxsZD064dqavKAwJqPBqUj231BIA5N2zX3D379PWlDV/tuwqkWVziPmhSFVh0Hl8U9rRx0ecG3Wmr+9oU0m0fK8h5r1S+jIvKsaLaMcxP5mlm1F0KWquaOXc6ylnA1RC0AVg7HrR5RHtum+w245I4bgJiE2vqazbsbcyxfV5SSrve7nrXfb5q9VzHPeYBQrXD87mPYYtDr0DepF+etyvPwbvmZwCeewM9FMCLa+P4ZURgRGBEoI/Atw6AX3u0lh8Avib43RT4rvb4qW16qL77yxyK4NeecaP8PgJPB8DrwOWmAPQx4/FQnS9d35fq37p6No3P9NzjoSMGcNk0npvt95j7t81KHHu9aASee//6oo0Zha1GYFyPxpwYERgRGBEYEfgaEdj6D38pjKD7cYDe+dm57WlRXr55c6SH3yhaA0Bvmt2p/2AJ4m4ZsErpiUrTMGxrdirF7CnqTClVjw6RqqowFKUCwCDG84szw5/DgyOBp0kBCXSLSvhckAKVIRbMABeBZR1LA53HVwpHYC5QCUho2NOe4BuetGcOwJGPnz461ytgjHy6KG2jZN6aHb/Zs+L2/BSodSMAjGow+kdgJbl7sbs9OKTd1AU43p69VUzIIayXBjTE5bJZzAZoXTo/8BuVH/UokWk3OE7mmRzGbAaqADiUnILLhjLKcRw4vTv75R/I4bubPgNCDdRzLP8CP880Xsm7y3uxwDbM3c4DFm5uAdjsYdth/Xsme2BUvsJ1DQKhGlaO29OAdMM3tSPWzopxazAAHZX08fGR+8g4FuCiLsejAcwoFFFUR9XtH8O8qJ2x0OZ19rnOa8WX45iHc5H5g0MpmqXyddmAM+0HvAYUoxwnfPO5xkZjVdbjgc6C5yiWBZhRhBeoDCQkx232yaIF4g8Ejb1zVMmxOZYXeSBe679z5ZKruYGw7axcUCywPo/ttMsw/E0ssDYvuJh+eIb5J7bisRpnQBcgzVbNAM8MNqDZ/W7gkz6WLXPlggZQVj3mx7SljcmcgWdcrNINaDRgJL0wDW2bYWKDagBg1w0Exq7c0Da5+koxbGvzbisQ3L9HvDJvp/zg/Q2j2wE8bedQ5fPt9/E5tKgqcWgMfgG4M98C2imjADDvezFBwVgWYPinrj09wGTfjL3PAQPfjMEymE17834a1ttE91/oDZspz3Nd49r64UUjHcB0nR2gL7jN+z0AXkDvFq8FRHV/2vlYdeh1AeAJOtfDlmkBQlnEP3Qj3wPgfnzvA8C0uXJ61zx5TQC8POfyagDgpdNzvBgRGBEYEfjmIjAAcP89qoHRPj/Cam7kJ4/gAMBPDt048IeNwPcJgPsFFHVe/9oB8GZTdACXzeK06V4DAG8aqa+03wDAXynwm1U7rkebxWnsNSIwIjAiMCLwshHY+g//JUajAD0UulYkokDcvZWS9SBwTQ8hzk9PDTyOlHcV69nTszOD3K2d5PlFnYkK81RAbj7/NHvz7kAg9LCBDaxfYx0cRdr27OwUC1gUlFgL5+blXPD4BmAFLCRnLWpR1Q+YjtVxgBsqW9pgtTK2rgZzDdTofgil4qnaG2XklsDtscAiUBeQfDl799ORP3v/i3L8Sm17ImC7swcckQJXDAhFKOo+8h5v6wkVlsMAliPBT3KRFoixkpHoAbLUXls+C7QdAr9BP0AZI6DAGSDqtSAqfaLtF+cCklbjxnqYsg+Ord2cnf6iOmXNDZQ7UC5d1Icwo2DHgEbnwm0PiGJ1nDyh2ESzoULdb7mODfD0+lQqaEiU1auC4Aci37T/9PTC5e1BuKlHbbq8lDJZKmxyAgMv6QM2xhUDg9amjmTciDvjy37Xgr1Yd+9sA0gjXQVIofzFQhuLa9TO1O14AAttx8x714K8ysUMPKS/BnzMK2yrdwzYQZeIv7EVx4YZdTjKZqu+dTy5oQHAsfQm9y/tmwuck4+WPpKPeWfKPev2NlkpsVtALCzHo2z0uaA5aNUpE6XBbCs49QNALGU36nXGzGw2U8E212VnTdx2ydnbzp66kQpI9+i1s4q2ozSdwL5VEj4fsmDBKzgabOUgK4T1GUroywbdPX84H6oiHUeu4Jy36dMOuYY591reac4/Ymu43dS0aVugZr9NwK0gI3NF8bXSfFK+xvJ5GtdLQ/f0lQUM/YaSmvPQ9TUom3yvsQuf1P6JmReJqE4U6hVHbJrrS3bGAoDMwoMcX1tg8TIALnvvGj+fc11/al73VtKlpqYeX39anAoAO9bqPwtXekXxXQDY4+t5mP75p7O8LrXMKlRf9OmzfQtcx4LccW3DdZcit8a6t8PmOsBcZOuP8TnKlQmVcFs0YdV0ld+1xfW2mb9WILvyXKva1Ocx7udMxWIA4KVTabwYERgRGBH45iIwAPCmAJi/uU9V4+Yv7tO2p9Y5FMBPi/c46ktG4PsEwHdFaPWLctvnyVy47uPuG42HCu6PXdeAdfV8ydnweV0D0Dwc/wGAv+78XFv7AMBrQ/Q1dxjXl68Z/VH3iMCIwIjArzcCUgCLiBlQAmXngkKAV/JXXhmUWnHHHgJ8QBeA4JVBp5SWWMLayphcojyeQMUKnD2XavHcKuK3J4LEKHwF/4C+O9tSZWIrPKEvKzHZUH+iEo06MiCRBxdAWytdm3Wuc70ClVDYAX61F3CRX4CVqP6AmQZeAli7qg81K7C0oBxlvhdkBXhj2Xx8Am28nl2cbRkUA5revTsSYJZqFntqwSFYN2piiIwtpmkXsTKAFtBFOayY0DYsgwGQ+6r77EzQVcdsqf2k5U0+3h0rT7esfMUKWtbRJ9pnF2tkdeQK1aCgMrl6BfwKkgFgsaKe4hdAxL4EAwhMnPxgTVJlYWXnlLXltSqfAy41UgD+Q6lsyXHMBqBy3tYGaoD5KKgPBIQP9petlEuJfCGYnNy2yVl7rpyy5E3e0/hMVtRYAzcAqjoAubSFNgHE68FU1MSAY5TXUj43K9sSShJr5hvA/s0bAVzV51y36ktyvib+KVMW0TreCtz24AsAfKZFC8xT1N9Rt0pJTDQM07GWDiQ1JAS++cMAUlSjnqeG49PjtMrSiiL7QvMeNS6q812D98xrLxDweDC/VRZ9tXU4SvHKlcvOtCMHFHTjTDGcFdREjZstCyTIrUzP3b5WJucl8+Gq2Syj5o2adRkAIxIHmNMX2ueFA83K2osM9D7lM5+sKNZr5gcVEp99z7PWHKLc7uPZj7nkc0/hp4yFYpb4tv28eIHP2gATD4B8bclxO8Wh3i97aSpnHPsYM/4Grxp7Fj/U5ly8Pv9it8wCAc4xrg09eL8PABd4tYq8gLQO5Dys8e0hMO+Vgrj6y7wsaNnMAAyIo/bmujrlATZMbfOE64tBMOO0Eo9qv90GmqV2qZ09SzqV8fKNehaZuJ0Gy9NDmLtuSArg9/tVbFNfm+P+V+PW5kiV77YMADydLP1va27Qxw3i3WEb744IjAh8/xEYAHgA4KU/hyvOKN//DB89+JYjMADwfaOzDswOAPwtz+sv1bYBgL9UpJ9YzwDATwzclzls3N9/mTiPWkYERgRGBEYEliOw9R//SqhP3+WBJyhfb26SR3f/QFBSQGhPkOKyQTWDS+0MfAJ+2C4Z+1zUhIZ7gTZXegOL6MPDo9nRgdSZqmOh4AAAIABJREFUR7H7/fTh0rAwFqyBwHCBHVkOA4kBM6UYPJIC1DDVOWbbzYb/ieKWfKzAGKe81Q9A0XlDTah4DcAMQMIWubm5uj4AFbAHFkq+4e0dqUXVRpSBnz7o/wFjAotv356o/Sg7r6wCRtV6cvwm+XoNTlDFpo1RfjYlYms3cbxSG4CP7lvrBtDLQIrjrByeS4m7L4WxwKfawgbPpu1XBoSxKQbsotDdly10rImTZ3XxzGRhHQc0v7U61vbdOn57K7DR8VVuZtLuYqWcvLkqo0FKcsKWHTL1Hx9juT1NmjgKkw8UoA54jPW01bvKW4ylNha8Bxr32lI/dsvEtlnTakDiQBw75ADMjCXAnvgDu6tu6roQYD4/k802ymVZZde8CCDj84wpocGG3IrPJjFk/gXA0r7YNjOObgGq0gYkgYf1vmdbdx9s0AWIY6lDs/c1I2bOS2mKzXiUvVM+YuAc7SFuKKrLEbxgc+pIzmC3hYUNLd6oiBkb5h2cfl9AG+hny/YL+oMN+mRjzPFWXdp3mTJNk1u+Y1TkfTwb+FbbiTfnEWNoWE39WGNz3lvFnLGkjy6/lUM7C3ByHGrbak9BweZAvYCEFe/YE2exwiKHdAOyPr8NNKMqra3gb9kLo8AtRXHlFWZfzo86FytProGs7ahTGtcw5+NuG/svA2Assxcf31me51db3NBD4vpSXwrfyhdcY91/6Sd+ZTUdSL0858oBMnmgp/bwWwFgj1mnlgYsO8mz58OyWne5hH78UnjftgK//TEFgUsJ3OfiXS3bbezim/7njZrj0/md93sF9V3lrb732AcQi/N5EZ97HmSVNPm5N9BrJc4PP2hbd4N4F5TvY7Tu+E1iPPYZERgRGBF4jQhkYRxfdpcVoywm9d+Je6wcNnV4WNfm175+1vV3tZ67r8tt0Rp/mxbxuEtJ+xhV7lOVv+sit+7z1TauKpirXQ/3ZeQEXhfn8fnXjMA6gFz3H/e1cd3xdx/Xf2d8CMR+6cjc9V12XfvWgeYv3YfH1Te+Xz8uXo/d+7H3d48t/4ff/7n3rz98gL5uB8f14+vGf9Q+IjAiMCLwa43A1p/8vze3AN7YHMfm1spVQSyr8lD6olRFWQf00pMXQ4UChiI8QL0AYH6uZldY8N6iwDwQ0BQMk3IRmMcxURMqf+0p+waa7kqNyg/5bqPyBdii6ETJG3vkgKUMk9WIUoQ6ly2WpNoXW9/kK55uKACrvMbqGFjkPL+t3XkgM6nuyJuLyvT8tOXrFOA8kYL5yLC17HtRr6ouZMF3bOZZrY0Kg6GfLY2x8KVthtyoHptiE+VwA4M80Do+PpSttrLXGlbSdwF5qz0DiYgB/UStGeVmlKkLUOX6W7/UvrMz8ipL5QzRc87hKA7J7YzT85EgKXHhc0A0EDLWucmHS25ej1u3ffp07ldRhqLapIzA24sLcvLG4lpDv4BtyZ/b4Dhg+oKcxwSKMWV8A2PtsKy3iRtwH4jc3wAAxT99ZAywK9a42o5aNsoNAJ+fsYAgOXL3dSxx0f+7Lyi4mQdsqD+Zx1N+YMaXcQospcx+K4VlLLeB35PiFktqLzzwuGfueDw8FsmNXX0AQOcc4L1MlFJs1sIH4lDANfWmbYi4AZu2JTbwSw5kFhcU1Ozb7AUaKmCf8WttS33TXkDDsgLGXZC42e6Z/QqIapwrx7LPGQPLanspSDO2BVAB9AXLfb62UzJQNnPLCv0GgH2+r5zjtn9mPnbtZf96oGI4mRm0iGP1rOZsD4Gx6K5x8RxgHLqyq/2+ztmhILbyS/OAc7fNEdpSALjKq/6tWiMXAC6gWg99PI/cjpxLBYApr5TTPm29KGBqbMWABSZlz52xnOZmuSU4t/jKXXRfXuWEvm75oMveufr9WV9aUAoATzmK737QMwDwmgdgz1QAvzbAWD4DxqsRgRGBEYGXi8AAwEvfMPJiAOBFUAYAfrlzbZT08hFYB3AHAB4A+OVn3a+nxAGAnznWAwA/M4Cve/gAwK8b31H6iMCIwIjAiMDdEdj6F/9e1E4P9VEZYom7tR0ws7Ul5acgyK7ABLk196XyBHjwg3UsClxUqOTABQoBc7FQns/PVM5BrIi13ZKXVdAPu+Gj4wBeQCRq0XPlwLWqTcdhb4vC0Sv+9TkQBngJQAUGOydsUyICFC9V/8XFOZjGKtTkBt6LUg/ipOoNtQE26s+uJK/kieUjrIQpk9zDt/qCRI7hS0HsLUFrw1BD4kvZQgvIAlmaMrKsoWOfSs7dwJXk8A1w9PMboI1Vmsq5e3qe+qHPyGD5QlYQnX3VVyuEBbuOjmS3LGAHIENNaiDbFLdbOj6Wty2uOvZSsBUQA4SNchSQDqRPO1BQo+Jk/GgjceU/x1uA9FCgP+Vh530leAugROWNzbRiitU0uzd4G4tlKTe9EEC5iTUnUI/WBrBH5Epbjk921d7WVkPl7AXEBQAnp/Nky4se2oCzWTsHQNOWgGT+BTBfnEcpzn4obT1nDYBlQX2mxQeovjU2R1I3oyzHwjkKW/JHa1+14cI23cRAiwY41uONBbYap61yNPeQEHVrVKmxyU7eX2B97LvZAPOlkk27A4ArDzDxKaXvlL81gLWvy+BaP/BiFldwbpJ3OcpvBoMTK5+XNfjSF8lmlQ6otT12m4/MvYUiRX1gTtw4PhrT6vciHoHdUbmrHwvl/vKFZGH9rH2B7PQXa2urnhXOux+ABO6m7EyM3ko8558WE5DPuSyiaR+ydbrOXG/tr9YsqWobYHe+3Uafc24y+nEQIBbYjJeNNe9xnizUu1KlL2AzKmmdV3ZCaPOY/QDNTUS+gNzVnprvde4UBF64FHAueAHLtAig7LvTxyiwAayrD5nuA8AVG/e0XWNWFb3OF83nztU9KXR9fdDG9aTfVvP9Tv3L/mphK+9upfGvFgCvU/4uJu7KKoOl6GduPLQNAPxgeMaHIwIjAt9wBAYA7gfnOQrgVYVtlfutKIBXJ+FQAH/Dp+Vo2oYR+DoAeMPGffHd7vou+1oAuMp9+Pvza4dg3ffz167/Ry9/AOBnjvAAwM8M4OsePq4frxvfUfqIwIjAiMCIwN0R2Pq3f/7pFqAHmACmXaE6Fcw9/SRQcg3I2ZECWLlksYJFhQj0FFxAlWgFpd4EpgJIgAvbO4A1gTGB3xtBtrmg3KnUvoCTt+8O/Blq1KtLrJUDKIGpwC2Ux4AZYAlgC4BL3lGscLHtxT4a1lZAFgB8IzBXqlXUkUfK0UuuXf6wAvQK6m2L1BzsIUuVMla5jmkruWZ39NaF8tZ+UD7gbeUnFtE2pAbmnSh/MQDY8FEwCtUxL7CNJldxUGOAFMpcgGh930IJS05jYpS8sAJK2heF9LXBVx6A7ACaAMj6ndhEpaj6mwLxSvvGyhe1a6xt2fgXgH6pOlCsGuAY1MYqmtujg0MpsIFm2hn7ZbZyid6W4hnImzdix00c3EX9B9wCEhcgOxPIBnZG1cr7AuiC9ox7lM5zA7tt9Se221u2mGb+WMnJAgFbJ9Pfyv1rEuextlpVgBtlKHOCOUY+5wLazBXaB7ICSu0JLpPHmM/ZJgAMWJQKWUN5cLg/u8TWHHWz2nSIIl0xNFjUfyicJ/vs5FGm/gK6zJ3A4HwG4ESZ6Tiy6EDtA+heci54EQLKV5TF7DM9eCMezues49kqX2/FklgznlY+q07ahiKWPkf1ymIDgHvgfOBgAL+HwgrSAvXdDXGbjCjQ3ebWJMaPMbA9tW2mNS46bA8r71LU0mesrVH4a1/iwCKGWmBBnDgXdrl2NDUsiyg4dwGZZX0eZTMLR2If7/hYYdvUwMTG4J3+adFJGK/bxpyqWLM/uaVrW7WA7G8UHUu1o3cDKFC2+FfokoUTVlS7LQHAqS+LImqrPtXn9T7nlvMJA5pbf0rRHbeESf3NMVwTyz67AC8ge3FMZ62dzxU7+H1TCK/mGV5VAKcfrbw2L+q9jHccA1LfMgD2uLJQ4h4AvAgGY9M905mA8tcFwNU3z52ufavzpK6fk0X2PQ+onmsB/RAAfsRN+bobxAGA+5k5fh8RGBH4niJwFwDOt5X292RYQN8xnHfZJg8A/D3N+9HWHyMCAwD347gpAH4JaDsA8I9xBj3ciwGAnznKj7jXfGZN4/AnRGDd/f0TihyHjAiMCIwIjAiMCKyNwNaf/gUAOHk9rWbTF4ar+dbs7/8eS1wpJI0m8fBFaSuwiLJM8HBP4Bf4eGXwuDU7ssJXlsH7JogNcMoSV4AWa965YC6WygW7bqU85OEPtsuANr7oHQrYYdNrAKhauU3ANpe8tLNbADBAUGDvKLALWHENmAWUGHwAYqNqBXYBW5MDF7tY+rdryHZ2eqbnS9mPMqiXOs6UXzYGuKhqdwyAjwQa4VPYSXtzbi7FqCkjExuUllheB1ChTr5Rv4BkqKEBjaXCBH2ibLY5MfROoACIaBjb6u1zj1JerICBfQAnwLpek0vXKuE0C6DDZ9dSLgOl2A6PUrdz6RrwECcosQ1utYfglSV6gcDXV4LyUtnyObAf4FhE+8P7T4a3AUdYbaNspc+Mofqk8SUuzmxsVTCQ2w3ze4wPgA94D6zZc/LmQE/HTPMk0Cu5hVF7kvcYlTLtOD1lniRfMICReG0btlJfKSYBzbm5ZPEBX66ugbatjkMD8UDMT59O3Z5DLQJYvcngNSlXA4DbOLVxSAwd8YUaGxDrRQAsALDyNxbRzJsoedMn4kWZBatsW67Pa7xRmPd5aN0Rzber6ywkCGDG/js5tQPVM37EAytuK6ABkgvSVeM7wUH67TzYUiRPkDIAvmCjz3rOTxZjtACyQMRj1RwA+P0AiNrOtxrPWDy3fNOt33yWvuY6Y/gtqH0ld4Dq8xYqen68mCSW0uQSZ945169V1xOwK3XtKvzl2F79u2qh7Ig0KM58AK577jUb9IXtcantG/RfhW3eb5F3u4Fa97MeXk8W8wGsuW55WGkjKuiW+znxCEyv+WCQ3UbYx6gdWKNn9gHEo69NWcsPVWpcK0ZlEd33jc+iQE4ZKSsQuI8Zixv8XsdKsxAhbYkdd9oyKdtT3ucK4FS0aEcXjyqr/7zr/me/LmKpT+xM0JT4/Y4PLRR4qOzFZ5veQG+i+N20rK5h624QBwDeaBTHTiMCIwLfYAR6ALziPdH+nuTvxUvl/F0NwWtfPxeOK0vfx6a/f8vt6RTA9cFSLuA+Qg8pezfd71uYEHfB7KldwwL6Wxij0Yb7IjAA8F2R6e9F+gWWzwG/9yzULEumb2SKrvu+/o0087tpxgDAzxyqJ9xzPrPGcfgjIjCuF48I1th1RGBEYERgRODFIrD17/7iwgrg2NXyAJ/8vPPZ2TlUDaWrNa6LB/vk3LWFsB62A+22BCXBEUAdcsruHQRZGFTx8MJKvgsDq+PjY33C8djoCsSh/NSDEUAyHGRf0G9LEkByBk8bNw1bzv2KpSyQ96eflQdXOWCtTNSnhk3tAYtzXtKeBpFo+632o3wgCHbUKPG2RDgNVnVfAbgFKmJLfetK6B8AeF8Kx2YtrPdRkNIWAN6FQSU5SpM3GQDsPL0G005iG3drxcEqXKKo+ojOhfPyBnBfCsJx/KHsnwHWQB2rJOkHYA24gx0u9sEGa1dqK+AwKkrY3KSoBQAL6tHGBrZROWMfDKeyC3QpBK3M1E8LNXUA5SVmdX1YgaPIRmVrKCSwiD12c0lOHl31Detu1JbYQ2vEG9jL6FVd/Js8zQH4tVmBuqg/1txRlkYlCwBkXmH/TTwAj0AwlKiG7OorFsfAYuAqm5kdY6Cyz6X+vSW3b4MzAFeAHxtQFoUp0Pb4GLvzbAjSAXNAZdoSleXnD9uaANbtB0xj1YzKmznNuNJ+5mUpjhkA6i8AzI2NFcitaF4D0gtMFsS1etiKaOYReZKziMGKTp9qxP/K+ZJR0c8FkfP+BNqIU40HSnjOM+bCxZlyMRdQVfsA7SiVOW8NaguANjBP/yCFLNCoB6c7VkJHJc38NkTF0nxhvQzUBd8GjDO3y+adup2fGeUt+al57STDKIs1xgpIqaQx7y7rbdtat62HqrzV+OgCAHuhSFPZsljAUSGmCwtqlPVp/yoAnmZq5nK/Lb64N7cBPivVr6vwOTQBYLet5TXm9wUA9fndbLY7ALwAsm1+GPJ2qmbaswDAnNst3i57RXls+Nx93u/zuUI2/eTaWm1cBcBcMwsA41TgPNRfGQCzCGOnAXHbZq88a6rXj36gsOkN9KMA8OYP6NfdIL42wFia9OPFiMCIwIjAC0bgLgBs14v2xdTfFbQNALwa9AGAX3AajqJGBJ4UgQGA7wrbOgC8+fffqfQBgJ80Qb/zgx59v/ad9/fFm7/p/euLVzwK3CQC6+7vNylj7DMiMCIwIjAiMCLw2Ahs/Zv/dB0FcIMG2NcCafSulbuXVyg7+TwQB8qDxTK5ZHcFIi9REgJq9NHbd0dWjgJYuAWItW9gEFayb98e68FOAWAAn8CvnvagkmW7wK5XcOlIwA81IzA6D4CwJ76effqAEnJn9vNvDq1MvbqWNbVVoIC3lrsXO2KBQ6s7UeQWQAG+Ytc7jwqW3MUXc+UIpicCVIeoU1UfOWMB1nu8J3gKsDQ8Vj9slY1iV00CQAJJeFgF2KO95AjdtRdvlG8LyKPfA+0auJNNM1AOHe6NgDd22m+kjsZ22hCNsgWLUL8CoHMckJWcyMnBu7dLnmXgX0AuDYkikfDH+hrFK30w2AcgAWK9DzlUk9sZkGPQJkU0+WAvGTPZgG/t3KhNUsxasVuxZcwCYakHYDiBP6Ag5DE3amfKq0ze59qcI1ngLkCPNqL+bJbawFteAxb1nwGl2jE3GIx98GRdCwgNLEZJbVWoP1d7UNQ2NTAhORPgJHjUubMjmN3yNNdNxVw5mhUpK8ARLTNGVyqX/M+AVuJVtsurJxbAF7BesJnX/QY8Zn4Az+gT59SBFhDQ1Sjfk3O7V3vyfsBkVJmMDfOu8i6jgGf/mg/JD80PltcohKMOZh4Cotm/1M9ZJEB+3ihwbdttS23OMcZE+zcLbnblnDDQZD5pL9TYtZCBNpYSlfnuuGq/nCe5uS91KOdmAVsWJUzAO6pwNs9htRtwd2uf6uTXZiHFtq5DtvlmbKDzwD2fhy3aDVJ7AQjXHWLX3is1bRwCpJhtVtuJTxY21AIN+hnV8jSOm3w5XzygVgGlnu7nQX8DG5V7WyTR9udiQsyA68m9PqlxHUfO3fbsg370C94z9zlv8n7VX2UU9L1LAb2IUQe2e7WSx6p5hmcxj/4mgOdZDKJ27bRG1RxdOBq0zlebv4QCmLG/muvaVjnHmc9fEwDbbuGOB1aLm/HNH4Ctm4MDAK9emcfrEYERge8lAl8NALfrc/6a3b+tu/6ui/OTFMDrCvXnAwBvFKax04jAK0ZgAODHBHflS/ljDl0s0b7voOeUTZl8X39uGdMzn0d1bex8bwQGAH7m5BgA+JkBfN3Dn/v98nVbN0ofERgRGBEYEfhRI7D1f/yrD7coKoGwyc8pIIudrJjsuRSx5Nk1OHK+S0ET8ljaAlrQU7QX9vD+/UfbK5PjFxtbvkgX/LUaFvCoct+9OxE4oDhsZQM0zwWWjg6PDXcuzueyThb4lBqWHLL7eqC/u5+H6ddXO7OPH5WHVszq559PDNWurmQPLSUn6rP6QxpQOjdAQtn75s2h7aCLc6BwZQOsAJwvBGWAUjtKBgwIPVHdtjO2ffP+7Pgktr4FhgDAhkVtRsCLAODU51zJ6G9VIfsBv1J5lI6G59gDKwgB7QJsAm1A3VgkR5V8fqb6VQeK433FwcCuvQ84xQa5VKmlVt0B0BsOxn6X2ADBy5a6nnNRliEittbKU0zc+dmBqsoPGo55e6uctgDgd1Le6sAop4HWeiWbaDZAP3B5cV/W7p3qCzuAEUCLTXWBpNgUo9YFKAnqK860H4BLjmfni9V/gHvaeC5Ai/qVLblkY6NcSmIgMNbcBZUBwIAtYCUqVhYYAKo4BnV6Br4poRXPucae/0q9zRy50twBqDpnc7Pm7r+k+XcrZJMnueZWQGsFgfkdmFj5jVFl75PjVsdXXwoAO/dvs0yuC02BnYUKUwFxPuQGCFFiBwADMqVUlhKbHyuJBempo3IZV5k1NoGdGX/ni25QHkUp5Tm3cFNUL+yk9X4solNaKW3rMWQUqnmYGuXwlJfY9am9Vqdr3tMu9iiIDGg2PAbksT7E5wYqfkBey6NrABwVPNeaRb2dTfNqzAr4o+wFhhYABpjyGRtx53cDTv1eENW21ncwvIpl9R9YPcU3NtX3bZ6XRKYVbECtH95nM9hu7VqU0bUD54KlTVU5B3ez/V4HgGlbQeFqJ4C2FiqsAmC3iWvUCgBGqR3r6HzmxQU6J/q+3weA7w0OZw9wudlK9/D5vmP6aw1jussCCK5fAwAvzcmHYj4+GxEYERgR+FoR+NEB8Lq4Lj8AfBhGL5c1APC62I7PRwReOwIDAD8mws8BrA/cjLkJzymb4wcAfsxIfql9BwB+ZqQHAH5mAF/38AGAXze+o/QRgRGBEYERgbsjsPW//YsPt4BGoAzAjIf4/H7Aw3Qdgz0zMOxAasULW/Re2vYXtSCSPfjcpRS3KGIBbQAaQNH5HHAsQCEwaRAn0vDupzcLCINCEkUcNr+BTOTC5QjgmtR6sh5+8war51jaXl+SBxYraaxqD10OwAg4eab3t3QQlrrJ+UtBUey+OTl03QZUVivL2hiQJXb54f3VbO7+APu2Zh8+XMx+fvdG+2JJjQp0W0D40CAaYBaRYYNT3DLongFgSv94kAXIAaa4F1hZ70nxaYvU2FXTjkBQUwrHGiADcAa6JSesFMjzM/+OMpUN2Epcz5WjmHoKQgLKrPRUf4iHb4PcngBp4NSNqTAjqf12pYJVo2G9jNtZy6u7rzcMwLDhBbbrP8b/+ESvFTOAOrllAcTYRHOvxBw4OKyyY3nMVl/Ygdr0C5ADiCYGl6LvQE/mSRTA0t+KDAZAlk12buRs16tfmW8LcKUq9jQ36S+cjc+xno7ePACNfLV1K0ifdjUOVnKXFFHHabikXM+YkEe4B1lRVHNc4heoBRhs+VmBj4A6vZ2c2YGhxHxXcuklWKyPiQFtYpECCxuY3wWFXY5+nAO3rVC4CyBG4dxydLunsYsO+ANUau5Ijb0rW3SfR5wDENUGGBmT/kYqCuTJxjkLP1D8dipen5ONlntck+eaPkbB3RrS/ukVuAVaaz6gZrfNM3p78vk6BzB208krW3btsZDGnl19VZtYKGDATlesLi7r5lTeA8tSHNdY1ue+nrUcv7xHnRUX+pEFK9N5ze9WHKPa7uBrHz9fB1jP4etBoHG/Ley7Ge3FeaHzaqLGi935vOzr6/f+oVKVbbvsli+4DgYW14KA3nI67VvOA72qTq4mA3Kna9b0UPkK9TULWB6IM5+x4KXAbVlF836B45oD1eaaN9Xuin19vgqA6/3VGKMWr435hQL44CjnrP+GGFBP+/Tz1e/7vF/3UGlpWF/lRePd95bdRNhPrnudQnhdwd9CjNa1cXw+IjAi8H1GYC0Abpfo+yyg1yl4F1FZ5NJdiRNfLF5xe5wCePFXsGvRQ6B3fcOfev2+XROXsuhe34J1e7xu/NfV/tzPR47i50ZwHP+cCKwD0M8p++Fj1wHXh75brzu2r3ndd/THlLVpuU8t8/HRfur1+fE1/TqO+AZu6X6sQA+A/KrjOc7/Vw3vKHxEYERgRGBE4J4IbP3zPz2/BapZySpLZCvvII76w8/75BYFlFxIVYhidnvnWiCrQTzl8Y1tLYAn0toA4H3xTaCXgJ3KMuBSee/eHgQqW01auUqj/OOhPTawgEYsjI9Vx/ExFs7JdXo13xIAxgJ622AUhTDlk9P3w4dP/v1AlsMFgmwfq6fnb08OonhVFYBqlGIGrVIXflRe4UvnT92Zffo0n334BQD8TuCHesjpKltdfgQcC24njgJU+n8rc61uTA5YAKfVcra8JqexADYxAVSTr1h1WgFLXl0sbxUD1MNA9r29Q6lUUYgGJgK0o9YVMMOGWgWeSyENWC37N8Ad6smjYyyzgbf6SMcT3yhnNTgFcQyABSCdQzfw6uwUu+Nbq2OFQ9R+3g8AJgfw8TEW1Mo/jFU3ABwF8DX0DpU2YDVKYkek3acV2Llwjl0potUJrI8Bugz+9MAOsjcpe8kj7PnTIFfUvgFcgC5udN09VI+l3jTIzAKC2up3/mWuHAs+k4K52BnKWUNj4B4m3IaZPIQC0JWuW3Vg3eyFBKVIjdUxVtIcQ3doC82metqxK8Du9rZndgHUxI5zYcsAuJTbnDOMkW3EFyAx/Vx9qMT8qzKrn5xuV8BLLJIF9HFR94IAiGqDX+a3DVQ2Qa8Pz/maBRLZUPXTt9gYuz9qm8F1dy9M2wDAzLlVR66CmPQpltBRR3uRhM4P5gJFsQjB9u4CwIbCKKmtPI6imfe2NWDMOxTAbAWA/3/23vS7kS277gyOIEAyhzdVqapk2bKt9vJyr9X//8f+JtlWe5BarkFdpZKlV4Pee5mcABAcev/2uSciiAQZHDOZmTdeZZEEIu5w7o0AIn5375N9jxzE7ZB7/PO893j1rItTqZ2xsMoX62TbXpfeFyDeV/8mAI7y3oWJCe6W517GgeP6OYGjHx2U7e/He2H/nDA1Onfl4Q6hIEbMazeI60/3cHgZrK4CwDgP9PdzHfqHstqLMErcgLDOw9iLo+e62x+LISIundVyxqEPcFt4fc0znJj3ofrtw+Po+9UH3zcBYM5pAPDOhIoqAO7OjIjvQ7Z6g/qQ6NVjawRqBG6KwKcOgIdGf/X1tQ9FKwAeiuGHfL8C4A8Z/Vp3BcD3/X77WID6YXOwfr9+WPyWj64A+HHjeeUB0CMXXYvrRAw1FjUCNQI1AjWCbNbeAAAgAElEQVQCNQLvMwJrv/gn6V3nAMuwIbZKD3Wec95uNLuyQGY7OZZFs5WlwL8AmbMp4DPsoQGmtrzF2lnAcF2K1Jcvpb7VsTgqA2RHUo3a5Ff7BegEQAKfBEVNY8hHKygqQEe9Y9Vj6Z8g13QqRakUsACInZ2xgVUHI7CDpr1dXlGA64gcuNj0AmnVruPjE/eR3KhYL6+ROxjYobbPTs6aP/7+oPnqyy9UJ3l26Rf9xLYW1WxYRI8sJVU/BOBQwUoU6y1y92K9HIpAoPCW1K5r6ncbV3URu22gKP0Eip0SHG3j8a7iWmyK9XfYOC/cVlTD1D1TTlsrcQGXaO9U3rbsksM6WvmNndN3zUpo5zuWDTTKU/piqJ9KVvLQKl5HhzPFfcsAmONmBSieS1GKCno82W62i12zFbyCLOdnjFNYDu9IcYcyw4rT8syqb0EN2KEtAPfMiZngC+UyeaFRSjtemn99KGYgia21laABw2O+aPwUV7ZUnociN+xojZgN3KlbFtgC4wlBGSPnfwWiaf7GwgDipnmtulAnWyHKBsQXWYKfU3aqdUNRWnax2jwUw4aHbkOZD44LivloM6+Tk7kPHcmTHMd2x6VFdiysEIDVgbQrN+LBa5yz5GNmLgKAUZV73Ybrly0wiybI7axzmY0FAlk3c49+Uhe2zFDBgJ8qq7QlYF8Av7QNJgYAYENazQsUwblx/m3pPUA+9a5rXqGcZ4u5TJ24BJBXO5TSXhhiABz9Y26zkIJ5DSQGSGMZH8rgAj4ZGhaPOKbdTXyrum3HQudIWTiQADetoB0hOx3E8bmIxVC1qH77CwnYx3W5LTG/Ym7yRhlvL/roFhAYjhoyr/vaFH0uqmFiawt75n/mxS4Peg3MBdHLYLXnS+lXvu4+2E9/9Wa42gPOCbf789PX4Z6FdR+6psK2D3GZjxGLVNh2NtnJGZdtuK9toN7oQ+M+fL6N/XO2j3rPtAhIa5eayR5ti/MpFWOpIO9z0Bi3mD/XAtJVOXxv6owDc4+HUQP1VAXwUNDr+zUCNQIfawSGAPB1yt+2v7dV8F6nAM6CblvOIwf6qQHAfct//wrgdO945AA/cXEVAD9xgGvxN0bg4wTA/S4NfWe+CdRSztDx7QV+ad+lcsvi+dj7tmU+ZHJG/RVYPiSG7x5b4/m48bzXPe0jN+FTLu6+388+5ZjUvtUI1AjUCNQIPH0E1n75rTSDAFJzIIASAAZ7VoGycEvla6qhD8AGIIYqeLI7bn747kQQkxyqgr3Kywtk5QON146mh82rl/vNSFAIcHdmq2UpaVGfGpYK6CpHLGBwd085fc2eVY8gI0pXHKYnu6EOBACT0xWb5MODY722Y3Vi5ANda/b2J22knBsVW2Tgrf7lAySg18nJcTzw18Mect5uCICNx1Ilq4/km/39t0fN6/099f/MttBAznUB71T7kQ95LKBJe9QdAVAB5MJtzoEQzj0LREK1GzmM4SvE1UpPq28FHlG2qsWoeU+lECXIQFIAWkC9UGSenc31miCsFMpsKLCJGYB+PAGCl9uVAjxRmwLgUUKPBWcZM2DSjvp4JsUnSmng+e7ulvc7luU11r+ZH3cm1a7ttgUyUGGPpfLdNriKipgjc+WFxsoW4I8KeFNtt6WwAp/5eq2wtHo5VLgYxVolTS5WA6fuBgtFqC24DVNX2Naq/BQ6zlDuJsDX66HoPvMCBMqxHTO2wgBeckAr/vDNyD9L/cDfgKoAJGDapuZBWJTHogbsgt1XxlPxAK73c6dSBzfdbc5eL1CItgNEmVP0PQHudQAYlnZyMvX55XqLepi/c1wjN3DAQ8YRuGWQS0BU56nOFcbRENmK2Xgf6Is6GJVvB/BCwYz6GxgbSv1NjRuAF1VsAPTIYV1ApaFjB4JZjMDGucT8cJ5gz7047ymPthA32sB1gi2UnkXtqX0BowmAGQfnFtZ+p5Rr/h7nNQsfyAHMsZmrN9qm9rfEETAbuXSz3XkTmH97PL045apdM3VEW6J9vtLxO20uivRQqMaCgqubbPA5N4rKmeM537rFAMynOG8ZO7ZUBGd9Cc3d4xJD3uNcjQUu0ah2DJfautSgKw8TOngfFtPLZWU7sdo2rF4ijSjk+xt/sniC6PStoXMJwEMAcNbTvxnqg+rlfjpeCd4NgLkuKWXAvsZS12su6DcBYMd0iCxUAHxl7q0ag/pajUCNQI3AQyIwBICz7Gsv1yvA7Ur97AeygB6KzVM/ALxP+UPw15+fQ0D9xo6vsn2uAHhortT3awSWI/BhAPBtAOkQuM2eDJU1VM7Q8e3dhe9duu2mcm9b5kPmYwXAD4nedcdWAPzIUb3PouZHbsKnXNx9vp99yvGofasRqBGoEagReD8RWPurvz283Bf0LE7Bhk+GHrZojpybAKN8DYh0fnEa6kBZQAMs4UBff/PSEAdbZZSNAbIi/ytgM0EJwIEN8DKdzpsz1YP6NYCFHuYLHh8fYUUty+hXI8FM8s4CZLAAlg30saxktaPzn0qJipp2PJH/rTYAz0LtmUi5SkrZC9G/bRGvgDMLKxCtvVOdgD/nNBW04nHEqUDbP//TrPlif1eqQykVJVol7zHgKJW1p+Q1tmJScGtz1Oy/lNV1uY8IRa+Aq35uCUgCR61kLHAp1MHk+Q07X/qQ+WG3ycFshS5QD4gEuEOdHPuTU5VjrK4U8MTmlzqAMgDvmcAwamIsnkOpKLth5ecFYBM7xvZCQPPo6FjwV/1TozKGjC/gjvLpQ+bGvYQE6+Ea0I8xDOAoFbgtqAOUWaXb+8adUIn63OaNsFYmZNh3Wy4tdXGoZSPH6kT21YVntqB9eeobAKrvc8Fvxo82pSV3KigpM8eJOcoCAM80lLCqP6yiY9EAiwrCplj7oB7WP1638rKAMCA7vJMyDKd71tQ+N4oyNkESFs/bilMohaMHANiE4pE3mffjPeaDFbDaGEvOkYyrf+FcwNqWNgGAUXevM2+BuMUuGJUwtukuRuBfeZvdHj2c47xkwQTAPW2lDZBVFypX2mMQrvjYVrgFoAW4G/5iB17O1x5gjdzbcXwqb2NMw5adjX1SARzAOM6LvtW3ryk6gNc5DgVwgl3+pq+2UPe8Jw60reTOLu3rFqkExC3Tv51CLDqA5ebCgLadxQa6D4v7ttYG1kVBm/1dnpcG5mpg5jBOZTL9CtV6DDbtz2cPqdr1ta4ogxlb5k2qjDP/dV8h3M9H7NEux+f899wxjI4RSAAcucs7tWv/hsPHAtuXcv3mPFyGujp7olyUzaofEJy5dq8DwNfdkDPu/WOW4a/L5TrpBTTRh2jX1Qc3cW1vtJjlrPniq0hd0MagPGfuH59j+KQ3Xj0oMVhPVQAvn1b17xqBGoFPPAKJAL14kIVTSi9ydcs0A6sDkd9X+jmAr8OKK0tIgPmBlL9P/zkU0bj+8+dda+mbwO/DgG/2diWaXzE8q0byeZ4QVQH8PMflc2nV+wXAN4HRIVB73YgMwdahcq87/q6Al/2H2vKQWbW6PRVYPiSm7x5b4/m48awK4EeO51Jxg88Hnrb6WnqNQI1AjUCNwGcagbX/8nezy4kAKrAXC1Nsa/kiHLBqXbbDZ5Gr03REEEZgDbhm+CMAbDNigTKAI3v8/g9vbSscAAWbWeXrte2x9iMHbsntCThB0XpRwFIo3mRDfHTqvL4Auxevtp2H1gBQcIh94HCAGRSdabELoAxVHTAsVH4odzc2pX6VenZdD3kAZfQLkExfov2CMH4AL9i6edH80z/Om69ejRthqmZtC5tjWSmT21cgDdXl6WIq4FHyrKoh+y8nBshsKFyBo/zD9ngila3hiijGkZS21Enu4rAdBmiRz1c2y+MdQe4gjcCaBMDY+ALzyCNchJeR4xWiyaYHWLYO1q+nihfttC2wADrgdjzZcBvSpZd0tgCqzJ8bClWsdbGZBgDHDYq6YWh5ugDyY+srG2X1B7BuhXGrVCTGgKBYud99kaFdQFrBMf3jvYuzTUP9SwHgdUFMeBN94eYVBbZBj8cmFcPRxVh8EK/zH4pf23FLLQsUBWTSP44PEH5qNS1W4w4Rc9AxDfBrZakUsvTHQJ3+XwaEBYVhXb65xliwAAKlu3I4l3zJMQfJ2RtAlfkQ8zCA+Hax6o6WxwYApt5UkzKfUJ1G7LFP17FLYLhVPmofIG6o3FFI6wWNawBgHuxxswq41rzUuFPQSDmZDZj151yK9lPNReIWsB5FqtrsRRMBnBPAxcDH7a/3DT4c51RZsJEQMd6J2C1DP16P60fAwQTAzGlyXTOXUxUb56tihMIZ+A2k5XwsoN0AWO1FkG37cR1Pmxl3x6js77zNBpxhdd4HwAtbSqP6zoehAVkD3Ibtdv+GsS+Cda5g/dfZFC+Bx6IQRuVulwKaBJRlzPVLWG53D1kTKCd4d8iLbX38zDkbADNV3znX2L/f1gTAvJ620B0ABtTS9rD6jrHjOng1z7BhuhcIpH16mbi9H32L5FUAONuVz9HfUS1f8xymD4CzupwT7tOVNtwMgJnrRwdnzTc/1kKVXn1dnubu+K6uoQdL78bi1q9UAHzrUNUdawRqBD6/CNwWADtJPZ99S8/mbwLAzl+/vP8zDfHTPQC8PwC+0OdXfK/vtkcFwCWtT5T+Loi2bdJHslUA/JEM1CfazA8DgDk/l8/b+36fHoKuQ+U+FgB+6glSAfBTR9jfE4amy/toxKdUR1UAP+loPt33vydtdi28RqBGoEagRuAjj8Da//OLxSVKV3jGyfEs8nsKpOyMxgZ+8Y0KcIDtL7bMI4MdWxXrIQHOu7a81dN2Psxm0/NmKrUnSlWO3dnaKQrggHuoQgOORA5Q52oVbOZGei6L39mJXjsXeBVYe/la9sCykYXxYNML8MQqNxVy89msOdPrKC9RhdqiGNWlVa0oMgXqBHZpN6DadMDgBvok9bLqmyr370L92P9i3Pzql4fNN/q5P9YuAsC2RT0H2AHaALsANLVFkPVC4BTr5C3DW9k1C2Rh5zyfCToL9E526ZPAi44/Opp6muyMx4aqVt+eq93bUv7aJjZiSbM4/lxlY6+LMhdgaNDmL7YBG/mDMlANA80oQmFQjmMsnHn6Rf8vlRNT8QM4+h4JGorlbZSQsLkPxPweIVL8gKHOP1wIMlbB9E/rBELZjESaDcBZFIauxb8D37HvDhjcaKHATNbRpwI1hpfEBRiFjTSqWbUfgE7O4lx4EArYi2aK6tf0LBShBAOb5cyVmxAPpedsFha8wNjoVwDgtOYlzsB2525G1QuAXGCzzSIDVLOA+iCojD35ldMJlyYAkhNwoaQ1XGSxAEBYwUsVbwmLz4HCQ50DG1C4RQAYSVtiByyl/hyXcBrmPRYoFHvnAu6AqwBsxsiQ1v8KANbvoQCOoaZorNgDHJNTlvEoY+YHbMUim9DqH7MQpS4DHAsoQsmcQJjpyX5p1Y10l2nlRQWAWs9BgGvkzAYAh8Vy5sYm/y/nb6jNo6xQk8aMLkCYFQjl7wTAkQM4cgyXy5HHzxC9AHgAJ3O1fwOYVtfdvCQ+MVZWQZctFaLMVdtrOxayFi9z30plzp1SOPPW+c6LLbTrLX1Ka/ANWRBYqV3ON8PtYgXd1RsPL/qQlb+pJ5XoOQHzQWO7QID4qf9Wb5cXWZCR8z7Ab+RK9jnpXNFh0c17CYMB7KtuQpbbRLsAwJ6dzD+uAz1wvFaAOJ8D0Yfo+HU3OJ2F86pczlr0UB4wDd0gMV3IDX94eN785KdaAeHBvDq2q2Kc5T7JA4PeTfNQ+xNSt5PRQeseag0df+W4FX+sGsehY/rvP7T+u9RV960RqBH4PCKQiI/PRBb5tblU2u6vAoNdbFpL6N5imyyzAmB/St/4+bsKvL43BXAFwJ/HSV57+eQRqAD4lgC4fYbiu4F7jEtZdXyPI+OQCoDvHbp7HPgk93X3aMdHf0gFwE86hPX++knDWwuvEagRqBGoEbgmAmv/4+9PL1EEonJF3WjVoJ4dvHo9sYrQOUVRntqWGAtZVGOy29VDG9TBKOAAPcBJrIwBkCcnc4PN/RfKrxuC4rJ1uTtRHAOAUTcCTA1QBR3X12TnDHDVg/z9lwEzUe0CW67YlwriYHuMJHikennPeVWlKga8AdvI35q2z1j6JlCyCtdARgrTBTa3AoLq5y9//rZ5tX/R/Mk3e82mYBqbjgq1oYKCytlWxAJr0k86N++ln0SpDFSzUjoClG17XVSo5nHY9IpO76idCazIoUq7acvh4Ykhc8BQxmImUDmyipaNtgJzjo60n+MZVqfOnWpFbOR8nUoBu7FebIbXF7ah3haEIl/ybD5V+TuqT7bVKmsuWOrct+RJFqwBQgKcE2SxT6qFaQPKTNto6+macxyntLgAJvYJ21najKJRsUOtSk5OYA6QXPwaiLq2rn96jX2cZxllt+IzFdC34lmqcbaZ5iJgmA2YhnIXJanz1xqaMjdjaoVKNCA18DFAmCCuxhXQmnAWMO3+aF/GHzi6IygMAD6TlzJZcJlzjClzuCfi9AKFUPMGGd0WkGRcvRlQB9x0+Qa8DFyZRwBxxaOvuk2FcObWpV+RMxhb3si3m3GNGAUwNtAzwIxFFfSFjcUSAddDHY01rtWv5SEp84R+Ub4VtZo/nBOOn1TkeT6FQjbUtrlYA6t22k69gEdbK6s91I+dOvWg0PbZkKDUUFpzSuOQiwQS2J+RuxhrZ6y0dRBzMIBq9+CXuhku9l2QDzukzyUoQbpVQsyDVuHahs3nKudl2HL31K9FUZ7KbI6IuVRoOPFQoxLWx7Un4LL/9cZ4OTdwq4DVPGKhQXc+BVRms/LWCyA6hXF2q41deZp9XibMKgDscUvFtKF9LHpgi3zXAaoTAG85R3O0gzYAu/tK2y5yV6G03RIoq5SdAJj9u/aufqiSx/bLdrsLeO4vHvHrZcXEbQHwQv2batHQD9/Pmp/+7EWz5etNBcAZ7wqAl2de/btGoEbgQ0eAj7f4LOL7HCv1loFvBcAPG6MKgB8Wv9sdXRXAt4tT3etpIlABcAXATzOzPu5SKwB+pPGrAPiRArm6mAqAnzS8tfAagRqBGoEagWsisPa//vHyEstlFL2nANVCa4GTKCBtscvzmQKSUAIDf7AEhkcFfEGVGUpGgAPK2rDPDYBGjkvADsA3bH2ljDTUFGSRUo48sPwOTBN2E9RAUUcOYNSrYdvcqQYB0apLDbOK0LlIQzQFLAEGzKWutUUwasNyfxDq4bChRnF6CY30ttEsAGJSqf7yF4fN16+b5ic/3lP9qOSw3g1lJOpfWxcXRhQwKABiAE7yIQtiKkfxmmNSbFVLHlyUDlht84GPmthKSPKH6uiDgxOrY4FMu3vIj4HNJS8q/QLiADqUM5nY+8utILBttcHxAkmhPBTopFyNxYYtsBVNj51AqqEiEGvbkH9OPmNta7bCBU4GADbXLfFkKiQsF9tUjLDbFQxy3+IBnhfztzGO383x9AZlYflMLIhRKDmBjxofqzVDjWlrYrVxJngLkN/Z2bEluRWp2gCxW1J0w/+YJ7zOooOIQ4Fs2pW5wkIGwGqCxB1BuFzEQLwDNKLiZr5Laa0yw5o7rJk7+zm12/GKWcIPA9LyoBJFqHMn93Yo4tE2BlbJ0xJ1f6TFA/2Nw2yNrH/0ly2AXSiqc+sDRbdDB/LQlIaFPbBrcGw3NiP3bNp5p8oZC3HmUObtJf6Ua9Wy9w+YCoDP/hlQ6tVtQXcDUAAqeFz7niq+ZwXUhVpY50kBjtkPzhPmFNA7Q8Qpl/meKTus0DtL83ftg8Oy2ueMyg+4jYK6D4pjYUgC1VC25jWrzFH9nWCea1aC2GhrzM8sw6+R+VjXHMY38w/n4ogrg0hLGC8D5QLSC5D1qDgPcNhvs5Ah8xu3eauLZTX7JojN86qIi31N87inUrpjm3H+JQ8vv+fxcT3oFOSRkzjmeD+38E0K4OWbE/TuHgviW6zgMx6tJWe2t0DjfD+VwY5Lz2s768ixv05BvHxDX2aNP4O45h+8WTRf/2ii+RoAuGvP8oh1f7en7s2swQdk+7rzccVBN90sD+T6jUG+gzLhpvLuoCAeAsT1BvX6+VPfqRGoEbhfBPzdpHwWeRGVv1cNX4jzepSLkbrva1fbMVxS2f8d8HzH/jzzHMJD1+9V1/9VFtB3jArfjAYOud0IDbV/uF1D7Rgu4SF7VED8kOjVY586AtcD5KHvor0bkadu5I3lP7SdtwTIV9owVGd/55vjVEHl00yeGtdHiutd7kkfqcrPqZiHf7/5nKJV+1ojUCNQI1Aj8FgRWPsvf3shFgp4QgGMzTKwAcvYsMAFTkW+0aB9WDj7ec2F1GQGs2EPfSaoSS7ZAHeRV5VDAH0AF1vVSnHKsZnvkg+/TUHPscAo+YKBYQGWgUpnUgBjkYyCsAMdKCspnwf8KC4DaqZxrxTAU9kUo0DFm5omqxlWVdq7+LJ59XJs699zQbCwo5WCUjt+/6aRBfR3zc9+PGp+9pN99xWVaqhWI/8oEM+gpsDPgOVxMwCUBHRb7Uid2Nqx4wZKPCmAVdBkMnY5QI5QJQqoCJicHAvICUCzH7EENnGsRsYAiIc0tJUct/SFPtMH58C1MhFFNmN3qTaioAVWFxBmxSpgMOIIMEG5zVjYSrgoQBm7KwA4n5vocBYIjARgyfUM3wr1RgFTzjUa45Ouup4fzgsMZGQEysMe+52GXTb5n4FvAEZiQjyYJ1iI01erYRVDICzKVblle5FBziv3yha3qFXjJivtVFEZM25WF6ocIOlkt8Btw/rIGRw25lJS73RK3z4oDOUnkF/xtNUy8zpv/gKcYsmc4Ld/00HY57K9ZkMJ2ra9dGEh8IliFqBPHuhQT8dJE4sEOgWHY23QHepe5iPqYy+u0IAwtoQ5YHAPfgK6FdNtqeF5EMW5BfxDbZ05ajeLMnYh9fMCRbisvfswNOKReWmlulbb5jpPz3vetSx4yFUAqejcdA7gANPJ+5hHhtaUqfZm3vESEp87Pk+9lf73rJqvzCXt4UUA7nCA2ITifQDcQr4eKOVcXfXgs1PlJgCOGNNuYGoshokFF/0tckGXqVmskB015h8OCSok4S+v3wSAs9xcA2DBP7D1GgCMwjnHK9XtsTAmrhu+dpS54qiqnSyQ6FtA+3q0lAe4r8xtoXSCddP77hpAuSxE6cYxpoMXNKz0OI49V9V5VwDMOoST44VyAJ83X36zbdv/uwLgK4PZdqJc38oEqgB4ZZTqizUCNQI1AneOQAXAdw7Z6o+pgSfdQw8YKwB+nHG4rpQKgJ82vrX0h0WgAuAKgB82g57n0RUAP9K4VAD8SIFcXczQ97MnrbwWXiNQI1AjUCPw2UZg7S//+/nlQjRsU1bAAA7scGGnc/KhAseKAhA4iZ1rglE42Hwe1tAAJsowaBT4SXhwdHysvzdLjtOi2HXuzMhluqPyxCYCyIqgkDt4NgW6STE5FnwxQIzclbYj1usALAAwwAGF3Zascg18AJPaH37ECvYz16P2CTaeaX8sfl9/MTE0sj2vIEhY/0pBpr7+4V/Omt/9/rT5Yn+j+ff/9oUBJjllrUxQOYAgcv4mvGLGJKQJ+Bs5XoGy5+of7bQy0AAN1SZgF7tr5SoWgAOM07dL7WtGIgXxTPl/HU/F3EpXAblUAE52xy1gPTmZOacsrwn9lbgIngsCo7yOLYDMBWpNwLTGZTyWrbSGcDZD8R05fmkftskoprFYRi3q49R1+n+uMQbM7e0K6CFO1nhNyS1raASA3nR8qQ+lLrdTvO7xnE2tGuU96k67YcoHqs2U3zfmArBwy3MHeDuStTbw9wg1NcBNpTIfiH/GHRV1xB/76gDMVgwDSlUlv2OrjVIxIJhU1bLEtqLZKlDUpwG+1qWWDiVrwEmDVfXfCxmcNzlgL+A1Fe8AvRFtbqWbUaf3LaCM8wPgjn01dTgnbHkP+JzKeM8Dwzo0llh7B4QNiJYgOPro11rIGIsMMtcuoDVvfAwBDftYmMFcI+d22JTH/mHBDailLsbQ+WT1IuNt4O1x7azXWSRgSKuCUQDnw0MUwG5vUS9zvo7UV3ICW+Vf8hanopu/aWuMUSho2bCS5hrCf/ykTblYhHGOhQFdH31JKGsLUDjn5hnXuwMEvmcu5nb+ACcLtW37Qd+tdI7rUcSt2HmrfM5ftv7NZcBW1L3vQmFinosTOF9sCV7aZhvongV0AtR3ys6LTFEL559ezMF1zIsU4txLUNvGoTQpFzXksf6JhbeVyz2AXFYQLJcTMQsL6Iwr+3CNYwGLzx3mzBIY9zWwLB7wmcrcKbA545Dx7Nq2GryuUiMz92nHDz9o8cJ8o3n9pRYtlcvfbRTA7YRZ9QsLgMpgxLkY7aoK4BujVt+sEagRqBEYjMAVAJx2Du9TAfxQ5W/7IXtPhWnW/0AF8dADxKH3hxwgBgfy2h2G4lIVwPePbT2yRuBxIlAB8C0BcNxql+26Y1beSNx8m3H1tvFxBrWWcuUevYbjARGoAPgBwRs+dOj72XAJdY8agRqBGoEagRqBu0dg7b/94uzyVGrYUH9iBcxT/gAwerRvaHFeYBkAmLy3VvMKbpETFavhkaAmCte3bw+aL16/NpiFVPE3wAYV8fZ22NwCHYB+gB1slTesaiRH7rmUXCfN/GSzGe8F7AOShQIWEIsClMyQYZO7qTYAMDnWIESgy7BU5W0Jgi70WgtRBSK2JSHd3VWOYvLfzmcGw5MJQHijOZG173c/XDbf/v64efliq/mLf/NC6s0TgWEd55y65P5dNGP1A0vhUACTk3cGfgtLWdWNknnDasuwbKbvKFRpFliJfLf0fTY/bvb29g1KaQedA5bNpspBq/YwFoxAgNXYgEW0g/ewb6YclKMjiG7elqiiU8FZFL6uk/zJUlMTB1Si5Bhe2wIskyMZxUuARWAAACAASURBVK8gnSDcbDqlBltxp2WvXLQNgAGhPKMa7ciaWRCY7Wiq+Bn8hBU3oJr2WlFtwhnKz8jpHO2j/ePxtm2ccwsILBUsNsDAZM2bTbUTpTXFHB1RPwsLQonL8Ybjiu3ZuaAP46qcwdhl09+5rK27XHKotwVk2wd9guBSrzPep6hgz+LOa01xDGUtEA3Ve+RQRpmLVbb30RjTNi+UQF1dnl2RDzuZF3FMQJzqSmBr5JYNtTewOFTrAWd5HxU9GyCPfgLR6CMb5cQcitzA7JuLKwzdCjjmfEtwmECa8kJNG1bglJWW1IBcmxZ7/hGTON4tKTekpDZGXXzOuVc2j6+hGzbgqTiO2DEBbDvsHNH6Gyv4AsxHKNoLlHdu6TIJwv45zhW2sJzPhgS8zvgAgJmvnC4GvEvPDxl/riERp7QdD1hLfX342ip9fY6GvfWmIXbsn9aUCYANqlVBAuCMh6E9ZRgOXm0Qr3MupSqbY9q80Ix0Abe87vOTBS3ME8aiVECpqRzmJ6/HfIo8zLbH74HJUFcX63n2LQsaoo6on+sQr3Mmcywx87AXiMvilUuXU5wVyrOOVQCYBRJ8VMSihw4AO++x1edx/eq/3we9fZicbWwBa5nQy39n7EHLzASm0L/8carzeb159cVms6/PDtfZtjuPuOPPCoDbeXHHyNXdawRqBGoEbozAUwPgrPxazFgBsENUAfDTnqhVAfy08a2lPywCFQDfEgBfCXMFwA+bdU9/dD4PefqaPsEaKvR9b4NaAfB7C3WtqEagRqBGoEagF4G1v/75iZ73YzdMnttQ+BrKGjiS23OzOT5UblaBgpHsNQFvqOmwjUZtCgwLgKvcuwKpAGBACe8fHh7HAwbDBcCmACw5bIFhyleK0hjwQc7fABELQU8e4EtNKytjVKBWCMaTCoPpgE2yCZYf8Y5AGd9Vjo9nhpoG0e4HYFjQlnzDtmUGQmwJcJL8F+g4M1h89XJfkEkWokp9+uZIeSSPBafWT5u/+DO9Lnh5hHqSJLHaLvT7zg55kbHzBayeNYcHspEWIKZeWz+nGtFqvwKX3P3wvDUEVL8BYgA2BIHwrnVZbqOwfnuAIlYQEHBUQA/xwSoY+gMcQx2KUjSB8FY/T63hlZSzskOlf+QxRqF7KSWslZgaX4/fmvr+emJVqkItAHxqmL+/DxAPC2vnhJYiuRFApm5xVlv6El+U2owDMHpbcO1YSm+UhAD59YxXWjBr3NuHcaioJ6HCdUypXmM8lwKZeAF/A2qGktb4shCjxUKKdM1N8vWOiszPuUwLGGf+EDsAb+Y6ZU5Ytlg2jYrbFzlgoxFC8mUOM1/OrFQ24LetbyiKu/aHojMf6gByE7jOZPfsHMGUyRut7JITBJUr0tWwa2Z+EhXYtlWSqCvppy2xN1rb85z25CvGopkt1LkFXhdlIqARRT2AL3IAt032fGDxAp0iHhs6bxg39jV49DkVKmpAZ8xVtYt5yMIHzZc+dM74FtftKytt6QJKXMNmlc8cJA83alfaRAgCdBMK4GnA14SoqMC9AMXj3uW+5u/sVwLEiEX0s1xiWnALBL4CyFV5WmqzP9c55p7nhzagfqrIuQxl3l9AuWNRbJZpQ2xX4WsX7bgWsnG9M+futTEgbABX2kj5XKP68c2yEmACOgHRHEu7DO1zvvQqTqAcIDcqZYFCbpGrO5Xu3YEBuzVOOi+oi/b0Larz7O2DWE6pUKyzOuFdBTBTiLUHAGLaHWN3VaHc5Wbv2uJTIIH2ss12f+AJa+mjplnz7f8+0oGbzcvXW80LOThQ/20B8E0PwPuAug+uafEyvO7PgVvl8r1lDt8r5d70B+WtuHEfusEcAgBDx9+6fXXHGoEagRqBEgE79fizh/Qs7afeO/FZvv60bh3lGTz3Erml5rR/KWw/AR8L+C638LYK3uvqv+3x18ycoevz0PtD1/8PPWGH2j/cviEl8nAJD9mjAuCHRK8e+3QRiPOChZurt+6++ena8BglD8HYoX4MHZ9tpJzb7tvv1831V1D5GHPg3TJqXO8R1wp+7xG0hx3y8O83D6u/Hl0jUCNQI1Aj8HlGYO2//0rSU5RUAkwjKSkNgVHZ5hNv5aadSyAKuBlJxPvDm++dr5aNnLbArNBiCRArlypIdyHlLArcC+yXISr+3ozid9sPe3hosyklKiB1TXByehIP1Ec7AA6gE7uvGwzO1S5DUf1tSANwAIooV6ntjvWl5eDg0HCEv2m2baxFX46Opga5VvwZQG/Jyph9QjkXOUcDAP/+u5PmQPlnd2UT/O9+pjzBqvdIAAM4xPciIOxoNJLiFktq2r3WHAsao0olZoZ5WO6qrQuBxAs/2AKpoOijDME5hRYVMhbH8Ly3b2TDjOIX5qg2Hqv+hWAdUHFL/UXxTBymUuheqrwXL/dKPteYrL61MNgJxR3slTy1RwL2bACoiVTLFxqvU8HJdQEnwN7F+lnzcn+nzUvrHMVS4qKgJW6MaVjfAoeZHheG55sKN9BuOp0bFI00ITZo95EAjMYdOE2M2WyLrQISNEaLL0r/Q+EM9PXiA/2MXNKxsID8wLb3xvq7KIbJWzrXRNxSHWNB4BZy9gBbnsKh4CUWpnkBqtA+KrDE6hRAqPkCNLXyEwip+DLfbNNsFWWCe3Itl3y/op6e6706mXehQsdeOeLeB8D5BY/5Bog1iBconxjkF9tqygQmG/pH+ZF3W/l2NSZYN7Mz7QQgswCC8xOwxvxl/qHyJeaer0XJ6ohbiRl27meG7Fh9p014gDL253wNgF3AuOYeympi1apn1R4U5170Ac9G6VmOz5jkw1zOAxTALShLZWoCvgIac8z4CSzO/a2SdgjiphtVMfUahPKS/uXf/TYERAw1cgLPrCP/5jrCPix6oD4rot2ucD1gYzw5/0LJz7lblKW+lrz7IMDK415nsGTOOc3L2a60nTaozdzV9Kkoepfbyt9RVtcv5pznWe8utwXrvdf6iuX+c+Z8aE4bODVQtvcBMLJ2Fp7YDrvMdc4XNp+vPQCMJ0NuaQF9HQDuj9cyAF4GrJe3AsC6xpyvN9/+07GCs9G8fLXdvHgR5xDlLzHj/lRrf/9gALgd6BUPiB7xRnzoBnMIAAwdvzKo9cUagRqBGoEbImC/Ez579L3uKQFw+9lUAfCdP/+ewwR++OdPBcDPYRxrG55bBCoAjhG5D9S9y1hWAHyXaD3WvhUA3yOS7X1n/zPzugUi9yi/HvJOBB7+/aYGtUagRqBGoEagRuDuEVj7n/+fcgBj5alvTKgrsSwFeFj8aKooCCIVKEANF+eTwyP/zoPj/f3dgEc6nvy3BqGAP6xji8KwCP6UB1Tw10/k+UJMnlsAiOrR/gdvAK2y73w5MjThO7k4oCyhpwbA1MUDfedGtR2wIJoUvVbDanfAFVbCWDADGQA6hmNq/vyE97AsXjesnWifAFeXUq6eCH5Ay3aaf/7jsfTHskmWOvLf/lhQWxD3WNbY64IvZLZlfxTATmcqZe26Kj45Vr8F83YEvqlrpodZC8NM7isEMgXeUN8CgHkJ9etYuWyJNQD4jfq9Rq7RkRTNkkNPpfQEkm4JEAOGqRPFLWBxQ42m7cCgsAoO0Ee5gG76jIUuD9SO3gr2qv8vX8nSuUAmVKS0j/Kw1GassaQOVaOiqnE4OhTpLw/KsJdGjQkTJF6kZ10XsAdUAYwjX68ihkrcT/ACkib0MmgtOWcN3hhUjdtkIhtotRWIRe5h7MdHo7GsnCO/q1XbRXGJUjVzEgM3ZzPFQXEB8C9/wfffxKMAVPZnIULQQl4XqpKSkraeKviMH7Ekbq6XeeaFBqlUDOtuSGda66KoLCzZsxgLa9TYLJxwfwyAbZLcCo8D+IZFdQBxFOk61ziZGF8mgv6m/9hs2+K43DOiVCaGCbK2UVhr+IkP5XDOYJFsUK7xuQq8aFtAdufMLnbAmzoPE54bCJfKGMI5Vt4mlWqDJjoLAYB9MeZAUI1HAZEox8OCmDiFtTAWzXmKL7z4IyycvQCjAGAWRXgLiujFIG3e4ZzT1Fnuyyk7YhjjwsbYppW021B2Buwylv3X+pdEq+YBr0WNHErwuF4YGLNcowQnwS/vxwKSAKKhjo1SQ3ENuJb6mgfZjkc0nPPZuaB790+8RSw7KB5lOeQoovVLglx+97mu9yjfIdN48X6cT2Ennn3xNRtLAfpXGti3Bu8UsVcfeHgxjG24w9Y7h6YPgL2goNwTZt+XgW3/RoZ9GF7mKOdFXmP6+2TO4xyfjBtOFN5ywYDj/y7MjXZcKs/4WvOH3x0rHkoboOvrl18qJqybaedPfwbc/feh/g4+aBiCuTcpgT35HvaAaugGswLgu8+JekSNQI3AfSPA9R3flXB/ybQU5aL/TqEPVQBngV0qkPu2+5rjbqvgHQLQty1nqRlD1/eh94eu/48crTsXN9T+4QIrAB6OUd3j84tABcAx5g/7fj08byoAHo7R4+8xeF/2+FV+/CU+8F7z4w/A++/Bw7/fvP821xprBGoEagRqBD7+CMgCenGJug7rWb4Mo2Sz2lL2v7ZNtRIrVJ1A2zXBQ5SzQK+wI40H/YAwA1ry3+qhdoJcmARkAWhlgCdwS/7ZTcHEDSlpL8W/Dg5OrGx8+Wo3vpCzv447OTkxrAMejQRUrEwFRuiLyi7qRPG2UyCTGhFwJKAYoJetuO5KsQqIQMW6HZa9BVrPpGS9lEXy3oud5u9+edycrUnBKiXln/+JwJrqnZLDVpAUSIayFUUdOVOhIWtSnp2cYK2Lba9AtEAH0AsAvLsnZazqmZ/ObaO8tqa2C9ZMJkCkmDSoa9++mTqnMco1vghMibm6T65edjs8Uv9F5qw8Vr+2lRsX62jslnl4ZtW0wNjJSQBgAPxCr0+P524Tql0PH2OktpGn9syWyIKaal/kfS5wSe8dHxUAqD2wSl5HHQvQtCU4iwSYExBAYBywWQAYmFmgNnPBsKgH6haykgaqEY+w/i71aTwA95SxvbXjvsS8CbvqyHccx7EB/VBsMteYZwnqmAuh2xTQxQrZomlyVGsOC57aalhz0/Ae5bWOP5Wt8abGhP7ndpkqZKYHAMswGvAUFs1swOGwgI5lDDOPrRYGSDUOiAMIM3c53pizxB14iZKZMWdhhEGhfuccCXtm6gzgmv1NWAyQJ6/ulmAg8aAlQEDOUyyzT2THjarXqmO/y7+AhAHlgdyZIzjmTAI1nx9lzAKCR18NIdU2q/uBbyUmVMH+XhxCbMoiER/DAhHFlzhYgV3KiTzEAVmpl7zHbFiTu7xyPrgtBeAb4noRinvr2HhOoApXHMj9DEjeFBBPcBp1APiZDR1QXQa3OTepI+23mQf913NO2H6+PB9IZXUfsrsvuhZsFeUy51gLgG1n3p3vCXmJbd/CGxXwMgA2lNU/gH9aCEbu9O5hZgDgiLc3xgXgz4WzbNl3x7UFoqsfeHBsm29Y+w8B4KyjH4+2YprDHOjFw/bVVhTzT+dpemNn80tBdwPA2P9fNN9/L0cCDQWLRX7843HMwTJnr2tfv603/b78ICHLu/UDhqGb6gqAbzsUdb8agRqBjz4CHQAG/vI9ttveVZtUAHzzgA89QBx6vwLgpz2hqgX008a3ln7fCFQA3N443TeEtzquAuBbhemRd7r1/dkj1/tRFzd0r/pRd+55Nn7o+9nzbHVtVY1AjUCNQI3Axx6Btf/6d2eXKEFRe6Js5QH3wVspbwVX86G9QRK5QgF4VmDKhnccr5HzE9teoMbiTOARuItSsQfRABfHRzMDvE1ZN7NxYzwey6pZdcI19vakNizqPVSLwCjDaEFdbKFRLgLaELS6HWnVqvai9ASsoMAEAo1le5xKUB1uFSVfCEM9G+rfudSrVnyiohPA+dVvZkp3uyXwPW3+9Ou15suX4+ZkPpNtsMCcygRAR5XALkFEAUb6HZAKoIqdcIDcDaCxoSlx2bCN8o7UnXbvBVYXOAdE43Dx3bCLdlmCUUBM/XYikHuKQlh103ZitpBiljE4PZ0ZdqMUBk6Z2REcA7qAfMQAm222aCu5aAUDsbYFhAq+0j4gL/A18r2SDzr2HW3LClsAWjoNq7VRGEN2TucoBlHDojaUbfY+QF8qSM2ZyE0cp4Vz12oxQeS1XW9mAr4AVBYBAFZZEMAYA7itaiR26k9C3sjpWxTKagcqzczvGrEIAM9GjMjFHLBTMF3Qfy5LbcN6xWJvP8AQoUf5GaCScQo74OXNEFdzhznLlupmINamzhXGnRyyVhFrvPtKwR6nc9kGrlZCxrjM9eAzrYATumH/jI1zgu0zBZOxiLoBzwG3KY9jtrSv8zSnQhjiZhUJwL3kymYW6XWf31bnZg7tUk4BwHFOBNBljp8prtRhAKl6og0RoQ6Ox1igj09VKmPM+AG7s5084EWti8IZxXECSsoDYGafmCecu7yOstau1wpkAuLIC82CBmKv1x3XaFv+pP6sN1XBucChvzCBY3yN8eqUAMeppM0cxv39aU+c3wG/rwBqz6+wmHccW8U5ix2u5r3NvNIBgItVd++ZN/1q7ba1T16vKDdzB+c8pQwWU1xppxYgpILYSueyuCOBf9s+clEX6+aL3p1ygPwuBzDXE6+XYRrdIKTx3CknUf+GJhYTRD7mfB/ngP523QP+tp9LVtC87jUssdZCAPis+f4HXXiUA3hNudR/9M1Y18SYx54bKSUvBQ7dcC0/OGjn33L/y83yte0v5243f69eZPK4D/0AfigeD23fUPlXJkP9o0agRuATjkBeROP7Kt8P4/PyXfCbQbju+uHPAD4Grlnh00sN/KB4Dl6/hpS7T6T8vW2nBtt/24Ke6X4P798NX2yeQZ+HAHJ+37yuqUPHP4Mu1iZ8BBHop5t5Xs1dvaC1a+PNAHa4L0PlD5UwVP/Dyn/49W+o/Z/2+xUUrxjfCoI/mklfz/+PZqhqQ2sEagRqBJ5VBNb+6/86vXQOUec3xTZXylcpWzdHEwMuYCdQKZ+jX0j5OlLSWokwZQEdOVXT/hbF6+7upCjxAEkBcYEKPPBB2QqIQvmKTg+bYXLusgGCQnWZdsIBdnh+AlA6PDgLq13bAwuoCjQbFql+8t4CT7ATnownRXEKAFHBKg7o5LyUhj6R65W22ZYW9d7GWAD4TaMapEg+b756edb8xZ+/MvSYoVAlry3Qyd8WA5J//73y3go6WNmq9gC+rJp1mWqzwDbAd1OwU2FRv+2mXQANX/rJL9oIVFK+oJmBJHV0qlTiNtP7VgSintN/i/NQfAJQsZ92TteiZEU9B9wEzBoYAohcJoA55x0VheUzANZgCYUpDWQGAKHoq/5DNRuKblkICwQCtIilwmzlBu1f0wMwhdzgX7y8xD7UqNhyE3OUpKFeDTvi8JqlrQDeyEmbz/HoKyA/AS8qVzbnI8VaOcfBoFJ9Da1txEELEwJSk7tY86FYatMH5jjglvE5EygjLy5ljdU24rj8HNGgmFzWxR4dhboVu5o/QGasm1HmTibA+QIePX+7h5wJnGkf8y0VsqdKu80CBzZAa9gKA5YDGIaaGMU1f7P4IYBq3qx4HxTms7DLDqVy1JtWz5RnEG0wLGBcFnmYjBnYlX9lXnB4quOxcXdeWGCu5mYfMiYARoULoG0vDKoqFhwIiJeFFrQHVfS5ygLeZu7amInFxjyMBzzHbcetnwBo2QPEvC+OA/Sn/xDCSnzmRYld2jPnLO/HKl9rYbzqA/RaUavfAa3t9Qelajk4F5GweCIsmTXums/9PL6xwCCAruF0mUicn6HMflfh29+/z0P7AJjzNxcDeP6U+cLvOV+ybF5LuJx9zX0yj29/ftO2PgBevglm31SDs8gHaOv492BsH4zeBIBbRW9pGIt5+tt9ADBT1gxY/3d0dNa8PWAxD0r5s+abr3d1PYwaPG81nn0APXTDdB0AvtLoG/5ogUQFwO35edvY1f1qBGoEPuUIVAD8zugOAeQHToehz7sHFv/BD394/yoA/uCDWBvw7CNQAfB9h6gC4PtG7n0cVwHwiihXAPw+pt6j1PHw7z+P0oxaSI1AjUCNQI3ARxaBtb/+xfHltuAfatJj5bSdC9pNJsr/Krth1I+AKFRcYfeMBXGAy23BtBcvI58oz/SBUacinQEtgDkjwygg41xkkJyY5LAFRLEBBmfTWfNSysyEXgcHp9pfeWi1vXz1IurU7uJCzfHhuWDptDlXe8YCk3v7k1aNCPQ808N/AA39iA3oh2VzAGD6wIaazzmB1YcXL/ZV+Frz3ZtZ8/e/OZGyLKycv9o/a/7Tf/hC+YNlmwzwK7bFlA+4wsoXBfCFciMD7bBABprN54JmEJ01AS8pbw3WCwAGkkTa1+6BA207loUv0GCHHMrKJawjgtmhFJXFMIDYkN15k0U2AN6ogNUWlM4AuNEIWJQ5dyMPLXGwHXKxLKattmzG1lkDxhcHxpc2r2PHq9fZH5i4kPoUKEauXUC/maH6PHWf07a3qAXVMnIgA4fCEhnrZnLeKh4zLSBQ+1BYAk1RmTs3r2Bo5H1F5RggP7eESdjp0nHAoWFoAcDdflKoUo/qn2uOZf5flL4G5XpppjnpnKuC4JtbAYEpjzqAxyigt1AsA9uIQS/Xaqo8E3zxkzG2MlbzCuiPvTULGoDb7E+/WoUy2kmDd/oY4BjQb4BqwBaLEVLBTP9YaJA3JJSHEpot8t9iox4W53nOocTOBRMxL7DTllW0+ukFEVgUy67bYFZrGGy5XJSqUb5io1+s9MdeuQBow29y2qLAZnFCUZLSllSDelGHdiSHtS249QZ21thzxxxjHoVVedD1PvgrsFpzzNcLxTLy16aCVnNDdbr/BqwxV1BJt4oGtTkhupXcwFkv9LiapzehL+0B3uaDDNqexwNbA3IzTij3u1zBOR6Z99wW04WmEq88n1kM0H9IkmC/rF+4mr+3AGOs9/s8dFkBbJDudnHBxO4+rsOrtmUllCNe4LivAaUcL7IhTr6ed6vP+/mCfQ5mP3WRCsheco+XBnscBhavZ/l9CDwEgJf71u9uNjcBMLPo6PCsOfF5jiJ+3rx6udW82I887/5cueMC+1s/EHjuCuC0lh64mR+6gawK4JWnW32xRqBG4M4R4IrNP76f8B06P+/vXFC4QNyw3fa6P3T9G2zZEMB9KgVwljtQ/4P7NxiAD7vDw/tXAfCHHcFa+8cQgQqA7ztKFQDfN3Lv47hb3++9j8Y8xzruC4Nvef/5HLv8MbXp4d9/Pqbe1rbWCNQI1AjUCDxWBNb+5h+OLxdSJG5ujpvDt8cCMltSdI5kjQxQFCj1U/cACLu7Y0O+46N5MxEc3H8RyskABgAogViBo+PjYwMDrH0D/gV0xOoYYEeJqDCtbnUuW6xji9LT3q7kwpVKDfCE5a7oFVa9U1n6Hh0ehzLVdUrBuU/+WEEZHWMgY9WjYKTshlEq86QJJecMT2ttW4KoZ7I6Zt+XL3eUY7hpvns7a3716yMQq9q4IwC81vzs6y0dN7WtNcpEgCgK00tbmpIzFGiIRbDqFSQDDGHZTD8upJhd38D2mQddAumyIz6XchpQbCtetQnACVBEuQacxmZ6PAkFMdua+nCk8ogTG0rMHalNrW4VpLeFrqDXqX4HHGLfbEveNo5hIdva6gpskXM3rIhlHS3VKzCW8bVauFg3G25LBU6AsdwG2rKdzdeUk1jKXIG8kfoxUj5oxh2HYMTDPNCbz0KmCjQ2RMSZFXStdqHOi5zDW+53WvOmSpbjDakKJ6RWfrcaVqDVwEqvWVFe7KxRDm8rnlghG0LqqR8wljYCqpmrVk6igBWAZkEA45abwXKRtifACxAWauNUgLI/u01lN4sifkvjypxAJYuuGVBO20PxnBa64UPL3+wLKCRHcVoNG0JbvRsPoLBtxlq9f0MCdIz3Q8W4kGrZgFXjeqbXU/mOehu4DLRl0QV9BbwTN9TgdBkFN8rPUAUH/DMc509Uks75Gws62KjX8UEdK2V7tEMA0jJh9YUFAyrzTBAam3D6CLBN5Sr9AEBnDuAEzwl0XYZz50Z9CUyd6xeFul7jehJwNnPHxr4J9gC6jp3fD2tvw2KOV0cTYkY+aWJ2FQCzCCC/QCfIZYGA61MZBrQJYB2TaGdCe8YhYxdq+GifFbQsmqEMtT/H+gpw1fWRseqnwqUs5z4upJN2M5ZsRF2nTQdmS8z8nvZLyBstKMy99zOV81axLwFg1+e4U04s4Ikywmrb7S4W426fx6C4DNjKOuLdVyzH8Z36NiEwALj/8H45F3C2f/knsc3FIcxaP/9Ws/743czwl+so9vj7e5vNq9f6fCjnDCAgj72u7P7rt34gMASAS6Hd/LpKoq97/TZtvNU+t7wBH7qBrAD4VtGuO9UI1AgMRqAHgFnQxPfDJYv+wSLKDhUA5xflmwHm0PX9tvF+rvs9vH8VAD/Xsa3tej4RqAD4vmNRAfB9I/c+jrv1/d77aMxzrKMC4Oc4Km2bHv7951l3rzauRqBGoEagRuCJIrD2P399onSwMj9WvlfUoGR93BKo44E9gEiswBs5YMcCkBeCxW/fzAUHt5W3V9C2fL+NfKnkdMXWmIfyAC+pfsehxpoAN8lhKogEpJlJXQvQXUglSiFYR7sofeGYn54Y5GH5PHduUMCUjhFgOxak3sFzWOBhofpoB+AUCAlsBNwBnoDaLk5PigwgUTzqYdO2oPClFaFrUhErl65UCL/+9az57vikORfoerX/ohEabX7ylaCzfl5ckP82VJQARj5wgXCGHcQIwOAcugHKAcKAVpSYOwLpSJBR8Z6iDjaQRa0oWKc2AvE4zDmOUQALUG4JHFMO8G4mcHxqaKX47Y00RqgcsVHO3GlCUSTe1Za5P/f29lxXgDTgLKAO5TZ5klGECkQrrsCnuSySUTwCpteVPzPsrQGoiEYXcwAAIABJREFUoZwO9aFxjxXegP91qaR3X2xazZwg7tTKV6Cgcj8nXy3AJu2GOyVngBwribUPgm0ArvPyan5g+excuF4I4BE0sExuy74oxxn/yEcdtsGARpS+Vj2TK1YNwX6YB4yGY/xXVIGUakBI4xSSgG4R0wDRQFTlFJayOlWHwMOpLbN1rthOmsUPKhN4rzYk8GR82s15lUOpTD/X1I51xTNy4QKyUd8GFCbFdOTQ7aBoLq5INXJYIpMzedvxxirbOZR17nrWOJ6RK9jwmH4lJFXdCy3ooD7OJ14PRXjAVavQBbIT4hlaongm93d5n34xn860KCIWeCj22oeYpILa81n9CYCLTXTE0zlvyd1tG2HNFWAjp5AXcpSIJWylTs5jgLYXJnTQvn/DlmPj+aT/I6b9L8QRL/L3hi117p9loBj2HKBFwPACmvnb8LJVEwcQjvbS4Gjvcn61Pmhkfmf/XE+pPNsXoLxb8JBzxiCbBMjM26Jsdl3lfALseyEE87eUGQA4ysst54770lMt51gm5M73KC+V5tH/sjCgdzwP3aPOsJX3dbkA4jN9AHDu9m2i23JKO+P4UHRHnxTTq1y060D5rR+39qE/462yiPEf/nikUGFoHYsURtsXzZdfj5Urnkmlc+GdEm9+IefIbQ+78gChnCsx+/uK94xbV+qjA+AEvssNrwrg2w5l3a9GoEbgSSOQH/T6Pqo1hs4Gcs0F96GA97bHP/gB2vtSAF+nJH6mCuDbxv+pptvtx7UC4Kcag1rupxeB5weCB24g+its7zUcQ+UPFVoB8FCEPuT7FQAPRP+2APie958fcuw/hbpv/z3nU+ht7UONQI1AjUCNwGNFQAD4VILU82ZXts98VwacGiYangiQYlUrgLEzFhST2nJ2fNocvJ3aPnkiAJzQQSlRDT95KB8AmLyjm8rzGwAYMECO22YNdan2kfUxFseT0Z76UgCrvmxg4wlQA4ai4qUCYByQFcC8UEUoewFrKCChIfuy/aV9PEw6OpKK2Xl04wH8JfAXiLqxrWNVvyDvptSr2DRj5YtC8u9/ddpMz2fNueCZ8Kh0wIvm3/x0InWrgGd5mA9oAzCPBH/JaWv40+b/jC/5YWuHrbIUxpsBpm1RLCA7U39tqSvQtyUaSFsBwPRre2vHQHZb7UI5HHmKBXikGqbPWD9PdgUcdfx0im8eMC1sa2mfQX0Bj/uyxqafkcMz4BzjYKiqkGD3zXFW7Gq8AG3jCQApFJ7Y8xm4Bod2GTyjAwCfyCJ8S6Ry71WB+TrkXPNlJqU0OXG3NkcC+ZpHxD2Vd2Wm9r9oA2oMxQSmdtUvcuLG/qgKIYhUHgpVxhmgi7W2894qlvSJeUYMgavbGg+U54wHCl3KIb+029FTZma7UJdbKar/Lgxh47gAhuwVUDTz/sbYCriW/Msbzgkd+/EL6lLEnIB5Q92WTHJcWESH+jceNnF+kWsbBfD6GjbbGhPniiXWnHsBcdOaOGEeMUPpjZ261d8Chfy9IyvwjG/+NDR2f4Dgoc5E2c3rKMaxdZ7r+LVCX9mPed3PSQsALvw4R9FQ/FQAmAcBWyrnkhy/PsdYJIKqtaicFQ/GKgGwx9CW5AEzE8xlO1NxHaGLPNSMM/P1OgDM3CCGfUDN0R3EDkVt31q7dKT9kUOFIt9q3t5ETYAcZcoKW2No1a7ndz4YCJWwZ0OBtC081TXCMSxwOfaJna8DwAnmN3BFsPo69s9z1m0qyuTlvizD8XYaYpfNHOgB7oTXfQDMuRRbAEzX1VvQkPd4mnWaN5x7kbvb++E+4IUX7z7wyH0SAF8CrMv5nn24DgSvAsCek6rm+PhcueF13eayzjVf5832piz8v9GcKQC4X+5tbvYfDwC3PVuaLzlXlufR8mje8e973oAP3UBWBfAdx6HuXiNQI3BNBDoArLVo/m533fZQgHjb44euf4NDWQHwyhDdNv6D8b3nDrcf1wqA7xniethnGIEKgO866BUA3zVi73P/29wTvs/2PLu6KgB+dkPSb9Dtv+c8627UxtUI1AjUCNQIvOcIrP23vz/Xs3uBSYAiijQ9AQcWAoiwH3779sTw4Ysvdw1byBEM1ER9SZ5fFIkox5w7VkDJClWsX1UOSte9fcEtdQo4NptPDeyweCZfKPBhLnXszmhiu+hL2QSfyuaWbTLec/7gCz1gAeCEjWtniYryFoUsABIl5qYe/GNZDDDlb1S1zm+rttpKdXNHoDIUzVZjrp9Z+Ur+yF/+4qjZfbnfHAk4nwPf1I6ffS2F8/iyGQvuAbZQ5FoxqYNR8doCGkWnCIOhh/4H/AP+Xgjc2jJasMxKajX21GpbYBWAELXctgFP5KiV/S4QEIWxQKxvGQTfj2S5DEAid/JoBwvgM5dP/xgz4gIogsKg7gXAAEMNi7Dw1XidSSEMnAUaAofJR5tAcTpV/DWeQLJdwfyx4mGYpup5rgVIBtoBMRcaJ8dGVr8adrUT5a5ir7FmDtDobVSzihevY4HLWLfKRT3sQ3XNRjzOBffQeU48ZtgnC3Qb5gLuA/x6HqnusMJF4QdsZG4BgEMZvkl7UDij8MaCvJc7OK2Z+2CO/SiX12xJXWC4FcEFDNtKWbEkJ3PKPbEjhqDbfhm4bmtl5kGMF9+TmZ/EllzaxM15cRUa7JIB+8B/K5u1oZg8RcEueAtoZj+U2wbfqFaXLJkpF2V72uoyD1EAUzFzh3EFENvGVyFMu+IEwAn0ALVWouscoEuXLfjWXEcBXABn5hA+L2CJeRGW4oLmlofTN9XH9UL985wEaOu64ZzH5fxkrNLiPc6bUL3ibEzz0wKbmGQuZa4DaYVMDu20Qc5x9Omh8iPHsBY4aN4BVPnbFufkFtaooLTGHh5YvgrsuS29+3OuF2zZ17CUTrqL4pXYJrgLC2/+6gPqZaUvcQkb8rBqzvK4Phru9m6wfO5h3Y2VNjr8HgD2nCl2DAxJ/4v/KiVyfo4AlGlTLkrIPMp9VXAuFOgAcBzNdWNNivFUcKdcV2eZrw9emOPzB0mu3frbduVYdeee2mBArvPsDgA4+8FPluDET+aQLOnfKv/vSSxqIM7YQI+lSn/9la5T+ozxIqDSrhzXoRv+5Xmycv/+TXEfvF5RAGfLy0KkpYLfmwI4m3HNjfzQDWQFwP0ZWH+vEagRuH8EArbZrt+f/VnSuyA4AeJ116dc2LPq+jQEH6l1yHmivWwOfWB8aADcNnQ1yBy6vt9/LG8+cmgMbhv/h7ZvuP8VAD80xvX4zycCFQDfdawrAL5rxN7n/kMf7++zLc+yrocC4IH7z2fZ54+oUcPfbz6iztSm1gjUCNQI1Ai8twis/eX/uxADCrDEU/0dqWux1QXMzAXlAI5AKayWyVEa6shQ55FjFWi5IyUtgDFVrcAxVK4AvxPselX0WKBrLogKmNzYIj8meWEFZwTaqNOmr+Ty1WuoAd8qLy85gtdVxqYAM5BrLFgIRGMDOsymAsQLAAvQUspgwcMXL3aKjW8AShSevmkRvJwKUM8FVA1tBegATqeL9eYXP3/bbKpvR1jkGgBfNP/Hv95tfvS1lJXl2ZRzylpxDFSKnL+R11hQCPGZKASK5UvloxQaMZhCYQzQ5EPaQM622LQXQEh8AMCA7LmtpHmPPhLj46OZ9gt1c8DEALIoXQGhlAkABnAY2aqhobJGZQkADwUm0BpouilquyMlMeVQHrE5OQmrbCsDNR4bm4LK2mckMHqO/S/qSSC2GnemsSZ/Mu60p4LKYTOssQS2q04AnHMRawGAwb1iGFbZxWLZSszoM20D2rAx7QzyAboGxoxNgMwZ9uAC4cSb8g3SgE9YCasBoWTtzhXbQwtoB5w8N6zHpjjaUFSUxNu248RQcwCoqXlgu15b22pOCNYziqOdLmcvau0NA2yss4HtaX8eKtMzwdwt+gvEQ0FtC2vmXxBPUjOjbs7xodUARitB9T4K+mgXgSmLArQowil3S5ziXAzIRnxsNS7gTywIJH+THxvg2QfAwHIvirBcPyAscWMO2Ou7wKm+AjgslYGRYZOceXRdhPrFgg6cA9ZVbizQaItxGxFkMw/CLpi6WTjBWAYAhuLRf59PmhA0gbFyfw0KOadwBGBesgqB46IdCRWdYxjrYs4DHQAQZ/xYLOBcs17JEPObucO+6Qxghbetk8OqmTahiOdUMsS2RboWkHhhTFiIY9OdG4sEMq9u92qoYbNsfoY6udsj246Vs9slBXcew76x0AGwHpAzFcCUQH89/s7T24OtCaUzn6LjF/bnVJ3Qtw/QuRblhjo4oPfVcsmpCwCOmHOSxxHquV7nHI0FI/EidXGt7crIfvG2IXTZlZ/LuX+vU+r2Y5cW1PwkNgdvBIClAjZ/pn69sanXX3/JYhZ6/i4Azj5fd+NfAXB/Nse4PWSrN6gPiV49tkbgU4pABcDvjOYQQM4DrrOAbj/QKgBedaYMf/5UAPwpXWFqX542AhUA3zW+FQDfNWLvc/8KgAeiXQHw+5yOd65r+PvNnYusB9QI1AjUCNQIfAYRWPvPP5cCGPWj1aIChYJmhgGoCKUqBQIBSSaTbcMmeBFKO2Aj+xmCCB4Cd3iNvF4Avdls1rx6vauH86cGahvrAsACXHzhmuyibmukcJ01E6kOUf9GXsh42Ey5R4fAHPL5LlTmafPFF6+0X4wID/wBOqd6/fxM8OwUBHpuG2jyFIedLKpQbIZTsSf7aoA2CmYBlA3RHEDPH3930fzLd0fNhmDtieynhTAMgP/sJ3vNn/+rnciFS8v0nAAVKCpHVKnAWYNucv2OgUSRkzXyzhIXYtRIAQ3ABfAFNB8J8KKuzn4k+ADuAQ2JMyDq8GCq37G2DmjGc3j4FQCYfodCFSDfqRj9Zbbcb1A3fcUyGigIpLOy1crt6NPhIbmJA0QFBIM6BWRCqUf95DIGpjrvMLmB1YYTKbkZc6DeJiANxaUgbYw/sBEoyvsoMdP2WIpgKXbH41ANshFDIFvaOdvSWTbY44nq0fvHRxqrc/Xf4A/oTuwVQ80ZYFXk4w3ITLuwNEZFazWvx4bc0Chlo08AaO9XciTz2pbjIXitucWcDCV7lDcal3y2VhiieIwxmAIKW25KS1PdDSFjUYDOIc0HwDlqF7a04E6gGzHuoCkAONrJogqgp9TQVlh2FsPO0Z3JkCOELRDld+bfWAs12Biv3IhTAL4u9rEIIHLNnlnZTrtHjmVuMMJz24hr4YLeTyUu5xV1WW2rcWdcmXeMa44F+XtZfJAQlPlBLur8wsr5wPl+qbElgsR727AeIExgQrV7ofOJcacuKmhVyJyPujawAa4ZF8dPB2XObs47trD4Ditzb1ioW8EfbQ67bc7vGBD6SXnMZcPczNebAFP7WAXuxSpXs8zyWuz/rjV0xpV2OJevAW2Uw8Z4twps57TulcG85YTRZqBeTqKMJ/sm1G0tyEuFaf28bPu8vB+xLQFyHSjlW4BMna39dSwO8fmtBQBWaxf77MibrJgXtS/7LINgt7/HFfuq6ZtuyLkUe07oOgkY//47AWAtErIRPuejYgQI/vLr9WZfjga2eS9Q/LobpTs9AFhxM7wMSN+p5zpr5pwMt73B7k7Lq78NlL90ubiulPp6jUCNQI3AE0egA8D6qt0uAszv/fepfFWKAH/m5/fgh61fGWzS8kKmwQOWdxgCwEPgd6jCZ5ojeKjZj/3+8ufyslPL/et7aoDc+0K+spFPXf/NkVl2n7l/HOuRn2IErgfGQxfmIXD6vqI11M6hdgz142HlVwA0FP+B69fQ8Dys+Hr0Q+9vawRvjEA9/+sEqRGoEagRqBG4TwTW/urnUgCTN1UPGrCkBfah9N0SDbPSUkRnoly2WP6yzabnUo5ODRIBXQA9Nn+NBabofvV33574lS++FPwUVANEnhwB56QCla3u7n7ktjw8nAsAp7IYiR/quVCjnaOkBZTowT7QE9iYFrvsB9RCSXt5IcthPUwiN+fei6IgBAFbVQi5i3YBdOaCoUCizRH5jrGpXW+O3qw3f/huKnXrpgHwaDwm+2WzeXHY/Kuf7jQvdkUB6Y3KORX4A2oZ4Bg4AEdlwSul6BdfSLmnOogPdYQtNOrIUJgCZwBWQCcrcWmf2xSQLO2SgW2zmayoVS6qaRS4obqMIKNyRemJ0g6Fbar30l43JwFwZyb1NaBqD+tncr4WgBjtKTbBqseWzAZkPEwIZTZQ88WLPS8EgKEA/M4FMx2Hc/IQR5vG6gttpzwWBiSEQnHKtuExDZUslrEonIEuhr9aEIAKFIwW00cZmAW8t0csKrhsjg9oF+ApIB/H0dZt5aKeqz1zLTIYC1Lznqaw1erMi4CwmsNWW6NEDZtr8lEDcU9Lrl5g/oZyhwLxrwPAtItjGXf2Y4EEKvKwHidmgMnIsxvqUuoG5AXIJKt0brQ/gUxxqg5Ft4F1saSWfbLVw8SuALdcAMDiCsepLAjowyur71Gdk5fXc1WAFmSv85Rzmq0PeJlTzKVN/UI+Ysab9xkKT93S7AW5tgWKgelYp1M29tVzzVGr1nVh4D0D1aLOpS7meh+OAYBtMV8aDajzAhKd7/QW+3QAMICfuHK+e18rOyMeWG7zXoJK+sUiji2BS/dZ7YxxCBU87aI/gMyIG/OsU6gaWJe+0tY5cVA5uagAiB5AMxZIxCKMVLpGznFGONvnelEVl9jF/qmA7mCuFatFAYzrAsenZX7fYjrH2j+5tpQJkJbTqezN+RUK+dj6Dzj7ADjnTl8BnMd0MDli5bj1YDMAv5Re1NRMfRTs5fwt8xKLcE7/Ttncgf+sa5WFZ1v/NTflAZXDCvpCFfzhdyf6Oz6YEgCfC+Lvv7povv5qEmO+BICXH/xWANxOmfpLjUCNQI3AE0YgPpsv9D2ShYe5OLMC4BtCXgHwo8zHCoAfJYzvFFIB8NPE9VMptQLgIcJYAfCHnOt3uv/7kA39WOuuAPhJR64C4CcNby28RqBGoEbgk41AAcB6pC6YEhapF81L5cO9wJ61gA+AwyaqOPKyWgkqECrYQo5V7KLjSTugCICyIagJtBMIGwsclRyyb3+YyVpYMBUb3E2sYYGlgjkCNahegV3z+cyQCMhmcqOHHwBAcrsC9/b2JgESBQBR8wKDyLdLOcDQ3T0kfZScAA04ETALS+JTgVOsl9dVPgBmKoj3L79fl4osgMUZ6kHUrAZbh7KAXmu+fv0i+qfX3r4V9DKFAAyRH1cA1qLDRbP/QupJ9cEgCgmptp0iWY48usRHYFhxSlUtQJScyQDdTXlbA9qPlD/2EuW1WM5Iyl3y26YlLmWSl5n96ZMBsHZ0LmBcgLuueyymU3IuU27YSKMsBoCkpWt++QXMA1RpvPN5AqX0+4sXu82IZK3aANJzYK3G5MygGGCo8S95XQGtR4eMX4LAUGuKZ3oRQCpSdwTLqRf4eHwc+Z5tS6z/6A8gdn0DKKqFBrJ3PZeFMmOIBTnKyoCQgp2Z69f5qgXfnX+Z8qgfJWkEBOtmwCiQjRzRkdc3wJytpxVP4Dh23YBxxq+koXau47OzeSk3AOqmxkzDE/PSOVlZuFCgoyAniwKYG9hYA/+Zw+4hwFV1Mf7G686JTL5kLLpZqLCm9mFpzYRNdQzKygC+0eYSrgIQOT5eL2pU7QjwjbFmgYQAaR6sMhJsepq4DP3UIgpiSWx9bhR6mRCTcwLYi6p2VOBy2EMHVMXCHaUs9Yx0LUjAyPnJ/EbRS4cC0Gqxg8cnQLnb7rlGPLFMj/3DyhkFNFbkAXWxAWd8iBWQmLZSF+3OOj2/S5CYh8Tfixn0r1NSdzfk/Zs/xjJUrcyFaFtrCa0JGIrzULpybUtrZsexKHg5htezPeyfwBGwmwpq22frGMA157EXQdhKu1MTM1/z4VqWl4rn/NLP+dUHxgbJpf8BpzvgTttYwJBjn9D6HSBa7KSpk3Htb3l8lhEDWB5gFCv4aKvOT0Fgx6o4RViN2wt4gtkrFaz4ow+FQwHMpw+K7vXmf//2rcZqjDm3+81l6VzXlfHeafOjH+37nBvKNXinBwDtzWwu9ni3we88aB4Q6AwpdNtFFE78vOJhUVUAD02h+n6NQI3AM4oA7h/xFblbUPQYzRvKO/sYdSyXsfz5cucHclUB/BTD8k6ZHx8AHlL+ZherAvi9TKBayb0i8PkAYO4rV8HcCoDvNXHe00F3uv97T236pKqpAPhJh/PO3zeftDW18BqBGoEagRqBjyUCa//jt5fKAayH584JCZQKiNQ+oPf3Wj1wx0ZV0Gdxij1vqCknE8FXqWaBCXMpDrF9Xl8bCTTtGWZsbisPqxVuUhkKfgF0cEwFxh4dT5tT8soKEEz2dlwnilVYykYm+lXVzj/rHMWRDxc7aGD0pvYHokxPFgZ52yKHWAMDh2z5erFodqXeJUcv2/ff/2DLZKsci+2smtv89tfghE1DsC29fyhoykOdrbWT5t//uxfNnsAj32HgIm/fnFpRikp5vIsiWWpQqVjpN6o3YgKozDYAzAJ2hU0qysl1tRnAfXJyop8AXBSqx/59Z4RlduRcBojt7IR9tI81fAqV7Fwxp/+ZnxcQFErDYn9LTlnn4p0ZlIVFLoBUHdaGvTDAORWmC0ETcBFfJo6PjgKiq88vXu4ZACeAWljFHLCcfVGAw5QCFgUABlgASYkNm1houS0CLAvCCgCzAcGOj2lP5FcF/gL4gv3rAaHAJGAf4I3dNVbOYf8bQD+ZW36BB1ah0jUAFix0DtweDAPgsVgBGE2LmIMo0xezyDnN60Bg5h52zGw4GzdrLHYQcFeZAFd/4dIih4SxQCdbFrtYFisAp8lTHDmPAdgoXYB5C5HlsNGVtbBOhE2dDygxA2Z3ABhoDdhHoUxwQ5ld+pzKaqyryX1b8hbbwtvjEv+Iz1Q5stt7Ur22pQ6lBTXzycpgwWPnzC35XCme84q8wWz013bPxEODA9SN1+MfMNzKdv2BgrekI+7yGxeSbACMzTmLAgxTA0DH20G5R1rYwWXI9Qmck4v6QvM4Fy147FVnKtkT/naAlAUhWGgDYQHAnRrX5077TC2gdBm0LrbEWNcbFl0Y7Rf+mXMsAXCMRQ/QpoK95OztA+BSidu0xWoIbbaP1k8rmVUO1vLMh1iAALCOo/rqilB4d6Cf92PcSi96zx64VnlNAWplxpK2Ul/JwVyYePQ7AW5paL/OZUvpDiCj3iptzA7qZyiNy7woc7CvAn8MAGwbeF0fjo+lAP79kfLH75ZzJBavkBN+ezRrfvITAWDyO696JtNr850eAFQA3Itc/bVGoEagRuDuEeB7Fws3I6n8wAX6DsV/NAB4CPr2+1wVwHeYAdfvWgHwo4TxnUKqAvhp4vqplFoBcAXAz3ku3+n+7zl35Lm2rQLgJx2ZCoCfNLy18BqBGoEagU82Amt/+4/CS1Ijstny2aggrE/9WvmGhPJuJqB0LCtnlL/k2m3WZFV8iR3wul9vLgBM2PySF5QcmwkspJijZPMOlLfY96IQE5iUFdzL18rjqvcAvVNBYOfpVd1YIAMrrfpCIWgIiNJQylNx3EPVefBWwFJlj6QEQ32HchSFLUCP/gBZUJsevD1wv169fql8v8CKdeX+nTb/8OuF9h0JyApeYstsgCF1odryp38ybn7yU7VNjUHROBVotk2xQOLuPhWEvetCSmJAMDFCZQl0vhQ4tJ01z7lgn3o61antyFt8ZkvpNREzlJ/YagtZ6e+F/iYXK9aynW0swBSA5ryt6sfrL/YMVIGem1IiswHfiCOKXvbHXhjbVlskK36AtbDuHhkQ8j6KZqCs0sM65hwLOCRujHO6vlotqn8LgXX6zLhwQABVbHZZBIAcOogUcG6kfL4opKlHywwMP/f2AiACaxxzKWZpoxcMYH+swxlD4Ccg9kLlGUSprm3FfSRIFnM16k04Sj/43bmWsbW2MrsoPwFzVg8Dhzqg7Xgy1wD83icWPwiVNRtaCOEcsSwWwOrZOU7J9RzAOsFS8rNyupS8xlhOk3cXYJwqYCYWc4LGp902HSjQT2UyD5yLtii1HaeShNrQrqcKZf4yR8i/zLoKWx2r72kFzniRD9lwWZvhnJWsQFwWJETOXMYXkOj8qQXeofolLzCLPugnoBjw63G3wjhV4Sq4AGzKB2g7jawBpFS6toSOfQ2knaNXf8sFAKhvu2nODX7GOgnPl8jZG8p27NiZl2jEM2cv/TwvKwC6vLbqE6rXQuaxsG/V//RNc8qKWYtg43qXELOtoSx8CKvqbpGB5xtts116Aedl3EJZjEV05B3vA9lUB+e4lbCVePSUwkBrEDCLPXQQKvGos3t4YJvwXPUQofLYd8pmH3Jlc/1e2BMbyuUssldUC4qX67w2v21xCHCZjIvHuIO//Ub06+m/Hgi8O3+X2573jVF2xCIsoDUGevO7f1Ge9Le6duvaF2MVY8N1dnvnovnmmx0vFhnS0Vz7AOCWN653Vfy+08+BBuYcvXJcv21VAfzuxK+v1AjUCDzLCMRCRO4VOheQx27o+wTB1ymAV7eh91l8205XAHzbSK3cLz+fr/0u86DSOfixFLhD31Sua+hj1X+/QFQAfL+4fS5HXQ+AP5YIXLdA6Saw2z+mAuDnPNIVAD/x6NzyPvqJW/HJFl8B8Cc7tLVjNQI1AjUCTxoBAeBzK4BDNYcOrfvCaoBgFRl5NzcNQVF57ox3bFf85s2bUOsCQy4EkdTU3V0sh2XVWpR7ADnyNG4LvvHgXjiwOZEyFfj04sW+LDvPlKN2ZNDmXMR6ZH9wcGzl6lj5eMPqOXJrkpvYfM6g5lL1HxnKTCayhg6xpAHKSErOzS3KU9vPpSyWyjPygGK9umjG++SaHTd/+MNJ89vfnsjqVzly1wWjtcfM3nS6GVf79wWy/+N/xGJUsMwAOCxsAaMJgP0A4FIKYsHKwwNzmurBAAAgAElEQVSpoVX/lsDn3h55fgF+9BlFdTeOQDG6MRdsPRXoxJp4JuXxheJE/8aojqFXQL/ybypAPBNkpn4A7v5LqUvN9vg/rGADioYVMkpljamVrYo9SlSBINTTgDzAGpzs+GjmMujPnvIyR1yjXag0DeiKghcQYVflAusA0dhy22qZUTXkxfIVMB4WwSiuJ4K2mZuUXbG9zY0yLkqOX5Tn644XuZQDiPEe7WMuAdi2Fdcc41T3GtYVCBUPF8kD3M8vF+DLtteaYwBkFOT0k4UBp7I3ZutsdQHFAo+ar6meDCjXB32eSgaMkc815l4CPuoHojPOXb7ahHpUFkrVANQZDxTVoWA/L/lhaRPg3GCz3FMmUKXNtl1O1a3+Box63Dy3Sg5e2pftN+RmPigHn/oOLEbBTdlFhGzIZt6OChmITXMBm/rNcBXQqzIYDx9D3udSvoE00K33pb97ACfbdvIdM5/V/3WuCcD8crlBGM0c5XphkIcVM0C5wNicM8SZfs51wmV+XYN5WuhFE3GireeD0/bEixzUtiQuizK4PvCPLceQ34lLwuYu7tGCOB+vzi/X13t+h4I7lOHRuS5HbpkD7hPzG1Vv97AAAGzbYlwSioI3coWrnT0ADFjP7ar9dFmgUGJKW/vAt28RneC6A+hXH3TkA9MsP+d/nCw9a+sygIDaIRjdfwibD8hzAUc3vtG3VQ/WWwCs9//5n7T46Ix9geCd9TXHscjjyy+xe/el6MatAuCb41PfrRGoEagReKwIXAXAvtI/VtHdZ+LQM/dHrPFeANjff7IRQyuAHhifAbXxp/4AsQLgR5zsK4qqAPhp4/uxl14B8NCH0cANysAE+NSv3089/ysAfuIID92AP3H1n3rx9fz/1Ee49q9GoEagRuBpIrD2N79eKP2v1JlW64WKDaACiHr7VnAUaage8o8FffmyhP0wwA21J9bOfoAjZSPqyvGubHwNzgQ3BESPZfO8rt9RxQLdjo5OlEdWgFUKwC0pPl+/llW0eOHMKkygkpSx5MPUfxxDOW8PUfgCg1AWb1ntCNg4UNv4ia0tgBM1aUJB2jqSqhULZDVXoADKhaWvVIwCKbPFYbMlyPrDm4vm22+nsn4eqwz1TwDmHLg0E4wVmNlQv/7P/+ulVY1YVX/3x0O9Ru7R8+blq0lYMAvQoWKlW4eHqKGBlRfKR6y22qI3QCGcdm4ITTyAX1j0Rs7KnbFsdgVMsTwmyC9fhqIXCKTmuF/0BRCKkppydwSnyZeKHTeWxPlFFvAbltnkSQ0qDC+ypS/wTlbTACTg04nss9kXUCuxtW2WiVNJ7xpgEGinY0dqMFOBsozx1bCTY8F59Y2HAI69oJsBJcpnOkC+Y6t7Q8VNvxOoARmB9s7dyQIDAXtbtiq+gGFDXb0ATHNMBUpDkRvxjOPJtRuWwYBnFikwf1BF83cA1KIC9jxV/EQaAY+0g1gtBMvdVKtbw8IYaE4fs44AkmWBhGWl+l2vJWzNXKnMabdNsZ2pXMrLvK7At1Ni6bEJ8NtCuDJ4hoJFUhy5cwPeRn7TAJi5WW1aFJ1p68x+DIPto61GZ//IPZ3nCv0PRT0KW7WvnE8G7dRVlJz0YXFGXKVM1rlIv1AU5zkGJKeshRYl0EZDYf1tO+yE1Z74GiP3SzbwtI85pWsL45y5dukTIBoozQIGznfKIh+yHbPLRp+Y0/Rl4T6WVR9xlsV4FwC8qfEPQBwH0+dQeHcq2MjhzHscR7Nj3nocC5fvcuV2avxsD+3og19eR33OMdHOsCVOVTYLIfrglbkaXaBW2hXHYT1ehNtt3w2BS3+XH6okWI050QWMWDJH2vYWkMzfrtGLIsr+LPTh9QKcU1GbAbxSZ3E+oBxFygs2UHQPAWBbozNGPoWiXQmAfZ9YgunPoRXPRQDAAYGx7sc+nph1C0o8CwzQL5s9LUJ69YXiMSCQuTcATuVt3uCWv/P6ljEffMBw3Q3yTcreqgBu53T9pUagRuDjiYC/c9kJJK/bDwScK7peFcC9oFQAXL5nXP1C8XgPTh9LgXvf8+Ax6797WRUAfzzX3g/R0s8GAPvmqb3T6l+AB8J+WwBM4e/u+3jXsQ8xOz58nYP3Zx++iR93CyoAftLxq+f/k4a3Fl4jUCNQI/DJRsAAGAh4aithwCQqW3KcXgoAHxokAXp3J+RavBTY5MGN4OoJuSWBIsjM5lK9CvYB+PyUXhBPcHMmxSygE0tovmhh73qCVbL+w0IatTDPJ+bipth5+oG+nvxjUSvcYZglZFTglaDnDkpi5Zo9Ur7h6dwq3vNz7IoDDlPHd9+9dR8mE9kcq4xUqPLQCVgMmJ6pr0JJzQ9vz5tvlUdynfy7AsAbAoNr6pMhHcpA7fynf7bRfPW1ylLbjw5OrVimVShWJwBvYGIBwMdHkb8X2os1MjmIA8gJDNm+eeY8nCiZ05p6TeRpgp22wjqfAg6RVQYocyxlow2oAyLRwTNZZjNeQGb9ZjAKTOEnmT49XlI5778Q0NY+kYNYkCatYIsyEqgN6H37ZmZQuLkNuA61Z8CmUGJeSGnJl4zdXamkgfucCrRN/7DEPkOtW+yIgTHwJOAZ3Imf3/3xwG2gDvq9rTyvAV/J2Ru24iwgePlqz+AfDbpz8zovKorSsFwmjhuqnzykgEE3w+0IxTPx4mZzR97gViovPcsIwAdkZGyivLCMDYtk4CrwDRW6gSuKcBSigpXEA7gciyOY74B75rbipnFB/RxlhBIbeDrVIgKU2gmAs73AWGIb9UUs+ipN27EDwFouF+NgZbmOsbI0GLTbkb8vgyfiCtAH4C5QWqsM1PoXmsiGmjqW8wRGzPwk3gv6LjAbak7Ml1HfA+7lmY4FvE7UTgka6mbOE8rm2mFlde8Lf9z8h006c/kUFbodBQCGKDTLagIuGXowHBblwOZYtMDhyTMXzBfFnHlEnBHOZuzYj98ZylDfKr46AXmN60/GPq/i7M/4W5mOGoe6ZPsNPOVYzq8clFa1qvMmLJ7jHEg1LXOmtcQmB205z/K4sB5nXmHXruukVcgBXsmdHDbvHQDmdc6RwrGvzA1s0ak7FcBXYK/q9ZmSE4fIe4FEZ3meSmLikADY0J55xPlQ4pjzMePK/szL1sK+0Fmf9wb6WgDkeMdcIL82m+NVlMG8lwCYyd1XsntfxrO0nXrbtNq9Zx4JgInNP/6DFicYIidIjh3J/U6QJlpU86Mfj8LC/oZnLBUA51lRf9YI1AjUCDxdBJxCxIue+I5bcod8jgrg9lPrFrGuFtC3CNL1u1QF8G3DxxelCoBvG6263+0iUAFwtyB3dcQqAL7dTHqavSoAfpq4tqVWAPykAa4A+EnDWwuvEagRqBH4ZCOw9re/ObsEvEwlR0UJt7crVa5sZZ2HVXCVZzWzk1PDVr4sAW5nJ4IXUgOO9JB9aztUbetrW364g/qKhzvzmVTCsk3e2hTs3RXAFJWb631ytYIfgDjANWjdyfHMVqghrgwYAvnZREVH/QJPuxNJVLWFmhHpqICzABdAa0dq3h3ntb0UHJ4KFJ06XyxKYCBb+C9j3yy4c7LTLICGZ9vNb/5BimQ6WNSC+/tjAx7DBwEP9t97cdb8yU9UDi+pjeRnPZMyck31rm9IvSuoCb0VU7YqFniO+pQ2oKxlcx5cW9YKSOsLEerOACABFsey0w61qmImqAoEvrgU0MZ2V+0mphPBcnIbU48hy7mAsuKyRq5TwUqO93M1wxeAquDjTvSFcgMMB5QhXy+wDPiECpixAMLyb0vt2VF7ziRpPtP4AM4nE+VXdu5XegMlCnApUbL7BcxL5SoAyipagyVBQ80d+s3xY+U2BiIHcFSOWbXpVPWMtkeKwbbrAh7RBYBZzAX9LHbYAEfamopXLypgfsjG+ZIHZUXtQB8A2VYkMpvK4nornjUYqVakN9JCF1vsopQGVC2AdYLtzFffvwVIpx1xQ6t8x1rhAMzb1Ryjfy4rZaPan8UPtAGLZvrsjbFgJnKeoJgs7QqoyjvEtuxa/gR2WcGNghX4WN5fBenyvYTbCQgBgWGRjrKfeaBzlr6UGHmO2pKaSaHFH+jMVcGG5h0AkXhTpkE7UNHENMAuG2MbgDzaniuhEyDmT84Pq5OZ9wLNzpXd6y9xIR+xVeYFjGeRzC/GmfaMy3nlqhKC63fE3JTBOUB8I690LhQobSs/nCcaaErec83Vbuy4xnRg9kre3TbojGUofGlrKsFTUewZo4DZErsocDMXcyilYy6gCG/V0qXsyDEd10H3rYDwGCMWA4QdediaR2dsm01bfEyMSSp5Q7nezakE1FyHnIe5xLC/gCBzQfNeLLII4N33sU+AS8qAiIM+E3ROp2I659cVAFzyWWcbfQ44t/bVhyTXKrgA92rG4fFF8+b7HE+gM9eUWJjjs5M8wFvnzY9/IpeGIppfpSjOvl+dGY/81wNvgIdu8JZzG9619R+6/Lu2t+5fI1Aj8BFGoHyO8Jnn7yMt+F2tfLzuer3cc77b5sY33/xO1X46rEyi3pUydP0binS2cxk03lhuX5X7UMA71MCB9+3YUrcVEQgYev043lexe9tgD8HY9pvxbQtc2u+m9g/Vfc8qn+CwqkB+gqB+REV+NoD5ypg8n2v2Qz8/P6KptrKpFSAPfcF4PnP1Y59rq9r/uZ9/n+KY1j7VCNQI1Ai8jwis/eXfvr3E3heI8/btkfOu7sgP+OUrEigCbM6syBwpoSKQCqvmudS9wKXRGDliwJKzBZbLWO8GWEI1PJMKUtI+A9ptqXRRGE4EcnkfIHV4dCzOSh3F9rUHMAJCCEhrf8BPqt4WUgpiT40iEcAKBJnsBhwGpvzwAwrgke1rAYGogxvllt1R/tgNcleeCdjpKdGbg6b5zW+nzVxl4WQNiCAnMWASe1/aCwTb2j5tvv5R04ykEiZ/LM+TAD3nApehDgXGAMF4WoA6DwXjpoD6zOCF+oFBwETTCQOc+FK0IXnaWP3bEQhDjBhqSf0u0Hx4GNbSfk3tn+xu+N/0JIDMudoJuF8TFAWytJbIpkLY/64rT7DagrGtgWqq8jaU9/ZC5WC7HdbNQDeOwQIXhTJKbuBtxnTTUA4QG/a2zAGJGT3ewC+OcfipB6UttthAIeKiUlPNuSlgylwC4nNcfnkBorMPVsrMq9i/PKCgryoU0AscNlAy1WY/ICV25MB14t89tAFuYeXMnEhVLvmk2QKuhR3wpsrbkuIyobIZrIo5OFCZOhewKw84y5wPdTSxwfobBe2O7a0DvIe1csZNyluNEZCY+NEU4FXA5bCsJqaAU9ta5/OYAj4N5K5RZPZvOvpwzyrYAh5dXrDqUKCr3rRvzjh5LPkPy2I10P3U2J7phCDE5PNFjZqgHQAMwA3Fd4C7dVwDlqBtZ4XVCmkdI8CqYSX90umAghrFMDfxzAcs0gPYh9qWMekD4LkWPBAWFMmowH0ekO9ZR6H0xYad90OJqsUMahdl0H7mh/e3kpX5GfOARQVtrGLG+1wlZsTE0J3XOEF79zJpPdzOG+3Tjn1pwzKcSyC8DID7X+IT3IZiO3MCh4oX+EsdfQAcyudQ5yYEbud4gb8J4Ev3Yi6XeeZ9Ae4lPs5vvASNEwAvP1z3+JeYUAcx4hzN8ysUurF5YYfncwd8AcD9dsR5pH6Ua3+/vS6D17XPW127Dw480s6NXNZf+Pwn5QBwfmPjTABYi2DeIwDORQtX2l0B8PIw1r9rBGoEPrcI+Noei54qAO4BtgqAn+mZUAHwMx2Yq1+veo43H0N7axsfNwIVAD9uPO9a2ucOoCoAHpgxD7z/vet8/Nz2/9zPv89tvGt/awRqBGoEHisCa3/98+klgBbY8OaHqeEg296LbcNfrJWdHdJPtwEFArviuiOBr51dXiOfV9gg//C98tQagAlebCoP495ED+wBgAEwMv9mAonpiRSmJecpdRqGARW074HyBb/6YiLAFl0lP6iVnlZEAmZUJvWo3SiWgQ9Av7ROxer3WMpiAC12zHv7ArhSYgoNmCr947ez5odDWdtuokYIdSxAlPbOZS+9ZYWi3m9Omh//VPa+zaiZSFVMGlZYEJbOHfC7FOTG4ljKaZS2atmpYCNqU+fgNBglDihrQ/lKH/b3J4pjQA+CC4CzDa3+PD6W4lE5gcMuWPmVJwJtE5Wr2ANQASfOqQuU19FAUABqqFvJBUoeYtkhY7jt1MOhSATeAn/nUqhyHJAMlarznxY1JUA31MeqS8B2Kqkv+2GrrS4YwhrgyxIbsOP8zGqflc6K+/lFsWdVeVhXOxdtgZmofKeyJ6aMbXXe1tbaQoEIWKWxESsvJrCFbNhVAxDZnF9V4xrtDyhPnADDQPnIpYpVdOSVzuPJy2uLZRSoVhPLjteRD7tq/2O41Lejo4D7lyqzFfaynxUnEavRDna+cQztmwn6B1DnnIlOBWhGjSrltZrf9UGgVQflnO8rNTk4cx3nmFCcbzZ6YklskX0e+LVQYtq+WHMcoJpQmfepe6FziMUTxCnGtwB9/XS8NO5pZ06RozHnZNSb8U8AGcrZULMmsPXiCbLCGiBmQ4uCW+URH5S3zBcrtt0nFitQCXNYc0djnDHj9exDKpBjbhBPckVHbmPme+YGTugaoJq2hdsAm/Nj6xyh38Qn1PpdO+P6psUsWC2r4ATIcWzA42hzHNON/WrFRAuASxWMVcTGh/thOPAdq+6wlO5i1YJ8zWUDVR3Ha57nzCkAeVGWx7WrQGraxf7lvOnPF0/JYv+9XuZmqzTWe+RV9iKBAuA9p3ptSgLOMa3Fdakgr+k4RyTkTfVvnAo29S/XPq6zLJaJvMGOKSCbq1ABxdH+3mTnfc4znZt/+P1c7gcsbWHVDJ8DJZ+kc4+TlZhjT5svv9J1abeD1KvETo9xAx/Xrqtwuy33gTfAQzd4VQEcsa9bjUCNwDOOgK6R3Brw/c+LfFrr/t41vtf8YWHquwrGVADHctK8Jt+sZhy6vl4X0eX23UkB/IyGqSqArxuMCoA/7DS9ncK5KoA/7Ch96No/GwAcj4jyU+1Dh71tzGPcPz2Dzty7CZ97/wcD98D738HyP/Md7vv99TMPW+1+jUCNQI3AZx8BWUBfCgAHHDl4sxCkASABTEfOp7gzLrm6iroSxR0AGG4ynkjFp7y8qOEuztYFgFH48U0VW2XZRus9gGvkqAXESm2JvbRBg4CGbYmDOqbilOOBQ6fn8+bV6wKAC5hEPQro5AHSy71dKyq96efJieyQaQd5XfUTwEdbef1COXGxGN6TBTE5hLm1//lvDgVP95sZOVEtkwQ/CMrIstjKVrV8rHyy2ztnygEslfGW7EQFXFDWnqJ0M3AUUCOfMA+2lJt3JJC+r7ihjpwvgIGoEINgq+f+0ozKcXpy4j6+fKm8t0ApqZUBxdsqG6BJvBAMT0+k1CWXq4AZ+VK3ZbmdOYxH6p9zqJYt4BbxREEMhCG38EjAeG4QTa5ichJjYX18LOWweoh6FoH0SOMUVnqhFrZCw4pA8tti06wYasyAyq+/2NOxGlVNgMNDjYfzttLuWDBwIVLGl2LsnhOuBbBXeQZszDUeAgKGwwIYsBb/UN36MV6xcI7O7SrXMttMIHqhY/f39ty+46O52r5pq98Q3hJL5odykkqxjQI84a1e9rEx98hZG+rws1PsowNmEg/ngUZRrfin/TJtBK7zZWu7gFWXobFKQHk6JxexlOrAXoBmL7edQaQBJxbU51oYgW00D0MZp4BpoUzNCR1QM7c4dwJ8J6SmPfQ1AHFR3aPedBkBzzjfOkAcEDjAYkBd/sU4p5qXczKUtBwv0b/mTYyZAXJZvOBFFyW/MPMsAaUVwpqHrcLaCzoCtlMH8UEdb+DLbANaqt8scGBb6NzPB6ucO8DxVNhaPeQFAJ19On9vKDD8s5q3JAy2ojU4vxWiwF5bXxfsnbElDpz7nu+OXfSVzbl4WQjBMBTAyqISv1eALOdAwPVQfy9/GU/L8D6I7w1xC4AjlpwXsZgjH2p4jHrPuZcBcJu/N05d57emHwa05BZGIV+Ot8V3abvLxwbc191YoEARWDjHWcQWB6baOPodsYl2kF+dK0Es0oj4lvlbcvz2FcKp7GVcHSdU5z0AHArmiGPmCH4HAOuwqRYoffu7IzVftvdWoWvs/RkTeeNjiQ9gXwr90aL56kdynMhmdadXdKTXp/aFe/wSAP7q4oAKgDO+qwHPPcJcD6kRqBH4WCNQPp/sEsHnWlm007dw7nftQQCYhZS9RTk3hey+D9AqAP5YJ+Jt2/0hAfDNixaiB7cDpNf39t0FFN2+t6n/tnG87363618FwPeN76dx3PMEwP0bjaHvvytuSuLO5IYBuu6Y9zmmZeHuUPfeZ5M+QF0VAA8EvQLgJ52V9/3++qSNqoXXCNQI1AjUCDz7CKz91d9ML8nRi1ry8IBcvKhqAwpuFIDT5pbUhzmq2vHOruCI4IEddlGxke93vTmSIvQc21zUps51K/Udlr76h13xtmAyUOdc8AFQgcUuD+sNdQRTgc1HB2eGjtg2v/5SittNVLgBH2YzKYaxgSVXsdTF8AbgC/9msxM//Oe9sE4Na123UGAx8rXKjlfsaaF6/+bn30lRtt+sAfxEX44PjtSvcXOiHMK28xWM2ZLCdm9vs/nma+WotTUx4EMwVGVuCTphXQwkJx/yYhog74uvBIplm3t+iVo5FJ4B5OgnYPGiORaU3lTeXuCl0iyr/XMDFfoPqG3VjIrr0XEA5lAyQgFVtiAK0NMKREpFtWpr5gC4sAgUvihBsbaWLlSwEhUxNE9lHs0MzUKZCyDLGw6svBnjqdsLrEPxDbShDCDkZHcU8FD/MR5APXItb6oR/E7MgatYI7OfwijIGgsMAIp9+AYUTcdk1JyGVL0EoOxLX8aKC+BTeLcov6kLOE7dsmHWXO3umeLhBcf1IWraU6OABUBbYch+RdWJivVUr6Pq3SxtdxnAT3XiDHtzzguplokDr/M3UBt4O9ccYGxRm6LoNGPT8R4X/TP0tmKxscU6X9wM7b2YgNexks6nlj3wqGNoGwsD2D/AbQ8Ulxy2zA3y3wIBAxgDRnt5Yn1sKvFLuEob+csK9dImFk4ws0bKIZ39ADgb8pF7W/Mmoa05a1GJco7HsVl+qG8T0AOIyRcN+GfzYgP9MyDv3dN6TpSJsVbgsPf3gpHYkTlpy2PmeAGOVnvrvbTUTsAd5wfMMRTyvnAUAM4vxM1zhkUpZVUJ16w8xxwf7UIM2AKapvK6y82b78VOuo5anR3Xv+WtA9qhwuf87uf4DZttyol5FNbrYfPstpafkRMb4BsAPcOYYwIAJj7nRdWcFLefL9i26zygZ1FLaWjWw5+poM4+JADmb877sKDXuVsODrBccnAv5fhNJXDE6grdDgWwnRICTF9RAXMuqfxjuUb87vdHaud26QrXQU5EtUGDZH6s31mEsbE+bb75k7HaGC2/kwJ46Ma1l3syxuPqCH8sAPidifnIL9Qb1EcOaC2uRuCjiUCnxeXzaSYHknAo6V/7y0KjwWfaV4FVIqqraQmuLqK7TZhue31a/uxYzlN/nQL4OoeG5dzBt2nrU+xTFcA3R/W28+NxxuYm8HodsH0sWEv5j1XWfaJxv/5VAHyfWH86xzwvALzqQ2yIkA5+8JXBKqt8P9jQre7H5w5AP/f+D07HofvowQLqDjdF4P1+P6ljUSNQI1AjUCPwqURg7f/+z8oBLDBKHuDj4yPb8qJsNDwyhDBSaa1LDwR5F1bihX0qEHE8Xhc8FgwUxNsRQItcwagqUaDFsXPZN2+rHiMUwKUfoGODi9pUaj/BVYDoQtaeJ4Keaxv/P3tvwiTJkl3nRe2ZWVv32waDWUCCxIiiJJjMJPG/y2QmCGYSIXARAXGBRA7FWR9m5i3dteRWq853rt+MqOzKyqzOrl493vRUVWaEh/t1j8hI//yceym1KRBLwFF7woOmslU2LNMEf6rcyKeKmpg6g5PD+lWqQ4ERW9Oa90R9Blj2SsX7h2+mzc9/daJ0p/uG2JsieljP7gnMUcFbqYKnUgLfCkKTH/ZHPzhsnstKdEP5jp0HV3FhIguF7Y5o+WQi69op8IicotfN0TMIIQ/20FjAU2tlbPAj4AQcYv8rgUNyoZ6cnPlcPamOAUL5wY4t60h1AW4TuEuAZQG/TH6F+hYFNoAyVKkbsnkeyeYZte/ulqCv2iEEaztvysdq90pQ/Fpt6A/67iOoGT+o33h8rWNR9oZqGSAO0AJQo+YE0lwK9tFC2oH9NW602HQTZ9TMaAoBWFQXJTNwmLrRNspwflcdA2/zftoRi+bIRZqQK1SRPY1J1NG0z+MRhbig8ng0cZ1mKvXZVdlOPM5eoki3L6ArqkfGyjXqTavGZSmsmJDzdw/ltwAq1Riek+NaNtcaI9g4Z45isznK0z+UvajT6RjAE/bo7n01DrDNmE2FKOMHsM74xI7auY2tiozxmqrSzOkMWCNmPcHYUOFSd8as8hfr+prBTlVoaiAfKk4AvfuBfVT2XavtiLHBYfn+mbCUcR0QlGs7lLrAU9S2VtnaOrv9Mug9AbiOA3C9nUSiPfT5rv5RpNX7GvNc54b/vtYKrNdPFiLQ/3Yp1k/6J919fdsoclYDSCfN5mAWcAQsdLvLNzLGSdpXZxtSrYwBZbaThRB2C0AFrIUhmU+WBRNcjwnAsY5Gve16uJ8YC2E/btDvBS2hfo6KRK7eyK18FxDm32kH3gXArcVzm5v4PgA8y+esU9mqWu1lbn0GiAuU39aFmVVyPYva2e3QG6F8Dpt+lNKzNQgd4JwAuDtW8rpigYnvxXoTi+ew94xBY/htCB73g2y3TbitHG8n/XyPoUd1fMLf2CcWdxBV9nghl4pzQWAWqrjf+RzSPiz8yRzRW7r/seBnZ+ei+cEPlVu/2dUAACAASURBVC+6gPRVATDtXDoxXgFwDoEHf9YvqCuFqe5UI/ARRiCfBeJzMgEw8BRvoNieAgB3QdZDSsf2eWFZ8CsAXhahj/P9t/v5VcYtD7+v5IZ+PUD64fTK67WvAuAPp4efoqbvJwC+Z/5hoaJ3VQD8FNF7TJkVAN8XrQqAl4yhCoAfc5E9et+3+3zy6OrVA2oEagRqBGoE3tMIbPzFvxiZKNpmV/l8tzavbBXMgw3AiYkbrEGBWkzDAzuZIGeyHfqF5uzZ8UDKLOXbldUy4IPjUWOhdNwrOV6BMWOpNkcoePWfcIP23zI0Mjy4GjWffXYkteh2c3qinLN7UgB/JrXlhiAk4ML1QGGMwjEgJAANEMLvu8rX61y2BgmRS/eqKPtQvoqxCjCivmya//D/vGy++V7nvJWCd0NgendPkLGntql8kcVevy8FsOAgulepcwf9m+a/+tNnUiNLGetj1G69jxLS6kZxIQmDZY0dCrztHcFm5eu1EljvoVZlS8tgYsvrQCUg0GDQE7CduN6Ai1CvhaKP5ydiKVpdcmjCqPW6IR0gRaAKKCtovddHbRnquamsUsey85YZtvYDzFwor/OgqAWpl1TLgGgBsAA88YBvxSB975y2qFoZHgKgKtfq2KJmBERiDb232zOcpQSrTwv4jfKA4gFdUddeXkD5yM0bCwwMDrUXqZZjTF2HTbOgLFCezXmZbSOseAKBw7fX8UPJfHiIrDhshC9kwz2ZRh7q3R2ptrEvL99bDPYAcbaJBX5u2776StA0ABjq6oBMYf+7q/pcWN0NqOqhmAZcWlHZXs0bahvjcEo+V9UVmK+1FF6wYPtsbHl1coNj8rmWXK5WhbtvQt3N1utYehuY6loDVKI0B0ZizRy2x8Wu2nA36sNPAPClLbAD7hErxqjBH9eIADYbinlaGgsNoi1xvQcYTRtpFnekehb7Z48PLQpIC+k40L0UizwEeFFB57arQNgBoNQPxTj26QB2DQND/DgXyxuoD9lbC1A1POecUd4GwBtL7+KnTB/7ukj73wSIBXyiCu2CapfR6TfuI4x/ACL9yn2E8RkKdOAu95QITtyfyG0ddcmcx4zhlNzSDHIy598JEIHLHq9Yb1vVGtbMKHQZ62wJgLkf5DlQSjPmfZWjIPfClsj961HM/a9AVoN53A8o19dG1DMswKM3cpoh8xvzGnWzEp046OeO7mUJ5FNBzM/MS+78wY5j26eeqzTEV33KAotwIvCVNFPzMuEfYLfd3/UqY79d9FH627bSJccvx3Ev0Xl+r8U7zlV8zYKVAocVk+srFkhoQHFWw1muxU3lAd6Qa0EHN8zNt3S/wM/gNxC6zPgv/II1B4Ajyvdsa34BXvYFb5HCbGF93vIby+r/lqtTT1cjUCPw1iLQAmBu5WOehYrjyisLtpbOg9+dgJ49Zdx5ORXA+qwtAG1eqTvf9NmCMZ6R7p/j9iGLLKnzmKoAfmuD6q2e6O1+fnUXLsw38/UA6VsN1lone3ihxiJ1cgXAawX9gz+4AuBVu5APt6Ufsg8UVgHwvV/vHnhmWLVnPur91vz++1HH5g007u0+n7yBCtciagRqBGoEagTeiwhs/OW/mt5eK38v1rjPpLg9kB00E+EoLwEiAAPDXibzNVveE9gMgImqE4KjXLbPZKW8CXiKHL2Hh0cuD7C6YRgAWNEEkIDhhUEZlqqcE4DCFz/BS0Gz42cDwV+gG4req+b4uWw+NcMClEEhartcK86AhmGZCzBB1QY47UmJPIMRBSBRR0D0jvK9TqyO3Gm+/vtx880LlI7KAbsh2MyxglLjsSCsygIA7wggMbkzUcLjm6uXzT/9s8+az59Tlz3wq+sDlOOhGoXvjUI0GlI/QIfsX1EQwq713kVRZQKAgS4BxAAWAB/lJ1b9Qi0qpa+gBjlBAShnZyMpUbeao6OeYI7KUZ8A2jxNAHRWXVHNYt/N/v0B8Di0crc3guuCwFdFlQuU5ryG0OQY1rkBT8QQ+IzVsyGQXgMIW5ErIG41nNW/YVltsXB56EXJzETeDjlWVTeAcF99nuMHKAO83T8QoFGt5NLtNgBsAwQJxNIjxFGvXV0xzqQK17jrydo5LX1dnuIESwNoWvipf2dn5E4GSqoM5fylvgBQ3o9csyxqcAM0RiI3MTmPiSVlX0qdu1Ha7QlJQT/6nPEU1uKCoXoB6DbQ+LhW2aioAVGhQAUVokoGzqNIbnMAA8sYm0A9wKXthFU+MSa2TIhm/rsEYwqd28VmoKjzM+b3IORcJVoQkHCPhRbGXDOoGOOHfcNCN2rHz9EIW3Mpm/Ve9C0Hkge5tTG+dA7pgLyxkaM5YG/WJ3/C9qiHrdKt2AwoCrBlbFn9qr+Jf9rvogzmPsL8LwCYuAKVQyGKBbGgPQsfyuByjmS1H/t2K0xxGxBQbtuWuXdbd4K4r4RV9aYGBeMSyJqglH7nWkmgSWxZ4LArq3faQR7nuB+hKtZYY/h05qVmkBL4yqIBx76NYbgZlA60tXqourtbQlTftwpQtrU7/VvGVAS8uDAUd/NUxt4prPPHBgtKVKf8ik+cZvC3ANq0kOYn/7jP+D7EdQBEJudxubYTBM+AbbarnJMzGUiXMcjLkWX47sY+gNx5AJx7zU+6Z4zjOomcvjH5pz7S///m61HAb9LMk/+5jB/bXxfwzLmCP9/os+i6+eKrfTsUcMHM54ac/wI1O/8cAO7WK/pnxW/+a34BXvYFrwLgRVdEfb1GoEbg3UagBcCXeg5FAZzbIgD8yn22PeJOU953ALws7tUCelmE3o/3l33+vtlaVgC8OJ73x6YC4Dc7Aj+00ioAXrXHKgBeNVKP2a+7gPgxx30y+675/feTidNrNvTtPp+8ZiXrYTUCNQI1AjUC710ENv63f315CwzsS13ZU1rdnlSkKDEn5wKLomWXAmeAJTZAxdGzniba4zWARU+UpC+gA1ThYcjqNgMHICR5T/lD0AngC9TScWNBy41r0RXncQTQSXWsXLv9QeTCZKOMTVkXi/sJzF64ToZxKAF16NFxX3sF7LHKFJteqS8BMIAD7JVReV6RmxLQKEj38uVQPw+bb76TknezL9XydXM6HttaGIJHGwIGy8YaO2ksSFWHi9Fp8w/+uN/88Q+lphQ0Zu7fzzUFwvGroZhg02QkK2GUsPBEwaZUOGY+Vv4GUm5YSStlq2aCgM+AkADcIaq8UJuvRMtQTj9TzFHgAgw5l2Mj8oLi0/mE1U4mlABZ2CEDbJ2LmXy/gtLYPd8q/ymv9wcDgblQJdo+WD8B42Nst235HTbH8WBB3wH06IuAW6juUCaSq5jXUQCypfUw0HCs/MPA59sb1WsbCBPg++VJWB3f2CJcBwLzBf9R5RriqkzaeHWJfS/9ILhc+NnY9sJSMe9rkBJ6A+TILYzSD9GjFdyZg1ZjLhcDAL1Ri1rVKcgVSuwga3a3jqb4pzMmo85UbAHYidSAuNjs9gXYuRx8TTjPNQVQmYDw2D0HsAxrWkApbQNu2o5X57D6W+UzRhl45AwGVs67RCEQNQBNlSuLDTJpcrmVkNfWIFJ1o0495bHOHLvsQnzIlRwxw4Iba9wIqsXUimFaPJcirTilYwHG2ERnvPnJvih5i+C2A0IZDJwjIOCu2pPnMbADZmN1DcizCprgC3ICCNUGIF/PCutYxJGWyraB1sa1ZEvrcn+IugCgw7rcfQcAtqV2qkg1lrQoJeEpfQ4wBASzYc8NkU6r6wstPJgplAyAOSf1zMiEVTnwNkGu7Ze5nHzuWOzCxrgBNvueWP6Vpvh9Wy+zMEY/rRIur3X7wEpbxliq5VWnuM8ILluFexdC8p7LpW87/cY1kRPrrntZZcD9krpx/w+76oh990utr6FSzzYK7W/Ujw3wP1NB3YHm4WBgyF+uOcej3DdmgDlXPnROQii5QxjC6/fvv582L06mBt2MHRYEhE199Dltd2x073A+YP3b3r1sfvTHxwHzfdOjPSqzA7Qf+hKV9Ztv+7xF9CsgubSvGGLfFzq/tuwL3LL3nxoALzv/wobVN2oEagQ+8QjETZDFhU47wrOZ7ts8P2/NUja0H67de1mrrI0Pk3zeyIBulc+d+xYdrRL0hwBsd1FSpKp5aOs8HFDP8jmW981VFciLzrBIeZz7L7v/r33/zg/qVYJ6zz5rn/81z/vuD3sI5lK7GNf3x4djlylis4XLzrMsEsvOs2757/v5H65fBczL+u/dvv/uAfDd+/+r0Vj2+bEsfsvKX3T8Q+ddvcxP9/69rF9We78C4iVxqoB4tYG0YK96fa4VvnpwjUCNQI3AJxuBjb/8vy5vgUzANuAvcJDV+ihvUQBf6wP6UspOAGa/n0BIakEdg+LzcHBQVHkowkpu3gINsCUGcAFGLsygpGxFWWrlZdgO5wfY/uGW4GQLckIhoOkdTRoNZfU7Vt5Hynkum+heTxBPE/pWsllpGXAYkAPUOTs9U1sOBAgEsNO2Vc/DL16eC1TsN99+J5Xx5VYzFKi8IG9nITyRn1WQT5bMKErPx0PbyN5K2fhs/7r5r//J83uUX63KIRSIoZ6eCOACOVEiAkfSbhVQgVLyVjASfrMtKGIA5XysqDgDLl0KkgNxtwSnnz0HAJfJs5wY0LGAcaDnrqAe5aBQBRYdHIQKl39nymE7lvR2IPALnAP6kN/UiMoqRhBLqG4NwAzMsendNUicB0KnABiB6v4+uZ+lENU5AN7D0dALAVB9DocT9zcq5LDS1dgSVB9NAGyC3P5uErmFN5DySb5ohbHiAEjGyRXgx4IAs0qdY6pzTCYTlx/jLOD61bWgp44DLmEnzhiJSTFUgAG79lCiqxwLaQs4zq9H8FT6ARgKnzJEok3Kgww4ywkA+gQYuqP4AswCDkYcDVI1ydmFlqHPjddoJ3lwUVAzxnw9qHzDZ/eJbMUBx6g2O6rcgH1t3lmilmpWfnc7ywRdKMovrXSPRQAtIPdYtGIzADDAfF7pieLZfd9RsJIPPBSWLRRkP+fynX2HBMBSbwXP52Txg9pqyB51cKy5NlT+NXmvPcbYmXzV9An/pzEwB4A5LuqJGhSQnpNmcb+2GhqIHAJab0DzVLh6Hy0wyI0xkgp8zkjeZkCg+0X/LQLA9FNaLgcMbSfFIqd1XCd3ADDXlvOot3bJl7k4oa2u4+02smiA3w19Y3SGyrgFwNHnKMF1/9TPsI5uCyu3Ol9f+XoAXuJU4LDHY3Qe9wL2my2acPmhbmbLejwISItFdwJgj7vS722f3AXALruMn4cAMP3udQKqD/3zq1+f6rOj2LTrbxYo5GdOKI2xMA9rc+d01mDAmeJzpRJ49pxc8q8C4Bvu0XP5ozvdM7uO5if2KwDuRqn+XiNQI1AjMB+B+JzEFYd0Irno6yEAzP04Pnzys/7DBMAZiUxxsGhsLJvAqwD4Q72qloHTCoDLhb6kg5fF8WnHRwXATxvfdUuvAHjhJ8sDoa0AeN1xt+rxFQAviVQFwKsOpXv3W/b8uFbh9eAagRqBGoEagY82Aht/8a8mt+R+JMXvrgCw3UiZoSF3rXKQTrHU1Yc0KlUgcarYUG0CnLAoxqbTH0SAIAGMidSfTNhj7Yv1cEDZsdTCh85rS67GQ9kay2lZMKlpTl4Irm1fNc+/BIZgXXzVWhELto1Hlz5+/+BA+YUFXICy5RkWfgiABMLsSZ05lJL1VAD4+XPBWk34XwqqYHs7kb0zRqQnL5SHWCByQr5YVJ6CcYYQKFMFrJl3Oj4OqH1ydu667ygP8d7mefPP/qcf2kqUUwOmJ0oqfA2cEEAApkC6gFSoAIdD+R1rM6RBNas6XDp/a0BB8s+St9iQw5a1AeDHw7CGvRXIoF3gjuPngq1AYuBvaTc/zs+Gthjek4X0toB1qLKlpgZgC8Cxz0gTb1hbHxwOiv1z5HQGOAL7AccAEMPi02mBPwHbBvuyDEa1WmDiSBD+QkoOtq1t5TnW+yg4AWmMBf+t17EqZtgAsEOxGuANi+VbjSXqCRg35AfUqL3koAYWGwBPyXGLIj1yC7NRPyyE2XdXeYeBsbx2I4l4KL+Bf6iEQZ2AMwBkWD3bNriAMhYg2Kp4NsGI6jvOorS/aGw9/qk/0Hm25YAroI7+7JH7OMvVYeQLpm+B3Re2VIbCa1wJQtq+2oATwC+IrH0Z58QF5bZVmKpTAsqA3pceS1ZPluuL9lPfrH+oXWOfCy0a8DgSvM8+CyieKlrKb3P4dr+csAt9yE8DcdXX8XPu4ogjdcFSncUWaQFsZXSB1lwrBu5SgRNSYCxKHddf7Znour8ltyujmjCrHHqYe0kC4Lx+OJfHsBcYxCRQ5jDOPok8wGE/nf2Aav6ukqiokDSxjCNA1jXGEwtRUDqHEtbnKYqfDZVp1WgZ+waKHSWslbuof4vdNvsx9txfVjiHDXbYREc5gNhUI7sNsX5gtsiguy9vAzMjv3WMz7CYjjK4694BwIx/XqfzykVzR3FM/csYbgFwu1CAt1Lpy365QIK+yy8Z3cmwXChQhMYquwNS06be120A87T8zL5bxQLTUJ16AQVElX/5yxNdV/qscV5pxjHjgwUkOAbo/qgDiNFsIRL27KQX6G00f/RHPe1f2uXPt7uTIIu+SOU10i54iBbM5wieV2LN1NDzB7Z3lLu/zWwl7r781F/wnlxBtqi99fUagRqBjzwCoWS80uee0yv4+bU8MJUPmLsTpO1n99oK4Nl57gdI858/zEOm2DcXKNI5ywHs3fLn79dVAZxPEh/5UH+lecvA5UMA+DGxWnaeRWUtU/7mca9b/rI2vOvzL6tfPud9quN3tfi8670qAF7UA3Pj1gutc98KgN/2uK0geEHEKwBeayg+9fzAWpWrB9cI1AjUCNQIvLcR2PjLfzO5xZ52RzMdAOBtwJqqOx7KzliKy1DdoX4U8BIEDtALLNCkjhTAaZEWE/xCOVLWjqVuhEOQL5g8voCukxOpabf2BWKxfL1svviyp4n5iMsfvhbIuZ00n/+ACfptnRe7uEtB3ANDoolsjrHLHQhsYtfMqS6VJxiLXqDTdDoRjEHZKMWv4CKT2vzuuXfBkD0pIuUHqvNuNr/4xblyEQuebPdtjUse28FgX3lSgZ+A5FtZFh+4nVcCDxO15UIAevP2rPln/+NXApWC4IKDKGZRVgJpDU8MsTi2b7tfwEQqFl0PAJCAHrCJSbApSkpsgP2moKRoDbmAI4qqv8BgwG3B8uMAancAsOpGjmAsT3t9xVK0ytbLUoxiPQsQoQ3OE6w8xqhMbUOtcug3lKcounewj1bdONfZmSA5wNaq1FRCxxf1ETbcAr0ATcoFwqPaBQAxwWfwJ2W2Vw64PE38qW4TTfzdXGthgRpAf4ulO+do2MFqrAkSAmV7fSlYDXDV9xfkP8XOOux92QLQXaqflBdZfR3Wr6GYBVzanhob6Z09w1bqGHEvCksWA5BzWQAJUBsAFftdxVZtvVQ/6tACGVFjYo0dOaexD0/gHDllW9DZY+WENsrkeiEO+/sHUqgLjGuRAWO0BcCAWyoF+I4FFowT5zUu384A5lZ+quGof+lHygw4G38DeKm+LXI7SkoWJADLUPmyJSy0ellBYewZvBqch1U1gDdtlRnLQEpikzmLXVFsG8llrbGIhTCq4M1NYGqrWHYdLb8NGLeherDQg+vSKmKd8xI1M4sN6FTszIGfqGvVLq4fFOAs5LCNO6CfRROAdayate0p1gkc+TsBcChyY6B0FTe0n/uZX9e/UOHHeIqc27pPAZptZ85ihcg3nqpqbLnTWppjGJsJcAHtWXaUGICWNsWigxYe5zm7OYJ9DWWC5HK8b60o0amf/uHEwG9YhAcIb+2sd32Nt5NoVouTl5mWlotmli96Vn6rLuYlLJ+7NuAJgA19C9huLbHbCYXul9luTl0gsIGij314gq87sb7oS0wCYO6sVxoD336Lm4RiUaA8Y5hrMbcoJxYjhZ097SWv9VXz05+yqKeMBBWQzpbzyt5ZYZ0+8VGdORMPkdIAQHy8fz9QXgZYZ+erAHg+9PXvGoEagQ86ArFwZ6Lnxis9B4XTwt3PhUwZ4WfBjrPGMgCc99+F99dHAuBumJcD4PZef999fxn07Z5r2QTecgD98GT+svKXDq9qAb00RK/usAo0XQcAr1L+smq/awD70PnfRPuWtX+196sCeLU4vau93g0AXh2gdqjra4boMee688nywPlWL3Ptz4/XbPXHdlgFwAt6tALgtYZ6vT7XCl89uEagRqBG4JONwMZf/dvpbSipNJGuuWxUip54Rz6mD2cUr3aF1YQKsAxIEApKFLMo0bRpvwBxyu17KxvfieCVJueVjlS5elGmokKUZadg0InywKLk/OJLQKkgq1RzWE0DQ7d2BGS2BOeUG5iysQCGcQDuIhetoJBUl0AyzoHFsPNeorbT5BIwN+xC0yJY8KR/JYAqgCeV89nZTfOLX010gCxCVd5IFs80+vDgqMDPK6s3B7I3dg5jqwI2mpffYxU7bX72j46kJNN5pHC+uUKpLHAtMEdMgNrO1/v8MHKMOj9w5OlMSByAR21We0c61iCywEomwqxE9IyP6i3AY3vZApJMLLDMLRwGuAOQoi+wQgXYAZVRS4PTNjcFCbUz/Mt9acCAzTDAK5SLAKBMcToV6GaiDqACECMG9Ck5VsejifqA2EhFrHqh0mUflOM5QWXglYBFLUC8CJCkX4XbBZsFoNXfgGy6ktS5bFTtQqA087ICOgNCygJa4H4b4D97ekbxCdAW1JGKNiYTURUTm4C+wHdA4bxyDzAGUGO8ATKx+EblmVjLykHle6bdgDVYpsc5IElxQAmNhS/2u7YpNKTdavYFwTkXFsETLShAUc5CBfL9ooRHBUzM+Rt1NO1EER7jtlg6M05KDm2rZVQ/gC3jj3jb6hrwDNzVNQgonYE7w1zOI3hO3lPXC0Vsm1fWFtRaAIDiG5VrqIaLQlXlGwAbsF/5WgTY0rdbKLYL2DI89ziKiRsAPPbobEbaejnU0/SXri9d/9wP9iSrTiWsAaXtuwOo+RbjGGDVy/0lFPS8bwCqWNDu2AJW0nZDUh1Pnxm6puqWq5l7WTmCXNsDq6GjnjP461y9oRinHKucGQsquAtNAyTe/bKc8UiY3OV+bp+ptu6jwOuyMILFD22bQ0kcY4IFAS1YzU8hL8gw+BZsV0wYj9g0G7A79gF/s0z3gdp0lR7Q/N2pWLZ/3tI5rzkvCOgop3ORT3buPCTt5hfuzg8z8Z2K32xLAnPCmFbLM5vP7NlO/mBeygl0lxdDqjk9udL9mv6J8cdiHa4Tj70CfKl3LmxgfG5tkXOamN02X+rzZl8LkiInfSjSHbclcyHdL+73TewvKiePW8LBX8ltGQP1nkotykVZ9n3dL4LLAPXrlpv9X3/WCNQIfHoRSITDRxJOO053ocWdcX+LZ1n/ynND2XnmFKH3W/CZoKzzuVCKiPv3w7Bo2f139tmo++tD9/fyafFKR951G4ln0De5LQPAy861dn0qAF4W4s77D43F+4Hn4/pnHTC6KvCdb+465+yWtcr539S5HtFlS3atAPjNxfIpSnq7AHh1cNq2dd3Pg9c5532Rph6PL+tx96en6OGPq8w3/Hjw4QenAuC1+rBen2uFrx5cI1AjUCPwyUZg4//89xMxTlbfXzfn50MBh13NzUgBKvvVo6O+/kY9K1hi619BU8FAAOCu5JJbqAD9ve5GlsfnAoR92+jCVYFFuz3AMBamWB3L6hZIqWNRzgLKelK8BjwTeCTHJ/a0W7JJ3uz7772+FHzMgJTJIqETQyeXIatk6T3dcWHxC5gVjC02c6lI7h0CkgVcBJ+//u20eXmiUjQrNKEM5cbtS5a6tzdQnmEUltjBbkrB2TMksxWqGggAvhV8+ez5ZvOn/3ivuRTY3NvqWxF7Q9JfIiBZ8MHBQArgUGf6NVVRPNPKXABq1BXQqxy9goAARud+1SQL9rRAN4N4W5cCu1Do5gQYMC7yiQY8A3wBQigvABOupucjAXaddFMxC5VigC1y79463y5t3LW9rnO5FmgV7CggNDlkOS0WxPQVwBWg2Fce4YMD+jAm7kJvF2DND7ad7xgwe2yuUXLakhXVnYbSAcAUNlm+68O0pqiEsXJ1PwM7wyobhfEOYK6A5VDPhrU0yuzMXQq4zQ1Van+wN+uDrg3utfqKcok7Fs7M+I0EbQMeAxjJkVvyYAssYp3tZtniezcWHxRwmxN/oQDUOFU8DafV16jPOQ9xY9LTSlngpoZrl/dRVv6dqXcpg37pkinssq2iZZxToiCyFyc4FmHxnDbPCdzCmjlU4EazqGH12kwVTLw9xlh0EDbF9MMV+b/1Bwpv1PD0MKLwK6usY+I28tSqfNUDq2zUu6QApl7BnQNOYk/uvNq+IMpFYWAd48XjWCrcUKIyiKJ/aSMwk2uGxQzenOtXfQsA1q4JgFFu+xhbH+v6KeNwRzG/dD7YAMdm06WoWDxB/vCYaKaOQGssphkvkQe7/bIcILjA7vK641wsxmdjT3+HAjheuVD7fR8rFtO5X1o7dxXJ+Z6BJ/+Rg13tj2s7fqdGjAPG2mx/xgH/imp6vt5MkHRz+qbq2zErcxMJgNsyIw/wTO08A+gFpHdsr2dWmqqSlxXo/7wAxfVqLa/p2lyUQLkJge/LvzsPgLk2vvk9edu5/rjiALnhEsGipNx8z9ZnCQsztra4D7MIJ+DDYLDVfPVVmyx6HQB8n1h3fp68AuBZt9RfagRqBD6xCNwBwHpWi4WZuv/O3yjLs32CXD+3rwCA8+OZFA4PbasC4Hh4fXW7C2DzmaA9J8/ks88fPwffBcnrAtx1j197grAC4EdcuWVcdBY4tAe/QQDc7ZNUui+t5SoA9r5C3hSUXeX8nfjNHkZXOW5p4197hwqAXzt0OCTb0wAAIABJREFUb+XAdwOAu9fEsvH5vgDg1+uOtT8/Xu+0H+1RFQDPdW0FwGuN9Xp9rhW+enCNQI1AjcAnG4GNv/53w1vgFhM0QwGvK8E1pvJ7mjDvD6SGdK5W/dPcB3l4R0NsZlHNCZTpuM+e7Ql6Ye96ZcXm5valgKmUkJqYAYZyLDlPAcxYMe8ICKNsG55DWgQhr7EjDkh4IOvcw2MUt2FbvH8oICeQ41yyWMJadaqysIXWpBI5aRNa8kFoZagmZPZ2BQBVv4sL5b59JuWpwNFUts+//s1lMy7A6FpUYKr3+2rD5sau4LdgpYoD3gDTgKfOjauG394MJJ4VQNsbNz/5qdTBV6PmeL8vINy3UhQl7g2AV/seHvasogRoYSEc+XGvVHfiRI7WW+UYVnmohFGlKqcqwA9I1ldSZNDG9GLq3Lo7oumZ/zMsa2O/UKiiIJYFt/7uycrZal0VibLYuYnVBgB7n7yzgnKXshsGumBDDSQnXn0B1lvtR15XA1eAsyBnQsmTk7HVikzOWe0qML4na2OmwRgDEnhaYWxFpv6hEk27YgA3mxcXGGhFLlPGiF/X8cPhRXNJXLXoADUmQC6/cNNG6ufygYU6BnWwbW9lQ80YAraycW76CwgJTGShARuK37A8ZiFCsTvWT3I9C8m6jzgv8cLSmC+T24o5FtLAQ+KS0BNYB8izhbb6FfC6w9hRxVAiAlc5b9gSF2zpyZnUWEup7RzALUw06DXOoo2UD+ij/6lfbAn9rOpNlbBzzQKdOR+2y7EQION9eaX80jv0VeTQZUOhbLvcQl4TFHLtJ7x3u1S2ISE5wQtoZJIz1KxGfK7ztvtXMJ28tLq2uYb7A2zG2y+8jFf2RcnuhtCPwGSvhaAcjQvFinHuo3jfv6AlDvtydguwFwsXkvcxB2ZVNP0LIaTvpPxOeMhYIJZAadqXuaTZ1fl8y4IMx98BYNxwb+GUMV7pR9S2jCnqn+pgxg8bfc49wg4F2lLpG/0QCmaOsfW6FcalT91f2Hm3ltS8QzmhzqZWMT4zF7PbC7DOZMdRVLS9bNxz83j6d7dYR1MH2gg8ZusqeA2PC0DOcvIa5L6WW6hsAdwxPnLRwGyCWm1zj5b3U7WeCmeu921WQZR9VgHA7MsQGOnz5ftvp7LkD2t2XAkYb3Fdb1tpnjmx3T4FzZ9ZXlPAwhfaftn8+KfKHe4VK7GAIK+NrPOssZ1ful/Yc2x1AXCWkeMrD50BikUz+IsUve78tk9nVXlofw5ZNg91X+NKXyx4yy/XL5gPRae+VyNQI3BfBHKKHHcXFlvNcv9yz8GVoQOuXkkXsAIAbi38nwgAl1vw3dtqFwC/esNNBwx+zhZGrTnjWwHwh3R9PTQWKwBe3pNvCjbfd6ayCnR5Je7sUQHwIwP2lnd/NwD4MY2sAPgx0fpU9l3zseDjCVMFwGv1Zf1+vlb46sE1AjUCNQKfbAQ2/uY/Xt5iq8o2FFQdAtU0u9LrhwUzYMyKPIHTk5dnhiqGjr19AUOBO9kYj8Zjq1/7yiHc27/RflPnVD1+JtApsHLycmJl1p6A3r5gJVtYjm40Y0FMQBGgZX9f++t5+cX3AUoPDgUAyH2q+SLgD4pQIdOYlL7ZMQDGMpd6MqmP3TBbT6Btr4fSMybGX56eN6fnO8133woE6fQo/gDAVm7a/npLQFowSXnK9gRNpwBU1LJsFiQMZL1L7tJzwdvL5jPl5D1SzlqDXCvsUE6Sp5j8qHuGk8RoKoiNurknlfHB4UBAEYvdSyur0TailcOwdiwwTAP6/YGPI4+xkFHJ/xpKOuD2hc4BWLAadbdnAAy8IOcr+gqmp2jV5ELnFbwhZ/NgHzjsUzlGnAu7Z+o92JdcWwAJS27iP0A5ux05jcXGFV8UrOR5DYg3GLSTGPAzAGZfale640qwDBAKY9rhNYGZtBq2ylmFAqpnlreq6KkAMzlbDYCLwhQlNwsLsAcXM48cwdqXvMW0tydITg7gyVgK3Yksx0F7VjUDUMMamc32wVgiazZupmTUm0AypiABdywM6Om4UCmHRa1ZInvoJzEPe3RgJKAy7IfTBpq4E1qrMwuMAtgB2gKwFnptu+VQyIadeiyyIH6pYOU8KL6pB8AOOMiu9CMbltAGWsQa6KqCAM4GogDFMnfCeTzOdJ0SJwNEE2ZgGqrx2DGU54pxAcC0AQtolL1sLAQAlnUfMIHMAROxDtciBGIMMDUARmUZ5/PiAJXHWAc2shABu3NbyksGzXlQxtJvAGDUmq4iMdLYITYsDKC+KNnZYgGIxmvoTLUwADUoELBF5Tvq/0SWziPsnMNcGdG3CTE5Dov1sCsGjMe9CLWwz0VfllUQOZ54nXbhXBDtZdxmnu5YiNBV+kY/MfkdNeqOQf5GzZ59mmVnjt+w8I6xbEEUDWC9TALkovZ1OQXMMlFFTLkOs13cMwNER30TAPO7+7+jYE4bbcrML6dpCx3xCOV3AucuAOZ83C+5pzoXt5X0yseO/YHbqruIYreDm0SJ40PWw908zoyv7769kg09ml/6FAJMXdoFD7R5Fgd/oYxFQm6LY7StsTpsfvInB1oQ45fvZKJcBQDT9879q38VAEcM61YjUCNQI3BfBHCjwU2DBWV8Bs7sn7n/25WhXQhXAfDiMVQB8Id0fVUA/MBIXqEjKwBeIUh1l04EKgB+2uFQAdPTxLcC4BLXCoDXGmD1+lwrfPXgGoEagRqBTzYCG//3f7mVAjgA0ngElCJP503z/DlQNYAQrOYaNZt2AgCRZxZYRV7XG03Io8o0AJNl7O6ucqGiNpVVJ7lO4Tnffju0chSFoFVyhpUoyQK+oCreEARCHXoh9ewLKYixQz6QAvjmKvKqAih7KDB1DoMJAWDAMOqvfSmN2Xg98hHrD03UA6kQIX77/VXz4mSjOTmTxfG+MILaB5xwPlwDbkGpKdbSV87fCmgkfyjlOE+sn9aKdbKA1pdfYGWsfdU44IaVmbYhlkpXjsJD5RoOSaOUoWr/YCBoabDlXWYwjmOc73Nmldrm1J0BjALkLgQLxwLKQCWsVMNWW3H0AxRK1gCbBpmKcSiSb9yeUI6GmhBV7NkpHs7KfXykOqGG1KGoBSMnKCBQqmCp7lBeA1gBjZGrmFOFAhD7VYAT/UT/8OYmgE9jgdeoFqrvbPQMkALMOYuqNxqh/oaq0HeMGX4VhNe4AjYzFvSGiwDK0x7GQV9W46Oh4L8V26EG3NrBvlpj1XbIkePVseYHoM85gyM3dcBfKT4FORmXVs+Z+sZ1ENbaAcv5gmn4A9wnZ6shccnFitVsgWkBtGICY095pEOFGNDQ4yjhXYpIAMxS3BLHOG+Ub9tmlQFchJdx7QFPrSIt+XGzTMNJl0v7ys8SWxYzlDeLQjqtielvYjvx4g4rqn1MAGCUk7bRVh+gGva4cWcGJO/CNQNgxDyoPnUtoTZH5Ml1OZF6mtcDPhvDhRU2FtxqDyp07NZ9zei8jl8BkgBAxm/XdpmQbwvW5zp+xkGoqSPGGRN+XgFIdTz29RF21Q8L8pKrnHHJ8anSpJ3XliVHLuDciE0XAJfC3Fe2Nfe4jdzJ1P+O1bPfCyCb28zGO6FtsmuP0cg5zUa7uS8ZwJfqZF2jfXEv9r5E1ur32NHqZiCsr/eA5Pl3lh3ANo6P+xcuDWFpHa9FjR1Xw9X71CudymtfLw4osHuTcex7RFiA53lxk8gt2xPnCUvo7nl8j9EpCN9vfqub0a1s870AAcDd5gVnvBLnUCXThojKje6THr8slBAIv5yOmmef7TVffo7l+V0APKtU55eE7Tm+5veZV/zeV0Y0PC/4hXuUYHMfvGffJcrfJaW+tjJ4WbltPz7cvvoFddVI1v1qBD6eCPgZTx9nPFO3at+uC0aBPUXKm/bQd6yg/eFwv3Jy5UgtsTB+BT63n1Bx++44bHTP2X4+LKvfivf/lRt0d8d1AfGy0659/34iC+n78jV32/LUcXk4boztZeNiWeTz/fKcN0cMcgEdzz++TLoPVIzblQnD46Dr48/zOnF4XJ3uj+RD5129/GUK4K4Dz331WHb8qqOg7vc0EXg9gNy9p9/9HvTma7ns82Pd8y8rf70WrX4fWu88H9rRK9+eP7SGPba+q34/fmy5df94fq0DrY6EGoEagRqBGoF7IrDxd7/RVzo9A6L2PD8XYEQAvH3TPDuWVGoDBWix0yR/lzYrvYACggW9npSaphQo6IA6YXd6AUS+ka00q/x1zFAensdHsheWwi7sgKMmQMXI6Ss7Y533SqpFcgwDY7H/HRxAdy4NNwEzAIJdQWCkWKensue95u/b5uiZXgMsFofbhA6gZrGZ5tsXN80vfz1sLq5V5lEAjlB95Zz7tkAHimKpeMmJG1ozg6/jYx2gn+fnZ6pTz0D1B18K6u4JQEotDVja7QnIikETE9p+dlJU0so9TJtRJM99Pw8laFGG8qYtfIE2BjMtnMoJKuD2eDKxogIVXOQDFuCyRTeW0AU0CdrjP7dre+AAXZHfNmyQ+fvkRPJeHX/8nP7rnMvfmbGEJvcvzC8y3AI0A04FtLeS0zbUU4NK+oR+D4tYgGEo/kw2ywMeJdkarwBgwM5Q4N8A1zll8ws7qlQsv1lIMFG/XDVHx4cFJALYURpLP+2+jmNtf23tZ+R1NUbGvpu4FtBFW2i786cCJnVeFMapsvSYLEDPkE3xREXsXirWurO6ApAM8QTeaE+xyQZQ74j4oz43SCYGar/3LRff7OuWfpmqLSxESMUmtuXYCue+mduZriWfrvMWl621+g0lJwr1oO7kvpXGRvDc1otUQQVinb5LPlmNuQTAmXOZRQ5WnrMowlbUsmrXdYmK+EadxtjZ0PUNNGfxQQJy4jPLwauT+DhdB+6jYovs8eLQxrXLPeKy5BOnfVYs05+APcYH6mnGUVEoc6zBqSaCt9UG4sAV6jqzX4kH6mqPOMUd9TDvpV25Abv5bumLsoihC1Vpe6pXZ0HWL4zzGJ9loUD3TcbGDACHQjmft2fgtgNW55/FuabTjnkeAG9r4QdW5PcB4IsCldtJQNTLrUKcshh/eU9I5W+36l0wbVhcrkP2iftj7B1WyfEHkNaqa9+84noPq/wSe/Yl2FyT2sPKY+dXjuu7+2WkW/dUEOf7vhcAf3XcUMrf3/z6VPfQI4PfgMCxOMD38Jm5N58n9FFcs9eix1arWymvzy45MTSygf7pT44c07SWn+vOGEPcN/hs6HRYt74ek/cdeN9rq37BvS+xsCuz3gTP61pDr9q8h5TclFG/gK4aybpfjcDHEwHuwri08HmdnxXxM9qYoDdzAlcA/Hp9/9Sgc+37dwXAr9exs6MqAH69AFYA/Hpx+7SOqgC4AuB3MeIrlytRX/X78bvopI/gnGs/v30EMahNqBGoEagRqBF4NQIGwPAEoNpYOYABOjuaMO8J+gHMYiUzkCtsYwM8kb9S0EH7wZ0QjoWKEjCMhTHACgvkmAACPD07FgQF3RR4aUtdLGytPt5szocJoIG+O7Kg3ZACWOcwUA5b4m1BqW0ktarC6anAmWbpd6Q4PlTZQJqxVKEoKLEi5gELu2kECGfDjea//Gqo36UePRJI0nsXqmRf76MUCyAVABgVG2Ca95w/VO1x7lTVfleWyjyvfPnVTfPZgdqpHLZAaKypgYlMZqFmHg8BpNvNs+f4TUfQqU+oIU0FZ1bD+fwzg1HARgMcASVZDqdojrADylHKYoeMytVwuOQq7n7QR99sOfZp9RrqR0ExEbozxY6q9Pcj7ymW1YBcFMBMzAGZ6UPqkRAy8tUGHJlKHnx0JH9udJxWYkaeYAN1cm/yDtbNei1Twmb7tgCw+h9lkwPYjFgHYq8M+M39zs7Grs+V7KyPDg8D4mjjuJcvhgbNPalUQ72I0pI6Zy5lcgqHWpA4GoRvyn58nzENcKSCUnQL1Bp2Ua6GQChZQyXt8aaY8PtFsadOC2JgM/lMAfs5zUAMsfvGOtig07bRYT8MxLE1tP6loITyiWnA/IBkKEgB1FyDvEabU40ZMJoAO+zRNu0D8GThwf6+bG7VBs5hmKixMpUSPxXCO4qtldyOPXbBAGIU/qHwJgZcZ8Q8YH5ARMYBwG9zkxzfKJtjPMPTuGdYeK6N8X51fdEMUA5b+WpyOBszdDoW8aFopl+kmFX8UDkbWOoNwKbhLp2gk1Mm1z/vM9EJlLPCdQ7OBYyPesQYLarrKCY2LJRR/hp2t9iQpR6hQI143AGKZV/srD1GHb84Eecj9vQxdbLaebaYIdTGufo/68ZCFsPYUlcAbeYB7gJgytfV6MUjs3axoMDtDjd3tq5imHplvnA3l+tB9Y681nHtzOLDggXvE9bQbKkYngHsMlATtGbO3lysYBtmQ/GA4/MbL80DYPbpltMFvt2cwIwCt0GVPJebwh9+r4UmW/s6ZdyHsw4+f1HAMH5YoLC51QJgzs+4AUJveZHStPnRj469SIFxNWvrDEoU+AtodqxjsN/3JeqNA+BXIlheqAB4UWTq6zUCNQLvaQR4LpiMccbglp1PSZ3Ps7l656LNdqFNHJOLReebmSUu1fK9pgJ4886zy6tB1hKz+GxYwJkSzN488QTnRwuAy5jJcTHfA++3AvhNXpQfCgDmQrjvanwIxK4Sp6VX+IJCKgBeJbqf+j6vB4DfZtQWAdr1Foa2LagA+G32Zp6rAuASiSd+PnoXffs+nbMC4PepN2pdagRqBGoE3p8IbPzNf9bUOzRHEyVW30kJOxWAIs9pAK+YhAGOAFBs76tnz50CDCdS7DLLw+sAom2BpkupD0fnUpEKQKFSNUzeJK/vtXP53urL/dnJuYCq9hdwAupeCQKfngzFRpQnVuo3JulRAO+IIGJJDOzAshfAFsBI+Vz1D5veXk/YRpP/TDgBEi+vlOdWlsHk48WD+XzYNF//Qa+JnAwOBFaA1JI6kyN3JHUylrQ724MAJqoBds2G2zr3yelLIuA8pnuCwiNBy/2DcfPf/ex5Mx3eNEMpkQF1ADYhj1DL3e4aGh4/i4STCSFDOWcKXFSjmX80flqh6ydD2oaiUDF1HuYAWeNR5LoENgPxvEnxZtgkEMK5J2oLVqsogFFhYpFNPs5N7QfcQ7F8dRHKSfoDNV3EbVft2i3nIodmgDRDXSsCgZmotS8U86nqRoJebL+BnUI2KgeIw7l2pQS9FYBNUGNrWKCTZqtQie4KElI+qvNQk/NlnfdQUKJGjPOhQr3Q+QIQcx51p8jLucYWOVL31O+R1zbG3FRjZFtgZyDQ67ijnCUPMABR8ekpbzNRG0mZMlX+YEAtsTIA1s6G2Do3Y51ctancJhcwfQawZDMQ9DgRpuvMM7DwABCF/TP7A+EAwYaDGtOOf+k2xkQuVAj4G3mPqcyl4sUxANCZHa8XACjGtJedDOCAo2lHDKAk92oLJ+VkbkjLxAyLJxjXjIO0p8PCOSB/NCKU1VE+KkxyY3MeYrMpZfnBITmcY1ygwAZgA06p/0DX/oXKo3mAy1jEEGA3c/UOBrp36Hhs0gHa1FfO70Hg+QEUV2wj92/k/S4O1X4vch+rfqqEVcEFiEafBBD31aX3aBMQ3Mp6Wuyf0TepVo+z6rW0T1bcUzXNO1zXnIPzeuwphrMHavrJCwMKQC0d1QLR1qaYSgF7sZnGjtj3WQUIFS4AGHjr9qnthvpcV/pvj0Ucs/hFnJ03uKyquCSXcol/wNA2j3EXAHMvy62EI1pOJ+ULqmPaSPNeWl9me7sq4Hk1L1bLucWEStSVeyw/WSzRPZ5bVy568LnKOI7cvsRCfen80FvN7/4wbC7HPcFgxqiuuxKr1io0+ijs6ElbEDDe94SiQueeQT/rzqfUBnvN55/zGRQ17oJc37rLG63F5/0TLRUAR/yqAng29OsvNQI1AiUCAYB5NuOF+2BMPLfk9lgAvHKglylQZ6DxbokVAEc81p5AXBb/RR35SQPgV6HnfD+0CyXeFwvoCoDvG8rVAnrlO/U72fH9BMCrQNkKgN/JgHlDJ60AuASyAuA3NKLuL2bt57cnrV0tvEagRqBGoEbgXUXAOYBRLgIvsZidjHYEZ8eenAGQAkeYbAdWXZFv96BvwuQcpZqMPxXIRSELAD1+tm/4N51cSWWq/QXl9vf3PSk/mZ40Bwd7AkXKsSugOxrKY1gTQ739PcMcGMLpyUjgsm+ICwDelroX1hFKO8HZAgo9bySKMJkAmkPJuycb5ul0YrXXjkAdKXBfvhDQueg1X//utJkAjwwXrwUI+wIKgrrKY6zGC2iOdc5+AXICiMrZGxamV7IgPddv8YUccCEsK5h00/y3PztqnkkEO5Fy2VjREx1SOwOPVf8AUXBPQVlB6oB90DMqLzhIeYBBK0UDghI7q0QFPm4EjLa2A7qRV/VWsBvlLgDo+FlrMWwODPQQsQD6TAQ2DU+3eyWPMeCSvlL9yn4AeCa4iBV2wafKCUwfkEuZ+gMCAaxwzBkfKt83AIQnAvUA1YRpxAZFqSJMq4qqEVWq8jQL9KEsBwKTA3rLkFK5emXRen4+MbjZFrU0HNOCA8aV7bRL3lxQ9RQAS53JdWpFdqipgWMJJLEPBxzywEMuabbhcGJVLcpICy8N4gDpl2p35ByNHMIBaYkPMB07857GKTDZXUbogtvPcu0a9PFeOm8XqJXxcn1s1av6prq4QDrqFu9RbtqFtzlfgf/OZV3sc12G+hfL7OwQzp8TqP4SC/zzooy4lVA8fWUwSn5hXUiML9oT7dbYJVe39utpfERfx0IE1MyRN1bj0CQMcBmK1BmQ1nFcH5F7WgsrBPWJD31DdQLyYRkf0DbyVscgIrezUztrTLrOhaalC+4l5wZCF8jrOHEPAOzhI8BiiU6O5cw/m1DRVt+C7UDmNs6dL8wsdvHiBvoXpXUsGKDeVr8rZsBQW9YXRnr3Ooi+ZaEAfcN1gP0wYzMWE4T1eDc/WIL6rtUy50z1smM2ixfXb4xZygMMc4OkK6zUL6porqkEwJRDrDkuJ51wAPC9oIBszpftyJ9cf2xdRWx3v6xXjKrO8WXuPsB8LEyJ6yfiTLZm0gWwAYDZqH9OXGY8Iu7l+stFLRr7wuX6LNpsfvc72cDLvt3LT8r1QL9lruNZDK3WJhdyLOCQttnxR/nLAiNbxHsByXXzox8rL7oWJMW9OOoW46FtX7a3+0W9C4iznUu/yK/7BbcqgLMr6s8agRqB9zoCCa7k/qNnCK2PKvfY9rOjXTDSWSDlz4Ci+C2S3617pLVZulOJrDJH7g+XhxWEqTC+73wPh/p+ZWZ7THwOVgXwigrOBbmeFymA3+vL4LUrtzhW7woAzy/wauuxqsJ20X7LxkUet2y/VYO9CFA/fPwygFtzAK8a//dzv8UAeNkHzJsCsN24PHTOpzgf517WzvX6rQKo++O39HvjemH/cI5e9/vxh9PSd1LTev29k7DXk9YI1AjUCLz3Edj4l393pe8wgqgDQThB1iHK3THKNOUyFTxDTecPEc1+Yz0M7HTOU/L9kg8UpacB0abAZN92o9jmnirPLD9RUtr2eOOiefbswJP0Y6lzB1K2Rk5H1HBS70quCCglFxin+/yLgSCSztFRzHo+Z5a/UzlxtT/nOBCU3pO6E7Uo9dqWyo7Jp2+/pR5bzXffn8v+mdy4G7Jl3rfCcqQkt3sCwHuCjoCTULUKQAp6XUm5xgTTaDRy+/O8t4AHWUWjov388Kb5Jz87UB7gsDEOC9jGwLb7TE10zk5Her88wJeJjrCeJa7APZSnKGB3BH5RkSqu6ouDo131S1gsX19vNGcvUWorL7GUxTMQVx7h0zZ6orzEVnxKWgnIoj/6ffJ0QuYUA+Ktf2ZuMBsV5HzKgjUD2QjTDgAw8A/VbaoC84EV1W7k2Y18tc7dWnKDesKLOKiOqBsP9geGtuTyJSiHh6q383SGgpSxRp/tKO5YW2+pPM6HejMBMAsAaAdq0wB8UvKqf4nx2MrcUK77q4whrpSbqnfmOO1rMcAMMOrt779n4QH7AuzIX6z4qkKXGh+hWFYPCxgDS9mc/9b5SwMOGQaXuQmU49cFFqImzj6J8sNKGhCc4Cgsc4vlcAFvAZIDrBJPWJnTanudQKHLHiMAcxIzBzBLABy5nbFSpo9j6FldrLql+jniht0311aeD8U8iwVC2QwwzfpHXlvAbcBMADHO6x4vpW0J06903XL9UPeB7iFmog5cC4MjjgGl6Rfn8TVY1nFSuQIoU0ntNMacau77bsS+tVX2ohDuQ4VkxpiM8Uw+ZI6fB8C8FxbMgOHYn0UsKLm7/Yt9dRfMhv19sXn2IoQA+LaMlrKbvkBx34XEnLvN05wW0VzLQMoWpFMH9kUFnHmMvcChLFhIqA6o9QIH6lwsnYlHQm/qkJbQnANQHLmrUdJH+3Jc3vlZ1LvEIRdTdN+/tx/UF2HDHeP8VQDMfTsBcOSNZtwlAE6L567Fsvux3COdg12/f/vNpRYjcQ3EsWHfXcqy7buu2Y4XJE0E/nMfmUhmzr2IsYDqmusae+/xaNj8yZ/0G92ayiCNwCQAjjFUxrB+dC1I7wPAuefCL/TrfsGtALjtjPpbjUCNwHscAT5TY4HemLQteo7tbt37px0ZOjfNxwLgLHcpCK4AeK3xsvYE4qoK4AqA1U8FdnZjlkrouQeMt6UA/ngA8OtdBhUAv17cPpSj3k8A3F30kF9GKgD+UMbUKvWsALhEad3vx6sE+xPeZ+3nt084drXpNQI1AjUCH3MENv7qb2+Ullc5Fneum+PjfYFQqSMBh+T0FAgFIgBKAwKHos+5Sw34pJpVnl8spAGV+/tSx4rY3QhWTqXOJZfpUHl1oQSHxz2DJCDQycn3zbFALBavBkH653WIBnTnhiRffTVoXp6cNZeCfIeHz2bgxnkeUcZpZn4oBelEauN9zebvCXJUJhI3AAAgAElEQVRagQZg00PFhXIQn59uNb/+9bg5PRcM0DM11sO9ft+A8uJaoFvwakdkC7Xny5cvpWIcNANZPVuxWvK+5gfosXLeDgWuJ9NYMfn58WbzJz+RYrao3ACoAJxDqWgl9jXUAWQSS2ymN5WDtidlKgB9Iuhpa1fAnKBE2ATfKK+uYLTUkRPFFOVafz/gHJAPmHh2Su5ZKWuP9Jr6AyXlplSKvEb7OOeFwDbR3Ov1Sx7fsAbeVm5MVKCcC+taw8YtnR9lrdozlBp0txeqYPoPOLitBM1YNufDKgrjoZTbtOGzz/pqF6AwFMcAW2ykUZ1iBU08AF19xRxAZCtYKUB9ThEWQKEBKSR4BtADhhtgCThauWx72MgbaytewSFDINkTjwTtN9TnffUfdQSAAYACTmI3LsAvW+Ws/1TxGo9UX0Ev1IkowIHebMQOC2lOxhjr9wTQgcKMm04MvDPXgcYxCmOUmbQNKE1OYRO6sg8QFUgYYBBFaahdrfRU/0e96LsgaYazAHL2JmewqoZiHdhOWdhW58bERORNTvksuY0jzrsaE7TFVrqqP3UgLgEGGU+xqMMA27mk1S87GjNFCRu1Ip4B3229btvhAIrUN9XAl4DmQn2xSZ+BRvqANlKWoTPjFRAaMNQR4UIuANyQHshX+mK7qDmT74UNPaC5xBgICaBWWSwecJ1Lu7CJZ6NaqLlzI1/1jq5R2C/xR+FNIQFbiU2UiUMBCxdycoA2AZtR4nYVuLPcwAWwYh9txW2xwA7QHSpc6rmr6+OOzXIp1ypc/W717vz3/PJ3wlzaYvtrK8BDec+YYcMSmvszG/1MrKiDbaMXAPWMDQA4gS6vJcx2XAvo5fe01I6E5gHlDaHp0nJtM06wsE4FsPta8Y1hLpDN/h0Fe2szTXksjWFhxU7z+691j6YvBNkjJy/XBws24vPCn08F5M/6uIyBzO1shb36EhUyx0/1+Xb0/Kb5ox+EPb+q7G0pSCgn6MYl4hQFLFQEr/sFtwLg7Nr6s0agRuADiACpJSZTf/K/UlueH+JeeVfZ9woATtvoThFdBfDsfr9MwLQMQBbA9pCe8f6QVwXwSkNxWfyzkEUAOPt/3c/RlSr7rneqCuC2B960Avj1+rYC4NeL24dy1PsJgO+L3vwXuLLPqx+xjwz9sg/QRxY3t3sFUPfHrwLgHL9PO/7WG70f/tH1+vvw+7C2oEagRqBG4CkisPEXfz22BTT5YJ9/dmjwBNzdEUAA7rEBSGff0/UddSoYh1r4QPbNk+GtcuyeGlRi+ev0p9o2N6SU1X+///2ZIdqOIFJfKt1twZHhcGSFaq83mIEk4AtKVABjwIumOTs/0cS8oPKGAHSwIp2jrzy+TObL/nl4pQl9ABowTRBIkHNXIHhPMJr0j0Opf//Tz0+UM3PPwG56NZEK+bkB8ER21hMBXcAcFrBTweA95SQ+EAR2eVYbBnxkA66MBW6FjWxL/fzZRvOTH8uOGTgIlhSIAJIBOlBQo3TcFXgFjvGPXMgDWSDTDuJygT2vAEaQ79jv2TMpZvUXuVuvBT5QNQNCrczUBMnwHGBHbmCAkibZBMe3pHY9OKB/sMS+bK6KDXZf7dCvmogDmgmkqn8D4kVOZfoXC17RGL1GXlH1s1Rx7j8pstnPdtTaJQCsVNLEqyhQB4Oec9ICGdmwd96VDThxZn/yRVOGYaSOBTpjAey8r4IxLDRgojCgTigziQH7hZWtrJxVZk/QjIdlFN0xeVgmEAVGRiojFh8oP7PK5TyUF8ATJXGrQLmUEhfgD3B3nl7Voaf3rWylpjrHBflnUSIDClVvlNC0cW9XdtCqOxDTD+4FAKPI3VCsmCQglzALHIijYR3jTeMljkHdSS7ssJRmK5zOEDwU14Jc6NedN5h8zQBJxQs1tI4fyWrcOVvLtilyta/rL7fIyRsAmIUHs/OoMy51HQPzZ/WnCSwYYAxqLITKlFzWWHBz3QIWGTuUF4CU85XB6vFq0EzOVdUpcuGGChgozQa3ov0J9FnskQDYCmZDYV1fnLssGOA4gL8XKGggooiHCHs8oR6G6Po49uTaJNdrq/wNK/nIA8xCh8g9nFbbAczZwmIby2yfvFUDe3FJXB8JgLtf1IDAzjVb1L5c45yTfqKOcT2w+EL3QY/ZVmlMWxlTXWXwrPM8/rjeArR7gUCxkWa8Mx6JffY/7etC3QS0sfgi7KfZAPoGwnQdAJX/cgwTh2Lfzb42afDtgXuYYneHdMa4bMde3Iy7YBiA2tpdYrFNX9yd0GT5Bhuv3g+AqTv9ddOMzjYFgPV7nqcDwmOBSNybcSq4swGH9cZVWZhDPH2uAhSw1r++GTY//vGhP48S/M4D4Gz+feC8e74KgB/+Al+/gN4dnvWvGoGPOQLc8nkOudQiQu65cR9t8/22HyuLYVd8HsWDUrqS5OeGf3YmvZcu3FkGINcEwNmXr97nopLVAvrhfp5dCxUAlyej++8O8+OrKoDfzl20AuC3E+d3dZYKgJ8WwNXn/0X383c14t+z834SC7veXczr9ffuYl/PXCNQI1Aj8D5HYON//RdnYiiRuxaL3iABobTDmvlacAoQ4zy0/IdaV7uIKQoKBsgaSTG7tX1rC1h+NhuATQ7YVR7eiUCkQJJmagb7yvkrQIslMDlgWfUPqATUUeZEyuLzszP93beqk3y2E6ksURzGg7pg7c6gORR83doWkBwqT+SFQKHg85nUwNdS9Yr1NkfPAK1bzd8rf+T332IVrEl/ASGAFapQJpWGsgIlV/Hmpv6mzeQGFkgEgs2sSPUyX7RRPAPDgbibAmS7Aj4bN6Pm8+fbzZ/9I+0vOILVL18WidlUCt5QVgLQyNMZ8GVfoNbl6X1UrLtSp4ZCcEPKVNqJfTE2zKFy3Ad0w1qwIbZKmHor57DKBBrCj4FRWEJfSXFBXK+uprKhliW2+kxiYKmggZ06h2Cvy1H9OJYYA7sC1KocwdseQESgD6hCtCfjyLlKZWjPheLgGFj9h1U0CwfCcvngMEAM4IrzsKWqA5X2VPC4R65m9TVljaUMt9Wt4BZqW9pGWw3ax1hvo6beb3qoGEmBysSizgdABgAxflApM1YHgz3DZ8qwstjAXUBbcD4nHKcqF8UrIBQgSpZZzrtbGCr7M3FJe6mHYaLyLge0DHW37aKLzzIMEeCHnBTbclv7Yt+sMFxqcUEofwNWGxAbAIdNNHVye4ki417jk+sKYObcqPRTUQzTXoAkCuhGqmerKxUTrqMAj9E/AHLU+FwmvJcLMegHlKrYBue8qYEq7N/5bvmduipm5L1VfKgzsJFFEbTXIFbXCPsl/E2IG30cOXGpC/eRnLQlduR29oKOAtTzZsjxYbl99wuoFaX0gc7H9bojhTMsj3ijZkXtuldUzwlTbdOua6YLJFkYEIMwyp+BYnJXYxNcFMbQyMhjLLCrclEPT6XytwK7qFwDjEZxaUMNZCWutknnutdpLsi5S95ZFKcetwGA829qAnDvtrlVjsYJ8riZtbUKBvZyDq4tNu6FaWue8XTdSr9SLzaAN9d3F1LaRrkohp0jWPtRP/dHZ4EBNy0fV2JAeUDhUDhrEUw5cbfs/H2m2mY8d2frO5WdtbtTfsaXn7/57VD3d3K1YxOe1wrK/bBIx/XA9wGPn7DVzqFE3zDuqA920LnYwOUr1z19fXywpTQDOClEpboKMCDG3LDshvnB319Z2b3uF9xFCuBS7rIvePPX18oNWXHHZedfsZi6W41AjcAHGYEEfHEH5ZmCxX3xrKLPlAUKpVlKlNLm1gUinx3vP/CV++sTxUxPf0tKvl8zPF+/THewqLCnvn8uBeRLWrkIPM4fthhQLhgAK/bbp5UDOIPSjj1S3qyzrfr5v7j/lgGix2vn77Zn2XW2Tus//GOXAegPv4UfdgsWA+R12tW95pbdP5ddn+sev047Hjr2oXq1bXrqz8enat2q5b6t55lV6/Pe7bfu9+f3rkFvt0If+/XzdqNZz1YjUCNQI/DxRGDjn//tWPP+od7rya7XuRI1a2DLTn03mwzJ0RrqRUNgT+gHgAAAM1GOTSwT6wCuDYFU4InFX7c7tikenwP3pFg8kCqzFxbIVucZvkTu25GsebHkPR8O9bdyxeqLL/a2VwJfQ3LxOuYUvKfcuLJHHgA8sRDGjnhbyuFGNs4jGQQL5B7Jbll2tH//u5GUZLvNi5ORFGFxngTAWA9PpZhlwoptRzC2L0AZ+V6BCTqjofTEFs7XUo4dP3smGBHw4/Tld40Eqs2f/zfPmv2+FMciaRuCrLc3yj+JNbJg6b7soDNmVuIpB++NoBBgFngBqCZnsdWY5LkVKAUaoVLFdhdF9ZbAmXDcTME2lrr4FqgsKAZEpc8ODvaaE+W2vVL+YHIcY50MuJvqPKcvlacUpa8qvamfqAIvAPJuJzA2bJXFsaysRhgMfATenZ1OQrMnuBZ2w4DOUAoCLacXEyuJB1Kiws3DjbUFwLb4dQxDFgyEZNyQbxnQS/5U9mHcJNCi7PFYsFaDqz8QpBawJiaoqa1ipFuAbahM1CcAM2yqXW+9hwIZMAjk4XWOYRLEVsaC5VYCq98BnKhSXS57M9YFqc28bCPLWCtQSf1G7LDw9qSm1aW0kxO6yTOATZOvtBDBo9WJjANeAeKAo1nHUPpGHmhAK9AfJfkWNtmGk9hFo2YGtJMXmoICLKLwlTC6QKoAwIj1vbBA+8j92+MuNoFcxZIxBSjlukpACyy/EOwE/hpWk09YVuVWoup4YsbvwHUDeKTpGhtW7mr/zL3MWRhPuAIwTmgj/wzPUXNr3BjKlTy6CY8TAHdz+7rGqF89JlEBc2zcJ8LumPoQq7Bqdj3sqx0QNhSk7tGZkpu/uP5sX83CDOLbAcAsiGD/nhYEEBtiGbFo7cNn9DxLfwAAByQNy23OCaiHk6OiD+vvuJt1IbjHnBcXtDmjHYsOAI6/51RRhpUxFvPLZILoBMA5ErrW0eyLAt95clVXR6yMyfgj7ovJb7uqYFuZl0ITlOZ1SV3S6jn6MtqaiuLWVrvE4BUAzEFN8/Ofn6k9+xrIYR2PzTeW0rEYiL7hfhr3HK55FPjb3MToa70wswUvCzAidzDpAVi1tN0caTHSF1+210IKxXLqIWH4Y79AVQCco63+rBGoEfj4I3AXALMQcqLnNy9i5FZe5nlfBUzLJqYjcvPHva0J01UBcLptdJ+Fot5R/wqAV+vnRddJBcCPB8C58NTX34or2SoAfj/v1BUAv5/9krWqAPh1+6cC4O5zwutG8aM/rgLgtbr4sfMXa52sHlwjUCNQI1Aj8MFEYOOv/u3klglz1KNHxwfNHtJezYYDD4BlYwFg4MWuoCKKytwC3gaYAdahICUHKoBjdH6p33sCkzve5+RF5MI8fr5jcMUGbEAZSh5H8uOifLQ+y5a0KACx1FVe1WLbivXqeDxuLqdSB+9fya5Yk/dALVxii1XxyYtpIyFt05e660KA5rtvpoJfuwKZAGBBAsHUwWA/1GMCSUBaVKxMMjjfrJr38uW5QGHfANl5dgV2sWrGRpk8r7FtNt9/d9ps6xx/+tPd5sc/OjBc2NgEKqNMRjGrnL7H5PwMYM5EEcCUn/phCHX8DDVyKNj4B9QE9Pk7u6BjX4pq4K3hslSmttzVeyhPAUsjNXZLcOn42UEzOpU6Vr8fkNOWvLHa70zqXzM7wKKUruS7BSzDyEZSEmM/fCslLXByS/bZR8d7VthSF4lYm9OToeEb267gORbWmas1lB7k4JXitLfnOmPfDUCz+lbxM6hLSKMOYJIsFwek3TITFEB56g7Q86aDiB85V7GSZYztCJ4CPm3ZrHMBwg2snBMYFXKxoPa4DCoLPLTdLweoTI6nPShUOBbISr8a2hblMLuSLzTAEop3j1YrzllAcCvICTBkwQS5gXmfeqPwduz8wBpBC9AJLMXm+cLAGaBq9S1dVGJL/xqUQaF0PFAd1ScxDmgKvAx1KOcIJWxYCpuxl2uxOLYrFox182L/sxWzwSfXCorVmJwFSGb/ur4aa/RX5EyNvivd4T6gHGco5nXiZLV6THayP8AXdXIeE9bsKFFDxc19xmpkx7xYOBdV6X0KIMYP4zvsnyM3NepVxiBhRml9ixqWvMb6GYrgsBBGqc4CEkA2daCdLDqI9sYiD4PqorqmUViC0zasxK0IVvsSlnMcfLGkG/b1ByBP1bAXJRQFsM+gAxlvGR+O5/1YLBCYkThETuUYCL6+Ca1BdgBr9o28w9EZ3fm8tKTu7mOwixU0az7ch53V1AUSJ6yN3o2NciknrpfYupMbAFz+tpqW+2fZZ/Y1XoexlMQqdi8AiInLBKldpTCvL5rYom7ffnPRvPxObdfnwo7G06XjEwsdgMAMMVTA1IP7Og4Nrq9injmur5C2c4TrG3VxLFjMQd5z3e+++mpHi35ikYr7ib4oFyULKVpQ38bp0b+t+gXWQWv7anaed6UAnpGbe+rUCUL9gvnoEVEPqBH4iCLQAuCZ/bMWfXKv7jpIfGgA2M9i2sIL577t1c9j9poHwjdLLKhXv3+Wh65HjpyqAH5kwN6z3VcfH+1zZRcAr9qcjw8A5xNq+zy7aixebz/O9+bPVQHw6/XG2zrqaQDwY2r/8PN5fFl/aFt2/Kp1eezn01y94pGhbJ3vrG9rxdeqzXzD+33kzVs/Wqt+f17/TB9lCY95fvgoA1AbVSNQI1AjUCNwbwQEgC+UA1h2vJr4Pzw60uQ4M+GhvsO6GVXqdbGE7kttCodgIn0oxe7oTABGE8VAvf2DXQFL7J0vBUCx6G2aL77CX3fTKlQscZ9/sacJ+viSBMzBcjcUr03z7LPw4g0IGApkVMfFodjgBUvoFy9Q/6KUDJvcASrZAtVOpPSdjHuCw5vN1998rzrKmvlKuYwFssNi96o5Ojo0kOKDMQGLQZnaDOwZnk99HqAkwJiflO/Nylv8aHeaF9+NlHJY9sX9y+afSgU8nQgIb8oyd2PQXF8GGMPCGdtgKxr1D1AOtLFVr4KGdXPaJQMviDegrNAIKXKlEAYYC3DE8zEABjB/YXgJVNw/6Bu0np9Iqa0+G+wHxAIqnp2gOMZGWlBm81Ll6X2paqkbSo1LTdRdjASYrynvVopkrKMDUDKZNx5pYQB2fsAwwU4A8iwWoFf1XdgEB8Afy5IZsGY7ZGyPRcxsVaxBg0U3W+SJDaAFUAQIkmOX46wkL0ARxR622Hynpq8CuEbOXtYopC00lteMrQ2tBMCKGu2o89Gq72IMR35aJvQA1dT/Ukpp1cpkkC9wxBZ76MyrGtCMPgtVLbEAJPb6GmsAQl0TbAA76otyGOgM4HV+WHQfzjMceYM5D0Aq7IKlatcQMuxHHWvFLPa7PqPb4vgBoUveVWJLOb4etA99YiUk9syyP7c9sMqMvMOoTFmQIaWsFjUw1inHuVKZjHRuVizLubZlmW4IHkp1g1WvV8g8y+09owuAwwr+1urzgIwxZIlVXEsB41KtmupuAC1xmqljgb+2lI/FAQE+YxFAQE9AYZlMpuqMW1tuK79tgcqQyDw/ADqPJ/bYqWeO51AwY00Z3zK5jjguuGrck4gVW5SDbbbGkyFswNiuvXWokrMtpW7F8jkVzjNAXwDjlRcUtMAXZXQR/fo+mOfPqAfIDdWzYTr/OZ9t4NAsK+OXAJkdGH/58J+Wz/llk7rzflwXOZEdsDnrTh0S+Gbe4JziMizWDd5wtQNKuxbQoW5u++aOvTTxnyl/705A0BO//M+nukYlY2c/FiOoH32NlxkCO1R4cQOLA7iP6T5X6m7FtBX8AatpX/wIGM5nAABYdz7lXN9ovvhCic897tRefpYPnLUA8Ot8aa0AuL3Z1N9qBGoEPpAIFOjBQj3SUPAZr3vyIseHbNS8BfSixr4rBfCnDIC7WRvmAfgiReligLgMQNzT8x1o/qlPYD6m/emoE8+3j4v72wXAbx6UvjqKKgD+QD5APuhqVgCc3bcmAL4zCioA/qAvijdZ+df5Lv0mz/+Bl/XY54APvLm1+jUCNQI1AjUCK0ZAFtCXt3vK/boDyPGqfWw/pTrT5PpYkOrCkA6VLBPpt8r12mv6Uta9fCmLzmbgnKFCIcqNK8AmW2ag5On3gEGBWtlsbktxyAT7rqyfe7JKBjQ5p+cVwC9AFOpbK7Gw6NQE/VgA9vZG6iwBtcuJlKZSJwNLz5S3dzySzaxeDwCg+ggAM1kPzBxKrWyAurnf/Orr75sbQ4Y9K11RtpEj+PjZoS1EnbOU9mq2wyAI21sRJ1Sto9G5FbpYL2P7DKwEUF1cjot6b6c5fSGJrHIc9/TeD38osLo3Ur5aqVQBgIJt2ACT7xbbYCvrBHOAGMA4wDcKxeNjAWCL06gPICPAHn3g/KfAO4NjwFULmYDQ5Ordk0J6f3/XSuDh+YUAbV921GGDyrnOzyT/tRKS3MXk/Q215I1jX0CmQDwKZ9pP/9g+GoCEYlF9CKikLVhkDwYA4Mjt1gJS2URjX6yDgKi0E3iJcjPiSr/vug22nMV6WZbPxAbYQv/TZsBcqGKhNRQfqum0oqUcytyRHewMlBk8ku+TvMqAUwBwKECBrYBx4meIrgYD8CgDYz4DUdebsYjKGqUtOUNRCgPNA0Zjc45SfVuNQZHO+EU5i3LU0FIFAMEBhqiet22ny1jDBhFFLLbPgDXsl0NtiLsusfJ1pXKpq9tuEFVAH3mYcw5D5aFmRYHKVyPqw/FsqJB7gsC8QRnASxYa0A4WF6BQ5Rptlawx+UKe5KmsGoVaff5tLajAqtjLDO6ZO5oB1HJj4XrCutuq53Luqa5V2m77ZAWKclDVs1mBq/bSPkB8noM6J0iNcRv9kErozGXsqKqMyK2d8XQXxqZzsejEauoCAxnr2FdzLsYIY8C23tSxWMxTboLKBMmxuCDiRB8aXmpSMgBwnNB9ZdgY5fM3MZktKnG/YjvcXrcouHnfCnWVZ8WqrqcAmSwYmHV4dHRpM+dJoDs/ATtT1qoMxkierwtcuwCYemb9WXzRVV7PA2ArxQ1Pde1xTyjtDije5rc28PfnRrTV3TE3hubr/eoXE8VOx43ONptf/uqlYqN86WUhArbkfCalot7gGb2xTxaxcUqBMhT4Qd1xDWDjvooKmHHDZ4BWNPn+2dc97Yc/1uKTcmBZa+AynYe7NOK+L1HLpjA7Pdmp1au/pgvAnXe6X3oXKYDLAe094v7TrGoBuTBZ55Iv4PUL5oPdW9+sEfiII3BX/TviWZHFlr4txx3QC+D8eXD3A2H5fambKqG9m4ZTkEsu5T4c3nb/+/fjueyhbdG7q97/X18B/BDAu7to6sH6r77rLN1Dt7y3CoDvUUvXz5eHx/fjr6tF18H912fXQeb+I1d90uHoZVfNOrfK171SX/ecD7X7zbWzKoBft3/eznGfLgB+M59PbS/dD5A/9vv/I9fpvJ1B/T6dpQLgtXrjY79+1gpOPbhGoEagRuATjsDGv/5/b28lcrXSNifvmWzf1MTzWMqqiwvZLjOBLpCI7+ahgOtAoBAyMBliYcokj/bfRhEYuSjHyoELDDo7PZMN9IF2FXyUenFPx4VlrcCc5uEvL8lxirUuoEEvWHkMsG1k30wuYOWAFNW5ub0wTN7QpD1wdUNgZ9tSQwG2HWDeZjOUAnYkOCwkI2DZa+Re3FwL4l1fC9ApVy5wBlVoqkBfvDgtUAVIIFggUAe8CwANAI6Zk2fHAOBQjU6VDxjoyuTWqc7X3AowCZp99ZnUvAc3ygks4Kt/zNljhburuPKAF3auQEYmyMIO2Argo4MA4kBeqRNRoBpKAjjUPOdh1WkSnAGtAH/O0ywLUxTZbIAt5sUGA6nZCtwC9lr5abtrJuXI+0s49boA8FgKbgDQjupBXa3q07FAQKtYRXOsxr4leTBAlf7NfFSRI9mqTy0Q4Je+oB6wdTScON9qV81IzLFWxd4b5Td20j0tCLhWnYCvvEb/RM5gbF5ZJJAEjHqHJbhBvMYZVsyeV/R3kNhvIrVyQNQWrqGuvRaYdY5UgB/HqV+tTE240wHAxCuUntpX9TPrVn+gqmVuak+wk7MpbBovcf4E9wBXAGG73TTn56OZmhcFMwAwKRXAeYI/N2wRlaKVnZETmb/DajjaRp3v2AkXUOy8uuRHdg7kKPuyWDXHcahaA4TnFw2DuzK2J2NstsMKm3Ua2HCzcX6LQ0sNiBdjhXFIeWwcQz7vwuBCoa/yWgAcNs8A4DjeBsE+1oCdsg1NsVIGhMc9JQBmjFcrpkud5jOh5TzwDABztNqLConyUsFDGdQj4GyouVkkgAKYRQiFebtevgZ4H9Bcrtm8J9Iu+tA5fFG3GyhGbyd0Zex0LZQZR2wBtVnUEep6clfHdVoslQGsxTo7x333wT3WQcRYSPgaMaKMMhHeAcDshxLa+XiTyvqeEgtZsr5dAOzxQr/7WomG8XuqSvwaZZQ6u90PWEpHZFoQ3ILnaEfbvjJZpgtMd4Dmt7+5bk5OJro/yKmAeKI298EJ3tsZbd8ny0DIVz2+tXfaraNG435L39HzLGbZMABWf+jfZ1/0tIgm6lnOEPVbEQDfD7xpSW6vThR2LRorAJ4Fqv5SI1Aj8EFF4C4APtGCw1s/L/JJHp99s/VZFQA/2LOvTtS1E+x8Rtzl1KtT3cdYQKfyl595XNYr/35SBfAMALcALVNJfFCXxVus7IcAgNvnnfZZbxai7gP8WnGrAHit8NWDXysCFQDfF7bVP5+WBf1jB1gVAC8ZARUAL7tEHvlcuVZx9eAagRqBGoEagY8kAhv/8u8ubgFcA/KTWq0HQAsANJEadjodgyqsZETNe3AIvEN1td2cSOl7ZUUfik9yP8o6GdtVwZHLiw1B0sid22zq9R4WugG4gIu8PxkXxaNy597cjg32dkVNb6+3mpZ2Q5QAACAASURBVG8EgIGP286tK5WwHEEPjvebCwEu9F+I5YA0e7thByqRcHN+So7SfvPrr8fNUOXfbGHjKms6Wd1ub+9Zicqx5KpFtekMX5pZwZbXlsqXvIZSVpajyAn9HFtymek41LG0YSqFsvOE3mC/K5WwrJq/er7VPH+ONa3eF8yl3UDv3Jz7VyAicn4G9MKOGnAHRLB6Foqm+hAHtpcvT6VwPijwGPi2J9BJ3l1gFEraPcUfqBqx2N1V+zR5Q/1R3G5LLQsIhogAbFFPX9siONTQu+rzzMfqeqEsxnpX8bBSUXDQWFIx3FU5QJHrm0u1H6trziXYbvtl2V3vS7GndpBb2MBV3c448FSgOissogXiL8L2ev8wlJgB5pjsEjQmZ6vizIQXsDzy3wLrAGV6p1gUW5io1wBsvGY7XiuamWBQv6GuJEeuxiw5Qw1K1bb9Qc+5qrEzDjvt6J0r1OCqQ1iSA8I0VmUjDiBkHxS/2wnODOM4f+S3DYUk/wKsmWEbjEeeYUNH/Q2IpDx+5xwJpWgfdTMs9bUT5UTOXKy7w5qZcQLXBFg653WBp9eGiQHjdsgpqxNgYU4Zsagh8gSn22+ALY5AlR624/y9rbhsa6EASsnMKWw4DwgtUC0AesBg+pTxnQCYhQqoj+lH+iTgbwsbo92heAZYc23ZKlL/rMZXg6KuWJyjSGchAkrs6CPcmS+9WKAsqsDyWqdjjLNowesFHDf2aWGz807rnLydIJFFHpSDEn2nvJfXaQK9sMnG/ry9huljW3kXJXAuQkigShkJgNMaO8st/DQgMwAf5Xr2u72uy1hUf4aNcZt/2KAcK2hbGMeX61xUkhPt9H8qgPN9x9ULNTgpavewR+baoD5cY13Yy71gPmdvQmBXrwDgVCp3v7y2oDzaEddtgdPEOAF2IZ753hauDx41iofq+ItfTOU8oYUpul/fVSfj1tC2P8vj+KhaWbyg37mvUX60P8YX7XbGcAC+ymF/xtuhLPOPde/e1eeInSw8IRmx6pab/Zg/w4g8+rKERpWI+wrbfdORbQziM2zh9j4pgLOSC76If+wTNIs7qb5TI/CpR4DP+7iP8ew1kjPJ1qbSlvAMxANK5z74eFD1fiiA/ZBxzzZLkb5AQZx392UK4FQodz8ryyeKn8PiM6a70MuvrDzwPkwA3DbvjX2+LEqxsHIk388dl8VnudK+jLYFCzTWUQDfed5x+e01/eaj+cDzlE/25lS5UfeHzvfmzlUVwG9+pLzJEisALtEs37/LJ9YbC/Gy+9sbO9E7KqgC4CWBrwB4rZH5sV8/awWnHlwjUCNQI/AJR2Djr//D+e3wXJP1eoB79lw5UiFMBS5NlNN1LErLZPXhoayTBWQAgduaVQDenryQra8m1MlD2pc98JVyj6LI2hckFo5o5KQcajvln8UqFmAEFLzRl/HTF1dWDHqiSAB4e+fSZQAxsBQGMPMTeDu9GAkAbzYHAqa3emI6kf0yaktUpPBloYMASpdbzhH8i1+dNecAVSmKB4J+NwJW2zt9qVR7UqgKal9EPlpg1h62vQLb5NWdCHbzQHZ8fKSfWDXrNcE01HTYkPZVFiAbACyWGxM0t0NZPx80R7K//rOfDQTSGymfFRcRPJSvtNt5PlWec/cWhSfwxUpWgwkg46VzyWKdy3GAhZOTs5mVLvXqiYKPpbBFoet4ytr5QgpXcmBSDqo3wDbHA4DZB6ga+XzJHQspBoheCnCigATch1Wv1XYFSAGNYF8AQJRzEuMF6MAaXOyOuAwVRxTQkTcW2BdqZENsbftSigfoCqAKsBpJdRwAWMcIzpOb2PsDSFVP7Kz5Wm3gZTAYVspsYdkr+2oUfQL1HNfv9wJM66hQoAJcAcCCquozAChAMdTXyoE8EBhSZVC0h5Uw5wVi0i7FjBzMUqUDihirjC/gMO3dVo5h2wejDlW9G3KJqu0AqFD3YvVcALDeviAvqaCy7X4LFKI+YXNexh5wXhvXkPO4osS1SjPgJorpqZTnnJcFGNhl76IsV6yAoakG7ebbA87RVsaDLa9VR4A3YDQnQVCCmgmSFxt1iWC2rb8BwMB/VRl7dmyTsen2BKT+YwEFdaNtxB8gnMpj582VstLgbw6e8RBKjK/UFkA4fZ2LFqy4BXiqortyAuBvlOcBgOPaiIElW3lddLYIj6u3jAvZXKP0VhneF1itSsa4zH2zkNJm2qTz0GZ1o/vbub0ZSVjBm+zqelXfBXBuQSYlYUMezgcxVgMyhiVxqnrvTLwxLlSXhMK5cIBj+T2Vw90JM/rci2c89uM8aYcdzQxlbEmZbDCcADj2z+unKGg7ADgV5908waHajwUKLt+rHDpgtYSyCzxjDMUih2x3TlhZie+6R+xyEjt/Rt+glLVnf3Ol+n0nx4gX32kBjcbS9hb5paP9bovGYncL9TEXCtdZOT99o0UwjEnfOwpMJzYJt2knAJjN90zdtp5/tiunCr2ue5IBsO5rqSBf9AVqGQDemCfipfLZx08FgBMaJJdYdQJ4oQV0Br0C4Dvjr/5RI1AjEACYe85oeNno8UT3bOz628jkvXYdADz/ORKlzxDr3c+FOSDbhaf5OXTnc2SZh/4cAM4UENdzC5nmx8KbBMB3P/fcipWH3roAOE+UVtBvRwHcGT9vaoa8AuAHx8yi67MC4EVhqwB45ZvQR7xjBcD5xUY/Z5/7q38+LRsaHzvAelMfb8vi+MG+XwHwWl33sV8/awWnHlwjUCNQI/AJR2Djb/6/6S12zfv7AmDKcbuLCgyAUJR5ngzXxgQ6cBg4MtVkPNB4eC5Fn3ZGOQwM8pS+7JpRd24LmA7PyIF6ZatiIMuWABOwhhN8/52Ap4Ak8IPJ9v0DKSQFV3d2mFQqhq+prmKyXzMZwGPso7/5doxZro/ZAhJhH31zIfVqr/ntb2+bU4mHz8bjZnDYb66wTNaMFPXjfKFQJbdv2CVvq/Jn56EIJlcsgOroaF8WwAHSzs9GVnMCZo+A4FLeWtmpyS6A3ebWsLk4F7AVpP7zP38mUN6o3VJ/kl8T9bAh0VVz9GxfQAKbZ+xvjTkD4vCbfgKEbwQsgFc9FGxq89nZMOAicAwYpKdFIOUu1rXwyAJl0yqVJ3ArDfWf1ZYqA8g8Ua5XOXlHHAQ8ydXMc5VBY3nAiomdgFjEGMANQKHd2A/jAB71hZhtGACjEGZcWPWmExM7YAygVhzGWwIJOCjvAR+HwyG6YH9jgLsBa/qC0YdHba5aFmwbBBMn/R55mEMZOxyOHC8A4f5B36pZ6gs4BABnjlgAkmGYCruUutfVtD9hAFfm/iIPq2Is+IXS9+oC2Kq2qP47uyH3Jb8w72kFhGNAnBjzAESUwZTnnNG2cY5vQRP1k0EmY8B5nTNnauTa5Xy2TkeRST+oPsQnFggIYAHPZyCZ9yL+u1g6Y5lu1TNwNkCbVboG0Am0d21TnWUAgd0fMWjiH5eegXMA4C2NbR4YQxkcALurUEFtGxOgUdeAfpQX1saZK7d7P8WCm3HBtZXH7MlznpFkO3NycJOrmEUNBfiiJo7YsNgkSsNCGhCfoNE5nIl2meG8ZmAUhSpKanL/drcAtfEvcuqiqBV4tPo4bJ0jD3hAz1v9HfbeEV9b4KutBvQonDvfcWOhwl0ImmcPUBtjH4v3bY3jgL5RO363VXvJlTjLgRxnne2Dcj2/LHa/NFIOIDcAbizmiPrGOVB455bgF/cE2kt/JbA1LNWOqMizab6XlPISQne5Zr6WC1C6XzZm4526aMfuIoVsN0NnYwvbUN2jdN395u9HUv+qb3TOLQCwAl1GqmMU546cv8QyIXjC6lhgEbGeKYS1v69NL0IIdXgENRgvltBffL7XPP9SubC3sNJnXGkc3Bk99/8xg+Xl2s52zZIKzx123+T5gyC4c/wM6KYqrChaZsrnsshidshMovbmJmPui0L9grnCQKm71Ah8xBEgrclYz5ikX/GzQGmrPwPK7YfPt/jszs/hXCB093O6DVMuHGpzsc/ur3wKzG5ri9V2y/L7rtIl8wrdVY7p7tNGY9GRi0BStIvnkPgsbb8zlDfK59ji9ke8FsV3tZYsAsjzn2WLAWKcv+vmsbRe3VzAyyyC78kbfCc+935otTFbNz6rRfHp9loU15UXfi2p2rrxub8e3fi3i/y6VZlv16JqLqtffj9afPyyJ72Hr6+HlcCcddnxTzc2fJ2V7xVPe5Za+sK7+5r336eP7LrfD5Z9vqxX/rLr++nj827P8N4Pn3cbHs/J1O3pIvCpX39PF9laco1AjUCNwLuNwMa/+fmVLKCvZDW8J+XVVIooTbqLEPDFPyadybMYX+CBhaj8zmUlfG4AqIl4lJG2dtIP7EZlA20ArBfOz6eyjO5LSdlTKUgNmZhnBmhbioFrg0kUnI2OefZ8X2WEHXCo/JL+FkgGdFGFAK/nQ6lJleR3/6DXbKm+e7KkBqycDzean//8vNnsDQSBh7YVJVcw50QVaxBqm9qmOToWbfa22bx8cTYDBgCCQ1lN9wTEnPdX0JhjUhk4UJxCQRn5MJtNxWG821yMxs1PfrTd/MN/2BMYJ3Fv2K9aKSBF6rPnB7ZdRiERkK1VGBNjcl5mHLGmLeI3K24Rweb3OIoDToaNcKhjXZ+cXCsQGLtYzg8IHqMsFmQhfnuC8cDZVqFA50Y+0QDAhF4qPPLDQm2tPt3QAgEpaf1+2OJiuQwE3nFuTYaJYLPVd8DNmKDLyb6J7AENAlETC6yPxhOrcLVswEpv6kju5KMj1VH9XBiri001yaz9KhdgfyFASRz39wcGogBZ4BljMqAmYDWgscspxI3x6xUOjGU1+fJqagCMGhpb78sL8u0ypsr4R30o0I1anYUPAJsbK8tRRqtwz2MChwtQs/VsQGODPQ/jgLJsqF8BnZdqM3UCXrMogLiForRA2BkARoWKEldjUO0FphYhseNE7NIaN1TgYR/ur2X6P67t7EfeB6q5xrSrqFaBrajvt7ZpDDCd9gL6Aeg5+RjW065fyY/K4oAApmH/bDWv8+vGl0IrN9XvWJPbgld/o4zHQpk9DOwdP4FtxZy4cM+JvNdSyysuO0XNy/UyId+0NhYd0GdhWR+LDHiPxSReLKEFCLyXwLdV6rYAGMU9+1NX57UFNgugbpW2Me/I4gTqixOB9wMSM54AlHFqn4Pr0ApugKX2AyR3N8e6Y9XN+egLQ9ECiNMuG6vnWf7rMm7c73IWyHZ0yw64HH1JXKKvo88YcW1ZcQ/3teE+LXmnC+TlWuBYK5WLdXeeh3N0Y+ihVb738x4AmBe8eKFcqGkBOgPhBTZHDuE4PtYOAOC3mu+VLuDr3+v+SI51BzbKys+erAsLAZzjOW8wFOHrgj5n0U5YvucY3LHdddQickDHeyzeueEmalA6bH70kwNZxMd9PT/z7nTiPX88BIBXnYB90wD4FYXxE39Brl8Ql42S+n6NwEccAd3Dh0M5u1zxLMxCMJ5F47PmTQHg+LxJkNh+7sbnb7vAqbtf/F4WUHU+jnNB4qo98opFcylr1XLeBACOusZ3otnnSoLRRQC0NHDd+/OqCu6PGQDnM/mqY+Zt7lcB8MMAqgLgZYDubY7WT+9c714hvCzm6wK0ZeNrvfLX/fxa1vr3/f0KgJf00BN/v33fx8dT1+9Tv/6eOr61/BqBGoEagXcVgY1//rcXtwCM58/7nshBTQuI2cOqlUl1nu+APIY7N7IlvhFoHQmCXTWD/X1RA5SMW1LWjv1zWwpeADDg5vvvTpvPPj/2TH8AKZRyWPBCLaT6EiQDtg0OsH8FYmBnrLytmpe/EpjjoMNDkQ9tKBixYgZQkap3qnyytoxVnfrKy3t4vCP4O2lOznW8DpyqkLPzU50adfO+8z2SsxcozabmGfptCGCPRhPDnemUnyrrcGDIiip4LNvirS3ZSAscAHABeAC/yF0r5aTUjL3d/ebFH140RwcbzX//PzxrpHdspoKjF1KdAjA3BAwBzqgcN0w4UW/eqi6hZKUMYBpfVrHcBeKxb8z5BNwhNy5twKE7gFsAsQtBDPKFbqmviD/Wz0Ar7H8BYWNgq0B2X2UO5E8NEIkcr4DpAmIA0qoUIDAeOAUxNaFHTtwbWzArhgfkUJYCGdhlRW2ogLsKYM7J2EloPTYEBfST33nPuV8Hg1DpAUdtCS03bkBKXzbiPeXj9HiLZns8MKFoWGR1ZiiGR8qDTBspaG+3pzL1nooN2Bl2xQF5Ii+qVebGYYBrIHHkm43ygNPXAtM7grYBbjk3CxMAvFguA8fU9VInhqpSBtPOrUye4LR65YseuaUpD5jPUKU+t1YcRh5arqc92UobPEshThvoM5TKhouoQ1Fnqr3UdoqNNMppOKH+j/hhP+z3zflCyWzQqvOgDg5L66in4SSg0xbOAFb+RYBRjAak5pxxDTHmzSSlAG9z+uryL9A41LYA9tbqOBXMoVyNOvlSJ7d2AcZp5cvYASgD3zxBTBy4F5D/WfvuOJd4yeessc1+LOBgcYfVrKj0u7HUrSGVtFPBZGKKYn7X11m8R4w9RtVs4sgCD/4ey94+JvYU+wJDUcc7zzQ18jUW+ZkDRsZ44R9t5f6WUDRVu4aqOq6b/zdiQv+EVbKvLpcFrEx787Ce7ubjDXvvgJGUyTXFP6Ll/g927H++XhiXHMM/jU/AL7FI5S1tsHLZdYyDwka53AN0PG3muNbGmRN42jmuJy98ifaEU0C8njmiUbXntetgu17tubrw1/yWf/S3rqtf/vaiOdGioH653zuPs/cJ5RPXCVvauRucR9PLeNM1q4UGcU2Fip7FFWlBAPhNi3s7N6gtgOQNGr051OfUdvP5Z/1wCCiLnjrFL/w149+tx52dF31BTYXukpO8ovwtjU7le3veuK5bQFBupE/8Bbl+QVxllNR9agQ+zghcauEXz/FOj2FXjlbz9iYAcEZttrClA4Lj3tu6PfDX/P1oXgWczyfzvbFILfy6ALhlzosUgIuUv1mzOK5rp323fXm/f1oF8DsBwI+5VJ5QAZxjruuU8r593r1rALzqQrdFXTpf/4XPMwsKWNYfiwFwuussA1jLFLyrXcePGdKx72yJ9uMP7RxRFcBrhW/tgz9eALzsupl9cq8Vw2XX91qFfwAHVwC8pJOe+PvtBzBEnrSKn/r196TBrYXXCNQI1Ai8wwhs/M//+/ktuWP7/VDyoky0pa1BzpVsebFK1iYQMpKS9ObyQPkaBWdkj9uTWuuaFKWazCZX7rH2ZWJ6IBBqC2nlU0W5BlE5PxU0hlpJ7YU9br93GBNH2pyLdiesPadSizKxgyUtDz8ARSbuAZuuF2BpU1bB2om8wC9evJAKeE9K237zH//TC/0Ev+rrkwGqJv3lDXx0LOtm5qakaAToAl2xo3Zd+4ehfNP7AGBgF4pllGlXIs28t7MzCAWj4VeA36FUqIaoKrPflw2xfsrUtvmzP9tufvRHyn/8Un+pfRNotaD6kWJj5WNnRh+LZwDUnupvS1a1KaAyVsoxmT8ZR27gHUEL+mn/IGSPdBMWupcik1ZMq96boikJZyKHJbAK6IZ69DrAtuJC/G8EQg0znQdWv1vBeNM8/7z0N+cQdAcgEn/6hGP3+kURqjiPBWJtfWsr3lCn2lK5WA8DQDl2PBrJcvt4BoeN/Awgld9ZanKrjNUXPeUARgls9aXg20jHmVNrIBjsCfCgBA07cb4gk0dYkJccsNebAuKqD0CcXLrYOgMQBTwBefSjJwwToKj/sdqOlQlwIiyGAa75xVsgSYrYgZTjqLYvZE07kUKY9qCE39Z4JWfxDkSey0P1Ojs7k5K2r2OkbNZ5yEl8pfixAR13ybMbPIuUtoa7KHjph1TT2lFabQLsM76wOg7ApvrqGgWqGloDDwFkMytflMsaRwUOwi2BeSxacA5UtQHo7fJT/azJWyAz5aAqBoKHFXEQaBTRrkOx0I2HwTIhwpArEDRVwI5jgZLOteq/w97Y+bxZmMCii7Kfx59zteIkIDArAOycwsQzHLvdblsIa98LXcsB89lC7cxCDrYA7sp9bOgf10iAcO5pMcYMr1XWlt6P+Oi6L6VxXWJ1XpwWdd1GnugoKPbCdhgLaF9Tvh5YdNFCaPaZ/8K26AsczeDaSriZAHgGbHmnWIen6pp7VgzgkMnPHs7pLl/HBboKAEcO6MjpaxOCMu7ivlLsqu8BwLE/yu02p7GjXRpC/eYn491u/YvFMRF3bj/ZljsTqI5RXDP8P9B6PN5ofv1bLZ5o9pob5YsnuB5bqjQpBlyex1u02zmuWchS7peMIeJiq3GPN8Z50Wgr3zmfK1kXXArSEvoS33g7U1zovjZtfvCDw6ave7SB//zM+z19m20tQyja5EHbRdPddzu/PwSAO8fPJkjLZed7mD8H707AvDKRWi2gFwS+vlwjUCPw+hGIBW2+9+nXkZ4l+fzmNTK6x6dsbIsBcAttF08w3QUrdz9z4ntAwtkuhHovADDP20s/AhaDI8dvAdhs21cBcHzgLgB0D1lHd465b/zlRz/PLX5s6qTKeN8mRCsAvg9EtWNiMaCuAPj1PwPqkatG4P0EwEs/nFZoXgXAKwRp7V0qAF4SwlW+a6/dC59uAe/b886n2xO15TUCNQI1Am82Ahv/y/8xve33pQyc5cwUcBVNAbjeaPL8yy97nsghB+p4hFqSXJiAYSbSsdQMpSgrbftSd24LKtga16ACWIAKa7M5O51oIn5Hij+gkpSjqIwF4ACZgJZUQQIVDWq2yGmJ6jUm/QEFAEhyvO4o16/zr+oZdCoCfXJy3Xz73Xbzuz8IUG/LTthKQuW6Bd4JMwCegSNYlV4IfPJQfq22gSCwBD4+PgiFMGoCf3dkMksAkIcL1V3O2N76UqiqFB9HPlLqCvxGNXZ0dGRb2P3BuPnZPxZEZbdwY5XKDdVjm8MzuxBghTV2KCTDqvT/Z+9NmGNJsiu9wI5cALytqtgLOU22RBvZ2Px/M5kkk2lEM4kjihrZiD1GsptLsbvJrqr3sOWCRALQ+c71mxnIh0RifVt5VL8GkBnh4X7dIyLTPz/nojAEgp9rUm1HgAkV7VjSU6AFkH4fAKx2A+YAH5MCNoGcgGTnVOWz+TpwnfYA0OkJKSGBolILOx+pzkO/T2xvHKB7R/bM2GonKDMoVN/gKntyNFK/7upfwqPIx+w8rgW0JdwOAIuVsACvoDpAnbrDFs2o9HNNVtKGlRpPgNd1Bd5wULGyylv1GkpRyz6A37B1ZSxAMAUrpRwnLSsQGDyKqpeYOMcnsAhpISVhG66yLWS2kjHoFD8BevQe4xZlMIpq2uRxAYjXGNt2O7RoQEpV+hqu4oUMVkXLflqqUTb2H6ut21uKkeJITADt54Lc21IpA8Uj53BAogCQ0YehBCVmBYxRZwM4NyCGiwA+Cy64HMImmGsuIOBEQIyFC1xPlB3K17DCneVHlby3DWpdZ9UBVS5jJxSeAaJREYd6N8aZASL5cr2YICEfixV0TWrfbUH2YI8Je0N5m4sYcgKNc2SeWpTRoSIlD6+Ans4NuAUAZ15q959hecm7rQpTJnWJ+oY6eLamotSBegRcJkaxgIRrnnx6Af9aELOUx3h1HwX7Lkrw9mR3KMoTgs9B4zxHH23g33nJtwwsbn+BSwXyXJUbk+S+/ks3h/J3DndDBZzQvQX+UFy1ITDR94CJn9zPuV/mooeMUdhaKx6GqmFX7UUJZWP/NNX0ohuGnva77YuAczW7TwoA1TFZRoyhiL/HHHUmLtxauQ40Tg4P5dZwIvvqix0vLqIHWDCRltoskuA68QITlWML6Fl9Y0EI+7KIw3jcbSoTfBozCbOxoEf9y7MqruMyUa/nGc+ag/1dLVThNdVPC0HiXsUChDhZxGEeq/d+u+3L6F0UvzcdX45bBL9P9cXsqRQ8t0SlvlUjUCPwRUSgDdtIYxGfcfh8APy9abv+6vsLV+bHLAei7BP3qfnxdwXAi3V6aF7gVUrg8inwll6+vX1+Nt5wdD63Z8+7xZ2+RAvo+1wrK9o//6DAB+/3I9x+jt6w5kuHXIclT/XcvU8Tb9v3uQHwU9VzWTnvLVwrOy57/fb6LFkM4INuvv5W9+dtZS4vd17PVcfnnsvuD3c9/ubIVAXwc4/g+5X/cYHwY8Dv4hefVWXl/qv2uz1+q6/P+8X/c9+7AuGFHqwA+FmHdL3+njW8tfAagRqBGoGPFoG1//3/vrhSylwrJU+OlStW6losRM8Fhfj55uttA6qLqSybh1iiMss/sfLuxcuu4R3qXybKAa4I+FDmoTpl88SJcsoeq+zJOEAdMGtHdsIvDrqCA2G1ig3zxnoAYgAzalrKePFy3xPvwCZAIFACaLWn3MKgKASbpAb91d8OmsEYgiVQ5vOHarTgKuWdndiKeCoS+OrlS9V5PFOG9vvKUywYGlMwkC+ATABs1MJnUqgxAbX/QspjgdWEUIAILJYPDmRz7TyhAKtR8yc/325eyNbaKgAsetXezZQqGo2Y0IbyFsvVAtU4HlgyVl0NZJWIlnMBaAEXHQHAbj8AKPCO2FIH6nZ0dKJ2y+p6QxBY5yCfq+sjoAfctAXtlBzKoWT+6hvl68XyVx0AFJqIchMzzhmTbQCvAqMUk3dvh7JaVvkCtIB/LIUtFAXkWD2L7SxjBqAliKjYT+QjDBzqKO+wgSJQzsANrgm0mSsLM5XbJTlBtYNcqz0mdgQusSceoybW2Fkz2AWoSzGqMYtyNQYaCw2Anwn/Asom4Mh4Rd5Y2iDgqLJRgQd4XbeC1DmEgYXOGy3g5DEQ/cG2DjQu8AzgyrxC2A0LpGtMUSZjyf0meH+pOvt6oHpMlBpSxbVhIFW+99MHPn+BrAZYatOlYu2crfqZ15ehGrHmJM7Ze26FL3bqxJbFA9SFDbjovMGtvK7UNWEzvNXC0AAAIABJREFUMTOodrtDVQMgBcYHEA2YjeB6pDzIs1zKgDzaIGiLCnqKWhaoXtpDOxhzVqaiyizfXMJ2WMeirnDjN7zghFjY3lr9oZHk87KxX/ap41/yOydsLMyzDIIyFBgHV9yz5se2AbAvzNbEHup+rNGzLwyAlfs72xqlog4O0NgGyB5NBcQGtNS1pHuGl4UUW+8E6VlehCJsn11yC456AQPvLnzT8zguys94Dyv3979c5zkAwLF4JmqfCwOIZQLgtKJeBMBMhBoEs7ikRNYq7IVgE7dc2LI4tzpT0RQAnB1k6K/yAcbsw6Ki778f6FxycVBaAPe1CmN8pgqYBQ60KxwGeIYU6+xCZrnfEJMzjXnqG/1QYqvxnOMP+J/3S65j52HW2CM2nK+r6/2PfhKLDiI3dblTrwDA7hr2mX0ZvQ5KXNC9APB84cEsbs4lkACkLIbJN1f8XFwo0N69AuA7BrHuViPwo48A96W4N021cOuMzw1eCxf3crZF5euNANj5ZBaBxz0AcHECiu8WsRAqt1UTVne1el7s6vsB4Bvu/0sAVPs8eVQbRGZKlPlzYKFmXwAAvu35tPKSuysAXlLQTQA4vv3Elp+xcnSuGl8r6/vEO1QAfMMV1B4Ts/tMBcBPPPRqcQ+IwKcBgG96Pq1qTAXAqyL0Id6vAHjx88/jFhh8iD77nM/xqX3e+ZxjWeteI1AjUCPwKUVg7f/6b+dXAT/Xmu+/G8aEiqWrYbHa3w9id3khCCdLWyyJsTTm35uvDpqx8sAyD2OLXu2PUutsAgjjb2gbEG69GZ5OPdmP4nZboGpr+6LpK99jALlQ3A1Ola92IgWqADMqYlSjzvOLgrPkOB1JUQkY7Ha6zUgK0a2dTnOien37uxP9BLY2zcHevq1zmew5Fx0+Ojq2jW+nsyNwvGswxYNtqLqPxiPXsb+PvS6KVtq+Iajba96+OzIQvLoE/Cp/bQ/lcFjzsvFhDHXhXr9viDUcCEAoNN98fdn8h3//QsASiISiDdhHm1GyCm7rcGBfR4raWY5bYiAQfnZGfeiNABSA3ykKzwL4gJ5QDhgI/Gg4Gjj2Bvb+sit720tZRms/+nWL3MI6HzlPyes6VT+igNt/sSnlq9oDcNRR2D3T59uCzOQXDitgJtikYJWP9+E7kvWqT7pSoeKSWmZJ0jEYiAiAAfztYontOpHHNdSDPR03Uj8NsXxWA/b79G3JZ0tZnMqgU/EXZGOhwMmJVMeK2YH6hvYONIYCPAN1yEEdKnTiAbA15AO9FUDuHLypktT7k/NxyQcb6l/sYHP8EaOx+gRFc4Ix20irMHLjTlFba2yEgjW+DBED1KrEilcGzoO9rrEpK1u9d6aFEeQIBtzCo85kI01eY0NWK48jlmxwv/Fo6gUVwNCAnmFTDnDEXpfrMZW5sF/GELCX8JEHGgAM82N8sihjW4A6LZVDyRj1ZgEFr+d7tCPsr2Nyl7IZP+EKENAMiLalFQO2lC5gnQUZtDcAZ/Qryns2xuwcAGthgV4PBW6ZXCvq5E0RfEAo7sEawi6HHMu8Tg7Xy3KtoeROV9+Ev7TTeV5zQUT0Slw/QHlbYPMzFiasqQ7E6YqYEtsWlA5FbPQFcafuthae0b2A6VaBllnuVFgHNFfZGlORuzbq4BzqRUkNYPfiCENIlNShhjbn9/gNqE9d2QDNCYjdHo+RsOPeFHDn3F6U4IUnYcHO6HfM6Sv1XdQ32pQQmkUDBqJAfSzSS3/FXqUuWaeiRvb5VZAV1WU/it0s9ff7ZU7B10QL+NMfKG1t10wEWBAAy1R5WLR/++1Y17nyrMvVAcPFhMweeai1XZe4/8f1HddFxgRb/bR75l5mpwCDd8Wem1PJSZ3t86IbBrhBfqjDCY67TPfmn/3xpu5V6heDDlIhuDfsJJBxiJ/lHuiYlbF0gzVznvd+AHh21GwsOTcx98fZvafE4JYZATe9qN1nY/2mhQXz0937t/oF8d4hqwfUCHymEYh74pU+H5/p8xlONSh/I2/6zRNxjwXAN1k/87CZ2T8vyDYX70eLwLetqM1HA2VdP08sfGtv9wPAN3XvAoBqP0jL7jcB4EWg/p4ieOH5tnjmx96fnzMHcNuxZNnzaeWF8gwA+MbeWzXPzBfPj6BG+tgAeNX4WrXAbLH+Gftlr98+HsoVdBcAXBbkLV5P75ffhmV3uK7f22XV8XnA7QtgbvYHWHl1+LNw3T69CHwcELzqJnZbnJaNo2VlzpbQPCr4q+4vjyr8Mzy4AuCFTvsIz9zPcNg8uMr1+ntw6OqBNQI1AjUCn3QE1v7rt+MrQBhgbjgQgLKlG2rbjixwBcB2NDmv7ybAHzncKufuqSeBUPG+eXOgOXM+AKJGC2jE3PpIitWwLZZqSxaxKEdx7Ryc6P80eQQA3ty6kIWugFYBwGInAmjnzdFbSMxESlcpKWXBaz2gCiXP2NamVGICHCOBRuDABXlsm93m7dG4GQlajvS3kv8KGnYMGpjUHxyfempqS0BppFy6tJXzGwArHzDQgAklCV8FLgUUBVCBjHxxPT09FaTrKX8xUBAgplyyAnhmNGXihXr0ej3HhHZfTQQ2Nw+bP//zAyl2BWLSMlfvY9G8gW+1ygbekbP1HJWdYRRKTh0/y98ZcA2IgQUucBlYRB5fYjwQvA4QBZSEIlJngLfsu89Hqvdm0+8rAXNQAMcDWHSqNltRZ3vcS9VxR8phAUqkBsAb7U1eWOfflJp6W4rfbdV7NLhUvCJnKRCLjZjsSp0LyLWSVBARKLUtKGMFIbCT9jgGwHXlcJXNq+2XNTb66mMUvG7PiXJEa1+rizXgyM18otd2RAYP9kkkrTzSp4JegDRDpnOrwAPCFThmSCg1ZykTG+mw5Y0vI9h22wKaaAmyohRE5crmHLJqN3mJbQ2r8WGYK1Ug8BXohNIWVWnbTowRCAgD8J8OhgZK7mfBLSyhlZTaoB97Y+deLoDO+adbAFjpi31utl1ZUrMfttMsGEiVMuPToS/AkBy9Y3L4Rm+4PT0p6xkvtm1WuxPWcm2mKpKxR08zblA+5n7A71A+BrgEfBsAO4cuUJFrAwQ3h5SpRA3mybXLWA6IasWzc7hq0Qc3ERiW4Z9P7/dnqlsVOcJ2HuhqUEx9UdGHYhiwbKf0sgFRGcdc14xv4tW2+AsVd4C9sATWNe/jVR7K5hJD5yBWnzHRaRt67cs11xIVtRnwDKjaFYH8125PXg9p3R2TPqG8nn9xTtDLNc/4agP4qMd8Ypv60p/5ha8NHAHhAanDgt+xAgJf+44+t5339VKUv+4lgKX+tkNCUSG7LBBsyPLfUxdzjlQE2/6a+mu1QfS1yiyg3hG+oT6ufxm73Io4hgUp//gbLfpR37HAhvO2cwzHeeJ6XTbNEBC7LMqwI0LkBc88wBt5fFoMlGvFt0PuG+QUB04bil9qUcmk+dlPlDNeOb7x8d9Uzvr29T6fqK4A2H1dZyTmN6X6W43AFx2BAoBJ26HPYXz+8KJDP/9uB8BetENu3PLwT9ebebhuBiBPBYBzkVY8n+KsjwHAi90cRd4GeyoAzs8e+dyoAPjxN4sKgNsxrAB4cURVAPz4a+w5SqgA+G5Rrd8vrsepft1aGDcVAN/tQnrgXvX6e2Dg6mE1AjUCNQKfeATW/uZ3QwkvBSJtvYw9qJSS5KDV34Cw/p6AqtS4gNpL5Wc8H+8IBJ4pB3CngKgyQY8CU3McKN3evTsU3Oq76WNB5VevpIjUjPvJEbk+UfyhQBVYE7vxZExrsSAQajCYCI4K0Ol9lICAPCCp66idx1JyonDrdHebw7frzfdvB8qFS5ZbFGTkaRW8xKJOSmTAMQAOJSmqyLEUv8AG1HeojpncB4KQ3xcYZmAkwoJidnI+FKTcF5yMfKu7bjKxUTt0DEARK9NeTx7a2jjf5qag8miz2e9tNr/4pQBnE4BqeiG4q7qQ77QjhSzwk3N9//bIClHsSQMERy5c27cCW/X/QI3jo6FB7DbQWHEgTthor2MRjKrRxEo5fT0pNzU03QZcIkkWdBfaMoBBNXmq/sPK21Bd5w2lKHFVzl5ByA0BXCazugKR5HedoDSdhH201XNWYISNck+K4cj5HECE/gf0QoaA3aiN3X714USUc3Ozr/qiio3+R+FJmcORALDG26YWDPSVW5ccvqenAwE+KbqlxmYbCABTF+YSDW0ErVBGA+ACWAP6UZjHdCT7WAVIDVASAp1m6u1i0dualzO0VuHkLZ7Kg5oP28D9yNEc4BmbdCzN44t1wNAdxYs+Y8ywoCCgI2p4gcUCILGGRnk7s/KV0hkADLzyookBebdjwYT7FXWius4LBKxQUX9LARyb3iO3rRdGxAIJPqhRTxZNeFGFyhzqOsq2Y6OdsI/zYH0L9ANCAuzZWNwwNXQGoqs8vRwLEDKWqUgu1Sh1yTrNJ0DJoxpqTi88IP7uo9gTh/WcL/bUscpnMjlzu+akhZZcRLu0k+tSADALMMYslrDyspi8pyrUNs2oklOxGefk2ia2+QUqlTWcN1W37IeLQSwaKHVdmNdOiGtlsS2455O+XpSiGBoI28YYFX/k2eW4hLiMW8eDManXsc9O6+ewJA5VbwLgGQQu+7fL4X6X8HcGyAtgbX9ZDDX0XMFruOoFJsVC09bLYUed8Jz+y8Ue9EnmJ/YILJbZxDGvm8z1vAijXQ9dCIauXkIAMNa979158/Z7gXRUwZRpFbPU/16Uk+Om/Mw4l9eJKXGi78JWPO9B0R/ENpXRnDUVvAG6W48c/R2K4ljYwbj95o90/5ar/3q5z/kZMXtIxbjI2LYXCsxeb38pXWH9vPT4JcctwouozS3bwhfkp/5Cd1eFz6pq1vdrBGoEPvUIxL3V6SrktsNnyPiEGk4oN27XFt7E8+X6djP4ne9zHaou3r8W7z83KYBTvRv35+vna793l/ezXrfmEgZ0l3Asy418155eGZ1HKmBX1WPxube4/6JyOt9f9vqq8937+fTY9r9nRc5Y1jjN4bys/BuOm7XtHnW6d3tXBfATe3/V9fr46t626ILSb7+CckHww+ux8gp9eNEf4MgKiD9AkG85xXIQvGzJ6+wJ9IiKt8t+boX4qnY8ohl3OPTLv7/eIQhf8i4VAD9r737p18+zBq8WXiNQI1Aj8AlHYO2vf3MqRocVMZbMKKlQkQp0naAIVg5WqYBfvt41tGWyBAgIwUmgNp+ACQCMgnioXLubJJjVly8sol+/Jq/wWnN8SG5hFH4XzU9/KhAYztPz2Xj9CtCi/EtNHJ1JsWvrYxSleg8QC6AbSzoGFNoWOP2Hv500JwKaYlbNhS2EA3SS0xPVJZADcHZpMCcIcilVl5R1hrxStCLSDHWClJoqzxDM+UsBl8DjnmHkmYATlsOAUnLCUtZI7QQ0A5hR7E0mo+bgRbcRNxbgOGv+/N/3bH0LdAWKXqlszgNwI38sTUfBOSHgzhl6JbAOcAyAFBakKITXdS4BQsFPrE0vBOnZAK9Aciz4gDWo2cinvCsouyegzSxG5IkFAAeqspXyUEpVqy8VG2yORVmB2sQVIDmZ6jz6+eLFboOCbqD4np9BbyL/rmGOJ/auCgCOSUBCRluxgoaQ7MrC2wpI7JfV72PgsoDdtsbUrqy95RAtyClVrcYeMUftuimQ2u911I8bGn9D5ZRea/a12IDxBgBGWW6IVOxpiQeLCxLGAsECLjOWAwTZ8ZWQFghsiMfoBJQZ+M+vUMM1YmWb4wRJ+f66QXzEgfLIE6z2CCy6/SheBdqw8sVqGDX0JQFXmeRmniquYY8raKUcxl2ptBmLl1LUnJ4EWMbiGzBu+99Sz4gt/S8Fdcn7y8TizHrWdZFC14pTcv5qf8WbhRosDoicvtRzw4CeegBIgXscR5+zsbjB+aI1vra2BIFJccyiCNplSMZig2h3HFAgbwsUBieLCdBgsqhzOY4FFgF7EwA7vqWN5Ev2tV/i6mG2JgDs6yIAMDmp+cKM3fmZ2hAfTgGpxB/QytFFhVuAcHK7NgB2HQrAvXZO7bylhReUcxPgI/RW/aIwLQWHrXGoSHkpFnHoFyaBC2B1DAsAdthiV2/n5CkueX/jPcqKSS3GduYRdpEFAGcZcd5Q/uZYjwDGOXLjd87RVtfme9TVkxDEyyA1asbiAkezAOHsl4S8s3MWAOxzlJMmAL42118A8NSKZT0ndBn99venGoMd3W+AsHHvD/vxsAW/vl2fSAhIXayl1Tbu2wnOEw5z/riPBwz2WCyOAaESFr5w00vCX0bbVHnWe1fNT3+mcRDrYCIOC/MYFQBHXCoAXhim9c8agS82AnEzJF3EROksmqv4XM8GAM5FQteaX+6ti0BwPvF9P4CyCigtA8Dtz0rxPLi+YCjrvAoQL3btjSC4AuDZc+G+E4j33b/t+vKgy64C4AeF7a4Hrbpe71rO8v0qAH5MDCsAfkz0Hn9sBcCPj+FtJdz7efK81Xny0t9bT/fkZ/jEC6wA+Fk76Eu/fp41eLXwGoEagRqBTzgCa//lH6ZXo1OpawVUuv3IS0kOUlLRAoENVTShsXeAYhVIx8RPWGy2Hw78HqATJAIslhJTE/k7UupubpHb9EwKYAG8IdBMCquXO4KgKGM1mST46H2lUnQuW5SaAoM7ApkoDYBDAEk2VdOQeU1whH3/7u8FCXe7VmwKH0i9CviNPLGAwO0NQDTwg3ZE/tXIn0m+V1SQeh0iJfhGm5yj1/Uv7RSIsKqSnJLQVtObsLkdDk8F+ALoAs6I4V5f9qFGstPm9cum+fm/6xhuTtWGqYjnlqga8BdQBUyZCF6MlMcXaNET+Owoby91tYWu6qG/BCkEfc/XbDFN9tizMfau61KpRR7dBFMDAXv22xS86ymWhsNqLypJFMDnOhf/IJ6of4FZO+RqLgDz1BbPirGOIT6vXgtGq6Fw61PZd5NjtiNwi4oWK27U1J1dqat1LuJ4rpzHABcWE1D/vvItA97YULMey9IZG+/9fRTLjK+J246qOUhLQLMd+XGjACcv8Zna3JPSmzYyvgbK+5zA0kC+wDWUsucC6YaKtNc5fvH6jQlL6kE/wgqB0bweNsWMW4FnxYz9U/nJ+SbO1RqgPPNDoyIPL9vG/Zh5jPk7gBMgaw7rUDiHHTPjLIGU8vzqusDqGYtbQPhoCLjHHjvU99hOO98zI0U/YKPAb+eljUi5DbmCnfHa1UIEgDsLKy5UJtdNTLwSV41TXXdxbWFBDOCd5xTmekNtDyhEcW+4rwUhHMeJOC8AmmsgLL1jo0+mihPKWdTXoc5myQEbMJxcwGqbZNnrJd9s4fWG0cK3BTDP7Y/dPjeT6zIUoxLwz/Ilc45zxlm5RiP2ut8wjg1hAYIsVqEyJU603wrgAtYZr1h6a19bYZtsRx/mv2xjfslizBMn2zOTX7fMXbMoJcB89HEC4LCenquO/bbj40zV3p0YRP3jcOKcZeU9lvsZSnh1WwtMB3R2eQoo47tw8KhGAZZe0MC4A7J6/wDUTDywUCEU1nEvXwTV5yjW6YVyUbw3uQ5EXQCjGTMHQluC8iuNa261U6nGOM9vf8f910tcfB26q9TXlxroxNb5iw2k5yVe+60QdcYW+aZxD2DjuPgXOchzEUK229eivzSGPTwLTBz/Ms4b5XtfWz9vvv56U4txdP7SvmUAeEntHvxyG9y3x0UWuCBgm9mYLj1hVQA/uC/qgTUCNQLXI8CziYWTlxd8ltCn03J/5nMCz4eFlLz6GB6La3Jx0AwEl08ImZ5jWZzni3Nij1XWmTcBYI6b5QwuN9hlE1tPAoCfcNCsxON3VZv6c9AqWPZ+xb9YBfBtCt52GJ5LAZwONcs/QD3hKPp4RX08ALzqyomYVAXwsg/YH2/M/JjO/HEA8IeM8NIviM9cifK97gsf3hUAf6zx9czD9xMpvgLgT6QjajVqBGoEagSeOAJr/+9vrq7GIyAUUCpBjuCbgN1wCHxFnYoydRecY7iHUjBzL25KYcjkO3bIQylLUauiQN3t7BhmktuXfMFA3vFQimABYOAeeX5RJWJRjFIXdSs5cUPlBoTCBlqJeTVRdPgOQAoABkauN0OD263mX759K3bbFUjrNsfHxz5uDZCn8ploAtDtALUy2ZdKAH6hLAUYU6+XL18Jbo40oQUcRI0JvQsbX/AFdep0A5Acvht6n47aZstkydhQWrIPdaNsw2SVcaD8tNPpafPf/Q9d5ZEVwMJKV6GkHbh7JigEMp6Jtu/tdw1YU1x5cirQaagjoE1+TE0YjEaCyEBjlbMjuP1CgDmBJULTo0Ny0FITqUGVu9eQUSpcINulwMtIClwgS0e5gekXmBV8FraO6+qpLIzZLtT4ieLf72GdHfbAZ7IFJ3fsnvI2JzAmDzEwB4V2WCerfCsrA6T3dJ6AckBC7JPHav+2FxkwjsZqNzCRseI0xqoLkJF9dwRDWSBw/E6xUSwHA006WpWLRTbW1AFIi7DPY9Qg3DAuIC/j4IK8vgpYKsEB5+f62/bMPjjyh9KfxMrCWwN4LL3J+cukWahksd0OxSWwERV3qBkTFjPXaZW5aJavD/7p/TaYA5gCEYHmO4LpxPpUcbyU6pY2c7mM1c/AL8rnGoGlAYCx5+b8trbWOLdlrhWMASZzXEYnAoAD8oPZrnSdYSvO+GOxQsRDgJfiS3sZB+RlJXYo5bu9zGGLijf6Bsthx03jkclS6gJApwwAO+1j6QJgzUrQ2TwMoDUUrUwJW4lMDl8U6AxGwGmB5EA74o4dPecLNS32zFK88ycxp1VeFMDP6Msca9HeWCzi68Fwkz6J64/qh7U6x1KvgNCh4MZlQICc+mMzbGVxQFwWGaRd9JoWZRjQoiIldy0Qs8D5yCNMPaN/HN+iwM2czLaunkHaeR5fui6/1PETRT/xof3kYo4xG8rXmEyn7nGfoB2RHzjUtDnZHnbN0RFZD6Cuczv7fPEtOcDpvM5T3c+uAeBiA+2dy7b8+zX5HuOcqda91N/kuh6rTf/6h6HuPdsa/8VCNJXbJYbULyFw2FXHmVIhPb9+wyLf16gV0/QJzwmeaRPFI67D3LhfWammxUyUSI7pqCQjSq8LbKzp/t/tXTRff9PRgoe088QeutXuZ5pYeBIAfMuq6Kf+QlcVwO2rof5eI/BlR8CONfr8zYLJS+dHjw0AnM/2mW2Cb6vXJ+gSBOciupsB8BxUzvbP86yY8awAeMn4+0wA8OxzxV1nth8AteODxN0A4VJo/lgL6AqAH3GjvMtChrv1bwXAz/RB9hG9+2M6tALg5+rtCoCfK7KfVLlVAfys3fHU8wXPWtlaeI1AjUCNQI3AnSOw9pe/OpcFdKjByCfLnH1M3MfkDjkZse41aAGmMMGObssPXk2Oa7cdqUBR3QF+UMUCfg9e9rWvlJeZIwyl6xB4KXA6lmp369J2yeQgBWIwWY9KmEl/bKc3ZJELYEIdOQQ06kTO+dgon7AspL8XFD4ZSVV4BSTWeU+HVgViKbymMrZFswLoShkK7PU8VEAXgCNwMieqAuptCAroeFEj8rkCFVJJlvuhbj4+GgkKCEQJsNp2V+fY2ekYII0Ey1F/ApeBbXwE/eab7ea//3NBLsHzqwnAIwAP82Ij8qiJuF2S31XwrNeNXMmTkaypFYs11Yv4YEGNchjIbnCmg1FvoqR1Hl2r58yd3U/kFBUWkaI7ACT9hoX0GMtq7K8FhF4o9oCiS4ES4GcoDwXzKIvcskHOZNUslatAMorSUymM6ReUvQA+K6mtMAYQAl4FIs9QFweIhbv0+qqj1JuoSoenKEcEsxBoEztVjprSduCjrWGl7h4NWGAga+2u+q+oyoFybHAsrLptH1622VxRgbenQ9TWLFwAbkvhrDZcKTBAbaD6poIGzAR0AqCBRsDkTkeKYv2kL4khoBQl9LrazFhg7DJxZOgtMFtE6T4Pdssev8pxzVgCumEnbBAKDGx9z7YCV+cBWNJvKLuJT1oZc15yS6/peoxxGv1Lvbge4rpD0aoxy1hSPzAuUDDT34af6gMD+VS8WKHjCBqiY4GeADjjaBW3cgAHxL2w6pbFGfEhkAUOkXs67w0BoANI0/dMAocqV2NKMDKOjdKZp9NtxmAUde602KhvKl7Uw6C0rZTWMbSBay62gMBWRqNyLq+OuYYKAGa8cU725TXaQpu2ZEePGn6Da7YobykLQNzOqQp7JIevQW4qQ6mY/gEknUO3xBNlvKPpBRDcO4oaWuCVxQHlsBkA5n0vTigK3/xgzU+rcEtO3Tb8jYUMXtHh+xY5jHMzCNW9ImPPPlszUBx5oWPcxGKEsPtG7V6uI67Z0pZQJOtaKbbpCa15O3+fnZgy0/Kafr0+vz+vn8NGtAMEc0tC7TuSO/z33x3rnky7dZ91XnHucRFP+ssLeVjogfW/6sy9GGW882XPQPrctjnHM/dE7vmpCo57BurpAMPct3MwAvKdO9tOC+1N164XmWw2r19sNP1XyizPZC3XPTvmeF4xb7aohLt2CsZNOetShcxNOYDtPHH9xK21Tcs7o3Xyp/5CVwHwYs/Wv2sEvswInOsmDvzlZ6TB4MNHeVT63hR53tvbHACXBUgLQPg6AF4Ndtr3r8V7TzxL4/PNouX0XXvkk1EAF7C5XCBa4vlcCtUSsA+tAF7st5XPq7sC4LsC38WBsqT890cq/TF/9T38uOT84Tzy49kepwi+7f5wN+D7Xvc+GiCsOu/qe9rH7P1qAf0xo7/a0eLj1u4pzv6h7m83fyG76zqip2jpxyjjS2/fypg++v698gw/6h1Wfv76UUenNr5GoEagRuDzjcDa//P3wo9ANqkd2bjhB/wEwIWFr6EmFr5Hmr0vW4IB9se6NlSOgnzjQ4G0gDr8vbslVaPKMugaoASWdbCUnxubF4KQvTkAFrg9k/IRkAT4Ir8tk/DCaIaOGYKEAAAgAElEQVRrAS4EANZ2BJLWmn/+3WEzGMvquL/fjE7GKvdMStG+QOVEr48E/OKDZ/ConDgH3K43Bwf9ct4CrHJW35CJfLVnzu+LJW6/3zfwIG8u9sXkamWfXn/X9YRDomoFTAxFNwxtBALDcm69+errfvMnf7ImmCAUcq4crOKSF8WG2ipnwW7i9GJvx/l5x+QlVjmGQtj0ip4CL1BLjpWwmLpc+lOfLJb7PatWYQlARSBiqlA3t2XhK/gaeVdR9Ep9p9y8qAQ3seVGiSzIMJLSGBjS7SnXMZ0IMFb9mOhD2clr9C/sBGUrJ0O5yjmt/mzl1DQEU/+iJgd2gX8A1L09QPyacvgKggv2MFHIxMf+vvpSYQq1ZMAmAJBcoT0Otnd0LtUX8AhcZQvlqmxaDR6jTrTPyj+FcqR6n2G1rQp7MYEgLDbNyE5R9ALCgLfE6vQUYB/jBBiLJTPxcS5jxZPrgrr2+uS6U98MUNrG+ARq0YZoi7WDtprGFjHyi3J+xUgNNMTX3wbBgEWAqX44P7Jeo9+pB+0512ILq1J18BZ2y1atRnwM1lmIgcxaKkVyWyPhNrhXfQFmTrlsqMyijVSMxnnn12zk/yUOCUDDRlztE2Dm/NTZOYDLBBX1Jy4sBkmVYuR6LWbPqpMnYDmP/mMRBECOeLa/pGAfzljOyTIUwAlMEzjSH6nwHWpBQNpYxzUBXNaiAtWH/QGkCTuBjSjjuWdNdA7DU028YfG8XdSxbcBKNQzjGTszAEkf3jCR7fGWqlusg0MBTd8AZm0Bj2JW+8T4jBsldaTf28pOXyfAZK6RJQA41ezskxsK6PbmsaAdE+QCgEMBH/1O/1jF7HMUe2mNxxbHjN/1ZqqMs/x2fa+dNO+pBQKvAsCpoNEV6nvj4WHT/PD9iRTsLGwIW3ru7cBstliIAy2+sLMCHJS+RLEb/RQxSEvPrBvX+rZsxtnaAJj9t7WSgfcNy20djj14xIEJbq5jn1+TvZwf21Lu6eRR//pnNlt3XXXZ3wiA2+M26/O8ADieLRGHMj6slM+x0p50vD5mnvoLXQXAi1dH/btG4MuMQHy20r2Te2Fxbsh7Xyxo0T3VC6fm95+11n29fb9yKhnuYml547/mi73mEVx+/6oAWBGrAPhuF9uzA+Dr1agA+OZueRIA3B7zs35dBWKX1eexgGrVeSsAvtsF+uPca1VKg88/Ko+9vu4agQqA7xqpL2q/CoCftTufer7gWStbC68RqBGoEagRuHMEBIAvrqz8m9mBhqUoSl5sn4FEYbUq6+VTqVWZuLEaK8DPtFg325JTytxmg5+o0TqGdjuiSF0pbo+Oj6Qm3WvEBq3KxQL64KBTckQGdD4jT66gDErNribfO11yvCofMfbRgrK7ux29t9H863dnzXfvZCGtvzluIPXvtmDZwQH5d1Ehj6Q2BhiWqXvDIuotSKb2dGUZTc5hwLLhsNWoUu0ZtE5tZZ3w7NWr156YOjx8p5+yOhao46H45qt9H0sOV1ivYyZo7BzGghUAD+pLO3rdUfPLX/QFgAXApcRlTuxKkAarbNSvnggrQNPtV55ZVMG9TidsoFV1yua8HYHnI+XSBR5DdbodtUWgzQpUcr5eAn0FDwHAe8CPUORawYniFYtYwToAJoAToIeqE9iNArYn1S3bma3+BN7Vti0BlO2NyBdLXazgVRtGyPkMHgTmBOVQ2Bk261gsiVFSAl96so2mz70AoOQ8ZVwBVk1mwadW2QmiKn5nI4CVctoKYCPoZI4QtS525IacVgIKRqp+ADCreLEIV/+N/JrszAV+u7KwJh00fD8X2nv4FkXlcID9duT53ZIiFwC8KWAW6mzaFrl/O93IPz2WJTr1yFX7/KR/aDf9h+KWvMXrsuw28AW6oShXJTIXrD9Q6X+OK7S2tI9r8Ax1jfqQDcDIGPU52E8bQDMUklw/5AyOWPAa8bUi2FCUaykWdNhGt0Vg8+tYGwAbeGPjrIGJxTrXMvbhjM2El/RlAs7MAU6M49xhNx4QO9S/ADarUvW7R59+B/5yT0CRGba+iq9BeKh6rcj2SpIYVgbZ6h+r0XU92Q67WHdv2hEA5TkK/4iZQa9VslL+ok4vADzyvpK7OEBo2o2fSV0csLQFgEuuXFYlUE/2B7DaUpmSdV26f3QMSnLsnzO8OZYWVUTxfiwASDV4qHvnFsxMhIcbQmyxcAUlfvxthXBRvef5piz4MIiN8cEY5prm/kz/Bvydl8e9jbjklvDZAFjjpK2qj/MHYJ6ppks+74DJYXnNdZXjK9UE3AOIVsQ7FgVwVpRjv/+trm+N8w3dT3hQOHe3FmxkjncsCDw2rLLn/hAWzxNZEMRCARaEAISDxubiosy3HLELpTVt5fcEwAbDtiuPc3CMAXCB+76PKW6cD7vyDcXx9VeXWqgkZ4bSEdHWiKvhvuM0V+ZmvO8KgGedUX65dq2WrpoB5pkC+C4A+OaJyaf+QlcB8GIP1r9rBL68CPAZkmfx1B9evdrzeiN5rgBmWs4Zvo/zDPHn5OIoVG6QM+eCaxN478OSVRbQUXYuHqoK4FmnPNaiuBR0dwVwfO7K7aEK7NuehzdeVZ+MAvh67e4MgPMy+pFMZD8JAL5xICxEfJba43YA9WO3gF72pKrK4A/zDK8A+KniXAHwU0XysyrnR/Lc/Fh98tTzBR+rHfW8NQI1AjUCNQLXI7D2v/zl0RXwD/VUzKMARbBpHgh8NYJoUmHpy9TFFFtklFMA3pg8B95taaKeCfaLC03Ky+a40+/IaliT7+x/hgpUoFP5Ts8FOwBaiPKYKzo5ORJgFiAVxAoAeNH88MORjhEc4hi9jsqWSXsUfVO9z3m+/+Gq+bu/fysVsNSFUglfTCPv6JoK7UsBDMBEzXx8OHD+UKDQnpSy5wJxYymDu71NgU7llBXMBtjFpAVqM0FO/QOGYsmb2+vXLwzXANj7ey8EgiVP1aTTq9f7jtXwVOdRm16/3rOa9cjnjbqSkxWD0enZUfPq5aZy6oKQAYAByQCuco9WeVKkToIoABOnAiLEuSNADBzjM46hOXVFiVlsVakjMAUwAgzidxSohr3TkdqjmKg/6Cvn8FUfYGkMzFoT7dmWCi+BrbmkJG5fv1ElYbEAKoEQoB3ABStvgN9usQQGZAGdUcyFFTQK0GhTKmIZL8TI4M4AGjgf0Jbz9aV6xl6a94DXznFsEBm5Yns9Fg8Ue2A1nX5OkDoYqH14FBstAWFRUgvSotxVvYFfPfIfA/C0C1bXVqjYHpBDsHrWuFLcsIp1DmCpsRPCWVnsfLvYP0f+V+fmFbG17bli7rTU2gqzNEy2fXKZfKAN2+rPnd2AwYjYqZsnNa3uVuwUR8qne+m/qYG0xi0QX+8nbDfY1Xjl2mTSwn2h8e+2lXlTygESp3LbgNWgtMA8lZG5YRkTkTM32hBgGQV3qGKxTE4AnPCXY1K5w7jkumScWNCrscnCDcYT/YIqNuPi8lVJ5xDWz20pO21JrIqxgIIT8zpKTyaKydO7rrhRb086e7xitazrIed5WnPFKIrJ9Yrq22Ov7JN2wSx8ML/DxlfxYKjwj/HNmEgATH3CCl0LXDgXjDJjx/kK7DNA1H6R0zjiF4A7JpusLvUgm8NR28yTJ5G+LVCcfkNRnvsaYvo6jDIDZEd5HmeowenTsiCAdlFGGwC7/iwQKOcG7OZkDvfFhJUBfFvAWeXkeHYbWufNLwHOn1vGy+z9omJuQ1DXnHbkzlyjOt8Pb4fN7/4FxTXWzkavvu64v7CQwXEtMSQHNe4HLGAgxuciEKlmZgznxH97oioXD0T9Q1lMdQH1vOfXYrCqrbGAIABw2GNzHsY3C03sKqD4b24Mmz/505cae1yzwHBiNr8nVQC8aoL15omZHOH1Z41AjcCnHwE+P/IsvsIhwffAuwFgVtP52aA7bap9veAmn9/PBIAfGtFqAX09chUAv78owZ8vVgywCoBvDlAFwA+9M33Y4yoA/jDxrgD4qeJcAfBTRfKzKqcC4GftrgqAnzW8tfAagRqBGoGPFoG1//E/nWuue2CAsrvd0xfbsQHS9GLcvP56NyCm8rYCFp1/Vu8BtCwG08M3lFeCZIA2TZAzyT4aY0nLMXpPu0WOT8E2fWseC/RJcyzQNPKE+k9/9sqNPxfcGo8mPg6AZCWbNkACx8uc1vZyf/erSfPD4bDZkDrxYl2vXciKWXUDFHdlWd2BX0JKxECAsYAFcg37HAKga4YYa83J8VBwtNsESEQhLEAtAEwO2rEUuLmhKmb/o6MjKcEObI2M7TKQAJWo84WqlYC2jhSkQAcAD6pZVLZD5c2dyrp5fe2s+eWffaUMxrKnVm5k4OSulKXrAiBXl1LIikuQXxfIAQwnztRHkQvlocMhUKb/EurRBUNysgpsOT8r7RNMRk2bNr4dKZABg0OspckrXPoMhSNfPgCjoZCE2EylbO676XyuCkAeOdU4Fqa1q3zPs5ytAEVsg1EWWm2JrTDQW3BMYJcJv4C95cM5CwkULyyagYFYjNsqXBtACUhzcgxQj+mTXeWSBgC3FXdhdy3V92BokN+RujiP909Aqt6nTShimcAilpw3rXkBYWEpDt0rlrNqO/AX4AQILvzOcPP8fOw6A38xjd0Q9dkRnA+16XxjHxTcUd/I8Qs0S0hImcSLmDBeAfyojcntbLCt/xwvxW2XMQ/vnwFaQGj0VeQspq7zstPXN2BwQG7K5fqlHwx3dU1Zqe+6BbzMdsb7um61EAEASd7jtG9GmcsY8HVYeA9dClQNW3CuLRTfcxtoFnvs6j5h7G7QidIzQC3W1ba1pm0sNNC4TRtnq9dL/mzqwW2AvuO8WZ+4HhI8RYBcVolVDjfDW7XJluQFAEffhI15gNZCdktW1vwaGfmN533LuEr1LPpWrh2sqFuiF+9sUK/zZZx8L3L9YhyGFTiKUYKPOioUpKGqCvhLv4TtN0pWXV9Fyex+L3l+OYT7Gdd6uBtEDmD3IzbHXjiDE0AsACD+oaSOLfKKxzmzrotxTPCcKt52XA2eW7mAF5VYeR4rYeX2MJ1sNL/97Vj3Ian3y4IfL3SwHDviQzsSBjMWCZDzrRf75gS8s7FSXChsg43VOv1RNuoWyvDIJ86iAsqPPPNhrU9/ZJvpp1xcMgEAZ8qB8+3m62+a5s1PGDkxvqOfyk8SW99hm8Wu3DKu5e5tHT+H//HiTTandzjdPA7tzr3hwPoF7z7RrPvWCPyIIsDzyc95Fu6xuKt8XmKRVoahTMDlwrC4OeLKUnLMl+fTbBFRuW9e21+HJBxOh6GcGGfBW3u7bhk9f2fZfcxuKVSp/TD33/G5tn2Pnd3bWzfhxVQDi72/CIyXjY7FclaB5nz/PZC4cIKlFtC53wrr43Szuf9z5rbn3nxR0FOnuL0vQFz5fLurgvihl/0q6+lHnn9l+x5a72c67r79d3M12vh91RXyTA0pxa6O/6qlAs9bv+cuvYLi545wlP/pgeLbF37OF4it2u+x8Vv1/evLXqC68LHmscH8/I6vAPhZ+2z18+1ZT18LrxGoEagRqBF4pgis/U9/Mb3qHwScGA+BgOSfRUZ3LgAsJR82r9MtAVosbpkADwCK8jdUqZEnlVyeuLwBAkYCT6g9gQQX+gm02N3Zbc6LKutcauFLkTJACnbMlNHv7ghWbQoAYhGKAjcA8rlgIMdPpQADBv23X71r9l7sN5uCS8y9v3t7IlgZ+Wy7KmNrR4BaamaA6uG7U4dtb5+cv7GWff5x8Eoq5IHhCKD16iqselHVAUtjT2xINw01B4NBs39wYKCNknakRLXAC2AikCbg05XyEPcMByF1QymJAcAEorO71vz8Z73mmwPZSGNnKgDVkVp5qmOPj1Rngeq9g1CxAm8A05RPrjWr06yMnKsDfTr21amPjgZz6KRYBOQqil2BcpR9QO3JZKi+23Ge1DVBEGD8xFbZkcuVybLXb/oBxrAFF0gFFAJYUCqingMuAVJRaBsCiqFg0U2dA3YRk7Hz7gLErfI0CJ5b9fE7oB2FNjAM4AWopzz6hO1Sfc94AIS2P4QwZxdtUX8J4mzqPIZq2N2Wi2SKDbXKN0BDxax604eZqzosqsMKFmWKN03EhHW3chZ3e7bTNUzTUMBqmjIi3y3gXFBJ46kri/L2B/AxClcNSsYiX9hQPhvolYoRO3LFojimzqilYVYjqWvI4Us7yQndLtNdIRiGJbgXRdiWmj7FtjdgbXI9jkvYzHWItS5jKG1yA9hGn7bhb8QbYCwQq/obMpLbNlx6dV9QJ6tsroU2zAbSAZmJE9cAcNdW5pbKlv19n4jFCWzUB9Vn1pX5WZTN0QcBpp07uVyoTJ8Y5Ja/E/6m4jTA4XIAzH0gFwCgLM+JVRTA0b45SJ6VU8ZR9oNhq8a/LdABwwbnYfubII99s55c02GHHZM/nBN18oQcwQTauWZDeZqLBbiXxgKDqNPGBvAzykcZPZtA53ryohss3CN3bhsAc3zUN2zQY3wE+M8t6p15qq9PoIXlZtQ7bf6dq3gBiM/6o0DgNgBuK4u5NdLmf/u3Ey3w2dK9QvV2nWO8exEDKuVi1w+0xXqbscVY5f24N5R2zvrmek7myFFd8jmXPNT8jRp6bg/NMyxyuON4gRuC3Q002LmerTzXewDgGBa6P090/98eNz//xa7uRSyMyHt9GbIVAM/GVf2lRqBG4AuKQAHAsSiSZzQPYnJW3B0Az3O7zydq8/NgO1KPAcD+bHktl/Ac+D43AJ4/U28HURUAP811cV+AuHIC85EAdmWrKgC+FqL79t/N8a0AeOW4+0A7VAD8YQJdAfCyOFcA/GFG4Cd6lgqAn7VjVn5+etaz18JrBGoEagRqBJ4rAmv/638+v3r1RpBPkz1vvxsbhBoeSsF58Com6Kfnm8rfKqA5UP5OqRoBrR2BRefsDI1f0xFNGWjifCoysEHiVU282450yvGRi3RHwMwwaColqsjG5uaOQcVI+W07goooIrEHZZ7pTJAP0AfzWpfd86Ym7N8enjfff39mm+l11S+UqdjKApilotU5L1X/wenI1r5YdZIrtKdcsDzImPx3XmJUqnrbv2/vhppyM3KtAmEAowGhIzcmyr81TRTs7aEGbppTqU+x8kVd2el2oh5qu0G4lb+y9tVrpyenhsVMDX31leCxlHD/8c+6gnyhVAU4DrE+Vi5acmK+fCVrXM2vwYiYcDO0KUrHzQ3ZRRegmICGNmyo7sdSzYZCEjVd2C0T51PB1F3VZ3+vozgqB+9w0Oz0OlYKTmx1K1A0ily9wA/6VWF2/M8V1131CdDr9ESQxFBGOXzVHoBMR6CS/gfEhn2qrH9lKW0bY/kIA7j9T1bJDJFICQskZCiTu7UR5BbAEiECehYhYHMqa25b5QJ+9G+X4zmiqBjDxjeUxBMUt4rhjgIKnES0hzsu+6bKF+tv1IEolwHAgD9ihaollKGoaqNeWzoXv9t6GbhtlaPKEpS6FIxKu2tgLNAIAGzLaKtkGE+6fqxYCXVu2MxmflBy3GJ/zXiOuNhSXTloI49vADquK/L3MkYNIN3uAOyxyiBVkyxOiPNaGWx6ST+GNXPAZsrZNbQNFW7JX6vzzeyZC/+cOp6C4FYYUwaQO3KsDk6BZixY0IKEwsvZD2A8U46oX/LDIg4BtvNmAYH6BaiLApW6h3V8AFTsv6c6Z6o+I19xqF/ZyKe9Rgw5JNZjhGW5rKatHpVHM7Ddylor2kPdm3a+2GFfKcYAaeeO1WIUcgHHdRrxy1UDzuM9Xx0yu996EYvz/1Jf2UdrYUCCYeIF6GU8hrI3DjMQL/FOe2nyPZP/OvLPBqgkLnl+FgBY/aQJdkNp9aWviaLmv6bQAQL7HhMVNqBVbN7PIczCgTxnseIkblp14HzPxVrakzhejBELeLDlzvzBAfdLbubWd+25AjvazD2ynfM3Y8SQ022n+Zdv3zZbu10DYKbvfK/WMeRSBgDbkhoVvOrCEGFMswiGNjnnd0jbZwt4YgHMHAqHipq+j4UgRAaQjJVBwHnyUke+6FAEF+W/F7/M/1EGSv4tW5QTEK6xiZ4hV81Pf95V/0fMOUssdIgFCKuUThmPFJdVBfDsEqu/1AjUCHyKEeAzssxwRvqMGgv4eMDFQyB+58+4H96m6M3FUm1Ie6sCmPJXKIXb51xMP+D6zXIRl2dkWbAVj425+ncedtpzf7XeYqqHZYrgZQC4vUjs2hAoz7t2WoObhshjFcDO2+yYXJ9IX5Xbve1Y4gLK57Oo4/yD1Krn4n2H/X3ruXICswLg+3bBo/a/b/896mQf4OCV4+sB95Sbq/2w+9Nzh6AC4OeOcJRfAfBinFeB39z/hi/1raJWX78fpn8fepaFx/ZDi/l8j6sA+Fn77nO/Pp41OLXwGoEagRqBzzgCa//bXw2uXrwGZG02P3yniW9PtmvS+2rcvHjFpLwUvUOAICAIZafgn6yLtYPhq3PnCjJOBGsPj05CYSpQ1FX+VqsMz5V/VrmAx+Nx09vHjlbKxMsz5wNurrak+B37vT0pgVEWB9MQcGEiHutkAc61NVkzK9fvr//hD1LLbio3cK/p7u0aoAYARikKOEapeNV894e3BsmoO3u7HU1goWoO6EQ7USMDkThv5CYjT2RAYOERQbhO8+7wyJCP+S4AE1AQy2hUmOPx0MAOy+kdQUVsi6n2/n6vwB/UaKLeQBVAoFWDWDdfNN8IJPzkJwIh5wLGaKABb6hhNcG2L6vqnnIUR97PtG3FXlkqNsEu8s6qGj6XAQxwA2BshV+oCgGaqS60ElfHkeMZuA0QO9d+wCZy5TpHbE7oqZ4dxR9rXKDi6fGx/o76HB9jfxxKPcA8sBjFInlxLxWPDSqlPqNPQ0UpNXZP5xQso7bAHCul1S6gF7AHMHRyNLGCmDGE2g/ITsj5t79Pfl+1Tceenkq5rGTJZwKoQG6UwWwATUA2oDoALNBaMJk8yu4nAWJbueq8Ugtbua5hYhFm+f5gZbMtdrG3ZhGBq+ycyd480cliBfqQ+AJWUS9eGZhnOYD7s7NQujL5iM0xW06kRW5erMUDYKN4BAjTB72eVPCuDwsqcmECCwtC0UvfJnjNCdiJzgWQ5HXyVvtcWBMXsGgITG5sYGGxgGa8A0xZbMDEI6cEhBmC69gLLdbwvCO2jXIACHW/fi82jEDrUIKG5e652rOh68zgFg5eQJsBHmsXXFhYR0c+aNoS4I+2UR5OANTDCydmk7Yor1UflNKG1YzJALm29rW6NcAy1w0AmTgHSIyx4RZho+7jA9oSs6naGB9qpSBXvehXYhH22O8rC2hrTupyTorncPZnvNGPMaEc0JSxDcAOABzQFeDIMWllzdjhPrgFAC4bCmrGKsr3qJ8WBtjme57DOfcNKBuw1m0tCqhoC2M2XmtP4uYHeY4BqnIG3+fd97HNJxnCyp9K230BtfyspjECwy45LiLGRAJh33vMBoDPuAasS/17KTt+2ZwLnl4KcF/odQCwbbSL+pYTeFyU8wBIDR24H2i/tGuewYSySmCmxAasJySOm5DvKwHlo57nuudTphel8GqBGO0vOeF2oIUTumfG27pmr3Z0Lzlq/vQXPeUtJx1BWS1gdU+AkFUT3XcFwLMwL/lie98vZKsm8u9bXmsY1F9rBGoEvuAI8Iw5lfuHP0fwSbE123gfAOz744JCtwLgXAiXAHZBQfy5AeBr10EFwLNwVAXwtZFRAfBDHxgVAD80cl/CcZ8WAL4dqka8E9DeZd+H9FAFwPEd9iGx+4KOqQD4WTuzzg88a3hr4TUCNQI1Ah8tAmt/8V+/u+rs9jV5vtm8/X7QHBzIXhl7Wc2Rr28KPl5q4h4AO1oXiBsbhBqU6oMHE+ooNLe3dq0SPDkZNbtSmB4c7MqKOT6cXEhIC5wDCgmxSLnLsQJuQIMLLI4DjrABYi7k2cpPPjZOBVg2BGsvL3eaX/9GQEi5cweakALEoBrFwnMwHDUX5BvWpP/Bi44BDQrKDSlm19el5hU8RPWVK+0PZONsUCqwOBwODTLIHTk4PXG+4e3NbcHLTqgli7pwohyw5HPtCQADfMiNi2q5LyXyjpSlJ8cj5zft9rGv3VSswvJ4txMgMECCVBQqf11q5TevUUwLgqudgDqUytQJ4GOVJcDDQET20O+OA+AaBAFgBf4EaRGeoqBct9o69nWGYMAz720GDGyusKMWKGQfnYm+QNFqZbLeDuVigB7nwFV1xLfVlxMBaYF8teFI7SPXKIAXEBMADzBIrmH6EniafXLhcrBQdipmQTXGxVTqSyEvq7yxhwaUjoaAlLA8DvhzHseqTfsCLUqxrFiOrb4FXNLHAOB+P5S8wNoJAAs1Nba7qkvk8BXUtJW3cnk69qEORQ1JmwG3M6AaCZA9/mKSEvglgEzuX9uYoyrkGMZJxA9lKnAS8Mw4Zaxk3mDaEZazBbBpGAGdQ1WOWhogGOMVi+YNxltHKvRMqpcfaGUtqzUCBvyMaQtnHSfgaMDCsL7mwkGBKXW2rheuz11ZS1OHUGWGKtb1ZAEAVsa6Lub5TwOWRc4+wCH0UOpSq97jnP6BUrPMURJH+p1Y0RbqYDjModRFb6WimffaEBPVNu8FmNJyCw24sIWeq67dRvKzUh/Asiafw853/mUSFTvXC5PTLEZIm2IrxEsebc6xq2s7wSjljnRvMKTVOIvxH/ceFij4HpETdkUZghqaunFm+iABp5XhjAMaWzSnufAi81pndVkoYaiedsRWK5dhV2LmhQolR7ahvfdJ9XicN+6R8a8Nf3PsxoKL+eZ9CwhuK3oD1Md+M2U49+EWxZyB1hm5jP2vgV7D3lIvq5Djd4bQpe7j/Dz+Yav5/e9OdELdv1Df6//iPh9l0f9Y8LOggLERCyT4V+JecjhmXmPGZbgsRI5JVL0s6mED3Hk9sEIAACAASURBVOYW+ZI5l94v9gIB+uMewTYD2AmCqbvKZOFAHrPmcc59lPE3bn7550oyD8Dn+rDbQoDwZQB4/myLmq0Cwa0h/t6+Ef92DwPfr/+9+FcFwLfHp75bI1AjkBHIm4s/rOvzip6XcnSZT+ayX1nwks+PckO6K+Cdnak42ywqfZcpf+f39evPuATJyyygU9XbVgnHgq3bev3+SuAs7aEK4I2FG3k6XnyyCuDS4PkEIf3yflBXLYy677V3X4C4cgKzKoDv2wWP2v++/feok32Ag1eOrwcrgG/7YPfw+9NTh6QqgJ86oreX93QgeBWYvYks3nbMMhK56jx3jd9DSeft5199/d61fh9nvwqAn2p8fZz++9TP+rlfH596fGv9agRqBGoEPlYE1v7q748MgEfDq+btDydW8wI2O11BUgDk0ZHAZ19gUEBuFLAlbN+YJMd2FGC5IQh6ZkAMXHrxstd0evEFZjK80HsCU4KVWBxf+tiAP548L4AtJ2qcr1LvbwvcTEYo7HaaH95dNP/0e4EbQeVtKW6Bie8OfzDYIufs1aVAnCbkAa59KYOxm7V6FztnQd6OIO2hFL2c8uXLlzMAnHasfIk5Pop8wV3ZRfcECMkjy9yW7aRFsbH+7CsOzpUrsnF4+E7n6hiMnRwFeNjYAi5JDa2JM+AzMXSu3ASL5osCUmuD5idfyW55DUvt2HdHvwCYsN1ldwSTTFKhhCQHKNu6+uBM+YmxB56KDqKA7O2FZTYKwqOjY9Wpp/NdSAVbbFsNgANQFCGnfga4CqgFuAsY5urpVAOFgnPv7SP0Rr0nOK4yrNrWXoai5MM1KIw80Ci+zyZAcdltG76E6hJgDUy+Ui5nYC8LAzq9yEk6OCmWxcX6NUCw6m5oJxth8s4B2AwhA9owMUbu3N1OLBwYobqVAhZoQxuIiWGkGjuQVfda+glzrG3HsTfHcjq/YM9zE6PSDgiIvXXUPSYOpVKWbTdgORThYR9t4Kf/wlZcFuYok1vfUwwc1V+Rc3dN7QlAG9BfEBz1usrvCAD7JTb1jQtRvMYC5MB62tXfE/QqytKx7JWdu9TwNeA9wBd1Nn2RABimOAONjh3QOa69BMCRjxbYGMrYsGqmr4BVRfWTUDoVpyw1AIxhU8ziBMWSeCYARgkN0HNznOMZ4B2qUuKZP1Hrbus4QJ3rqdPa9Vz1ZNz7TlHiQsxzC/UyCyYgiozVudo1ICyFxflRuGOdHmNHTgSG5JEX2ZdlKT9yQmOBXV4oeXo31V/0mRdYMBa4Z5VrhTLDgjsXRURbEwDzvq9hVPJFdZvAedYY1yv2iVzfcf74Eeek5WEZH8pp2pdtzgliL+DAVIFmlyYkZJ9B2wJr23WIc8/zA3NWjwWrpufKXr8+G6Rxv2nnBTaUVjHEw32mcXyl47/9h4lyoaP+130Di3Ld51iUABTnnn2lccQYYguwm9dlKrVjzCQAxoqeRTVOL8CzggUXpUEBkBlH5FzGEh6VsZ4l9vqOzfc99WVOsMf+GXMU11o4UeKRVuJuu8fZRfPqzYWcMaTYLwskYgFTBcDt8Vx/rxGoEfiMI6B7Ha49OGZceEFUe5Lt/gD4NgvoLw0AZ68vguBVFtCfPwC+ebxXALxihdYjAfTnNkFbAfBdnwsVAN81Uj+m/T4NAMyXzMXxWQHwxxiHFQBXAPyc4+5z+3zxnLGoZdcI1AjUCHxJEVj7698cCwD3lOc1LHOZTAdi9PuyZz49l63zocAXwC0SZmLpPFa+254UmgDXsIjdUJ5HqWKlzmVi/uWrnoEvtrLjU3LRyip6d02T5x1P2gOSu6gUnY9VdrrOoakPkPo3lh0yILPb7VstC5j+9W+kQJXqdUt2xGdAYcEEQDWw62Q4llISW9sNn1fILGCJ9kFxeS4b6VevXqjMEys1yeOLchMFLDl6DaT0D2CMLSsqXxS2YfMJ3JW6F6C8NW1ev36h+sXrg6HsrqV6BXwAuNm6Uu+Sa3agNgMyO1KN7goKzoGLoKZidC6J7S9/8bJ5cUBuWpCSWiLoQF5dYmLA6NyiwIhLnWvofkEp15Vt7XiELTL5MTcFabcNpDgHSmRg5CvVU11mUI+tL9sVFrf0iPJZAmIM3ciFKdiZ21RwxNBxTE5l9a/EblMpigGpQH7OsbGxYyBGrt9LqVSDCaKyk4U06mWptEMQiRITpTUQFOUpsFnAb0eWwN2wLMYCmji9eLGvckKVAcRBWUk+4Ykg95ZBXaifgVuAT6Ai7UZlfKr6jkbIzFFcS2GMxbTgMzlth0o+uq2kxrYTLxAdyHSuclkUAEhCiJIg8Fy5qcNCWO1TjBmLQZ+xW47yKRtoBhxmzKKCx06cfu/q/baQg324Vqg75wL8Zl/RfvI8G2hrUQOM9Ur/tylwxjWFde5Y1wlqX4D+rsY+45Jzh5VxKICpj9Wi6hteB8wCgPl7PIqyAlTPp3Hh+EDaVOlSF6ColcoCpFaN6j/yB8PPJ/T1gvQw8jkHMOMf15CNrWcQN8rn3JH3F9U3/R1AD9AHwN0B4vIuYda/VOaEFa8geynfFs1YdftiCvCeX0JTHU456xuh2M7WSl/u8coGdKTMAOa61gC55Xss13goiUNZivUz9xgvyLDFMWMv8+lGm5xittSZ94CLLD7ISe1pyS/t9qqM+aKDaCd9mQpN7ptYemd5xQHSVsm+RxkAxz0BN4JLUdZz3cNyi7FQGlNimQttEpS6L8piizzOiy6oZwl85ABOiB7nTJUVccz6LSpV+ZsYkbPd15SqcqSFMX/4g2T8usfQf+SHX7ebgRZY6JrxvV/xjjHCNaJ7WesbrcssuYKB7HYAUJ9wb8oFAbg7RH7sqKthLG0skJx7Ba9HbuwYa4wt3CNC5R4x83H8Yyzbcj3bGtcZC5X4bzw5bn75yzey4+dcek/9wPX9QRXALdurVV/QqgJ4donUX2oEagRWRICpXZ49Y33u5jNCuiVcPyw++8S9NCbgblIA570n78t5r2LfxeOW/b1Y3WVK42UKYJ4feX9vl9VWAbue3Mfz8dmay14Et6sGULZ50V1iGQCelZcP/PLCKuVvHvfYHMDp+rH4nFj1XFkVh3y/AuAKgK9fd9dB0arPJ3cdZx9rv9XXyUPVuk8NgD3L8ORhqgrgJw/pkxa4HBivAmc3Ad3bjvnAADirsuy0syje3s7V1++TdseTF1YB8Kpx/OQh/1EV+LlfHz+qzqqNrRGoEagRuEcEBIBPr3a3OwJmoSAE/gLcsIt991ZATKrH3Q52nEjPBNWOAKtjKT7XZLncNbC8vND+AiBnAmZjAdpOj2ME1yQnnQikDU4jN+vLN12rq/7t96cCZjtSUgVgYrPKS/+ATfy8IH+mLKL/8TeHAoj9ZvsF4HCz+f3v/7U56B9INUmOVO0rgDCUyhLY8fLlnv4mty6T+MDkc9lIA4Bf+v3TwUCT9SjCsByVAlUQ1ba3BsAB0V6+2rOVcAApKZsFMYBDXbUJaHokpTCTR72ech0XAHwqAEx+WoAwgMrWvdqn0wVqSD04Uz+GIrQjy+zXL7YVP9ShgiLKZXwlIIGFNXlFcb9dlzXwjmAHoA+IyLlRFjL3zz7EmteAgqjtyEcMRDp8N1Csd9Qe+itsdAGaO1JaIm4cyBKbn0zskRe3L7Uzu6CWm+g8AO7JGEWnYCpCtytUqpdNv7fn/g9b6cjxikpzek5eXBTeGwbAwEog5Ej2y13ltkW1jL0u0I74AOgaKZ8NbpTX2bmatc8YiItqENtt0m4KCAPPrbRTf/b7G4LempS0ylWKXI3Jrt4fyeqZMbelgYgCt6T3dCxGAu39kl83v/oyvljowOKErsbQjhTatIc+xuqbOKI2Bv6yH/W3dfQGsJ48zGFZTZwAcWMtMpgIuu+qrI7qZEG03nd5gNMyQQqspP+w7WaiEYBOvwJbAa0GwPqCvqcYsmG/CMAND2SpgLcutThBoJi+UrcyX+gxytsF+AUAxiJcddahxOX6Sl0BZo2DrsalrcB1jSeQ5YOeLcBL3mbnZwUoqmzUzlynAcui/8NOO7Ay0BSwSltRbwM6mVPlHFaWAxmZVKa95fM6r1mJW77AhUIYiBz5hDk31/eVr0smjBlrqofgbajPA8RH3l7U6QRhDnRdSc5lwB8LFVgQMp+g5RpgwUXk6MbtgHsTMNQQVHUA5qatMnDzzLmWqVcsAuFaxw5/E7CvcwM5c+KWtsS/ooQ2mIz9vJBmBpqLylfnRCmeX+g4jHoYkhpOFhWzXrOldVENX5tAy4UXVl2nYreoeEucKYs6RazpH9qRk/nxet6P88N/nqNdvzYAjv3jPs59QSHUPaRp/vmfjtXUyO1MP+GqcOlxheKbgSHAoP8on8UCvB724FGWNxQy5X3+BMpvazFFAOfI/8wxBrZ6P+zGo40UgwJ4rGdAQGYWh3DPiZzSQOB43kX7U/UMAJ4poMlVzBj0cyLU3p3+VfPzn+nepnvZusYl96+c6G73R6jRoxntcR/nKq8vzMkt7pf7Xlt/UQFwa4DUX2sEagSeKgJtADyRW8jNIHI5AG7n9l0GFdsAeLHeD7WAznLy+Pmz6zoAnj//47mTC4U+JgC2o8nCPOaHBMC3QbjHTgA+FwC+KzhcWf9HKnBXXnc1B/C1EFUF8MoRU3aoAPiukar7LY9ABcAVAH/R10fNAfys3bvy89Oznr0WXiNQI1AjUCPwXBFY+6u/G1x1u4DHqQALEztbVvMOpQDAQpkJlV1ZGW9sSLkq0Hc2EjzSLP+m7HIBUgcvwl6TCeqRodnIFr1MtKNGvZSSlRzBgNDdTtiEHh8LvkpV2hHQ3emG6osJ+TPlScVy7kpfyi+vtmTL3MhCdGAr0f2v5MEr22mgXFfADEXl4eFAFsAA35KLceNCytCuYWK3uycYKlirE5LXGEBphZ8Vx9CzYjUr8J0PudFooPNOBQZ7Ag2AwPXm8O1xqA2LKs5KWJ0OO2BWz4cyNWxDx2eqK2BIttQoBNcEDS+nY6t4AVeb0EnZJu9IBUfq3k3l6X3zGhiiGG1OmlcvBEDITSzLVJvXAn2ATAJMVpsKPqCiDOUc8IkviQGgsKMGOA6Bfniw2sKWUmLb0/vf/eFQ8KIXwJe8tVJ19wQDE9adCdQOBiNDMwNnAc8eqtYCGOFE5hUFhmS/TzRuqCNwk/gBfM8FZtfXFUMdw5eQLRTcCPAEeSfTUajm1mTlKoXy8TuBQZWMzTI1Rv0KiOtL5YuqkklFrMY9xtS+yLOLAl2xI7P0NPKGcnyI/AIojcdjAWDZl1tpHnEAkgICKcN5Rgt0QzHM+KDfAF3APNshlxSvqMMBT7OJRdWF9p6rvwLSzXPYbgkKjgQ7WRgRwBBIGgsoALDYm2OJywIFaJnzYdt6mH9BhDY2aG/Y/wKANwWAua5CFR4qRr9VCFNOfE4U91BO8i8matnFddB/wE4ssNmIcVgfAyopK+yjd1DAU10fF8eGNTWhDQjMggHy8LocVMklHy7QFDCex/oQg7NQLYfaJopyXtpCttif8UsMUIKysMH9ZiAJwFV/oAA2SHUyWcM4IDPXKcAYKL2jcxNG97f+zfi7/mTMu61uj/bVedI+GAAcbcGWOK7rUO1GXQ1k9TrtDM1+bPQnSuBUPuc4c35aQGvJd+xr2f2LGpX+z/6bA9ewCs+YR8zYGB/0G9Awcx2bQevQAOD8Xkhj/OX2haK4/XocEwsySv2Lffis3sVW2W0j9zHQ1iA6AHW7fq5bC3DiMHClPLkXF53mN3+HGwE50RUb8oGr/r7uvCggcldbzN2ydqeuQFlf66VCXJNA3sgLHP+AwAmNc2xkzuAoMxYtWOHulRVRf+5pCYjZxwrgMkMdsDYWCthloAxgeodFDRFHJuoZo5PmtRYvvX6NvT7xT0BMrCLvdm6L8Z91x8IX10XY3gYSM/h705fda/0+O+38lxVfkB/7BW/VRPxjy7+hRfWlGoEagWeIQH62G8n+mVQRfEbh0+x8m69WuUkB3Ia/7eolaL1LlZcB4EVlbVvxe9N5b1IEr7pXxfOsLAbKzxC65y8u6lnWjtlnC54I5XkSZd4Mc25TF6cl9CrN3ipl8eKZ2x8HeNY9VkGcqTaWxSSWZT3dNgP2T1TkR38+rQLQTwSQP3o7n6i/Pr9iVl3BKxTipcHL+29Z+U8NkJ8n8lVB/Li4Pp0l9H3qEd/J77bdDmBXl7HqPF824F0dn9v3WPj6/9jiPr/jKyB+VJ/Vzw2PCl89uEagRqBG4JONwNr/8f9JVokqi3yimpWHSwxPp1K0Mm8e6jCUjSggL6ToHQvSAnW3UJAKiDEJzkewd+9GBpk7soUGol0p1y1K1QtBNNS+QFmUiWEZjZXnliaZ9L4tbwOAAQimUv1eyEb4Uj//5duhzqfy9SX5ldTDDfbCWIZ6Tj8m7N8eHrqewKWDF31bT4+GUtGiINZ+HdVxf1/W0wUCALnYUlEHzmEbjZTr14AJsIfNccA+Up0mxAF+WQEsaPDypfIBCyRbsSgFmAGWZG+H744VRwFw004pCpGzFggIA3rz5o2UzdCkaXN8ctz86R/vNz/5ueyM1ydN38pkAQj9G6gPgBhIy5xrWKVgz0scgaXbyjXsfLJSAwLDgT5D2WFvChzSh85LKnKQABjL41OpfzdSIqsjulIx8yfuyPQh8ATLZ2JkdbEAEvmWbbhbHKTO1GdWF2qsALWdu5XJMr4SYDmt44FkKJ0ZA5tSMgP6dncB2QFXbJmsvLeAa/IlOxewAN5uJ4DkdKJFBmoEqmsWDqCWjTyryl1s+In9cNRvwzbXTFNqnCrvNIrMUDiGZfDOTifgnGICr6Su5LdzTle9do7FrEAosIgJT/5jnE4JisE81sgBA63cFbQN6CZLaPlsG2JqPyt+FRusxFFCo3ZlDLM4gHEQENX6Gpe1qYTW7t+iYGUMJnTly1Xwpxjj61JVr6tdbQBMX1OHBFdhARxgN/PZAuV3VMcoK8b2pRcocA0G1KQ/DIfJE62qAv2Bnij6DcDLBBQwltcTkrFYg/4PAAcHYyCQv5lctMVymglGnSOUs6iDGZvRN2yUtVlyzRrYowK3UhrLee450Ud5Dq7x/EDqXOGOXUxRA4UB8ShBiTFtCmAY9XPbrcgNhSkq5ZllMkcYgLta/mkVPk1STDxWOIfeiBzJAaS5BrAhz815aVsKWs4f+Z4zV7B9nBWfiIOVP3o7LItD9Zznj75ZyM2rpqWFcwJgw2yiW3IXB7CnMQDu6wA4IS8AOCflvTijLAhwOYb1MV4Bn16EUKB5WkAXNuqYZX193gKoDw8vm3/5p7HG2o6vuQ3BfMYW4517A88acivTVSyCoPy0GqV/bL1drCGIE9dVgu5Y0JCT9PFzDn/j7+iDuJfkgoq8PmIhRGuC3tfkvLw4H+OwLCLwuI1ryOdl4YhWhVxcDptf/OK1n3epcsImum2VDgh+KABuH5d9HYt6FiZEKgCeXX/1lxqBGoGHR4A7IWknxrpH50Kv+wLgRVC7qjbLwO4i1F0FgG97P55RPLPn6QyyXsuso/MZl58lcv/bJsQeCoBvAuQfEgDH55DrwCjBsj6h3d6FKwDmcwHg+46zZY346BOcFQCvukV85u9XAHxbB1YA/LjhXQFwBcC3Xl+r+Pnjht+nf3QFwI/qo4/++ehRta8H1wjUCNQI1Ags/f77P/+f7/wJam8vlJJMnCOcGgv8jUdYCKO4EuxVrlqAAhMmYylUx8NRmaTHwnbHE9/s1+kLkMkWeCL11/HRoPn6zYEVckz0f//9WwPlN681ca6yhsoNezo6NRxAIXehyezJmWyPBXKGg4vmt78dan9ZPetL8uuvUa4KYtn3da0ZAEI1odOTohWrW+Dom68PDCCBQt/927Eg7UsBYAEoeTIn4OGBNjgduM4dPI6LZOy777/z/kz8AO+gBOSb3FZQDIJVwGAwVt7goQHhwYHqBeBVXQDGjpzqc3x8bPUm0ODsTMBVEysADQAzcIP8l3sHym+so7GNbgTV/+N/eClVsxSeRXlJXQHATL6MBU04P1B9fKZcyG7fpWFaf68rFSbZWKVMxApV0C5yIwu2CH5MFBPaCciBcUQu34DwqPkoM2EfbXYOXamyz4CXagsW1KkBIS7itlIYjxSfoVV6r17tO3xnqCLJX4udrqDdhWDU4CRgHnl/ATjEiD4fO3dw1GtHUJixdnwo1Z/quH8gJbjacCqFOAyn35edsAALMJ8yqPeGBhNxtppT8Qe6TMZB6vp7qE9p+xxg0UZUzdQXG3LGuBxhDbomApNXxcYY4OkxYqWuQCIxsmUzEDsAIWMYVXu0K2zOUbuyMWE5lO01gd7bB+5i082n71gIcKUCttX+mCQMu1vgqxXAtEvAi3zC/KRvfR1qoQVQGrC5saX+EJylXiwScN7jIqXNyc0AZ6jppdaXkpKFAShyc2wGOwrrZNqOitdqcW+6xnX9+tQGoFguAynD8ph8p9tSvW9h08sCA3LmAjzL8c7vrMUXxJfzOHewxgsQE3jP1tHFyHiJBQphlwzzpAvO9TdwHRi/pjZgFw4ENrTUvwtD+gBg3EOIAYCfvgi1rUCdaCNgl1y/vIfVO/sDAolrWhEHVI+8vAnbqU/2ZeT6jX4lTzB1IwaMhcirXVRBOpx4JGBOAByAe26HTTlUFfjJ6wDLeI3FFijjsUaPXgjQGL97HFuNHJPXxNQKVivGE1AC9cOGmy0AMAWx+KFYShM/6lS+KxsaF6hL2dwfKFvVcf34j7YkAI7aoNhOUMqimMhVThzzSwLXEutd/unbkazzqavij0W27wsbGnNyBtAxQGwWCXBOhiDjPhcyxE/AKfcmcl5HXYiV66BAMb4jVpHvNxfrzFXBcwicADj3Ycyz2GAb+3EvYJjnP474kfsSy+hwV4jzBMhl0ZDZOos4mrPmtRYlvXwtmF3mzgHBFwrMUyiAF794eSHE7MtsLHyIDl/xDb8qgHP41p81AjUCyyLA5yE9Y3HxOdfPdeVtz3usf/pWOIcZbRvnmwDmKivnZdVYBLK532KO4Nkzp6xqWgTGy3MC323C+CEAOJ8f7bY9dAJtmWp41QCegVs1M22k22uGchHYLK7LAOQq5WkW8MEAMM+51meNxYasCsyK9x/aT488rRfq3bg9Ufxn3bS4cOzRFa8F3C0CywDw3ZS/q/vvIeWvgtJ3a9lT7FUB8OOi+HEA8H3qfPvzdnlJdyWXd3ue36fGX+K+P9rbfwXAjxrOH+1z0aNqXQ+uEagRqBGoEVgVgbX/9NdDTSGTS5Z8l8jeYnL96nJb4CzsfIFo2PFiF8xG/tMpeUE14X8qmLq72/Nkw05HE/vbQ1v4nku5e3Iyavb6HU3QSy0pGPFO+Wmnmsne2kIZJjDIxD9qOjStmjiX7rQZDLcEt8bNmfLDnhyRv5EZ92nz1Td9f1nGWvjo8MRAjUnxV1+9stUvMPXNmxdh+6nt5BiFpOCA6nUmcHppJWbkpwQks+3t99Um+w5bHRswSAoI2UwDnICGW6j8pGLFIvgcYKvPpQn+RuOBbWs7sowGWBnaoRATMDgXtETRuGOohq22rFGxHBVE2T/oqf3AzwvZHw+aV7Kt/unXyse7D7SiXVihAkoCBMIiUNBS5jqwRw0HqqHcw4KWfQDR8Iq3UiC/ONhzf5D7knihNqUPUbalgpM2hzqS48KGGIUpOXwjV6sgnCDtbgGcACzbIqPuVbwBw1+96TUwT/5mcpD+P9gT5AO6aV/nglUfnSoHNIrR3Z1uKECtRtWYEGwG2p2coJxljCmGAOEj5OdN09sTzd2UOhjgN1NWenSGjS+2wIr/SOOUzXFVyFCeWxEM/XffnhnekLNZQ88K4IC5AVxRiCeMCs/gkIMmlIITkmc6LIfj/Z5yC9MnOQ91pnEaqt/LZv8F1tcslFDsvYAgVIeo0/la4zGClTM2yrbDDcUv9s28H6pii8QV21BIooal/qlcp8DM5eoJWFXSimhAnu2WUYAGnOSSAOjSDqu2UUTrtciJW9S4AsCMYYuIQ+hoAE17vXBBuapRgIYyaJ5/lzZgf46FMlCfmFD3LN8Q22rZK+dXjonjqCOKV0qzolzH0C8JtgHJHQF2lKJU0bBaG6DZk7N+ba7o5TUDWm2pFGb84aJMO30s8NTsM45jyy9GES9U/0DHsNGmj7g8DOq1Ef+AfQEls8wYBNGf9G3CWZTM7tACsalvKlco2+BT9zyDziB8BsGMdzZANsdy7aYC3W9oo/rZ/2GJjtqXus8B8LbKBUhyLc/OWwgz12iqh7n22CcUs7ExfhlPM6VNqVNO9ls9L0Ad9Y17KwD4138/bo51vV1dYoOve5/HZOTcDft6AVP9HQrgsB6PxR0BfiMXNLFgQQJlJNiOL/qp4i61jMUt2hz7osxvtyGFTaiOI6a4S2hBhQY6r+FqkWCcvop+CTA/fyMhcNj9b+CQQP7fjfPmpz/veMyvFytoLyBpbTcqgG/4UroINB4FgO/xpfexX/ByfFxr9C3tX7Zffb1GoEbgI0WgPJ+G+lzPwk/WEq0XAJX3hzYAbgPfm5SYNwHh+7ZsEeA+FgCvuj8tU5Sy+O62+/liuYv3w8feX+8LgisAvu9IK58kPuQM+SrVb3yYultD7lKWSnrsOLxbZepeEYG7ANY79m8J6fL+qwD4xzzqPg4Abn/HWQVqKwD+FMbnh3y8fQrtndXhHt+FP6l6fyKVqZ8bPpGOqNWoEagRqBF44gis/cV/GWnOIHLWimMK9IT924UgLl9kjk+Vf1H2z70+eTkFEpSzFagTEx2hZjsbR47TnR6T4mMBAdkNHwMLBb3IX6vjt6WIJUckdrAhWsIvVNP8+mSCqnJiNZ8UotPt5g/fn+hcB7IRjv0PAGrK7wsAvpisN+8EgPPrEypNFKsd5RLG7hZlF/U+Oj61SrTf9Sz5XAAAIABJREFU7XkyfyS1MWra+G4duVCBnS8FS1FjAvgGQGDBZpSUAb6wWt6x2hFSBKjB5hkY91qw+fQYNaygBnFQGw8Oui4Lm+zjI2SmjXJFHhhqDARFUDgbwAoc7AuM8/vxW2DJWvMnP+k23/wUa9qJwDhWzrKRFgVDKQxI6Ul9WZxKbc/L67anI58xKlP12Ynqg83q3l5PsQj15IlgKhbK1AsQidUy1ttskZc0gZgAFwBsA1gOUAb2CcKozeQ7ph8AI4Bm6rtl4B0KXufpnEpBLBDy4qXyJwuypi2qQWKZQxsNsO0lWsBr7IkFg1AwY0ts4FYUr0AsGCwqTcXazMpuwwJ6hjNRb/eRoTT/zp2/lljRJ1hhAzSJAf1h1a7aAlgca1/GnFWVKrPbBXTL9hkgKzBlCFvAHaoYbL1RdbNdispi/dzvAzPDPpt8v0DQiCkAl34EdJGzN6yjY18WFYQ1eWxpgRx/8Xra6gYQFdy20j0goAFksXnmR+7P+AKqAd0D8BNA9udaDTtn4DTjmphHOwKa8R4b4GsXy2AuS0Nj+ir6gYG8qf6ifxh2xD8VMpRjAKnjUaGT3xYlMOcdS00UCzKw+JaFteLMfsByYk+OWfM9yrQyOFTUYRV9bqDLOHE7PW4SNs4nTzJeDKAEp14bUHbJfMlpO815fe+aKWbD0tnwtXQ6X6rTGt7x8EmAlmEb7XFpuXiAweg74oXaOezEWbwRQDnimVAc0GxFta7Zxfx9LASgDlZJp0pXMXEuX6C9YgrHJA6Mt7S15/yM93mfhMq8/aWvbbsdsDXN4WPssXAhYpOwk2tPYLMUkmVlruRylDuPBS/kbj86njTf/rMW+VyS4BewrWvQvuG64slfzr2fPiTPNrbKvt4DDKMWBubG30DZWFDAtZST6gHmQzEfYzbz9kb5+T7vzRZvKKbcE4C9vB/W+HMlEeMstliEsWzzeYuh/hqLnbyQIsbcz/6YXOJTjQkvZ4i63TTvcYOF8ww8lOPy3tDOTby8Vnl9ZhPuP9ny2C94FQDf1jv1vRqBzyACum3gijLSc5knUwDgclfM+z/P1HJzakPRGSD25444qA2A73t/WQSxN+Uazvt7nusuEV4EyHwmaddt8bxeGOnnyPV76irAu+r9u9S13a55fG8HRvluPufzPKkCzr8X35/liLkrcFxswAMVwOXj19JwrC9xtlh8Rq96/tw13rnffcfrvcq/LVbPFP8P0q57BeFL3vk28Hs/4PveZbb0w+ldYLM/kerfXff9cH1UFcCPi/WHBcA3fqlZ0YC7fidZBZKXneb28p/1fv64rvugR1cA/EHD/cWcrF4/X0xX1obUCNQI1Ahci4AA8NnVyZHAjYhSfw9oxASOINoooO4lk9brspMV3EPNtWZL2phgt3WrANJoiKrzXDlb4/hG9nGoONfXBFJLHttdvcHkEvbOzC4B3sJaE3Xl2LlmUQD/IHBKHuCJFMBjQVvAAjlQX7wCmGJDfOU8vPllpoPqUKDl8Pio6ex2pDiWUljb4dGJbUN3bS28Z3hydCLrZ0Eo5hYAh5PJSG2S8rS/14ylIh3KKhhb4Zcv9w2jgAXk6wWeAREOpBhGMYZyFEjT6+1ZOTyWYnl6edZ0pTjdP9i3JTVxscWy1ZyyIZYK9vJqq+nJHvhE/qjbimdHCsGjd7K5Vrx6vbXmz/6sL4g5FigZNR2kqiV3MPBiG9tUQT+g5pmAZygnBUQEnqFdV4IuQGfgfE9wkv6in841qfdO50BNR58ZAMsS23amRbkYisgoe7uDGk9K7BOgqaxhnb+W/Lj0sSCeYozV8plsvocDtSknyPSzo+O7HcAP5xWAAtCopvRvRzl/z6QwAWquCbLvHQigoqIrn/vXBE8SPpa1BQFKPWmihQBaTdDtdQwmGZcsPKAPJCb2fvEPWB65pOmDbY0NiBNAiVzE+PkynkMRHtAS0EIVdgyMI9+v4ZvTteoa0Jun2Fkb5AHjNr3YYHB6KuBPHugAtbbzRc1b2uyv3EXNmeMcMB35iyM3LP3KAoj2h/OE5dQb62pUlmERjdUtisoA0QgfZ+mDVS/iAtQG7EV8APcAaKyE1Xe6ADIfcN4BAOiAc+dLFsQH2DHOaafBLWDesC2U8SBYJkSpPyAae+TcUKQSB4Nd2fvyt3McM5kMKNW+KLKjnqG8NiA13EU5G7l5DQcVY+qGNwA5rm0DXOYuNmkQ129RUXN++ov847PJUp3QSn/Gv8p2P+p48gNnTroLXUOck83XAfcZuCXFq3yUw2yq2QwmAnURGXu/HHNFPppfXxPKcj1to5guG2XyGosAWDABAA7oHbbQ7lN1akDc6M8Yzwmd49i4+cb+hZ3P8gLnOGIX92kJmq97q8wDdLvNLABwHuy5Kpn3r4FiA1Zim+rcWBjgcwOq/WygHOUKF0f9x388lqU/LgdYWjM+WChALmcCGRbf1JzyMnc213FYn88BcCqugcQJgGNBAs4BjI+4l7WBQ9hvcx1KlVzAMPtETurIZUzb8riID0uSon9tEa3/chzOy478iM75jMLaY03qaFkNcBxl7L9Yb/7om1gUkbfD2wFwLCiYjT33Sv4dA+ZxALg90Xf7xONjv+CtmoB/bPmzC6j+UiNQI/AsEeARRMqRKZ/t9YS8ZIFTCwBzjZMLeLZ4qgUSFgHwIki97/X/MQBwOGfkAr7yfLwjAJ4/3/O46xPS921/lvd+HCsAng/+z9QKegaAb3g+VwD8LPe2D1to6dc26J/168cGwB82Enc9WwXAd43Uzft9HAA8//4yr9UygFsB8ON6+GmOrgD4aeL4YyvloZ9ff2xxqu2tEagRqBH43CKw9pd/M74aSpmJcm+3G2ozlJ+nx1PBTdSuKNKEZrcvZZnc9SR5wjbUt6hjR8Op88K+eLUr6AaV0ySSIO5Iqtqh7H2ZkKd85lQAKthNA0eAOyhuyYF59O6yORHwfSvrZpkPC9ysyep56GyLwjECq52SQ1U5YgVysR0GRr7Y33fMARAANnIB72zreOcoxaYaa+Cu83uekaBSyjRDR+qifLp8MLq4EKQ8GRuKABkByleayQeUpiWwc4wKJGCT2iV3MBsAxIBzpLaONYmEbapAokAXSkHg8pXqgG3ooSDslYD4puI7Gp8qf+6e4NtQxwk6S/Xc6W41P//5rpTFgpHaZ10EC9tkLEuhJtuCsgC+l696BmjOoStFNnAceIUy9/hIFsQCLqS2RDmJ2pU4D9U/ALuRcjfnB0EDfAPLhPADQ3zy125tsQqA+AsGA6uYDTTwv5JdstoOzFLzUQWjpmXb1PtYY1N3AjkhnyuQDhttAIyKAACPhlJMr0kBLdtlLIrZUITynZmxkxOP3h/VsRV6ACPAKwpB9bPaAcju9RQnvTuWAv1EY+KFgKyYkdqpMSIwT4wAX4auTPKp/tRpJCtsztPvd23ZS65kK4F7WkxgS+2oU1oHE19AIhbGlE+9JhobfeWfjvEDHI+8ogZ95Ke1FayUoLbvlXJZRJE6UReUuIx5Kzu1W0LHdJ2l7dgFsyCB9tpeXW0xmFQ5gDDKAagCW2P8BwD2sDRgk6Uztu4K8USLJqYa61gSF7del2s1aoG/HAN4290N+2pP+mpn4oc1NdbfoXiNhQ0G2KhhyyIOrj8DX23OISsQx3We8Sf/Kzm1A8YC6ULRjGUu16zHkAauVe8xhCKWBvjkwo2S2WdLbUbtzPl5GXv2K60EIGf1TAnDYhHFJJwFYqNsALIXDhRAnROt9Bnj0Xbc2vdcSm9ijK2xraB1IhTARYju8QOQTct5A21dc+kATO8DHRPuBkQM1XoqpDZ1Lo+SWU5bahktCMAafevxAchXfKlnWl3HGAvLZKzUgaqOEuOnKNJ9PADX3Dzs9nmf64GflGm4KbgdYynGVyqgWCRhWIsyDGicANiKem49WABsNP/6+wstNFH5+nvqVRko0nWdUm5RrRvsqs5hOY1tecDtyAEMQC1Ql9uN445ql8UncS0FyMY1IHzKI4fyHGoHZA/77vn9bZ5DOaydI+axuoRiaDtlYkkdqmyXkZbzJV68hiX+bPEBkF1lcF1sqQ1/+qfbuv9FigHHfOFnnivq+9wAOOpwl+2xX/AqAL5LlOs+NQKfYAR0j+I2OB7h7sJdKT6j59ZeYMMTYL7NAdYiqMx9HntfWYzWKjCc+y/LIfx+9G9Ww83rPfskce3QxftdplF46ET89fMtV+gts4JuWz77uZMf8EqtVyqCE1Y9E4DMBXftIN6k/uV52X79PQUwz1MvjqOk6+rtp7yynnrcXqvbXRXA7HfX/rijBfRzXZdPGfvPv6zbFLYLADhvtHe0KF0+Lm8756cf0QqAH9dHD33uPOyst8HcJwbAeaplxc4/pdzalGe9nz8siJ/UUV88GL7j/fWT6pRPqDL1+vmEOqNWpUagRqBG4AkjsPaf//bwamuzL/iBxTCWsMAWbILJYTs1xOVLNzATCAtUBXACGFAEY7M80n6DwangZVgPR37KDUFdKWPPABkxuX4pOLCuyXJAHvMUAMUNqYvX17ebH76/aH7/h9PmYg0JMRNROv5QlsYGGYLPB0ywh0Vo5OKlXGSQ4YnKJL5hhupO7lsqDWCAWgBJOeeu4C4md7FBmCKPJQrPzHn24uCgWIQCCwWnDcDjCPKnGmSJAhoOlVzCAG9iNRTcBJCsy66ac+4pJ+02UEYK38O3igXW2qj6NqVoftFXWQPDnLULgWUpd3d2z5tv/uiq+eYrKY3VljOBTuyNmZXbkYL1nLzLai7KSfqKPuvI5pfJIaxnJ8qhOhUINvwRWKcv2Lekv3ROWuxW2YgXqm+gFcCNXMaD0ZGgqiD+FkrbNfWJFNMk1dW5yA+MqtgfCLDiBn5o1nCsf8CSTdVhh31UT6vrVFfeX5eFNmANSAs4xcIZoL/TkarZCwgEbDXGAEPUdUewGNXehQAfoHtiOCbYCFjfFZwG8GqhgMsGItqWG9vuTcFrfJEFaNVE8h0H8IxvEFYqkjMYO2/aTplagJDWupyPrkKxzUbcbUVbgNwF8dTCAibcRlIXAzaJFXHnH6CKdgLl2TxRZWA6v1pRgZ+hRhY5o+5W9JYcp4wn1JYAMecjVrePZIe8zoIFL6AAlKndgFhtkYc6CodV0cwxSmT6A8haAC6wDCU78DIBMOLeBJdzUBYwkH2JoZWOqgfQlPG0qX6kQVavouBX7LguUHkCRwkVNsKBf8n/HFbQobSUKtu5jEOJSrmc1wBclbci2GCXcxXFpRWboUwHEAIoA5ypbFTQIriMXyYNIw/xxIB5x1bnGgPqE6zObWdpkB25aEu4ZdcbkB5wTlvJLSz27fM5puXeAEhnCFCmlczEhlsHkFXHRs7f6AfaY+tlbJFRmxtGhpIXe3uXgXIdiuxYhJrYMXOfeaTOB0wBobwAUMdim3ueFdKp3rVCP74ts6jAqvsy6AK2R17ymT1y2XddYzDz4iaQNiQuYzYnjnNCmT6+CQA3ciAYnF41f/urU9V8r9nYUftl9w3ojntNLl6IBQYMVs5LXKNstcu5gcNuOhXUtCHqEG0LZTgW7wGPKYvFOAluAw4XeA7wNgyOe7jHelngYNV/iY9dADyOAwDz070xy0McXWGVtP7j+kGVT71ZSEA5OFdQd9YhffNT6kgd9AwoE7jXlMAzC+gKgOeDvP5WI1Aj8MEjwG1V//jszgIrFuAAgPH58FMoF+P4fhgK4PlWAXDG4kMD4BnwbaWecH/lgqMKgB91KT3rhGcFwI/qm0//4AqA79tHFQDfN2LX968A+DYoHZ9j6rY8Al98eCoAftTwr9fPo8JXD64RqBGoEfhkI7D2178+vdrZ6XhSG7iE4jQUVKgmZQWsyf3BqZSIUnUBp7AXZpIb9R5AJ+ALk+1Tq1gBPJQBBCYn7dUlatgtA4yp8sTuSfm5ifITJZiUoKiLZVbb/PqfTqUm3WqOZEU3EhDoKiEx0Ic8u9s6l62l9QV6qn12OpGXeKo8xcNTQRhBoy3BOfIxono9U55ewAIKyTWBHVS2zIvYhlgA93Q0bA72dku9AtZ1BNSAMqeDsa1zx1IYAxm+eg0QxkI3oINjo4ky1KrYTEO/9vb2PYGGYhcVJvlwaRdtBZIjJMYmmzhdXE6aV6/3PPvGvn1yASsCqBUvpdLc7Vw2v/ylQKeg61jAEBttn5fcu6rfNtBW8dhQ+RsCzWFJCzwBPmGnLctqlIKAb8UIaA68ZSMna6o0UQACXJ0yWdtEAG1N5yTPMf0+Ua7lo3eKmz8hTpXbVypqtdmZWA21ApQAaFkEsKmCdpT815+3UCRLHQkQD+EmMIw3sFAFIKJGBQALFosRkX8ZeOi5K4O2ojoEsEgBnMq/gGfqY+2IAhcAdMVCBHKNqo0d8h7T88F4yxgOYJ02rhOBQcpJ0FXmO4Mt0lK9H1bKgPtQTAI8GfOhlgHwCfRQf9TO2mgbdaEQxpzLsVJzft0D0JhsHQuEAiO9eIGyNU6BTxwb110AfmJB/l/A6I462WEt0JEJ2W5Xiy+KuBWFbrYnc5xeXCToD7tmFMRsQMcEeRHXuQV1KkJzkQCdQZ5ToOy2VOGOoWDnugAf8cDCm79RGHuhQskzhUCTxQfUiTI5H8rvtG3eUnuAda5zDKe4xhizLOzAFlj3k7RmBmDmF92Z3XMqczWerNAtYJN4kQ/5AvUvAHIGRMn/jO02tt/ksQaM6uTOcxx5Za2aL/EhVoaICxCf03C/udRCE4NFXZex5UKRgNQ5sZFKUsdegUH1W3aP9ptZhnU5oH2Z0oexaIW3DgJEWmVebKJzlNGfnJf7YAlHANUCMHO/sHQufV+gL31kpbzjNR+3rl2BBajS3Z4yyUzdh0qb/s+yfp5MtGhDi37WtzRWVD+U03G/ZKFFKL1Tget81loownmmKjzHW0LfXJTA66HxlruAFn+0lcRxvYVq3NfTwsR3lBHqf+IWyuVQtYd9fNh+EneOj4UtBRrPfNjniirGIAsUWBTi2JV7FXG70j1qXePw4EWn+aOf6NotFuHU7zYAPFPYefzFvSRjX+b3i/L9en+s/OseX3pXfcFbpfBdVZdV5a86vr5fI1Aj8FQRSEDBZ5twzRmSlsLP4ExXoGcpn5dm86pt5dr7ystl94f5IqR4mCzeB+aK3tsncLPld1UAr4rU3RXC5TG94l66WK+73y8XFIGl4hGn90FSfn5dbF9+XlgEw7mSLZ+Liwu6Fv+m3NnS2Nbz/8ZUBquC3Ho/nt+xLVP+Lo6P25TA+blm/hnlbuNnWZUf/Hxapby9TcF7o0UwF0krVrMK3zxOZv2yqh4r+ipTTyzd7R6fJe4xLL7wXdvX7839tzoA1+8B74/Tmx0KVpf7Ze1RAfLj+vNhAJl77ocCq4+7vz8uOp8/QP7iAe+jO/jjjq/HVv9jH//gz08fu+L1/DUCNQI1Aj/yCKz9zbeXV2NBUSAesKDXla2toUDkOoQ5TGTdy6Q2QOpSxG5HuVIn52NPyHe7XasEI1VoHIOaNFSGqP+AXChUyfMpoCp1q9V1UoOuobzTf0Df338/EmbsNj98p3y1ArCoH/vKsXsia2ZAZrNebGLX9pr9l5zrXJAHm2kpTQU8w/50zQBuV+pSVKvAK4DdUGUxMWM73bUt5yFWy6Ta2gv1qWbDOsoNzDaU7fWmZKaRG1W2v5IFomiMv4lLfvFCQ4peYipb5gNDSfMkUbkJlqYqq7/XKda/A8U3AChwD8AMpAZMoPC0GlIQk+NeCiIc7F80/+7nO7J9BtqirgxA6ly/4h5Y68qNOOKt8/MliD44d57Nq2YkRSWglc3guyv7bKlNA9ShWKN2ABrVEwC/8f+z96bPjSTZtWeAKxYuSWZmVXW3ultPy5iejcZs/vr5MGZj9mY+zJiNNJJMprf0olYvUlV3VWVyB0BwwZzfuX6BIEgQXLOSmRHV2SSBCA+P6x4egP/8nAvAZT+pbwX5UTTT7seKfQeKqUkG2twAuHwvDQCs2CqfLrbXa8BflQqYcr5VvX90pDYt4BelKJB4mby/+gdoNiDU9QC/Q5GaH8ZC1Wy1N3bBhlWiigAjxQIFNm3rOOtcm4ozfZO4UC51s21ugXeOfFyyY0Q7TEBLDgB6mSqgHj9VzudV5WAG+ACcgXYsfsBCmxh21H52g7UfcMD26F+oG5Xn9pyFEQUAc40q27myff8E4F6WAtO6wkJxsVZ2e2HfrTgBmIfaP+BtWGXbuphf6GfaHTU612JQpjd7G8pv7XYJRTIxxbq3nvuX66ZukQ817JDr7IzjUWpjAwwYA3IDgKkLucFXlKuVfqDmLjlsY3wgLvQr2gWlOOpfL2pQPW2/Lktt7KbPdXLi6pzSgF1qqEq5znoPZShKT5T6ttYudb0K+Eon9HdQVJy6hwhLmR00cDRYFIB0H0iratTHAUgdRmJF+e577KN+qboCgbN/5GRkgmyO81jJ7YgyisUN/NQBCaejHcmlHFbCOBGg9s4+GW0UHY9zcv/SXowxbhOrletjjfe0UpoNAFzP4ZtduP6zbv0Ylt3TPl/fL1W/vMYCIAPkmpW042QlbSilDVYFXb3oR+/9QQt3TvqC6WdSJXNNGqvd33QB0ccKWFBbJugF2iYAJvIBihPOhrKWvms1uuKSKl9+sm8o8+m3qMgZC2JMzry+udDA/cgK9Gke57C8p/zIGcx9TbWdD7jeMBmkAsvpI4xfudk9oPRbInFpJ4Tz6mc/3ah6m2FN78Us9e+XMwrgBgDf1HOb15oINBF4nghMAbAXpGmx4MjPPhZE5TNRv2OLP5ngfRwAjkVht23XYedNe98EgGNR4f22pwTAddhbd924W40eBoBn4zDvXLOK4AYA3xypB09gLgKvDQC+223wSe7VAOAP1awNAH5cpBsAfHv8Hvx8eFyzPNnRDQBeEMpmgdOj+tpLvz8edfHNwU0Emgg0EXjBEWj9938fj49lawlcICcqMI+N6SAsToG3h0cBJsjzC8ggVyT5F20vbPViJTtcQU0pYHFnRmXL/gCkBB2eeJct8va2AKzmnAC8TDoNBGh///VhtdTukR24OpWiDDhstZjg8CUqTPJ7SlHIRDvQd3Ob/JPAAUBtwAkw83AgWKzzkKt4WSpFIPD+e9lKa1cgDPbQYcUKhSM/cChvqSe5bckre3TY1zUEHHMcyhzTNCdkrNCPvKxrAgdcK+AIuSe5OKXyE+Dyg1HH9pUbOBTJqCZXDJ0BqydSJaOsDXKl/LOCtJyq15XNaTWqfvTlevXTn6AeDntY4oHd6Pm5oCQKw+pMxwhE2gY4cucOBUR5Z01qOTYAIWrs4XAgRfWGYTMxAF4B5AEsLUH5NQG7tuIrEXW1LABGLuORrLtROnYFfuErqEVOBfaBMAkROf4CgqsqbEkZzutiII4D5G0oikyOaOpAfAC1dpQuUPRU1wZrAhaiYrVVseLnnLkoOIEqE4AHcAfCDgoABqIp3iqAulMH+l9fksTNLa4VCBmKXnLvcs6trZ7jEhA1YFZ+QIY1Uc/MpQsEA9R3e9O8vicnKNsj/+0ySkdirz4GCGdzfziXKl05tYlxuxMw0aJp/TsUEL9Qfehv5BMdYUcN4aSf8Q9o7d2BTQHQNqVUD3Ut5UefpP7knyXnNRO5Ac+0KECqYLeBdrCNtKGb2leByA9qsM+RYpt9OHP4umBD14BhlMNYYAdzvTP0vU1fpwEB+Fjicn+H/Tj9lGNpXxZgcHyqzesqFfod5VqprIquqt4AYhSdvGd1qMYV5qMz5y3QGNvgvIYEb7YuFhsHKHOfpioUYE6TWCHu/hMqT2LP1Tj3LF1G10aKaay1AdcupwDxmGhVnKwuDRVz5F+e0lvKWSr9KBYnRP/12KdjyFOcUDsgbCwGcMnAUef5jX6IwjTGvFC/5/VO1pvomAkAdi7lqM/sBEjYcE9hONdBvL14YGa+3AskykIJjkl7ccZ0xhMrjN2fSt5iuw5wjG4snebd+8vq37/e0z2vcViLHsZW14aael3jmUEsw3ABuqfk7OU17dfWAgtvWDrnfNnky1go6g2isRwHOhfIS4zC2lmgWfcbiyVyS6gbCyCi0Gj7UJxzXIDeGPPdVqogcaU/5mRIjAsBRHKLhQnql4pJqIWn5TveJY8zlgY///mmFolw8rincnzOnPE1ed0EvOTppgsDrpz+4X8s+IK76AvcBHL4Rro/cFlU/sMvrDmyiUATgYdEgKHxVIu2+OwMnw2XiATAcY9P79vbAfD88y8Cv3EkzwunUykD33OPF08BgLOuufCrHq/7KoCnEJt48WyM7xe5TT/zlM9+k4dl7DFPgZzHLZcPEPcFwI9V/k6em3MUwLPl2wmmPHLdFQtATcOULO/68/H+z6R6n31wf3sMAJ5303xIBXCJ70JA8IBn/kPGpOaY2QhcXRjzeAVwjC9Pt+X4/pRl3r92DQC+f8zqRzwMAD/unPc7+nHj+/3OdX3vBz8fHnviJzp+4fj+ROd5scU0z7cnabqXfp88SRCaQpoINBFoIvCCItD6r78fSwGMEhWVGvAtJvC//+7Ytq0bG8pjK+BwciIVq2BnrysFL/as+q8r1WyCEqABtsnnI+V7VY5UJuadq1MbcxoSPFY9gTrsYQEj+p9h5X/9b/vVgWDo5utX+tK/Uh3v45OMwjFzkcYXjK3tDYPbE6mFNzY1oa88uigSA7agMFQeYoG+c03QowLFjpO5j733h5q0Z0I/cpUyK8/DCoVlTzmB373b18+eATYT9Gejlq5VSk1AD4otwwZUpUz8B0zBKpnzdjoofIGOsrouMxOAXCyX+fvgQNbZBnyo4lBNYt28Vu3vnxRLUgFYT3osSe28Ua2inNPFox8bnnxX/e3f7lSbPTA4e1woJ7BsoYcqG3trAQaUduQbhvihgsZeeCwi1lWbncsi+ZQ8uGubk/2GAAAgAElEQVQdweaT6tX21gSiBIAKGHUqoIoiFziNXbUYsWMUsNy/+f9pDvL4Oi7auD5fso71fthBSxW+gQJbADpVlLTHUMpZrF4BqpEjE7gX1qwAZtoiXpOVKgBYQaGPkDeW2AXQUQRsNa5YSn4aCwLUTwSKYEPYYofFLJQtYBn9D3APNAb4dAWpUTgz6cZrvV436g7kUiwAqlYdC6Svy3OcPLurWuxAE1LfvvoF9t9OFeo+wL0SBUQdwkacHMW22FabI1zODUt0YKMBsJTlZwKeWFgDp3y/6HBySaNCJkc0wPJSN4+VvuqLbYHRNdWf8ztHt64x5wOXAak6H/XAbh1LZeLm65SqP1Wy1BeQb5V82TwhrLaw0tNAE2tdlMcCh2VSjram/a0gd95ZLQBRzENlGRybfTg/EJiNhSBeZODFIKG8BKBhEWx3AK5d7dVWvYFlAYylWCaXrv+OawiLXq4L1bdykBPnAjQRrLNx7lh4gkUylsNYwau8YgFNu59SXs1ul44izs7Rrg/3QCHwHn+cl9m20QGfKS8XgqQyHDWxF7eoFIBsqmcplcUlCb9zotdw0WcMeBuAPdSvzins9QABDfMe4lz0aRZEsK0Xb3EsmcPOOWIQgPPq5DH1YcwllvmewTOwFjjKJZfjqT/nsaW8ftIX+AecZhcWJSwtC8Bqoc7gZFz95jdauCNF+EiLEXTLWL6OI0IdACNVN3zXhTmfN/Xj/KW+KOEDzpOnN/blvqL/rqojXZaUBFnGmcoghixEoR+F7Divn4UXRa2sDhmW1rE4h2vlOljU4oUD+ptxKgCw3CTcTyMQdQDs0ksfZGFPLOYgJlNgHPFCIa2YaeFMb3NJSmBdh/vWFABzrliRMK1zgpcGAE+asfmliUATgWeKAMOlF2qyqEyft3ObuBFcA7FXAfC8as0DFPn5YVasm68zFs4DwDlOP1MoXOxiIHx1oU88DuK56ONrz4x87271jbjOqpjnAeB5ZX4qALh+fZ87AL6K1G5eSPFoC+gGAN/tNv3B9moA8F1C3wDgu0Rp/j4NAL49fi8dbDUAeMH90QDgxw0g5eiXfp88SRCaQpoINBFoIvCCItD653+ThpOJecHUsOaNSe69vb7h0dsvZQl9qdy55NNs9auzYbvYmzKJjn1wqL4AWENZ52J/C/igjDVJSgOmrRjaMumD4abwL1rZ6pf/elZ9++6kOhXYWDaJQeUpgGgL3FZ1eHgQeTq1bW9vWsl6fqbJf/EfT/QLQqHqXFU+yRPlywXgWb0ode/rN5u2QWaCHQCMPS11BBCOBM6Ojg8MJDtSxgIeNwQHARDYVx8eSLGruu7s9gToLm0hDbBD8QjkjutEzbyjuEg9LVCZaSN7vbaVuceCrqdSJGMnDfhtO2cyeYvJjYwVcOTodV5iwK3+A3KEqk0gWEBCp6z+89+sVJuKxZKUtnxWwf20rwm8tkDr6hoQNvJsYrGLnTWpMYGXm5uKyeDEsHRZVNf2s0XtF+JGgAXtHorgJbW/YRmKEMFNKyWBSwWaE1/qBgC0CnLiMVegia6NWLyRHTbtnOfiJzGlziNBeoNYqWqB5gCuTcH3nIRj4oe6UDygkPoBljkDgAlwSXui1AamAIpATlauK0a5DQdA3LDGphxii8U2oJkPxEBY+ih5n1OJSr84Ux8HbjofrO6DUCNL7a7GjRy2U0CECpg+gPKczgJkI98yQE3rJKwydf0KZ6VMFK7RV8JOlv7ARA4QFethYK7zNBMnve+JUc8qcg0AQyC6ci3rOshxSz9MpURL4J/XgcMuF8U7/Y38vQKqtFlas9Ou3Z6AP7zaQEvq5MOTSfwAb0u6ENuBsxVmNZTKFyvznHQMuBbQmTtb3db3fSgfuZYAwNh/M04YAFu5ybXRL2hflNa0ZywUcUn0QfpBsMLJ36cAcbomltwsKinz17RpAGBBOf1kvOF+RNFNAaG+5R6J/h6bCtdxq174IgWy4WeMTh4zyC1MfT3GFShp0F0WPGB1rXivWFo7haiTeOkXwCi4N2M8O1kL/OW6aaPIrc11hx11NDtqZSzfBcQB5l61EX3TauIpRwwIb7vj6cRR9OG4WivcUUTnBD95rbFkJ5A0GUXXCyyNOEKpXV5fFiBn974g529+fagDunpsxFjvBT0eawH81C8U7Ng+x7iLa0QostlG2E3Tto5duV7DUhTickEoFssXAhWUAawtURJYVQzU+Nx/F4qXyy/Pibx+7uPMdZxfTgIAy7XAQBulOXngo14sHmHzQgkWdBisR05lW4l7vMYCPReraKwAJLPwQ+NiTMjq2TeMzvhq66z6s5+3XWfK8ZqRG+ZycwEH7zkXdrmOKYwu3XX2x6IvrhnoxyqAr85DRi0WnbtW1+aL4Zz2a15uIvCBI8CtzAKzU5xH9HmPz43cyvV7dKJujU8e/rxc33LB5+wQMLtfHpNlzypjp+e8PsDUYXR9Uc5ThKtejyz7Ngg8SaWyAPTOu86719lLoq60xfW4X22r+vvzcgFPPu0UR4x00rgoD55pSpu71/Q+e9ZzAOdxN+cCntmzqGH5RnhzHPLKah+C7lOxJ9732nPuAQrhaVzq90Rc51xF9qLz5HXOsaReCAju8ax/4pA2xd3pc9RNH9DcY26J37xjbgv5vPIeUtbTNW0DgB8XywYA3x6/l/79ZeH4/rju8/KPbp5vT9KGL/0+eZIgNIU0EWgi0ETgBUWg9U+/OdOcSFjAeUJbXxyOpfZtr3c18X1avdptC9SEDSrqr6NDFJdA4sgXiSoxJxUGAj4BKrAqPhdgkDpMYBK1Zm9T+2G9CZTTWf7wTb/61W8OBBc2rYryxDcTUiUPZ6cbEBjgmvCW3yNPpSKsfbF6PpVaEhUZ8AFlHBCb/KWAMAAR8ImJ+VD0BqxBHQqcoI4bmxuukx9gKIxP+rbwBdzsvJb6WbABYACMgYMcHR0b5GHlTFl9QV7DSr8P3Fq3snggL+tT1ZffbcHrb/CcE5tplLlrismKrbBRTE/nOYB32DyHEvLHX42rn/24V23gvCvbZ7L+XmhSztMi2A97AgC4KFvtEwFgTe6hRAVGYhkMCMOWm/ZLRaGBFKBI+WsDiKGujdhYQWroFVDLOU6168nxwMB8SW+cAtoTVBU1oYGMyGdHsMpqzwKbU1GpMOk4bKcFQMfkHj4XpO7ZCtYAT+dg3cCZIN856j1brV7I7hurWNVP8LEvC2bnLbYCMABrR9faE8xEPWrQoosEFgNto1+HuhmglHbGzuUrGIiCEPto4CfqS/IYR0ME4Aaco4omN2uqL1OVgmU4QDocnGNRQkeWzwDEAMUBGIUeJ8NBwNlQuoYyVm2shQ8JLL2j3mc9Rl8WjZwL5TT7YTNNH+oKrnE/IQrFxpGyYlITRbpAWPmeHjl8AxQG9AYYo2CNvrMiC2cgMBvtS7+Ja4tcsVYfT2x0w84dK+ppLthSWQAXkFIQDsVzfQO4cq94TyvoQ+mcKnDyc2PVDEilDGClv7AUKO3IliKt0Nb5uf+5lVd0nwPvOCD0pKEgX6ce5By24lUxU6MDwNkMgCdbqE2JP7GJhQBxL/m8BQAy8wb48zWw6ESLSRgnGGdQQC8X0Fb/okVrhJr30kpVJpgD0AZkjbLjfmRjvExlceSTnk6qRMx0f+cKE92PYRE9Vf7S/HUAHMejcA3rZ5/DQFyKay9MYFEDubTpH1MAXAtOXC99sSiAAZnLxWr7d78fyFad8a7k31U8rH51fOhbqItZmgF4HhVb7Mjriw00Kl5yv08n90NxHIOa7OLVJukeca42ZeHP2qrU+xpbfWu5j4SdM9/fPL4WG1FiHmrziDNtlbbYqQDmJ/UEKnMuPwsYL/QzLejr4KEOiOm/PO9yPGhrDMFpgUVLVGys/nFupflx9dVPVrQQSQuoGgA827Wav5sINBH4kBEoi3T6pFchdYA+B+Tm51HhaE8NgBdfYjzrZiH07GKpp5pgeiwAnnc9jwfAUfK865yNx+K4xh7zLKA/NgA8XZhXruwzBsB8p5vOSzcA+K59/VPeb/741wDgT7ndn/vaGgB8e4Sf6nPHc7fj/M8lP9SZX8h5GwD8JA310u+TJwlCU0gTgSYCTQReUASsALZdrGbWI78iyj1Z80qZirIJ9Vdfk/3MuW/tSAEr4ApfYGIByLTe6RoyAAuGAlIBxLCgjRl9rIPPL0bV5g5JEc+k/FS+xcvN6he//q46IadsayfsRj2BDyRAuSmLWkGurW0pzJxPtuQ8FUVkIiRVZbtSm2KzDFQEHGzvbBgMsv9Qtp4AWGxLUdnaAtrwV9bIuj4A7sRuFSUgajhVZCR6uL8ngmhefFZ9+XbXsAYrYyDo8VHf6tuO/hmUUQj1Lwo+XiS/a18KYM6HQhKwGDEC7ixXx4eyOgacCqifqe5CPFaeATcDVqDQ7LiuS4K0//l/2ql+9Jq8mXqLc6kchxmFs3+iEMRCNqxTnStWMbRNsSyLTU0MnQQUBX4AX6vkA0Zh67gIWggSDwXrDSYF1oCMHYBeVMcKUiAk8IM8u5RhWKbrIARYtXLBG7LANuCrLdw3gNTbh4dcH1pHWYnLcntdwHKlkLMAfAJEqBRt04tN90rV20hKVlUHsgfH6hqog4q0JyUxUJctAGbAn7CLzRnNqEjmHqaux8rFy/7EGPhI3mdi0OmqjwK9ahCO8viSRGmAYPpy5Bcmry7WtdGuxHpjQ2prhZtQUJBVhKofkNaWu6iJdV73V71nGFpyaCdANLDTyQZYZAtUcx2cxzbRiiucyWpZ7UZfOVWdiClgHvDP8SjcyZ0N4MPCmg2VKeri8UXYKy+vKL+zADDRDQAZQNFKceCy+gLjQS4MyTyq7u8ll1Tc43QQHADUnmqv+oa1btpK8zr26QHuy3ghNZJth/X3uvqcFdpkuDYADiv3IkRysUPFDohLmQb6tQRxLGhAnbmmfsEV09+8ESu6sSF3vJgqJhYAcF7GLO5D4OE1xZPz9MYCEVtUs2BC/Q/4vIalPWNcbQ7G0F5lARWxDF4pMmWuGRtx8gSHBXM4IjDTN1HAAzWx7y55b1GJ5xd0A2DHJeyiA3LGtbEFXC55e/lF761p7MtYe9GH3w/QzgIOFNy0q8sp79Medico53DfQUnOCdRX33/bqvb2tSBCCwRwXNjQ+G/Q6+TfNKzipH7DGMjm71fughpbC/wNaB8AOIG4lcCG7ZyGsYlxQvFAfavfWVjTUvsuqf8EfI02ieNwKiBucX8Bj53KQDmLXX/VtawrsAI4F0z4GrFUL/VwDnLUxKWPMA6Q093X52cjbRptYjW2NgNg3W8s2DHU17h7KgcCcjt3Nk6rH//Ztvt1KJ3jX+mWE/t2N1d53bcUV1cbP+OV2naXL62NAvha2JoXmgh8rhHgI0pfz/9TVtl5OJ4u1ro/AC7jugtKgHtVKZwfAHMx0+wE0RTEXgXA80DqU00w3RcA5/Vlv5m1fs7X7w+AI/6pMM5yZifk73rds4B4stBMzxOec7M5gBcB4Owd8/DSXe+jmxTA9WMnqtc5CtXlmWfd9DqzhuWBedcKPdN+19ppkTL3huu9SRk96RfzLnPRebKARgH8TC3/YYr9eAHwZGT8MIGY/Sg8ySXwg5z+xZ+0AcC3N+Fdn78fa0e49Xvkx1rpD1mvu3yX/pD1eaHneun3yQsNe1PtJgJNBJoIPDgCrX/+7cjfqZmQHwywJsaKNtRabACLy4u2/379FhUWkFAT3p601qS31Lf8BBiR65WJBkBjb6OjowWVZRcKXOluk8VW8PdirfqP/xhVf/j6SABFasYVWUozfW7loeogFetAii/A3NY26inl0t0/UllL1audLav89t7vCcJ2BKGZfMfSUxBVMHVnV2peQYLjo6FeD1UdMDlyrErtud5xXQDDhp7Y0xYL1G63WyyBLwyVQ1V4rvypUurK1hlA/V75hFFBoqxr63UgkJVmnosooM3KQ0Cyrlng+fj4xKAPEoK1LoDl5FjqO8G8VzvKUxzmoAYnA4FpLPogNR3lV+4Ltl/KUnt7q1X95c871ds3Ak4CwpeCRAF7OS/tRQ7OAmKthBaYHCunq+Id8Ar4GKpccnSi1uwoFlh4x/ElJ68APvGDHWC/DIRfE0A0IAJeANKsvGPBABNLOqd2BqD2VF+DN0E/4Chb5IoV5JdFN2bN2EgDvlD2SrtqBWWXvMc6AXEZ6NgEd6h2OT+5o01g1B0BwLaR1cnJswzAtHUtLaXXqQ8whjzMaaUKIANEcv3Um9dZAMB1A5W4TvqsrakFgDN/bU6gTVs2oCjw269hLSzbZWzLAXbElToBsFB0oxqlfNoGkB85TaWSNlyWSlvvAURzGitBXUI9WgaF8aAvYKj/yPfc1i0Vak9Fr8DhhPLEGOWlVZbqNygwDThLfmWUuCzQCAAcuVE7XQHK0qbpzWulv/4BtlFKT3PS5mIGGiSmBRMquhcaasY9kDDSCxqKpS3vsaAkVa/sgyI8ULbuIcUn6h+LSLjGVfWByEkumK2KDnUNI6mYuV9YHABMjv4omKm4YLOe3Iw+YUvd8gI5D3MSNAHwuhSgMOuJgtZwNUmcL2VyPJAdS2smzgGVqIrXtNCC/of1eliRheoYqAh8B8BmjHDQZ+GKY6XrSWgcC0ToQ3E+QC+Q0gtScnWDYxq5EmN8DfjpxQkF2E8Aby3Z4qrtjcNGPFWwxJtxKxX+7nfEqYBfg9dCIeM8OieLRATb++r/3/yByWSVq0bCkWHVDguo9+N50Wl3vYDI+beJZ4HSjDXsM1acuA8i969gblHDL2lfw1gU6/ov7nOpvG3RHapb2pLzco/HAgzAb1hjj70SA9tz9Q2cIIDbKzFriu06luyRZznyRHO/hHPF1HaT+5Qtr5/3UQTHYpd4PaF1AmCXr+NQINN3Vld4Xura9F+7J5cDPfd2X3d0HdGv8j5P4F6/7+Mc0Q8aABxxaLYmAk0EHhcBp5aQ28aQxXVpt19LZ+HxZgYweUGjx6GbLKA/XgB8V6Vs/fPd7XmAryLQ5wDA/jxQBv4GAF/t6w0Ajng0FtCPGwNf+tENAL65BRsL6Mf17AYA3x6/lw62GgC84P5oAPDjBpBy9Eu/T54kCE0hTQSaCDQReEERaP3Tv50Y/66tdAToyFGKKgwrWyRhrergcBhqLV3UyspF9faLdUEOQF7kj7TQSApUJpjIk4rKzmCvFwqwM5SlmnTf2F2vzpdH1W9/iRJPNsiyWu5KBcp2KmBmi09BE4DX8fGxX+8I8mLReXh4bPDRFmCLXMBDQU7g6qntNtHDdgWzAFpAq74gMmDOX5xN2GKSH+gGoMl8jwYMQCTTF/KZrhiUnAmuAtBQkHUEIdudUKsdHUg9LOCMrSvXh+Ut+1xVbwVAxz745GSomJ4EvFA4sV9logdguKncxYDkgO+hwiN+g75xplWGLn9NQFWx7rYvqx/9aK3a2RYcUbwuzoBd+qfrA+6NBT+w7b1QrLGXRrM6GkkBLXiRYAXb2iXVF7XowPl0eS9UbJe65lNBIOptpZpi1tF1o7IEfAFmOrKVTkveVNFF3tpQihLDXACQ9wAQeE25NpcVz/6J4BacSAAYYA8n7vZCQQ4ANswX8G6pTdbI8yr4vFROiOgvFhhQOdk1Cwq1O5FfNXPNAs3hLM6nWyY0SXOMajuAjfYHdhWIFipu7HABtuSixZ44+k2q9dj/VMpNQC7K6r76p3Mna6MPWj2qPn+hXMwossNeFvUq+aXbvo9GKGGtxHAVCtBctcI1VIrqF1h1oxTW6a2kNTgr6kVfE7mPOQW5TZXHmtyoxEuKbtTQKBMpHAVp2hkDrlDAB/iSelrl2eobxCYLbmzCSfnt1i4EcqI4RblvG+MAgsA057wtSWUn8a2pF1ONiqWyraJL/uXMAezrLXw1nAYC2gEZ2S6kIi3uxRPFpFXSgFbgn/o3ym2tOlG91T+AhQb8YV9N3CaKWPezaMfoVxx3VVYJkM4cuVwPfdCLOuhEsxPiBtYsNmHMAO4HfKX1BizacO9nIYDuWyudC4x2fwsLbi9SKBPqXCsbY0IoVmNxBe1EX+T8jH1Z5bj+yOnMlrb7wGj2y/ZI0Gt1rO4h4sl71LswWttH4+KfZQPdY3FEXY0Vtsz0E91tGi9a1Z++O69OND4tazzCqYFxNPsXfZF4M/YAaJcnyvZQ+VrZbIW+2o7+WhqKmDCexwKC6KvwVtqatiem0efAwgHCBwLp67bWDhgPWA8nBsZe7KNDMe/xTteQYNcuC8UynbJpf7cbj7oCvjMGlJdq64DN0/28AMb7ayy15fsUEoxbGgdUBxY1sUiBNAjbr+SesV1cCHJcKj/nTuy6ZtM2cvtiDVkaLe+ZtCwvu0/gdf49Sbo8eeHqLzflJZ6za/NyE4EmAi8lAmV84eMSz1nGZxbH+LNGrPCLK9GYe9vkTc6PzSpcZ0FrLoyZB2DnK4BznLv6bM5ybjrP1Saojb35EKztkOedLk67+mC/Hf7GZzXqkAvZ4tmbi3kiNcddtgTpeT2Ud9u5p/G+Wv6Hnmh77hzBi2I3C4AX7T/7fl3xfdOxzx3Ph5TPPbtIOT1R8C9SAM9R/k5iseD42fs+j5v3+myMH3L9923jZv/5EXj++D/WI+BxrdcA4MfF74cDwDNfsK9dRn0p9+Ou8TFHP//985jaPf+xnzxAbgDwk3Siz/0+eZIgNoU0EWgi0ETgA0ag9Y//eqx5bKCfJu4HqNwAdi3lxmVy/aL64x+BjSi7ALqX1c4rVIzYCGMvi6o3FGRMNJM7F4Uu+XtDWSs7UE08Dc4H1XK7Xf3p+0H1m1+hFu0IgEr5q9nvfl9qXQCj1JSAkMynm1BiZ2fH5z2W/fLpaGAovLWF1XPLSlpsmYFfW1sdlTXQP6mxUBXyJVr/2kA4TbacOy8weTE7el1KQktNsWtek+r0tDoSqI08v0ATlFyyeRZQ3tC1jFGsip6gZj46ki2ziu8KNrb1/pJiFHAvlLRADoNQ5YLc29vX7wANYoVSGtAXkGh7e6OAOs4Z6jTqjuIXOcZ6W3VTTllP9I9XBLpPqjdftKqv3narMym1V9VetiBWeQBJVK/sawAMCNNZhspDDDAHVFwC15x9mTJXqsMjgCV5e1GnBi0D9ANugL6cFotlK2ixZhak2X4lWCvrYDYUkb4eKcZR1A5VJ8AcgMfWvKjlUMTZhhiLavIIA41AokB0xUDlRR7XyIfK4gNbgQOBVAEmb4CQbIC/kUAfts1MnBFmFLGwIYR75GYmpzDn5jXaxJBR0DmU7Vy75YU+HnBEnwayc04gFMeiCo36T8Fd5IwGgK+5z1M2UGlVYAhlX36VoU8NBgPHEgCM4ptzAYi5jswDHRbAKD8jRy9zsWL1BsXsYzBVcpgmNLXS0+7DAYwBgezvcrA9Dv7uuhhmKs7uGyqce8nwWwsGYhIYq131ExY3CJbzNspI4HXmLGaSmDbLOVUWA6DQZbPlt9rfkMwqb/a7dL7rBK7O4YxK2v1hqlTNsc0KYNs5hwrTOYZts+srmCgmGRPaaiPXo7SJI+B2DEAGDKevAO+tXgbKszCEPqg4Uq7BYlmAwZdexgyGNLhwThICu+sW1dS1/gWIvssiCyzOU0GrPw2gXUFU/ooRUBTQaDCocSAmkePKbcnOFWsM9U+9EUrTsAhnN+pHn+HemQBtFcXYShDCLSG+IDOGYjU9AevclzW1qfsE/UGvJwDmPPS7It6d1C3bxj8Z08oLxPtffiH3gzMp+UWOV3zfA6MFZ+0QEEpe6sTCDO6XUA+zaCEWVLivFGv3JcB2jjnaJ5TRYWOeseDsBswGvcQrr1fnkovDqvtUtAP7RfmMwWGPvaI2cv5r7m3dq+T35X6lXcLdIhTp2SphqR0LIbLu9EXsvFMJHO9Hfns7JXiQ4f0Y99hS9U7sAOWMfRIbV6+0cGdT/1hwkcCZ/Us29yuhr/9xZXFRA4Dnxql5o4lAE4FaBMrzpq9nEykh+IyZI/pNALgOWq+4nyyap50Jev1YP0bKg2+6cCXG8VkwNw8Q3wcA31buLGytO5Pcpd/UATD7T8u7GwC5DQAnZL467mecGgB8l/aZt08DgPNT3JwINQD4Md3roz/2+Sfm7zb+PVegGgD8uMg2APj2+D3//fO49nvuoxsA/NwR/jTK/9zvk0+jFZuraCLQROBzikDr734hSZcA8PlZqzqUwhVAOG6dVm+/7BkQHRzyGla1TLiPZUe8bCvcmLAHRqwYGgORRrJdJofuWJPiX3y5beAIqGIS6k/vzqrf/QHrZSl1pRAG2JILNpSjYfMJPHMOX0+wrFTv3+2DO+LvIlUCdmxuyv5ZE+79E1lKazIeu2XgHoABIIC6FhCzt3foXL/AQVbqMxkAKEUxGeDFU0YBCgUAA1IOfO4lAVZOvSkIui6lKYq3vXco1VBaolxF4bmqcxMf8gyv+TyUA6AGMvQH5MrV9WJXXWhLKAbCRhWARy7ODalgB1L1Opek9iP38dIyikXZXb8TULwEPF6oXNkMC2x8+UaSMpUDc8DSmq2n829sCPCh8hSxJxZY0AIgIDm8BsReXkIdvFQdCp5jwUu+X5SwI+XzHJEDU3FGMXxJ/lfUu4ImvY229h1ZMRrqSMFHAdm1klh3kjdUxzLfl/lJbRltJWjMItJPqC6wkL61uaV2sLISxWAo5iYOvIA1gecRtrsFDlFKR1bIKGGxM2YDxlnhKBIHNCcmBl7i+ycnUogrpqtSlwcaDcgWOU4ByFKXqjl5Bxg5lPU4H2RoPzbAnvPgqkDynb56takYy4pYwJl8wAF+pnBzIBU8MIsy2lI9OxaqqwEwpBAAX6yCEwADfFGxo1wEZDoHKsp67Usde/QxVIvk6NWbtCtqYEATfYn+zHG0KfsHQIwYjFRPLIUBddQVvBv3G3bLxEs2xsUmFzBM3Xmz5pIAACAASURBVCMnbIHc3NfUG8W11L9pJ81JuJ6hYmtvbs6p8tteJJJ5aCOPLGUB5BNkxiKJyCkd0C7ub1SbU3W+6qfyAKCRozXUr6l09YIR8v2Wtuf6uHKAepy/qMXLPR75l0NFnGpNyg7lvOJjVTW20rLlFtCk7xgeq6zpxHXElLL9eoHPCHIZg3wNhr/FllplG8CnktU5lvNflAOUTAURi1NYuBF1jBjyxzKLFcpr9KOYSJ4qQWkb6o5qeDKRbOgbdsUJn+MeJUyhjHWb1HIo5yoG5gN9Pv4h6tXP3/3hSPbbvepEQxEWzCzOSAUy/ZGxkfoyVgBsGccY1xwTjRGAVmKcKtvIg8z+5EYPmMy/aZ2jnixI4F5IxW3mJQaEG6xO1OiM4YxvuCDE4gr6N/cSClvuXfoh9Qi1MOeK+maqg7rSC2v2BLyRmz7rljEmBzlKZz13tPgGZwmr7NUP0l3CF88mdwwcDwC/P/6RFi/tFKLihQ653GKy97VfJgsH3OmiTWn/WMgx7Z+T0+UBmQN4ftFx/IL54QWHN283EWgi8LFFIIcYDcFHSk8wdSjgA0IuQCrPkPzAxVBVxo66OpXc5h7GZkDu7CXPgt88xmM+i2r8/J0+A+8KgPM885WINxPqen3iM9/V/RYpf/O8edy8+vId6C7bdQCMu810TJ8fj6uAZf5+sZDuvttNwN7txAIwns33LfCJ919Ug0UTj9N43RyfRcc/9nIeXP5dlb133W/ehTQA+LFN/FEf/+D+d+er+mFHiAYA37mhbtzx8wHAZYX8PcP1/PfPPSv0gXdvAPAHDvgLPd3nfp+80GZrqt1EoInAZxyB1t/9j+EYmIP691RQTUhQ4VCOUtnh2orW6jzjX6vpgIjkGG2huBNI3dgCXp4rP6ty3Sqf77nVpsrHu9MNi15ZiB4drVV///ffqaS2RKICbAKKACWUoIZSKuuCHLBDqTgFQ+OjGtbPyv0rMBZbfNFAyWtb2NWOIQNQCotoJtqxVwVuAFBR4ZFLE1CE6tYKXf7TubBGRtmFYhScA8Bg8n5trSvgiGIw7IgBnT1Ab5fcsqfVyRE2eqjyAmoBrU6BGc6rSe5c2SYLQvGhKdV1AW/I0QtQxV6beq64/MFgKGhG3lkstJX/FgtgzVPs7m6JHEoSqm3ve1G8seIlxeyrV6KViu2XX2CbrHaxJTCA9NK5dLkOFGUA3YHguIH3RkA5gkoeTpTZKFyxVD7x5CDKVnJWyioZFS/gSX+8AtDr+IEg6obai3gZJqLIHWMBGwAFtXhxaPV1Jxw7kQ03sKWtPpL5WoeDsNcG7gBrOQ4oTH9i66mu5HEFvgGnAUkGVgoKqnKDUQCVwXKC3rSvBVajqA3LPuo6UpthPU2MgYWhOg1r4rB8DpWge5feoz1QC5MPGjtorBPPsRx2fxwr/uTCBkyX3MqARVVmFatq1elIqmrno9UCAu4d9jVoA8hOBpkEcwDDaBcUzOK5+hf9mb6DKps2butvFDwnx9Sb+5HcvcQv1MycA0gOHGRxRFswKkERdSeW5FwFKB/LYjzs3MNOmjLWUXCi8lYlWJDQ6Wz4WuB3APCwHKbfYsGOohnCHspZ+uxYAAyIvaICGQ+IRQLLUDpO40u78IWT8QbVOmANRazzA6stAH7xQVIHodgEJtLvVAfOy8INeDNqc+x8iVXmxuWwXDxCW3KOnNtmksDYDJZd+igveB9dDvbEAeTJQRxK22neVyaPQzHqfuLqRV5dX1yZ1KauEn3nSwGLVZFTxdzqf+KuY7O/kbI28kED/yP/7QSwT/rKNH6xqIH41PP+hso5wWpUKcYYxqP6l7fIqxzg3QCRkb7sQH8FNBOvuEpAb7Tx3t5A/84EgNsCwJxP8J3+wOIHnSPhLcew6IFnBfct43S5cTxOxEKJyPE81P3Ofcp9ObGyVl1832ocDvtlVPQsEClK6lIv9h9pZQMAGIA8AQNYMau+7lsGDtxnrIaJRUjsywIFzpHK3oS+OQmeEDqBbsDfzIkcP1cEtAH9bABg7tM2ecwVFRb/8Fy8BitQ36lOjL1/+Tfrvu+XCgDONrqNI5Ru1gDg2n3R/NpEoInA9QjkdLwXM+ozWMDfssoDi/zMAVwbp7KUHBv5OwHpPAA8O8bVQWJ9XK2D47oKuA4y64uV6nWpX91dAHAd6vKcucuk1CIQ/HwA+HYL6Lz2qdV/eZzmB6qyw/QaPyEAXIOSi/j6ojZuAHCjAP6cnxOL7o+HxeaHhb5Xngu1BUwPu5bP+6gfBgDfZdFUfhO9y753acMGAN8lSrP7fJIAuLF9fkhXuPWY53nOPHk1mwKbCDQRaCLQRCDnD/7+l6djHvLY8x4rBzAK17G+dQNN2XZkVRw2r/FBbFUfuN/L2pgJ/U6na5AEnHEuXoCUJrZPR1jNXlZbu0CCVvX1H06qb/440MQ9ttIqc2fLKYziw0WACtSzp6cDAVfAsYCBptQPD04MYwEFmwKSgIujoxPnylVNDKrITWo4zOSW1byRP3d3501RvwEdUYwpj6UUxoC/fv9ENtQCzVbGhnoQyLPR29LPZStHAbYGq6pLW6DMuSoFulFbrin365JA14Xg1LKAAODMkEjnfYM6V9dzJjUpP1GTYUu6vx95jYFMGxsbhjGoOCMGlIWFtq5LZWxutqU6BozreqXAvlDOZOjVumDr1kZX+/ar3VdYUAMeBXIECtfJdylIt7as+gqUHRyeGOasrAYA1rvez/sIXA81OQiMBY6gqAbA29ZY4NP1FkQC5JxJ4dzptmUVjOWpYqnrP6MdlReUyTNEwGqeAN4FcFHmvtTXXMvr17sBBAFYaktU4kDcUB9iURxWsrRLqClCUcekJapogA/gZk2qVzbElpSHcjIgMAA/yol8ZfHlNMCNoIv2pf+Qs5UmGgpqsi+5jimT/ssGEKd/YFlOXTrylwYoonIF0HFtm5vrPieKQq6N85LzlMUS9EXuIQAbH4aA/PwettKhBC4NUX6JeHFbAbvP1f5hQc7iC+qmArV4YlkxGctGGHt1FmkAd7u9UEsTS87BvWoVKyBWYNT5Z1UHT16qnpkHuq9+Tf0vrSQkLjqP6T3W7QD3gfMao25kHQDtnwpdA2Pn2KXcAsx9H0rdWBY9uCe7z8d+0Q5xuWHLDHQMBStjSihZBfIEri38r038jUMe42vIHMpcV8A7ndMAnxiHZJW4YfEc9sgl1LXvjtHnpvXJOqUy2WC4tAd24wBU4CoKaOJrWJvl1iYdlnU+17/k1E1Yx6kZuwgk9Z5MkPNGOU8A2VDwZ8zq87v1L1+87vK0ZZ5cICfq+jPdFPVJdNo77qdpV+N4+n/kAg5Fq3PKevyNvMeMucvY3TOOa0HN3v64evc9dvks/sB6OezrGU0S1Kc1M7CW62RCgf1ZfJMBNeTV6+TD5Z5kAQULBlBhW2rkfhMAmNjbJl8vOyVAyZWc++R+Ceht1048fe8UAOw+wTVqgYLKWtUY6LoVJXiodVFoT+Ey5QH+474IMM04wbMDgM0WinGU6FoAQw9W2S3cDHS/BJgOtwDf/26vaNvYaAwWqZxWf/XXOyqjxL68Wxfi1FW5dYDCrvn37OvZOWcVvc5IcMvWKIBvj0/zbhOBlxKBvNUZUfsy9rEVvxfMsQCKVCZxJbGIKf5g/PLP8rCZVZguAsAZm9nj5gHe+GwUnwdzcc0sAM4xvh73uwBgj7JF7Xs1n/30+mbrO10EVYJTO2kd/s5OcE3G3xqhzMn0+r7zxu98bubpbrKojteuguyrQHNez5wO+nedmJs7J1r/EPHcN8INatRFKRLmV+nq58+r+90/Pg+99Lnxf6xyNyv02HIaBfBDm/YjP+7quH69sg+xfvl4wO+k+zcA+FH98MMC4Ntg7vXnb1zYQwHwvPLuV+Zdn5+PaoSP+OBPCgA34PfZetrnfp88W2CbgpsINBFoIvBMEWj9f78ajVcEUS/OlwXtNGm/LMglCDeSSoucnr0uNtADgaKQSjJpjzKXCW+UkquoukQWACX6f2eZlZBSytjY95uv9wQQN6zkY6YeCGgl5jkKVSbvgxyipGLi/+1rJscFX1TewcGRQSx5e7e2UTailluqjo9QaqIwA2iOBVRDrcoWE/Ej1y1yU8rqGLCpSft+X/mHez3/DPjRUh7aTf+MCXrUiUCqJYHXY/0cK+fxlsEak/koHtOetS3rXRSRCOooH/UodUDBzGdW4DC/bAjYUvb7dwBgYKAsngVcAaCepDK/IC5jQeJBQEXBym6PnMgCR7peoPeZfIex0dvdemXYtLJyLsgtBa4A7PKyrHsFblotgSAdD6AGpDgeIrSoLD3px/tSXhK3C3Lx6vSry6tqY8VWdQfwqHUCBulcQ8C2lKWotbdVZ8q3uvJMkFxqV6AyqlxbCQtO82GROB0f931txG1nZ3fSdbm2QZ86ALepL2+F/Wuo9iq3JYpk8ykcCz1RKHXyIepa8p2GEj2Vk1bc2v42gLlzHWv/UByS41YKZOyFiyDRZRriKi+oQVZAeqAZwNm5oTm33ug4LnFN9G7a0sAWhSPQTa+htrYCUOVwbWFHDCwnTuRIRZVL/lziXxYqlO807IO9M30UFSYb5+2p7Q3TzWbxCmaBgBYuKJ8xyspuD/W0cq0OydPLl3IWAcTkZ4K5VILyd6py+1J8GwzrCOdvBYr5C1b0f5TxxBag1VV+60g5WyrLxK2FjJFTmHhZkarXgNVcB23BP4BZuAdMN/oNOZzDhjtgrK/Pxet6PCmMYpm/1J7koQbs8TrHCh47V3WxZ17TAcTAFsiepAwr5IhhTG4k0M1azP5drx/vBdgORXlOQltABQimj9JfGAeJBWfU66irWZhh0fIEsIa6FocA5ocpGwAeix2wccZmXYtj1F7RvyOmqUDleur5f32XlBjkF2KUxNwLLFJg7Ii+PLWYvhGCu466PmA2A0Lpj1MAHPmDaZITjeG//R0LBrgvNPYYdGuhAwr78t2a+80reWjVAt95LS21rU52f4mxaI2FBcUum7ZjXyz0I090gGj6lC21ia36UYwTcULnSAYMqx6pFPaCjwKAKTPb3venjl21VfhaqHN9L4S9M1vmVOb3tHQGCqcCOJ8p0b9jgUz0K92PRMnjTOQSNlQGCJc8x/w8xYO9xAYrbNez6levdlarL79SWoDSAc1jVFayhGsQt0Bldm8AcP2ubX5vItBEICMQS3M0rul5gNsKi/omYyefSXjG8Y8xqQziHsO1LS8AwA+N8k0K4BzH6mNZPrtyfJ0FyrcB4Lr6+KEAOK+vDmLn2UanM4Tr+lAAnJ+rJs/PqxPWUxvujx8A28nlKVYSTWDkFDTpk8EDu14DgB240r/mBrEBwA/sXx/7Yc8IgOt9ZlH/euYwNRbQjwvwDwOA/QlkpuINAH5cSz7P0Z8mAK4vZHnIQpjnifVLLrUBwC+59Zq6NxFoIvA5RqD1D78+G69IjXRyKIXrKSoBAAcqJyaTZHu7uSqgJ1jraaOYjAcwMsGOJWtLMOHgQLRAE+BjVFMiNEORo/OLbvX1708EFVelplyv1qVWNaDUxNOlFI2ZfPDg5MSgLMHVa6mDnUfT8Gmp+v77Pavxdl8rLyvHM4Mlddr33++7vS4FPgFzwDqDP/2Xk0AxMUTeUyyBh1Iu7wm6AB64MuXU3dyy2hjtm8Gx7IH3D94bHvf72BJfVl9IwZrW0cfHJwbdfCgiF2ZP510T/LtEGStIiIUzgj5g4xgPVdUXeIBK2Pl2dZ6tV+QgDkUgEXYuUX0YfvfuUGoM1c0xRgUqhSPWzAKZfFgGAA8E8MaXAE3A3Uj5mNeqn/wEdSwgFxCmcxbL0yhfUEIvYY1t+KW2ce5NKeLIw4mVKvDCeVqJkyazsPHtC/ig/ECdaWCki+rJgrmFIhXYKjUJMBIFKjljl5YDtmwIEmNtfXSka9HZO4rjsgAoUJH2BUqf9k/Vnihplc9Y8NSWuwIr5/obkIoNNDHDElmurYYiVkvr70OpoUnBzHVOFB6FTyZ4PLN6ENtyFIYCu8XaF7Bk4F3yxpIfGginhrJCcFkgnL6FytITpzpxgsqEUJ2OpLw630CLI1issK76Gv5MgBi0T1G2spp8wMQFC2rVw/VGaQ7MJX8zEOtCsToqFrmRW9pKRoNl7LWJdUDTsRSYhwfch+datMCiAqyQC8gr0J6FAwEbQ7FPjIgBANh5bVHTOn9qqJOdr9jtjAJU7cTCACsuZX0uEM8igLptcuRE5n3yB4fNdW7EDatq589WH7GlcAlMglfYOLGh7RlzWDjAFbLIwUpu56mlTyHtL8CZoUInOdN7xG1c4POqwCewjr4F4Mt7PvMBk5vcduDcY65kwEML9fVCEaVG4byrn/RPWyRrRyymsT03mHN8ZAOve3xdCz9yI37E0mptw1/V3wsrWJhCu0d7+LwGuMoRqzINIlW+7c7Ld5FzXZcVW65LgMq0tPY45+NjEQ0bMaIv+wsadVRXLunA4zVeNqNECVtfHBAgOiyhy81TzgkXxdL85GRc/fb3x+hV3Ta0GYUGlJ5+UU9An+fKuMTij1iQwUZ/RBVMn3Qud9o0BqR4DWVusYi26tZ5tLHkJld7wONUtec5eP7kGJA/AbeZuzdh7Tp5pFU2gJ32JK5pO11XeOHgkH2nXk70jYgTEDknLvIrJM8qykw1WyqWAMAD7c+517EAIIReDUD7j3V/LVU/+YpFTQXpM06X5nD7TfL9lrbkhF74EjvFEoR4LRq79PL8PpsvT5s4Q3fl51PM299YcPNiE4EmAh8uAjxjNAToY2LV57NmyTk/WwGWPbIfY82EQfK8m6OOSAXwbDnzAO28/eYpaG8CxLn4ysNajnfloXZdXTvNHR9jdYK/Mk7OAdvz6lNfbER5+Yy4SaEb4+90MvFeCuA7AGCKn80xPK13DPSz7RDxn9Zp0cTcRH09eV5MUxjkc/JqidMWzud7HcA/CgTfACPvbgFdPghNqjcDgLm+yUeXu8fnsTfw3Pg/VrmbFXtsOQ0AfmwTf6THPyMA/oiuuAHAj2uMHwYA31TnBgA/riWf5+hPEwA/T6w+51IXfc78nGPTXHsTgSYCTQQ+xgi0/ulfzwWAgRYr1bffSi2ryX4A5Os3nchvaOtf1HeZs5Mcs21DX6x5D/ekptXWllqYOejhWb9a1UT83vul6t9/N6wOjwYCmW2pVaUCtkVm5GpdsvUsIFVKX6ltbeWqiYvX2g94NxZoBQAfHfWtpHr7xbYBZFjSCgB/FwC4KgpgYPSBlMlYIKPyBc7EKvoAcMBOJvBRs4WFquyUt6TuxULU8Ik8vzpmLMtlLHUNcAWAd9/UAHDfKkZy6WoPA8yVkuOW2bQLge2jPSlLFct1qZhXpQy8EHh2rkigt/IHd7prtnj2/I8n+QPKnQiy93obgi8ohQVaFR7gNKDKOT11HVz7wR6gDUXzpQDwarW5cVn9xc82BGgDYtlqWbGLyRlUvAEkOdfSykgWv6uOBwrgk2OpvJXflwkcW/Cy2F4xHwjiAtqIHaAIq+Q2OXQNp00iwk5Z+ZIB4tRxKMvrra1N5zLFzpsvFgBy6CjXSvtisXyustcERKgHuTR5DwtbAExb8YTSYrHMhFtXUD/nJTkHkHGga2+pXoAkQyNVBwAPl0IxPRSgBFoTMxSY58przX6GZMSSvMk66UAzpSt6PSxdsXiNfRD5nXJ+xWJLgD1tg1HeGogKUAGXAIS0P72Rrguc5B7hnKhjrRI03GZxgBSzgrAr6mtAvTP37VCbUxb3EYsciJGVrgKkWDwDCJcIgNqEhQWHh33fOxuba1rQgDVy2Pla/aq6AWVTVZtsj7jQl+n3bGGpHbHnXABSYgnIihhHfyRGKMMnjFDVOFZ/CWCn/tBBWRlW076PbSEuuEUn0mtWdNNTgKf6F4CMCVX+DityymCC2VD8LHIDTzbUzNEkk/LoIwA2wDNhGWlVAIsB1jTeGA6rLYGwhm22guaaAkRTv1CaxxnCJpmFH9F/qSPXHTmPAY6oxoMWO7a61hH3hNqP/Qk7+7PfmmJHn/E1C5jS91lcABjOL1BWzrMIIain+zz24Ql5ga+nUpmyMINroK/F4oyo7ywApv1oM2++v9JyOOo72coEH8WgRp98oeMY99u6HXTktP7lLw/l0IATBEdprGyhrA2YHAtSAiIbmjs/csTTOZxLe1En7kuUr6kKRv0b87DRH9hCORwXyX1KfwaSk2MYsH9+ETbwCYCjH8VCgVRMA4MjhzPxBKpzH2FPrrFL7WA776K+5tlS37ietHqOZxAW0OsuL9TuYe3PeAKYTutO+kFs0f8SALOQxtfDeKfnTVqyEybSIdiyXwtrLi5H1VdfrksNXMrhWZUQtwaAJxP8dstoAPCVxmv+aCLQRCAiwHiuf/tayHmpzwuMKnWQmmHSE8yiwFkAjBX0LOT0s7s8kucpcOeFfxbi1o+fB3hzn48NAOfisozPFWXwBwbAGe9IpfHhAPDFxCp8+tkiAXC9DzQA+Ood8dIB8GOH12Zi+LERfOjxDQB+aOQ+p+MaAHx7a3/u41cDgD+n0eDh1/q53ycPj1xzZBOBJgJNBH6YCLT+4TfnY2yUW1IqfvPvypG7JBimv9fJj6qfo7OBLGcFVQWNUB9anyhYerDf14S4gJbASLcn1abY3WVLijjZNe8rd+S//wGlYFG6CnyiSjiWlXHkgxQEluoSwHlyQm5gQVkp9lo635u3PQOvk2NslUW9/D3movriy20dB9xrCRDqdSkNmZS/FBnDWpTJCHITo94CrBzuHSG5ClCoU26/Urkq7N27Pe0LXOxWr15tGPAd7g+d9xdAw3lQigEvyFmJNZ4tmgUZjlVXcm6Sw7fdiQn5/UPluhWWYl+UpPvvlftX28ZW2yrHFjakUrximdzX9VwIaAA2rRoWUADakUuZ3LooYL2p3JP+kRWOTOx1Oh2BRUEJXcvg8DIUuor1W8VKURCfOKr+l/95SwBElAFoaxAsO2Kda3CyXg37oSre2Na58IyGT4gHcs3kLwVUo/gO4Ab4iMXyMJrzsh9Wzx3ZAgPhsYQmhrbw1p5DWR+T1xNgBjTmQyPK394G7QuICcDjPMn8pT9R5gEQc7MwUK8DLA0aBVBoo8JuQ7qJYBc1sN5bs93rVMXizLIFlg2dR5Rcx7ootRdzmFaDkieWAn0cACsU4p5wRP2rqpK2k2NtLb4Z11LfgGDOIWx4aCoWoFfqzgBFoTIGnKHSQ5V5fAR8hUqGPbKPTQtwxRCYZ6jockJNjloQK3QWEhiSUQmDTe2jfup91PoAPOA0xwOuUgVM28HAQikJLCMKTPKyn0BZgYf1GOa1ut1VLrHid86NshtYDbAEtBsY+4CpypU+jJKVVyegTNeBRTzKZvoV/QNL7mUtOkElzApucgNbGUwV0xKxTHBO6lRUzrRZ8E3ApcB6gYMEZ6j6hUI/2tO5D9UexBwIb9twACKwrYBMyrIiGpeAolKNPkofn9oqh01xWWTB/UV5GpeiH+BYEDCfiyePMjmKqXu5jAK/oydlrln6Z53VejGEymX8YeN9FlSwsVgAp4RQoAbwdw5dbaFu5b3AqxyXMDMVSgBV58ud2VCGWzHOQg3F4De/0CIZLZrQwG5DfxTsCV8ZrxibKB8lOMpXg1YVS07fnLin/ra5ZuGK4Cv3CfGl/Fyx77zarnGMCZnHmz6FlbJzBPs6imJa55ouJJgqeGLRRCwYoW8RE85t23aUba5DPIdsLV02Oxn42UAfDzU8G/e2+7jOxxgKyPXvZeEHttY8q4DzbJwn7Kzp3/zOIgwWFEXaAPqRF9LoHqAc7utl3fOo7VtLZ9Xrt2tKM8CCFu5TLfhggGMcLArfXBKRgjHfD3W1Xvpxl+u6yT76WqPXXnjsF7ebFWjTEzy2/Nvq3rzXRODzjkAZB/XM5JFxJIcY7J9btrjPhTVlH8t+p+N/PldJARFj13TxVS7yiQExXq/fxzkO10Ht7H0+TRMwLbc+VjCE3QSor5VziwLYz4/iEJH9oH78XVXKUc7V67wR9t7Q2Wah+X3746zN9Lzjr59nFvDE54K8lvrnr3llJuC/ovTNFXJ5kJ+P0+ftNM5XQfCjwO9sBetQfdp9ruzFQoabtnj+sZgq3o3vKLdtV6/tQz+vPvT5rkXijgriuffSouPve0PM7P+Dx+eR9f/Qh989Xtfv6at1vfn+in0WHfvhrrpRAH+YWD8tKI7vqXfb5jwA7nZwbS/PaN3/qE+KgN778q/Nf92/hI/wiCYX8JM3yt2fO09+6qbAJgJNBJoINBF4QARa//RvF2PSj55Jqfj+neCeYCUAmAlqKyUH5CzsVV2ByrSvJAfvqdSHI0HdrV1gKBPcmsDWZ6z+cKn6j/8QKL0EuGLBCsSUuvi7I8Pb5SWpJvnSCBzxZ8AAKXw4w5747dtXhkicY6g8v6iigHFv3m5pLmpkpd3aWldcD3UWFrBhlwpQ3RMARnGGPe9KsfQNe9BxAcAXtnZmcr4ryWwoHs/12kDXHzBra0fgEjWzJ8UEVgS+whIUa1RsmIdh+4vtsf47PtbM2xioJyimyX+ABNeMSnNVEH1J5fRle9xVHuShJuiOT/qetJo+MHWNmrDbUm7fNXIfGzpFTKgXdW2vdwtYEAAWSCZXLSD29VuUjwLC+6fVn/+4Xf313wgSL8vGVtAG6Ai0uzxHESd1nOyBX7/B5jh6ybnUu8dHxJ26rquuxJ9Zuchfi2U1MBjFJZAeeEJuXtqC60fpGrl4ta+siIF/1D1UeVLLCt5syM75WCAfqOfJJpU/mWhTRVCSM1dJEyVcsxJSKuuhYyYAzPsoskVnURiuY8MMuClfIBJQ8nWVuR5jTgCd9gWsTjKI6bXDgxPPZ7JAAIhJf3O/038sZjgdACEBm6ivBdJY1KD9PW9Km0yAYLFafdPO+AAAIABJREFUVtemD1nZanhJF0K9ye+xz2ikOCt+VC4AdMuW5UAiJv+IC+UzccUkLgDYQI4soxSM8lh9i1illTMKaY53LlRBQRZQ8DvK3jpQHArkhW1wAM0EwKiLU3l6EwBm/1Drxk/AfuRMvlCbyMK8WBfT1yc5XaW8j2sI++uceLPtNfeqc7IGpON4FhywMbE5HGqxgsBnEP2YeMC23PUufca5iWUZnWNGvBmidTbUzJHnNXI/h1OAypHy2krSogCenehNmJr3e8QqFzfE7/mPmDm+bt84b34/JIcxbUc561ogwZDmXWrzKI4lCleNOVYVo2SufQ9O8M69FuOJ+lA5nmPimligEYC1vmUePuqaavKoYORGzry3s99nQwUM52TRzjs5DGh8VluOBCwTyBM/yj1T3nYWbQA2AaZh0Rz3T7RVQGSPgxzP/cq9Jiib1x65eWtQoABgjxsFzPN+LKjRubQChVhk/XMyOnN+E08r8n3TRVtxL6QNesQj4HTmGg8Ve6jDEwJzTakopk+glnZbq07kPqY89onJclslFKgcizrYzlVXxnIWOLBeJQBwQPoEwABtODy5iRl/llfPqze7q3JzYOymuWLFRatMXNe4zLS/NQD4St9v/mgi8HlGoAA/fb470uc9HvV89gsAnNB2CoCThdUna7B+ngXAMS6WMV3D0ewz8y6TPXUAXB/vM7ftSwPA8wDYhwbAU0vqWTAPqI3FVPG8KZ9/bvFQvg8Avt4HbgNEj7wbGwD8yADe4/AFADc/R88rsZ4D+x5nvfOudxlr7lzYZ7Dj3eO1COI2APgz6C53vsQGAN85VJ/Ujp8k/24A8JP30bs/d5781E2BTQSaCDQRaCLwgAi0/vl30nhpvmgg2Hp0qByJKPQEJpiox74WaMvEdKfL60A85fgVgDofxYT7qmAOClyJXwV++9XvlDtyc3tbE1FLAl9D5zJdEfTtC34ySQXQDF6AAgqVrUCIwCK2xi3ZY/YEZldX2gaYJyeaLOe/FQDuulSmsoMmyRlUxUpTwbTNnn+OBDttMSz41OlsVJtS2QISgU4rOj6sfJnED2AQIAJV1rr378uCGWC63jkTjJUNdbENPdw7FvTq2Q73RFCyr2tiEh91L1bTCoXqFGphlJUHh1I560t1u4sl71o1OB7o/WH15s2um2cgsApEBmQEBFrWdQm8CzJsbW94so16Ub9QrqHUDYCIpTJW0UMBYGyZt3el0tO+w0O9tzqq/vzPl6ufyg5aTtbVu28PBJ8FH7hw5exFbLv7BjLKxJEAhfbpK9fn/tG+lb2bspMOS9+AUoN+WGiTq5ZJLuc4xmrVijbqHXlt4VCGHQKdWPiyEMCQBgg3AT182QRCY2kNEBRYl4ob+2m6AqoVvmCIswd01GtHB4duhzVBMIq7FB0dCHS2yH3abpfcwLwBQBXgKjmMQefMfdEnWCCAEhMlLWUcaVEBalOgD0CV/gzPUS+XBbH6q/rc5UWA7Q3Hg3DRX1G1hqrQfd6KvwC2XItzC9vOGuU2gD9U2/7wzH7kr0UZq/4eoBb4ExOrCc+4bizS2UKlqvNgYa18w4BF8oh2OtEfgLq9nuBvyWcLrEehjfrXAS18DbCKWj4hWORaDWidqo9YBDFdkOAmA3oXBSvx4n6JY9XPpPbPNj9W/m43td4jtzaQzqBQ5Y0T5DrvceTNDpBKCAUJbYkdkwyxeECnxQq65C8OxW1cD/CYegOOzd9six2jnYEZSmv1PeqJBTV9k8UCtmi2yjZhPDm0YyECkDg3L7jwfUc9p/DYf2tfQ3oraAOIe+xSEOiv1IO0yK3S16ka/TGUotG/uGb6ZMD9AKBhWRwqdl+HfmINjgU0habCN9+n+LydIg/z1Do577NUbtn2G+V7qT9jTABJVLtT6IzSlgUEywK+3357qrGLkwj+aow8HvbRGSuaqF3D4pi+DpTmHk+Qm3A8Aaxzw0uJDswFEk/sza2wlr01MnfD03LdZYLaMUGNr8qj/mXswwqac036ApH3wg7lXddPysp/AYbD7juVwDlZzj6p2E/FP2d3fymAmPdpm4htTI7RRVaBz+6m5MNGtU4+4VAT1yfFUQEnAHaM9NwMa+pQQLPAATW3La3pI64n5aluGpu/etvRM4483GVin45funmNl0/un0nnbRTAk1A0vzQR+LwiwHNrSZ/jtCBHn9X5zH3BeGBnElxGatGYrGSL13IxW+b+TceIXEhk5xv9yzFuuvhtumJpForWY5/D0k0KVwNmPlbdYXZxEXy+TQFcv86s27TO8dkj87vPnidtn28qI1+L42sruGY6X8LhefvkOe+iAp5VJGdu4Hob+bPq5EJjgVN8VplfRz4317dYMFvbyorCWRXwkyp+b7lpSTxz05YK4En1uXS6vT8G6N1JKBaB6kYBfGOAy+f32+5x9/9FSZpvadu7vHWXMeIu5Xwu+8zGa377zToIzEZo0X2T+y8Cyc8V+TJ+P3P/e67av7RynxYA3+fqa8+0Ww+rTXzcp/gF+37u488dPqI9YbR/gKIaGPwkQf/c75MnCWJTSBOBJgJNBD5gBFp/96uRADDKLQAXCmBAr6CkoOYp3FFfBA8PpawVDNvaltWzoBRqwCUUf8oNyXz5QKrfM9GoX/76W016rws0duTQTJ7eA4Phrc1dlXcuOHYs6BdWzDnJbmWfAEPMM4R6EAAc9VF+4H3lk1W+0M3ttgCvVMQoBTUZ3xEobtn+dWpFS17X48OBNZ0o8oBAlLW1RYLcS18HQBPFVlvnJMdxWHQWC73DoXISH1lBh9IROHyp+vjhpsmVvuDeEPimHL6GeOUzJ+q5mOhfrb7/lpzIwF2gnQCPFG6cDzWw1c6Xa4ZyQGC23d1tW9cOVDbAc0Ww8lyA+WD/wNCP+qLwBJyvC3yi+CXXKnBwa7ejEmS7LEizJnvh5ZZA8+uucwO3peg9UzwuBIGxCgYAt7uCEL4UTcAJUGB5fKx6tKRmBmivkc94VVBWFwZQG4kkL5HLWAcDQVDzDmXpHEpO5ZIVkOwqp7HBGCwWEWcBXuSjYzs6jNyzbjOB/kkuWrUSuZDhQaeavCT/MqDWE29jgTrFfWNTiwEEVgszVNuQ304FAycVcwCRoaEsyd1OUj8va/9VWfCSJ3hE7mWrLYGCxB3ghTWsEZTbcF3qdc4BsDk8OJW9dMwkAc3W2lKPosIswDFskJF2kuOVuGJtGxAq4Hl8KU2IGopEiqNM1LNA0piMO5IduvtFkcKi6r6QsnMJa3MVsyygZECqmALj6cvYdV8oBoBo20OrD6+onmHjq3tXddDL3qKuxFTtAwAtELQ0xhXwyH5hIRx1B96xAAIQB/RDAYxtOQA4Fc8j51qOBRX0hY6gH9dKXQDA7guOR1hJcxyQmkiwiAIFc1ggc59H7lv6CHAtxwaU6YQAIMnEJNdXn6C0zTBHaR+qfypYzqw3Smj6ZHH1DQir/YaKCXVDmV5EUq7P5D5WGfRH1JoT5QOTiWWc4Zpsqc24oeO4v+k7OBZcaBHHdP5V8bbaGzUWVsgAauoTNsMRZyy+GYsCTlN2wEfei0mVFb2fEHl6XMQ3AXDGI5SvkW+bsphUrgNgirR1vq+X/hs5gAH93307rL75hkUpGpu593X9AGT6NrnHqSf3PH032j9ANu+nYrs+sQ70ZWEP7ZZQOiyZiWW0OWA3lO5loHC8BJu1aIb7aqT9AbRp2w5gjb4iy3+ssUsu3zqg4PcEs9SZfay4Vtw9bDgfcOQTZt9U/RIT7kXGntOR4mAVbml3FOXYfBcgwr6MQWdu78jhzr1lwDzZJ8BMLKygf+oeBbRbQR6K+JadEpicl4sFRv6yg/6Lv5SbhsYkNu6cSUxnbSwbBfDkPmp+aSLw+USgPtkeC86O5UrDAjDGVT21PabncJHpODzmx1q5yTYLgGdh5CIAvAj+1sHkTe0zm1t4Xhs+JwCOSauI6UsFwBm3K/DXF5QOF7dPoD83AK47djzkPr0JALsfF0B5LeVBA4AXh/kuts0NAF4cx49wjw8DgH8o6FsPeAOAP2T3awDwh4z2x3OuBgB/PG3xMdekAcAfc+s0dWsi0ESgicD1CLT+n/82GANmVjSBBPhgkh/7y3OBLsAa9tB//OOeYN+SraCdz5EZJtQBmqb+5puR7JNXqm/+dOQct9uvtvTdHMWewPG+FIJSIgDA2ti+CnYADeubJ6LIeAig0k+AwFA5bkdYH3cEEooKkIlz7KiZVCenri2qNVG/KtiQ9qDMfO19L+Wa4IJVm0zOS/26vt4R/DjR5JisczVR3xZI5d+qgEAoH7geANKJIPHQeX5R96LoJRdtgBtBD+cuFjxWTmRAHDld7ZrsiX/qv1q9+47zwyiXpaxtyzobxSGgo0z4ax+m9wFMqQQEdBwql3C3p/11DNDj/ft9h4mJPecoLblN28qxDAAeC5LSJuRRxnKZr0NWaeo8X75dqX72Z22pmlGPKs+wQHIbGI0iUfU13BdU7Ol85+Qits1q5Ia1NbG4jppACwAEOQQoNqTUBeSM1CewsIamoBQHDPcUi2WBJ1QonMOAyBNq/J9AJ7mVrUZExas6CkjDbpZXyPGLag4QDcyVrTVgCshzLgij/7pq/47AbUJU2jMnMcOSVfUT0zqVnbWBruKxrjJj4pNFDYJeus5QTKNijH52JqCOnTFKdwBcAsM9AWAmU4GIqLhZCEAebINM5wbVfSGohd1wtp0nENV3UAWH0jTy5k7SptnuHPhDn9IqigLosAUnxymqx1MD/lhoYNWh8q9y7ogZAGuqNkSFjWKVHMsEBtgWwAqlO5Au7q6x4gO8pR9i/02MPRU4qxh0v9c9rGtaxSq5WOHSR309KGD1H/0srLCjbQMyhgU0CwfI5wvIZ+FA5tr1fYHS0RAMxWt8aUdJH1A2LI4NXcuKAUAj5bI//YP9eJ/7h75pqK/FIYbalKvyGLOsBGXpBwtKVFfeO5XiVi0Z91GBrORLZiyiD2Y78ZP9Oc/EKrrcn1z/bK5e2p86BnQVVFT/py/aQniaZjaAYLEZpg62rBfsY3M+bL3PghrAbbzG+QPc5sQp18/9n+CdumLZDIR2cxbqzHlsIT8BybmCP+qZVvguG+UptsyqzcnespwbhtWhrOyly4482+qvOTGOAjiV29wvkUs71beMadF2YTFexjS5CGTu4hgNpjl+UzEc5D3GzrCppn/oOjXO0JaA3HRp8LhQLJ5tK83CB92Lef1ZJvFF9c29xwIN0gCcaZVLXWFFHIHMCYtDcR6Kbu6fqE/aotJ/YrHLFAKHs8FQq6OcC1zvBWyO55xT+DL2aB/nhLYifa3YVEc+4pEgc26hwFO8dH49kqqf/jycB0qPcC7g6VhyfTL/2oTf7NzcghXOj/3itlAh9MnPIEyasvmlicAzR2C6cPJcz8ChUm/gGuIxR58T7YSRbhsaKqwALako6hXjM1QuVkoFsNe4+bkTjhe5TRbY8LzzMzfemwWmfq0clvvkOOgyZ4auRWB39vz1MuvnmqcAzvPVFyZlmVfHvB8OANfjOK/jTC2f8zNCBPK2HMV1W+pUOM8rf7Zd6vmAOWYR6rkpP3D9XNfb+a7KwiilDoDrCxhm25JUQXzWuP48uv18s/GZPf6xz8f7DgjPer7bwG8BvrP1Xfh8f2YF5rPG476N8wL2vzsAjou5X3wXjQbPGaCb7+PnVqA/5xW9pLLvD4BvX3iU33AWx2BeObXVbNcKWXTuxWe9+bPC3Y/7VPb85L++NQrgJ+mq93uOPMkpm0KaCDQRaCLQROAREWj9l388GANWeu2ewaPtNvU3irbqUpPamnjvD4aGMahYUaCSZwwIzMes774by/b5e0Gds6q7uekJbibzgRuodyNfIradlfL4kt83LE5zC0tWUBAT6ECkoUHvSBPzTPSjimV/JtOxeF4TaMOSGQUoFqYDwSsAFerYNZ17/33fFs0oU1HTArbIJwyEZeIfIICyEcXXumAqsJltYxPb2AvlET6SvXXaM0thK2oJRAXMtpWTdkkx4Esxak3PopUcm8IACtWK4rFnuENOX3J88v0YeGV1on4DRE6UosW+lvIPDg6kju74POz37t37EqIACABgVvm/3n1loEE8RmcDAVIBbl1XX3a8fD3bREWsGP+nP++oLQaKuyyxUWe6NOGEixWDuhNZVXdl57sKnMBaWbHvqBzyxgJBERkCw8a6vo7UnwAYoNMS/9S8PUE22jRbEmCN7TFtxofGAEOCfYovAJi8peSCXtVEZbenOmjikokqWwgbGIWSE+WqldJFOcq1xyr/gHu5AV/IB80ihdFp2OlubofFcbrYMf+prmDVMYCV60cViPKP6wF4Y6VNrl+2o5Pz6lDAGujCjCXXkQqJtEYHEgG8qKcBtC4UaAVojQ9BAU4T2mD7LLxdgDdtG4AdJbGV5wLfI/VJYmCVrJST2IFz8uPjvuIdqmiXrUkag3oWUWhfFNloUROKARJRertbuo+Getc5St0Brt53nI+XuJZQSbek5sdOkgUGcc4Av5GvmI22SFVn5lQF3LG531idyhaTBYAzNn4kSAW0WhGqex+1e8wch4oyARz1RvXJvoSDsYcQDLTIJBZYlBXg5ZKcM5n6qSr0aY7HFj6+wAi8FakIP9bbEUcD4PKP3eoAmFhH21LvUPvnpHnk+o3rM8BV3VLFjIKZ6wDgG4iSE7wARgB43hfsD6Bf1/EAZDbOz/EJgAH71DetornkAO8B3wOuT78I5/uR9zmskH0v6aQGztqAvyzcaWmRwf5+v/rua/WRy1U5AWiRS4t+wkKEyIHrzmFv7pjwD8UzqnAWB0W+77CFB57i4oCyd2rNzDHEIlXKN00mUkXuHRbt0E+dv7iUMQaoFwtLICt9gzzPkZMdEMuCg7iusHBGjR8EHlvrFb3GM8ILJHwDRGfhHot4T0F+qNRjAUZuKNxpP7YljRuxiGBaDq8TV555Hh8N8IvqV6Cc41nAE+cpz1bVKQFwgGsQM+MMtvBaJNIdVT/6SU/9ImqRrZvTX4smqCewOC+iAcDTBm1+ayLwoiMQAJhFlf2BUjPoeRujH59XYuDy+MDiRwHiKxbEfF7nLcawOQB4cnwtRovGm3o4J3l/NVAyqk3gcQHAdXh8FwBcP/dzAGCP52XAnK3Ph7CAvines93zPgB4Nh9xxOx2aHMXAJyfX266dX4IAEz/Te6Y/SL/bgDwLQPcBADX+0T5ZNEA4Bf9ZJh83JshNgsB/r0IT+k39YUEc/rN0wezAcBPH9O7l9gA4LvH6lPa817Dw0u88AYAP0mrNQD4ScLYFNJEoIlAE4EPFgEB4ENZQGsCX5P3TPA7n6f+RhWILe4KYIpJekEybI1RqJ2coASljqvV+32BFu3H5PWlvhgc7B9pvzWpHTcNtA4PBraMBpJsbfU8Kb+/f1iUtzmhXhl8Yqd6JOhlYKwZ8J2dTYOVvsDvoK8T6os/4Hf39WvXi/2wx+3LxpiJEltHa5ILmLj7uuPXDqRCjjyowAgUk+1QYQm6AYisxBWg23ktcIpFLbNY+lIzEPRGbTvST0CcoQxgz+UE4OZDMRMgTO63ZTv8anuz2tvfN/DY3t5xI64Awg+OCgAGNq4KlGKlrfzAui7nWCVXpqAGMRgIcLx6pTy+qvOJ1LYANM7BNQBBtre2iuJREFe20R2srAUYjo+PBeVBHMtVT0TzR1+sVT/7qdTO6ypf17qu+q3KgnQgpS4Q/NyQCDjYNkCGjQCz9t4D3mU7LTAJeDoV4AE203aXkjeu2sL4otqWjS6232nLClpxDk+df6i+EzA57IqZoBydSWWs+O2+3nS70a6HgtCtMWBHFsKCzMBY2myg/KNYtZJLlDqnrXQonwWiFDtst2n3U02Eji90bYKQW9sxD2owhU0yqlw0BPqb+IWFcIA811Vtg7U5YkJePxRQBYaO9fq6QBewawIIBb2AU1jbAg9tfY5SnTyzKiChM30nbJ3T/hkIidpTylO1O4sEmHMcSZEbdsdF/ez96Z9hK2xQiJpT9YHdUfeRFmVwbnI2Z05Z8kcbVCq2gK2OLKENK4HMuuZz2WTbStxW6QHZKQfIBlznPMSVegGAsV3nugL4kdc6VaWCu4Z9UzVwTijnlwQUt8TD+WsVKwD5ZNJXbU5/4trYWITAvvRdNqyvDRhLH8ASGm4Hz6MdqBswj/uF/jSZ+CuA0JCTxRiotmlQ/c3CigB2ZXwTgHUqxDKX4DjRUoXpBQCmfN4ABgZ+S1U1v9Mm4RoQ4wD1Ynf6s8/ntsIWnX6nMUPjJbFeUVlY66eSN4GxLbpVXe4l1NTTD9LRB6gb90fkBI7nwgjIjp0y+a0NmqeLHiLfNBAUZfH0fCO95gUcukFYQPDunSz7f/Wt7tMtvQ5tlD27LePJR65+zqIBFxygl8UxtAkLKKijLScnYJhrmCqO6d8xHkyhQ8Lz7CsTyF3e4Fpcvq4nwOhUtUwsAbwoggHAWTcrroHhKiOt1AHJ8QwLa38WNdUVwPwOkA21frQvx4byqajBwCq6j20FboDPhdb6nNXIJW+0D3Ejuc0vdL/R/5z3V/XNsSDhM2XZRryo3GNBihYxWbWsf6vnenauaPzWYhqtF5ni/WiOiWV2/GnQUt8aAHwlHM0fTQQ+qQgw3Fj5e8qCwPIA4zOOh4Ep2MnROFW4AGGWSHkxlwFwLIapK4A9kpUx0QsX/Uyd7luHsLx3TW1WhqIEdJlXmHKpT33/2wDwFXBc6nNtgsl2JNQtF5xFM0/qOF3rVto/FnTV6321PlHO5PpL+fnsmAfCZ6HrU3e2uwDgm8Fv1GQ2PrP1iwQr062uAPbztbT/tO2vgphFAHj2fHfNHTw9y7RPpwK4DoCz/FkgHNfuTyGTBWjuh/nhrxz4eSqAiekMUGsA8FPfuj9Iec87Ef8RAuAcvhqQ84P0t/knLQtnZz36JwfMfrOZV9K1B3mO3FcPyDW+8dR7slg87/30ZNV8toIaAPxsof2kCv7c75NPqjGbi2ki0ETgs4hA6//4u+Mx4EjT61aidTpdT2STk/TosF+1lROW78ybu8BVTcALuB4cAdg61Td/FBzta+JEDIL8wFg/D6QERpEJSNnZ3apOyBsrsLAhdev2K1kOC1Ds7wlW6ifWl57gcL7Fqnr9ektQLxS555rY2XnVsyVzX4rgmLgZV9tSGQNQLwTQvv/+veEWG2Ao8l6ikFQOXNkBMyGG+tcqUwOKsPFlYgPYECpHgMNl9Wo38s36izF5jw8OVUZHAEB51pSv1Yo7WYpiOU1dyI87VQXKfljwakfgFuXoUGpfVMaUdSEoBsi1mtaz85eu39bmlvdD+wwo63TIWxvwErtrlMIAauZnAhiEPTIQjY2YAn1R1ALGAsuSe3RDttOj6vWOLL3PB9WPvyJXMhN/WCQLili5rZyuCpsVb85dXAnKH6kEAdGVjnLf6jVZNK/LOhgAPJAVNDCQunekaubz9Ui2y+Sxxdq4rfcAsFwvQJ18z9QJAEmf2RKZBR57gcFK5EElF/L++2MvMuC8AN8N5QSmOcnVSp0C4sSkHGAStTYTWiiNsSMkBvS31rgTME7HrnfCBnlfIJ58xm2BLPoNwHhddURBGuf3lKRgCycIu+DDo7B1ZdJrS7mq6UvAO7YltR33hxdLkGAau0X1cd5mUQMbylDgUqgVE8pFuwdozv5FfwUgY5WOujBUkD6PLaADnLHxvTYUw0z6knsbO3X1wWJTixI/8gNLzaxFGpyCY0cC4wD4c9l703YrUkR60YL6AgpE6k0fozFZ7AEAJq80seYaAzzGv2C0MghGqaqyxdVd/5OTQVE/chzW3UB3FoxgjQwUnU4SOwYF/lIa10S8uCbOuaY60t9iKxa8upChxhfuWezjUdFzH2DtCzCE89YEmzFZrX+phKXNnY+Y+gvkWYFcoG5YOBcb6XJa36MTn8FwONDdF+0CYFdwYwFBvMOCBa4THgzMB6SjDk8AzXjkxfKOadg9l9S1cQ+RF7bcfxQJBL5UYW4DvY5Fc6qseY281LRHWKrTz8hDXSJGX9Xr9MkYZ1B0lzzlXH6Z/GeBxNGRXBv+gJ2++ilqXinKxnJ7IP915LQldy+KVzpxtAX3Ik4B3NNsyxp3bDuteyrsyuO4OoRIO++cdA/oGn0qJ+NzH9s+k6/b7YqilhzUqHpZ3BAwfjSizjGG205b7Ud7TCCHCrYlt3Ptzkxw2p6Z/oCjQ4B2ygXAJzzOugORvQCDayrPlBUppt1vi5I6J47Djttd1tfFPUQ70w5cU1pVh1tA1J2y4x6L9rVVdFkMsqrc7cvKx74pd4a3X5BCoDRwnH2y0ITYux0aAFwPUPN7E4FPLAIJwHiwV1VfnwOGpObAmp/PW+VzQgLgKdidTrDyHFpiQQvPxgcC4PoETx0EZ7A9npdTOkOMn0dXgXR9nL4JIFNW7lMHxDdNLk0zWUzPkcf75xwAXO8czwmA54Fbzn8bNHZblbE9njdxIbOWz/W/r1o+X51YbwBwA4Anff6KArgBwJ/Yg8KX87wT8Q0A/hT7zPNcUwOAnyeuH7bUBgB/2Hi/1LM973PnpUalqXcTgSYCTQQ+3gi0/vf/+2zcWpatZhtAuFJ1lS+XbaSJpgMpNIFoTPAbYC1j8Sqb2EGr+sWvD6rDPuAAO9qzqrOBDTMAcEWqWylbBTe6UnUywb8tZWx8OwEwACha1ft3R9o3lJLCFgaJu7vbVkMBFCPPaqU6CMRK5YoKmO3LL17bpvjwwBJkKWK7BnIodoHAKJSBLUvLTJIBPlcFn3tWoDIZAlDoyUKaiZXj44En6QHAW686AahkUwxU2Cs5eDc3NwwbB4Bp9tvaNBj6/rvvDd2AB6jjMk+qwUJwMsPloeAvP/v9gQEAgI/zUQcUrlipolblOCAwYAMg0JXdNHP7BuI4sl2sAAAgAElEQVQKBO/xAuCc68JK++Tk0CDT17hJnuPIrfpqSxBXP4eySB4eVtUXX7UF38+qjS0BKFttX1QbXXLDaoJJAAMAOFD9uI6NjW7YY6sA5u9Gsui17W8BKsRX4mAdE9C9I1jcBrraBVg1k8U0G9CQRQTEd3sbYFvaX1bcAPZQ2AlGHZ66zQFeG6p3W4pK6ysNVABRsR+qF66PD6SUBzx1TA1g1Wc9uYm9r8CX8i73pRinn7TVPptanBA2yq6i+qdsxgUWUXgTg64gMND5+AgFJPtdKg4boU5VP0GpGoBZ1uGqX34otpohJxrLvBt1pR5+q8Bb6gYjJr5YvfI6Ch4mcgO4BfAD1KMK7/UE7SefvKMzATMBU/RtYKjzGqP+VplYNltBLyDJJg6r65fKF6h0wX6oNgPSYY0c6k3gHUpqLJV1z5T2BeRzH3POhJ3AN8AmwBOBLBO7tD1ty0Y5Wd+A5AHD6lv9b5++lH+m2HJOriv3wZaRugNDEz4nCGVhheOl/bFYv7YVCEwnom8AzimHa57YWDERVhQP1NswzTPKQMECKPWX273MJAMVAa5s1DP3y799Xyg43Jc+j8un70YgiGkRhk+qzBjpXMb0zfJqTuhPYuQuaIrsuMZkb/QZN1mJJfsDhsPqHDWp7nQs1uvzfDr03XeX1W9+u6+FEoyBYcUN+F4W4MQ2OfL7Rpt4kt4AlAUMQSIPD7D1555jwUGA2hhXUbkzTmTeY/oMC4UYA7gfaC/l7lW7sTgEtTNtSt5p6sA4mEr2qaV6LDbhvuH5A2AmR7WhsPqzc1arHKyiwyocO236OqA0AX+oifmHGp5zhRI62ntZiwlSURx9OBTUtFtef7TxlaUGMY6zYAcLei1kcEzUR1BC2yZ+As5jApoxNvYJZ4FQJ0efib5Nu6nO/NMY2VFnWVOf+dmfycofR3g3ddiG1xs1c1zPLrS/LW/wpAPe55ekOjPHLPriN6ucmz3louPvU8Vm3yYCn1YE/EnI41Slz3kDjTN8ZmDBTqSZCDUvGwpIP9e96XOmUxjos2JtIYzhb9knbX3JsZrjYz12i+5bf8i5Zbspp3C9zLzvZ5XA9SJnoXMuGmKf2XFj9u/b6n9136sAOc8/C2nrLhI3Xfa8nLxpJV0H3nctu25DPS/Ui0FwXN9snG+L+4e8h1IRPIMj5xpX+3O115ndAKO4D8qDcLKOb46ydXq+KGde/1n0fJqnDM8YzvbzRa/fN/Zz63dbvt8rN/ps5O9Zg7ueZ16xj7UQXnD+Re13z6v95HZfFJ95DgsZCDum3fYcWEiQbh5/p0Uu6p+Ljr+9yXIh5SfXsB/JBd3fOnq24tdWcs3scHv/WxyGReUvLuFx/f9x5T/30Qtv3+euwA9dfuMscKcWWPQcuVMhzU5NBJoINBFoIvDBItD63/6vwbglgAsc3BJYG2tCO3IWAqNkaSpAiD2rJ7etzlqq/uW/f1u9P8YeTipJfdNeGp9Vr94A06TSE3Tb3wOsXhoAo7ACrpydS4krq+Wt7Z4ubly9/14AV7B1+9WWwfDh4b4sn3dCDSvQdij18ch5QlGiFgCs/ddWu7YBXRKMpqyuLHP5kDJSTlXAAKplAMLWlomBcuOSv1gQW3CASa9QCkf+Ryv29MeyVJVcOxPz7wSmqRdqsbDbxM6ZPMR8EQFY6D196fzuT9+qXh3DOnLJfvun96HEFFEE6ozLF9uxYAKqSKydgX27r1+5HDagAPAOiMGEHkDvXMDkTIT17du3npQAEh0dqk76nVgDgAFyu1JLA4pPjpVbWOfi+kajgRWirzYVFyC6yj4+QFFwUf34R+sCwYK+WMYKAK8L1AE+LwVe9vb2dR2y58ZuWXUMlZogqvLhnl4Mq81NwWhtQHmUn5eC/OSmJSS9DUFnxRmoKm2mQTj9pSOVc19qcay2NwWngZZLy0w2knw1+jftMBIIPTo60jmlihYABnYw38kkT4Bn1LnK9ayyUAADzQHA774/EEia5moGUAbQEWjqBFgZnKi9pFTc2RXcKva5fF042D/VtZFztKM2O6123xB31OKCS1hS68LI18r5z9SfsfYF+HTIe6xuhYqWRRGG3rPfH8r3kVA5lskqdlOfGZLDuiyoGEpBbfWyyrLFraXA9M+R2mJdfTytDQMU0Re6sn622FhlA+2oIxO6qNHpl0Axq4T6qrPuBzYUnsQ+Ld9CIRqxwiI7IW7a5VIO+59LvQuUCjWvFjIo9ix2SDtgeFVOyHKPh5o8VLmxyCGgNUDQ9WAOu3xXt8q65DPmPcAoQhfb+ZZ9AOG2Tlb7cY3UJSaqQ0UKDGNhCIs28hjPdc8CYMWRsawOgAGAbHw5TTAedUxYGOXYStn9CqAKwCQfcvRd3p8uBIh6M+ZxTLQXi2PYOSqFOj3bztBWrzLWhb1xAHeaBZDphSK6mLqINV+3crTMieSCBqrDsSiKnTdYb9A/rYSekGVyXFfV736nMV339oBxx0mHWVCCqlvAUeNZ2Kef2orc8dCbLkLXQ7wO5IzA1m7jmMA4Ear3sNuOevM6CuLsHyjDOYkBsNXCcY3+qf/ovzEOB32fjL3qI5HHmE129eRU1y6ci3G8vvCAOKfCnLzSzqVcYsEFoBp3Pz5ljAzFfSiSGTendcelwJC49MMAK8Qg+3FAYvqDlcZKRcAzD/W2AX1t8UPm7jbgLmo428iXBRORLzkAjPOhA3gZYHWtLILiPPSbn/xYdtDcI7zjBUvTSY8GAJfu0fxoIvDJRSDhnT5XD/R5Qc90Lyiq2RPrw3s8n1g6ggq3uMxoKYx/z/HfaQQ+MACO59L0A5KfByzM8bg7HcNuAsN+5JR96hBtHnC7KwC+PlF1O0CYB3Znu9rsfrMK5zpwvQ0Az4Li+4LnK3mfXcmPGwBnHJdnVjDNa5UGAF/teQ0Avv3+bSamb38oLopPA4A/uQ8VH/SCGgD8WED9QZvr2skaAPy8CwR+2NZ9urMveo483ZmakpoINBFoItBE4Cki0Po///FsjFoS+1XnphXBAayFjFW2rpp0OlHe2M0NWUHr08C//OK7ak9g8Fyq0+VVgT3l++0IGHWVt7AlC+hTAZf9vZEn3wOqrhrKDk+PPYG/swtMlTpUkIryN1TuvqDCudQNTGChsO2Qo/L9gcAAlrfFGhewIKXnhSyDrWQUuOv1lKNUk+lMdA2GA9uTClfZhnNzq21Aio0yE/A7u5sGDEC3oWyAgUuUA+wEVIdlNDmDyTcsRapeDyAU+SJREQNsNwoMRTELjEQBF9cTlswcs648w5lHGOvgWGUq++RuxzDV9qH637HUwah02azGNNRDgYntNiAk8qRS7gQqWf2B5TYARvlZFQ8sTYHIWPsCXg28DY+lEj44FVRQTFZOq7/9X7fVzpwNhZkskQXagQ7AkyVP1KEsjIm3UytuBeBFQACfTCBip31xISWsIDc20vSZ9fWwyD0+FKB1rmXisSSALfvuA8Va10fu03YXwA3oLKrN8rmqr3zSWAlvbdEvZJmKHbkVdChZBUhKTlPOh/Ux7cWHUtTbQEHgPHl7ASNjx4b4o/a7rI4OBNjUH8hjK7Gv4TIKuv6J6qr+h+Kxt4GqVxBKsTo+lCK3imuNeAfU4/eAU2GvS/u1FRPKZSN0ua8VywZG9FFdj0AYoJj3WXDQEjACiqYFdEAeFjZokrcoCQHMbEz2AlptWS4l75bU7iiWUz0LncMo2Hlt3acEuFBny/r54pK4y/J4MgEbdr22QNauxNb2yIV0oZxEhUlboXLGASBiEPmFExQ7zpzTikvZjyvOCbBQ5FqtWOB3LGwQKC+2y9j3WlUMmNM1AgoBxtMczzFBDCSj3wPmiBdg2xOoZbU/xwPa4v6jrYlXHJfQNGyzWbCgPky/VjlYQHMnOr+5LcnJOy3rY+6fmnW3Q8YiGIPniAMxADgbqhaASRtZiVu+JSUAjoGZ7HqR75nNDgplcUMCYOdLBtYCUoHfwFQUrSqfBREZN5+TxRKCngaMUaTrZDRZ4LrrWwOKvo+IjMp7991F9fXXJ+oXsvJX3YbqgGlnTFmMd23b6cd1Y93u3Lj0MIPUUJgRTzrQqhYy1CfmWZRDe4fVtSzHuU8VG+rDhjKaOBJzgwhUr4zjOoa4TW2YAdnkUg4gzPjK/RiqXz0DbBOO00OAZ3KOh1105Krn/jQARpHtXMgJ9snfTZ1iAQ2LH5x7V/0iVMoAXNS5AYBzwcSKzkk/zL+tWNI4QL/lfmIhAwA4JuqpMyecqoooE+VxAuDIG73u2IVbRdSPccvKY8UEC3iNEooyLhZy19DY+cWbtu/9aHzMwctWFBjlFstXJ/3uBi/UyT5P8cuiL36LlISLjn+KOjZlNBF4iRHg3uHzHePLqRaM4U4ytr1IPCvqmz7BlUU1ZcFSGSHqANgjRzkulZeTHMAzM32L7tu7KIDjfPMBMPf+XRWUWda8et0EgGcB8mx9In6PU4BmG9wEgPPZk+fN+szbd3a/fC7c1ndnLaLrz+Sbrm+eEjgXuM6e67nH56xP5iKeTd0wi/dmAfBspoe8L1KYyJP0pu3+CmCeuNcng6f9MRYIz8brentEbea9ft9x6sEA+LHK26zoQxXAH+j8z91/79teH3r/ReP4TWNkvY4NAP7QLfZpne/zBcC5YPhlt2cDgBsAfJce/Lk/Z+8So2afJgJNBJoIfEwRaP2//+N8vLd/YOvfC01UsxLbeU9NrZiElqXze1lnni4r5+5RdSzIt77Vqy70zdv5GPVFri0A3NuMCWsxyOpAAJgvy5sCVkzOH8g29FwKYP7udKEg2N+GErHXa0uBeiQgFSrFzc117wMUtNLLk/Eoztarjd6GJ9ytMGbyHFjY4n0myiN/51gT+sCHjc0VHS8oeziwnTKwtD84sbIRaJBAlQl/oOm6FG982Tk66lu1nDDXAEwxASa0BWY3lYOYLQBwO8Bg2bAkBqYDB4EgRwfKXWwgAxU4FySXwlXQsdsFWo+177A60T8U0pRDbltDKn12HEhxCTgAVAEoutgC67/IYTuu3r7Z8e9cC8q3vn5HAQxM7AnkAxHPscTW7hcj5RMWIP/RT6vqK+eVFHQUAG4LpgDigNWAe+rUIScuZxBMHOm1UxUAROcaLqQOB7Bjs7wqaNoWaM2rp5xTqesO9qifILZohSEuKhTZDG9sCphKSIxi7VL5RvtSLl/K1tCWtbpelKnAdqxrASTExLawoFS1y8oqCkDye6r/qL4ANXLcsgHxwnKV8gRQsELWtRwr1+lIINvKVOXVBPQa+JFrFFW7Ym41YFGtAr1tqV2UpAEsA/7Z/lh950h5gj0xq9dpY9qaLoACEOUk7Xsh2XzAHHI7r1ddtSv31FA25UucTApzK9F16evKy9zx4gOuJ+Aqc7yhwge+RedCpb65Vbxg9ffxMfCK1mcrOEjlimVq0zWvCNALUF3azpYcwSyMAKSVzmqIKbWwYDhq74C5gqLFQrs2b+vrpf60FfsQf64D4IsVdYA9cvhm3two27lNraYWSETJjYKpKGrpL+TCThtjYp1W6CjqA5gLzApSA+lQuLNv3Oehzs2cvoC0zInrfTg3+Y9VpqPB9at+bayttY2UP5z2YwEDwM25Z1lgor4RfV//5zy7oRwOK+oA1uwXfS2UmLgN5JfczPsa+Y4FWoG6Jd4tqd99/mwqIHyx/+WcLHQIKBpAOaFmLh4gHs7prIUAOAwAbCP3dABg6myb8BrwX5bKnwhoSKr+9deHOodcAXR7ejxSf2LXtB/merjv0vq531d+cV3v+gpQOBT1bIytMUk7HfdCBcyCkaEXbzBOerrUCyMCbqYNMvcMf2PnHjbNEcNYKMF9rHvHYwFW0hxPY8TYE/dBAenqg/TFs8kiA+oV9vsA4FSoh712WDLzfip3gd/0T9qJ64nFBpF3nHpHfnhdi2LA4gDnY89NdWKMASjTR4E0CYA9ue9FEwE3eJZwrsgBHK87F7oGHhZgxKKFcv9r/LTjBQtdrHTnfmKM575sVV982VEO9qwE7UFnj/PNzQX8zBZWi7743XUCchrc5rcmAk0E4rmlsVufSXiWkVpFT3V/XuOWnwW5eZvPvn5zJKdYbfmBM3wLnD/nrjupK1zrAHgWTFLvm8aWpwDAuLHUhnL/ehNAnleHm2K6CADnMTfl973tmmbVwrPnns0ZfL1uVwH3SwHAd1UA3wSA633zRgCs9i9rLKf9YM4CiGm/eBgAfu6RrAHAjQL4KfrY1X40jemiBTqNBfRTRP/TLaMBwC+7bR/48fBlX3S99s/8/flTCdSieYBP5Tqb62gi0ESgicCnEoHWf/mHwRh75teyFD4/G3ri+UwQ7Fzfos8FCs6k+Dx+N66++fqoWhbIGWjCe12KWYAKirQDwVsmqX/8ox1PTgF5UINasWVYEgq6jQ2BMFnbAnBQywLAyMGKFef+/lFMoOuL+c4uFsnYEr9jWkZqqGXZRL/Sz5gkPzxQvlrBTqs9tT+T41XrXPv0BL1WbDsMUABOAhPIz7guq9+VosLd38fCVIre3qYn45mYHw77Vp4CsVBsxaSLLIQFTQF6QEeugf+oO4o457UskCLyTgG6BDcAPcqJi7rvYE+KWUHDnZ0t53VkOv/9u76to1EdA02OjwWJmdpTrLalgiUXLeo7YOq6QNjGRscwF6ICDDkS0F5f6xqeHilHM+pBchGTAxnguKJcyiitu1IbHwm843Y7vlCsZJm9Iig4Vn3+6i/a1V//lWC6IBpq1EtyFMsSmasm7+SSVHJcm5VxijPHowglby3tCsjqbmBlKqAo1m/QIxtx7KfHgpb/P3tv1iPplmZpmc/zHHFOZlZmViXV3QIkhMRf5A4uGsQdJRC0hAR90RIt1K26KokbhPgBCImuprOz8gwR4aOZu/nMetba2+xzczM3H8JjOp+dE4pwt2/Y+93DZ7afvdZLnrpzwTeALGDH7bio81YFKlS+66u5zsnBaYAy1oQoTAWJAYoAG0A+oNkAVvebUT5nFOZz84oTVrTOl5sh2LR5DTgF8EURDcwVk1XfwQ780gpkcrGSI5RYOu9tiWvNA+svtGXTH3252nNHGai82IenRZUYcMMfoNKVbLvpb1ngjA0v/ZK81lyTsQIszaInMDnjgs0AK7J25tUT1CWHKBCW/qMuoGtyHW20EPja2BTYL464x4fdqB4Fsm3fjCJSbWXVsP4jZSt1peukDrGPHvDBAoDJrXyueKWdUIUnNzR1yO5vsgQi242aB2tpQDgbFta1WcNtUOLV/LLA4jWK51gCo+JMPl7OdX10OzYroBhNvujkugYwVpU3NyXmCDmBg1hFcy/OhUM7xAV+DvNrM+5jX15texnbqDVHX4PzqaX7MNevhJyKKa76z/by2GELRANFmTN4RZ2aWFTA6bzLeq3JzhyVd0SoXFyAlfqWYjgNcQG2nEufZfOClcPMK/zB5lrEj/ryAnYSP8qQY4Y1Av5eMdf6bpEJc68P7zqdP/9JY83FYANArLpRwAI9z205jEKZjR1YXGMlqr4qmMv7PA94oawBOC8va55lvHpzRvJSkyubHMI4EDCmUJ4D6GOxzGYB5gGpjiVPZ2MD8yTXDiCNXbTto4saNkraCpgB41S0qMDZElIAK88Mb6TwJhPcE8jJTh3pMwH4zI9sLGDMMddVAOxc6yrDwnzUuHXzAX2Pe2dDiiCv4kRMUCXX9qJenqtUDm9y0b2IAWVgowIbGDifa/LsqJA9zwyssKNa5tx8cWIuAIorTYIaMIva/F7l9RdQjUvN8WuaA/e+w4oeDTebK+gYefbMNHdscGbpHNMA7LAHPe9f0774Tbv/tPOfV6r2rDYCX2ME6sI7biBsYtIcoue6NxKxxQNnEk8NfM4q83/9rMEswWfUsmMMRXDT8pnT+Bw5ailcAfC0hf7RaE4b1y5mmYOac1EFwBXS1fI8DlxTh8ZDb8w9BuW0I8PdF+B3dL556freY8FvLclj8/+OA+Kj9RkHh0cVwaMK5+F1a2qFceOkAcjthpPPqvU1DpZPmsfHnVfV51yvtvvw2nnuD57+NRdDOaD5nTKfsflOUD6jNDZGDK5XFMDliImTwv063e1nd08kPsMNcM330uWHsZrUjo9p34mFbbwx7fk5bZxOO39qGR6rAP5Yit/RArU5gKc20UMHTAK/k86535/Gj4NJc8X96z4M8CeNs+F1pp3/cHjaHMAv6j5TT/7lAODxz4uvHaB+7eWf2kGnHfDSD4jTrv+NvP/izxHfSBzaarQRaCPQRuBricDM3/4f3VsUsNi+8gfpFDa/F4JJl/rS1j297vy7f4NF80xnfXvRuV5ZVN9Y3/Biys8/AVQBR1KwCmah2ANq1vyKCcSNLIG3vXhzenolOCNFsSDKkigVasko6vLFuX6Brjk7nfMSaObV8igR86EyX7L9fBbcWxNgXpct8oUASQwyqYeAicAKeVcXilXz4LwBQCn2nV4can6Z4YtFFuH9Kt/pnZtYcG5O1teuWZH4oSRbWVnWIv6ZQSe2skeC1cJZyte7IRBA+W86+++yeED+SL5MoVZzvXVrbHwBTcQLCLO9tVGgcsCU08QKgALS9pWrGDgKXAGi2wZYC3xbyotsK2jZQBOmGyl4j6REvrkqoGDmorMiCPsf/aOdzu//UnCDdSCdq2ZzjAHQgMt1nY896yzwlGjq170uC0GxLEatCzicBZLpvMubU9171fDuRsAYwSDwXeuXBk8Id1fWBaEFlwHAXYHUq0sWMVGao8aU8lfwEfiBavlK5bVKHJWg4TVW2tdWYA8+lKrcx7KlRhLDfbkGIOz8PPmWAdDiyla/Et96fTYqUP7A58DafIABzhKHgOQoULNoyLUA4vRVFI4BTVl0TV5cASIwm9ppfWPdsAmr2cBgFIZSfEvVnhy8wL2oN5MTVMAMYa3toAWXZFcNh+wr759VzixykfNaULHaAl8IsvOi/Y0K1YBs3LgV4LvW8YxlFK5l34TrZdtcGkRVJS81a6mwTEB3zR2IOpEyUJr6ZZ+YEgPGHQvS5wJ5BsAac03uFPiJejXxC6wEKAbckpPa5gL0WfUH2ssA1/EuY7tIOpI7OPPCpeYeq2rVFVHiA/SZH+aL7202IHg0upwoMk+1UYMYR2kcYMrQIga8ktO8nhcAXO2wM4OUeUe/t2W0YV2s2mnDpt00vwc6krN8Dstq6ieFKGyVvjwKgG1hXeeVzC6DPlfXO6NCBTrrnsTJcHq48M/79MVhTueYuXdm5C7ARgwV6vAg8PdS49A203p7QYH3nKk4AxxRobofWXnPfEC/zIIv+agJq2Nn223mmmyGwW7fCl4FLnnPtfFDcx+xA/hzjBW33qTAWGFTC9Ay6uYmFEB5XO2jrcgv8DdW7M0Fnqhq67VT/2rzjCU5cxWbVAKADcF1L1IJeDMKOXt9/fQnygNcrmXhWIA016l9v1qkBiLnIRAVM2VLPvnMD5kHKI+ts4uquNp025paZTIAZp7zYnWNwygAzvzg+7HAWVwIiNO1OtVf/2NcBYgLda8AeDwYmbYAXLrfs/+a9sVv2v2nnf/sgrUnthH4SiPAI+q0yxyrDWV2QdBcUz6bOq+8PruQ7mGQHp1Zb8IGEH+841nh99lomA0n9fP1TAEznwIA+zmncvh5Uj5Q57P/XeD4ULN9DAB8QxqAyuhK/R9a56tlHleupwJgP2sbEHsUyMctY/jZ66H5sZnvt7bflwaAnzoE734Ho6veBTyPAcBNPFsVwHcBcPOaeacFwE9tqXJ8C4CfGbhPc9rTPl+VcVFT7TBXF4+pWtoWAH+advtW7tIC4K+7JVsAfH8j4dfdoq9T+qc9Z16nDO1V2wi0EWgj0Ebg8REQAL7U2hKA4EZQV4v1Wpq5xgZaH/27ZzOdP/6pKwtoKQQFvNbWbzs//tDtbG5I0aocwNggo8YEDGTBHRiwIEgn9ZsWzI+OpFCVgpYFpwUBKRSu734+tp0m9skgC+w+sT6uuX5PT0+tlAWSDRRkzo94aZXlvJR82FVnAV/Qrdi/zsvSePftFhkspfoEDKCu7QmIAQ0F5IqlJov3vI5PDm15uipoG5gyBH0BI1KkyooTm08W4QMwyC0pW9ClVVkBd6Nac05bFvBZ3QJ0zshGGZUramF9gRKUIzfyzi65f6V07AmqC5CjfgYOYlNdgRMW2tglA2831pXbVgAGwAyYiHIOdSSx7uj+qOn4wgbITD7QDfLoqiAHIj+0A/mUryWBPZPy9EbQ9RoFIHbKOmF3fabz+98sdn71PfWTUs1g60rK6y5LVLZK3nvD9dKZgFl95aLz/VUA8v1y3Czq1sueynjT2doJsLbgUSuPpz1gLOHBzlX9a5tYkN9TVsVSnl4KiiZXpwA++ZxlhzwrOA38JO1mX/FDGQlYnZN6eVXW4Nho+2WgmDYG4gCNALOofDmntuci6kNyJaO2LG3MsXBG2pj+C8w1j/NCafkn15e6kGsR06xDRamNSpe8yC5/yRGM+hrwRV9BSQ6UtlJRMI5FLUAg9tHYDc/onvMCcQA3M54CQVnjhWHNaSyiajhW/uZYo8fSuQJg7nsrYIoCu25ZYA2VvNrnbIBQrJdkKw1gbQJgYB9jhnqvra47BoDXrB1ngwLwingAFqnPpa4HKCNOy7JJJ0ZnUiY516uOi01vgG9VxmLvS/1QlS5qPLi5dB79BwhGuVGnYmvN3ME1eZ9rJJdzYgZcZJMDseMD5ura0KKZjSBuNwAx9sk6j3jSjsSCTRLMLclpzCaFKMPreiLXB5APFtELHI6dseqnDgwMpNnpO843y9o7gFe3vbOfpNS/LhRTY/aHaGgPbKirAjgxZyOEoHRjnqZc1c4w8UT9DODL5hByZ9NvrQazcrgAYfU7YmcgqROvpcC/Utx+/LHXOdhnepA9vNpvXfPJldr9SptXVuiXqyoAACAASURBVDX3zDoHbvIse3ON2ot5hnrR1hWGV4WY5zpd/0rlstLdY07HqayG4YoXKtmZYo0dFTdzOJAdmHGu+UxQXsdVu2f6OPNbVLLZ+IK1NX2La1uVW3o4zwrmlqil0x8Tb/Kgc176RlRvzNVsFEidAnrTZmzKCLxlboki32Pa+YaLmr4BUyoAHoLmHJuF9swplIvrVBUxZeM9niO0dQXCVVGOetibfzQWhmpf+mwUwDX3MTHkZzZcUH/nSb7id+edP/xhUfMt2wgCgRtZgR2Hqn4fVQY3utxH+ee0L34tAP4oYW4v8guIgLd0aDj3e3LJ4XMT4xgyyYK85n+eTXFDSCoNbwoqcfHmMx8/BFr+XMhzgseAcz9kk2MTQA6to+8udE0b1w81R9OCd7jRqW7oCgCux2TjzPDe0xSykyyR75W3bFpLTMpnEMVxEugeB4DrsfU5UzeYNes+GQCX51FRXTfv20wb04S9tax1k1PdmDjNBvpOHcuza2gNXb/XJMbDjVd3NwzVVAKpW0BQM6bN8o/+vm4mGD1nXB+ZttGg9t/6ubZ+DqnXagJg36/h5exsCHymKP3e5xTA/2IFMOEbhKyJmAcD0O+nqw37c63vfcB8tz0eGk8PvTdtnL768/dzAODH3nOkDz83xt/yeXf7T8b9Q2O0BcDfcm/4+HVrAfDHj+mnvGILgFsA/Jj+Nu1zyGOu0R7TRqCNQBuBNgKfLgIz//Lvzm7JT4lF7+bmslV1PPJOBUv++OcjQRRZBd/IenYeNehZp3ciOChKxYL//sF7QRnllF1RclflHz2WJTFfEKIiVN5ZXeNMOW4NKg3GBB2wFRVYWl1d013Ib3sp8Fdy6erG79596GxubRt4GCSWlQCOYyGfBX2rW51LVvDHsBZoI9WrwDOnnZ6Stxb73uvO3vam2AYKySuV71jX3nR0sQ5dshVp8khmoYAVtRnfh4UFFL3ruiYLIqdn3c6KwMkVAFgWn4C0XhewEEtS6g1wBQ7OzgXOklO2L0tqXiurlBsL2ABc6oe6FMhLvmN+Xl9fU5WlWMYiVGQAiNE94R6C5FJXX8qiG7BL7LBI5vcohoGrAJllAW0g9YFsrgFFWE1fnJ0ZDKM6u1EbvH8PGLnq7Emti/xzb+e087vfKq+xbJaB9Ad6H4BxJRixs7cuMBvoZyAL9JU6GAV055bfs2FAcOeiqzgtSwFMrlsInCChAFyvi4cx0IYVmSvFXipdWXOjXgHyslaCBbHhilQtWA9HXZw8wc5BLIEvGws2NgFyw0Ur4k3OXPLuGkRjPav2BB5VlSexljtzWZSJCgYbZsCLc33Sds4bigV1LLpRkvul84C1bl8AEblE3Rnj48q/AYwXOgb1I4t0ySGbBc2uYC9K1VXFD8gD3zpWfmnqioqZ42HldxWfuS9glH8cH/cF7AKVAewA4L7aF5DHwqpzthpcBRieHKuvoBzUNcgtjFU3AJh7oD6eE+SjbIC6NY2hWO5G6ZpXFOiXbl9y4saql/ZmvDm3qw7lZzYCAIjZGMLvuAe/px/yNxsj6Ktlv4VzzwIB+f2y+mLNbctdOdeqTeBvWQwm7ypW3S6V8h+yaEosgaJWXaLo1oYIAzKNReLKBonANvJH6/eMccWAtnOuVp1Yc7umv6TsvoeOZx4gjsSXDSOA/FkgM61R6lhz9VqNb6dloCmqnYBZ+iVjF2G7VdC6LoDS/Vv9g3mF/snGiebLgFKd1cpxnZ+8scl/Tv+rC5mGfUUx5XGiihKLNc0PROtI896/+/9OOu9/vuhsaB6dV0H6GiMVetJ9lxQjTfoGv8w/XuA2AKaugGc2CQQoGDToBlUda9tj7o+6Xn9fFutj4gbYXFYbBDLIMaCHE0QU4cBVADDx433Gqt0CyqaMtI3GUskxbNCLD2qJfQXA/JwNCYxhgG3gK3WwJbsheDbrkIe8KnEpn/us2oD78qJvj6qNa67ewWYR202jHiZ3Pe3JRqRsUuAF/F5aIo8w807mTm/o0Pv0S/5dlcnOS6z/as7yKOaHaqShtXjux7V5RhjSV/We1O23NxpXmsN//4f5zvZ2UWx75wPBKr2q9K9iGnunr33MH6Z98Xv1BeiPWZn2Wm0EPnkE6vjnM0hHnxvkkCPnEzZY1k1QniPK7iCnVmF+5SMVG4XK5il9ihrkom8+0ysfq84yTQDssVuet5MW/ScBrElhMtDVmwN16oBQsxNoONdNyyFcrz9OITvu3s8FwPVao44c/L4JgHnuDlJ7NArwMQBw8171WZbnXibzaYrh5rG1zE0A3IzXpwbAo3bPHwsAD+o00qdGAXAVl/N5rvmsHe1DUxXALQAeP+QfC2M/pgX0Y+/ZGEOffFr/Sm44CQDXzazNuaU5Tw2rV7dqTOgeUwnS8Jkw/goPX/+hMf2YJmgtoB8Tpecf0wLg58fuSzhz6vD9Egr5mmVoLaAfFd1p6wCPukh7UBuBNgJtBNoIfLIIzPyv//vpra1QncsS21rUprOdn971pPSDVGpxuyzYY8FrhRJ5WvXfWb8ruIr6S/BBtr/kp+X8eYEMVL18OMeykly1t4KFrFCzcI+Kkxy4AKGzc4FVgVZgE68bq6IAJVjuBuqwDAIQAqR0BRUAA2/ffO81sWNy4grUcCwKKsM/4ADKLgGNXdkoA12AKyykA64BmUA7lLiLsqHm4YWl6dLSmuFCFMEok5cMBAGsHz78rJ+lmiQWUg6SA/msdy3YfGaIwR/g5SYqXEHS/E5Qjly3WrQnh/HWLha+xJDlpuR0A0YeHhz5eMAgqs14tHak4DuJ+lH13N5Zt40yi0EsagBKoiZNLjhbA2qR6liqa2BXrJui9kBZu7JK/kv4dhaVLCoxl7qURfWSQPBcZ3NbbarcqQDaqDGl+DWQkpEaeToFaFC0EhdgxpngLQpjFIGohQNf03dR5/Z6gv8CuaimicnyqiCeYgQogjXBt877AUrEmPzJxGnO+UkvbQF9jXW1wrH3FtCT9cqq5oxaNH2S/mPFp6HjrMom5Z3+XlSZAKlcY3NLFqqq89Gh+qP+XliQhTGgV30GEAQcWpFy1vHhtmxAKAuY3Bsgh+rUC3IGYJHXeFELSAZs1b/pi11ZUy9JKQ4k1V4IXw/78xXZEaNOZYwsyCa4vqrosP7N/cjLjHU0UBSFD6rjmkMbiAWYArgZZKoIwGHaJApuQKvaTX2G3M1YIgPx/FLlyfVMe2WxOCDU1bHKSGBLlcHCe5iXNBA2avcExYpEtauVKupvUWugEI9VseNk1U3O4Q/nAKaJRyy0M9YC3gIHa87UWO1S3tybugDZGDO2UcZauFiwV3UOcwGgz9WkWUq9qircik2OsbV8xgF9grLRn/gzGM8C7EDm+grkTv5o4C8bEvLBN7aNgMEo9qXUL7FGxBtlaAAkr8DFgcbFvyMWfFlmMw4bU7hmYHcWSFAeO45l04LVpKUdYt8/2+kpN/o//DTX+dM/HBl0M07nkeI3XlyTtpqn7dyaqbtVq1jQK7Zuc8NsFOa0NcAhyvdBFyrzDnMQ9cMmfFkdnc0xbjOVu9s9Tu5mVL36w/j05hqVibZlrNKf3TfUX2reYCZ8z9Oaz5nz6TO0M24MlIFSG5irzLZ4xv6csYmSWHMU9wlopZ3TL2lX6ph+BIyIJfkgl2aJUbX3xs7bcSm24oHWbGCS9XXpz974YcvoxNLwX+OazUX1RQ7l+uWI84gXOdo5lnmnjm3aBHDNi7lhRuX2s1jH0OcHSt6SY5oFbfZdff+rBSmBuTmdmDlyaB/KtWove60vaK913Tudtv2hjcA3GQHNYwxdnpl2jLk0/GXbDTsZmXOTrkLPUp6TfobW58FwYbyZo7WOR4Pe8lkv9s95+XclF66fH/VzzIT4Mv81X8PrNz+7ZM65e2TKp0+5d843WGioNpvAc1wRiA2vWodmnZp1qeeOAsYKdofgk/QIev4OQzK2fjw/x10zqtykN3C5BgD9bj2H8DY34rN0c658COo2C/Sc45rnD0Hw3eg24zGufevv8vkpz+hJimCOnaZwrZ93RnP+Du5T2iMpE6a/RpXBnDHIK83nh5H2re2d6zd76uPuN71EOeL+gvmEjvbYC77ycV/V8/sJ4Pdjhe2ris/HqvQTxsfL4/N5AfC0kLWAeFqEHn7/5QD4Zfeffvbrzs8vHx/Ta/A5j/jmAXELgB/Vvb71fv6oILQHtRFoI9BG4CuKwMzf/l9nAsBaiBekvNRCeV+5RU+kbD1U/lpUmFrhtvoPGICKbWcP8ITNJupMLeY7l+i8IKbgq9RKcIRtVLdeeNdilq4J4HSuV76k67y19RXbMvd6Xf9ZExBGzQj0zfoWMCDwiUX3mkfx+PjEkICck1jYHhwcCHKsCnDKTlnLaPsHh6Y+KF031wC/nc6qYE8W0QLuulKlogJdW1uPRbSO35IqmIX/ZR27f3BSIJhAtVSSq1LW8XA76ereJLbV4sKSQCHlJ19uTxAZoGGApDywb97sDRZMUIueCgSSh+pceXl39zYNwKkbqljgBpAG5fSplNIopDcB1ir/qZS7gHPsplFIL9veluCgZkRVrTy9snVl+RA40pW61Ipowwc1giAuL6Av5ViRxTIwqwKr5E5WTLyAdd5Zmr/o/ON/siOogNJaCs/Oqi2sUU4D/gE42PHyImc0eWqTLpRFxKj8+Kd5Vfm7173onAteUE+ATAW/QKJYuaJElZo5DC1ArvxBgciCKEpOXntvS05jQ0ofrk0BugZ58vRvgCjWsECZRcWK9jSoF/A5PsbmVgrtbQExlfPkBIX4pa3Ez62wCyBaxYYahXIpg3ui4WDKRZmARyh07ygbgP22LHcPV7/q6/qq7+Kq868CtlFgux0UOwAw4wRwmzFxF1YOFu1qPDnTdt9RNwPGUOETwwVBXEM3WlFwyps2uKasx+lPHGPopz5a8/9xbyATYIm4YXUMuKqp6agr1t1Yz8ZuuKhaDf0KeLVCF+Ul6u3YBgfIZZxH/VoApvk4LZYv+0uykqbu3mQA4LqOCtXxLmDUcFvH1S8YdV2Qw8hZPATGsobWZhLKCFzjBZAL3PaPjq+txA3opNjUvd1XnbIZwBabdV6ofymJN3QIIALwOdZj1vbHaWfaFLv3QPFsyqB/sOmEL721vGxysI24FZwedKWPV6CbmHAPn6dys3HBqvQC0h3PssmkWjHfepOMoLL744z6RKfzx3/f05wh0Kq+SB/BEQAFr2NQYm8rUOIC3CVAtkOn7v6l+xdW+3Nz2hwBqHbfjCU//Zd5P4v49C92NiTnNuppFOJsFAF0AyxPT7vuX7ZuLvDaMNwW6Ol3XC8L+eTqxTkh5SNvexS6iofa05sS1Eet1He7sukgyl8DUsXrUrtlooiOhbStmdOpAte94SaW8ry4PoiUfuscyczhet+5dnVD+oKzVbpvMs6WDID9k58Dqn/JV5xF8vQb5iGON+T2xpmoyg3+VTZbletFf2FudAysHA5I8RgrKmXKl3EetfQNsB3LaxVgWc+OBW0o2vtuXs8wX9LXD7zPeKoW3q/1Be21rpvatK82At9yBADAfLbudD68l1uCXF3IpHJbHsTVDcMuJU4pMYwFc1aFok0AnOmuupXk+Lqxin8/FQDPlE0pdqEo1262SAW4nm/4XlCAKBt4/GrYOw/OKyBnEkxuXv+pAHi0tww38OVZ4Xg0APDwc0eCOwSj98H18P27MDfXuA8Sc63kXR5VMrstJvy+WYdRADwKuEfn30kW2qO/fywArp/ZKgBu/j3aD+602+DzXI1r/aw7HviMrrM+BwSPA8A1XnUjwGsD4BqD4Vh9XcAw2t+f+vNX9fxuAfBTm/eZxz9+g8TL+08LgJ/ZSF/FaS0Avvs54qtotCcUsgXATwjWN3zoy58D33Bw2qq1EWgj0EbgC4zAzP/599e3/b4Wz7Vm/ec/CdQqZ6/QhnL1Am0XBQRXDK1Q3R0dH3XefIfdJTA4AE9LIVboYT8LeFwTjIldMRaeAlK9QFbUldsCrWdnfUPfvTdvClhjARzrTCSXssAToGWhfVYWeCcnJwJafecT5QHDghc5e1EQZ1GL3LLJdgiIAh4cHR1ZDUqO3XOd6/UrXRd1LVBg/8NJAXwBsLxY/Lf6WdcCyPKhBtAAkAAmAqHzirozimYWcALDtrT6Tn7XM0HbN2+2DYGIn1WaitDG5pLqdaLyoGKLxXBy0go+b6dcLO5TBiyNLwVgAmMAdNwfsELOZSlElCOZ2ANZ1gQwiRWLNEdHBwXALOtn8gwLHkttCyQ4Oe46ny2K1wq6uoLpOzubsqmW0rZ/1qHVFdrOf/qf7XW29wRalPu1dxw7bK4PyFhUWVD6zQlQwX5ot74U0Jubmy5/cjYnUsAylMiAIUDSlUkueUTnDK6rdbCPZ9HTbXgXAp8cXwq4BOrt7q2AYvwzccWq/MJ97MKAiPvUfMmBdLQlIEr59ASyufbGJhbRQMeAan7XF6AF0AHyUOc633PJu4wauVooDyBtxIM6p2/787LOZVgHICMG2Fq7b8kmuw+Q1cYJYOH6OupUwTn1A6AnGx+qRR11hH0Coy8FkNzv1C+5l9eDAdC8p/ijFgKe9RR7KgOwqha/FaC7PJZv5C9bCLOAoj+0AZs2TpVoEDW/FbFDoauZFsV3PQp4BBBXpTAWtkComvOUsUj8UN9WhSjxDajFBjcW3UBocnkHOqNwDCSOatj+uNlAoBfvN3P01jhTl8SowGVAmAA4cQWsJ5dsgDTn8yIWzuGrMizYzneYs5h5ioV28hUDhtlUgHUvr1w3m1KIBxtc0reIY/ILeyq0nXIBwCx8wzPLOOB96mR1sHPVpu86PgVKu+11AnElCHFkGKqyvfkAC3ZbCuv+7GLA7ljXJmd0T6qxP/7xWvbu2sjBwPRidPJnL5U8sslVHfUyFvx2Q+Aa5O9VrPqC/Ybdg/jHgpiFWWJqUMk4ph4a9zPOuc2mnYAJxhtjseyR0biJNTZ/3AbKbT6w2S/1pe35/bIslJlj2XhidbeAKOWoNsyLAH3VI5bYUfxno0AJsn6BtTgKWs6lzZjTeQWwRkXMPFSVvVEdo8rGkYB+q1zBigmbfPz8UWzc99VfM/Yz5myPrgrzb6vVQetljKSvxTY+ltnqU5S7KJ9pE+ccpw8AvxlDWDzoxfEerthqa/5fKGWiLf2coy5s5jAkV330mzruicniYr/z+79ccwoENtvcBS+C3L4LIXvmgrQTLN4/t/3iVwPb/t1G4GkRSDoGPW9kUJK9KHmO3GrDneeuCixxfajOD2XuxNmBsWevgzEKTeamqrZsqjcHG6zK52nuM0mV6XmpTLFNWJsNQcO5YAATm2ud1fJ1AIDLBz3PQcNF/0nKUZ4VhsvlmtXpo1l+X2pU6jkyzVVAnXreVbHm0JRlFIjWVBHD3/sKpd7Dc4YA+a7Txt2YBwSPg7ejALr2oEm/n9TDRo9vwuVx9X5MLuVck+cntuNpiFEl9mNB8iQr6EG/Kt1pdOPSVDzUUAzXY+/kAK4faErgRsHytAXsRjefFPo7v6/K5OF9Hq7B535+fu77Pyqo9aBPCYDL/DVpfnlSub/ig1+/f0wd4VOiN+38lwW/VQC/LH4tAG4B8Mt60Gc++7nflz9zsT/17V//OfGpa9Ter41AG4E2At92BGb+7v8+u73oz3UOP9xIKcnCexZdej1UeVLXKe8mQJcvQgDOlTXUdsl7astUkzRAQZSytjkFWHhhS6tarGXpZ+AXC8jVJpYcvVHSoSYDHsYSmVy4rPMXbGCIAUSz4k/3Ahyuqgws2mdxJ1Cr7raPonjVAPlMgKtn9SdwT/WQUvjgoOsWHS7G5FxUYdvAWJLGatEjsAFbU4BqOV73YdHucF821AIB2zurXoxfXl4TZDw3RPG9VRdgHT/PaTFva1sKTa0PkRM49rWxd2VxYX7huvPm7Y4hFR+WidvR8b6A9ZrKQtkI26LaQ4prLJGtkEPlJoWpQMWmlMiU/fr63GAHK27ARu+0Z6UZnGRFcl1sry8vZesrgEDMUEvubq/LglvW2YLAc4oRMHBr+6bzT/6Txc7GutTNJ+gvBHlUUHDKmhSyxE1F7BwfnhnqrgmybmysCkBzvyUrpu0ma2gliA2BNywPsDk56bnMiXMFZVGZ3sh63KJxAyDUfEA3cAYwFxUg6jtgTiC98zerHbgv/YI/V4r7qfIup5/MqA6yKZ9Vbmj1B4C4OLpjguImfQYgKFDvlU4W6UreVSCpIBfgm6IDHK8pF/HXcUuCg9SVF6pJv6++wDn0bepCv2N8BBJKlb617P5DLtTzc+Vm1qYE4Jbtpg28pJrUBgmU9bQl9uNLzkELwAR+a8zoeNSTvLBcv7YtNaAS6/XY9FrQ6XHBgmcWigPT+H1si3vkGsQWmnN1r3TyoENsrnG1hf1T/mWBVMpYoRzv8zLIJpkzUbRiV2CrIYRhA0B9zwvSFYS6LFHkACRRXnNv4CGQlT5O+2GHbmU5ANZmArFOpv9SV0Noxd3tJHU77QBgrvccbtxI9ag/zczfXK+v+cHNWV5Ad+oWFSxOA0DQ4Rc4WPWF+2MFwIpT6UPUh8X865I71yp8vWgq4Lj3t3hxPxsPuK9zKxtmBijCbl1PxZT5tS5O1r+x8gb+m+VzTd3i6Piq8+c/a6PNxYzaU/3DC9rkA1f+b/KtKw917sdcrdjYQQG74WLraCtsoDabfLCH5rrA84yJWX8BwmUgFtdXgrRuh6o8L8px2iUAN5sBABSut3cEMLdl8ThW9WlLbyDS/GCQrA0JjIu6KYd+6y5p8IqiO9C6CR+Ym6tld23fbEbwT6VVM7eg5qYm9RrVPprrUk76N2kAiEE21aRP82TIYno2BjAHGOICcNmMUWzDDWkBMqVD2TZfG2aW9AfIW/M50xbkiGbDAfbUfVw0imLZ49fW6/odQNhwPXEATHsTjUG8YqIC41gRb1ilX9C8uvtmvvPb32GtjQqYfsAfBmQLgIejvP1XG4HPF4E6Ihmex3KP4TMS45fNlnza8mw7AQB7VvOckD+jKuBmrZ4DgMfZ9I4CYM/JzOUF7FaHgUyY9ZnOThb+nT0jo+BzGgDOkv7QwtrzX9nYlTJGVet4jBC8UaDo8jaA9f2FqukAOM+u5nXuKoAT98YHn0ZD8Pmmvmo5RmH6uHq8FAA37znu+g8D4MTkXrsR+QYMbsZymjK5lqf2y9H61TA9td5NoPulAGDvlapONiPG6M0xOq5dRt9/7Z/HLdyWj2jp1c/cL/Yq5W4B8KuE9aGLvv7C/jSAO35eHZZ52vkvC1kLgF8WvxYAtwD4ZT3oM5zdQt8nB/31nxNPLlJ7QhuBNgJtBNoIPBCBmX/+d5e3fSnnLs9lj6z8ryzaYNHKYj7QAhtWco/yTfBMRIgF+r4W4tc3NwwarwVgsPTE5piFkiwsCEAq/ysqueWFVcNHRGvLAnLcgHzAB/vHBhxArqurvv6WFbCgycF+V1BM/xYUXl0DnMwL5F46pyrww9dUeVg8x2ITwOKHD1AHQqOHN4vtG+sbAnGAymNDu703O7rOhSybpZp0CVnRifIKkHomYLqzuxGocnRoO2deb6RUjnoR5Sa5ZFEaKg+pYM/mlpSsWiFD6Xh0pHKrPEtSs62toRTDavhCFsW9zvqG1Jzk9gWvCLRcCJx1ZY/M/bd2gU7A9ChbT45kTywV8JLypG5KOczC1+2N4JYAz6Fy16Ke7Z9LBVxeVn90lBP57bZjAHg8lI11bFFvVP5dE09iSzuQs5gY7iofMW160RN0FBPHCnd2TsC6s6br7Xf+w/9YSuBdaJXgMABB7bYlxSsKs/3Dc7XHtaHK5uacNwYA6dGp7b0R1CwgK0o9wAmqz1iJY1G8bLhEBVBlUjzgrwCQBa3AtWrTCjjChpc+QLlpL6CU1H5qU4AUMdzcWtE980Gb3MOHh33n192U4vdc6ub+qYCt8jtH7ajcxeQX1u9ZpFkgZ3XJtwlgRh0adaTU0morlmQNzIt1rAGVbgUcZGxwH8dVY6faLFu9qfEA5OdlpaX6s1XPxUaZxdtlFMflZTCs2GAFzvXXnEtVsFvwFahrK2pLSwX4GUZs1FDdz3V8chMvG/gXzl5UpIGNDhJne7GUTQayqdYGjxvZvtccwIOClM0U8wa0sS4kZy9KU4NTlYMhjhKZ8vJCYQmVBNhiu80mBkAw6nFDMLW3W1uHM1aAtCyAszhK3/cGEy8qR3VM22KDzPUMTlkj5xbuT0VpW5SngHGgGf0CSFnnANoUu2dXXa/hQnZ+hoXSblZQeTE7+Ra5FjCZjQUohq2C9bym8hNvlf9KhZlzHuAomw0QnTMbiB2raUPVsjidnOZ14VzjFYitucybYUq8l9XHyXEctXDmHlSizgPJ/TNddeDLffUr8orvH/Q6//AnNoLIwp45V2Ob7y7qIVLpL7kfA0/d7uQMVm25NjloZ9V/UMPOFCvwpUUp7HXN5CrUM2A1fclIwnUBTGbcsEmI/sE8vKg+TD+/Up5vNpUQZ5TTjAXXzx0QCEtfGy62Z/xmnNv+36iVuXu4oYDfWdlL/l7djzzwxDtzW3L8Ml9wB+BpVPDJ4UzbeOMDNvGajJlbq4Uz9bby1zmmA3/ZSFDVwRUWuw2IAUpf1eNMUj3alry/NcfzjeYgyheQnDpzDKpp2n1Z7cD7jNGqTje8sQW2oHuxhqavUp+qFGMRNhbXzBtsbogKO8reW80Pal8sx72xQOVjLlQvWFq97vz6N6sdPU6zmUXP2jsAmEo95gtuIwfmYG6o/2ic337xuxed9hdtBMZGYACo9I+uNqmd6hlsJa9TdjDH8AGHU/P8YB65LvByAA2xgwYAe1qetjjOHFDn3LvHco1mbuDRAtfzmgC4CX7r8XcAMCVn7mPGKYB24ERQHUgaN2qCUGY7z2wN4NRkuzzb8cykSwAAIABJREFUx4HfATAs500CwuNgZooyCQAP1cJpCz473c2FW9tofHdPvJsA2C1bKljL+bEUwPfb7y65G43LeAB8H2w/tbyDR8QImH8q2L2bs/d+hB+LfSaNkMeeP2kqG82N7Z7UXOsvCtJxxzWv+bmfn8373yl/KeQXBYAHneulrTemVatjwchbrQL4uQBrWhvVkfnY4yaNxGnnTzrvab9vQfDT4lWP/nwAeNrOldqvpx33vHpPeg6+7Gpf3tkjj/kvr4BPKdFjvhc/5Xq/oGM/9+eYX1Co26q2EWgj0Ebgo0Rg5n/41/3bMylV+1KPnelPAOailGUBtCwEkQsXyHEqoHOtb4lXBgCoBAUJJKlEVeqFIj1AAZkslGSBfk6WzVKfCur0BfDWN6XElaX0rWDf/v6hF7CwRwb2+IOEvoTtf+gJBOr6UsbuvAnUOju96hwfAYCBCCqjwNsV1plACMEG1MAsIJEHFwUaYHFXIBI1nwG1jmNxHcVohV4sSAAmUQEuSUl2JniyvbNhSHdwsF/qgXJ5XfFYM0wh53CAcCxcsWN2fk99hgREATKsmlYdUYHy/hLWsoJiF5fYRmPDLGtqK3nzwRNwK22d4+3faTE/FtvXzgfc758GyiufLH8DQwHRKMdi/Zc/61LhRkG9pBgeFhWugOzeju8DfAD+YpUMKNjd23A73Qgudw/Vbs7NednZkZ31sSyjZwQP3n6/2vnd77GfliJTCuNt7qGG/uGnA0EHAOiq2h3gFWUmcQZiATYDnQLO6F+pw6JieKI+oJzGUosCv2x3K9AJAD7tCqajGp+5cF5XlKm2D9aljo4FvYFYUp9nDS05N1eVQ3h9Pba7vPr9W0F0KVulnt7a0UYBnX+meN9cCbLr/TP1VXJEkxvYPJW8m/Rn/Vhz0wKz+QMAvrlKnJ0n1X20LHLqd9RhTWp0rHn76qOoGKOapN4CPOrXKMGj/EjOXKswdf8VWZQnTim3FakCkijJV+TFvab3rgRKnZtX9/ZCDP2O9nZsc2Jfi8iAuSUpPmtO4cJ5veni3tcb/eJEmyku1ddsYcticj2BUYTVJMDPQY4CkbyqgH82JdimWG9dWH2rnlv7IMpP1MQq45VihvU2QK+OT25B1+u776Pm980MI1F3835UuQF43If78fsBR0yoPG6dj1svlJTLyq9cnf5Yfk7fS3zqGnk1aKzxphnYyBELzUTJMBfoqznASlEWnYmFQbDaVjE4t9ob8EY7I0/mEMWpsDlDt9KmXKsuMLO474iUhfGqhAUk0w70RzazWGEPAAY0YiOs+1abZcrI9MZeiHfvLjWW1F/OBMpRwurqpz3s86V210+0L5bG3LMCYLrwctm4gHA7Fv7XUaGq7xpE6AXIvMXeXu4MFpKrzMxtAMhzKdQNZHUcG4NmZW3uOGpuJl5zOo/f21JZ7VRtwskzz1gDArOpgHmSuqJWJad7NrrE9p4XymXXV30FsMzPzB+0H7muLy7ObAvNOe6vFhrH0tlzxiAXsyzZ9dziGWXbZVwkvGuIPMNYSzNG2XhxNoDGsYvGmYKIkDc6GxgAwMTTAJi51vba6T+MF8ZpLT/198YPdSHqUHMHZ0NBwDTt61gDelRvfr4u+bANgAEPKodzGZdxaj0v9tTq/8R2Xu1pNOHxwLhBpX7S+f3vd7QBRuX2OMvGCfdxD+tHLHq0ADgBa19tBD5GBPhopz99bb46YaMlHxs1xqozygCU8lzhWH/2DkytG4qcC7gBbp0zfoLylCKPs3YeZwFdqzdq8+v5oqFgrEvt5tQjK39NBedYADwmhpMAcAVR3KICqLsAeAgqA2bHT2nN678cAD8MVB/bRZ4KVJ+7sDZNkfsgAG4oLfmcUkH3uL9rvafdr1nvpjp9WtzmJmxyeCz2+RwA2BbU+h6XjpmSTgKpz23faXF77PvjAPC4bA9fFAh+DSVwC4DHdpnn989pI7QFwI8do1/zcS0Afu4Giq+j1b9NANycu6Zvsvw6Wup1S/n858Trlqu9ehuBNgJtBNoIjI/AzN/8y94teXnJT3tzrQVxrEgFVbvdWCWzsGPFgWHRgKskp6LeiwWrFrX9zGR5HDhiKiJV70qnp5y8ndsVQ58330kxi6WqVEmHhyeywJUVMFxNgBGqhJKpizWtoNac4MPmzoJtdrGa3X9PeeYFTLfQk3WODo8GCjdy/mK9TM5hFGSAs6VlbFCl0PQN6mJYKlBtcW3BqiV+QAUfZAAhqHrJp1sXlliABwIDMLrdYys/yb1rq05BBfJ4Aiiqcq1863e8DDhERNcEPIV1rEA7lGoPOFhTVwH7yHuMss7ct3zTXpgHigC/AtTJN8v5QKUoagUhAFKCOIDmqDGjmM6CIXmP162wzMvLcoN/z2AzKMh8fTUrVTRK7kvdY76zLvCKhTJgG3XaX/x2qfPr75Y6i7f9zh6q4TmgmfLPdi9taY3WlXIDO1EEUt5jwWzA/7LqxnsAa6ttZd387qd957fd3VuPeg0lpQGw4nsEXKPvSDm6CDwUBIYoA131X/JMlwgbHmuDgTYrRBWsvqgQUC7g+/y8FMu7grD0TZUSdfFJD8UnfYH3yX2LuhBQ1u+sU16BxMp5uycol0kWTF/E8hW4H8vXLGYB3dmgECUu4PJcYDDZOpPDdln22EdSS/t4/XpJylLylKLgXhG0Iz7kGXbrqNqwL9TuxGVJYC3K4aIg5iD+reZknwBKzZrblnzL3oyBmpGiGRYDg8hjGlWNoVuxrAWEnUoNTx8x5Cqe3YwfjlsSkHOOZaysNejZPDAzizWu4ilVLvFEmVTvb/tq+pz+M6AGhjlX65XHDrGgDGzkyAaNwGGOXwH0F5tllMl91R9IhyqY+GWOoRKxx6R/pR1QZTOmaIMC0gl9mK3PQyFZlZrW37MwV/oPseYaNWfbteYF8pR7DBpWx9K7LlwaDKvfsk5UYbPbTbwX0M7fLPAzb8EXa75cYsumAPbFXJJLt+R0ZQHW4FLXuELJ6YbLhgjUrI5nhX6AQMN/jQGlMP/53YX6MgXReDOhjfoWBev6yqrgr/KXa8xdqUBuf48xxuh8Z0N5p4H83rhCvPSG84q7XLEnZtx1tTGG/hKgDtRd8ZxzCUzVnENxyZee3Mvk6s6GAdpiUeMIhwRiyB8U++6+gGT1IWJKHmcaiw0+djTX76zodzu5YCWGyfUcdb1AOd7kejFmDUj0XnL4sslGkFcXw3LZluTazMTvUaJb7Vy+rXIM/642zn2B3argjRo8G2aINwvQQHiOvcDuuWwGseq7fLfHupppG1BLfbOBAeCNch/77GzSIT7VsnJgyV4eBFZD06/tGsBDl80WUjjjSuD8wNkYRH9xPQzR1UdUDvopuycyzzBZarzqvL03K1IDC9zrbd+mguAGAJ64sNsC4DJTtH+1EXh+BAbQVMOS1PLdk3PNjYzHOMLUOekOaGVTCc+wMhfxjGb+r4upHu+cXWBxnhPDhapxuX9HwWM21g0XJ5tq4AqZ/bm/qF6xlM+mFD6E6DMDzyR/Dspni1EgXCM2GbzmiMHCEc93T2upuz+nc6vG87yZ6mV43dR71EI456n0LvPkRVg+CzbLUY+dBGprvZ6+4DXcDDauN00CqM3fD/pKVVeXC2VDVdpiUrlGge9oPXOpyQrg0dy/k3IBj7Z7hcbVOnq0r04dWc0PW42DH3o8NfvDaM7feok6LqeJ6IuA/l4xH1IAf+0AeFybfFEAuFnAjwWDJwHgOnU8ZtPc1M787R0weR5sAfC319pPr9EvBwCXxYeRED39c8LTY/w5z/g2AfDnjOjXee9vvZ9/na3SlrqNQBuBNgKTIzDzz/72+hZAh4Vx5zYAmNUUFs1ZlN/deuP3DIDBNvPAAqnzpGQFFPTPe7YAXbRKSov4gq+3ECotUqCc7fm65Hic7Xz3PfbCHCZV1tmVgQvwrq7esNv8+AgYiqWmFLDbsucVPDoTkDyTje/G+pZB4/HxiRffWSDvyb+YD5mbUq4CUeYFzlgzAMieHPc7q1KuAbQPj/Y7W1LUOn8pi0MqXxRqUm8K/K5IzcrfAAkWyrFqZhEK62EWWDZleX2ifLKxLBVIkRoWsHMry+WulHcoN73wUBbGFmXJ63tIWQbwnJsjl+qqwPdpZ1vlQN3IfY70M7mCrSjUmuD2LvlQBRuU7xMobygiRayBmOLN4h+5janzmmAOakVgNRbEWFwHGNN0WRTc3SXmgW0A9LySQ5i/Ubqe9ajHtcD2oqxDY7cMyLKiTCB6ZVlq2pWLzl/91bYW1GQzK8i8JCC6/0GgmO4gkDw3T65jqQ9FGo6Pe44DynHyWdK/VlZXBW+WrfAlfhfqM8n/GqvZK+UnPhEABoZ1ZEW9KgXskgCT4a/aEwvig/3kAKUmi+SbFXxCIetlSp12osVVgy3n9Z1RLGW97Q0HwHpUxLIwV0zoqkuCVNgV0w+t1BZYQokKoKI8HA+Yn9cPgC7K0VXOPjoefQ8gtLEZGMV7Z87vnPynFSoCzGhb1Kq0HZbmwC6AppXCQD3ntqW/kn8UJSC1AxOiQMwi8IzyF4NdO1I12+pWfRxFoRdLraQsqxSqZ1X4YZ/MWGFdEJtcoJihE5AOe+kCnnm/wiGAL9bCSzqPsJ10BbO0QYA+JmGp4aSDD1DWnyvyEhfFJhbGqE5pV24K7F5QOT2+ddKZ4oxylhe/oz/7vuGGfgEF2chAOecE8LHYZvxf6LwARk8rjp1hpGKGXTPj0+uExU7ZC9gAdZWFMUWf0UzjPrmk62FRXdvI11RBCGFysKY8zles+gACB2ASValoL23sY3Ag13GcU5ffZ90A2WyRNdn0F8pzDhTleN2PfmBwDBgW+HZzaDzQn1HFBthzfq5F5H7+0O38/IMU+9rIsLgiBX+BwrgrXJXYbkgRfyqgye4R8sh6zKtMgEQ2aJCTFttw5nfqvapc47yYC93vaBtB9QPNS+aJpT7Mtai5UZpaMaz3+Jn5lnPpO7wY8xk/2mxR8uFaGQ9AJ0+152eeL1GBM66pMwA2YyCODajv6Rw8W2hrxlZVwqFGvrjEjp82I18xeekpl0Au+dd1HSyVB6plnmUFBBi6F2CSfN04DlAXlRuQrjKjzrUi2f0mCnzGLwu7AODaZ2hXxpWttnUMMaJfUW/XAUUvm4yAzaQrAOQwdjgGKMwf5v2yoE9do+RlftOmG6zISy56/zJdpIDluC7Mkved6+i8xAcVse6vuYA5dGb+g1wc9hx36untQANawgaEjKt7rxYAj49L+9s2Ao+KQOZtb3Phs4M+m2D7rJlA8wxzWwGXXkHTvOvnYOYWnutNINsEwIz5mg+3WkGPHb5lA1F9bxwA9jxWVvBGAbCnCT/ri6U9G0y8aSnPygp8Ax9JiTAE0M3FoI8NgFOfAsD9WTsfHkb5TBMAP9RcnwIAJwZsGJow17qP3H1vHKBtAuCagzluRE8HwONjMhkAT+vyowuAzf7mjVr6k+du6UMTyOo9W/NXBsDT6jXp/RYAPzdyH/m8FgB/5IA+7XItAH5avH5pR7cAuO4g+TZbvgXA32a7PrVWLQB+asTa49sItBFoI/B5IzDz3/zzA5akk0NUKi8Wc9CpkaNwpiigDg5kdayF6GUttC+uCJhJTXlFKl3Z/y4ukzcT2LfuhZnYAcfWlIfCux8OtLoBFJgTkJOdsEgHKj+UmlZd6ecusjYvtAv4zKF8ZVH+qrO6DuQEGsqq+TQgjHWSS1nMospa35DCuNcVTACgAqkWBGrJkdu3DTKLLlvr21aNHSgX8IqABeAFSHF8cmQIsrK27sX/+kHm4ODQNqory9RHIENQ9VQKafJAYkOHxSs2pitSngJgrwStTrq9KNFQTsqq1Aq5urBW1F/Jf4laS5B3e9O20CeyrO5rUZDX3t5m4qc/QFlgOBAE0Ihq9ETlJXaXznubD5UAmHUle8S+FEASxSy5gk9sdW2L3aLMNbzU8v+8lMwsyFzJ0nlnW0BX57E4SfmxJEaRDDSD/x4ef1DsFLOOwIaI6H/w12ud3/9BMF9q0AUdAKw7fGdKqXgoZ/EWoF/nHQjK6xrrRSndF+yJ6k5FKLA0KlhUngBg5dEl96vg541UoyhNV1aTqxYo6vx4Kp8Vqa67YDXKX+BvgYhd5VuOajDKVO5FmVDoYtXrnMzHgrFqgHnB393t2Mly/ROB3gv1hfX1ZSutne+H9TjgaAGUsWg+H+T1XRXQPtfPW9tSd6OyBLQixIM/o7jk4gAjrHbVP50zeCW/q0o9r22VtkT1zivWwFGP24EYQnwLdCROitEM/Q8rYcExwW4r3OvxUtBXdfLuNhsUUgfy1toyXMCf9nTuVm8cUP25B4cVqAtptPJGf1BNA0tpn2W1h6owcKpkLZN+Rz5b1Mf0s/N+VNMz6qcr6kuMNeIHvHX93FhcT2NQ1tm8HCbHhLbAKl6QX/8Zxup8xi6MGUVp8v1mo0RVwFvB7c0qya+cV+Ap9tDMYcwPVZmdYzIWXRb1DZSxROGWvK3OCV0uo7/gqmxaABb6yrreAmC63AqAZoB353sefTa/qHaWNCP1o7z8jhy6zAG4PQMcPV8qWGxOAMJm+mAmBogvdH784bzz488o/Zc7pxp3G9pEkpy3bD5IHmheKHUBf/y+1wOmoiRV22hOYlyxgaTXA+4mry8qeOYRNgnYHrk4BnRP1La6nhW3auwKzKk/sWduSQ5d5mOp3zVH29YYy3IVPvC3qUqjndlIs+YxRJ90LBVr5jjbM2MrzkAtyrjEIBbJ1A9gOq/y0N/I606OZu4PBKZ8ZwLAXAMQS9tnI4DU0LomzxpvGhCQ5Rll4KE/FDN9Cfv2zDOXWGOXBXmU8Nwzdt5sClBdURqrE9qSWr+ueX/pB/Q1rlXjhQKY6+JkMI9qmHHFxqMCxx2Dot7n+tUye0Gdn+O9uYG5oFhkVwgeW/Ci4iv1NHRWzJkXeGFpf311qja+liW0NuDYUj0joXbXYQsN+3zzXwMwMc4XcvwpT/pt+8XxSeFqD/4KIjBQ/fK80A89uYOc9TQ3aeIfwt868oYwk6oN7HGL+re5DyOq4ZEXyecnvMapgpuHNlXAo/mAR8Fw0066ngeIZr4Zl2d4MK6nABq8Qh56VUccfx4qMakbZnyPqpIun7fvKXf9+SKzHe/dA+GT9r8MAHqg6CRAO7ns9bPY3SNSlqGzSH13dB6sdax1rsdV4PvSYfDQ9StgT38cxu4xP9+vz/BzU71W/byXY6cpBV9W00kW0vWqr3t3Ol2exeNefP5qxvRlNX3c2ZNAffNsK5jLuJj4fJ4yrtnC+tDroymKpwHgCcrex0WLAfCyHjLt882jN8g8usBf1oHjNrLc7fPT4jvtE+q08183Hm1u4Ifj+3oAePJmqpTozhfyBwo57TqTTn3o+sNrThv/r9s7X//q3xQAruFqbtR7rNXI64f6i77Dt97Pv+jgt4VrI9BGoI3AMyIw81/+jz/eOvetFqjPBG9YGJDmzRAT1Stf1FAroSxFUeV8p2dScArYdWZOnUvWSlh/5qmLWajiZgUijzqXOu7mOjkMt3YArVj5Kt+u4CN2yChEAxWACeR0BAICMwQNly6lYN0yXOieSB0mIGi4VlRT3IMydbsCntA0fSbb3t6KMlnAy0pfPcCPBET5oE7eVaAx4JDfAY5utai2IyB7dNgL1JCdKEqy3b1dn3+s4y4clyhti4TZ35BRhqIkdQ5kAQZy2wIMzs9RgyZHY3JCEpeUb0OKu9hOXwuCKy+yLHBnpA4mVzALfOSrjQoSm+I5qZZX3ayoUc+V97J+YQRaA6pRNB8KbpO7GbvsqCFvlGP52OcBYoBxKO14zc5KDa24k6cTZd6NFGwojW1zLEU2i3lY9q4LcMIWga5Hh1gbY9d63vnDX690/lIQeEkKzZ/+fCqnYUDelYAsAHjR/QDYRx5TVNKxZgW0Zfe/rZIVL8pFHbD9RomL0zMxwtIWhTALp9T5GkJZdGpxuwXWAcAC7flDGYlnQCbABCKrDQGrqPKAHgJt6lJdAWDqtyR4vKHyVniM0pOYV/Wn7XINZYbf/wFngHlUqkBD6nKujQbbUj2Tr7YCVP7mugjpOf/wANhFTmIUicmDSh+OpWtAH/9Gwc2L/l8VI7Qjpq9ALX5np2bnBNaF1WdQWWIx3jyHsUoc93Zk9RuhqhX1BnK6L/2MeNevLyhSLwDt+mOYZmtblMhS81rVGYpM+6yuUe8CuwXxUKKzaYRyLeiNM8XmQn0fm2jn7wUkq7r9s1ur+AF2VpZTf/2Hshj455Z323JsADBjCzVt7kdeYUAp/wb8BULSXlfkpSW+JOhtvACX9HkAK/0NJbVzp6KC9upTADDnAUFhuNi586JMhfcGAJcNJm6fBgCmbHV54p6VYPiiRz7vsTEgADhWmuSQBQCzPkjTWEVlBTLvD1Wh1Pvf/tuu5gqUsqudo24/Vs+y1q5zEm0bG+eomdmoQzlRn9utAYtkg2UU1lGsUvIAYKlbdXwhzoasXQFi2nwAEFg450oKyrps/YH8ttnXecx3bj8dgKW+57uy0E6/BKg7T3l2M5QNOrJBdZpjlGPqk5qLnJdXr5p6gPrZQUHljR13UcaiRHZ5S2OXzRa0K+0Uu/Z5/9tticuEQXH6I3bp5ASuoNWe3rQR8JQ8zCoHwBiInMWLwOcKlFG897EHUH3oYx5jZW7jHlGl8yzLdbOBZLhYALjGMhrr5qrcchydu5hxkMWD+h202rFixw98HuQj59oFTADPiZ9zSJcNC8yBbPboyEnj5uZM4/6y8913W8rxnvzHLQAu/af9q43AR42A5m+eCmXuP/xw7pQNUaryj/qcGgLgCibrPFLBpsf+yDpjNgo1CxwFbhMk8DkyGzGzQSROIeMXypvHNK/aBMCj59bnguci163MWWWeq5s/M5Hdv2/dxMLbTwHAHN+EwI5Xuf/EBaiGXfJrAuD7gDgblyo8Hmzc+UgAeDTmftYUNfBLunPA8LDNHruwNxmQ3wfAbvfSZ0YB8GPv99g6NgGwP0+X53I9vzp6TLrePUXyY29cj2sB8NiItQA4YWkB8DSA2wLgp045X9LxLQB+LIj+klrt8WVpAfBzNxA8PsZfw5Ef+3Pb11DntoxtBNoItBH4miMw80//p/3bdVnZokw7PJTdMWhGYGV1FTtfGdZZ3VZUbiwydJY7h/uyDxXI2X27aKtl647KF2uroXSV/Q8HtuVcQLWrXJW8gHZATaxgAUDHslTG5hVYSp5D4CT2uFeiJTOzF52dXeUMlnUloAvFMABlRspgFpXWpNxdUb7Ln3/+OQBM12cRHcAK8OCFweWlzj0+AhBLaSX4tb0t61QQU3lu//x+31bVqOjII4wilftgv8lFP7xTPmArPAOjAK1EAdgBjNqQog1lJra6PAR7Utpyf94vhRAMXJD98JGvaWisBf/3745dpje7G6or1se3htC32PgW6aYX9nSRvd1NL/4DeVDoUnaXTy9UmFg2b2xsWlELpFxdlY2z4E9yJZ8Y9m7trBmUYUGIkhr1KvVByXYqC2vUKVg5++Oq4kt7okq+weL6kEVNQI3UuSssb/Y7f/GbVfUNKeNYhOugLryVRTfq2aheDNdVUBS1QA8AH+UGELIYSs5jNhicnUrdLalpcgLHgtb5PlWQg4OTsnAKmIwVMEr1FYNd3VU/owgFOEfhKLtqxTcQOFbdNi5XTAFO2BCfiwQDhQFf/GGDwAAk+xik7VGoAshwDCco2FpzHf4syv6afs5GAe6zs02O6CFVqdcDvNIe9M4ZxRnAVBXyXBQg7JSmbDQ46bv8WFgb4pc8f+TIXVJd+fHoqCfILktvHS9BsGH6jUAt5SS+sZYNJNpU+ZeUQ5dr96XMRRUI6LSCFmhVbWexXQaWqV7YXwNlKT/AEiiOJbSXaZUzmrGBrTT3ukapycYNIJjV/hyvzQTqx8Atq3fJqav4wu6AxfRZ7nsteOgNABpLwGjaETAHyKrq+eRkpW0CIoG/F1ISX10L8ukaAHXGG9eK4pI8u7H/pg+uqC6Gx1beJt8vquLMIaHNuX61qabPklc2OV9rjleGRSyjM5wD4FB0lvzM+l1sinEzaHzZMxAlZ2wgZPp9ydta4rVCjmPi7PeYQ7BKFqC0DbhgaO+28/d/35PNvVTfmhuZe1Cf3qou2DTzsjrUcDTn2P6XjQX6D6Upm2qIw/IK8UJhm7pQB8Aqmz2Yr7zsq2sNQXLUZikz5QvoxHEAa+1b5ohSD+5N/bMpQps/VEbaixvHvrnmxZXaWH2IZwbdh3Jj0Y5SlfYEEgOAuSdlWhDApKx1LqE89IsKnt0PbXlP/4z1M7m6ud+FcgRTb9TdBqG86A+MW81N1IHnAUrtqIFTv0Xdl1zgLr9ezvGu6wFYs1kBRbnmfue4jtI/kJsNO2wkSL5e385TQo5hXHJPnm1+T+f4ujqH+rivljIwjm+wUud8x7iC6GzQ4nnCe2w8MphXW7JhxTbPHu8aXzqfmLIZ41w+/dJ+e35Zl83/9o42K6n75JFNx05u4XGvaQuUE0579K/bL46PDlV74BcfgYwl5iU+RhwesamLhzX/s3uLHzWemW4GFDcPlibQY0xUQNIEwPfhr88sDgS5jje63NuNdDdwTWAc6FzmK2aDAooHSuRStuZxzavN1Adj+eVw7ivPwgYArnVkDmYzmF+aL0ftp/35Y6D2HcJlf67zRi4+2Q9VuXfhai47uJfn0Dznm7+vdZiW2rPaNk8GnPV+foIOQsNn2PrKuZnDU46HofhDILep3G2WyX2mfKarG4uac+vosekrsY9uvkZzBU9T6E5W+I1RqzfaZRD/kQaYFue7PXnyT4MNVGXTX237Wt7B99XHXvCZx42zir4zfj7xCvro83ba833i8/lLVwC/VPk76KDTAOXDHePZn2+q8mzaBPUgbofLAAAgAElEQVTMfvmpTps8P9TvStPi+7kA8HCD1kOxahXAD/ekXwwAro/4fMpofA5orAl8qkH3Ce/ziR9fn7Bmj7zVVz4/P7KWUw979nNu6pXbA9oItBFoI9BG4DUiMPM3/9uVRLDJD3qiHKnnzuGJJfFbL0qjPLKC1osoAEPBUoGv2dnLzs4b8hqu6P2jWBDbQjr2q8AUgMbm+obz5KIcZvEZEATkOhf0Q60LJCKPIqquo6NTQRxMVaOa3X2zqXsCC8hVK5gmdeDe23XdI4v+LLahnMQWeHlJ+XDJMYm6V3mHo7wVrsaSWXXC+pMv/etbuqZgFvl8uQYL8IBfIAPqYAAK6kdyNrLI9OHdB8OABas3gXaAAF1TKjggLwsosTYVpBVlRD2GpWoeiCzIJ4fk+/cf9DvsZVFqoQCWelZx35X6GGJ1ez2vOFKmWESjbDRg1PV3BYlpn9OznnL0kke4Z2Bf4QVWpFHmSVUsq8FVQUPsjzuyC+6qnkvKPUx+YKDr2zffWdF9IqDJYuTWxrqvRb3PBU2SEw2lolS2m6u29r5UPmLn6ZyX6lPg+HhfbS0GsbMnRfBfvdFipcDw4pWho8mt2walnXIXCz7TDsfkgtbfa1IW8zqVInRnB1B+K7iqXLuKC2etb8RWFRtecvo63yhKRfUTwCvXMDTVq+8czlHYYn3LZgLUnVngFMQHAPuLdBSvCqfsGLG/JWcxMB+4GjgEQ0MJTb29KKYT1teXBFvyAR4gGytWlH+x2DUIwnIaVaiAoMsp4GI1qW2Xyckcq12UhU3li23MbZ2ca9F3AGHcGKZlGKS6LAj+EotL9cnuSc8QyhBIMOfsVP1aZcCKnD7LGHSuVI2fJcEgLL0pKzEOVMPGHAgWiEW/JOcy4w+rdfIGe1Qx7rG8FmDGGpiujNLdeavrq2FRSXmAkmfkfcXG2yETrDJAL1bPUiIyH1AONnRkLAEDUaUmDyuAk7FOnFniBdACum2/W0A2cbJCuyjm2TwB0Aco2ua6LvwY7A9znNrGWnUYfE8znHO4/XK5tIng2uOVesZeGYU9SuO6zl1VvIwRg2BdlzHPv6mPIb9ijH05/fJKk0dVeA4cPHVd2sH80f3O9L6zpI0bt9pYc3Y+IwX/VeeHP6MeU/9UcVCdLspinjjfKGbMT84hq2uxaB8QyaJuFl4NYwGB2DKjChZ4JZ60ZwWL9HXeYx7D9ricOLAktsLUgAGFeHJOY2VOOXCEYIzZmtlxCsgkvlarqj965CkezletsrIZhI1DsUUPsF9SfL0xQePMc5w2udA/Kxh1DmgD10Ba6mp1vvoWcxZAlRzbQ/Ut/ViW1toYcHGpfOVA3cVl3yucN+MbK/xFlMT+XezU2YjEmMOZgFzCsY/m+ZP+ylgNNM4GouTirKqiKIU1Wg3gKQ8bCSoAJi0Bc5WhMEDY4zHK32rfnU0HsQ4ld3DN9ekNH+qEKIurjXTyKDO/aG6mH9qxAKU882FSEPBcYsMQm2MWGIt6bqHc7iiP+29/u9bZ3EAdPRzS/Gt0uW3aAvHds5/+U/vF8ekxa8/4ciLQXL5m7PCcOOJz9DkbbzKHYOWfkZWnT/r8+AXmAczUoZ5/RxSLo2yXzzJ+BpSNP8w7zF117hiNVAW0lKs59gaW9Q1YWp+L9XlSz62qYv9+BADX+w1AcEPql+8GccAYXisAuKlYZg7mueX5qEDNUZAwDQDb6YP4lfl2Uo+Ztn73UgBM8fmodFex+zoAOBsM87xuftZstmNtyxrbXwoAbsY/fWIaWHrBHNOAo9OUrp/6+fdNAODH2DK/BAA/5vqP7B7Pbt8WAJcITxun0wDyIxvq3mEtAH5u5Jrn/WIA8J1gtQD4Y/Sdr+Ia0z5AfhWVeHkhn/2ce/mt2yu0EWgj0EagjcAzIjDzN//qUuvtUpcKFK5uSB1r0KWFbinHWDhmcck5Xa0EJpcmuSdZcMfaGSUSuUWrBV0+NHMssAn14qoWuQG0KFxZ5P/5p/dlkftGAHBdKkXyUpLzdk6ASyBQ6iYDLkEd1r5YyDLcsJINdQXqYBZUgJXYnCZH6roUwSif/EeQOQttOrAsBIXFygZaoBB5RZSeghJSjAKAw2upR9R01V6zK1AKQAAUohxjUc+WolpscT5NKX5RSQLagHrAjC1BZm/6Z2HOqrZe7Fgb6l7AFfFZU/15eKK0BcoC4yg31rRewNI1dvekurMqmpgLtAmeYhWN8rqCZkMFW4Si9hN438QmVQBP8UPJCQwC0mwoRzLw+liwPcovwSGBRyAQCkEvKGrBkrqtrqKmFtTRNcgfSfsLv3Q+/NwX3FAe3TcLnbXlm862cjVLpNzZ3gB4qI3IGVog/dxcYDhl5rUiEMWqHPlJiTMKxNPepVW9R0fHnb0324YwyQt8ZZts4Mf6BnmkFXOdhpIX5R/lplsCypcFOgB8thykqxrMD5UfgOA+1tyokd1fAUnawKBr0/YAW/I5X5teco0rt8+yyhdoM/zD9bPIVhf2yB9b++q8QSQALGIaI1WBG6nb1bb02areBsKyaAckR1he16TE4b1oiMgTsR+APjAZe2zGB8ufgupaaAb4AHnok+RaZq2ZcbOo3MfYLQPQgGVwQSsmdQjwu9dFBUk9gbLkj8YKmfjGApz7VwCM2nVtXXGoCZEbE40X1shJrLgBsi7ZmAA8pazkyrUiiabORolC3HTPtE3N4UtfRkUPyGZMMx54ra3HHtxKUPVj1KWoxD2OeRULYIpB3Dmf/7geoHCmKJrqnOSy+Ly0Z31x/hnzHTGyUicgdcHqylIH/Wx7d4E8Fq2jRIozAJtPeDl3uv4mJS9lvcXeXW0WhWzu6bnBcWKhG/CJmh3L/Xmpfmc7f/yH0073FFKvXLfFgpucsbYRBRwbQgJu2YRyZpBplSsK/gHQjtIX/hCgDjQf5km2Rhg1tuOdHMI1F67BuYFysU/H9tibUbKonlzjbCwA9LIBhw0QAGDG6NCKm7IwTvqaaxl367KER+FsQH5Bf2HjCLl3s8nAc5n+R9nKOI7Nd9wlnPdaISP2tVyAX+Y3/qa9iAe5stdkxT9DjnJtsmFOXJRrQM37O1sU5fOKl23pPZZSTjYtUU76u/MMAysUP55PzIeAZeB3NpnkS361R+U4ng/Al/pliHLqJ8+7Z/1T36Mqj6gqfRgQHJV13ssQEUzWXME9A0aAz2ykKMfQffQeY9+jzW2V+wKCDAH0x6p0lSHW5znuyvmNs8Pk7duVzve/yQaH9N4oGHnV5a8WAA/niPZfbQRqBLLsXBefeQrwfGLTmzaeaMMcVs/MSRnbGZNW/+q4Cia5QgWMmUuG8wpHeh5pWBjn+LsL4tksmXObn3fsxMNnoMb59f2mhXM9t9ZrFLTWn+/dtz5Xh2udg3LcvVbUvrXO94Bjec7meTq8mJ0s+NyCmwXzW9mpdQfkDebgu8Azn5vLtUr97wLYYT9+aP0udWeDzxilbGmHKqC9O09mzm6qae2wM/ielPsPnhNjrj9p3h0H8JrXGfTPEWXvY0fuUxXAw7a+q/idFO/75bgLcEbr/diFxUnteMeZqvF571UA8BhwyPN/3GvU2n30mGng+LHtOXrcRwPA5cLTPh88tv0eVZ+HwOxLgO+gE398mDit/oP4TSh/zYH+qPh8gQeNPk9GnzPTHAbub0kcreTHarNJoPnh67cK4Ic73fMB8MgHi3u3GT+vPn0ITLvPY69Iee5fa9r4f+zVv9TjmmsoX2oZX7VcLQC+81n2VWPdXryNQBuBNgJtBD5aBGb+63/Ru8V2c0kL4ptbslwu6rfDD6deEMdS+UA5Y5O7U/BlZr2zvbtiZcP+u35nfjEgI19k8nV3W2AXYSU2oQBlVIHVJhUrZF7Yv3IcKq2D/UMBBKyUyXkrS2Rd5ER5fQ0OBQ+2t7a0IM6iNbAS61NUjqJkOs65brXYBixASXh7jQ2xFiMMpsgxGWCB8un8st/ZglTqdXxUyiF4BgDmuOECjXKZWs0l2DIvFagW8FH+nZ2e+w+AaUfXYfEO+2RyYppdWLlwZQAc21Eg3fFAxcp9K1jCqpi6XAug8LkReAIArQtfWV+L6horbMgA6rgAWcEqAdVA20ATFjTsBMu1BEI3BIAB8+dnl1ZdAzS2ttd8ALldyQM8KwvnGS1OAlKjTqttGetpVNXA+7PTrpTXW1ZOo3B7/65nEL2tnM4ruuScYPxv3qx0fvcbwAtQQirsYwFmtdeOLLId2gK+UCgP4qD8v72eYJ9yPq+Rv1iLmSiZeQE3UC1TEACnNwSgcNR7JyfkmpXSWueg/oytLzEUBBXoph2xw86CZ8YKCypngne85mxjnDy07iY6xnbTWImrTID2NdlZkzsZZ2eDNFip4oP1NOcMF/7KYl9ph0upbYG1AcAV7AhGWolOOwDKUKJGocl1AYTmmdwLkKm82RR7eTWbIHrK+8o9UUFj0QwUw1K4K4gLzCG3NWXtawH6SmrSBTZfLAO3Cn4uMegSe7UntrhsAiBuVjp67AZMU42qSgaKA5TYUBD1L+qSoSrHSk6SKzNOBCXrmmsWsrH/Rb2b+FspLWjvnM66x5z6XhZWSy5jwbUlQetqn3muvMFcZ32jCYBZFCYXcqBWlLmBXUDuAMm08YLGLXMQUL/aRi43FcweMy5ZyscGAQFbhEf0YCw76wI6mzvExF0/ckBXe3e+3FI/WwPrWtjXA66tfBavgwmj6K1fAqkreX5jKQ+MJ56olBL/g4Obzp/+qLHnuQTILIUtimptjgHMp9+heFZ/cZ5zrM/7bn/GN/0+CxKBv5QfJwHnddffl5r/gJsBnLGQBqA6VzmqYnLJsgGnDBoW7mkD8rSjgq3RYg6iDybHOfNh4m01fZmLrAp3vKqKX+NYYJbNBQHAAHJtgPDcUJWxzF2CyIrfVQGgzHuUyQCd8hZlGGWx5XnZ9EL9sZamHmw0WtHccC278Khy2byS8lA38s1T0OreQPtQrrggnGUDku2niWPcEOjrODt4UwEbXGy13gANmuvYMFWBNffhZzqU46Uyuf0A1rQJzyXNa5dsfvIcFNXwDPCWexpuZ2MV7hjUHyeL2H0H6tfFw+QujvW04W+BwAbQ/HFOUIrCddk84yyl7kPrehx+9ytt2DK3ByYF4NflFcrzmq9vfYHkNWPXXvvzRYD9O0yTdXQcHbNJhs9N+Yxky2c/VzJOM+Yyhzl3ex1gzNllvm0CYB4J4wDwaI25X31VwGvW3Mj5O4S4uWkTflU76ElgqPn7cdBsVAHcBEIVoFa757qUPqx7scYu89kQAMdtJc+hwGPbZpdY1nrWeo+DjV8KAK6fPSr4vh+ffJ4aBeOPAcCj9f54OYCbvexxgKVpeV37ffraoKPfG6zZtHD3+fIpAHBVoNP3tb3s400iA0A5jFmdB0Zv0gLgZ4R9THwHgPCjAuBmn39Z/5j2+aYFwNPml2nxn3b+Y/tZC4AfG6mnHPfLAcDjozJt/D8lll/isS0Aft3vx19im48r07fez7+WdmjL2UagjUAbgcdGYOY//+/e325aFYoKU1bCayx833be/XDohfNt2TBjOUyyyq2dVS2wa3F9DXQmZfC+1A4CA4BM1FEo8LA93d7ZEKgCXvQ7hx8OtZCDbXLy716SjBVYJ1gQwHsuAAzEzc+7yju7IivU9+8OC2iJCi0707GsxdZS5cQqWF8I3384so1qVrYEJbd3VY5T2+Kiajx4T+7WAKrT815nQxAUZSJ5iOtCBVbFlyh0DQW0sM9COd8rdOLb3beCuCcGEjNSt2Vd7UpK1S3bmaLusHWoykieWqCrjxDcORJkTl5a8imTFxX4kzyZxBaAM+9F+ygAvbAlNRwL8+RDxUoVFSGwBojQVZ5YgAqgHqAAmOAcFv8NkBRHcvzuqc2Ic192x9yD63MMls5ARFSHh/sAYHQVl26vuiIJCCavsNXBhpqyq+73BIC3rdAgr+nRAapcAT/Z+i6vy0Kb3LEC7N/vLnX+0V8LPAPDEKOqrZZUTkAkRUQ9We1Osak+POjbdpl4rgq4AtqA17yA1OTdBabzWliKkpnFVWx+6Xf0AyAjkMuZiLEPpuHUD7Y2V7xAyx87CKPkK5/VzgWJYpUYK17qjBUxBQcgAVXXZFe+toaCFbvq2HFvbyvvsTjbuSAvfcPAxQu41C9fIMntvCzLbV4VUAGwAG0oSVdXk/T3SoW5UTtcygqX8gJYKWcUk6qnwkCOWNoX1a7zm2KDLVLDSACg9ZT7GL9owBTt636kGHONVSmqURW7ysAf8vBqfCZHaUAuLxSr1D+QOwGaUx+cF9BjgQwrXfKiUm/+7RzIGkuU4UT98TLJXp2TljrQziiguCZlXTDhK/BUANx2xzp+URcEhDNOAGW2T1ZbEiPaSnsdbEu8oniR2zS28rH6Rd1MewEyeRkkqj/aEtjtB8wESOq9Eg/aB8BMDQ1H1cYB3U0ALNVlWWiuy5aFt0mpCoTEYjcW1oxloBz1o93Yn0KfZWzZGlrxggvLnKCAAi3Va57wWDWQxXobAL/QOTi87vz0Q1c28Tq/kzzW8wuxkAYqd27ifuCGLErqWm42RSxJHcr8iqKceSQbWVIDLIuXaC/9CCy+ucH6Gxgra3dshtW5AKLM35UZYGnNi35bQaxzMjNfYHmN9XCJW8ZY+kS12Xcfwv5Yb9I2jB1iwphnAwNxwiLbtqWeL+mzUfaycQaLfOC44W7tpwUCY9WcDQTcmD6C6wJAmnkVJwnihLsCVvIAeWycsWo3adafkiOzzAVWiyumBsCKDVb0xBQHBl6oeimHLalJC0DwdDy/I9beGMJ/zMP0BxrefSzKaiTEvBf7aMUYGIQLQVFTOz96ybFMG/Ls8fmGHcmzvKTnAX/zijo9cbVzhjos5aJ89WUrczYbeKME7UYO4kBrznH7ePOCNsKgxJ897/z6V4udN3u6TxFytQB4EM72H20E7kaAjRz8RoOE6ah7ok122nzlT8WeD8sGIn9GyCanjp4Lzs3OZzw2o/g4RtndBewBEKg7zEYUwPfBYM5vXjvzzxAsP2ZxZpLCt1Y8sO4+QB5VKjbBc8qVK4xaP9fr8nlk8NLnoHqPUQtodsYl5UHKgePB6KsJugfP9cn8MXGbsn432QJ6VPHqWpYi3YX6zXK67Rsg22Xw5p9A4HEwe7Sew88szTapn7NShhqLZruNyx882jdGFcCjgHZSWe4B4NKtxzkt1/IHjt9tgMf01XsN/0A7VgWwx0Q5sfbRZmzGXTNxnAagGmeOUahOUvJWADypvq0CeEyLfDIF8KcDwINaNnfFPKWDT+q4X8jvm/PQ6DyYn6cB3Gnjb9r5jw3E8+7TKoAfjm8LgKd8AHls9/xCj2sBcAuAm583v9Bu2harjUAbgTYCbQRGImAAzEN8ZUVwS8rIxfnAoe5hsVEGYpArdhuIKYCnFa9lwSW+GB/un+lnFv9RfsXqk4WArS2peecvBDb2cSUVONux6pAv+7EGDizhy/nV5axz9mIBDWRYFfxd1p+joxPdWAvUxQo25UYZhiJKCjirP+c6H/YPBpCAI4BvfeUXNgAWILwRiMLCekt5dRcEqPaP3hsqsmAe209yJgpkaaF/Z2fLAIfVORbRraYS8B4u2EgtyQK64rCzu2b4CGQwYR7sJK8qLGBT1HqAYgNkLq1v/uQynp1dNBwGUN3JsbyA4jJABjBIvMn1igoQhTPX21FOYBTZ18XKsy4yHhwcCRQsqx6bVpueK+cvgL2WDUvjDeU5BpKcnmJ5fC0oLOtfxdGWgSxMsVapNqMtTpRzlroBjnJPKael7NWl9W9Ze5OjFgtvweYdWXDP6sSNtZPOr369pfvQhked7wDlKgGQHPBtUIG6Q6ThUKrbrJjeWGkOrKoQckl98eQEBXB5X+XkfAAnVA0osiyVK1AQlThQHJhMvlu+dKwILjp/bAFwV4oj+V2p47kAFxbBycWcXLWARhZwT09RNQoECTqSFxcLYfJMU8wdbYAwSHUeaykidS3gE+0axWWsgAGbHE+v4ON/ABRQCtUrcCcqwCghAZcCPYKutmrGylmqbcq9vAZQygYBFub4Hde0wkfnnqkNiS15h+GwVvmpe0YRLTCk/o5i2eNNxaVehreUrSiYuCaq5Zwn0AW1tNI3itOqdgSOAU0Bq2xoALR2USarzFFYos5PDm42KdgWWP1q1bmzc7++rcij5CcwVXHM+PMXCU0WjP1VrHF1GCA8+W0Tg1hmC6YJLFO+KENRmWJvHste+ofzH+oeVuYafGVhFchn2Gjgdql2ysYUXr6+4oOAGMVkbIa5Nm2lOJdNJFmozaYCW+d6IT8AODlZAxlZ2GZPgIa55sL0A9ssYynOPKYynWk8905nO3//b3AJWFIbCdoJ/K4sy/Jdyl8U4raY9hihPIBtfhPVLnMwsJh4o+bP5oosZAScKka6X4AyqndgY9S21LEeT1vOCnyygYXjALmAUVSwVhXX/mLL6Cigo4TN5gn+XlP+b8Ye16QdHHtKo/sAQplP2bDBnMdGDfqc7Y0bADhwhHhWMJ8NM1lEsimq266WyW1B/nFy9qrsyckdqLKq50PGYOYdNlskMMQnMboDYNT36A/MCV6Uxq5V8aU+zutuyByFvG3HdW9cCrxxxP0nYBcldHL50l+lji7AlTI5h6/jVjYAOFYBxMyL2FtzAysEmwBY97aNM4rwou51rnr9AeSiAKfdarujFKZsjn8BDnWhivvFujwAmM0zlG1OddpTqoHvfhPlesEJ6vd1gW3aAlnC+9TXcxf8n3qf9vg2As+PwP0xwLA51XO6r88fenxpbDJvMOeRR1zzqeaPAejSWK5KQG8U0bhjI4fHp50S7i9ik+u9guJmuacB4HF1bILbJvwazoE56yFl8CgAHizsjlgNTwLAXP9qJO+wN3aOAOBx5bdTA0CbebH8fb/smbFGgcMoVxkFrJ8aANf63Y3nfQBcjxs3P9bvI836jtb7YwHgCmgmzdPDeA4V7y57CfxDADh1vNv3n/s8mGYB3bxTVb2P9qHxY+cJz70WAN8L4XPbc1xbOL3PpNdXqgAeVKcFwBNadtr4awHw5EHx+d9pAXD53vn5m+JVStAC4BYAP+Zz1Kt0vvaibQTaCLQRaCPw7AjM/NP/pXvLoveqgOPxiSyIby6kntyVklEWyeSs1cI66r6t7VjYfvhw4EX8DeULPpAS9EoAmHywWvr3+yzSrK2uSEGJbTIKRdlLLq5oYT1QCaUXy8sofDs3grha3HaOxFMsnQGS5J2NShLr6Uvyqen1699sCijLlhoVqD5TAaSy0I/Sd0VqyK5/D2zNjnrApgCRcq+++7nrf29tL3V+fvejodXbvbedCwGW3qkgp+61hbpTC/SGIVqUAmShsOzrD4vpLN6z2IEqF/iMiyiWw9g+G+w41+2czkluXSyuqSeLV0CYm9tzq8tQtp0oJzDlA3QBQ8gRDFAB1HBNkVSDLoMOgd+jw74gpFR0+t224DUg1yoywQ8gg8GJ/juS3fTigmK/tqbFyZ7slNcDAqyYlcr5KmCcn7ELRmG5IXCztpE2AHZhDcwCSbUwxuKVNbo1KcMBhCiwLwXtOyrXrVWVUlbLInpDsBQIdCW4Pafz5xeuOm9kC72101f7C3rxBd1qM1SsQDApKWX/vcA1lGP5EmWl2hY4GgvWBYNv7okF8fpGQB3wHJDo+GhBgLYnTsCbMxZkT1mIJQ+y1KhSoWvfgdsjcFjKOC+2ZrOBLYMFS9LngODAXWCRdaLFchoLWjYvzGscKI7qH0BwgCGwBxjkfo21seoEuF8RuB0I8go8472oK7CJrNa1qEmBjEDoWCjn3tQfKB0gx1ox6lheWW8NFLRYUKyzikP5GfEmeXWtqNSp8yiLdQAqd/pwBcJ1xigCXYNtwA/XwOYYWMwLCGgrcW2q8GKdcxsGwEasSPliNWv3eC/S0Ie06F2AIm3D61xj2QDYi37J6+pFbvo5BwDhVsjdyyaBBI5yAdkojhdNNd6ycIwVdGB7BZS5R/pMlKAAWsAn1y/KT6uMNL50C/dDK7fzJW1g0+iuld9x/wrDk4t2uKmA+nI27YaymTzdA/IvpbrnI80jwH3Eys51q/5/CqS+nOv8+NNFZ/+DVLm3y5oTFDNcBASAFwRKURmjhLZdtO2zk4M2cSaHec+bIJY0EWHhzxzuDTPej5J8uelzqIA15sh5680QwM1SX/2NKhlwSrmZf2JVTPtkDHBfwLmhpY5lzMDXHQsgqHPy0g6BlDgWcAxf/BnDgHRePk7vJxc1TgBR5zoPb+kH3IMxaiUsY0HHkSOXPghIDrzP7gdAJvO1cbpzhqOAxk4/mwvYJMR8iWqd+jGuKGcAMWMmc6YBTFEgG9Cq/rwCXNkYkTmWXOY4R/hc/ivf68kZ7OOdgzjwG8t65zCX4n4IgLOphrowXv0MU3+50vFWjJPCQPepiiWDb4NalLzMaQL2Ot7jbqA0IyTJC8wzuY4Dz9MFAM/rPJ5Z1To8wHmY4zp5jmV5r3zvnr8WrzubO0pxsEX8qrVGyU1MvMr33bqsEfvy578+6gLx84vRntlGYGwEGG3DFxsSY91/eHymOSobVPgs4A0mwN0iDPXmQTa6FSvowZxTJo7BsLmTo7bcqwE62KjWfN0HwHl3Eihswl+Ou2sNzUQ0tJCu9+H5yjzRvG4Flnn2svEm475eb1xeYcNuhyUb75iTvCGloWrms0Tmz8ZC6RjQcy93cClss95jY1AuW8swGr9p809tp2nnjXu/ucHIKvDSTuOUp6MAd9gWdxeQR+8zCpJHO/Eo8G6qgMd1+Ps5gO8eNQ0Ej15zkoJ4tFwvnX6S/iCbWN2fyme6cddtsrbRftscA3fH3SiofgBMNfvvC8Ekz//ma1p/nRTH0fMmxf85/fylbffk8xvxHXyeGyERg/q9li3uE54AACAASURBVJT6sYV+Yft/7TmAp4dpGsB9GABPcyiYfv9PBZjHl6RVECcuzwfF01v44SNe9v3lpXefdv5z5/tp1/1Y77cA+MvuPx+rnZ97nS+9/z63Xu15bQTaCLQR+NojMPPf/qvLWy86a9F4/+CD1bq3UjN8eH9g2IMqc9PqTCxEz2wpvKTcsCzmANX4syHQODd/0+n1j7WQLGWmAIZzdaKIkIIXngCcvNWiEupB8t1+kDW0wZHICIpVVJDOkUnOQkOImc6JFtn6goBe2Z5BycrC9byVur3uqWEQ9tUBwoCd5iJL+WKhunSVM5brA4DfvftJ/ENwmJysAgOoCLdlCz0vxSnX//D+2PlaWRhYFxjtK9fumSCxlZF61mONu7yCiutaAGlWIOZUSj7ycK4Jsggw//xB12HRBkgHKEs+SUK8IVviBSlLyVNrGNmwrAXYYeW7tS1rVllnA8EMNm4XOt3j605XgHt7h1yvUt5iHaxFfRS25Ebe2lTOYcGLKO9i8dwTlOVLMB+st7e3DVS4JzCu2z0TqJbqWbBmXQB9Y2PVbQWAQGUMWIZrBBTcCuZjfQzUjAX3mSyRnSvXSj3lRla7Uy/AOCBCtVX7KKeuoPdf/G658/Zt2kiSYQNLlKTf/0rn0l6ASp1B/jyAe+B9Fr2ARADmzU3sWYdDDTB80k0O51//em8AY/rqi70TYAr5NYFvikddP1VfOzsjx6cANXauui4x9IYBLbICxLOYAKgCvgTYkiOZ2AL3xbis9Dw87AqWoubN4iVxv1L+UfoggWZzwK4U4umPgYa8ytqUgROwsNbzXDl/Ac+o4Ol3xAAn2XXZUAO6T04AP1j1ouYEzORaVgQbUBYFr+IFSHfuWu5M3m7Up8A4K5NRj959VQDMbwk77Y6S0wA8RDflV12ickS9T3nIgRr1r/uqxm1VLdLIdQGZ8xjziwLZ8Lmao7kJgKkjdTNMlzIXWIiq023AYrPighrYfdIAmLKiUQXOY5EbS2rAWs3BTNm82Ew8PBZ5BRZzDed3ZlOK3xhZZDUAHrYZsabdY6sZOGj1P8fpPezksXP2qLdyNO3Dv7HYdS7yBdTvxGix88MP58r1q/lL+dSxNlctrHa/dqClrlXZ6HPOEUwuWCu6k8s81wYIo+YWdAX2unPl9xUAU1b6V4WStFHyhNM26fNci4V8ACALEeuyYUc9bevhsi5yIfU/QBb1K5U6R/7veUXXA54CIA02ma+w9Aa4otxn40ty9/L74QK8oCfqVdXN/VxlYr6PhXkgAZsfuMaVcvjOeqwyf9YcummvvtwNsL5eQsHtisTivHCL9N2yGYENFthcE1M2Q7CJIrl0GWdYwaOExW4fm39tXMA2GeiqPo0amnmT5wR1jGpaF9A9DTjIoe2bshkm6ROqnafjoHEbi37GY/JK8182OWFLn3YivtyH51/6WwA5CmnHSe8DTqqFeB3F17avR82ePMG8PB8UhfCC7kkd2CDAPZM3nmvSXun3fk7gVa678UzozLIJbL7z3ffLnkczctLJ3C3YyFMK0ALg2hLt399eBPSctgMFn3PylDjRZ7FTbVa8wCVkjo0eJWd2ecgzVqubShMA14XewYIIczDPp8FngzxzedVFfx87AhCmAeAm2GkeOw4A8bt6r3rs4G/P63kI1LnbxxdJZxMkjwOa9XcVAHuu09xOTLLpKq8KgOvPdoUoMWnCyDqvDk4syuPRet2rZ7lWrcOotfRDC1SeF8tMNw2Mjev7TQCcz0bDT1+PXRibBO6G8bpvA90sy0sBcAXvk8DwKLgePf7lgCbPp2nxagHww7NvC4A/09OpBcBTAt8C4M/UM7+o27YAeHxzTHvufe5GrJ/VPnc5Ptv9X7gB+rOV+xPd+Evvv58oDO1t2gi0EWgj8MVFYOa//9dCLlpEjr1sFpvPBD2BrwBgYC0Lxouy28V6FaUu+TZPpXQF0qKY5fe7e+ta3AGuoQgEROg9gaRz2eUuyZYZuMg5dQGJdTNUWlakGqoMIUGgUxa/fv5RqmQBCjFnQ8he70zAeVNAFNWs7ru71VjEqnl986XiXPLK6yvBBIlyrc4TRM7CVWw4bfOpJR7sjVHeUQ5DZ2CcYrEt22gI243gABbDWEnfXAM7BL2kHuTv/f3DxEAq1tj3SsmsF4tnq7LVJrYowYgluVRX1wSe9B6q3ygiAFhR9jkPqrhA8kCi85JSUXB0/33X19l9s26AC4zCbhtrYfI/VgvUChCIEbbIWTiZU4y2rTDrybIXYLxMvmblQ2ZRZ5V8w4IbtCVWrac6FwiEom1JuX2BP4uo6VAwGsLMdY4Psf4GIqECBNz1Dctpf+qiGlr58v79odrurPNXf9iTLbQU0VasQqouZTcqy1nZXc8bwEpdLO5wdJTco8nPixqSPhcAeS5Aa3ih91mDJHbca03xNIjTHyBy9xgoI5vwtagpscrmhZU4OZTzQlmL3bggoX4CNPe6yW+LxI1rzeneQFNoUayDswAcy2Gsw6GR5HkFFBG7C8NzXoC6tfVq9xywnFyjsdBFSUnrAs0BUKhbsX3GvpicsFiMzwtObm4y9ugP5NsVoLKNOJUVlNamgo1N9RtgkYqCyhFramIZXaqU04qPc4bqZ4AybegFQY1nYJHzhHK5CqmBmVhBOydwVO8BabqcCkF/I8e0raI1zq18V0CwbYenWWmpeHFetQLmOoxx5782LKUdEydexBYLciAwgP5SgJFFYgB7+l8Wi1FKo+6tmxKAhs6LrIoBgJspAc+wjtac4U0bBuRRy7t92YSgD+1s4sC5vgLgxtps+ktR0pI/FWV88nwHeMYemfPVf6iT4D8AmFy7nke92SKw/KooTheWid9s5//9f6T6lZOBybHagXmFuYF5pav205VctgXV36BU9/ZCtPoFFttVoRvArD8CqcSOOXKw6cZ9mjkdpT8bZ7DbZpOFLLt1jsG4WtJ2mkWBxbzI5hL6MnNHzQXruHizQVRh9Bnm7SUAPdcpgQscSNzOdU/bE9tmX/3ISmAUsrHV95+iiFrVPYklcIAXx1EPxjeQdwbAbxvxbNBhrLKhhrbnOktqf+AmDBZHg2rJTHtbXYxS2f2M4wI9aRfakfJQzwrWsdKmnV0O1Ld6s5aXn4kp/b1CHspD9ZMjmPmENAlpF/gE9v1VwWtFLuWhL+u+zo9tdX36dwUq1Xo8VtvajFOU+FZZS1lsQFyghiExUMUbf3iuFItqXY96+HlQFPCAY+KYXPYMacA8QDmwHdcAXmbmbFgoY+TNmwVtDOBZnSeSBTUtAHas2te3HoE4ELDh7qKvTW29mkMbMMxGkWyq4TNWc6HDG3GaO9YYUmWzRRMAZ6KpWyn44f5i+LgFlHEwscLZSRbPoyCwQrVJANhzQQNqjzs/81aZNxrH1t9zPhbynoMbzwq/z7MHl4WR+a+Wi3nGc375/FZ72ihwHFV6joLaOleOnjcN/A7u53IMn3Oj5Zg+Au626Wi86vn3f1/h+xAaN+N9/74cP9wA666lvjVwNRlpp2lK30n1al6vxtAbJUv713oMgf0wH/L0WN09YnAtPv+M9K98xh2OmUkAeLQ/NO/gdvV3h6iH7753Vxk47f2n1m3a8cO7P1cBnHmlLtA/dgPDtOOmvT+tXh/7/anj6bkK4ApuH7KdfqgyLwS/g3nmueX/2IF+tetNAsB3x9+k2798g8m0+0wD1C8LTKsATvy+fADsRZAnNPZgi+wTzrl/6JcO0FoA/JQ+8aKu8FWe/KX3368yqG2h2wi0EWgj8BEiMPNf/c/HtwBEQBRfclmwB7SdnAQA85lHy2BaTIi6lFzBKKoysWOty2I/ik4ph6We5HV2CplIjslFLKS1yP9BoBTLXFS3XHFdcGsJoGFgErUwf3dPApZRGQM3f/zx0CqoNVkAb0pB++NP77TwJgtk5cgkZ/EQAFfbUxaXovTsi/ze3kjZKni4jEpwFqjQl6J5J/lkVQ/quLMjJR7cjJy7gjkAEODD1taGcsnK1lh00jmPBYARSAEBtnQO9rPAof0PyVdMDs1YU0c98f3321Y0AgtPjoHRASnr67KsPj01UFlZXbYVNFDPFqCKR3Ke6osHi/ALawbAtMmaFKFYVWNnCqRN+WPvTIyBu1wL0AnMQL0NACL3JpbdgH2UplCxN99tuK2dV1KMCECEwrt3JEikeAPeOCdAX8pageF1KYWBp0cAYGClIBX2srPzQIhzgz4AEm2Pamb/fey1996sKjZdtZUAuCyJaU9cgVHUbm5hrS11bu+mc6hc0CsC6fQJYszftDFdjY0AbCSI9TPARbmisXkuCl/aAQh7dYFkjTx86nu6l/N6knNPoaJPZ6HU1LOzLstqC7vprgo3cOtUFsUAW+6LBTPf/wE/scRGqQpMDcxkfRKVNpAwqkKskmNHXRWil1JMO5eyXqj0WBijjwFdsYomzs41aqiMsprNE1i2atOBrKmxKeYF4Op2AVR8IeVDJ2NEIE5jEpCMvTJtNONFaRSkiY0dwH00C66ZMVj0tUpJf1bVN6h7LJ2BliF+wNMVxbfCdSyOUY0Djqg7anpizhdY6gCArAB80fbngWzAMcY1dWbcLwti8aJNsqkgi1QIK8kp7GnFNr6BtLZE97WSxxhADEYDhALV6Ae2Gm5cixhdysaavrngtqG+LN5Tjqg/PZdp8wALgLb1xG64QDB+WS0bUVx7nJV+g9K7QmDGzJLKYeipY5ac5zwxrhDYtr1S8X+QXf6//5M2Zihv8y2Q04umtx5jXgQXAD47BQBnYwMwj40CXNw5iHVhNmIASrkHMJN+c6X51KDQ7gkdQUjU9srHrt8DRIGYsRBGAd/z+PE9VWks0yv4DhhmvCxJSXtqqH5rD2r6eslnqXEXu+FYNDcBAWDRdvdS2mI5TC/i/swlAFbKYEvkAn4TJY0JNgDonmxoIcZLQFT9zWHM1dQ9uaIzJzLvrUAj9cL6ekkTN2VOjmjm2JICoKjM0r+inK3gNs8bNl4wzkhRwEaHWLbSvzxaVICqXmbOpn/3lexzfY05MO1LeTPmmbc1ng3FM18QC8Yn0yd5dvPco+PH5ppFc6vcAfH6NWVJ+w7HH8/VC8UgOaBVzgKAL4EnxJc4s9FBfYEUB9kUkC+kGXN09gB36k67eaMAm1wKACa+xNkW2+o3hA2Hhjk7HkThODvX7/zmV0uquy5cLbRL+91WC1kriMvrCbui2y+Iw7C1//r8ERjBdf7ccKxNgZcXyjF/pY0m5PdVn2eu8MYuDUQ2uzUhWB1/zfXCUQA8Hlw8DICb8KX578FnmjLuK7Aczs9DwNVU8PrfZfzeA6dlzqAuk8ZonVfq3zl2aMXbBMDN6zQteNkomnil7tMAcO0hFTB6H1VjFXISAK73b5Z1Um/jmNHrTwNfozEaHn8fAD9uzvv0APieynpMgCYB4EmxfAqgGW2bcQB48IgZ5I6u0PsLsoD+CNNYC4AfF8SvEgA/wSL827SAfgxUnQZm0z+eMr+M71HT7vOYsj6ur447qgXAiUoLgMf3ocd9Vnh+/3vpmb9IAPyE77cvje/Xfv6X3n+/9vi25W8j0EagjcBzIzDzX/yzffGI2Fhiubm5IbAJTBTQ8GJx2Wl9fHJkuLilHLTYuKJGBJxgB4t95pu3KHGBDgJ5B1iAogoWwDJgE5AQnGNtGsgRKLjjvL3d3okXwhcXAoYOD0+KsgIyDFC9kkJXgNYK3eSHnVG+1J9+PLBykoVvrofClwX4jU0ANfbIsrAWfHjzds9q1igZgVEs7xeAp8UqbIcBvnNzV7JYFhjRAcdS6FltiVXn4owgpSyvL2dUL9VZC4Lk8nzzVqpa3RpodHRwahi2oDqsri5owfDYgBGb2fVN7GlnOz/+sJ+Y7O4KrpCTFZAVtWTsdaM8Q8XJkmKUaCqnYFbyn6JIIx+uVK+CxuShRX1rIKUyo5RdkAU1bQKoA1okp3AsCrGppg1iKXjVefvrbecEBiCJdQs2Su0s68+e4DFlI7fm9taWlM5Ag8vOafdCAFoWtIo/OYnJ5QrA394GYF0KOh8r/htW8B3JIhmlJXAFG+INgeuVJdStUtGp7+zIynpvV3BEtrjLUuGyUIpSHJCyJsAClJxX+flwCSQ+POA9FJhR3/GlD8iyLRgepeL/z96bNUmSbVla5vM8xZCZVV33VtEMIvxLoEUAER6aJ6TpohHgpXlCBKTh3/RAN3VziAif3Xx2Z31rnW2mZm7m7jFlxmB6b2SEm+lw9Eyqvr+z1gbCYEeObDMgAmjPtYFpgC2gIACKcwIMV9Wu68prXG6EiH0RS56d0cAovIG9qld9jpgH2+sLlRHwuLkF6Da2acHH2A27vdrvi/QzgDyqa39muKYgMuBeoJd6RMFrFSkqIO2PghnYSHviuAuwGShbm4U1bej+qz8ctgDYQRWuQp63XK73rSzUCwrA6luxt5Uqk1xpVn/qZ+fSjXoEJVMsdOlPAPZmmWyoJTh+JuCkdgXyr0qdW1bUHMFcYbCmemE+oa0pBvmEKTMw0xBKbRug1xTJwFOrewMxA39Tiey7qrHiFrYiN0rpAnjJQxjbeAebDZWHFszUnWuq/Y5PsBm7ZizScQ7G9n2opiQ/cQB7LW6hXVh0EctrVP76N7A17sFuz2Xs6lU2NyHF0bUqZEBa82MN+//3P8iOHftlXexa9WSbZdX1Kp2bfkfeaS0AoN0oKnmDFwFvnLT9shFFKAr23CtQFcCHhTv9Gute6mV3d2dQX3EEiC0zCxjKmjv1Kuiq45a8UoHRHiVzqazJu5085NUn0l5e4KEtcDarCzZEBnFBAKJTBqAileFAOn1C5d3QohdbLPM/FP46TylkAcCGxtj/4wRhG2Sp6tUx7mxfjJKYRQDkG069Az3NYFsOXNTnUQXHljkK7eQDR51drcL4yoIBnnmo8XWM8yJzbearLBDxPegKgHjbm+s6AGDbq6OcNVgXlNfzhznbanTnLs7929FBz6MlnY/rMHfQ12iPSxYU2YI7I9kjTn+Vgpc5AgBvqK5xg1I41tgqtyaqUtcX5KUMlTeZ/Tgv8NrBei/syOKOtHX6N/fphTFtIYgXPzAfYBlNvmZyfeLC4PGk/q+ybG4s9f7RP2L86t4pNM9TATGP2RkAdjvOtq+3BvyYZpb0gijemW703qN5Tou4FmT3jFU/8wjMEmHWMA9ulPGV29bPlGbxHBcCVhnFqp9/cx2e2+NQcVhzBbUyF3UXdXSBR3cBTnefAsIFezO/DEFZ/fyxAPgx5WRyjQ8VwLxvKNeMb3FEfVpKuWbpPF7OcQXwEEAyj8XBpRtkGg84Vb70AdB9ZsSy6vO5FtBPAeCnwfMoiBi2c54PtQ2v0xbG1QqukX1yzHMVwJOg7vgoHlcMj1s9T7eKfhygdPt3vStw7brP4Rip98DhvWW//FxOF9OAoPt8Xl3G6rPqcbSc41bn3bFU4yfXfwogPbzmpE+mn2W8XBNuwiec9nnqZ3r/HC3N+y50eN7dfb69PhkAnqbYfa4C+DmK30nneuK4bwsAPzYXfNg4mgHgzze2fs8zf3kAeNp86tl/QtU8Pv9+aF1+6QDtma9TH3r7X9ZxM/D73u3xpfff976h2QGzGpjVwKwGvpEamPuv/v7ne+cXtHroVurUDed8HT7Y2wp9ADEKU8HHCwERAsT80vnmtwPv++r1tgL32kfBsv23sdp9+Zrcnwmk10r/AEhoybzy8b7zOYEaBLD5GwXUqkAzyqpYjgIMt61yJPh2ItXX7s5ebFkFLJKCLaE77JcBiKhWz7EP1SGbG4ITDooDlihK7gfYRf5iVLHYZ65LjTkneHUv5SWBCHIrcsCyLUYBXLI+PkDJJYiqgPiPP72I4lmBNVsPnwB0gQUE7IDp5DFFtZxcpud9FGCAj0WriwEYQBGOx+oZsMD1/F8V/I1zCUddgtIkgIs/smnVvZzrXrGUJpyI3Sl1QB1araiNQD6QpwASqi6scYOYAoAB/keHRyqPYKrqdF22xXeCE30B5PsbAQhBqU0B9eUVqUtPblVelIvzAuQBUWuC3Sin5wSmge4X57H9zr241Q0QtrZXpPyd67GI4PyEPKaysxYA/umvtgRTuWEpOaXOxuKWnJ6AOzMZ/Tk8ONJ5VGrnrARUgUySc9fWrQaNKEulmER9jWpde2FlHSij+lIZgBoAZtpkFTCOvbRABp8TREBJR8DXuV51vhdadABsWkxkVwrua4N97LJ3lDN6SQDZOX6xgMQS1e2TvLynsorEKt357gRGsIYFsGBpfXF5Ltid/Lrbu8tWohbkRQEMCOU7+uQiMMoWYKGKWFBeNRvasphcA0KqDc51zj4k1cOLsGURyQw36pN+g7IX2EbrOFCsvhroxc+AnOSJtfpW7cE90Q6AUXIvA4C5d9S1QHPAoo/3GQtk0YfzB2XzOXmlncBXimPVBXDK32t/7pmxHAUr+asDdenLKJALMlOGqEJRkebk+aWxBbY9NrTowHA2qkjnFmaXVpY6h+Fzq56KvxD0Z2wXnM8YYrwCUJObFRBJ3ZXlJ/31wdbO29eiir/8RQtRDlmsoP7FvMDOLosAo/pMKXfJ0cqiFl/TDUVgOxAv+YbVf8sS2eAw7ULO2ZWWl5Z6Yb40AEbVZUVs5qEbK7UTYKE/ORe75nFsxLtxw0stzmBxj9Wpgv9RsWc8+dgOjPDcLDgJ1qAdFjXO+rrpzOfZSnnM9/SR5AmuQG7mjEVdi7ZiwQfNSvO7efUfxmupvLG6vvMiGfomtvVZ2MKMQBnOlNc8qm2cGJK7HsDJXGEnClYi6SdfU+WwrTtKb58zOaI9l1S229Y+dS9AVsoT5d8wn+NaUyxz70MIQ/8LlEUBHNW/oK/ac0HX9uKf1vGixmeeMBrPc1d9gDanqgDApBcoJf2Cc7xHFV5t4kVE3EVWmuR+GsClBhhTAHvOzZigHbHNjnNBCxB7YQH3lXqvBRWxFdecgPUFiyBUja9ervV++AmIHlW/J50ZAB70+9k/vsIayOuXLPv1zkG6BaUjsItzqK1mBb2H0duZ32uU+fnOuAsAJrEDG/uQBMNjqAOAsZO2lX6ba7yYpC0oqbGcOeQhAO4C3tr3fQDweIsk1y7vxJU2ZTSoOQ4s7RAwmGN4FjwesC+Q29YLecFZAeCu7fW85kGDv3b5xwBwQcYqx4cC4O5zbFpPfV8APL3Hpy279Tn5+tPqcxoA/LQA+DFwSvnfFwAPAW7617St6qKeQ+NWzx8LgOt9w+OyFaKJzv3TeL+rcs4AcGpiPID7pQV0v04A3N6ZuoNiCgj+JgHwRAX0DAA/OlF+41/OAPDkBv7S5tvxUn6fALj7TvZh89Y3PpwHt/el99/vpR1m9zmrgVkNzGrgwfP7v/6f394TTCfA49ykCgxtbQkCSx2JlTDqJ1SUBIIJwJwr0I1yEqXvwcGJ86Ohul1f1z5S0aJW3X+bYPj2rmxkBf6SP7JZNBvAxpYUtS/QBdtSh9X0HQF1NucM7p84aL2oQDpgB/BzrTL++OOeIU9UiyE8VsEpuL+ELaugWCJzqL+AK7HfvcKqkxyrHAlMkpqwLwUw5/npr18IVJ0Z6hX44bxGMQqS3chy+kSi4th33ioAHstrAvFHR2e2hjbsU90Ax7AnLaUYsTPAeamq3r6VQlhlAyqsSI13I2hLQJ5yxvo5oAyb6Mszykx9JR8zwNpKVNkvAw7JkwrgQIGX7KQoL+4Fz1KP/b5sUleVg1XnAO6gYAa47gnYU4j9/X0pn7et5iP4vyGoCmA4kc3zwpwskmXBu7o213v7pi/1t35WmQ/3z33+NUGidwdvrfSm7Q73ycFJ0FPw/9VO2kTtuyUIvrhEDtRLqaWjaJlXGTaxtN5b6r3cW+7t7fZ6r18CkBvCaLDvRJbgayr/suxPuXdyuhLUIU7q/HuO4EhxJ4U4OW/Dl9RPFMAFytg6VwAlOUXpa1hMB6yijr7EepZ6A3wIAF+pnVG1Ua/bUvouSO2Nmpm0tSi9QUVA5GWx9UClRIQLeDqILODXF6A3pGoW3UCYXdkms3iCxRDUAfe/aEKZDVDI4gAWMQCmDYelQi5l8bEgNEFj2gDsRT+FYxGLtQJSffFGA4WFAYwV7jlBU0AoNrEqj+4NABgVcKgqdQmc4w92v+TqXtN4pg6oT+ey1bko353qZ1l9gj/+zMp3gFzy3lppqO8an4u1tdX/KRd1XopcFmBcUUaU4rqJJZWPMDOq4SjYU71sgdDYFqNiz4deNNKCCakX2gM7bdTfsf+ec0exbtY2zcwXWLfzMYB0QfbV9Ad+dm5n9YHAswbFm5KZeQHASF7eJdkcc57Yd6d8hDkxIxBn6/325qr3D78oz+8dFr+oswN1OQYgy71eqw2wPY7qhU7L+Ac0UL9LUWF6QQEgNr9kMCeixDaglR068HIJWKw/AD7mOmzD57Ap1WfcC3VG+0VdLWW3+i7zI3UUQNssxlV/VmErV7ZVtpq3WbDgPOkAa80JKFKp8ywUwJIb1XZsolc1RuMKkUg++7MTi3EoL325Cw3OWg73VfUd5i/KT2B2W3nXOUPZh3vxji4HKKAPMT/Gmjhtdi93AsYD8Jr6YQP8oirmvBUAxp6fxorFc+WeVo5sTYhuQuYS/yOaL8Y5z0OrcHUh3CWoywQcyVGcRQucHxBPygHKTJ1mw91B44KxadW4bOu1Hwpe52dnUY8XLeDiIJUz7gY+io35J+1+hWtBg0l8Z+t09e2onclVzn44CzRlr76vHNsuG4sWdG3a1uC3Bp/6c+omC4uGAXv6Su7N48DVxvhMPvl5PeOulD9+ff2m9+rVqi38rXJmIUArfVahtFqYoFAbfMnVv6sIQvfOZ//+EmqgG8phYdbhsdxN9Jybu8MCPVbzXmxFaga/urax0gL2VgLzDNUYK7AUJ4eMNdut08d1aoKWcwAAIABJREFU/A3zBYto7DSABb3mHh4NDRJ7AROuBLZ1r3lkFABOU+iNKybHIaMXezV7Zs9OwGtfNzPO+HkHAJTFH5rr/C7jBUAFp0ctd8fPX21LDmC25Pttc0K957py8wCNB8Vwq2eFFyyprH6aFLRuu3ne8rvX8NgHqmpeRjv3N6mexvuhr2dnieH5n1JGTvp+Esyvaz2s75Rz+nw4XBSQc7S0DIPCt8VD/nnYZ8YBWYHcLkwfv/9JP0/LGTyu/B2v325ZJp334f7Z62E9TAbetR8LDTwOa0HThOdKKYC7AJiFGukf46B99POvVQFc1TCt/04b99VW3z0AHlTEaP940Jc/VAE8mBA6IKEDSL+t96PH6nAMpNRgfUJ19+EK4OeCmyfa/TmT5yP7zCygRyvn9wfBowvfhqUZfR8ZrPrL02JCi47t/3CC+KCe8qWP/+/q17eZAvi9+/CX3n/f+4ZmB8xqYFYDsxr4RmpAOYBPDYCBONgznwn+AB/W19etfLu66Qu4vnQACPh7ctq37e+qgvBv3hwadr3+YVeBfl6UbwR1la/2gkAWQIdcr1J3CRr0BTMdUHbwh3hYXqIAiVwLe9Oj44Pe69eCuw0GXygnLfaaL/Ze2X72WKDVuXWBr/eQwrve0X4C34AHo0ABAQLYWPVyCZShQJHTsyPnYSRYbiBEjsPl9d7BvmCsNiw3L5T7Eji3uloKaCygUZcuSGGmujkOiOVeUTyjniAQj83vwryghL5bXQM61P0JkL7J+VGNLlp1tqRrHhlWUxZABeXCFtblgCLpvsg9yj2cnZwKvO4EAqvysGilTgDP5CgG2lnpJzAELEGVS67jBOFbEEv3Ss5kYDfwGAjYE9g01NJlf/gJ29h721RvCcajTAasRGkYEHZ1SbBQ9aqbe/fuzHAD6+Gz/pEgLskhZQ29j2IvQG1PdtrX6j8nh4dS+Srfs/Lp8jvducAsiwZorHVyTwtwLsxd9n78Ybn3w+vkmaTkF1JMAzIAm/S1FZTnQB5BYHJBx9KbIGYWFqBEXcXyVdVn5qcAHmpozkE+afoIiw1iHUugCJAkC+hmicoxFyobCiAhM7ftpnIaG2SqL7OdnQBBBf2bfTLAEXgHW0ue1ti4UmcAX2ySsdUNeEb5jAI3anigKPbCwC3aDmViqfwYD7fkECWPb+KuLRehoKJqB8t02xvrjxU2DkIrwCyV9w2gVYsgDBs1NjkvbUwua4SCwVdRgbItNdVtjU23j74DbmIDnTpulrgKigNg6XNYVzNXcC8AOQNBlKZANuwfCYHr3pbJnyplNsegmLXoSGVGdY71MR7cjEX6D5bpMFw57QqaYYMLvM8vVrBqFP5WHGNVrQbLWBmqMWlb9r6ySpdy6WRWhaaO6UvcJ32XwJdVmapAxj7t5TzDui4QL9bcDewbsJNXmJy2KpdymRv4U3btx73Tb/7yy1Hv4K0sgTUeD6QWX9HCg3sBM+Ymq1yBcRqjDr5j0QsUtB0x/audR+2Fsj2AkUUAzDfMO/RfrPdR3jKupV7HHpk61jlQCEc1nfEfy3OpZdU2KEtZkMD1WMyDupvPcBGozfdvoqo6BLiyUKDldGdA0W+YDwykF7AkRsErpwAH5alr7Oap15yR/mjrYfVJ2oRFMQUJ+Dy2+6pnHBGatTKB2c3tTd9j5Qq2jbXmwaV5VK7JQcwYA6RzP/d2WmAeEYQ1II9FOGOIf5cKufqwF0W0PNdYKwPRyyK5+4v9mhacoCRGsc/36fPaX/fFOAV2l9NB1SHtFHvpwB0gDg4Il7o/jllS/Syog+feWawS1wDqshSD9G/GS/KIO6rtPm/bZ+dDrpzHsdcGVPNf5iXDXOY5VqvQP/XvVeyh1e+qXjKWkhO72i4W9BmvAfwZcwn6Z/wAkGnbNd4LOH9WZGle7vf+9KcXvQ0tEmohc+2t8cyABRhNDJYMut0MAA+rYvavP6AGKrx7fMS7kZ4RpNTwQpzYzHsEeKEUbwU8Y7MIJI4kcWowwGXeK9jI+59t53kXyXMWzspiDXaLgUUWmDBOAoqHizCYOzLfsnhyMhTsgpvMqw9B52PQcqBIHbz/TAuE8u7B+1AW3tW1url+ub+HoCizwZxXHGYrBTDvgfW+y8IetucA4PHuUYD20W7zhQHgB4C61R0LELsq4e49BeaPKml5Fo+e63kA2H0R54fm0vPcIfelA+C5Tg7p8bob9L8Wo/+eAPCwLkbH9zTw/tRChy8toPvZFcBVgU9ZQc8A8DOmkhkAHq+kGQAerZEZAB6tjy9tvn3Qf5/i3s+YFb6aXWYA+L2b6kvvv+99Q7MDZjUwq4FZDXwjNTD3L/5v/Qql3w2BCseCjbZABfzpz9W1YO+LVeeSNQS0VSvKpuRifff2yMrY18qHu7BIkAjF4bxsT6UEveAXTqAleYRRHCZwhrKPHJSlcCB4D4wAyp1J8bum7wg29U8BgEA6rIwBKbF/dQBcYA2rZgLpt9frVvJaWacoW5SHKKQSuMO++NVr5RAm8E5SzqY0cK5dBV3IlwsgROmFKgu13NJi1LMA7R9/FNQQoCS/rPi07wFL47V17J5RBQYaoQq05aj29Us9QAwQdHCochFUF9S1XSiBw0XB7FPDINSpwBzOCyRAFbyzi/r31GriWuEaa9K0jSGkVCLkEDVItzouv+ADDJPr2KFGKyDvBe6w6Dw+vjREop1QNRO13N7aUXsEpqL+I9iHAjE2soGFDvoJDF0IAhwdArQJjFIedrhWOYH9y72zIxSSUg4KVu0IAN/e6nqC+KjZrM7EXlhlSUkFc/QvcuG5xVDH6LO/+qvl3l/rD2rTWOQGYm8IoCZPrODOhpR15OA18MSeVABEYBwA5ZTQbEAO/TEARoknoFkb4OZSikPbLKMSpU8ICgHuaM873ROKReDtllTAw+OS15f2pg0BmBQfQFXWsYA06ovxQ193oLPqkRzO6s/0wXP12d097NSxHaY9W4BGfTJ5rVG+x6aa+weYsogCpSXfF5wkQGxlLkBT9+rqVHnWdM/JG3tpyLhC/Tvw7Mu7b7jenb+z8Rr9nHpncULgsxWc3j/1x+0AFqMSDE5Gjc7nBMhpYysxaF9gq+qdvsj5aINSBh+doLyG/5KTGIyF7XBsmy/OY4mrW3UAnI1xyfhnC8BNHuWYTwf6s6/nMuzjtT8qZeYexhVq2Hv171gaZyxxjjvnFW9KR2w+2ziibxjs225c/UGVQVvO6c+82oX729gEfC/09pUb/N/92+veGynjl5eVQ10A1ypPnf8awKjy2E68AeAsFkA5qkUUuCsAAvU/+jeQGkh7r/6AWhW1bqyTAcYA1eSfPdVCHOfg1VbQjvZg0QHgnH56qjpe0sIUFh8wZ6AuB55uaGED25ls0m9a4LRyWFcOZi+YuNYYUdkoZ8aS+oXAJX3B9vuos6x9ZowCqocgIsp7lOiCKnZNyM8GnsB49Uu+Y1EMf6NS9VgiHQFQwnNag+X6gvnFMIb5jLGN4g5LYh1vyO0geeyOb5lXVWaAMApz1x9W3i1HMDbmbK53lPAGotwF95IVFZyPOcBq6RtUuMm7HDU8iwnSFweCWsY8inxSBqDuazmv+Yx2q3zMVu9qcc2q7ic5lhmTtYgB9TpjEKjNwqnokcvdgn3pQ8wBjCMvSgCCN3hA2Znb/ExA4UuZXMYs4inwmwFTk8EwMGxg7fJ7D48R14rKz7VsR665B1UzZ6YebImu5yRq4NevmOdZJBRb8JyBEgyjBFEJp31Tgd9TBKHqdfb371UDmjHbpYbPf3c7/WHNxPkZzh5xCrhXCpNSVga+Do9JWvPMOzznAJaBtuQOz35dSObXMr+DNHCnf+NU0AUsmc8z/mKTP3yPq8UlFSAeD6QMzzNUhuY98mGQvXvNcWDSPe+knMEew20Rld9rSMPRqcoCk+Pwctq54h5BvaScBX6nWu7ynucyTAfU40Cz2sH31pRkrZrz/tPdpgT1qp4qB3AdMgng8l33/utZNHKZBxceheZ13odgf3jfk6/dnmVj52dapcrimtFU6CrQpIDcNPDcLf+HA+DHR/pTCj6ebY/VY7c/5znefg+qBREjh5caPft4EUMbLtMUvo+XPuf4oO0JoFgLI6p+poPZp56fuddpoPR9yz59HnrfMz1v/6cCyE8C4Anj7nlXbnt9CvA7fkHOWSlAus333QCG7jPqA8dPNc+z6+xDr/N5FcBP9cXvHRD//kD4qRZ53++nv7fkGfTU/P2+1/uy9v8mb+/Zc86X1RZ/RGm+9f79R9Tp7JqzGpjVwKwGPkUNzP2L/+f+/lJgBRUpf2NXCrgB6mB1i0oR616CXOTARIWHgoxfvN6+PbEy8eVL5ehV4BeIe6fcsReCv6ey7iVYtCX4cHHZ9zmwll5QQIdg26oUVvnFlP/kb/6gliSwjOKXYBYKwOubi97f/M1PBk9WRcHrFGBHgbgiK1RgxMnJsYDajs+BHejdLWo7gm73vb0XgSwGod7unH+Y8mG3i9prX0pg2yjrFzPbRFMucv3+IFgyf+l7Ot6njATtpFhVDmAAMAEAYBNglqDWXbNSJlBPzlgC/6icUWABfvh8Z2fbZSP/rn+W7SkXJMfqiRW/G87He6scvcnNSqCxyh5gRx3u7x86OEddVv7j5HNN/lLu+YJkpOyvHKMEOxagCvoAMMvfW9tbVqgVpKOcsVglOAKYIe8rYGnNCtyjI+yrAWkpz6rgiprAZTw9EpBVXdBG2IKjIpxXe1MeXuTvBMtiuU2eZ8oh62sH6WRbKqDCPdxLQby5cdP7z/7zPakBsaVVrxKznhecZ3EA1ssWnKIuJG+v+q3Vs+oDgF5yCOfFugV5bPWMCo4Ph0Pm/BQlr3Khbmpxgz5GnK2uZ9tz7M9R4AJ4t3fWrLoGeAAwm2OuPX9PpAi+lApyQ0CasYJTJEpxNvoWCsKoKVkkoP5MMNrACXtdQNyiQN6ZA3VNkBtwaVAWBbvVgc1C3Za/AC9dK8HYCFyj8g1oA0TPqf6X1a8AhNw7ylrKwVglRStVPqe+S95VGBTBbWAx50L5G5CmH5odOvdCQNHHtfOcqJ4q0FlWsiinOC5BmSz2COCPNS7AC/BnQOw+3QnQ0pdUVsYTuaoX9feaFhYAugzl9QebYBZNRGlaalBAWhvV2sdKSVttAkLRVWI9LsiuBRx36mcLg3HUjkENrw11PfNbKaFZfGI7TsL9uh9yQCbWR71EnX+k/r7/7kTzG3W2oRzMqV/q3MpHHXephSUsLkFNTR3UPdAHsDY37DW0Vl/C7tfAVZC1QUOuyX5zAqzFytLmuicD/+TQBZzG+SD2zYC5k2OBV4051Lc1B9klQPOFLaLJ261xR2tZxea6ybihD9JWAFLAJ2UHUGNBHXzCuAIGE8xn4Q+W4qkz6ovrYfmNDTtjGyDLQiLnk+XeyKWu3sqY4j4yN6K8FmxWvyPnL0A2ua5ZdMTCIFTQKm9BE5VpnTzg7KHPSknNv2NPHoU5fYI6ojxYlmfBUTacAlKmqNw4NhAlfZh7pP6AykBoni3O542TgMuRe/aYBwCT9xfYDKB2Hvt8x/nrl6FFLQLJ9JS81xnrfuD4GcDfLHJh/kRtW9bTbms1MAtAPB5Q5bK3x1hyYA8DxQ0qa0euwT2wT+WdzgKVtqiI+9f4Zz4BlDN/00a2f2b8sPDLiydiaUv/5poBwFESL3o+wcZ/Tc9hzSMr3Dc52WOjW9sMAI9Ux+yHz1wD0wAw75csCuqfJu2B544GgL1soUWuKgDL4sBaQEHPrty9eTbmu27+0i6gzSI9zRl+CcnmeabBqjq2C4AnVUveA9vCijavZFFgPvMioXqRaCeoZ/Q0gFTHdu2hObR+9vttO2euH6eA4X0EcD8Ey6MB9xH7Zt4vWEzFO4yqps6b8xTQbsc3AFzXGwfBBX/HjxtA4IHFb84wCQBPAqCD+5kQv+0GtbrgdliXNZ8P66m+e1hPSZkSWDt0M6ky1ft/9zq5j3qZnQyAh22S5/Eo6B8NOr8vAK5FmVzjaQvoST25Wy+jgPshYHweAB6/yiBGO3i2urTpA832/HsAwA+trT8OOMwA8FhPe47y90HnnAHgYZV8KJit+fxxwPbx15kB4Mdn8M/77QwAf976/dxnnwHgz13DX/b5ZwD4y26fWelmNTCrge+3Bub+h//j4h5lggO5qoeT41MDKuyF2bAZRU22t7fZO1QOVFRhr38AtAqISumL0k3u0Qr6YgMsiHkiAKwg/Y1UU0C+XdkvE1sDfABuzgQEyH2J/SYgAuDLOV6+fGXLWqAmIGB9g5yLKEgDDMkTbEANYdEv8usbGz7n7u6OAQtB/p2dTUOMs1OUdAJ4shFeWhGM3EFlJkisHKoOlGOfO7CGu/M5Dg8PXJ6+KM7Ll3uGUIDRnS1kWArC69Bj5a8F1CzrnFg6A4iB0AQHFxcEpVSuvlR1ASRNIaJP9wSmUboBT1GObW1tORetrYg5VopCK/SkCsVO2jBDwcgNwUkrBIHL+j3kXHIVlMt7irADM46OThxEBCADJjg/5+VcqFcd/FN5AS+bsnWufKmUD9DsvJ2qt2vnRhV8UZuc9c+ayky2y+oX514cgH1sftHa2Ni0lS8KVrZVoOtaLEqPDoAVABUFnLCLtjo1KmdyGgN6UUSjat1Rf7q7C1DCDnmNHMk6HwDlRrarS6qT3Z0l9bVVAxdAxIs9bLtRh6LyA0AIZGOV6ySnQGqVRfI07IOxhANURCkrICSgwXUdiERrrEOO1dc3BKqBngQ5WWCAYmRnV/ctO8jjI/Iv0/tQtQFekxOZEAox0bMz4IjsvwU2t5XnGHWmbYZpfSA8KlpVAv8mUAaoNQzXSdelICdfbFmzFrBmEYHz4RpkB47Rxg6SWjWKNSzHCU5atugIqtq5QWYTIVnWkhdUHwKwsDDnPs771HXa0fbK6sdNhGgVcuyyVwWLYmsNLLOC2PbFKFGzuMBAW9dHUc/ZGDcuhhVMUiXajpY6gmwL3mmCWNJCjkD1nI+oJ1bNAxtdnRewTeWp+QWAtThjC7jJfSUwjBISqEy7Jjds6hd4yzbIEQwwXFL/lbJ90bnLk5cZkBVLWuozY7QbPnDO4wa6uSZtCahmY74ArM7Lwvvw8Kb37//dfe/dbwKbq4Ly6t8o2/vAQfVJ2gqXA+qevI+AU+oMCOhFIlaurjZLYSx+yTWLUlk5fOWBHiVzgB6XR/2NYh04t4QdtPNDaq7Vggn3M4O85Jx0/5zPYpP+mVwRVC5g9ebmpuuMOsc5oBYVnOKi0PISx8ZZdsGeYwOZF7lv3V8BAaAx/RhbYeYmLxZgoQjgHcjR7JmB1vRD+ggwlLllVfMQZTRQVN8ElEZRzxyfccGcg72yoaXmTMY+80mUZ1j9Z/EHUJ8+t6l5A3eFynHLXEOZOKctm7P+wPXkPJSyJC344v7DEgHK3yy0E4ynLYa5oClXzaexpFbfXMtzjXtnTm9Mus2d6p8ouJ2Lmv4ZCE0b07+pC/qBc/92VIbMwfRTuiZjgecCcx2w3IsQmEtQLTelnxfooPACpOu7IQTPAo7kJk1/X1/TKp1Uhec6+in7UC+ec7EmdxtkwQ778Mxa0hyGqweLp6gDFu34c+cLjwsAfxa1YIxn+QIuB3oebG3dar7W3CrY7RBfa4MZAHYzzLbfqQYCgPFXiE0/Cx1PjrB1R3uq9wAtkPH7GoH8ppovUNQtIs/2waaxGP7K84nnWtwkBnlreR63CQEXA+/ZUQpnMWKePAV/uxbQk6pmcD4WrDSlcOBu3vO6YHgSZBw/5ygQTBC+HCXqfHU/mQtzjQeKR5xiJmxZSDWss67S2QurngmAWQzU3Z5Sog5BcGD7wImgFg0V2PdiHxqGeTIuM2mntF2BzbkBaM/zo1vX3XJ1IWqdY2LF6MNu+xiCTwHAOX4I+CfDtyEAngym0z6TAPDjVtAFZtriJp69rc9273W8r43nGJ7WXlU3Q/eL4Vjolve5CuBu200KOqbMGXOT1OkfqgCe1sbD+5sCuFq/Hm+zAbD1IlvmrbT/tAUcfqF4ZJsB4I8D3sPfmadU8ocA4M6pRgDJYNVCLbJ8qnfNvn/KQWBYQx8Kmv9YADyYR75Tp5wZAG49IOuDv7rtmwTA3VaYqYEf7ZMzAPzVDdlZgWc1MKuB76QG5v7p/75/D9SroDhQcXt72/Di+Ogi+QoV5AKAEQvBlvjmVjCCX07nY7N5fnFixSdvKMf7KGGV81T7be8IJkkZZItKReIBbCfHgpYOsBBMulN+2E2D3L29PcHXC6tAAVMvpCoGrp1KxUYwnX2BU2enANYEwYEsQAhyeW4IGB8dHervbe0rtRqWzSo/1tRYHKNSu8S6VgrTBNsSaCcAvysYeXFx5vOhwFpcWHW+Y9SdlL+nnJqbG7sKHJJbE6gmgLmrPMFSaAHIMLIjcA+cLUsxguZEvbG+3dvbdh2enEgtSA5V2fFuCGCfnh4LfK7YkrVyex4dyJNQ27KucS0L7levXznwAuAAAFN3Ozu7VsoRtKfOeMhuqg1pO9oIJWyffaEfChCury/HrlbAujal53V5gXXeD1tn5/yNgpF2JbBJHlwUZwcHWhigc5Mf2PkgCQbpsD2plQFjwIHjQwF74B+KQIECbKZpe3ItU14gCBuqWgKnp2cnhs9YcFP3wAdUmpfk/8WyF/Cput/auuv96e82e3/7Z6kIUanp0r+90X03dQcvmQCINeWhpFgAs2tBawBQY2O+T+7LNrWyswZ+AIBRYG4pRzGQlxzA3GsUcLKGPIxKGhUzG1bky+Sx1fX6gqlX6k+AaY5FkU5bexz4rTeBmwDo/A20ZdywsaDAymK+0/nJOVsKRPomgIUtymEQTwKq9AtOT/ASGHap+kuOWSCOyqPK6fdRw+95QQE7Avb4ro+6UPfOWEYIDqND+Wzgo/OxiID+xZhis8WsxpZzzqLmbVblqDaBykBG/jBXGDY1YOkcqeoPlOtO44L84ij5uV/s463qBfSqnQyBAYf6EIU37XLeT07Uze30R4L27JOcroDH8vluYG9Q/uSApSKBzitSPgOAU7GtzizfSt5o502WZfmt/nh+ERSv37OpE1x+zQWAhzrsTD///MuJ+g31yjgAhDcFpCzgDdQKxpJbWP2NesV2nT7CYhrnglXZYiccCIfzQBSod7095cAthRXXpA2YHysQurEhEK86pD35vBSmNa5ZzLC6HkUrKjcqGuCI0wGfXRjyS13aIAIK3QLAqJQNYVW/1IMt10VNAMDD3z7lFCE3hyhRkwuYOmcBAf2Uc9vtYAAUo0q1Ot+KYezPtbBC/c4A2QA1i4zYYhVNH0f9jfKWekHRG1Ue8JWgMotSGE/rtqvP4gADUN0rOZGBzraG5kasrCKAb/zpMR1FLgsEouQlXzh9sxT+3cC2IbfGQNW31c26Dh2DAKthtBdpxH4cC3AsnA1z29i3YrcpvJknaHPqKarlbMy/pRRmsYXzJuu8zMPcM4s6skwrAIXxODyWTpoy+PnqxQauGm/M8d0gcuWQvLHdPX2XOmLhDHvnIPoDAPj+btHQnjpijmaBSHIdaz86KXbdet5dqA/glrFmNwT1eTlYvPpxSc+ILLJhGgUAJ18j982ztZZgDNWRg5ua/WNWA+9ZA+PhWrpantd5/2PBGPO9ZhnPRWZa9F/6MY4XWd5lMOt34ubYwftmWT17fAGUtCeLMhizPs0AAj8MGlcgpAsk7brQYHAWdgwV/OPQp97Px4FxNwCe9+qUPY4OQ6g5qRqH30fVy/OJbZjrd/h5fTZ+nlJTTj7/EAK/DwBOjuRRAFnnfw4AzrHTATTnqneocQBc1xkoWzs39lh9PgaAu995Lq7VQi5H2mm4YCDz4XCfjwPAkxYz1PWmBedS3qFbUvpEAPA48P1UALjbP9I+6bvvC4Crbbv9keqeAeDUyMcGZCcvQpg0+j/NZ0+Vd7z/1VWnff7epfocFtAjc0r3h3oXmgHg57bT5wHAXwb07dbB92oFPQPAzx0JX+Z+3yQAnkHfZ3e2p57fzz7RbMdZDcxqYFYDsxr4pDWgHMDXil0nQP72zb4DwQBGVH3Hx4Kgsm8m3y3BZgAusPLo+F3vxYsXDtyjLAJMngo6sS0tbCgAvC64eSJYBpiU6ot8wldzUhCfOkBuULYFqG0BNh0HeMO+9u3bdwI/AruCBVeXyXeLehBItiG1F7bTwEsC0IA71Fpnyo0KeDg+PpLSTddX2bHy5Z6SMzgAGJh2LoXv/BzAKte+UZ5aAOaugK450e2GQTKw2VbS1wRoFGxfutW5d6LUVS7NXSmAOSeB+FUUgAoqklMTEBIb1ASwuAZlf/1agPv8RJaDqKl39e9znetSIHnLoIM6BDCeqM6xWsZWuKy3A9+WnCN5c3Pd8Jh2Iics94MaeGAhrGtjMd3XviiMr9VG29s7ahMCnlGNOqii8kVBHKvhyou5rWA9gBuwTKC/QMyB8puS05i2s9W3lHTAyNcC9WxXV/cqOxa9qICB3LES5RdxVHm8CNAnWFwQlfKVck4DrIEbAuoCyShp5wRyjw6wI5c8dv5C+xKSBRKd9v701697/+mf1nobaq9zAf6+1MpELlcFkMnVuqp2XhFoQL3tnM4AB50b1Z6BhWNaWJWiPMRCWupwqRJXJeZOkKipQrTXtSyADw+xMZdaE/te1f+92pF+eSnodyMw5wx2Ld/yHYFlKZp3pZynv7FVkJF4ZL0Ic40rqdO9GIGcyzpmZ3d1AKpHrBLdfwA5Di+7Dq2e5acm/vUdRQAdFmP4LvWjoA4WwCy0WBScvFG/DSxEvQfkJj+2QA5qU31aKhRAm+3D9Rn9MMrU5EbFNpaNdidfbxSQnXyfDhzq3gS3gF+otLEydh8iB7MKvS7ba9eLz+TUywFWKhrQC2tt5hmOWV9HXdVAZBuvyYGytAwpAAAgAElEQVQaZXdtgbmBYoC6CrgCHMlXmgprfyeu6OsZvjrvNfev/rOOilWLA6QKA+6jXoRTHR5c9H75WQs4TjWPOHd27JKZQ641JrguAHBe0H5NY5gAtgGBWQLW7uRuxrZaELEtTKAtrZTWOARYXmi8OYc1+dVRYWJLquOPZRFOHdNngeXbAsS1qIB7pm/HFcGt7/7KYg8UnLgJ0Dc21rVIgzlCe9g6uuUOBmReasFNLLMrEM1ZdA4tqGGsXKsPLC9XHuwsdgC+kiKA47mn/tmZriuQSil0HkOIjroUa20+Q917LPUdlJE5hlzjUd7HAppjbbmsvsu/AY6ZPxa0eKbvZxB9E+t9SskYXdf4pZw8i5KDWnWn+dQ5uRkvaj/q1wClgU1DW1TM+hxr7/SPLAhiq6B8BcoLrACAmXdp4xrQ1Q8L3lixr3OxgAPb6wpgOG+7oCj7AY2smFadkJPaJfNzMQsvmFtpznl+0Ww5RJnHluxooOdwA86up9bPhr9oVU7jjNlF559XX6OftHbnHHSuaiv+pkwAaRZCxLUgds/8m2cDizCYC8jvzvOYomWRSgELlMLq33IIwW1jYwtrbr6Tzb/qfVupJHa2lj2mGWuZsPD29+yjfeN40EZn+5u/PlS50TnF7J/fRQ107Z698IZ82npP8EIWFtsw1oG9GoNZ8AAdTv9KqgKGdYHfzGMFEnj+M2wGIEmTfM2ZeaeiH0cJnPNELdrdyiqaz9if977ulgVvDXx1/l3nYY7gWhmvzbbaC83iYOKFKk2xWmV7HPKNqnp5J+uC3ixOIy955q1xKO37HNjpjt7rKBCNM0jVC3PtJAWw1yuOW0C3ObvqaRwAD1Wp2aPA8Thor+PHQWMB4JF26qitnor1DUHlaJ7dLB4YwtxxeNyFwNUfUv4Cn0MYNA085xzTFcBpr8kK7XFAVguCqizDa6Yc48reqq9PAYC791/nfRoApz+Nw/RuH8j39X7ZVXlX3Q5b/XdXAI+M/Ok/LLQOON5fptXPwzONwqyPDcjOAPBYDU9TAD8FjttpPrY9ntmNvtndng+Ax6tg0nvllwd+B/Phd6cATlvUgvmHHXj0fePh9w/n+NF9Pvb4p4ZUnf/xcnzr4/+bAsBPvQw+1SW+w++/9f79HTbp7JZnNTCrgW+kBub+/l8RqbAszvDV1qqCG1ub2woIEwBWkH0zVqS//XYowLUrAKy/ZTtMQBxrUYIDsbcULFsEZs0Lzl0LyO7bKhTYi0Lz6PBY4A7bZv0sNRPqWWACG8FsVKjYPG8JcpwJFt5JeUTw34o0lEcK2JOrMAEvKTQFMLkugTrAKEDw5atdq1fJrUpwBCUg6lIgNucgYH1yfCYQtS4YASRNnsdSFcbqFNXcosqqe9jnPIIQgno7sm4+k5KkADDw+OjoVBBi08CY/VB5cV9AWqAI0hJyaW4q+H1+DrDFqno3EECQkiAgdYs1ciyZr3yOW0EA6mhbOXpRnlDHfSnnAETYwJ6dSS190Xe7rQhIYK3L/QJfX7wU8F1Prt+Tg2Nde1cQ68D1XLCQdqNsgJwKkhSYgTG+e3fgAD9Q6kJAFZBIUG1zS8pnbHV1EHbgAFeCqtjNOpesbGzXpWpek+qY+8JqOjltA92isMUS9cYKXOeaVZBvU8CAdrq7Xegd7gMuleN1QXD0Jbbe4QSLKm9f0HhJkOtv/6wcwVv0g6scJyUbuW4pMwpSQyidGoUxfcuAxgAci+bQU3RAS1J7r26gFhSmEBCm7fjbylD1f/JPY2WOpS2/6x+f9gU4da0VqeaBjroPAsMgpxsp3lA1sjCBuDLXJ8Y7VJskIAUst9IbNa7qendPY6YJ4Pi++9JcinKrgKkH5zQbnX3gfwa8KuCSwO78ogK2AksoVVG8048Czgg6U87k+yZ4u9igMvkJ6WeU22pLgyqYbayTAWYGR7oGVsnkYmarsiTuLKUmddZUteZNBvwas/qDInZV8D5K5xxv8bl7cctF7GvJQUCW4bhgY92Nap6bd05h5yhtQfshu/O8VWrKBMIFcHXfWBi7ZJnivHF/BI5tyQwUQK0vsIV17a0HQ+a7X3657P36M7mp9dm8LOnpT2pjAAKqWILj+1o0wwYgWFGfv0fFiRKMhR/UoQYTixk2NSbomyi2mROxAD5TX2KuBaTeUr8NDFJOftdgzNxrTp0z+ATiMcYC9jgGVWW1DfOIx5gWACRHbGyQ7zU/BqJKdY9yWP++aZMAn1e9ralBOTWLPJL7mfFHjkaUaeQjZw6ITTDODOvr64batgUGeLa8tJWXGFjL/RscqFzMaVasC9Qyh7GIwFbmWEBrnmVbVINzzrQNrgfJPU+O85Nj5jqAA2WTxbnGNBbl66oH+peBPlBY56NPzTfpdhwNVO9aKBPVXlS7ATCCry1ndTfIHvtpwGkWH+TCLGqg/lt+YxYsGZq3ID99mQUFuj5tFCV1ADBjJzbXjAEtStCqixrXeZYFYDtPsc7r/uoBQl9kkUB+prdiSX4JqNGzknNR/+yKYj7wiloY5h4mJzqqee4FNTX1436pvug50fbajKvMyViexmIaGEV9BQwD29OWmUfmW/2lrGVln3HFxiIf20PzeoFTAKkAdN8724u9l3uLvXVlmJiXWtj17vGmPqvjsLyMam08QDcDwemIs21aDVTPoQeeHvEepWe4h4/GhCZvjXjNDepHnWBqxe/T7/IcZ2Oc1zg0cGUhhcZDwJ7GtxdEZSGQF4h4vA5BsBW91bfHLJ9r/nFe8zbWec6W6pjPDF85f7eszAFeWJNnYUFn9q9n3wAWNxA8DhSnAcvc86iddM6Lwnn02dqt/3EAPA3IPScHcAFg1icO7LRromwX/VAAXKroaQC4W77uNbIUbrhNB3F/LACuPjPSNn6RfAhKq891j6l+/BAMf14APEmh3C3XdAXwZAA8XHhQC3BT/lGb7xkAHunU7/FDN6A7Phbe4zTP3vWpAPJ4f60TT/v82ReuHZ8CuTMA/N5V+ikP+HAAXKXovlc2ANxt84+0+P5U9/r9KYBnAPhT9Z0/8jzfJgDuLhSZ/V76WP966vn9R/bN2bVnNTCrgVkNfM81MPdP/+UFPMMr7bAoBrwlSBLIQW7f5RXw023vza+yllX+2bP+qRWbAONtwV0UqKhRDSOx3SToLSXs4eGhf79HkbutXMCE4gioo9hEuXuhZJ+ASwfQWsBqSQD5/l7qXwXMtwRNF5VzE9B8ZcUl+T/XDQainkown6A+cT1b8QpAAhGSd1NhPSn8+AabZ2yp80KCnayC3ZzREIl9CP1hUy1rYXiQIACBoCtDVuxKpXQW/J1XoBq4Cmjl2u/eHTsYD9BBUbnVch6nU8WKGjvUjU2BVqmhuBZKr9gz8//kRUVxa8jigBd5ibHwFWixBbMChdoXdQf3TRlRZ1ouSSCyydBotkUFBgHoC4vJ7zhnte+CgPip8xPPAaWpgRaoB0qRm3MTxZ92BUpzftS5tAUAwGpplf3Fi23n5RwEOrEcBQRL0Soxs3PvEhx98WLHkAD7cIMQ9YkE2JJDlqAhIL9/piCt4N6NoOyavJ03twXCBCzPjlHDSWUqK9sF5fz1Pbq1BErkw3stxeAPytN8KdX09o7a9uWqFizMOa/uitRpF6pzFL5RgSjsK1BGIBibbXLeooS7tdoNoLnW29rVsbp9VG536j/Atf6p+ir2ynfkskaVuKQcr8pBrcDwsuprSfV8IpX5nWDMKpaw6i/n6itr6nvrsullDMUKN4FBLJ7nBV+hJViq8vmZ1ODkSsYqvQBwvTA7rTF/VPcoY+kWNBk/276cALFVfMAXrIyjJuU8K6uMiUXnvAYQYtfLIgqxfH/PUKON3Q9UJ8kLi8oTlf+5lehWMKou2R+XcwLPqNppN6zRNwW5uacCuUBVxuXiAnayJpeCRg1mO08gVuycU9+pzKVq5h75LLA+AA+wDpBe0eIPi2RR9qI4FziM5SbBcgAvP8dKGzgJFKStKRMwziMbJS1QG5BsK+WM7Zo/DAOAY6AntQs5e9/8dtb7y/93pfaRxfnuC9e1RrHg/5HJ7Nrmlq4dAo5FL3V2rn6MApjzZS6LFTAQmkaiv5DuterLnNnjkLMIHJaSF2v8FrRFIWsbYBZcABe059lJLOdpI87AAhjaijKyr+9bAYyy/KWfly32khYnLDboQLCf9nIdAVlVdyhuaQPGOu2O2p0RBGREseqSUs+2sF/3HMp8yPG2gnbu3uQiDqQIoSeYz8IW6ijzH+pfviNXOeo8+iyAPPMifRkgWm1Y98OxC5pXGC9YzTN3bGhhBm3uPL06kS251VbUIvMm6mlsjPtKHUCdM99zL4ANPx/ob8BOj6ech+PoW5SDPMt8z1zC/BsgjYW9jqdy6MuelxmnuA3E1p1/M98UFHafQGWuQej7bGAj8JcFL3GrSG7doVoJeMpYwdKZhQV3bQ7lXtwvrWSMYtzzMrCro/patPp+yedmrmDhh6G/x7eeSToMdbnblvN0bD6rbwB/Gd9mZ+05y36A5YJZWciTMvHe4DIzVxm4V8Ad5TD1c67547736tVmb0tzZc19vt4YAK5ftZPFdbZ97zXQDb2M1IX62IXmn0u9i/Tl3qC1aZ4nWTiWRX3ZW28Ftnse5uttUNfvZm3hTbMQrndSL3zg/bABYBZ6kaM+wY2uzXEW2xS89fnGlDt2nVA5804Qp4OaP6bBxVKzMjPXfQzh8KhFcC0o4T2+xiN/PxeIjAPi8QDOeMqBaQA473oPcwZbBc3CuQk5gCcB4FJAVlvXApPMTUM4ywLF3GfNQ6WuLpBfn2ceGaqxh6rt1Ff7vp37KQBc5RqCx8yB0+DYeH3WfuPtMzw+C28mbdlnaBte+9Q1ctzzAXC3nzw810No6vHUfo/o5lCedJ6JN8Dx5XAxFike9sNRAD+sv8n3VYDfD7Yp22hZR/vFsD2nzjQjZ32QE3vqVSd/0c3RO5iTOkVnodVj7TIOyB9eZfQ+PjYg2+3b3T7/nrf97N2fKu83C4Ar5/xMdfZoX/ksAPjZvfP33/H7AcEzAPz7965Pf8VvEwB/+nr6Vs/41PP7W73v2X3NamBWA7Ma+NJrYO6//B9/k6hIuAirRweYEghbEMghTyGqvb1XqHmuFUQnwIU1KwH4vlSr+1b38qd+4T46OhYc3rKa4ODgqLciUEKeVedX1C+2QACUS8AHoBTXwBrYajwFA3784a97h+9kPavg++sfBVlkA3xxfmc7254ADb8koz4k7uBfnvWLEi8ZqPFQE6MOBDgfHh6pXFtWtEU9CVTdUfAN+11Zjup+tpR/eG5BNr9SSx4qfy2gFOga60sF+gVZNjbJtQhIXuwdvBNEuFuyChbBMoF2LJjPThXQcw63297L11LWDoIuUqMqDyffrW8kN/L9HaCZutAfFZw6AtCsSxJ1fCyY7Hyzd70ff/zBgTIgyiUWxsjlBNJQ46KqXZGij/rCnpN62N2TpIrwpsCGH7ra14DQlClADkhDvbidsX4WLEBhPQDA2hVgSBtCNlbljUz+UuDbmnK+bmxK0RYCEGhP3lxRMvKU9u6l6FbgFbvnl6+2rGi+vOrL7vqF6g+la5TVVplIsWfAIotgQCht0T8nf3OstO9uApXIMxteXWoaKaX3T5T3UypbKcmuL8/UJ6mja/Wb5d7f/GlbUAEIlv6BhSrWjgAGAq/Jwat8luRPFXzG0vj6WgpMKYABx+fY8ErditoXPmobbMEl56YFWKvPAqnPdb+AlTOd40YwFOX2hvryPdfDItXK1SgYKQv3gvJ2AVBllZ4UnSoXwWoAk8E3ytIWrOaXWsqLGpq/qSvaJd8P83wCn+irlRuVNg0ATlAaAAy8oT8AX8mFTfNVAJY2pDdGlYltet/XsB17y8EKv2SMMm6oO47Bxph+uimr4SwIyFi8lNKRcW7lr+4RMJ14LGND4FT2r2y0DQs1POZVZudmVsGScxhARAQMlWvyjvsYKb0BotyLgS+5dAFYOhd9lI3v6Zyxd89xMHdgMqLhC5XPgEvjglyynOuCHMUrlH2u96//9WnvzS9LsrO/UF+XJblzn2sc6RzMI6da0AD429UCB0NubaUYw8b4jHzpKPTVAVDJop4fQNAG7Ah8m+RqswUxKxK0nSo3OmBuSYr85JXW9zoXzgQMZ8Yan2FtT/2sNJDLdQFxnNSAXH2Fua7mYwBnbLwFOhkLGu/MCxzDAo3KPbkqpwTOhYKbc3FdFrqQwxn1bmymWUCg+V8LIFCRGz5rkQh1si+HAefFxWgVlbbuzXNW2+g35P5lYQPXZ94BpNAvnM9dY8g5mTXOWPxDNXHf6fOxR6a9gCfY1KPG7Wvu3dBc77zeqpNz1fmF+gKQFwcGlo3Ysl/jEBCUOYXnGlbfaQT6g1ugAWDKGYvnqJYrb7lhsTqj8yc3UBwAnIUergv1R+flpdw6L84PNJptlDUQSknHgqk8b3UNLLi9iAkoHqcCoHH1CxYPUQnJL82CGJ4dOV/aFdivRS6otDWPLjDno9xtv3mzAIALuS/aijtq/mv1BxTHnpNY7AS0oB4acE6z8V6gMeZ7qXNnkVBZQFOGyg/pPMXODYwyPfMZm5XGzdKW/kOXv9czhXcK8rbv7Kz0XuzhDMHegtM5yv+dAeDBEJr9o9Mf0jOGpOTkRO8CpCzQvHyj52ZP72vMCewR14wsFrzlfdEW53lvrAUM9EXmwijpA3YLLuSdh4dtOjTOJzz/Y/OcsZOtk3+3o/rtNhzzDuOHjTFZALi7gILvuiC58gSXirV7vhrrNd67dtDs1wW64x1oHFR2gzV1/fHPHkCfppYav04B4JRh2E7vC4CTL3wIe4eWz3ECGloTPw2AJ9lDD2eY1M64wrgA8PuoHatNq/6nAeHHQPEQbI2C1/H2qH7arf/nAOCHfaHe4yZfL+5Jw60L4ifV2zgYHr9e/fy+ALiOGzhvDBYX5ZtxADwtZ/RwbHx+ADye1qVbF18rAH7ugpJp7f7cz58KIM8A8HNr8tvcbwaAv812refyzAL6627fGQD+utvvY0v/1PP7Y88/O35WA7MamNXArAY+rAbm/vt/eSYR4I1hJ1aZqAEBpIsCt9jUrgvK7Sg4i8UukO9C9rp9WRk7zy6KOAJxsrLd3Nqxwo5A2p5gpC08FQDf3tg0CDuTctO81itbMbO86v3002vvdyibYoJsO7sCsjrX4YGghcqx80LwZjnn/03q456UwQCHnRcANUAKakNopE4JAFC5UKZVIA4IRUB8f/9QaiyAH9aosVxGRUbw+eZeNtTngjuCZVyHnLzYRWOxjIJ5Z3vBwOGif9/bf4uCDVtPhV0Wb2zdC+j47ecjlV+gZuHS8BOlF7l8ry4oGIEVqTx3AeFSZcqakM25SvU/8gADY14oL3AATz/W2oLT5CBO8EA5ObcVIHfgcskghVo0MBPg434BNhtSZQJqzqR2MwRCf9Wg4oYA86UU17HxjFUpSs7kBxU4I/ipOgRIAwiwiAbK2BJc8TuADcAYaPrmNwCxrLNXUTifC1ysGvTSb8jbzHVublOGBUFDyrolK+sjwWcgBGVF/XIge21yAgN6yYXL4oOzU0GiG8FdFLoqJ5bKbFgz9+74NwpSLJuVE1p5kgEUKPNu1ccupcB9tbfd+4/+45XeS/URgDxqWzagCgptwzTyzAroXV4AxwQ5lmhL5bY+OlJZZG0rEDOwaG1xL6DjueAS8PheAGZTdQMUgVACL1cEQuv8XI+YMcAZdR9BCttp674R2wGTXalecEHt3HkhAfUOlIlSXf35DGjkzm1YWhvjlLjX5RV1DKhngcWSFwqguAMc0keB0Cjx2QdQCwCuF/LEZHUSrIK1D/0IVblzjaoMWJZT/kWpj/n+VMpT1PcssCA3NQCYvNIL5O3NADSoAlyhnBbm8b014Sg6QN1X1L+U3YLIFjdHYQo05h6BzYvkNiUQr92B6dSlQbeuyef0+xsdU1bwuX7GNWDQ6x/cbroX1Tf3jZPAPf3BpSWXLxbmynv+9qb3D/9wKNtxLV5Y3dP9SQnt6wGpUkeMgQs5HBice2EECs6mvFRFbwo2sh8w35b0LDhBjQ2oy2qJAF2DYdSeUtiqI6wJpC4b2M558UdZB9PULEBh/wDgwAjm0YGaV8ehmuW69Bu+M7zknBpbKKl9Xf0BNLCY4UpqW+fR1Vje0HzPPQL/jTu00uJMuXw9ZwBDsTXHOliDBSjLdbAuxnKZA7zA4OS82cTjADG0OG5rRHyvIBUAMeOAeqROw/eVF3Y7NsGxKE7OX+Y2YCHW9OTeJnct30flzKKCtnBI9Uy5upby1AFzjnMxL8ka2mNNc6rSAVD/LL5AvUv+4Vgnx1HBgFL1xLOP+sFBouq1CwAA35yHcpYSjjZL7txRBTE9h8+tiG6K8/yMIwKQVPem+iC/JhvjnoUK3DuAyCkV/DkLh7gqi1foE6oHSKkXmNCXYivNLjzjuH8vqGiqXgRWlDELiKJMA0R7gYmOZfqhTNjEc89R+re+3eYo5tjKCVz369EFxNb+9AUWYNXiI57dXiDU1F3JFUx3ZGxowUfL8cw94YAgZKfnBPbQSnmwq4UM6mdWy/uo0W2armtU5zT8aaYcnlCJX8NH1fjFVnlm1L89tjSucRDRvMOiFd4z7slDrv7PyPFiKLsTtBNhK9+s3xmrNT6w/Pc7lnYrpWXNB1TTpABGLQphzPq4B1Eu+jXPbMZS5lO2chFg8RJbFnykMZgb4+4xvMk6b52r+3MtqKi//V7Xnq1dKMKYK9A4HNelzu1U6IQ+8Rj0HABH1/bkeuqeMkA4N1vQvXtc97t8Pl3B2c0THBvu9k7BnNOUxXWOav9pQHLa54N2aArXupdx4DQJvI7Xc/fYcYA+LUBW1/lQleX4eT8c2A0V5pPyAI+qsCfN2Ln7x0DshK734KPpQPkppW760Xg7Dft2AeDRsfDc+npOPx0dB9P7tcs55esxJ/TBfk85FI8DsvEx/b4B2kkLPTKm0/bPrbfntPlz5pX3WZjx3GuOz1sfctwnO+aJBn7f9vtk5fpGTjS5/p6aU36/m/9+FL+fp04fvpu973WmP9Pe90wfsv/XPr6/KQBcDdh1ZSinhmmN+507OHzt/fdDxuzsmFkNzGpgVgNfQw3M/U//SrpUQwksSysnGYq0CwXOZbEpALwtAKywt/5ItaXA2/47WTvfKxiOXSk2unM3vVevBYClyLS1qv4HhAB4QXr6gqnkZcXeN0Fhga4lwT1B5A3lkgQ8OehuS2FywEqhhBpuhRzDAqeypz0WGLXKVEHvNVkDA2nZTgU7IRJrUqui2CJ3aFc3lHzEV4IVABZUjIJ3gpsbgmyUmzyXqEdOj1FrkZtyyQAOGMLvtCsCXNu7q4KXyt97yp3pvnUPC4KG2zsCb9r/159lnS3lyaZUqeSy5Zd4QDlQrXI/bssyG6tYVJ9etS9QHukZ+SwBPcopahUkAJ6cwQBg2iWAMNBasFbQlaAfwUXqLbkx8wsL9UkAjOu0k3Ml//vli9fOGcz9Au/399/5mnt7O87Fy/mBsxcXZ1aroqALuEg3Nixx7rslAeBTH3txqRzKegFaWSYvMNbLCvwLsGMhSxvda9HAnMpv0ODgXHLX2QpYwc+Dt+e6p023JepotuOjMwd0aavkoEyAz4peXdtYwFQbQEyuyTVBKYF41d21wDNVcaj+ubO53PvH/8m6VN9a2KA6A7ptbESFDpIHbgKbsLxlcQN201bECeQvCThd6fsEinN9tnNUoAJp97rwmhSz3NOivxf0RE2pcpH/mHqDv3DcOYsLZL/NZ9QZnwFjHRDtqCoODlSXUj8zZra2AU33vePDphhvcGlVyt5Y2gJZsfBFoSxgrGu6fOovKAqtLjdfjpqprgUYWhEEp9/5ngB5atdrLUa4OKPfyMJZdZDFGNioA6CiCgeWM0YRnl6pfahP+r5hnxcZpI64b1T+ZWkL0KXdOQ/5f+vXqRJuAOJY6MD+1CfgrwC31aiuL/omgC2qL6y6Ab0JrmPjnYvjTpAAcMpCe3AMEHVJCu+e/q0j1Y6LvV/+0u/9h39/obkBxZiuIQC2hJW34LkBcgPAZbl+3XLBBkLIVrupW4FeG8o/js0wKmkUp4cnWuigecxlSlEGY/xC/aRy6QKSNzX/BX7KlaDlYKQ+3PdsM5w2RBkPuKNNyfPLPSc3uo4V2EUpyvhkvgYkWlnaxh0AmHFCn+9rIQ73sCyHB85byt7MPVog4v6cscdG/6DOWegC8C+YwL1W8A0I67GvfbknjgeGU64CwADN2PWj6kdZHZtjnjnVRwGamUPoX/SX5MNFoWpVscYlNtO2Q27qcfobDgZp/yyGQeG9rH7EdnaaekigtnLzUm/VPsmBS6CABRScu5R5VvA3EOvnmRXosRwvdTOLTwBCtF/ZipaNNGVkwQT140UEGl+UEWC7JBuLK52feRx46nzVam+U1TzjaPusz4jCF2BuSAx08iqS5HiOxT45mmPBztzLOB30zzErzFgzx6rWzxEdQf1wbbZqp1Qo8DnPp8xZw9zMHiPUaQeQxJI+SunaANJZ+JD+QbmwwI7CufUz2s1QLPnFb24uNW+v6I8W1fCYHpyNPYaa4M7Hg0/z2QwAd+vma/z3YKFIFb4BYB7xR3pXu7zE/jy51nkGEChlXNgmnX7lZ6Y+bw8aFnLYIF39rAvoWCllO/huHysqO6HiOC/jPc8q64UfAOCaO3kWZEFNqYrzjCuAGbV867EsLmo26nXZsnnOPM3iO94Z8jwfAJc2/nhfCATOaBn+nbPVNesZk31HaVPmydGbrroajuehtbPP+Qig6MKZwXuIFzNVruTJ4LhbrnHYWwrPUlWOA+Du/pS5C4C71r95H23PuFanE8dJ1e+Y0nS8ngfdtO3Hc4TnVt131eM0QDYN2H4uYM0y5MYAACAASURBVDcO8qbPEdMBaZ2jC4anlfdTAeDB2BjYfz8Oa/x++MhW6RI+FJg/BwB3If5TltGTAPA4/O3ezuM4Oe/A3W0aMH0sUDta/nrX/n3AyFMB5BkAfnwRz9f47P89yzwDwL9nbf/+15oB4N+/zrtXnAHg3+c5+ce28vSrP/X8/lLLPSvXrAZmNTCrgW+9Bub+2f95dU+giqAw1s5R9M5L/doXLMD6d7X34jXQE0AK5BBgOxQcxWYPdZdAAupQlLpra+S5DTD45edfDfew6ETdeC2LVc7nvLVScJITFyizLCvjgKoKjklp+yZwdGsnwabYR+dByjlOz/oqK9e8t2IWcLu2plzF2g/FMnatZ8p3S+Cd4DhqXvLfcm/rApvcE2AFJRfnYDvY78vOl4AWPxO8ya/WP7zaU2DxWoBYeT776A+RJAK/BB9l60zQbv8tuTSxTJUaUCpcgmvngs78DaAjyHd4eCooLEC9sSXl27rzJxMAx04akEMdsZEvl5sn4HfeP7f9su0LRW3IB7zl8ydQ31cOXPY9170VDLM9qMqPEpCNawKHUNomf6fsRwVg3r3b7+3u7Nne+Nff3iXvqtoRmIryNuATcIcl7Vzv7bu3gsV7ruu3b1Bso3gF+mJPjQ3svKATtr7zave12DfrPJeCgagPrVRRmwIAAMC2jRUAhhUA3De2AlfI60ndAYMAJcn5GqvTUgvTlralxSpVuY63pS6m7QlgXski+2j/wooylJ+rKuPeS0HVzaven/+8aavnxt2dKxgraOeNVtttC7q7zmQ57pzOOme52BLXO7VKV1BH8HfRgWBAt5SYusa5+iWLBhgLmwKC5LW9kAL8RP3TsEnHGxgD9ZwPFghO8xEMDagCeL58tZE8pVI3np5IqRfnXW87u1EMUWfcu4O5nALrVRWUxQO2OMeqWv2c89pyuC0ywHJ3WUFnLyJo0NZIVv2LXNWnUnSmz7IIAttpd1GP6QB0tYeuD6upWDWgnnoAEKGAJi6HApjFC0CzLGCQqk9qTg3HoapP50WFDSAO4knQnn5UeXzpB4aP6q8okdMWWSQRyBQATIsmmDsMBt5Ygcg5gfqUrdf7+ddL9fv73i+/yrlA7gEry7KIRwmJwpXDVe+MB4JwqEXZWIhSuXKrHWLpHRiXeQmF66WPpUxZ6JEc465nVcqq1NNr6venArDJH44iWi4EqpQCtQnW4WTAfHltNwPDdzUEKkzGA+cHHJYSHuhrlahBItBUlsgaMwBHAGEBXuzv2XAesMpWbT6eWxDb6gLAUWdqHxWp4G9ZD3OefnMhoH59Xi+uCRSh/lDsU//UPfVEX7UiuIFDrICvpGBnjK1pAQMzq/N0226c8R4balTH9AkWUaxrjqeGgOjMBywWoK9gPe1AoHNNpw/Qh69VdyyKWFHjp05YNIIaP9AZoF4BevqPFd4NAMNY6dfXTVnteUt167ZCNQz8afQGIIRrw0B1277n5+StZi5g7siAwlmhFPssZGBj3yh5cc7QnFpWypoHC9qwaGapgVrKC1TFvYP7I8AOwCfAjM115k09O4BkDUAlGJIFILcG2/qHVPUFkl1n2GOr/OmTwK3Ad9T3jD/aJvnnoxwudDaw1G6/8eOKQB1VSonApTxPKBdtGjcKJhie/9ZtWiHMYhOeI5T2T3/WwiflCWbOcnYExmYNxEFrdz7wP2cAeLxGvpqfW7wk86Z6hJrySu9lLNQ6Ye4kRYTeQe6U+sLPDM/x9JQs/Ojm901XCGzswtFh/86x9Hu2QMH00+7+9R1/FwAe7OPn6EMIPASVuSHGA2M150gPtqNLe6+taxeU7J6zLKAL/vLdeC7ezIdDteMg8NIALe+7wNFyGenO5dU3ap6ZBsPq/jNnxqEDgNYFRN1+9hAAZ6ENddO1vp20X+q8u5Ckm2u5qbZbPQ7z+eaYrtVzuRCMfK5+kjQRozbS3fvmUTyA7IM+Nry7aSC31N1zYzB+2rkmQfJufxsft0+B4i7YHUL3zoKBBqifG5h7DJBOg+CT5pppAHjcSnraPDV+PMfls6FCefTYUTQ6rb0+FAAPuOoji0XG+3B37E+7zy4Aru4/yUK6xgauTY9tTwFgfs9hK6vVbr+oOmOfSd+Pz4uPFuQr/fK54+Sz3d6HKoBnOYSf1SRPt+8fqwaeKYCf1YxTd/rjAHAtzPg4APh0//y4+vncR3+TAPh9Km2mAH6f2prtO6uBWQ3MamBWA79TDcz9N//Lz84BvLq6LuCwlqCLlD9/+csbBa2AhfMCaORZvBdEvbW1Mb8M7u5uC4QlXyEBuuOjEwVpYxnML+VACoLza1Kfse+trHaPjwRBFaRe0nEohgmkw4ecj1bXPFeQ/EJWs9fXUaHtvpASV5bAQFVgHqrP3t1679dfDnprm4DG+d6731DABrLuvdh1wBoF4oFspcsaE0UVZdmQKhRIjRX01SWg5Urq3ryoXZxLcSn1Keop1BSGLPrl68fXLwxUOW9fql6UdVsCuIF3CuhLlbz/FutXXvSue69+UD5khahRPQPAkgt0zeCafL239xe9PdUHQJUA5stX5MhF2ZmAPJbVAHbnNZVC+eWrXdfnhZSkJ8dnVhuS25iYpdVwUgMCysgNTD0uLgIfpeCVcprtSgCEeidYAhResr0pcdEAtFUBit8EgIm0xoIU4CI44lylsq7e2THUfPfunXI1CiKp7d/+pnyfuredPamaDWNiM3sO+BIkx01074VApmEl8ONa7dh3oHQLAC94D1g7OxHAsNpXkEbti8KZy1rVrfLs7AhaK2B1rPyovEgCeucFfOmi1CfQXPhRiwEERgyBUKdLFaucrlvqy6ge7wR3gTMXyptMvfz5b5d7f/qToL7q6hYlq2EmlryyHMcWXCrbIylvsVPd1f3VCzh1fCW1KlbfJLEkpyy5mF+82DYIR5QJbOKe16Ri66tvXQokA8iwU6aXnVvdGChohSMgXNbEfknGMriphonpUC+nyi19p4C31SPqg1heA5YTeM0vFnnBRg1FztLk1UVVmwByQZYsoiB3IQQNGBt4RX5hAqtYeat/kV9Wny4vJa8rKmgi6lhpb+1IuSf+iAPAidrtrllTVyCaeyFnL6elngjQGco7H7N0iQJdtutNrN3XQyVKPQDM6Z8AzCiKgYC5nzvNG87FC4DyYgqBdwHmZf5tRVTqgPMkc67aUx/c6AOX9Rhb82v1337vRP1qEbts516krKjplUuWXM7XLHQAdAE+h0qogZIy5NLlc15uzQ/Jcxob74B13ZzrHRtfzZf9M50zgBTI4JyFLKwIg/PcSo7WUv9ubTFmGC9aBAFgdb+IappykJs67cJ3mbeof+q1lG3YJQMColwGNgN7NR5ZvNE2Fjw4qDgSvAQsxwI8MII2lFMDVtWGypobpC71pr7K/ZcKmPGPct5fOQdw2SEzH5GXOAF3FnewsIH7p74A4bRa8tPS8JkvAmNR4mrBg9dOaCGJxnACvlroYMU4IFXzmfoB9vG2DxectAW0Ab0UtuVsoUU11JHLVwotFot4jvfKI9vIc6XkIya3NXOy3Bi0eIWvuA/KGZtpcuMCb7SPr8siHfp7c9AAAOs759LWbXkRgdoiSlsthPAiHGyoAbjMs7Qwz2AWWgUAo3ZGBczz1dbf6syAbo5nH65Z9tDsa5tYW0Druhrf9FFyPNO/CthQJqB5cpqivtW965+cv1TLsaLtqmyBs4B9lNgBabYNb9BrsS0AaNU6zK3cvu8CrtR/1O4JarNgITCePu3xq/NhXc8qk3kvFFP7GogrTYLcHHa0KMwuBiO64EHX7vyjBbb9yeNB8klHzz77fWqAph4JEhUAVvOdnPDekwU4LHhi7NPnScGQ/lZW5ZkLDUbbQqKB0q4B4Lobq/3bvFdzZgHgWgDSnSfce9r+ZQ1dQDk9K/PHQKlPOZoSnvLUfMM7Xtny29GgAULGh8dbu+/MQ7kXn59xxHzeVlwVWGaOr/PbIaBtgatdK+lRi2bmTcZSge6ChBxeaSbGFwaNA95B2VSGAmiTesvD44bjsAt3q76HQDGwuvu5n50NHufzcdA7GmitwC8AuBTH5fpQOcuHfaKCtcN6HwfA00bDODDjd5p6rnbrdlypOGi7mjhbm3cB7qRrPgbnu2OgACn9s9sPp4HQ0WsNocd0cDrsY88JUnfzxHev9RwA/BAedxcGDNtu9B4mA+DsM4TGj91fdxyOt8WHAuCcsy3UaAtcuuf+2gHwU/132jj6Uj9/Tt/+rGWfAeDPW71PEqoZAP6sDfCZT/5hAPjjoG1uaQaA86z7zA38pZ9+BoC/9BaalW9WA7MamNXAd1kDc//t//rmfg1rV0HKwDJy4WKbHDXgmuDa1k4C04fKCXwpUMovRS9fbTsHKTCGX+KBi1hAX18kT6IDVjATAZa9F1tWJQ2CRcTM/ItNe7mWogOL0+Mjzof6UqpQQbQtgTPsmQGxO8q3izL3+mLJZdveXZMyV+rSY4AjQe+o8pJTWOWQYmRONtXk/AXUrin/6KZUpuQOdvlcvAS32bCP7fdPdR/byn3cdxAeRdmyYMbeixcDGBNlKiBLgER1ct5XEP8q9q87ApgFuPbfnaj827KuPg4kUjmcZ3kV1aru9UR5iQXFfnj9ugXsEtRGhUkBz6WmZSOn8Nw8OT6lbJUqm8A+ilvaZmuXYD55bgGEC1L73sg2WCBTuZRRTAKJAZOngtHAjlUpCsl/eXB81NtV2bAQttWojj4XoLUyrrfqQGBARwL0ANT8W0pl7KVRbNE31KZrss09OjwRbAWWAr3I0TnfW8fGmPo5lopOQN8qSrXjrlThy2rbC9SyS+vODY1aEHDz8tWOAUwFaIiNEXulTS9U1lXB+yjFdA8CeuSBxTJ0V3mb6bcHB4ey5gb0zCmncoAXOUSde7ipTHd2tdBB93SsfV8KUr+UOnh9HXh3K+AryKj/VXA5anCsdQVc1Mb0EcAi9Wa7VkGZHUE7LIttUQ2I1P/4+1ow6vDdteoUeIayu1lFa0EASiACwIBProF6J/mdzde9YRUOmGTRABvQjrNvbimHqdRw9WJdf18pLy7tZBtkVRHACKCE0tiboGbGZFM46ULss2nFq2AUalz1Ffq3LaS1SIJ6ZMxS9o2tqPSxf+7LGj6Bs+ROBfoBplmoIRbl6+d7AuMMdgrAuTzQeofKtby4mDy/LFqgaeiX9BsgE8pN4C1Wz/Q1oOmC5wsBMWxi2VfrGOalxKfPkdMXaMQaDEDlgQC+XM21GICcsoAwLSzBllrXQVG6pnEQVTZnSyCd+QJHgKpn2hxISc7YMHYgVZTssTzWmFI5A4AJqssBQOp5lNDcMG08L5gFhKOfEthnzG5vbw6VojruShD84rLvc9DXN2RPT98401xEuQB2BAydu1d9pKvqtS2ylakrcQRQnuLAz1hDA2Jv1G/I4cwCmxUcEWyrDHWpfIm1kIC7FNjWQhPA5JIWfQDDbwwjk2PaVdbyunqdT1t4QL0R+LZBr+Z7W7cDInUObOUNKHX6C/Ut5nc7h+oD6upGkBVgzjzSDbYF7Lcgs8dh/s0wQH3MHJXc1zxXkmsbRTH9nzrY2dnS3HyR/XTugG3SENBeukeBaAfrG1SodmQcYkvNIiXnqtciCO4vat6kBqAP46TAZliO1TN9hU4ZHuT7tcpW/Tb2x8N8zFbUqn1it5z7MlBtQBn4zVZg6lx9DRcH6rSsmoFJ68pXnq7ZFokY6mJLn7zBnsPbuWKTq+ObOjwwGDtu5i76ZkAX5ea5xN8ZI/kNPmbRQOfK55t+oxb230Mb9ixKSL7jqMFzb+q75ENv+3JN+jnjkX5KO13IMpzxRSoDys4CANYFUKEXWkxB3a7pOb+zuyFnEY0VOXB4us9UNLZlIZquMOnL8Z1nP/8uNVDBVJ6SbAXyAbf5SVOYFotpztKcybyZQBrwL/veeaxoLFVgqcHPgr/1IF5sFu8FeWtucZ9sD80CvjXOKFFB0FoE0YW9vob6dnf/vFdkHvBcUIo6bKU7c0v2aXddC7P8wI/jwThIrP0ZN4befoeMqwVbqX3rs/FA51CB3AAwC6wKKjegPQ4lu8C2C3ImQRD27S4KegqUjOf45R4mWT1XN6z67EJU9h8Hw3WeSfc/SAnQ2qZsr7sAeAAXO/0o5xxVzeb5NtxGF08NPx8A4DGr7gf1YwXyaKB5EjB+Cvh2yxT1e/qjUwvQ5k8A4NE2r9+FhmWbBvQmtXd9NkmtW2NkfJ/HAPBj4Lfue1iOxxf5ZGxmLNQW+/Dh+B1p37HI9bQ47lMpAEcu2OaJtHMWcj61TbV/LmX/VFZRJx/rt2P3NakPjvSpCX100vdVj9Pq86n7/FK/f2pe++ByP5W8uVJ3PBcAT+uI3zmAmN4+owutHu43efx8cHt/4IEzBfAHVlw77P0A8MeA32mk82POOXyef1wt/HFHjz1u/riC/FFX/s7n38/2/Pyj2nN23VkNzGpgVgPfSA3M/fP/S6EivaPwizjw4/AA8BDABHDbkP3igvL1EmUVp5P9r/KZChChML0UuLiQXeOLF7ISlqoTde+R8vcmF2eC9iuCs8BfADGQr7b6feXOnwGtpLwUtbkVrGBbkXpwZ3tDoFQkR+HBHQFfW9gJjGGhyS/zywoenwmSAbDNuXQu7uHg3amBnXRmKgcvZgKPUnOuAs4EjaMISKR+8IKtMgOlAbWH+ycKQKLAFexVwHtnBwCcnGlv3rw18Nvdk12w9n8jO9mVZex2Y+e8JPAK7EG5yMPvWKpdCzwE8pLn+MzWr8cnJw42vnwpNaqLgvL02OpNh0L9CyBBeoHlPQAG5+orgC+lbQMb2CZjCR07O8DbvFXMi0g1bfsra2Vdk3shB/Kq8o2eKwhfqgiA9M7mhuu7byALIFeeTZXhUIB0RxbRQN8jndMBecOjtCHqWqBrrKsT4AcS8WdbatErW1crz27/TgFdFHoJyKM4JrC/IhWKFdICl9i7XqpzAcdYcMBx3C91inKO/mhFoK4/J+hH3bx7qzYWzHn16pWhE7a7KEqxymXb23vhvwFmh0fHVjECvXYFhq60L2CYv1HrAouXVy57f/d3K7pn6l42vqh3datrGwHxVpkLdlwDo6XQDPQTgBLMp81pY8dVAayCrQC3kyPABe0pVaQU9FvbgcHAQSCnc3XqWPfQNjQC2VRu1QsAmOtyLVSO2Kmy2AGrdhYhGJQPcqGhYhdMPCfkJ5AnGMb5sW3m3CioAFUObKseaGfU6Vi0O5BLH9V/TqW4vxUcQ0HJxmerqqN1LaDg0L4WPPC9g1cexGSZ1lgUmMHiGPCTvOCoJMlXm1+AHAzX8fSX5CDlUxS4qV3s4G0bjiWtwO+l7v9OOcMDroBkUDUygKofaF5aVj0wn8RCFnV+r/dv/s1h7y//oIA69oAiR4y/FUGy5JZFQZq2RZGPnS7jrtqN8nnBgoAt44WfAYdARgBTn5y26jPAKpSgVkqqaem3bNQE+6PSZnwB24GC1BWKduqF44D+lJnA/cmplO0ovLHFb30AddaOFklEHY2yHttvABlBXdRwLNCJtTd1CNDgnJSLYyo/Je3LfES9cZ6To9iXo5ZfVxnpA9wPKuTzc1UedaVc3udnUv02m3YcCG4FA1HcokJjXyDycOM5IStn3RvjNH2Idiq7Xxa9aG5ujJDr84fxC9RgrrgW9KPMqFYrr65/abA1ehSn7v/OERtoAEgkFzZjIDAGoKuxoX6Mwpi2Jrd5FjHpKSC7BquKUdOyYEnPiHnNE1yPudrB/QZgaVfavADwvMrKfMi4oa5ZSOAc0LpuoEw6MN05eYIDhoE63JcnEQPhwKM1zZuA4eQwlvqZ+nG/zKKNZlDv9iUvsOfAZkPNeZl3+Qx1N/O3r90J0hYApj64FwAwEJ62SW7y5BlmLuC4RVT5LBhQG5U1bvpFVMTJA59c9syzqPB5TqTH0434m1ztw2i21ec4gGB374+HANi24g1AFRiu94K6T+4rAJh3hgDyvsaln+i6PguollTgs/6J87q/eKlFaltaxNbpmurdLl8ANQtHsj0j5t72nP31MTUwXt/5mf92gQTPhzlZO1/oPS7pI66V2zfwbQhmAu4yiQwAQ4u3jVucAoA5tABw2et3jx1Ytbd5hb5eVvnpk3FQqHE1DmdrEYT37Yxt5gCebQOl6RgArvocQLA2zwHrfK4WLevaR/N5KXa7sLf73O8qgOvzwb7NYtp9v82lBRoLsnbLNX7P3QUq7Nc9hveG2O4/3LpgsfvtyFzVQNjo98N6H6+vxwCw768TbSyb6bxb55wF3oDnBoIDG2EarrsQaliicUA2fqeTAC2f3fp6eZfr5h4eHN8AcPf48X7W7bN13DRo7zHTxoRdlfQcTE72Bjnb/U3q08N7amOzPXtdngaixtutyjbp80kAePy63bzBEzuQ+2t7xrR3s+Hc0XnvHeS4nzyzd8tXAJgFZ/SPAODMK0+B0M8BgOtdfxzyTlIBP6ijzwSAx8fcU/Uyre2+lc8/WwB7BoD/4C4yA8B/cAP8Lpf/MAA8+o76vILOAPCkeuq8kj2vGr+1vWYA+Ftr0dn9zGpgVgOzGvgmamDuv/vfTu9Rrr55cxhVrN5jknsS28lLQ1aC2NsCZ4Av8pIC0VDrARWxf2bbkT3jspR5qG9x9kRZikJ03cFclD3kkT1wnMUWefxyb6hKoAT1p6yOFUy6VKDXqj9BHeAtuVGBFcvKMQxItnXrnFSpCsQTJCRwh1rt6qpvyLsoWI3t7vkZlqNS4YkMA58l2tQGHLqQYnTDuVkBqS067/ySwEesP9+9Q7WLjfGqApKyjZVa8f5WqlEBWKAPuW3XBNbIXXt3E9gFfKO+uAYWzSiXVwWagKcEwIFybCh2V1Wes7NTw4tdgQrKQB0ZxOjeDZ4U/AaMAjNe/SBFL0FK2I/KBaQHPnK/d/fXAoWXBlcojisPKWphYNELqWOBj+9kOb0ile6C1MPJ76u8xwdHKj+5SgVk3B6xYwUyHB8Lmq5tOgiTegJqJIcmVsyAHWD8/sGB88ICDFGkOV/fjRTDUlpv7wCgsPxEiUm+T9WjVXFSeeq+qCfgDAFQ4IIXIdiOGaUa9tmXVmVj2bspZWTlj6YvncqGeGtz26Dl9OzE37MvVuMDwI/qVLDG9Szbbdv26s+5Fi5ge7whEL8u6/PLPvV/pvYWhFq67r1+ta525/wAdqk2t/jcTes8pdwjiiRgLjlLUf0Ak6z+Vh+eX9ROd0s9iby1LxI41bHUlFvbgEvU0KibAOSoXPM37cn1iKkaAEuR2icHrvNjAo90Tp0by2/uNUrTbLQl5QDCcT7OFThGu2YfxjZ5fq/oRCgupXqmf+2ozyxagRf1bwI+CYI7Z6n23dR8wD7Hx7LwbcpLGI6BkYL2ABmsrPmMvmhLZGCYFlwUcdHhXgxhe2qslrXzsnIpYyVt0CdrbwAwCx4A+3KE1d/JfX2v+77SwANE03fPLgAHtAX5wC+14AOrW9msn2ocXqJo1jUWLrUveSGBllpAofY+Ve5oFKDUJ9ALaMQCkvMLVJ0B97b4Zgxq3uIeuCf62InqCuUowfhNLZqgzj0/aeEE0BGAFwcAgH3ByqiBUcXTNsyJwHvOwbx1pIUJS+pEG7JFZ145s2W0q999mG1PuXuBr/TdykW8ublloIeyOcpUAF7qkbFk62kVkIUm2LmzuOT0GDgMuKRMwEf6Cep39XXyvnJvmhuwHudnFiu43+pYLORTrgb7rGCLvTPn41rkLA4cSP9NjuG4BgwgLupgK5JyTBSvsuBmzteGInRZ/ZYFRoaOKkfluW7heY8726QyZlApG/BGJc05sYrmOcVikQrwk1edfhOQmVzdzOkbmg9pW9wePEPbqjq5v1Ev2/pfzyFy61IOnjvDPJ4NUPnZlHskqLzS1Ndlwc0cQV/jOAA0KvEz5bBno68ArdnoD7Z1BnAqMgwA5m+eXwWnMmYoD2rn5Nh2X7EDRFtowT62G4+1LMtB+JtxS/2iKA/8YDGVxrcuz3mYv4DGZWvuxRNYVaPS1pyBKpg6cE7nlp/Y4KnAiZ4LAKECWdwvymfap4IAgLGCEl4n0AL7zPPcZ9oroJpnaYI3yY2cQGxb6KTOf+eUC9pfY5yFXfNyyWDuQBnMfIXdP1Vbs2R8P/Ik7m6TsEE3/FP7fnJwnOIURx8p09f8A3VHXU0CwP6c55Cen331PZ5HF1ogxny/iPsDQKbHQ7QWEAbMpE/hsoK7QGu/BrfiFpLWsS2wgZt9HfwZltBdNa+rvM091f8M7NoCk8Dmofqzm2u3u3Ch2qjiO6Xa7+bb9nl1w1bvN1vopPsASFYAunUD3+No36x7rfIwVw3KT121uhjAzPZZt/w8iwbAuS28SF0N66XO2a2Pur9JALiOLwDcrf8CRtNA4zSQOEkh3B0HXbVwtXWVo+6PuSn3kmdQfuDd8mG+33Hl6VxbyDNQ9jJ3suCM1+IpUczx+ure++0YdKYo3RzNNW8+p5669fAAAKucg3zDbdGk+30Hbrv8ExTOVX/Dv1ufHORlH/bHDwWB00DvtJzA3XsdbX/K0gHUXtjb3cZmaL1/5JaHs/n8YDFEzVKdBSWdRVQ1HkauX/1pSgHfRwk8qS93F0wM8mu3ojNXkOt35Ln0yQFwZu3xnMDjt/sUEH18gcG01p3++XOv9/5nft4RT13/eWeZsNfvBYDr0t85iHjYAp8aAHffej64Vzw4cKYA/ri6/DAA/CHXnAaA61xPPECmXPKzzT8fcosfcMwMAH9Yu39AVX+Rh3zt/feLrNRZoWY1MKuBWQ18ghqY+yd//1a/u0Kd8gt0fgEk+AE8KyswVAhRsxG835UdM7CGffnMq9wXyo5VwWzFlYGLANsdqdBQMmJpDJzTGXR+oE4CXsANoOjeSylR5xWIF9AE4M4J/ULrigAAIABJREFUrO7vA5PJqymQqxytmwI26+sCgbKMvpTy+Fj5iG8VnAbcokAm2LOs/K8oAq36AdAor+m5VJg3UhOyLQqGJviAbSxq0tQiGqYFQagtWez2BTwBhiurKq9u5u6WHKlSquArS12pPDhhLgkUcP/k7gRkUB/n54JqUvDNyUI3kBlqyzG+awNUgoDkgUOVSsD/VPtdSo1JsA4oGnDTkyJYqlapVF+9xurzXjCc2gPypD2wPwYGlG009bC9i2KR8grOSgn96iV20FIqv31jhcDd3aoBLvDkXLJJrH+ttgH+2+YzK+8d3NfHlG9VAXigVf8c2HUpxfcLg3kEbgTqAcBAsPU12a4KvqDCnhME/au/fmmlKMFRFGu8DK4IvNDXAOaEaVHAps9FjQ38iU0j9yBgKxIIlAZq2IbU+wKR9LNU1eRMPpOCCGUs7Q/ocns2EAWA2VSdpu2Ts5M2Ak6sCcatrcu6XPzpSjBtd2/d4OVUOYeFOaxS3lin/qWEl+p8eRkVL1avLbysopAXOgpJQIWOWhZI02IF8mcfHaC0A/BoR9WHLchVTGxwuVfyad+rb83pnrmvl1KylSqAeDQKa4AukIjFFahsUQ964QO5dQVPAX4O5grE8jf9G+hGXmLqm9/7A5TJpyhIx2cqA8p+cqsu2u7ZKTddJ4Dl2LYCgJM/dt0LKMhJrAUhgl0bm4BaoDPgvKwpUXgTVGacRbW0vkYHyvjCEhtFpoa3v6eNt8syugnD5Jat8SZ1pPoFfRyOytoD+gcAGOXvr79c9P7y86nzEC8trgmoJU8zoPJcFui2flffoXwLWoTQPyc3OdbrUreqjZ2DVvuTs5b+RH8gBzVjh3Zi0QQLN7ChrV8eAYpAUeaqdfWXgpBZgCIbehWSumfcc98VdC8VG9dkrFlFqg6A+pgFAFZL6zgcDejWV1LDMnYNE2kQLNM1D9EnGD+0RyyPk/MZ6I8DABbp2PMmz23sdzlmaFXKggmNV/UB59rVfQMIgdwF+glO83MWONCHmaMAKnOah5RD3J0pkXXXN3WocwE3WWgQ1Tt9AZgiEK/ywhtYZJHxyMzCJBN7aFtU6hzMF4CdUuXh/ACcBQqhIuV61PsS8wb9SPMBx7K5n+M64HFBP2HRj/KQa8ygKC5gSJ1R3li+ZqEJ8z85lWkb93OfMbCG5xZ/DBiZqy5i0Z183Jln0ov1/FI90VZYQlPfWMImhzX54rXoReWgXqkP+prbRNWYBSTJJW0TdRTluoahLxNq/DxleaxFRoxh/ccWzoLUzPnUWfYLFK2NdszChQQkGP/cM+WJLXhTLusgrn2rQcYczxyb/OEdu2otzqH8fF5g2Ir55obh9qRcKif3hVW7raXbta/cx1mkoPYzNK7819wxfSn2/ijXDe1sd5s52i4Vuhh9gWO55zys8xy/JTe25ztU5jxfsTqXVbbGL+cACu9qUdr6KpbSqIYb+BuLSAywAaduMZwZAB72p2f9qwOzU3dg19Rsw/Z+F+LZcHWx5mcR81/smdV3eNlBlcnzwyA27wI1z/hv/a8LgN1cVpOPBt4WWvsyDq0C9ZQV2JkFKsPB4jmsWUJ7gUeDvwX2upC0vuOeRmBNO900AMy+vGd2wXDlAk5wl0VHsYvuBnsrcNIt7yQAXGWt+bTqbQhiRgNQXaDt9mn1VX+P5wYeBzrj9Vd2/6Wyrf7yFNjsBobSzkOIn3JN/nl4/oejtACwe2Br5yH0y5EFfkdyCNMODZAO+vsUANxtl/G6q/7F3wDguo9xJeskIDs+zsaB67R67fZFXuQmHfcYAK7+PHg+e1zxwMlCiMe28VzKk/b90gCw78lOT+352O7xKcD9FD/71AC4W5czADy9F04bJ4923Pf48qkx8B6nGt11BoA/uOo+zYEzAPxp6vHLPssMAP+x7TMDwDMA/Mf2wNnVZzUwq4FZDcxqYFINzP0X/+yXe/J9Ak1WUV+hgrJ1r/LDKmpKHssEnmSJKjCCQhP1b/KQon4ShEQpiOWifqlZWlqT+lZwVvl8e/fLgoXJX4YyULFeWegCY28FBpTbti3qBpqsrpGT9MLnJWgArHr3VrlCe7sGjBtSYZ6eyZZ4+4UtOgkWnp6e2VJ2a2vHx9kGWD9jXb0uwMV2d7fY++2XYwc0UMJaYaSgMkARIFS55YANwNUluaMOVX6ovqRYOQfWncmKWRbP4gKoj4+P+gIIyie7iRUydpeC1o5ZofISLFeVHR2eWSWbQGUUhtQXwQeAAWC1fyZoKbXwvaAydr3AAucP1TGAF4KhLxsA7imn8f7+vvaRVbL2A46i2ON8BPPnFwTSX+m+71Z0z1LOLm/2Nrex51XZdKbffnujAOuK7lE2zQLdKCVvAYMSpBFcXVEb3BlkB5JTH6hvUa0BAI6PD10+8v0eSIUMdKGuCfijaiEfdMCFVMI7qzoaBZiC+upH6SNYmAoIqS0IAqOCvhd8i/JYYFVABnB6cHjodtnd2zUoAMBRh5yHPoJtLP2Hvsnv0bYHVdCK3J22pFYZwqsEUATsUD6iaEZpSd85lNU2wHhjY9OQ6VSKwL2dHeccRDXOBkBYdw7dOSuub1X+DUGhvRf3vZ9+Wuv9oHqWUNogFtCbSDPDRJBGfWRl7U7XPFGbqEPdY7N6pz5Mfk4Anj4CcKHIleUlsUJy6KIghg81UaBtbjkvMNNjBVALTNTYCPCNKop7oc9xLMphLKlR3HojtgksvBAM1aIJzrMsILKmBRxZlMAxLUjufL8a8+FKsfSlR2vg9mXRSbAe6EfuTYtt9KUEl+4HDt7bTjcXjhiHRQRY7QEEYjnbu0VZqjGixRXYSlNOVJmAPHNgdglXMvz9VWP33T55gfmetpMdOfdsMKTxAnBt18bSmkA9EHtJ8ArIAHSm/lZXN6ympy7IIXqqBQwV7DZ/MCACBqLmFvjS8dQVc6GtgxuAAgADoVBEooykz7FQwfmUpcxmfAPRmA+sfDXYBeRjkZxfBrIIBAtuFoeo77us1BEqyuQKB9JyTeydrcKnoqkB1dOZLKVpe9pjU/MP+/n6Uj5yDtqfvM7UP2CR6wD+KDO2wtiDA25RVl4LYGOHzlhhcU0AMIsjoiq+YI6krCjLmesF2VBAs9mOWtdwTnTzWeoqc3cAJepmXACYh4cBe35mzuRebnQOAGzpBnfkWECf5yNyBlMu1OdAc9qRvg90Z3PeZYP79L2oaAPAaQfnu7X1PPNv/SIWRSl1SvkpVsFX34Geb0BrK5uBWGoz5hzmI6v9Ne4MJJUPOv2cPLQae1pQw4bDAKB2mTmPOVn/xs3hTAsAgEyxiW59y4sPaPfkHqX8zLVJxxB7aeo8/Yg2zeIhfGe5x7gIBMAmr3CgMsC16pvzs6iF8ieXaJwcKAfPYf7Nc57nPueyGtxtFTcI9iswXNa3sULnWho0am9cKFBZ37DwwJBa7wyGydhG02f1zGGQWY2XBTyUhf4IOKNeOcaqa5WPXM7Oma37wiWAcw7LRXOjogwoJOd77Nx1bnJtG7bRcjnejE3nXDfUn9MCnqQSaM2VCa42mrvzY/45+gmLliZto3s9PMvko9yDJp7vS/mwsvV2K2kEmncL2jgaLXN+jsW85lM9d2hnP5PLjpv+bccFnpkNFOv904txlBPctdIAIN2d8eV5uFSaalf6quFto/alXOPYrsrbCz+aGpPvusAgit7kZq+tC/hKFZyFBhmHbLVgxf1M/Sd2w+lISV/RgG4rZ/f72icLOgI+65rdYKUhXGcrS2fft8vRjjPM6ljaNnA+3n+69z18DuUFvEB7Fl7EGrerhC5AOw553U5NddvNzVv13AWkk4CwIW+zkB5XRVb5h0rpyeOkC3LTb/L+0U09UecaWmtHNW7o3qp5Gugeb4fxeh0HRMN+kHl5BNCOH0xfnRIhfQy8TzjNyHkMI9vCnEn75rNRAPIUAE1bs4iqFtC2s4xZS9f1pt3X85W/j5dv2L557o4rnsuFZbwfTFpY0a2j9wd+T83fk5YTPVzgMN5OVvx23pm6cxRnfGpc1PnGdMOdyzxW7sll5uCn+utT42N6f/y4b6aNw48769NHv39/efqcI3s8FxRPO+0Tx3/28r/n7X663af34Vyj3jseX+Qy6Y2we/zk8j517U93l0+d6WtXED8FcGt+n1YPTx0/+bjuu9dT/eOpFvg4APi1j88ZAP649n+qd33t33/t/ftrr/9Z+Wc1MKuB77cG5v7JPz+USyr5a1FDAqH0K6Piddj0AS8IkgMZVxSIvdC/gYJANGxTM3mjzlGAXPBxThATiIDaDGjA9vrVlgPEeec2quldCDCsKmCMSvdEVsXLAjmo6AjWA0G3ZaVK4Prdu6PegmAmgeitLcAgeV/J0bgkiIMqVraytliOlSg5iFHbUr6tHdlXCvgiQfzl5yMHFPdeAlOkeJLVKUEwlKPYHLP9+stbBzi4D37Z3lNe2KOjAwWIpNISACbgvSuFJq6b5wLAJ0dXugedT3AChVgUx8ktjOU09XV0dGQoTFmxyK2V5wCcVcFjQNPR4UVAj+6P/KHsf3Bw7PskpgiAfPl6O8EA3ZvzSqoVUE2dKj/y1tauctgqV/LxtXMiOiiOUlHnAn5yv+zP8YDP22sAsJStAuTzCr7dqm37p1gv3/Ze/6A6VRtWkJ7r9wUuAOu7u3s+b/LVLQryAEuv9LlALHE89QUUX8BshUh7uy8Eo3T8sdq3J+tUlKsoZLGtBmyeCKATO1oXaEXdWkoc+tvRIZbOWiCgOj0S5AdAYs0bdSX5P4FdAkUE8QRGzi9ODaKx1jYoKbKpkmD3CrACOAGfz2QDfHQEyFYeaVS0WAyrHCgMAVEBZze2wDX4Vi5abLyxCNzWebalfsXmfF7gA7vtv/k7eo+UwZtY+xIcdrHCFVgQIdUw97Ggug4A5h7UrsBcFLzaH9UqdphW1+lYQAULGgBepUrzVbQDv/D01W8tjpSiCrXbpvJxi7EE2tLNwuCHxzKOldP4XIpi1EebO+S2RbWZYdk/C3wCeqHAtA01ENbjH7tg9ZNwcQc019R3VgSsA6TZJy4AybOa+khgmzgkixlyLBqvFY117HgZR1g09wQZsWe/leL/UDmTLwX3Do9Q8633fv5FLgKb5NJVPxZEv9LYYtEGeZ4XUJ4KIt0KHp2dRl07UMxqnqFdsR1nXsC+/lIgAgBcgc4EIqNcBBijRHd+Zo2HsooeD1Z2xGMGhVzz5UtZNKvPOG8wyl19Dvhbk4078MzwXBB6kMPWAfp7L6KwSlb1xn7Mf7bU1h/mOwKYjPUdKYCX1MbkcE49Zo4BAKPC51yxCM7CGfZZVn0FpGRcs2H1vCKlLG2V+SobABBAQtk3pOBHpYeCH7CKAhh1O3nHOQ9KS+ysGSKMZ8YqZWe+pf7Y6NNAY1s3A0KbdzrHM2+wOT5tMKhr6CfmGC960Rd7L7DEZ9FB8nADEYF7LERh/uD8fVvlx+qVBTjUFVCStmbhDb/083lBxlgqMg5lVa05yvBTf0dhnH7aVczhDMDYMGBVvTM/cUHKszD//7P3Jj1ypGuWXgRjngeSmXnrVpWklaD/qEUvGg1oI6AloYSSGloIArRp9UIF/RsJLanVdTOTjHmedZ5zvtfN3OgxkMkhk9ctLy+DHuZm32zu7/Od87IhRvnatc4Bf4HYjJ/kyE3u203lro9ymA062QzgvtUAYrxxf/JjA7g5au2zZTObaYC22iDiMeN8yiwoUc8y5pmnzMlsSki6BZ6h1AOom+dQ7udtPPo75RRwt+W1NkmpPWPBrXviwtEso231TP5hNmVpAwzvLXvqskTP6pb+RnnPvRgPtEE2YMTyuoC3cwyrcEDhgu0AYeYMB+PdKnKviaQQwJK72iV24RzVR9QvQFjrqd5Xda9NAJzLVLElNapnwAW5oWXz/3B3aav2NY1vLrumjQ6razz3W5V8q34AbwiAm6WBS9Qd3xcA7mozCQDTuuN8Uuu2NvEcySr+5lqbSPh8ok1b3aa47lFUKknPu5F6N5ug+oB3BCB1NZSdY4AXcFcQeAQgs9axWccbe7wWdkHeAnF9sJZx1QHgvvrVY3sA8GocOv+75yopFgJ7+3l7A0qzPvXHbr3eD4oNAXAHrJ4LHE0GwC53a9d+cGUSUKz613l8NigwzeYZnmsFmvrzr0b9pOsPpsWjwGgEfH8jAB7er/piCMgmvV4A2MvrIGY/aq820Pvt14e6z4GnYRv1QetTgPw5APxU4KztwRw2zcQV6zEg2n+dnzvr/m5c9m20XwKQvS4PFPuPF/J5AJzgfub4SwHwM43y6Hh9/H1fBgAPFce/VwA87PeXzv/n+uFjf//cPPzY6730/C8ewJ4C4Jd2xZOfyD68yBQAf2LDftW3PQdwpwD4q3bHR99sCoCf+xz/0U36Xb3hiz8/v6vWmlZm2gLTFpi2wOdrgdl/9T/tPaAiw9LZKhpH4qR2UPAUa+IV5XXd3ztpYEfA4+2Wc1cCxko5jLIVcMv7z6QUjJXsrGDfugEfwTLAzZlA3aoUbahf/cUdiCEbXEACKk1bS+pl7zQ3aAQQAuJWDRyxYE6gVqBYwBSlHBbP2IUSEOd8lIGAuQXnAAz8uFEeVgfZXxG4A5YQPGsqihbIBqoAjABqFVS4Uq5Y6bsEyLLrfXNHuWAb0Hv3i9oE2AhsAzjpVm/fvonaRQdw5kHw61YwZZUgs8qLks0cF+ti8hwq/r3/HmgrBacsrNdll42KcX/vMHDENrYCyJuv3Ya0KUFOINWBcu9yLC/KMlpw51RQ2QpHXR816MaWAv5LgDioYOyBAa5nx7EoXV0nry2B8QdB2thrbu0QiM/uctvMotRpVqMoxAOfOBX4lIA/yrd1wc8oQcgXnDzIy1hy62/U4A8G11irAp4FWgV1gKhsAiAAj90qgUcAAWMHqP96943rt3eQ9gE+k2eUo2yS+XkBiHF/rbKvGSKgtqWu5FPmD1B4Te0DJEGpyZje2d02qOWg3QxWBZwoL8zFqsLZwBVUTA+2fn1otuCildRfkBIYtfNaIEUQ894qz1g97u6uzPz4Eyp11PLkVtXYE6RSymIBaxpYoEPtgRIxIBGL3itbjQNUF6WOXVFbYW07UuPqPcA6KxcFM7E7ftDmBDYNrAgYM5xRFJdN5LL6hfe7+xlzuu6ZANYlak9tjEDhieLO8Fnl5n3YCTNvDMQMf5Mz1RAIhWpTG1LflVXZxmojBnWJMpIAPAQbSMe/E5R7UMHoWxQNO1sM6Izp0+P7mYN9YLxy217Mzfz8s+zIVcY15Y1eUvsbJAIYpS61JTkFMtgFViXXqKGn/rvWeQXDrPzUOEDxis04sCswSWpX9RGwietlfqpc5OXVmEzubFTsmg9S+3eWoJVFlHWJ+7fcqnqZObkq0Ouxz9qpehf4QtULhMzallyoHKjkWf8I6C0Jys23Ne9CynPKG1CasejyGTKyOQTldHJk24L6hhzsAlpNwmhFEyp51Yf3sO4Y3Ft1GkgZIM04Yc1s6lHVKeCa9Ry4JYCncQFs9bqGu4DKxvylDzZlc13Alc7HKtugxMCdPMXa3KI55/yJBpFRxyVXO/bvUatxABiXteCwKcMbe1BpCiYDO7EWx+b/XiCb+0VNLIcAb7iJtTDlZlMH4411kzFMGbH8tkMCQNKbDbBd7n0Ra36NAFr6p76EsD6Tf73anrHPvKVcrIMAYCA2cASzfNuyayMEz67LJJn32oAi+pXrEHeDkWKQX+sP9+PZZWBLu+o1K2Cdb5fNV6QdSAC8AwFZT7kew81Ag/mltmRMe31EFdzyhPrNuj6Kb173OGrW42xQWLK7AeD6qj2PU3zuawW75hBlZG2MpXg2SwyPfg7UUskzFkstyH2ZCzXGuHccJvJMoh4G7m6b9nxpUC4A7sMd+KWW9vs1rwwa3R5RM9KeODZ4M4wWG2CzHRGwkld92djDP8kXXVattP3WNs9E3EgEpbVBhpPgFfTTK9Yf1sUGHMphYbLW48NXH8UETQHb3+jzQSN/7Rf6m4d692ZoGWyqHexcomc7c4i1lU1dSVcgZxHbKqMml1Jc7dqWR4/dGs/Vjk41whrhjVgtH7w61fDU634+ww3BrXMC62Fp5bvHG0p9rRVtTnj4N1Bc709+9qwD9SxjPeG82FEP7j94fzWFQTV7M/h92/zW7yKe05Sj6sDAYR7179tB2vFAdFfPzI1Rnt+eRfGYcppNlW6/1KuveOzbaPfhepW1A8BZq7O5MLlqA/3GR221T7Vtv86Pgc3nlL0jO/0WKXzs/JdOgY8BwK7rcxOvB2BGY8cbDDq4/xQI736XzzBfAwC/rK3GAWuNzfHnjUfU6Pk4tHOuOdSfn93Yqs9Ngw00vwEA94P9r/x9pDseA8DDthgqh/39qHe8FGTXd8Tn27q1M5/De4+yDyzOh78fxI35/Fzv54qfXQE8tuZPfqo9Pe9ZKz5835cO8L5kA8PzffTpZ3zp+tX6+GgJ6/PDYydMFcCPtMwUAH/6qP967/w2APhz1u+3AcAvvr58zqpOuNYUAP+2/v/C3fPNL/9HH9/fvAGnBZi2wLQFpi3wiS0w+9/823cPS0vKozmz1GybgU/Lhke//PLOtrirqxsOcvMFb00Qi7ylJ1Kc8iXcyqpXV1KP7vj3738F4vFvKTQFXGcU2OPLOUGxc6mGFTYX0JSqrQWT99/tGzIQh1lTIJigIXlvCT6hYF3XH9SLhweo3VD+EXkTAF6PZfDeu0MDYFQ9HABgAvb5Yi/7U12PwCT2v3yYfP/+0Pk/USWRT5Gg+FhMwl/SXwlI/UXqvp2ZBYGkY+XiJdi4KVUxuVX5/ft3UtPqvoBRrJSp49s3P9jGl4NA/KHg5Z1yDwOCAWubUgITcDw6OpEF85bq+mAQajWb6kUdgDT7+0duI0AbX/SBIefnZ7o/gXQFs2WTTLDu8PDIcJw8qO9+lVq5KV93dzddfwNAK4CjCCO/6C8/SyWt9iM/4qLg/K2gIbmGue/GJsBK+XTVhryf6x2fnLjtAGscCTzMC6BdC7wJAOseKFDdDgpSXJwDTu+kEsUyMe2DXTbBoyVZiAOdsVQ90mvknmaDADAi1stSp6reQJlSkB8cHDoATxkAMoBI+huTTwMyfY9D2biu3Lz+MKE6ApCBwsBVYphrUu4yVg2+9H6spbtAo8aWlNrkkjYo1+aH9Y3kTT6RwjoCSqAigWwp5bcAZQA4BcGVExc1uTcoSOWJshIV4u7OlhWus1K3zCl3NaldlzVu/vbvl5UTW8BWavDjo0vDqzkBJDJj80Wfurz/BVth8gyrjlJgom5LTmbsNAW0tEFhVpCbNrV9pv69ImhGINqWs0A8bJfVB4CosqbVHg3Zr6NeF5SXxSpqV8Y/cw/ovaQCrzZrZ2LkbPDAehuQRSAZC1WmKWMWpf2scm6iugbuEJki/kyMe0HgBHYFzCXn7JU2Xxxj2ywlKQP9/Sm21diCa6xJQX4uG/CoEedmTs+1QURAG7tmAAOQm9ziKOj5G/W3CbI2FGRDgiptLkMAOxEs1KuX2riBdeyq1rH9fdmJt5yqgMLdpjDde39smEH7FAwHXqLwPDmJYhewRDCc6wKGGF+sTwYPKi9zpnK4oqZn+sVCE4ttlKnY1KPSlzW0VaQzmu/Hto5fEJS8UvtSfjZQsEYBUMlHPBZQtmvCg8bUTpTlqh/Xvda8tYLc8zHAmL+2lO+ajTgc3LugN+td8gczBpgH2QGB9W/yv7LOaI1V+zL+vJlC9wXuo/QvgLolq3RvojEcQQXH2iI16znvT+5dxgXvtSqWzQAN9AGAUcRaHWzwJ5W0BuIFFtra3MF92RTBeGKTS+C5NpQwnrXurWidYNMCNucobZkXuC0Y/siSGQUb5aY+3tih1wGgPA9QKDs3rzcyBBrSd9dSuAeUsuGCzQYJZHIuuZC5N7boHleaOzN69rGGz+k+OCnw7MCeuwDPqhwl2AjxgCJWY4W5aWVdA09eQ/m9/uY5y/g61sYmyhMozEYXNg4xDgLc6JOAzZTLa7P+Dexn3lA++ilqbjYjdYFYLMTt4qHfYZmOFTvrdmywtSbys+Yw8MwrnYAp5QaGW4mu1+gb+nUcCOWLLY/ZUhnHprz7wutNBa4Xz4cGmdTXfl8BH54LGhfOi6r3Bj4VIE6ua+qUuvqtHj9Rves6eg1LXKuZvYmhA3rOsa11wqpk/WGse264/WLXzZqYuHzG+yL5kPWsw7kAYOzn9iaAHStioLh7cGQ1mxINj8kAOJs1eA7382s+pyCbfIfnXq3x1hz589ngpQfFBEjoL54XbFi70lxgg5Fzs+ui12z6Yc31c532YmTpGdbuQ/9mAwZ9XZvqurFRn7nUK+Nzo82TUtiWBa/hPis91uNNEYzqnDZ1/7LRoYHX9FDu5Y0HzIe2GaJe7wPggr/VPPyuNhX4WtTNuYk7VS8pHCYB4CjdOyVt3pO1nx4oR4a6V30OMXBlE8MIUGeNrABav/9chxpDFeBvTTsOyfLsHgZZqu7ZYBEl8xAAV127cnaA3nUZRPb6MHD0++zqyFHDbxgPq3zqHxEpLPtmLvuYAuglCmDePwkAj9VlAIBrnX8pAK7282e13gaIfhumH9p62trhsX/3+2N07U/64bcB4OfL9/EAeNxeerx83K+s1DNX2jNxtF501tRpz8zX4fF1APAEEPobAfDvRQE8HH/d55opAP6kaTjpTc+pfvvvmQLgR5r98U0MecNTAPi593bvn3zzl7z/s42WJy80tYD+iM+9X6RLfhsA/KMDso/4WPdFWv+bXHRo3/FNCvHHuOkffXz/MVp5WsppC0xbYNoCH7bA7H//T/sP86+UE1Npck8OgQsEVVEuEhyWFa9UqVtS5Y0Crn64QSIS1MP2j+Ay+S8Jxls5SaBDv7ZV7SlBZMCAgrQKwh/vSZkJF8z8AAAgAElEQVSj3+9srxi8kF/14hxbaSnmpJIFhhHcJy8lVtBLCsjOSDV5JGB2KuC2vh47T1TLACrUydvbW4J8jszqmJWy8MQBdH4myE4uWivh5lcEd0h4WvZ5WF1GDXx9xd/NopTAuy07b6XqXRZsk9oX9dumwA35HxU0JycwNs5cP4EdKRoFdzbUDoAMFGOHsjIGKG5tbc5c355Zrck1CWoDqGLjig2pAs8tr/KNAq0ALZSJBLwBD+eCqpQfZg6IB5gCc7LjmsLOS0l8rPIDQRNoQhnjMGjztiMYvi07WQtRBIAXAYzkJVZOS1SznH8tiIL6eFlAmSArFtaxcSToyvsSMES5C8x1nkxDith9UhdAhG2kZfu9IwU4D3j6uJSbgJg3b1AR8jrASXakiqpjG34reOtcvgJItA/tfOv8oOSIlAW3y88NsbIVMBNwWFB9GaO3svbEmpsxCTS9FyxckmUtkMgKOAEkArHYYJNn9Eh/c91VgWXgAn842NyQmFLAG1BwSxbCe2oXco9uv153Xk7APmp3FM9YQwPzrKYTQCFPLLly2TwRkAUIlsX2W80FlfdKoO9B7bWswPnGmlTE2wILUvw6r6auPfvqWm0kKIMC0cFzqTbVtoy1BdWHPKexhlV/oCC1JTB211I0XkYVh0IX6DjfLAy5jqG11JNXAjqe51a3oZZFkRh7c3lb+/XbG21UOBa4b3OCnM6U2xbXAuK0K2rtTeC/3gZIu1CfqEnyNxbhgr7CpM4TfK/81UeaMywdAHnnBG0jOD/cq2xS5KluzoZrK2JBF3ULTgKoWQ0ub6VeJBe5bXLVrlZ/cQE2IgCKUW1feoyiTjs7EwwW7HJeX7V3ItIZk0CDBedeziYNNm0sLq5oHGNvH2tmAFLyq2aq3SuwmFyn5H7VGumctKonYJ6VDstgATVUp+Q9R4G8JdVsbQxh3eAebjO136o2sTC2AyyVw1t1pZ1Qe6BYo3KUOEp88uFmXmOJ7lo7eA8AVU5d1TMOBijMBSxbbnI2GgDTAZ7AaCyarfbSPVa1eQEIXkFvQADjmM0B3I96YrFNG68qny/3o9yMG+4FAGYjzMmx1nX1Ge0JxLfKWm1vPKj78D7njPWcilUwinN2DrCmodZnPJNTmQ0BTTDnEcJagSoWu29+zprDGsnmh8q9zqWAggCNeW9EoU70IfMA8AcgOhXcZ22hHSkH4wrFcKyqUTFrraLNdQ/WJZSetrzWYGSTCjmADbnVZlbn6/94VjFWeUZuyG0AJwMAO88MxqGV4toQEzv1zNt75zuN3beHvwFTNtH4ukgMnTebkdKCVfoJe+QC6Fb+sm6xIcB5njtVVAGreg0YxyYeK4V1DXKRO/+uypyNDGyASb5VDueEJ1ex1g8rhp23OM4cdThntf7wHtqa83ifoZMdLsoiPM/mOoe/l9p7SrlIOQK88uzC5p1tPpQxAE/zTf3t/MbNHj1jtuVAZrNGT7HI5gjqPALNNqDXdTTeVuUwMIctN5setJ7QxqwFDrIbDGvs6P0B1+Rqj7rbziI0tz7PkMMckIyjBW9bZC6gzNamHT7DZN0eBAKpn9fqWORzfJ4vwNxnHCT7zj34VttE6LOCicxp51uHSZOLWv++0LrNc5SNPrR5+gQXF/Jy8xkk1tlW9+MQAvTFapv1j8+GWFjYdgK3kjhD8PmBz1Pd56sOSs61/huNqQZ0yoEhaTNi70y5GWuMj8rra6eYZvds14H2eadyCNPWNSbZ3FDH6Dw1m3/fNg7wdyn2+xbOd2wGaWO4YAxrYwHqWj8L4jJu07992J850M9bW/3fV7p0sKsbP3Wdev+oIqOxlrE0VMz07aD93pYvuGvv2L0z8EsBbOU1rh3+0JfrFqTsg7/R3HoEYPZB6hAYjsZ9+xwz7P/+hpmurvmJucrRz+nbf39Xrm5OfKgMzjvmehHKuufYWB3mYm7js9ql/3eNjwyUbFDMa+P9+KHq+XEAXPWaBNyH9+63U6lFh/026k9//vswOP5hu4+D2Ekq4FxzXJHb9fd4AHySBXRZSffHy/C8vt102VH3+/xDBfBLA+/ja/Tj6/FLNur0+vmJ29M3fG71GO4+6Iy6b5JSmEV64uv9Tp/w8+M5gIcnTwa4w7O69XVyKoSc/3IA9luff/X+4bh97PVnmuuDX//W8n3U/T4G/I4G/zPj8q9WAfyylh/v35eP2w+v/rL587JSfb6zpgB4CoA/32j6+Cv9VQHgKfj96AHyVZ+vH1266RumLTBtgWkLfL8tMPuP/3TxcH8zP/Prr7LaRVnnQClBPKQxNzO7rzcCSR9pA2Icx6cnCnRjoyrvRH/hQJkWK9WzEwVLBRkADwTM3v28bwD86pXyWyoXKUHBg71AwI0tLPqa8lBBqG2BU3L38c33WDCKwF+ADYXBBjnW1ADgEcDTuUdSHKIiJgBKIHBd+Vyt/rSrb9Rp/CF4B+jGQvbultcd3W1wjQjJ/cyPyr8L4Dk+Ae5uGTwAfWLFey0LYOUQVjuhtiSf76pUbSjpTgWRCKphkw1MWV3H3lQwRTlpUewSvDo5QumcL9IoiwHi3B9YisKTYC0Wo3y55br87fy1KLRN64xX9P+vZvZQNitoTv5PYgsEKbHqDjDJH2DN2x923bfZIa9+sNUzarLYNL9/v6e+XHEuZxSwgQ0VCMReFXUjVtHcPxSRPiNvL6pRxg8QEevWHSuRVQ71BzleCRKtqx2WlEMTYIWSaF7lpG9Qyd4JACvps+uH+gqgUGqtZY1BcrmOotq0E2o4lZ82BgijgsZu2Uo+qXUBW4xdB3KBK+ozADcqxuNjrKVRXwpGqx0Adq8Yu1Y0Vric2yWAC1AAHgG7KAfjBih3pnFGLmnMiJ1PVn1AbuZ5/QygVMja42pOqt/XgroPaoNrBdi9keBcAJk8rqhwpBTGxnpebXOvTRR3t9ivL7itlxcFR1XcVYP/WeU/1qaCzYCvOYAtKizV09bQZyhsBft3AiaAJfmQBTTn9xrrnqKB97QnbbSmaybnMIEmVEyCpNosEYUrawJKTakMr4GSgs0CigDew8Pkn2UsYam6q1zR17JSR2XMRgiUpyj1HwScAqoEoprSsgRC/E0cDKDPBohYJWbMoUSkoLEzxta4QTP93gHgBqRoAyyCA3nvNX+SL5yDtQVVO78DMDEnjpSbmrzPWL2W0h6Q4ft7XqGoDkRk7gF7o4KNDXPmUwL62Enf38U+GdiI6hP4Sl5f2nhDOWFrzWLDTOzGc6xJ7cxYODzE9l1zS5sHuAfVd9C6Kd3hg85x6k0BQJeFwDGdGxtkwWtUmgaueh85btWe1InfHyl/Onl0CfZjhY5KzfcX1C1YZcv5BniTuxnIK5iq/kzuWimFnfsXpS0ghj7Sxg+p32/kUsAGFP4dBXBUthy10YC/ozTuVKArzeKbzTy8XjldbRHMzKwAqZr+hs0B+hP1Fao/NjnkmeEAsNYOuw5og0Ls2MmnPe9NA7goRP1LTl8gFhbNsgfX34A+NrzQ69j+c+9XWg+WVTbn7lWdqDcAmJzwS1hkN6v0G7W7rW8ZS3pP2gc7d6Blci9bqaj2pP0LHlWwO2tL7PR5lrFGAtbZKJNx6aVwtIbTntV+XicZ7UB7jVXau7PO5Y0Zn+kDrLABZ8ktHctogDbrZABwwdgKGtku3Va+2TDCURblQHrvPQIUq/24FzbYgG+vRyob8weFunMeN7B84zzcGtueZJkHBWf4m7nFwfimPqxlfiZ6naePA8hrbtcc9HjTPUoBzLDx2uVy896sCyBLntWpCyrfrC+MpXpOxkobS/LYdLttdCHGAwH1lDp28OSGRwg7a8tfxhIuJZSfZzA5ipOSwUF/1mv9zpyZi6g+AFBfTdcP5MzYrrKk1YdHU996hmRNcvoMWwSwISRuD4ynggYn2sRxx6YabVy61R/GXKlqvZYV7POyGzt7Xw/IqfU9G0My7+tLeyzXo8BlPNXGBdrVG3m8Nuf5myNAuQ9wePb5N7UBq2d1nD7KuOyAbZ6zHVxrSlxdN3M486GUtkDf5BdvnwPamBsBA62llbva815/6Pv6ueo6BMCpB8+ElL8PgFPuPvTr1vv+fOz/XOO2Gwv1OYSxkvHQhxydwrUDeZPsEh8DwB2IZp2OSj5zKhtsWKcN1ttnx0lApd8HXXtlo0WtJdTHz6PWHh2cTZsUQK8R3r9mf9T3rxcnizbye3C13w+57/MAuM4YgdJROduzawqAR91QfecUPW2edmP4twHg4QaBuukQOPN6f/2o9/2uADCbGgoAT1Bo+pHzDCCu+g+tooev9+fIpJ9fDoCfu1J+PwXAL2unTzprBGv7IPIZwDtVAH9SU3fzqB/Zau3eh+bPte9vuvuXf/MUAE8B8JcfZY/foX3c/pZF+Hr3Hj3UP2L9/nql+13eaQqAf5fdMi3UtAWmLfBX0AKz//Dvrh9sJ+vAY4LhwLBff0mOWZS76xsCK80CmGDopdRa88AKLCttMdd9m0WJhOoJMHYkqLEmwLaxviHoQKBNIEtKN4UnBbAEthQYJUB8sHdphRFWr0BHYAXQBrCLMgU48tNPrx28JYBt6CLrWEDr5uauyrFiqELZsFcm6hl4EOXWW+Ut5jiQ6g916JXgFLEhlM0oh1HlncrSONaywFCCiCi0bmdeC2hhcUgw+UCqUQM97+43z3LuZPLAEqA6P0se40NBWgMMvukDEAUV37zdtv3xtcAnYCjBUdltYkGqsgKSsR12BsOHxZmf//nIEGxuXgBdAGdnJ9bI1NuWpgpsAtiBGkSkiUUCIGi3WLrGQvXwoF1HEend17LeXuR+wOsE+1DYEp9dEaigTO/fHehaUqYqYS19yR8HvzUuUMMCgFEp3ur6WIMCmOiHc0GgJSkbrXJTH2GjSX+h0uNeKEoJZrxRXwCgsBFelwJwmXElqPLuV8FqtFPOJ70hqHaq4kU5vilb6Fm+iBnyBMwXwCEHLJsIZu+l7hVcw/La4EcQ+xpwMQP1l3p7A9tnVKuyBadOCoZzbEg9DMCjbLTr0gq2xRofXNfgGEAjK1ABnjupgw/3T92vzoELXLq/DNTX/dbWpHhWGbHwDsAUdFlQfm0BpyNtkth5zfgKHATU46l8rg0SCaZp84CUkzcac9e6PwozyqYJ4rKea0MBgHVNQJj2X5gTMLs+UblQ028ICqt/FPVH2ceGhDdv2ZhAELcpkdDq6TrYDAM579Ve3hxAmwPXNA6wwcb29pb7aUm4lzKcxrRqWXMXAHxxJqhjVSYW1fq1lLVbGpu0EaDwXhB6TnPRtrCq1blU5bQTquuo9ZKzlwA9Aft+4PhAluaAg6gNZbttoJWctbFGJucrm0YC5K8F3piE7iNZfm9syKpckOZUbc09AiUSmEQ1vbkpdb7G0w15r5V7mLmJEh5ISFtwPnMGS1wCXVjE0leUkdy3zlep2qPq5b5sRom1OOOJPLEoPZeaovfc5cbqGYtncod7DdL4YbwXHGX8omg6k8U7/QXwt/WuxrBtVQ2Y2ARTFrqM6WzKsM271r4RBAOQ6TYGnM7JSX7OWFVj45wgdxRu9B9lAGxbJeo1PPdintuyXUpZ2u9GABX4y7w60UYc1j3GGW09p3zSKIpZ3w3asEfWHOXcyjOLwpd70768N2tKFLlLKgPKdmBk8jXTt1E7ex0DJBkAkV8UmAPAI+81FtpsCsAuOUAeVS+bbYCoCJwBEXOyDseymhzyPA9Q/2J/TP0N+NWW9GsBSpS4ANFYs+cIBAQiq1zqO5oLAEz/MwbZQIPCHHCLCr8Uuram1XrpvLoav7Tzsp4/ACfu79y0bLzRv2Mby1jN9dlfAyx0e+ke1V8Farwm425B2wDn2EGjg9/zjPNY1nVZo8vKvDZJ4Y7BxiPGAX8YH9n4kDGavKzJ0cz16BvqVKpMzo9FuMrXQCHT7FLP/ALAWD97nuqa9EvGq+piC2jAZ+ZlH3wl5ytrEWplxh5jtaxwA8CcA7tBGa8dGie2FVcbsHmBfowSmLmcTUbpw8BvO0wYADOuMt7pOz4PAMO5ZllMAxoBo1ZzM3g0P+dxadDfd4xpj3hgrzZ9aP0vsM79cCugGMwfysiGKOrDfAMKs4mDzxkLzBds2DVOnI/WcLjbtDXpCzJtZGt1lwm1ptY3/ZvPAqfatINKXVXxXDcgwTHD5WU95Lmc99Mf2XCgzUxaj23L7DW6g6psQDHoVzsajKqAI1ira49pZhw4TTvN6hlgS+YGgHEs4D79gJBzWDPuWcNHauNOHRxISdvnM1+gK8/lKFT7x1AFXEp7t583GwTSljLYm8d8PdajrI0B2YHdwwPL5zrY1FRc0IYk3qERYM7YG8La/r/7OXo953XZUhozFzzmrcaOUph61rMimy/avHP5+Tnjvo6+JXLl8vU8zU4Il63yjqfOLVdx65jK2z6WS7iNx+F1UsZY81a9M3bHoUU/92314+g8Npq2o673QeO38vfnxWPAsK6fuj4PgNnA4XN7begXWuB/CKiHZRvOzxGk/0ABzHrX+q8Bhj4MH9anD/ur3/r3fqz+o7ZsD68R2G79X9eydf8gOttv/+534xschmV5HgDXUzTXmaQA5vW+wrfG2RA413uH86ve/9TvJ42p1GV8HXm83Qcgrt42xhc6gDTbvl/UfTNTc3hTTlu/Jq7vvWv+3gBw144T2mNU7g/Xz8fb//MAmkfn4WM3fuHrXzVAPVUAv7BXPt9p4/378nH7+UrwZa80BcCfZ3359F56YqfPCy76VdefF5TnY08ZfMT42Lf/sc6fKoA/ur/+6OP7oys8fcO0BaYtMG2B30kLzP7Lf/PuYVXK3VWp56x6UXD8RHa8BiTNVhDlUCkdnGdQQRMCm7Yj1UOP2ALKMr48E1wmcHwmK03gKPa8rwS93v0iO2QBJcCEwtUzb3alfFMQnVyKp4ZgUo5JOffzX97pSznBYwVz5xToV2D1/OJo5k9/2tEX51g5c5xzfaltFhfWm7JRuYMJ8mMbCzhSMNWBXJXn7VvyEwODsbVDRQtsnFGOX1kdK/jKz8dSBAJmyP9KIIGcu1iY7mztGqxiS316eijIJJhMTJUL6v/IX7mzuyrL0XO9R5aQUveioOb+ADfaBqgBZAJiHB3vO1i2uUWZBOQEDFCj2oZYkIg8vzP3yzO//IXcwLIaXb0TpF510BpQ7ZyuCpqhwN3fO7I6J3ANMHXWFJLkGsYSc95WtwAq+uu1APD8IkHxOeU4Pkz/3seiFitkgsJ771Eux8YWGHV6EiXzlmA8gO/y6sx5VLG3RZW9u7sdFTW2sVJtlZ3rmze7Hg97++/VfoKsAoc0GH2Bkg612Na2oImjznMCz4KmBKRR8C7Islb5dNko8PbHLd19fuby7Na5fQMzAgoARuQQJYi5IXtu2hgVMvCVcgCml8i9asXzgxXqp7KqDdCgB1ETqV/YKCDQtKz6Mj4AwBxW1Gh8Ax12d5WDVeUEOmFXjYCSPljdlprXKu3AfgLFB4Lu88rTzAF4vsIO+fZUqtwF5068FBzY3drOEuDAscp6cax818mBvao5uLUhCL+hzQU7TeWHBS1wVX26uwusVv1bys3jI403wSdy7gYKoGxPcHddOYeJgxZIC7IgEClIpi6hLRJQoz68L+ALtdjxEe8jaK4ctILXOKE6D6qOg2OpPgW/T05QtwFMtQFCc+FesH9ewX4UdwT9D9RWxFLXNqAegRQXUtAz1l5FJmdYZeAO4NH9VrSBxDl39T6C4SfaDID6l2Ds7q4U7G0DA1BzQwpWDiyE2TDAEYUkavP1QBUHugPWAFWMXXJbareBIDa5UQGh5NVmowK5jaUY1rp0r3sCloDJa7Kcr2D9xQWK9k6JyrrJZhXuC8ykXOeaK4w5YNnamqyEBUpdTlmGk8N6TRsuOLA1Rr0JwKN+5C0G4DKcgNbXunblqGQ4Lmi9AhzRtlbgqv1wG4ig163odRHrfJSvsapGYSzwTKvofcU3DKcayaB9mZ8Aa3J0U+7YFxOcVZ86B7LWSc1BgyWt45QTEEvwFnW81X6aP7R5bKS1SYKNGA2wAG6BpAakWLPrnFuBR+Z7HAiSa5h2BJQBkAHsXP/uTnCYvtRdrETWuIhyDwUbm3KC46yaFZUBxCa3PM8qwB/nkR9Yimf9h1U91wBS8c5OmZt1AFE78JT55LLJPoJni1bpzC/dks0p3JN1nnKy+QUlM/fhucKaznothmnHA2AmlqMFgLku1tNAS+zlEeBhQc84YMMAYzDXbZbd9B8QfEzZnucu8LGejfRdwC120Q1wNLiEfT19R/sbAGvM087Oldu+rTPOkzM4Y4y1lHMD1dL+saiOkpf5xbPN/cx/KAeb+ptuST5VNjDoOmrTAsClJDP4AqyqbrHsJ8c263JAmBWdZT1tcNqzAgbua2EqCGX7aN+7lJz6zKHSAu/55BEAzJpYLhhqb2zTVY8RuNc7mPMGwAWEPcGw8te4t+Wwez72xIKduDMsa83FycPgFzW9n035tx6NOdxe7Y9HD/Cp/Y5f90CNZ/QjEZQ+6Ore3f0UvsDaHd3z9S3jNEpMNsvx/OOUK62DbN5yTnBD+QTM2OhmWOr1k3LRnmVrnOsYGLkumXt+ltktQps0/HmQrUKB8fSnAb6Vx1kLXYdRrs40AuMnKu/2b20IY9zQltms1IAU8HjYVqpsWZ5PAmoeS735wDhlriZXdOpdEHhkQa3XXNceAOZZUV122+D0CO+06xSsLDcRb1bwPEnd+QzIZpayg/Yzys/hANW0T+pa1tU8i6qcXf06q2bOHc2Tat8aErp2AeHqR2++wDGBcvUUuv0yFNh137Ty1SWrDH2oW+f14etTAJjPyv06Dfu0rme7bfqi+r8HtHMOn8EyJodlqDYet2JOLV4CgCfB1uFrw36pjSddP74MAFfbDv8eXr/r1ozbD8Z7i3s/BYCH9+i3/ecGwJWTd7ieTVL4Vn0eA8CT2mg8f/Bjrfjh658KgEt4Pr7XoacgbC4vozowdtvtpwC464fPFQCeAuBHxvzUAvrJxWAKgF++Vn6LMye5mvTL0d/wNql8z73/y9dpCoC/fBv/Tu4wBcAf3RGf6/n/0TeevmHaAtMWmLbAX3kLzP5X//P+w+4O1sZRfqB4OzyUks+WyKjw5qScE8g5EFy01WYUcg7mOWgUtR876O+taCC4L4gjheTWNgphohPzUllK4SWARF5TlL/rAkIAJ1SaxFZRUQILopgNVJ6Rqo48qzOzyv0rGLYti1ygHwHg+4fkhp292zBwORGAWF5ak1KS+yfoT0CS4OGO6mdVHKVVeQ72zw0Hd15jpZwA5egLvaOzgK87gSfAiqDBwqoAgHJHLpP7T8pKByJRHqIGQuGDeku2s8cAIOArltVHrT5zBkDOq6drECR//VoQuQVoyBH866/7CowTyCOIHFUdqlTKRV7kDSmwD/YPHbRFOQRYR+l7KGtl4BW5cbFKJOBL8NsgvtmdosChvgSk3r7dEAAmkP9KCmMAMJCTXL2bvh6B/gPlaHa7qg1RPjvfZ7NPtqJNYALQCqs53I+qaWVVY0RqagK/BE7J/WxlM/bSem1HcAz1dQBcLJvpl01ZgPNvA3XUqQrkA0dvFDyZRzE2BySWqlMq2otzbH0vDaUZow3BE/nS/dVO64AT1e1mzfW4vNT9NIQZv2wsABAuy24Xm27AHzFogpuAL9oobUEglCsTSCToHOCC+h3AzJhESUjf3KAWU6B6Tbbd9BkqSE5AQQjYIhDNOFhTjlzUcpdIatXWwNS3b2QLS05mWUm/EmtaEUBXWkqDwQfbgMqaWvOHv68E730QuAZu2VZUwWQ2DABO1caodnNexm4CngBv5dWWtbNBqmDiiWA+6n7bHqvuKNZRvXmqAcQ1ttwnmju3t9o8sAfM1YYOzZ1V1RM3dgLMAV/pAaAY6k/DNt38TABYuE2KVkEZnX9+DkQUINSGCoDvvUDEkazPL2XJ+0rg2KTE4FbrgtpxTXm1M94CfviACHw6kfKd/LDUiXnH3DjSOgXwRGFL2c/PsX0upQlAKcoSbIKBYvRHrNtvdS7qKuYuOWyzQYL+5Z4r6ozVNTYzCMw2+1fnuGvKc+cI9XgJ2AIUkR80KtoA9KNj7NfJVc6Gkmw84aCPvUnFyvfYXseqNmBqU3bRQHDWF9rvUhshKpiMLfCqc44GflTAFgB1doKq1outyoINOtlZycFMOwAYY+EK/CE3dW3u6cBF1JCUM2XB/paaJMcroAQFJfCc+YUC2DlPDVbn7WoQsCh1rK222wKn+wNYrEx1TuUOyvLzjbix84ZnkLtdUf1xfwNlnVPW3WzkCEgEJLV+bspB6mbrZK9/UirreUBdrcoD2gnO4cBgEGh1TtTnnIxSNkr01B0AzL+T0zbKWjYVeZ1wnnL6T326EAUfazhj6VzPKmaT8xLr2UZVXzUngORpzgYD+hZrRtZcQHeC9HHIYF0F2rF2sbEGCMfcTs7m5A72KGMtti13NpowbmPVHEVfgcs+GGD8B76jymXDQ84vYGyL6NYVtIkVtao3z4CCzrGF7XKtLlgh29aoXrkYV+T1hRAHuCbHaMYedeT5L5hdyuX23OV32bARS+PKpcqcYfzR4N5I0BTIXNOKcuBsq3faJKkTeI5wYNPv+6LC1TrjZ0VTbdZY9cY2+qyVIZbKAs4Aem0KAlbt6DPNHHVS2Zc1x+gn38F9nb9rs1zG9KSjR3zHNbSjcj/3xbiDNR0UHL9T7vGhpoVXuvt7/HoM58+50hLwbz6PXOm5cmdnhLhgkPoCdbHV1AV+vYGrAJR+p18YeBuE8xmRP50dPBsA+KzkC7Sj6loWzowVSpk6aq2xUj6KcdYYP7G8BjAeOjDJ+lXq987CODep+TECs8xmxree76UEr40Rfo21kAWuwWqcBgp0WgGsOuazQktZ0HDLkTcAACAASURBVIB0H4aWUjnqZI0VvakP2bLGszmlU8N38LeDwN6o0+BxBTQLBvN5om/zbGV479mQvsnndG+q8hrSjYp6bymqvTa1ew1zAHsrAX3Sgwqdwv7D/qz+fQzqTpoZH0DlBqgLKNd6wHtr3PRVkvWZof/7YTn67ysld2ep3TYeDGD3xGnsm4zPv35d+7mEh2O9G/xtQ0MPXE+61xC+D+s3qY19nTY/H+sLPq08+t7WxvVZo2u3TqVfK8wHALrVp7/W9Mtc82T4/v45favpfps89nqd89zvh9calivrRebfpHzDef/4ytpfr8dAeinJBxt5uny+bYMWa3A3hTqL6LYR5tHx9xt/0X8STb7Uh0+Q8fOevsIQsA/v8fLn3G+s6O/87WPt8DktiD9FVdxrq+f653ferJ9YvP6Y754HnzY/PrEIn+ltf3QF8HPN8O0A73Ngtxbz5857uobf+/x7ZH/rc93++/79FAS/uH++9/H94oaYnjhtgWkLTFvgK7fA7H/7b08fUK0ROLk4v1auW1ncYg/bgA42tKjS3ksZypfitXUBJAU+Ub5iSQv4KQtNAky29kVN+oCai+BWPgih5gX47MsCFXvgDSldCcgDg85kC40CZVnwFHtb4CMBPAAjMCSWtlLM6cGKMtTARzmECQ4evReolML0XICtrzR9JetkrHH39w8EjncMsTiw/QRmYwO6+3rVSlQeQrGj7Qc2UBVK5SroCAQm2P/6DfadUdKgcj6UZS05bLe2UQcCnQNfCQxiq02O4IWFNUFCQcsGE/g+vyVgC8Q2LFKQ+VDlAUoRWMRuFcie4LPyGwteE0h1zloFE8gTDADmYyW5dYEA26pn5eoFSh7JqhogQvvvqO6nx+SvPJ/ZVPCa/rsThPvFCmCCfWqn3Q3naQV2He6T87XFjdQPttN2nZKTDtC7shIr2ZurRYOfy6tTA1JDYJ2HEs6KQ52D0hGgCjSyIggFEtBWMA9b3VGcqA18Aprv9s6bUvzclrqoaGEJZyd3ApEoUVF7ozgURBFs2tyS6lrQiCDn0YEsymVFOrdwp/7C9hmIdqUxLItrR5XVbrKK9mYDHcAD1831I96LnSHKdAAuqqcrA3bbp+r3BwcAOyxcowZ7I0UqGxBOT04M5xcEFHkfSr+NzZWZN39CVU+gmdyJgt4au5ubUgVqegCjmTsrtloFpGL3zXin/Y0hlE+Xdkuw2YFdgxLGab6kAtuWlTf4hPzTyq/s2WYlVnJ+Atd4H2r9BKaShxflEjC21PZWqqk+hk6CIwDgIwDw/I03IPD7gDVyE6NSzaYJrohFLWVnzDIH7rH6pXcoN4EyNgKoX9mUgND0/TtyTV+ozagb85q+u5JVtED46qbOj1qeOc2agnL7DPX55VmbD/SF7LgPtG6oLqjjt3fkNKDyn53pPPXHqjZdEOh23mAVnPzABKOwNyf1J5s1AIEoNG+utQbE/9QbP3BDYI1DHXpMzm2BunUp/09PNa9UVwBT1JYBZKyRI5CiOjNfsYAFIGJfjn31vO7DOsMGB9Y0QDzvYf1h/AG1cGJgQwTqWRS+9Fflk6V8bGRgMwLrA6r0QAryr6J8vzVgZK4BicmF7SFkW1vynJO/k/cKxisfqOc4Y0X/x5Bi/GNH7Je8mYcNNABY7OFXArDVfofKu07bWwWq+7PxhLpwIeoBMAXSW8Ws8tMXKM5i/0pbS92J9a3cH6wG1jxgA0NgjsaKCgMUdV5f8z7GpKzZ1R88F9xmAlG87k0WwCGV91Jr17X6Edtq1sRzOQ4wZ6g7MHxZmx6YF6QIYP2u3Mix/W5t5zUctwYBRr1+qXmOcpfDDhd6LnIu19nReOMZBxhFVX2rucQ6QzoC1L+3Gr+GCmywMESL1TbnUFdEp8lN3Sxj1SPMIYug1eZ0BZuo6APakHzjq1K7s/mgIFGcOLoAlXPmNsDcltP0pc4r54TKHwxQc45y3Yyxx+uxds4YsDq6gXvU39n0kGCGlZjt3uRwBvQyXgLbW3k0Bwytqadz6aL4pk/q80De96pZ8VZ5DejaczhgsoJx6T/G7xKA18puWXBjc231KvAvc6YAsMvKfNQ1OwCMClwgbB6Q3ilafS4bDHBH0BzakHMCSz4254w9+issOda7PL4NAHm9Fb4LhX8YQKz6fe2/nwvff1ieBj5UK3JuPwDiddIlmwA0x85PF/Q5UWu57YmZYGyM4VmTZ082IvG+jC3Ux/SjN5Fo/KOq5wVcIjisoLa1ceaIQSRt2wrGc4B+Zbx6PefzA2NPp9Vrvg6fUTx/1b8qS2dhnAvxO4/3AtZNBV/zh99xUM5YM2scSelbsZyo0JvVfBK6p/w9AFzlqDHcb9vkaI7bTP/wOsYc7YHXuk6dV0GSsktPXVs/tQJWzmFvnmgAd1TGdi5rcAH0eCl8eGRjY57rfQvp1or5q332CDTu1p+ClFXeIczt3+2xwE+BwRFIL0Jb7d37wNi/RlJOdDnjR6B/8AFzeF82SKW9G4hrG0YmAdfxfhuNUG9+HdZ51HdYSTx1vBDQVHn6oLVflz74HrvdAAAPx94wVvlUvwzHo4dCu8BLAfCHY2AcgOeaGZsfA3KfauLHbKcnjceqx3MA2JuRKGMr6xAAj5T+rf+H7ToFwE9Pi7+2304B8O+px6cA+PfUG0+u7d+MID4HdqcA+CVj6Jt130sK96nnTAHwi1tuCoBf3FTTE6ctMG2BaQt81haY/cf//UpMKSo7LH2vLlB8yYJWUPFMClhAIsER8rWicvOX6RYhwrYUZRnBFwLM/AHMAWwIkpLvEtUMOU2BF5ub21aGHh+f+nrk8yQYfyoAzPsAMuTkXd9cNBA+3Md2k/vdzvzN3245eH6wf+xcrSgVic7tK3fsjdQqhhioh/XfkhTGBOiB0bZRJj+fAnzYr6I0Jr+ibUMV0L8GmrTAYdpB+Yllz7uswC+x9QOBTPLX3t2dz7z9STbZ10sGiKVEmBeU2N7FOhgotSKod2JL5QBqAIDKocD+sRSBkatEpUvgETCAlSzvJQcgSmEgBwdgkvoSnAeEkV+W3MhvBDW5NoEKFJBAEq4LYN3e2baSk/MJYCzrmlvb67Y9vlYuVqD7EpakipfvvT92kP9vlFvZAE6BKPriQXDnSHbYVmECJ9VHq6uzhubAq3nZtW5uY7PJfQkGKweugBLjAIXi2x+Uq1llcjxV/QEkT+7EqJbrSI7PRf3+wBaeP/zw1gF2wAwQmn4QszWgm5OdMlaV16rjkpRFQGHGy+npEQ6VzjMNyLy9RtUKQcHWFDAH1L61+nhdNtrOb9hyuO7sYFGtsceGB3ULykvgJtCPscoY5vXDw/cCybIdNjt9NbOvjRAPgl6b21KrSvn8AGDE1lJt+aMU5W/ecl/gI8pGgR4p1QLi6Ff10VY2ImDXDKhmPmztSAmseXWuDRg3srpdW13zeAaW3ANNaVvyxGKx3BrQAFjnLKEC1D1Q3O7KitxiIpW1RD4EtgkOA3aszEKdLnt3wAmgiz6nr8nVrEupnyAmAsDXczPHBxqbCzdqO81nvZc8oc4LTZ5cQeusB2kaxh3jdV1jGDExqv4LnUfg3ZotzWMH5rEi5XyN8xWNK2yl2QBxfCr78XcobgWbVOYNrT9YPzP/6Ysl3cv5P+ENKu/ZqVSRzHs2oKjMjG0swwNoAsndDi1XJoH9UXAPxSxqTa03qGWvbgDNCx4DQGryAPOHNejOalStJ1Kxc6DCp56siyhrUS3HthbL8cBCgw+VlXpvCQATLASMxgp5fB6cqo60y6LzHmM9K4WtJijgkfWR14F6gF3gL9VibvAHcIpdPC2yqk0ms3OyU9Y8o85A5uTexd5asE39xuaQFfJWq3OAGRwAyNieAgoB/Cf6Wf2qcnp90vjG/poNK2x6wHWA9gf0E/y9V+5l2iHzKzyItRGVNs+Uc625tb6ytlRuRfFjr0/c1BxBkw1LVEBJrKmBe3p2qB+4D0p6L9lSILKZBpjoFUjrERsSiN/zPKIPslkBhXUAPRskUi7sgnmmRKm8vq55llvbWYL+waoWgE27YJ0fK3o2WtAPWJQzrLTm6/nCc42+soW15uCd+pj8wQBJmGQ2yVx5sxB/uE/jo948RVmXdV0AKe18IWt84DrrD+vrg9Yx4G/UzXEEYC4D2/h35aotWFL3qHHocjcYZrvsNi9QVFvFq3ZgfJODmrWI8lHPbBQgF3osnbkuY94guakYay7NY9XNPRqY43Xbyrfn2CzPtja2A9HYFFa5VpmugWo8A4HMsf/NZpU+zKZPXW+tX2wwArxV2onMq879gvHB+HX+a6s1scdnwwv5g70YSxGOkph181gbL7Teax5vasPOijYKsA7W0YRgAyFdoD4jYfQFljE8mal1F/vd/9RZ6FZRveFodDRYRrfx0cbrhcYxm7tseao5g9OL5gnuMTSaPy7igNA2aoyUu978ls1l/MFNgcPPCwbiCPzR72yeCtxjjfC8d25lNiF1Tghl5cx616lvk/e3bx3sezYAXGUoVSzX5CiAWIAwm1sYP3zWzQDJZ0DcUtJGZUNcP4/asOxl2gv983gpiuMEFNMeXQB6mE+3xhsbQlLPZkPeNkpUPuC+8odrWhE9au+nr1+W7KPy1CToqV3LYaDaaQzGqr37dejUnt1IGuY2nXROGnUcEL4EUFb/VfnHy5a+qvvRv33Y+xQI7kPe0Xlt18ejgaymAO1qPvjpIwBwlfvRa7Vxm7HZ+tsfhbSKs5lmwvrk1x+B6tWONUeHkDP/7sbVeLt3N+u3b/+avM5mOecCn1CG3wqAXwJ++6D3qXHzIRgeBwAfAN7W2BULfg4AD/t0FEP+zhXA/X6fNK7/WgLEX6yeL1xfnlpTsmBmA94XK+ezBfi2Jzxe74/fYpea1HbBT33/y9pjqgB+WTt9/FmfGwDXtrvxknzv8+27BMD9LpzC4Cen1vc+vj9+XZm+Y9oC0xaYtsDXaYHZf/wnyTkcBNCfO3LGEnC+mfnz325bmUFgnI8mtokk4GalZVQaY/EEeIs+ywKxyB2ptwnWSi2mByDqq93XUqk+oCKZF1Q9MLRZk6Jp1TlzY0WbXLDKkYu8Rl+gb28IzmBhK1gkqEuQGnhJgJy8u3x4uDiVallAmUDE5uaG82EuKZi7vbNipeb+3onKozzBKhBBM+DulnKxEshHYYzKl+AiQMAPo2bZSX25DqCFcy+vjmZ+/GnTkIp4WHJaoQAVfJyXkpMgoGFMwJzbFMWY7HGxeY0lc4KXdWDFTD3JIfv2h021idrB7dsAGnbIQCgBQBSrBJ2BmjOy5aW/AoDTC8AJcuXOSoHKzbHpXpWV7ZVUceTDtJJWkIy2Rn16sC97awDwnwQ3ZwNTOCjT4b7AhuAabYEdNZa4QIOoF2VJvaXclktRQF4rLy2WyABgQNcPP+5ai3GiHLGzsvnE+po2WVe5AYZRjQhCCjRRRmDFhfp1TeVDSflKMIn7E8CiDxkLKNPPTgUgVNdlKWRRDhMXIXgPbVxZkdJ7L6A+ShuU01h1ozieseocRaRzM0vRii3vwgLwk/EqWI7YUeOMOgJEUH25P1XUvffvDUic8xVlvCHOzczf/d2Wynsn4CmFGHa+GkM76wCnBNsIjpMvGPUY8IkhbXiJwoZArAJfzDMO5zlVmwCAqCtlc85DB1JjEwksO1f7z+lesaZGnYmCUgF3K5JnBYA15t2VnWLbX1OIp6u9+IOCHDt26rEqgE08ndzClGlZ6t9FWdcCuADAJ8eoNW/VXskpisoS8MSYplxWxlHf3kJA9xo8+m+AWJSu94xhK2cBdVKNCsphHW67bY05NmjsHbAOLM4ca7wCYf7Df9yTDTXAiPG3ojGHEozg++zM3h521tqQoflBGVbWYgGOtW6C0lHXZzIGdtX8i2VybH+xM7+7lz24N63Q58npyXhjztpWVPMzeUXvNU5lOS+IyMYCB8FtvZ6Aa6BQ5h8qVwAusCCQl7mnEUiedW2EKOUZ8Ip2oZ/42fAOJbnBZUCkr42xtuuVPJjMIwDl9SXtofGh9dGgU2eiJL2WxTYQNO4MUQgnd3gs26PUZBGvL7LJV07O7+QKzXrAbxk3gG4OLKCjGm/BX/JMC6RSTo4moEr5pG4eWZh7nDMWWl50lQUrcowZPGebwhyLbMoFkKF+iVqrDzT+AXWUiza0MtqFjLU0ltGUE4Vy8lrGCpr3M6+pu+eNAG/qHAtY7lXj1+pEA/rkSWZeAe5pQ8AubajHga/PenYj/2oUwQBOVKVz85QHi3HZwFeeVb0BBXPsr83EWsPST7LK14RgIwztxqaDOQFggDbDDfv8w4Pj5OjVs5F6A1BrvLh/DIw6JS/wlHJXTk/cBegrNjpVnmCuT1571ijey3OdecSmGkA2ykfGKuejbkbNbeUxykvuWUBIP7NBh/oHOMTu2wr2JnwjF3DZVHt8tMYeffFr18J1gXWB1wuIZaNDA36+TqzMUWbTPmzMCCRgfkSNdaO1kk0Uszy7VC8rn/1sVtk0Htl4hAvGpnKsk4abPUltanstit6VgvIZh/WgPbOdH7eOAsBdfXq//EP/OArIt2XhYYKCsFYMj3Y9L/0cwlFC/7650OYcbSI81Ue/S80NfYrzWFiYZ6KTsqA902xVnPnbP0afkQqq6tdsHku+3HxQRXHpjMBtLMUuPJvmGLe4uRSYtFLcH+4800cgePyeyQ3ssdc251Efg2kPg4yJob2wIWID1WXTXErcGusFdAs483ptcBhZM7OZo22gYF3q4HTXNnUunwUqZOy0Bo8EmPycKJtsrxMdSK3nY7+M1R6jeUlbV/vWAjkAwFbwG+IFohbUtXmN15bxe/bbfBIArvL42d2uwbpdAHL8/eM0c6hAHULH/rUrVzDnFOAfHw8p96g+gyhlH9LX824YyOr+PSjnMN7fAM2HALFmWUpWv38KmI3O0S35bF8A1H3D1GEODOpSFuePLVqP3bcD9uMAuBtT425Ko5Wzff6tf39rAPzUYt1vq88LgPW8Gh8WHxRjCoDHx/1T/fQ9/O6zBsI/F/QdWxSnAHjyOPtUgDsFwJ9j3n4bC+jxZ/Pkeoy+6L2wmi1oODj7s64LLyzJ1zxt+HHka977q9xrCoCfbObvfXx/lTE2vcm0BaYtMG2BT2iB2X/4d+dWACfsPi/oI3tdqQn/5m8Bg1hzBkBiJQuQuBKsi+sfqp0E8xzYtr2fVLtSW2JVyTfcE+fEBTwK7KFUkELv/k720YKugFqusbu7Y+CBzR9wCAWtVbkKXq1KCQm8wF73XvANNS/3Qg22JvBGVOP9L/squRSAUu/wYZDcjwTU1zcJmmPZG4UwQR/AMfbLgCJhAZUVG1hyPi4IIgtKozJSvllANLCZwP3uLsrQa+cX3drasrWzAZssa8nhSkASFSEBw5sr1KnLDtQDwbBi5lpLAlWoXGmryl24u7tt5SPwjbbZkDKUvKNAamJvXAPgcCZAub2NWlWtJxUT1qlYvBLMpA23pUwESvz8l0NDAqyvCZRvbK47ALj3ft/tsCzwR95lDtrj6hIbZqAsAXXBWr2O8vv0mC8mQGv6x1U1fEJxDYi4FXDi/BXl3AVcnp5EOcfGgG0pWSkfI+lg/8h2voA0AwcsWHVd1N6A5U2VDzhMXlre++e/fetWJeh2eQ6MuDSI4Z7UE0hLe6zInpfci6igrYK9XbYiDCUvx9sftm0RC/jeUc7oe43Dvb1Dj6/Lq3PBjFkrPVEaw3/OZY19fRHAu7olFfsrjV1AgPP18ntA4M3MqgDUm12p09fnpQYVJFqIFWUCQ5QbsLw6s2zlYGxtuT5wEnUt8InxOrKMc2nJlxtoBLw+U1uinHKcm/ynWEm3ADkbJq5kRz1Pfm0pMheRPnNnlFgo+dhAoXaN1WWsMj03uXpBF9lybsuuvI6oeqXiOr6UUk5ARPmC5wSAgUwPN6hspUAXLAQac3AZxhq5vNkUAfBiPF9KnU2J2ciAypI1gzWCeQjIph2Kp9CPJ+orgB3wtf/1+Ux9PotlrxVfgYlAqnfvzjS+tRnidn3m+FCqYVvXgj3JRUu+VOWkVsEAR9QDtmkVIq3JxhX9RC5KVLXOAywQeXgglbvGL07ggG/nmFTbARqYZ0BQrxutsape29vbBtbAKn7p9tZ7uG5Z6TqHrcY7AJg1jfWu1O+sZayVQDYOxp+tgFV21ijnTVWrUB6gKuAEC2kAOfMha0OCrqhDhSbdMQ8aGyhJsfkEJN5JYU77Yz3Nenqh3J4eBhqnmvaek3fqY+6HCvWV7sX8QjFOrZnTrB9RUjKGM96Ai4Gm/Glrv6AqKtF+DlmDUIG4MTVqy/HO2hYLRdkae453eWwZH1FZo+oMXPAfxhMQVn3Ims34YXyzgYP2xPqZ+Xh6djICmLap1vihLrQpa1O5U3AN4KLtZzNL2jxWP6o8/OvKKu+UgXvh5HBzpbVBZUFJzYYSxhllSS7fqK5Z81Fg24bfNsPYcq9lDqE85OJaXJijjEnGGOtTtRXnzgJ6tLmAMi6pwygjY9xKVs0xxgBlY4OFx6Guldy4bNBQ/5dS0vmbo6609bvannZlbAZ4533O8ar1kc0u1M+pF6gJG1FQuPuajLtMCOYUYG6W9Y3c3ro/YxaQXPmDndtU61bZQtPGAGWuUYCaDuLfbHjgffSLlY16EaU69aftRzbjtgWP/f68+tPqXi1ihmq6DrbEtA9lu9BY2NxcnnmtZziW3ks6n7FfrgWGxqlOGcF6Do7nLRw/o52enRHu0NEr3+UPz4U3bYHcxkO2VfB/SQ/AcXSkZ7E+O2o102cKxjP9x++TmmDEFkc/tP7Q4m9XFdb5NgZGz7G2LjAfylqZZyUQt68kzfmdQrfUwpw7AsScQVkAZmwY8OeC5Dx23muNR2+2MuTMOuDnm9elbCqzJTiff1WeAsmA89rkU+r4fGaunN/jQcQ6x0OK87y+dkpayv6KnNlt/paKng1P/aMfUKm5w+9rvnlN5drYrBuIpxxDgNpvx36QNYqiWG2X4roDwB0E7sPfqtN4OVO3grt1v6z5LX2By5X5Xwrt0XnNJr6uOez3sbZrdZxUjhKa95XWrDu12Yr3VI7mfjvVfWsDwPD+3UaK4QaHAdhtBXgJAO6D8D6YrbHs9a/V9THlqb/r9des3maeifWrefnI6tZZQOei/X7sv6XfPuPj7SXB9Edu3hu3/b7tK39L4TvpCpMUws9aP7f2Gr73sUDmePz3udV0Qim/kQJ4VNJHYGLnzD4+voc1eC4H8FMbGibN18dHwh/7N58lEP45we8jzgX5DvHb5uwfu6dS+q6/XjqnH5snL33/p7XaVAH8ae02+V1PjfvHvgg89p6nvjh07/ks68LnbILPfK1nPl585rt9g8tN18onG/17H9/fYMRNbzltgWkLTFvgRS0w+y/+4Z3SvGGjGiC2tb1qZRO2n3w5I88sdrUEulHJXckKkqjdGFjSvwlEAxCAFjuv1wwyAUsASuBV7PJQFRDAfmVweIn6Vt8kybP65z//nYPWP//8FweR1zc2pfJVDldy8ikQ9pd/PtDbyVEoBaqCugsCcBzvfw24BYqiAEHtuigF5eYWeUqxD45Vpm1dr89tz4w9KUzAFtXk81Uw/+YWmKpcswpWYneMcg9gvK32ADAChLdlp3yttjg8OnKQ2Rajgknk5AWA7EuVSGCdoP85ltaJhioAvSPAjPU0Cl5AQBREwLt3srAO8Ll3ztrzs0uDUYNg/Ybr7u4oL6oa3JbCCrgTqEettSoJ04p8ki8ETI+OuI6C3AJPwJ1VgXesqmmPXB/VGpAGO1ggHiphwU4FOoHM9G9yKCowJ+vRV1IZA8srcIiKjr6/ucIO9NzK0E0BcNrQClqptMklvCAgmCB6bHFPZRFJfmEHBPVh6PxM+UdVMYL8BXkIErARgPFG+16cq+30H3VH5cV4IyB3JfJ4qZy4BBwBj7bZVTcYfvpbmUC1chHnHNk6K+cx45F8xNQDCM/16IPkjgTiSQW6vDpzei5gTQ5a2yJL+TYH0F6fWdNrzkO7CEyVAlQg+JpAtsANH16T21dwSnmRufaiFJYAYMYMgMYWu/BqIKj+jAmqyGkpVTz9dnGuMSPgiv2ucYTnpO4tqEIcHFBF+Rf17xWppRew5J3w3fFMFtgGWwbCBNiTe9UBOM21XdmV0/7XGuccWEaSH/OV2mF9g9yJAdvEEgBSq1I6jtSdOv9C6i6Ar/tAZUCQi1KTzR/mPVaW5l70X4LnrXvadx7GK42GHfnYFwCgbzuHVKH8zMaTs1Pqg/pXClVx/iNtGiAF9JnmCfG4uweN9UPBI+UtppdeWREJMBQQJr+5c083K3pt9mBDBnOVdp7XOoLCHVh6cqLNIpocSwKy5IymHVGTAfRYr1gHqRf9jA09B+taAFQsagke8xpAEPB/KQtk8mRjz87BvHVu1VZRLJK51saGNpMwhBtRcq5e7Op1HY+HNmdiyZ81kTH8+nWuC6DDAnl9Q24Hmqfz+j2bPh7Ukdj3nsvyGljCGqTh7n4hl+eFNktEnYpy9dLzct3zI/AWUA0g9IAY2XFmY1CCugEaWEKjvARMBk4AK2JVX8Hf2AsLSNtKPHbZlBObaw7q5Y0LWAXrOlZlcw55OdVmvPdKVva0EfczSAY8Os9vbIrdP+p3xjhKfuaIFdtYIOs5xPpM+WijbDQyjc0A5Sf9yLq/oGuwJnYAmPmQTTn0Ne1YVsGAZupEezEPUAvTbgG6UfyvrAKs9RxFra++XdFmEcp+TRJklRV46jy7JMk2AHKLGBjhqMHzmSMW5eQ/Z4OBrumnROYs6zfloL68DyhFf+bZQZ5uLUyMMeYuwIr1T33K+swah9oZ0F/K6PQd64w2n2iu0S/0iXM/63q269Z6x738/LA7Af0LFEt7skmD+pd6kvWyNjg52AQLcgAAIABJREFUb337/ZqgN+XhXslXLFWpnk20IWMiXxRxPeB3sX2fk9vFA+CanN9yj0Ct+6C8zGws2JQN/7o+E6xvsYlC79R1Mdzowi7p88lhmA8XVrT1Y8dfOQCu1qB/OVDk0mpNi5129QYZ8v1KYc4GLp7t2kChj1IjsO8eYIx5HPtTZfqlBpCeS86zrfnBmsmY4CgAyfsKAhtuNYVhB5wCdlkjYiHNxiDGT2pgoKvCGWJi76x5xnW8oU+fJ4nf5BkWW3oqFSvovFa2mH4OYLPfNqw8BoBt5d7mQ2By5wrTB8R9a17nY6eNvTEqeZXZgGEwymcg/Y0lttutB0ZLPT/adDaApgVV6aMhAK6xPlTYDAGw16r2gK96Vf9Uf4z1Z7twAdpJANh93yYmnw0LAFfd+tetcn4uAMy1eW71Nwj0lcBDYNUHwFWWflArz5fHj3r/kye1+fBSAMwMYaS6DhPiz30APPz9Y0DuUcDZLhD3k3EAbOOFdv/hvOzG27eDSX2FdJXnSwDg/lqUSdp7vjxnET4FwM9Nje/i958lED4aV/3PL08D+kcbbwqAn163R19cXwpwpwD4S0zUr6sArmdVPWH7NZoC4E/p3ykA/pRW+37e81mee99Pc0xrMm2BaQtMW+CrtcDsv/ofLx+iZott6e5bQUTBEGxEUacCcQny58t9ArHOIaiA0zx2kwr2EpwnDyTB2uSBxaL3lZSXJzNv3wrsKSBL8DhffgnaowCZk7Jv3/fC3pnAGF+UT08FMhVUAIgQUOa9hDNuruZsW4xCEivheSkVAS+XAl7A2h9/2lJZBUZlocuxLkiMbe6sVI8cAIVXtqslL+PMzK+/HqpCyY/J/UvlCNg42APuAWtX3SbUGzCGmpmfj45OrJC6FEQ1npkjkK4fsICWhWfys0bZSaBxQ8F+yuo8uwrfbZMjWNc/k301gJ0DRfPm9ppz2KKeLftKApGuj2xWyfPp+6idjk+OpETdUZvfy+JY6l/AugLgwAvn77UCJWowAlqLy6i+BChtyTsvcC6PRhTVKKtd0hbAIaArS+jl1eTQNTxmc4DGAHlTj4+AD2wGmLcV87Ha4kb204BjaAvwn8AK8Ivg3cHescqFxWjUqFaKC+LwD4Mjx3wZD3xBSk4/8koCasjjS35h2x6qbiurjM3kEXYuaQHuh1vuQ3AWVQsWvcuGqVx79w2wBxCtwHNT8hqUNDvXO+UT5b2LS1IiKh/t1cXJzH/6n8naWX2xLuXrsgAlnB8lKIqz1TXBdbpAZT5V39FXWM1yYL+7JuCgS6tPSgFMH8Rith9Yy2uMDcZJQApjCciYABQAOEq4DandrYQV0AXwAeyJ9S4bMs3NnAtIBdwBu+fVPozt4wbmGCsBwBxYNq9vhILQl0CxefK9ErTGKhcFr+p7KyiFKp1+mFMbcKT3AI33qncg35LyaLLJgvpZdQhkIcBOUBgApaB9/Z73AtBOlWcZEIjlN5sQokCKwhShIuPB9W08AOtmYDq5X9m40QarQZ3EhIKrdzP//t8fyzZc8+BA4+oV6kkgIEpG1UmQ7OwclTlzmLzHi8qxvOE8yMA6VPHJZaxNKWen2ghCHuMNr2e2cwZOaPyeS0GL+hOLduYaSktsf4GM3eaWZvOuNgfkA8VQpqPwJQcmecXJYw3ryFqK9XUspIHKzBfmGu2JhTq29YA57KMZs6jlDQQ1xxkPDvy3DRfnUtbbzrdZ2Hv90O/Y+AE0vLQaFWCvdU051gEPQGFejvsCqnHNG+AkOZelzGVDDWMVkJ8vaoBGgQ61Ees/6z5ji36em1tyfnXDbavlCgxnnpdyjTL79y3H+IwD5NieUrxYXbORAxADmAzk1Z1bfVmPeS5QjissX2W1bEtYlKUNzrP+Jg8w7ZzrA0NqEwZ1YTMFa1JC5f3gDEphYFOst1mD6BP6C2tn/nAfxipjm3Fgda76lWtSVoCI7ckBV8xj4FWzZr5tFv9WgXutjvsGmynspNByM5f1rMvc4Kd7QNd3+6v9cJvI3Gy257oWG50AsFE6Z87aGrnZZtP2Vja2I8Bb49PKxMxrnr+BumycAMajfM4GLjYd0celmGSd9/X5DKGDtuLzAXemPnekOND4KoWj8/bqd7SVVXbgLHUUfV12zrQVts2G1lpM3Uv697XmH+vVqp7XwF+vnVrzz8/kSKF5/vbNqjYAMZ6zRvto47bT8nuLiP/LiJ50vAAA19u+cxD8WHizmzHjZwzP93MDiGpwmYMmwwDgXOs/mxV4PrMxAoX9ghxYFub5nJWGZfywRgJwncfdawUbjHBoyJgbgsZS7Pt3I4tmcnRnPMdRICrgGpeMZzYxes6wqQgLaO6jn+t53Q9WjOaWnjEBlGyKyecOu0l4DSxImzE+VP/2Vb+UdeR24Odx4HmgX1qOfNqen3zUaushI5iyZr1gHQzIrnuXXXuXp7hXP+rWJkopgYcB1Xrd5WO+1meXNj9Zh0vhP+yHpwFwl/95CG/HZmSznZ50To2RPlys9/YBbv+z1zDgxPOuxlD+7pTJVf56z8R8zA26FKQf3V/9kO88UY0P79Gdl999AJYHkdEqw/Ba/ffxqLNrRw/0F+D1eGqfQ/sAeGR53wo0LMeHZR8PdD+nAH7+ep8XAD8GsMfGVPvHaA6rvT49F3DaY1Ig0+PSn0EqV3yzy9Yza9T//t7zxPEdA+ARdJ+0k9XrTduk9d1Tgsnj5+mBMeG3UwXwRzfZp76hm++/FQBXCV56nY8r8VQB/HHt9fTZTz2rfiMArv2P+TTQPR++87XvO6+ev0tPj8dbYAqAp6Nj2gLTFpi2wLdpgdn/+n+5eTg8PDQssLJWyiZUTifHBNdjwUdA3ABTwfltqUJRvPLgJt8vgXryuQKaUB9htbj7RgClAeAfftiyorSCIQRt+Xyzp/zAKCn/9OcfpdA8sIqUewE5Aa3+GESw3OcTTFu2xTJKV4JOi1K6UpZf/qPsfQVHsGom+E0w2/nHbP2XADEfgg8PjwSdBIcEJoAr5PnE8hpFKjBzZ1eRYx0oRI72UWWhhAXsolKamXnzZleBSIE2QTKA56na51I5WxcWrqXuI6fispTD58pxLALYckwSHOG679/vOSgT6zxy2G5avQVU2n8f62JUnltSGPOdFyXW8cmB4J/sqgUYDTpVHmwyd19vWtnL9Xa2N5yz+UQJ916/FXSXahX7Y1TEBDPX1zdsd0sgnryH0eeQbfaVlMcnhvDkDAWcAploD6yXAcCryvu6pmA/sBEQAHBKXlQATWxzN1VeV0tlI+fosdp1UbmBgQTk591S+QAwhwL3BHkJhm1trekep7Zopi1QX848KFfwOco/jbO7U/XlliBccjzvK6fnlYLE9PnWjoL/sgUHXKMiQl28IDBr2EMg9C7g/vIiaszXb6VYF+3n3oBjxuT++4MAUWClAnSbm/MzP/35duY/+fsdWUEz1q5ljT03syMLcewVjw/ZfCDgLUBMnlnyNFt/o/scHyqHtGEzVaPeyQVqdWPljHQAN4E5IFssIoFHsptWlyw3G1OCwxcCq0AtGnjFeXfN+n3Qh7xvltzY5FvGppifAZvqG4Aaqn2umcAK9UPdFCUdfzY3yeeZrxfEJoFiqH+BZyj6GMMLmr/XAvSANmDhvJSM94oc3uoezA2UpjBLlPi0x5IstTlihw0sFyjVCfSTIXeLbwGlgD5snFjUfagvQNgxUpT0qLQEk1Dkou67QemlS9tmlkC68YHaXWVhftd1T08FnnVfNnHsqT/+8s+av4cqP3lq9d7L29hcAg9QWwJvV5ZZKwDuZ954gWKesYGaShoxB54QXVG2h3t2gAAHeA2VJ3l6uY5GgYL/KM4pSwLlUWPhVHB3i408555p7dDYQiGqcbElQoWi0RBOp7IBxlaYnocEDKXMVTvRVpRpTZtHYn+b/JXOZwq4YCypfFbLo8jUmKADXmkd5khOXfJJo1TTfAHm6T30KUpv+h6gple8ZlqNCoAEkug6bC7gfvQzwLnyaB7J/YC5BaS5uk6ubnK5F8wwsDXjDvCwEpqxjWS7jRNcGVBZA9fvdT9An8uO1TTsRP1Pfbk3c4nxjsaQZwgpfGOFzQYgLKuBwyiusZmPi0UsggXttZYxVjoYCiyJOpV1jnWQurK5JbAYikKwlvmUXKOMG+rLvcmBjQo8MEebDHS/ACnaackbClAVez2njiieLeWN0o/nE3yestm2XNC0FIGcY/DMSGe+ok5usJy1l7kcmNPWcJWZ56RhFzrbljqA+7OW03ZUxxC6WTQDUzm/XB0oEzCdcma8BGCxLjP+y5LaCnHnhQ6Mcn8xGw2EWk7zFuS20ld15BnAxqMbzfeM8ZSlADBqcTZF0IH0AWWs87i21eBY/2aHUJTFqJCZ69oscXN7qucPz305F2jdRdBpNhY+9sERo2Ku1J7DUwA8oZU+fOnTAHDXA/X8YlUqMWSeTmHzzE/WMTabHGpTzrU2GLExi3HC7+/0rGfzggEtdubIuduBHXps6AMT66jx7v5u45OfcZbxuG0AGKgMPHXKA6yeAbftGOW57gG1Ajn9oAVrVsZrnn/Z3KLnYNu45zJ4To2PylL+ToLX2ZD1OAC2O4bnYlsP8gHD8DKbrzpwwjnOB1ugV+flWcXnpqiqJx0VOK52yDrZAeDa1DMEwFXf+rtvPd2/T7XhyAq+tVMfdPrnketEQbQOljwGgDtg2302qfIMA06TLKCrP/N3/75dH46u840A8KQ+6wPgUX3btPjcALjavob1JAXwaC61NsxmhrYOt3H3nEXwsJ7D9w/tnp8D6ZPaLRuPUq6+Krjf/8PrDs+v6/bH15cAwLVxcOKk/YQXH8PPo3X/C1pA9wFwwd6qAp89pwD4Izt0CoA/ssE+/fQpAP70tvuc7/w2CuCJn5geqdZjAHDwuas+EPsq3Xu+d0A2BcCfczb88a71vY/vP16PTEs8bYFpC/y1tMDsv/wfTh4AZ2sbAgECoSh4gLlHh9iGXjpATY5cAjUE/F/v7ip4LWWPbHKPpLgDqp4pR+utgAcqToJQKOoIDBF42pUi9OrmzOowot+7ej8B5mMp486Uo+/NmzdSvB7qfCn2FNQGjCZAT65hjAWj7joT6LAd8mvlLhQgLSXn2RE5iwVkHMkJJEouTnJrKmetoA+Ag+A7UKWUASv4oBJYhigoiAiI5L6A7utLoAVqEIGFHuAC5qytA5gFd2Sfeig4ubx6qTJtGMBxb7jOkWDzxoZyhVo1jIqWAAM2zQe2M90QmHUATSDtl1/2/HnPSj/nwrwViBdQEbxx/Es5Po/VFxfASf1rTTlwue6l7JCxcCaIeXl9pny3UlARG1UbHxwcOdiO0hGYlLIBbm9n3rxVbmed8/6doL2OOUFugn22rlYECUtaQCYWqFGPAlLOFKCVymplTcBAVqs6B4UgVqTYR6/qdepu8ZrajFygp2dHgr2bBiOHKg8gm/5AqUW7cl6BSuCOeLDGkcbb4r2V1wa5smk9OpJ6U+0N9NneBYqSE/rS+aV536KUc1vKMW3Fpr4A3wrSHyktNEHS7d3AwxuBLaydHWnG2lkbHW5lB76rNvvhJ9VdGxqsA4Q58kf9QQyV009OpFJSPVHPrir/b3Ic0xNsBNAmiNPkbAbCoKBzvlTeTLBUf67xvqRbdA4q2Ry6p4A8uaMpv1+BmugcO1zW538nzk2w1psa1D9cA4DNeAGaY4ttqqTyMO9wfEUkTXNQfvrkSkH1WP3KFlhznDowXQxsbSkrlZ3Oo39QRj0AN3XJGwXG78n/rb/JjRuUpfoJ2AOOUD0DnOtDfFS2AesJeEcdyMGmEoCoLXttZ5s8kYasKn/mIepKBlHL2U3u6CXWFDdZ2rG9hwAcf8ihGoAFOEWFLPtOnYvLwF9+Ppj5v/9P6ofFrmCd+mZDFskXWIm3XLbrmp+MyUutN4zzbanwAbRnyvuN28CsADDrH7lDgdD3uvjJMTnJ6Sip+WXPDvA+Jd/58obnN+PgTKpE52TWOsmaAQDnPbbk1REAEOjMlekXYCd9GziMSi3qSWCZ0ZUG6Krmv0uia2EzvIA61UF9Xg6ktlW4IPuq1jTWadY0YDvwHWjJvdi5wbxKuyfQfa41loP1ctYBf11P7zdU0Hm0Nyrk5NwFIpMDV+o8gXs26wAKuS/2ypfARr1vhbXECuPMg3zgR0GbDSnA3eQbTo55gHX6GQCbMUqbA15RwNemEZ4VPF9sx27ImTGJXTkpBWz3auAIwI5zAuVingHUAdOn6iPOYXOI6yIIZdir+2f9RLkdqMIawly51T1ddz0zS7FHG5CrmXFIP7NBgN/R/iwFtptX+ZlB3BcnCq5Pm+jyo4NyRKFLn7UxwCjBvpZNHnZWoA01H8kNTO7mBnsoX1m+8syhHdhM4rzxan/bXnscJa8v7RMAzZqQ+1J/1jHaoMYRHIvfoxL3MwuFsZXfWedKFXcrYLsInGtlczsCi1su6vQH10bFyXpAXmw9yzS+CjKx2cT5y/XMnnfOeMaXwBxqco2Va+d1X5558xqLdnL6elqkTqNWZFNDLHI5tBL572d0Vl0nTH/6zS2QT2GTjwIL3vDCNgsDobhktA7TZwr6mg0IpINIzvEbA07NH80z1kXWrlLc8j42DHAUbO1gbS7rzVdeswNpy1K61lI2N9Vz158R7aCSZ3Kpx9mQMIKLTWWZFAE5+lCznFv6rVCwN+tplwuYexlCtw0YlXIhwCy/46jc2PycDVf5oNCvV9VvVE42gbW2y/XSBp1a+LEAZUo+AuFVR2/I6H7Hqlb5cvvBnKprQb/h7/qgdxyydrmPn8vj69/bIag7+pC+1iZcffr9MynoVOf2FdG0VT4nBQL3raCH9xwrxFh5xrdQfKAi7pKppr17GxkeK3P/nLKYHgOPfG8YfYas/h4POA9B6qhPB/ev14dgc9LrVf46l81qgLz+MdwQMOyL/lh4Du7226fOfSrn77CPJuUAHtbrpeB3eO3RXPfGkLZJhX4ZRLyfEwiN5Wse3KQ/P7pyj6+8jz/3HtvaU1d6+on58nc/d+ZjMyev/7UHiD+p/h9jMf4cNH7GovylFvZP9/Lv57eT1qNJpfukfplYzd82Pz5Xy02Vwh/TkmO09pk3Pv35avQF5tGrPPf+73v9/MMD4uce8B8z7L7Dcz/fOvodNs60StMWmLbAtAW+YAvM/pf/+teHja0VwTKCxgSm7wRkZSEr8BgLSGyFyTWoYL4BMRZzLf+jw3zkx7yQJS6KTgWk9SUXO1dIDVCGIO7KWiw7jw6VR3dr1za9WJMCKncEUPgbeHwv4HghoMgXWwfXFfgF5NSXesrxw5/mBQV1DhBN4BErvHe/7jlQRjCIIPqKzgNAxkKU8qNWQx1bAJhA3pzAIUplBbYROvvLedRf7389d13mVUbhIwfNErC/mvnpTz+orLNSawKABV6lQFqSYpTrEPakfQAwHMAHAn1WibVAEr+3raaCUhXYs9LONqqxxyRUQxCQ17nX9ZXsaY9RlwEWIJQEC6WEUj0BwsAWgDd2tNzzXJa35JNEBYyqymDc8R+pQMk1KlUNNsEE95cEJIA3qGwMEgWJt3cEstSHpycobwSFpdjdkFUu+UWByUDiiwuU0wIn5G1UWYAcrr+BEvmLb9y+lOHgYN85VVcEmW0Na/Cl8XB8YNUpfU0eXsCJ1XFQEV2UfwO+UX6jTl/bBITOzuy9P1b93MLKIUpgDqCkTtT4AThTWayYj4+P1EbYe3O/o5k//Q3K4iXdSyBMFuKvaMd7NgjoNZUTMY+bt3UC6tLbG+bB5cyKVJNYQNOOIzta92UgJnkoqdO1gOSOckmjYiR4eqry8yEnCkvkiowHQPy6YU6nQMksRykaSJocwFH8BeTSp2xkwEIcaHqhXLx1oJJetNIOO1UAc8pG/A0r93Pngo4lua3EUbiq35kfFehEvex7OvgtAE8+UeWv5S6eG7yOyqgl00QFviKr8L64ycDOtLoCjvnbNsSjHKSsD7H7fkCxisK/3ROFasBg6pNrByzTjrYbbva+Vp3CyD24sb8lX2jg/zz5fwXtUfr+8pcLOQDMKb+4NpFozF6jZtcmAggjQIqcygC0i8szqdbX3P6nAGCBbhS1W9sat6+AY8xHckrLpr6prwDAhpjYfuteDuyrUytAb4VLs7GkJl2Ak7aMypbOwKqeDSBsujH8HTUquaXlfmALeVnw2oM8bck6ybhNDl/aM1a8tMPS0oot8NPH6WfWF/rYY4p21TrAusnaR7lQxXItNjs4xTn9o7KxGSfrW/LpWiHMfa0ybaoeb/zQeme1b9YHysT9sgmGeRK1ftqhNJkBwFh2YzmeoxRstCMnx3WBDSG0FWpv5rnnlAAw9WVdYc6wUQRwTPugHic3MEpqasJ6UvUjT7htoEkNgHWqAHJZI8d5MJsgyBdeIJr2AMzaVl7js9S7XMcAmA0Uqh6bLQBOlBML6DO5TNxJif7gfMeC1IxL1YX1f059yvyOtbfAu/4j3zxtFacCVN/YgsdKlLWajQAoIZNLOs8cxn/yMgfgs0HEanX1F+CIvMTe6OG+C+B1ygat87ZfRvmPDa+eI4BlK269HusZ4nol/+qt+sr5VFtgfwSiVPFsIKFvsy5RFtTL9EPykgOtA9iBzZx/iT27/r3qMUKqgDhgzM3j2qDPFnKV2N5e0jOJtA5ag7W2ZWNUBxkNHHvAAwQ8RJAf5PBtI2361+dvgZcA4LprwdVKQVEQ1mNEYwH7/2NtruHz28M9lul8Lou9e1IVdFbL4/Bv3H55CBm9yvDephAuy/cCwaUS9ut8ltV/ceHI+jUGibmWP7OmXP581yykvaGKedtsq/m7chLX+cwZu3p4M1BU7My/AsA1x5i3mVdlDd09Z/r20gWf/Jru57zHzU615mblOh7LR/rEUOiD4OqzfKbl2cWzLBve+u3TL+djAHjiLT2/7YWQvxtEq3O7e3wIgKtv8nc2oDl1hspam2XGy9I2iAwijbHfDgDu7lvPpR4EfwSYjsb3AIB+KgDu1330zPVgmFCmLwyAawz227qrb6eYLgDch7O/FQAPwfVzAcSnIO9TK19/gwLnDcHy8LqTFMRecz4zAB5fxzI3+sdwfP1RAPBj4O25/n2qD7+H331S/acA+JO7fgqAP7npftdv/LxK4SkA/lqdPQXAX6ulv819Pun59m2KOr3rtAWmLTBtge+qBWb/xT8cPqwo3ynWsKhAgYK/vntvy2NUWqjdgIPXgKeddUMZLIkJOqNUJeJ1cX4rKAKUJSci+WpXrBIiyHR0fGjYxRfkw33UqLJtfL2lQLJUTOR2VdBrUwC6FHW//LyvgO9WLJUPTxqYVfBZ6jWCVZub67KPlqVyy736k3IMnwlIWrmqgLvVs7oXytfYoyZYYyWzA9soBS/8Z0WBb3INcwA5+ZC4JFXm+1+wDk3+4Nm5KNlQEKKwJCiNMvBg79w56zZk1fv6zbqtkQEUWF8S6ObPsdoOxeyqVNKoZqkMQTlAztHRnu6/JKiqwLf+ff+QfJvzgAgHPhO0s2WnLBHPT1HAXeley7JKPLLycWtrS9emDwSlDo4dRAxsUV5EBdaThzU2soaqBNQAeOqnX38BYglGYJGtdgUmrEmZDGBZlbUv5x3sSSGHdbN+v7FFrmbUu+pTAbAo9lak2j01MOC+WFMDKAnQvlYfA/OcM9WWycC4K4+d7R0B0tlFWWO/s6IPyPTDD29074QWAQ1lGQ54Qo1+f6+6/6jcz8o1eqSxRv8AcQiwGE4SeFW9UAgvqq6ryuu7sIiF+OXM3//d+sxPPwByFAw1RxN4EWCgf60iUvlWBaARZ1bA71bjbV/W1QtzqwkELj7YRptgLWCFgGhASdaDKFlTdj60Ap2wY70VlGPMAHZRwQI8CYytbWAnHeDM0eKzBl2AZK7B+OGa9HNyveY+ViXpHysrgOW8/4D5BzAyPBR0UXkBUFGhBsQ4bywqPEEo5hOKT8n/o/6mDG0TBAAV6ITuCOBHrywJuAHSOeda4JmgMvfhWpQFMDsPtNYwQ1wbeEhZE6zOZgZsblGsJnBFnvHETzMvAv9jTX3XwDyvcQ5wFhUiCtsEm9MP1A2LYux3UQuf2BIa6IRqNxb2rGn8wYX4TED+1/c3M//x/8NanKCwAJegKve/08aFJSkPo7hc1Dg7Nexmg8faOteKohGlem2oYJMD9TLb1pgElrp9vQawESLwgDWPejBPCeTjdAAoJJ8rx6KcBqzYBU4LAo/UXSo3awrtC1RlbeVgXeWcJYHHtTVyrus15eP2a2qPZUFj52vUuawbwGaXi00KVNxrQ6AnIJf74ipAG7svmLO2RhQM1xynrQF2jJtSMWejgsCl1gXW8VJJoUoH8AEpAQRRtgZOJ4+n1n6tK7yH9Y1y1VGqWuYRVvH8G3vn+1vNd4/F5HEmZzLPpFtUqxqwtps2CKd8pCyIswEbYqxs9TikLVVn7Mzbes3rUcSaiLdixAI6eZ4DvpmT9AHjLXM1ikRsZXk+soYA3bkGdrbeXKNxs9By+6LCZySwXixoIxWWts7BrbFW7cL6ykFagvmWe/seVbLWGZ5fjLNbK2bV7ioLmxbINZ1pln65u4vim+ca9T3XBg7WBZ59ni/OYc1GCinOUQRjw99yVPMGUiVYUa9zuCbQJOMD1THjOeseB7bTzFUr/nXeisYdmwy4h+tmP/oskFE41kan5GON7X1SIKyva3ORGhbofCN3BjaX7Erpu7PFBh4V08pnAJnGjPW+jJkOxGSXSv4EAI9GlH/4IBA+Asa9U6c/fuMW6FStD478ZO3n2X6lzzYnJ1czZ8dS32vusl7iTvDgZ17B0nSq5wr/2SWiNiO03OMNUnYgKmPcgQigsq3Uc51srOmAL04PjFsOv67/MTfqPTk/sIjnY60tZTHdh8be6EhdAAAgAElEQVTeSNWeY1yPjSXOf97KX3mM+8CrD6X8TK2HPy3VA+Fcg3ta+a+q1FpYikHnmR/VobVPs8AdWj/3lUHZuJgypg2oAwtiAPCoXera+rsrf9vMBhTrQ3RvbOnmax9u9oFyXWf8Hs8D4LRtUrrweYtr8nyvo6+IHr3ocuezchTAKd8Qrn2KHW+/rr5eb3MY9+jXs1/XIfgs8NvVo9eubbFzsXX9/saIuuYH12sXGt6/6+tx6P3Y+4fn95X5T9VvUj361syPtUv/ff32qte/FgDuj52xcjQreD9P20Y7Pl/X94xhDubhdYYK4JcC4OcdL8bB8fC+z3lmvPTdz1l8Pz4Oaz3p7cD4sJDf/StfPEA+VQCPjaG/VgA8Wrd7Dh/f0+T6vAD4Y1rmufWr9x1m4mWfe//TZfni68fHNMUnnDsFwJ/QaH+gt/zRx+cfqKmnRZ22wLQFpi0w/nn3X/+vtw9YCF9eKqee8lPO3EuVI6vj12/IiQuMIAfjtaCH6Imexj/9aUcgV4E42Wf++KeNBIelbrqWSpPg8ezcjeGfA/0KumDzvCjLWfKIHu6jqJwV4F33dQOF7gQXgaTQMKl0Za3MQ+FCdqzAE4J5QJaycVucX5EC9NyKED46rQneEHDnfqtS8gEVCDqQq9KKN+w/9Rnq9FRB5SXydcoy+epUymNBZqnFnK9Sv//Lz//BlsXYve69E4ARALI65FUAMBa4r5XbmFzJgNO99xe21wRYYXkM9KCMP759Y+UhZdjfO7Rt6NwrgoTJp0lZyENJOQEf5AimHvsH79T+a84DeSE16Yny4fEl3IoqAJ6UqATy1zaUR1eKRBRotlL2IbXXhexZj89tcbuo4DmVwj4ZNZmDXgK35IiljWL3mZx1swLPzrMMOJmX0tCWodwXZbf6Gdilfnj7gyRYhCgFLo6PA2YA6IeH+wYlWIEDdVD/AWgAVfdqAxTEKGZRYaD+YkMBQY03u69n3u8d+doE9deVnxa1INcHWqCQwxJ0VipMlJhWzf4gJaYanLY8l0LzUjmUN9UWCOBQAvPdBfvQS21I+PHtwsx//l+gbAfmKZinRkQteHOO7Sh5Ti+tKiYYw73mlCsZ2ENaSo4b2U8eHpxalW7io/ZZ1/krslEmlyuQA9Va5QDkPdiXUk/+BvQCXOhALK0XBMOtZgZAGy8FpoDa6OcEO0N3GRvbqtfxMTkv8wUhKqAKPKNajG0wikeO+ppwIkt0ynonYE6OUBTYCTYHr9+p34ErjPtTzWnaO4rBBEVL0HLgPNPZLMDB/DIAVlN4TOu1Cmiz0YI6OL+nLsDmhbKzZBygzKzyAcCwrsaOGotPwG0C5YzvlBG78VjPy1IY8M0IYf7oPXUh1o5T2cgvLqJ0lU26xv6yxpeVVBp3C4JPK1LAjsgPSmjb0aofrqUi37ub+Q//74k2JGDzvqH5xGYPgTExuFkAsIDj0eGZwegrOQFsbwjCaR27FaDnTwAA18PdALCr+SoArH0rXleAjlaGNvvdguyobGlrA1crWmMLzFi0LFv/ds5tgVaC77E0DrzAwaACxoA++m5R7cbcAwhik8vawVq0aOiqtYmyAC7UZ8DzO1sUSwnqa8dGFaDHz4xX1npbpOo/xg4w46optwHRuAywHjIGTtT+uD10+duaXTKgV+tYLKixCE04MnbRybeLlTnjnPvSz24LA8fYm7NWcL7HPbbeSjHA5hKWUNZomp/APoAeuD2rjSLAVm7FebHTZkwmj3BgCVAXBbzy06KUFqRk8wCgMpszAlF57lTg2GVoObT5HZbelBHYE7tmlLyxBmdzDOdz5N5YZfufzrd8g42zxsyi6ku9gT5zhp7qD50DAOZarNlsdGKNuGeuMTfMp7tgQIB6rK8z52KFTp/HjYFzM5Z4btAHrE0EZAGv5Fi3RbQ2B7Cpy1Bf18n4jGU3cxC4BSAjz7IVy3oNC2yOgr9WIuvGjHvmHWvj8dGxgfi8NihQPm8YATwb6Ct9gOrItVkLec6uaRMKG0oWFpTrXc848vvy6M7IAcizxDA/zvUHAM1C3YGcVl2f/SIAnG6ZHr+rFsDtoqVMcI83daafl3kOkg4c54vzM6Ug0fo8p80hzDVv8mHIM4cBsayGzSa55nVjvC1/eiGMbKaoDQ/JrZ7NHczxvtKdsV2bmZyfmvWkzZHaEDa0ouU6rL+loPWa7hQI4wfneAubN0KlPAV4h6C33tkHpKPy44rR/jDPeCpY1ayjc9bpw7woeA3LWX9bxK3/cx8CjwOouK94zrW27sNdXu8DYNZ7b5DDyh6HH0PrNsOtlOxgK+8tF4wn4d8EgNGVIddmra/P0rnuhwB40jQoAJx69JEX7Zd6D6HwpOv0X5sEgJ96Tx/6536t756wZi1b1mq3zw2A+/36WNm7cvdTPzwOuOs6/fFVAPil8HesfdoFPxYAP5bb9zkF8Hg7ZP3otxOfpCcB4NFYfSTO/4cEwJqTnbPR04BjCoCfXjG+eIB8CoDHOmAKgJ8Dks894X6fv/+6APhjoO1z7f0x1/qw7b/4+vGFu3sKgL9wA3/jy//Rx+c3br7p7actMG2BaQt8cgvM/pv/4/bhXHnWyGeL6m95aU2QUAFqxYMJKu9LBfrmh1UrXolCr67NKvdvrCe3dgVune8X62YBAYHBmVfXyvO7aYtQDgQDgBDUacBlguS2a3ZAPsFflJgEfNcEDLgWlpkHB3sO1G9tC7oqYAZ0c47LW6AyNqmxujxX/mEO558UeAWYAEf29w+krl215fGJ4C9qw1mBW4M82fmuSblr8Hkve2sC3wLgBKhOTrC/Vk5blZWAVNRpAtOyxnz9etNKMMp4eS2AI9i5JKCwu7shy+nzQGZB0d1dQVjBCAADoBV1GDmMAdIAL4IJ3JMAFyCAeBSKXaA7alEUvoBwgotrArYo8GSwqTYn16mUbXMKkks1vSCVJyoYgPTt9bzaH0DE+xRAF0DAlhu72gBAgl5AQ8EO5VJcX48idkHBfauarUQARsjm9BqogpJTQIhclCo/93FOZQU+UeAQWKH9UWZyUOezs2tdd8MQgrZEIX0iC08OYAj3o77b26sKisoCfO/M8OyV6rMka88VqfMcJbFKmTLPq/xSOqq9US2uK2fvhtTMAJrz02Mr18jlfHmhnKy3FzN/9+fXyg+JmkwgAhvFpDr1H0MEK2HVm7KVvBLoskWroCLlJIAM2FuXPfKiYO2ZgszHas977In5T7Ddij4NGwD+giq5KivzBGErGBirYuDWudoCG/Vr3XBnZ83KUkCeRJwJVmP3SIEcbE59M18CF1GzXwpKJQgWtSCv2+paZWEMo4gDRpU9L9XEyRtwfymIurmpDRooCVW8e82JBFtQiQs2AuEEpRxcxmIXy0r9nnlLXwCsTk6kRGwKQ0AeoHVNls89DpW5o3lg12f9TPsmyEk9ZlQGQUO1cb2Hvy2iMrSKgtd20Kbb/p/yJgvIq96oyoHVLfY/WuSwee4rsbpAMe2HwhGBayw5seL24TkXlHSvMXYqRT5/390pp/Thw8z/9f+ca6yqbQSfllbXDOpPZG2/iKU4ucCVOxplbZTeKS/jPAp9qbUPY4G+tHITy9xmB2qIQdV6O6up47ms7mk3gtHbWuPs+NzGET/325j33wkwYmnuewjCAu8MzlnPNOcIqNuqWUCQv7kgcz2AGrU3IDO2lrbNVqEBDeSjNXTVOAGz3JEDnTXKLJo2dONZJc585zB81UaRo2O5CLSjxjDrDGsF0B+1LePvznbGTR1v2CCbY9TPWkfYGEE52TyCGprfFQQmp6+VcIK8N1pvgdusxcljjTWroK2WP/IO80xBPUqZ2RDEnKVtcT4AxsdmG1X8itsEdT39aeW6HnY8HxiPQBPyJANqGfNnpykT/Ue7RwEXpwXaJvVizgeQ8uvAGNpXfaWFCKDNBiiDWuUoxxViSXWjHxjHWPhzD0BsNockj/qrOdYHys+koktj4Z71ptP4cF/akvKVchC4CtQu+9p6PZs2YgPNAQBmfhWUwhkDwAs4ry9n5CTmSDoFpW9oeYd5jToF1Od5xrOM8lgBrfpU4JzNN6jLqRPtwSLAOL3Ss2ZDKt/Xr+e0GUobnFD7smaPRhY3YdAVgMka9oECuJ1fZ01U/LZYC+c8r5DqF2D689dpgT5kSw91MH+8x8x6dfrJiZ7TR9pY6PWdTRwZG7imWBms/9h0VFDVrgYN8jK/mW1sdMHWfKT+Zfx5EeaxwYLPZwmesx04zJxj81wbn/orGzDGA3qs49xnpERWOWvuFZhlDo0+D6LObSkErKzPAtw2m3Tq5HwWYJ3qQFOB3z5UWdT1yAFcatWA11hV+3nNZxmvT0lz0gey/Mz5Y8+udr8h4BuCnHze7IDfCEbm4TOqV11nZCXPVPdnqmpHPv/webOptHvX5Ppl4V33GgHEHiDtly2q207FPKmMdW8/PzxC9ImzKZ/5fOf+GLTDcH6Uo8tjQKFykzNm+0e1f432x4DvpNywY/k4m6J7vO5p09osMGlOf0xAbgiYx+tR/fe0VnQIefv3fwxg130m3b///pqLz9XJmzoG7VX36MbC+LyeDIq7uvbbeGwzxQsj2qPUgXz+6VmgP1aXOr9LHTKpd7vXnlPwPv3ux56f3VXZWFtjbdK1Bqmv/fltfPyMevm5onzXv39u7P7myk8B8GDcDZ/fkwHc8/3y3AyrFf65835zD3/UBb7XXMBfBwB/CqydAuCnBugLH5cfNca/6snTHMBPNvfz6+hX7a3pzaYtMG2BaQv81bTA7H/3v509ADn292TzKZtKlKWo9giMAziBnW9/UiD3loCxgtECbYcHyverJ/OOLBoBpFilXpyhquSL9JWsG7dtS0rgDBB2SS5C2Toa+CqkgjrSgTp96SYwtyVAhkoL28tVcnQqYP/+/a8CZzsGfBwEybEeJq8wX77XBGkAWXu/7gdqECPXl5k3b3asYkMdhWIXcADI4T6AVILSW1so5gSypVJ6kLoUJScwFbiAkpCcqVYA67PZ2x9RQivQeHSZPK9AYQXvlwXJnatRdd6RZTU5jbnejUAC99pVbtBFQc8L2ZZyoE5ETQt4AASjKI5KpQMGuwLMwAeUdWeyso2N7bzg8anqiz2zcgGfCKSjPNR5KKkNCRTwPDv5/9l709/G0ixPj9o3itQWkZFZS1dVl90eGP4LDS8D+IvtgWHYA/dg4A+2BwMD/uAB/I8YhjE2enqm3TNdXZkZoYWSqH3z85xzX/KSIkVFKLbMusyKCoXEe+973+1S5zm/37kJ2CogUMW6u7sdAPgC0CU81Bq5NadSKxWKqaiea3Ww3ix1gu3HS1Sq/VMUWwQDX3/jNY0UzkWdZhMCVAAKTDrA9UtBp7ApFHNcl0CiinBrPL979y5AqLWUE5Lc0d5OKB0F/ioITS6wGSoFNwCa1jcOgAc4zSAgNtRHvUEfqQQ3r2COTjMJYA2V4+LiLfPnprX3zRyqX8CKFyP6cCsltNYpcy3AhJDV2CM/DgiJlMg5YIDZQK4Kw/MzFCpAYMGuIOmMfwsnEbHRZyhlsUoXLNuv90ARYYgKwoR34aobwcqonU2igvNInVCHew7nb97DlGE88r327T39XMWeaKNBWL9v4FWlOnVMAVgGjE1AcN4KzLxW1tTEZpU+10bWdeGvEsfM06hJy0VUtHu8r2PqMG+iMNd23PZ6HS2Ir+OCHGsiQlVLeXUtTVYv2Q9iLdDAOgCOlle/6wjOBEShwgrlkSqiTGpwHQjbnI/Bdx2aXPbxPtvoui3BedXUtk0o5XitomCu4t+jQNTrcx5Bcqq5Va87v4N7xnWSGg3Ba1FgqUDyDdkGLKFZZyZWiLjO2cP61PY+OBKeWQMbm3XgrIFVrc6XGW/XdI9kFhMjtDL376jPLKTjtbRijdpMlLAdob6s1E7Zb9kuVbUFACeUS5aQdbtz/vud4AlVv/VYC6ur7nsrtCEtoA1QbwL6V+ln62X2gfbOmyVt2U2oiDmp9blq0JLwAXBlLd+SFLBOIoh7vdbC9t0SY6AaV3v1rM2c9ajdIyIgrk034+r+cAIAjgQOvp/23NY8Z486Uznt3FyIfSLvzFcmBjjfTD6wPq3q6lhD9JP7qXPXe8/9BIAatqrem+9XKev6FFCmUh7fbr7GtYJzuT8FIAcIR21fzmHiSSjxWYnOp4QmCTt81iXQXIoa2Z7D93c6WDnHXpR23wJo16Og2v1JcKNi1dvyPk1m0TFAsGtyTOztJjZFa1SJc39VLdBr1koBwDEPQq2sshknC63l+W/ZfTTqyvMvQJZ7cipyvR9t0hPYRPJBKKR9bnv9BOa+TKBQie+9D4LY0QbnpX2WSm7rqJaEJOeT/SLIqtvfBriOesGp3k5r7VQMx7Uqm3b/eUlCkP1p55hM4jpwyK95DvncWVi6iD6ep0+dcyZ+vXq9Gkpp939r9T6Cv15kEKgcgqEyo6rJNfLXLABc3tyA4Em99/V8b1p4tB5qk831Wb8m2d1eY1N/xzzFwcHkrdacn30SoAZEHAPAPkic74JewXCpzxvPJks/RBKMiQ25B5SEikx2GoJde6wOgIcJT2FGHevUdeffoSTmvwDI1XoKoCv89fMJe0Y5dzrpZFJY2qhXz7VqDdfVwfVgSvl+sZjNshIJdH0JhbNN7BvWcq/ak7bOmawSpS+qz06xBCfYQ5bkt3EA7M5Xvldm07B9o6NaAPh4MKjA0Gx7PhN81d9fAHB+/sj+ifMMauMOLaaLBfa47XI5Z33Wl8+fAap8/k4AwE8FrwoAnraSPgUALntkjMkAaA6hb2nvhwDg+viWPv5QADwYIzrnQwDw+DH1800CwE/tZqUvPhQAD54jsTbKvE6Ve6jqmQjlc1qsobGIdgGl40D0UwDgekLJS7HT5Ofm8P6HALjm0lEbiAYAP+8Z+8kD5A0AHhmI8f4ef4Y9fpZN3+GfHuEGAD9vBXycd31eAPw4kXH6XTQA+Onn88cZ/y92lgYAP9n1n/z59sUGvrlw0wNNDzQ98HX3wNw/+ucHD2tAhXuUcEJgfxHOypEGfFIB9uqNNW+vQiVFGB6QpkJ4CUAogDS4zs+plzqPDadBsLAQ5sATgKSBcYPQ84t3QNFuFVRD2YnK1VCXH8yEkwarfW0SfDe4rmpX9aCqzNNTFb9AGEBo2jALvdIG9Agb4WvAh9/bFtYEMDFgfQPAIxjN+1TYGfASQi9TJ3QJoqcyt0eN4eSg2jt3BnbLV5dcE1WJQaxX3xL4BxKojD0+OuP8qMWsh4kydxVQc4IVseB4d2+NYPolijxqVZ4DYo7Pw4rQgLuQYG/vVQCNg/3DUN8KT6x1fNb3eKHLOUCpE9DG8wuc7wj+h5IapacKW8fjlOMSIi/z/m4EUHrA2dsblZ5zYVPcxq7WMewB5oXW/hKzvt7m3CriUs2lhfYqFp23jg39Lxjp96mLSr8J+wVR3S3VjxmkVHGocljYYj1JoU8G/AFZ/BGi+zpFkf3mm1etH3/cj8DZIuf2vkwuEDgS9uReqNPMwQf7zDcZK/2/s6vNNz/HTvwCRXrU2zSOZe8Y7CSQ0qFecgjL6c/T43etX6L4/fO/WMdiWbBqYJUAKwpGEwCsNes9BfCLIKuAM6Gy50t1HApEFaY09BYl2iljqRJRIOVkCDVrWA9rpZsK4FC/ed9YUNon1hP1G5ubqHypyZs6a+sPkmDQA8YSRHX+RDCTtwqHs56qiQgLjKXAWCtc5iVKbMUpjqmqwj596XzOALVKYiywK4AtQNc2MpSCzLmAjVzCeSOUE1Kp2A61neNyfES/b4WlcmA4+v0EuCXQMhi5TqFNwtnAtbSLVjis8+85dtqxF3gfzPclLJTLy/1AEB+1tVVaVva3GWxPBWBAce+b9aZqM1RbwNSoUWvQNtZ/7jhREzlO7oAlNlQZUGJm9diZ3DqVXBlcd51EoD/Ac7Kpa5I/rEftK8CzIJv7tU+8D00FhPFRi5hjTbZYZMoL6fff3rT+6v+hrjYHrtI3F4w3rJH+WQtQKSBY4s3zlb27e5U1r1XpqvQOq2AatIaLwVKo/DNLQLtsFcK21xq2Ki4joO00DUie0DKC/YyHDgYCWOfZGfNBtWtaXp+GdbKBNNWaBhu171W1H4F77tH36Yrg/FDRLXB2gpmgITj2GqpOS83yhLwJJU3cifbQfwJng8taaWpZLMB0jFQxa/GrijXr5WbSjA4OwlRV7c5979djb++wJSfZw7bqOhHPGvbqqFEunAECW1pAxW64E9APJmlooX+Bgtn1qE3wRhs3hEh80dXBdZVA9PJKxbb1gYWpCQ0MxLq3CnFdH45L1glWjSq49hqOhYpUAfJ9WOWbT+Cc0Y7eJAX3SPvTsfD+fE8Gj7OOtcA8lOFR3zhLEqgwvmK8fZ/rPerPA1JVE64IfFn3xfp6bc0kKO+RBCJ+btkEHQzuKZkQiUc0JizqzUBxC2SO6dIRtb352leB5sW+2Tl1HRbW+TPb7z7iPi4kN5lH4Dt8pcV/rrNcgK6xVEglwPJrzyUgTrV9Jv6UV9ZE9pmRVs8FUD+w/p0zW1s8txfOgL4+l+1P9y7bn0ETUmzyVHXCF80pQZVRAFyuOx7QbgBwbVh/hl+Oj3eZLmxJJMNZ7oE90304FMG6sPBZRKWr/6rgZ+6xJOzg2pIPm5z2Qt+olR5W6iZT5P5dB2cFRoZquIJtrtuhHX71OSBAakJJAW+ojpPyVm3LzzcF/no9E0gKrHG/KeC3nGeQ0FElgJThLYlU/rusV5dWgbmxjCoyObQiFvIO1brl3O5Vfi6Jz+jVz/38VBSwnis+T5noUu0Lef4KHvP5p66WdW8fKlRzTxmA7bAB0YUgaznH8i8EvTpnAtlc+9MAcCkTUwBw3Z45T1fVmK7q7g7ve1h7utxD6SuTDevtKWrOAohL39f/zr4dPWf5ebkHwWC+Rmfy+yqASx+nwjvP6DMyU/iG/fhSsFH6vN4/5Z4mAdjh9Yb3Nw6M6216nECQZ5/1/fH+f9+A4rhif9zquZx/2vtG2qeyvRqE0g53GF9+3qrfz/h8eHQfZUNjjb9UATxwHyjJETlJxi/5Xv+eDYCfPv+4RfR0BfBglr1X+34ub37f+fze990A4JEue+k+OTzZrBSLBgC/91x9wQGfFwC/T0MbAPxUb43lS71Px34d720A8JPj8Mmfb1/HLGha0fRA0wNND3x1PTD3X/yPf3xYXW1ngB349kAdyxKE8O+NjaXW5hZAZF/VG0BCdRTBHIPcnS4Qh5q/kVmPUlibSz9oRcYzgauEM4KwswC8PsyFLCoZAzyFNZ7gAhACNBVgrmExazsMeqnYsp6qQXIB7hoB7B1quyZMy6DzNWBRBbIPElW3AehCfSUwxtYVkCtoXV03oG7d0FP+ACzXO6GOXdTilSBg1sat7HaBvSfHBO4B24vLKv208DUwB9C7mQ/l6v29dp0qwvxl+gz7ShV32OOq2OJezqoavsJbf9cOdSxQ0vqcbVS3YVNKm4UJAVr4r7u1EVDHX4ZV9GqpHAEJzmGN5O1tSCcfKE6Ay1p2r9CoDTwzfc9ZPxUer99sMBbCG4GuIEZ4jk01dZnXUHZeY0Ga0U5tla9bh+/2A+Z3NrcDCBzs94hJWc9xAxhvHeRUbt9ba1ML0pHf6zO7XUBhzWXx3TLwRbh3dHREn3TpZ/oVaG6CgIrhBzxbvU/V2/tcS4AEHoz2CYAvuI81znFAMkIJumhTu8n4zKlYXFto/fK7h9abN6i2V0wgkOwtAOfPsVtdSaCmTax1LYFs7U0VNAlMwg4yQJOKcsENajfGLNQqjFsfGC9w0rpWrhs1qmEZoaAOFaRAOWvv3gGMtI62JnEVIwQAkywgOw5wQl1YbIEXgZ6q864ARFoOq7LVulbFozBHSG3/dbrrjDEwLzkh7csaxK45gZbt6rreQpmYtWhdPwadPSDrDqtGTYvmBayP15gzJdgsPHTdGW/0V9MblL3HKsYNInN8G7j+wLpZxf457ies24VaOeZammsNHT8LuJr1ZgVja1ryhmW8ysq0Qo5jGINoHq8jxycAoWs7FU5+LQAu9RoFQYt0nn1i38R7ua9ii52/DKSVc9RdraBUzue8pokDqcS2PdRj5jppHzm0M3ZeWO9XAOcaD17FPqUzNiUlw4U8geJD6//766vWH/5wgjIciAlItV+XUN/nmBogzz52fOwf950boJ0Q0/kjKIv62OwdnjNU0cA/YXkobfnj8QnxPZcQ0drnTgRgNW3VFUFFa1qUphVxn9rqa+wVSyS4qLQXLAiCQ6lk+6MdVzGuKjK1fz49PWM+puJ2MRRTSTyyDcxdLXsBhNYaNvnEn80zDgJgQYn3dAMcdj6mHbLrmVq2fD8BsHszAJS1puuCyTXOD/e9VM5aHmAz+sWfGSc3ccCEoXxlgoAJJQEXVR8H5BDm+H6fK1gGA9uzVqhZAGkpbR9eoZKPdgA3c65ou55Ww95fgkwTYOwD9iUtsGPOuJcLrkvyiEk/rCPacsn9ugadh7pdOJ4+2xxHDzLBx5fA3PcJhkst5UgAsmgp19OxwX64Yd6GnTvzJhSGReLt04R5H89J1w77hgBYu3rtsn15vPft/XrtNcYx3AsqFX3cH3uA66dYu6fNrUp8auq6/zNWUQOaeaTzhxbpxV5VWJ5JF5ZEUPlcqemq7wVg5twBw/gvABkHRE3gah27h1gj3kXk/TyYgOM+xTmsa/7m2zmep8IgZyjzLmr5Dse/BMobAFwtieaviT0wDQD7Zre1yws+l1CWRFcEXWB8ZpqQ4n7m/PbzQMBhPluFcndMsmkC1UiZgQoA+72Af6rgi5LXvb58CHA2V0rjIQzNhKZQ2lbJFKW28Dj8jWdj+O9XYLhKrCqgqazVAqDrtXcnOU3YGY/qzsZ6zh6sB9iKOiVAt2YAACAASURBVDi+bxIa95p7VD7EJwVR6wB4BNBWEsAhME1XkHzls7uAw+KWUdTO47CxnLd+/nKmApXzs0L2WyRb6V5RG1M/M5S9uiiAC8StA7bS7/k35/hAADy4VtXQ8UDXJABcb2/ZEQf3XD3jyn0Xx9xpADgSo2qvl4CN+njU+2fkAmP3OQ6Ax8F+9v0w+D0L9L6k/ZPaWb73vgB4GiDOxTQEwIOZXt3i5wLAw/sajv+4vXoukgYAPzUvvpafffIAeQOAP9o+OTpnGgD8tayh2O4+C0kcz1p9Tg80APipXvosw/acYfrQ9zQA+Mme++TPtw8dt+a4pgeaHmh64GfeA3P/9P+4e1Dxtf+uB2DcDSWUL38hNyBzQdFSA8cBiAlMvf5mmwCLtq+3QDcC9VjdqvBcWjYD3QC7gXrgokU0ebVRmx0DLM+BrYIc7X6tASuk83wqgARdKr+2tnZCbXGCctIgXrhMAgczWGCdYJRiWP6eYVF8g6WpdW7vCbBbe9i6lVpMJiTNDHxtWW+BMTs7qxGU3z/YJ6AOIG0JIoDCWHomcMCecgCnbqkfjLUpAUPrIauCAHUBLbUpFgqgFAUqa4O9OI+96UKqwTawJY3WAgG0YRXAht0f99PtUh8X9bJ9VtRZAcqjhwxSWgtUMI4dMypTYcUNFrTHvfNQUWjTd/9wTT+3A1wI/g4OehGs39rajvcLWFUnb3aFMcsBIwzWvwPwWs9YUGzd2Na80CutlSP4SIDRYP/K0jrn32z98Y/7BO2pxQi0mgfuR4BUy2jr1wKGVOultWdasm5tdkL1qwpZ+GubvO9OhzkRSkYBOJATSKUq8C4sj2+Aw1sBPq2lGSo/xtf7OOmhEgRsnGDDO0c9ab9e29Di96z13S/WWt9+Sx9wGzohB+jiWueoUM8YE0GzgFy40I36twwPfF9La8dxjSQA+yTcx/ljrdIlFOEGf71uzHmkr1EbmDaZmHAVqmXUc8AtX5tA1aJM9m+V4VrZBigl8BggFHB6DRzWwnujjXKQ9VOueU5ygOMdwmTVdMAkg5Xa2na3U6UYs4Ku7wFNtX8VepmEIJwVYjunTapodzJwbX3XiOcqH36QYFqL9p5jAD7y/ljPOdfi/Pz8HOvjsKgOJQ79ZfJBlgaulLHCX3MpgFfaOMt44thU817QLgPrKmydH6uonxMMZ3uzFjCgDQVqn2upaspXmlKGMsLzV4F1lYOeX7Dm8UsEoFXrKyp27IaKoLjR+GM9bW2GhaflVVejeL9CxwCsAYEdI+dAUSkl/HKNCfUXAiJmXyly1cBb+Hh2Otf6/vvL1t/8mz4AD0tv9juTYISD5+fUn75DMcpYW+c5xGS0J5NSBOOpGj1FXS9IVRHrNU38iHsA0touoaUAVxh9fUOCSiSkCFKxfI+6vwLEtagVnskIaCV1QqAd1lfPhBnq2wootXSOGrAkNKgQZw8SEl9RF3o9QGSqX90HBIjuvQbPVeq6H7hONza7oYi1/WscI1g0Cce9zeSFVe7V6wsji92yAFjAKsBORS3PAPZBx9Q+dW9zbeUsq1uECgNyTN1nUgVL31ATWMjivmCyTqrIUuG0vp61232GCCq9H5NrVMSbyBKQ1BnPfXnv7jMmw5gg4LOg7DvpCpCW8YLssibtB4PDAln30oD3HCtGcg/xOZZQIROUBE3+stpmf/T+VGKbSGO2hc+6dpsJVc31E8befdDzb5L1USxinWuuKcfXfURF+a215mmDYGgB1bPH6CIg1Pec3p9jqDODMV3Pq+q3PL/lz463ttK32C2YgGMygLbV7hlZA95jMzGmgCwD3Z43oA03mpAmwbd9GO4gkcxRbS4+S1iv/r5r6Yhb+9KkBNrc3V5q/erXbT4LZBKOr0TNruXc8Oar8XpsnVoCaS8LWA82iOaLn1UPPA6zDueL69Pns9b+56iCr5jDJlHcCmH5fOeeY55NOFDEMyITAH2lKwL7EtO0WEAXoFsHjVE7OxK+Mqkp94+cqyMAmH9nsla+tK/3vJFIUr23XDdU+TyjS73vAo1jnYwd4zV9f0nOKM+6OnCLfbJ6/o4HXHR0KDC41AEftDE+G2QSSNknh8/hvL9pdspFFV0Apc/00seOS+nn2Hv9jB2fM6wZnv2fe3pa1hfYXZ+4pV315339nAXuxrkq2J1fD5NaRgHx6EwaKnEn1wuOHJyx6GT9fAUcT1tsA3vrsfhvCVQP1NMTYspxb5WEchJYrV/zOeB0Eogt5xgA6PwAOXiNH1P+/dT1xiHvUwB49PPe476e1q/j36+Pd4G9peRBuX4dAj+lAH4S/lYXznMN59JLA5x1G/T6PjHr/qfFnSetpafONRVjzQKH5aRjiQjj13rpU33cgn583s7qp6/951Pnz6z+n9Hvw4U8A1TOOs+Mdrx0/n+t4zNtX3zf9pb5+77Hfaz3/1xr/j63f6aD4Vkw9ylwO+vYkSfpjKa+z7mee9eTn+Pvf/SnP+InD4BnddGfOCD+uT4fZg178/OmB5oeaHrgS/fA3H/3v11iAb0M+HsXUE5oF8qvKiimWvYcG8sIhhFI+eYbIO1SAuAWVtD776jLy1Nae1drvKqk7AEurXHpq0OdWoPH2k5uYmfa66EwBVRtb68HONI++hgr5qzNqCqV917xNf/tUtOVsHyo7u4ezmgbwW9+tv+jENM6rSrABNMqQzdae6/afJ2w6NRavkAqg/dbqM7WNwQR2gPaPtWqAJMKeAhAtZ/r0n6tPwUqF1h/7u7tVgqJeUDqYcAVIal98+MPh3Ffm9211hbKyrfvDuJ+VZtp29rtdkMJ5y+4QrGTE+47gnoP2EHvVuo7u1qAmHBctZ51EO0HWEaAcX9BCGUdAZ9zIHKbmpob2NAKScImOYD7PIDqEICFUpTamKq0VVdp/xqq7ruVqE+896pD4J9axsJY2un9GnQTYGhn680evDuKcwoUQm2KotN6lIIbwco77nOruxdBuys8dHcB0Kp9w+oVkGCgUWWYwNn7tq+9xg4W2wIW66peYdUa0AsLakHO8clRaw3iphL9EKW50PDh2nnYb/36t0DfX2iXjIIN9aKQLuKOKV4MxWMkFwDMnUubnSgSHAo6nUmPTm6BnVk/c3WDADASTwGmBy9is2pigUGWtz/2GN9Upqvy2wT2CzlVtfpKxeF96/UudukGMP0X/2c9YAFw1L4lOOv6UR3boqZwwMYlbZVRagqeRWMEnoVKl/SRa0o4rgpOS9vujtavVUCYy2m/3D9RZacKmASBbespczxz4+TkDNWwdrrWsc17cE6HoyvrcnmFeb+rgiXhW7ElFNw4D1VMg4aw+E2qa5KBgG4FiGPyRioBSXYAZK4wto6Thyb8RQnK36EQZC0Y3BWgOt8cG/s9+oh7sMauJzNoXhIeDLw/xCf7BLOlzmDWTcu2PjCuzntB2AUq//vwaq9eqg6ZU4JhAXgJzAk6i8ooVSsJzDKYaBJFjqX1UeNafF8FakXpAthqJR7g2jrI3IeqKNvLNhL9+O/+7ogEEWvYOtcdI4AXf1bZX1Y3VIpn/x4d8k3UsfGibwPQss+6Lrxv65FrTW+SSsK6tPEWpp4cm8xxHzWbVe1mEDOhaawbgKxuA1FrmXMdHR4HCDWAH8DWpAra4f6kItPradV9A1hWYS0Q1D0gEh+wkg4raNcfgNrjTFBYAkgLcIWAqvi9pmsga+WSMKNNcVUrNpwemMsqZLOP09rf/nKvCStR/tHebMcebFvdX4cK7moxOxKhPL7nWdSJZ0bWbZyLJA9f2ue7+J2LCVhcwwkLBN72tfti2peGLjystn2Vfcn2b9KWOE/1G6Z7vs4MUec2khOylm/UKQ4VczpEqKB1Xtl/jouw3kQE506xllaZLQQPlhElBkgEYl944HjHpM/z1CQer7Uo0ImbsdvcryO3INZhWECzX3jN7CsTLgTYCb1DCV0BIPc1nxE+lyPBJMaUZACSCtxThMZaYbtOBc3Ou3ttpNmjnC+uQe/HY22K6uUESyolTTrxuerayCSNeL//qcCu4ICfI5ZXeJ+qa8ZLy/5f/ZqkhDXbnYpuu9ZEpaHqN5dIAGCTdx79xt8A4Oyh5jWpB54OX8dTmvnJuiJp6oJn+QmfC+8iaYUkJT4bzcXczWd3OpwkkkjVHD+pQF+pAezPVAentXkFR9l7CjzV/rwOw/y6AON6+31O+ZnXV0Dj2nVDWV8DwHVIXGDw4LlZ7UlDy+hqbdaAXR0AjwOgtIjOXvQe4rlZa+gQMLr/5POnKIWjLZUDQjjv8EoIns/N8nL/KADY48fV0ulsQe1znksFznlsQtzZAdB81g/fl8c9FaAd3uCgLvCEyRWuIfG5b/gq1xnWOB1e5ykAPG69PQkATwxGV/biafE8TCyYBYBHQfewjfV+Knf1UgBc759pAPhR4kA1vuXYcTj8FACu39uEYXs0XuOg90MA8LR21qGy7ykAuCjfyzye1c5pP39fAFz6rdT+Hj9vA4A/dCS+zHENAP4y/T7rqg0AntVDP42fNwD4eZ+TvtRoPvNj3Jdq3suv+4zPty+/yNd7hud+Tv9676BpWdMDTQ80PfDT7IG5f/Ivbh8CWFkJlCDOGja2PdSFGXTi30DS779HFRoQglqte91Qq6VKi7cQXLP+ocFulWPaoq5Sw9cAuorRUDjyCmUWQWVVWNco0fZed6P+omEba76uo4QSNKt6FVhaE3F7F/Xg+QmBMutwqo5ElXG70jp6JzQ1kkywLezyBDYCYYPqeb2wlK7qYAmKV7kv6+j2sVY+BrCEdahH0k6tc4WbAnDVesKXgU0c7+n1LgLyGEhUdSVc9Fp+OBHqeO+32KEKNq35GQEo/+PvS6xB9/cPKsAqOEjFdEb8A0NGQPFEAEEd2YVFyRmAiHYKUDuogoU9QgYVbipUhTypoEtVlpBFEL84b11KrUm17rsM1ahgW1vg09M+Nstt7r0XkClACXWEV1fXY0wKxFRZVmJ3tjOsvFGNWbtTwHJwcEJHaOkqoAOUAqMFHpkgUNXMpENuCGLeGmD1PlEd771Cvc1431CbT+XvZUgtVcBoS4pVMvezaF3KUGgCqgAh/+A/6rbefAcksaZrWGEnUPcV4JvgnJo87/+ee9S62RhZ1oJLcP7DDwR8VXOvY4ncBmYvbkVtavtNGGJSgUEWa+cK7FVs22Shl1BL9Z1UUgXkFirZJaCxL4GgtWPTflcwyhxGtek8iqgxQF8lsGukKIpPUU8uomi0ndeMgcr4OyzFwS30A2vrlUkKGRSW2wmfz88MNuda2921drJz22tfpSKdPjw7zSBlp0utV8BOH7WTy3drBztc7q/U1y4W3io/z/queSW3qnucvyoZvQftap0DQiOUu8BX57bJG7o7W1c3Vez2nzVbrwOwqdb1Pks9UC1ztfa9VAnK+vYlvAprXf67YC6FA6fWvHS4gHyVurwC7GtglTcqNFvme1rgFlgYNZ15f6gaWYeOWUJF9ydhWrrbOT/si1Wgts6QrlWhY0Jf60MLroV2jq3gDIjPPNHRoOx1jqdt8NgI+HLSM2xFVU0fHt62/u3fnrfefo/KcZE9EQX0MvNrHqBsvV0t3O8N4kfQNqGye2oX6CtkEwDvYnseYxDgyx5K4uD+ZCKMUNgkC+dxBvy12xaKe4wWuqx/GnZIHXRPYNDd/remZbEBvgHmu9Zc66X2pdcJJSdrvTg1uI+ZEFN+4boC+Fkj3XnQ3jS5Q6Vbqk3P+qjlw96ZhIcYB9ZRKHUdtgSVGWhMQOu+4dxK6OE+nuAw64gH+Yy9zPHKPWEO5bwwOscxnivuF5XNd7o1pGLVa5RfItI2O3aHmGMR3GcPcn8LAG99etrqcbYvYS6QM/ZIFdDWQOaHtMG+8pqhKva4qPece5dK6OEvLsXK1Oelz1CeCbzfcYhElcpm2/uwVR53K1xmjsdcjjIJZU4DlT03e4H9bbJQQNfK8tkEDx0m3Fdcwxs4OlTmrAOAVCCu45TJAiYceBmfdswp9i+/TAt5Led5ntAnvq7DmSCdI3ylcruyuHbTqSCL8NufxZi4D4fNbO7Nm+1lkrvmW9+8oRbzqhbe+aSj5dXY+C7urfCa4mUaQ1kAcLU3VUc0fzU98GE9UDIwcj5b616HhVOeWce4zAiF57HQrwPDOoCMgyLBKd0/8rNQwtLYS+NZlC8/OxeAGsmRTPoCbjNZMt/ntQImV5+L/V5xhSlw1LUbFsaVmtB9P97P90x2LJDHz4Ee4/vL87EkZwwhdC7bug1svS8FRQlQEzAOraFHtXl1AFngbibgDG2XvUbWEE/FsPdpwkv23bCGclEHR3/EPRbYm18HWDY5jmPGLXrrbc/3Dsej/rM6hB8/ZvR9eZ+TbLJjXJ8AwDlvHh8fxw3Gewhty72V+41/T4i/+twY8OzKwrvA9+yz0fZOvL+YP3GFQZ+OXz/HbxScl3ONA9lpfTgN+D4ep8fXyXlSJQtWyu/H4zZcY8NkhLqK++kAdh0Wv0QBPA7Oo+3V3PVe83NpzuMY/8HPnk5RmRUAfV8APN7v4/HlzwaAZylHq4aO7jLTZtn07zcK4Cl988z+T7e0J16zztMogN9/0taOeE6C04suMOPgRgE87fkxK/HsueD0peeZdfyHzo7yuetDj/88xzUA+PP085e6yqzPP1+qXc11mx5oeqDpgZ97D8z9V/9TH8GOFpXaCwNcsafsHaLIJbgkvBCWWFsxAz0P2PDuEShWRXsEDAY0EOi21ppASVBjoOrNt1sBJ7SCFGaoUFUp4IddgZU1Q7eBkXfUqrUm78L8SgCmc1SpJ4C4u+tUom3tLAMcfwyV3muVxxHHu0VdtBQ1F7WHvgE+CxFW9V4NGHgVbVAFq9rx2lqv/Hd52QfwbqZyi995fvj+mPYQpJ+3zdqTClaE1BlUM1zoL9/WthVgzc+pgPT9Bk1UM1HLFjibwfIEoldXZ4BS6mUSVFHRG+pMFCeCJmGhfbKLElagXcD3MrV2DRz+/R+/53yb1L/Nmoi9I1SAnFegmGBNKJFWfwGN/MWMX77sUxWAqjJVsKrEVc1m3Ufh2i41k1UqntDPu7sdavwecp9rAeETKlFDVPvSUJx4jHAIOMG1BOJwnQCgQjrvQQWgClOB9DI2sB3srx3PW+63d9hPO23UcpuovwScEYABAO++ou4oc6X37g64AwTj+qqlDZys0p45xvDWmqXt29af/abd2uH4nR1AMqBEla/3My90B1gIkFIRilIQoGY/n55quYxqFxip+s4+s0bvBaxf0NWhjvXqJvfcWmc8BaTarKpEFVwkFAmkDBjx5RzwPVrSapGe4M0AcG4J54DfBEgeLcQE1secy59f0B7n4nzMKS15c/2om9My3LrGgkJrFZI3wJBSB5mx0gI9YGHMZZMoMrgrkG5vCl2yrqEB0nXqc2vheH7G1fm3tTWNox33rHtI3eg2ylyuHYAfkOi0TkAqhG4HKDVfwGC1gXGVxcJ4YWCqnKjzbU1TlJhUd6a9jFGQUAAVXMn9wgBTn3qvJmdocexcT8XmRajInbeujSXgb6pzI+0CCOZlndPCcwktV3A8ojnWas7aw2FrG3bSCXEFo5cqPa1hylp1bbex2faVMcQ8g4H8ElhXDZp1brMuoH0ctuNRxzVVoGFxTB9ehdrYU9xx3gRdzq8QsTKG8Z97GXuBqti/+eu71t/863NAKuCVetOLqwJSVPZY1NsUxyctfYFesXeosL0IqC4Q16rce8iAYdY3tg06L2gJLaDWqj6D/QbUU5Wpet35fxb1Vu0+7JyZj7bXpA73pXPkyS4T620LNw1ya/esK0JYX8e8SkDovNVWOvuR/ZJ54Hu1kzfpRfvhDDyb5KHiPhWukYQRNsKoP3mv/er8NXnFl+22f90XLqnPbZttj4raMk4Jx9OO2v3a+9RRItcNa5jniK8tXBVcc54r2sx507EiYYt7uAkn7i0mWqiQVuXq/Pc8a+yNBXaqwM3awGmRbDtvtKfnppYrsFKslAW6ttVno/XNve/Y3+nPxSCc1u1MRWAqkK1DDEymaa53x0DFvHPeKbcAcA2YxDy7DHeN3H9c4yavuJe4ltw3E86U/SnX9RXPX6eLFvCLEcRPVV2MKS0NBeEg8J/jvIGC33nr2vV96YKQCmTrkts/PvMT4qQq3f4qCr/+mfMsIY6JAkIgr3Or+pn5OM8x25Ro+NWvVZJbF9g55RzI59UA+ozHTV4MgEsA86Wh5JhGzetn3ANlpvi3SYsnlI24wvFhqObR0tz93s8ssRPGWo2kOqFkgZ2VWr6AygG0YlEGBI593OdKzkmTbIpaWBvofI9Jk5W1fKWoL0CuKGJzj0vb+YFCmOdUgVqlZq7vL+u/KIOj9RVUK3vl8D6HULAoBYdwbaj09bhyrUmgMNUzPhdq4Lb6gBTJLz6HK8BYB8DhfDIW2au3tUxBk4sShmZyYdnTMqUkPw+UVx0Olvut/z1tWk+ygR6txfu0BXS81z262m/r14nPGwOwOQTFaR+d/87PHqNB3pG+KR84435rN1wDLxMVsRMAcDxLTDBi/pakh+cA4Innr250fE6N3v8oYB6HyvX7qdt3j47bKACeBqanBRK/CACeUAt4+vx7GiR8CQA8AwnmrbwUHFYd8tKndgOAp8ysWeC2HPbScWwA8LSl/azvNwD4Wd30yd70aRTA9ebOArizQPKs4z+0axoA/KE991GPaxTAH7U7m5M1PdD0QNMDTQ88rwfm/tN/fEhUIC1oX7/ROtSM7AwAP9wD1LChXUOxqLpKmCvkujinpuXpMRA36w5aK/ekR01glMNGZb79rkOwGcUQNVyP9gnAnz8A87AbXkfRSD3W/lmv9c23OwTbrghSqXYyqJ7wQ5h80rsB/q5jqYoCC2ZgvUztQ+N9BN61JtUqWdXv/g+o31Dmht0lUKZPPVohxKvX7Qji7b/D4lRlJ8AkbZMTFgV4JMDdxb75AjAhbDk+Pgrr6rW1bqhmtSDdaCcU393ZC8Vj1HsE/mnf6i/BKhB7R6dxjwbUt3ZTpaf17QlwxhqIwjZVcwaullA0qtQ86VNn+J6avW0gK0HBC0CAlp72vffY2z/jbwBXpVDe2FwBfAmF/ZXZ+pi3HNsOa15Bj+3Y2GiHWi6AnNowFNLf/gK7ae5VQOhYBbBQ1yBVQxk9P78c9YMNiAo39r5RpY3yExgjeBrWeEurXmtUHh9dxPVVc24BwR0L+/bdWxSD2gqrROSeAgxRt3ZhCQjOmGjbffQO0AG4XEYdJsxfBMKnGu8Y2Djf+v3vu9hBAxCZPhE7MxhLzeZFlNFagT/QNwGD+ZHqvA7jt4H9ro7jl8IR2v5A0HQTdRx8p3XtNKQrNjscp7KOgG4gSP4vRYqpNrN8rnFFVXcBaqug3F1YzPphOa2nY44yKb2OCQF3JDcIlbSMjo/qoYgD+Ah3tCCnjmk9UqlqVTX1cmWZqBi7h83yEhaua9oOV/Jrr+U4CsAFPF2sxlWPCyIDUFb1M32fwND7EITaPi2hhWbe9wbqbMFa1POsgKoBW23KIwZp/JLD5dPWD9WeVxisKtl5uKhtq33Efd5iJ32HRe8cCQwbrGVVr9k3zI1Bnb2Eus5J56JzqrsFfCKhIP1wq+QF+9zgpyqaHOYAk7dAJb/v/HEcYh6pGvU9nBeOHTVcBXCrAD/7xPuMesz+kMC6is0M2Be4z4zhPI7HoAY3B6lSNvAoyF3gntwTLtnvvEfngWAwetrb52cRsK/UUoLujTbrkw/wp4ji//j9RevdQRXwpy+vSSQQPAuAra0rDMhasVlr2oQXg3smdUS7hZnsTVnTUTU2CQU4ArhfOd9CFVZ7uZ7cZ1Z0UYg2papX8FoUZK7VgBe8rCerUt957Pu0hE5b31TTeB3nsY4BjrfAL+YZk8a9R8W0iRBLrm0SKlyF/qe1fIjmWcc3VcHpVMfkfrFODXjP7f50eXlWKbbdH9iHQ+2rQpu9hmSCSBwg2cZ54Fp3fw8Ya7cKOdkLVeqq9va54S/vy5DGgJdRQoD2YCdvv6qCdn+3RrwA2HXkmvF9Jjg4baOvubZBcROdcn9TzU6ySqjEnav2XjWu/GyFOaFC3TGK+s1FwRZpC1ozG/TOEOo6ThhrJPAIrd1TA4ICfsNqOzrNJClstuG1wlcTabToF6xqUa1lss9Fk528N2uaq5K+u1URTv1gADA3GAp87aoXabf3csF8ijlGoo2JNQmm7dvTeE6GjbTW4953ZA8kQC4Ayq8LxHbt+W/7OKGB0FgFbz6Jrm7O2MvvWn/2q/XWNs+1ktw0xncGfTgyiT/4H7ln52tauPqloeUPblxz4FfcAyOzxWQWPjecUmbBdXZxxh57jzV8LHnXHOvDuuzsOaGgrXY9HQ8i2UJnkBpkDeDrZ4iSBcZpIpGqpg4sCt2oXR6fsTPAF3swyVKZmJO158u+Hm8IoJfvNXnE9xXolfWKhzW64+0+/2xztb/XwXA5byS5VZC2DgJLeybBSduWP69q+qraj9INw0BlPiNHA5d+FhxA7Ko/6uCzDppz/8wEr0waLS4JjydWAZnjP5kECofq0tG9oezXjwGlNc1rpSeqcapfK5KydENy3Eos17Hh9kM1XesXSwCMA9fxfip9X/rY8Zn2nnFoXz82rcttcD7ffW8o0auxy1IqQ3BfB6WTEgWGfTcasC7nrrexrjIdb/v4/ZfzPgcAl3ld7/+noHJ5f7nGuAK43l/lnNMU50/VBvbY+LmuLGW91fr38ax9/nc+JwB+Fvh9ftOf9c6XP6Wz1eMJANMSBZ7VqK/oTdMSG2Y1cbAXTXnjwIHlEwPgWe380Pubdd5P/fNpiQfD6z5vZjcA+FOP1NPnnw6AP1a7ZgHczwWAJ1/n8e9pH+u+P855vvb2vfguGwD84i5sTtD0QNMDTQ80PfD+PTD3n//jP/sjdgAAIABJREFUYz6hGGS/bb16g6Iw+Wi8UslHQDxqRgojBSEC2Afg5gmWwusBlbRb7vcvIvgdwXeA3GZH2kQQDbXo0QEQlPquOPzG+/tnZ0A76ySqHrMmoeqp/EXu7dtDwMdO1E29ukZ1RIhKe1ED9CrrTlCV+v5tALEB9v0fBcB5DoNM8Yd7EA4KjVXvbmAvrRWqP+uh6DVo/Or1bgCkUM8CCL55vRcBPetvWge09aAdqnVUAa8E6YXP2ggbfPPfgnFf7c0OQBQATJ8Iog3ar6CM1fZYqLFKvy0CWRVlCYp1E+x0CCAKbgC8VkY1KCi06QOFt1EBG2Q/etcPEKUtbWvumuvQH4Agua3XEQAZ3NnZ3gFIoGyl370PLbgNHia5eAAAvwoFrQpHg4g3oXAFbgHOUg3GtVAbXwGwBWfdbVV1KtEq4MSpDGCWeF7AHKwTz6hHHKCHOdLpoqrmv/23WmsnNItfwDl2fX0+atvGGN8JXoAXcV2DJoB8vt4CEK6uA6iol/tmT9UtfXWcdTU9h+B2iZ8toDLdBoT6ulUJGnbiN6293Z0ARApJj4GmEqMl1cAASOdP/Cpmbej5q7ASt1a1/WqATttxe2SZ96s4NAgbFrZ5Fzo5x72E+ltQwjcEeamy474Yi3WA7hr3aVsVCQVQ5Y+JCrdVwDQAi/pjIJxKy0q4GNc+Yy6pRnSNrQOH/KXEWoLHx/0IrG5tdQPaCIBUAIc1ooCYJAPX3BV9oHV7rCmD2pzvgeuGqpMLeayq0ejL+L+stVsAsBbwWYc0x1ll8j1KKO1m77FG9kO48wTZcii9l2g/bA0VqjWZvQMBcHTY4BXAj/sXGna7KFKdFgYbIjM9e9fzphrG+1JBj1Ux/9nvBlX927VhkoMA0nZaQzoVwSpJV/iZqnxtglVGnsfYWVs6g8fVPHS+MCCef5lNyHsxYBf23cxtAbDrIVzvQ9Gdil9tvUOBFYA02xxB65jbqKt1nae5xrMF6G5h/+qvrlqHRyimsWPXAj1GnfF6oD+0Yb+pgt+2w/MKYUMhxjlVhiWIFRqmbbb1vp0bJXg7Arxo6E63w36K4j+gJ/em1Sb9670KeefnSIypoK7KTZM27BdVvK4fIakvLYkFrOvUKBZl6sbgEDyYWNABGtK2a+bDNcepYBdgCjHct4S0Piu8vwQRuV7cK7Pub/7yaZtUe9/QWeUXO2Gy8951Zx84XwT1kVgUdcWz/nm+fEZkPWS7MeYl43PJXu9Y+vL9qnGF+5EUJHjnXnJFV2CT99gnwoyw/jZoG8euBEj1a90QVDUP8hqqFjgHTQzyujckd/i+UMGVYHoFbhxDyyfcVzV5C2AV0qoOjmlEQkQ+Y607zppib3IvFxYLb93fHRfLAdiWNkkmnudMW3jauYFC/Z59wn51z1gCmC+EbfhtJBMUEBX7F62Msg3aXfN3sdvmiRD3P67AUxkeyn33jwK0wi5d2/1c88KJ7t5161ffMcYk6DCbs5cqpXDVZdVfzwuIjR4z7V/vE6r+mNd9Xuuad329PTA+c+LTEP+nJfrBwXnroq/an5fuKnze0LHB/cr9aGAFzbOo2D37mXEcNtRhZn52GlrWls9FkT5TJY/E2qMN1lCv1wKOb7s24xxZD9dj4m8/ew2SxRLw1YPpkeBXexVgXAd2AU/zY0GuaP5d7O0nBUa9hnt+dM8UAFxgcDgi1OrWCtbce+IzVHzezwSt8VfC6RwlHSWiXIDwsrqf0q56jdU6DB9C0SFYL9d4CgCPg8lyTHoqDF/jwMJ+8LNaOLeUraYGgMt5A7RXn0f8e9C/0xS+VR97nK9xkFrGMX82Wh84vveeAHjSPdb78n0A8DiUr6+HPw0AnK4ysb6fq8R8tBLyG18CANfh4fjn+inN/OBvv/zp3ADgSZ3fAOAPnpLPOrABwM/qpq/+TQ0A/rqHqAHAX/f4vLR1P9UEoJfed3N80wNNDzQ98KV7YO4f/g89fic3gH/d2n6lPXMCgXzwalFrHdIb1IUbBH9QxwpdAX3Cg2+wZVYdofXzCuolf989BgxrJ61dbqrxlqmTeUHQhxqtGyhkd1DHYi16ZC1ZQshhWco121rNEvg+6r2jXux2KCKPCMgZ6FkmqG0A/PCgF9arm9SkXAcyC+8uTlVvpLqg3V4H5qSNsW0ScmirLBwS9Cg609ZTULT3aifAwBlKxe2tXdopJCuBwNOAs97/1s5qgDxVetoYqxRsPay23v5wkvaq9McClrpnfW1psbbeWSP4kjBK5dxKFLBdjBq9qjJVLG52F6hHu15dI21vT7FoPjnpUT9Rm+r11iHK5QcgnDXfNjur8cf2/PgDfSAUJzimkkygY3BNm14DhgLsxUUtmlX4PlCLcZexzfrBvSPUenNadK4AbQl0hlWZqmbsEI9Us7VQdQvIrCWaikVV1QEhUEFby7MLcBI8GGDsHVHTlsDXJkDbYMfN5QJqGtWmQ2Wh0FKIHpCPus0rqHvnFwCXdN4297S7Qx8BEucegBgA2jfUhlZrc3JsPekopRtqzKUV7VY5BptRVRVRc0sVGgROaKSl7JG1nWmvQReVtn3mmTa+oay7QlXdO4y2O9fsK0HL6SmKcetgAqK0VHReaT+cymehKEpOYNyStZ5VH1eKYAOYKuIXqQ0qdHJeaFtrfDQUwPzceW692ATlQOmozyqA46boPwO+Bupsi7DX96nS9HzOORW0zi9rZZdgsHN6k3kVoBcQFJBWFT3z3rqpqie16jZBIKxtQx2b0MwxKMFekwQcC8O5uT6EPbZxKRTAAajCojahm2px+9b3m9igg69B8yXVSLLhx7Hc2EdKPeKlSDgQLKvET7CU9Zcz+KxCU2XvPAkCvlIxHBLUgK9h90xTVIgWxdMmCllV+b6scywIE+wKUdOO2H0ht1gBqskCKkO9nuMk6A4hvAHZRcYj6pRzgMMjwOdaJUjdph6wr8J//TqmB9MtXRMqeE5yxNEhzgNvcT/AXEHhqTbugvrYr5irvlSWZbvTzth1GBB3DeUq9+S1z87PIlnh5LQX+6RtLwH2fv881ulqZV0cyuZQ3LsnWJP7jvkBENeqmuSVgN1CUcbOuZJq5AsSPvBGj8SGVMrOcYMBjNlTBYkmtJhYoH37PQkp1i5W1R2JIFxDK3mDul081m3zNUBVRwAVzt5bgooMZJaamNrI3/A+A9cL1CY2kSfs2DnPBfPb6y6qlAUAex0t3W+ZlLohuNe5boTcjoVwxvt0P4hECeaVNtLxRzgddWwfAmxbN9tzOB6OuXvozV2OsW0Jm23tr0Olnapo+9JrOl/CSpw9XKW0CQVapLvvuGaL5XjWQs8anzG3K+W4CTWevzhQpKIQwCRAuHae0kbcJkyKcT9bWbaeu4rfrPlr37VRnDvPLs6zDqg1zB0vHS7cr5as4Uxne7wHG9zweqH+D8CU9d1Vz/vHe3gIAJ620MPXXIxJgGXReai5UzHmXvSAu8er14utVzqARCKSwmZdE4aWz8Nf7ApAeXmod9i+BgDXBqv58gN6YNoMOjq45bMHHzz4zObz6o4ERmFtWLYXgGcJEP5zTwygVUGeLA+S5RkS1CbsjAdOPC+qf/t1DQD7Pp0Nlnj+jKgnuWAohfl7qJBknYUj9fCBW6yg68GUOnTz2uX4AksDLNM2V2VaXvPs14GiSsQsgdH6OcMe3sSyKiHEpLECaItCMo7jf6UmahkazzOpDnAd5EY7q/uKZ3KonPM+fdbU21QSaqJfhW3Vn3K9cUVpeV/+XaX3VaB5HK7Wp1MmuNV2xrGIZF0B/EB7w67aLhj7POT+W+ZP/KJU2lFTkA/7aliLuUpfHIH7vm9am2O8TOTLS4wcl2Oe5SZK+waJS1W/1xMJ6pC5Po6Tvi79XY4v41FPjki4P+yYOlSuv69+f7MUcpPAeH286vfzKRTA5Vp57nSI8fVcsDArAPqlAPCnBr+DfhtZXR/yj48FgMtvRh/Shk93zKz5Me3KDQD+dGOS+2qu8+nPjud93p21v33au8jPJH/Kr+fu0x/eR1MCI4MTzur/Wcc/t2WTr/O1A9avvX3P7f2p72sUwC/uwuYETQ80PdD0QNMD798Dc//wnxwQKwDGAD6suVvq3qqMsiYhId/WwbvLUFOtbag+nGsdYk+8hkIoa8r2Axy0gVJb2xtAjyMC1R3gIOpF1JEGw6+xqN3aXgcEaptH8F9Isq+SV0CF+tN6rcCIFQL7i8sq8qghSb3R3oGBKyCkCkYAiWDM4MY6ltSqfEO9icruBHgmaN6hPdrMnpwI9bDZJYi+vr7Q+v77o4BHKiHXATkCwaxJeRk1MA2Yq6ja2sZ2k+CQlshXF/mB6Q3qJuHuze1Fa3vPQL+yuOXWaQ8ra5RZ1gJOW1ujcq3Wt7/cBDSeRQ1UocMOwNJXAmCAC//eRFE3B5w62NeeWpWfCioUdMDzOSDnKgrGU4Cs51WZuLvXDrWY5//xR+/Fa6kNAPjQdwJNFVj+MiL4XlpcBWwCoLk+rCbUucLbowoAC/kFyp6zDwC9QHGnXaywXMtrI3jnF1r4co51lGjMD2GpYNH+7e4ARjjx8REKOqEa6l371brF2lbbNgFeqFb4BaMtIOaTnKrpLVRu69T5/c2fddREAHoMQqL4m7sMuKtltBbOzkmhy9ERfcycE8zpyCvQVFAoRFJzZjvgKgE23u6TVEA9aduvBbRKOaZijDecKoCtynKhSNRpBVgtAHAdcwFtmJpGkBfgBOxR2Ww9S62ltdAWpGh/ugYUWgaeCmccowC9zB/nsePuvF8nScGgmOqQB+59k3nmMSGC5ahzAJ5KwKVKkSmE9yeCesGXH3xtp0q9tDxW1Zv9qQ27whHhrFDK46zHrKJdO1jnlKBI5bxKaOeF5/B9Ar2w3ubca2vrgOqsZSxEErImzBJMCk0JFoaqH6hq/WMDu4yZysIE+taOTpBdhVSj7w2EpXW1/Ziq/EwIsV0ZcE578OH3DWrbn0W1aIw2VOKCWvq/BJhtm8Flry8Ir7ltBsiOxAeD6wG/VHQbqM+AXBkvIXkEblm6ITS2adilq6J2H/TcXidq3QLJVKKnJXWpxZrjLhRPAAzEoy+sdW7dbtXf9tn+4UXrX/+rE+Y49vU4IJyz56hKd2xu3ZAqW89Opx0wPeuXq66mHi3jqjX9DnW4BYVDBVfWUc9669I8a7fOs3fglsA1twG6AfkqdW4mg1ijPaHmPKq2efcKbtBxW8Wi2XlhEoRJJNb2TYBpDW3mDDbFqqxVLPt9E1Ws8S1Qt650gk4SF7g/6+6e4e7g/BTiaqdvP0eFxBjzVPsmSDBRBIU17hMbJMMEeOfV67GGuY7vM+nHe9JtIoPRzgmvlbXnU3GcNqzO9TYJAbbH/dyklQh4hz00lvPMbZN8Mt6OkrzPfYRi2jVV1cBVNcvaPccXVgW6c3HJ5x7vMyHD+1FhLahxvWQteBMisMgOS3cnkhAn4a8lAFzvJiqc4BPuM7QEwdOelTayn1hqQctrldaOj2p4E1u8Z+9D1X8E1HnWhA05SRQ+E92HYrVp728SBn2iPXXY4Fdj6twYAuCVSHLIvUPlr4kbuX9Yuz4V1tb1Vt2suvsynASC8Yb60DbOt/49bPoxiaCNZk/4bI7H8sCUudiOxoAOFHTPC4jlMbNeDQCe1UPNz5/ugeEMGktQcFtmXRwemIBjAgsJZ+UhU+2rdzw4tKEPiBvgMcGte4OfDxOoDi12CxCuK3aHlurVOTjXLckomTCTCY1+BkrFbbpSxL7iR02eHX7eKBbPAmBfkwCw33fPKRbRdbVsHFPFF33PEnuKz9k6lK0DwmLtHG0swLWyvS3Ad5Ia1esURWQ5X+mTuhK4WE77dzhZRPQv9/c6IByHi+PQstzz+AwYAsfZALi89zkKYBPw4vk0AwCP/LzMqRoArtceLm0vIG4cBI2Dh9LvTwHger98DABcn3PluVYHwPX+LzD5fQHwiOPJ2ByfNM6T+mkwlpGAMQpuxt//vhbQg3H6RAC4nH8ckD93f3+UiDCS6DV6lrIThkL9Y3GHGQ19+aeCBgBP6uIGAD93hXzY+xoA/GH99rUd1QDgr21ERtvTAOCve3xe2roPTXB66XWb45seaHqg6YE/9R6Y+8t/Afmr6nH6u6Hqp95Rj4DLTdRvvL4G3J1mzcbFlQz4W0pqe3s7oMhxD1AILBQmCBUNRKue6J/ets5OlUOiHENdvNmdR12qwgAQQcC7B+C8ujSiJiAggE9t3DYKRuuKtuYJwF8vAokNsCdg1ZJWJdtmZymsMn0ZlL8n4K1d6c7OZkAFQ0bCSqGN1rGhyOK3oZNjbEK5ty61ewU9gpY4XmvegBRYymrZ6S++/Hn3I2rSALAGo8zsvgqr4lBxYGV88I66uyi3AszyW3a4rHLxb95sAXuPA+AYTFgC9BbbaIPyr19vZ/Yof1TMnQCRWw/W0RV8Uld5G/tlCNJJj+J0XF/rZ6Gx0EjAcArcVvnZQrWt+lPr7lAVb6KiA3IIfLRQVSUmzNOmt8C64541INc45zr9fwREwVb6PBVuN3f9UPptdpcC9PYByMLotlakXOsKJfiFcBkm091OMHICnL2mD7Wo1tp6G7WiduD+WaWer3NjASBrvWRjlEeH71r/4b+/2PqLv9iN/ukdolpmiqhka6Eq29vrBFgI0AkEUp15iWrYwKNBV/tsi/u8AnwK3wVuywD+Da7Fbcfr7BQlI0BzNWzL+TnJBAZ0wxbbsY2aR9p4q/ThHq1ZHOoUldTMC74j2LphDLa2AK1CclSPGYDBzrqziV21FtOehtG/pz7rFfP9RLtkExQI4jImm/TxGm2zLR6najZeVZTljrEzIWBVhS/wKy1t02I8REUVKFZhr3JRtaLz2rYLtGP+0w93t64FFMDO6VCn+5OE597DBlBaRizw9uV80m7bMVcBKFhOyKq1LbayWA6H8incXIVTeZ/WYNbmWhBu/dA75r6veeskhk0jcwhAHu33DKFccu6ltXYszCKFEkRHn4NL2TcCZPpTxwllou3IeqgoIYF3ni/qeANz0wlSFVQqS8sr5jig7Bp4FvtFrGuTSdgvtGSvzn+FElzlrw1S0Rr9zIXnmevuQamoL20RAid0SwtwElqq8ROGzcc6TtWjikrbb9A+VcIJvD3n3/3tVesPf7jBGhqr9kVs81mTUUuRt5jA0WGunFCHUvWr880ak6EkAya4X5n84pu9ZgRSVRNTF1aguLSS6tUEAqqYVePbTt/LuuD9gnot+uMctFk7+HvmqGBTG+24X3X30f/eC33DfBBIC4CtAe+17Fvv03Y5d4xhL1rTmkQC+9Rru8c69y+Yq5cXzLmBxaVQI9eACmHrF7vOihWx/R5toH+jTi0LLPZEVcGsk+FYqwZ3sacaWVjs/uC9WFs8LNpJonDdCH2zprJ7MdbaoaRXTYz6mH4RtAt5c+9O6GLf2lf3enpXSFO7VwPHYXtK251XAopbagBbu9fzpL1pQuCcU66BHC/npslKdZDhs9P1Es8eU7Bow2Y3axO7r5nM4J6kG4F95FqI9Auey9p6b+ogwTX8vjBFVbftPz0hscp7yQXHa4i6vEYGuCt7d8bZWudLJKaYwOO96Tpxe5m28ivuSyQmzC3w3KeO++/+fBcXjDQldSS928ifoB3V7lat8+G6bL5qeuDr7oFcH0MMPHyo+Nmjx+dY3QT8nOCerCOJfxIkscqqNV5U8pmQogNH2h3HucN9JhM6yiuSYFS1VqDT2usBXwWCvC1qhI+9Ev5mAtWw/vDQfr44LMQ+VlNaepqB4jdUtcOasIuDjVV1v3uwiV+ptq2fp27XPKIOrmpIDgFwkqN8vrufJgwv36vD2nJ7Xm/8Va5R6i7H8T4PanA97yOPnXTe8v1y7dG/hyrbaSrSeCaEC8nwNQ5pTYgbBdDD+RNq4IGiufTBKHyedO567eURG23ud9w2W1BXLLOdxSq5y/hOuu/xfp6kYPN4/SlG2zacu/H9wbNtrFb1SF8N6xfXEwmeatc0Rd045C/Ctfy9aPYrXDxq8LcOhetHT6v1W94zba6MguNaSYgixZ7SxOcqAKf1i59Jn3pV1TcevaX02nDuzO7Dl7xjfN2U605Kenif64wnaIwfOz3AnPN5bJusDh/OqS8doP7S1585FrNqCM84wVd/f1PXbZk/T2dKzL6/5+1f07txVgrF0+dvFMBjz7WZE/5zv+GlmThP39/XDli/9va9eDY0CuAXd2FzgqYHmh5oeqDpgffvgQTAfEZQCWrdwWNUSyo/tWEW0JxRZ/SkZwBsvrWzJxAWAloX94L3b0Q9XwP0HayBDWr7wDZwpOJMQBr1dIEkS8soKoGb90GWUHgtrxOsRmWBYtKXx20A99qbKusAs7covCjXG+pR3v/u7QmBdtWzgAMC/GGTq60pUOLisk97O6HwOkNZKdhV5arizMDaPH97jl7vOOyPA3qo9EWxegGk2Eb5axBeoLBrPVle79724m9VaF1A4FHvCIWsCjPVo/aJIFtyIAy4a/3il9soTE9CNel1DUxcoeDz+a5CLAP7KlNRg52cDgJ4NxFNRAEH4FteEzKvhLpVZbXvXwUiel3tgxMAn9Nn1OFc74TSS7h+B5zeIIC/2dmIY45RIF+hulaB3G6rohPupYJ4CVIqPDs+Po0aoetrXd6r8sRxukEFjtU3qur+6SVfr4TdqXV9j1AzCoY3sCHd2My6ssKiA2o2iwFMAPB6wgth+94rLJkPT5kD1Cnd3Wi92lviz2Jrq3MH8CL4xn33sFvsM1bCH3Aox3RbywDz+MhKc/zVxXiocZsL2hqWqQRN78xZuJcUE7C05jIJAd0tg5dpcWfwaoEO1/I7X8JO9TpOvbRUfKDtJyfUEIZxFWWtAVCtZ7X7vgtLWO1TU5Uj6DEw191KIGlgRWvqgKWc63AfeAc8kf7MYXGt2ldwpjzOIIdzM8loznX/1n66DoBVFJaP+2ExGVApmh+Q9pIxVckbwJzXeV9lpQEgoBBzsI3y0vYnfNLiGIte6O+NYx93b5LFGkr+bEM9diZYPaW+blE1LmDF7LmNzRpkFeB3AFT2rnDIdQ0GBzDS19ZEpLNVfXrxqCkadacNfKea02BwxrRTSZj2kYyLloT0j+/tMx4mlxgEb6OgVv1+yz3HHOD/BG3WAo7QexUML38XAOwcHQYLtTtkDaOULJa89oLldQVsqRC1WwycCrnTXlgllNeI9wLAEgC4L5Vai6p+Bb0Z6BsP8iYkzfqRCzoXqCLnHP/3vzxq7R+gpL+2PagxmcJrJL04j3skS6RvIzbpYdFs3Vrr0c6xP3UDuKo8jfq3zGWTK0wK2Oxo5W6955zf7me+rIPs60KlObVttZ/3jsJ+WxjBFNLeeI45LMTXEcHjU+nL3hsODs5dEkyYb0Je54vqWve1TE5ZR8Ge4LOPFb/XMNFhU4U642rCyE3YLrsM3DNMRkBFTz+vUTdboCk41r7bBeE8Uc3muhtwY9XkDJgODz5XnCeC5QQqqHWxf74PgJrKaWHLFXJ/2+v9CResp+y+7Nz2lWotLJRREmuh7XxV8e9LSKyy+J73l8QQJ4PwOsBz/MKmos6yAFkf2/7VCrqMQSjfB8dngCYU3SRK5fWzXIHPUpN4nD86OJickXbTwm3HA5VvrPWs6axC0Hv0eWKfpuIdmM07dODwJbC9Zd490M+lbmYkODi/ox54KgtVkLvmTWGKRCGSK3yP43F9IRwhAWztLhKCtraXWnvUcec2Y28N5WO0Kk3ay9fRgObV9MBPsAeGAHi08Xc8+8yDOXjHHkJSYpSod95XCWFFKVdgaSZqJPAtQFZ75wCZAUVVzFd7Au8titzyvToAjucTe0nd7jiTkXiuVIDYZ0Td7rjU2S2q3/IsLNbz5VlVfu7nJF9e3/3BzcQkrwIhU9mZSZK2vyh/w4kgfpbOJe6PdQVvnFMAzHvqILzUGI7PAxV8NkEnnxHDYGWBvWU0iqL6sRLy/QLopS2ZeJPHToJ6mezjQPPsfyIKObB1rhpaf+84lK7Drkngrf7zOgSuz8g6EI4+DgBcxiitvCe1d9o9TAPAhVs+7u+qNRUAnrTUp52z3tfDcRgNUD8FgD3+8XHD8X8qCWAagB5X/H5JADyp/dP6Y7AuZgDguSmAfAaX/ug7eAOAP6xLZwPEDzvvRzuqAcBPduXs8Xu/59fjizUA+CVz+dMrgF/SunhivvAEDQB+YQd+2sMbAPxp+7c5e9MDTQ80PdD0wMQemPtH/6wfv2OG2ovfCm+pVTgHUPj2u1cBRoRAPax+z/vWV7VGZwbiI3ClgJfgjYFpwalwVEXh8fFxKO86+O/++MNR2OUZWNeS2OCS8HiVoLOKX4PQAk8D0mvrG612VzUeQTRUwm9/uGy9+gZaRUA7a9+qMl4PACCg0/73ChVthKGBxqtYlW6EpakKCi1MbwJ0CgJU0qWa2IA1YOsaa+g/9qLuqaBO1YbAogQZtqjFq820oNMPiUdHpwEGE0sCG8PqmD4AoHSBtqFcth1hzUzwD8ihhaoKZV/WeLUvM+CAjS81MgV5N7eXrbc/ngJ0NwDkqg+Vjy0CoFERo8ITwNoWLUZVrZ6hJPO1iW1sgSbHx0fYrmJVGNFIYaR20/nBUajSQbnseR0Dv3sMCBcoWG90i/rHwnprigrtBAFzwD+h4e6rjVDRCcwOqPssEOpuL8R7tc7WIvnH738MOLaKBWwbQN9DuXwH7PjVnzE2gPrFpbvWN6/XqBe9ghU4MIr+2tlN9VrvEIiCIhOfYfr5jvrJCeJDvQpoCoVe9fuNdqrCe9XYvlQAL2LPqEpHZVvYUKME9gNz/6xfQRmjtQIu7W2zjqh9fgl0Xlqw5nSqU0wamDcwy9dCkAC+wJ4+c16FnO9Zg5rKf1Qah0gHXiS7DybEkO6/U42Y0eHH0aygAAAgAElEQVQ5ILNKaduv1bdzyFkh7FmIQKpAKNvj+KgAFoRa31awKtjzmFNsY1+91tY8r+H4cze0RcUwNYZRO2sdbC3SFnN7awurYaCp7dPCVVWOgWKhj0kDJgEIe6zFHepBpnPYPTOvte3tsVacICrtDdg4NsJGAaNrweSLRUCzAe2LC1SJwCKTQdooLz2f88RgrvNy3r2gCnBrQ2s7YIsBgbWHLpaQ4iRHzXYIva7pF4mSSQFavWutbEKH4NKkDu2ICxQvcVkVyQakr1nvcXleBsJDSeuKiDEVslmnXPLtPWO1XtUt91unJwC2gHYZBDdJIqythe8GuyMRIW2tl00G0PZZm+Ha7+8C2jJWUV81VF4JipdRaOPMzp5z1/p//yVJE/PuR+yjwXyZkyQ1RG1X9pANkjaEoEXd5LrWGlklvfdlwsEJSR62V5jqvtOl/q0AVlWpNxDQwH6IOQ2UJfHEn3uvAkTtqIXMrimTXHxfwn2fA+xLzjUTRlT4Mg7u9wLLcxIxPPc6+5Uq3siE4NVD3RyQnj7VZt2zmShwzTUXTcSJWr6q1q2DTp1rxjcUrdxL2JwDbW2b/ayy2qSdVYijc9h7si2uJ9t4w8QVcLuvm6iScy73OtuglbVzRTW7xwmts95wqmS1/rf2rvPcLdOkiqwxqRvBCmulHwpar+84x0kC3jheqYK/pU3Z1xUYCR/kVLV7H6Gspy1ew7H0PtxzYx6j+l9hrpikc0FbfIUK19IGXEPF9jlz3udU9G6ozdN6Osc7FYiZABT/igSgfI5fD+oHC4/cy4qC2rXvc8k2n+k8wfN9g+/ZXveRc56rol3t8FdX7lrf/XKJpC/qorPfGDAWFpdXURjPCj8NDmi+aHrgJ9gDfFql1dRUp5TByekDnwN1RmGd+iAzcUnrjspxwtvLPTtrAJvUN4C4VSKVe1ABwwlRR5OIVLiGKtiV76OqriBl+UUCD8+fXMcF/qWFfQHM/p1QNcuC1L9fP18khuQOM7R0ro1RPCorwFjAbflxOFhU9xtgWPeUMcWvnxOiFEVlUW0SjPtwvFeIbaJV1ca6Unh8mkT5gCjBkC/PO1QVTw6QjsO0cZA5OzBfXYzx1AFiGiwW7ddf9fPWYXPp40H/VeP66F6rDxTjdYrL++r35Rw0fhhzLGyoCwDO3wN8zbrPOmAcgddV3Pg5ALieBFdv56R+mTUOTwHgScl23nM9qaEOiCd9v7RpWr/MAsKTkgVibIskubrAOHAeH+dhO4btn2a9PvnY541v/DI14TWpRvTIeJVp/YRltO9/roL4UwHg8Rrd0/o509Tqa7Xsn2Wdu1gGq3NwmlnrZ/r1Ps5PvvT1Z95FA4Cf7KLZ4/ehAPi5n7wbBfBTA9QA4Jkr/Iu+4Yncuy/aro928QYAf7SubE7U9EDTA00PND3w/B6Y+6//l9MHVaWCWGMSwqjNrkrchFkPqD+16tXCUmvb1VVrt6q8AgiGHihVUFpszgMO/YcqVkGZQR5VlsIKVWXWezSSrM3p4iJ/qPe7vbUT4FUFmXB5743BLRUIS639t9Td3VkLRPT9H4/4fwNqKiwToglr5qBwgmjrBquWDTtZ7sMgm3VVjwETqxuAS2BlKuU4/mEFCEqQHd41t3Dd+vZbahkfHkf9VBWsRlWs57q9k6DSX/ovzwn+HR6GbXLpF/+eA4ipCrWeaf6C6fUN+APzgCztdeoKA4RVax33rFmZv5AvL2G/ikX1BopY7Z5VLnapwSxcihrD9JtAXTWitWsNeKlE9JfUdnsVEKvCT6Wlat4eAE9Zp5bZC6hVjnibijAVrDehpmyj2vX+s/E2PPvNvhX4HrztA9+ydqb3IIBcAxR2sDxWUXxxZkfMA6mz9rGv198CbIF8Wj77vbWlzVDW3gNo9r67aX33Zr31699oSY0tLLD/mnu8hxI6pgbOjo+EHLZT+90HAAjgk2YeHgL9gIFCwO6WqlMDnFrMquYWgj5EzWIh/smR8Ne6llrncm3u6YIans49VXErWPD6OmN+Xd9Q05i+i5p93LPALUDU3FWlxNHyOFUuBkhOgEt3UVO2FcAL5s337QfGAg4vsIx6wNbDVA3M963faQf7vQBWFT+6qdS7oZThe2thT+tEZVUw5AJh54tjYcBRqK0it9NNZd81SuS0gnbepCWwY3IJiPXetUcWyHucr1JaLsc43h6W19aVtZ9VSB4dXMT5rLusctMgomBZcOrr4sw2qVAU9D7Qd9bC9RdK75V6o1ET2vvRTl1FfNoUC9mcxwaNDYa7FmP8ooCzoBhb3lDWoHpkPFw5CcW173WOZ5+k+vweJwChY1r2qoh0TaadbhoVXlOr1HrKy4DmQ23FbS+1nU1CcU6UXyLCQjPapMqbJABguQkgKnXvVb2j7L+jPnmqPIV3KnV9ewbR0yrZALyWwHkfYcdp0J4+EL6Xa3kG9w0NDzxnzKK4UdXArdYf/v6ytf8jfYASWC11rNuD87Auv7kRzDIu1jzP0QwHAvvLxJFFSLI11u1T97uADWHRbDJMAshUsmTizRZ7hazy8opEB76tXfJ5qLiBG+753Ge4N5iIodMAi+j81FrWCVWj/jNJBoLVa66pE8Maf9IKOWtYWjfd93eiDEAG2sKKGehpTWut6d363K8c10h0iV6hL/meyRZhZQ509XxRaxjIm7aoWc/X8Uvb7bRjXmcOh9uEdbc5dpX7sGZmWj7PA0VxTmDPUN1bgqsBm4Gkq6znBRIjbqxtThsdv7BADiCDKlZIzb1ngN/vZ7+ayuFcdK1mfWgHNYMxUdOXI1TZe/2wjuf76yTaJLi3lnM6AgiETcjweyqTTVIQnpsUIADOuG3OJ+eglvsrJCSk1aoKZO3OPT5/ntb2Pr/ZZ1Wscw9+Happ+4TELte1SuMAwH3XmXNcBOSezd4Vbh0+h+9av/1Np/XLX+Q6zLlcTUX/sv8LOKp9u/my6YGfWw+AaIfrm68u2KYO+ezoosjkCyFwPo+GMCqTmATAvtyTfE/A4dr3CwCe1GdRI5fFX0Cnz5nyEqiWesB+L23tR4FvLFM/x1QAuEDgceDndlpX9Q4UupWStDxLRgCwz7Xqc2y4Z9QAcLmuPy/vKfbXJhDZcQUAR3JN9SrtnAZuUymdbxYkhwtBVXf1KehXflZXSZc2TpurCVRT4Sxgitrt1Qeq+NkAFOUzvv4aB8BhI+04DoCq82b0mLqqd9wadxywTQLAOQf83SZbkrbCo4BgGoj4GAC43H8dek4773ifj7drEgCug9/HADkB6iSw/LUA4Px8WJs0tU4oe0aZEyP26q6WKYkCTwP+UVV0zInRKZdmM9UeMWkdDN7/pwKARzph2H+zAd60XeTjfP9LX3/iXbwQ+k7bLz9Oj32eszw/wWPSuv9Q6Fu/twYAf4yRbgDwx+jFT3eOnyUA/hOHvj+H/f/TzfjmzE0PND3Q9MDn6YG5v/zf7x96AD6DM9plWltwHQWayk1rJVr7TMdP7Y3nURl+8y3KYFSuglWVVFrqClGuAFHCYoHE9h7WwSvWFtVa02MvsPbdBBqrxDKoLDpWdYmCDTXFOnbGKpeuABRaOQuIrXXb7WJDHQHshdYf/26f9wIECKKpFDXwdA7ouwecaWna7ijFpK7sQQbIv/1FO8Dyce8aRRpwUXUo0Eq76LUVbZip7YYC1N+MDdi3sTZWASmwURl7w70nVFsLW9U+9Yz9KB9B+1uVWFkTbpF7aVPfWFCrVbI1Rg2iH58chGJvbQXVs/CFoP4p/VBqPnn+brdNuwQUWX/V5H/vA9YXVs03twLGldbbt6qPBe0Z1LcusXU27UWP7QGWtexcBlgIPbx/+1Uwq8224MD6rUL5gaVxWPZeRnBq2cK7jLOAMKxnGSOBhBa8CaHmI/Ap/lhZR6V5ZV1R7KPb2NNyD/f3y60LauAK6qwp19m8b/3579dav/q1KlCDaCjNuM8HQQ5zQrCt4k4AO4dSW4XoKgpqledLKFuO9oW4BhAvAzKXPsuAYdbNTECy0Do8QKVLYoEKXvGLgdNbA63aYjOPN6C2h4cnTBdB2Q3jiTUskEnl8Mkx/Uu/IFSPaz9wH9o4l1/ZzqmxG7WcVQsCigU+8WuXsFLFpjWkudTea6GsSjuBqYAVK2bgUgBAWSn9ecJ8FijOCUkZx1QdqpzfDshifDcCm/wMp1y+sQBUU6UHWNdC3DrNTAxVrKoHBW+Oyy3KZhWwKg9tY4mplmCgcEhbVxXBjmVAP16qjLUd1vJ3Y0N1pvbNnC8AXwJol3fUdmUeLKK8Vn0dgFeKG96HJnOooMQmk/Wb1r3WjVaFn73oeipKosgt8D5pi+rnJRq7BeBXORyCKn58rmKUgKvzz+8V5bT9nUAs4VdRIGWQ/CHqj3udPtDcRA7ng1bv7k0lhhUAeMQSz7WqUle1s3M67ekz4JiJEBlwzRqr/im/kBgPNigfAJq906QY+628fJ9iWsWpkUTi+303AH2OPWMRGHeArfq/+auFsJk2yQNcG3PFSeX4tlnL2nLaBlWvKttV3jsfVYNrNxoW14zrZrvdOqXOs8p9A463XNA9Imsou5ZI1ECBbzBeALzE9y9RnJ+pIuV6jrdJJEt8obL5lBrg3qMAOcEoe7eAGGC9gho+6oZDlRcFp/zn++9wUXDsEzQCkUkaMkEkFW3ucwbWTRgwmWA16tlqEe/+c4Iduucs0FtYrXo2wUcJ8ALSo/6woNs9V4VwGL/H+k1A6vxwL1RFrfW/9u2Oo6exLjlKfY+ljSqho+4yN5ogPSesEHo+inwn8Lf/VUg7+BH44Tzn4ZiQyQRpj6rFuQkFCzHnHIPz8/OYb2lrbTJBBm28XrHqjn5kkvgj60G7R0YyVijOM5kiAbrtIfmG6wYwoD99Fng99xLngqrrrLOcNuzeu1bbfs+xuiZrRZhv+YWoI+9K1kqbPdWax9dXFyRDLbd+95tN5jp35vqrwd7B5K598dww1KRjm+81PfBT6oFMZ8pn2CkJZecknlxercfnXNf0Esk75bNKJENVADeSPCqA63r2s4FJSipZfRV742LrnDbS1ctHVAWPyjlUw4b60y2JBVgcEDKZpNQdHwaeE9COWi579vie6R/VQy2dFioF8gBcZskFHQ2KDbSfyd2zAopWANif+f1yP/4uUYLkoQzmvH6GLdc1ya3c9+BWAyy7l2fbxpWl0Z/8uREke0/RAUMFdVFWxxCNZqwMnvt1WDxt7hWgGNC8Sv6KfdutfyqQy7ONAuDsj3qQOW2zM3GorioeBz2zFcCZWFdiieMAdBqYngZc62B5vN/H7+tx/z6+93GQP62v6+cOt5X4vDwKdGcB4EntGQc00+5vvD/qoLZeM7i0fxqQm6QAzkSCoQo/5/4oEBrsF1MSCYbjOPlJO9qe54OlZ8egvxQAngUZzay1P3NHnvB66pPJ8JhBDWnPN+GaxZr/S4HYL3XdiV06a0yeWuRTfvZV3d97tP/DAPDz1+fjpnzoJ+1GAfzUsH45ADyWkfOokeU5Met9sybt5MSj4fNs1vFf9uc/KwD87Iful+3zz3n1n+r+/zn7qLlW0wNNDzQ98Cl6YO4/+e97D1k/VhBzE1axtwCleS3m/IWcoP2dwSx/2QLYfoNa1pf2o1mPTBtSQNy+8JBANu/ZfqWizCA2ajYAkgFog+2Hh1Xwml8kBA4Gts+xg97Z6UYwXVXVBkrRHpbGJwCR7e3tsPlUJXZ6fEvQHeBWAWDVvqEABIAeU1NX9ZhB87tbbT+xUUXx6vkWUCZb13YeUO2rh1JtBfXaKopd71cVZ4BX6hmfnJzEe6wNKWy7RBm2t7cV9s77P57Heby/SwCTwEXYonWs1rgGxI6PtPiM3on+tCavFOXosE//oegDbEVdWF5HR8cJBwgaaj8t1L6704ZWi+bzqMcs0NMa21q9BvdUQLapk+zXgi6VaGvrABnOIUxMOJBWuZubAPBzgDg2yxHoQ3Ftnwv4fOgKggykhXKO67SpJeo4qR7r9U7pj3aoJ4XGCU+yvugZNTfnHqwTKnbpt37x7V6AdQHrORAHYV3r97/t0FfWeU7IsEjfLyyh+BbmX2Ox2nesqV3JOdrYU6tATeUqrQGCHh1ou6dVsVbMzp8MCgn1Ihop6lCBQ19bPzRto4GcKAmtqYw5Me+5jPrH7bV2qBNXl1XlZT3TUIqitjQhYYOEhzZweimUwlgnCutJZhCseN26otbaxgY9S4BSC9Z5APYu892+YirTd4dAzS6QDXUyqmgVfSvU/z0H2K2F2hjICXi7Zm4JLne2rJ2dSztUAKoq6a87amBbIzmVRdbn803ZFwI5OY+gbUnQHEcPVXnRQ9XnfmO0JnjYDkGyij/bcNYX9Gun7BwCKpMD0Du6BQrSTuaUQFkg7RxkOQDuU1kSASyDdEVMLugEQjs+1jkOxuUfx6cSC4elN/uF6l6DqAaaRccd5vK69W7pNxXOgjPBobbDKpGdYfNcyD7WjlromTbnOSdV1hfF/gJwegPXAttxwftyf8m1VvoiAXD2dZyD9l0Jx2l/2HPTqV7b9ZiA2SCtHZkQXFeAnIt5f3ly5wvgFWi6bC3YGKdMENDOuvyCmcFEZibQs0NN7yIcRSTa+uu/usTyXeWyY5mq51BPBxDFTSEzAqLf/Lf9YoKMQXbnlrbFJlUI5L0P97X1ULpr6e91PfYyrICXVfaT4LKiOo33X3D/JvK4r3bYMxa1RGeNO7d9rTBn7EvvX6t2NpL4o0W7x2WgnsQBxzZg51ysKTs36iTH9d13VBy7VtP6WWBvnzgPl1mbofJV7VvVlLR/fD7kOlSBXM5DH1rXmj9ChFLn1rWlZbcAWCDi2nBPdl8YjotKZZJBdI6olOoBf7Un59hQqlvjXnDMRPYZdwP4sJ/jWUc/bOLaYL/eMRa6XghxTApy3rmnCuydx4IM+7tYntaBRqr17kOF75oR4HrvkaxQOVgUBZolFnIMcl7lHm9QWYvq7B8TMJyXuTcISYZ1Q8v4LNJm7b2dSj7fb66cyNxnHHNJogxlH75dab1+zXOgTO342ei+Mlg81ReTw1L1oNOHBq7Gr9T8u+mBL9sDAwAc+xlrkIeZSTwq9nVYWCXZrwAenwf1VwE5UVLE/Yz1X+qOu+YDiBYQa530ar2XGsDlXMUiusBiE65KXWDXelHd1gPUdQAcAJXGlmNM4Cn1Zt1r4pFWuRT4dXzGrvZev1/Uux6vstnPmwlmhwDY40bsbC0vwDl8xsf5tbM38SSuMwxQxjkjqSZf0e7q5+7z/tskM/vNp0EA5wpKeD3POeinCiLG51Q/O1bweBIAHoeVTwHg6JN6TLWmzC5tHrZ/uPfVE9ZKH0wCwNOscseP8ZleALD3VBTO01bItPvOMc5n61PBuGnguH69ScePg5JJ4KR8rw6AS93rnFupZJ/U1lkAtT4f6vNq2j1/CgBc76PHSuDnQqH3AMA1UFelrIbzy8hYPZcr/KkA4CkLpwHAtY4ZzKuP9/nupwoAXgSA6yC9SmSYtm8Pv/+hn6MbAPxU3zYAePbM+5Lv+HkC4I+3f37JsfkY1/6p7v8f496bczQ90PRA0wNfsgfm/uP/9uBhk/qfQiABr0re4551ICvVVNgmG4jR0vMiaoh2tgSoqtVQRxK8ugMSaympDWx7E5tWBLoqP3soGOUoETgH9mhFLICMeq6ocFVQqmzb2d2qgIoWpCopzyvlHMpda/qiGlPpKZzzF3fbah3TReomLgOHDJr0sSztHQG6tImOGmwAAgLqPmB2trfC/tTvCU61vdUe2J8LJYTNaeeZ6in/JPiRMhlsQlGGgnlrGwCMMtqXwbZQCwK5hUA9bJgvUa0W693dvQ5tRGVLnxzs97gHCBt9ugn8UXF5cnIRFqEG97t8z8C8wYw+Kj6Vwmso/TaopalCze/5ihq+oZIQfqpCVmmHEvrCGsKbARxSZSakS8WadYdVLnofKiIDgACZBIIGzLa2VUpfhLWy4+/XWd9T5bKBQhWWaW9obVuh/sG782jP9h7KNOCBSQBrBOY2UVHvYP+9AbhdAfh6zRuSAlTFdgE+68ITVLbab6vO1vK0g3ratgjjhN09lOYtLLq1e35F3eAB7CXQJtAXfNmP2yQN2B8qTGPEOP7aJAJAoeMl8FYBvAxIFnho3WpM1SF2LmtvLDiZm9OOVtWtqkRhClib/g5YT/tK6TnPf4pNrTAoX1i2QkbDApopeqFF+H4qdu3+rBEIOGN87Y+0Uha8zwGAr6Lm6R5zRCg+gIr0sfhae9wRABxjJazxHGkza+DX40JtzI3FdDRhQ0ZXzWLVuxfWxSUYbbBQsAtTqxQ9GcD2A3Z8T8DPsGo7LUASOAuktDaPIJvW3p7bJZGsPE4Uol6FQMFaCcICjj1XiRsJ7q7pZyGXG8FtZd28CGRrW5NUIEzfXEddV5SSJj0AqrQjV9G5TH8tzKOGx6L24gwVfGX76HmtT6wSUmista0qUIGaiSjODY8vv0AIMW9UcFffsI2Ca9essFlr4XUSYUJprRsCE2sJZarqLtVP7ksCYMF4APByj7YfACgENMnFvvf6N9yDx8/Tj6mWNeHBsdNxgLWlwlOlrok0XIN8EOqcuxelEnuO40y4OCdRQPWoql2D74LUtOP0OiY5mJQyVCaHwFlFqtNPlZEK2QCrVW3msm8ZWKUtC7xRaOoemLWfVaenKrbsc64b924B8H1Q9Kzbq02z9bXjfYyD92f/bOCoIIhw712ulF7uWyqso+Y388t6t3fYSl+QDOEatNZ4XDeAMePBNdetT8wac30WACycLurrGIcqq3ZnpxN7o/V+7SPP5x6oCtlz2F+CcftjWD+SptgvARaw8de3nTsJrsD1nR9XrB2fUYKJUFpXNeYF5bF/8F8qcFXxZo3eVOXZjrSiLoslFXQmOzC32V9M0lHRrHW3yS2LMY4JaFQw57FZo9ifeXAZm6IwDBt5Xl2cDcq6dG6G4lylWQCarH2csIQ+4JbvqWl6Q/tN4tkmWed3v9tmLvmcr2ywTURwJKL50yFwA4DzadC8/jR6IHKaWF9V6fNwbzhDTX9EOYslHGris0y1DwXg49/W63W9Cu20+nePjRIG7MsBuNhLCgD2WNd/qVdur4a6f/DcymPK3uw5C8AcV8CWPbzALvcA31OUuFGPOJSoqUqtvyYpUOuQd2hfXZ4T+RwodYDHAXAm0ZTPzlkD2NdwL06ImQrgoXV1adMkYFcUwL4n7JojGWkIlQvIHVd/xnXHoOI4IC3HqDAsPxsogOsqzicAcF4n7zNAOm0ssLxA9/Hvx7hW4ztuFV3Ok+c0GZB7rUDefWXJPbzXTMwqgLx+f3WYWqytnbej41+n3I/h8CRoPukanwsAz9p9nmrvJOg7Pu/Kv6cFLJ+qAfyUBXQmvI2qxMt8Hv3+2JO2ykIoTj/Zvsewp9iVfygAHkl2mNXJT/z8vWsAz1KbVuBseg3gnL+DhE/XyWBKD/tpoACe0vbpALic7Lkk/cM676sKkM8akw+4xa/q/t6j/S8CwO9xneFb3wcAPzepZPj8/aAm/QwOagDw1z2IP08A/HX3+eds3U91//+cfdRcq+mBpgeaHvgUPTD3X/7PRw8ZxBe8Av82sBbmt0bVjhlgv0HR2A5V6dHRSajlrG/b3VpDcZc1F9/9eAiA3A6Q0AUAesziwir1WbHBxCZvLuq2AgG3gZqAStVx77A1XgDeCm7mqaO7uamyWDh8Ggq1JepcBggASlqjc5/3WyvSX5gFZMJb4/WbQNIFrEDPAdDWKg54AuhFVNbaiqD4IvDYerr3ra1dQbHWfamAeP36VYAiFZlH1ACOGsX2hKCjsh4VzKqyu77GrhZYmorQVKxqJ7q8rEVx/hKvqlVg6y+dG4AC+wc8Hja6qoNtm9aur7/phFLv8OiwtbvXjeD+OXbIWmvfY11szd29VzsAJ1SkqIFDpZxkh+AQUCoChyrIlgner3Kek1ChlOBZxqcM/twCWLGZBpbf3gF56YsffjiI+rcbKHyFR0KbrE3sL8sAtFUstlGwRp1L4PjFWVpdb+/S2cJN2rpPveBl4PFuAOB+gNPf/gr7WMby5BjLbUBYB5gg5GaqAC20hr5nbmCJDURTCCJQSzWnwCvrNWv7HHaGoYS8QVnLPAB+ReiU21fZab3qiKvSj10SEexH52tAQIF+AGDnjXa0KEIFlwC8c9S4K2uZUCCI1Z73gsBtJhXknNnZwwKae1VpLk0xSWC5sm01qcDArGBH6GNNzlWAUOAq/o/cCFTwCdGdxysoSX3dcR5BsvcV9na0XQtb32f7lxgsb1lL8LB/VgEbCsI55rPgSaCsVbKW34yPNpOc1/s2QGiiRczIgDw5LxPmuk7TEtKXx2mzHcp8vhVJBfS7AVhVwc4px9tgddYGJUHCKDdzyLl0+E7wDszk2FAx0S9RXzSSJWxZQtd1xtcP7eWDeyh/wqKae6Kfz0IV6fijOue9xqxuGHvBWahv6YNLYKpwcpVED7ojVL7OGZMG0srS86c97sC6N8YB4B3rr7L4Zd0WKG47hHT2g0Ma9YaB4/afiQ2rWIGboOB8EFjbRhMnUmWujXFaLXttRUomjIRq1ftmk4ga6PzM/rlGoWTfWztwnnnuPmagqdQfFlrbJ2WPcf6yCYfTwh/+LXvjuz7HYdNL+86AwL7P+WbtZhMgQkFF/xnI39raznGgwSZsuA4iWYMxEmTfsdemgtylm8FxE3AMlq+QvBAJCPz8zD2RG4t5jvV8BDSth80evdlZj3lzz1y4jaLWuR4tCxDAlHMKgN2THHcB8Bk14iPpoFIwe+8CU/+EopjkHfvOOdfpdAOgm+BhP8akCEisk4QOEFlPUhDiPWp97MDaL1G/V4AM7I+EBO1Yox64UDkton0GRbIOjfMYrx/ziImwxtz35+sbuD7QV/75cFwAACAASURBVParwfA7zhGWqM4V+tl+aQNsXa+RfMB7BfLOj1LLN9VI2XZfPjP9t8kNwuH5SNRwLmunyv5CIsDR0VH00yrPPL/n/V0A9nd2tuMc2pmr3E1gknMp4UXuL0VpGPtDLcgZ+wz73gPgxa/DRl64a4KJ85d5bsmF3/5+qfXtN4xvLhUWpsk9jrH9yf7ZAODo5+bV9IA9UEKrieBcjSat6GqCswePyAAKPn9JbvSzpw8En+mxV/DZwudNlhfIl2tZS2efoe4RRfFbQKZ7s+s4/u3nv3j4uc/lsz2Tx/IZn4lAQ3BXvh+wuXqPSYOlXnDUtq0Ut/U6tKVd/j2EhelE4vkLvMyf570UoBt9NKAuCbbS9nhofTwA2LW2+jnE95REn/psC/VupRZO2/2hwtjPkHGcfVHB3+J6UOBqAcH1+5oUwJ8UjKoDpkHt3xoAdssvfTRphaQlf342yevnvj0NAJd6wXbheD+O9m2eb6GWGDACc4uyrHoWTYKz9fF9biBuUiJCOc9zzvFUv89SANeh/fBas2FH3UGkjFE9oWDSz8ffV/79IQB40rwo33spAB4t7vu4L/xcGfNtjFM+143yTw0AF+A7PmaPx70BwE/N6+f+7Dl7xnPP9Tnf1wDgz9nbn+5aDQD+dH37Mc7cAOCP0Ytf7zl+qvv/19ujTcuaHmh6oOmB5/XA3H/zvx49rChh1BazqrFpUOlg/yjiwKsr2IVqwxyki7qV+0BgAvELi4DhbYHecthSWldQAHqMEnYdpeHWdjcCz9YZPUe1tbiE5SswcgN16S01dPvUplUVoCVy/6xHLdTdCMT3ea+R7FAxEWL75S/fBJA52AcYU9d2e9cat3dAXVTEqxvAA9RR86uhXuwdoQ4jINXtrgY88sODQMf3hvogfgnOrHhBye4ulqcARn+kMtn2CkeEANZvNKD/7S+wOKYdF2cE6Co4F7U0CearwDvj3kNwS4O3tnbi7+Ne1lrc2dUS0BtZ5H03nJtzcjahr+/rn520Xr/qhqVdAGLUy3f3KNaAJiq6rK/cx2K6z7Gra6pel7GivgEgpCpbG+wO6m3vSdh6RdBxlfHQ7nUDuOsNe32DZEJYlXyr2F/bZhW+qUz02gDaxTXGB6vRJc7P9wSaVxdaohKcBNQsLHJugKrw8vYSBYfqsoWT1m9/12ntMSadjlaCqNmogzuvRTSBurU16slqH6zyIcAFKrcAT1lXTovtgFfAzluAigrNGCbefw30ENauYwmuolIIL7CzdmUAsBUDpo4J44BtscEyVYqCcEY3wIfzWEVqqGSoy9zdFv4KmOln5qDjdKMi0fbOXbVevzGZAPDNWD8IoFBqB4CsApieJ8reGQQVthLcM/ypZbQK4BvqyGZAR6CprazXSVgv8HU+OocCHD5Ym5p6qZXHdEBkgJ3BYtXPXucKZazAWdgtDFMJGKqPWKsJsfqA7RRrGlgMWsrfQmVOGO20brRwk68zzyPV0vS3iuusYpsK3WWU8YI051oEmvmRyljnm7bd94BYlSauD889DA6VoDYADaAm5LfbjT2VOGSAVc5zyXUMSKu2jNrDAjRt4jnA2tYGti+Zx7ZLG/VsB2Cf/lWRKZQVRg6suQWuKjHDnjJhrYBVmOx9m9gQCk2ODaDFzRtk12LccXBsTLRYI0nCa1pT+Y6kAVW/1mwWjAXWi3EX/jImWl5XtWHteZW/KkL9ecb/K8VkqOYdD5Wz/q3SXdU6CQhe59Z7y3abJKP6UkX5H/7+qvW3f3fb+vEt/TCX6mcTGrrbqrJJsKmU2wLxU8kD9xsQVpjP+vccBvisO6362/XfATYu4dogFO6dHkftR1XFKsidT+5/t1BBIbGwOGxCcRlwzHQKWCfRRvVoqmJpJ88MHQxMOtGqWTX8OQRE++yiABY0rEadWva/sJVmTQJFwmJ8URcAnR5YtxvdGHfHTthvn2klbf1a11FZfypxnb+p7s0HnO2LWvAuO/pAwLEOeA3XbPrd8e9rTc9zx2C8kNmXe2xYqdM3USqA+RDKuOq8xWpcSJtggn5gXfpMEvg6Zx/oH5W7KWxznbkutObM+tWRKBEKvUwoiLXLHp/wPxMASv3OsqYymSDH0pfzUMgdcJibMVnLpJhY8bxHVbNJWCqKvT+/do9Wee31fUYJi+dJ9jDhwz1a8PuauuV//ntKBbStA5r7QrxMZjLpI6y630d1UB0/9lfzC97kfmm++9PugYJafA7kc9ctYI7PFCTNkch2fe1ngVyj8Yd9aWCbXKsLWhSwuZ5zvdWBYoFe/h0uAPHzBMA+x8bXV9YGzsUcz6MKWYdiV7t7zuGxBRa7/wSErs49DviKcrJ+fBm5+OwWbhRDm946bI17KhuqX1cweHzkC+D1+8UCuq7YrAPgOH/NkrqcqxxXArpDZXGBz7mx10Foafu4OrScs/7e8r3x99aVjRNV1DooVfV+x+FvjuVjMOz3C/ytB6hjPCsw7HEx1jWwNw6iY+7E/By+6mNVB6r1e34KaI+P3TSg6yekSa/BfC1jOJirw8SFesJCae/4dYb/zvsbXwd1wFtvxzCh4XGt7Pr7yvN3PCFhmkX0+PXHj39s/Tyxex59s1x//Php388TDEFwSVrI3xhq82Dy8Dy6/ksB8FOW5o/nUu5/RdVcTAnqySmP1svzuvGJd81OIMiDJ38WKhbkL27GlBPM+vw0a61OPX6Wmvcpa+JZx44suJd9hiyfwz9V/37u8+Z4PHfOTZ93k9v9Puf9OHde//zycc74ec/y5QBwuc9nbsSfqFtm7S+f6LLPPu3PCgCXu35u9tWze+mn+8avff79dHu2aXnTA00PND3wdA/M/Wd/+e8eXr1SCZvq1zR1NQBhRn5+oIxfMqoA8ru3xxG8nl8AAO9Qp5YAv0oqVU2quVTTChVUnRpIVqF3Tl1hYZaB9levdzNQDRAS2FoXzGC5CgIVekY4DCypOksrWpSQR6ec31qqa62d11rWCU8eAjqrHvSagjzBrLa/r18DVfUG5nWL1eXhwUkFgFPZ9EC7VNpa+1a1cSqOVV9ggQtwtZ2CN1XGr7/ZiutdXaAk4zq2TXWqtYpVr56e9vmZYIq2AcR9T0+gyrE7e9qXJnjy/N9/730IaVci8C+Q3cPKWPBwfKRKzZqWF61v3+wEWDB4d47trXWZN4Gzc7Tbvni4B3JgES3UDejAL6fC9VNssK1vK1T3F+8rzhsBFM502reuL1bTWgkbGPJm6V8tWW2vmc8b2Hc7XieA0RBacJ18pZ1zWIEKrOL6963/4B+gDKcPvccFLJcZQeAY/XMr2KQd7XuAfdqeVqU9AdhaUQMnYBjX14BoIGgEyOwm/k9lq3U1hR5eb5exVMVnTVLrQfdPw3SYIAGwCEVyt9OJ72n1mpbbQj4AHkBL1ff8/FUobc8vzgJmWts41ID8d8JYqwLWcroFIH79HYpfa3KmwzWA3T6Iy2V8NwK3GWzynuK++NPrXXNdbRrngXQC+TwmVMvagofNLDVWSUxYB67CbCL5QdXrYtj0ZW1PLX/XAfMqB12OJQkixtL1owI2VLmoipgfK4y9ls3D4ETC0lQaazepdbTWxYBwmZEfPP0DZPN1eZn9avucg8uoTkMpDCz211T/nKE+tyFRn1ar5FDgokqqVEX5AT33igw4ooilXSuogUMVRHtDNUsXCBkDWlP31bFcA7y6DwhnhaYF7gZQB1xZA3rVmrfsPVrMCwfdK6zfXa/NrHo8LHqZi4LDUP4I3aOGb6qdwy4a8B9KXFMEBGy017m4hjLa8RVAmvyQ9uleJ2s7+3IsA8oHpBz+0maAIkBxBYCrBRPXjXlqsMSarMUKUrUv9yFrlGfm++5Z39Fa2sWcvMEOmQSF//P/OsIWGiXvjfbPOBrsAL+xKs/5awIFSSXYMCdlr5RFtEM16xpAUCeBW4Cs9ZZNhFgF4nq94/4J886+ApSSVCNAzv3SsUPFDXhN9ZTryJrV1CQn0USw6XsvmcBX7HP25TITa5X5KrS/ZP81UGntc/e3M+C0tYaXmcxCeGGszxn3rpvby4CTrtONjc3oNuuP6zzgWlEFLwAutvfuB6F+rwIoqfjyKPqSPcw5Veah1t8mg6jqVyF7/v+z9ybPkWTbnV5gnmfkUFVvIKlHippIcVjwb9RGJpNpo502MpNMJmnR1mYt01JNGltGURzFbpHdLfJVVY6YgUBg1Ped4zfCwxGBAHKozKzn8VhMIODhfv3c69c9znd/v0MN9fX1rei3K1XOdInzZqjIOaesKZxq4qG8NftfIZYqv+MeGImvBNU9rp2iwrVJEQfGXzhkl7538U1ch4PEzFXAf50HjLcbJiAyJidYzK+vZyzKF1+T4V0s9P3X2Nl2AXAuBMmkbtyvqvtd2spyXrEPx5421czRVy7immPePeg8/2a68+u/tpX1uuNgNYVQUTHHH94veZfnMZx4ro7Y/tNG4IuOwAAA1wmc913dc1hURxkPrtR4Joj/fJ6L+2jtmbqKQFj0c327eKUoYZtwroBdF3g0673GM6mL7FwExLE8Rm7vBTiwjHZRT3k1gW853jgA7L76tdA5XhyrAtZln7lQZjgJPVU9F9Stod1+SIFZIKAq4ChXkNC2zB91QNw/lvNcNQc2oXDC6ioezsHs34VbRSFc9lvqrPehsc8vteM2569mn4ya2+qAOC2Y7wLgPP9GnIa9fPv9FNC8rD6rXTEFign2msCsfmGNA8Dl3EZBY//W7MdxQHXcRXxdxXGcNXI8pI64P4wCWgUCl3GT49zvqNHSO302dP6N/mwC4GYcSp9+KQB4ZPzrgK5aSNYC4HEjtXkdDj+vDMZjC4D7EWwB8LjBNPH9FgBPDNEPukELgD/v72c/yq+PLQAe3Ep+lB38g05h7cHaCLQRaCPwThGY+i//+95twshUhJ1fHEdifmMDiBqKzFQupupwrvPq5duwNp2dR6G3poWw2YwELSq8tOk14b+2rv0dtTOtzUmiSID19vUeis7lzjp2z4JWrY0lgyYwMqGdsNCE9tr6KoraJRLbF1lDF0gneF7HYlpr3lBy8vr+H7Mua4AuAODm5kocb+/tQWd1eaOzR83b8pqbW+pcoCYVeM1Sy1dY5bkvLCyHBbXKxS5q0oMDCnJyTjPAlufPt9KWThvq191QpgoLn3+9GRBSsHQIADQWF5fdUIOqnlVJt7EF5EKJHGAXwKBa8wRgLKgKNQZt3gEaG7sj6i6rrru5zfqVu7vU5qUfLlGSqIzUvlfLVUG7dqFa4YUNMGpFk/87OxuhvlZdJ0wQ4anIDtBBbA/2+RtwUaWZwL6ssrf9p8dpWbu8MoclaVpzC94FPlpZ+zrCJvqGc5ievuj8/NfmO7/7O087+29V+/oAyfhBObxCDVXR1NE+SkL6YGN7trNCu1N1KqDH3vREoHUJHF8Me+N54IovlZbmueQYx8dngChhNCnU6u/CEtWCqqHNaczNqxoVqq7SNpV+CbDWsDAXKlqXT8tqawFvUbvZsbX/FkUl8E2V6xqc5ZQ6wALUa4CbCxqefOViBkBUl1qbQK6NjVRShuoirF4rEhzXQ0LgLtBKu1vjvsaiAOOWinAtprHwpR3C2Dksbze3gUn+nb+51kFgL1wSHFl7WJh3oyJydY33XADAdaGakAN5bZ2idDRJLODXxlqwZV+FzoaEojW6A93SaJX2Ca2tbwqgYgxNA8Qz8cj4UxnLNel5eiwb7dgVMi0BgKPPSWIHu1aRCRhU7S+YM+97CFT1WhDWb2AZbsJZJabuAL4WWGjgPAEvjJfjzbHowg37NxZdsC/VtI4H4xnKYa4Jz9V2akygItIT6bLIQhtogSwi2ATs0S8J8Ny/wFZLeeuq+nljpVJfe2ObpTLYa99rzAR4xj4T5ULEgLv+r1ockcrWTPykkhjwVymlBb/FjjosJzme5+NCh0GSMZfTiJe14qt/2TT+CGgr4JhK+WWV8VOoamln75Y6uvTxX/xZt/P9L1VpUTN5A6CAEtgP2Y1aCr/FQtjftdzPduYCCUyfU02r5TExXaBtiFzZJ9cR+12k3q/z2inzkZDUvgr7Y8ZOqICJnePLBSN+3jGg8lpL6FTVnkSsNjep385r/y0LU4QQ2shzfamwDct0PeDpJ2PkApQAHLT9yM9HUUXBvSrhhCWngFyT1lFzGcWycN39lLrc2qW6Q/v8igGxtW39eKGqiy0YjwJv7jtr6wuMGay0sZReoB6A0NT50vle1ewSAVclboLe/vb66zFf2lvGItrtlcLx/C+ASah7o8lxn8savzkPzHO+LshwIYLxdHx4Tjf87PUomHFb71XWAPaYZb9Ri5P/vO8aX68+FxC5vftzcUtc9ywcUkmttXVJUKfdaTpXOOadj3UeiMmU+dBFL1rV+znH+y/+w2XspakdryOBi3lq/CpO+AN/OW0BcM5/7etXJwIxP7BA5Pjwkms6F2I57/ocMKN9fTxGDOoAF9Wsc6MLSXyeCyvSeI6oQFnc1wdgrg8m+HPOnVUiT1DL3Oi+vCc7Z5W/eY+MxVs11W8d+NpDdQBXgG7uPwFw3l/y+ScWpFSwtrmf0tveF31FCQjt6Ks/JMTLNuc9If8iqC1ws2xT/3uBvvW2Di/Iyn3236vOvw4wC1AsVtieXB0O10dqHT6WY9bntHq8Rs511fGbNZXvguai/h5WBEdMKgvwu+3S2WF4kc0doNuY4IcB9XDyt3lek9SF/eecarHh0BVeg/Oj4pVL2AavcSC6GafS/sE+EwCPOq8m7B3Xb/WxVLYZO54bCctxYPxDKYD719GY4w4FccQv6TzjY3ijr5v3/TE7el8FcHO3TUXwpPb3z7/ir2XdRFn08BgWOepYTQXv+DE/DgCXvT4woA894Wq7Sc9Pk67R8Yer5plqgcCd7e5TAA9NRGNUpw/9/KR4NCzsJ23+uf292X9357lJ4+YxizBbBfBj+//HA4Cd3yeNpbvRmTS/PDaeH3r7Hz0f/MDftz90/D/2/j738fexz7/dfxuBNgJtBD5VBKb+6//h5nZ/XxKhZSqJ/wUVsGckiXcryJgAOG1G54CdZyS4VbFqP7xKcroXFrGCpFi9f50q0lh5DoDb2sb2GbBoov3o8Jhk/zKQayrqCV+RkBfmbm6tBwww16XNr2qysLUkYa0VclfbTr5QHGNzrN3rMraVWkELuw73BMCX7AeAQUJ/BiiizaoW0wKNYqUmgPVLue9fA4BUCm9vr2DDrJW0KlQz+/klWZtrYaPK1i1sorXXtF17byjyFhbSQLPlW/62CFC2Ti/1ZcNSFHtNtuudV3asiyb/smu1BNzc2AQi76OCXgOACA2BbVjm+qX4gpKsR0fnAWCuUMdtRdtoR4+E/RPrt2o16s6EGCTiAB0yT+OtLe8SMQ7FNKDAGASICEvhWcCwUJ8+A/p4rrOoM89RlanQ0/pZpe88sGUZS2kVzSrxVtbYD1BX2Cx8vzyhBufZUecP/2gdW27gFMc+AgBbY9c2L0Z9XWMDVKUOsGNmawcL5F6+J7DWDty+FSpvA7hLXdwpYbvKYz7XY9GBz7Hr64uhphaSpF1qgSECeK3DiWeAXcbNtapfE4nA/LD9VUmplW1aCgs8hfL7e1BAxoYgS0Ws+VFhTQ/gq0X5k+fUVbUGJ90syAwrccbQ4SExZztVsjNRgzfrgPoSME7NsAAAu2Jzu8Ui2nF3xgKHs1MB0xTxBBCzKEJL6QI0Dw9Pw9pacKkltQsuhIxR8zWU2vQn7VQZqy20VrIn1CdWde82Wqar4vS1sck5knQ2IxiAHICEQDxiGAskiIsLDxa4xv2aGKp8gO81+xG8rq0a7zx+XNsbs4xrEmthJe04Jra0QzDv/i9IIqtYNu7WCFdBKRQTkPqa5g+hjOU/lZVZEzfb7Vjw2hd6aRWe9rqqyp07BNEmjLkObrAyR4HpVSkwPwcClxrgCb2Nd9ZCtJtdOOG+U2UlQLQOrJaXJggT1MmTtSl23ASsr9S0wv2wD49kpvDOfnGhhttzbhXcNoHudSTkDHfqaAP21AwwE+IufvHai8UzoUTKpPol70VdYyC6INzzsW55ZPUZz44DFdGYsjM/AVi5Bi+5LhmtnRffX3f+3b89jMUS18zBF9oCM04XaIf2zJJwz8+Xi2ecq9gw5kyvfwHgKvOdcO/Sz7KIxPEdiVPaaX1h221Mwk5Z4ahjXFBBfFXippJMAJDJems4u8jDucSY7GOz76dUGi9RS3ku6l66OCXV3Y461fXGxfGv/bptzoUFWELT31Fb1xq+/DvPvOhY8NXtujgGKKzdctUf2e/XLJSpauUy7Dz3WAiCW8HuLm4MWEw7HuYBwIJslbelbrD95mKCWABgPzIvOPYdD2mnzLGZ/53PVUCnZSrXIorxBVYg2H8xHwQs19o97bXd9opzmOPCtX+u3GcFGAL0hgW8qnuhfdYEdu4L232uE8/P9xx/qTz2elD577ijnj216gXmJZ3r+1nH3niqehf4LkWN9oAXwvHLQ2rKz3R+8lMWoDBP60gRpb5deNUC4LxBt682Au8dgZKA1fidaZk54vDAezbzl/MeV+fMrIvEsl56AazO03XQWAfANinuI1Xt24CiXPMJd3PBTyiHq7Z7ORcrexfLFJFuXdHpghrnonxWdE51AV3e+2xTzknVyi32F/dpFw4x6dWBl/e7oioultJ1EJfPARkT2+zCGyf/UkvYea8Pp+O+nVb7vur1hovNZLgbCIvjnhs31v7cGp8ZqQjOCa4ODjPWWeahabs9CkQOoGAutKu/RgHgIVtoFuGU42U7hhXg9X3X/15i4L/Wha+D73J8P2uRgfteTQvVZv80E3D1cTIpOTcOPvWvgqo/4hm9WshQ/r0PANevhSbcrZ97xivHSxMAl7q+9c9/DAB8b/Brf3xXC+jm+ZbfHwr+6gB4KEYPZAU/TgA8uIYnAbpBF36ZCuDx4/PdAXAZU+577OzTAuAI/aTxNdlCvAXAD51j32W7TwOAHzj5PuqEWgD8qHB9Lhu3APhz6Ym2HW0E2gi0EfiVisDUf/U/ntweAsasR6mCVZvRVdSsJrsFVy9fHKGWXAprXRW95i9iRbq1EPEwFQhZl3IZUJjwVjWpqgMfcq47O8/yb9c3qC9JAlx0FzqHR4dRJ1i1njDE5HwXUKVdrvtQ9Zj1uahdCWS2VqpfoLWfvrpUwYqFLFwyrEeBYFtbW5HAysTQFJBVxfAcwHW9s7ByhVqth9JNq1zhlXUtzzlHwCoQWTvnVKiqThCgCnRv2D5rIU5T61ib4Zcon7Wctk5yQjYTVoIpKayQ0wewhFFT1O3M5JQkJRWctsvPWmtyE2Xw1IwKaJTWxNZE/DkwbXp6AQia0EsA2wtLVYADgDDshwFCmQgSqQhwTMjZfOuCFhvATLb1kyN8gz/mOMeoOY2zNWZDQQcAUo0pYDARt72zHirRsHHFHtZzv55GUUqbpnpznWeoxv7j/2g+FL0e8wqbZMXQwg84R1jTTqHItWUn1MELdeD2AuratAK3fuXrl8cB1bZRK6dTYKRJA0j4Rek1gF2L1AWA0Bo1hU2crvCz8EdodIAKOZNr2MZSj3hrByX0LbTwhkUF1Ek1HlokC5VUPmqxLExzzB7saUEuYBK2kfhUmE27jJugVCC88xQAzEkdHQJiAF3GZQFlpXBGTaWLHDx+uNRWSxPnGKtbu4xhFOUmclXw+RJInqM87aIAcsHEDrB6aTnVs76slRywdFZVjlbIgsqsJyrcD+2oNWGr+rTu+/RIUpXgRvtrIXckcjnkNDVVVQ3ZZtWuoVgFaIbqkf/8oKBoeZXrFfW0YNi61o5X1eVe410AsIBZALxKfLsAYgMY9vC0RWCWav08h8jBVplnf1ZBfMn5Rp8SW6/xKcaboHqKMSXQ0oXSa1sY50tgNas9sWCNsWFfHR9lIliFftYjZTuuKevQer1Z47SkHmIs8p41fQXOjpWcC2h3LAjJxga8A0BGLeawhRy87/7lhqq1wgKac3WM2Cbb4/sXFdhOcJyqUBfMxJzDf90zxyaqf+ZOY+GimKhpTYCEmkU5pQo7F5xom19ilXOlc6HA1yTxmXbIYYVMOwTGnPJf/PU/dY5OlzsXnaXOAdfG2gY12FWdBrjMaJpkF+JmgpBribg4nwhUhf3X7PsUq2HVps4l1vIVzKdy1Rq/lfpMMB6W4R3GggA16zM6PhxHXmOq2kMFzUYHeyp6Hd+CA64xrZ+5N3j92Q8Zc0EGiFvYbl1mYi1IDwDM+M32YxEP4HSMeb0JdQMcsJ8EEZVqTBDCNgLYFVwlnGNdtOMCgbBAVnGtNSohTit8YYiqOGqGA+vTUhr4zBiNOu2OROIjvL0gnrMBcFm8wPHPuqmsVwXtvSitmIW2ghTn2+pYAUlYUMJ151wf0DlqDhMX3S1U+BELFx7k9JELhUqC3HufgNz43nC/zLErmNa+NGt7Rk3wSrURc1BRSMT14rlzLQGwtQAP2DKLNf7ydec3f3OD9mTtYcs5lPlrpiyxDttzJ8vav9HE90tWTIII1cBt/2kj8COJQILeeHlv4Pp0QeAb6rmfnydwneZZyftQ+kN4M6+e17yCK4VtQFjm0lg85GKdasFZLPhgMnbO0T5fxWzA4LjHJWgLR41KVTsKABbIW0Cvn/MzBZaV9wscLqrhAgcDQleQeJRVcAF4sZ0WvVXbiztIfj7r1tehbTxnVYC0zBtuV+rA1weI96I6jHZfxuYuGBsA13q76p+NZ7oKPEe3uTAqnuNzbq7PYeOUvCX++W95/vY5qAIt1TzbBKEDAJz3tSZQdl+jAHBpX1MBXIfP0fZqhU/zuCWWTShaSoe4ym/c3B37qvq0DneH0bjPibX4VdvX437fBd+ExsN9ULfqHgD++v5GfX4UAG62p2wzDrA+9H7W3O+HB8CjRAo5qgAAIABJREFUax8PYpBj0PknrvfosvwuWh+r4/qg3PbfFwAPg/n8/uAlXq/rW7cwry+w6D+jV5+JdpeptRpsj8Fj+X1z+NXsz9JvpXbyuPhMV3P2ZIB33yif/LdJ4238QoB3B7zjWlUHv2Wbfvw/FPC900HDfTYpHpMj+sNuMW58DebfSc/Xjxvhud+74/xjnXVbA/gxkZ3U14/ZV1nyN+ozDz/O5349la+nj4nMF7Xte36//qLOdURjP/fx96XHt21/G4E2Am0ExkVg6r/47w7Vz5FMok4jSsivfkqdzABQvHiof/n9SdS7PUYF2aE+5ZPdnbDv7KKuMnGv8tUHzqgdys8CAsFmQpqrztffPIskSFo2Y6P8CmDH70+eruf7JF4OUCBrwWruyxtCWMWikjJxpP3oMra+QohXr/ZQrC1gLWziPsHMufVxV9erRM1058WLFwEJVH2tYIW8ANw6wXL2lBqrHn+FGrBCzit8gnd2Nvvtz5XkJtRoD8rWUNtOW2NXy2DO6+gs1LCpEusAKZY7B4eHJN8StDx5shvvawesdXOAOqETMMOXICMhxiJgFGUkTO2a+sQzQHW3e/XqFfFcj1rDa8BprV61QA31IQq4ZSx9TacJFw4PtdJG1Uedy4Qcqs8AvdiA9qirq6LaJKEwRNWccQ3FtXbXylSrh4554M8RttIrK6sBxAX7Bwf7nS1slT3Xgz3qkXb3O998Ndv5gz942tlYsc2cI1bWZ8coBYnR869XAsaH9a3xEzgfJgjeAhoLfOxnYeyrl4dxrLCUNWoBEwXbWr9edvZReM+iaF1AJTmtNStKbQHmIjFcJhYH1En2d8fVV99wjoCUC5S5h8DdHjBTa+71jSUWDVAz9lgrW1SoqJIjX0X7QkWKBbhxjESrIF3lH2B4Afi9/VQwQv0+LL3Pz4T2JB+BPo7H6AcVep4ZDZ+jdqpj5ac/W+J3wArj3XitLFMzmiZ6rB4QLwDlda+zTR1iQWsR1pyfCduAMyiHIwGLUvrygsUJXAdG0gSxgG2RmsF2mUriw7da9wII2YIhHwpm82oJvDKZbA3okxPhsgsxVF5quV3VtfVz1Hm2trFKzpMjFgEQB/tvhevr9FgwTG1sFMG3t1y/dJKAUFW1rwC/te8dHjtUotVYV7l7AcRyPFsT2vF5S7tM1s4QLxeURH1fVOABxdifNZEFzrEwwVhFfWRhcsZBu+asvWydVK3nsYi2Vi+g0LilDS9QLQCwyvfbULuXxRwBDQXJvEKR7Nir6iI2v1w4Dqwn7PhSqSu4FNI6ZpwSM1ktzEtIL6ATBjtHGEf3G/buMdaEgZUSmN8HiXKty4GW2KU7fgXisZwDyJnbpHKWmSEWyIReO5L8KHRp+1/+7VHn+zfznbfYtq9tLaPkJJ64CVjLV+tf1fsCT697XzPMAysocoWYWvw75rUL7lUAeGM1LZyFxoKEy5i3DX12qn2kzbr2xkdYls9MOedzTUViOy2zteHu0p6iXnUedZiYbJzj2k0lK8bW9LGW86qpVacVS1DHtP2aNclRoKNgVQXXpc2hZiMWa9hHRzt5z7gHBKFxJ/po81Ft770flXIEoWarhqv2x/6+TBwcRz3tFvir86squFTj5sIYFctRFzscKFxYEwbeVTJcZbKLAlyoZJ34tOMPW33GxSAZlwsPXIxwwdxtA6POeSjcLmNcrXBPc/zmQqeYDeO68FqZD5t+QPSlcyxAeJYFLpWqPY7hfqLOp/U+88v+FG2KhQmMrQXANlpr3r3ofPOz5c5THCQiceqCoVhwUwfAJVlQMqstAM4LoH21EXjfCPAcGbvguY1745s3LmjRPcGawDXNrouEKieLWCZYKXxLcuSCBWRZ2zttl130EvV4y7XvPB3lU9LxxP/KIsDiolAWRZUzKmAzyxikLXQdfBZb+rK9gLhYSJfP5G1iONnYByiV3XQ6DaRrhOcR0Yhjanufi25KErkA4GzbAKKWbetwznmyvJpW0sNJ6dEAeDDv5neO8ioxGAWAy3u50DQBXFrwj0/GlkU548DiqGPXoXBRKpfyOM146xlyF2KWxW0/DAAu46D0SFlDdB8Aro/DUVdZE+CO274O4EbBsGEAOdzP9fFbj/mocT3u+ONqBd8HgP0u8VggfBckPQ4AF2DfVLyNG7s/bgA8mDvC+av2ejgAzg+Nil99zL3vHWTS/j8FAL7lO3GfW1TgtwDx9z3fO59veHx/acCgBcAffER80B3+sArg8qxUB/TvAvhj5rknDi0A/qCD5GPurAXAHzO67b7bCLQRaCPQRmBMBKb+m//p6lYlr6rHqdtlbHDV5KmyyyT3RXcRODSH/TEKVeukPt2IJPwlSsnNrW3skt/El9mVFaEjClsSImfAraOjrL0rBNJiVrtbH1q0cBYQ/PRnTwLyCvTeothV+WkyXYAndMj6okI0lRMX1cplVVxznR0S2qoYtc297gl4UI++fsOXsWvsaNcC9FjzUVj6+s3rfm1QVxc/2X3C8bPepwl+YaS2mqoUnz9/GrDsu1/uY6m8EJBZSPz61UFA1HWUwCbdD4Cmflb4EEpBIIdKjGvgyTJqu0GyYGDtt79nrU5taYEp1Pr0i+cBymuQWAAE/6ad7xE2yQmarOOG0hXwe3gk4LFOrDDMVdQoQ7Fr3qDesQ+wb98ch4rVJN/cwi3WxWuhFNNaNr+l3lQAZaBOSQWudUgT6liXdXNjO1R3l719oMFW59V3rzr/6W896fwn/xlgJeINpDgCoFAn+RYAtrWzENbPoWKpgKewTMWL7d3coW9QPHZ5T9ij5bWKM9WHJtGsKWuCUnWoAPgA9bPoyP4Xkri9/bK5uQ6Q7YUy8PVrrWa15l6MGr1aM++/oT9Rr6oKXsUeXEC3fwC8116Z/hHcTgPTPF4UpeXYPW3LGd832EdfXghcqGW7LQg2WUtdZCCqtsbLAScFkKg8GZMqBH3NYeUYMFW+T11kbazfvrIGadYtTQBY1WsFfq1Tk3QZBTCMJiEvbby6UkEvqNaGdp6FCtRkDVtgIeEN11cqL1Xeaxd8uGeCl7hwPWlBvrKqwlmCaBJQHWaqNrViVoHqtahtsEpV6+B67a1ja+0xTUKxDiLa6bXkdsdHXPeAVRd8ZOISaIb6XJAlVMqxNJhJesRD4Li0tMJ1Yc1ggDLjKur0cgzrX187BiNkAj+tlC+i1rVAU5tpy5Wa/M7StUIyFaIqFbXXBmPxB2saSrBWmYeMh58/pT6tyfCMMcfEhWCBer2OHecUr8cEbJnYFgx7zQqa3cYxEgsQ+Nfd+7Imclq/q4p24YR/QBVO3FRRR7KFD6kcdd/ux30IcosquuSC3bTH53LBgmFz4/xZhaexVQ3veScoruw1AY4BtJkfXJSgEsG/h8Kfj3cZk9++vOj8xd+8YLx+Hf10dHDAOEQFy+e0NBdq+rOAwEU5tunwiG0g/UXVKlx1Mcw84DwV2ViLs62AMgG+1+RpWnMzLzvHa+GuU4Rz3jxz2AzqdedUF3l0cUwwXALGDVaKnMSCmyvmlHST6BKLU65lx6ls2vnBV6hSiLeW/M7FRQ2nbf11xETwL9zFKcGFDoJRxl1asCfwcD5ZW9tIWMv+i2VqUZN4jahydugmUM4au8Vi2TnfNmrF7kvFsQsMHJfGMe4TAPYcyAlY3Mbx4XhygVDEnn2X8ZhKPhYiBZjn7wyUcyZpx6OgPmp9OkfT3suqJqfHjFILxMPSB/RKnIsLdbL+pvHmPgE81+JdYHwRiylcSAGItj4yc800lvTzOEz8+m+sUTe6qANtu+NoOHEw0/8CWgPAeTkMvyZ9US1Z/+bHfvRLuEcFq32vjUCJQPXM5eImftx7y71cZw0Wl3kt33KtlzIGLurwGdr7mnNPeXn/E+gWyOt2TaWoi3cKAPbvzkc+c4UbSgWG68noupo3apUzz5S5y+OGUrm6qZVFVr5ft0wuauXSzgJDc6FL3uvk3AUEFrtogW4diIZCsZonbHvd/tl9eI8YOHlwT6zsogMgx4KYwWgbUjmGXfQwKCvHrZ9/geEF/rq3aFO0cwC562BnEljst6hfAzjn3fvgUDl+iXHZvtnXdThalJ3RNw11Z8SxoQC+F1arfPa5qXpAGgcvAmCOmOdHqUXLPnw6rY+L/nHYT4l/fZdNAHwXcmc8x9Vwvbu998HBdTNuf+OA7mCMj068l5IwZbtRALhsUx8Dk0Bw+UxzOxf31vu80R2OhhxvVf/riFR/lcUj4xTBdwGw+3s3ZWFTyetz2fD1MxmCDJwBBgtDPJ+ZIgm+G4AR70xuf39+qLp5HGAtpTOaCzg8aMy/fYeh+0DN5EaP2v/DAPOkcx0sEpncitxilAK4f138QArgcrwvDQSPb/fD+umhfXR3u0n7f/c9+8lWAfyY+NUB8OQ57/49twD4MZH/bLed9L36s234h2nYlzqPf5izb/fSRqCNQBuBTxeBqf/2fz29fflC+zeAzDZWofMqllQpqIy86BzuU3MXGLr3BogGeFwHunUpkqo18db2eiSxo+4k0EkWMwPIEnZEMombm0rXJayaj1HQhn1n5O2vgLiCWhJdABctm4VtS8vCU1ScqCUFbPt7RwGfwrUyPmsNNZSau0CsBYHDdGfvhTBRiIiSEeC0tp4AWSimivDg4Ijjz8Y+BRIm0aOOJPtcQGkmEDg4OAx4MUtSXiWdibP1TeAmkE3bZSHXERbKQgCT9Le0X3izubUWNnzx5Ygv5KqiV7EjHTzsp+2n/0uhhAn6BEEqIY/2reeqZTFqTEBsqAuxqU4AbCIsa04KPq29LFz1XO2HjW3r+QovrwIAh9Uyn97AXnoRJdwBUEhwOoUC09jMzidY7NwKOcrDp0lCLJtRgmr/G/CBtl729lDYznZ++7fXOr/YxSYbGHmuSvcUhdolMVDETSy3nghHPDtg9tvzqFUZdYmBDAJ4awDfAonCwpRvzMsAywVgt+Olx7aCEWFS7A0Wsk9dUCGrrxXsfteoA5x5RKD720PisASo9jyuiNl159lXnB9A5vwU5Szwbmsr66+6IMB+tS/33vD33in2zqqasz/ipRKQxQV0WahvHZPzjKkbVHLLjEMhmu1aAO6lWgQwjArmnHg7DlQ9On7ngafTAFowEAsZzlA8uiBABbNgE+vpfYA+fxWgarE9BYzS6lV1+vWNym6sl/ldJegZkDbGgMle4rXF9RhCTsaCavH9PeuEak9sjVL+Bb4vLqlkniGxnMcJu3GOsYZ1uraxAjMh+zEqUetgh/JQ1XWlts0xle1wTHpuWdM5bbIdKY7/hGupKEllu8pioXLCNWGtANj9mnRW7ez5Cv6KItqkk9dWqY27w/n5EqS5uMDEhgrayD/aJcJZYK8K+Gkas8KCgHgPqOp84XGExbI2YeECis5iU+125fMm0x2j/k3XgHqi1feEppFUp79YupDW9LT9Grn7FDV3tSwW+NlubaQFeIVrlX8F1WnbmTA4Fxik0tnkfNbMzelPR23r8ArsHCOCw5LUcSGBsZwVAmu77HIcraSBrNG/2PjOU//6n7676Pz13/I59n2E48Ki9vSc8xlgfAW1bDgAWDuSmGp3HMrQylo550DgADbHXoceW/Ws6uhUmhqIXCTgdVIStAJyFxdYc3wahbeLJbSntzb88b6KWK+ttO6PhD3zzhYLDrTBPrW+NJ917tQ+31fOjS5+IK70XSh4jRjve866Exi/NRfehEJXhbo124l/ZdtsjzkG45xYHCEAzjIFaenvZ4S01jl2cDpmA+pyPPvS+4vzgOPbRRCL0bc5N5zg5uBxXYST84GLBXJ+KgDYvnbhkguDrB9+Yb1r1W/VwFjCH99rTsgsdDfugnjHxCn1gv05FxOk/bULWmyzi3u8B3jt22ZtUDMpHpGrwDfji5i7mGiNhUeG6PqaBTPcA37+M2srm7RL8Juz3t2kQ6nR2f/bOM/HSV9UWwAcEW5fbQTuRqB6RuT6k9u82ctyJ7fXPEdUzgCxkEaXHC5wy6rUEyOxAMqrvgb4ynNMAWXFMrrYLHujidrABQCFqjafZXJB1AAwF0Vv/X23FQIXRXGpF+zcnArYBMb1dt4HgHN+yxrATQDs/STBb1VSoGYP7XkXC+kSV+9pcX/3f5W6eNSoy3rBaYtfXiVeowBu/bkg73lpDd0EsPVjle2inQ0wn51WHB4Gnxr042A+LscZBUNz3wOAN3Q+NbBXzq2+/w8NgPtAshHwOHYtJ91M7JXbR9MyvIzrO9vHvS7PuXnuw303DDabnxnEM58fRv29fm09dPZqAtm6Ir05Pvy9XpO4frxfBQCc5zsY6z9mAJzPzy7GeDxgHTmH1eau+gKVyYnzSeDv8e1rAfBDZ4fx293tt4f107sfedL+333PcV2XfMr77eaTffrTKYBbAPyQTv/Rrx+e9L36IUH6greZfB/7gk+ubXobgTYCbQQ+4whM/bM/Pr/9x3+P6pX6q1//fI0vyNZPNbHiN28S3qq7zrooelE5msDiC87VBbatOHI+eQrs5Heh38HeaYCS6SnqW0bdrvzCvbCMFSxKsy5w6wDAp32mUNIatxvU6M1apbedfQCfif5LisuuYuFr/URVj6qJbUfUG426rtNYKK+EtbMJqL0XqZISom5tay8cj6XY2XY5XipnN7exgibhr+riDOKnBemsFAZYoHpsEU/cLjV4VQn6PLu1TW3NFa0/VSGrOJgBjln/UutQ1Ri3qD+trQkcJevh/g5RPK8CXg4O9sLmeHNjIxRaZ92TsIteozaoSXbBs+pF/xOif/N8jRq9KLCPjiNRpdpMC9R9wLUPP6sk9oXxHjvUv7wX6jstolEBC1+mgLrfoloWYmzvrgZ4OcSeenNjC1hEm1GlqppDqAkkwLKY/QjuI0EIPHj9ohvAxX4x0MtL550/+qMnYf08TW1d+EznANvnHjBOheQF9sjWFN3YFvROAZ0uQvWrsjUVyqqPzQahHlyxtqt2tp6+iwiEdUAtOIoJvEWUf+4jwDH9fEosZlAdLmhnSq08Xz0g5d5blL+c5/TUErASVeASCsrVBJnXKHhlJdbWm6qUJ7FewLFaKXa13Q1lg0cNu8REHi9eJBjVwlxgZI3Q1XXPL9UuJhsz4SS9S5h/qlUrUNSBqdpRUBOVUOX7jlWtpSN5hUoPZbNKWxW9At8Z/rW+qBDRLx9Z1zTrFXfPSMxahzRq4aFmRwFclKXu7g2AWRdFF1Tkg5PANK9Jx5PXm6rnVRS8aa9dgbZIMqcSyetNeC1Qsi9PWXhAlOI6UWloX6gWVjXs/laokSrYLxDUmLggRPinDbLA6oRjbzHeA87HIg0tpbVHTtWTtspeP7kQIhc2aDPtsXz+tcsEcc4NoRIPm+byxVWwBpwHoPq5BNeldnWqqYWvQmoXRLgIxHkhbHmr71juP/qb3y+Yo3QUcEcBL3nzjPktE9Mcu5q7VDD75dbrNeeeBNUFUIfwqPrPecNjOoaKxbeAWvBq36p2dqFDUQw7pr3efHn8sJUvNR5pqABAMWdcKxEbF67YDuadFaAB1+kM18feyXXnL//ykHmGxQSXLLZg8YwgfB7YOROOAb3OMapb4b4W+ud4dHtOzq2eb9iao9T1ml3CHllVaao8VJFmXW5f9pnnGFbtWO5b01pV/Bpw13EjeD3m/mAbF6t60bocCFF1j/Bzjm0XCc3MCY7nYx+5/9AG8U/WXY465ezTRRzWRb/sK+GMUwLZ9fW1BABexwG4EwBre249dpPe1lnu4bvqMYyHNu4CCGMpjHdRkGNMF4fV1Q3mS+Zf5qsoZQCItu5il4Uq/m57c+zeMlcfh5W0C0yEul5H3t88jr8bc8/NfnURjFbfNvYMG+pUwKngd+GDtX27nVX6Jmr+eh+k/bbRpPAazhlSW62wLVkQ836Mi6wDf8310nXBDedtveU1Fsw47+4+O+08/2oTBbAJeeYXAUSOtOzLulzO2bBWy9G/D/p8OLEeH66/7isOWPtS237BuxO59o1fyQgM7mee/hHPtTrPdC53vOq4T3K9RdmLXEAT4MqHUZ9vorxA9Xt1z4jlQPF84tycf1c93K8X7HzBvDBKLRZKzApWFiAWwILPFGtkfw8VsaVYKhBXnCXynpD3vLrSMZxMKshc2lTe8zPFfaFuIe3NNQBvda/J+3RVHzgm+UENYffh4pryCmA8IkNYoHBROabjxgBcR/sr6+mmhbDnUwfZ5VzLop66AroOa5u1gUsb6/GpD/s+EKtcesZtNzTlVv0wBHhr8RjEZQB3dAgZPm6N0o64DpvtaM7fBUKp4PWle0+9P+LnHErVa3AfqQOs/OwwmG+2sw5+m+N40M7cf4Hfg88MA67hv5e25/FH3aMG+08HDS/Fhog23w8Ff3neH5xBaW+MUZ8jR314RPwnAeERH5nQv8MAqB7T+8fFfYBiPFRqgt56fjvmq/L9rDGW66r3ervKkZo1gyvOOmJJW376Xuzl97UJjzelDZNrAd/fI+/7/DPq+ps0Bh7z93dpnyC4PzomKX8bFs532va+n2/s8F3O5zHx+tDbfvz2tgD4Q/dZfX/jAfIDJ5janfJx7WzuP/NBg1e5t92/13H3g/Kpjz8+J82fj4vKF7d1C4C/uC5rG9xGoI1AG4EfQwSm/vgv9ICd6vzDLw+ABSSebreBmMI2To/khDUhL4UVgOGNjc0AKNrUgg46W7skv0lmW0/07WtsiElKrwFGVZ7Gl/1KgaWq8JTawPuoFN3xFHa7X3+zEzmftC9O9bCf8wv16kbaAlsP1/rAvkyeCzgFBJtb2Cij5tSWdR9L4FAjXJ91tndWQ/2myvDFi/0Ajb6++nonbFv3UWMKs1Xr7u7uhvJ3ivNSCZwA4Szg7tPnW/GlXeD38kVake4+E+Bq/akCVGthrFM5x3Ng4OHBMUB4PdS/ArUTrFNNYgmXtdcz4b+5BRzeB5IDzK6w3Bb0CaB2tzYqRWaqGgSVWlfvvSFWtwIRYozVsDa9narOq4m001OVzUtR/9jtjrCJPqKGbjyQRlIpYeWMEPXG2pe3oZwWzh3sH8TvO7tboTo9PvScsBymtvIO1spfPQMoAFi314B51XPl3tusfztLYvAM9YoPhhtb2TbVLGdaJlOHWPI4PcN5o6ZLRWjCVBWVQkUTlFFf+QrII0RA0SiMEf6YgwyVpAmk6lnWmKnkFsJbr9dE3MIibUfltoClcuQRrDMs5PPzVU4pIlBBv4DEAesGyaL4G/99++1B9LN1k4Uw8F/aYx2+BKaZRPTDueOsMQvICYiqhbH20ZxGDpe4Bmy/oCrUMozrw30hDrCHWGl1G9aP/lfVybPd1pi1bwSIciIV4RubKoArEElzumGtjmoQted0BY5tk+oRF0aE8pJrWRDqtRdf0qP/KvWDP4bNcsbZGAgqT4BaLoJIKOaxAXcAJc/ceKrCFeI5Lk0chxUzgsqEcAlhvTZPAMCRvOUaXt8UxHnF5AKPs9OEw76zDMR0LARAVcBs7KJ/sj6u8RxY0/Vzw7FNzBUkvK35O1stHPB9lfAuShBiXjAvqOytw/Psu5yyhcUmnBaB56qJrXscSplSz8ravnSoELV8AXKu0Za8EoIGFA7lsTUXq3lG1XT9mEJt5yLHkVbKxtxzs73+68tEllbR1zoLaAHKfGGd2RC82rdsK7D2GCaj1tZcmUC8GVvnqMEP9m87f/tXx4wx7LCZB/AqqJTpqHuBkSrWPdcNFtd0AYmh/I167am+PkUZHqqwWPQjRHDscEsAkobFdlX7Ma4DxqyJzJubi1hws7GZ4FMofI7CV5WyymXn0BgX1LDd3qLGsP1r/WeAsON7mbF1sJ8LXkLxboLU+wXKdY8vsDVmzp9XXpRuBzB1f47zddXtXqi8jlgo42se+3y39+V+sz59gm7HpCBBZ4JQUgtYuL612Q+FGODXxUn2f9Zx1nI5VXfWT3Z/2je7MMNYWS872kbfCoe1qI6+qqy0A5wwLpyfs5RCN34vAEU47Xiyf+aBE95PHL9ptZr23Y6XVLhxz4lawBmHXKhB/xEjrwXrGy+ywGaNRTHf/GSp8/SrjKUXr2p04br/f9TLfo5hz/YDqJDbTkoMDMm9mjtvAfDIeLdvthEoEXB28b6z/8aLzVIA3vS8L3gtDhS6OTcnlLRuuguUmq+AvlzDAt86ABYIx7xUaEnjg3UgV2BmmQuK3bQAsQ5toh1xc8oFmOVVB70FDLvP8r779Rm+HKdA4LqVaoLphGkF+ITtv1C5enYrx2uCynod4Ji/vE9Vn/FeForn6pmyrp4uqKjEws94DypzYB+Qc95Zxz0T6ndBabXAprKwbm5X2t1MqE5S6E5STt4HsgJ61gDwQ5K54wBw837Q/70BcOKYPhf2Y50/lO3Hge47cQlgP5zkLtsMj9vhbcYB4OFxMx4A3z3mMAC+M+4qAHyfsvlXHQDXny/GXr/lwbkxR7UAePjZbeJz2SNvsQ+ZE5q7bAHwI4P8gM3fpR8esFvv/g/b7B23+tIVwO942v2PtQD4fSN4/+dHrO/7uAf8offeAuAfOuLt8doItBFoI9BGgAhM/dXfXd92b086U9SQ/Pt/OOv8m78/i8SylplWeroGWArK1rBQVuG6fwDsAxqCwbDVBW6SANcm+YZ6vOfawS5eRK3VsHrV1i7UcdTofYnaAXtjX6rHvvnJk4Ch+3vHoZQta8aff7UD3NXW9bbz4rsDzXOBidgGY59pokxV6aJWr9S6FcRdRU1hkz3nJPUvoo7vDbBKxai5GmsuzlEfNO1wtQUVNG8EzLAm5eEh585Thja2qg+jPi8PzTeCMiz69t6oZj3vPPt6ETiIos9EHechl/D4UesSuPBk51mcgrE6Rn18enoSoErVtCBAaBtfhFVRm1SjcYsAit0dAHAoPkpSQivdrMncuVHJN4/tNpB6hXZ+EDQ2AAAgAElEQVRMC4VJ8gF+BITWU11d3QyL6Hmg3/7+fig1E6ZViZHgl8uRONzaBRpcHKLYBFijWlsDWt9io30JEJvHInrn6VTn2TOUZ/Y8Ps+76/MBBRNyzbBA4BzFmvWciTXbrG1q9SvRAtbDXrQ7tr+fCMt5+w01cXsAxmkgxho1cDc2GSv8XWB8fqriE8BqNABKi4yZVeCoD3yyKRN4nmMoNoFL9FCAsLR/vQxrWYGb32+ODlDiCbmAjgKmI9TKwrIFQInAS2XdNMlTawQ7AFQFC/C0397b66VtLjat2zvUsAaYn1LP1BNQoVrCGEArQKhDlc8zdu3TzXXU5YBHu++Y8zo+O6X9Ki4Z63JphvbhgbVBL0PRuwS09mXu9Bwwek18XEQgjNnGErnK2XItpcJ4ibFexAOqo4VGXpsmaF1AYA1d/55gLi3uAkRybO2dbYSJY1/aQIcalc+jG2LfWjwCEbEX99oOO2/2ZcpBeCscznyzBE/4mspV3xOelraqSvY/7YGjtisLEKaoi6wdu/0g3D7CZrwAYFXLKjLPGL/z1lDlZw9hKWx5aQH3WRc4lbC+hLUCNfvUxLLn5d9MSLswQ5WlMM6kqXA4k80DwOx8I0h1bhGyLnKtC6/PUJpqx5yWxHnAWUCc/e1LsOznnBs8d4F4UZSYxBduCksFccbNuHu9CUl1NI+Y8b51ZwPwcw7aPPteEfA4z6r+XKJvhNh5DevAQCVYF79wIs57eV4Oe5WvKEbPUX1xjL//h/POP/1/WD1z+c5b65qddwGPWk37mi5KnWrHWuyrDHbcWa89xg3ziHH1eMLvUHEV5agLLGJg2CWXca0KWZ3Hjg7PAJpaLzsBAt/pSMei0HSOOKqCdSHLrFC++kYnjI2RJVwFpsb8yP+8Zu2b0t4LLpQLBlfYYMdcnmou3Rfsc/XDWis7vzvPnmLbvIjtstDUOc54OSc5sF10oXrc/VhH24VIOjq4cOX4mCBqv03yX8t0Y2DidplC8C5K0N4/rZgdN6iLUQcLOuxTfw9bU1qjYtf9GzuvKfs0rZ8T7pfktecXYEYlWvZQXMMlEeQ4cZ/eK4UELnwxTvaP57mMU4ST0QX12Be45/76byyxoEfQnddK/3vlmC+YBRz0E9oh2xocf2KisVUAZ6DbVxuBd4hAScte8Xzz+pW10Zdzzo85dqDQDbAUddNzocwoRVjddtSfw5rZ2ajUyG20b1SyubzXtC6tA+Bm3dyYtQKMDiCF80axl3audMFO3HdrltNl+5hrveNW4Nf9lXknFrwYiig5kccYBYJHgV8/13du4WcXPJV5tyh/y70n7qQ10OjPzRq8JXx1GFtocv3ch/+enyoguOzjDmBsENzRfTNQY9b3F4unvLVVsLT5b25bfa+o+qlscwfE+n3HghNF2Vs9dNWh6yBmnlhVf7lxjs0YjAPcpR2lz5sLkJrHHX+JjVO4DiuA49mkr0YcfGYUeM5jFaCf36Oa2/WdT6tSGeMA8KjPjj8Xr6fRi7Xu+0z9b3fHzwdSABuGftPq8RtWCvdr9Q5z+bEwv7T9B1UA93s3Zop7QztWAVwWi074/HiwV4LZCFSjNaPm+4eOhYds9/HAY3X0H0oBXJXW+ujn85CgPmKbcQtuHrGLCZu2APjDxfLunt4dAL/fPN9fzTb25Mr36/vPftL3vE99PbUA+GOO3k+/7089vj59BNoWtBFoI9BG4NNEYOqvAcDn173OBRD3pDsTtSVfvHwFqNLemFqy+ygXSbavbWOLyXavXyW4u70FED5bCvtJvyyfov4T0Kn01PbXRLVKW+1jZSpn1PFUfaXyyYT68+fb8bdT7JNNpmt97Etl7wqfFz4d7qN8ol1LJNhPqf2oetEamX4RNbGgNeYStrUp/+yhSF2KZLzJiTdYWkufdp6s0GZhMABlGZXr5nZ8j/Vr13ffvuKLvVD6hvNFjbu7BpxJq+HXrw7Dbnh1ZQ17533Um9Q83l2gXYIC671243ytQ/rs2WYNupqo0jpP5VcP+IcF9BKW0NR0tI6vYMK/CZCFmU8BriZdMlFCAv9mgXjccHyVqdYjnUGZm8BbWBHnDoC2Zu7BHmCBmGpvvbFFXx2+6awsbWVNYz2VffkF7AYATMy3d4VjVwGt19fWot/mATTHxyedn/1sJdRjBgb80VkGCG8D8AT5jgGPKdjZ2EYtt6dtNgq7ZZN0jgcjOh/nah9ZP1msYY1mylwCgrA+phbw+gY1pgEatkWILQi+pKawFq6CGlXaneku8UrI4+e0ztY6VpWe8b51EYD1ewEyqrBlO7NT9AugZXeXGsCcrgr2UB4D07pAqFANA/E2WcRg3c894iaQilq9DKdXL1VsowIGwM4tnFETWbWrihtreaYVognYUKFzPIHlKlbDAkn7zfG7xAIKQWpXS3GuHVXvJnJXsek+OlIJbn1qE6I5+ASdKpsvsNi2v1Xsbm2pKM5uC9WzCeFKaRr18+jLFdSzqoTsXy1mham+VAb7sKwKSAXw4cF5AEChkzEU9B4dnYTFddhPq8QEgpm4OqS+tbGKhRWyWPajCrhH7Lap8+2XBFW8KlUvI0GIjTXx0Np7KWo4FzWs9sypSL660XqY9gEjPQfV4C7MyDE8+FK6oaKVGKvKFfwVYGuMBKna6gr37MME0wnElrGmtk9i+5wSos3OL9qaC9Ds41ATV4lzgaGLW9w6FMDWOWYsOq4K+HPf9nla8iZYF+SaOPZf89LCygCjHFx3gPIlyhqyLuawZrHzn3Oa14axVz0cwlb7lnM1we3nBJvaM2vZa31nzykhsTHNZL7HFuqGZbaHDXAMhkVhbD3uVLdOd/7dv8f2/nihc3HNggz2f6Z1MA4Hzi/W4bVfHFTuz+tjgUUvm1vLGWc82b02TNhfkLD3/DwPx3uca1H6RCdcMy5WA2AO6vW6+CMdDPK68nxou+AWZa/j3prxzon2Z9aaTqARSmUWQdgX84wZ/3Vuii8HWoDShsNK6av61/rmft743lQK2yVqEjj3C4jtzyvqN6fKLJX6joVQqWt5DqB17KpE9xBRBz0s9qfoi7VQ1do3y1G7N228He8OMo9r/4eyO35Pq2uB+Rqf1b78kNrFaeNMjXj6wfMrANg5wflCuGuyVEcFX0ssXHBBkn3ueadaPNX0XueO45jLOK8lvPyXmE9UP29g9/4f/GKJxSv2C9dYLJKixwIM+OPoBGMLgPNabF9tBD5FBAZ3QEuqTLGwkjm/xxxd5QV9di7Q0nnV+SuVt4NXPXkXc7H3rSjJ4gKsQYLReTAgq3ML7zdtjMsei+rX3/uqvZh/c3FZHQC7TVP163t9kFwBRz9b6q4HxK29H/Ozi9caAHb4HK0znPcCz78A3GZd4PKZplI4ymxUC+CKmrq/f28vDbeCplqxmSCtW0HXIWXfOjscMLIOfcbxfgBXAGlpUx2M1t/L2A4UyOX3AoCbcD7Hzl0AXPZZBw+5MJX7UQMAN8F+6d9oY42MNWNUh2Yu8ay/yj2/jLGhsVbb8OGJwXGAY/y1Uod+448z/Pnx2+XxxyXSH34eefIfBgCPhz4Pb+fw+Q91Yq1Pm8D/XQFw2X8TBJcz+aAW0LWTaY5P/zTJ9jk7POMz6vPN8T4cu/5VXf3wqweA66NzepQF9CRoPCqgLQCuReXjQt+h8f2eC1ZGXxtfzrstAP64fdUC4I8b30+998c+H33q9rbHbyPQRqCNwI8lAlP/8s9ubq9uURYCmPaPtKkkaU3C3tqRV5eLnTfYNm9i/TyL7e4N8PDbfyQhLjhcAFhhF6zN5CE2vV3sowWYWmtu7cwECD7vovB92w3LTu04rSF7hF2y8GJ9Q/tQIQsJbSCZSqtcdc3D6zSABHi4H4AT5SpgTnhzfHyInfPTSK6orgWfAKxMmCdAk01FTVKUktcXqklRn61fd472SbIBpnC5rZS+qW4ToK6gEtsEngpl3fG3v9STz3YIPbAafrIGAAUO8LctFKJRJ/N2Dmio9ajA6qKz+3Q1LDuPDqi5eZSQbmbOhJxJG62QrTO5GnV4Z+YEnIAQAN8ZMd7eBMQCVKJem9jUJB7fQA9QRgsWTPw/Yf+CBevsnlMHU4CyvLSG5S6QT8Aeeo+EJV99vRGxEP6pZgxLXbZPC2JsqPewzL5ASchxFukjwfqv/fp656c/p54nCmfjhyEpYP8WYLpKchLlKIpfwZnQbefpEoAUuAS43waIhzJFkMPJqnY0ARl1UEmEpboyrVft1wtgyhpwf2OLONKug/0eoB4b1XnAK3DMGN9OnYVa2AcDVcer68BYag5HDWHObx8ragG8IMnzu9X+mZdAOuvXok4WqkQtWpOmxsDE5yUW5ihSacsr6kZHomFaJfMS/7kAAAhD21R7HmGJ3T018Zm1ln2F5XJV60tQucaCABmvgCtslRl7b96coMQW6AO4FbXTvtUVlaB8HqtrbYkdV11Ue6f8lzWNrW1aav8JrKrkrbaPYaedyc+SqLy6Pg8LbMGu18429bDNn+4D5VWmR60y/1ctAPDz1mE1KdxlzEUdY+uCkjkUuGsZOa9CXsQufKwAsDW73Yf1mFPBaHLZthCH6E7bCURmTASwLzOicNsaz+x3CjXo8upixAJmFnWeBddetwHVtNCOurOMHTZYWcm6p3aNfz8FyrmvVEdqO55wVOi2zLZZbzcTKNpmCxG9rp1r7PuAuSZkQ1FV2VRTqzZi6vkzXlSGXwFSw6LZsVxZfzvudRQONRXxMi7aQpeFCFl3nEUAtNtFIDH3WRuLOSesLkNNrBLWvmKUMccVuC3oVcnseHLesX+FpgLTOdXHQNhUqbNdpcjxnGL8xJzipeAiAPeT10VYL3Mu/8TY/pu/O+m8PdDmWGv1OWz6UawGYHWbLrbeS51j5qqLi3Pmru3Yh0ByZs65JOFwLjyoLL09ee2TY0GCC1suYiHLFvb1xZH0gnMS4qci1nraqWw9R+V9xQCwlqTbezpRn5yFOL5U57pgxbGgtZwxvmHcCCs2qCs9U30D1CUibOKruUzL5IDTtNU+d7zo4lAWaxSlsFeDC2TifFzs4P0HX3bH0Nr6SsS6wA3vMfNz2jtn7V/3dcVAKPX7srbyTNSL7xGD1TUX1lgf3nrAOT6ti+2iGIGNALhAnEzsFirrnJHbT8f16HG8PqX5LIICbDvujH+OeeZ7rjPjoxLcue2GNs7N9Dq/+C3m5F3nsJw/3V95xTFV9SbCv/MaQIoKFjuUqg0nrQy/u7M8VvPVfsEbEfj2rTYCjQi44OeAEh7dk1zUlkYNaYcc94hq0VI8C1gCoAZN67sq11sBbW6Xtv4+a/PsxMtnzQKMYw6uQcqiAPaYWW8870OxXbGr4OcCcstxivtIczuPXwfF/r20Mfbnwq4K8OZnc14sr1traPAqtc+bA6eA4AJ+C8Atz6RuXwB4xJL7Sh1+eu+cqamYh/5WHaz0Qzn24NzzuSTuH1Wcm7WAm/3UnA/rALhsG8er1YyNZ4lqsVTz/MtCnlIb2fP2Xh5mHPzsQgJfdYAWC+JiEW/O1+Vv8fwd71WLkBw31RgsQ6TeV/GYXWMN6a80/JqK+6H3lfIcO7g/5bGHP1P/vT6W7+y4/8b9sGMA6fM7yPhXjrlxxx/fzoxVnOOIbHUd6NZrBY+7Lz4WAA/vZ1jNPupc3/1+XH03b/Zvda2WK3aUEnpUPzfb0bzuCgh+VwA8qq/7i2u8NmIx6jDAvRf8jqlVOwkAD8I1Dqg/bPyW/Ty2/yY9xz12f/dcQKP/VIO5o850CAA/BvyO6Y/7Fj0+uu2f4AOD/pgEcUeNp0mf+fAn1FpAD9/PPnyE32+PkwDqJ58fJpzepPa/X3Q+g0+3FtCfQSe0TWgj0EagjcCvXgSm/pf//eBWMGq+4QhosDC/2tl6Qi1J3vj7f/22c4YqQbtNHUT3UTadHZGIJk7rW1rwougFIrx9e0zi2ZqSKlaxWN4REGv1e9PZe92Lmr3WfTQ/sPf2CEin4o7EkJCG5ydr92pNGwpYILOvM+qd7mPjbG3S1bUKEHZMzJuUSDjhw7Lr1s1a52MYyl9shy8AatOAVwFwgEUS8ipfVX1ZQ1grzTOkqdaUffoU6RQAVsB6sE/bqG+cVtO8Ijnkv6rnhGa5nYAvVdAdbIdp33pa7B7uAc6PbgFuC6EYVqkZdWCJpdBjfX0tEjKqxeTN19TCPaAGsul51WYmg5ZWEmj73v6+ttkq56ijycsarCZc5lE9CzAODgDvWNBGUwEjfun96hvsrcMgVlCQSYkA5iRiwqIUJec+6mUTM4tL3c7v/uEOgF8QycfC6plj20ZrMa9xHD4f6rgAdh1A9iK/Y7eL1fEGqmYtqgVpoZhkEUGoOImZ4KqHRfYF9t8ef5aisVrucpqMpQRdh/vXQFNtnbE+nk/7uVtUbOu0R9KlBTdiWgBL1lr1hATexj4fDK35KhSybdOd19ShLjU0PaaJsIWAfMIhLLcBlX721QssY0MaegY8wYI7IBHgzvrEYcnqqNLaOmMu2MoHZfvcmsaMI4brMnbOkTzly6i2326ira6fO2NBhFbBgu6FJeyyGSP2q0rMQ+qNHgNYtTdfAM6d9xL8JKjJhJJwWxvhULnGd71cHOBrEZW88PMYmLlGH9mytDZOu1sBlypH2xvtXHF7QO6poNWtGQvY36r49LoQnnsFZZIxDpHFe92Sk3KMqRJ1VBLpmCum/bLOtgJclZRzoZDMRQ/l+vSXWxSoEUOAqmr1APmx81S7uv1spap0bNk62yAQVqkuUFV1GcpI/iZgXMZSuCpDGG30eNYYTpUlMFULbOIefVYl0hMAp726i1ZyTKS6+wKQvoidcSpP7aO0u+4x1uwv4yUYXsfu22RxwGytmVnx4Dy0oBoeVbXt9nwEvNpMR/y4nmyTrgi+dDZIBXFadAr+PAHtvFV5O84DxlZqL4/j3/2iHarnwdRUdVRCu0gEJ0vv/Ntf9jp//KdvuAYBg7y3hCXyatSpdeam8b7JYY+PjztL2BSrQIsxMJsAOF0R4sfYX/6cP5wcn+XiC9qzweKVhPCet3Fh/gD0CrPLa4rrI4Ep94HNzcruH7tpFPP2jzbRqYjl2uIkLnCZ2NhaC0hR5i/35XBzW+GzUDstoQWemcgu1swmvXMMiaBdEKSymXsB+9fpoNRr9nhrLExiHUUsmKm8VyMZ3qN/UjlmHd44u/614bmnotd6zCvR7gDAWu/H/7zXpEW5i35KIjO4rf3oDgW5DLIrYQTjwcVMaW3OvWNFFwvPj0UosfAi74fr1HDOBOUUC5qOO5urV50/+L1tlOFZH7OfhK6Bgx8UAPd7fPiHj55gHHPc9u02Al9aBC65Z7x9i5OONeFZABl4QtMGXTN4Der/DoMer7GyUMyFM75KYs/3553kvC/poML/dH5oJv4C3MT9K59p/L0A4Hoc68C32DrH8WvKXvddB8Kl9nl9P24TNc9jrh7YSBcAHM+tFYyMc68WwsUMWMsKer4F/tahb327Ovhtzkc6LJRz8t/S7jrUqwPg+ucLbM5j5bNEeaUiOH8bBRXLdk0AXLYt/RhtmwCA4/zieGmTnc+2efDHAuBsV46hWJT1CADsI0Jsz78lr1kA/kzVxyXWddjdHBf92NwDVgefGYYe4+43kxLd+fD07gA4r4HRMMD7eqkD3ASd9XP358cC4OHrYQDwB/sdBkUf+n5cvpN8qQC4uBGFE0HVfUMK9rI+4QsAwPX5qPT/pHH/ocdDczzX3Z76ML82P5TrLr6/jLBoL3+/s98WAN8JSX/RQx2kj4nTiA+/01stAG4B8DsNnAd+qAXADwzUF7rZR7//fKFxaZvdRqCNQBuBjx2BqX/xL89v5xfz0fz7X1IbFrXvxg7gFNBysHfT+e67PcAYCfY5VGTUeXz9koQL3+63n0LmgHXXqN2sTXrdE5phtUnefhMF8BwKUm2BtUqWZaxST9bMgNBTxWMPe1IVaDOAu+2d9Ti+ltAm1f0icHJ8EbWGhQo7O2scXwhiIkxwpDWmoBE11skpFtFaG5MYPzrtnGLf65foAkqmsQTdxL5a1eEUYNfEhPWIL1B2qZ5cwsrXPJNtOqaW5XSAaO2GVYdm3U2VoSZ0jrHylSqYX9nYULmbSi5r1pp4OcdC++At6j/e38Z6OkAbz4daGVt31fZqoywozZq/wFXqw2oBbNJGqKbNtHbUr1+/IRYChARogibhysryerRLECKMsFalbcqV11izUlO41KT0y591ggUw83TMFrC6A8R++522umedP/yjZeA8YJBtFiGFxY7PJKDWu8KQNRSsPuSHfSztW+Rkz2nPAXBaAKQqVOWi59m76HZ2tmgfv1zzWdso9LOWqpBvcwtYrMgTNe4MYO/gLYreA+xhAW9LqwnfjO3KqrVpic1hgp2lZccNamLaOaWSEPtZ7ZcFZnOo5Ty2fR8ZzMg+8SPgUXWmP2+gNkfkGmBGIKWKeJak6Mpq1oJ1o2tBtcrHSiGrba1sV2AatYpDOeL+XdygqlegrDo2azvbPwEmA9xZP1qLbmCeIJlxsASEXVlFIch5WDP1FGW0YPM26uUK/QBSWjWjJAzwQ3LUMaaSUUAp0HSBRNavzUTfPtbcqrtX1xhb/NVxFWpO611X6tcZQGfUrqVPj4inNVAdJ/O8pyV1jhvaUlQ3JKvst6xhSpwBbcbHeJ9iCRy/Bnifi9rUVo4TiM1wTGG8ix4uUK47VpaB21y+HBc3gQstkFMZKqx3LHtNzPGz/eccog34igtFeO3vWZfWcacicpn3Z0LZn2rIrBms3bNAOAFw1q0V1JZzz8kzbSPDApl5rEeD/F17bxeE2Gb3u47qPARJdHqMm6hrXYHcWCAC8FtHJR91FRM6J9TL/3z5u+sU0oY6k/fCPeejcMonzvZfAdNFdSzkddwI2osaa47rsVhi6wRgPwlpjZHHu2RxRYLNPHbFCEI9Jl5/jYr9X/2fb1hooIqdWuPbWO4Lbjm/eeY0F9o4J16j0j/vMqMILBkP0UrVvuyonF+A7QpKR7/EEbB6B6DaH56X48OFBz0WM3gtuGjIa9cFELHPsNTuVbbSt52N9a1QSlsz187UEvuCgtlLKLuL0vbsjHsHu18AYC+wr27MeajC+dw8rgHu/4Jzcp5yPC4x3hxbvpy/nHevsLa2jc6JfrYPgJl/ooa2dug08YTawQLmDc7J7uz1zqIdqnG91xj/k5OTUPqa57eGcvaP8z51iqPWci4OsUZyuj/kfOI+YoFTdb/oJ7r4mwpp+1PYcolSemPT+VPbVABwuDi48IilIvqHuz/dM6gH//u/I3zPfoiFGdUYLEnAvsUz12NcBSWRWQ0XldPRL7WxG2P4XRXA1X6b/7Rf8MYEpn27jcCICHg96pqyv3cVC3OuLCFQKYC91+UrQY//xbOwzh2qPpmjwsnGV7UwZuCC4XNaLtwRAIdrQiz2yXlAhxAXZNYBcMK6dNGoQ9JoAcfKkhjZBufi8oqyBbVFKeVvBeqWtruPAgZLfd94znQe6t/Y8ruJC6/Ky3OoK39zf3kPqNtdu30ssvJZtvpwgaSDfdUWz1QA2MU4YZUd55/xKedT/7353gBa5/Y+j9xnAR37crFn7Rh9gG/f+L8K/taHygBOp4W2xxAAl/b47FCMINJK3IVSCbhKXFli1j+vbKO/l7rLebThdmUEcxzkSrN8PhjcWNx/83xLArc4edT3WT+nUT83YXu/z2pg2O9fo2Izad+lTwf/5vgaHLMk9vP8hmF/WZzg++ngMgoAF+eQUWBuXPseAoDLft3HcF3w91EAj1b4PiSOEbdqGDQXQTRjV/Y3GYRnf/ShIWO0jN268nycrvahCuD3B8DljCapL8e3NPcw+vPN56dRz1P1xRSDuWEwb93Xhx/9+WyCArgFwMO9M+iPdxlPkz7z0Kv54du1APhTAOD6l7n7jz8JoH7yBSIThtqk9j98pH6mW7YK4M+0Y9pmtRFoI9BG4Mcdgal/8ccnt9YRXUG5+PrVGZav1JOl5uw1X+xVtM6TTPj+9duweCb13Pn2OxSnKs4AKOCUzjMUtF0S4KeHJPAFMvPAYa2SsdIVomjjas3GtLC1FuMCYAiwCah58+ZVJEm2tzeidqpKMNWuAYqAblrH7r9FXQWsnUGdpj2ugDDrdarw1coY1ezSEsfpRg1F1ZsCxt1nKGGBHNY33dxGbcb+DgFyC9TxPKVWqMmirR2t8FQDA5uBQJmsX65qL5pUE1rNA11UMF50Xr44JfFPfACpwj/PSwj55KnWpkLVhc7bN+eRGFskptqkalGsZbZ1lAUYJkhUoq6u2X6SBzda+VKXFztnH8YEpSoKhQ0r1AadneMcsKA2KTW3oEWp6g0f+oCmqBa1GjVrbwJQxbDwbWt7K5So1sINqATMMZm1BtBbXQEILvQ6v/bzFc6d2q8zi/HlfYXzmQUozC8Kc4kvwIIyu7RfVa8KE5MjJgNJNAJLz4GStmKezwmWFrWZJcGo3ay5Op17BZeqvbUCN0+0tSPIc/CQOEThojq8x8IBv4Q/eaaVsZCfVBQKYS27T4+tGX3befaVCtBO58X31HxmsYLKY1WVxl6Qq/hZtbFJLBWKJj2tcXwOwFONGbpVgK1q1w3qGl+gag+lBLbMoe4TxGPdLXQ2MWpfrm8sBtByXM0Bz4VAWj2bfFlAdWesjIFwzs+oJnVMLKHSjBrQnJ+1k1XGZ+09AfFcjIsjrB69zlYAmSpsHd/2pzVzTdQJXa8YbwKtiKXJWeJegJzM39cJdbft390n1DYG6LqI4SyspVFnoqKOrwl0khBNzna4r0rWRAT2jozpUHjzN8FnD8V9WPxGTVUV+tbiXok6slqHu8rgFNjdA4CZXJ4FnG5u5oIKVdmXobp3nCR49/peXWXBAft3MYfxsA6uwFWWpfrRmPl580R0KVYAACAASURBVI9njlMa4oIM2zxbWetqc73AogNjG7WgOcYi4FbQbbLYpLjKXe3Go+ZsLSFZT5QmvE+w6UFVUbuwwM0FwAI2laDLWDUH9OYctTRPy8hcXLG8mjWjHQOCRD/r9ZA/uy+VU/m+8crr1JdzZVoD+55xdY6IWHBt+bJ/AuBLzOMcmXd0G/A6UhksABZGVv11Rj3nBaBm2iKzDbGJw15hb89cOYui/Q0K+z//cxZGYPk8y3jT1vuC62QR5bo24qD6TjfGkNektbuxOJ6aD+V1KI/piFx44JxrDXBqarOYJJKe2DSroC2JeV0CfLl4w3MXYOqysIPtc3SosBPAmglu51nHtgsaUm12gjp3Afi7yvXpogrn21iEw8lZA3eO+UgnCFtjPKaZJ1Vyn1tDXkWu4wmYW+CCbXS/O7ubcf1kgnaGhQLOOdphp8rZMRT16uO6TytwF+DcAKO1zZ+ft274Ulia255MvrJQZ3Mr1FUu1nDucW5w/y4SiES6yXbmFudG/9ve2olFD+4nLLu1E6dNF5zryorlEFRQe19yjKkSd9/Md9wDbP+1HrHsd5c697//O5ZeIAaUIqjWpFRjbrAY4V0BcATlA34p/egJxuoKa/9pI/DjiADzEDdN3eAP9plzLKthmQvmBxdlhvNNTbU6UAWnS4r/RVK2X7M9k8KCmVK33GfYXHiT7/sKAOzDQAX1BoAmAWl/YYmlBvgvyhNE/QEWw/gMVsvU1QFw38q1KFQrmFw+2wTAdxOSA0Ba+rded69YH/s5vzeUthaQ2nfZ8FwLOKwB5AJgC8TL8yogdACBRwHg0p46dBncfxKMN193nk8aALh5HD9f9tmEO1lCYACAoz85R79TVRVs4h71EACsq1GOqyyPUX/F8X0kqqD+QwDwHYBfg7blnCZdr+MAcNyi+uNttAJ4EmCstyG3/bIA8OB6zOezjMe7A+B8Vr17rY0bv3fA5CMB8KS+7/+9mp/qFub1z/4qAODm4oP62C3zXXO8P3ShxUd/PmsB8IOHen1eKwtbxvfPqJHfAuBHBfsDbDy+BvAH2PnYXbQA+GNG9wfd9wf8rv2DtvsDHeyj338+UDvb3bQRaCPQRuDHFoGpP/s7v9XnaXW1LiWps4yyzwQNDBIAiHoKKPLd90dY106jCAb28PyxHHUeVXoBIbEB3qP+adilzlx2nlKHNm0uSVBUCsijozMspgVLAiCgL6rft2/fRh1TrVVPUWBp67m9swkgng8L6FBWnQvQAGTTqFThSdrWCpw7Nwsk1gXUqgRTDZE3E4HQVWeVur6C7VTaVjCGpNirF9buBRRwrM0toeMNx8I62Lqiy4sB3QavqIzKLrsBbN68EsotU8tSO1XsrKnTK6j1s1vYXAuiTfabjfcRzXq0WiqrRjXIJllMyAiA19aB16ia50kSXV1OAY6PAE7GSwDGF3EA2jZK13lgzQH1XVUjeh6LANwtLFL9XtxTQe32oThFfXxwFAo1v8hrGWp8LgBrt/GQcR2Q9+uvNjo/+YnKNvoOa2KhU/cYME4Sb3NTBR01OfdVJauctW/5qBbLAFetsjOetJnDCNdvgBoqlaM+KYdR0a3tsF9PjILc4vtvDyMptbmNbTgAXnjkFj3A8KVkl34z7gE440+AVVTGAktjt0FfWvP04OCM8YHtNKe8xAIDt49UHWDXMdA9Sdtlf9/EVhx2CVhSmQigpWa19X2th+vrFDV31Dyze4ihgFIVcMI8FhUw5q2HnODbYxlDlS4AqUVrfDre0iLWfKux0Mp598l6bJMZOGy639AHKmUqcGQshXYbG6qxaS+A3SRlWs5mLd1UlaqGJgEZCTyPn3WGo1R1NUDPqFPcRSW5g9pcAY6fO6+AdyqDEvy7Uz93ckx/E3Pjs7iUCl66L+J4clJURYMvkWHri4XuDuA+gb72uIBilzTQL2ssYjAH7LUaAnFO2Ti5P8enkM02hI0lu71kX5sALPvPcwkhCX84R1lskluFvIsihHDGyM+EJTkBViUu+BYYCn0DAnIQYXDUPWZblemCswyQOx9YS0aCpG+H5XXkmBMmAs3Dkl71sLWknZ9YeODQi6RnqsBNmAvwXYSiQrbHHNQDOk8DTLWF13beA6fiKo8ffRYD2pM1vlpJsxgEqOd5Oacsq2Cvvst7Di6aMICxyKV6XxWx+0647vGJZShOczGMYECgvghQ9txvub6mVBTTX13mlH/9b847e6i/j1j4Yl8sM/8sMa9MsyhByG3dckGCYJjRXdUVz3EQNsuVLaiLa0IxG3W1AeLM/Z6f14mLarw+lojroP5ujgcHYCSqomMcH5lwValun2i57EILa+pq+X1GnfMuc6djNxS9XhsAYOcIbZkjUele+ZPgO+z8VVzpohBBUwXu5wT6lC/Qet2gcSwXK9hXdQBs+3JRkYAFJblTsHXo45pNmJJ1HplDiLHAwzh4XQuABcO2WwCtY4RjN+qCqyYnNi7KUYEs4BUCxzzO9edceYm1uvfJFdppXMsXIsd3OAGofNEqnpryG5sXnd/9va2Y8WdiPOeNO5RdY3I/772CuvqC2kwojkpKVtNS+08bgTYC7xwB53ruy/z/s+4tz9XnWbaBxYXe052f4h6rQlUYW1nrOh14nyjK2CbEK8pYm+W1HPdr/i3bpWVxWbCUsK9sWwfAvm9N4VgExU5MVDt31uFkqaleQHG5j/hvUQv7/aJA13Ic/y2ws1gxqxzVHaFZ49dti2q4/DykRqoekkq95HpN3WbXlM+V8yx1gnPR0CDZWlc3NlV3o+bH6B/uSYPausNHHsRskMxPC+yisrWzciFTeWWbino3329C5VgsWDW7CdSjLTU1dQHIw/1dKb59hK0OXZTZw/N+eb7JZ+TyivrDJWzVjamZ6HsIoK1Hqw66miB81HZ3+njMjfDugoPhT44DMXdAfnVdNWv+lv55aKKzqQAuat9x78fYv2M9nddyaeOQRXptbJW1ks0Y5PPZoE/Hjd9m3OufyUf7wfgcd/718VQfy/3raTAl1a6BwbjrOxc1OnwSCiujddJ2zXHU/H1SDeD6dTF6X8OLLerb3O2XEcEY08CHAuBJ5zd23I574Cw7vMd6eNT8MKkdY/8+yeJ4Qjsfel2+c/se+cH6dTvq+nrY7t53VD/sKHG9j7G9f/gevuwtf1gAPGquuH9OmPT9b9L973O7PpqjZdL5fdmjywts/P3hiz+3R5zA5z4OH3Eq7aZtBNoItBH4LCIw9Sd/adHTtK8UvAgeb4EcwolzYJpQ1hpipKw736PA/H/+hpq1qHif7JKIRgV8eHQcMEP1oV8UNwG4C8Az1V7C01ntaIEFM9PznZdAZK1CZzjGLqpZE+KqVANgQBRNqm9igak19DEqNFV51gA+ONwLe1zrdIb6FNXUHJbUWkYLwPySnl8kyypuFKAAWS1eBUomUaz/6evVy71I6M/PChwFflrhAa2fcT7RjlRQ5ksgYj2tVOC+eXVKG5ZQf9nGqzgX1ZK2weS9kHRnVztr65vdAlqWAIOnABbrDWuWC8BGpXCOvagQ1FrB68AgYYQq35MjLPostkx/LAMqhZ0qsQ/2sCeNMrHTna9/ArTmp6jfiVJYK2XfF2KdnuZ+BSA7uzuoMvksNZcFn+sbs0Dh2c4vfrGILStQ7uoEoIIl9exynNcc+9ncQZ2NKlLw2jvPercn1C7eBHivRV1ewAp9bvyuOZ9jbGaFYYMvm6oCBSEqOBMsWtfuu28PQgHtPuyhZJLEDsXmLGOuqOU8wwKArTm79/qc9qgWBwqG7beQPq0GAzCbFw0HZ8cral3Y/u2NgIokGnBFBbN2vJjccv7WZRa65zGuef8QoOznVPc6PhXFWLPW/r9ClTuPxa4Ka8d31FKj3fPzM2HlbA1dFYjas/odyM/u7zNmWXSwjgqwPJge7AGIGK/xIm4LAKJtQHixXj2hkcIeVfAKRjynYFXWCEWFiAM0+wL8CeqoM2xta9XJJim7gFOvHS2go3ElftY/DUVqUT6mHfEZCzp0N1adqzWuMPaSPsjzTfVq0lMTSBlnYbZQ1ICr8BcCXxmLkAtXttnxfTPBvrlFwbXqx7CO1D6ctqpyXiSe2qknBKwUC5ystXZVX3dQNAbcZ1zGfqosTYD+iutqn60qX5W2+15bY7BVz8jG7fg4a2IL89MeLwFi1JfW3ttrmrcSVAqNBYIJU6OWNAGPeri5giGgs4pUQeQiY0/bXVXUXaC3sUjL+KwdmO1IG3MXxUQ7wtIyAXDGMlXEvlQa3xJTwa5/k10G6zXBnxdF7NMR7Fizf2yvsLzUXwyozXZCVxeWeE6+nMa8hhzP5xznT//Vfuf1vn0kAJ6PesLGdW/vgNhoUezntUVGyc/nYiFLjIOEzEVd5jjN8wIeX54BLhdDva1bgw4Pui8IuEtSMiAAg/qUhTJp7+9F69ixfwUJwnOcAiqIu77GwhX2G0plrZ9V9bJnVbZaXqs8t+/j/NmvJXJ7ca+ZYjyn/bztVuUbtX0NYdRdd0xZA5pJgTndeBk4FXUObhexeP05r1vfXDi7RCwEuMJ24bX9trGhGj7rDrsowLHtvU4wb99qC207w07cRSkopj0PVcqCblXf3idnAbpL1D5Xle0cpVreBQYxXDiFAMA4WuiiMTV10fnt317tPH8OfGa4xxza+F74oQBwSQr3v1i3ADgvqPbVRuAHjEBJ4R6zgM3FZRc4pUxzTykLigoAtknO3V63WbajqmlbqYQHqs0a3I0Fk/l7lovNur/jkoFNMBxAtloQ01QN1qFuCVcdBDkPJ8hOle2o9pX3A0pHuYZc3dZnikLQaoLq16iN9ucRvefoTBHtHjMxZlmI/ECpHdyHjLW/+fnicjEKkDcXwjTB4H0gpg7WbUdZMDYEjfzu4rn3F7h6fgmVS5xKnPtg1Lth//4wfKOIfVVJ+1jYWIPLTbhbnj/qw36cEnMIOBL2XMroSd2FEaPgaX0s3HeZNRcmNLetg+KM6d0E+TjIMuq4jwXAZR+l5u9Dz6v5ufL89BAAnGO+fp7jAfAgJvkQ2ofEVZ3i/PtgzJQxOQom1+PVXMxQAPA40F9fHDI8vhoPNhMA068CAHZuLgt9SqwmLaBoAXAVqS8UADf7t3nvuR+ItAD4vnvIh/xbC4A/ZDQfv68WAD8+Zl/iJ1oA/CX2WtvmNgJtBD7nCEz9OQpgUythHafdpzaZAAAnXG1SVfmeHGm1qjq00/nl9xdAg8vO91pBY287NXUcStWwRuVh+xBwe8tnw4IYcLm0sBrKXUHVi+8OSXBrlTsHoNQ2WYtgEuRscIwFqMfc3l6jLuwBYEFbW+GgdYCpDzqjLTJ2zccZTm2XhTU9EuzSBBM6Jvyt+5igDaUoiSbr0l7w38ZmgovXr1+GfeeSlFIVKvDhCIj9/OudgJKvXh5g1WxdWuHxNIrOLZL612Hd2aPGrzDEpP7R8VEofre3NknQnQQE8SUg8ZhnJO83OWYoivlOe4jtr+B3Y10Ikla0Bwd7nefPNklwSSU9lxvachIK49kFvwgDYoE3J0eqoRNwqxxV9biP2ncBe9IO8fTcT8+Owpp6WcBmzdJYAT7defO9dd/OgfvHnd/7/Z92vvraerEAOaDFMqCrd6rFdA8Ass5nUSTT3MP9U85HSAoYBFpYg9masYJ5oXXmdmYBu8SAmsRpg4w9td6+YeNLHwNKBeIhxGN74UdYQUehsA52s6m0tp50gsNUN4at3QwWwoDO1696YTsroJ9lRyrrVP7G0UlcvnnjuJgFlqPW5Uvy/hsVjoAb4J407Zj6wgFr+PzXP0UJ6EgRjqrEBrqomBHgW89TgKTdtMBXBehxWNqmzbaf60ECVfI5Dk1MOny0zC3AzXN6+VIlYirLF7D2FR6+fXUQyZl5rh/HvQBnHrhk756eUAu7qrW8vuG1pLIz1YsOCdvHeoGIlzBPyO84UTHvQgUXaWwAcf1cKMIZy2ExDogSEjoOTZ7GAg6+EwqAT+lvIbrt9z9zPY4tFw94oKxBC8hnPETSgeGka61gVkicCnMVxVpmu21JPBkrLRiTDc9zvTscVIAjcqWvzsL+Wqvw0l4T1tbUtTbvKUD1+hIVboBOFkcwjrW1rhhoLLboWu/V8cO7JuZWVpYizr5UpAtybV9RIKm6FPQZm2sa5fhSdTpXqdB9X9Ww/Z42lu7aMZAg3jlLsGlsosYsgE7lt3V8hb9ZTzZwXKhHw6q5qvkrRLYtxeoywOuydX2rRSq01/DZ3+ZgjbX94c9F4ZWxzISYTfMchIWVe2fGKvZj/cNUQ8ciAvuH/fRYIGD/Uu24c06b/+RPX7O/Ba7hrN19zng+PGRBD+8JJrdYAFJdJJ1Xr97GwoZ5Os9z8S5xyUAQ4sbCG6C4iwgWgcnWlNRa2fruAdGt8czJee7WCTYOqnRDHR0Kcc+VxT1YK18wBryuEsQyf+IMIdxw0YXn57kIiEM9G/amLEVifHuvCItoxoNjYo4LJa8Lx8lpLOwJtbJ113GNiHsE53ByfFqNT5W62FDHPB+HrpKoXgvaOmvpn4tgTGJvbgqIsyZ1sbI2Nr5X1NhxDDwJdGZYXVkntodx3atKdmx6fBdZraxYZiBV3ScAaR0g/Hmde4Nq8iljzVi64D6zxLn+5KeznZ//hjWAs1Jj/VXabp4rRMFlvJQ8aj/Z3/jgA38tEH2Q4M1gTUpAPnD37WZtBNoI3BMB7xFnuHMcU9rh4pzZxUVMVV3Ycg0muMuJfwgUVm4IZfcF9OYix7JAK50T6q9Sh75+nbvfooD12Vgw5QKYUnM9agoXoFrZRI+CEOW9LLWRieoCjesKW98P94lawwYLPIetmS/jfAbgKOf03CYW7jm383NdreTfS23gsm2pLVz/NxZvVa9RSah6HzS3GwXDS0xHQdD6/vsQuALAzX2P+vzQeCgwvLpBxJqr8jzRvyfoMDM8+NyHzxz1xHaeRwL1UfN+fczd+XsNwPTbJ9ivVsHV9+kivfr79ZZNAuv1+1OcQ21slZg3tylj7/4JaDBGx7Un9+M1NFhEMXReZVFG1Rfj6vyOqhncBMH9a7nqw3GAeHB8F6/a+X4Rq4GhhnLSuSEWHlYL6Mbd3+v9MOq6GLjeVHNRNb6a106zVvDwXJbPGPGZmlq9Hv/6vDCq/yYhsB9KAZzfD+573d/SMhf/mADwUDQmKYknRG/g6jRmwy8QAJf5qn5Go+aTx8xfk8L4rn9vFcB3Fxi9aywnf65xs85Z8t6PTQKko+bz5rib3K5Pt8Wk8/t0LftAR24VwINngQ8U0nY3bQTaCLQRaCPA08Of/78Ykwp2SLBfkdQ5QZF0epJf9rd2BQNYJPM7LCEUv+cAiL29XtRj7dyS/EfRuLVNTcur4zDmvIUYXaNaMoHtw8XpIQBoyXqfKOmAPAsAYet8CtpMRL19uwcIWA0Q4BfoJ0/XAmL5hVrVlIpKMxcnx5coNrE8RjXmdpRlDfCsMjQ1cmXlsl925zqvXkOK+fca+2hruWq37BfgrLeIAlDlqcALUHYJLFhZmQfIHqJq9Yvr4AsoQmGghCBpDjs+gBrtuhIGQoZURq5v0HaS+/soPT1ewCnao2VaABRO3OMZp7Pz484zlMYeVyvS/T0A8NPtsP41ta+t7DlKyW3ieXUtgLwCWFPX98LCn7lvAYs2o37x1xZ6GsVrqn57AQOX1wXbV1iE8jf64XhfwHra+c9/f5Nz9PxRwR2gcAPgqiAWqB6gPp4FtK6s2U6BitBPsEEdOhTansMO9ZKjxjMnNWP9ZxIGL18e04/46GoJHTBoDuB5lLWToWhLAK/NTQCqSnH2c36Gmem821f2YCid16nPbP8JFK2RLGC3DSdH1AE9R/HGsadn2TeAynjfhpqb8Um/vXqBRSp9ugGINb5vUQyb63jyHGBFzI9QMmtPHEpulIkdlHSCfl8l8SVo0gbY/g27Z5V+5lKJgaDQV3BO9htQ63Ka2sSp5pxfUvVn7WSg+QEKZACtixq0shUI2pYu9WU3iIHW5T2Os0z8w1qY/06xcL4EIuYKb48ktMWCll82t7S7NXFZAVfO+ZwksMryVIBowZiQys9F3dBL6hUDPJdQZTo+BPaL1LRWCd8jeXwG/A2LbF4CZt9fof22K+CaYI7ryrb7s5eWvFebYA8jowvoS5tWUah7fsJeFzP4vudo3u0EgCaAsx1R59j5hWs9lMT0RQLatIR2nBh729U983rMRFUPO+0l4OKKdXdDpeQiAttvO50/MrFS6vWFoqfIqnl/jgUI2niXBQg55uIj8XJhi4kxQhTHjoUHgnqtzO0HoKTtyuUxqfyGFwbiiwSjtb0DRucCh4D3DLGSeEw74VTuWmNcYG3N5RhT7pC4Cq0FuIJw2+4xIpHOH/189oN1eHEmYOcCYI/rHJh/T8Ww8fUVlvdVLj/iGwBYLQ5zMns9v73s/N3fWfN8vnPE2AuVbJzDLGCXcbKkHbk7EHzb6QLyXr8WdVxHXOsuUsl6y84nQlAWxXCON7gslES7bQpoULkyeH4Di/AE51FPvOoUVbPOY0JyFwX5Eq66n6xd6bhz7Fs/mHkLMKoa+jy21eGAewFjX+W+tdCNizUhXSSUbSxWnKkUM872b74ysZ225V63lBngWusxHyVAsDb7bNQgFoJbG9i+tV5vjItou3PAUTU/u1gq6xELvl1kMjOt4trFJdPMAWmjbfxOcYdwAUJ+kecchRccT8+NFa6n3/zFMvdE+lpbefOhblX7zj8OAJdxPkh6l3c8VC2R0He7GP33ZiK4CXXalbm1uLU/thH4oBHIecFbrs/fR4fWJXfeUA08WIThs1MuHEo3lrxn5O9l/i3N8lnDZ3NnkiwTkYuPYhasAb76aehi4TFM9lo/OBYmuaDKG17N4rcOgN33MNDMSSugbqXOrUOfZiKytCUWMFV1jb1fNMGknyv1jJuAOI5XAWB/rit93X98R6nOu/zN54hhS+iBUrkJqEuM4hmhgnwljvX4NefI+rmO+1wdADeH1Ljj1fdbB7v148ezS+3+4XYF8Gb/5Pk2258LM/O7QZxjxbWyTMagdMGd+0XVkNJmIW9+fnjMjXq/3oZxANht6scvn/kQADj3Wy3Aa2Sa745Xny8GsXtXANyM37sB4BEK4HsAcDnGYJwMg+xx/TB6rKc9c/883gEA+7BfH5N3BqTX8qg3a+9NAsATPv7gP0+ygB7d0gnQt850quvlswLAD4G291kzP+TzD+2BH6EFdJnTmnNwmUPr193o5+8favQ7j/+QAPShg+KH2260ArgOat8lPuM+3wLgu88mP1xff5IjtQA4nxd/9KT/k4yu9qBtBNoI/ApHYOpP/oZMNq8jrIrjhaXpMQn+aZWVAJwZbOdgMVE38eL2pFKrLgMBzgDB5yhatTyeo0bwm846oHQBxeQpSlahkEDo5ADrS1W5ALj1jbWw1UxFYyZfFlF1vsCWeXYGMEhi68kzbTSngACXWABfhppU9dX+/lEk0nOltbZwglmI5Q2qwLC6Tcgalr+A2MN9rXdFsWY4rgAvHUD1GsAA0MS+p1CZ7j5RPSlgnmXfKG2xj1WlqmVnwGz+J5zxeCp5oy6rCjR+PgYWT2GVrWLNxNARNn1RS3QGhWP17dTE1QzKvLRzFYJ1O18DIFOsoIIN++hTrVHXQoV6xu+HhwfYV28FkDbmr17soVjeAIJmckHr5w1gh1ate69RugGHTVLMUeN2A8toIcoxgPeSc1wDuC1R5/fXfmM9/u1Mo0AG9ByizL69TNCzvZtWtT2Aj2B5nv9UDwv+VF26LxNvUa8SACc43H26HMfsdacB+P5dlZv1m2kzyrljrKyvrVvHiT7/iTauKpxTabr31rrBHjH7ZRGl5zX1i6+owXuLba/wK5KKwCT7eglgurGVdr09QV0kqBhXhyYxZwJKP38unEbd/ZIFAthpP3nGZwEsF+eAZOIgmLfG9OIyCwx2GTPxQBFdENjl+EglSwK+UhNPEFReJjvLg74WyvtvUTMSuznGrvVFFaCoBhVGGhdrXAvFTKxosbyxJcg2HgO1ocfXorpnjVB2mjX6gIacDyOl8/QpisNwx86HfmvgnlBnNepfx1sCRm2oE1w7pi6vUHoDVFWQHwHQBXsLKk4BtlrbZo3jPGmtjAVsK1yvIYbnVexn/XusSeC1f6iy3VjkQgzb7fXpf6mOyTiFrXalUDUO2qkvBfDlPBnXxn9rc434zoZS1utU+19reC/gNKAy13kmYFjUy63AG4DNuqtRN5g/pV1z2nQLIROe265K+hrft7gWsDy3aXktli/E/jHjGbbxjLGsa5z+0j5kZoIaMKmSl10K3gSFgrsAmCWhGbsUHGacSmI0f6ve82/8FwCY/amWXQZKR4uMl+rdSN4Lz42L9WK1tk6Vui9Btn9zOxXejhNt5M2flmMnSBYeohzntG2a868HcaGEI8rXLP3RZbz91f/VxQ6aWEL0L3seZy7snxeXXVAwH4pd1bO+tN9XxZtJQheLMLfwdznxBlb4c8wLZ1jgWwIgLcE5F6yNHYcHB8ehHg5rUgFF1RcRR2EyP7jgwyB5fN0eBM5et0JK7z9eG8Znh+u2a1Fv3R1QDhtXF+ocA119OSevLHOvYhGE97L5uZWY03QhEACX5H1JFhdQ4iIklcSLqnkZ9FFHuAIULtI54yKNqYLzd0FC1ntO+38VZKqLbaeqZF0sBNYq07NOo2DgmuuWc/JypO2LS7lAaA2Y3OO4s1wPOkgYL50zOlPcP1jssbzU6/ziNxY6P/mGsV+Np2bi3rfLvcYuDlf2KsFfAMAQAB71ZbIOgO/5sjkOBNeGe/tjG4E2Ah8pAl7bOvO8fsGCGK7ZLK+Q4DGVrLnYplir+hwUc1wtQVtq5iYAVlzngi8WaGllr6uJD8mNVwGsBYy6EKbY27oIeB02HQAAIABJREFUUjv+/kKp6oZU5tZ6beCSvC7WzwUQl/mpALs6HI790K4o01FT9drEVDXGTTtaXIeA+TxQ3gde1wBtHQL7HOJ2YRc9IpEddYOtH+/n+Tnt+wdJ2DyGzwz5bD6Ya/P4uahu0JYmiK2HelSCK8tX5MK8PMe7Nt33weX637wfhPlO1f7+eXheAfVzEVSxli5tG9wvhwFwPA66z+ozzVqnYQHt/1X3lHod43qs6scZFY9BP+ZYLyrhelzrnxu1kKCMj1HHHXW5Dvdxwu1RwLfZ9sEYHNTTbt43m8e7r7ZvXqNl4cRw8n+0RfQA/Pg8XI5dXxiZA3WwXfle01Qw1+3RHxq33G4wVuNY1aLM5jitW0CXuSFqww5dL4PvYE3gOwlxjQLE5TNDNWhHDYBHvPc4APwI8Fva8DkB4PvA7SQQ2xh3k0L84P6ddNwvVAE8Lj7j5rfcflLUJkX98X9vAXAd8D4e0A5H/KGfr293P2CexM2a46k5Ar4U8DbpPB8/sj+TT7QAeKgjvpTx+JmMnrYZbQTaCLQRGBuBqX/+f/QUc0Z9ThPWKpxCgVYlwa13eUn9sS6qp/ll7T3FmdjQYuH7CsvbV6+BxdebWEOjuCVZsbG72nkLGI6EEkrOziXA7bbXmZ4/B8AuRdL+5momrJbn8Rt+hgWyikGhs4BBlZz1Wv3eo6WvCfhlEurW2RXKqf7yJQjd2t5GYQnM5HlIi2aB8yaq4IP9/agRvLpKPUnBBA/GWiQLFa4FYVjNmjx7+tVKWD13bmaxqGU/HHMJO+EV6mNKwEh5AEKvoz6lX2zPz87j+OsA21ffv67ALq1WRQEM1vZ6BovgyHxEndxUW2xurgDLT4BgRygaUwGrEtnE2cGbw7CUFmp0sWUOqSNgbo5Em22cmr4C6K0FAHSf3333IpS2fn7/9RmxpHYvQPjq5gwLVyDJxVnn8A1JK+L2k2+mOn/wB8/jeOdn2qdyWipK6YMLLFxv6eNFYpYP8al6LOrCC85bNZ2wQgAkyAi7ZM71yfPlsOXusmbgCHh6cz0HDFqkhnDiwD2gcPc4a2s6XrZ3iTPDS9ZzfGD9S8CbqlPIlV/GzZ9dRQ3YTmdtC/AGuNznHAJMAW23n2i9LUD2P9WUfmYqVKh+5xHcXgCcX79MZd72DgpcVMdh222N52vgPYmIBQDX2kpaTxcAfIw1txbYq9QAXVsX/liTNVWghqWuGvVzgp9DwJZAdR5yOoencyqDS41ZP2piNZXf10DZjU1th9mnUNtdm1fk3+6ZinpUvfwXCRuCEU64gPEtzkHoXfKSAllViUJgX9ZPFSaqCPJa80E+7I+J5SZW4ArlXQzg8D496XIMQRsJTOOsRThWxv6rvMi2CfziWvDPtM0QHALZz+nn+JJQfdFeIX4rXCPNrypeO2E7DKS8uha6W8t3McBpD8h6fML1ynVgG7Rp12LXuWA56gILA1UpVwC4stIzGamCx2RR/lclvgW1nIdw0HbUk0YRHF4BgD2XQs9Kgx1mte/JtsM255hQgWv93XQV8LoQdGtF318PUH3fipCwH2G3u07L+ArI1aCwVsmC8QU6UAV0qmCzjSWHnf3p2LoOa+X8Y6awQsnM55xjYh2NfeOU5ToJk7AB3gXJDBznbIBsf4x5FqEwd4JE8Qo4lnU7I/7F/33SOUGRb5lZuaoLW+YWLkPFbOL6ye5uzJfaGK+vr1UAld9R8l9VkvgNgH5eI2kN7sN5t6ty23kQR4X9g/jZa8HFBhkWxyQx5nevc+G47hPWPHdBjXbPLixJq+T5uO+oxN3Bit97QCiSsff3XJzHCgB2fKyFvb5K927YS2sZfkMdbcdhWpQ6T1A3O67NrAudixWA38zrqnUd64KLlVX2xc/HJ4dxDn5WAOCgCuUbrXdfui0IgF2U4Psn1Dr2PuCc4Ny5vISdPzDGxSuem4r2qCvJ+TvfLqAUPjziGEBz3TPOcT24vT5G+bvQ+S3qtTvtl1f9S24f8JZMZwMAl8+UWow535WLYLBwo7/zsLqu/738pSR08291yDFoWftTG4E2Ah87Aq7pOTzUop5nhly3GffQnI+8L1T1dV2IVt0rvY/Uk7Q+B7l9HxjrIhEL13S/yHmxnmRR/RsODF777FMAXICY4Nj7UXFSKCCnDr3qAM/7RBOK1mNWh7hu6/nMceOL41Rwuxzbe5rgtYDpcCypqUozNt77Bgre0pbirFHcQ5oqnhKvOgCO+MYivYHatQD2UEdXkLAevwK7y+KjUcmrUYAw2l090wlQfR6tL2Cqx2xSQqwJZgtETpjqsw79VwHgErOy/2a93yEQylgokLC5nb/77SmO5QN6FbNx9s7N49bvM83xUX7/2AB4AL7vB8BNoJ798akBcDpoZdt03Bk8rSc4roPiYYDQh8bVQoEBIL4fNIyd+x4BgMuXHWtUl3FbnnM+NAAu7W1aoD92Dn83AFwHdYMzKwv86oC6LMjwehq1gGTS9f/Y82luP7T/Pkwd9fw4Crk39jb0+X4PjGziJJTZP9qPGADX7zWDOXn4m/dw/1dRu8fq/X3Hw53x0SqAayG55/tV3GknvR76+RYA352nJsX2C/17C4CHOu5j3+++0FHSNruNQBuBNgKPjsDU//y/HYgywlJVW0qtQFdIxpvkv4DIzKBMPT4G/pHYV6lnDcyw4QRCLmDv+u0/HnZefj+NMgHwIzJF+dftqjxQKXAZyXaB1MxcqoCt7foGm+CLnvQCBSoKWm1ROVo0/jW2vl99o1KQBMX1fOfbX76KLz5L/z9779olSXad50Xd7/fu6e4BQBIiZZIiZXmJspfWsnX7w/6gz/JapmjZFkXShEiYoiRQBgkMerrrXpVZ9yo/z95xMiOjMyure3pmeoAIrMZUZWVGnDjnxInI/ez33QTShdMq86xheSGUVQUJeHPzdVVg2muenL5F3buLokGQI/HB5hbVlvUu1zdUsVmrs0I5CiAGPhwfsi/qYC4ThH/+Km2WVce5GWAz+KLSUiVz2NDxz2dsa0UK10KJiVW2oCSB0nUE09bWrEOcxG+Wzx8fHwXA9Et5QibrPfpnQVcq9cRJWUdTy+NF1MD5xW8OFavWt4fYRm9jES1guDjHsvv4IgJEG4KFqCuJZfcpbVl+qP7lv3oGgIjDU9Pzgv5EOaiigPcIlXZ2sMjmb4KlawCFNWO1URW+CJ60I74jWCjA3t8/jv71c0urgB7UzkcH2DRfzSfsZww3UbpuA4KNHRygkhV4CppXqZ26up62tdo3q048ODwhmIjaEMtfA2gqPFUBbmw5HbHLJh/g5OQSqMP82VWRqXpYhfZtgP4CLbWwVu17h5Lv+NA6w9bnRdWK4nZuUbDKWF44FwFp69THrRMIMr5BXwFhz1C5aue6sSWgTTgjCHQMrE+ailiDowAhVH7CUs/Zus8r0OesYWoAluNIug17MX0cTVIISGiw9is1sQ/SilybW+NEPeqmXkLkbIuWsanSTetplbv2W0zhmIeOEckI1CbWsty6qzs7qsYdP+vpqWZRLShh5NyZC8KmS2S19vnNtYEg+1pgeBNWz8+eL0d932Psyw16bm6q+M/jeT31Ac6q0mOe0mDn45qQnGBrqUPre/2M/86pVail9g124AZwVDmGwJPNmsqXkejAHEJ1LDD0Olnl53VrOAvomC996iLHF1+uuXsOIsxMdWzWJRf6X10VZX7u2/XIsbGPEvQZqGZ9whLZeVX6LwCtOSlaJtffobwes25vWlE77tot2x+Os4rPqGVMgoFq0lDYZkwzlN+uCfOMuTV43YrixTZkzeRUOy8wp9bXUcrXyhljcI5jKJvio7EQRJ3z7NMM4Ln2LAvnmVbyxlKTNYCkNtgub6wfAa75jCuAfeW2pBK9fO+sAX0kK3gsPvtnf3JEwghqcW4Bzq3ZeW37Y/QHge51Ek1WTIhh007fv7vuhYKbX3QnsE0mW5jIsmrtdtrrcQpQ9bVFQL/ttL+cHxuu4ShsdQwQ5lofuiLZRYtvE0vcxzK1vO9JJsixQWGL64RA2ISUhA44L+AMkWOppWkqo1W1OfbW6vV4qnpNNnIN6Pd70VbnkvcmIbJ97LqnwliXA+tm61Rh/98BkPNYKn+pRe5Y1wps1W9XJNysr6/H9eCcPznBAj9qBcfAMLYk67AIe38NdwNXBcYqAq2uKyY21PDgguvhkmSJH/5wufoHv8O5sHbMck3EG2NupQI/znY0DhQx3SLmHasUHgHAuY+R7R0AXOZzHnB8oHsIhMfssXup64GuB76GHsA8J9xOvA/d86x0Y60ONhNZXCNCbeny4n3xnarhJhoNAXDeNxNy+RzZBGulZnBTvVn+PrCW5kG4qHbLOqGrQknaKgEb9+HrQ7CW60o+O+bzVAHZpctMtgzlag2jYt2rF8Bcm0cBsElYQ9VjsyxMc/3iXsx6brtKUlBzffPnTPTJLZxC6v5JoJxuMKUfhlA0lcDl9aayph20aoOccYH+QQPo3+Y+2wB62vSaBIBVZpa+jO8zjX59bJ8FSHmPadZ7bdd+LYlH6c7k98FRgDWt3cP+H008as+fp+7nfd83BPMl0aINXvJBeTDOtcVyGwCX4xbVfHNe+LfS700lsMC2nRjwNKXwKNgdBcAmEZS+bD88DM+jrfwt7X9q4HXY7sEXidhF+/NFARyJCHF9ce3Wc93E5DLPBolu7zY5m1Ynffi0Mh6rDke+/H3c89H7zo/BuE5RXY5ef5NOIvfWBsDDZ65MqHgfADwuseRDznE8AB6zp2kgNibBNKz77lhNavMvMwBuPmuX/n/a9dcAwE8Zjw+ZEK3PdArgJth97Pp+HwA8bmCe8vl3PzdNGdu+H7X38LR59xEm0lfcxbTz/Iq7//Y+3gHgkb7/rszHb2/CdEfueqDrga4HntYDM//mj3sPZ2coU4GVW1sqq/KrlDdUwZGsxNpjBqEXl6w7i0oUNdsCPy+hQJwB6P78v91Wf/offlGtbz0DAFN3lhqpoZycPUctqnqszojmofTKWsMEsE6Be4I+QdcedrfaExu1Oj3AgngeKMD+rTH89s1xfDk0qL69s80XQ+ugCgGXUKOdVLfWNOWtBpGWgcRnp2f8el394NeeRx1d4UFFndyzU+vDzlQb2ypUURZjy7mMvTRUlM8Cl7FSviKyNreIklbFbSiirb15D7g9DqXnKurHsHvji4zKBGGQ0MNzWVleZz8r2EhfAlOQ1QG7d/e2gTRpq5fwaY4294EQtkvABNjCBtT+3tzCSpv33MWDO8o2QKNAdHNLy+xZLI+FakA6fte+WiDdA5Yd76u8lnyh1AQwaCX98sVm9cNfWwGyYFENlI3AlVawdNURSmdPYWN9if4ErAo2CAhqwbusFS+H1670gnap5tvZAdADRy6BNVpEeyxh/fzsIgD4hnMHyrNj27XF/haAZCZ9CznCEha4poWf8ESVnApS96tN6tXlHSA4oYjw1XrBqiUTjNguwSZARqHv7UIEPQ1oCndmmSOrJCAIpLVhFi5rIbyPLbbW2VrGqh4Wrh1Ts9r5wfRg/6kedR6HQbiABQW4x1zfoK/oQ6HpjFazAO/5UF8U8Mb8ByipKExIzLlxrN55n75ZDVBWbG4VScbDNe1XXd/r3aE0Vm14DzTDQjuAKVA0eJ9wcCnUvBcU+1tkXsim1oDmMj53c3aGAh8IFnVPUTbaDzs76xE0UGF7T33XLZTzBfi9fSOodp/Wql5g/zkPz03mEIoBzZ89xzIcKCdYd25tbAEa69jnwcERcHYDdX5aoGtfLHzVitzrV/WydaIFvypktcC2bUI460Fn0E+wPQcIdowM5OaiVMdsws56IWyLpWdaOM/RlwkZs36rcC66J9obts/MGY+zDKCL1/xzBLqTAwo/tXW+o22pZlYNZcKDc1dV8gKfd8yYLAG2MzilAn8JtW9CXUFf1mst1tPW2y7JHM5tg9Wqi9KVwJqv9YLLXPTvl4xj1AkOMgdg1G6buV8AsPMmAt5ZeDraEMpeVTn8bPKB80d1rH3qzyqei+VvWJYLqO02p1mdlH/D5+0fO8NA9hJg2r97vKizR19EHW1s260r+V9+coUbg/ML62IAtcueUOAY5a+bc07rfnfSvziL68gG32Pbfu6c1GYem2dtlMMlgvc7V6IeL/DWNoTCTMUQ/eH8Fo5qDZ32ztSKJgnAdcOuUGFvrWoBg9fjDNbyJj1YJ/6UtT3XygYAPjyNcTcZKNwlOEWV1tqaW0tc2D/HPUp7dRX2feiy1p9CANegKCvAHqzve01N6rPTXvzNaycUa5QYSAAMINZ9wMA552JfaXtv8Ny1RMBsK+yHy0vs5lkPHHfPxzkm4NYW3TVDgF62LcoSJLnls8Dp7d356nd/d7VSVDzLPCqBrqKyKhC4CYCDJeflEdukAGexLx8cvPlDB4DHdkv3YtcDn1YP8EzEWnREEmO6gfAcFc9WOqsM1bmlzT7/umY1A31FmZprSda8jXWtBsD5vMhCynqiOjRAaw1h2wFp72dNaBz3LAEz/y2KZGGPz+yjxy2Ww1or5/3N9zQ3Xy8gUTcdt7hP1g8QJo1lqYaETa6zJh6VYGDCl6Ea0/d4HO+dbr63bAmifK/PI8U2JO+FBTpmkprnNUyOadYF9n5RgLCfybIew6DwuGD+EICNBngHga4WNGnvrx0Qewz8NO15Z+rnjOy3oXqvgLdmPeXSb/nfOuG2BsDta6OpWMxB8Rnb5/AhwBpC8wZArcf23f2NAuBxAcCPBbuax34qAB5+pjyB+sronGvOseYxmufybQLg5pz6NgBw9okJgDVs/yUCwOmJVbZ3AWhzDkwCwNE7PuM1KMe0OT/t7+3rbNLvHQB+ak99nPc17x+5Ng+TP6cfoQPA0/vo475j1D2kA8Aft3efvrcOAD+9r77L7+wA8Hd59Lq2dz3Q9cCn1AMz/+5HFw/W51TVtE2gX+ChqunmWnUqgXnUlsZl0mXuPoLwmwDSAD+1+tKA/v/9fxwAEbTwXa/evqXmoVa0KBTXLLk6Q+3SPvahR8CvPdWZC9UB1tEG5YUsGygPLT8mZPR1vzQ9cOwAJ8Tel1GcqkqexdY3AlMG8wlYG5C3Ru1A5QBACttYNG6ff2+HoAOwmLZdoQq1LqSwOh6qa1Xh9i4QKTJ4DeILei9DObr3fDUtVQHU1pBVOWxbN7EYtTSmNS+1ZBaYGdQ6AjAuAQDWN5aqv/3pQQC/tQ2BI+pYgvhHRycB0zy/nb0t+ukkgkhCrGtg3CI7VUGYNzczoYGZqEtPz46jxmmlchcIhEA5rJYNqhxjKS2EqwAx2/R5ihZQUVz1qt/+nZ1qZRF4CyjZ2QZq0Ya5qM+JEhjbbvtDtfceNZCFbA/AQ9WjidAyIGTgLcpY1vbQocTg15/+dL/6/m9shzqtYowMel32rN96WT17ZdsImPH5krhWQmmCcW0HhWUex/O/RGF6iiX07nPPzYyDAloTaNkO4bHq6OP9i1CNq5RdXlGdfAxwXgGCLgM0eQ+24tZxTkg0w+tr0f9nHNfxsA6nIFQlnmN9QT1iQaHJCdYoNoiowjGsW7GMjvGYAwQuUksZOCSgUmmbgTHmHtBXtXypDxfdFPSV4KcB1aKqiXfPAZZQSDJecwGPPAdqpzK3+tjdCpCsuW07b7jYvCY06hWsLnJc95pqUhU0KOz7qErpq6xnl0HKFZIFtlB0B2il7/qc92Vtb7yJvbVgW+hmjetz2m5w9vkLrLmtGU3NZveb9a1VSydU9Do8IFnCwdSOd4V+F8gpODo5EoYJzh1Ta9SmbaHnGvV7gYwGtVYBrsuAuAJyY4I5l+rvSqEuwvI6aqbSBn/1mhIcFlAcM9vgLP+75cRNjjAwrSJZpXq0VzUU/y6AnyZyCPY9vjVaPa+AvMu1lTjQvR9KW10PVIyj0AZY2neuc9aOXSThw7Ww9IXKftc5QXeogqhXGyp0SGMmqMSZBWw2IO+1DsaN8E8GyFF0o/z2fdqVm9xgMPm+DvA6lipSTXBJAJzndc1cNcidlpfZB2khLFREIVUrjyM+Tp+q5L8WuNLWqLMYdSK1+SzB9ay9e+Mayq7Mj/nTPz2r9g+sSyuMZB+sqzosuC0DOhOSeybMDxX0Xqr2hc4HAQ1yTdQxIJXXWTPZpAQTSwQIJp0IXlM5nupwx9RkAa8/1emHuALEz7zX4P/Gpu+5ifIAD6ztcTwU2RsbOitkXfETbKbdn8rcHBv3zbrOvWKGJBxt7O+ZCzoH2OYZ5llYe9bjEgFr5rDJT+7bY3tvMdHD8dUqPZZlXCROT7Dcj45O2KKy13FxzUnFdg6C1vDxO796zsJkXQvsQqGAkDgSCFiDF6wrTN3lBd68MHNV/ZP/kWQoEx785zUe14rtHQYPw6rdIz0Wb8jpOAbc5P3vQ7d2retp+/plyTD/0P7qPtf1wMfsAZ9to5QD/3+NE8brLzKRaMb65XX2VwkiJyylxq9lChqLRfk54GWtuivrYWnrXSTvJJht/hu+rwFBfd6Le1yuSdYGLkA5nIXqG3mUbGiA4VTgJigO6FzbHpdj+HpJdPF8B4C2LlXhdwHvLWUroHu+bnfZT6l93LSz9XhC5QJ4m2NUAHN8vmFx2QTG/m2goB3Uh8h7fSqdM/nNBMZm0KoZ0C/jUJ4Vy3o9fP/Q8aH8rfne5vsnBsbq8U2ANBn05r6GNYbLM0tzXjQheVvN14S6eeOpj1U/37Rr95Y51ez3Nuxo3zva/ThpH+V94/r3Y16L49o+mIuNhInHzmNUtzq5dW0FcHnnu/bO+X2ggMdy7PK+d/fzLpR8rI8mB2Az2aF9nKEjzujDStYcHn0+KevHU/qkfL9sJmC4v1hDGrkU4xTwI+NWN2vcfuIab34J+WiTh2f60XyPd/Y8UD7TKe1r/qM144N3VGebuj5+CHn5Bi2Kx61TH3zan9QHhwlRjzdr2sP++13/H7sLvusK4nb5iOwfF5UpF/ijHfmEL3ZP3v/j+5p2/X7Xv799yPL0sef4V9pfpwAe6b5p8/Ur9XX34a4Huh7oeuBXqAdm/v2Pr+F1BvMBYYBZ7WcFwBfUjD098lEGqEQkWlWVAOUK9aGAS5i2ogJ4juD83Rqw8qH6y794Q1BlM6xgF4BFi6sE0eey5u3r12+r9bXNgKY+HCG2iiCBgEYALbxTwanqWBa0sQncMECu7WrA0ay1KVBVKeiDiUo3QZxwLL7wBlDOGou+35v/LcF+7Z/zi5zWy0IA6tKivFpA8Xd/q41zj3PZDitoLT+fAYBjPyiHf/6LoxoYCExQWQYQSSvR1XUANYpbLaUN+ltDtndOwJ++EUwJ8VS4HaFSu760z9aqnWdCaGssZz1JwWMEMiJLPh/WjJ34o4q6C2pk9rF63tzYQh0GHNEqmzf0e/ehwNMCWwXbEsAKfVn1939bJe5V9b0XG9VSHShTIbpIkMpfVW8evKXWJz/sYQE8h6KzbPaNkNbYxYK21wCRBxsiHOQbq6qT07Ne9erXthOcC4YAXpc94M3bY+yzUVFGLctgKgkyHDPeKrzUmvX2xiNoqSzAxxIZ8Ey35PAJ8LTI5g3CPbcrYNnpCf2AgnZhPlV3zkMB6ioKbgOAl1puz6PgIyDqnMlAAnbPzFlVMsKcrNGbtbHSCjmDFQJwoZMgy4BkAOBbwC7/296tGOO0JzMh4uDtGUE97XDZD/tSNRiAtn7Wj1NWYVkDVMdz1pMikUBl6wXw1aDlInPDOb3EOfYYx17vMmrrCSKtmSzoP8ce2oCuCuCASgQ1BVLGO1XkW6O5dJpxPWH35qZFg+PtJBBcRuKG16lqTFXd5BuE+l37ZQHrMtfvqta7foRmCssFdyqQy0TcP8BCWtUM1tVC5lWUytcolU+OhaypsBFUG3gJ50nmiapX55UJEYtFkixstJ/qvqoFPRmwMSEgsg2GW6p5EsBGnVlhGD8HAD7F9jesrh07rNsF+Pyq2lLQX2Ld8eWMtUALemuBC7DDOj3UuQ4SKlpeWyH5IACywWuuFQGwyinHwrGy0YJz2xMAjH269i2SABNJCxFcLefGFcpcv2EuhuC2DryGlTPzVlAuKC1RKq+VEuCxtncqqrIf4r8c03WuaYMZqi3a0AbAkSQAAA4beRX/EbzPYHRYcsYOc7xJfRiskxdXS9Uf/bsvGNvPOB7uAwBXoXNc3zF+GeDPmr/l4i420dnWW5InIuEAdbVzdbmG3RHgx63ApIOwXgZe5LnZf9mHznPH7hg757RaF/JuRO3HqyvW5FqptYrCftb66LX9s225s6/JNgq44HxkPdFqe2HReQWAdj3ASeLoiCSemK9u9bUTk9F/JgFQ135L1a4DAtAmoUV4vLaRSUO6PDhn8gtxriOqtF0ztLjW1cB54RpnYk+BDlFnMq4fkgG4UK2F7XsCfugu4D2XxKSXz+6r3/x1HBQyDyJGKf7V399Vm8c8sQdrhVqZ5+8TIMx5OgwKTFJUTfqi1QHgegp1/+l64FvogRKuLVfwKTWBj494DiTJJaGKyX1DOOt9VVeMcRCqDYAHts4uESw8RZEbiUQ1iCjQttxHEhTyHFtDYLukKIBth2t7EwDHe322ZJ/FEtqfmzbTpVsj4alWqsbn6mflRdZSzz+e1eIel71SEnu08G+ebwnFFqvqAn/zeXB0EJvr3gAY1wrp5jubSslmf8f5e39nc80XAJet9JW/vwNM6zeVdgunhxbNTXD7bkC37LfYMI/cD0qCWTyHZCJaG5BG35U+bCQKtN+f76uPX+93YkCuAYCH32+GFuNNeBvOJGxDJXcOyrg52zxe2Ud537AfRj//PvfHctynBhrb7xvX5m8KAEcfDmr8joKfJigemfGNBMTRK2H8b18HAB6C/3yW/mUCwOPWtVDFD57xxwO6JgB+yrh8s+/pAPA329/jjtYB4G9/DIbnFeLCAAAgAElEQVRJYKNt6QDwpzA2+Zz1qbTkA9vRAeDRx5Xv/IB+4DzoPtb1QNcDXQ985B6Y+b/+vP9goH19fS3BkKon6oceowp8+wusfufWQwW1tJbQQ6WetRut5/ni5Q72vEJTrI9RjN3drlU//o9HBO5RNAFW5hYvCdCvAYt6Vf/qvPreD56FslI1lqDFSPctAZLe+XnY2C4tqmRdDFWmClpBxwmwZ2EOa1KUo0cAAm12N1GAHR0dBeB4+dkePx8T5FLhuRxW1ganBAO3BOzvCJxr4RxBgFAkavW6nIDRh4OHs1BUCi9sk2rY59QGXsYS9upirjrEMjnA4ANgGFvhlbV5zucKAKtd53LUVr0AgAr2Fpat9wr0AsaqSBN6CHSOsaq+Q6E6C5zY1l6aPjg82I/jCzUECAb4/eJbVBx+kY8vw0CqN1+ieCSYtLlNrTQJLkBxGcXxAXBO1aqq5evL0+p3/ruXwN+L6vlz6vsCJy969N+hNS9vqxcvdgKeCGD7QGrruz5/sQLgyeCgwTOht31kHUyfO6JupQECwMkMffn2oMfvqPvoO7gFoBLgARi01u8ltq13s4Ba+sxNu2xtTwv/u2OcnQdb1AwVYgqjL2jDFWD82WepVBRsqrJzE8gKnKwXGta/1JW2w8ghiLEzxumcsZ6takvn7/kZUHvPc0h4GIHRWj0peLOup+MVtq9YA+9QS1mF4SWgXeqzTdt61DYWaAtN92iXynTjU5QTBeoB97QcZ9OiWsgPy4m2GJE8R7V9zfhcMfe2UNOH4rS2LrY9qmate+szjNfZFmDyGLjtdeccMDCwge2zm3P7hL6YiwCNCsdUTfpZ59Qp9t9a6vZJEDCAusAcWI9rpoZbDlsNm0OVA0hXiXtyXILB1NUGGi+glDR4G/s8VeWqZbVW1gnCDo6oj63ilDVgzVrOjKv7O9xHecQ8mWWtEFw6XsLZO15zHwLjbVTYzaCytXt9PWr28j8V1UJL642HmheYXjb73KluM2TDBYz6eg+4vQAEM4nB/av4dLtmbl+gqjboYp9k3VnAL+uWylNtmu9MHCHJwH27/qh41irY/RoodyzCdhxoaSKHENjzVfVsezO7QTW18FjFstdOtjvUDvSV42LN4KirGybrjo+q2KwbnLA8ld0znLMBY4NgtqUohG23oNBAkP2WgSTWrzUU4yS06FCgFXmJszrWgmchZ6qw68/YvlDcC7Ot+Z3APU5DBbJwgHM947L76//Sr677wEySfG75vCD3EnVZqTEpbF/VmzjqPgoJBKIe03MSUGqZrxq4T59rsbwcauiwIeU8BMuWD/DMtXq3jVpyx/XMddIHopoosbvLWsWgn9Mo65I7lq7HK6s6LqAi5ljC11DCMiSq5k3wcP7dMAecR1vbK5HM43Wu+0BYgjMaW9QzV3HudXjFfchkEPvV61EArPrr9BQ1M0kjqna9RlxPLlHvO/4RzDUBAItnrdidf6trq9wP+vQp1wiqYBXxLt1h1R7Xq04GJAlZYzpqX5PcwfqyqBsCn9ncuK3+8T9cYV9OjrTlD/v0OrFgkGBQXxxDpcwwSD4uMFve1/zO5L4GELtWt5XAeQlUJ2geH5icpvgdXMD1D9/1DPL2+XS/dz3wKfRAAcE+S1le4piErNsb3WMy6JXOIAK/hKvhnOMtz2u7XhDi77U7Rnv98HnDpBq3Us/Xn4c2zUPIXD5bIHBa56fDhc+6g3IGaSOUwJg1scBk/+5n2mo710zvf3H8GkJHe+r2Z4LTEAA3bYvHgWGfacJppO6HAoAfg31NCFzGPZw76mP72dGawXWbBNfxDJ8Jls0+b/5e2jLYdw1YRwB2DdknzbsCanNfrXEuNYSL5UrdFmuKumWp+rS+Lp9tHmeygnLU1rkNWQfPRCWptTXvmveaaHckwA7nVLtfSp+1AXDzfW0APG4fk/qw+d72NfLYZ9owfdK4jbsP5med9x8WpS5Qt33MZnun7/txBeBTAHceL8duEuwu10FpW1MBHMfwWcd8yg8EwKUExlMVwG0FcRvUfj3K3+HIlF6fVJZj4HzQSMgYNw+H4xPBjMem6tfyt6cmSnwtB3/KTlsW+l9be0dKqDylYV/1PdMA8Pjn93eP+vj1P7mVZf8f+vnc8y+nAvirjm2spFN28tR7xuP7mXY9fNe/v33neWEHgEeug2nz9WNced0+uh7oeqDrgV+FHpj507+6ebgDwghLDFgbEFDpZ43Hw7e3QC2AEDaVi0vU3VxFVVtpI4ut8eFR9fLVMwLk+SD45RsVUNZcnKv+6v9F7bu5FxbGfcCdUOJ+9rJ6+T2C5tgF+3mVYn4JVIU7g7JWu1VrQZq9bxDcWrk+fHz+/c0I6mufe3R4FpaaL15Q35fgkGqql5/tAJGtiSrgUSGbm8Gww4PTDDKx//ySOVu9+vxZ9eXr/drSuqp+8IN14JBIgjq7AFt0DwEJtBM9ORIIWTtS62YAxJpKCIHnUtTIjRrAvayr6nEEos9eaItMIO5unsAcIIS+E7hodyxcnMXu02e7VA0A5dZuombw+vpmKLusKWw7lpGBrq9rRX1HHeQjINc6CuPV6uDNIZ8Drs9qkT3Pa0CqudPqd397rdrdBtABs3RpvURZ+uUXpwG0VDEaQBNoWNvYurbWn33+2VoAHM9VqCRUu+V36x1z1rTrsloX+KgAZAzf7p9UlwDUhUXU0yhxV9as1Sz9AUSpxqiuagBs/d6LAIM72DS7OW6hX+Ptcwy2qj2VmKfUNta6+Nnzder3ouzEVtqgm7DHeNDqBkFDfte22U3bcYGNluIqiDeBfyoknSPWChVQCui2sI8VAIcqlSCcat0VoN0ppU09V+sob26ltbMqPcGSyQXOhZNj57lBR2ETkMg6c0Ayx1LFYgTMihCCHyJYoHISJa8ATADsn7Xr3iBhwKlnvWZVhPOAe+fQLTWbrctr8FNwNRcqd4Od7I8fvB4OAe6D5z926Ly0rY6jonePcXyYQdoFwOoaNVOjRrP2vMBqlbFRI5a/288CzQCcoZwR0gvy/WuC+tNT6+tqjQwsZA743z6gzH1sbC6G4j1q1PI/lcTWoFVlGaCyBsYG8mIuCMlYR/LoWoRr8Q64W0plfljhAu5DieuRWAus6Swk9RMGtlXthoA6giAZrM6azNo5Z41ou97rxjEVpHruOU+0rNaGOJtg0ooQNhMPrhjvPK596ZgKfwVzJfinEtX+yjrDCWtZHmPeOp8cJ90SVDtrny6ktJ64b1TNLejtc5zZIG6pfFFproDcZABj4SXoZKDd9Tcstk1scK6r8AUkOv4q21Wqex4scXGuFxf9rD3MOfkl2uvLeWo/anMsyAwQEPMkg+va16tHMtkkriLt8Ul2uHm4qFbWV6o3rPc//hEJEFecC4BSBf11WG6j3pWgB/hcYn+plA97URIrYoyiNjpJCCRiqIbNe4ZrsGvXFsdepN73cQCEra2tAMP2ZVo6a0Vv2609uRCg1VrCuix4nbhebG56H3DNUBGc9uKhTHP5Ue1PX/i5a/rGa0dVukLhK9Ywx5ZVK4LcguFiT+D8c04WBbCW7p7XwUFa9AunV0h6iI6/9/6Yai7babKRiSTOGZOOnFP3rJ3WFfbYFyQp+LeADhzX/hOgrzAIYS/NnNVNYGbmvPr936de+xrXPfeMjIQm5IjxG/c9v14U4rqIcghDqBMNrLdxnx0qgQy4l8SF4UEGaqoOADe7svu564FPqgfyacj/N5nIUhfcv3luuYn1OOFjJFrVi4Brpj9n/dq0788t14Em8IiEMN1iWKsLmC31bAu0jftMAySXzhmoMus2hEMI656vR837WD9zvSmWzzo6lHthU23sfbEAYL8XeE9rBiSLCresf007xqZC178Xq+gobxL3xrRWjf5rQJbxlo7DQPWg7dwnyueaNYPbAdM2AG6efxtmNj87WIdbi3jzM+UchuNQIFxx58hnpjhmAwCXvvfmUuyuJ4HerxsA25bJ0HA0eN2eb22IXADwpAt10n2yPXcnjdG4/TYBcJn7zXa2AXFzH78aADjH8N0xHnX8yT7P3hmXiNDu+69qAf2pA+Byvu3rNq7dxjNhqZEeD41TodGkK+PDX/8kA/It6PvuNffh5zvxkx0A/qBO7QDwxLvVlP58DABPg8fDXU+7fjsA/EHT+qt9qIO+E/tv2nz9ah3ffbrrga4Huh741emBmT/+8cWDwZ2AjwTlI2s/amJqn4s9LbVLQ1W1BAgGVl71ZwGxWetxmaD1Zy+243vHOVZ0+wdnKNqEn2vVX/+nQ+AvtTRRd60QWF9YROWIneb5CXCXmroqwGQm26HIEp6iVCCQP4/atw8oPT7UDxolLWBsllq+m1sE+LGmFjgdHQCSZgV9t9XLF1tAEKEM9q9AVlVxqnVvb7Dd7R9XCI/5OwGgqIG5yPHWQ5FrnVAtmVdp39X1OWrmZ2H5OYfy4fj4MAHrvSov7UX71WevqJcKLJtDAetrc7MG8gEA2lADInO7i7qVqnovqbN7DqBepj1X9IP1PXu9iwA0PlRl/VYC/sGXsJYGTKg8PLM2aVhc01ogiBBVW2Ez9gU/PeCwSt17IKOqvm3g6W/9cL76rV9fDa4h9LgAVAg/L2hDZvffZZ1gwIQo64L9zBPhC8VlwFVq3+q8zK+q5lRBC62XgUt71CyO7Gr+Ce2PToC0jH1aaTOmBPcEIw8EFBeBQ3Psz7DkGRHJ7e1tgAh22YxBOMrO9wNqe/7XHFOlZJwr/aZK0yCgamytbcN6t1ZUqkZxC1ULx7S255W1c/sEBelC584pCQNuBj23UGbb3mNqM5t84L5X+SecvYGczsz2mROqd1EJRhzUs2XuqfYEDPaw3L4UUN0w34SpBs/oHIHbJtNdMBiBQ628w+QaiIxFdA/16Q0AWWWs52K7npE44Gbs8+w8FZqqNq19anDws2ckINBhJhM4n3PzfGcB0SgY6xp3qiO8JlVxS9z8fRlwecac76O+XqdG9vI67WdeCBAV7zhHDfAJSbWVNkbQw1pa+GZfrqJWXAHSxcYpCsOEYio2w76Y/97QQVqbq4RO9Z/BZeeDwVznlwkbda3bOilYrlSHeDlX6SDtPPE6ER57PAG8tfFUqzqXBMjZzjVKoKpWFuqrDFUdLNi1LXmtaJ2tmpXzi5fcZ0Jax+nO+rcR6E41bTm307Mr4OXwGnTuGcD1GnA8DTZHQLoOlKruNnAdLuo1iHMoYHehdhVcqk5PUKdNvTVoOScCrgnPVbwG5R0olrJOo6r6rD+oDfmMdY8Bh4JoFcBuKpTdPH8vAW2ddU64RuXqHHVyR7KOdWN5j2DZTVWw896+1MLd/ixW22EOWo/fvUkLzOewfKeJl5z7ghOQvv3bn11VP/qPZ4DPbfNw2Kf3gV5t62kiBUp1xt21L1XUea4mUGjL7t/PrIlLOwWlzrWNdQAw7XQ/KnXdrOObCTcPWWObNdr7wO21tbzr64f1ymvEer/+0wre42Q95KytaHxbGOtc7lGH+Jp5U3yTVa6HpTrriWDYvhCkq7a3v/uUOThD7WvSj9bngttMhiEhiYFfwS3C+eHc8PcrruuogczmvIh7A/2wxP61cbfueASZadQ5VvnOH8coEguYl8vsTwU1Bv4xn+dp/2/+NrWOUXXLZaLmrzM55hv9Z06B3TIhmT8BcCrUx4Jih2dKLGAYdK2vlfo/k/bXKYBH+6n7reuBb7MHhkrgh+rN/lnVO8FNpr5fea+pRZVxb2sD4FLPPNZR7ZpbZRhcu7yfpuV+AttwVKnVuro5DOHrEKrqzBEQOp5x+T7BvcV7UgHK7qsZWPRvg31a97cGvdMAcLSpXuCa9X2b+7cNca+tFcklIScsqOPhb6ikGmf57P7zWT3v8wW6lvabMNSGxs3EmrbysQkh28Es2+O+yvk351UTCLdBZ7Mv2/u0/wuYdH8D8O33rxqE5+ujN5miCi5teEdZXH9mWkBuUNZmmgK4KJ/HKIHb/dAErE8JUDdB8aC9E1S3g36u75uTz29UgTdIfBic59Bqu8zHMvbN9ptI+FW2trXzJJg+WQn8oQrgkrhZqK0TopyJ+yx/T6DrNVi28sxcVOftuZf99TRlYfmsR/MTkz43CRgPWtxon69NUwBPbd0Ui3Sfv3Mbjn8Bu/53YAHdSNwYqRtcW/8Uh63ROfTV5tSHzMd3rpNHIGye9oSH2nLwD/n8tM/U69+HnN87n2kWmm7/8RsEONPW3+nnOnUm17uYNF5P/fz4lnQAePoIPf0d73/dT5s/T7m/Pr193/w7J32P/eZb8oQjfoPrxhNa80m+Zdp8/SQb3TWq64GuB7oe+AR7YOZH//WSGsBZE/UCG+U7HmyFlQsQH21zj/dRpJ4JRu+qF5+vYIMLAD7Imroqgq2v6cP8T396CDzTq9WawULU2+qLnwH8qOW4jLL3Foh7AUhdWgKqAkyPj84jCP7559TePUnFlUoqlaoHKE2vAwKkWgEEUu0Cyqwpenx8xPEJKgUAvq5evdqjbcAQvh198cVRtbW3iTUroOsUEEOs/vZGqGItMWt/Ai0IaEWwiSeDZWw8bwjgC14WsStW4XlxcR6W0vPULt7e3KWdKMgoWCxA292j9i1Bsi+/PACM7gAJLwN0CgkXFlLZqarNYJM1gf1OKTRUVSmY3tlZqv72796Ems0HK1ViCSBVSaQNnkE1N21UZ+s6k7t76wFr3n6Jmg4VsGozZHvsb7n6/d9bqr7/KkmB78nauloCUseZ81XFts37VoCDNwCik2OUyVhArwAntDkWGl0JcAGXUohFIM7sPAAeSL4CAP785V4MQXk2OcbGlYyBaKPts8Zs1v1EtUs/+sX1iD4RyPjlvI9S9/CA/kP5trWrCjFVF4oloz4c1MP9OIe0hDZp4Aq5qLZ6HmaBflR1GIkAtiOli2HJqy2rgGYRZW+J57irmVnnwz3218JHxnFHeE4yAypcIf7Gtqpu4Qkwn30EzGUuraOC1AZcdbTBsbQ21j54hmsAe2euD11bNzaXmVvaLYdZa3yFt1YzYkPml/VM03JXdfwmqtwCaOBT1PYVfnqu5wGDhHd3ULhNrZ+1b45neAKrzP1ToCl/jLrHMyQeRJ/TLpXlWuIK3G5JdrBet/2ztgG0Qo2rXfWhyRjA1TlrqgLNZwGuWyiehaTOnxvm9ApjtAaYi0Pyf6GWrmG0sNbr1JLbJgWoFi8P0wmAaRP2z5a4O0M5vMKaoSVyzot6vsgque7d9+2tVum1ujVURyq7DRILgA2WGYDOet+3QL4EcNhE8vGruKZUNuW43ZCtoDo1LKxV4cZ30FoFOQgC2Mjhihu2vsDBeSzmPZ7Xn0pYHyidawLfqDXs/oHoxsJNtBAgFgAcM1dGn5cKALgOcqtcNamBtcTPqUZ11TrDkvzBhIM6cHyndbIA2A+rkq6/OxtoF8QLIN2ElQbaBYj2aKkpeKVSmDap7BaMGyCfITlCUFwC/QUYRgApufg7WzPAJJ+P2Bf/TEQ4Zcz/5r/1q7/5mz7XyfNYg09qAOybPsNy3326PkVt4lsV7l4r2iVnEscJ63lRnLmm6yggBLhiYjoGtrEo0IQLa9SVFgDbD30soL0G01EBOEpCjcFEbetNXsjxImGJtctT69M211Ptrc/4OZXoWb/S/Zlw4hrovUwAbVs8pm8zceeS9Sas16k5n0Af1bOglwXf+4Frt/+iPYBmobDbKeugv7sJeE0O0PJcBwf3JzgR+IY6HVh/xT6WWMuEz7Paey/1qr/3m2uZXMFa4VwwFcaa4RHUc9I5V5rf6eN68Y/DAOtAdTRBsdsB4Hfnf/dK1wO/LD1Qwq/eJyw3/vo1SYI8R+k0EzVvdRQxkYc/NgHUEArmHrwvZZ14E5LSMrqs4a6XCVJxfqj3E0lGKnfrm1ixf3a/TQDsWui9PJ6jdOOpAVkJ5DTBme0osDjug0UBTNt01RjAy3rwCpx9TMFbPiOAKlDTFdT22E5vknneCXndBpC3hi9NCNyeNyVhrPn6JABc9js+iEUSIQ87BY6V/TX7qflacx+PKVvHAeByjpGA1wJf+bfa5aYBhScB4JHzpg/fgdH181gbfI8LLE+Cl81jPGU/49rUBOg54cc8GDkb6hvm0OFn/PuaiQPleIN7cfTDUH0/6bzKvfwxm+ZxtXsnvT+ekVs3/DJPvnkAPHqlPGVsy9zzv863x+b18Fp4N3GhfY3GfuvnqElg930toKdir48EgEu/+Tw/Aogzm3OQHOjfh4mA7w+CxvXZ+7z2aQHg5uiMzo+PBhA6AFxPj6lXwqPTqAPA73OVTXtvue4nz//2HqZdDx0AntbnH/HvAwD89PH7iEf/Tuxq2nz9TpxE18iuB7oe6HrgE+iBmX/7JycPG+uoEAXAQCFjHrMAEe09hbLnWMdWD9p5AjNXtU6VU6GyBXKFJbQWsqgAv3x9isrvggA3RVqhClqDHmATe39DwBwloiacv/hyPxI/d3e3AUuXGs/GN5jD/fNU0BEAsb6vUNAaksdHZwEZrAUr7FI5GEBiXwUcN0kB8MttQJQKQRRiKO76V1mb9+DtRVjwLi6uVT//u/1qCxAtQD477QECziPIIVjZXN8GpFL7MQouooRFjWcjjw7PQ0Uc9S05F4Mz1g/2vyr2Xr5CCopyN7eEtrPW/wzFrYF62gtMuOwJJFItaEBrZ3eLd9bEhR44PTkPxZvgwVDDEhBldxcwjVLuNVbVKqK1Kl4kYPXl6xP+tlydUvt3kfb+/j/cqn7/d7SCpmf8gqiWjeE6A/6qGhYKrQBXtFMWSjvGr3/eo68XqVWpSjY+Ycs5A5R+gEGVtwuLQFAg40vqBss7cKgOdbD76wPIF62lC4H1Zuw8EdovMFe0RL1TTagSmL32+f2Eur4PWESrstzd05aVdvnFVQhnf0VfsB/I7cEBCQMqpgFpQtbjYxR9BBwNXmxurgG+aAfz74svUBhygOcv1gPQaZEr8BGBLwJc4Poxj49RqguKl1e1Dp5nngGWgTo71AlWufEAlDze5w2A15W1GWzLhUMZxEoQSH+odmZsblGlnlFLdBnb5ARdJheoDjeo6SnkN3RtaO9Ql6rW3dxOS2PHx7E9Auj2GWuV3VfA5AX8fO3/JZIPVldUGBfgQ7CUmqWnpyqATWQQSqXdsXVWr1EoLgB6tQxWDasCWLvhnV3rj6psFHab7JCKdZXFJkWsMg+sy3zCNd2HRgvnVkNlmbM4LSProALn18NG/CLOR7DpnE61pYByjWspbJi5ho4OqMlL4/aerwW8ymuG/TgJBMDOeFTC56dAS2t/c9aKZFUtKzz1PO3LjGaoGDK4DHyt3XcDvLLwuBbcMWaOjYpkLbQFwH1qIGqpmwrxDISEVXVtz2277Q83a2AHkCViYhBY6GrSRtpKZ7DAZAEVpgaLtLf287HPgLzUWmROmgiiqjWU2+4X0KtluoDWxBbXyayJLFU3CJ8JGHOhbE+lsQF0a0p7rEVBrgkUnICfjfnJ5+YaWaH2tVB4gfd6nv6umbPW5jk3EuLGxj6cM1n7lwC3beSYYXdukg+vu0b5ujza+ayltopv8GT1EwDw69eue6pbqQ3soApKV9cjWUV7/xCgMq62SQC8iJ3/MXXaBaj2sckvJvxoCy78veZi3NxcDyW29Zp1HvAcvNZj/eXIR0e9sAWPur9RH1iZtzXTSRhynQH+OiYCXz9xwz6iVjnX3hnr+m6srwlle73zWI+t/b2+vlHD3kwI8rjONZM7XEuE0CZ05Dhm+2NNYcFxHFJlrHtBAbAqgNMCuijTnW+h+FJ5zHojALadqrUf2JfJRrOcyywJKv/DP37GvYu1RrUbXes4GMSbEZBENC/n4kC9FNdlSTjIoPTgb5H8MxroqmfBKEAuLzb+Oy1Duq34bQtzpimCv+sBhDFd1r3U9cAn1wNxzw0L/Znq7352wppCTXGe23msi/XOtawkIjUhiPeeAq7iddcZFoUsE5HrjXDY9ayA4awpb5kBnlO40RdoXNak8ll/L/fZcsxIchxYc2Q3ljXCNhYA7PuizSpV63rvBaBG/d2ahuTz63Brqgmj7Y0FrgmK/YSOHSZBZjtHQV+p81vaNynwNM4yetRa/90AeRtkx/Ht8xrGtiF5s4/GtaO8Nk5JGUmFjT4uPTX4TAtyl7aMqwlcXivjNQDjdR+3P5PfgfL8fQbIfm7ab48M3QC8j+uf8s5xtYJH9/LuPsed/yQAPOifqQytPp/WDXR4v2uDyXd3WADwY0HNkXv8oJ/T3n3cNg4Y+74PBcDtYwzb2nreGEk2HM75cff/x8a3mfAwLrGj3VeTLcpb86AFgMtj9V1JYCkZlPXHyrU4ERg/Nulioj8OxnwOzG34vrEK4HrM3wHADQAZz4/x/aTUUc+k029y+/QA8Pjn4Q/ul7bFcweAW9Prw0BwB4A/5lXaAeB371cfs3+/5n11CuCpHfzB6/fUPXdv6Hqg64GuB361emDmD//9Le69KK+wsLwiQG+4YB7auwQxEiZJch70AgV2Lq9RExaLTxWGt0CSlTUAsIF7ALBBe4Pnqkm1P16mFuIa1pZf/PS2ev3W/S5VX7w+rrafo4IiMO6XFZWS+28oysqXoTu+/VhHcgf4aU1OlZpBzeoHbRWMEcy4XwQ4zURNXYGtgHILFbL1FI9Q615BQAXAvTNr+QI+sRj++d+iDAYArFMv9/DgONWFANCTY6yo4QA721ucFyCM/QkhVBP3sfO1DrEwx/MXaPnlWmtTj7eO2rKasV5qWgAPv8j5M4pTVLHaGwsE/f3oiDYAPzaxoI5KnPEF0SCb9rgXwAEnHlAJWLm7ux41hvffHnHshFzzBFOuLwU2fMnjMy8+e6j+2b/ardZ5aDg+BkxZCxKwcNO3b06jHuz2njDd4AvnzRhYz3gVx21rGRv3EsgI2lP9pE0AACAASURBVMUHjucJyl3Vj1pjWxdaRVsq5VS0oYrlM57/IhDVsRB2aGkd6lFqAwtE5oClgrEr1HV94Ihg7466nnbR9i7Wzqp+eb+qTuedClPHfYtawSo/F+nvJUCScSktkOWCYXNaepk5o5u3CQHPXhiE5HwZhrdvrY2s9e1mqLWjXifzUuX6EvN0GTB3REKC9tXb23MA7mugIEDuQeU2cB8F7vqm9Y0TUKqwvMMSfIXrQLgilBNeek4CXEHaObVRhb2CqTXAsMEOVbPORQOr2pYjss3ZwW7f7DOfUORay3Rziz4CaHoc1efzzL0llehht6jyFQDMvFA5LeA7P9cyOuv1RS1ZleIBOB8CgGqdbSKDVrQP2mpr5c6++rzu+S0DmFU0CrcEdwY2VEbeADRVLRovUH1rDdeIHTgu/OtFvW6t3DNQegqUV91uGxaXstagFsU9Eiv2UOkv1QFVFeibqDdjfXDGcz5aIt9TI9xtiXrZq9RHFlDG37kOPZ7qfwPOWkUbPH4OVLYD7T8t0PvY0nvNZM1jrkuA8Bnq7NzaqgsD1bNRJ9vr1/33XTc4uRvGVkW05xw1oW2TMJjEC0Fz1pjluoNC2x/aeqtgMokilRapEBZIugnJr7AM394iuYX3CF89p6zB63uZq9Z5ZngN2DhXFrmuVet73SwA2AXAgm+3IsxxySuQLay7hbZ18O/6BmUq10a4DdR1nU1WiZ6ovwt6/qqbVW5FAD8yfFxPaA/gVEfpEvsSfN+GRTnnynX8k59cVD/9G5Nq/D2Dt/O87hpp4D2Uv6FEB3ozrDe0RwBszd9Q/AYgzX7T5t31bnUFAMyi7Tn5d+tuR01l13c2XQC0Ivc9Jo1EzXWuB6816yQL3IXpCTPoizjPVG271uqA4Ml7zjcko4RKOpwU0rJfu3EHJfebzg32ZyYbcH2TGOH7o15l3YfRZZz72hr3JoCu5+GccJ4Uu+4MZNRrOufq+a+4EPHGG9pl7d8b6qKvRSLMdfUbf49+YKhL0C9qXQYADiw9AMBxdhHhSzVf+QLkeEfATxWXiRsdAK7XgO4/XQ/86vVAAGDXB1aPcxK3Dt54TyPJryR0RdJRQtWmOjGTVtJ9obkVRW/cS0z043nD18pWII4AuA10CgB2v94XfN4ONXINJXy9OEAEpK3/ZtuacLgA4HBsaIDDUPPWzS1NimRGk75GwJiOOMNaxXme9flyTwrY7GNUA5Zk8l+qn6P9tS12s+1tsBz36zqLrq0kbgKe9nHGqVmbwOypwa6nAuDmOZRxjHvOOOVu/YaBIra+3zaVwM25MO6KKwC4CX/LfJoEBst+JiUOfWoAuNkHPkcUAJuJYu9u747v47DuUwXA5fwGc8r8wMHy8C4Abs/lSeNb5mI7WaNt8T7s9w9TAP+yAeDkyB0AznlhZ3QA+GlPQU8Ft+P7c3iMp+5ntFUdAH7aKD3tXR0AbvfTN5wH87RhmvSuDgBP7b+nPhNP3VH3hq4Huh7oeuBXvAdm/uQvHx7evDlOu2KC7gKFCwLlQhZBlzbHZvrfAL62gJcvXqpAvAvotPvcoHYvVGABLwly+wW4Tx1RH8BDMQjU+Ou/vqiOsB7+4jXqUeygZ+dvgQSrQN/bUOSpAFYhaBD71Q+wOwZYZe2ouuYWbbM+r0DgBiWmFtQ3qD5BcsA9a61afxNgdoTScWGrmlu6B7ABB1AGnxz3gJEGcgB8Gyo/gb9KSdmOj8+Bqqpe56llvAEUShB2gio3FAa2fwmoBWA5PgJAAAt6WJ9uApQWAAGp9KVmJdbWqzUUFRwsLmIlfKn1sSpiraaXa4WqX9Buq2ef7RB8EshkMO4CG1LrHu9sP6sOD/fDXngVe9sz6kjeXc0DJ+cCZFxfAAhVR85dVP/in7/ChvqimoPM7L/RWhbZKxDF/d3c9lBforbbot7xPipVbLDv7q8A+5fU7F2rdncAV3SBFsHGy7QOvA9lM9Aq4NZ8WLEucR4CkfhiiQ3xrOpaIMwy0BikFCDFmpmqpS+wel5e3gilyCyWw/dAc2/WBvEEpz7oaxed4KxOFtByHEomQM1wSSr7whaafTgYqk2FgXFeAOsIXvK+JQDg9rO0Kz8+ug5LWre11S3akoEY7ZrnmQMqglUdHhxa5xUbahS8l4DSO5IWBGaLJDpsAICFpPMolKPmr6CPIKD7D9hkH9lXAEI4HKD1DCjKHADQC/FU6QqchH/WgA7rV87POrWrzE/rtwqHFwBRfeactaejRjYDIYCz7wVrQkHns6MTik5gsX0uFkoLYPsoIaoQfY7r5OQ4LdATDiagM4C5AIgWGqoAToteiBP95/Wb9tYJnM7OrBfNtck57O7uZHA1QFR0QyR2mMxxxTWnKlu1utf6LWO3YI1VPmcHuZ+EZKjrua5VCIe6KHTeWEjC+Fw3nDMrwF/VyIMaVvV3l/19fKLj7FPlumcN5TqWJvg/P00XADn5Km3K15hHJSAsEKuVPxFMCovHDHKWfwLHe2y3Q3mqPWaode17wZ8AGKthq25H0Dlhr+Nags4Z/Mr+Vmlvf88xZwXIC5y7a5+23K5VqeQEfDK/sh0ZnijnLWe8vOQ65roWyLeVGsNaYb4vA/iqy51XCT4NppfjJDg2SHofltoJ0Q2eBQDWgtp+sC5jgAEBd9ZKvqcdQmurjXt6znX75Q//cJ9kHiA8cwkhMMkl1MzVotva2yh/16nfa0JDv9+jff1QNa/jKBHrIhb0rm0FBKi2EhjP0/7T0xPWJxJMmK9X9fl7RiYTmDyzh5W/8y1ALOe5wn0ja+K6nqR9uQ2NgKu1g5mLJv3E3GFM1jd0f+C+wDmdnZ2HytukpgTrOh/cM9c3STDJsVTtf3HZizXe+Z7BeRIxWHP8jDXvhembW9Raj+Qd1f4m1WhpnWBWcOua4ZwLyC38ZW0wAWeLhI+Z2XOs1O+q3/mt7YTuQhnnUUlychj9Z51NwXxtx2qLC5Bx/pgo4/UknBjYmsb8jtOPbVJpwZpTDN438Qty/WW0+8I17NPup64HPu0eyHsRhTOqY0qgHB/4fMZ9wMV+3mdPk+dMvExVaALdvHE2QV/5vVz7YZFc1wguSSfep6KcSjjeDBcen85yzc6kGfmp/y1gt8BfIWs5ZvPvBQyHRTP7cR1TAewzRzwn0dy0pvZe2lCY1jfnYsmc9xyfh0wSrJO06mPmcUkSiqyfxsY+i/JXxxy3PI73yax3bNJi9l1aRpf3N/uvDYGHgDaTSEv/JrCuE7YacHykSa3XJ63H+WyT5xkuKJFkNgzKT6rxyx1upAua5yFobyqcCwwfB4Gzr3IeNJXAY1XJMd+ybeXvzZrDTSBd+qc0chw0bx77sXlc+r3sa9jeoXV1+/OjE2T0t3Zbmn+dBDjb+8tEtMlbez/t8W8+L05S/z56gPqPZT9lH5N+f8q+RhMKRsHQU0HwpONMnv/jQXC7e9uK3rb1c/u4TeeC5t8Grz+lQ77G90zDcs0ElHHN+Lqf7ybuf1q93q9aI3hCnz/5fOtn8vbzci5azXW1vve1FcIfOOaT1rf3vR6efvhp4HbaDHv88991wPv0fhz/znEOIV91n6270AfurtyrH//4tPvYk6+nD2zlV/3YdwoAl5PtQPDEYf/U59tXna/d57se6Hqg64Fvqgdm/vTHDw8qvwS+PnP7dbQHAPEXVX4quG4I9FwR+N/a3CAArrrtBnvdy+rXf3OHcE9m4wsRtSaNGqNCJ3Zk9r1A5OhopvrxX51V+4fAYYCy8PHFi90I3GshfHTYJ3ifStmd54JDlHtYOluHNh/As2ECFgMF1hIVFs5Rg/Tl52uh5psHgJ4e3QAWANaxf5WMqdib9wV2dHiYltJLi1p5ZrDnAfLxQB3V7/3gORaih3XAR8BlrcdANfzjnFGZqtI9ofZjCfAYlLLG6hUAWMAmuBbk7exsxe9CQgHqyrI1fAWVgm6DPtamRNm5lupC1de2Z3trJ+x7rXMsrPZL5nXU8c26laqslxavqh/+cLH6/ucAd/ZzhVL5YF+7WtS1y4IHIKv2tigve8CXUwDw3T1AcvG22vuMOq2CjFlAt7DiFjtpamvapxub2AMDnUUSobjl1A/3sVGlTrFWzWva0wJ9bMuK4DMGhnq0qGiPDoFCglWAEMgmII31lUM5SyDtkoQAx8Faq/49IG8oLy/pK9WqC9TrVfXm54X/1mDVmjmtnTeZd8IXwVCAeQD1A3VpN7edfQvML1XkGUhZW9tgfmgTrApd0CWcTcXsJfP8DCWhFtWLECxBzd0dMBY4J2ONOrCibbPZa8WooCseIgXA/OeC8ekD4tY3AJ8oi48PBF2Ad44nlBIOrVL7F0FiKGsNJEaigDCR/62hjF8ETHu+ffrWPhSCGaRU2Sisdd6GFTBz5Y5rzRratl+LdOtIR+oDQMsaz6nsTGCq4tyautq12zOqW2FrMSfnSLrw+lFhrCrYoLCwnks2zu/0BPiFyle73BOAujDYGsZh48xmTFeYLNAL5SfqRi3U5wmCrpIQYDnUE6ycBeqhOKWt7sOfvX4e6odaleWqcFUC++VwnTnneWtD7HYe8zGhs6BWO3QBsPNRwBzJJoy/sdtV6lqbwNBDFWxgNoBs/cRfAsnxBSZyOWpgy3uEfw8A4HVsf63ja/KI7xdcO1aCe+eZ+7oDtsV+WW9KwHdWO8wgrb7HyaLS2EQU25X1jFmSuP6dRE4e54sT6V0A7Dnb5Gim4JXBzKC6QfNUy5fNRIOoDazNdNSFtmYixwqInAH1ohzWaN11Kq27TQpJBW4bALvGzNP5odSnL/yccNFmP/C5A9bUn/wNyRLVKvP+siJPIOyMXbvWmO8e02vKeor3rKVe2xs4HVjX2/lyfg415hw2sHBXJV/qTB9yzSaoz+SWqAMe55/KK+2WfT0lbFqPA5aBuiZ6+LqA1Tq8QuVZ7gNaPF/0vDdl8tAyyQe6PHhFe53Yv8tc9yrlremrNfkedtE39ne4V1jfeyHqY5sAoPJ7m4Qna9E751XGJ0fIGse2yWslxzvHKy1SE8abICR4rpznzNd1KiNsbl9Xv/d71Khn7uZlVWr25eT3WozAPfsQxTcVd2UOZEIFYxmJHsMtAcDw9w4Aj3RP90vXA78CPVAAsM9xOohQhoXnv4BrAlxrjddJJt6/BjWCvSfGuhLpKNFPrmW+ZoKQrxXwW5TCPttfm/xSq27Lf92nzyQqhuOey0LksfxXErCaA1GUveW+PUim4djDGsCqj7MUgwuvyT6DhK46uSva31ABu3YWSCPMimeKUPXmWh33xhoMB9itawQ3a/qGs0INgAso8rg+q+Xf6gS3ug/KfTzPt7bPboDict7lOSJ+j3vH0LlkZJ2vn2mboLIJ15qwoNlv4/aXyWq59wKHswSEz6f5h1J3tbShbcFbAPCwjUOI72vtv7fvT3mMAsC/fQAc3V/3/bBdwweuacHGZnC83eeTwO27r381APyxFrX3BcDjQHHZRweAP9aoTN/PNDzXAeDRPpx2TQ/e3QHguiumzbAOAD92lXYAePoa9nW+owPAX2fvfvP7fvL6/c03rTti1wNdD3Q98J3qgZn/gAI46nVGwJ+2E5m+CNtOa3UJXBOO3FiLF8tUGF7Y6/ZObrEYTrWYgX4VvdqkWpvUL4cCHBV1KjwRsqKumq3+/C9eV/0bSBGQb21DVZSggDq5gI19avYKCm4fDlB/7RHgXwfYnoZNaBAvAEyoGAGcx8cE8FGYCmyev0SxRfu0y1V1G0o9ghoqHHe2NwnQC8W07wVaowa+ASKqTjM4ZbjrHpD48lXC6FDyhWWt520AJ+G277u5Qmn79jQARgatjGb4XwNTwrYHbIzXAAjUsV2npjBKUi2qBZ629fZmCaDao08Xwhr4GjtQwdHlRR9ltYowgzEL1MHlnAGj2uNuYwUtrpoFkCrFnJ27ql68otbqzky1AyC+5VzuhJpAM9WdL15pp5pf+WznF7+gvbdYE/P5TWyP13Cf1qEXlBrtePOLS1Soni8AeGsJy2dUaun6HdvpibADgMP5aaW8DCC0TVG/l/lxCXC54DQSmNgh2G5j5bwG1BO2ClsMBmb9WgB2TDT7v1iEA5NXADYAkiOA6MmxiQMJQReWsEnGQjgtV7NOad96tFfWbjaKiSJ9F6BEH94JferApXLGw32V3Fh1cz6LfpBxumROa8FrrVzB1jLq9iXOR1jqONxASgXFsD/sZvmZ/lHdGP1VC2UE6ufAZWGbdYTXSYY4eAvg7mMty/u2t6mpC690DEyqEBylRaKKEYEqkB178wR9Ks1REAJRhcOqxmWk1mFVRRiwkCCjDsPFenwN0GryhNfDJfNZ6+BAv9r5cq2qtLbubFxfJhgAJPsoUYWxcyqA6AtBvQDsFkK9xfWxivrZ+F8BhwI0hJyhCg3VKt3vfr2uvJ6v+ZwjbbAv6p/yuja+npe8LhWfAlxstdewimYuaM8bD25x3io8sb7GMlwl6CbHcK3wpIR5wmzXEwOxttv1xESUAI0kdzxQ15BPprKa+Ww7BaP2mark2rExrOgNINsvUQM7bO7tL4GzAe9r2rccwK7Y2dlOEagXvf1h0oUqJP/rucfKwPFUHQeo5T1+3qB4XB+sTyYqhKU9Q3iBFaf9ZsKHCmGV5p6HKu7mVr6kWA9YVVXM97rerVDQzWP1eyq9VUTRA/xzXtpnjoc5O66Vg2Cx9Y2da/XnVcAaOFdt79gJ7n1v1mTMusqhHI5AeqDiuBTVmh68nan+8091S8Aa/8T3YmnMuHp9qPIV8uZx75lTODCERbPzJus2G2De4FqO+rjsVOXsBddbrK3MRxXd5fOpqE71Vjos+KvtrNVTrA0bm6uRbOK8P0FJ7NisUDv8nCQiga2W+cJ4oXEK3DJQ77zScUKlskreZVT4Oh5ckKByZaHzGN+sdblBLfqmsXIEeM02iGvvCrh7Gn2vRbv3GEFJGSf7z3XvkgSQ6lbwL5DuVf/L//w87PfDpbROMImlJdT/mTAV1+KoKGtkrriexNaqWTeEBPWf67hyHW8f7OPJX4inZSHXAbKh7eNIM7tfuh7oeuAb7wEXu1yHeeqIdfPgy3sS5Cw9YY1z1hee04rqMKFVJkiVrSSdFNAb7j9mGLGpmE07f5Mqed7AHSGfzYdgr6xDpZZvuMToaNBS/EbyD2uYrwdkrmFqs8vCvr8GqVFqxLOrF7AC0tJeOgF1JECpDtbZIi0y+G7As084Jdjq0S321Xi9qZj1+cN7pX2Z98laNc2+MrGqQFPvm2k9XQBwPLvUD1R5nnmuoVwOKJ4dHrC5VpOV/vD10lcjttI1qBxA57hPD0sCtJVjxR2inPEkBfBcY51vA+D29B3eY94FxjmX3oUF7fFqK3/LMcYpgPOZcVRh3jzP4WdH+6E5T9rnUOZqmT/TAPBjAcenAuDmPt4XALfbPwksjzvPp7z2VPDbVhdPUwgPx330YWZaf06yfh7O47JY1Wr3+tfmtZvj33hwbnTEaP3zhFeTVG6lrWWdavZnpwB+yuwartfvvPvrVgAXBXHrOE8GCO8LgJ/WHVPf1V7HJ83Nd6+Hqbue8IZOAfyhPfc+n/v6QPDjCUST25gL5+D7oLtpPAc2762PneeTr6f36ayP+N4nf9/9iMf8qLua9j38ox7s09/Zpz7fPv0e7FrY9UDXA10PZA/M/Ml/Qq9JUFx7WVXAfm+6gIIZ3DcYFDUczejn501UosaqrfF7BLDd2EYhDMhUAfnZZ7sADgCB9tEE9IU6y4COfo+6ndZ0RL11guLxz//8JKxIVwGY2wCoSyDmFarK3lkGmSpsMrUQtTbjAhBun5q9Eup1AvLWq1V9fHKUSkDVV88+Ww7IdnhwAnxbj+z84xNr5xKcR4XqF9XtnXXa0AvbUZVR29u7EYhRYbyxgcUzQfzTsxMUuFsoXs9jP2/fHPC5jQSQQkagz9EhdtJAFtV3woMIOoViD8vSZ3uBlK0LmpAgoeTc0hkfB/6+1e5aG1Fqj6HGVREXMTqVhmGXHViNYxwzFpdR33QLoEhPVmcHQBRUtf/g954BPYGpd0AxzvOWY1wrS+azG1iMrqwDgoFldwBVlao/+9khgGKLMSMgBhTZ2ESBukqbqF28ML9Svf75JSphA1L3YZe8Sc1k2VRAOGCU1sIR+2O89p6tBvSZwVL5ARvtPnarji3oMhTQzz6j74HeC9aKYw4Jgc7PLwOmGjxYofjwKkpWwWAPL1mtwLVKrt2MA6pZy/UawOu2iI23YNHfTk5uAubdElRbgoDe8+VMhd+GNXuZA77HWrr2u+FJIa5Kvh1qQatKx2mceUbQ0trCvO+c+aoycMn5KaRJpB01rz1fXxOrvXy5HjDMTVVeD9glaLMmctjBbqMgDWtZA5APQCXVzMmcwkoYOp5ATzteExgAwNgeJwhl3gOkMlCawUOVir3TBF0BM63p5xxjjwLdYv0c7XGOCa6AbI7fFlCMXIKoFbyNSngFEO049ICQKo2FZnkiCexTWb2WqkPHG3AWylPamednrWjteVF90i4tcB2PJdofcTn+CaBvuN4XF1YiyOqcuXEgTZkgYGsSwxWw3Gs2FpsaEpqgYcKIyl/H33MQCLqt0vCAmwBT+6EkW5iQIgC+x3JblfZAAcz7tAn376o2oyZv1Ke2f1Qr024t4vm7Nu6ucQaH7TP71DZEIJbXBbCuKbZfsBvqWtYxg72Os81X0WzfJORLGOwYFwAcgTH2ZfxXG+gS/L4j0WQJRbTzZBE75WG+QoJc553XclhPa3fJMVVVF2V0uixYjzldBoTiBr+jLrdJG/zdtdRxdVvi+oKRhjNDDLrglQvjPiyPs5a4m4Fi571tCPAb8z3fHypgXtcx9D//9JJ67gAF1zFtqJex2cdCu9ejfjlz3Xq3BiuWAbGpkFKljm09yQOOtXPr/Pwsjp31a7Wrr+F70+6tDth4bpsoieWqAvqD/bO4r1iL3hrsS3SOa+fp6Wko2x1T3QgcL8db2J417Mu3WvsORTLrggH4nV3qnNOOHvDa6zCtSu3vhehbFbwR9K/Bs6A3a1Tm9SrYPuOekaB+MYBxWJ1H8kas/FFe4Jq1ppq5qP7gn+xQZkBQ7DpF/8Q4ZFenbesQAMfLrbjMYB2qfxicVu5lAFAGQcsJcYG4BJtfKutAV72b4X+mffHsAPA7Xda90PXAt9sDBQBz3ym4826h+vnfscZdC1lJ8MMJpGmrWxSvxeK5tL8ofv1dAOy6IgAWqLpuD4BmDW5d08vao/o3yg/UAK8NgH19mDAzCoCbSuGiAE5IVwCwyVsN5an13rlJNGv7FgDsOi2INdktAe1kQFnOexygM3j7jhq2BYDtl3DtiDoPdbJSvdPHAHDTAroJS4vi2OPG/bSOZCYAzufHsu6Xtjff07RhHszJSKYawjG7YzbuwcObzTTg0D7mKEjNsXFrqoHb+2zeu4pTxWMAuHlNTQIkbdDc7pP2Psbtp3ku7fMcd12/LwD20TDKyzS2aRbQ7eN+NwDwcC2Y1t535oZryyNR+2EA+OMB4MfW7HEW0JGj/G1mvjWg5uxYq+RpUK/xmPc1E5KJAfsOAI+ddt8NAPwe86tOdvp2n4u+/aN/XAD8odB35M5TPz883jfTngc+dSD3NS9vX//EmvY9/OtvwSd1hE99vn1SndU1puuBrge6HnikB2b+7CcAYGxwT44uqa2LYg6Yc3d/UT1/vkMQXKCk37JWrWuhmPS5XbDSB9gaYM+6qEIV1JQwzfPzC4LyqVRbVl2orS/Q5l4bNmDLW+r9nmB5vAhgNkh+T43cN18cExBCRUhQfxMlqgH/48O0ob6+ARYC2FRXlrrAtvWcGrVCxmcvgATEhlR2rq+vAAlvqfmrpSjA+bgfKkIVt5vYvUbjUZAJga4BWycA4M2dvah1e3R0ClAFVtEewYNWowZaBM27zwCuYQ8K9ASmaXm7gp2p+7Iu7SGQenaW4Jo22qHIRHW4vAYsRHkxj10pP58CU1XicgTaacBKCZgqNTqN4xweHsYwzaM2FKyo9LRe8PX5Q/X2F2fVb/3GRvV7/wgbVkA2pYoBCFmb9mH2JmrM7lGPeX4x67yFEoLz0KLv5mqlOkQxrfpuB9Xb1ragC4Ur0tc+alZVt8ISIUUqFQGrQHGZhEDpjnOyNq5A0cCW4EjA+uUvtF0mSaACxKB0/uyVQN5kASz6VIuqmlxgHE+AzOfnYQm4uUnNTdokWEt4lersDIywf/rBgJDC0lDmuvE9/xS1uZDGNgdOZdKtrFl7VtCYsM8tg2ME+gjOOQ9VgasgsSZexOUK0EJBnEFMQA4W2ktMdKGnNWtVyh4xv7S3te6tYQZhvva4qmNvObZQS6DrnBA2Op7wrwHUE4gpQLH+tPBzG4X3Emr1Y9TUwqoV/lmz94I5GCpFMT9JGIJM+1ZlTSQS0CHLfG4TuF8AXbmWPZczrjPVyP5ddbZA8pBkgeWVWeBmWuq6qXDU4tb6w4IsYVcIVAwGCjLpo1RGex2pWscqGvWo+/SNffoowCkB4PX1VCGnUpPgKnVatdBVxX8TatccRK3RrYm8EPbrMTpx/d1zfaYF+lJAdBUoF0CyUsN5Vgtr4JsOATaufHFyjE04uGbsUk09E0kL7twgr0Fm3JpjngmpHV9rwhbAKRgUWGfcNK0p12iDgUeVqtasNtjjvAsYGEHn7D/V3Ko5tSff3tmMayzOJ9qEoplx85iOrUpf/5bq1qwd7N9XsUy+AAhqgZ3BWf+eyiF/dh1RGey8qh6wLOf0daE3QJspBQDFqImbdppRv5l2qEKNdVhAzL6dU1pEC5vdiv4i1gTec+X4NpRDBuJNLHCtD0FXrUZNe9DsA1mlBgl/8udn1V/9levYPMk/HGPVtZRrh7mzsbHBfD+L8/XnrIVs4swD9wPrc5vIQCIIF0pab2snyoCwBAAAIABJREFUriOCa+ByXLvFwvv0FKt+XRBImDARSYXwWW0vribZ5BnnohbL2qx7HI/pden6ol2zFuc6KWih77x79mwn7lXHlAG4Z/6ksiuWl7CGtia014hK/LD/p9u93vusXWXLQH7+5jx2HExU0vHBfblGefxr5plryqwW9jdH1T/6g93qe98jqYk2Od8M2pWYe1jpRzDMe2hOOGOLOkmP28pa17R4Ll/Si2qv+bmmjbTzpSiemu9JS9B8pf2Fubw+vjU5B/NzBbRPemf3etcDXQ98/T1QFo7hfeMS54bTo3SJuMP5whIh+azke3JBCweaZgmF2oo/knTq+1Sxd/Y177PN+4jJMQF2I0GmwJm85/u3Zq3NAoCLsq6sSb6nOG74N3/2+S3dIBKCel82ycz1sSSUpQq4trGmbT4L+JplM9xM0LIN3utKO1xqS23g5pgMQW/dL60AnH8vJWDKmuc+TSZq1mNvBnzLZ5qfLWtmud821+VMjKqf4/mvpVPcTMQdt85Oe63sqxyzCWe1gG4Gecv5J+Qarult2DluHg/nFN9jSu0Q3lj6pZ205D7Sv8T3jN7wBkrhFrPXpUTHnHIubfBb9tN+X/seVRINhuPQBrP1vXjMfa3Zn6Uf2mPQ/n1SIH0aAJ4GUL/qevJxFcBDMDTpeWAc8C3nMA6StIHvu+ebxxyncI8/vAPch3O6XQ94XF+W9SLWqsYbJinZv+p4PPr5MdB0FAA/HcxNmrfl9XHXarNtk0qMtNv/rT8XfqgCuD6RwXwVtI/p/499fh8PAE+bC2Vhfer74mJ67+n9q14DeFKHfRgQ/hjgd7RF0+ZvB4Dfe8p/3A90AHikP6fN14/b+d3euh7oeqDrgV/eHpj5s/9GCAJ1mnV4D6klq1prZVUwh/UpYEBLWeGPNVO1OF0AkBmYmQVA3iAN071V8NDvU0MU1dkdcEBrW+tkrgAOr4BPD/erGZSpFaKHKD1PCZZTdbO6OENVCVjV0lMQoDXx8VEvbHUDgAEBnn22QSAdumN9Tj53Cki7BXC6raNK3kYR5ve8rB+p9ag1IrVjvk67UUDD9z//LICttsxhaRyaTzP7hVcPnL8KM62fi8LR/Ruop8Yptp2C6XyYBRKG7ayAGAAAtBHyqTY+od3nZ5cEo6h9CiW7vulVu3ubYU+qCvft/mnUnLX+r3bDx8fn1csXLwCDqKIDngE+2Z/WuTMBiB+qk7fUa509qf7lP/+82kQVbF/36LMbFB0C5HvOyXGx/qYQZxtVtv30AIiV6PWBEdY+XqTucRAQazszLsICFaMqK5ZCHKp1L4EsAJtKkQUas8w8WOIfwwrA9z0E/giIXCHWVB1sf4Xd6yz1eHfSCluAZx1XVReOi/ETg0pCtqKujFq39qQgTCbPrxfWw6VtcxxbheoW6lq3E0DuFkD8CIh9AwC7U5nI/54/Xw078pD31kHMQRCAtp73esBOahwDpXzdOsI+dFMmN0JOAdD8IRTtqeZkCAPwHHNuBt182EiVrRbX+fsy81S1cQBpILfBqFVAMSVJY8dCNC2Jrf/strurvbcgMAGYD9RaM3vegk/P1Q8KtITBql6jdnCAONSMAFsTAuqpNwA10TfYnmuHvbuX/Xxs7V6uWQGw49LcDJreAg9PTs7pO2pUA3fPsMxd4f1auvt3QpvU/xYAGwy2hm/WLBa4XnONaOntteP+nRvzwM6oV3qjkpo5ydy0dqmxv0Vgs1BTQOaWAYMEngHjVZxyvd6q7LZgrir4GEeDtg9c18uhOC9CJj9t3wqB7a+NTe1y8wtRKH20JKc/75mTWsMLO3vMHSGziSs56mlNXb7UrFIj1s1EB5NRGM6Av+639J/9mvWWcR2wJvHeVq2+MRhNfwmA6TPdCTxOwOGwzc85VjbXpehn5bQjW73e8Jqfdx7e3do59OEqSQladvKr67Bq6pDkxpeCtNX0eK6dWd8xIa/nX+Kp5Wg2y6D5FX1kUkx5kE5763y/a6VraATPeV0gGdcvwP7eNZ7+/6M/Oib5B1tv3rewiO01NbeXuM4E20dHwFXWOd0alqynXdecFFxrsWytc+8p63jRL+JIoMrbuTawb3fkXYPoPOFtWiun+uuURJKsM76Q6yPtOjmxprtzRxWZNt9pn2n7dX04Pj7NBBDmcoBkjmb97gfWTWdDWm1qZ71YrQLv03LaRSXXJZOf7izmXW+lfnL+KkA2iWSea0Q3B9c428IazVq3pE333GX1+a8tVb/+G9pNGxTPMYgpUr7LCzhiag7hcgDgMvFd7wJ25FEnAeBx8Nf3jwfAQ/CT+xTylDV5dHZ2ALh1uXa/dj3wSfeA13a597Nuh9uDz1dV9Qb3Btc7HXhcUwvISpeNVO266agTdsUC1xoMl/eGBXSdQFTq4Aa89H/1ItUEozo9NOFvrEnsc5Lts/sW3PocFN8zXPtq9W4Btr7u+tg8XiYT1jV5H4HABfpYAqGA3PZw+iyRzyKuu8OgqyBapXPZMnkr1dDlmSJB8FBVW8B1+UzzmAVg53FGQegAZEZ/mCRocioJbS0gWcBx+/OT9pdjOnwwKQC4bb37PgC4CX7Lufj9qvzsM4X94C0m1NRx862f3cr5tEDd+wDgMjdLO8a1p9nH5Z43rt/La48FGt8XAD8WRP/lBMBC+vLAMkrwnwKAx/f9cD9NSFag1DcJgONrdJ3BV+b5N3JLGADITBiMtXSwPPl7WZuaoK6VQdFq6KR53gHg7KhvGoB9FQA87rqYPC+/AgBugvCxCvThUTsAPH4EvhoAfvr1PW1dmgbUvun5P6297/v373xecgeAR4Z82nx93/nRvb/rga4Huh74Ve2BmT/+L/cP1q89xlZ5/8urCIbvUOc1QClfMi77qDj5myEDFZWff4+QgZF2ahuq/JvFMvX27iKD9sCo27sVVFPADBRoW5TW1bb15FirYG17BbBCisXq9SFAgLq6t4BKFYgrqKg83sk+yj0sgmdVCWITvRbqqhkA7UnUe1xFmSlMVFVsEGlrezmsXLWL0470VsDCA6ogbJMaw4I6lWmf7b0gZMSDE6A0IE8dQFpALadS+OjYGsRCpfuAdoLY4yMVZryfD6giVuVpu6wjKoQWMAjInmN/LVTxWEcHQAMgSNa9RHHL54zHCaOtQSzQePZ8M2uH8i3LQJdWojs7O1GbcgWloNshFtTgD3rkqvqDP9irPn++RF+esz8Vw6oj+AtAaTaUdqk0NNi2Azh9QM1mDVtjKgIS+2YDdbSg8whouKYCmUbdMYahjLzi+FiiCsvO6QsVs1oPb1PPV7WzQS2DX36nj8T+gOzA6ZOr+PvM7F2MgYCxDyQsNaU3NrF45nRkKNaG1YJWsmKd0FS00k8yLcFMWLEaoESBzbgtryTsOqA/11GDCiKOjlCTRL+hogYQ7tK+UNTxP/vf2raqt49PewHFBKkX2FCr6DO4uYTSbw3lcNa8BdhAFFUWCrRVx1pDOZR3NawLKF3DIOfg2vpy2D3bltNQJBq4U/Gi9XEv5qpqSG2HDeysQM4XUEG7eb7aUGtDaw3RHRTtHuro8DwCnoIxr69i89wDYIcKUlU8QM1jRRyw3hw3FZAPzFnrU2uLe3sHiCch4pLrQ/X9OYkCi0DlhdrmOKx0SQbY3qVGNeN5hrW2luEexwSL+xhcbN4Nf2L1bSKI9VSttfoAlDw51t49AekCanPrusqZbZuKfOfIGckW2kWrYA7QTYcKPR0fN1/XlltYrNW50m9fM4Crra7XhIEMAeEGYxwP8AIz/nNF/2mr7HVsfVsVt6F4t395o4rNu5tUygrm7+6w8tbSnCSBTMpwXIZg3GtU62XXLq2jBd5Z11clMf1d26H72jVz12vX9dHjGNRexQb+9NTr3nrCzPUAz6qpUXoz/1Qyh1ilPgfV2mGHHfa5Xkw5x32fc1LL5rSOjssEyA7cpZ99b6hbsaj2PDx3lcBhx+luOIgJCx7rPtTt9jT22poUGKzyN8eJXalmTktMA8up/i1dcsl5+DebtoQUWmWxfR11et2PSQbHVfWjH52zzgn6AeW8J489x/V5DihGfW4SEXNZjGn/psG6Fu/nWRsa8G6NXp0ABMaqzl2j1rUFNzDPfk2w8fpJu23X/37cb7SNX6OvbaPrn9eJ8NP+FsCWL6w6WByT7HAfAJdUIxTaiyzgzv/lZV0jrGftfLN/AfsA41zbvQZwSeAaFfqvkbzj5pib0KCazPvHs2e7AVczcJ6JHWH3LkinNjpnFffKf/APt1nFSfBgbOK+E8HDUQBcrukA7nVcJiptRlA84UL7i09bgTFZYTSc7+16ijFLCnh4n+T+MV9Kuy9mw7W5+6nrgU+uB0xo6T9QUsXnO5/GhazcC1g7E8a60GarS5JUcYEoENh1VhWqWxsCNxNN/HupydtUDblGFLVu6R/bUP4liE7o7P4DQpcawI26ubFm86xhu31P2cZBYN/js06e1/C9eUcavyXgc21MqFLWNp/TMlnGZ+1c892KQndwD4j+EQTn+toE1SXwWwLjBQA2gW9pVRuoR5+YtFTD0kimq/uruZaXz7dBZfZvDWYjAc+ZkEB/oPyt7zXjAHBzjW+DinZPCsbK+0vC2UMkE+haxPB5H6zvOdGNYwBwtPWJNYCL4vcd8F0rhpvj0GzrpH5v38/av7c/N+79zfdMuj9OA8Dtfm3f5z/WffepSuDhdVsD/Pq6zHIt+ZrPlsOEssbzR71uTLzwxvxheH7DJIs8VvO6GgLZ4bWTduQ+qjT77EP7q6kA/vQB8NN7uAPAk24CdULOFNXrh86nx+49zXX/KQBu3DozfV35igB4CvgdXIedBfTYoe4A8NPXqK/yzg4Af5Xe+/Q++7HX20/vDLsWdT3Q9UDXA99MD8z82/9IxVhi9QoOjw5RyxKM33tmPVcD2kKuBVSUvfjirtJ0d2c5lbao/oy9zAIoVtdRFVijE+Xn2XlC4w0UV9t7fgm7q7742Wmovl48p4YY/sVnp3wei+b/84//a7W+/Tzo2DwwRbD6xf+X6sel5bvqOfbOVB4LVdzr12/5+2zYPAtRrEO8hi31FvVOZ1ElGxRSrXl21q/2UOldYR29sYG1J/Dn3Hq1p6pSgUbIZP2c9YANLmj7u7qyUR0Ac40JrWLtvLu3UUOaqvri5/uhyLvHOm9t03qWgtLl6u3rU96uyu2W46nyFDpZixh77B5WogvC382AxoKPcwCn1MKAlGBJW+Be7zoUwwZAVJNeXPaqvc+MzPAz7d0F9n7+a5fVM/p8XrUxMbqdndV4v31yBZR44Phpc7sQCkn/eHR4CgBG1ca5CBYFQwKsQyD6IjD02fN1gA4WxLh7y2TPeyfVq1dbAVVutMMVNobtngE/YDS23Qvz9InKzG3UdGGdy+dOBVql5mvWS9VeWtWn9WIXmEPWvFU04TjcAGN8/+zMatTH1bp4JWyUUwUnAMzgo1q924Dd2pKvb6m8Xal+8QsgEIByFj/aOecd+1Y1ropXC2PryL56tR22tz74advbox+Xl9ZjXgillletuSpgRNVKzVWV5Dh1R+3cF682A3iWTfgfNVeBmHMQnG2SDQpIc+5H/Vf6/A7wLmw0ccK2C6WWmM/L1mMW8pPk0AOQCgpnqTEaQU4iYI6LgCvsgQFeywJNySNnmYrW62obu1vffwbMXeF8z7k+vRZX12yLx0UJeXQTUGxpRTDr9UcSBedzCdkWtG1j6Z0PTgD1o+NQpfsFEe5L27RH1MIXFT0T4PQsaesCYI9LlvZb/4/rUxXmcc6HDO5aY5larAJu3n+CHfUM5+S8sg7qDZbWWusuAyt1YnRuZHA3Abp1fwV9i9aM5nXPIyyaI7oiZWZ8mb8BxJ3vAZmtEZ0BSz8b4wkkHNryApqZvCr6w4K8hvUmZgj4B6rvGsK533Os7I092vfC/V7P/ROodk2qgbtDUtS8Hst57D+u5lDmuh6p3lWF6zokzLQurKAz2sb+ta6+pB2h9K/7wb7wfLVxNoFDwGzfqvTVChoTA0BsHVTjaAJkY9/aiQuATai4M8jF/lKxyxoQ8zXnsNe+CS1eW1kb2T52DFM5nBA235uQ2+vTRcQtAbu27vc3yxwv7aT5rfrpT2+qv/rRCUkHz6sZbNixg4hAvI4GD9QnX1vTRUJb9Yvaolklr33lfM36xcJdA+pe8yrLQyUUMD9t6K0lvsY9REtt50ufcZlhXfR8oiY289/XVXlHfwPRAwDzP2GEqlx/XnbR5BTDmpvBeHtwHpb89ocJJ64Zuic8i2si7bn9gOuJEPjZ7tYgYUQ47ry+hWqrKM65YBTb2r/WNdZm/LK6u0C1v3Fd/bN/sYctP9cr97B5LUyp/y54cSsQOPJpaJoB+BEL6BYA9jPNLz/jAPDUL0etYHpznyUYP1j8HvuhA8BP6qbuTV0PfEo94DrzC5I8r7kHmKTmM9k1N3QTo7TqL1DP300u8r41YpXrjcRlNJIB834S8FCIW69/RQlc4HHT4jjXvVHwWn5vrl3j1rmmDXTkU9GWsIhuRfjaELg4QgiB47m5BsYmOLa3uC/7LBJJQe8GyAvoFSSn25D38ky+8rMJsuuyFTSyaYVdwHnca2t4HMmLg+S8vPcUqFvsots2tYPzHQDUYX+Og5Tt/i3jWWCwALi5FRhcSsM3geo4AJxgtYZt/Df7j+fzhgLYxCkfnC3NEq4b9k0A4oTsEQyvAXCxix7UBK7vWZPA5wB+NEBvOZ+ngr+E+qPW0mUfk+bltw2Ap97r33Ph+a4AYK+veDrtAHD2w+DybyqAnz74HQCe0Ff1AhiigUe2j30dthNrngqA2+t8B4Cffg18G+/sAPA30+sdAP5m+vmbOsrHXm+/qXZ3x+l6oOuBrgc+tR6Y+V//zcmDKkXVjXe3cwDMHsq7per5s0VsXa212wsF2BYQSUWYgSHBlEo8wdot8KuiDu2z52uhmO2dLmCzCWwDfuxgTTtPsPgIte86+6dMI/uy0CTqXaLnP/npefX//MVhtfPsZXXFfhexfO2foXZDLQqjxVbYwACKYgDBmzdvQpW2Q0BeJZiWzQagPv98N2ChkakzIKug2YdfcuUJrqgOfeCczjjeMqBA6ClgkOwkBVKrZV1JdIpxfttAvDtAhYGZK6xhj45OCMyrOBNs3QIW1gn+z1dv3x7zX1WDqD7Zp58V9s5j/XyGXenxUZ+PCFgALgTaon5o1IJdDBhZAjF3nMsNqryAAFEjFQtpATiQ9NXnN9Xv/v5udUNfQyurTepuPn8GfLXFCgn5Mgx6AVoBKuj/uwdqzl4uVG8ApRX7FfConl2jbquWvg/Ak+vL+epScByBOBV4GZTb3VU5mhDj4K32yaphLRpnm+YYO2A2rNU+NWhjvdXXr00MSMtUA4hZE1f5onbhAGAtYkkaaD6Eedj9L6mTqfPxXL/6/ve2or5wHxtwoaz1pU0AWMT62E2AKqR3vM5PUJnTfjFUNX9Hf2LHzH6uUHxqpXwJQP/sxVaMj51kfWBV4Ze9xQCw2vRqLS04i/q2/H12Zom6oMBZ7XWt50vSgB8Wfp1jVW6cUJC2uqaCNEFl2WyVtYNVTtqmnW3mDoGkC+a/ymiDlhVATOtqrxf7RaBqn6zwL5z4HAZ2pOWtiuWtLUG8AUYBLfa0QFQ78MQ6ztiu35KMwN5IjgCOLTAI7OTsWBtbjjdvMgBKXZIQtEOenbnkOKmij4BJgU+RrID6HkWp8F21vkrNBJWcE5BVcSpnFnbhWmm7BljvVpW388oxCytn2u65XQDLtqkx7bn0WB8umZOer/Wl/WegQpibiQvWTlWhOrS9NUkgpmS0Ia15fb+qWjcB8nGo0x1/LQUBwCQZRJ3n8iW9tqayrRGYDEWn10la2XtsP+c+7Xshu/NWCFsU7mFXDBiMADBtEf6uYb1u0kbEjGt4bADYuaC6NcBvHVA2wCzI9nVVqaHW5RhpT53XrNs85+/14hyyz4dKprTctzOs6b0g6CaZwE9pVW301PrMF7RRa3KV7akstZpeqldjLalrMlLhPfoi6nzzDmtNe72bKGDbCjxPKO/4OhHYIgHEGu78TH/eWOeQn11DtFD+sz89Yo0jIWfLWu6sR/SHoN2EHWtZm6CgsrzYO/tawFkOaI1ex9Zjvn17GO3O8SqqKq31F3AgWItkDcdH23uhrFBd5fje3k5A+UwcuEoYYK/HpExVmwNojWGVxr4mIHadeWDNWuLvrgPakHsCzol1HBsyYd0a8SrszwC5K9F37udO6G6CDHPzgYQgaxF7nTr0WlxfEui+4TwXHpar/+mfbFTf+0GtPjdphR1b77ooYzyK107hISXw014rMyAvxC9AIkHwaKBouJ/2fnMwh1vsvwFwmwH+uFbqBhUL1NEPj8Kb9r7H/d59YXtKL3Xv6Xrg6+6BvHZvSHjb37+LhKQCgIvLQKwd/M+kOiFeKG1rpU9zvTFxJ2v05vNGpO3U1sflLIbg8t0AeqwxATBHbZzbdpFNpavrSJQbiQWsvq+XZ9iw8s/za9cDLmpmobZ/y3q9TSXwsN+tX+z+Q2XbAtW+S9cIt9uwwc422Bzh8lC17Frtvay0taiJS83lPG8Br58d1FWumzECv+t7YkLWTNRqK3hTaTyE9/me4bHasyrLRtQq4Bre+p5yPvlz7q/cS5v7a98vCgAux5nzubJAdoF2zDnuzXV/tAFHUymcxy39ms9wfsNpbk1QW372v3HejfMqn5kGgScClpZyrQ2Cm8rS9jmVPmz3fRmb8vcylzMRcAg2/fvdlESJdg5WAbjlmGV/TwFIfqb9+XfnzWj7skRNOu88toWzwKPb+1iPDJ9Pyi6nPV9MShx4bH407aSb18W405irn8uatYJ9X/v3KZ0w5s/lOpjUv/n6mGXKo6fN+iNbAcfT+u/92/1+n/jg44+pxzty5KJQnVIDeDA/JihaS5mh9zur7867J/f/+12XH+uMf1Uso6etm8P+nPada8qFHpGDD98++Pr88EN+1E92APijdue3vrPv+nz81juwa0DXA10PdD1Q98DMv/7fzx5291CE8rynXfOZNWyBfH/vh/g3Uwf4+PiIoPtqKEr9Nq8NqbVLL1BkLS2uV+f6lQK/nr9YC/vZo8MrAJDqOBV3QA4gjwra+fkH4Km1Ff3iKKQ6xfZ5rfqTv/xF9eUbbGy1Ql0Hws4BBBfWq17/DDCsFfECNsDHEZBQWRa1dgFBfdSz7ufV59s18M0vh+Vx6DTsRgGQKPFUI8+jpNOa9QiL6QBfhrr44r0UoDGhln+3XqQ3GYNgKtXefHnI57UsRn2pnfDiMqrj+epg/6za2DZMvsE+s37u4goAEStkv/TKUY4OjwdBlJcv7U/tcG+jxrGBqZ2dDfoFIAk0EHxeq5CDPc1VverVZyvVP/rvd0JVfHVOezmXze15lGpZG9cYi6rBc6BhH7j5/LPNamntOixw998Aoajvugy8+94PVqjTHBJcwIdKjVRpqnIUJhXotoS6VAB0iHr4/hbFmkrlRS2CM9inmjOtvRIcn2N9e4CaboH2uy+/8AobF5ZR4QEqBWoLfl6L6LrWr0BGmNHnfK4uDUKpPrkOAGlQTnW1ikRBjzWU3Swhm1avae98dFjX5Azls/2PkhcoY3BPFe4GkHwNRe1MBLC0EQRj9merN69PaM8igBXVKkA54GAAYGoxM2eFyBlkdG4IjggWso/Li/Pq1fd3UZQa6CzBw7QC9P3XQC8tnQ0wCouyZrbTq37wBsRrXSzMdc4tLNkn0sTs+7BNKwE+roH8rNALwIc1ddrgYbdNQgG6xuh77Zn3sARXpa+X3hkW66qLd55ZK9hrS6WxodzLgM2CyNjKl1z/JpvWTtvcgqhhrbLaIBr21swd1Y7CN9XJqmNti7WRVVuqzFXZHYCb7uoFmKstnznMBapO52SAPd4S6njmjddvWG9TU3cNSK8yuFywdQwvmqndsfNJKBfKVWcK/Wota2u9BqBnzgT0DlZqCDpVHBncTHVJTS/jvKMuszbVNMjPrmKDnu9JVXPYOtfXlJAuA2iC4XQFCPWwe87d1/0ZTYkxK3zO/Wh3bpucQ8tkhQgeszYgYx7FtOkL1gkTRtxUYgu9B0E73lNU8NbcXmaNsjUGUg2+2/d0R7Q5LIntX9Yc7aFVkfreu1jj6nPwOqmtslOMozpbe+88vn1vXyT7zS/+wt57QTp9YrvCeNslw3fw+Tna8W//t5NQulvG2nNdYJ7YhybsXHDd2Lbd3b04d1Xxbo7PBslEjq1Q3GvHvsrakvnPzdrqro9ep7bjHIW564LHUT1swlJYXtNcr0FhuHV/7UfPQVWW9y7nizb9nkGf0gKhZGYcHAX71VF1LfY4zk/Py/Za11mQP8/rW1u2Q7vwu6ihvci+l72GWb8ygJTq7751ojn29z9fqn73729U5CdE1kDWveZfPVey17PPy1bGvvkFpwSnSnJBgcCjwejcQ8zBen/OxRF7zeFhGtdFaUMJJOZ61QHgRmd1P3Y98EvYAyyX1esvSCjj3K64z0cpjrJ48KLPvpkaGYVS6iSlodrWkgVuPjfEMwBbqY07BJUFQiagzAQf73+ZfGbiUgGLce+uoWOsQS074Fw/M9Eqt2FwOp5jfaWGtvkMl/tu2ku7f0tNBHDlXlMAjY9p5dTbALi0r5xT2i17vzAJqFbshntNnltpeznP0q5wd6iheZxnAwDb1hFr6lbE0mfuNnxsTsmyXrch5CTw135fgV1t0DV4X0uBOw4Al/ZEMpquGA2rbWdPlAxiG4LnoWJ4RuVtI7mpKH8H58zxs89GgYT34yYMbl+mTw0UTgKERQHd3O/IONSP94P75QDQj95PJ7Vr+LnxAfr28dvH8bkw59comC3HawLgp/RFE0I32zxRGfw1AuDmHG333zSg+77vH5cg0AHgdi9+fb8nmNgWAAAgAElEQVQ/ZW6OPXoHgD/KoHQA+KN043vvpAPA791lH/SBDgB/ULd9sh/64PvFJ3tGXcO6Huh6oOuBb6cHZv7oL64fokYnREGVIWVEQ8364vONAGW3N1psCuqAJtRDPEMVaa3ce5SNJ4DMa0iBakfrygq2DFhY01E1sYGOSxSYSyiFBb/buwSO6u/xb16/rp69fFbdsd8f/+V5tX9yWy2hEL67or7uIUo0JImb2Du7z7NTa+1qhZs1O/ffnrG/qKwYtU/Pe+dwMIIzBFkisEQw5kKYa9CBA+4+A45i7yrgPdjvVVub27R3hWD+WahOhTRfvt6PYNfO9kbABwM2Pjz87GevOd95QIY1ei9SKYpydQ5F8e6e5wOQPlL9hn3tDMWP+T6+va318xLA6jjAhNvLl8/DqlqKcnRofVdep87yixfPwy7WWqm+ds84zMycVP/0n76o1lHo9XvYWgPetBDde0492PVU7fm13/q17kvL6EXtuZ/XNcpulypcnUOlubmdFn1m2h8CzqMeL8B5d1dL5wqIe0J714EygFCUyxd9lGyXaYX38vPNan0VJTRATpXdMoA3rfRQpB4BTemLJdShUcuVII0QcXXdetKXHOcGNS5W4qGqSLAZikVAmtCof45dNuB8TuBeB8+EqAaJVMNuAomsQQvTAigmBBZ696nLq2XuPckJOygEVeWF5TYwZxZYvoGtdMhXAd3O6YRd1Gql3u0RylgtmFU+LnNem5vsnDFWjXx6fBNW1VoWCw79n5DWIKf1n1eA6bXuhF7LoEtY+QU8C5IY5yavvOZ6EvRZJzrALwByDsWnltBrKIyLqmEJFeStBxU0so8+Slph1tYOUA37aRMtnM87WICfI3i/wNo5Y2W3qA+1P+ZY2qN/4TzGuhwobNv6WHMb2NjbpQavs5o5l8kR2CaGQvk2wJjtFeK77ZEEIuxUOOk11gdiauO7AJD3mA7xGVbq/z97b/Yjy5bd50XN83imO3SLrSYlUBJFiZIIQ4YBPRgGDOlv9YMfDFgQ/CARpJsSJVJNmiItkpK7+94z1lxZWVVZg79vrdiZkVmZlXXOvWfqjrx9uqoyIyN27Cki1rd/v+WpXzInCHyjFupI1SJAUahoQFWbY/MPu7DBul9G6aqS1sUlKlBdWKE9c1MdHvG9flAtgVaMXwEy5TKGqCW3CmQXaRiEtj8mMDcQJrQm9/W8wev8PoYB2Zacv4qnU+zAzZlszNr2d9GDbej3wiaacRh5B/1aAFUDvgLBWqlMv7LOhJf2xXDrDhCbPwWqAkjHirbCKyuoRw2Ws0MhY9hXY6lvQFTL6FXsyO067qtH+QSP9gf7lAG8qDe+HDE+A9WU2/axDFZDgFmCrdHG7EiwXaAo6wdqBZflzDlD0C0A9XfrJgVNHjetLLU0d/+h2sk1I1GPoZrin/OiE/jVrMpj8kmzcOenWEGfnWWdL63R3ovbnH9aPbut8PXkxDnlPJS/kQOZ1zUWAi7ycEGBObpVBOdiCJXCCYKtm8hPiaq4wzyorbnzj4reouwyX7jlVXW/TW5xF4poL79M/3QeWaL+XThSgtDaXwt2PUvBrnWhIl2A4dzSY0CtUU4Xolg/iTdYVHF0FCp0Ya/ldP40LUAEWhnfkb+Xvra+eV39w98ih7n1GPVnf41kAdmh69cAlGQd94PkjWC4mzbVv+Mefvrc5m0AsDuuF6iMBvRbADzUTO0fbQ38UtbAPvdDHa7nXhe9ny/AyXnIRX19OFuD2Xi/vj8rGDYAcK26LI42AXrLgraYZ5qwNuGn93sFtsYVyAVANSQsILm878/M4+sKrGEIONowLpCK2TpgcSoPm7DX98r75btFCVcsl/0Z9s6U0/Mt78epxHnlfD1QudYA7g64TdidauKEnD5D9YFtI49vwutUUxZ4XHLylryq5fjlZwHmTeDerI9JgbJhAJwgtlnX3u+UBURR7rqCRgHkOMA8eswC0qzP4fIPjuvCwPLqg/awxsn7ndHyjW47Wi7Tj4xTAk8axOMBIG1Xd/JJIL2s7+wvbqj7fLM842CljzreM5T29R6pOV7636mfiSZdn1Nb3ViwNdL/7oOozbpogt/Sp5p17PHHKZSnK4AHKvNJdZ/vD88P8Q6DoZ8r+yNH8JsweNx5lLu696UAnlx3w/eTo9v1a3XCnPmpKIBHy/3gAP+HAsDlYjcm7cn9/frz+PTdAXC/53+vJ9oqgEerc/wCoXxKf8hr0vfvjDyvJnd2+ODx+JCifIRtPvLl47uf8S/pvPOuFfO598d3Pe/2e20NtDXQ1sD3XQMz//6vejxjzwXMOzFPLsH7ZYCu1sErAIoeAEtr51A4YpEp2DPgfUVe0yNyA6sUU0Ur/NA2VwgUECke+oEFqB9Pj7Ve7pITmGC9lpkCkd5J9RTAeMkfx8e31Z//131gMqrGsLS9idy4QqJH5KvV8jUBEdsCKU9Qg83OZs5gYY6qq/LwmgEDFWo+uKJgBNzt7DwKqOV5nJ2dAthQK5NfNlaVhyp2tnrxfB9gsxEK0ePjDt/xuDfVL37+Ko6jpbVA5vgIKeTsOcddAiyTfxRQdHsjbMBe9Hwf+AZgRC07v5A2cQuRSFQLYbYlB2QXEKLidBU4pB2xRThDRb2kqgyghZ6z+vqr+erv/d3N6s23BrC0LQWesL3AWQGkt37mnj08NH+lwRLKUJG7+an747goePdfXdKOc9XTLwU/2GNTb3sHx0BB1KwcJx9YU80Qls4AEHNezlOOSwCwUOmrr1ewXTbfMko9yr2B3asw1Je3/11yrWqZK0gzZqNFtG3hQgKB5OJygiUDjAE0AegqOj1voXUHqHkMlI6gnyqU8LLVVhvoD/FcN88t76mO7kGnBL+CeUHXDPW7scHnfPXg4IT2ESIBbXjf/nneIe8zwEhVoPUgEDslzbP5oHsohR8/xoaW/hXAiyKeAE3PsYeNemGnz75QaX5FOVRYaqetjbbnY73VCtOgckLR2tKPfrqJfXqPwKjj4xRA79hSOakNt2raHuPMYJ/gS6WNYLmwobPTVHRu76qq1jZa4MnfOyiLhbKw/l4N1lSS288YlpSTduNEdugfVqG22ELIRyygCHbYiJsK3juMcT+Yq/OyRt46xoqW2db9Fu18zXslP6zt3SG/dyqIganmv1UZ0oBas1hyC4XnS/CO/Z8z9q1bF19YDqcEz0PrXaWlQj9BawRKmUj8F0rG2C/1wt37ArAv8zJrzZxKWselgV0XWahMd1MXmAjMVYRH/RIMdiGLdR5QlGN3Tsybm+NHeOsCF1VF5oI2yCWsThiaVNk8wyrmexd1sG2GPMfCPBZ/GGzWNcDvnaMuvkRamwoj29ZFCi40MGet8F1lcub7FaTbdp5/1Jf51w2AR25lQTALEfhdC2Rz/cZjdnnWq5/PYkjVKs8CaX3QiVh8vW0J8PSVoHxk3nTn63BJ1h6fjRaYQO1j2k67ECiBK/NCIzBr2XtYSa8yb+jkoFV9WOkzlv/m/72sfvrHLIjRMWGDRSILuwGAVfx6s+5CG4t0eGjOdZsOBbBAlnb0WAb+L1GMO37X1xgrpBOwfcs8HpbJzB8u3FDBbX9xbleh7ljVnt3XOQA4nQiyw3t+9o0Ok4wgXhA9CKbWypkAr+aL9rxUiTPej13cwFzPuBREc7QY745X60f1utcj808bHF92jrIx6I8sXal++59uVKaQt/q81tkOxU418y6m+q28ClCYBIAnPfCMPti+lQI4+tSUwMBYCdRDgwn90+vX+eCd9re2Btoa+Lg1gBMN09jr1+c4ezi/cs00R7ozG4tcvGcTlBYYFYtt+K8A4NjQhVNx73gXROU8V0AX32Ue1FkhvjYGADv3FWCly4HHCnDrtZ79eA8dkGw08XmjEv3cOdr9FADsz2L57PujADjgVj2l+XnJzStE9OX5xlRZn6M/ChwdQLy8uRpV9DRBbgJQU14sjAXARRHch161Utr9csXmenF38VCom2tQNg4gNq8bzd/HAeAmTE4APLBiHgdIJ0LRfj3dhVP9nL6NNov7okb953n4LDEIbk8DwIPraC5yHAXA9wUMJ0LsouauVyGO3e5OuXPhwzgA3ITEowC45OpsjiMvvaNgv79woC7T9w2AR/df+v2HBsD9hQ/9vvRQ0PF+ZtQWAL+fep201wcH+D8UAL7nmvNha+b9HK0FwO+nXqft9X4F8EOesx46Lz5kXzHbe3d2p9gPHo/TTvgjfd4C4I9U8e/psJ97f3xP1dLutq2BtgbaGnjrGpj5w78kmyEKqLBC4z9VdiqntgGkawTkBQiqBMyluo3aVkWSqsY5pJmqMl9jGbyInMxAvw+3QjXzhs6plgMKqXg7POA7gCeVjWeAROGYsZX5+TOgFSpOoM1/+3mv+uv/BkDgmIRe+I65ggmwqwIlAHIJTBK0XJNDeHV1naDQIkBRNXJapwpR0wKWvKFA6FCDbi6jNMAet7NEXlvUlAQWhJIr6yoT1dapzlNxh8UoYFA49ejxOjnSjgLYrq7NVM+/OYhzmBdcomA2N2Ra5FlbrpCvoQngwkDWL/4m8wffkn91Z3ctQK8BNqGFx3r9eo8yLVOXqcD99pt9ojxABHIQP/sS8L7eqf72j1aBCEvA0cuwvl3CWnpjQ2tplMmcXw9Ai+gZxXA3ALTKgvPecfX0i824hxNov3xxGpDu66+xL+WnEPnk+AwF6jZ1qopR62OgLNBTK9Sj49MA+QE+KG/v6oS6WKm6x3O18lJIg+r5iUEx7b/J9WwZaJcV1JQqCusQYoAulXqRi5OfL54fAtFsV6Ew7Q6839qiPoBJp7TzMdbjM+SFvg51Jrl2V1Rmaq18gqIWSISa3NpeWMJmGkW49R8pPoWW/KcC2D6wxqIF+53QVYjWoc9pye35hgJS2zIKaXufA6/9XXgdSk6K0wPOvSb/sWG3jW3amM8PUQbPzSQgsl3DLtZ+TgFuKaNQX7Uigs/IDWoO4h59dJE80x0UveYXFvaF7TNlu7pgYYX5f9mJQE5V+C79yn0fHWAfDAzb5thCT49jfuF1QKGCloMjofBF1QWgzmHJnnlFLbq57eiHNI2gOUZyvG9gEoBqU/CHCmOHjEp24VuIF2kr7W9X8at1wcf5BXm0I2ew4KrOZxeUyro4DwVnBoUSZqUtLW1D+dbpo4FOhZH1s4T61GLd6PvmUD1DZW6/cN4QqPWUmxL1SrhbrAIziOwxXDTguVlOy6sSU4gq1LNg4VRAu3BaYTdvXWihbQXYbi4YcOGA9a3StrzcX1FUu3GxfdYVQLDofkOdqW1wdB1z2c3FAolrOljmkRbaoj7Witn5hYntii8IH6OP8rmfOR5UlzqeVRp7buaDNp9vqKhi3FoyA+tsY8DcBuS9hMRZ6vJAU/7u5/oSHlMnC3SUsP+2XKit3VfEj1WzOyiAlX7HfLSevxBesDkj6KYdBK1RNnO7O8vxZXMVO197zLk+KBDIM0Yv56uf/MErLKnXq/ll5nLGVgfFbxcVbowj8uTat/ZxGgggHE4OGeiNBQZzl9XhntDb3MDYiJMmwL5+enoaEN963tzcBK5aLoA7n7kgxfb2ZX/V4twxaL+45toiyDewusYCkbOzY87rEkeB7boCc/GF214wGATKGySnN9jve7pabGyuhEK7w3dF8Bccz9zzvlyY5AKGNc6pS95fnRfWdLi4Oq9+/OMF/rHQJ64OOQaEGFpiliB9sT4Nrh3qulwQUmbPUjfOeONeg2Bywojyai7yiL2NBKhL3xmou4b3/lYPytPgcWPX7QPb2GZs32xr4CPWgMv0dHbhfueFi6mYg/rQK+eOfg5f7llc7OR1vlgr5/wysG0uc1vJrVvuD3K7tFtuzgPaRrt/c+p6zb3yusSr7KdY3Tdzx/Y/995mQlDeed1XEwD7d1EBxzHjvi0nx4DFcQc5CH2WOdnPy1w9BPYaVs/ZgJNVyQVmOcfHwqoGICyNP2p3PVCGZvncv/cu5fybnSaugXEPlvdjeQ+jPXVtSx3X2eHryDAAzs/6ALi2my7lHIW/5drkNbmUp7k/n7365zVyQUoXoIHauA97vQet8xiX94aAdZ0DeNx5NOtktMwPve4MtUndts067gPdKXH0JsAdKn89TiI3NdVd1tX1LcgbThyRlafum6MAuHxx9PPRvwf1/7DA/6R6bdbtWAXwBOvpZt095PcCwCeVe1o7TlqMUPY37fvTyvjxAPD9JbvfC2GQpWa0fstep+UInlYv75uLTs29OyFn751yPzQH8OgX6/1PLce0ivrMP58+fqb1xLergF9tBfB9c/b458HptTtpn/ftrxEjeasHw+ml+dBbfObFn75Q+0NX6Ec+3vT56CMXsD18WwNtDbQ18JnUwMy//oOb2ysUkZubKisXwrZ1781htUoQ3TyLBsINQJQ8kfvk7l1aJKduBFIqbIWFSUBX1G+pCjCvYxfF6nLkzhRwmNMzoDCQVDPMn/+MfKbkXl0DFq9r+wyI6F6uVH/0H19WB4eqWStA427kcFSVuL29E3AjbFpRxa2Ta9Xbl5cvXwdM2dnZARh0UeciKeWK//TJI4JEqCcBcd1QdpovSrXWFRadQEICUKrULgHZu7ubYbv64vkB+XWf8v0rYMUxqsu1AMXm8zzcE3gDm7BsttwCyK6+xCKhqy5wQLvszIP5CtXuJYDA4z95thmg6+DAOpJmoT4V0mBTK6Tw4dW8ptUNgJntBcC/8eONagfWsAn4PkbZKbTc2JJ+CdPNsTmPsjTVjqp+BQUqhy97p6hzUURS7wmABS5YkgLlBOG21Qnq5ese2wiAaevDvbT2Pgc6GgS0TueAsuZvnsHm9dEzqO6lsJTvUr/m+N194nmkxffhXgI0rXwFwLPAduvWh+bIxQlIVgVrTlDPOUG4lrsEAFkcsLUDNAQ6Gog8Rm3bRU1cAXkW6DMzWDzPzKbi75rt7YBLK1rKLgbQU6F4G5AK+EcZtSlfxR7bENTNtQAY1fOJlr9CYxW8afmbL2Acqk6txB890fJbEAqcf6mKMME1/DYCjTeUWQW4dePDyVXt9/sENbt26Fox+xISug9B7zXH1CL3HNi5/5qAHP3bdQDud2FmpaKJIugpQLfeterexuZ5D0tsx8oOyt3FuqxFjer481FL+2YtvK+Fdgb4ijpE67s6wGibuDDAwM08/wSa9jXH9hoLGxxHoZYRlAP+tJR2rGa+3wRLtt/RIdbqjPOVULSjzAfUX9BXhKCqdMMiGTgu8Lde1lU5byR8jACBAa/Q81CPdepmy+GYUmWpujdyuBK3tf1cQKEqtgBjd6EqWxBtXudQ9btPu1a0c1H6GvTVZcD6TACcNtup1lbpat81QOniFRXMYQVZ52e13jxm9LWAyz3mCfuZfT2GeRzP+GUXe/tz9mG7hRK9pnARdKZ8npPzidA6DsH3BMQG/FSxLzFPqkwOq2iT/9aKpVUUsDVnj+NYDs/7hp/Oy/anAOJ2z1D/5kNaBnIM5l8GnF9hhUXkG+T9S4CuuWx9RU7raA/HaY4D64Vdm16c6cUxpP214DmyXcf84aIQQXgAar/j8fjF9tVKmRkEZ4HL6s/+jAEwtxJ9voOKVtjs9zdwjVhDJWsduJPjk06U3XzFWuXPzDm/moNbWO9CEvogQFcFcbZj2lt7vVlh4AjThcuCBevcurHu5rFYd8yfolTXrUCbbq8T8wuZT9p+4PjsWZ9MVqUfui/rJhZEsJkQeJNc5Euouz3RLvOe82N5kBSoW751Fjx1OP8LFhSsLl9Xz570qn/429vkrx/AX2O7rmlwrDcBsMe+CjBiPQyC9AO46zyW7d18OYe/bwBcoPIoUB4qSAuAhxum/autgc+sBtL/hXQq3AOGUwkLf1wclDl1BbaZR9ffc9HbYNGX90EubOlD4PoCmZBzsPgkrkxCxZjLMhdsUfXGnBsq41yQY2GGF5VlznuPNQrUXNxV5tO8did4LBbQ5b0CsS1n5pjX1WQAYgNMex8Zi9TuAtrB4hwvXbmd1/s4x0LyasBQ4GUzh61g1gWzBZxPg1VFCVy6UgHAJeey7zeBXyqzU33suTYBbNPGuXnccQC47LfADq/bpW0LSsr2L7ba4wHwAFoOYG85lwKAm+UPtW8da/Za/30A4MHxBnD7vqE51Lfq6633SXeUyfW1d9K+7gPAfifapwGAB/UwCLYX043m8fvlq/vbrzIAbvbd4TEyuYW/a8C4BcDj6/aXHgDXp/1d+89ndltwp7jTz78FwO/SxuMVwOVa0KzTErNqAfC71HMLgN+l1j7d70yfjz7dsrcla2ugrYG2Bj6lGpj53/7Pzq0KzhXUrlvY+14T0L4gWH+B4leF5QZKVWGUQCKC96jKBGKCgbU1guSyOWEA6ty0UDMfLhCYQHwES9jHo8cbBO8Jegs04ABHh4AA4OYPtIAGFi+xny4K0Zd7t9V/+6uL6kxAA7Q6PD7CUlTP46vqyVOhrhEQoaNqOiAk+4tcwSi4PLbAyv1rY6wSsoe16/GedsmCx1715Q+lcCqLl6tXL49CoWt+TC1QX7/EH1jQF6pS7HQBwMvrqD8JDH3zs1OUvOQRFoQAJgUkKpBfvMAeGitjX5vY5grKDjiex/V4u6iJvQHZe3MccGUZZauw+hDLYlVr2k13zk5Qqp5XW4DaX//xWvV4O2EjfJi6RXkReTRRHgOM2LS6AIZ2BJtA2J1HKHffYEfNOQi2BcA3t6qigapAqqveTLUBfFG5GPAA4AdX4ePLUBh2AeNn+grz8sKqavFKm92eKupbFMXkfAY2BzA1GMd5P37K+fJ92dUR4mXPY4b2ucDSe3t3Jc5RZfX5mbmOsU0N+1yt/Mwth700/QsUSz1fYQFOOwFnVSdSZdW3L+hft9gao0qcm9eKnAUCgJgDALxqSfup5+jr229fBtTbQFF4jo2hwbxUIi/S3jfA3VPOV9ivVSs5Y5duw0o56gKVopA4z5vT0dYWb9xvfvGaNiQvqOCO7+TNY6Bffp8Pq1hz2J6pbjQvLPWximpxe5t2oO+trwPXUUZbY+69Sxu8eUPgkT61Tr5hVc3bgKMw9iMgqQL7mjbS8tm8xHtvuqHatK4e6SPLz1Aea8FrrmPBVtg+AyoZdAH0hXHCXvbqmCzqz7AiNudsrb4RTJs/dxWFZYxPGtBj30ROWtWsafseqfb4rtseCoDp/yphZoNmzgDb5siHmnnAV2gboZk5oq8Zs9ribqybi9txmnVbbsA7ZwBlcnmjMY39raEyXkLlLBi2Tg2UWj8uVsg8tlqSoxbGytu+az5oLeZzgUHCWNXnBg5dfOHr9ISaJzd4D390g5mCb8ssDA6YqXKfehOUWlehbKrzBQqArWNdACyLTgYqtUMd7ulQBvNxa2Uu0FSdqpq4BEVV/lqOCLzWz3Hl3IWzBmtdJOM5+H6X+hBURgSXN7aZPy5YACFYDotjcwYzx80yll0sIoAP++n6/IWH5gxfkdjzsk1deDKPXDgDzuZpZw7QSpO6jAU7BiD55zj0ZT9XMR99XAWwCmWlzpEDO4P3Gy62qYP6NQ8IqBz2+ezwigUS2vj/7L9fVX/1V6eUw3ZarjqMERc+uO7FdnCeWFEJjGPEedeFNLPxt+0aTgc6P7O9DgBZ3wl4neuzHxX1kO2uxbb2236u9TwLFKJemCv2zWmt5egt83vmtfbvnP9S1a6lpvOxgfWjo0xvIJhQ2SuYdiy4UMJ6uGDxiqDb8jpH2me2tswpP8d4NG2Ctumvq3/xL76qtte4LvThSfaDgA91DsRol1rZKwAuwcUMfGeeaF8BvAPADPpe1kl2rLL9+1AAPwgAZ7HyNQUGtw9szcpqf29r4NOqAa2gDw7OWYxmfl4Wc9XXrnqNkFfOmBsjO0fMU6nAjUUspjKo00CMjvO+3X0srEprXNMkFHBa8gDHwqRatRqQsZ6AnDO9R3K+1D66CTE9bv94XBe8rvp3UQCPA8CZZ3cwfxZ7aO+b/KwJgPtK1VhkmAuQvA5dxT0wd7ccL/bnvVWDhHjtTfeRdCJqWjo/tNWLC8pg+8y9PPrqw/dSvrptynblXEehcxOi9VXe9bUlYH3sJwHuAAJn23tO5f2Hns8oFH5bAFzyPo/2r9HzagLYty9bXmhjsSL1mcvF8pxHL3PTjjs43+zzw+c7bBGd+x4E+8dlXegXoB6YZf/e58e3JyhxfX9SH2jWT7O84+pt0nEmHfehdd+v1wcsJivnMZwbuLaU19Xpnte0+48m4B3Xt6d9f66er77/HMB5UpMARlHwjl2ox5w4LcdvqwDO+p22KGda+z+4v4ev+2Cxx4O/95E3nH7+LQB+lya6HwCP2+MIAC5daSoXntTn7vvi4DvT2/9dzv7DfacFwB+urj/EkT73/vgh6qg9RlsDbQ20NfCQGpj5vT/p3WpRqbXqBjBLqKTqd0awqepLBSGx8DOUbwcHh9X2BrlxDU7ziCww8qHZh0EhsUF6A+/CYnPH9i5Vul0CyARvs+T21e61U11i0ym8+5ocs2xOIB0FqIF2bEAv+I4g8AUAb3aeXKRats6coabdDQBirmKVpCcnx/H346c7BCaER9eABCw5FzeAAQSDrk4jkD9zvYIKExgB+PsC4HyOcveQgJcBrUdPDLILt1XMHga4FAAbGNGiGUdTzoO8kNhD/+DrnQBwF9jI+lJd9vzb/TqILwSY43grkUdZe2Stjm9uUUKjJjvY045ZBZv2vyuRi1gl4Q6Qb3FNyHNbPdmdR4GMfSigcxa4tgg5WV4F6FCWRcCzZeuQS/mI/Quh5hZ61dc/pC0AmR1yxwrPQt0MOPUieUi+37W1TSxh07LZ9r0FjsWfnKMKxRffnkbb+rSoqi3UETxPd7EKnkPJtrRqTlXylnH0HnDKOjMHaCpEgJ5Yewdg8ykUWG07zy4ItQCD5KbXAQIAACAASURBVCE+AfRfGmEEmj95ymd8/+XzDiBNEDlXffm11td2MvtJVX1DHubb25Uo2+rGHDlBgZYc9+DgDDgC7AJebmFNLrA6OzsL5fMC9aoiMxSCAGCV4FoLn6LOXZpfA9Ym0Lq5uQAILdeLGehHMlw+uka6qzW5+zzY7wRMDYUL/WUTy3PV7FqiqxpU+S0g0vpcm1dB+yE5jFUmrgOyAn57OuytB5A7Qzl4dkZdUKlb2wJCLAgjwNaLhQr7rwVfsxwHRTjAUftpAXbctPKdyNFK8E+b3mNUlecCKkCg8FKoJgizTV2wsIIaVQAZ+V1r8Kqq8px+ZtsLOLUm3gXSRw7eeM1jjd6NsbzCIgMXGhTbYvejKlvVasKvtGJ3wYKnvom1r/DOmKoAeKlWvJb1qiqZy823/fGCfnCGfbU5aCOPa6gu6RAqidCRrmPXK/SLvMAp+I4x4kKGUG+ycMNjutjB2JdtF3MBcw7DLl6WV0WzwFTFdy7ESLWnhRayWyb3bV/saX1fB3BUqDquYhGIsJH6135+hXzojr7Ia0tOabu6iz0E88U2PsZDKK0T2oVWqM51qE105vxVyVu3rX3EcUb5XXyi6laL+bBiFpqmr3fabXO8UADHQgCVvIP8igLgVfqedeG2Wh0bpFVZpZWz49L282WdGNW8ZG5WHWuN2FZFQO5x3DTAq7E17cXDxj3r9pL+HOfIvp1DJcmRq5G9XKuSZ0d/+PuHLGLwWkCqAOfkiHk4Z2ducfNxGyh782afciN75/u6BxyzoMBju6DCxULmCzYMK2gtgN2+vsx+L7Fdtl+oVPMcHQdp6cwY29oIi3H363YC4DgH36mD/6rPL0jEvLwkcKd/sI+1NcpLufK4jrk55jKvc/Qxob/jXdjsG7oqrK/FODmnzi8A3X//txarH/2IuSV6z+AVwWTzHIZsO5VaWZaYkfsB5jJeVR8X+BApGWogUgBKY9f9/caCj1CENz9tlmHwe/NhuCxSKJ/2x2o9gO9VADcP1QLg8RXfvtvWwCdfA86yXjMXcMBhDr4kDUeoa73PS8DClFRD0AIH817C+TIUqDW1Gg3MJDT1XofFOLVy1Pm2zIdlTvO+TUeKYhPtXBmLwQKwJsTy2tF89bwu6j7CnJz3DM68wwrgBJY5mRU4U+BneV/APFdPfE31bObszVeoVAvAdkEWZU3Q64RrnQxKVurM633M9fzrX38KwKPcTdvn4saR14W8b4gy91eReT9Q1NiDYzXhYpbzrlK6WWdN0DGAiAl0+/bMDTXzKDxsAuBS1kEd3R+FLnWYC4TzQtVf/BT1WPpYwuehvmRKlxpyN8+n/N78bPQ6ed/3mmUv3ysWzFGiEXcOr/6jdV7qvVkf97VDs3yDcxycf9qrZFveAVMjAHi0LgqoLe8XQNvczzjYNQkAl21L/x0FvuP+Hi3DuPa6+17pD5P7UN5H5bjoL6rgGSLr/fsFwJPKXPpr6b9lu2kAeFodNBdhjNu2BcATavB9W0DXh/3egEMLgKcNhZz7xtjwP+iLn9lGLQD+MA3WAuAPU88f6ijf23z8oQrcHqetgbYG2hr4RGtg5o//5vpWBcDNOTldCawLZhcWhTIE1oFvAgnzkmYA3L9R4wEdVKYJRCJ/F3bBqoHXgcORI1JFKLa8ewAuYYrqwzmA8gEWza6k38HjuA7LVzvbwMr96+oAe9kbgkVnl1jzAhGEwYsAmA4KVSHCzvZWqNxevzoKO+FeSMawisaKdwl1sRf6c8SsR0DgWcqggm9zkyA+z5cvzUHL5gsEbgSxPlBe35wDw1Amb2hLB8RADamKeQ0IrkXuKvlFD/YPOL77FqYI5IyGkbdU0BIBLmAQSkaBZadDvtqFJWAxat6tdf7piXwZD67uX9Wpz7CvXyGbBZhoNQwurzZ2Olg+z1f/+B/uVAevjqtlzs0cucsA5YCj/Nt+TGtwrG53rnr+C6xRqSeh15Nn5ELm/b032uSicP5Km2q/4Z5tBxOXGhxDoQnz614Iu7HgBZLMYr26uj6Pwg9LYHPKAiXNYSpMFEhZ5/6tYlO6cIBaVTiyiaVrVKrnBeE5Pbnkn/0jlawrqOB8lL+5XkSpLKizrC4iAKgBw968vog2WgDcfPkleUMB0saAjgHtlhfxJpbgbMuJqbQUDJ11LkMhLbwueeYy2DBb/fz/24+8uwbf9l6fB5jb3iWQCVhUZen5ul2XHNHPvsSq28UMQPwu0FxVtftTcbwLfLd9Ig+qsEbYja1sRY5ev2tgUhXjHIGHUJ+qeAe+ngDzfa0DJ8U6iwQrzaN9DZC61hrZqqougMypKowgIeNDlfUbxwcAX5vaLVTEwithnqp2geCScEtLYtWg9H37rTHNWeD8RuTc1hJc0CmUEvCq1KkVk/WEc7SPSlh771AUGkw1T/By2ixzvt/+gsUJYZFM+eJ9H8IYP5z7IUDVuvemS2ArhHMfmyjXN1j8YX3ZCvHTOqNsKpNdFHCIEtNxU27YIm9cLae9oe+HckYFKee1vOb5uxggZ4XMRavKXwUmsI9PrqkTF6YIij2m41nw7Jh0LDivnJ2ooEWlzEKBOiVeH3CW+Tdiu5yDc0T248Cg0U+1m7Yu41zI7byCpbg2zwa5VSpru24Z1xg30Vfoq+dA3GbAOKwx6QfWr0reFSytm0qgYPsCbPan4jfzHzs31AsrVOEUCMdbs7WFpNb3QsdiQen5RN3zT3Dtfkow1+MaWLeQgnf7hKA0ldV06ZwSEkrWbefhrZuSDzvWN/hZfCch7gILW2wz81KXcF18rqqbeuoxZ/9f/8cb+uw68yrjhjL1WODQ47uOV3OIa+F+jBLchTFp9Y1tM/OHc7vXmg3a13zz1tHWFl745i4Gzh8dHwBltwIY2wZ7b3B7YE61bh3D7n+TxSEFnu/vH0XwfXbOE82gskrhohKbpxKOj45jgUUzMGo+YMd+LCpSLW7dMgbnWfhhXYdqnGvZNm4Zs3On1dbTTvXb/+BZXOdsK6+L/ov6FGJQO/NhL5o9cBJ49TPHqfAjtgt+UALCI0FxP49zzvOfBoBHH4JHy1DGRvSpfsNmwHXiq8iV3rOqoX3gu78Z2k/bGniXGshZxv93gRD3atzGvCIfsIux0hUjZoNYsFXAV8DcSC8wgLRFAdwMaOY9bx7Ba1FZyKKqN1XDzq9ecxPexD7D6SEVwHl/7qJFr4UDsNm/l+DeqiiSy/fcTzMH8ECZPFBC5vxWwHGmq/FvrwFl3x67vB+ODV6Da7hanjmazg2jkLHcC1j2tJvOm6QCzLwmFZVvzt3D4LbUW7ROPVEXCDc6F46qS8f1g1FAVsqboLIsjhqBrH23DYF0rfqut28CsPi+zxgTXk11ZdphDwDw6Ffy3jahXulLoficchkapxDuw2uV2GEzPn4no7DW3u/rWuBcf6WkaCh/N+u89KfB+Bi0ZbF7bm7fBMiTrmsBf3OdWV0XwaInQnAXiUZfKdL9umKbeXtLmwdIrR2BStnHlWPcYoHR857Y6DG2x9m2ZznvQuLhlWuT6qUsNCnHHQXo95Wn+dnwgoGBVfmo1fPoQoW7/XV4IUP5fBQQv+3t0TQgPFqOodobyXcb9T1l/EyaU8pxpimFvRt/n6/vfP83pk7eqrxTQPPEHMH3yfnftlO8VYG/342n1/+ElacPLMavCvAdrY7xALg/izQ2nza+pl0gH9gQ/WjCQ7fP7ab3j7fb3/e9dQuAv+8a/bj7+9T728etnfbobQ20NdDWwMNrYOY//fX1rQqsXneegPgZqimsWQEqPYDoy+dnAWqEDwvCMF4G6lcgLlrBzgLqzky8iWK1g+Xz1uYWltESJJR+2Mkd7qMEPjkECpKjNgDWDNa227GfCD0QPLggEaoqxguOp2/uwupqqMq+eYlKNpRd5umC2t2ssi8UuMoaRZE+pLMTmcSjp9jlus9ZLIyxMX3z5oDzIL9k2A5rdUze1A6ApytKEj4B6sjb6Ln6uwfWqlioJ0AU+gifXr06ALYl9Mi7nYSb2o+qIvNhTwXBl18+rg6BCacn1BcAdQv1cAHA+dBNwAw4cgCMc7+WX5glIN7eual+9LdWqh//YLV6/S0KVAJh81gNLwTBsu4Bdhu8x+Zdyr//mhvuANz+A0oQTzs+AjQTTFOBKtRVbTrrynmCeR5PkHwJqDo/Jz+tQJXfVRBv7wCgAbqpQkzFpqrGaxTaPthtbKJIrsUXB+T7Peb8tLqtZs+rx8DnWaCxiwSODjOH8PbOaqpgObbWwmenWtlaTvY9dwnUXiTfnNtfhJrW45uPWMXxyfFFtY2ltSpKI2b7e/ar+VB/LABhVwGUBnuGAxGz1fNvDjlfQDjt9vy5qmdtt+1rCXA8J+2ehapffp35fo+OzsNy+gILYcGZrGyR/MI77KcfoIgmp5/VinB/t++44Nznt5cvzuwJWD6n6jNUDgJQrWTpoyqFYw9B2C6rx09YKMA48iXkuWVRwJtXBFt5wBSOr65TFyhUBd5COlUkKj8OqZcMtCXsmV9kf0ItiKSW3ta/VrbLqIsvel3GJW1WB1ONZ3UBuF2UtxlcS2jufi208PhGBTe5sueByussBkj1gQA08/a+iXZIq29tb10EIMgvSuHms2wC4ASaqt5vmRcEbRLzyx5wHln8Eqp8R0AH2b/BqFXzqW4JS60Y7amZM1Rxhy2vpdUiMttRsBt1KHwFAJ8D8h2/WoU7zi8Yw5e06Sp/O8EYhGvCVOv+6MDArEFfPgPyxqKHCDwLmd2nAWBhM9bL2JObbzDKweqDa/sKYH4R6+poJ963HEJB57YCwS2g9RCwPpS0c6EqLWpb61fVuqzPY1tlA/tfj1VoIW0uXmU/y/T/OtVhHCdimvwzzm59aUeZ7e784flhV04hhZc2e8mT6PiZBwbrjm3dNANE0e5Wbw1/Y8oLAEz7Ma8a0HacuXAixkn8j/IH1dbiv6r+/Ken1V/+BYF+9rFAWgEt3efZiTbYPVT89k/H5gaLhc5JLh5dGzeBmIPYh/3D3QWo5nhd7KK7Zy5isA8wx6Dq9ahatnc6KLIjcDzL/lyYkk4VDlKVbELcNYCyZVvlmiW4zuhqjmMtyYs6rYBXVcSR29r+rwVpDSPczn6ozfgs89Ly0hXK/W71O7+7HYtVbLO5yCfJ71RIBLvjb69BaeHZb7f46+4rlS4FzTQVwncBsLkrM4CdbTSq2O33+5H4zH3wt5QxC9sC4AnN1L7d1sBnXwMDAOxvLiTDgeWbbqQNGcqT6xWotk8eBcAJU4ahnRUzZGPcUJU6hwp9w9q5VsL2lb8u1qkvkGVO7oPgGijnPX+9uKm2zi3XNY8rAB5AvQI3E1CW60RZzFYUzKMA2G1Laoi4ntYAOOfGXGxUZsbRYFTf4SHqIEF3LsrK+8M8tvd4WaZy39GEwAN4Oax6LIHycQGw+4Ni9YKixsQ/DfoVqBrlfwAAnpYn1f00oW4ZPHdgWbloNUbXTK0QLm/dBXUuHMu2zntXr7sjULHceI2M2lIP/e/Vt10CYG9A8p4+33T5c+lH5VhDx4yxMAw+R7cfB4DHwVZvXMcB4OZxByAz78XGAWC3byp17fPl7+a5j1RLY8FHWYA2zrp69FuDv5uQt9TtRKvqWsE7UPaOBx4fCgBPum+afLbDn4z26b6n/oQd3JlDJvTVScdvAfCUlmkB8EO77tjtpgOXFgC/SwW3APhdau3tv9MC4Levs0/5G9Pno0+59G3Z2hpoa6CtgU+nBmb+758aqgdoADIM3KhuUzV1DjjUctjA/xIKzpm5c8CvuU7NU0pQm7iP9stdQI5BI3Mvrq6uY2ssWQFazWq9jBIYC12telUYuoJ+HeVi5NohkCI87nZPAwYsL21WewDSZVSfFSDszZtO9eoAq9wLIABKThUKglTtS88vAK2xsv4G9acW0AZVrmrFKFau5Gy8ArgeHx2hlFwlzyw5O1EWn5wcRTBmnffMP6nlqNaqOuK+IgewQTCB9xrq3w4WwxH8AUAK41QJmGNzlX353YODg2jFLRVjPDWaO1NLWW1uBWWPyP8riNGG9gyAsUxu2ZfPDzi+NtAL1SPgM1oA1NDn1W/+nY3qmlynF9oVY7E8A0wQHayQL3QV9fQtTeQNo8d4/VqLVUDMIlCb87xElaiyTbWo6usO+/kCa2VBuBBr//UblHEbqPBQV3cAoQR0egBeWrjafULeV9TcxktOaNcVzvsSGHuujarQj/YW3rqfn/8scwXPqk7m78UV9x/v0JZa4mkz659CWulYqkpcMDA7h2U1OZHXsE51sYFg1/0L73awJH796ozvkPf2sflGe2HPKhR22wwc2M7mxFUhJ/jUblcL5MxFfI5KW2WtluQBeAHMp6en9EUU6Vi8nqAuvqQdvgIAm+9X2KR98OW51r4GeujPnKc5mTOYlDDNl/3fwMly2PAmJDRn7T591fPYRbnrPnxpMSzrEWJqq26brcR4ypX3Kl1UbKtumQGOHuzVyk0Asd/d2lbBKKxLAHboeaA+9qZnbVXFZA3I2IeLDQTY1ET02dvby7C3Xga4ahmsGlhlunEr4ZnKEgU351jgLtlw5l0GaGasjDy6KCuXtRrnvIXKvgSp5nHWAtf84O7LtvfczlF1OraKY1PcaDtgAigbRL3FhlxLbRdcJFReRg27gbX3KZC10zGP6wJgHziHHfg1QPz0yDysqexP20OLpl1xKp+3tlw0kZNnKGg5f9XrGxu5UOD02MULBlqFnLZHM4cv/Z9xeNHV81yQq3JY9XXm6rN8Lpbw3P19AQeBeepb9anznXby2rwXCJvwV4VrqsjT1lq1ewLuUIBH/t2Ey5mzNgGrtugCURXuBss8xgXB67S8NGeuquFUkRrntm/Yr331H2j4TAVxyfGbc5eLU+hjzGn2VUFtFzeD8rCpErgor9wuLLHraHaJmRZIaX+1/1he29KYtX3I72VAu1EWyhX5hfnJFFv95A/3UOOvVEsqqMnFbvDU/MLH2ParyF8jb7c51E9Oj2PBjdb59ifLs4I1dCzaCLCN24HrCaIidFFQ0TODWn8DFfFJXFu0e/c7ggCvRc7REeg0jzNzhPbOTjbdc8YLCzMe7T6JwG7koifHfL9DWbdsZ705x+sKEMcL2F7GD7Mm+cZ9/7Z6U/3u7z6rfu1v2Z8MOnOWLKgoKf1iTNYWplHvUV+DQGoBvbZpyXvZD5Z6fazjoE21WfaAuh/UALj0iVGwO+nBd9p2ozH4Seqp5qKoZrm+79/bB77vu0bb/bU1UGqAeTJ+daGRi5JY9PhCdxsWCtaY0/Hn/S93SQkshaL1qqEyL8ceajcCnyF0BRLi5ueRWbX/3QR0qST2Z6ht60VS/bmNYzmf67QTc2I9j5a5yOuj94E59w2sngW3fi/divL4bjcA2Lmt2wRcrhXIBQqXuabsJ/6u59miAo4FbjFn5wSdqta8iMZ+6vvGcl323irLmPcZffDd/85gcVYT0DWPUQCx4DhTQAzAXKmzprpzWEV4FwD7nWaZm3Ps6HxfQGPCzbuKSReZDsozUBSXY0z6LNMp1Olj6pNo7r+cV3OB2mi+1qjz+n6wXw8PhL/p/JLPe6XtSjqjsi9/Fovwch6jStg+PG70gbvnftfSeZyithyj3FMXUe8kcJxt4r3xeADctIEu+x5VADfPtfn7wNp9ykKwxpea4PfhOYJHYP3EiH06A4zud9B3HwaiBuA8nZLuWJLX/Wl0Qd0kRfDURQwj/XG0vkcVv8Wuvt//pwDh8QDYd/NEHq7QdU4Zdkvw+7+yCuC3tJi+c5/aKoAnTS1D77cK4AdV0z0bPXx+Ht5JWWjzrt8fX6RP7XmtBcDftX99Wt//1PrXp1U7bWnaGmhroK2Bh9fAzB/8ySAkrFpJwCPEOyMg/xx72NmZFYDnLbCQvLTLRuOBFigGzk4JsBPE2d8HAF9rp7wWoGkVta/K3hmCLKYLPTkRfgIo+e4Z8MngutRBwd9F5KzUsnUB++absDKGEwANVBrOV//PXx5UB0BklcUHxygu+d5XXz0GUF5EvkaVlc++eBTlOT7pYE+MgpH9mTdUBeqhOV19BAI0bmwCAzYkupJuQGTkIwasAZ+0bn718jAempawo90ABBrAigdsAQhQyiC9Aak5pIpzKNP29/bigenx7uNQPHoer18fBlgQmF4AqVULbmxsRm7OyPkKNH7y5BHwA6iN5TXYuPrn/3yrerQFWLleCovZ82tAUCh8F6s1AJV13jnW8lRIau7ZdeAruXHZ7qJ3Wu1ubgNugZIE3QRogrFnX2CjiipQlbFliCDUzUL17bdndfnNB9oDuGKrrK01StJXfHYB6FkVdHHcFWCXeUXnl4HfwJDrq7TOPjmyfrWDvqKMgiaDaVrdgSKXzSWsdTJqQUDxy+eqjjuhDLaPLCxqtyzJGkjW5udQbYe9rn1oJXINLwHfvC09pz6KLZzqDi2UzWPr94VRXSyJ6aYA4FRlb+0CtNcp27XAX1WtyueFzA3LQdY3OS/6mi8Xnmvhu7+nkpf6p9xb5Pz1hvHwEGUgis8VTuaE3LvCGlXv65sos/n6PosdhFZCn57KaiDt5iZ24rAmFbqX2sRGQBTVoIsrCNzZ9ltbOyhezQlLDjsWAqjcDhiuDSOq5U0gqwpX+4p1f3JySh5mIaG268DxeKY3N55BURXrQn3zP/Nd+r7fvaTvHx2e0q4zAfCXWCwg6LxEsX6GnbrwTWhmIEVlvLbTjp9QjQr7UeSenQourVPaGoBvOwg2HdepKqfcwPid7e1YeDD0suEylhDWvtanIDY0FGzqfg+OzHWsohiL6/Mj2gnVJ7mf916pRM7AhRbTnusxOclVe9oPNjdXQjEeCmmKYHrXCyCnFuM6DHROHZ8qoLWVVKmc5+V+tBUWiqtqRvcdObyFui4qcfyas9jzFEQbqJ2d51xp9+srQanjyEUHKkMz/3DYgLMAIWPIJThOO7Fgo6hodS8QeLpNOg8YCDaIRdCU/azTF60f+4sAOSG0i00yV3AohGOhRC7O8acBZiG0i1aExm7nXJWq1Qxq+bn7su2EzZm3UECddev86QbOMToNWJ+qXWNhQv1caJ9Py3z7r+OQOSfyQWfgtgTetVwO4M3EE32G/nDEwo9/868PsVJcwyLZE3E+ZvEJZXF+EtLGYoSLTrX7eCeuDyp2fX+tXpByynXDcbBAX1Xhbr0I4j3OKvPAEk4DKte1eIxckBzbcRZK4VCtucjAsV0gQeY7NLd7UcyqAI6AIP8tUYZYaKFbBXOHoNv2veSapV2/C1Ty4UO1/W319Ol19bv/ZJM6lYyrSK4jh7YZbZzAIEdGBhprkKxrhEq4Rp7JYqmaubYzWNwMvI0L0Kd1dwEBuf/yauYXTn3e4BXipvLsz9ujn/e3bBXAIzXX/tnWwC9fDSQCHmDgN2+4r8Itp9jhel3qMR+KgAf3xPWCGOewuPdNqFpy+fa8ODHHNBe2NGsurh1ci4rS18/CFaWGqQm2XJQ6gIt9ZSzbhG1/DVb9rscXnIQ6t54Ihdi54Ck/Hwc247i1c0bZjz/zelcDwv4CqViJNAROvfYMz63W48AyOSGx1+3GhMs7Au1RcFz20wSDQ6kj2JcgvqR5cPtJwbACmvMc7gLgsarTen8PAcBDQNJrXV+BOwDA4wCnZW62YzmHZv7lUaA2CoAHILNWUY8BwEURfF8dFQDctJAuAHhIwVq3/3cFwM1znzSLTGrP5rho9pO3AcCj42/aTPa2AHhSDuLpeYEnA+ABrI3ROQEA3wUYw98bPtNJALhsNUnNPg4UF0h8xxa9ech3AMBNdlhyDA/tcmIHKnX53QDwNOjbPPzDAfO0Hjf+83cK+H9X1W8M1pGJZUqdtwD4Hdt35Nr4bnv5/L51vwL4bc7nXQFuC4DfppY/2rbTnsM/WsE+zoHf6XrwcYraHrWtgbYG2hr4pGtg5vf/BMMrAhtp6emDg/ZsBm/mQoHZA4CoQt15pO0xVqOACCGLOUxVaaqsvESG+dXXjwBnp5mHEVgi6IicXwY7UEYZkCnK31hpWleLMZJQmZEz+HDvItSn5o/UevmEdLm/eIEK7HqzOj2bqTq9E/LebmMpWisErgSarooHmKCE1LpVyCBpEvQcC+9Q9ame07I4lMmhUlzAfrcTgX74ArbUG9XB4SFQAfALdxKMCOmEjj6AqZgMO7Cwu5sBNpvvV9ApXpa2AED59/rNG4DGBoEtvs93Dw9VzQodNkONdtLFohiL69ODs+oMSvL3/v5q9c9+B4CMilAQo+r6EJA9LzAHjnks99MFpAm4VDXcRC5Xa9AAyFW1u7MG1ARQAWKu2M8l+xBCadErDJlVlcb/jo97KDKB0pzwqspD4HlYRWPNrFr31XOA8pmQzkCcyslrLJnJm4lCU3tebbqFjt1T8ukCGbu0ue2mlXM8Lxl4A2KqoINJh8Xx3ssb2guIepRg6fHThFyZ0ypBXsTrwko7QVc/55Zd0e14z3pUIbi8tBrATltY8+sucewbch+bA1XVtvWx/RjVNIAcx+GAhKdYkwtq3Zl5Xe3LKjmzzMI3g4yp6DCI+eoF50Vhol74zg1w3Ad9bRFXV1EB0+4d2mgZIBv20bSHCta0RDaEBMCxvwe04/jA4d1HlLvOWauC3TLbXxwXWvgabo2coxxIaC/wDNU54GtWSXB/tGTQL+KKAfiAqXsC6uvq6RPzb+f7HvcSe+RzQP06uahZg0DfEhbmOC9BjrAIDsdc7I0ZqytY9goJVdIKtC5VgjsjqICuQbLtGzmKOWHtuuMxgmOau9k+oPrZ94tidXT2M+WtYE6gnhCR/oUaV9txLeOvsAl2rGSuZHAz5V5i0cC80moOBr+OetcVIEmzh9eCPFWYkbcv+pJ1qRU6fRaFuHm9l7H51uragOwSdZs3k3ybY6u+N24tEpOTGVGj2gAAIABJREFUzrFdj05kzvBYWFL3z4TPjjODzRnMDbjNBgmJUwUe9VarZmuhUQ3pMiCs8nUBoJw59BJwx5ioc1aXelPolGMmMiGHQts2dMFH4Miwlk7wW/p0jikWVQAwbxlULo4Iy2vOy5i96uOirNWeOXPVZrA4FnJQ/zE2WITQz3HVz1M8UBHbLrZRBihzLMzSP26ouz/56RGuAS4myUDKEXnmBamWU6AbujAXVqj4ZROP67gIp3K2O9xj9VDoF+wLlof20dWAhQMufgkFc9iJoxymHIPAXd2/iaKZizvtsdOq1OOZMz7mM8p8hEOE9bCzk2kJcpzlGPFzv68jQkxtLCKaDbWyubKPq3/024+qR6jZ0/SZY+ZQqcGJOdhrpVbhwhH0T8hhTuCr2vow2yyVLQHxy8KjhsK33xfcriFNKQClAOai2hvYjmZW7X7Q3OtGP1dgFmwcIC7H82fpV833hn5/zw+o7QPfxJpvP2hr4DvXQBMAp5vLbPXtL7hucD9d4caS1wG3ynuanBMGQDOvHdxju1jIxU3c0DQBYSlg8zv+7sLBUavn5snEnFjnER4H33Kx06AcOm547Y+FNU7j8Vzh/cAAyDbnUWFxXleGA6jus4BkPysK0LTz94Jf78XrGDc5Uc76+le28f3IXzsCgMvcWxwqmqBqFDzFvVFZ4FPbZXsfNjofjrNWjgVs9WKvck0v15lR+Dt6/s32LYuR8p4zG7+f49j7Ed+nzafN0eOA87j3xsG30Rymd/pCuN8MbJ8nwt8JQKepZi/nq11Hv23q6+X3AYBLGzx00DbrdRSoD/rOZAvoopZtqkqzLYcXJGR5JgGv+5W1zXIV2Nuvxwed6F0AXPY5GEODOWfQb+oFGo37j3HfGxSh9N861tGfx4YXSJS6aebHbrbbpM8H89xIPb4FAI5H3hHpcRMAD9XUAyHn5BzAd9s7nqji7cGcOG5+aDbrJwWAH1gnY7vlQ4Hv6JcnHHMsEH7P98oPGm5vudG0ub1vefSW++2PlxYAv2PN9e9mHvj9cXP+8Fh/4I7u3Wx6f/k+jvLwfUx9fn34rj7Olp/hnPE+K+pT61/v81zbfbc10NZAWwPvswZmfu+Pj2+bebR8AlARtbKi+vGiOukAzfhdaHF+QV5PwMM8FGx+XsXqJUo983qiigW4HB6eB0DSLtYgu8GYHopNA/+qDA0jnZ2Sj5RjpJI2c3v6t8q7s1PUhoBFFcGzBFFmgW8HlOHnP7uu9g5nqw4AmsNGXsYtoOrh4RusgbcJ9GB5q5oTZWaAUqDNKqDVh6kuPsS7u6ozyaeKangb1aIPuydY6GrPvLm1EvBNNZ0qsA55KS9R7m2tbwVoOtgHEvA8tMSBlxZXUFGe8PdlHFfwNj8DAAWOHnHuAopHz7SBwzoZ4vLm9SlW0qcBr56xfSgo3XbvsFrkweF//VePqlUg0DXgSRjXhejdkg9T4Zr5TSN4wwPkfORDVVqmmhLYzFNdD2WtSm1zVq4AJuGR8bkP/ee0yxH5nCvyb2LWHMEbc/FG/jXgnRbSK6jYtrAvnpnN+jo5QA0KZO8C8MDRADDyE++SIxg1dgEMBrCugWwC1yMUzOKDFWCy7Zw5dwlGcH6bO4Ap2rZ3jq0wAOiM7bVQFngZRMy8s9mtjw4uwhr22ZMtVJkGzhLsCZt9Ce4ODw7jnJZXyPU7txowWN5iewg9zlEPC7VVGu4KgIGo+28uI1+nVsuWTdXITFgxq+bWLlp1rErRLIdxQM/r4I0W3MJ9+615cA0SZm7VksdVMOZLQGsOaq2ShX758K6CV6iYuZRPUZ7uYgfePdUqPRWiM8D1Rb5QlA9RJ5yQYD0t2hIEawEOZwyQqIJZRall2ohcvcDf/V5YWavKfcRCgAJd7a+n1Kv5aRfYxwbK51DlRz5jR3eJ5Lo/qw21PnUIk42+enttDuwbFO2dqGP74cYmykfOU8jsuNDiMKyNqUCf4bRjPiF/tOciIF7F7nm5VsOW+rV6bFbHieoeVQbXV0so822f3Icvb/JUJvtyAYfzywr5eO3fEZDmMxc7+EaCw1SvRsA2AGluu4wCWvX9BVbfjgudDNZodwMcYUFY2h2La+tRlepcnbt5YTGVxSbJzTrL7R2G5lT2+GFZGIHh/Exl/zx9XAhcVMB5Rs5zCTwTGgvRU2ls/3P+0Yo+QK9tHWomy6NVvsDQ+VYFceYnDDtxAttaffuz+VJN71ziQhiD7Ob7LYF7204rZ/tR9jnKIQyO/MW2rWBaxbNqo7QLj/N38Qv1Yjt3OHdt/I0RhRLZdqDg1v8i5RQAXwNLL5m7/8MfnSWoZwzSvRjHLJxhccDO7hbzXK3y4nsuCLDfec0x57H1cLQvAPaVfdXPQqlNv7FN47oRi5awL6ceBMPWkQVzrnOMG+B3TJ+e6p6QLbG9sxGgfgCAgcK7u31Lf+1FXdSiSts2dk50stJS3LG7SO7fX/tbs9UPsdlX+7wcCzSimnL+ZQ6KYvlnWTXA746XUgb7yVUNDfzuOJvnErgbBvtZz+UhKNtl0I+dC2Me5q1YqtQACO7P90N9Ft26BFDrWq5jfiM8pAXAQ6Or/aOtgV+uGigm0P2zYl4gM0u1f5jw12t2AcBeH8oc5vUg55cBQHHxTt6nJqhMMDe4PhVo1QTABRYXR4QmaBssVhFM5H76OYPri1oAaG94aiBbjjvY33Bu1rRZzhQfoSSOxTf5Xszj9X4zrUNZQDOAzd5rxIIgtm1+v+Q1dh8u8ImyBgQeBsxNqFW2aYLg0g6j8Ld8b5JlZjPvcrGJzrqt74tqtXKpv3FwsRx7XJCtQOA7lrdDduCDsTG6/2bbN62e74Pg5bo6TvXcB1M1gCl5fwXAA0jXsF5+IADOTtD43jsA4CYAHa3LaUCtObt8XwC4jLG818hFnqM5g8cB4Gyb8RbT42bB6Wrf/FZZ7Fb/NbSrUnf292yKHPfNeeG+Ohr93mDb7waAx53vuPfuLGJ4BwCc92e597K/XJ5Z11jcXNbz1fD0cqdI7wKAbxpz1kx/weD4Gvg0AXATlU9a2DByPu8bAD+0A31i200HLvcvEJl2Oq0F9LQamvb5lAmg//XhOMFgrw/9/rRylPlq0nEe9v3ve6sWAH/fNfpx9zd9Pvq45WuP3tZAWwNtDXwuNTDzb//T4a1qvLCsJcAjQD3rdsN2WSDT6QCZUNCpvBS8mR/YRxHVkOZYDRKA8lOocAFIEXBq02k+ViHWZQ8rYhS1gkuVnNe9hAda/u6QBzcsZQFG19gxCwrOOXZAXMrz1Ve7FeLe6ic/eV394jmwIsAukEBYp/yR4375w8d1HmKgLlDSh9awPCXgcQVZnUf1+eTJ48jNe4LqVvtmYULkcyXIcwwo1ZY0cjYCYr74+mmc3wXnurCwXL16hQzZeySgWAInf/SqLyjb2dlxdUH9qCg2H6dQen1TyR5qaUDq61eHUR5z/j59uglYJGco+z3Zv6j+ye+scf7X1SaWoxuoyoybHZ5gkY0d7stvZwKGL6+aSzZh47KKxVqdLfBQNerDuZBLJbJiPIG86tYu4OaUfa0sb4YFbYAlHkQDnAIlBYEL81fV0y82qcse1r8oGXzq5N/Pf3YOtBdkoRDeAdJzDCG/+3j14iTsmp883QBMGjQz77GqPIFJqlZV962iJEV0GEGy4CLuGqByeNANa2Uv4gbJBKqvXnaiTRYBxruPgMnmqxWUsb+A3bY1/Uo4noEjURxQN+4zVU2nAvjpkw2gd4e2FuBgGYs98v4eUB7ilblRAZgog7VGPgR2qwDdQuEcyl3LyXFUjHeOhIf0b1S9Bjx9fk8LwcyHrZrSV7FpXsEG275uzM96dTvHgcDH/jzHcbWG7qHGNT/zBmrSeVWSwlDOM61i0/b5GJtzv+97kZOXflNynAneLoV12HSvYJNrPm6GCvVioNL2xJJ5N+2PTzuXqJQZg+ToPUR56fEWgd0eu+9aKEjlfK6pZ5WvWgCvk2N3QaDFw7DFP+C7Kvdtye3tuarDmN3cXI5+JohUde0K9WhfuunRUQaNe6zGEIKurgnM6kAx75+cnEc/MfetY88x2btaZMxoA8+YARIa5/UczKssxFRjv7rmeE74GgKfKLtKfxXCzj8JXQ0UWq60stdOm7mI9j851iq4YrGH81ACu2b+P8fudQBl7S7zfAT6AcT5GXCZj1U295jnTlGA207R71Ue10Fk4al9QPDYX1TTD6YIdVHI01HMC3yOslTLYuc/LZAdN748tnPpFXUYAbhQr7tgxvy45kpmwQOLIhbN9av6t7Z7zjGWcF67bxWvMc+xWx27bff+Qg4D+1GHOCYw18ZxqXTHhAs23E4AfMlxfDk+De45VgIi87bb6DYQtpQxfpyLANWCfM+Lgj0nn+Sf/skRfQ8bfJwktCaPhRqhlOesnAsACcdYnbtoIOZu3jdnu9eXMn8ksHchCtb6jCMXTpgDe5nzW3axx8FejFH7u3UfgftQ0iZUdy43/7PjzRQEqywkiUB2DTA8bsnp7sIhlcVHOEIsLGBdf6kDAJbQzk87K8zPZ9Xf/c2Nah2rd9XT9kF3E4GwmJMGKt1YNmD3VLHdsHyO/Jh1kLlpLdh8uDG+Vx5ey8/sL4MHdufQUEx7VLYPLbl9McqT25UASxMA5zcGqvGA6flmf2FO/ef4Hx9wVXL7wHdvS7QftjXwnWpgFAC72M057NjFn4fef3o/nw4Rzq06T4QdflHu1IFzr9nehzYVgTF2vfd0UUqtDI45qV784wKlUO7WP8t81RzzfRVwuCPkLFUs8wPcxn2oC6JIlxLpRXIOtJx5rIFtcylbgY4uGoptualtlrtUqOcbqz95eX+U7hu5cKsJpFzsFw4YtfVHgVbh0jEmHhrXJ/dRK3tHoXCph1JXsViOP+L+ot7hKEgcB4Cj3FohjbxK/Ze3x537aF2Nfqd8N56bAjRnbudmGw7B/ICJRY09yCV8HwC2Tr1ujdtmAKJ1VBlAnnH1k3D4LghqLrzqO53UJ9aEuM3jj9ZV2a4JuJvV3azH0fcH9TE5aD76/Ty/XAhavj8pB3C2/6B9mm042n+8XxzXH/oCvQnX/LsgOfcyDgaPy0msA1DzdR/ojXubCWB4tOx3On3d/k34PAzYa0vxPnDO/jK64KF5nMFCg0Hfuk/Be7dM+Vze36e3kD4LNgBw+eytAXA9L/v8Pv6Vfa6/4M952uO3CuAJ9TWpGscD0F+W+9bp5/FQANzswYO6bAHw23W3u1s/FOBOA7MP3c/Dyju93zxsP991qxYAf9ca/LS+/6n0q0+rVtrStDXQ1kBbA29fAzM/+dPbW0GQAXAhmUEclU0rBMoFHtrmdlWjAgURxxIYFwpoMdYDAC+nSo6X4Ohca+AOakJyjaoAXOKzOcDU8grKTgI1h4cnCYB5Cdd2yNmqitUAh7AsQBuBlh5gQdCxsT1PDlRsoH9+Xf3b398jp+RqKNEsXxwV9dcjwGqH43WwSV6Ecl3fUEje393diXyxnRMABIH8M6CYylzBzw3QU1Dz9dePUYdhJwwkFYYIgHef7NYP1gmJtNE9BhzfhjWrxxaIqdDkt0UgGHQv4CAg5ejoEHtQlagCYC1lNc6bqx49WUVJK/gBuKE63t66qn79b69VnYMZ4CpQUTWCeXbV3vLzxbcASvIIP3oG+AS+G/1ZIVjl65y8t8skQl2srW5vVHWGEtEcw8WWmYfIWyyTgWAGsULByP23Nrf7b3q051n1GFtiAf0spEHQaBDMJcaHB7PYYV+hlJwBAKPCTlQT4O3Vy4Nol0WVtxH0MRBhWRexUV0NBWoBjN0TA3OupKf4WG+rajw98jsUpIb0q/QLlaeCLCn8DnmkLcbB8Wm0wQqfL9FPhDwqK0MBWvfxeOzgj719chdT9wIxy/LsKTmS7bd8Zl+9BtbPRU5loHadL/T1Cxc2dKof/gjLb4N8AfDMb0we2ROJzQ1Qdy7O39+tXzcL4W8NZoRfe9jUzlAH6/gSrwHupT1CM613tUTUOjjDb6nkjv6TnJ3+2KXvnVbPHj+JLQSux553BCrME4wlM2NwbTNzvhrjUonTRUEv5FteWgsAl9aM5ufL3MmMplBIVjcEN8n7bHm1fzafr6Bapa2g1vF32TsDcNm2tDMHEPivYrEcVWv9kX93dsb9AFjN7Qz0WgJ4W9+2WYBsTlDg7YIDLZjnAeSCanPsqtrt2yHXluzaI0a/C8gLSOa811CZq9K95N8sbSXUUsnrIg/7ubbddPtQg5vvOIJSBKxs87MzrbrNGYzrgDCU34V9q6vAacrnpvvkAhduCoAjzsVGnQ4LClwYgLTT8XtKwDv7Zg07qSctoGMRAJVhcNd+mPbBCef6gC67dOy3qMMNqMVcY39xvorAcS4qiDESfVmbS+ceVbJxUvH5ojmw2ZfAWMBdYrjWrd/1fXPmChKF3IJBg8MGgR3HBjNVDbtYgd1HvVkW69ygdyq50gr6WpDuy/EWOaMTDKaS2HHhAoME0CUY2GMRgt8XVBclgvO/8Djqn+uA6F7F/5/9tMs4QVGMzbj1a1m0U140pzTbOE8eHWPzH6osAtzseIWFGpvmgA6VQx28vc3c4aqvDQQ63zrvCIrPkKylnbSLKxIAR97eMkmwnwv60tnZWZzL5gauEVqI8p/9Ka2ga0WFIBwAnIuUWDgwwwXIRTKc/KOd5erv/OZc9eWXzDWc+5zHqNVuM7ZfBNtyP33VTVFQhPX6AByUHJvOOyU3c9qA1zOcC09i+37z1LmiBw/yAuDyuV8Lha/zsrCEk28GV0YBcFOp0gLgrOP21dbAr1oN3AHAccX0ulNVL194b+X9rEsPXYQlDGYRl3NLP7JWOwkwwZg6oBmgKTmArdPi0BFzo3Me1wvv+513dVLx+aC/WCWuld7Dmhoir0/F0rgstnJ+jvnUuc77X/6zfAmJEgp7nFwgdRcCu0+vhVG2uE7nvN0EfwLlmzj+AG66L+8Z02kknUUKQPb5yZf3Czq2hMV0Deua/arUURMCj/a7UhduG6kY+On1fBIgSxVznqflKgvQigJ49PjD8KsGt41o6V1AOIC3Q2XV1ahRv3fOowGs3xUA++wQttb1aqd87ijW08MAuBxf6NsEwyPOuv1ieh2Muqiv483yl2OM1kXpJ/1j1dfs5vXdeyUv/c26adZ5U4k9Lqg5esxh8DyALpMCogXANqFrs9wPAcBl+7zfvh8QjILgSQB4FKA/FACXun4oAL6rBJ6kAM49O06a9TNqAT3OEroJgCeB4nE5fJt9rAXAozPG8N9vFfD/lC2g7z/NT/bT6fXfAuB3abwPnwO4BcDv0k4f/TsfcLH1Rz/XBxRg+nz0gJ20m7Q10NZAWwNtDVQz//u/OQz0oAVyRL0BsQbAVQuq6FoE+ERICOigsu/sBMUWygBBxMoa1rBbqqAEfyr4zCO7DAw6AfwIBFBqdY55Ek5bzWoWEFivzH/yVEtkc4lyDANH3EdeARYENPGwH09jgI451GE3W9Xv/cHL6vm3vAfEFQ4IMc4Bmr0bVJFQjhlAlUGZmTlXy19Ujx8/yublue75t/sBjlUJWs4TFHyrqxsBfp58QYCf1/7+cShnPfIWltGb69rHCgEuAATm/F0M0GX9+DCcwI9AGWDh8WPy+NYPHy+evwlgdhMwiSARQGljqwqVo7DJqMA//WcrBNiAbx2AlM+dsyoUr1FGYu0LJNzD2ncbNeeaamJsaQU78Qwe93AA7ptU5C6R0zSOBVw5x2r11ctTVHDLqJOBWqpRrdNQTBo8IYCDAtkHbq1db4CDAikVrL5uhEoqn7vWK3bL+iMbFKFOBadC8gMUvClkG9xMXoe6AzX47iIwPruQ/2Dy7CcBVwcgl6vwPX8trLW8NZCGfSsLDtyfUNF80Qvz5tY1MCiwsjV61e4zld9G8mq5bhm42hUCBg8OOqivAY4AKIF2KEXqVHCpVnFf5he1f6+EhbdBu6WF9bRirS6r+dnlau816ndyBttvN1l8oOWxFtmC1FCwkDfZfiRI712qADVASK5QIKR5aHewYVYhqkrRAOeqkIuqOtonNzFwVRhsNXTPesAo1Or8t2AboGp3ENq/VGkLrwR4KhxVU8P7I0dyf7W2ULfOcRzwkJNVYajydd5ALCrXq56W6vYZ7XEJkDpM2UeoeYSotR22uYhtk8xPStCS/K3bwnyAsTlQr1FuuiDDrmsbCIKjje0C9bk4RlKobr5s1NcsKAkADEwu4gw/Pz4yv7JKHfdTq3o9b6DgRW17rk23Ku0IxLpHymUgVrgs9LxmUYcw35eQXBtjC/LkCQtL6qCb76hszpyqBpwTZrpow32eAtGvaT/70wKwdRFQ6eKVcDBwXNGuGXhlTnRuC7tIFhDQnAJgFwMEyK+tJyOveIxPx2KC3XRE0B1AoJh2xKGcravPffkvrL+79Hcsoa0/21C7+rDzFkKe5oKYqN3IZ5gLFBxXeUxzR9eW1hHENE+tjVRbLGtjHOr52Djm2swv7vh0sYDK21ShC14FwL5ckOBCgxLYyhzu2X8871SMOCbcb4651fq7HcZ9T/XOgsHhxeon/7ZbHZ2i8kY9/vLlEeNiDkX5epRdAfIx8+v6um4SqvNPAxyvsWBmntzQUbU4LBwA8a0fx4VjN/IehwX+eixEsL0tj/Ob84cLFxwboVzGznuWudrzPznpMlf2Ivi/tYUrA+855rShj75C/a+yqMd0ABd8v3fJ2GCuXmAc/cavL1T/4B9z7bFQAnV1tg3V02BY2AlqVcidwGICi1T/Y80fMMWiDWfjLfuN3Og1CL6krUqQOXhzCV5Hi2WwuTwglb0VB4FmADwUJi5KaAT861289Y9xwfG33sk9X/g+yvh9lqfdV1sDv/w1wPWIua2DS8Wbl1zLcOfxb+dn7h4TatbzXubZzcWbOSfn9XgAvgbqOO/ryz2M18geYDOVw8O5eB3zLm4KtXE5Dgt2Mmcwd/csXPLlsSL3cGMe6+fX9RpVq4YLRC5zZMyTfLbEzYyLpSI1ihc891nvy59xzXYlVP2K67vAOkBsLpRyIVBBY3Ftj/vJVAw3gXDJnZvHSOjofUUBj0Xp3D9WX3qZaR8ibU5DAVy2K/PvAAB7P5iwuL/NiI1rEy6XBUvNcxwFus36HZ2Pm7mB+595b1Tnby4OFc39j5a91HvTGrq0VSxcqjtNLnhKe+ZcmJbPIaO2uwUQpwtIw865PvDQ55M9cu8d5mW/o/vvX59HoHizX42DwuXzvuK3fsSaCH7rBRDjIHXZVxPCTgLB45TRpe5zP8M5hkfBcrMtm8edpAwerdRRUDxo3/qetzEOxql3y9Av96l3VcI51sYtaMiyTFJw3lWMN8t+nzK49OdxfXNcpyr98W2/5/b3l9KxMQzu79ZD7qH/bFnXSLlvzIe9ya93HD6xWPF97Pdum95fQ1PvL98RKk/d7/2n/9l8Otq/BgW/r94fCo2nV8PnqiD+cAB4ykCbMr4/9378PTziTu+EH3OLXzFA/Ln3x4/ZVdpjtzXQ1kBbA80amPl3/1E5l6o5bEPrVfxa5Qp7VcweH3Zjhb75DxeAdVpidoASPhisAKfWyS9qWOiS3WjffH42H/ac5mMUJIcySfUwxGobReWTLwCLvFQYHB0Ju8ylSjCGfav0UykgrEG6mc8eQgDAzcu9qvr3PzkKxdsq5fOhX3XuHKTkBOtehLXxOLTItmvrS5GPMx7uAEfPv9mPVftPnq5F4OeAXMFzAALVg6sbAmByE0Msr67Je0uOSA87B/AwD6pwwHp5+nQ3wJ15hN3+2Ze7ARf2Xh0EbJ4BMHr8F8BmId+S0mUVbtSrsFMFormUf/MfkD/yh9iWviIH8Sl5JJX3zaKChdlsbK5QD+Rexv7ZvKdrW+bUzXxNXeovcoYCJGerNQ08AcAAsVA7zKNc5RzI1yxUfSbU5sZAOCYnMvhfAjEYxEad245HAF0hxg7WpvOUMXP/AByBYjpsHx5oSaxqUWiX6kbjZELqEpTxb/OZzi+Sh/Yp0BLYIrCR858cC3Jv6Q+nQDtzeGrJm4pFoeTWrsdKpd4ZfaqLFa8g5IKA1zXHSrViVe0+RXER0tvSdesHCCAL6YFj9fb2Dn2UrqU6USBpPab9X9oVmostgg2UYQb1uq+Lc9pYmz51tPR1YZwq7bB/BioJgwxqCnDNGTwDpPcG5AJwpq1wWAATILQfmlt4Z1f1MarmznkEFGPRQw211tZQG2shDMzrnAUKjnLNBbwLzU3sO6BlHbAIBYqgiDKsoabVktgcowHChXY0l0HaS5Sqs+bupa7nzQ0LiLsAwrlQI62KTTSbuvkAhyy8CJUokJczVXcaATUnggzi9iLPcOAwgr/2BT9T7S+YdFzYh3QO6ByfhK13hiISUNr3XWwxCoCtM/uDdaxSXtAuyArFP9bk2joLXYs1YoB8c8tSD4MAmtbMmZfaPNlCTIOo2ofH5pQrmtnSlP5Sk7kAfPx+gDW4IN+XbSwUFUpf0v+sb22i/a6LElRTR45Z5rIEddkHHePaFqtMCgVnKIPSctiX9eB5uZ2KXu2su+STTUAsxE5LZ3d4EechLLUOKQ/tt84ClADazJNnWIfHnORxYhzkwo8IUscCCu2a05pTtwWVyiHopzJcuGEAOQul4jnn5VJ/l/h/20f8UKt6VbxRL/XikVyM4Xlkvxy88ncXmkTbcL6rzFm+WO/BuHLcXdDOq9VP/3On+pu/5vvMzfss1lhl3OzsCHzZjgpSgWsgf2tznYU4pAAgbYDQ1gUxCzodAJEDANPvDYLbf0LFTF1tbeoAcRoLiwTCqoAFBLMzK+HAYF25WGd+Mb3Dz0xpEHniZ3BBUAnM/sLu/JBrDwtvdjZjrtbpQDhrxR++BgAz7/6rf/mIxRiMEaFtPy42CHQEiHe+pRwFADu3ZH+9GxeNAAAgAElEQVTI+jKQ3wxIuuimrsj8UXegYgsa81ad61er0ZgjapvARmP0f80AtAsn6iavF0A0tw2L6GlxgXE7H/NeC4AfWFHtZm0NfEY1UPtCkMYkXVGuWYgYThAsECuLHWO+qkFrObXIMc78PA4AF1BcQKqA12v1JLA5gIgFmOayllzQ1JjA6l/df5kfm1Ud17+4dg/UwpYv4HENgJu5hYsqz/0VMOz++vuvoVSkP6gVyqPzoNcVn0HKXK+KdfSV8C4n6izb3Uk50geYxqTxeVFD9+s8gGjek+WitwJ1ct/NNmr+XgBfs+yTgOakrttURvYtlRvXHFNcNF9l/+OPM7CGjnJzQkMAuJ+vxc/KdXUYNJT3re9wA6kfGvpgtbESKkD8SA7jURA76e9m3Zf2a/4s5S/HjfvqaMO8Rx1VnOd1O0FljI86MD8JAOey7MH9wmgd+/f3BYAntX3z/ebis3GW1JP28VAAXIBy2X4w/rMfjI6/ga36wwFw8xzu5PIdOYFRADwJMI/bTzOndZY9F8wM96NpaDcLNG2rFgC3APgh4/ddt2kB8LvVXAuA363e3vZbLQB+2xr7tLdvAfCn3T5t6doaaGvg86mBmX//54EIwzZ1GYKm8s/gtdac5qk0h2jmSyTv7Rc7oWxNRaUr8rVLVc2pKm42FFcJMYC7KLm0YNb2VsWqK+m3H2HZuWauSGxiVW7uoygGWmpXvI0969Y2OUwFL4Cg2x7wGUBsgHxlG/wE0HvxDZa/ewaNFqsjVMY9gO3OzjZ5eo/4Tj4Qb25ixws4yAeqG2CPhBBrUyDSGipcVbs3wKYXLw55eKJckWNzYCeGUTF/o1Zb2cocqZG3U1izAqTVMll7bG1jE6q8Ic/v8tIKkEHJHg/wwNiDvQ5/r1dv3rzJPJEcaZaAxPajuep/+ZdAB7bbf35MjjVgWazUFwipvCS3LsdUkSlJ2HlM/UZQwOO8yZye1Ofc7EoA2RCN0RaCPa1RhbGWd3PLXLBA9w7tirLRWIEWsYIhIUnkEQWc2bYLgPDNLfJiav1LUYuFs01+RH5kkF+c5y31pkLUoJYKw67qRmuYfRkcnMfqe3OHoFrkgQOsCuQp9zH2rhngs+5QcaIoPQVWLxBI/OrXhDvuxYUF5q5Ny+2eRAYFwRJW0y4GsLxrwLLdx8CaCOD4b7Y6PDoGUG5EQHIFyKZi9xKfcqHWNjavoZSMR+SMSKnyNA7nQgQDCs+/OaIOlyOH8JdfbWQ/FhTZZmHrnTllO8fALfrU5jbBuDq3r+U+0T6cz29uhIdnoZwVbNoTVZOeAfVc+LAJ2F+gwV6/URmvBbo5dlGdcJ4Z0gw9DNB1NVSYvrTGNngVSt4OixoAwDuPgbaRFA3FDOdhjuMewVZh7Zz5W3VrrPcmUDwi17FVqQV2Wl0LBrUzRJ1CfWnBXpSCXXLuqlgV9NkfV8lNrTW4xzk9yTIGAK4tkA1iXVCfZ6fQPj+lvlRAq2rVKl57R1XUYQHtggO69ekJalZA6DXjVgBqXc0DiiM2yjbanRdLZ2/ctazu0H9UQmf+u7SO7tuMo3p3nrI/rLPoQ9F6yYnrmFGp5FwWQIzvuW2qoh0nguYE3qFeBZwqWil22zaiuaftSy5ECLFOwPksg+pYQWOUyxHN9ip3/RmCG4Oy1InrO1TeWx7V9b3IXZxKa+vX/blYwoULsQCBCp9j+wXqRzXrInDdLndJ2cN6U+1mrS7RoUHXSfdtfulz+yCqVlXa1rfzccldqKral3OZ/dyXAL1YVlsHK9gp1y6WWd7o/wNllAsJwmabeop8zFavY8zgM/tz4VDsFzW3ubeXlrlOqO5ijv39f3dSnXOOl4x//xb2L1OvM1xvTD+ws4P1PvUVebCxRVCVvUYfnKdcWp0fH3LBcPFGsGpV4eYad5GHqt7jAPUBgFHTL84vM7epGEa5D9TdJVe9amJfHVIB2A9UE5lL2/azTgIA2MYC19o21Nqeoa16gPuvv7iufuu3sBU3D3sdpKUnxPUpLEipAGG2r/JwHw8rfYVwgtwCaGMRjg0favdcBNMMIg4AcAEDuTih2Kqm3fMwVGgqggsAbgYWy8NwTG9NyUd2h+FXJlkffo1Zbdw+kI2rvPa9tgY+7xooM8sF1/I3r1nQZjoJ7+3N+eoUrP1xndfXOTQueS44qtW0kc7F65T/1XNgAagDKOqiJ/Orcx3Ukr8RrSsWzl6HB/CsXuwUbkUJTZvzWBOMBsxxaRsXLJ89vActC2kEqpZTQOhCv3TB8N61vtftA9X+Kp84np8XAKUThvuYqW2Xy+LEsJ2uldBNxeooAB5AoFxANSkgbD2X/L55TqmYbtZVUThnqgrPN1NCRP0L5AWpdd26v/LdrD8W3OpmUT5vtEGBkvf15HHq2yEQXDtguI8BhJ3uPtFfwER5St2NlrGZw7eUMe+NBnC4CXBHQVt8v1b45VcGttHpWGQ/HwZIDwXEd4FeXk+Hy1MD+vp+olnfA115nlmB9eU85+p2Gs3x2zyGv0+2gh52HBnXxuUZelL7R7+t7ytHFb+j5z9pH5MAcOnzpb5Gwe9g3Gc7NS2fm/NCcVaZBGht8/LZ0DiZQA6a/b2pOh69D8pFlXk/mT9H815n/ZfDjLuXm1RnzfenAeBRhfPd+7WykGD4aKVcuSh88muyArjcP47//vtVAD+k5prj6p7tWwXwvZXZAuCH97Whcfu9kcn7x2cE/+593f/9z/357nur5ndr5vf/rVYB/P7ruD1CWwNtDbQ18EtYAzP/4b/0IhRsECFy9XpnzjPVi2/PAhAsQpUMgneJ6n/x1Q4Q4yTsdudUHMIGtG8VQpoTVAvoFewzffn+/t4BQXxA3C1qW3KuboXSVMWvcAPgo/Xm/ixB+RMsXFcBiKl60zq4eyq8xQ6UoMscirg5lGmra8vVf/mzHrZ0qMawlp5HAavq8hjFsWo7lakqdQcPleRMRY0pOFgFDCwAWS97ndjuGtXqK+xIM7BVB1SEnChktwB5G1jYamX7CsBr4OsKQrkDSBAWWE8gjjjO1cVc9fz5cyDfBsBS+AewQ1m8trZevXr9KgEw+19buaj+x//pafUEqGtgSuu4/b3j6qKTMHNjUzgO5H7xmvpfivPadVuVm2zy8vnr6tmzRwEv9l6hfGa/X/8QBWooG2jBuM8D2ITCk3y2gBTV2LZJNDDvCd532a85N3sX2NrOrQJMyW9JbtfrG0Dl9iogrQTBbqjX07CCVgV8ASAU3MwtnEduXtWCvoQzwkYByzKK8EuhIDBKsC+kUf28uZmWwrE9Kss3r7StvQAAE6ALyZwgjFyelEVopap5njs3QfPB3g0KFFSU2Mlu7Zqb17qvATCLDC7NKW3O3lDIokTmidSA1pwKWesu5KCqwA9pny3NkqlbwRGLCd4AWTn2xYW5qi9Rp2ee14R1CTJVswgmhWZffo39bFjvkjOWnNP2j1AQCGT5z/2yDiJgphDJBRS9a/rtukHGGwKp9Gcg2hb1LPsxx+gVIEzwZ9Dw0WNArusl+L7gznIIf0+PgKWc5s7ThIMe7xSV+OkJbVs/Sc+Fta/W1dqgm1cb5TUKbG/gDXKGbSH/vXnFeHDJANsIpteos9rJOAC5SmzPSSW5CwPsz0csVPCcVPwTV0zI6dg3JzG5dAN2EjATtFl+wbnjXxvzAKcc0TTfHQDwBcFY61RYp8q12C17bPtRqrBvsecF5AkyqbdFFxVYaotRwKPQE7tuzQJSRaTqHuDsAocIRKd9cebZSyBtTuGbqzXsh50L8jyCJ/J/CnlUFjlPhLqX46rwyVy+ljnhcCzC0KaefxdOLRzjigUlGdA1AKvi1xzgqp0ttHmNU+V0xSKVUA25kALAKTAt1soBVUNNr718HZQRLjqca8DYjfopKpGbyH8rwQ/4yDRs/ull7bWZX60vHQush76Vv7utI0YC4nPG9JXzN++rgHbxgXXh/qINCbQTOo5xZD/SlYDN8lX3AS3UvXYYPPNzP7g4z+C7QJ698PlS9YtvTqu//K8XVafLwg1ywa+ubMacssB3VtcAz3iMHxycxEKb6J8Bc1X+6yTQjbqOeZprTXTGmM9YuMJiHHNJew2x325tbdAGSywe6gQ0t963t3V+SCVSh0UbzqEbG1hQR7/MBT7OVR4z51JzDHvumddyHov+/+F316sl5rJ5bbb5XtqRDgK6/t6rbS+bD81NpW0f/tIG9o1QLUcQdTgY6P6La6eAYdyrBNCagcNJALgct+ynBcBjq7R9s62BtgbqGigAOBeaXeHcoAMN8zH34zGfcE3QwtmXILXk0S0gVYcGF+55X+BCt7JwpalOdVtdFwLEllVd7s9cw3zH60oTWJYFNALbpvXjkA1/w5I/8gpTVp8hnMu9JkW5C/AN8Ow1NxXLbuf2lrlYPzeBXfm8aRnt9Vm1b3FtKYph32u+mpDXa+VAbZj3KEPbxj1/DY7q3wvgcruSM74AwwLLmwC4bDMKgOOaVUO7hPT3A+AsV7N8g+vRACQPMNTo9Shz3Axeo2Bw0kKkJgB+G3Xl6ABuXosHcPgu3I01zrEArACxAu4m/90EtqNlfBsA3L8uO67K8esqH95vAdvp/lNeZUFgE+xPmsgG+8s2uy/A3wTAk+plEgB+6EQ6Llew350EgMt+B4rgXODga9wihnLDOw0AT8st7P4HY3b47Ma9PwkAD/pFC4Dv6yPvai390H7XHHP3fqcFwPdXz0QAdd/ShOGFq2/bZs3tWwvoFgDf139aAPxdRten993PfUHCp1ejbYnaGmhr4Fe1Bmb+6C/AEWEt6Q2b9stpRfr6NYotQGx1q1WrNqI31Zc/WK8tQgUTc/G5AXOVZxvkdzTo4HcvUc4ZXBCEdlEybm6tBkAVKBugPyeav0mO4S6A7KpHfkcUYKq9lgAQB0cCV9SqS+uoKzN/pU+7S6qTlxcB073qL/+c4NDcRbX5BGgKRJoFsqi8Nah+eHgQwR6h3w52nrcEgbSstRxaixos+cEPn8b5HuxdoDpVqgpgg7Cp7K1mz0JxKKQR3rx8fhJQUpD5+OlqqAIX8cFNyELQSIvgw9M4by2BLy5TEbm2ukoRAKaci+htY6Nb/aPfQiEZT92uNDfiAAgNZeQF+0NhCgQ+ROl2sH8WQPnZVwSk2LwDJH75baf60W9sYCl9W734RfhdV8++Bk6EzZxBIfbHzgXbXYDI6al0StKQALSHXa3gUWWdAOSaehec9AAd5lUV/qyhuNykHcU2oXCgDsyZPMM5mPPWc59D6Sv8NcA3eEnSPJ8EVKp4OwBSYZagy3zSi6GuSKXvyxcXYTn99a/RdsCVTCQasjSKOwic+RB9diAAMjjTwxIbe2agl5BNW/FD4PCF5A5w//jRaihUbe8ASHFfXBuwUrYj8irfXK/QPsA8ylms8GapGxc9bGxgEf5FoKXIX/zyOVJRlOOWy/oNy15U0kJmxIbVKYp537fv2ZcE+AKdkp/W+J+AbR/1zBL9Vjtc1YJbqHznoWhWnzG+c9qzw2IHAwNb5AnWYrmOz0X17r25CNWottTarS9CmFWLHhGQFYiBykM17neEuju7y2E5HGpX+nYsWACkLQGyHH8He44BAZsKVN43VzflC6ED5RHOe67+scR+LlGAZn5fXyz0oOya7woHhWbXAE0BYyjMqf9QhRoUtTltgQCKKlFZ6GHuaXPL2ukpuQspVoSGtjNlFf4ZtD0+OY8FIUJd29EyRL482zNALQFljidADBVOCZyxsUFjbQdZYhLHePJEabt5f83nqwL8lrZa7Yc0ixAyerNtQvlVp5rDNxQj9I0MZOeDloDY87QPWi9+v4sS2YUBl9gaaMns4hFV5ZkrN8eGweeEfronMD+gfradivpZ+Ot5ecwcX5bHfmwORoG2fT6V47bDvPnZmYOsZJW615Q3FCwqlM11zZ89ZPjaZ5f9uYXgV2hujmzPSyCtan+ZcRp5wimvizouBNW1vWcsItDSkkUcmaM9ppoYsh5W227hgDmKbR/rwgBO9iMsl1H9ds9mqz/56T5zJYp95r4O87G5w2dRQqs2X6A9vcYI8c+B0oeHezEfb67ZfvMsNEDBH/nW16Nei/LFc3ShSHkMTnX2VQBg571Nrjdac+vc4KKETiwISnWar/zJggfGiQ4Mp6dn1RrjQUvtK85rnoUnP/7Nm+o3fmONbAQ6VNAXQ61W25LWIyMWJzh/2WfsTOZ/pz4GgeycissDaSqr68BlnauwKTbK/QXfz4UPpaPGmBoOStdFiPfHbRdd22M3YjJFPNzYbdnN0M+xD9CNoE/7QDa22to32xr4pagBrxmYZVS/+Hkn7jXm51ggFdf0TC0gQAyQWCt9A7hyXyCMCdAZc3WC2AJ5yzXbfZh2Ja2YB9CzqHXDIaHMr/W1yG293sS+6nIUBWwfgNXXsXjfezduqpr7KvuMe1LmsgLQitK4AOGyXYHWzXnXc/B7TqmhYKYOVKrmwr2SfzjvZWMRWmMiTfBdlL95DWgC3lJ3/e826sb38rvut+Rcpj1qpW9RABcAnAvhBorb5u95HRucf14nhmH0ZHCW2+a/vLA0Fbb9a1J9AZwKGlVON449qsYchWyTwHHzOHcUwqbOqOG7F+nRevFZJ14ToM/otbWo3Eevu1kX9wPkcpPfL09dYaX8ukQ171GaZS1tNtqnxgHgUeA4fN8zaO/J7TMMa5rlaFo9TwK503IBj7OLnvRejJP6PrxfDtpqrHV6/x4p+/Okfl0UjKPtVfpvsy3HQeLR+i3fG7xf+kEZI809D+4H31oBXPfRyaC03OwNt9/deij1M1yucl94MwWA+jRYD5qhHQwUvuMB1YcCvMNndfevqfevLQC+twonK4BHv5bP4x/69akC4tYC+sP0hBYAf5h6/lBHmTpff6iCtMdpa6CtgbYGPvMamPmjv+zhdlUDCgMaRPiFCK/fdALw3hD0Xl7FGBlI+cXXKK7M28nDMyw1FHvaxp5fnAKvloG7axGYUTHpQ5yr+LtdrXGx8jVHMNaggli3f/LkURzr+KQLlEgAugQAuooHPBWyqukAXMCEM8CRuSwNt/T4+Rd/cVZ1CNBvP16rVoBi8ahjXlR+O8WSdn9vP/axSX7IVVRiPti/ePEigSh7CQDMr4cA4BOsk43DG8xaAkhpMywQiwc4tm8C4CfPtAwF5pkDF9B5iGLtiu9tba2HWu0c2aj5bldXUYthb3rL3cc89sCg8urXf7xYPULBuoylqzDilnyyaT+V9qFhwQoM8/f9N8A7AOPTL8n1yz46wNwXAMm//eu7ocJ9/k03yre2fg0QAah45p6aqkSglHAwVRc+nOVN9wl2yVtbWwGBBXv7e7QbNtAXqFAFRE+frSQ4i3ymGcyaiYAJ8Ht2AbX0cUAtoczW9nqoHhI4AU/6xNLAVwY/uiiAtaVVobcBWJbLCoYP3gCcAULmqf3qh9ZlquDsU1r2arnW5wtawh6oZkbdCZeeW0SRTP9bROl6i3J7/7WKZxWM2CBjAaz1NTwz68PmE7j50/rmiXR/P+GM/87ph8lffGMB69z5anM3lfAH2McK9cKKu5ZMau98Tj9MoklwU6vY+rytA5Us2gp/8XQndmksKWy2Uc9qTys03ER5urkuuMy92tZnqt1R+Rp03NwGstE2RTXr7o+OBLAAYL7nQgz7yQmK94vzLLdlMReto8Oxl/malYWmQlfSZ/plwbQ5mYXFWkKb89fctit8GDl12fLwCIvqOXPILtG32WcQq8xB7PbZMBJeYZLqSGg176ssX1/H9tum4MSaIEsgdoHSX1XmGScuMIxACoFjgW/kJ+bo3U63WmcRhqpm+55w2v0iXgYAq8JOK2btD7XXzoOw2EDL9PqVu00QGp/y3ceP6dfy0Cg27xv0dIFA3XYFhCWozj4jiE0APAhepwV1QlOV1u5HUBz7NfDLv0tg5DzB4ATAqoYzyBsqKALD/hRGCpHN/yuMjUCuIDUUuS7s0N4YIGpHth95/sx1jr0ZIGvkS0elHtbBfC/soc2hHPvnvGgzbY+1U3acWIeRL5dzO2ZuvLQBwo491VAuYFG5G+OFk0+7aeBvqR9+unggrJ/ZxkU50Sfsby5woa9lPaWaNnJMO5/5H99xoYdz8wUq6f/+s7PqT/+YADnH73oMJyzyceeYdjFAglyVZd1zrL+Zu13w4MTmohj/1qGgD4Dp2267spre5xE0ZvPT09OoK8eGubd9qcg+OzOneQ1P4zpTWz9TFxn81+mBOYvj3HiejKul9ZPqX/zPX1PvF9UCC2E8J+c+R0zz4TLrL+e+EvwK6GE/rGNxweg9v0gEnYGxYuUY+TUbi2pyX/cDYL8/GpQe/buUsZRhxDW6FKM/hkZ/aQHwxKppP2hr4Je+BmLKYh46QAV84kI1F1oyhXotu3GRZP3KBU4Dxa33n7GAqJ5AAuo6x7K9aQeKUjZcM2pL42Ip7fUv7zlSPVzUsAXmuphRB4aArlywilq35BL2M+dBtwsgrbLXK6vgtQa0Ftv7n3GAswDgAn4L6CvnGgC3AYAFzM1XQL16bvYamZB0sEW5TuQ7eVFoAs/ytz/LddrfC2iMnMacUaThqa2zoz2ob/8W+o4C4EHZvZ/L639aZg/uUcZ15riexXPhMMQu5XkbAFyAbBNw96HxCADu96sJEdy3BcB5/ctrrvey/T5Vp9TwfdOk5OFyuybYHQdOo3/U1/H8xvD1uOyj+X4/gFnur8r3R4DxpwaAR5W+k/7O+h08Gz0UAE8Cy6UfjLOyjrqsAXBzccZwvX9/AHh0fDT7R7GaHoyz0ofKzxYAN+uvBcDjZtvP772HA+CPc24tAB5e0HW3FcqVa3z7fO7ArQXAH2fcva+jfu798X3VS7vftgbaGmhr4G1rYOYnf3p1q2JKKBFAweCGgRNA0PNvAY0oRZdXVRNikfsMcIEN7A0Q8piA/OEBK/Gx7vUhTJWn1tCLSzeodAGQrN5/DDDtYa+7uCxdAf4iytL2dh215HLYpF6FIkvl3LNnj1HjpmUpmj7sNs0vjOUqKjfzkwpAAlBwhieoyf4zajKj8U9/gMIrHqZnQ6F6eHAcAFuQIcjaAAAcHx9z3G5CViyqtaq1QK9enADJzL27yf5RKwMd1rfI1bu9HYo9X8MAGFhmzlKUa4fkL9YGeBbV5RYWo55/B5trAW3XsnIeqxsAcUr87MlN9dUXs/wERl1f1HZ4KjK1I00LPPO/Gpg4N0coytMjyvzo8TLAkNyxWAfvA+R/9OtPAJzm0QXmHFEnl8fVsy+2AuQoBvSrr1+irOOu5wrgoar5KiL+mcvWnJcrqjPkLvxT2XyO8lLg9ujRWrSNcYhUhCbMNcgnfCOVbdgld8mJGtbB2LYeoHxeAFqY+7WfRyxWzAqHFgDRquW0ujVQIsw057OySdSL9IkvfwDMAbhmQEpw043AlQ/7AiFtaF++AoqxCMF+tQVbnTNv65x5kpc4V/J+xqJ9YDgW0GtA4GCfAfyuAaVd+sM11uWUD+lxByj9+GkCcwnhITlyT4+1UaaPA9aefqXk9AJQhM3462MWO2wE3D88TDWhYGwduOdNSM8AYFj05qIClZ8GBXd2tbDV5lwQ36MdBXMqg2+qp19sqCcOWKZIU+WmOZpvrlw8QHttzDEOzdGa9WUe014vFRa+vwpkneeL9rFzALX9rEdnULF+Tv8Wni8tAMMM1nkcQTXHFp77oPbmdYdgqOp1wBh1pU34Jla4FzSuakVzwC4KHjn2CVbQh1hsm6dV2+1jbHi1a/bBPQKwBh4pprm1F4H59qkO31lUJRrBwgz+2g6p2ME+m754CVhTXS+nLYsXQtTK3wxX7N3NwR1Dm3NeC5Ws7SnkNnCsJbUQdgbCnjn5gOhnWHnTZ1TEhB0iX7iKfupCjLT0PmEBy/aOyn7BuLl7MyBjHnNfATANrLq4RUcEF5tEfue0uHR+9FhFIazyaQkVrsHMq8gH6LZopADA2m0XCzvLGkCV7V3sIZzf2My8vs5/gt55KLf7tf/bbgZmnavS0jq/r4W2DzOejxb6qnjliOfUSeQl5txVSmsZbAB7ibpZJSdxuAvX4FrAfyNoZGy6UMA+6/4jN2MoeVUSZxDzNuyQVfxajrTstww9XANsrHn6i/bIM3qC83KRgu2jIj7aj5/24xm2C/try8pQ/ov/cln9/+y9+ZsjWXaeh9wX5J61dPfMkKZtkpZlW6IoidZia7FlP/5D/ehX2Voek7Ql05b1UOJmkaJlU6S4THfXmgsykQnk7vc9Jy4QiAQSWVXdU9UzwLBZVUAsN27cuBFx3vN954/+CHv6S5JdvC3oAGAdc/Zp4H+HJBXuQLFvHQpWaKP28IcHFqJG0UsCSyhgOM4LzrEwf4WBY6A9rTWtO96JZAGBsUBasN7Dz92+dvwLCFK95vwmwEeFvI47APcPnRnWuWDmBQj9busX/so69cFNCKJus/CXGT0SLWLMDGFvlWEQiRgD6NGwdhb8RkA9Z6Dsp9rfHJPlhfUxALgkLdQ2F9sfKoHyl0jKqXZa4ENzmfo26n+vq4bHLTMpEF+Wnb2wTerZ2fezHvjUe6DMVN4LW7wPWHKDkiAQ4CxjwL3VZyHmfucu739+InGzSoqK+aeCjQFSq/tT+d4bT1EGW6ahQF7vgbFsTQUc2+a+H44T3iO93+u44LzPsu53xGK6AnlFbePcNwDK3ktNYKuyDUvbC9QZAupULtcBU0nmioQuGrzkdmqfgR008329DnB9mSHwNekx6/zW6/Q2/132LyQvNXEDLldq50wyy3t2noPRGsDRR3ETSHBcB8ClXbnMKPy0nfF2Vc/qq1YY3kMeCDLXFHTD5Yf1UEtt1Hqpg3IOHrp3TFJsNmsSD/YZrDbH5wDmxnhNN5BIGIvnDvt02Af1c1b6pw7+mve5ye0aBZHNGoFbo+sAACAASURBVL/N9TJVotbWkft63emj/jSRrWn2Wx5fPqcNj71qzxSFtu+BfoaWy7leE+zWVbv1Z5B6/437+0Mgub58XflbP8bSvg8FwOPaNi45ZNKxlcTC5ngY/vvhnvi2FMBNQHf/eS2fQJugpJoGeF+4P77qRzJdAVyWHgVNMwA87cr4bvw+A8Dvd55+4hTAXv7TWPT7deWDa80A8LfQqR9xk7N4wkfs/NmuZz0w64Efqx6Y+we/fHRn8HtjU9Vfr7W5J7wgOD632npNwGd5cR3whJqze9HafyYMSrh63tEilBqth8AxQtrf/6mtCDQvrQLtvgQEEJj47PvUZwRUaU2rgveil/UpU0Ul1AV4EpwXLKkCEFBEHVBexPf3dhKu0i5ViwJVlQcqUOGUrV/5X14RjMICmpqnm5vaSl+g8DyIp4y1VWx2ATEC4BPqTQp/Fwni7LLNBB8JCd++7qCYTXC0aA1j7JvnF7Wf3Q/bOD8qX61pqQX0U1Syq8tAOw75JXB8Zand2n/uMVnLcwEQBdCmLqnHFHVCCZrs7Sy2/tzPt1uff067Ao5RH5e+7FIP9RI47vGuLKuEVNlGX6E0m6Nm8gUS6ydPV8Oi99WrQ9a5DiC8urIdalIVvPaPdWft/+PDPuBDG92tUExqX2pwqL0p/VP5aG1OAmdQF9Ws9sHl1Tm1c7Hixl7V9nicAbuAu/NAmajTCqy6wDr4qy+PWp9Rg/gUVa+KQcF1H6iidfLeHjVtpVEGUKzRieJPaPNnf9KNOrmeh7BpZd89swCiZu4VAHhzoNhVNX5y0o3A1fY2MCbqyGIbrkBb1Qk1g7/3g3aoWQNoMwZev+gD2a0BDMABQqpsLuphX6gDAB8CmlGuLywZXLSGKIPUxHH+O2K8dztsjv6+u+2xHAkOjHWtq68Fr6FiVG3MHrHWfvmygy23NbGV5vnqi/33m1TBOH4MwO3uZR1rz6XXxiWgy/4X7m7vRFHUgN1X9HVYpFtbmc0JMzdRIQtr43cCrkeHvaht7Urac2szvaB1uE2+QVcOsDKQ5NjxEwkcofAkKAlU7DLODJCsoLD0hcP6y50OltQkAQgv7YNFdnbOgE7rYWzQgf+232tUoHcCJF63LisLx34MyjK+VEu4Tc/TokDSmsPY5y6HioI2V6qXedprgDQUO6x+oa17gFxrPFsjGoCqgpX1A2wyrkrw2ASGmCs8XyY4MJYiYYRl1jawo6c9Kq3PQsV/hzoU4Mfhn6LC1xfAca6yVpCuRbEKbE+/4LyHGjQSB9rU7gaqCqRV8Aoyhd5Cy1D4hlgzFdrR7x6akJB5SItj32l0JYhh5T9YwGstAy30D9eO14q2mOlAYMBbyJzHaZ9G7VwWPyPJpgSePQ7P0ToQ2ASdnupz1jfobrD9OmoBs3224/zjvKZq2QNx217na9pVm3wjaOWnI1wA7DDnRv9jtbhmI7jL9rTKrw4zALAfrbYXmbf87YokCtGnY2qJNoRKuVKt2m/a9Yc2lpO1HLaY8vRUWwvAeyire/3F1u/8TpdztooNNO4DWvgTzD8/Awqz/tMnTwIAe+33APsrHK+JGEeHCYBv70w+ED6T7MG4MrFDVwlhr/1vGxw3nj//vkxChPO/sHiV+8zmVlqCu337JCyh6aANEoW0NL+669DntIm+XEdx/9f+xiZJFk4xWe97kXktzrO24G5AqBETxDDA1QTAsUPHSVifexqHb8IGvkO5zbGFvXrMHZnA4sdxPC7g7G91iFsCdk0AXOBv/ffmuqV94/6cAeCHemf226wHfpx7YDRV5fXrcxIPdb/hmUhnEZ65TDa0RIVzvfcg558AjBXUjISXKimr9FTqY7OOeiSKmbxlAo8AM9bLRBkXy2SydKsof4/67GVCqzbq+mk9nVA46tJXQHp0vstt+SkW0KXmb1m+bu1b9lnaXmB1gYF37MdnofqnzMs3xeLDOb9mvVCSSzNpbQhX62qlOgB229GH1U7uwa48wJHknzoALtutH8ug/dyXo3ZwVbPY7wXMQ+VyJiCW+9EAIFZAsrnN0g+DQF1lu+y5HfxWnW//bfKnfdMEwHlIQ1DcvMpKO1zfT+nfUpphHLzzObz5/dABJootxLbGAeB76zXG3yQA2eyPAcgfnM1cogmAJ5bWjH755gFws39LO98HADe39dC/3xUAN7dV2jep/XUwWw8eD/t7mPTwUDtznD80HkfpxqRA9SQgMQPA7zJqvrllpwKFmQX0g509A8DvNxZnAPj9+u1d15oB4HftsU97+anz9afd/FnrZj0w64FZD3wyPTD3T3/96k6bUAM4L14C9LZRWQGahJMnqCevCHTv7BDgUXVJMLqNBec1JFZYbH1gX3vmFrB53t4K21xrbaq+SjiZ9sy+Vmtj3O+RvY/icYtap1qgCrcuIV2hJkzTViyhhS7aygJdly6x9QXqGCBAJWk4fAHI9wbO++WXN63f//0D9kNAf64f8Oji+jzqrVp/d3VVJWbWKj14e0jgHzUnltBROzIAw0UoHLUjdjlB0npbFTQqz/ZGBtcBLqeo8k5PUEiyzpOn20DD41BgaoEt1HyiqrPqG2saH74BLBkEA/SuYdX6c//pWuspUPDJvhbPqRg9OuiHDbBK31DhQjkNXK1EfdG01r5GKfz8+UaoNUWNneMLWgkwoW2LfHeE+lpr4W0BKL+/fAHJBMh7HHdhibwFNEGBsHLWWgOiZ8atgHep1abvYzmOaRXoYL1M4bztsYawVtACVy2H96m5eXyI/R9WxLf0jedK+BI1x6wrvKt9svBc8AionwNstQT/1JF+eQ5gzKBgqBeBNIJJP2dn3dYOatkdADMcmbZeRv3pDDRxvgmqZZDKpXN8OKY+J6kgFMwVGBFarzImVBh2sREOJXv8z9rBQKX+cuv554BCanlaW9qjzrx/rLVRIx8dXDLePO9XAH4skdsJZDNwIMHi2MLunLawic1dIbfbz+/PQ4nLudEKGYU1uRQozAXkd/QbQBF1sRBU1eey/LeyOL8CnArsLwHAc4yftXUg1Ib1SlVT3rUOqMHtuZhXocpL6P4+cBbwD5lKOz4tz1W0eET2UfDGDGakwkMw2g9Fr0Aygxda+JJ0wNjXwvzJE5TDnLfFYgUYKg+vc4O8KJhR/S4uYj+Nxa41WjNuSoDWwGylnrykrSYWqBJXZSDQTTtc6kwTSNxALb6Gtbqx2AKTsv/zE+xRZSn9pdq32gWAHLtqrbLh0SYZlPihNuKXAfNIjgCORpnrKlisktZz1O2alOJ4Q7nJcXY6tm0uEhVMfPA6PbMmMH1osG8DuG7dXEeGx+kxlnCOAUKTEDLonIG3NZS1/ldgnSDegGuqlTPQmTbFCfOUuq4wP7k87Dts8wMe8lEt7Fzobz1gsWqqtGIGGpMU0K5skc+wNV5aWonfHU8qqu9ov5b5xm5V20b9Y/alHbkds4ZqfJk5KMG0czBj3SQT+mmJi2hJhbHTnNdZWEertLYNjjHqAnNfSLtPvyepRNmxwWLmDAFwJvK4HjMG83pRaxlYFw7ndWTAkv/HjmTFF7Tt9/7vy9aL117l3D8qZZHbP2cMtduobzkX9vcx89Ia59n52IB0hwQRvxeMCx2ynytQPahneBMJQWuo4m2XcFhQLAR2vCybxEAfHRwcM/73Wm/fWnM+R+MK47y9yRgg4WSedf/8X8AV4FnWlvf/EQaPgHUEYL0IHL/8PaxFnYAcORWwSGvOvD7Lx2sil4k1c6zU6hGryB4FwJQQUJEU5yjPk+PGczPcV20HnuaKEjRffMv6o0uPQuSR36oI9LQXrvuKktE9TFu/2Z7Zv2c9MOuBT6cHRvRfzC1/+keUEcAVyBIYJgZ5Lwg3hfrcpzKVL5zT62DMuUsQmNbDzp3FHjkBcMxpPGTEvZb/1X/3N+ca77PC0XKvcU51Hy5bbKaLE4hK4WGSzNDCuMBk1bl+6lbTmZS1Mth+qbfqcmElXZtY494zAplrgEigXQPf9Xky2huJZFn3uK5cLnN9UfkO7x3DBKPR0ZFnqEDB2HYNsNbBYh0clr83wazbCvhcbaMJzZrLF6eXJhiut2nSbwWqjRvtw2oIedxN9W5z3YDI1XiK5X1uaUDa4XZUbo9C+3obBmMmhuSwRvLIuecdNcrVVOOhCXCbx1QfhwW+l3aOO/4BgK0pgUfBb6417v5b31dz/DTbGxmpD3ya9+9mrd9JFs/TLKPriWoP1fxtNq2pRJ72+7jlR/vg4eMv47he5zq/G3q35HkYbUm5jss5elcgPDxvo+1r7rc+/4w7jcP65eNP8rh215c0Hf9DPtOe/z62Enha+6Ye+xRA/MHbn9qAj7vAtw+AR6+z+0f7geOzloz7MXryw0HwpOeCcjSjiSn3j3Ha+h/WK5/6+P/OA+KHMsU+7NR9kmt/6uPpk+y0WaNmPTDrgVkPjOmBuV/7zf6d8HQRoPDixRkQVIvbVK3Nkenf7Z1g8Ut9XlVqvAxvoc4UOpyjGoUIAoj7fNvHSnYHu+RzgkEAEmrKzlPbUWtkLZPZEEEFwO1LgBfbFRpqF+2zl49vwSeMhYs4CayHpXNYzPkdwIOX9TtBLW/1x6gaj7Fevrtrt/7gDw5axycRegoitYO1sxAqlGkCw1ANXoQiToXYEvSnvBAeHh1xDFqIuq7KA6yCP38aAX2VqMI4Vb1fffWKbWI3y8YWsMXunvYjYLOBSnZzC2UpMDYfglPN+wYL2zmC+gvzvdYXKEp/8a9uty7OgGTs6wkK3m1g1uEByk4Au6BNAK6SVpXlCqrCgGnUD1Vd+OyZymCsXdluWPOyypXAB5iiJbOq6uuwjJ5Pm2IW+MFPtwPU3lwKmlErXxwTpAN8xLELABda3/sCKKcQTrUu57jDupdRUxZVnmDM4N6yNVqFmRsAYi2XF1tHJ0BJAh8GyFRCbNBe2AxwK+1hAwBzRrWZPcFeGc4YlrERpKCPBeaCo/g7UFAgc07NV5W6IKnKCjAf6K8rC8Eh0EgQsrnDGNxaDyvsQLRxjhOqhAIyzidBRMCPY3hlFXtukho8R9a1FcwItbawUzZA9/IFqkgg7R71pLd2UgEZjDbJVYAzrWFvWcmXaQGi311der5VmiRQLQB4gbHu+HYMapF+I0ziLXe9rXVvjnHbKPA8PmI9Bv7mjvVPVeK6/6wdq+Ly5ka6mf31+WftWF8diIjeMWYTPZZoKlu9Ql2rDfn2NiBZS2YUxqpFU2nTeBGIAGTOCMXdL/+deDZEjfyn6lNl4q2q36gxLDRlnwwdl+TSoo6xVuYEW8XiguLKlvEGxeMGikvrY1fug9F3tjle/D1V/HGKDbdW4Kr7rW8bylHOQ4f+61/3uRYZr9hTC2vjemVdgXAqTIftt71uVytk6w67f8eVyRbCNUHvKqol6/Nq344GKK/dORNNrBXLdcP4FroLggPYMrZM0IiacXyhStRr0nGgE4JqYi2aVaWquF0iKO4nA3PODQX45Z8q1/uVytnlHCcqeIkth0V51h7OJATn4a1KBR0gWijO9b5JrWv/fXqiUwNtMUegOr0C4FtPDuvrFKA9dwSNHLPMzaXTdVQIC+gBXMyx4BIJV0lIYW6LdIzqHdvj9TfrEDs/+Smq86uA2lkr0Ot8CDKtFclWi+pqmZre3fnW//EvUPTeYYlPXxfVkfvpUvB7Z3cjzsMRCTptrl9rQzu+SttVGwt2vR7bjA33pfo8g7U3QOR2qID9vCX5J6ygI7Cv/XkGfgXA+/t7/Gm9+Px4bZnks0B797darb/wCyil5cVeCw44k4c8RnsnrCKrc119X7ZTgvD+aUmFwfdeynGi8hqLfbpupR4eB4C97/ipA+CyvSEgGeziQQA8XOr+3+rTQ4y9KdaQZQszAPxQr85+m/XAd7sHmuFVE+bevvU5j4mRpLklkgH9WALEj/NbqEmZ0/JeWuavnDtL4pPLNgFw2Of7bMQzcf15pShyXd9nkKIuzuSfYQsH0Kyqi6tTyUD9WoG0gZLYZ5VK9VoHwLZB958BbOMeXNw/TCQq38exmExVze91QOR8rstD3Ta5rkaOWsjMsTl3qr7VNSXvJQ8B4PHBr+HxF6gmJK/Pz3XgFUli/GjiWdx/asrcOCf0nYmYdYhcH8FlHwlgPYbc/0MAuL5+8xjuAa3YFoB2kOSU98+HALDbNHG0AGBX9ZaaJSHq46MA+kzELfuut2kEmPvYVBL6xgDfSeuNu+IfA4DHweQ00xk+u49TIjd/b+6rnJ88Z/Xn0xgBI829p0RuvDdMA8CTfp9Yw9cxx7UyzlJ6XD9O+u791383AN7c//C6H/2lCYDLr/fH//0jKskM9XE/XL8BxGoJKOP6pmndfu81cPh4Gqs3f58B4CmjcAaA3+UyfY9lZwD44U5rXMD3Fm7Efe79Pm399zhltVU+dWA3A8Afdn5/1Gt/6uPpR90fs/3NemDWA7MeeN8emPvnv3N5p+Jq0Zq/AGDrVPpSeHV9Aaxcaj1F4XpycEHQ56j1Uz/9FEiJ1Sgv1uddazZa49FgkGq9JSyjqT+LRadgVAWpwfPdHWquAlhat8utP/33h7xgsE1qCbex/uyrfgSYCZnWDNITvDcwES9VWpISwBG2qPfsnQJtqM3aA57Ixdap76ml6J/8u3NAwTkBFyAa0LaPGtN6j9pAC85UhAorVG5Zc/fggLq5z54CTFH/orJbxv51j/q3N3fYI4dF2CK2zwdAp+2oF/z61RvUhuuoilcDwHSPz2lf2vmqFj49PQqYub23G3DkNarXeZS06+1+6xf+0nrrp36AnfMZkJXavIIbNhnBiQsVpZCwS6TEfWpNGiDapPbw7Q3HDxjWgnl7R6AGYMQa1m1vbGC1DOC5BBJ1UQQ+fbZFeyolHH0o+H0GyAylLnBLR+wLiJMPOcIwX5KvLuZbX3y+hlW3b959YAfqOKyrj+nDlaVNbLTPUNDxO3G9K9qm4ruNMvqWTn/5Gmtd+jnr9ALUUBiuAYCjLixq7gBAAl7iTxecG2t4+n60t0vSgFa89Hm8kBLVWFFFzJHeAbHzHFeBH2iW8atLglCrKCOPUV936PNFCJnwDVJIP5hYIIC9pn2LYWusJa/1PlUkug9jex6TAa29fc4dwNXxab1fj3t55RrQBDxqYWPO+N7cpi71utbEqKDZjkFIAfWlVs2981CYO64N+Kn+FdAeH5kMoBIzg4SOV8HJLkpTv+t1CWzYGXTCGgB4vZ1JFKpvOyjouer491Vr/yl1TfnbwRsDnyp2VdyTNGDtWMaDP+4DibWHVpkrJDRoYh3WYHsGu1jfwN1bgNYWSvd1FJAqXU0wsK9VklvHN1QstDFU/0Ens582qEFtGwyAXiBtXubYTdwIiMkxWFM66qryfYRd4addFMY6BDhePXYVN1oaB6Bm2ypunU5sn30a1eQqFhi75rdrbJ1POpwnvtgEwqqaj7HAro+PqBmMLfvqGoAUNXrUINZylwYUq2K3EQCUdfqoqiOgygCK9tDmGxIcVBI7V61vomplO85xqvhV4i8uaguNyplxFEOTDQl1HeNaQxtfCftlL5dIAACCO75YFgYZ843H5vImvmhDri22H8e1x95HHRvKeX5T7ez1L1R2rhMA29bonwCJeU79LAFo2/ZHnhhqbrND/tykJrPj+qTDXMi/wxI5rKLTVjrbKgDmmnHuEzxzvvpc51lfO+G2fRiCfE9LFQdT1TsIQmvJyX6uAkobsbb9WRvc+sLWShZQhorX2oQGK7WpVpxeAecrBkrAYP5TdTxPYolz9W//Zqf1B/+Oa4D7geB1lWwTg9Hn572o8+v94ITr+pprIKBCWIsnoLZmfAlU6jzhcfo554Q4x52hAN/dpWB4XBNel6rGL6Ou+Bpw2nHkdeH2PKc6KfQZ81pOO9Z3ccD4y7+4SaJMpRIKAFwFomljKNGK+sfgpYHmmgV0jF/nCXZggkIEXsPCNM9r6d/Chst5V5A2/C33tzgI2OY2mwDF+0Psrzp/w4SZvL7KbzUOnV9Wn/oL8KA9tn0aAK5qPQ8890e2Wt/+tADEhBVnX896YNYDH70HmnhEW+OXr0g8wjUlVZaqen1eM6Eq5zqTDRPK+ZwyVNnmvDjqlBAJNRUkFhiX9fwzau9WKlnXLYriOuAq81S9hm/pNOdVE9L8NH/3XlMUvQUAD+fEVBTHfmoAuCxvmwsUXqgm0AIfsywGCWPeZ6vawHXFZ+mjqCLCcQ/tlkdPdTiIjJm0i2KoWUM4HHnsS/ZfFNYF7hbonXXvq/sK91P7N1TKjXuX2/F5pfkZBxZTAZxgta7qrK9bh5YPAeA65E1YyXNWbH9oeVy3es7xlCO0CXMTc+fv5bfi1uH3k5SHze2FbXT1TFUUv/X2NPuo3gfjgpVl3TIeIxWssjcf6bNaPeeHAPC0gGgTzBcIPAS9QwBQP0+TQPCPGgBPUhjHOawS8Madj/ugO3u3vr1cf1g3+96Aj/GT/VOuxcH1FwnBxZY+n3frn/Jc1fy+CfCLgrJuLz06hkavw3tW0VP4TZlb6/b2446zfPdNA+Dhdsc/B35sBfBDfZHzypTn1xkAntaF1e8ZV3z8Zxr4LVt6l23e33u97MLj2/bNLfntKYAf+941A8Df3Nn8CFuaKYA/QqfPdjnrgVkPzHrgu98Dc//idyFjfLRC/vrrTtj7CqG0XW1vgMcQUh2/UTF1BqjCjnMTu10iP1coTA3Eb1G3VIBwcb6IwteapKd81waUGGABuFQK4Gu2f/RGFRfqyGUUuVjetu6y1uwZ9Tj39rbTUpSAkY9+vW5CxCUUbD4kGed+AVy1sTcA5c9+sIO9cav1//3+WevtGxRh1Fq9vgVUAVP6qsUkTwJgoJuqZV+wLtnewVthU2XjCfSl/C773qTdejJrr7kWNUNVRK8BfbUOFfbtbG7Qnj6Aoh9QSYXiDTRnbhH7XuDezg41kLkZH75lO7er/Pui9df+Zru1QGDs6mw+LLADAK8l0BaoxgsGdq5uN4EbtsQct5BSCLi9nTCzR93d12/esM0dAm/Ynxpxow+ePlunn4BYKDQ3VbRq33u9imoPcIbC+AjrZuH8NW2w9qXqxHjpJeCjEls74R3UtJ7AI2oIg27CLncXuL0K3NVmz9rHq7aZ/nz12n5RBUFfC4II5u3sp+GyUK1zrGUwdWzp81XA1SlKasnP7i7jgcM7xlLcOrSeQ5XOvhwvc2I/A0gHTwA4Goxy+z1+FyDDf+Kzhr3yGn10SvvEQIIm638++3yj9ad/+pq+2Y5/33CurAVnHVftulWOqmJWTfv6KwNgAFv6bmX1CgtqICnW18fYTy+irl1rU694ifN/jM23NVRXkEmTENBXQjp/0XpGMkSMZ3pK4G1dUmGrEETVutZ5gmfBS4BE6hqfYjPtwS2jfNzYWgnbROvdXqIgFipd3XQBxm36Y7518NqavdaqBoLTHtWed4zp6DASK6x5q2Dj+OgEwEs9U2reLgry+RwxZn1ZNYi6ZU1soGMoeFFLaslrLPIYG3FhoceiMniLMR2g/Fi1Nh0twOPnFdTIK55z7Lw9F7ZfK1qVwH7iGuT8d7DYDiVjZWNrwNNzNi9AAmDvUYO3Zx3dCE5WEJGxHcBahbdJF4xPIawgcQVVvQLNCCxzCXdw571EAbxMe5ZXUHBi6UzORqixhd0GQ4T0BjI9H6pCTXSwPw1gqsg/J0lAm/Wobc18tr7mgKIN9KvX+RLnO+K8jD0txp3LvDa8llWORm3uaLuBorQkV1VsvPuCBBavLT8mgWjRHaAVNaxBHBMWTGrpI9dXha1C2H4PJT7nabnqT2sb20cLzH1xzgWMBK7X2wRAY45IwHfE9aXQSgjvts8B/FkZMGtPazuuUjYD71pAO9cazDYojU8Dy6vUcl3b4XEuhdeiwXrHtfsVVOc4UFEuAFZRnUFQ6zTaWS7nsQKx6ftVzovtFPKGsok/bafHFXXBhQF8t6w6HFv/1vwa8/Bd61d++XXrgu3tKLdlvc4JNvZcb14jXs+nAOAb2mDf7+xukcDQifPYl7zr2sB2DcprUR51jbnfmCijqnedMgB+zqPWc4LeFeBvWO2HLXa+IGeN6bS/Pjh4y2aXWj/7H2+2/uIvMFfr7lANeH+PQLmQvjrOUsNxENQVhlRgtB4wHATOazENr/0SsC/rl0B9XmH50f4/mjAIRA4DHqnsH46PXK46DzGmi854CIgHG57wl9hNLag1MQA2A8DTunL2+6wHvvM9MBpe1QafMiedudbbVzy/MaeqlvVedsWzYoAL51mTzKp5azgDlTmsALuc1+ouCqX2r/dbt1uHkDJi70d1mJqgJOfKTPrjubp6zijwM6yk6yrkmluDz4nx7GpSnmregI4Jrsvfc795jy9WzWW+jv1XU7XfeR/xn1ckG3m/M2GuzN1NCBoW0LG/8UOkPCM1w7NC47LNbEeWJInvKpAr9I4ayBUQ9vcCfwtYdY1FMrWiP33mbmyjGRgv/VE/nrw3jAK0AltLzeCHAMp9G93RGr2umwB4eOP0WSCeM4pCuMDZWlmEuv1zHQDXe3oceBpC7BzH5dMEwMXNJH6fkPgVY3vMyY3x5Ygr93PW/1AAPAkQ1yHuJDg/vH5ShVsHxvVjGDwvNSxTpylvmxbM5d/19jykAH4MAH5okm32TWyver6JUjpTAF8T2A73NbT/dhPfFAC+D95nAPih8/tt/zZtfNSflce1Zer63/YBfCvbr7sqTLiB3dvvDACPOxXvB4AfA20fe14es633H0Sf+viflt/x/kf+La75EwZ96z35qY+nb/GszzY964FZD8x64Bvtgbn/87eROBrWuULh+ZLAOepKAxcXWCeDVIA4+60TQKL1GZetYYtM6Yo6otZM/eJ7gD2AWJf6sBcE+4VSQsMEmoIEdKiAAl+6rGeqCljV2c0N9V4JGl2S+IRL3AAAIABJREFUKa+yUgXXOjaxRlOsF2pNWOFMBADCwlZL1sVQXMIi2Nd5wLgVFKJ9Av7/z7/GPhXg2WPjG6i3jt6eYu9s0EYFVr/1/R/sRVa8qoWXX/Voj0rNtH2+uUX9SL3c7V39ecOjF7B3EgGAVWpNCktefP2WY1kJRaOgz7add61VrPoN1e1n26HuU9B58PIUMLfQ+pmfXm39+T8PrD21XvBVBSAAx1FjtVLpEbS4CcW1ytW0pr1Aoat18uIifb2EYhM4dglcPzsDZAAuNwCOd9SlnYNAP31GTVBImUrQyPwXAAK2wp6XZY8PUUxjK3tLtEMYtIPt9jJAt9+bA1QDpoFmW1sA2oBHoPvTs1BzPH26GdApLHUBJGF7zEelZjixAlGtU2t95cUV1Lf0zebmagQFFyB4+9SWVfihlfYysEeY7Bjon9t3QOGof5nb3N81qWAhEg0ERjdRA3ihdYbqdgU6fwOQUW2ualcIfFOBPsfOIkHCtPsuQSjGopbgBo3uWJ4xpWp3nWM/Yux0scw1wSCBlHVOU2GyhCqxdUvfUHf65IRzT/vWOCaDTLfA/gtg6gYwbu8J6wIJbbsJAMZCPH/2UfMT9Ufp+2P2GfWLSRQQmgnYjI0aeDRB4ibA7kpYqnc7qChZT3Xl9p6QziGcAE3LYgHeLYkUArfbWxT6gHrjVKckAVyr9AVYXlJkdo1C0gZVtKgO1TdJEQJTr2sDc6vrt7Guw7CHqt3xdNZl+45T2rYGiN1GcaxFeEAmTznHfMU2hHh+AkhyLhfmBeraF5/RLuXtBj69ng3GopBHva5CeBBgDPgrxaVPUZoLcCuGmf1YwU4tzlXJh6qYsbGDDb3BEWs+R51bVKkXqIOt9WrywRnW8Jn0cU3CB+CTPup2r7M+M9epweSYZ0jW8FOeoeW3OgPccB1p1W3wtASZDa5uYacdNZID/iaMdD9XlzoKcA0Bwr3u0srZpASu8AiGZzAzbajzo1qpjYrfAzaQK7AsfRl1dOnfgK6sEFA1xePx78uw97buugkxQm+Dtybj6JIAXG5bTzC7Miwco02OTUEjYwF7cYG1+7Edm8yT8fITyla2I9AmQcaEjzUU15U7Jkk1fi+grg6iqpcbYUytGmmjYL5U1PNnbbNV1QYs1y0gbDtTVeR1oHn7Cer4f/N73daf/AmglWQjG2NihnNLB/IfgTDm4wVrXTMOPRbtm2M+4hzZHlXUJuj4ERg77uwBk3RCBcUmVGN5/Ri8X2K+cB619rjXi3F953O3e/TWZBWdG65av/TX2zgpqN2nj+wdr1f7lu1pTV/OZSiUaoBWHG8SSLLRPLfl96r34o+w6K59IimnSlgawOIS9K721wwMunpYrca4yuux2MHHd9WgG9ZSzGXinFS/1eLqOQ6FAdXEfO9FqwDfkZa7o4cDCLMXtmaHzf4964HvQg/kPCfyzU/1zBo3aBIv/4DsLGb9VZ41LAlTAKOwNa2S85nP+SSAKjNheU4KaNlQmDpP6MoQ8xDLL1qjHpBc4GzdytQkz/Jxm1c88/gR6GqnHIpe3i/KXDZQ+jIBBhhV9SocrVwcBjbR8QztPbxmHV3Nb5mUlXe54RzNRFoBwKIuTUVt9tUCy9fn0xLsnTQn1ufleAyuPvkcUW2zanP0a8zX+XzoZ0ThWn1Xjs37UiSsBvTSwYczEnYfPor5LjSEyMNEpPwttl3Zavv3UbicCt36fSsgbc2atn7umiC8qXwcHnX+rSiAY1zUoWyl/E2QXo3RGpysq6dtTwG+9TrBsc0aubvjWaqAyXEA2P3XYW09AaCMiyYwHAGQAa6zn+v9E+s+Mg7/mPtps4/rfXofMJYEim8HAJd918Fv6asYV9U5mwSSHwLA9eOaZj2dy46mszTH2sP/HgWxZdnhuB9du6nULb8Oz01ur64AzvFYtbGC1OOSJGLF6jm8WKW/27EMl24CkCbIvp2icH3sfieN25kC+LE9+Cksd//6mXReLU00+WPphOavDy3/0LF/yDXtu9NjQem30//vBoAfukm873E88sbznof/mPvVe276G1ntOwWAH/uQ8I30zKe5kU99PH2avTZr1awHZj0w64H7PTD3T/5ZL945FlC8ar8JgoiAuMH6K0DtxvpW1Jf1Jf72VovM1VCoLmKh+8X3UW4SGH75ohOQa3d/LSBXD6CSVqMoCVU8WmoWwNwCNAkHzs+xXyZAsIoV50rAXwP3UUSW2rEoglG8qoQUXqxtmuGuhasFUKlJDHhVPboVdsoJUf6vf37U+uolwA8L6O0nwDEAddZovQJAHdDOnVA+Hh2gFNaW1zqRKGa1ANYy9wK2+uT5WtTB1Zb5DPmxxyOEMShgjVNh4bPP29GmsG4GOIelKjflp0+3As54TCrI+ufHrb/5N/dQ8GJtDawxKIX2zre2sHT2zzuISyoBVZlq25Y1Pk9OgRpsN+yGF3oBey56WJbScRvA2m1UlccHwDqA1/Ye8JTvtK4mNBGR/Vv62JiUgTNBNe7SAOAb4PVaQO474JsA+OA11qgX2NmyjnV8l1bt0yX2fRX1M23nIAhVPVteAomPUeCeYiWslbe1PpdXVEoCQpZv2WYqeO3XzS2NgPloWcw4sh6vANhz4gld8Xyy3WfA4ngIC3DkuEl7aWtnCuY6iAIdO9v72s6yrNbKfG9iwBqAvgsU7XROwq5bkNmixrHQdGcbUMr4iG3bH/xnUoC2436uVKBqA8gYVCV+Qh1aYeQtKmLPr68jEZxizKkk3cIO3frDAjI/AYC1f41/1WtrJWBxf0K3t9R7Fjq7ng8vXi8qawWsjl8Xth7061cnwH6ANzWFL6/6XEurKKdTQeqniwX6ObWkAwBzzTDUA/4evDkL1aNtNWFB0O/5cGydAV9Vy2qFbEBMK2iB5BOU/BnI0jZXhTLXFYDZWse+D60CzgWuvqVllrw1Vkm+QPG5s0tyQBCnrEF7S7D0jrd4j1fANs/xqf72312gsLbM1iQWLl5xXNZv1i5yhfOnojiDhzkxGQywP7uA8wtUu6HeoL0mk5i8EP1eva+ofjXRZHPLWuLzuAAonRc0A6lXsSZmbAqQr8KyN3ewQv9sArdjfxUMO6eP3I6HFE4DWpCjjPEYBtaBnqZ4P81gdgDgAMckLISlcw4w61/nA6oK3AwwaxkdoykGRaqhTT7x2ik1X/Po81PUR2UQ2Z8Gb3sk4GjF7LbCJpz/Ynka1gb++k/Hw6AvDezap1WM2rFoYk3KV51fdBmIVIz4Lmoda33Nda89uLFu7wvnwF8D8ybh+DGQH38GNzapwBrE1n3OhBGBcR/463F47Mta+g9esrMupFu5AKCb6PKrv9JlHXVlngCvFQORafkYVvhcfyZd3ALoLS/g8TmeTGYwIaFzdBrznUHpdnud+ZC5i454/foNiT2UCQAQ65xQPgf44u9Qm97z5JztOV6nIHqXetxzjJ+9p6etv/W3n3K/wf1A+GyXsX2P2j+dl6KGdZzrnF9C8S/A55iFIVnjOgMaJfht/5SgfQlEjrPZrI+FPMHVfFMN/HowfRIAdv/NnJQSaKsH+Erb6/vMAGWMnNGmzADwvVMz+2LWAz++PVAAcDnCAoBzTuycktx2ZHIbyYDxHKu7BHM007v3T59bh4lUzinOlQU28S/uGfk8lJBY9a7gNe30vc+ZnFPdawpgdF71GbcCywFxWcT1XFZr/0g2pRE+28Vcxjqlpq/f15NcYm4vALcCnD5L+BwazyXxjJTPbX4GoLUCkfHvOgCuwHO53/kOk/ePYZA17+/5bOn6JQBcaijHPYPvfZcIVXMFfP09EmJrCuD8bti+JgAe1Duu+tlzZP/E/bquivZeWx1j9I/3sAJwqzbWAbD97SHFsyE3lmb/+FvW5C0WucPg9OD5purPun30uGupPGFHH3I+ot3+V0uMinEkqC5WyvZZLa6dz5H1dk6ADZXd8yi78B1AQO4df/jM73vTCGh1qDW+q4+Z0v4YD7SzrFueC8bFdh/a3rR5p4DsslwTPA/P2SgAKO1qguLR8V8/n6PrN0HsYPZoPMcMr6Xc1o8WANeh0ePAk8/c9Wu5fr3U+6Ycb93qvn6uJgHge+dzBoCnDfEfye9TgcNPlAX0aHJCjPt7bxp5WmYA+HHD8/0A8Lj5azgnP27Pg5nq3RZ/x6WnXj/vuL1vevESL/mmt/utbG/wkPDu969vpT0fYaOf+nj6CF0y2+WsB2Y9MOuB9+qBuX/4v+nlCxzoU/sVm+A1bdEyuh8B8iVrhVLn16jFCRakVxcGgBJeaf/rC/2rlycBOYVWCU1D4AeIAQrJ5IBAYd2KEu8Y29hi4bkJDNoG7Kyh5O0B2QRQWtb6krS+nsCntUiQ/7hD26zva61hFVurwCOtiReiXuyXX/Vb//I3XsN/llrPvrfJI6nHYA1c1abADsCmN44XX53QCGvP3rT2qfu7hWr1FbWNz05ugHvWe00VXMIbj1OzLoHpbdRI3QHIac0riL4GNBpwMkPdvjrv9oAOR60tyNxnz5ZbP/Mzt60nO0A0bG7bwJ4IShkgAsAKP80mFzRedOcDwq1Ta7cDaO+rWAPIWYP3sy82Wmeo3I4B1yoMnz7H6hSgfvj2otXRfhgIrl1zARA+dL/l+9u7VWyP1wPUCretB7uIynVboIiqW2XdNfD3qz+jnrFq4vlLVHGoToF+Kqw9HlXFEYWLuEo+XHZRiarCvkaNqFJ7vQ1IBGxeXJ2FgrtzgHoZNYZj4LPPsQbkmC/PAEpY42qj/PLr46gRvEa9T9URbdZfB1b6kQsJWh17gthO9zxss6+tNQd8+OzzdWDqW/p2b1Bb1XF2Chg9ZnwIewQ4EYBgPG+iKk6B3BAwXhMk6gO4hW/WGBZKe55VQof9bwU5wjaQ9Va4FlLx7fFSe3X7Jvo/OybNA2+FcgbmCHo6dqL2G0kJxfLa+sICw2WAonGr3Cfq162FUKsvEiiFcWI/S11Tro9LLkdV4vtPAZu0Kesjq3y1HWyLBIMVrkkB8CHw64Zra3WVGtaQSC2G21i0x+mib1Ttq/4V5KUFrnWEteY2kUNrdIO0Jh5gVY3drn1hkHAHVTbILerZBjx1GSCytYG1S/d4FPCcnmI1DlVUHR/W0kIx/v8219sxauaAllj8+j+BcjBQfldRqvWwbakExfHDySk1XFFcK0pVPayDwM3NRVgxtwG3AnCBaJzVKg4Ic47tnpM0cnqSFtcbwE0fkXvMF/ZpCVGtUSd6FTtpPwbeTAYwyUCVqHNfn4tFxb3jV+tkFbPCV62a4/gicGsg0fFqMgNBb5TwBjG9Xhz7AdYBvPaFam8VxQJVXcQ993GgYaGc3xdVVASutVwPZZT9nsFG8bGqbufFrO+XtXC14M5EDxMmdGbAcprrJoPLOQZcT8ismkrAi6i+iptaXxsAz/nVk6AOgA3omlgRtceZj4W5UX83VPsmBKjW5fgikJwW/zHc2IwuAtaEdtZ0O7onIOKKfstkF+dAnRhQHPtv1vm93+22/uyPtf/m3GxQ1/hUiJBq6BBDMEc6H3iePUb/U3Xu9v290yGZyI1Vc5TnyfOnCnudpBD7wvXDPpSW9ekEj8u+1SHA3z2Hd9SwvyUx4a//rXWcFbQ2rVRijPUS44l6lNmkGD8Z6M/Asv++pkHXg6yZtCQtH89qUVOV70xiGQZcq1QSk06Kjan2kIMt5F9KUF1QMaiBZz6G8N3zYxsdA9WgL+xhCICHAdt68sVo0HsMAG60o/yzqXhqLjZ7YZvQcbOvZz3wSfdAEwDbWBMNnfN4/uV57dWLc5JwzBTiPm3KIffs66gXH3fYwdEFyGLSLLAwGJ4uDtXk5HOxDj9xf6gBYOc4P1ELWCgayUMqa/O9w/nU+2soeaNdzsbD+rxF4VtAchyBatAKvl6ZhFnVWg07f5MPCwCu/l23mC41iEt7YvsV2HLb4fwRCV6psi2A1++jbfYL/09FcvnEcXkswulq3Vi22q7HZ/vrQM6/u07aG+eW6vPsQGlcgKjHzXHaty5flMzZprwf1AGh+45k1vxh8PxfgHKBxLni0AJ6ErCst20cAM52DIOa9cQBEz5jNx5LBenjEbAGFMv91/uyn0yAqhTOsaivuLmdSMKq9RmjZ3DsvhcW2NsEfLFyJKdlfxUl8KD/qttq6YNmv9YB8Lh7YgDs6hPvE/EMyGhuKNTGrlslUUz6rX5+74PdYb8MGlAbD+W7OlCO/p6i3K1vK87JewLg5nYm/bt57OOfS+qB88dteTgOqveO6oIrw9X5pIyH+hZL4m4T8AzbWebH0f4f/D4BLA4UwSXB8HGHMXGpJgCp5apU19K799m7NGmcQ867rP+hy37w8+m3BYAfWWLlQ4//3da/PxYm9d89AJxhsuozUwCXnng/ADzurA06N38sr3mNr++vOZrA827jYfrSH3x9Td/FBy3x3QTAH3TI3+mVP/Xx9J3u3FnjZz0w64GfqB6Y+we/en7XxoJzcUn4xjPajWrIbtRQ9GV9dUPQl8qto4NLIPBNqC2Fr3ML1IQFur6hNqwAbheFaWTkaxHNtgzaLwAnLgGowiCVrcvYxGrdqTS0vbHGf4AI4Gbn+DIA6ve//xkBe9WLwMbjk6wtxtLb2xuhUBOyGdhfw2JWJaSOute80f+LXz/AAnq+taGVs3yCWrmvXx9i3duO2qsGGLTktVbqHUqyPZSMbvP1m6NQPz55tsNxHEawZXub+pOn1o5EvYiaVRDU7Z4GIN1oC8CWUWx2wmq3vWHtVOr0Ake1pxUe/Cc/v07dX9SstGttDbUnNXDlOsfHp2yTduNpaya/x3UpZAFCxQJ+AYxdA3jdoRIVAt7RkednAMK3bwHA2NFGyWVssvlSAGwgJDBEBIQIzAFYDlFm7D1Zi5q8Z0Axa8cKgJ99htp4geO6A/ReLLe+/NODUACr6jw6POZP6uhKZQQc8YKvFZ/HkHaxx0e9qDsa9Xjpf2uUGufTLlyY0TlAtWsNWPrwGYpq1cYLZE4LMX0hF/KrhNa29wq7Z0FmARPWKBXi9VChC3A2SAxQsdvpYM8LMPr8ewLgg9b2xnYAeVXqUo4bgngGq7a2sdYVQmHXbFDq7rYX5y7AXQVrDE7a1wLFOQJrKj8ve9oH37B9az+nBZwf8/0Fxacog1Ukrixh37uZVtp+jo+15EYByXZ2dgD1cPU+dsPL9JWQURV7h2WuUTq6NYHbJuPQa+JEMM++rXu97ADmIyDsAr/6jO8NrkfhVB+r81S+5tg4PrSPgNHUz25vzjOWT0isuGC8WN8ZJT1JBCYvRPs5YcJfoaTHpApmFWtfrY471Py9AiibfGF7wgaZMR4Qk/MgwAQ5xzWu8tN2ec4E+QZxbY8A8hS1uoGrLZIjAowHHE2L5h6wVtWpSmvjuMLOOc8L/WqixxbXvtsrrn5Cue5pj7Zo+QsYZz5SkW7CxQXjBg4ZdaEXSwAm7JnXGUPlBUaltqoZLb05DlQqvbCBz/Pl99pSw08jEHvFOHGseiy6C6zTp/a9AeBl1heKO16cA9NSWZjr+Vcda409+8yAYda/NkFAyOr2ExRz7CieU3ntHGISB2op+i0aQD85NlOJk/0SNr7BVjPoavIBOSYR/Byqe11XK8uMgapEjjZyXuM6V3FrUJk2XzI2dGTQplMqqALYesiuH/XZGZMx/NxO1b+uK/B2mwJkg65eB3a7bNPAv+oGh0EA/CqOZdsTAMeuoga048d2B5yMvvTY/cIJJoe1Nt2//I/ftNrUUF8EPL9+7fxUlPvCYvdDsgKOCEyo1TyXyi/H2ts3h5G4YJdGELl64d3d3a2u5Qx653ymO8UZ40mYjPKX+ct7CGe8dfSyx5icb/3d/0GHC+Gyrg/WINQKOhOICgAWdpQajhkATyvoS7KcTOyJPTHv1fhvdU8afdkWZJSA23jFTYLmaZ8Q5HPolwFIMmi8WClWyroFVNQBiL8NAMIIaZ4B4Gl9Pvt91gM/3j3wEAAO/wPeBy541vT515IfWv0LQDNpzPm+/om8GJ1qwuElAbCfBJkkEzFZDsAm34W1qSCvVl+jAGDfF8Jvo1L5CkmdnwtcdDuuV+oBR+JSpaQtddOzNEY+GwXQ4n5QQKvfF9iZgtOcHON77wP8N6gHXIEt1bjDWrF5E/I52Of8ou6NxB6W9zmgALR4FrEuTjz857YTsBbwaTJSqq4ToglnsxxFQuZUUDcBcN36eXCM1T2sLFuHlfX1RwBv7STW7TILoC4AeFxgrmz/IQBcNj8pkUgFcAmS1wFvPaGpANNMQsj7n/fjsLp2XNQAcPSjrwRVnwmAB5+B6nIYNR8B73ztGCwW2uX4PC9lK01wXMZLAcBlv/fu97VEghg71X2/CYCbc864c1i+q/ftuHbl7+MBX3P5dwXAD9X+rR9DcUGZpgCepCxu9sfD/353mNkEwIPtV4BuEgCe1q/DBJl3A8Bl/ybwxjh5tw64t/QMAE8lZA/38AwAj+2fGQB+3IU5A8CP66dva6kZAP62evbb2e4MAH87/Trb6qwHZj3wk9cDc//o13p3mzvUkESJeU303hcxM9wXw75UlVkGPZaRpBo4f/OmE2pf1ZTWijw6QXF6tQJM2kR1qnUvarwOUI4X5RVAipDAWIbrvH7dAWABcQAu7bZAKS1b5+dWwgLX15nPP0fJmcwO+KfaFEtXYF8buNWnMGgCEpWYKCgBkdrDXhCY+TMC+F+9IISyiEUybVK9PB82xVg7ozjcQB2pJfBb1MqCDSHH9jbWoByntWfX11fZH4pKCMfO7hbWov2ocSt49GWuc9IBQmyF3e45KtIz1I+C4MhQnz8Py885AmE/9/MrrZ+m/i/CYdSv2hdD9qhtuf9kC4DV5fixql4FdkSNWW2kz9NuTa7Dcbc3UO/uoQq1N6iX6QvyZV/LWQDSigG0tLQ1BKeFroF+g0iG0y5Y5gwIdoL68rpSTvZQN6oMXFi8QqGNIg7AfEedTXSkrT/6w1et9nq79eQJVqnA8Uvtj/ltzvqi9EMPYpRQBUW29WO18ua8rwI5hZRyJZmDY8Q2dACUPepvrqysBsTfx47bTyqUk/tEBn4Ai4xwzPkPQOotkFeFot+rjhV0Cya//Jq6xID9PbbleDw5ViXKebceKKu67xb1qLdRkx9Tq/rSQWp/0HdPPkMxrcou1CeAJMZdlplTvYii9rhLLVKOmWQBodbdLUpDjl2VoXVV3cfx4UUoce1DASPIqvXs6Q5jhfrVqEU3sZqOwB3/O+xolW594SrQwPiYR5VsH25yTFEnuqgPqoDowAaWfx93DKAS8NMaWjXCHHDXmtgmCUQ+wjIASwipgnip9erV2wCpttsgpbbSBagGWBJ8GbRyiFbXlG25AvKmFTbKS47TvvZ3T0nPusECPvpU2CnoPcHq2aQLS/wKOKNOHhu9ZBt3WFa3qatr/6oatl7u2dkF27d+8hIQkmu1Um/OcZ69gLUSXwZWbm7qFsC/AdW3nBguQ46F71gvhNxLJhZIFD2HJkw4/r1OGM+0dR2Vd4ppslNTYZP/9Jrqoii+Yw7wY5B4HeAZxymsBMj6n3OdIM5ElIi5Vteh16IwPOrfVuoMVcnC8c1NFNf0yyVzgfD4EgW5qlY/uGzHf6FQZmiknaKW9BVArQLj9dp39pzA0GCuseB4yOVi0fp4kflRO+qoFxy7cNlSW5G5j+GeqivmCs8NUFlwfImdgX1g+7RL9ji9fgXAqmG9Lhzn1mB3eVXwvb4K5kweMBHEtmdNR/vZedJ9ZRuE4SZ2DALN9lW4N2RIKn7nnuL1IKx2ji2qibtiD8oYW2F8/+avn7W4FLluqLf+kr9Yd9pAOE4LCVpvmZPXmY/71Ls+4VrfiTnoFncFlT2OiwWSBlznkEQWO2p/72nUf+5jAb2FE4PXme4FWcM53RtWUJUvWZOYpKeDV29af/VvtFs/+OkN6oy7b8cafRozscFk+yCDbiYE+Km/vMc5iwQIOzADc001RTPInYHr/NSXjU3VwHq1SPxR/77+d9e/dg6Lm0Hpt3JdJLAunyEAGG6vvo8MXj4utDgpcN/c1+j2Z/+a9cCsB75bPdAAulk8oPUnf+gzF2lWJnMt8BzInO18WWBdlNPQlSCSlbRWNnmHubRStd5UIMX5OQBwda+NudGa8c7uA/VmZYNcweOAfdXEOXieFP75/sK6Jr+Ve3dJ4PE9JJ4P2I+K3pjH3Q/3uYDGkfhEO6vtRDuqWrl+70EXO+QA0d5OnHsrlW993nM9HYKyVm9CW5+dooZ9PAuXub9hwRzAsnoQYZFi+1xXCrum9yPvNwLmUg6gPh+nwjrP2zhV8LS5uz4+6/0b96uBWnmoAI77Uy2i+lB933vAuXmzrLY1KeA3CiSH9yqV1KUdkZg1qOHM0+kY1lNqCNcVyOW+ms8guVIdiBaFcfRDGX9FqVyz0vBZbNzHU1vU7ybYDsTPlZo63kWq7Rbr4UlzRbN/6vB3XFJZ/ZznuqPnbwR4D45t+PAwfHYYPls0z/uktpbv77dh2hrD3x+rPH6wdnAd2g1KdeTxNMF12fPE76sSPY8FOffP19Dxpd6PE2v/NrqqOL3US4M8pjfLbD7pObMM3duaN3mZw7Kd5QH14efETBie/HlMguNjjuex10dzuWlz4KT5ZziXjE8qeNzTc6011Thstm9a/31I3zxm3fHH/y6JFO/cE41mvcu+HnNEo8t87BrA797imKUGq5VSUJO384gM4vdrRKz1qQO57xTgfex5+AmuBfypj7fHnsLZcrMemPXArAc+dg/M/Y//89u7rR1qh6Ja1CI17I8FA2G7VmWXk216S5C8h6LvAkB0DrRU9bm1tYGidxX16AVB/uvWLvVctWY+R3VqkAfRYKi3IlOdULcKw/Nz63IKHoyloLIyXgTAsobnwnyCimKxJjUMpSkyYkfUAAAgAElEQVTqPMGFFq1CGNfUIloAfIN95wk1hedWNlv/5t8CmPvUUeX5yCx5H5RWOK4XX562Nte3ga58RbCkc3wcL+CLkKllKKZK3hUCWEZk4n88jFs/dxVwsk59XK3B/O20e9bqUpNWWBnwN9QABIXm+gCpoJGtv/13Pme7HD+rXPWs1cmygBzVZrZfML0GSVuGEhlEudLymWXSFk5VAv24twHM8+lKCI4tNDV7V4Wqa2kPbHDebhMAL1ubygAU6sU+5+SCernn1NpVfWjfu6AKvvYGileA1YU1XzmfS8CWN29Oo/6lx76zzbGwuCrmLupNlZ1CpLQgBgyi1NO+VZvaFUDaF9/bClh0I/EHlAisjt46NgTcbZSv3db+M84RCvIAV8Lj5NzRpgGsU7BrZ5mpD+g1fkOTgKGnAdSPSSa45pi2sOh+9nwpAO7rl8BwVR/AOGvmWtN0BaB4dEhtYJTTHt8iFq5Pngv3EuBoB6wiVRtya4AKrx1fFyFpXGp9/eUJx8z4p6ECI+2RBWVnJwIVFetA0zMDfpecSxIYqCHtds9QfvvZpR7zIW32gVzVtmdKcLnGeVYR7HhPaWCl7Ij4XnxBm1mUZpxQV09V7SrJCJvbAj/V3dqzX6edOdbe1txTObvMWOijZlQRfXSEdTHjZ3cPq+9kVBHIPDk9C7t0g57aHFuj18Co11woYQOEMo78u93og6X7JCh1TTLAqjWRsWS2PrJ1hFdQdHr+Vc4XsHeOet7gmWpPbcv9CGvhbqE4VZGeNs2ANs7FHX3qGHM/y/SLCQ0GfSOgJ27z2rpdj7G1s4cTAK4BMcYi8CqQdAShdmZcUrY8FabVO0552M+avPaBqt4M9Lp91Z4rgMwYtwzZtHgu84SOAjn+jDefn18G9L8AitqXBljcRgBS+rDNti45Fuc5QfINY9dgoVDSRIVN1PkB420K2zPWrHq7qJQGD7JlPFQB9dvK5jIhIHMUG4na1BEUFFirPqrqCrN5r4e0ls7l15nDXTfU33HOOWYgcOmnCMQDjAXAzkWOAxX9JltkDe5MZlCFbFs9Zq2ctTVPAJz9hfFDJDREcJ/ju2ReuWa8lxdSr80CgK8q6GxfxxirAu2RWEQSUAdXid/8HYA11+2r171Ql4XBOqA2auQx522QGOP2+pwP537Hgtf9vOOG4w1uQJszYEvCDPvs0SbtoU2k8fxZE1qnggXm4yWO6YKDttLAEtfs2lK/9ff+3pMQKDs27FfB8yJJCxkk0qliCIDr9RZz1GutWdky2wTbHf/lPbQZoCsB7IkBMM9/2XDtz2hJAw6X/ZBGk9efKrvBNVEFsA3YOy9Ffw1t8Uetn8uOZgB4TNfPvpr1wE9wD4zOCYnZWqiAb1tvXgFMSaJaWWMGuk7P/7DJjxtyzol5T8oSKM6Fi9XEYz5UHSzEfUzlpkBWKMxkXABwJH+FG0ZaNRf1nTC3qIPjnsL9LsqP8MwS26lsol2n1AGOe1tJQoybbSa2uX2TQIvCt5zwSFysSF2BBnEcJlaZ5FWzMC7reA/T2KdZmzeTBIfPLeU+m8eex1dPDCr7q6uMXbYoiU1ISnvnVBD7GVpKe+/J95BwsBiA22xlPI/E/T5vGPb5uCBbs3xBtDXA/mit3zq4KqUMXLYObMtx1uHLOCjYhMTNi28IIz1v+ZzVBMA+z5fPJABc2lfaNXJPHANmHgLAZfz6ZwHA9SC03VwHwMUCN/eZ5/CWmjCTAPC0fir3+EmQdRIAboLVGKOhNB8mWZT+qf85DjI3+7N53so2mzC5udy47UwCwOPWnfjdBwDgss1BOyYA4HrCQL0d7wOA68kJ966B6jlvBoDHn+1pwGAGgB++cmYA+J1mlh/RwjMA/NiOngHgx/bUd2O5afP5d+MoZq2c9cCsB2Y98PF7YO7v/6OjO4MdCwTTn38h1Ms6rMsCSd9WI2gMgCV4foQFsBCpjxzxEtgYVrFhs6VtJnVygVbWCZ2/ta7vSmsPRaKwwXdbX1CsHXvOdswqvb7uUUMYoMXfVbd2UHaedYFfyxBX9mmbBDabWN0KkIQssroIIt0QcDIgD72wZvHFLfVLAdF/8Menra9/CHjA9vnVm4PW0ycG9C8Ak6gUAICqQq+hGB7bIv+FMg22JyjdwTJZ21nVdKfYDncBcVpBb6BUFgQIrI4OOkBU4EPAGSysN4E8AB9tck8OqP/L8f6Xv7SPEpquAyC8+NK+WIxapncLADQVcdY+BegIJlQin1C/1iDSkrJBa8UGMGQdrG0FsF0Uqn3q6ArFcY6OurkBjLWsE+5ymnTUvgZ0raFiPDi6xCoZsEOnaxm9DNSSCxgWev2qC3COKBr7WAKQ9AHoV8AVa8cCK1FkCumPqYl8yzm5oV9391ANE47qde9QRV/S/+wM4LsHpLaGbTqrYvVMXc6DN5xX1hNYLgP7dvZRbmOZHC+nATjZn0BJm2T65BXtcf+fM+48pj52zI6rHRTQAeEPrlpd1NZC2+WVOyystR5Hhf4ylSKrJAYsqCBmHArBVGVrp6caUJi3LwBeyprHl8D4t1iV31FDN2oP4+QtJL69s0Yv6vSXyo/TQnn/KZbdtF9VR+fwKmriGug65u+hDub8mJjg5/QQ0ATpfPJ0M2wQTwD2i6gLS2bpCtDIWrr20/ExxwZcFsRrHR3KaHkYf15wnB2soW9Q0PSueq3vfX8/LIpDeSiYD3BqnWDslq3JSp/v7HPygWqvUE0axFOh63nxE9dUB4toft/f341t+V8oaUmi2N1Hae95BYoL7bexU15edaCgauXasH6wSReLC6i9SR6wbVpaq6jfQHWsTbLW2d0TZO6cXOGwdtX5wM21xfk+PADech6F0kvLzA9btJug0ptXJEhoycx2Bc2OzqtrrjcU9ipSKUceQM8kiDOgqVbgjg8Vw845pyiStYjcRAUtiFRdarDKJACPV/CpQndzay2Arnby0SpsqhfZvgIix9Sp8Fp1uJbIzDEmwNh8beYdw22uCxX/zlvC4LCM5FgNFG9y7Rt7MThjYsQViSgqog1AznF9uK7uB6EQEpBGDV7nMCBuQOS0CM4H2iqKYyCWedT9eCwGrrW8Tlt9AtoCWtWdVQA8FLisHvCWNgpzBbUF9tIN0b6ExibR5L89yBX6QUttA/ImpGR9XpW0qo1TLWzdZwPGqm09X0JV50f3qeV3AmCVwiaGOJcWJRPLRP3qrElsHztv25flSA28mJhwaf8xRv7t/9tvHRxidc81dmOw2urEOh1EABbHBo51e2c99h923Ow/ak7Sxkg6IWvEwH9RYmiz3sPu3XnJecLj8PiFuDF2sdC3Xu86bVxfu239zM/Mtf6zP7cT598EAIF9JiVkwo2fUcUv55wbUqk96fVuHxfb5wj0hpV02pwKh/2UAK2AtliURtC/ijrXQUKxPy0vsW5TgFHUXo6lUs/SZS6Zr2L7FQD27+MUxtmOMQ8f4zKLazW3xz2uvG8Abdy2Zt/NemDWA9+NHighSOfUP/73R8zP+cx0UwFgn/NijlHx25hsYo6KnErmx8FveWdI6FTsjU2OSwVwzGXcx8pzVc7NOYl5vyzW9vFsVEHckrgVds6aApsoVCWbuV7OXcNgagGoBTIP5rZIQhpN4ilQeokHkHpd2zLH+13M1T7jCZZjjq8B2mr+rc+fJqoNrKojAaoCcNVzRnNkuO9yTAXg1gFwmeeLgjj612Skqs89Ju/73ofL+gUUl+Mo+xyBtQG8q+RgE4ar4yr9F7C8WFiXfdUAdbkH1o+nDojrYDfPUyailc+4IGABzwWWlX/PRcJw3neL9XMd4A5LI+RxCMvLPnO9vG/f225tTE+6Bw6OoyaCi+ch7/2RDFclZ1Xwul5Pudl/zXM/qS9K39bXfwiklxrXTWA5CWBO2m+zD4bK5fEKvknguHmcoyA8S7zEOK6SNz7UGnqSVXXZ7kMgt8wf9WvqoTGa42j8OG72R1M9Pynw/aNUAI+0f4Ji9d44nWKR/G3XAJ4GDN73+fWdFcD210N9MUkBXJ7TP5Lqb1r/1e+fo+e+NulNmrwe9f1MAfxQN013HhjON4/q7ndcaPr4eMcNfsOLj33P/Yb38VE395HmhY91zJ/6ePtY/TLb76wHZj0w64F37YG5f/xrt3fn2P+2AJnPv8j6vAZLVMoJObXyjJqMfHd02AMSqShFLYelsg9/YClexgi6+D+e+U46vdbKwgaqwXPq7K4GuFSp5QtpD5gjbJOAXAGAt4FhAjhhsUDXGrFC0YODt4CsPb4HyhJU1370K1S8KoW1Mz087MSLOQgl96EVMYGI1wDD3/nNV63n3/tB6/C0CwxR2XYb4HobeLT7ZBG4qz3tZWsHG1FVzW8PtJ4Gfn+vzb6ojcryB297wBw5yRLK2I2wq37z5k0EjxaQEW9TM1elc6+nZTRQ83KldX1+0vrZn91v/dzPtgGGAs/b1tdfn7b6qDpDYUc/ffb5bkBHQXAAFiDTqxcvOYZdvgOehWIg630ad78Abgg1EXoGuFhDRWxf+Hu3qlEc6k6Ox2CQ9tGn1p496Ydl7LPPqPGKbfQcSjqtYgXhkSGPavnZZ1pt37F9FHcESS6hRfvP9iMo0QHUbmNza023haVz0WKrdwIYxmJZBakA+AaL6WfPOR5rsPJiI0g/eCX4JZjEaV4F2G7u0N6w6yNYhFL3BODWR3I6pzqc4z086gSIfkKtYwHWOX11BfwUuFoHuEMt41Mgo6pQ1aXPngPcCQK+eXUGgNOS2HFZWbWy31OUhJ2jtPZdby8CgElsWKbzbldDvftWdSGQd52xuwiQtC7y9qb2zxmQualkGdaQ7Z51+V576DWAtHJhxhE1sIWuPWCtNsrGHzdR6x4dalWOcoSvrqkDugIcFlYJRtUCW8PN97hjjkfI7HldBmAJz0xyUCEssPT60Sr4uHsMtN0Km+aTTheL7h2OJ9Ws3Y7JE0LVm9beU849NreOkc1NVezR1fHJa5FEDTa4t7cVClXPvcr4LsrgO67DVS9m4StqUa2mo1Ssunz2c4ZVu+pXQZvnx6SEV0ByYZ7Kkzb92+XcqMAkhSP2vb29Fva4t0BsAdoRMM/63KFkXaamNRbkjoYzLmWvMxXtRb2qzfYOfSZIdLwLoHeouR0q7FOtl+eiJrDxuVMcBqxdvUkCgnkqqkJ1JXC+MKCp8lMwto1DgdeKsaIQ1hqsjIClASRhvXNXwjAhvZB3GTB6DhS/xhLZsWbfCDIFeAZowxqyUgMLo+eZHwPCcWSCY8/tLVBVe0jnSJNU/AgC4fdxfsOqmXbF1BgB4jxn9qTj8Jp9LpNEEGpjm1397vY9DoMWHqfK3LRyTtWq2/Jyc3vCX+2rXbnUrDMpYC6u/7S+ToUKY5Brrf6i5P4E8JHIQX/4nx8ht6rqGGOqY0OBnepYJyzPedpRC8Hdbtpv+5v97LgqSi0D9V5nCord1yFJJ//q10+Zw/skCjDeua7sM8+9dathuwH0tRc3EWKF60a1s2UBVGsz08QxLSkLp21nuDV4Xbexhm9jFR59hpOANclVcLvxay2uadvG+kXrF//ScmuThISYewPaVmckrD2zlqAfg32ef8eB9yo/aR+q0iyXSfjruTJInsHnOJeuJ/zIBapls15lebERGpRPgbvl33EM/L5UyfybAPjK5AMGgXUD09oyhvxAHVXa5p8zADzo5tlfZj0w64F37IESlvWe9YLn3OtbHW0EwCb9cP8P9wiXqsG7ArycA+O+m+8MmdCUKlSnvwKAdbpIo+n8FDvMgKsmLDFJu65uDuEYUS07AKc1tWskFMX9NWFyURiXB6YmgHQfJUGnlGgxwah8iuVzJO5U9+dBwg6Truv4vBC1aENNmT0W7axu6OV+UMCpILso+XTgiZtHHPd95a7zvIlABSiaZFTdbEYTlSoriKJ2HoFVFRBX9eu9s95vpTZzaVsdDEdZC++D3kdrFsJ1mOL65Z5Z3FOGYHdYr7k+7Orgd+Aw6zipsYSm0LoJZu/9OxK48j44roZw3ifzGakO+yZtdzAWq0ZNC0iOqImr+66ntX4cRb1cB8DTwNSwHeMyuVLZnff5YdKB/74PakeB5DRA2ZwmJgPSknr2cQHwuGSD5jFEDecJYPkxAPihqbM5Pqb176Tl69dGnsfq/Fan710UwPUzUr/O6scxzgJ6ZPz8JANg3i+mYcl7+PN9AfC37ZH90OCt5o/7i0w7+phxp2z5sT8/Zl+P3db95b6bFtDD45gB4IfP/QwAv/+18SmuOe1561Ns86xNsx6Y9cCsBz7FHpj7J//s7q4LQLLe6P5T1KUE7313NDiv6lK7TMHD9eUCCk3rUS6HelJr5Qw2QzX4LC2uRo3FLlbBN8Iwgt99at7+9E89FzGFou3lC+rvEoTXzlj74ouLs9bzzzcDRFrHsdRrFaJZf7eFktjamm7r8FALXECM4GIRyMJb9AVWx/NhEw1kQ2naPZtvvTm6br0FtN3craEC7tKufWBup/UMuL3eZjkUjQIjg0uC76NDQYHq5/VQKQrGLlCiCm6FYMIcgxwb1MrVq1fb6p39doDuLsrcJeEWS2yu9Vo//7PPWk+fXgLCsJYGAKn4OzzA9rl7HhBvDZDcmgeQqxAlSHaFclFL3azgm/1ZlSgL9dsp1ru31ytRy1QQrwpO0OVLZLFWbqPeOz4mAAecmUftBpILsC0wff6ZhIbzgwL26x+eweHtd8BMm2MAshpEu6F/BSkZVAPkAmp7KCbbAPPlVWBDvAkC1YBy2v2tch4FH5ZWXaRNq/S7ttLaVJsIINhUxbnGujf0ayr4tF5G7dfHAlxSrNWZinCOfQn19Crqbd+/Ly5RLqPCXoUm7mDB3DkG5NCHQh5tl/dQjKvU7AA2l7DvdvmdTRXjKDjpb8/X2Ylnw31yHlASL6JKcTyfHF+jbEZ5Sr1pVaArnGvbGWpr+tU1ysNi1qETlKlSTBBnzdv8ZBLDyTHHDHjfRE3sx7rLV1wntyRN7O1TG5i62tn3KukXgdYkA5y7H+yNQ8lCH7LsGvu2vrH7PkNl3T3vxfoqPY1nWnfY2qzr2Hhrny5csz32w8aWqnpVjgmQQrkSb/RpuXgOLBNg+r01fG17D0vlI0D+AgNN4Cu0UsGZWkHhMkphbckrxYzzwN5+JmL40TL6GCitXXvYugf7u2J8W/g2QauxiWPG7oVjIrYLROUa3cIW2bPjNs6sz+toZbzsUt+11Jo2Sfq8m+BVG+7Xb0n2uEP1HNDZ8zaIiwb4VJFtbcE+BaRXPUb6WtDp9bCCml5A3KUfvI63UDmrIvLj9SXgNunEWs+lJq5W1o4VVbXlYdNx4vHH/mIspBpXsK8SdhhkE4JqvUw9Y+BrqlJLIIzjxv1AVe0yJ28Q/K626fkKV4Vonvb0tskUl0olEteHKlpr3upUkFb41mZfAbQG7KtigWELDTiPeu7WWnQ0B5gVYGZAVGWVyTSqnx1qJoy4Da8V49yCaud93QsEvRm4quCvI6kC580XLL+P6yeuyVQA24BQr8bYSDLpPu3LS+8TUXNxpfUv/9Vp6+jY9jI3Eq01aeFG1TCJGCrs3X2HuS7AK3OPtZidnw4PUbpfq5S3prQqY0GoCmRrlXu9GfT3uvXa0F3Ae0c/HBAYUa3/8D+4bf3Cf74VyuyYfz1M28x9KyGuwMCRmzAjrgW2VYLk5TgH67FMnp/A96ksor8XItqckNxPGV91FW/s1/Ura81cbhhMKXAkx3Bup6iW8ruasoh9lUBeCTgXAcog6WAY/41tZcNqQZcq0FeWbwa0JwaqpyiHhzub/W3WA7Me+K71wBAAZ2LQV19TG4VnnesrkpJ4ZtLGtv4RpnrnijnK5xT+XqCF82BJqhqAR9M7qxrAEaQ10ayaq5zfC8gtMLdA2DIfpbPH0PK+wM0CxiJZiGfGwZTX4GhlXybcaAntG0q5b8f8zLNrsVMewpk8prJfn68zAYfnIO6JBUCW4y6lbuL4acglzzxC9DKP59w/tG4etDWSRLPOcf1T7h3DY+Kgqrm8QNtyfyhWzybsJcjNT3258l1JeGr+HoDe5z/BfQDz0ZtJ6R8TlpoKx3I+6m2t38cmgakhLB0mSjX7K9tZndBy/AWmVzey0g+en7Lfct7qiuNpAK8OjkdOxgS132AftdrCg2PyfMepGLVdHtlu4x8Pta+Mn8G5jWto+HyQ3w/v9U1YWoeKzft8M2HCZ6T6Z9iu9wU4zbFdJUPE+RsqgR8bEJ4GXh+rBK73Zfbv+HNVT7Sot3Ea2H8IOOf+sl/eBwA/dCaa5arLpXxbxvFjgW9zfH5HawAPpo+RF5xhD07Fmw/11xRVdJ7g3MOnVQP4oRE0tUcaI2PavFC2N225h2bH6b/NAPD0PnqX+8+Hbe2bX3sGgL/5Pv2YW3zs/f5jtnG271kPzHpg1gPfhR6Y+/v/U+duAQtn6yTuPcVyGRXUKQpBVatrwD1tiPvYJy8urANwOwFWrH/67DNVsCq4UgWlOlcb53MUqAa9VQm67k/9YCsz5PnvFUoB1Vp+dnd3AuwZmN+mJqtAbIFAwSXwxDqaGxsboTgVPKuODCDMR/tOaxZfYkXco1attq1r7Qz2v/gKi+PbTYJRZ63T/kLrxetTAMYGkI1audh8rrcXANTULwb87OHT3KMtHeCBCuWnz7fCPvUCZefKMiCJ+MIxtVW1FPazvbEetSnP+8fYRbdbL78+IpCPatjgze1F6y/8F5utnQ1rKWMFDWhSwRZ1JwEYfQqirgAnhG0GwqzJaRBMS1RhlQDg5atXQM8dwKEagSWAInVXAaYL86h6o5arSrzlqNtpcO1739/lnKWiwHaeA/auhRWB2JbpDy2TpWUJgF/S96tL1Gym/548z5rKQh4hswrPBZTJHvQVNV+1OhaKP/scu+s4eq1y51EQY4N9qNISkGdtZ08qC/RR3N6h+jQYtLu7GHa1CeoAyoCogDKs7/F4HkPpDHRTJWcfrbI9bXvXUPWtYd1sfzD8gIQqVhmPtNEX31BjUmdug3rFArJTlM77u8peTUBYCrvgs9NUl8gC11DNCn9UDZ5gv3wNhG5hDw2+YzyjSH2yhYV4ZcUsJEYNbfDFZAWDg6myyLGbNUaHl7RqRhWSGUNMaDgAwMDQTdSqKq1dWXXiq5cnkVigmjogpABYKASg3kUZq/X2qxdnjJ21sOOOF3DeQnsA4Av2Y01W/4yAjXbtn20FmLtR1WndXhIKIhhae+LtoSB2uwYd7Ds/Xp8X1qbm+zUSIlTzez5OTvS8zXp9F5fnVXAWZTGqyw3GtefWj5vvAL9P6Ps5sgDU6KgUV92rFXfCLOzGSb4wIHzHMgZst6nh7Hzhu69j74bkB4HqHARZCD+nzZ+Z1SSPWDvYgMymgJvlTS6wXeSN5PmoPi6j5bzjrI0tdahY5Hz2Hf9Zc/fsDGtvQT51ebN2cfVibU+yrBb1XvdxbAJJxqfjzesu6szSJ163Xn/2dyQzuB4Xj0pSAWsEUwl0ZDDI/hbm67e8mOombZK10QdcGhQWvEYdX/opVLn8RQArfFeFbOO9NhzTdQDsWFAlZBtSYWMiiHBcdXd2in0rfL6txsJdVW/X/bq/sB43qEx7HIdpicm+2Ib953xl8opj3u3YJ0LshKhVcLvq4ww4V+OCPyr3xMH5CSAaV8DwUy6hMkwvCUCrVL4DAL98cdX6d39I0gz3ERNRnMsiVuL8/HQ7zqNJDd1uL+qVb5L84bGfnJyGMnltdYPrv8sctBnn8YZEIuvibm9jz+55d2MG5RlLx28P4/7jfPjf/3c/aOmczvANsBwvGWGtVJJzXC0Dj15Lzg0lSOwY9F5XB6pFoaaNvaF9+YVjIOLsUf5gCIDrKt+yDbcpAM7rLRODxn3qVqm57P2lSvytEZsfae+9tWYAeGx/z76c9cCsB7IH6gDYaefF624kOF30qTnP/S0UujxDxvxX3XO13PejRf0A4lSW9kXl6nNOQJIoHcG9yueCSrnr9wFYo+zA8GEsXYayXQOw6NwrAI7so+H3BcCEcrhKUCoAs8y3UXu49qwXsNfEH7KDCiQrCuCyjn+W5LIChYTHpnBFu2hvKYAw5/MC24928yk1fwXA5SFzUJ+4cvBo1gEtbSnjMft7CNUHdtPM5bY5AHQNAGZd5qGyeAgm88AnWULbDz4zeI/TgcRjrdcwrq9XINgizzFZKiPbUs5T+bMk0AliB8fpLbh6+6gf++BeiItJ/XMPMBeCwzNc1Eeu13uuxkk8L9cAcLbnPoDPc+yYGKrZ6/flsUHJqt/roLscZ3xXJSjEtoXo1QVVB8D3Ye3IIcc/JgHgcW0qbRn9bTQZrd6PZblSD/jB/n4EAH7M8Qz38c0A4HgGra7/su1xffYhALg+nss+HguAm21pAt77Z3z0m3exgC5zdtRnbyT+zQDwaL8+CIC5tof9NwF8figArprzsYHHuLliXILouyt+p4HdGQCedu37+0wB/HAvzQDwY0bRd2eZjz0ffnd6atbSWQ/MemDWA1Puj//sN27vjg5QngFx9p4stLawxBWs+YK6gupQBdglqjVrhfqfILhzfBb2zVtY/Bow9+HvDrVWB2hpcMCbrvafR0fHrefPdlBhJWQ7OzEdPq1V71DknZ6q3LtiWYCI1sgQHlVZKiN3d7eoy3oGYLMmrra51wFStwBNT54KcoG3gKgtFF6Cvkusq7/6sxMg037rD/+k0/ohASnwVmsRa9snRPetSdk5OgEaZ83XDeCBx6WNqwq6DeyTrwHNB2+PAQnYOG+1UZ9a9/SUF0gCNhHAEVavtDZ2VlmuSz9hZUzwf+HurPXf/J3nqFkBi9ScbdMmbVztmTbHlsEVYR720xyfwDMhUFYxkzFbx/K0e9p6/nw/gNKXX77g9+XW55/vY1utChZgCEi8BNBcXJyHxemII0cAACAASURBVLDKUftTNbKW1daevcK69i7qDmuZK2xA9Ur7L4CB8xx3KBKFjwSmtO6bwz/b2sGqSQVhhxyX9X5VmD79zDZKmbHyvVqkf0+BUgLB1daFSlH63AzhnZ0NVLvAJINCBLUUNV+rgKRf+8COYxS7Wh1vUyNZGHJygoKUHRj46tHHy/SFIM2g2irtO8Mq+smTVZTPjA36qgsI1rLXh91l7FpVYgh1tQhmVMX5vEXd/OZVLxSzJgVYA3hjK+useiIOAJIXV4xD1Ckq+1S3b3MeBWEBLF8cxLlYCTvcecZfO2qGhpIvgnX0GLCyRzKEqu1dbKFD4WGYiuVVetsO1aKXV+ehjrZWsPWOVQ9aOtnxai1qv1/Awtng2SJBtDUSExwfh2/PAwBbi1eg++rrLtcbfQ3kFHQJ+xwbAa5QDmuBHEIbLysaL4g3uWFzc5XxZT1VrcGxc0etry2yQdeLPmPiMq2UN+mfNuc+gCVq+JNOP1SU1uP1oyp2jxrQLlsCVI4LAe2ZIJlt+X0AUvbnMa0Bz4WlXZTbjrkQg3rSrS1sEoNJHnTsEhu1Rm6xzXV/gjEh9zXnyf7e2Eqb7NOTVLO229luj/cUWD8MHM5zHAnhPJYIMcYx5fnjiKMO8TpqbQGp+3BsWhPYuKDruG/PnUFrLaZNaEjYXKlXgJCbW4zTiJSUBAqBLoklYYcPKOWcVOHTSK6wjrhj3IQCHQ4MOBsEjeMnKOq1aEKMcN7kjhgXlS10qtDd+zDAYJ8LjIs6XWtq9+1xh1KVg+kLU2n7XQBpp2b/n0FQlb7oz1nHfVBGffBRwVUi6ENry7RtNpAl8FwgkFrspj3IhOcqsTK47nF6fiO2zy6FnbLqorhyXWG7rfE6yqA755rtaJ/uHNunHf/0f32Jih61L1bOTA2Vt/VNawsr52XGi4kXXSCvdsfOj/mCF9UMSaDZ5h6jstzDTgX9OckMziHr/NfnOlrHbWBFwM013O91sf6fb/3lX9hhZs1ayoLutPVUZVISKzgOjjPqN6tKC0vPCmZUihqD17bFcZr2z1JyZ4fI0tGXISB7HDfnIq0n+beXRtwfEjyXMezxDepMco9pKkciqF+1YahgGp7TpsigqYB53xfjmQJ42Mezv8164Ce1B+oA2D7QHeiHXx2RwGUtYC0jsgau81QmyDDHxX1KiGatcu+rCVZ1AxpYH/PeEWUGnMOFlBV0Gyhu2U6xK/b5y/ux23eOjbl1UOO3KOWK4jGhc/lE0lw4pvjsZbtMevTdxOdgnSSGhMS2eyylTrvbqAPgss1MGhxm4cT2qs147xgooON+kDbUeZyWs+GZghtm5B5VsNHfBrVsq+2WOX9EeRpQ1rILue+yfi4zrPlbAPCwD/K+43NJ3EUDTI4C4Gif96VQHef9q7zbqAyuJ32Ng515fAtxL7PP6vWI8144rCHs9ss9L4+jSgaoXWSD/q1ucHWgXJ4H4/irMXTHu2QcW2X9XZavA+FmvdWy72E/DZ/B7P8hGB1mI5bxEklZDSaUqm4TF0pCl0A+tz5oTy3BMty8Sy3swffDcVU/fwNw3xiv4/qvCYBz36Mgpg5p688leR69NnN83H8eqWVm1n4fnsOE54PjvfcAMnp9NoHSKOAfKoBrQ2PsX8v+S7vLcTT7ZxIALhtt1hoe2kZnUkOzP+qJEPWGTQtgTwPAzUSH9wHA4zrq2wLAD9a9pSGfag3gj64Ark7StPEybfx/6O9jAfDYjU4A4RMbMAPAH3puYi6b+iLXyPT4JnZa28bHHp/TDmdq90zbwKf++6wG8Kd+hmbtm/XArAdmPfBJ9sDc//5bV3fXqq0Asjt7AqVbAAh2uUdnqDhXW+sb16GuEyq8+KoTNb7ubgWPV60vfgAQIXgTdqqoGzsoUbVqvUUVbN1cQcUKv6+jKtbuuEudxytq5goMz/EUFiaqLhaGChi0Tu1Bl7Z3VPMtYplrXVGtSAUpwlJrumpvnC9dnSNhLoAY29Yb1HXHh6o8USoD0v7wT2kr6sMnX+wBCqwJ6jEutToHKBN5E8/6pxzLHOpcoJ9QwbZcAlAFEzvbqwG/hWJh4wscvgViffH9rdbtwg31ZM8Apeb3z7e+j9XyX/yLq8BeLJKpibvM9s6ojyocuwJICmGiPhpBJh9IBEJar/myt4HVsvVHDWBZ89Y6oRubgMNV4DRQ/upC5adv1NSeBWgZTBHqCq5Vji6g3I6XUQJZK/QDjBw16nn0u0rpqCsW2ajm0yfU8dwJk3tYWPcAKkrfPGf28WVP2+s56u2i8F5Jq2z3JaT56ocAds5Z1N/FEbuHJfEJ51TWsrwsibxo7XJuW9QcfvXVIZBtM5RsXSCX4PD7P7VFooDw7jwUikYEDQKuAklVcGctY+2Su5x3ga91j9NiWTVmWoXbF1nP1n8sLlFQ9o7EgTNqQ7+hFi/jN+rqAoC3UJ0W5Wqf4zoEwF6j5HOszXEOF/lxb5f28ulhH20kMBMYDEhaW/kignIGdTaosav9uH1jgsJKnGfaGJJTr4l8ARLqX2iRLWLXXjmUFmnFe/j2KqyP1zhP+0+1ZM7sfxmf7e7Tn9ZI3twSFHJuuqqp/e6Ec42SneMS8Eedbsai19oc16UbuGA9v/c87+5YPxglvSpR2rzAsTrO7O9jlNBa66ry3NpNe1/7UXteayef0j7Hptfk/l7aOtvGc4CuMSaDnAF2OY+XqOXdR0BRxpTnaBvFsOPZOJFj7QiY6vnyzHnKlxxj2laz4XWArufKz3kX23cTMkJ1zXxATFIltNu84BqyTV6PBXZ5+rX8dl7xO4Gqwcg16kILOK2B20eRlLD0OizEhZCdY2sbA7oB7+02NYutaxtwVPifoFM1vUrTCIzGtQNgpuax47wS7cTx94Xpjo8K+9o3uiN4vZiwYL1xAyC6KUQtc05BWNdzbgzkCH11ATD5w+MWchaA6ngQXusckAqGtPQO9SjbNCnGvlPh7fVf6tGGKttAXXXeot9VmERdXgPNGYi8Ya5NJSoJC/ShHwPrJnx4PhMwZmA/Alxh0e/cldeU7XGf1mj2d4O3a2uV5bO9bhII15IW2SqJnc/DOp52uY9Q0wS2ZUHuJ8L3ORIIfutf9ltfv+Ia8vwyl81pI6/iSxcCjmGBBA4VRdaYTPW04x/AzzBS4X1ziVMBiT5t6xTwOdN9wfkW4u34WWPet+Y2Q4KkmePWL/1Xu60n+1wP1jCOY/EcuaZKYZXbjlTHlH2QiRZ+SiDOecj+r79opg2owXLnuOwLSxUUG/W47st7eRW0Hw2Ohvg/5iID+wE4qk/Zj81wbrJfh0HVbF8kQTTiK/cCh/fjyYN9PPSXGQB+VDfNFpr1wI91DzQBsI9BP/z6hASctMvPeUjoQyJplBqQeua96oa5WADsn350vShQN54VomZ81uVsAuB6pybA9RnQbeXz4PAzCoC9T3j/KHN3Uenm9/lsGfNyBazLdgS/qm1L4k7Zj/su867Q2eekTJQaBWEFALueST2x/xoAzuenLPXgc1FaO/OcWYDeIDEoJ+y0yK65cfg73/sMU3eKuK2AsH1YLJ6LvXPpg/xTJW+WpAglb01Z7e8DQFsBYL+74j5ubwXMrZSuzUBw89/hihGuJUOQHHWL+RS1ch04NtWi9+5fNQlj/beEwEMATHZuHGN1Ux/eK2uK4IcAcB3ApxI9n4ea1s+lvdGWxs13HAAeWFRXA61+X00Xm2owN0B3GZcFdg/B82jCQv1KKH9/DAAet14+340+MDRBcD6HDT/1c5J/Hw98huNkFAAXS+ny+48rAH7I3SXnozKPZf/NAPC4ETr5u2mAqgnuy5ZmAHi0T8cli4wuMQPA7zYyv5mlZwD44X6cAeBvZpx9KluZNp9/Ku2ctWPWA7MemPXAp94Dc7/6G7074dvp8Unr6bOtAH2vvgbQWTMSC9uV1Stg4JMAgV9/eRwKrB0sm6/vzuPPRaiG9rbarUZ9VYP7wCAhkJDrEoDQB+ouLWyE/bI1gp88x7YZQNdzHQIegpuoTcmLomrgVSDOHE/gfYDnIiDU+p1mbN8RNBIALLNuKHJVW91k1rgv1AbpTzpASdSMv/27tAlAtQxkevJ8leNRGbeSwIft3QGyO0eXrbXNO9Sc66231BoNxR4vstaNFKyKJy6AQS3AsVbQOwCGNqpngyKvscO+AjasA6T/yi+ttr7/XLtWjod+OqZe8Tlq6bsbavLSj0VJLVAwUpTZ8MIQVI7YbO/usxyxIQGvClatg1XLtua1wDZDn7rFwKwXX14AsqyZmxn1VzcoRve0FAZ8BUDVVlfbaOEA4AnIdSv4CegjeDJIRvACsDwPZDuHhavi7FE/VdhgoE4yIgB/Qp3jFormbaBUn4BP8FbsobWIVT0pEPLl6fwMuE/fuI6QzZq2xgJ65xcBE298k6Lfb+8uSBhoZ7IA5yeEtUW5YGwhAicc1xXwD7tea0/f0RaPVZirzXC8rAnjtR0OhSGAjJrGwk7EfJEQsLgIWGW9DZTs/jcHgArb3rD07kUfbJBgILi1RrNASBXsV1+/DevYxUXsqOlr++Pq+izG5xZQU7Dop6hjBYhRVzQCNGlbHX0b0Ej46X5T0SdMMsRnDWyt0ndQ2q8DoQIcR2ClvNwzNoCzqmW7XWDfxWrUR13fUK2M1TXbtQ6sqvmwowUy9jmGjfY6iRPUhhZ2ho1zKjqEQ45nazlvU5NYVerhgddT1nl1jGm7rJW1INJ1TcLwd+sy7wDQS2BKoGrfRclqg4WeR7/kGtQKUJWtIE5Q3kbRHBaHHMrrt9bfzQz5tCEs1oEt+hXwR1O1MDdpQAvEBSy6Qy1O4keUi61gYyYuVOoDIL7/9lpWCWy/qwb1PKzjBmBuR4BzEjps6wpjUsDo55z5x3Nkm02siJgs/b22Tj8x/DNIljbOBuIEz4Je56u02hYEWp/W/3LYliCCttDbuyh7YztYvDP/9Eg82ECRrbI0x4orpAJkLpQxXkNKXVF003cROHcpFnV+8wXPueEWha/uCM5zd7TXZVciASFBeyqrUsGkNbQfA5aC0iXmqJFaZR6f/7ONjCXPjwHqqDvMmCmq7LDeZ77PtqpssQ5iqtxtpOfL695xZuKG0N6P1/bA5tgGVm1M++pUPKXCwxPMPMg1vahKmq907P7t37ogceC61emawEDfc6563Ay8RyyiDLZ8QCRM0HbHq9eCDhJbJJ+cHNuXi8wLOU9oF63S22t5C1cJ5/I1EnXwtmCMHLT+6/92n2Qgl5TU5jjN5Jx6QFUwXuodDiGr5yR8IUKtU40N/kyVcGXJzmZSYZ017h3/ceyeaP8vQEkGqUtQOVhJ9K/W+8ViOgOwAwAd/ez1YrseprlljI6A4kfEa4rqv8Si6/vPM22DRqjL4OvBzz/2b+D3Dnn2xawHfmJ6oI51jnGqeUH5lbnqRuC8tsAze/jcBCBNJwPvSc5F11gucCcclEQwmavYL9fBVgFXMXdW0029fnC9VulQ8VcpkE0bNXOp+qRdcYF41bzpHBxJPKl09R7oJ+va+o6Sz3cqWCOpLso6VM98rCsQ9bNQ1adwnm/Of74HFOAZQK08WPnew8d9CoD9mMw2nKvzGTKcJeI+MZxvm7bQzVrx8W4VsHL0/pAwO5P3fDYVAPvJ5/GEtAX8PgSA8ziyz+JWUNvPEOZmm0uN4Kgn7DNUuc8GxM82FoXxQxfPfdA8H448foZjonZzs4yHx1YDt3msQ6BW32a5jxeHjnJcnq44B9V2IsGOL0cC8JYwGSQuVM+FNSvYHF+57yZ4arYhnhJq9/W6QjW2U7vtNqFgfdulryf1af05Z1q/j1cAjz5INI9jnMI4+3QUGI+uN7T3ngSIm22dBKgnPRuNuyYeOv7J/Tf+2Wt4DkbB97QA9jQFcLMdj1UA15X16Tpz/wGw/lXJYRiP7R/fU9Nq2A5LlIw+Rw7Bf3mHrj37xjtXtmHa+G0mEJSW53v35M+DpYu9zgerjn+QnlL6+NEdOK3/Hr2hb2jBJghu1v6+Nz4/cYXirAbww9fB4IHrPcfPtPnuPTf7ja32nX89/cSvr2/sRFUb+tTH0zd9vLPtzXpg1gOzHvi2emDuH/7a+d0q8NAAxRLgbXEFRRqB9yUC7UvLglzUUWToq87TGrq9vhUvseXFqgc8UoknHNra2g6lqwDu+vaSuo1bFQAGBF5hLQ2sUUH85Jm2twDec+vgXhO4B+qi6q0KPkZQGaSAohOoCKDVOlMgfcvL9OvXxwDiFaySNzPwHoqCDJ7HcioZgRJ//MOz1u/+a1RuBp5gZ3vWGY5arG+zL4GZqpoRzKEC3Yr6pCrHrAm5tpFWxVGzSks6thmwkX5aCPgx3/r66zex3y+wSf7rf223tcIxo9sMS+UOlsfaiQq1ippS5mF7hRaqOCNtn3WePW1HfVQDTcLfgDgsawzKPu4cdwGUgFNAd/c06ysLkrUFXkE5u4bSWhBpnWMVoFpl+/s2Ftfx0hdBGvenkrgAYFQHBMW61Mu9RM2pNbUAaI3tcdpZnyAQgaGwxwYKGyAKKEWwynYJYUwEsObzwiJwnd0Y9LomgLWzp6Vf2grfATjfvBZaaa/dA7yiWgbSXALU3r454ZhQnNukjKZUY1x1LeOB82D/aF8snEuwqpI6AwdCbxWofUCzfWrd5tuo0xloKxSD7Q3aDiRz0y5/Qm1Xx/EOymnHU++cPj1UgUL/bWA7juK1c4wC/kiIw9i87dIvF9hR7wMWUzk5j5rWl87KoXfwfFwCGnFdyJLCW7h6eRXo0DIVvq670ka5R/uszWyN3PKJ4wshC7bZR1hxn6NqBV5tUxdaq19jVpcV2PRcuL5uzfZNKFTDLtmauLbT4JQBQJSucK9VroHTjmMsrxn/vbmtcgZYD6S8VHLpx7ZW6sWd3WKxq9oz1aBCQV+aPL6LS5TI7MzrIi2L0956a4sxof0vmzwlySODrnluVGq6TKqiCbby9an1cvnNNoRiiN9V0nruQ21aBBwC2NLIbCrzQSdA+MrKWpx/x6eOAJEgACzP+r2p3nQ7pyR5bG4Jf62F7PYJtjLOrTfsuhloy3Po54I2hdW1yR3lXT8UStmSTGBJ6H9Ff4T1Otbk7usc63JVqtrGp5Nz0HNHb6W0yRq8Xn9+NnBaiMsguyquq0wmYDQD6BNKOw61OQfWeq1WwZAEwJnoEe2KFwOueSDhIsokr88CAgWXRVlqoEeY6vbzmKqgZoyDoepVJZSB8wKAFaUKegcBz+ry9buoN13Vkw5wHBDbOtR1AJyKY38zKOyubfEVx/p7v9fHvnyhdUQCyTwnpU099XP8vN2//bm7u1sFkeew4u+wFnCVGPbWFjWea8DBfgi7ea6Fs7MO9dW3Qv2+S2LIAu35wQ9uWv/Rz2s/b09lPUD7KJXow4CUCRUFALvNOhDNUVJZcEYgOwPcfoLx0r8C4NhepZaKwTAImleB4txQtV62RSDgtkq9x9heNQYT+pNYUllP11Yf+9dhwKzaxwwAT+uy2e+zHpj1wJQeKIFwZ0vn/h/+kNIM3kgr8KXrjB8TdSJRjAULADZhatFngHCE8Jn2YnBPCBAXcHAIDAMSRiF1ny1qIXhr6vK/AhoLfAlVrE/9lYNC3ltjyWrWTjgZ/xVFaLXPwT2YbRQgHDV9K4uOmOPz/yJRp/6JZ5vq3pbJl7pAjALgwbwtYK7uF5FIqeMDz9s3UbrC+0Ye/8Aiu0o0cn9lvbi/Vmra+vd1+GW/14OdBShnYlI+UwekbSiAy3FlUlP2fZTVqPGaSRA4+zafK4uiOWyji5W0MNX7bqWmftfgXoFYjwHA8TBVfeqKX79qgvMAuwPAVN3LSyJiAOB8XimgvPR5vqPkit7uM2H1fjKAzwGTAPDg+xpUz3FdPdeVvqra14S97ru57ZHB2fhHec6ZBJHriQj1VYf7eBgAD5X22Y9DEJnr3Qf6Xsc+azbtol1+Mo78EAD8Lv01qS8nA+X7ALh+bJO21zwfE/dbjYN6Esy4ZWcAuDZheY3MAPBD08Lgt+Y4nAHgR3Xbj2yhD1cAl7jbxJnog47lXe/pH7Sz91h5BoDfo9M+4iqf+nj6iF0z2/WsB2Y9MOuBd+qBub//j1/fPf9sr9XHglXYtLcnHMEWFJi4y98Fo4JJa7UuATfW1lBYAkBMuv7660OCGyj2oEkL1Dy9vOwRIKEWI4F2LVDPUF/5cq518+XlHEF81IcA4J19sv9Rr97eqByjpq5KQOyGrYkZEIwXPbgbik5gXOcNMGg9AunzLHuGnbAv32uAPRXLEYkQGBNUsA6trqYHJ6eA383Wr/7qC2pAYqtGQGqTurXbwMc3tPlWRSoK3HUgk8H9jY1Ntp22wisr1jFGbcd+AkkAdwSSBmRCsQl0i6AFgLTXO2n93M9tABKgDygxVwGJFxfLHKtUjn9bAxZlmwF/YZQwqTeo49kKO2mVZ2knlzbX/z977/4bS5re9xXvZPNOnstcVpYsrYAYklaBlcgKFDtODEdA4B+D/IeBkPyUOAgCI0YUKXKsrGSttTIkWJa01uzMnCuvTbJ5Zz6f56m3u7rYZPOcOWfmzKh79izJ7uqq91ZvVT2f9/t9zPFrnllzH3u83V0ABz8vrk6rTz7dDFCshe3+/l716fc+Tss52mOeAM0hkOTsWKtUc7LOR/5hc/UuUoa0pktlozmAZ1DyHaGWNnZ1TnBONaIWrpdXQHCg7zI5M3deYdNdqwPMv7y5tQZ8T6u9I8bLBX2KJjAe1nscWxD9yacokgHAs+zvFLi8s8t2ZwIUbJQ3blAuAv+A2V1g7Ak22WfnoFDUygYBF2nnVfIWC/5CsYuab3nNPuEYgl/HHQDIfrLfBL/a9VopLXFDaQsJWkaJbEDPdlxATapqtlNbAyd/I3cr/XkKYO0dmKMTS12grADYrtt5pcX2VEBBcwUfU9fO0hL7UTmtGlSFiGrzI2CjlscAfJvFoWicgp/mdt3dPUQ1vhWKdtcNqE43ELWxjb0xKtkeMLaA13nGSjgJxv24fXyNzTgKdeqyuZX5VY/JzdwDTnl8FzscopI8BypvbQvM89iC2kPszH0JJzdQL2vxLRw8QoAs7LOfVGRvbHJe1XfA2t+em6jYmgWfSrWC7WrAK8QpMa5U7J6GnWFY31Jmx1oqLtO2URWuOamPAHg9xtYi46lYFy+heO/wz1iiytpr+lMw6DE8P5wrpgD/qsDNNa1tb6hNaXutHh3GtnUAdv4dAPgcC0solhMwTsV5d8x5sLqqmjznw4SnmZdXIGs+2mMArUBV2D+PpbcLDZqvOBdPXARDrmj6xfFWr6kIWKxFtN8tanTz/BlLXea45sk76qqeFUYLbNPpwFzOqpN9CX7tFwtnEDatMLMEHs/28NyaR8HrfOT5EXbwYScsSCdQWRc44ps1wLRuZcHJVR2QVKEbXNsAfARwtaZmwQfv9TiH/M4Cx3GuKo+Eof7RGptrgHbOBvF1I8g8yAVOq+h27sw+coGArgPuJxbM8H3LYn51+8cx41wUeQ/rHILFUrpHezv3vnw9Vf3Rv9mtzrXmnib3L+MnVULMK7STbaKq1/kh52nzOzuu8iTYZyHP3JypAbTDjtasXr0ixzfuEc7bj1H6z6E8/o3f7HAeZhC/1DkDt1ov58KFXHCTUNw5odhoZtlzgUcB69lv+V7sJxYnNYLC9T5C1V0CxXUHJiQ3N2YdcK4DyLkgKDcq0CBURC6KqFVrQ4O28Ud5uC3blz6Lco6TKMSCjduw+9YD80QBfFfzT96ftMB3vgWaeMOr2stn19WJTjS1C0kBrF4bBLFee8or5jbTKtSJZM+9eann0P5cWoBs/X5YRfuEoD1+nZe3KHzddzos5Nwbcybb69aSsG6gLCxg2W3cj9fr8oo5vGF53ITQBTTF9F1fNGKeL0ldGz2e83VeD2KBVllVVm/jfs0NX8hstlUuZhUE98sTzweDhUXl/TYAvisY3FSBFnBdiiJsE6oXCF5AbQn8l/LkAqi8DrnwqJ1TNfL3uhC3Bit9u+laShgK61rt24TZQ23+BtHYJrS7DQubnVCDnwbYHkBN6z1snd1v22FelP1YX3djfNGnqcjO8RbQmGtqP0BZu4kMVNqOhbp/G9f8crx+e7vo2HauQW+Bv8PHSQXwfcHQQf8NKjIa5tbnS7kfqfvgLkDdLu99St7cdrD/4X0OA+BcBJyLBZug96EB37cBwKU8g3y+jXHzwF/buYNvl3cwQ/aP57xX7vPuGPPvCgAX8NsGxFeNcd8WA8eQLgsm+qteH9ggrc3G3Wc2c3E3v9pUlvbvY8t8Wz/n5HnXOlHbx79jPH8lAGzzjOFm426vH9qa49rvoft5V9vdvdBh9BHG9c/d5eo/2b6roo/cz99eBfA48Nuf6d+y/cv+6wVRb3Btf8sDvtXXPtBiPbwuEwXww9tqsuWkBSYtMGmBSQv0W2Dqd350dmMO1gtg2Y0PuQCRo2MCGhKf6R4AaRnokJar07O9avsJuRV5+u0eAsa6ADhAy4L5VlETLnaAdwAOgd419scqBgPKADkMAPWwRZ6dXqq2HqNII2eskDjX4wMOyAe2AMUyf64PgtNhb0sO0T2sltnH08frHH+u+pI8xD6fzAFsVxsWvzcEz1WqLgIrPv8cFQKK0P/42Xn1kny4Z5THnKcb2CW//hLACwCuAGAffdIhEA8ExFrV7wpaQB3U6bTa29VKFMUqNtZLgAVX8Atinz17BdTbRGErhDuvfvbvLKPnI78katZFrHavUP1eo36eh7upGhVKxkOyEJdymMdTyzjB4TLQwuOFMvnlc0AfVrFTS1hwHwG01gOGgakimLYId19DCUrNgVvUj1ZbJLdoBj8AIigZr/l5CTh8/rJbzQNCBb/o68LGtRfk6Ao16wrlpD/MSQbAFUib+1QFqfbOUzPkfkklNAAAIABJREFUqAXoz/JU+OplL+yPE7SwIABwsrGVwFnrVxVqx1hAW7cpAklaCusifcyCgSsCaqcCIW2j+VtY9fH3BO+o2uhb+17F5uud41BJb+D5qyp1gXoaQzoCzgnIFpYYFwvLkVP5YL8LsMJafBsQzThxYUIorAF+s/MG0jyuuaixhAbcWY8r2wb45XYqQ1fWVJEA2wl6nQGAd1Eo28/TLGDY2qIv5y4CTgs+VakLCD//7BXbUDggtGDJHL4qLo6B3i5aMKe1Kj8V7vaFeXc9phbE9p11n+N4KnA9rezHOY4Xn3O+eBOqQjNUHCiM57G1Nv/2i2fnoY5fIU2xPW+9js9O6NdFoO9CAMajg16Uex/VuTbRS0uAaVTAwjcf+gWwAl8h5rEAGPW5KmYXFCwzrrXtHswGmQM1oVbqqM9VQ7qAA7W1MGxtfY7xcBKQP5Sp1GGecy1VGNfV9iPstYW0nPZdQPQMwVdBY9SgfiZIdb2KWYKPfCIcNkh7CQw+BxTGMV14YZ5eISX783wUPgoS+2BNy2teG9RbMK3tuUFIh7rB4DVAr8C+LHzwe4J5F4MY1zg6ZFvV+JTb3L/m6BUeqxo2uHeCMtn86NrS+9JqPN0GgfiofK1P2rrX7cU8F26TvG/eW8es49z33M56CLELKC2BS/tK5XABobarbaIiym1U4RtfFvzj1k7ZaFzHNXB7ifPAZnWxhe4LQmmtmZ2vIjgVAZxclVAe3iOAzg7tlwXqegmkdNt5xmIdi486CX0TQBu8tE7hBR3bhqLJQLBLQJg7HWsG8KdC8ZKqKeeZElwy7i9Qz0UC5jn0PMyRVyCq7csQYAzMVf/nv/yimqHdp6ZW+rmhPc9KXFz7UOu1xyIL26eDE4K28QmAyf/Ofjooh21bFdcqhVWmbWHRrWH5p09uql/+VRYA8V4on+odzzfsN7Nfs2+dP9pB0Xk6oNShjp9mhfwe29sxBW6UB82Mq5lPvr9p/GIAM62n6zZpxbUKhIjzsxGIbkLgMp4G+ctSIV7q0Tzi2MDSfQD4DR46HxrAHW6NyV+TFpi0wLehBdoA+Ji1Zy9fmZah5CZPmBX3CjoaNOa1gGpcfxKSuqhUS4k6YFiDxDJ/lrYo6tE+4GIuzcVNugkNlLgFBDtvCoEThBTA5Byaqlo/d9urxvxeAHD89A5a6Bywb3AN1Q66/55bNYBxzre5bVm04+Kwfh3qY2baEBf9DFSUbVtnr5Veq5sAuAl6C9zt5wz2WhKw+zZk8v4yXI2iXDVQLmrU1vWm2E2X/TcBcOTzbSiwizpY54+Sb7ikpIj1qX3YlcC1vJrXhubv2bcD69f2dfe+82J4nxyPBcnxegAALu0aeZnpkyYEL/0ZqR28qMaYth1KgDsBcL9u3PcVoD+obw2cWwB4CGaPAMBR/Eb5Mzf2/QC4jMHmz7cBwOOv34Ox67Ha29smoTavgeLg88H3bi1QqNMLjdqf791ljd0cF20we9eYGbXdmwDhNwXA5Tx9nwC42NTnuMnz7U0BcHPBwX3n28jPGjmwx42fhwLgWFzduGcu99vjAGP/mad1gz4BwG/cq/GFCQB+u3Z7X98avejr/kURWZYJAM7x/L565mva7xs8i39NJXqvhxl3PXmvB5/sfNICkxaYtMB3qAWm/ujfX9+cAomOtGG9AnIBhwzEX/KeYNCH3QXoShcIGOAV8LOAgk872xvymaqk9fXpp8Cn1dMANCGAvSTHLMB3nzy7Gygrz6AyKs3m55arJ5+k5bN2tK5ENzhyhuJYwKNqb2rWgAfAD+B1CXw+RfFq3kfv4U/M+Wj+UVQGi6hUe6d7wEuUjChzr4WBHeEdgX/KuEdOsn/358eohmexHN6nPgBBckBavsjJOQ1NAW4JhpYAZEK/U6Bjj+N5oVFl9vjpJttQj4Nj9tcjoA6Q4r+t9ZnqF36hgzKUoJYqr0sUtIAQFdM3KP7mAYnm651B+RoBl1qKKDD3tSCcjVXkuQJdleAUytTZadr6UBtu+gGA7mcfAU5L/tFZ4KANUafWTCWk/RKWc3Qhf37x00NAJvAMuPf6pUpd1IXmJZs5DihjTuaVjiAfoARs23qU5dayOpgam8KWWQgAGAd47pNbd2aafLSn59XmI5WZ5vTNIM2XX0IV2Y/5gje3sGtdWuGYx2EXbn8aODoFHi4AkR6T+3k6Hg7zWAaHzD97CLxcQzXuS2XlwpJARvUcwa8bLI0vl6pe1ydAFL5z5gVG3Re5fWNtQbJFd6kVKyBWaLvHuJtC6SwtmZoy3ycQhwDV008WgcWqHlAQ7qDS3DdPLApgxnrk2XV3gj2Vi7PmqJsBxO7zXXK7kl84Y3UZSDtF8S4EUgEvAD7DSllrbV8C3by5tG/TntBx2yPJaSi++Tej/bNtLhRjvMxybgnVXBAh1LTLtNDNgTKDspe2oG7rwMeArBnTjFv5V69O6DPGCQEvA63L5LFWmclpFefWFbA9FmDQHyqWXeBhHZ48xXY4jtO6Gaa4LhwQQmpNGAsYtFQGZAsil1dSWruHGtjc0FfX5qeeZ8FI2kZbXYdmzZHqtlApUysmXMLA54pJAy0bFOWniyS6jLvp2o5YxewcizeuALXam6tUTqCpzaSqEvJVP1kMGFpUOcJSiyzQJUSXB8iejRzLgncDN6pGtVU3iJfg+zrqpeo7Ia5q4wxOl+/nT8eLDebveR44ls8Y565cdwhoxx7NRnG1vnTfrgPR9tp9ui4mY8L2Sdqcp2o328BFL4JwAaXBG/MCasffY9GD/SukFlqHup8d97SW53vOYbaZVsna6187txhc7wcq3V82iGVeZJ+hkrUujYehPrCMtskAvhtYxnPGwbk54qPBS1B9sGI75jv+CdObAoKS91sFcfvByz1dMBcI3C+oz49+fEBebs+xa/JBm1oA9Tvz8kWtEis92umQl5356ODgkLF+whzEQhKAsFbPwv7oHs872sdymX5g5ua4+s9/jYVIm56HLJyh0QW2linyZse5mUew2QTXzSCtH4XFethZ1iNjIORKQF4rwgThtn2qhRsnRKlA42eofcISdBAcbf6doCS/UMC0n8/WsnFV+W2l2Kgca+39jCjK6Lf6Cp0Hf+NWwOjh35xsOWmBSQt86C3QBMCWVSHtl89OcADx3o17gVj45KQVE3HMB7lEKCGpJKvAtZj/tNhlUnUBYsBev+N12zm6hrDOee5NRXGBx3G9BgD3IVcL+PldlcI5fzYCpPV8mouAbqv1vE+b50YiFjvVc7P7cfGj27vfcLTgetCE1eart/wFbvl9X+nEMxDYTbWUw+7PfTmPR2oE/haMJ2DO7wbgHYIhmYKgvOK48VyRGxX3CgFtKl69jtSAXrvd+ovRN37WUvGW90pbC8ubuYGb78c9RNz7patJsYAuZWla0XrYfv/Vvzfr0QSDzfOgX6/GzUVTMTmU3zTSc9CvLbeM5nVxAEbzuivcn6r7IEZLnbM3n8FcUGD7autte5YFDIO+9nmijKSBwjgBcRMuluMWVXyxpo5jRB/Vzzjt1WXNxniD3wf1bEa9Bwrd0h9Z5zxXm4seRh2qnQO0HaBtAuDRx++PWs+Ke2tzVz7fPJ+Gocd92961fdlHs84POeao7QftMFyn9mKGuwLazfF8X6OU+H8o8Otnq/huy+L4Vs7fEWC4lNRlnYLZ9nkxdqg1wO/YbesNiFrEb7fHUW5Qhn573hjk+x7u97uO227nhy4quat/xtZvXFs0rOHv7d93JSUeW+CHbfCm7TgO0A+OOryQZPD+/XPCw0p991bfLQXwfedCc85/k1Z72Pl1N1DO77/1efQmRX0H237rgPAEAL+DXp/sYtICkxaYtMDfvhaY+pc/PLq5JJHo4sIqytMzAgsEBLh5VaGolek6+XB3d4BALOq/xpp1BQWVkOHs2Py0gFIsoFUIPt6eqRZXznn2R7WmXS8qrrCOBvxuknNVgPT8ixNsdZcAwgAN4IwWsIcHZ0CYo1CRCXqWgKbaBAvfzCGbeUszF2IoXUOlmzk8BdVz2AVrKbsEwFMZZ7mN3qvOXF1brf7kRz1Utx2UpudVT+qCIrMH2IpV9cCjDKkAgSMflSAsH+QNRGyhll2hLL7+5m9e8FiE4utmpYLpopw7qH7lB1vVCorLeSDK+ir1pywHu1fVMYBVhfFj1NLaGWfgSqVsCRLkytyAclgrC4c2t4CLwPcItlCeA8DkKbbS52dTKGfrXKyCydnThIvukyjQFfu0vW9URlLOKwI6R0DsFaC4APuzvxEkGcTCghl75ZWOlt6UMeyIURADSbce0+YA7X3smk+xGTb37tOPyTtMjXde70d7T091or3nsch++tFaWi8TyvsCRbb7sb/Wt6ZCJbzz+oT2TMWz7QvHCoDz+OligOUAnqG+YAwA9VTx6dXrzVf0JZbJaetnAOyiOtzjN8C95QoATD7ceZPHBrRLWFceNHQx3ttlHPoMjNLXAlB71JgEa2ivLRSqK1g7Gzs62MP6jzywFdBUla4QTlgTiobautYx8eL5PttrQ4t2sA40BAAmD7N7135YK19htp1goG6GPkrVRG0Ta3CDYJHqbfcTwTbzxxqcol5CXSOjcKxUJF6for6e45/tRR8DWVUYX2OfbZ0cV5HrNkYtubFfHKJ+x8+WvyPfHufD2ppj3TZ2UcZZ5Kpb4BxTMen4EeiqpDeatYKaXhVtsKcaetnfaf+cYMkAa2eZPgQAF6viE9wCXNixiAvA+oblGTy0W/ISljSvavwtUaMdVHAHdK3nXH83/nrCfHGqAjjAuKey5wxjd2mZ91HYq/KN4JuwLAPGKn1XVnL7ws7cX1hK84vnS3xGPY+OyJNNnxuYW0YJLKi9AjpmsDathAXA8SAQuX7rAsb3M3R8eHhcreOM0LROc+GLdXTchZpb6GdX0VAqaEus0rP08kIr8wyW59zgogb6hTHo9y23QUEhcOS0ZQwZ7BbWnuiqAAS1H9L9XZtk7dZR5Jv/m7nPxSX2q9bnwnvrpsrXoTYTOY/TqltoznCIsV7guePb/1Jxmu/7XdXZBsgc0yqtpgDSMU7rQIdx7ICiBsndp7mcXeRSAOmgGfv7zU4ZfHBB+12eA0xV8TKu/vjfYml/7mITx/QJ8xY5x2s1VvYn+bHX1yLnsOeiQfcN8rnrJKHVd4L+PB+d7/3uLItsPn56U/3mb2xQ91ToXxrgJagd4BdgGyC4DmRrS91UVPj2DG1Q2ibz1dHnMZ8NP2QXpe45bWe7FrtT278f3G1JgUcFpkY9PJftLFvJ4XhO4DrqavmbDWtbjVRADZ+rjS4a/esIi8ZcjHH369vy4D+27pMNJi0waYFbLTBAXfkRsxz32mfVHovrTLUSa/24z3bCjGsxi3uEWyUPsM8bBQLGnFaDhwDAdb5f9ytsjXtmU094o8Bn6cAwsEYOBwW3FV55HWuCMz7wGppz9O2gpnA3QFz9UfO73i9d4DgR93583QWxBUYnxM66e80s3wPJ1guEcn4cWkAkwOV6GUBZtWNjbi4wyYWEAmD/Fkjm4qvGwqD6HjraJp4l8k4r7ysTAPf/9j3ayfu3NgDO61cuQi0AuLT7LVhVg/h+Pt+6f4oquwD0TGmT/9x/UR2XdrjvetYcYM3thgFvPlMNtUetbI5+qEF5XH9LgLR5I+c2jX4eBYC9YRtYVSfoHwBgb5m9L/Z516Fo2yVQz/EwCgBbrlxIV6BiEwAXQFf6ogmAm23yUHBV+r497sr7g33eD4CzPcsCwMG3Bu8Nxvztfcfo7I//Ut+2grfZHoP7mtvnaLvdmufVuwLAbfB6V1nzvMsyPhQAP/TerlmvcfdP7fh//xhfEQCXOnme3ILHzQE5dMKWh6UmtLv//nACgO9qzHx/rFPP/V9/559OAPA7b9KvtMPhZ84yZ446/yYA+CENPQHAD2mlb26bcdfDb65kkyNPWmDSApMW+Ha1wNTv/LCLAhhr5+3t6id/hYJXW+bpM0Asdq6PlwmSYyn8BcEcVKRr5O799GcWq739M97bAVqs8hCsbA1VJQ+9W0+EXgIVgxralvJAPIXCdGsJVd959dl/PEBxuMFd7SmgbwVVsXnBzH1K7kyVooLTyG9JPt+w68Wy+eVhAJGZyNW7QK7gBD1HgOPeqdThJnKZLgGgAoUR/b7m4Wd/bx+otla9xOL3J381C8ClXKgpn3y8Xr3awRaaJKVPyCG8DMxS3XsNLPHh+5IgSdifUabt7U3NqYEJvbCKtU4qYaevetXTR+fVr/39LckmgZWT6slHqxGYUlWq2vnR1kqFGJa6JCi9AGy8fLGLKnclIJMBHZWvh10sfVGQrgD7tIzWntcYgtBWhfT1BbmLtxLK7LzeC5vl5ZVlqm2AKx4RAj4KlMwJO79EgGGeHL+CEiDs5z89CniIIzRl1KbaeqCOpl3Oz1RXztIm2tKeRE7a7l4qG7UYXlvXlhhYHNCSft89qh5jxW2saRa4bJ7anT08/2iXq5sToPEidVgK0GR5XmJFbQ5alZS9E+A/NuHrq2kHbN7hBcDpIfvuoSxW8asVuVa4qk5Vzq3Tr0bkXj3HCnqmEzbY2kQLu7SAXYImq4QcqBBVQkyxkKEbbbNODuu1tYXYXoi7OL9GbzIeHy+FbeCRNuYo37WQTvgpIFVBqaU1SmryRS/MLTJOOqjIyZkKdL1k/2e0k2U+0xKYPtdm1rJfaYsNhLN+xsZWqLvFE4TbjmpftGROPKPSQtBGEIng1PY24JzFAzcESKP/L2gvoObmppDY/L/n7FvlJZ+RIFt1vuNlCcjm6mnzFGsvbc7ZUCCyE8s1xbkU+6MT1teXKlxx4+Vj+c7OKXUQ6jEOqL9gVxAZo0oYjepf0BoLIkKpwrmGDW8GCoG1tMOV9vAE+QTSjpc6hhuB1LAJlK8TIDuhn1VpzuHxvYKn9TzjR9X0LDsqtslah58wB7jwQFWsZegs4Czg4g7qfYKtt9bIBlqFfgYmVAR7ziywKMX4qGpQwabxvsMD7d5V4wN1gbAeZ59FK5mXl/p2tD3nfKecjiXfU1E/jxpeuGqu4zzH2Id9bK5n/j7BDt3ypc12tqd9LDBPQXAG+bSUL/bJ2S7m5tVWPHOoh8LYZzWC4DoALNL+tu05c00JptoWjvVZgOsSOW1VsmuN7hiNXNTswHzQnpOhkA4lq3XIILW22HORW722cGbslVx1C5xrkfa3fja0LMXasTwI+XcG3TO47LwSwV0GuHW2wrlgwT4TCrMIh50OgGgJANYLIUIx45hIoN7klOcs9Llm4dCsOcD5/Ic/PGJ+4dph3ncKUNTjoUDieDoBrKB0F5RrN765tZrW0gSAX77YYedWLnO4r3Y6kS/6irng7/3STfUrv7RN++V5MADAnAeRt7HuUxU+9FXkSHQ7GjnUPyW4XUMGy+UZ7QImXzFb0+CeV7ablt9+p3yeex9+tQOPzaBic8t+gLShFC6BZ+th2Uswv9QjY9IZHLhLUTyqTFGXZhx2AoDvaqbJ+5MW+FvZAm0A7LXykmeF58/Iw8A9o/foLGfqz5mx6M25lInRucwFRM3rSt8CmvnKtBCRS7aGdwV0xhyoIjYW9OhSNKyW9PrQ308BonHtSkVtc1Lz3iWvXZkKoMDY/nzMvl1Q5NwfC5/cD88q3j/mrgYTpHNrUSrbDkWh7MDoL/gp27twM3YwyD0c9/KCzKjPAMh6fWl+3++Zw9P9x5xeA+BSljiu7Vsf1yDxXQDYcpbc89E39bZlMPeBdt0PzX0W9VS5/pR7h2IDXQCw9yTlujnqJBkE9RLO29ZRjhqA3xf0s8yZDmLQxkN2t5ECJC58w9uUtwu8b1znAu43AFr83QfA9T0Q2w8DYO8bBosRBjmCm7ml0w1oAA4TvBfo2/xMADzq1Qa6t8ZVox0eMiGVhbOj7j9Gjtt6p4Pjtha9Ncqd+xzAiFycMNh+FLRtv9esw7sEwHe1zX1lGgV67wLPgzFbnHJyYcqtRYJj+nlcwLsA4FtwuW7n5sKCZp1dWFvmjv779cOMCwiLBXTO1g98jVO9jthNWYjRhsx9p/j+s8mwEnSiAH5gn7zjzb5+AFwq8H6UwH9rFcDlejeWCzcfAO8bTPfv6FsHVvvXuXd8Ar3r3U0UwO+6RSf7m7TApAUmLfC3ogWm/vWfXtwIfS7JB/vXP+kSVIBaAoA//hS4hlXuJdLfo92lAK7f+3kBrEEOIAXqKq2WBQwH2O0uEiTZ3NailCA7irrrC62De6yc71U/9wtbgCi2C/hi5N8clSga2efHH2+iHtW+6Ao4c8R+gWwXmdP10ZOF6vnzV4CXToCHLXO/JhOsQQiBfxR9s7Os0AdGCtgEAEJhwVBYGREA+Fe/9xJ48ARlGbl5UY9eqIYj8PLk4zVAHWUSztX3OYJVDyCEXFpCFf2iG/mMLwB/gqMNgOLVeRcF2Vr1vZ9J+94T8ugK33oqdgGFa+vzKASxGlW0Sh5lFbTC1pfPj8MKemNTcJTq56kZVIiCjxuANOWZW1Q97BMYmYUBRC/JA7uO6tp8nQdYUGsBHA/SBs8IrH0EeLY9dl5jpbyP8hOF79QC9ssEqYQpCXVQc6OsXttUNVE/+FFeLX7PAXjmpBWOIUaunn2mWsOH1bPq6dMVrLQJ3qCqFvSfEszTtjjSQ9OuKgouIXOqPhYYF9v0lxau0psjLJtPATfrm6hGUW8K1rUPn6N/VEMLv5c65BfGKlpFMilvWRTAggNyQ6vWFfBtA15ti1fPUC4wXlTuzhLEO2Hl/SXAXgDUI+mcCsF4MOEB9Cmq6wPaQWX1k4+W2a+558gnfEwOYGDiAeNFtbOBvkMswrUEdlHBLHVUEb5mfljKKLh59gX5lwGyy+QXvZkSWDPuzrDbBSI9oa4vX2LVjV2xuUc/+gT4lPG4CMh5TOH6bMBTFasZ2AurbV5arhs81TLZc08lrQsrFjmW58ciyvLVFZTw/D6N1bpj7Ipzx2Pf0PZCUXNvz2gRHWPW4B3Kyf3jOA86gDHhbvcINXYoN7QdV6lvjm2gFPsRZKqkX2Whhdbb5pMtRC4U0oxPFbKq89fYxpeW1C44UNq7v69VGGXQ5hwVtSpi92PbeS7nw6J21qsRAOyiytwHyq6toaKnrQTz5voOi2dA8zELJ6ZReK+tM+5cqEC1isZZNXyP8WQbrq+ruE6AaG5iYxmO36Mjz+XryP1q3u1u9zRy+6Wq0zFOv3uyMF6sXwfA7rkvVDbgkPbNjmXUs8DULvtLe12AKqBdu2WDvALYsE9m/JVAxAAAZxAzrMxV4nq+cciedu6hNNfBIIGtCzxcRGAQesbcz/TpLPOD4NhXiRXbR74ExO5LFbDKZ601PZ+FzC6SETT6ea4aL9JblcWorviTKY150XM71a6qtvnqEIQt8fFTNi5qbdvZurjYogSwFHI7f5TgqP2r5bjfty84RB+eR+7BOs+w5XJb/9Vu6XH86Etsml20IgBW5f6Tn/SqP/1zFugcXnAuAHopvCot+8bA2xIpADrO5wDgo6Mj8k+TJ76u9quX2AbwWmDeXEYtrSJZpfQx59h/9d+wMGSFRUYcJ5TwzGHGrgycJ8JVnc0xOHHTEpr+cjsVYrZsrfbtB76pn00uGEhbUPs6VduOq4TyBo7vDuoK2YvCrADmzB85bJfd5w22WV3WPC+bodYWuPXzGN/DFtPtfTd2N/rX/sPmwxUe4wKYY4852WDSApMW+GBbYBQAZmbnvv2EFCIs8uJ+0NvZMqdFDtUaYAYw415G15283nF1Zv7M+1sXGZpiJtWt5ftluwKQ874v7/+cl71eh2ODMDWu9QNIG/NfSwmqUteXKRZioU89wZaf7tPrq88TxcWkAOt0qRnMq02A7IRbAHABRwFuixW0ThyU+YYFU03IHerdFgAunV/y8gbw5cLifVn75fUxrmO1tXYB2u4z89gXtW+50qUbUl7XTMvSsDJu7DxyJNd/R1s3IrruO+pQg1IVsXlN8grlAra8Hrbznpbr562+rQFwlqksuCpjZHDPUT4v0L1ca5rXHO+VY7tWHLuvAK5BWfvzljFHPS6KfTZlog8E1aUtvN9sQqzyfZ8zyytT/SQAbud6bn5WcvyOOunboG+gUh5UsNkOt8DgrZ0Og5U2UB4FmId3Uff1iAh/EwCPgr9tmD2qvs33HmLHXLYfZwF917HeFEq393MbUud4bef+HYyJ+0H/uPunCQB+GKB6U3A5rn/GjdW44b7vNbGAbrXOuIUGEwA8ajiNVgCP2rI1z0wA8NhTOO5hxgLyB+3m/W00AcDvr20ne560wKQFJi3wHW6BqX/xr/dullFtziEBTMtXIIh5flHoCTsi95XwE0giBBD8BSBUsQlQMl6iihUJbYAkH3jPelrWdqqdVwBgrGw//VmAjnk1yQlm/khz+hrhP0NFKdj06dxgvqrIXeyDj49VK64Cl08jsL+8vByBm+1Hq5F3SbWlsfhjAI2Q6xqIJIxcQDGgHbOASlvasPPFsvgnf32F2hFbUI4rrtSLcwWr4Q2UyZIslcdzgBfLdUU9NslZLLS4uVqudl6eRP3d16W2psKk61713/8PT6o1+KRQQpB1gvr2cP+cQNIyIFxFqDe0qhjS8nUPtaWAeBrL7IUlrIzJc2wOZe8vToGwZyhwP/keltEdoBjvXfuAQL3291IhrGXu3s41dsgGzPyHPSz/Vjck4mrdAJOoS33YDGYVHIp9hF0w+W2xEg4w5PtARcGn0FF4uYCy0ADECXB07xV5UYGGPshubi6hOGY8LKRq9Row//J5L/sqQKBtfxlQaxXgLeAyECLo18pV2LO+rkV3baXLQ1EG3BICq65Ttby3e1w9+VRgSX2ANfbf0QH145hgv6p3lGrLeaqa/a3iMu1dKVUEU25qyzbzjkrzr/l8k/5dXDYfJ4sEqiVUwMBRlOQvrqs+AAAgAElEQVSdNWAM0FFr8xlsxsOaNWJ5WiFjL23uWMbX3muDc+GzS70S4HYZ6+baLcE3FY+dNRWiLkDQ1lgom3nufFnGmk338xVrSxc2hXFI1b0XKBa71XJnnaBnwjv3p6W2wNxxs0OOX8KU0Q6Wc319DkVjDxUwizKiqXN/qrWrGy2AhU/T1c5+N/bncQSLy1iaLwGXhfmh1CfAKuzrKIdkvx0s30NYQjEOgLWq2VdQnBdlsMsO7J+DPQFZydPHGEBN2lnOoKJ2yHs7u1HvTVT4KldtTx/h9ndRqRq8ZD4IUA6UBG3WATasy+mbecbXXK3sVv1sWQ4PyNd81Avoqkrc89xxHVFJ/tnO5sd1TtCOT8eADLoYtEuP48i7XOefVbGs6tt5TMWtgVPnPu3thXEuIIj6+d06mOvYUkgSTgXaWDMPhYU2L+2WzbU8FfbeAmP7MG2BacJYEKCrgbA8+8P90PbMU45f51VV9Qa9BfV9y2g2F3gKp+2DVPo6LlN5rRW6Y0L4m8GrfLKLIKMy2gC9uT/hr6prLSVdgLJCX8csFSrkHK++bDYV+iUYptLKBQeeJx5f2J3BZI5Rf882Ny+yItjA/rX3d+xL60mO0QyC2RfC9mkAtuNENhqxeeOlnsIqsJmffuf/OqpevsYhIpRejj02ZEykchobb8a/7eG1yvMu2p0T+IAFCNb58SNyuHu+CRaiEN3qH/+TTY7HmHUVQiOQG7C/rk9YjlJ4Fw1koD5VQAMVSK0mi/PBa5uB+2z7mIPF/AIFi1vbmvYDno1culpJNvftNpHPje/lsYcfQsvChztYcvZ9jrChVy5wUOGuumoQtB37gPsVHzDHBTDHBajHfb9VzcmfkxaYtMA32gKJhA+659XOi3MWTqbbjdehAKfOTPzpc0XMpcy5Pld4rcl/umQkKPOV93kupgNq1nknmlbGznZen3wJHotqtG8fHdfB3G8BsOnEkXOgc2FxRZjn+aEct8yzpSl1Brk0Z0P9yvtslMAuXqvVzHF9cK4vUDEWCg1m4qIQTmhYq0VrQJiLfxJil9y/zW4sgd5IexELqrj2c51rKlWb2xfYPQp8DIHSuuzRfuHukXtp2lLnMQf55SMHcQ3Km783VaTNwHRx7ijHbeYULsuWymeln4pasg2ALZuK5XKdLBC5CdnLe27bhMtRr7rc/XapQU27nQaAOBW6w9epvMI2FwmUtm9C4CbkLeW7S5FZ3r+lEB2RFzfHmc8jA8Vx+5R/yHVzcC+T7TLqO6Peewi4HbRzDeBbyt9R1/3mgoA4NxvfKfVrWmi365xgPY/XH2sj9tH+3n1/l+Pdp0weOk/7yttyQ10ccIZB5XiwPlyqwTk7WAjxkHqMG2/thQhl3uzbudfz16gFC9HOI7ldYzFCeyXFQwrNNn3cdwdIHSiHRxOacYf9ulLr3nkePhAQf2gW0A/svjfe7O756v2A3/58/RXnhzeu6Dv+Qvt6kbtvzjXjCObDFlDcXeyH7f8h16N33DQP2t3Y598H7eUD3ugrPr9/wDUbus5/6OWclG/SApMWmLTAh9YCU7/7o9ObTodAApFqlW3msEVQS/5aoAz5fK8v5zMwQ9BfG1QfvmPFuAAYKDkH6BRu7L3qkrsXS2UExNq+HaOuNBfs8voyUI1ACMDTmxXhYYF3goglgEusIK8fQI+BkObpnJ/FOhiool2yuUz3UBlru2oaX8GxUOfkpBegR/hg4EBLVFWRBlpOUUyqRl0kLerF5UL1l391XT0DsokVhZAdoNTmFnluUQW/ePaCnLkrAXAMLn36M48iEHJ1vhRgzrbJ4FOu2N8C+P2zfwZE4B2VCKco1/axlZ6fWaENAY/bAluzcwIleELa3QVqo2qtAL4qQBc6WjQLn1BVYp+s2nj7MQrD5cwb5quAwx4qTe1phTm7r1B0AkwFTNNYS0+hXg5L7bDdU0E4H7Cwi2JOxUI1fR6gU2hmuTc2lrH2FoBfBJR6hU3fFe9/9BFW1rSLlrmqnFUtqtb0OFuqj1cMNs0A9a6A3LQz42UmrK0z/+QaKta9/ZMalAi1yT0bOYKxnX6SVsUJbAw05A39Dm0i6QllJ7k9N58sRSBwIeSDgFaAn+D9tIcKF2huwHCeHL0ReIngi7sDzJM3NIJGEfyrUOKqcJUmqegrltrYI2OpvYtKWrK0vs2YAz7tskBhFiVGNnkGebQSXiWfs9/HJZzxkLs7RKnsEVUEqopdl/77oo23n8wzLlV6qzxN++fyXFHHI1KBF3FK2992YGEF9TzpsnDg4BSQhZ06cK5SMX7DuAB2rW/QJ7up0nWMm3uu5KT2c8G54399czFsiwVdqdoUKgkYUUaymMIDGlCbJ/G28HSV80lIG3AOaOrCh3PzmfEdYaG5kNdZWHAIhLcNmzbG5hEWjJ4ca8Ws/bQ6G3NDe26n0lZF7QXn6PKyx8Om2Wa3WBRR++wDQS4Q2ra2/89OXUhi4PQENbZ9sAAMT8VxdI3lpPmPjnJByuXVKSruuVACJ+gUaJvnGKgNuIvcuTEvJFwMm70A8WkDOc2iB+ckA5OZt09bZ9rYEQmAPSXfbAQYw447A9OWxPnO759SN/MiLzKHLGMjXYIgPYCuSmYHzypqaM9/rZ5dtGA52gDY/j45dtGNn7F4RVt1QO6sbc6/wLk1AD7neJ4fBv7MKZstw5xcA+B4kPELEVw3cO4c4Ga3AXDMH7UAqARCzJ8rHM/cg43cx7o1uD9U6tmGLuJoPJT3525yHQuuo61SYR05+PgzlFOFFOdZ039NM6+oHLY2ZaFECd5oFvHP//dXzMHCYsYDKvx4xWKGVD8d4QAQiyKoU0B8Spd2njoKLNE+qcJ2jHYPXlc/+NW16hd+gfzNkOZ5zn1zv3u9KIHifkA7xrVzSAJgFwoMB0lV9vteBsbj2hBzWz5Qh8k730sL9tpGvVZRFQvueF9I33j1j2G7OtPV4MRNmg+rdwHgYNzylvq5vozNYqlXApmDgGKrQ1p/tgN844Bte2/jHvzH7W/c9+8v/eTTSQtMWuDrbgGve2a6eA0AJvNHuu+OAMAxlTOp5aI273kzD2+513YuLapV53uvvV5PfH4oSlZvrJpWwV4Gm3/HAie+U5S/Bc72UyyUGzS287rRtzWuZ/Lm4hwdHkrANcvgoq2c38t2TVvkAnqjbjVEbIPKaa89jSB03LOwfT+nb3w2UM/GPYH3JA0AXGBvqWOBpu3rylA7uajJexxtq/0ZN8HeP+aCymIHXfbRhLhNGN0EwNGf9bWur/at1cHl+3kdy/qk0nkY2PX7qS5fE7LG9twpaPncBrvtMd4Egc1rSHP/UZb6QtkGbP37ogLE6wto7jcXog2B9DtOsnZu37JZeQ4qFtDZLrlgMMdLfR8xIoDbBMClPduHvwvcNt9vX3vHXWub0LI9jtvfHey7VvTfAYDbwLZZn7sAcLOubUvp9wGAPV45TjPv731lHbTHBADfcWrc+/YEANeLNL8uUv02nfQOvzMBwG/XmBMA/HbtVr41AcBfrf2+6W+Pu2f5pss3Of6kBSYtMGmBD7UFpn7/x6c3BlcMvGixuvvSyP159fH3UO0CaVSKxiMpd+TPnu1EYHttayMC9iq+vICqCNvfO46NVFCac1HLsJ/+zStUtk8CHBz39tkfuWW31iNPqvm9wq4N8KDiTbjbOzHPLSpNdiqAEpZGnklz3AKVVCqqITjDG/mCCNMj1F17KL1mSXB7gS+x34GVBswSupwCYx89XkNlRj7JH3UBSJ1qD5B3gbJYIG0u4m1y9VruDjki91FLHh1UAYBVGp+gPD3EdtlKzguOCJLMYVH7Kz+Yrn7x54EIYQstgBSCA4aAad3DY+xKAcCCoVlhme0KRLmwrlO0hzlQVb6eAI0JcJ0vYHWNgnZdcI5FNUoHgZz2vBuoJy/1W6bOh4eAQJTVAj5jNdoRCwMN1KhMNL/lJvlZD7A47e4LLW4Ak+a2NR8yakYDFrTj0gp1xVr41LZ+CWhfvAIirwUQFlqf8P4F4D1XU2uNhxXzowWg0wWqT+DygeAfSCQABsg8/YiC89Ku+mDvIkCawTCV1ILJdVThfavXeGJOEmh44/kzAL7SW/rBoN8mbRPAgQ9Pj8zPm+rs9Y1U3PYAfPZlB0CZFsWCfvLUErRSIfL4sbbleaqdoNRVHTtDftUKa+eKhQxHXfqJ9pslT/ISlthf/PQAJbj9T57n426oYLW51dpccreESlyl7P5eN99zpAhYZOthNzhNPmHKD1DXCnr3lblarQ+5prGjjUARh1YZa07kU3PI1RJJA2ICyzPGjON7FhBmHthZLLBPj81rhsp3Yy7yZJv7OoAa5xoMN/k21dojR+00YNiXY8Hzq8QzhXbHgNYz+m0BBbmBL88LC6+iV0h9EdbHwr4Eq/4usDUftQGPIyyUHQeqYjP4mcFOP/P8cnttlhnF0Z5sQj+4YEQA5YIR1D06Cfg0z79dxuHNFJ+z/cyckHQp6rK7I6A/rzbIO41GNizRXVggjC5jR5B6whTjopBLcnBrEb25zTlooJB9u3jBRRICuUsa2zlLmBm2hvyLvMiME5WyyyxgWECNq6I0ZNkCYOaKCOjyHdXMjs8z3jsTjIe6lMUJzGs+cJ1SVuejVF9nruIAnapwzXtugRhzLqxx/wmABbGqQm2MPGaxbbZ8xU4yAr8UXhtqrcgt4iVj1nxzc5wD58yrBsXLa47zJnPuCfitU34S+8aiWdKrG4Hjx/nJvvBvy+uCH60MbSfbzUC8Y7rsI6yxOTcMumq1fWU+XAoUALlWW7nftJ7OOhZl+/wCLgERu+Z7Ud5h0ClQDfUWwN05Ko2249RxbVF1qYUlR/7xvz2o/uzPTmj7bayhbZO85hgE9li2i+21gkuECx66XfKOb2yEAt6FOWf8s77razNsu1P9o//6I/JmexxVVB40y+FLy3b/vqjVzdbRa5OvcICorZyFwsZlHIsaY2q378vv5QM557H5FA1+1+dtQojcRxyHl7+HKUP9FNpXjjmm+d4loF/YXiCwY9mXm7fjQuW8bwZ1M2Beg/g6omYZHgp/41jD3RbnyINeNfAfrRAZ7GHc/iYPeA9q7clGkxb4gFqAazTXip2XpmjJ9BcqVXMBVs5hRQHsNDFwU0kAnK9c0VTmhyYALrlm3crFNJlioL4mlrm0/lnm14COtb1yaaiich3k7c25eBQkK4vHymcFAHvd7Oej1PmFY3i9S8tjJ/88mr+rFBY8l9y98b73iPws5W8C6uaCo/Y8aJmj3Wrb6qF5vxHVHPV+c19x/Fq1XO4Dc+Fcwu6+q4XXLm7CmrmJi/Vzc+AV5W4zL3MoluscvGXbJgDONh8obb3OFdVtwM76mlP60H2U90YBxHKMuyBojK7SRg0F8JAKty6vaYRy+2ElcHPf7fyl952I/YULMSYGSuomEM765XHLQq+7AOtd18dRY3jUeGq+12zX/jlS39eVNov77VgU2VgE2GjPJiTOfTQW1zUgcDldPX+G+qOxr2ZO5P64uUMV3C772943jMpR3F/U0ILY7TKNHm+369csawH9t8ZMbRHs/NZsn7ait604vwvqPxT2txXAg3OpvVBxcF6MGu+t28b7TomRn00A8AQAl/njjQfPG3zhu5UD+A0q3t/0gc9zd+66vsG58/Ph+ettSvg+vzMBwO+zdd//vt/2Ov/+SzY5wqQFJi0waYEPuwWm/u8fHd0YjN/dPYjAxHlPyzYDAIKfxVDzbWAFbNjmiy9fAsk6/L0a4XyViZeo2C6AoGsoRX1pGbtAzl7zlx6jwlUBcEr+1VksbReXAF5aOEOqXEEtcLgEVAg7VBGrsjRfYwAVHsANtM9oEaqSlkCHVqiqZc+hjYKHTXICHx6YVxeIMLcIdAWkAF7clxH0C6xdhVfTAIY/ASL85V+gLqbM5nvd3EbBCRzsmMdTKClpASB9/jeolin7OSv8z8hHbP5egyDmygwL1IvD6p/806fV00eSb5RmlQCY7cnxay5bCYsPt9robrDNwqLWsCrX2A/WvO5jmnyfF2z/k79+WW2sP6oeP0UxC6g47aFqRtF2etYLu17b2bIK12dmlgDSqn4TwiyhjN7cAKCxZx21zZW8ubVFucmjfLwSlrLbT7X0tTHNYSbwUV2h0tKA2RzAEoW3kBdIp/pPW1wfKAU62rNqbW17bj1eir/3dy9QAJOnFgD86OlSgAm/602UAFkAfHwssCYfLCpTLZh98DTwpQ12qAsAm0Kyc/62P+eo5/QMSlzI7cYWFsp2rPeMxAFfvwKe098bW/SvAJixZF7qDrDRZ/ED4OjpiSpmxpfgjm3mIqkpZcWC2AUBG0BUc/syMjgeEEjxOgfQXvnLz6k/5RCyzGLNqyW4YEmH3wvqbt7kZWxyrYNwz29GHlmobigkzGMaeZ5Rnp7PcUzGaVg431RrqF/3GZuh7t5eBzqhoOZvc19f0R8ZAOX7EZQkCMo5sLxqwE2oPVO9fn0Y49DcpZ5/0wDTAFWMtZSGAoDpjyssrEMhoqqVvrb5ajFHLCK4JsClEtIvGLS0w1Xm2mdaH8eYrfPgudDAfl7qMAbYVqgdB+L8mJ2BmvESRpdb/n1soMOOmIUAqsuF56GMRal6DBgOtTELQnwJwPcAwKq+jW3Mzl2FZbx12t0VZGM5vsV8g1LbBRNdIsdLzD+r60BWFoJoIW2OaqHm5SXn/4y5gpdCdWyBXr48jPMr1hNQ3shZXCuAPb6wz8Uk7tuxcnGJVbQwE6Ww/aD9o+DXJjb45rxn3wn+PCdWWNRhfQLcamnMdwxmawtpbtjMnZf25AJTIbcW+eb8FgD7Lhy+r7x1TNkfgtWUhuc2xjo9vi4LWkwv1jm7DXK7SMZREGqaUKDkkPAm2LJ6jqimjfamvtb1mjItMPasj8DSQHRYTHPI6DvK7jFV72rVXV6hINd6mvEyK/CM0zJhru1hGwrnEwDntxKyk59byGl78m8IADqU2F6Yr6I5AmucT9brRkgQKqlYNsG45nMWNxx1Z6o//OE+9ViPnO7HJwcov1nUE4GxDEa60x5Kd8G8i4tsl1lzq5vSwHZnscAqLgRPn05Xv/4PyD8tvI7yUicTdLsnvmQ5bDfLrw2n47k8ILptWE2zgSB+ns9dQHHJ8QXvvgT1kYM++qW2Hq0VwVnOLK8AOCG2ObRVY6fyp/kwGgCYz0sANcs4sHxUuVxsRMv3cuwMP9CrPLMIgdOFIPU+7n3wbaiO7go89wfKXb9MAPDYJppsMGmB72YLeP3SRYZrO/cIrv8xZ633drP1grW02GemrwFwXjuY4cOSeLDAqSwcagJg046UWa5AtFzAli4ugwUuLnrMuT2slSONQN69DFkqW5bGd4uCtsDHNoQsECxAmM4Zda529+93XWhXQEqBq8UKOpxseO4JvE3ZzNXr9VxnpbjVqifm9jwe6QRqKClMt7w+rxVVb6n3qPm6CUlzu2yjgLQNMNsEwOms5LUsr4+WVVeReItrSNhtN3ImD+4bBhbYzboUaF/6qwDgJiBswq3S5qWty/5HAfpS91GAc9Q+Y+FZLJprgOD6+lquw7p7ZL2HQVcB0wVaP/T8bSt7m2PQ332GKdf4uANqHXemdcG+D3y369Uev83P3xYAt8dns3/Kgrpsv3qs3brhKBbaw+dss2xvAoAfCjjH9dd9ADj6rJ4/mtbQZYGeVWzefmWZBveXzWOX8j4EAN8X5J4A4NEA6oO2gB5n/xwnzgQA5/kyvNBk3Pn7pp9/NwFw8xnwYYD2TdttsP3D9v+hgroJAH77nv8QvvmhjqsPoW0mZZi0wKQFJi1wXwtM/d6fHN1cni0D77AaJkg+B2DrkltUMKEdsABDWLCyqrIvlXqbm6gmATB7e7sA44S5GyhpE4AAedlmHrtaQdMxNrIG+93HzQwKSR68F5aWeR8YA/QUSC52tMI0bo4N6iJwjUDKzZXA7iygkB9qI3yGxeoXX7wOAPAItacB/3jA5HsCBO2fBaaxOp9gvHasM0CIG4757/9qr/rxj4E+gCy/6wP5Hvl119ZqBStQ2YuJgalD1LTVtfa2wKu4lyJoA+iUxXSWTqt/8t8+xaoYUHgi6IFsAXBU56qcFU4vIM8916aaT4VU69vYlqFaFN5FjlBu7n/6+euAShtASnN5qvo13+zpScKgR09QUnP4fYCrCt6rUGKrQhQWd4Gbq2ynRXIqIrX3vVRlHLnEVAdUAMWZgIgz2pDGfXS2TcJm879qq6fiUhVnBq8Ez6p7vTHa3z+utoHQli3UBuz66oZ2wqr30eNtji7g0jrP4FDmaX39ehfo16k2HwvYCbTUFqcHewatMi9z7IeFA5Fflf6ankHxSfuq9J0LlVuq/16/ugYAnQQA1sb62QvyetJWS8sdwP182FQLbIXXqnUFsbEgYAprb9phg0UJayhjBfgG2qzjKdCzS85d8yCrvo78zuSptq3WsBWeY6x0GZtX2Id3j6g/CwWEs4LeCMpELuDBKRUP8oyVHkMGbh/5gJcYh+fU75D2u2H/WgdrCXzAAodzrHSvOK9UuhgMXF3Fo9wFDsF1XVChUtMA5xX1xn4bMFdUiKkiTL5kMx7sC9YzwCL4ts/SztoFENohE7ADsKlEFXqVl7/KrF69FFADGZevOacXwl7c8aAtuKDLAK0Wh5Enj3po1b2yYr/e0C9aS6eSUYtoVZbFKlrRepc80i7sUAEeJSK+aT5r4bdjbArr7A7zg0Dd8WBcJYKLbHvG3LOPE4DB31n2sbpuUmYgn2Od9hEyWgYtsZexclYVrY22ik+tn6dpTN0JdDCwbV3gkgoUFh5gN+3rQqLsQhfGzAVAVygnrBbiWc+pUEanusf2XUQ2WuBeCfQIGz2mCwgWOF5aRJOLm/cMeHq+uljD4zhOIte0Nsu1DXXMlTB2LbX78C7y25oH3AUZma85zlyF7LHYYPBIHHNf5AL2bKkD23U3h1U+8+NlKD4TGLtV1MdttXKO76uUNg+jtuAJg+N4qp5pxyirwL5edxALflhFYXsVVXoZV1kHQSgBcIFqgM4sV3nQ8qcLc2yjeK9WEhdFmA4TvkIX5baMlz/+w8uK07rqsjLjHPi/tU6u7FiIwRjnhHDhxzH24Pt7+6Ga9jq0ML/EWaBymUD5DGOV8+4Hvzpd/fIvrQLmw6B5KFg3DFHrseh6gADsGQc3KGwrFsWXf3v8OP8CCAOOYyFAvdjFkVEatBHYz23qVhPsZwLyoXYqbem1ofkqICHArs3XALqXtaymn1+Sz0t+yuwD7enrvMLNOSwWPbhB1uW+151A+A6L74kC+N7mnHw4aYHvXAtoAW2aDm6Bq88/60aqiLj4lWtBnbYhFKTOScyHXnvOL87CFchrqPOu14Qy38zh8uOCHK+1sZAtLh0JIt3GuS/cIFqvspYl721z4Vt5letmKlQTSDt3urgpEgA0FtQUkNVWPhaY6LxaYGwA4JbauFx3nY91+SmuIVb0kot1E+gV6Bk/bUk2DrDsTRQv6yGMLUriJix1u5JHuQmws86DOoaDh9ehAjprYlKuZ7arr0xVkircAiVLedoK4GYwPfIue89TN3jzd7frA2HuzQvULVC1meO39NUowNcEzM02KNe65rUqvu89TzwfDRYF5La0hffW9diIS1ljQUCxZi65kH1GtA66jESrNtqm7G9Q7gHgHJXnt9wfpDJ4ABj7FuD1BbRthzwutd9d1+lbbdI4X0Zd+9uguWxz+zzI8XX3ceucI/XxBmD/bgA8qu/b+29bM9+aAN7wjXY7j7J8HmVNPapdExLnDfVd7dK/P6yBX7O4CZaHF/SNA/93VfehgPxtFcBfVfF7dzeNBoDlXL3rfvVDcU4eKt994HdE/8e4ecuKfCgA/KGn393PHRMAfF8bDltAD88V+b2HAdqH9tPt7R62/3HPlW9//K/2zQkA/mrt901/+0MdV990u0yOP2mBSQtMWmBcC0z9H79/cHN6Yv5O7JNR0M4DOIW+JwTUzQE6O13n4gQKCmGFKgIF1XPGoPfZZg8F39LCGscy+IDtJgk7b4BPm0DhOXI3amXpgusbvueD7THqyhvVs4APVVcLizOAZOxmeZBeWsEKdn0jgLQK1CVUcCp1DVgIWF6/3gdWAYCfYPEZAFiLUiyCAyz73E6AiDjJFYpNbZynqMsUEPgAQPfjPz0S1QA7zA98ifKQHGXYAvuaQUG5sbkMwMMOuHtMvTvAGe1jMzi/AAjrdXer7//iTPX971PXa8qHQlilmjdZ01jb5oLfBFPn5InNXMeuNj+vnn68kRAIBUQPa2Nh4MefLhOgVyV9EmrrzP9FefogD0i92+M4BFOoU4A71JCra2lVLEhRHTw7T17izc1Url4CnrEknps3l2pCuRmgd0lP2QWoav26SHJkwXBAZgDz6bGwZiHg5TopgY1tHOyiEEXRa85TVQu+3N/GlgE7gYsgGKDCmLB/zYF6enoCyF0BsBnU4guqG3m4UR3sA3EPVWkoCEJlbvsxiICBq2sLodqcDRJoAHEGC0HG4PFxtaaKl20dpxccQ3C2RBAsIBvdY5vMzdt/i2FJ3GM7lbOb2yrDBZj2C9tSyM9+usv+F0JFfMkYVBV6fdOrth5pza3iNpWmjoqDfRYvMHaFmyqaM95jUNIH+gQpBjitnwBaZfTVzTnKVeGYCwhU6QqRXRxhHmGAHABN9WjARd4MYBUQLE9VwbOq3FmUxI+fomiuPeBCrcj+tI2OfN3Ax7ClDSvdwcrzRyyYUHl8RTBVSNcBMC9hd+wwjdTdKVKvzlBOO37O6cfFDrbuKG1zHDPO6W+VrcZs19c7cVwXU6ggVyFsoOcI623rLXBdXSUXLwdwbAgHiz2i+bsjN3GcX46Ba8b6eajymW7CyjtiuTUAdrtQlFLHvVcCYNocWLcOyEpg18wAACAASURBVHfhiOO7d8IiFCiwc0EE5tje/nEn+1hiX196vqoEJofyZuYqDitdj6GlskEVOvkyLOz4PZSwWk7P0f+MKRZxdLHOVqkUShm2F9oG9KsBpxjQQLX5wlUO5/ykw4HjlPKr7EX1my55KrPn6HvsryOy6OC5wgo/x4QLbc6AlI6HDIplnHxBa2TarkBWv2lXR3A0pggVqsppc7FECcBEPNdxQp2day/CtjFaljJnzuZ85YO1CwMctxZLxXgokeLlNYHzkXZX6RrvOF5pD+fOUQC4/lodgB48GDoH2l7xLMrhnddVisc+A+R6Tlj3gZ1mCbirsP3zPzurfvIZ+cyRUE9TB/GtfXl4sBc/nctU1h9g4W8/rLNoRSi8x6R/wfm0yfzhVezXf32+Wl9VoZ40O2LBcS7XVW79KGpgO2Xe3Mh1DLPA2WjF+vvGdkLR63ipVSLut+DbkkN4EPDN/rb9o21ar3431e/bHgX6lk0LDM7AeSqXY5lLrUiLRVd1/KSZ+zfqfC8AbgZdhkN7EwA8eqxM3p20wKQFsgUKAHYW+fJzXBniHqWeKJkwhY6xENDLQQ3jhJmxYC3uhbzQaplc2/SznY4r4RTB3nUZignc67dWxX6HSS2gKPN+WO8XZWv903nL+4ayUKqA1QIftTf2OwGKvdd1vhVUtybiAldTUTy4cDRhpOVoqmPLMaJt6gU/sTDH4+k+IxCur43+jPutuB/Ie2TrZjnOYrEjVz8X6VHeSHFRQ+pSThdGFbga1wyfP+qby4HydwClcqGbz2XpWDHIYVwUssMWzGWBUzlev53tjSGL37JAKdtolDV0XuMHQesCgE3n46ukmYhx0ofQuX1ZmNf8rHn+DaDywLrZ+75w7tE2vF4sNcV9XuQ8rgFwtIXPacWVI+4RcnwVAFzuTcrCrYcC4NL//bKVcyLq1wTAmZc56lbf2akALqpT338bAHzntbtuuDcBwO3zoqhdYx/1QrJ4rw+2RiPC+yygS382j/W+A7535R1ug9dR20W/1Odqud96FwC4mSf6fQPgtsV06YO2zXlboT4BwM3ZZ/D7aACci4KHXhMAPLoBJwrgO9ol3x4NgEeMrztB8ChofO8hWx9OAPCbtNbXvu24G4WvvUDv9oDv+37g3ZZ2srdJC0xaYNICH04LTP32P9+72Xq0iFJSpS2gZk71Fso1HmRePj9HWQUE1s946ixUko8epRJUuKFS8bCb20xhUWwwRntWw94CU+1zl1BiGZheAGacELhZXSMPL2q9KxRZ1wQfevj6GrBYAqSso0Jc20jQ+PxLcgbPAynr4Hjk9QW4nAIvtUbeQC16g4rTAITWwCpB10JBan5dFLPYdW5hvXsGaOgBRS+qDvDvBCAH9CDPqoEnoefrFyrgUOpumIdXNehZ5EK+BMp0Fjeql6+PqmVAyCaA8vrqqPrP/sEydRN+m0e3Iq/wEeBnJnKBCrbWgD0Cjt4R7cBN/dEJKj/KMIPl7dajpapDe5iv1FRnW7TlHKDvlHYxMKHieakjqhDozGK53IucvJdAysdPyHcasCtzjtoHPSxOe9hsr66jEuXYh/vaTXNc2kU7Z22uL69OUL8C6FBU77xCJYmaV1Clle8qUNPIh7le98nDOoXi+enHgEBtonmIf/HsBFCI5TL5kVUJ+5qbQ3WpABzF7v6uVtypHlStGIB6ARUH40XIKTCcQtWstbCWvapzrwGgy+zgnCCPCkr7fpFcqo+wmTboMR8WqryPtfHOC4Dh2QmK37SgPT9F7RkBHOuvVXCPsqwEOFK1HDljqfchsNmAycY2qpFAMAJr+gro/hJr5YXF9VCB7wHPCQ/RttjCMsQDKNO4r192GZtCIstue7tgoBt5Y7ewHbfO8UBM0ObZ59YBgLhwBegVqifMUSXQgyQLdM25e3zEIglUpMeMLTsvgyPAKqyTTxmrQrgjwOP1xUIAwTmsfLceMa6EOAI9wKQLBcyWGjbZlOGc7xlHTdtuwDOLJdYZpwLIo4OD6qOPtmOc+zqqASRcPqOu1DwWKBj4MxAX45O2RGmrtXvuD3CmsroGnwpsLKPWxAZjHa+pJhXwzmH7PgM8BdSh6rZuyyjcDdiqJjFHtAA3bIgNxKky57PlFcY75SmPw1OMPZdBmP+5y9xiDucV1NOOkX0WhdjXqpJXsIp3YULmCM8c4iscn9MRBXfON5so71++dBGGwFalMIsnNrI9zyTPFpOWEACnA1+2S+RoDbCa4FKwrdozrZkzuJya2wxk23fmFNdq2e+4zaVwnX9OX8uMX3Pynhy7KCLz25kz2feNdepsYN5i7dCFh4Jd2W5ROkWOdAEt4+KcNlcf7iKTWNxRnr+oiFabOaxSVRF5phn41sHg7ALW3JZXxXOoZIHoLrhwOLkwoefc4fCI4KNg2GPkogFt4Y3tqQp2bAi+BdRlYYINWaCiYNzzwDb3c79r4FhFuPsSSoZ9MmUzB7BVsHyWK3rBhSG1VaZtvbtfVX/wh+Sfn1+LHNJp6+n3WQAUCzJY4MO5bNs6D66vA4RpzzPV8cyjLB2ottbOqt/8jQ0WhLCIRavncEOnH+v2i4UB9RDwp9zA3JVFVTvHQodid2/zJNwfwOMI2tfKoAKAc4s6oF8CugFybV9V1Fxni5V32XjEzwTOaaUf+6uhib+7kKa8mqrg0o4FbreBcnm/9FmA4gc8LE4A8D0dNflo0gKTFuiHbJ3l9g9cSMfCojrAHddOU4HUE68KYK8Dqlrn6nQHTeDjtdSrtD+9lgpdTbng4s4yx+kYFPcYYb3M9drnFaczgSTHKtfRAkRLF5VniwJtwoXCa6v56+uAaVE6FgDpdwuY9JqWdxD5KorYMg+bLqFfjta4KOBUAGwqnLI6qszTZa8lwOvxVQCrTnbxmvcQ3mc3AXCZm+Mn7SuEuuB5zO9kXQcLufqgVxhPOQuQj/p5v1BfIArs9LtZ3+HXOABcti71KLmBB/sfdrhwe/srnUcSgDfz75b+GADeGjCXC7ItGd+5HZgWALcBl+0XKTXsSZvN8RmLBGu3DD5vBtmLo0aA5BoKF1vo/jiojz0K3JVtSrs265cK2lYbu5jB+/O4Bxh83raEbvdLGdPNMo0DwNEG7RuFMrb7dRod8C8AOH4KgCNp1ACItoFX+zjthQC3Blr9xmjwnMcpx2t+9y5Q297/ANiOrt8oJXCcKw1L6Obfg3avQX6rXZvnV257+9wa1Cn7vtk/o75f2nBUTury/UG57gLyw4rLcUC4DNe2ULXcSn51/eZEAXzXuXDf+xMF8MNa7btlAX0fzL0L1E4A8MNGyrd0qwc8039Lazbyev9trsuk7JMWmLTApAW+zhaY+p/+t9ObR09UlZITducYQIW98DrgCJtaF9ofA51cbb6OQnB1AzvWyAEKzD26Aa50w8LNHLqbj1HFkgv0YB8FKsGemxugForcR6h1jesr5D3RahXSdqIFMXmBO+b7BZyc9s4BVPvV9/7OZlpFY6m78/ogAM+TJ08CCBoQuAAaH3fTVmwWhSvhjXhP+12DQsJj/KwTXiEHDmWVASHUhnLIn355XP31XwFqyMt7A6x+9gUE93qtWsYid/sJgZUbSMPVKkCU8qAeE1QeA0D9/PzksPr+z29Uv/5fkp/1Ra862tcuGrUBymFh6xr2sR3cfAUMWsiqnF1fW6ONUBSzjxnqubGN6hF76C65a7Vm3cTiV4hiPQ8PjyMIpi30wT7gFdWvFtTCX+u5tDwFLJvmOx1jWql0RmnQY9+rWBdrp6wF8+EuHwLNLJM5bWcXujTBUpR3D2ArlBbETM2eheWy4NbgWcRADBrFAzx9SBurTiS0Fm1vUCtgIWC0Q1lUU2hZbRsasFnBltl+mifX8xxw6hJFnorCmYhQTVUffbpYHdCmV0Axgaj5NM+A+ao1F2hfFeXaZ29rL85+2EsA4FOUrKrOlwGAi9SpTrcZ7XIJTDw+yhtbAbMAeG6J7wDN5+j3pWWtnwWEWDSjCn75fB8VheBrJdTBu7t71RYAdonjCxId53OzC9XLF7sBlULVHRK/S7ZHHU0VvV3OwE4e9/kXhwGT4OIAYHJj126uJyhkVVpr8dxh8D9/hjqVRhbgRw5n8vLGYnn2hfg7Xp9/vguQWw0oKKy0jLJIXx7NnK7CYnHpMuPtFHDoIgAXTnS7F6E0nQpAas5cFgEADsGtCQUjx6pw1Qf/BHcCXG3LbZ8l4KmLFM5OAZX02zL9aX5d62vsAdYWqvUOEHsJxbCWwOcEDg2AnByfBOBVTaFVvIpcAwOpOEnl8OmJttrAT8aM+amnGKNaBasy9WXOZcet58MCE4fK5xPGtrbLqtRv2KFKdaGl6nYDwZ7nN8Df467WuzOotO2zBKoJl6fJjX0SxzSoK+RfWcvAh6HeVN0IHlVuer7leSXcjNBuHRxURW4bCAUDAvPzlDbyXNUlwXy3V1eMU5wMhLgxMthG2C0UjJzV7HB/vxd5im17zy/z9QquT4HD1sd2K0pw4bKAvwDpa8bnKfNnWFWKNbHE9DyOHLYcMGLdWl1TaJUpTn0BdimHqmy/JwD2vQvAaFi3M05K4Ma2sN3Ook2HAXBUJ+qe/wS6tkPYzodi2OC880SOVReZOK7n+Nz9pk02qmbaKXM053YqZiPHu+sZeM8FBi4WKg/ltk/Ui3+/+/90q+4xbYeWd6q2YlfWrquE5+g+SntfGxsbcQ3Z29tjjuX6s/2IBQE71a/+8k31n/7yo4TNtVo3xp3KL35mzsMs13B98wHZ8RC5fg0SC2MDYuRnodJq5PFtwuD4rkC7EQBMm806h2O/XVUn3RVczWNmW2cY320NQquGDrBRpL5xvKLeauUVHvGsH477vNoA+C6lyQQAD8bI5LdJC0xa4HYLlJC90433/i9fcI9vrnvnLhWpWkS78MU7GW5wVHw6n5qH3nv2Yjns9rpW+Irc7lysdCBxAZz3vqap8Pc5b0Z4eT8T3+FvF9d4HbkWbtYg1s/CVrqeZ4tTQsx/MadnXnoVwH2b/8h5nyrZMs/m9TUBZcBpJs9iV51q5Ez5INguwLO0UplXAzR6rWYXgtzIf1ws/AWflNHjNO2XbVfr5qKuuP5qaR3Xj4GidWDNW6uHXZRJG6eaueSZTUAa7cBF0menWIRXg/S+ipH9FlDZd78oyuq6QkWpOsjpW64nwxeb9naD68gAbJXjlnuAJnjtK37LJbLefb89G9fXARxO9a+vAFncXzZhsu97/WwC4Bijbu/11RuCur5N4Fv6ctCntyFVG5yNApe3QfUA8PbBYj0223HctwXAdwHe9vhs17F93R99H1DfE7UAcJ5fw/c2t8sxaMPmvsdB6/Z9ShuMjlq00K5b9Hm/n+8HwO3vjgPMBcreBt55nMH7o4HsqPMkx/Pt738TALi0R8MMId+qu/OOzCCjuuCO9yYA+A0aq7/pBAA/rNUmAHgCgB82Ur6lW00A8Le04ybFnrTApAUmLfB+W2DqX/yrExguqkzBbih4AQ3k2jwEVkxPA92AQALKR9uLgDgsTxcz5+7rFwTceaieRyV4xudbW+YyzZy1gh40l2Hdq0pNRazUUnWWikXzMu687gLH1gIQVVgWz8wAk1AOqjr0sTwtQgUUHM/cwa58P5+vnv30KNR3KyiJfZ2F4ph9S+D8G/gqeHtC4F8FphBgA4XzvNAS7PPD/69LycwOOV+9QuHcC0vd6+p7n64DRS+r7msUhORCVe31lPfM63p6clwtAmr+k783B8xRRUvw6UK74sVqEUih4lHVpcGgn/s5lMnkFVU5SygJqH4aQasOgG1+QYs1HvQkGtYrIBm5ZgFrJ8faMq9EIMycYCrtwgIOJd3MHEpV2sB22drSajuB97WWeYEv2NH1fFgHq8pW0aildAdLY227DZ4IFbVh1k5a/KXFsNa9i0Akc6jahuZ+TZjkw6UBpJKr0u8LkVCtCcfKSnp2pUrY/o68pao3o07aXKM0BhSurq9EsGwWQFsCZlKdsLUz+MWT4wFjrYs9snbh24+FRmwLfD1Erd0DNgl3tSe3T1TGlpxdFtOYmfU+Im/zHABOIL9MDmKBlKBVa29z9O69wqoci2C/Mz09T9tMoyQ3D1rmHL6ElAncVGOcRW5XVaRCa9XZCdlVohZgYk5c29qyq3YW/m1seUz3h/oZQGgFXfCwy5gyqDW/CCxEKcxfLKjI3NMRn9KSjs9fvjigPRgDlOXq+pzz7ap6jCo3bPfoe89N83OrJl1Vhs1xjlg8YfkNZpJwOWyVhf+C6HDdRdEbakc5YfSbZ4+nlmMwVTUBxRQ0e/5wbh51jwJca6+bMAu1r0p09hOgkv1HXDYSd2fgchpb7R5TQi4OEHQ7EFw0kDmnz049HkAZGJvBx4SpkTe8XlwgpDUgt0J663oI1uMp+/mg7r8ErZbX3OKOe0Eoi0w6jOu6gzLV9A0LVTw25yvFXQDE2z4BIWvyGeWJnsg2iLctqgFfWyQWRESomp+pIDHQHJD5xrzouf01/eUihg4K/rl6lYL1s88MbGdna7OsaplfQmGu/jzV9lq66yQQsWz2149zUhFzqEcdDFLV9bMNDXJf1/OObaHqNsAyxxeeZhtn36e6Pc+7psikCT3DmtkFJ3Wg2LzHc2H5PbCGDBDOP8eNgLuoqxyjzlk6QESwV3vwOBZzA8cugeyiHM7FDwMYHM1TN3fpixi39gVv/Ls/71Y//AMU4X23AcYYi1cywB6m0Bmoj6B12vi7v0XcCy5p89/6rVUWe9AX6oFpy7CcVv3EuZiB2JKveDgQNwDkaR0eAb94qKoDy3VPNRUoLo4JcE9/RA7mKGN9yvFVLcl9Rc5s/67tUJ0LG3HsMvT64MER2QxU2t6lfEUdXA/lgBBZr/rcLgG5+nl/kEOtfGPwMywxW2+3FTb9wOWYCF9b0HT7aJN3Ji0waYHvWgv0dZ3MOz/90jQiXNi4F/GeVaWv95LpsZGLlpyLvTbEfT7bZHqJgZLTa27c6cbCopzb4joRqTgS0JZt0rWjzvfrgqlYcFMvlKnVnkXFW7w83JfA1lemN3DRY5arzHV+Xiz2zW+v00NA4bBQHqh9PZb3Y2VOLsdu/ixlagJjoXYBxgVOB9ytnR+8V/K+1vv0ANVx4545f2PxV0MFG/XQIjquKVmHUkbv4QYAKT/3s7CXjmtGtmfZXy7uqhcS1heosk/vYAbXnFwI5avkyfX3kg+4wGTf6yub+X6B7WU/AYDre5WmdXRC4LyOpvNIXuvvgoCDMVIviPJ+KO7XckFc1BWHkKY6slnGGF+xMDCto0e92srKHJO3YV6pb9/FowWsh/fdAMHmKLE9G9s3wbgLHZtlvg0GB3u+D6a2P2vX9faCsALWB8C0nAvD9wqDxWgxFhrjJ7cbLABoH7O5n/bxxwPV3Nu4eo3s1MabzkHlnqu57X0W0M163pXDt+wrHQ5Gv/IYg7lreKv7gPEIJfkdxxg1fse1SfPzmTE3eKPxbWNMjq5G4xB5/rUtp8sG48a098fNbcYtgHiTuj9k25HjLxal39V/rb2OAThftT5f9fx4SBs8ZJu7yzFuBD1k7+9vm28aIA9bQJd61kGM91ftN9jz/YD5Qxl/4yrUjJOM2/aD+nwCgD+o7pgUZtICkxaYtMCH0gJTv/vHlwBgLTeFUighiYEIN14+P+ChF+tVIIAwLAEweUWBmMK5o0Nz72ohzP+wUJ7H/tRnuX0UwJcX5I9cQBW7qZw3QdkUN/FaJAt7BCAqXA/3gbXADQPh5iA9PTvEgngrHvAFiSpOK/IEo0nMwNDZPDnFLBdAFUAVDCsi4DWV4LelAM6ASsoe4AmF8BRwZfMx8I54yZ/+WRdFbgKpV6gDpwB0qne14u1h0fr6+SGBlRWCSSfVk++thG1vdX1azXMh/cEPzAvcq/b22WamAywkF686Bgqiym6aG/uf/bvYLQMMBW97ocZViYiywXyewkhe06GQzhsjv9c9OEPJioJ1QWUseTsBK50l5NOCIYDhxpaK58wPHJDEGkfAx3a1oWaAm+TxRSG6hAz5FPC9xPcLwNpCSaq1Li0foLO6mgMk3nDMHv2KQhVQKzw0d3CqrfOhVCtwtxXqaw9rfjHtf+cJfi2hZPUlpPn880N+Q81AYE418RSW0/M8vC6xJmBOEMghtWu2n5Y6tKcgxYBcDTRSESkczDaatgwc+wLL50NyuF6TV1cra/MNp4LQhQEJgqMxhFyOFfZ7fUObUOwMoDk83Waq+uJvugCrzB2qill16PZjw1cZYLEegvPMj7wYdVddHbAISLTAuN96tBzKXF/G5HpAUce2YFP1++Yj+ZzHoy5AU/vK86TbzcUBKmc9VwTw64BxXxmQSvWmiutDzh8fdgWCASvpk+WVTgSA7JcIdHI+Huxl7usbFgZ4rnSW54HRLBSgDVRMP3pMjlmfMenS3R3zzJ6zIMP+s12EjtaDfaqoKX87NLT7pRzC9oSbGVzU7lw761CqoO5H5A2opZ2wx9aKXXvuY9Ih+/0Fzn0XPHgsj2HQdp/FB+Yczr6OqvcBle8ZEJ6fQw1MwFVVrHxbiF0UsS5KOcHuXFveBa2p2dS2nGZAWDYVzx5T2+GYDuyjGBcqUhk/vOE8Y5B4dZ1cssJwg3ucp8Xu0fYqYb6S/688SkV79QHwBecP9teoebW+DtRMm9gujm+tuMPJwHO11Leus0omFxjc4B5gDvSwD2R8ubDBnN1hM1zsiGNgOi6F6KnKnwJ4l4BfBCZrhUuM+wgQz8Y8675ifEUAZABXozwlEGofxIKNBP+hqK4DUr6vBXQCes+nzPNdyLSxcu3mi+V5OZY54N1h2U8overge/a64wPLeF0IWrGvtJpmEQbl9zPnwfOAx7PVs1eX1e//3p5LfQKoO09YTwGA53cX4Ot3Vlj8UYLQxaJxGceHf/QPUYUxVufYl+PBcRHzY98WcjhQGRc2Xm0AHH0Q89dgDJd65ZhW9ZYAWBB/UcPdkosxc7enCi1ABv0R0J3/3L5A8KIwzkUbeTBZa3nf4GBaSJe+vf2gncH87OP4fgTN8/dUwBeI0qyB23AtKLkz64oOB3UHgdy+h/bwLvp/TQDwHQ0zeXvSAt/hFigA2Dnn9e4598K6aOSKpEgdALgLVa1zmj9rACxo8xpSAF/MwXFPmUDY+4/IFczc5fyX19+cj3SecHrLe9Bc+Kja2J9+7rUq8tzW18OYr+vFiN5flRQEmd83L4wBQes5UwDs37m4sLYori8Qbfhq+WJRXv0Kh4YaRjSBZ7kGer9RHB4KFC7XTdOlZH0T0Ao93Z+LCwsAdqFZEwT6u58XgFmAbtw7R9XKxTfbplyfmgCxKKKznQcAuMDfouZu5iou1952WYS60d7ti741KNeh+lrTtJVuniJhsU1Zsw55/1DAUFFo5zWvXNfKz2EA7P1Wef6KZ5wYP8OgoV/+Op/tXTlQh8rXuNiVe4+y7zZYvg2tB2rlhH71/UcNgAfjKJ+d+orqhq13s33fFAyNC8TfBq6D+4dStg8JAI+C4u9iuh0Hfpttkf0xfF/Wbsf7AHDOfXcBlA8DAJfqtRdx9OfD8gB3R+OPvz+cAOD7xu2bnuftfY0779/FOfOQfUwA8ENa6fY2EwD8du32pt8acdvyprv4ZrafAOBvpt0nR520wKQFJi3wgbfA1O/96Oqm2+3G6vsO8EJQaVRmh1ypAjBzvl5eCPYuq0++h+oVNeYMytfzs6nI0zu3sFKtrKu6nK+++Ck5TFXC8VC9jHJ4bdN8rCeATS1dARPAwJuw+gUG8f2d1yfYQatENXcqVssqLMOm64rvAFJd2Q50CnUb3z8gB6jWwZvYBJvfMazXArzwSA/g2sRuuqjvzlBg9gBlZz1zjBHuBhZde+zLJfLAXlaff7kT6sH11ZVQ7R2jrNzZ7ZL3d4lAkBAJgLkyVa0/At5Oo8akFP/Fb25ULz7vAq1Rt2JFO49i8RJYroX1EuXVKnp9g/IK5VDkPn92HnmPP/oYa2B2KZgTaiiwM+C/iJLRByDz6758cRhtOg08NShhkOkM+fGjT9ynoGMaJSnl4DungBeDOx2OF1BGdSQwXVB/CQgS1BqIEQ4fd7XGRTn8CBXugnl+UYxeYzO9d1PtvESlSpusr3eAYqkEDuAQEa+06DsATof60OBVDbuFEPaBr13yFJ/T9gvUXyW0gHUKyDLH8dfpf2NgxtBOuowDwN2s6khBLTs8Bp7u7hwBtaarJ4+2QrHr8WcA6BXqyudfnIZq8/xCtTkAk3IK2IQ3VyiDtbQ1h2mUrQQTVd/S5gavOtgsm4va6ph/9dWrI8b5YoyJKfr0Z35WSJoP0gJg4Yg21QHQIJz7WHVfAMaE4iqQ17EYN96YASqgJnmTY0U/9RVSP/2UURKBPv4GAB/yfeH/jTbIWEKrlPZ4ArB5QN9zFlnMYxmsVbcBNtXmJ1ijn52zMIHAkyDMdjRfcwQTaJ8QuhNIPYK5aynsAoGoJ/s5PEh1sFQpYHnk052uDnYBp7SPluzaJMfNLOXsHpFfGQtm66vq+IBz4ALYuLFBu/C9K7YJO2m+2wPEaw+d5VB5C8Te6AS4VNF8yTlzQA5q4boqZ3NbXwDtV7H71qbZ81jIeKN1OCdAWF+rMK2Bepec2eeU3dzblun6pke7OC/kfCQANte44kq7jG6MBSvTlK9HvmDB/cYmYNeS92ErRVPhzN8CYEGbSnuB9Sq5kj2HDdGWUGiBvdbRLj5Cle6HaQmZx3UBgl181K2dDhjgPoSr2LZ/VshpHOrbgHU5+zu2Ai4XW2b+xtkcNXCtTqI9Bb+29RyQWojtWMwgiqXLOun27PeKKsb8tNNOJgGyM1Dkg/QqC1qinHXsqDy8HDEGtZV0ru8rawSEwlbmU+cVwW0CaBX3qI3CFjOV3wLLEMyzvUXTCjqsyrhT9QAAIABJREFUESMw6z7SPlrrZ78XFpgEMB3jnoPmcI8c1tGmANK67y23RVVNbI7jBcCz6iVzp185z+tMwZd+73f3AQnsi0UL8ywysK4uNtJiWlWUFtNLLITwHNQyPj7nmH/3566qn/mU6xEOFrPTSzGflQDhNR2Tdp6Zi9LxFgstnGNo01AQ9PPZ1cC8BsAF1Ce0HQTqzvBDn2ZBi/W+GFI/pxL8IvIpZ19fc94FlKhBRIETA8WPC2LqOapW+2gn7YIq2zkVDoO+bgaWS7/fBYDLeMmfOVbLSzAd79cByCYYiP6q6zvI3j38/f5+RscpR288eXfSApMW+E60QMFpcV3gMvrsSxddeinPe8LiUMAMz7yb7haxoIWLrPevzsWZ4kHb43RWyfcFwKnUdduweg4oqkNJUXY25rGGU4PX8XgJPOv5y7lXxW9ZWKN7Q5lvi+1wAVs+b5TFYgNLYoCwFYprYoLspoq3zLF+Zp1UDrsP9xVQOhYqakOcZS/1KgsYM4+vimjvPQr4TBBu3UvZSg7f5mKrAqFjG54LyqvkPi5lK0C3CU+bCuAE4nndLmrI8rkGIQF/6sufzx2xv0Y7ZL/kPZ9wPl+psC4K0HC5qfuxfQIUBfGg/MXdImF483rUv+40IHCBqWXhWzNnb9a5CV/z2lbuD8oCrFEAuA1fikq4BOXTjWQYzGebDx+vvJf1yDEwAMB5YW5aaJf9Ris6JgOGD0PvNwVDowBM873mAodss+zw9nEG4HW4P0fdPzT3015AUcZmc4w23yuW0qUc7Vy8bcDeHlMP/fs2+G7dKJXRXB466r8HTi3DALep5I7+awH+2+UaXpgw+Lx1Y+VKmv7C3sECgq+q8B2lZh8qY2POar7/UAA8rh/6Tk2N++v7vtMexwN/p/zWm54X48o37vM3Bay3QNPbKoCLwrjcyN9R0DvLV5x9viaANAHA40bS6M9HA+C329f7+dZdC1jyaG96fryfMj58r986EPw1nb8Pb8F3u+W3bfy829pP9jZpgUkLTFrg7VsgFMBffPEMFexa5EJdWfdBHaiBQk0otPu6Rx5cAhfcSK5s3JCjFYUVdq8GdZ4/2ydIg4J2E5tl8p9++Rk5QoGmPtzPAYg2t+ciN6iA1ByLWnYudFh97Sp6FLoC4F3y3a6tAcCAh6pwBTgJE4C0nz3nmWY5AJmQ9sXzbrUMwFoWsqBw298jVy9g8QZgvAoE26BsEQjhoqc18xnQCDFs5OtcBIq43S5pfv/DX3JcwObWYxSdBB5ePD8ix+81x1lHect+sf09Irenx1iCc24CmpYBf7/4/Q75e/er1c1F4GYGnq7PZ8LSWiskAVA1TZSL40/fdGgfQB7o2IfBqxtgJuDvJqVnETQRvG0+BvRFDlFrTu5KIJo3dYJUgZsQ3byxgpnXr8wjq+pUi2gVllNYQhMYoy0vVTr7EApMOkZt6z4Uop0coghGGaH9sPlPN4HJEOoIxp0CQvd2etUiuZjBM4BY2oC+yAUAJFYGlK3RJ9FvKLwP9gjKoVg+IS/0IsE066tKcLGTdngGqLoomfd3gGH05Aa5aVewBPZlEEjlXdiesphgBjii5XHvYD0CgtpFC3mfPFX5rGX4XNhLu2DAdjLv6xrKTUTPqJ3p1yNsuYHhjz82QWxK226o194OoJD6aktsnt2FsON1kQFK5oMu7wPQWXSgnbNgXVBm9E5F4+HBMYseTlM9rUpbe2BAu+Px8vIYsAlYAkBfAnAuzoRGgjQAmdaG9O/TT8zrK40B0JKXVmBpG22Q69m3zV+t3bcLItxOO2Bh3dZjYb821topo1CEBG9sLMWCCY91BBxNhT7nQQCuBHDaTJ9fZ75e+8j+3nvt+DcfMP3DYg3po4smVlnoINgSavlyfATcB8J7LpY8cH5snu/Iaaqyf94xTdvSbqqsVdWrSDE38TrnmyDWl+2xv2ugkiDuLEpY1L9ngPsV1Ms39KUvXBnJjZ2KV4NljinDGwnQgKrkEp6fVmVvruMjxt5CWNOHGpPPVfoeHKquzGDoxqZK0FRp7u4eVlvba5RDxXbOQRFAJsA8DzWfocDm2k03xTCeDAg5x7xkgDHUPfSl4M7xYJ8KRLUyVDmkpWTJre157HhxLLL2Ic9nzp2lTgb20pLRpvd3VUeZN9g+Ut0czo32H3OTyh2t013YUQCxfZt2zMybEXi1/hmADRWVteOHQNVccKur2Q61U2S0pUDcMaZiv06RGCpiA2W6NZQV+0X44ndCKR1lNoAr9M1+y+Mx32j9reCWv1UlO0eHWt71MmzvGI15CTir4Mc6TBEh1mbeF6clCzcKWcRinXIIlTN4rtW1DgXkEVdxxHkXi2ViPYWq/vnqD/7f19V/+AvOtbAGzRQBce6x2GKJ68MG8/IpHXJ4uBewwPP4nLnwH/7j1eqTJ8zhLEy4ufQ8qcG183cNwK2DgD0cnuvYWqjVc7ruB77zgcP+TIgrUG8Grg3sB/gGGlsGYW0J+pXFSU0AXAQexb2zDYCbSuMwTY1FTy7ssH/SArr5UNqMk90HgEc5D/a3j1ji8IP7BAD3T4XJL5MWmLTAmBbIWd7rbJjzV599xr3VMddHFZc8SwRU5JrigkXhYDic1EpdwaavWLgp4KohXdgyhzVxQj+vScLbMjcVFaif9RflsP8Cm52P894pLZuFrl77TT3Rz/lb5wEOeBpK3wxSxnEpSwE2ZT/FgliwGzU21UJtXd3MMez3tXguq81iMWVju7Y1sKCi30Z94J1lKWUtyuasz7AicwDiWMRXbgCiXe4OyDaDaQWCNm2gm4C4dH9kiIi+8ppXP4N4nBoAC9YL/C37LylmHgKAm9edwXW2jIkE/9nf+bN5Le4fr2Xf3ISyoV729qrB2bw/bQcW7wLAze1GQds2AG7mBm7us6nqLW1b4F0fRqtqdyx6TxFAXSekbxYAN9u+/J5tMgwoxwHg5nTSHKPt7w3+LsB79Hi+DwAPzo3mUUf//qED4NEB8ATAXxX+5vk0ZgXfBADfO4jeFFDEqfMG0GbUfF4vI8prZEnGfEcp7yzfNwqA71r0MP58/bq3+DAtoL/uVrjveBMA/LX3xhvMH1972d7xAd90fn3Hh5/sbtICkxaYtMC3tgWmfvt/wccWNeQMsGhzu1OtbRMwwdoZTACI0ZYWkAqIPCMP7joB9kXVXLwSRAD8UNQdHx8DkHyKBiAD1hYAHZHXU0ISyTjVu3ojQE5TgR2/C50iD2PcH5AXDAWwN74z1XLAEhesP//8pDpFBba5vcA+56uXL4+rzpphcB6Er8nPiupV2Lb9FEtiASJKQ294XRVsQMbg+Sl1eAGovkT9ZwbIR0C6P/o3x9UOFrrL5IA96wqKCQZpjcwWc0DVDZTEBwcH1OsmVNFb6zPVR48AcNBglXpbj3k/QLc2qFeo0sgta8jfHMYBeRMCav17dcHfEbhKJV1IEadR8JpDbAbr6S0s8VCyeiGLXMnmqCRQZPArAPCKeZTD95jymE+YbYGEPigsYm26StlCXQfc6qC6PgGwHXRPq+2tTgCXfZS+p6fYo1bnKKxnq48+XSQIB1jEsveKPvziM6A6kE5oaL5nc5OeIbjtAQbXsZ5+8hGKWkGOD4LALCFfDxKnelPFrtC9LOp30ekl0ObZC+AxCwjmZhdYGIDCA7Cj9a1w0z4XagsIQ3V4rFU3VrJBYrVBBUijFJ4DuAljZwgGdjoGDWtIeED9UNaquHz8EVbAOkrXz6hCly8+VyJqXmhbEkBJhMp+UYlrLl+DYeYudYezcwC/ICzCTRWZV5EH2L64CotpQVMqNC6BRtpna9trsG4u8hJL8tRLYz9MrmUBYMI6Wpu2Pzw45xiobukjj60ysHck2LeqOf4t28pq2v8Kfi/PAKaMw/V1+9xT5qZ69bKb722w8GBddaxBTIOgjOl6hW/Yg6tUDJtFFQOeJ0C2GGd5vqbVcs5VPRZ1aPWusjas3GM/2cgCfW2czfdtrugI2NIOmTfNvKUSIv5n3m7gpS2ton9/V5vwtB20Xh3AvW3aYyDOcE5ubQmh8/jCtihnsvva2rsOxPG3im0VogvRps4Tnh83kcfZ8zxu/LSN5hzQPt7dev6cRU5c96nywq6w/1P1mqA/bRxTMcsiCSDv+jrW6/SN84ag16C1dtWZqzXh8CzjcIHFC3GO1GMxzjuhJpvNAMvXUNFfMXG5OCa/nxbT2e6Z49BjOFeVdrCMVqUZZ9GuW8Ca46/kDy6B38wD6Euwv8B85Ni2TJcc17IIhi/5w2ChYFS7ZV8qhn2FCienr0GgM/pCG0xzgWeANcY276X9uGA3lc1nWjOHOivfHyiKtO927HCsum9jL6qE/B6npYtlfGmXHwBeAMzL4ayiWBvMYuEZ8yWAfmkRQMAO/uKvj6rf/x1zDGOfzdwjWM/FASp/zcEN9OcYXXJYp3015wQ5iX/rv9usmKaqOR+MHG9+qyar96Rgy/Zhe2H/IKCY6qCw31e1W4OMZqDSOoSSugbM2dJ1u/PT9tXaT4DRVigUAFwsVLO0g34q8KNvu1k/X5fvtYOno+Bw2bb8dP8RFK3tpuN8a8Vgmipir9P99mgFektdy89x8cP29pO/Jy0waYHvTgt41+29/+7rs2pnx0VTOqIM7tnidxabmfe3qFniGtwHtXkdLNAm1aw56bm927btR8t85oIinwcKUA51qguNuEDHwi6uXQW0Frg5UOF6Tee+TUBYH7/sN3/m9dLrQNlHfx4VzHEsFweV9/KakM9Bg5QTeY1o5gvuA80aoDbn/rKvspCo/F3UuM12yGer+pmGe5dZ7oNNN9O8ThVgXiytm8G00g6lPMUiuiify3XFbDFu4/1x3BzYL2GPnb+nZbfHre9j6qE9OFYueI166iRSnEzqa+vwmTBQ0zYBV/ua18/HHPdPA0vobMu83wg4FrexDcAVi8pGQ682TBvaT/2dody89T1iUwVc+nIc+I391Pf1g7qUhX+Zk9Z/DwHA4xSPpR/uCqS2AWzpj+b7o8ZNe7v7APCoPLu3wWve87bBblsBfl99mosFxtW7lH8cAC7jvN1+/fOmVqiX/bUVe5HC5J5Xqd+oTQZ1SMcgb27b58W4APko2D4W+jYL8xUB8DhI/ab3j+36fqsUwLXd/L0DovVhv/+IV4x6lnkwAC7At33wrwkmZb99e8Bvf35rKf/fpO/exbbvSwE87rn4Tmf6W5WaAOB30c8P2sfXdK4+qCxf00bjrm9fUzEmh5m0wKQFJi3wrWuBqd/+X494klQ1dwqImq0+Ju+tKjhVksLEY6xOteRcIljfQQZ7LQjjaUNA4ctAdljPqoQDJHU62PQC8ALiqlYK6CDkRCG4f4A1rTkcCdizz1C6HeXK+mWgyEnvmPeBdmw7rc3tARCtd1Rtbhnk4cG3mgPMXqHkBDACI/3+xsZ19fjpMgEkoR/fM5BtUAUQoepYteyzL8kdif2u5ZvlOC9fzaEARp0MrLkkF/AZAFIbY8MB5qxd30ZpCnj78ou96slj4MHGdPX9n0WVBuReX+co88A/IPc+6mWh4wk5hc0fprWswEfHtpm562prcwPlNPl2yV2qClf4sxaAXKvYTvXqRbahVs8GYXq0qZa284hgfdw/PUl4pUL45AioAXQNe9lrYVSF8lOo4z6usRPeqT766GnYQB+QD1MbaXMUH5GYVVC7iiL04uqo+viTzQDoFYE4igxcPCfPJuVGAWzO1mn2fXaEeg3l7JOPZgDdWP8CfE4BeTfYWpv3VuWp6lr3u76V1ra23bWQGrCodbhtcAHEnkUZOQsMVNU7C/A+xLZ4Y3OVdgAQK6rkoUf16PNnQOpr8iqj9J2dR7G6bg5hc2h6XBSX7O8KpZ92vxEwY8xsP2EMYAHuS2CvSvLmap2SYCGuAhXIfaNNLmXQUngJkLy8rLo3A3geO7Jh+j0Vn8DQ/b3jVF0S/Iu8Z2HNKlAFUAHkTXHq7/PAY/Mgq07PYE3m9Qylprid4Wg+3ysChMtA/KVloSU5SAnGdQ8ugdjY7aKqNVBn+VRFa/ks3FSpG3baLIpYw8r2YBd4TNByfXM+VJipAJBkCYAHASxVy1pW39CHXc5bx2aHcbrY8fwT2gAoGS6CNtXOqs6NxgYAtgdV+tKeqow3t1B2uh4gFDcJ8AI4c95ZL4HpGpbYq6jxfcEDQ7lrHmiDaiqFVaXHOX7GIgNg+SYUTgWsL6cF+0CVvud/B4gZCnr7xpKHOsYtLVMucHAhwjH2vTPkIPf7PoSoNl0Flh8fHnGOEdTVEjJ80XNMurAggmUB6oW5znWqgoX3jCMWmKiWjtzTjGOthT2e+zeoqYJF5Y5W+Aabi5jGsh2z+OXKgLYqXxYBrGH/HmONucYFFNpel1yzYXGpmpz/lhnXxUo5AV8eUy5rzmkD14Mb21RKpcKI85Ac5CurSxHQ9Vy3geO8pb3Omct65je/0Oo5bRu1THfOiJasx33kJ44gYgZdE/Xm/5XAdqz3sA1ChWXZmTuZm7Txzrks4afHjX6qAwiRy9agfC0ejrUC9T8BsJb5vhTmq3AvILoA4AHgdKfsn3ovMJdqAX3KePqf/8dnkQfYGSvrpBSb1ASMO9t/ljzSzsWCaMfz0ydT1a/9fRbRsO1sKLis5+Cc8VqWQeIcMaWN/D1Uwcx9t+0PVTplbutotgZlTUDhOZiqMeeP2Fdjm9g+gj1er4a/XzaLq2b01yAo3QQR5ffMQd8s++CBu12v3Kofpy9/1sdpAuDYKtujjslMAHC/uSa/TFpg0gIPbAFm7tiSNaLV6xfcS57phpPq1ri3YJrxenF1FQ8Q8fJv565iy1xUlM5sLvopM9z/z96b+EiSbfd5Ufu+9zI7RT7iSaRoCIRBm7ZsyPIuQDLg/9ECBAOyZNgwKdOWRZsUTdkiLcKUKMpcHt9Md093116ZtVf5+86JmxEZlbV0T828mXmZ8/pVVWZkxN3iRsT57u93CgCuefDg+3m94XooADaVhiuS4rsscOJa7nHb0DMAZq2ydTuvt7mwKRduxr2t1wl+C3eMuvwxB3v/WEPLOIaf1XbG7qerNgzVMdsMbP/rBURtBXD7c/c5ALtCZ9NyFNltlKfWWvOzrfQt1yQXr7nY1H14LS/vF7BYyle+2y5vG7q3wVvJvxtli/uzJgVFLm5K9XRpj8z/O9oSeLIVtCwAuKiqCry1Pwvgin3S5nn/az8PAzSfly7sY76QC8kKBL6piIxyl8UEbjuIajcgooDrewFw0OTmWl/KPAoAW4e2WrhsM/xePjcPbpDq0V1gaRnzAvjcXw3R65/3gd/ByVL/8lUCqfcB4DKOyj1L+6f3tN28uuUca4/F0s9fBQCX8diu+331/q4A4FKntmq8PS66/f3Qv++FwWMAfGdT3je+hr48AMBtEHq3AnsUAK7dwOtdt/XAN4s6KN+3CQC3bauLlfVDB+w3vN33VQE8BsCjB1LrMf4bHmkPONzgXurh88cD9vqt3uSd5tdvdU3GhRu3wLgFxi3wzbbAxN//NQDw5HmoyBZQ/q2szgNuBLzYyaJsPQHoCc6ePBHcGkBR/ZW5q07Z6BIL2jl8YLVyNhY/Q7DFm1JtaYUBp0ASgwFhnwbgWVgGwPEAn8Fz8tq+PgIIYlPc3wdsaPkKUBKUkZ93F8WA+UaFgT4ovnlzBgTSwlOIYx7PeVSF7pdj6q6mgokn4hNAqkEP87+eItFTSbuDpbG5ic0rur13Xf3Rv7lEqQp0ZNdLAm7sQreBiMaKtp6vYNV7FLDzs0+fAL+Pq1/84Wz15sf96ulTAPeStsSzBLUSeO2Rm9gdCdD3UCgeY+37jH1MueqeuJZWskcA3LX1FdpRtZ7K6IXqBTmTBdfzHFTAc2FwCRC4tJLBhNM+ECOAoha8ga+AcvwFdBIEffAhBDhiBBmkOsXC1aDZzh7QF4i/tblZvXm7S5lXAXXaxBIkQrV5qUKVupESlLYEYNOPLgAQyExyw60C2D778BNzvKp6FYah8NzlC0CzM+StAmLLsLW1HJDJC/EuYD5Uj+ZxIwi0SC7XvT2sfFeXAW6qTukLLMNVTarc3XqKMmEOu2gUfAdYN2+/Mbex/X9crQDdV7X4RYF6jXJYu+8d7KqFmvPknZ4DhKoknsIe1peqP+Hp3MwyCxcyRDhFLuZrIOc5bXx2dlg9e7ZBfTKfcrx40AiVeoDRCfoIyEjfhc0fylYFHAbbBPfm2VU5vLN9GOpC9hoW4pOcOxncUi2S1t3CX3O1HpJDNt43Nyx5mG3fhJwuhjgNkDrN2J1B4X3NIgz7cSosEh3v5sBdjPq+ftWPsfT0GXmWKXNAuvrBqAC2Mm2YQzjUumHBK4wkCEqZVIfPADeFtJmT7YLxak7vhL/my+4xIAx4Lpi/G/tllSYngMzd3UMWWqwFmPa8VYGt+tQ5Q3V2Alqse7Exnqvzur7FOj5zIRu8E2hm7m7th30Zbw2bY+YSz23zE6uuddxpM16gYkJpnQguqj5wVIXvzLQLQliQQbuvUgZYfZQnHAFcKKKTAPUyl7DjUuvjUOVHf6fqewHr4jPmMucslcaex6SxZnupqFAQOBztFANlEEC1TYTAqkKPDj0fpOT0GeftCotDBPdaXmvbbR7psL2mH4TujhOhsrkIzZ3sXFMU0H5+grJ+GtV8wGDHqEpLNogcxPyt6tZ8gCrPDdi6SOWSudBy+/dxP/Phnl9oN486njqqsC0K+TNgty9t2D2uVsSnlovjTdOmKoXr4RDfEeofk5/cQLj7L0Fkg8e+5xwbuJ6mVc2v7foVAzLcDQoAZj/Ggm0vczxfc55FGfjqnOdDHcAMAEy/u498WW56mPPfGfAygu1V9Ru/ri38Iuc0Sm6+e8pktYc1vQteNs2lXdfXft/f36l+6a9OV7/0i+sVQ5+2Yt4Ky+Yc87a5+/C8Ve3lKxc8JBT23L/QuaAOcrUfNhyXc3auLRCgNuecso1/ajWdC0iGVUhRO3Olc+wSwK0rPQCutkKxz0zInrkKy/4tbQbWM0dmKYcgY7CN7RewvwTQ8yilzQvkL8ceme+3dulofyePVWOY2wJH9U7fVcFRyjL+OW6BcQt8H1rACyjXv1PdWXBvYCmOKLUAV2cRnTFy0VUuoit5YpOrpuqzzK1pdzycA1jIOQxqYkVSLlyqYWyBTl3Va2nh8n7Ms5RhhjnV66VzcJMuQeLYBNe8lyyqpXL8UeAtF1uxfDW2z7mzDXljYVhdx5IbuHxeYHJ7/yXvqWVtbLEbW+R2jl/bdJCvuDWcCgAub5U6FqVv2Xd7BJZ2blTAXJNRbntv0LZ89jtxzVPRS70S5JsuwefAZoHSQPkbxL4NXRvF9/AiphwLsc/6mtw9QzxG9nVe59oAa7CQoLNiYABPO7KmBqqOttPt9nkbNrcXfLVz9nbvE7pK4lIfF36Va34bkHpvkhC4hs0lx/V7AuD7Aqjd8jblG15oVs7P9vgfHrPDauxmv81+2vtu7yfbYbQCuN1epQwx/rrKPMZfObfa273rDDsKVo863m05gLvtXXIZ316Oh6kim/vOUf1yO0TsLmy4D3h3y1mYQ9eF4bFyALfnhVFtdLM9h+vfXWD5rgsj3nV83GifdyFGQwD4bvB74zxsKYCHAXBueZsS+F4AXA70NasLsxwPG+tftU8e8/tjAHxfa96c39vfuO/6c9/ev+nP3+V0/qbL9i7W8d942b6mA37Xxs/X1Azj3Y5bYNwC4xZ45xaY+LX/HQIzcRJWrir/ZoEWWj+/eX1AwNzQO2BA2LYm4AEGL6yGtXAfMDynsuz6NACFCkqtS+eAyOfYbgpfDIBfAfx6h2fApT6gF3UxCj2f3ffJxyoIkwRtAGXNNSqIiYCxgAsV3e42WJJ9rmCtqortkK/0gKnVxGmofpdQVc4DlLbfEBA6T5tgbU6PAUUq1gTac/P9gIoqEg2Eaxe7TQ7Z3/jHL3lvnTvjY1SS5I4EZmqnK4SaBoSsry8HFJubuag+fH5V/eyn89WbL9gX6sP5pbNq8wkqPIINR+QO7pPrdWl5CaCGahi1capAtdEGkC0LSvvRJhubq4C4fHAX7r7E4noauOz7C6h7j81RCvBeQLF5SVDrpKcy1YdZFLwoV9Xq+dz/JeVQ5fYUyGyu40mgbgBg2soHMfejgtI8tConBRmKBtY3sZwGpl+oHEVNd0S+XtXJswtAbfrYPLxiljMA8N7eQfXxp0C/OkeulsaqY6/J07tOXmChwymEaBFwLrMRsu0Ae+27FSx17Rthp8pdbYlVz6pYnFDpTL2usKh98nSevNIGsfhaALUToGiqBTzuIv239kx6wb5QWZrf9/DojD4HhALaZrGGXV4hMEC/CSfDdvvgqjrA3tt9LtIfp8JgwKqQbG2dRQn1/ahgc39fOI6EmZf2wvvAez8XHk6wf3OKqgg1luC4NIVbj+OrgFTBuMbChch/ijL5kDGufbblOQFGXpxpR+t3DVwQuKLd5lhAsQH0NnhzhZq8d3gegSz7XtAegBLYbRtqiahyWFvf11hqG2SLHKe0s7Bae2LbfRa1fQS6aoWrSuQ1clYj5WYfjAdU29uvOWeA7FqARzDOHGeA65VVjlskrXFMzksgagTQVDT70Efbu7BgjnPkgjEsVBTgCx/Ng91Twc/vk1hirwGNmT4ymBt5ZFWLZzBvE6Cv8LzE7QJQMx6EjGr7p6m/0FIlaV8wzMAJu2Te0zFAiHhKQNZFBtqDmw/ZLreI8ZN/lv2YwnmOLOFEYP5b+0676QwG1nMLx7btzoCWehUHa40xQq7fkq+WsrloI+2xJ2pLdS2xAfwuQKEilnGahSoq1LXDFvKrcHY80H2hcD9D8XRCmWZra/h+L50GBM7mti5qnoTo6WKg0n0OQhpu4pyrzn2OPdXBQmkDsZmnGpBNeecWVFaxOIYcyZ58qNyKAAAgAElEQVQD1sEgsDbeZby7aMf9O450L7CvBbLntGkGS10gwkIB7alrwC1wdrz4iiAcP1XYeO6XcyI+s5xs5v4uGAuzgmH6K8YaX0pFbCrnJ2krz4dZwK7tfRcA1vr+2gUAjPdz9qXq//M/n6r+/MeokIXNtY3065fHLLhIq/MVLNJnuI7MuFAG1f9/+NcXOI84VtiUH0d70jPRThGkcvqoC2HQ1umhBIkcj3H21nEJA7m2f3zuseng9gOI75eAtd9RgSYALkCjva05hH25iKG8SgA5Ary2m22m1XQH/rq9ga2AvY4lc1ta7rDrrvvLpSPCj7pvOjHvuk87YLgOgA8FE8cAeNA/41/GLTBugXdtgZyPvB/68Y97XDu59/NWjf9zvgwFcFgUN9eCMlcVAFyO6PY6eMww77ZBTF43cx6/EeDnRqOr9o151+P5XwcUhU2z5aLYATwpYLhJ1PuOedtAPf/p5hL3nV4j6nl3AHK1mK4tpL2h8/ocx2xFEAvMdCHRYD2Nx470OZmmouQJHm715ppc8gALdMuxIy1BDUIL6E23juZaU2yju4CvXMOaNmuOHAua6oKWslt97yFLO5aUEQWAlny1Lkh1n21wW66L2XkJsMvx23UpTdYGuHeBnFg41qprcw1MgNxd0FWOOxX3DKMBWldZ2R6TZewN/xwGOLcpM7uA2n1kG7TL0VhqFwAcz842W71AooHVOR5vA7ejzt7S5rd91q5Xt97lsy6A7ILgBo43jkq5r2Ho04XG5XhfBQBHm9ULKguYHVXXh7z3fQPAOVZu5gx+6PhxmI6y4C9t+ZWRXlsNOqKDxgC4nifGAPghp++jbzMGwPc16RgA39dCj/b517xI49HK+Yg7GgPgR2zM8a7GLTBugZ+qFpj49f/j/HpyWkWtVrwGzlGXArBU3AmNJoGZfr64fF6tA+wEwm9eYfmMze/y8hzAgJyhgBYVwRm0BogCTxaxJRUYHx8BoN7uAypnsAteBBQSvAc69I6kSMAwAiVaPK+Tb3YKa2UtQifI8bi/B3DcJleXARxgwQpw6eDgkGDRSvXsEy2kgWwq0VDSbqMMNadw/1ilGoDGfGLcd6iqVWkqCNGqTBAYegQIx6//2isg9ip2zuS+ZaPDo4MAluuoZntHWFEDWBap3+HOXvXzP7ysfvDxVvX68z3KCngCDgrD5uYWsbBVITYZ758h+1SB57Pm2RmgE5XtBPmVN7aE6ARAgiUZPJqpvvz8MPIrbz4Dfi8AfVEUqxbWUntiBkUuuYKPe5kTS+XoNe00y/EO9s6rL1+jVAbELZPf08/mAaHTgOrqilyowCIBXQAvFLCq3g53hdBX1UefLKECzfxRqQozvy99QX7nTSC04MQcoKfYf+8B6D/5dJ12tcWwm6W/QwHMTcbWE5THqlVZNKAS02DYWyDj4R4AbOEECENfA8Ni9S7Ax/Y5AXxNozzUZnkb0DpFG6gcXgMAzy2qxMxt33xZW5+hGN3cAsAupXJyCpB6ACB+8/KUMZdlPTk9CvvflVXGH7ADvlO9fYNqnT5ZRCW5hkXxIZBVi23zrm5socqmWEK53W3su4H50zVcOSdAaV7cyemzsCC0blvPVHZmEM54kirHa4GhAUwffBUKe1yA5SH5fgOiRUAxc81psSwMdDX/1fUJwHQOFSzW44zPzBMtTBNsUl4WHqgcNvDo3wvmdeXV2z+vjlAS29+p9FZNQyAOFbjHmYuctCUnWPb7AmPCnMRacCOdjFzEgmWDKFOASlX1ntMq6AcA2D0HtDIvMONGwEYdVG6qQk4onIHPjJGhrlG5Qx0dR4LfVMDGR4OAposobB8hpk4CKj9V/s4LIYGaod60fSVtKkQY5wHOQumRK5cF5PPagbP9KQtAtKIv9sFFtOG2QvELvm/wzLK5CML9pGIix7GOuocH9RyvmjosHs3rrK11v/qY89x9aevuK24wOaHNf6viXyh5gDuA/WDgQ+Vs5N2qbccNahpQCWWvoJ99zbFIJRY5aOGs0hp1sHOIuYdL8MTDnHMOGKjSxlkVrYsPsgzZntpKqyDOOgHzGYtLtKn5yAWTWvbbxiW/cBDb7KoozyHnj/O05Y1grPbWdT5sg6bmq1bUWlTAAt3TyINsE+TOSnDZcWuflTCnzag9dOSJjjKrMjbAnxaZaY+egXTnQEG69SsK2FEKYAPv1sWyC7+v+d4e1v2//3tAfiTGPVaqLK8uMUfX8FtLbxXv5Dv/5GPmrule9Tf/01WOR15hzoML9hEwOkpdB1CLGUCg3hZEoLjmfI71SCXGwi8GwaNJqU+ojQZW5U0/xX5aANg6d3M1DfJYBnyv+7lu4xi3Af+F6LcD4EEQXqv6OOcaAJz9XHd//Vk9GoYgRHdFc1exO5QLOJTx7jTPpWiHQeOUwVaOkj/HCuDh9hj/NW6Bn6YWSADgxXCyevmSe1EXvbGoqigYy5xbrittHhuLyAYW+DVo5UIxx4LTAs683rhQqT13d6FaA58aKFeA80TANq8xTsR5fYvUD1o1xz0ygNO0El5byP8R196ASWkjXRZwFXWhx0p4KyDOBWEuNHOfA+VsXAtj9owUIX5HCF6mUo8dgFb1ca1gbkPBwYKl2uI4VdG1tTQ7KRbaBXaWOTrqUU/4CdNvulvkvUXC4ubeJNte56X2K/qMlhnOPZwXy3J9K9eo2Na2jXzAub+8V6pTp3ROimKrHeXgJqF9DXY8DRSGHYvQAsybehZY3hygnSO4fdhMF8KNTA2jc9GbzzG5wG2UWrI41JQxVmDqKLAbPX4LYC7luM1qOvMC5zgdSifRAcDNfrIfugHS7gKE7lz0kIBq6dM21G0ftw1xy/tl226ZbgP5DZTOhQH31asLLD1HW87snWrexJJtCD4qJ3HZQVeNXfq0OSfLPJXt3wXGo9o3z9PR23cBebe/2u2b93/1fso95eDnTUXpffl3bztWc8yHqVSzjYbb/F5r6cFBvhpC7uYAvq9Oj/V5sdC97Xy6LzdvM+DvbuMy/bWmlfq8zz1MdNr9fc73x2qTu/Yz3E7v0ucPH4Ojj/8ux7q5h580AL6vb76uHMH3Hbf5fAyAH95Wj7TlTxEIfsj9yiO16ng34xYYt8C4Bb5XLTDx9/7Hnet1wJQgq48btHktMweWAYCZakbIMXuJWnO26hNwvwA6nJ3MhXXr/JyKzjNUaFgYC2942FhBtfjiZT/yAG89nUbVSZBD5d72TrW+tR5xD3N5XpqTF9B7HQpgfk5qK0wwBlg4cQ14Rcm5t9OPQNHW1lJYI2uzuroOWEZFuw+MfPMSleQceXbnyV9MHs9Xr/YBWqhTCRBN1yvAFRVqL+sTvCrFiWkeKIE2/+L/7VVffIG9KMTjFEWngYk1YML1xFz14vOdqP8KSspTbHF/6ZcWqw3UevMEc5ZXhRIZtNBauo9lsDlAtUgWzK1tToUSsg+MPCQt7dkZikWg69ZTrZIzuCQQff1ijzZEdQvMWlhS/ThLu7If2sNcr+II97dPrtYPP1pjX0fsC2vZA44LlDHII1Sfov3naY9llMYRYArAFrECwPk5wE0Iad5WgW0VClVveeOBWRgScEm7Y4NagC/UzCpGrf/Hny1T3lQlHmMtvLuDBTMP1ltPlgPACUmNhQmtj1TeAu1PoJgffUQu33kfwFXi8gjGoUzLai7hwwNtfHmsJSgmpJtTxbtKoMXiYJ1r/CWUgkBKnMVDAWjBPK6WtfvbKpdRXpprFki8hRJb5bLlffu6n+ONwNk8x19a0dY3AzhhhUsgKaysY1zxN/t0nBjkSQDseFblitoacPX0OUG5mjD6IH8CEDPXrO2xgZ13BAxpg/29Hv1jzl2sxOeXBwGjyHMr9sMmXUtlFcAG9ObmOYcESdS3hwpbuLUIDBf8Gvg6ow09lwLm0gjTkLkLAbnwFyn2Jb9P8OQ3QduubcTgZpxocU7AETB2hgWwVuUCdwGbLtdv3wi8E+RGv7E4YFOL6UFyz2x3AXCfwWsAM9pcW14/iPv4tLhewcbdN04Y/5HnlvHvubW6gc017R4B1bB+VuXLIhCAsmNhAgCoJeMZixKEn+bC7QEtI98u84o1PEfyHDmACcZFcDUANDvkuH4mSF4F+peYUAHAFnGQ+jdK17ws/znj2HExO+Miigx+xnwQwdi06XbMLjN/9ckJ7suczGG/W0Nvj6Gy9+Cgz77SZroAVYPQgk1VvVobH7OPgP+MMxd/BLCO0VBhR3+YOWuZb2xf21lb5gC9fN5HVe1vi7RPefmZFsknddlc8DKtmwLjSJguvI3YZZyP9bdaAFjY3mMRRgnEZRDb4G0qMjL4Xefztrk5tAsezEseNpiOG4BssZSuuXhgwIDXxOBVE6vwiQBhHQHRjjus0Z0HImCdxxEgh9O6QXAV5I41ILbOB3lTnwHoyMNNo6igcq46v5yt/udfe0v+dvI+A+wXlpZxa2eBCeV0cdI5izsMrqyQu/znfjBX/dv/DrDAgLEgW7txbcmjXRLUF9gdwDoWD9QqILYRALefpYoC2G+7j1AwRVw2v9MOjEaw27mez702xtlT9u33S6CuHqjRLyMAcJMTubF/jtLf8lzdDmTeBoCbMZUDpAuBczJugq7NIBwD4Na0Mv513ALjFrinBUp41evEPs8X2yzqvOR66+KitCp2nkm3kFEwiLuDOEJ7QUtR5Pq+3ykAOO8Zbqpsvf4X2+gGJGbJ0j0kIWbcG/F95+1io2xqCcGpnw/yB7vyqQbAkXamNa+X370WF2eGAKf1fB3KWp+t6knX+6IAvbVqt9RJoOyirpif6+uCC9tKWcv1pNv8BeCWa1FbGVzAcAHGo3IGt/vA39sK4gJdS9sEnJWbxzOETivZptbN61s39UHszwViLQDctXgt4LdtFZ25mOt9Rz81Y6WdA7hc+wbg2zHlosXahSPbzoWE3mPW1+9WA7pgONq8Vh3mM1LeTA1swDukpckbPPpE6AYouwA4/64XiMU4qselC6rrYxXlc+lzz4Xy6iqAy/ttIDoKOo/a7rYxNWqMNaA7rZ0dovGY0LkPapejtEX7fBm17/Z2tymEb2vXAYhtAeD2PVEe7/0B8KjyttutAN/bgW7uoQu1HwMAu98uCB+MkxEr8brjKstVFvbdD8bKtkVh326bwWNlvZsxAB4eOWMAPNweYwA8+vrxVd8dA+Cv2oLdcfq4+/ta9jYGwF9Ls453Om6BcQuMW+D71AITf/cfvrl+8myxWllZqP7iz7cBCbOACQFYrp1cBIoIegSv3strsyrEU/G2tamV6AVQrF998MHzaJczoOYhUEuA9/FnC5FD0ef9E/K/9k/J38gf80CyPttcYoNrruBVbIld7X+ClZvQxDysAguVcFeoQtfWEihubLiKnIMAghEJohBWOToVANVn4jfkZ1VFOYd6d868Wmw6Q4RCaBtJgsnbqppYsvjibb/643+lZfJqPLiGkoCH/0nVxzta0yrHPao2sJ/+t/7qFgqy0+oHP7cEvM5Ijlape3sooQkQmaf3in9aE6t6FixdCPf2sbPFsneK3LsLwByVsQJD4cgl7SRbnWM/qidVXZ+g+D3GUvr4pEd7LlEPLYyBGZTftfYvXhyyHUAbO2itgFUunwKEhCebW4vVMgpMH7zMLWvsQOvsmdoaWVC3jTrW/lpAsb0K3FbtZ4hJBz2BjCDuNRD9FBC9bK5mcvFuocIVBqiO3X5zHIsCBASb2ElrUaxF9xLw3YDX4f41/YqaecmAwHlAefvNmIb3JDvkvSWlKOMhlX0qWmcA8svkPJ7kjVPsgndQ5m5urlBnxhKDwPiL+T0jnzQLB0jrCcjCspyIgyrfFSAvDtahhhTi7u2bnzbLtLElYLa3zPGretQ8t9iRH/UZd4BVc7+6wGFqLuyYBcBX10BG8ghPMMaef0jHmJvXHL8MsD72z+bAjjzEgL4zAkkCZoNkhwfKd1kwEXlBM6B5gnVysQx89mw5tp8C0NqfPvC/+Hw/ciZrq2zwMsJVADBzwp1Sd60BMyVqBiiP+nj81gqASYJUS/TR6npan+/uYK+oah9ltUFFVdEb9JFWxYTpYsHG68h5jTUwZXYRwyLjSKjuy+CX55Zl2MfK2+CgdVlAye/7zgWvsKI2wGDe57Bq1sKZ/rxm7IeilZzM2h77cvz1APXmWRUMGkS1nQXMBmMXFqcoP4s5aoXnKeVTm2m+bOcIlbWhdnBfQFStFj1H5xZRALFwIHMca5N+FtbezjGqjS3nPGUuMLXAUMG5EHhhYYVypSLHhRrOMSpXBbAbzGcZyHQ+AMZnTSJHoX8U0Ol3HAclMJzznvl0AdvYoy+wIEO1rvlzhcvzKJgF16GaN3c647CtaDG2aZmtozBUlbxodBGh/SDWJ0xnoUBRoGaO4xnmERXhQnrPO8/ppLklj60BSvve9hJKNwDYcSDQbfrL31IFTgCcQLg2yieR813lk3DbvNCATXO9O+wExjUndBwL+wcpfC2FAU02CuhLP8/GIowEwM65zvEuALKMjnnbNGzLI1BrH9Ne5hesg4qWb4b55Df+0VH1dm+i6mm1LsSlXVew4BeI9w7ZH3P4xflu9au/ulD94i8uqzeL9nD/BUwbvHKxQizSqPvWereVKrEIqn6Yaltahs2lyxSEti1wW5TroeaKvIfmQ2/UvzeDfp6bBcLmIpaYrWwfg+r0hQqxmAHiWAkpoj1HAOAcu+YAz/2U46UyJNXl7ffz9+z/8rpNSZBfLAC4tf09ccKxAni4fcd/jVvgp6kF2gDYe/YXX56y0Mf7tVzgYxoDF0GlGjTnrwRKTsrOgY0DSwEOgtVwsXFeK2pZLlxaQ2de+syPnjA0J7gCQtuQ0vf17khAWIPZeuGO90PO+adxT+WCKMFhKmCLAjh+97I+ALR5PfAVi7EEoSp5/VeDPXPQW8YGkNajga+5KK39ivrVKuAExI1FctnuLsDo99v5kQsALspf6xRpApiki/K6qCa7ALlAO3+2Aby38dFvOsZEHfNetcDf9vUl+sQton/rtiqwtT5wV8HYBsHZD2XcjF4BlYvPGiWkMLcpyzAAbr+ffem9fO3wwX7abdtt50H7m6Kie9HsnOC37WcAS+sxPrifiP7IPNnta7i7LfcB5RCCJO/xc3Fdcy/Rvmfy86a8oxVzw9C1U4ERf7YBcBf+3vXtbn2627bvv3Jh4nA/NxbOBVTWiyTqujcAdsQCtsHBmva4DZh2lb5lu1EwvQ20BwC6Yy1fDt0Fvfe3xy0r/e7votiiW79wK+rY1ZdxlT9Lu+YBigPDqMMN7kl9buzcB7ahcLGYbu+jlOFeJfA9FtCDfRooaG1b7o9vO28f2HytzXKh0kNfX1kB3HE2uO24tymAyxKRXFZ9++vx2uehLTN6u9vLcVv5R89j716K+xc63Nl+t5zn716Or+cbYwD8uO3afV5+3L1/DXv7nsPgb8v89TX03HiX4xYYt8C4Bb7WFpj4+/9oDwAMSFqZrX70oz1AIjkTl+YCBMSDPYqqY6CMSlyVeYcHwFfgqPa8W08ItvD+Lpa+Bkx89Q5QEQPS5sjpqYI0VHbeOrPD09Me1rNApcUFAvXk2DxUNQmkVKlIMMLcqsKVBayNF4BUfSyUD/axLeUzy7WButYyuU+VeLs75iHGAhW4urd7Xu1EDldW7ANGJs1dSNkEruasvbwkBzHARxvXM+xzd3tH1auXqi7ncckFdJjDFrvnGRTApycCV747fVD9lV9YqH7486uozM6qVVRlZ6feWmuxOx0w/ISoltBnCpCpXFGwK1ZV5XAAED3meAaJLlGBmuf1+YfkHY52BVi/xsIYeLWymrnESBUMZLWdzqsnTyarpx+STxmGFJAGMN4Dwk5pSwrk6aNMVu67/wbbW5TB88DiDz5JZaT5aPvAwo0tFKkSuQjcY6+MYvrw4DhyqpqTdJpgyjn7Fbot0ufCmT72tGeA1AiOTJ1giavSVVCRKuI+OXUFjLPY2lrT4+PjsDY21615m0OgCDS9ujqmvVGhsk+VnMKR3Z0j+mGeXLaLqKKVXlB27JkXAclHLCI47qNC7wPiyBVtW51doPAjD/A8CnODb+YZ3tuxLsAo3nv+gcp1j6dq9SxUyBcoBFVJCp7Xsd5eVkUpfN5O5aa/zwMft55YX1ScPCka0DPuYz7b7e1dgBLQiDb/4GMBsAEGl7dPhpWyFubW22CRlsFr5OVdWRG0JkD3ZT7YecbvKduqNPaVyIjFAuAoVYf298sX20DypQDABhwiYBkPskmkcAVnMcU16l2ArOoE9xWqBpTBLBwQYKaCUTUqASNA39s3LJ4QHqMyNk+1uYotvwsAdoDEF0Aw83ML3ZaB4K9e7QbQdv8b9Aupcxk/qnPMw1zDJkEf/3b3jzkG59zcQloVh5Lf80wdp0A17Ygdg6dYjpsz2oDuHH2ldfIi56V27ULRVHhOVM+faa2ouhVrSCp2cNADajNvqIDg/XPOhWsU7Gtr+XfFwhKDxu7fhSmxroMDrmP3TRrvUJGqEElbaSF5wuAEwsBCrJO1Q/cVbUbw2QUtlnOTXORh22xQWWWO5SIALFj0OS/7KPMzG8QNhXDy1qwzCw+8IXVxgHPmCWNyMkAt+cKdKsPOMs8toaywN2ySo2KAfyCxc+sFeRLNxW7ZHaMewO1PtTCOYB/AlI4V4F4JaAHAwmhztVuWXAyRAdkJOs46TrCIQhX5VA1ktVAXgNb8MZX37PuY/j2rcxFbbseBZU/gHUb6ERQP+2vaT5F2KuuzPxwX/u1Pt72oA/Xux7URkRKbV7GMnozIkXmDXVChghgLZ77r4g7Pp4GaOYcx/Xtd/T+/f1z9yZ+yIEIAbK5qF/bQ15s4TAh/I3XA5UH1N/6jzeoHf0kbZ2GsuZltk1yQYvmdV1ux0Wifdiw3wECcWwmx26/6VB96LxS/7MAFAzHeaICiaHLDtpVlGZMlZtUOLJYcwAbMS9CpC4ALeG8H3u4CwO2CDgekh+sVZa4boQkK19t0AHAqpEYEWofyF94ViB0+9vivcQuMW+D71QLt8KozwY9IfXLK/aVuDenCgHOOC45qy/qy4MVrpNdd7/Wc+NtzUlwDC0D0WhIWyFw/Iyev9wn+neC1OEgkcHCRTbZvgGDmL6+HsTimVuCG0ldS7daCSoFwuFL47JH2yL4KGCkAOOb5uEdwkaoLQr3G1SkR6otHLPDh95JHPu2NU90s7Aub6Nry2c9KHuAoS6QauF0BnCk7srXb9s1tqNxVMpc6NuCxXtBUl9f6FnDevma4n/IqADghdwKSNuAdAsDe6NWvhwBg69xWBMd3vK+LxQINjGlDNNu8vBLMt/6O/qStXXlWl3OwbT2euqDvvgBjUQB3r5mjlK95zEZh2T5WezxHig7Kfj5wQxlUqS53Az8KAM4xcnPhV4zVDgBu1+nmtf5h1+sCgEs7Dtel6RvP7/ZrFNAun7f3ORhHNckr4LQpb57IXYv4hwDgsB1vjfHuWPDvUQC4DXrb4ybL0Yz97vfb9f8mAPAoyNsdx6POn+FRVsbY7YDsPgVwuTcdA+Dhlo3xcQeYrWfx+NKohZ4FLue4zX1316B8twHwQ6DsGADfHFUjxtl7Ecv2QodR14P7Pm+X4+5FE/ddXx9Sx29ym/dqzm+ygDEpPHyhyjddtMc+3ndt/Dx2/cf7G7fAuAXGLfC+LTDxG797dB2wB8WVcERlbxJbgvo8KF8SlBc2ziGlDBvR4zAnrj77S6sAG6x0L+arM/PeltXHEIF+rxfKLa2bj1Fr+t1L1HdXk71qaX4NZgyoO9HGGUtgVIKqLlXpqjBTATwPhFokl+XbV8CZQ0HnBVB6snr2DFmoRTP/JmBOaKAiVstaFav7u5fVeSy9V0Wp/TTHQZnmBXER6DcPTNT+ax9QfEVdv/gCUIMSYYeEw4KtjY0VfgIxgW4Tqg8n96tf/Q+2UP7OU08CLObfBMJFbkpyWNoer17uRxBneWUxVHzX1waL+L6qSI6haOCQ9jNAtQQ0XqIc1SQqiFPKh52zOXvN2yloOtjrc/xFmv6s+jnUxpNA5WvKJxyaAuAKlK8mAbjUIxUTWOhS52PA0Dq20aqMfRnc6vV2AXIAHICjyPASqCQ8PcT+Vqg0T+5YrZtPqZNKVdt3DfD69nUvoOWCNsioYDdRRQo0BbwC1jPyRBuoMmBl7tdc+Y8iV4h6Ze5cLbqFY1rmoea86keu2XnabB+V7ezEfDUH2JqZ1kab/aGoNnfvARbKFTl5J2gzIdE0+aAX2M85qkoVH4cmbtW+9WKZPM3a51pTIZNQFYgIIDtEfXx1gYWvytsAj0BHLLa12j4WXPNcsQJIrCYBpAGgHSdVqIUNDLoA4exkPvrf/548r88HjqSN9s5bczwbfDQfM1Aa8KY9+iag2bJuv6UtgWfrtLvwUQjsgoN9+lUV6CrtEAsY6FKhu/B8fWMtxuQVwE57auNX5pMWrPmM6PC137WMjjYOrKZynn8ovk3RPMGCCN896ZGnlgUYF6wu8Byax3J8jnGaqgj7WyW8cNZAo99Q7csKA1pQSKuVcFFpllvIAFWdZy2nB8UqKtj3WaARi0OYL1xr4BjX7lil6jaKfPvGecBzQ1Vsv++YQN3J+SUoXaYettUp4FP1+AxwWdAYMcbkmfGyHPZf5trDBvwwx2lFvzj3qIg1QBhWzIxrAblOAcs4DMT365W6BhS1e081JGOPPjw6ADzynjlpLZv29CqCfTmGI3eyOW/5igpV8/ot45iQweTWzbaHrAt85EIKgTBfWllBUR7v+2Cb+YHNBay7weB9xmIEk2PpfC6mCSWzEYBagZ8CIeziObdiXQfj8ApoORN5iA2OqkYxry+W7M7Jtn4EBT14qqYMbFl+1b1huR8B9sxVfcIcaMBYaJs26uR4Z0wE9PY49EvAepKMm5fZwpWkUrwAACAASURBVBcLSOskoLa+Ra0U7ee+mDu9xsyRR7komnN7rcyb/o3AOH8uCNbrXNKDB65BoOO6+uM/Oa1+55/2q+WNDfaP0rp3GAsQVtbJ6R61YQHI1Gz17//1BdITsOAhyp15z+ujNYsCvDzU+7ZMbhc9VQeSpyigixdGBVpsl0HQm+9Y+lCmsb927rEM6ueR/U77IbIEaopiu5TQdSAleF/gr5+V62xjAtkEfyJgXyvoLMMgQMcBS3C1BP4E7918iQU4pJIrLfLLMUuZY3jW0abYZ50LODe8+eA5fkArPTr+OW6Bn74WKFNufTtTvd45YaGd15uEoS6sM/VF2NpyLQpY5XWNuUVXCF8F7hYo2s5FG+rVGnyVlAEuNvQ66U/vHb03cB7yuhfTVK3a9F7AhY3FQtqUJHEM5v6iaFWxW+bAWJhDufLzVH56aJ8HYu6sAXFYP/O7C3icj31ZF9/3vqjMn94rW5YCgMs+8n5GUFm7s7D/sGL22lGD4FKmst1gXq+vvwVWta8hBdxm2Rq1cdm2WDu3Qdcg1249dItVts84vqZaF7NUOxflbKMCzrI216mAyvX+yn7aDhsF9JZyFAjcVlrnPW2qt9vXmIDu9fUp+6GBfeXs60Lepn+bG902ILvtrC33XH5eFiWUbW+77nUVj201ZrnOFwvt23K0tvdRAPAQkK3VwIN61gC4rRK+q05+NmpdV/s7kSWiQ508F9r3Gdl/DwPK3b4pfVLGR9nPTWCdI6lrvdwtWy7gyHOxC5rLsdr16+bubZTHudVdwL9dnvY+i2tB+3jd49zsl7th2G1Q+mb9sx9uB79lYcIwyB5llz00DloLGu56/7Zx/94K4I5CdvgRdXjRx21j/e737xq3XAPuGdbvo0Aetc82AB7+POs4mBOLdUNdqXJf/pNSAN/XPt22z/n/rrE+3MOPx7geAptvHynf3hzA9TKCWy2Y7gO7pc7t7UaBxfvm9zEAfr/55z2+9XgnxXsc/CfzlXF84SfT7uOjjltg3ALf/RaY+B/+yeG1OQpViPozn+kSlh0cHAZiM8AhDDA/8CUPdMvkK33+IaANhZsOsqoAy83o0oo7SMszgx79I9R6QLNFoNDEdK9ansdy2UAPMZq/+BGKRAJBQoglctMKjjaAaSrltGHee1vsii5C5fsMpbK5gH2QMzA/h5L1VHvZsMpln+xLFaG8Qzizxz52d4JmUweUiwCxyWmsna9RwwHb/uhf9qttVJ9Hx4BpQKHlFkpUV/PVjHGoiYPq7/zXP0u5TFKKAhWgvABZMy51hBrXep9z3MPDI3Ikr0aOX5f+ey8rAFDxZVmiRdifD/SXJssM2ANAMY+rOcvY4PUrQAb2z2GvNqX1skAWII6yTkA2CVzdAeDuk1j4w58RkgHIX6O2RpVp3lLz3c6jsCTslUGlyM8rRcAWefcogF3FPi5OFutcTQZhKAegVSWjoFRgdARwD0vcGQGPikEUzpRDxaMAWPtaAyyRu7TO06kiW0XiAe2jim8OoC1YPYXsLqOO1aZ4Qpvk/fPqKTDw0goTGLM9ri5mqzdfYk1Nf1B74JOyvzNy2JJnGHZ3hJo5bE1rhYU2f8srwr7o1oB8tuMR7XCJEvWSMaCddowHFhbkamjzSgOeGcOz89BmXr1eSEerNWD0JvlycyU/8As19fYbrIsBf8+w4Z4lb6/tcELf7G6zwAC4Nkn+XIGpOZsDss2ehC3yyy+Amx7L/mW8aU0dD/ioEvvHfVTHWJmT63lv7xBFq1BQZacqauy/WQjhd83nrHI7YpUcmu6nXRt1h5a62o1zeCy/BfrasfOifWVWKq5VVwtzAyj6UMV+e0fHvLcYqsrIIxuAKJWa2kWnotaFFdh/M5biuYFterS/+1ddOs/5Vp9egRS1ctzHblzFugGaGPf0u7lThd/b2z1+XwxlcI8c0oJuz4n4TxDpxvSRCviA0aj4K88L+tv3AhYmp43yBKAzDsrPHosqfI/wLnsDUkaQC4cCwPCaCnMBqXl9gXe+hHCZ4zVzzbqIweCSNtLXqMZVIT3FCp9uCjV4jE2HKWVxbnBRhYHLAJnUTVVs92URDPpaP62uT/Gjtw/M9VuUrC6wUS3bx+nAXOe+tM+eBY7aHPHgznHN/V1yEPuuID0UMZx7Ll6w7jnn5UKYCL7FPKMVM+MJsG3r+EHMQ3UgTstzjzPNeJ82H3o8VzPvU/ZjzvszJgpbUneAGEN89Qjrc4/jfJtqX3KEMwkaMJ52DBkYD6jNnFhUSLFyQBeBfHB3Plbh3Iaf57RRWiXbp0lGy7gdtG3uZvCyGruHVfWb/xt5qqdYmBOLbbAiZ2zN6PfuXHF9ykKjy+pXfmWdBRD+To55zwRzDRfprMPKBos+zlGdAcz8l/MHbcR7JT9zUfgnEM8AeoEPoTrzKBa2DkpHIL8uvPtKC8+sygAC2LdxjRgORGgdfcHqoZLjsNg/l4boAuCyv2L1bACmBAdHKX5GAWD30SioGvjrMbsAeBAAHQmA2wG4dklvnjPjd8YtMG6B728LdAGw15KXr7z/wPXEa0MNgFO1ms8OzobOk4LbM66hZeFSWhbznjlcmbPTmSFVnWUu9lrkNThhazpmDOZMJnNdK3LztD72pkkA7PWhKGTbANjrX4Dh2rrCxWNtAOw9RAHAOU+6n0xbECkB+M97rPI8NFSeFgAuoNgrfVG4Ws/Yn+kRIl9C1qQA7ASGaTNdfo8cwy2FbBsAD1TFwlMX79TfL++Xa1n7ulG2KbmASx3tp2j7uDdryuF1M683DQAelC+28/5KN5zyKoHqvMj7bFH6tWzRhr0F+g47azRwoA2Asx9GeXXknmO/9QU5x1GOiVjkVD+vle3aZ2i5nua2WRPvE5u2cRwMA4v290f93rbELQA4j30TULwrAB5V9tvKU+rW5rYjgWncJzW9mHUvCnXjB9mfzTaj26N7b9IG6Tn28hhfHQDXC2Fb/X1Xu3SBstt2VcHt73eB8Ciw+3UC4GIpX8bguwDgfEZuzonhcXzfyC3fGx6n3VzCYwB8fzsWaBqLN4dPrZhn258XWFoWzihYGBrP9X35dxIAt22/B6B/DIDvH0HtLb4KAPa73fm6BNw8xm2fj7yy3Vns7xrAa8ci3q0/voGtB5NGey5+t/uQb6CUj3qI79r4edTKj3c2boFxC4xb4Cu0wMR//7/uX/ug7IVtAUD2+vVBqBVVQ64CqVRuCie0GT3mvcxZOseDL39DS3qoLVdIPivYMsC9jDIzgCVRFlVwrz7HNvZ8GhXcdFj2zhpR51jmlH39SgXxbGx/PXUaCrwPPzWfJ/s+mq4+/xE0JkIFKFGBOqvYvJrTVrvmycnMTyrjEN5cGHgABLn9BABxhvK8JtB03hcSH6PUpH7mHJ1VvblI7siJ6g/++WH1+QtXcwL0yCO8um6+W0DmWwIvBJFWls+rv/Eff4jal4AVYHGPHLo2lCAkI+IEmVQyUETSCqP8BPzkJgmtysNrrTqMgJABLyCqqt/VNRSuQZmmqlcvzCFLPwh5JlTYqeK8Bl6QCxi75UkA/YsfkwOUOMPqE+HEVbW/japPL2yAI4JdANZKwCQflrWBDRhKwC3UuijlMshG32G/FxCKHKXPPqZ/gWQXgOJTVKkCB9WBKuG04332ZI1ja7GKTTP5NVUMC0Stou09D1zx2NrCbu+iagX0TTNekC4H5FxaNgMnfUuwrkdZ1oBhwiCDdEeHJ0DFReyZAdTnrmUXtMmqLqqPPhZyY928AyHlZnSadllfTzXia6yzr6n3xiZW4aiho8/Ix1xhc+u25iX2xkDFt2B6hmPvojbXCncSuG7JVURbVwOCiE5pN9tQZfUsAJiFDhTkyTNzOru5SmUXFKiABiihVldhrpraoKGLHhz7X/wYdXaA84v43gRK7xgDAGCPubisCjJVLcHFaEQ50skxSlRs0z231siHLaxTYbK+kXbFR8DOC/pvjoZWoSqom6eNV9aBfYLpnT4Kd6yoyfms3baBhrAXRtWpFboLK3ZQ4y5iva71t5/1ycldgi0ry5lD94i83MLildXM8ypPe/HFQezPdt7Y0Oo8x7b94AIQAWrYDdNvmcP2nOPNRx5x6+OznFD7LVA9Khz22IDkgGgowlXT0p62t/bytpWKHx0A/J7Pf54vHrd35HmxRB/Ql3xXZfoyNsUJSOkf1MyOfa3ej/GDdhGE1uZG9CybwNG5IgKQ7NjzyuOq6vbnBjbzLlwQypsC3HFqsNhxGIAUhasBXYGgAeYz6j2LwtoFExGEphHdt+16jne7dQz1J2VzwUBY3XN+2n7R55FP3H+0Ce1reYpF5SFq+YCTsQlLI8JyOmFrAEOiAaqXcUwO2F4U0wZ+fN+cyvbhpLl8a/BqeacNTKpgp56pIrY8CXr7AYAzkGn9QrHL75Gb15U+VijAd4SpYz6JgLr15msuCsnAUz4gho0ndfL7wtUI7LomJWy6a+tLg++RXsB2nR2AdfvbfggFj3UWgTNW3HOPtAS//ds9zoMlFPICYOc3FkBQOB0rzvu96hd/YaL6K38ZAAzkXqCyFutMgG+Qt5ZpRz5lLaFrElzyRyb8N3BPIekA28Jfw148erNR/ATkpV6OnzNz9nlBcvENx3Pu8fMYE+wv/y6LgbKdNai+8RCjAs5REfkI6wc4yjnFuT0AsfUzXvm7E4vNHMI3ArQNSXe2bQLZTbB28J068NJ94C1x7RFx6ZtRK0fKt/qJObpg/Bq3wLgFvqYWaANgD3HCPcGPfnTIfV4uKhQUhWuHWtyAs86Rmds3Fmt5w+s8FoBOuDrLdcFFgaZzKDnldbfI7csrFyWlI0KhG86fqdhNha7XMa9wOk90baULHBTwCXgjxUltc5xq3HrFVR2sFvCmjbXXqdxWAC38DbhYctf6LMCFuShp415a0OV1Jf6Xc7HlbvIf13bQNbSN60+xOi7fj+tQptJpv0oO4AJ12yrjUoau8jcWAlH+Ru0rVG8UwwmKs9yxBLIGwCXvsscvC5eaXLbZDulcVEPTwb2Ca6ZKvV0Em+3YfhUIXBaYtT/L59cEfO8KgN1PG4ZHD1i9DhDLOjVlGnynBsCjlJVtK95S3vvAXELPJk/rKJDczuvoHVG2TQfA1SsOS7uU8t91T9CuoxBq0E+1c0z78zagGpwrNQBOmF7ukxKyF4B73/1AGzbntsMzyKh29lAlx3YXxHantbvav5StzB1lbLTrPQoCt8vcBcf3KYnvUwCXGMJ903O2b3NPd9/25fObOX9z4N/sp5sLEXK7nHO7CxVuA77d495bzttyAN+jAB6Mz2LJdP+BmpM+W+COb3y9CuDHAMA+V/jiynZnze87H+9ttls2GCuA37flHut7XwUAjypDHdS8tXi3nS+dlQyd739d4++xWrG7n2/14+xYAfx1dft4v+MWGLfAuAW+dy0w8Tt/eHEtvHj9+i1wbhNF3z4wYo7g81nAvTkergOMRS5JrIWPhLfk6UVtegoMgzMCcX0AJ9iC8uqKoLU5ZjOvKVAR3rbz9gR4hCX0MwBuDb76gKvXLw+wGF0ORecxQEdQtYBF8uQ08CRyrqrS8wuAnnifB42z2epLbJf72MjNA8SmUWiG9bKKgLA1JYCALe+U9tBAlmtUulqxyuVwueal0ngOoFZVf/B7h9W//iPqgjXv2iZQakJYzXYohJeBEVubZ9XP/9AvatE7W+2+xup45ghbZLx3I9AyWX2JelU7u8WlWeAd8JG2ycCSUDAfpAxqXRJAOQUAn/TNXyoUA9iS41fVaiocfYqdoE0oGBbQK6uAC2xsp4CaAh4Vhduvz6gX+WbNncv+hFhnJA72GHP0karZUD6jpDw8IEimfbSBspnL6tPPVnO1Ot/1exfYIqvYW1xPRXQP9a6AdhOF7soq9nNU4+3bg2rDfKy0/ySN1xcQDoJuzUN+KIV5/0ty1aoknSN/5xywI5WTKiH6gDUAcK9fffAcm1b6VOD7xeevq48+WQ1QZVkFwG9eqw5RmXiJqnYFqMeA0047AiNCFcp6hJp2c7Za2RTISOewwBVAxap9oKiwipfjSQhoP52fTjLGsYq14znS+sYqgB9wjKpZEORignna20CdOUQN+s2RV9l9aMVtfmPbyO8KQ42/CZ1XsAJeXAa4Ac+OcKk+dUEEFtDLwF631QJ8963KUcDkE1WIAkGVqlijo7DUOtpg3xX9MQuoEzjtA9KF9uubiyzKoI8FqTHcUGhj8byL7fIS31tHJa5q5uUX+5SJXNKMv8gzdzlDbt9eLCywVR0bq6h8fUXeU5pECNzDnt1xZE7fC8aX6lnbannZHMjC0ynU2YcBd6c5cZ88XQIa5o2+UG9//yCgquehgNMxoJ24z84ZlEu1qrbSjguDvRcc1wUl9qVjWuA6Bci1l3osMAgLZvrS45gDV0WqttHLS0sxflQU2x5XkM8NbM/Ne+wB9/e0lhaGer6EMV4sKNFdQHXPOf2jUtl4sLBuhvPIeUPQqA25cHltY4H9ArQJCLvIxVMyVNTJAUPRq3o64DHzQxjgMpaF4AZy7GOhdcbeCtjj2Iwv6+ACmxhPbBeWywGBVU+bqzeP6XiwHqkmDuOBGAsqjrX09rxwbhSOCpCvaItcVOA5w/mMG0ACVfsomiYDy5RJ9bog11Xh5oa2fSL4G/lxqYdwPFSsqdadB1j7e8C+Oo4QitsIWNdxdc63zGmYgfUIaMWDiF/Mr2lf7u+5ACXrE4G4UObnfORnqrWLRbTjMxVcmQfXcnruT5higHL+37/X43zmb1TA5gC2T3dRTesCgR989Z//ZyvVpx8vgYStayocjmtL0KJ0CqvQOpBkeRyzxcawBJqLlbPzc+RoFHors7eGESTNnwmAnY+4FqE89ywvwNfFOO4/IUB8tTCJoRxfg+Al5/RFWIomSA9bTX6GLXk55ggAPIDDNoHNG/+KJWeWs7wyQ3O+2kHiQRlurACvty3lHxVXGltANw08/m3cAuMW6OAbrkFM53/+Z3v8nOe+1Bt67g3MOc9PLZoz728DjAYQqrZf8O8zwWosPvL6ndeOBJvp8JEQLSe7Mkd7Hcnc9DnvNfN7wsZwcGhB16LE9XqkU4nXo6KCDevmWjXn/UKCYZ47TEMRC4yAxmxjOcNmOpTKLuLM44RCWXUqn/l999sOhLYX5vjdAMs1lPQ6kxffGtLUgKRc09pK3ahn3W4F5g7Acz02S/sWKO3beZ1uFiZlTuVGSRvtzaIr7328znnP2d4m+yDr68vrffZFDcMHfeNC07YVtfc9eR3uvtrgLgF1s0gg7zsSLBcA7LFDYV4D0va1rr3vAi/LdbAsLChjqAsM29fL2KYFgMvxG+DvQoPmQtk+Vrs8CXAbO+v29bio29tlbgNgbnhuwN8oYwsA+3epRwHF3c9vlMd73hr8lp+l7vGzFdcfBYC7bXxTUXaji+ON2wBwOgwNp7IYANtHBsDt9uqOm+8qAL4PjJf+uX27u0FitzfHADhb5F0A12MqgMcAePT8cvPddxvXN8b5gxcYPLQ8j7XdGAA/Vku29zMGwF9Hq77/Pt9lfn3/o4y/OW6BcQuMW+D71wIT/9cfX+I2OYFCsB8gw+BGKGtRMapSncAeVTDmhe/0eAKl6mFY6S4BPAV18rT9ba1/UXdualc2G/alaRl9jPoK2Hp5Un3y6Ubsw0CG4OdcqFVHZ1SfCnQur4GrAMjMT5rAYtYAf+TsAgob9bhcxPr4CPWowftp1IMq/Hjw50Fb1fIm0HBpBQviNrjR5hVosrNzGLl714B/O4DFicn56rd/6w2B9VWgMdCbumAmGpah86iSP/3kqvrwY1bzE7U6woZXaPoEiJ0qSsHFRPXm1THw6DwUmNova9Vm/twAZZTLG/GMAVgHIagQ6qp6+hwL4KkztqUd/bkwG4rSL18YaLmqtp4KNpIzz6NOvgBgHZJPViXvyobQRroyDyTvh+LPANoCashrvLX3eQ+EE+/5QGfO0CfYHAudJQ6WJy3nVNeZg/ci8rKpQNbedp08ub5PeCatWaMkWO8BrrVknjOfcoyROgrAODDgtbvbZ8yYGzUf1B1Px6i1Z2lbc4la37kF4YhW1NJaxgtja28XQM+4Ufm8i/qapNT03wTQchnoreJYYJQUKld6X9Mv9DOQ9dpcbDw5pVhO+2hzlCal8FhpAUf+ZHLPHR2Y7xZr7TW+ay5mXjvAcuHXOm2K2DqadQ8Aa05srZxXNzIgmcfVtlglqQpZVJTzBvocx/YxAA0lqW3tGC85owR9L34E/AOGr22xCIAc2gIhYeQpCxNWAXbrWyrPXVghrAQ6A/TifKNfBUpaYbtPgZ9Qb28XpXGoaIWGqj5QF9O+AfpoY7fb3UYVf8p+aBMXcGxQDxdQFIGIgFF1zQkAch54e3BwGnUzZ7HBtCXKtYbi2j61Dr42UcgKTFX27qMOt0nOoZSLjLsllbb1eA1gan8EQGURB200BcS3531dGKgNQGoU0zZPIBj22fTV7rZuALgGsBBBdbGW2ebRtc2mp8knzqKOyyvabo1zh/7fo4wX2tBHEHkq7Mzdp30xzXkouOujTM9V8qE1igUX1qUomp2PnPcMFDvWtFMvwWPLHDlkI8DIWY7a3XzKQlLbwPa2bNqFa6c9uCmlfral7XXI2DPY634F/waLhbt9nBBCAcU5tLg0T1tm8DMs4/nXZ0ydsW/LaT86r7j92YmqU47PPmyrCpW+C0fMTWxgNhTLAObLAIA5fp3bE3oabExFqoHoc6Fw5HHOQK6JpecFwOw3FqZ4mufpGi9VwgYmYz7nM1XVAXBV/vvifWOvp8zzRRHtIg6P6fcyyOf3DOSn4sV+m2FujvHB2LEcqtkvKXcE0hnrqtmvWNRwTtv/6C9Oqj/5E5TstL3fs347WN3PzeAUsXJQ/a3/4pNqCcDtLqMKlNNzNl684XFNH1A4aAEEKvuzv2sL6JaqrNh3RoC6noLdVlMLLbcdXwVy2zDRPhG0tD7mma5VU3ESNjS2yXGYxfOVFpQ5v5achi6qGQiC66m3nSMsmr4FaLt5hbsPr6PUvPUh49oe+7vtifeu3H6PuBJ5/IDXjInxb+MW+K61QAmv1tNSXD9fvWaBYs9FbaZjMC1KMy+68C7mv9bClfL3FffcYcFcq1N9bpmJ/OyNvWsBd87vCWtyomzDt4Sutf2v98fc/3j9c8FROf4gx61qVJcYxTUon1lSMVsDR68Twkgm7FjwUz93DObxTj28F/Eebw6LmFQJs7i0BQmH867XymFBa51Kwep026Y7JnwGif3EwqS8xsXiI6+zsQK3XhzkNUaNmAC7tpGOhUo1PEzQnW3bBsnleHGNrq/dscirtahostWPXQgd1xXKFGrgOH5DE/P4qYi2zG0AW8olrG5/pwuAS/luy89Yrik5JjKlzZCqtl5AMLxds5AqrskurNVu2zLGtbpW4tb9XSBwtHX9eRmHQ/1VX2dHAeBmIUC6qbRfltljxvPlCDuOAuCKXfhgPLaUwm0I3K7rqHK2FyWMmoOGwWEuXBv1ao7TWGZ3IXx+7+7vl32nbXzzvHU/6BwuVVH7dq2nu+B/AJtbwKdr6Xyb7XP7iPcpfm+22ej7sNtyK2c5h6HWbYsY7mrnphzvB8je1QJ95GC5682y8GUwdeRij+aV4+d2BfXw+TR8qNbqhsEHzbVk6Dzs7Oabvl/t3v/faLLbFNT1ht90eW/r0uFytBbNtJ6/Rs4no7rqnQbT+43vcohvbw7g+ux+L2JZYn63NeRDGr2cGHdv+20Zf+80ZFobv1fzvu/BHvq9R3z+fughf1LbfdfHz0+q3cbHHbfAuAXGLVAD4Mnqxef7Ya1q1HoRBafQN+AkYEsrYh8iVDjuYcmrMnhxyQAD8AIYIGzSmm3jiWBDVexeKICNfF9dIFXjLnV9fSke6p2whcXTU+E/GsEf83qpHJxbVF2pLS+QQJxKeU5UnRowQTlnUHpuZj4B1w45IAGWCVrTYvMEC+MrgPWnny1xfL42KdybZnvAW++qekvyyKWVJUD1ArCgRwBqpvrTf6NCFXUvUG0HcA1fqp6Tz3eJIP9nn5KbmLp7D61a1uD46sYl1sOoYiPAhEr29SUqSfalChbVpC/zBGuvKmCdBFIn+GUbHteFmvvmVlYlxj5UI09Oabe9il32ERAw1Xyb5Iv1pwEj239Z4B7QSgUEsmoKMzWtShFgtnMQqmIhpEGJFfLu9giwZS7TVFzOkOtXkKjNrP1WFBCu1D/to4A8tOwG3y7pf+DrmjmBhUqBPQMCnp8CvFHRzlLmDRS47WXgwsPdPWG0OYuFW6qUM7/nzPQiwR5svJ+mQtJ2mKwt9FgjkH1pQKPC4pexp4K2Ry7iVaCfdVDRfIxFsnmqp7QXx6752fNsYwGwQFQAt0we6TkhOJDI45qDV96FIBCwvhuAxvbeAmTuswBANnwCLL66BD7BLz/8mLYHmB6Q1/bEfqDvPvzM0WeArMCiuapPW/nwv4Jd88xc2sjiOByWyBuU3TYzpmVcxvPlENXuNCrsdQCwwE3b86N9x9QV4wHr8C2VMDUAtoxA3VgoQVsKMV0QodXzHgstThgP5nw12GjwzDzAKpLhnXEenF9ow20+acFn6heFjusAYHNXFwVimfpsJ+2OVYxPA9bMn5yKX1XSqvj5DLWy59bGxloEcA/IeR0K2AhCOQ7JGwwAdgSpMC4xiLLgw4dw0a6fuyAgVzpnoLGoRmNxB/8TxGoP72fmDlY5vIsrgYsm0lWA9mWcX7BgRECtpHd354hxok2jlt+ZOzjyWwf8nqF+J3wOmGXclaBNBBojsGpA13knLaeNl3Yf9Vvil4SJlj4CmFlX8wab01fFstbfkfMvnis9FzJA2KdPXKDiOT8NlVzGdttXKHmjzVVik/s5kj/n3OK+Bf5p150g3/PjRanPFQAAIABJREFUnEHtIodQzbsQAVgbtvvT5qbGip8GcLjqsiAA9pyOIGycy0ElI9euYyiUqwEvheHmOhQAU0b6bIZgccSR3QVvlxXqKoWdsy2jYRYXERhAU4kstPU7ucgBZVf0fOYIju0jR6HqWIPqjcK6jEvLfcr+vU7EeUBfei6povZa4ZxyQT/3Tqeq3/2dIwC5kD8VNNvM6Qtzy9Unn1xU/8nfXI/04E53GQArgWy2pRwGn92XIKDYalvuEmSOPI8GeWtQW+Cv5dIy332kSpsc9CqCPecpu/u034p9eCqTMkCpbXmBss67bTtMx0JREyUkd/7I60mZqwXAtpNDKz7nXwkAlQfREi+x/csroUgDhwcf1L9kgDr/GARQ6x2PAXC3tcZ/j1tg3AIPbYEuAHb2evHFSdU7ZhElc1nY6nM99xUOD0xUoeblYhNzT21xXKBngV3OzzGvtRYVlTK1LYRLDtgyjxWlcNyfCev452Isr1MurLIMMRfXThd5/faeW5vqhL8JRZvIv2Xx/iXhcdwdxEVzMCfnhTecMrwOm1PY+T++J4AcgnL1ft1F1C/boQAqryde39tQpztHFwDstiV3cKaiyH0HnKwvuN5DttW9pZ0L6G4D4FHq4VAAx3FcRFbDKp+NagDcvqYMXV/iuSAXkXr8NtB1fwXKlgB7qaP3K6Xu4XZTvwb9W6yxRwzQ0pbDZWr2N3y9bFTk5T63C4S9Tg/acQQAjoWhOrPUMLNA4qGiPRAA+502BC4A2Mt0e0FAF7wVAGzfCHzbVtG3AeCo76AvC0gbJl3dMdcFwF3L55vbDwPgdtvnvob7tgt2mzrnc3QZP48BgIfGaSvC34XA3yUAXBYRDnLG1vW635r7bkB2W3u3x2FxZnjoNeNB240BcDTTGAA/aLTcsdEYAN9snHxevv3VPFvevs0YAH/Vkfne3x8D4PduuvEXxy0wboFxC/y0tMAAAAsQX5LvU4Bnzt0N7GeXV7Bp4zo+t5BBAm2Xz04SUK6uZ8DkWgUpkMbgR7GK7vePI0+X9xBa9wqLJrAyFvKqVtSv11ypKuFef3kA3MobjifPsM5FvVtiB/CS6vM/2wnAtvlkKfLJGrBQTSaQtMwXSuB8j5eKMhBJwGt4aig0L9lOpd0xx9hFATxHftJrH34o9zFA4V/+4Ul1eGROVFfmUwdA6xa5Zed4CP1LnxGs4SF/lnJeXmn9KmScDqWeD4MG+y37a+x2l5aWI0fnJaoy63lxiU0xauR1bGVfvdoLtafg/NkHCwEzVLKZk/OS/MjVJNbIH2wAo/dor5Ww3r26Ns+ZuY7J+Qo0EyA+e04+YJSfKmu1QV5dI0etyTx5WD7YQ1UBqLNtFrHwPketLIzfRtktRFxYwoJ4g/y/3By4Wv+43w+gZt5NAbkQdR54ekGga2UZxa6AnzIYTAOPBqg6Ikdr7xiIwcPXJ58uAQsFNXXOMbpQVajQ1IUDPli+erlNcIj8spVU7LT65GdQRs/ZVwSxaD+h6Yn5XdmFbaHS88nTlRhHRXmcysIE7SrCJ0J5iDIX+LcAsDP385e0r4pM6zgzNQfcdZ9T1QcfuoABq+b9s6oH4FwAuq2tGJTR/hhlq/nnGM/24RXqyecfYwXOfrUt393G1pmfc4vaO5OrGPm0kN/6np2oHjytnn+IqnoxcxSfAuQO980dDOhdE077HuV+g+00bSFQXVqpGD9S61nyBe+xmGGV9jmrtp5ohwhA3zYnMjbAWv0yRB3/AW2Be/bP8RHADlC4xPiLfKDUYxW1ds30KIdKFOt0xoIGvswCCevomFH97fnTThFnulfhz37kzhV1CaLNLUuwk8UTa0DjeYCi6tce+bwNvmXAK4NjERykgQ3YzULa9vf3qydPNhJeekIKqMqjhP2AzXLfSrGBAdXNzfXoZ8tnDDZVq8wNWN0yLEMJukfu4lnKYEBqionhAlivzS94jvLpOOAiCWyBUdafkRs2DqsdI9vOAAYtl2M48voCOj03LbcLVnxloNccvDOMJ/YDxLfULkIxYGiec7+zukrn8VpEJWwVLgBs2lsXAOzfWrabT1qHA4O7cyhoo0TUy+lQ6/wAgMw9AnNhXarxE3AKcrXWPiY39wILFYoKWUB8fk5OcFwCAj7WiycOsS/X0tz9aNmtAnlWlaigOwAw84sHiJzd2V8BE5nbBMUuDNHCu6T3i4UiTu/O2zGfOk1eZg5y/j4VwNYwVsW+29nWXgcS5ifQj1y9glzGkXO3wfYCiAW/jg2LEdNwmT7cRoAqeBUKxHnPh/XnEY/0c9Vbnhv8/g/+21dst8yiHOZ06qSqTI/RH/7l2eqX/xrnEXUJV/UahgrDPT+1uZ4RdtO/BXzaTV53ChgYBGs5WFuhYv1Cmcz2LnKxf4vVs9eZXCyg1p1xbPlLoL1ut0Egv8ybbh2LEVQT1YsnYgx3AbB9kwsD/Mz41ygIUOKVCYhTmVbyULZimTGWY/zXY3AUAC4Bz27gO754S47gwY4HB3hIsODGt5ryjSr07ZuPPxm3wLgFvkUtMAoAb7+5YDEm83x9o5BB7AQ+mbK3VucKKlvnf4EYsXUd5CqQ1HzpoYisUwXEFOUcWD8bxBzGGyp5Y5GYdigej2tNO09uUc4WBwThcMnpm7bQmdIhAHWtBox5OP6XVv35m1A4r7thI83FxeuaL+89AuDVFtBF0exxBtNm3N1lLt7GIcJ7+uJQkbbRZW6P+rq9108tpV1kxTUuALCf1YuJCgQNu2oXV4UK+by5nxOK14C4AF/r5zaheO2uINQmmO0FwOVi6jEEwEXtWK5F7euo3ed9XnkvIXQrrUx92RgA8Pq6OgBZkXJjGIS7r7DIjr5vFLtdUDx8PXPxW3ONGoDn+v62eyo1381rdfs4MZ4KOB0ANtNXNJbWbbVuAuK0wG6D9/L3YCzU+xL8+6qHcj1+i712Oqnk5xl8j3qZAqWGv7fVpdzLl++0+6lbhi7w64Ld9j7a9w93AeB2fZuyNwC+3T4373k851t5petx3rVqvg1UNgrgfBYor9uBc1lAkdC5vd1PQgHcLJyw7xOGt5WwQ2OhNQCa/mhAe3d85N/vB8jaeazvWqAw+pgPePcGAO5+p5wLt91/dgDXEPN6+D0r9nlDB26Pz/a5+IAavdMm94LfwYl7d/+NOn/fqSCPtPFt5bjNaOjxGNf7je9yv1IW7T5SMzz6brrOEY93gPvOkTEAfry2/gp7erwT5SsU4uv76rdl/vr6ajje87gFxi0wboGvpwUAwFdxD9tHISuAOiIPp6EEFZFbT4CaKGwFcH1AyPmp1sdavZIvtr8fdsHPnq9n4Jz7KC1rE3YZCEkAYG7RGVS75iNVKabytQRXtIkWbKmEFEY+eZYqRRd2v3rJ+5CWy5O0lp2YEpBgQ/sMsuvf/DsBPIfiCohmYMLcw4Rr+Fswi0oxcqymJbFqyjfbvQCq1wIRgulzgMo//P2j6s9+3CN/rA8MWnvywI4V8cdPtqpf+CFK6PlUB05OqYYldxfKZWs3QT37x8dhLasdtcEW22yWh33httBOkDu7gHqV7cLKl7KEwo/g+SEwdR5AEAq9SQHjfLXzBivb84lQ/4bqE9Xlxels9I0Qd+tZrig/QfV2dNgHgM1Fm6iENnCW0EX736OAvFMTwldtXFUingI3yeFKvXew2D0imfMC4G2WPjw57Yeq9MnTdfL+7gJJAeB0eu9oD9i4yBiYoz0BhQJOmuGKttgiH+wZhDSU3ryEVgcomz/66FnkYDUe9ILctMdHKEOBwlP03yc/Mx/5mb15fvnybaiqF/Bdfv7Bcii593YB0Shz0wI585DNA+xh6xH06PcAuSxCMJgl3NduV3gtnNQKUADv72cnHo8cuRvkZkZRHu0Ii5oDqk1physC0gIQkLi3r+LUB/nz6vlH0DuCiIKnBLDCSRcanFMuIamqao6NZfgVDfEMwDw7nwGYw4PzAM1TqMongKmra7QZ3z9ELbsEUF9ZNQhUFCupHFSxes45omWxCs8e42h2ZiHAusE0waN/r2FPrbrcuvYZ10vk6J1DReKrzzmgmtkAo8FHwaXt70+DkkK8E3NgA0NXsEsvAPiIdjJf8TQ5dQ8OtAw3ZxsLIAhOughklnG/Tt7uPWx1HbsGEpeWzW2svTJlMc8y9RSqGjixL1yAIJwOSEU3awFvQNJ+XF1aqLZRiPv36sZi2O+qMDU37izzg48TYasXfa4SlwUnANM5gqIJiPOBQrjvcVVqr24yTzmfqLLn/D1jgcAxANfy2R5LLNawvn5TJXi/Rw5fxsIqLgAB5/jAAMopNFFQrq25ubqdnxxr6+S/3t09iIUbQmgb1LZwHrP/tG13vnMhyizjV8huDK5PbmXnwwS2Ksxz8vY8LjbEjkLPuVyB7xyG9be5vjlve5ybnn8LjP3oRuqj4ln4G0E+G4vvmSP9OgKn5ocFmHIqZs7rnA+E2U7uBnvdv4Eyg9cZ8NWtwTbI80kl0hz1LzbMlyxeyHzOzM2qitnuhPP9MhTqs7G4pEffWTb716C6c5vnTYGKp4xjXZdDTcRnWkQbuHDRh+3ntrMo4rWltLzWvQRw4zMmN40iikAqUpjT3yrHMNuv/uHf2wXcP2M+ylzxphI44nryw79yDgBeJ/2AS3oIpEeQOwO9AtGI9YRavM5ZnN2TQdhQXNVv2LKt59yIp1o//tnq2luHlbiLmni5ECpesY3XvVRJ574zT7DjOi0uM5g7FECs91MCvKrt29u46MNXnF/MQ8U6dNg2tCl7G+qOelBq17MNwrMOqbCLX1sB5UGA6y4A/IgPneMHvKY/x7+NW+C71gI3ADBzsa4rf/4X3AvE9Ye7lphXvWaxOIcveI+QAVav45kqorggNMpAF7YkJNJV4hKbl4B3LhzypphXABrv9er3y1yqzb/X3bgeeG3gmh8LvpznAsrmM0o4eWjtzL19Ac0e04WmAmA/axb05OLUcj1P6JHXE5+vhLuRmoH/pmr4nOXJFmqD1QJMMl9wK0dufS13e/Pqur8CQU3p0raxdRuv+6WMxWK4zOfCxIBFlLEA4MjtyzFLWboA2HuqLgCeCPvrzMdbXpHrN/Ldd+FI3uNZv1huyHV/FDDJfMLDlsrZZun0VPL7JrjMa2sDkhsA7L1k26KzgM624roArptgsbnuNfVqIGvpt+73Sv3a18xpx0+5D+jyBp4pCyzrqibb7RmLG8pqudYkcFWPj6zb3QC4fS0dhnK3Q6xRILR9T/BYALhUqQDZkvM3zo08LeNVytMA83RwKa8CRB8KgJvvDQPgVhMPjjvqfqjdFm0lcjl+W9me53kHPHYPdOPvHDA3AXruZ/T+m0E2BsAPBMBD7X433CpOSKP7Zfi7o+9f25PAfQB+9AD5PgPgu7LLDObE+/jjvefV4Mx/8JbDG9Zz7YM74j0P8xW/NgbAX7EB7/l6+xn66z3Se+79EZ/F37MEX+vXxvGBr7V5xzsft8C4Bb7HLTDxu//y+lprYBWR5qM6O16K381pqwLNkIVKyGNsSM3XGvk3Xb3OymUvfquoKsPukoftnd20ft4CYBqgUFl5TlD87FjAZbCcwEk8BKXl7TwQqwccVS27vjUDCAMuzK2gpLzkeFOo/wBq+HiGjSuUZQ5l68Ehx1hCDby4BKgCchIUmFsESAKVzHlp7k9faSmrjalKOlXAV6iNexxLeWKqs5aW58nhe1T95u8cEIyC3hpwJxC1gF3yOjDkl395sdqgXFqVWW6BWVp3mnd1EiAqpBaCAMIBogE4wrJU62vzIAPMzSqMGre60oJWNYHW1qhd32KzvHUNMGtWh1vuk1MAKO1svuFTbIiF7B4rwR2AC2gqMOyRk/hL8g+vrvswMQXcpR9mADZXcxH0+fIl9qjA0mnqZT9pz+pLuBSQfVora1TeAD3Td/kgKVgQAO3uCOpydf0SfXIllMKKewLl6jnbfQAoJWw2UIdmYEYrWfIn0zceT+GB4PSYvNEH5Pi1y588o82Bcto6b2/vha3z1Tkq6XVsvSGV6+uUlXpeAKhO7G9A0xrQMlR5kYQUu2eVucApQevyqv1K7mj6zUChCkb3eXnBqCAwMsl4e/JcQC3srR/wBWT87xzQfsbYDOvmI4OBgkZVF+ehlA7oHMpK8gSjot7fAVphqTw1y1hD2a3a0/y6jiX7deetimIVt3m+RBCMsSsYXEMFvky+YvvLtvHvGRTBBgwnIogopMolyCc97G3JKV1yWquS2Hq6DAy0lVWN5AKC8pD0lkUDglYXWczNmgPa8cC5NnhKNdceeaNpR9vHxRUCuD7/TmirHFUeOemW/WbO5lmUtarAVQefnwEiBbOLF5RFSbLnGdCb87SvRTttoBpd2F5Akva+KtcvQgXq3lXdEiTlGFpWq551scLREY0VNsFablsQxuEU5SIAaMBxDSvyAGp2Gz9dJHCOrbsx3rUN9+q4aI47gIV1nKUdeEt1Z+wu+tbxbjxmn3o4P3iu+74LE1xIoJX4BaBfALrIeXJwsI9NtuPbhTCexyqlPceYI+jnmVlVygBi6m39IyjJeFoGfjsePO+1vAxRruCQkyLVKfQXdVYxrJLJnL/m9VWlm+XPYGgJKA/gIfvpH3EsFze4vUL7UIiaH1jLYc6BWokTdRUm851D25x2mMSVwbEb5xZj0blmhn6xoR0H5vu2eO57ll/OKNsVH8xTH8muTg8TnCBhO12Ll+KBqAakgnUXjAh/hf1hDy68ZYHBBUF08zmGHXxNSdsB7Aju00Yqfl0o5Nh0QZBzOSM05qF/8fvH1Z//CEtmTg6P69x4gVL6V351ovrBZ4vUzFUxHNAgtb9GsLiJHESAOwL0qaxNcDt8tS+arLS1zm0cMxl0zu2DG3AM7dmtz7ULbvjNc7e8EgCX/JVCY2F+LgTJhQ9C+i5sbewptUkNu1OD/iqs6TID974GAXvnnDoo7vvur8TlC/werp11aYLGJZhetilt0T6HuqB4qL2+hofN8QNet8fGf49b4LvTAkMA2KmXf16H/9W/PvQJIlw9dIMplsiy3+uYtLyfy/y+kaOWubM1c8c1sQC+BF9Cw0xNUBSfef2tF7JwTfR95ysXA5W9CTB9CVL9PBWxAOE6Ll8cFEpuYLdN2Jjlcg6OhUoBob339J6wrmhMwtlXPjOY/mNwPdAJpL52WMdyXYoFSuw/Fm15Pxb5bmsIVKt6y3vFMlv4W9TFbeDZBcRt6FfKVBbjlnIVAFxgaWn/XLiUizLbc7Lt57Ne13rYvonqt65HBdTmNSsVlKa+CFvrlvrZuuhk40uw7L6jr9mXCwFUf4eldedi3QbHfjfuN+O+afiinosvi4I7x4f3IlGuKO+w+rS0TRegdmFkGRs+/5XyZl1bym7vz+JRpiwWq63MXfAa9RsG6bfZ55bAfhsADwZXtHvJDVzuHa1vA5vaquD2+HvX6+1t248C++3y3QagC+ztgufyflthHYs/uCcaOn9aCuCuLXQZj1mOZvFB91ij8saOAuHtujfgOueTLFtjTV3q/ngAuEvAcg5suySU8dxu95tj+T4A+X4KyTIfdPNTP3Zu4PtKf3sO4G6rOEc8HPyOmhPK+T98HrbnnlFteVsNhre9sVW9AHNU3w699x3KAXwX+H33R4v7xm1p0fu2G5y5I5v6+6sAvo+wdx6Ubx2Id+/nXa839473b3iDbrzgGz78/Yd79xPn/n1+i7b4ro+fb1FTjosyboFxC/yUtcDEr/92/1qgOA/80qb2HGWRMGRyYjaCw1rnngLxzFs5t4TaUJvheCA3cK/yLuGwD6TaCm89WyIHLaF3gigqorTtPcVm1wd9c89WV+aZVDmXuUk/+kw7XUCS6jyUqE+frPMQo6UxNraAyCVUcItsJ+ztY7s7EQpHACTlPIbeqcJbWb0O1aq5gS+vErIZlBFuaM2qHa9gcRegrEpM2KEDrLlyT1Hw/i+/dVgdc8xp1W7AhnlgzIdPJ6sf/JxWtK7+N5igpa9BkMzD6Ar1XdSRi3NLQQCmAWaCEuMYBinMfSwYkSmrwhTauZ+pGQAPCt6XL4DeWJcuBgAe1kkI4lWamtt0BoigHezKygIqVGA5+xUICj7NvRwKgWvUgsC6p88TxKjmMyfqmy8Br8AqldjlYTjaBshTLKVtB5WqGWNK8PPi870AxwsA960naQm88xb1NP324UfLkUvY7YWnb1/3qnVyKs9jlTw5pRLbHLwqFLBhDkWB+XfJ0csxFpcnUPsuRVBOK1VVxW9fs7CAvpoGjJvD19tFodMpgMj2LFaxquws+5ev9vmeAGUGJanQSwUjyl9g1TQ5kYVLBvh87lldm2UbaZtN7J75nb69pC+OyY86PTlHLl5yr6J2ncf+9wT74aPDVGNuUKdFrJgNBr74Yhc4vRoqY/sjYlXCmui3ul/52+96/kT5HGYAaJWZQm/b/82XwH0WSKyTP1kYFgDYUqlGjpghZcBF+4h8sSp8j/UanjivNrcAwJQl88X5DZdluH1V/cWPj/iFoCfjUqWsDab6cA2751C4xo5Rm6pqrqFnKIlZLKFFsM2iWl0AKaZdnEPxTbtfcE5q03zB+Sssz3GP/TQLQ0yuqiL27et+KG8t4yrwfnk5x18JbB6j7BfwtiHU8gq22fRZ2eaMuUY1uzbOmePZqCiWzATvtFv3FU6RNQDe3TmljRknHHNjizrTGdqpD92IB0jOmby8X4CdP+2LY+Dl8uo85+kEkDsdBNY3tYbMHLQ6F6gsDrjK2HAhQARYYv7I8Z92+aI+/p8FFS6qMFAsQD4jX3YWwNy+9l2qmuM8DPWRdsl5vAxUo4Sm3c3xGyy+7qsot4epH+RVeRsk1BbaOUl7dhc9GLxWgezLecrzy+O2UsEOgHef8plHuLpOAOy+nSMFyLlwJueBHnOyAZs5xvycKt1YW8C2tIfO+wJ+YacLBmxw45whKrJOvKNDwyk5nbMuWvVpUZ154l2nE/l8I2iufWcT0C3BzcgXTPGsh62pBXUE4gD+lxTgD/7FbvXPf48akPfX4H8Eqad71d/+rz6oPtyibUJJlAqlYlncDuRFoLdWZLh/wWr3ga4s8NYGPWwwqWTk367hrz+tQ+RbLMmiQ0Wc0DvGbfzTnjLzyBfY4LEKqPf3DK7n+OoGztKEO18PAcAF2sZYjfUUqYSLwGT7w3qf7UB9Hr85d94dALeDKveF6AbVGvnL+AHv7vYZfzpugW9zCwzf2ToZ5d3un/wZ7j7M+RcufgngxpwaMDHvV7RJLtauV7hfOLfnPU/cWMU2BQCHMpJrmPPzEACpF03lApmcWxOquiqpmZe8t3FfQkXne1MaeBtSFLFC2bBMrgFagt50YEjnC+Gvi79yZVC550pnjQbqRdoBIXPkl3chWC7qcr9FwWoVC2j1XqKtAm7skLNVfcaJ64rq39r6uGwT+/NeIyBz3ot059KEVMPvN8rKBoImWG3AZHu82V4lL3L7/QLlfBaKa2uxYqnjwVnuuKGIz4XjAXjNkxz3sI1DRl6zaiBc389GO/l+CwS3AXBefxMAl1cpkwC4fN97/aZdGgjU/V63/dr9NbiuRj+W+9/h6/hAnTsCAMewrsvZhs/lO9bzNrCXDjD56sK1gMdxvLKAIHMAl1zA7RzANyFotncX5Lb7eNSYKu+14fio7UYB4PZ7P2kA3FXw3gWA29uWRYzfPADOnvm2A+Dbxmp3XD307/vuLh8OgG8esbt4pKypbiuAdTJov+5e+NAs+ijPI813uzX56QXA7fYtz1/vzrHuA7tjAHz3OdZcN0dvNwbAeV176Ez1E9ru3U+cn1BB3++w4/jA+7Xb+FvjFhi3wLgFJv6n3zy7Njg/h6JRG9epafPIzoZ6d3cHEAkAuQR6zC9cVVsfYVmK+s5bg1Mggrloz4AlJ8fAC7w6DYxvPp2Pvw1KaKVLeKPaD/CK4nRrKXJ1avmsCaaWqx99Zn5grGCPLqsvvtiunj5bA3gaDJiKfKDXylMjT+dUddQn1+7KajyUmi/2BNvheeDDBx+hyNQ+ldysPSx3LwnwPHm6EblLzYG5t9sT3QTQPD9VTSaUAKQC+bw+/tY/Q/FnEN/STmBZDED52U8ngcpHtAeWsesbYb8qhM7gf9rACen65J3c3z/EVhaVIPmDFwApgo8E3wROKKv5Ylexk1U1qrLg9auzUDJvoiRdWlwAgJ1G3l5f5uztoeoT0j7/YAUrXlXBKo0BViaRpcBCssM91JP7MwTMVCqqXDyrnn6gito2R11HbuHXLwFbwD0BsmrFE5WF0yhFaV9h//pGgkhjCMYItAV++6U23VrKalmNehUF5gl5fw9ZCLCCYlr15jXHUrH2hm0F9ebifUpuY/P7XjF2ArIRyFP9OgnM+/IlZWTcPHmuxfc1SvFd+gsQSMLUPdTBBu6mUU+urWlRnXDQ8pzR3sccu+fCAvLFOl6Edbgg0xe0KQB4bU3bZpShe6ehhnS8CcwyqAjI/5D6MjaMOh4dH1ZLQj/yegroVJ16jOU1FQAqVWer7deZU1oVqja89qNtbn5qz5MEZAkcVaO6L1+2gYrZHuPB8rmgIix55Wvmyab9t9+cxDE9LzafzAVUNGaodbG5qg8BoT3y5Lr/aXKsGgCdZT+C7ExZm2rhQM8UY3+/D6R137Qf24exrAEt/i0CaD2PVHSfMJ6FdY41yxPQkb28+AKAy7ae9y7w8LOZyEVKIA517s5OL9rZcW2gU0Xo9NR85F92jAiAze1dkT9Z9at9kTbFObGG0pjFIZ4rBgBXlpcS/nJ8FzMsswBD5XYAWc71wwMXkuQCiyXGbLFFdnuGBQpLzmUAcKr4z0LdbZhQS2aV/p6bvhx/BmSF72UsRZwsgrtXHMeFFXPk9c1zTuWo40CI7bkVqh/+w/U+cvJqO+y4XTCpbBxA6KdFt37olsXETEppAAAgAElEQVTPhexF1cIYZLzbL85V6ZAwzbEJelMOLagjT7DK74DBLkhxPhQ0a2N+HPaIjr8YbgZZ6RthtAsSjplfI+c15XE+KbmPPT90Zgg4TPBY1X9k1jMuzfgfCED420UATEsBuQXuKn8DtGYMOwCwIDsCWZR/1ty+glwD4/X56XyinbqqqysVLHw+R4FigYz9wjwfTuEhvxeEU6ZIMsw+6ufLUFLHCpnagrNehW/w2qDwNOUqrnkuFFKVHWcC/f9nf3pR/eEfMAczzx72enDra+a0y+pv/51nFUNWTXnsrQR800nBHI43gwP2kxB8KG+hAXr34XVEABF96fmRwQMDs2llnQO+qMpcyR5BcdurrmcopVyYIyiIcuR5kmNVlVdadPvqWkGGHX4ElvM4oeQW6gLOPabvN/kBS7A/h2qogKluBPDZx40cjrlZ7KP9MFvi5u/0gDt42MyFEY/xGj/gPUYrjvcxboGfTAvcAMDOh0xR29tX1c4BiwtxbGgD4OSYLhD0/qfJv+6CxxKSdBGU9ygBSp2g+Oc1JqFcLhISIjpvqxAUlOZ9U51TVzDM/t2n1+5YkBML3JiX2Zf3K9O14jQWU/IsUz63dO7fRbLeC3q/M4BDYe2faT4sbNgvO+224J7XtFQ018rP2tWhuEOUuTjn+QTWse0I61jLW5S/bfBQjlHy/uZ14CYEbgPgMs8W6OHPcq1oq5DLKMrv5gKnovYt9sxlm8hzXPdJge9RL6+b9Q2Z3SdAj3rW1s/5/dHXj4TBCdmb62XC6sECu7oAqfi+We+yXaqAm3oW1WyxcR7kG45rY9Y3+yfVtW0IXMBtuXbnPhr1bVnclUC2WeBVclQ31+DGyrl9xpYFYXEvUF+rk4XnmG/fMxTQnYXNHMDlNQSaWyrtUQC4C8Bum0G6sLx9/O5+2+XoXttHHW9wz+M9p+dUgdl1nzhXtJW2tx3vZtnvVgB3lbpdq+Wyv67V9DcNgEe14W391H6/+d5992n3gbTRR7ttIePNcXbf8e+uzX3ffh8AXMpY3B/KudkGwLc5/959v3pXWw7XhKfiqPiN62fdHDoC+brXLnmEArhdCq9334ZXzBl3FKXLsUr7t2HxcD3uG7ePBIBLmb+loO39LaDHAPgh58W35PS5vajf0nH5kLZ9yDbj+MBDWmm8zbgFxi0wboGbLTDx3/36ybVWtoLDVWCf6k6hxssvyHu6g3Us6mCVWnOLp9XTTwDAF+TrjLybqNAAPDvb+wFPFqBda6urYaMKr8Pal5yWC8BhCMDO9jEK1uVQPl7wvlDPB+JT7JNdNb+OfbGw9IA8qjtYA2fuTMAjCsgPnz+JII4BjB5EZhEFocEV81MKmmcAUptPsEQ+APJSth1ViVRhGStiYcrEzHHAping0CefrVcvfiyRAEYA7DY3ydXLfeA//d1e1UMJaAjful5Svn/v391CRalVmOQE4MWDt0BLICas2N05RJm8EAquyJNJvklz7IZ6FbgiGNX++Jz9mV92/QnwCyB3CXjsH11XWx8IK7WwXgPE7bCNKjdVeB5Lm92T6tkH2hfbDkJzrHhRtlredSyEwTXV0YEKy7RrNifu0+dCM9ELyjrsil+/MrcwcBLwF6CXqu+Tp3YWqqxieX0zobZBK1UR5j09IDfx5uYa7QNERHU6C9BR6fvyxREQFptrIPY5QbsrINzOWy2xzQma8K0XEEZpa0Kgra1pQPcJVsHaWs+gHkYpTN/aH6p2VcOeAokEUP5bXKI/6juqXXJ5mn91QbU3cNTn/icon110MIly8Zi+WFlDmSgYFaTwQzvuUCXyxyYwUjgzS7kcR2uMm0PI7HINjK/ZRwARVImnqGEPANy+MT2ljDLLswLU79Em9rFA/PL6jDFun6gGB2K+VclhACLzPQuQzLtqHmcV70+eLUa7h2Uy9d19q5LFXKVYjK/PspiBgnMoFdiO53NVtxKzUKuo/J4NVbTnZAOxzCXH1wTQLILQIneOc68sIDC3cSg4gWoCQMttDuCLM45LubQXF7L72mMRgfmw3f9sgFnHo+cBv1PO3d0TxjOLAFQswwntb8/bxeWExG9fH8eiCwHpEvX3PFjx/OSl1bHnZ/60bSvU/Rsxzj3E3t5eAOBFxkXkgmPO6bEIxMUPPoDPBcwFKq+nrNV69e1f1NXn/I4DPMCWx2QCsc4njsPFRWx/Ga8B1TjvzgjwqroJoEk50io7F5eortGyuk/ZzNksoDdXcyh9DQIDzV0E4zlpvmGhvYA1X6lcHQBggTsLI7TYjgBV5CQ2N3D4jsc3Ilgblsf+rqreILDq5QxKC39VeQv3VEQbfJgHAKsS9mW8VAv6ULfTSyrgXaChO7LqehdROHeoso15gqC21vUScs975zWLZlDUXXp+el77WcQBtTKPemb+xATAaXnvaya+l+bTVikU0IzVCRaYOF7MDRzB3AjM+bewHcWrFeZfAO56IUY0UcyL+ZApAA3YXdfT97V+VJk1wwKIssje82ZGcOp2PNj0exPVP/nH5AVnDjvqHca884OfX6v+2i+Ty9pFAwZLa0W6+7Z81vWca5DtXuyfI1AdwLmx7Ss5CD0fIrgbwf2cZ0pg3fdS5ZX1KMEI6xywOKC4AWb2IkQOm9ImMGF5Uj11Mxdi7DDKXI+fAMDlXQ+Wqt7MaJwWo+0gvuPHEmfgufW9zq+NM8QYAN/eSuNPxi0wboH3aYGRAJgd7e5dVdu73HtxoUm7XEGq963eD2qhq1q2hraRG7iZN10kFotrAsrlBSbTGOS867VjCADHQqqcY/0s5muun+k84bXSNA6pQDUg7r1CQmn3nXl+fTUAkHsQ7tXSrpnFU9zkJSzI1CRCxVSy+vyQ+y1lKzl7yzUjXSfyc69vCa1r0FhfX4qqt93+BbIJh9sAzm0sT1EVa8/czf/b3k9RALfTMJTPC9Qsi59KHfxZgGg8tdRtlfbMzcXmLgAcgNTrVlyfBfjReS0FYw04ykqkulBtAFyOFddht2vFrAvwLnUvdXE3twHgUr822C11TaCVB2gHHdttX6yeC/h12/bYyTI08Dh3VluUt/Y7SsnbhqMFAsf3awCc5SqA2uePWuVcFlHUY/ghALi9CGAUQG+Pn3abNRC8Ge/dbcvft8Hl9rnSbuvbLKAfAwDfLGPTJ7eVv7w/Sik8uGd7BwvoUbmL8xg599wGescA+O4eeigAbp8XcZ0oudnb51Q9tXmfPwbA950Z7/b5GAC/W3s9dOsxAH5oS73fdmMA/H7t9ljfGgPgx2rJ8X7GLTBugZ+2Fpj4B79+eX161gt16hPsm835ekh+2Z03AsxYchtB7IVFFFJzKmrNaapSWBAxF1ZoswQcIlTiaverhAYqUoURgkgVqj6fqzArFrEuvjfPptBwXrWfqkburH0QMp+o1r4I5kCkhndqK6tQMFEOPpti/0KPyWo5VK47b/fI5wvgmVIhrEXwFJa0gFJseM8vsDLlex88X6n+9P9Dnumq/+kLgORaAIb/8599Wf34FfVafho2wP2D19Xf+i8/AfCiREDZKMU47mObC9wLxR4qNOGQ4GMO8KvSc2YOoAoA1jbXoJDq1lcvABMALdWKK6o4AQzaFJ9ADzf4W7A0Icw0dyWAzuOcnZ+kRTAwMQJb7guwo92zwGkBaDUH7F2kzQ4PhOnAWAEz+XyngLqu9ratXVUvVJ9FOgrrIrjkP5UR51gy02502Mc/Mw/oP4pcu2kdjRryiL6qzqoPPlYpTN8CFrbfnPPvGGC5COhKezaBpTlvBV0GkQRLxygCz0+1E1dLbTnOArJNC0EYL5ZbmH5FnVU9a13s+BIMhXI5h1vEWYR6R0f7AExUz4wfx4W2vxmDMVjoQ7FlcaGB+TMdKdrA8jf1WQIs2i4B2aCl1yQj1b7Z/HLnBv0otLlbAxjy+Ref471Mf9pusRCAcbyOIjmV3vNhg6xtdOQBZez54H9+KmASvAnqcupIq0LVCcBLcwlTfMfUPmrhs+PMA0d642gjVZGOYfvFQKGBz5LzLIKS2GLPojwVDqoOFkZuba2mtW4sRAA4BlAlf229mCEBVfa3wQOaIhYaXFzMoBrXrv00QGEqQgWE5thmHEdu1bSHC8DM58c96otSdXklz18VxwJ1Ib7tdnToogHrPxV5kyOY6D+/r3A/9gPcDkAL0Ga7I3IGC+qFbQbKPCdWVjNHbp/j9dhnlLzOZTxFu2gBbxsJdK+Aqypt1zeMtmpPgIo7nAhUATv2sK6PgGD2hz/71NlxlfOY5cwFBZbvnPo5hj2e80TWT9v3VLf0KNMpE5HW1eYdzlcBwCxGAImqkHaeiaBjgFDHXB7b48TY5afldnzaHi4EqCJntHVVRXsF0DbonfOoZVMlHAOe/6ladbGGc49lc8FF2PazvYpfA42q830/IWM91/LbKfvJhQX5mgdmm3NPCO0DovmYba4ettgz9Ksw1nK54MX5vQRHhOe2YbhY5wk4CGBar7S5dr5UsSo0tTnSUl0L8nnmfz+2PQTs7mOaCpvf0fNCxwDHbbZZKmhUDUcKPZUsTh9h4xkpiOPa8Hf/mx9znq2nSpix8dkn59XP/oC+EiKY4zgsHg2qe01IyGm7emzPMRc4RD9ZlgAOaek8yEdc5450bBcFdZ5bZSjUQMHD14FoAXBRRtm+HsOX50IA4zqQNADLdwDaVP42hyt2zC4IiP1pIx8gJEF92fbavIzOGJ1ciYOAdV2ITnz9Biy+9fNHWlk8foBrjaXxr+MW+KloARfcXVdf4iBz5QKjmN9y8ZQLlXKBTS6ecQGU7ixl3tL5Qlh77gqleKWFcOaRTTVugGRSpcT1gn14PSts0Gtr23LZxUdxdO976jk0gWfaO7uIJ65FUSbvb/LZIvefsDbn8QYOxpzGn96jlcVmbhuA14VB3mzHXJ3zc6iF43qX+xjKN8z8bn0LkCjDw+ug72UKmNb1gX0mAHbxqQ41qR4OuF0vEoqy1PUu5fAYvrqpAuJ+RMVyC8CXo8U+YwFTAtjBNZMNBouiWvC8DQgH+4scv3mBC8vvup2jZ6Mvi8I1U+WMul60QXCpTy7Ea9qlfR3MfsgFBG24XuoRx6wXiJVjlvqUPi/HaYOj5mj5WxsktwF0+axdl1tzo7o4ttWeBSK3baG76SLa5Sg5rrvwufydYzefGdrHyd+5P6zvidp9fls9G/DZLGgrbVq+c1d7lTbNbZsFH/7V5IwuQLScQ9nJ3f12wWz3+O365Hd93m4U2936toF1V/Xbbo8u2L6tvnfto9S33R7DCwDy2aLbX91+GdWOX/f91n05fm/LCdxWuJexl/Uvi2GGa1fGawYMmsU5Tb+V9hkeR9026o7P8nlZzPlV22v09/P5rN1/7weUm3E/uu99tz5ffOa1PetnkTLPflsUwO3yj7KAvq1+9/fP3f1/e7uVT4pS+LYtv9r+/3/23uxHsmw77zs5Z0RGzllTT/deWSJs2AIFgx4EGjQl2nrggynYMAzwyf67/OZH+8GQAMmyRhqUKFIWRV4T4kz27a6urimniMiYcvT3W2uvODtORuRQ1dVdXX2ib92qjDzDPnvvM63f+r41zdnj9jbdfYk3B8Cxj+wmevfd3nnJ28fvzpt6Lxf8zgHxN/Se/l52rt0fbgievK+NrttV90DdA3UPvAc9MPcb//ZSABjl5EnxQLbJFviXKhOFJwowgBlAjAAHgZS+1JQo1RYAU/oZ61WrcUngHithC57YPzwQo+3MoaBVoASrz3gR5oVmXXV7eZEBbAJwrBalgNCmADAKNhR0p6bM9cC/QSipRy8FTjelHkR5ib0x63WOe66wpD5oCrK0ZFk8L9ALFOV7YOjBwYmUfmz/1OrZXmrdP/6TdvF7P8UiWfBZNrVLumn+9f94raDc6YMnPkrUwXyuWradtoI6ApBY+XIsAOCG1IhmgSu1IrVrqYm6vNwsnn8FRHcw2dpA6Uh2PnU+sUJFgeaAx2vPEshxC9KWlNiAJeyRB8MTKXI3BM6k5lV/bwsO8+5Ar3Q7glsnZ1ZbFwUiNtf2IgUAx1uYZbqobWU7rKDQsoDuxeVQkM1raq7L+rgrxS+geHEB5aYUv+p/aryuqKYv4zo8uSxeyCoYJTK1bNcEdIFXVqdY0Cfs4VqtllSkiwLFBIsUtFpWnVgBaWD+mlnTOtQD3GDTjN00A9oADKl2LWrE46ORQa519dX6llsqP/1ZR4BWKmCrZ4aiF6Wg7HSx13U9nlkd02YD7YKJrRa1cB2mXkpZCuDDKhcQ09b4HbbbZkHNstjtMtdJVKD/mdfsZ6QCxYDODSmG2f7xEYpQn0fzsgWnA7029sjqtkZdzXPtE9Ut1oD83en0DdIz1wHtAM7R0Oco84R9XwkEAqcATKYKV2NDpXuhfmb/TdX0nQMYn8qe3RS1jKClRhgIj/q1DP/xsQNuA8Arp1L4AnVXis6Rg3Wsyx3ECf6qjwHAlHFFgb+o847ki75g4FDHtyBbbPYDIuxLhU6AcENjjaqYMQHQAeCpP5sDYIOYaZ7aM5oFRFXD+WXHVKYkK/h5jaW8EUX9nr9RwAsKRgZ25f1jWftqCaqbMFbXgXmpdwkaW53rZNPLdWpJx8hOgXq+CQeIrsBwUDaGW7RN58BAY74s1TTnEsHggLgkf6xZ/6du54zWvoDpxFGBzlwTPVbh51YVnHU7civQnOD8PpdCFzU2427267peksCwpnlriQHp46BfNc1Nd8v10218aQh1dKn5THyOc5HzHnDNeOQfYCeBaLoTlRWfFYFjd2Dw2r+xTyyWsaleUpLKitqKNTmK+3Fw11SwyQpRyT0R6LbA7ziw4J0UgXO7VpkNJ5bUnljAPQall9XsJfidAr2MG5uhn01hrHYvCmhzHlmd6gTYr7TAmRboC2D/i3+mrIZCtvNcj3X+/uSTYfGTH8v9wdrnSjEAsN93PMiMjTZtJtAeinGHBSRwcI0sCS99H/DY5rf2RlUCPmzPq3F7nUfs/vnMAsA2C1ECp+U8KF3ORb6OWo4EXi3APjGafk7xseuonTZJ6WPB/bxdlRWn/FgGfctfVt+nagB8ez/WS9Q9UPfAXXvAr5EnKpXx/JkeCOa91ANFF7gfcC/nw3OBcVKu9XKc4YNSeEGlZqze+xhIBhByJapfU3FZIelLsFXPwSvK3IpAvznh68LH+jwvsP1QsGLLH8DR3Cco90INed4fkoU+NwBT/KZ7hD1n2TXcjysCUmyHsisGrLNavmzLag2nC/kYhHIvseQmr10b2+FeFPb+1R7mGSnaFYDIXC3UJn5GhTyGcvQLz4tjcuL7o+2xX2+/348NSqckvLxsQA6CqwCYd4FqiYHrCli/r43haFKq8h3Jl3EcAWG9HrAhfrvX8e9qTdzbQK4dV4LgrB8AOCyko1+rMMj36/OretzWDs2RHGhVYV9+LNPOjhibG6FZBQDHHMstdmO//O4aCM2enwP6+nJuGz0tgBrqYW+zJ4WWbb0ecM33n58D1fNhWvvyvuff6THyWsJDLFfuK9TO0wHwtP7O91/db8yvWevlxzIN3lYBcSh67wqAZwHs/HpSjsH3CwDnFuXvKwCuKn5rAHzTmfBuf1cD4G+uf2sA/M315Zts6TvnkzUAfpNhq9epe6DugboHPvgemPuN35UFtIItgJ+OIMW5ABxAo9NtC5DuKHgiK1hZ+J4IZK2utLSMIJCCNKsCgZ/9aNvrERIsENQALjVEklCkoVZEETaUohVrXwImx8eqqav9YP1L/a21VlNAcVEqO9W1lCoQ8LuEjSp2rwJQBE6wEgU+AilQTr563jcl55yUiwCTTdn0oqSUXrL48z99LTjnAQJgAha4KKRQpV0K3AGa7UVey2+p/u+OVLNYkz57fln84390ILB8WXz244fFgurq/uhjBf6lhP34R9qOoBP1MttHsq3bl1pa0BkVHcGTKwJBuskCS1tqi9l/ab1TAcV91ZO9EMCeF6hif4AaXgwbDcFAgWOgmddoPZdNsvquIQtbA8OuDP7qC8HbOeyztaACAWtrDVPK2mu5Yleogs+pz0yf6ZioeUpwrN3uaLvLxd6e1NCCjCzHa/ueLKIJKC0piIbNXfdEx7LStCCVOJNg8UigmuOgrqtWUN8PuqoFfSAwK5V4S5bFWlS1XNdNxWzqYgWrUA2eavzNovcEeKf9zatGryA99t5zmgeMqakEsYfVpglOYanLazzKUhTQKG2pZzoYdovWVlE8kmL766/6mnsOerd2BO4tcDZvc5VPA49rAzyyIV+7kvV3sg7UMJ9SvzUlaALMXu8fFaO+wzTm3vn5oFgRAGUbKNIPVX8Z63EsiXuylN3dUW3pFvte0Picqn+UwCDYtCqQjiUwFslAre2dlqlTzwFxWmJXPxM7E08sXktJTyM2NhftD81//fLU7M8baivqY+roEow61SRb0vy12neOdu24UctSp5fzDODIFAYG9ntKRlDQEqvoDfXX/r4soQUWl5ZU69dIGrWJNd5KTriUArgjy2cA385u0+r5Mk4N2R6va7w5ftS59M6maiujOG0rAWFeAVqPGQJoZdlutU3D+pagndqr+rcNq1/rgC2ymw12acy5hrCNFy9OzAIeO/iGnAZ4OLb60moLQRVT79qM4OpBoE4JA5xPKaEDKI7yB8Av8bZ9LM9BfwCKJLKQSMJ4Alv59zJ1ZBXIZTGSKLgGbG6uJ+WsB8wAogiKOt2u1Qtc1zi5hTNBXF1b1CmuqqEWrytrcS4A3l+co+JlfKQElosCgJOx4fzi+sNY8iHJY6QL2ArqaTUedwMArKlJUbGrDc2Wb9vOb+aPEmDOrD4uHw/qRgCF/uLPsq6RbJfOZF/rmtem6EiBP64TtIXxDIUOim2bbwKoBF2B/xFPp89YDgjMdROlPyosD4Jrfmi+WaDW1Fk0VpbT1Ob1asMWFOXcQDl+Cik1Ba6rkiIpJY7vjNrQ6Q2J9jK3uB7SBw6A6R/U0dQk53uH7JY0pO33dc350z8ZFc9eaN2rZnGmBIWf//nF4pNPdU9AAZvUwqYC5j/UWwB4VGakoZja3RMv4sN8NcW2JSWU33OsofJ3hbIDY4aXQ6CvRhFwJ9gMUCaoHRun9q9dnzU/AN8JVrAH1h8rOsZKM4cJsxTAcBLuw6XyzOsbx2euSm7LQ/F/vWsF8FjmXMngqLSjzuCtDkz9c90DH3IP+LPcqZ73Pv+8p0RBXbd18yVJNCygWWJJ90gcM+JZhwQbnIZIjMHNwmrfGrz0+0t+leG+6EDWYWheC5b7ydgG2q69ScGrbdn7RrLoD5vpK5LKeI5J1tEGPa2ugNcOjsQi7o25mpT2ARXMylptQHHLd1Y3WM/NkYiUg59Ijo32WuJVgp5VCJyDXFsu2p3qyFetofPrLO0My2u7FbA+CmSeXtPx8Z2NS+rfXOnr929/sKbPApziZuNglERWv6la2Qt9F9/H/S5KLOjB1LeDBXemTuPfrjz2Wr+0B3BroDipla0d+j4AMMtVa7VGv+QAOO+v/EzLl4l+CVVoFXLy+1Byx++qEC+HdxP7SQC8eu+brnb0Z75cXV0FubHtMVS3eZ36vHL7jfkez5K5bbSNjYaNBEXO0QDgtwHgsq98Lk2DxdP6Ju+36jqR2DarD+MdY6xwHD9HlkC4nHc8YPGg5s92N32mjXMsH225DwDOxyZfv2r5XG3XtBrE8V2cb34ezj4eX35SNX8TrL+xY+74yzyZId5V8jlR3Uy1VvCsnyPxcdyfIbx8YwXw9ASC2P7s2rK+xDzOW5wls6S7aUO3Pd/GeFQ3M+Y2kRFxx/6vLjY+j75HCuD7HOpt/RvXh/tsc3LZWgH85n13+5q3j9/t23ifl6gB8LsdnQ99/rzb3qu3XvdA3QM/5B6QAlimznq6PtgXPBFwWANuyuZ3fhFAK7gnkGI1RQUQhlKzHuwLAJ8BWC6LH/2VhsFLFJkXAhWAiPX1NYMdrwV7+CwLFLc2BJlUO/X4uC1gI5grBSCwGEiJuqvfH1pQZlOwEPCLyhLLV+rUrggeO2mlbuaZFLh9ASCpVQU2sdhdsqA3dcRWi6dfHAmyNQ2IUeeRmrZAFOCz2UoLyAyBJQZ9BJsWpGaUMvOr5xfFP/wHh8WqAG5LoO3BZq/4+b++pZdhwVcpglHnDnq0E4XqoHj0ZLPY2Fg0CHp8aJJWg3QoNdelkiU4NJI98P4roPjQlMqPH68LBp4ICmIZ21AQSP05Un/IGnlZFHEge+nNje1C/zMg8FKg+6SDDbDGRIAOWAr4ihchxmJftsxXssAFqHd7qp0s9R+1XIFXWKxSM3dx+UIAF7UsPzfN1runusFmPYwKUS8yqAb39gRENQZ9QbJiblnK4BNTHq6ttixItris+bAh6CLwtbm5lUCfgwvai8q1L1jU6xIUAyzOFY8frhs0QunYPj5XO3qmel7fbBnQXhaIOhcEI6DXlNwacGQAWMeGpW5DikbUl12pZre311RfGnDlpyt1cwnMnUihjEIdFWtT/YPdNHOl0x5qXZTYJAj4SzDHjB00H5TrTQHYlaYUljq+BSlkqUHL/keChCy/LeA8tzi0RAbszrudgYFS2sU4H6tO8YKg5IbmjKkaFaCyGsUolE+xjBYQBNJwrClBYEVW6l2pkAHxWzombNINd+o940z7XhbRPI0apWqqWXPrb5Sc4svoEW1bHFa/L+W4IHBDtW9RPwOQW0oWiGChBfM4diVL9NVP1J4m+WFHgJraxyc92UoraAb0ws4au2zlJpgFOdbIqO059wis0RecSw3NQ5S68eDF+AyGPTuPSfTg73EQQLvrqM9WlekASMTyfXFBy+j8x956QypvzvOu6i+faQ7sPVhLxlh+yqMGN4ioT0Pzg5ji0aFsirWPEXNEx9fS99TCNSiovifJAgUNwNHqKisAuSzCyThgPb0gVSh9xHx+1ZoAACAASURBVDlrFseyl2zILtyCbBaw9RrHBFZwQgACO4gnOCZLdSUIYGfMnGNedI5839idr2gO0jaSW9gex2mJIvqwDEkCHAMqYzlIWkILAJh3/KZOiSyumQCwEjx0/A4uAZCppm2mNEbZjhqegBjBcQuWcrarX+36K+jIHCJxgHEjIIvql20xxpwb/JsAN+c7cQ1XU7udMwkU1Pj25BKW9/reAEjmINseCtQyfnzYFvcMajPT/8zdsMkk2GH/1p9lYL6WAfSHNXPYLHM9MQCs/jEga0FwrOKxbFe7OP8FnUda/+nno+Lf/7GuEbo+n8ot4dd+9Ymuoxe6VmaWyImLsl1X+fo1xMYlKWndgtO/8wC8/xub5QgiO/D2D7/nTwmABTXShjmnAL+2P5KjsLzGohwFuPpvpEFnH2VNSZ8fUU/Yzi0dLzB9FgAm7ofFp7fFGzvRvnQwsxQo7xwAl11847/qF7g7dlS9WN0DH0QPcJEFaC0Uf/bnXV3mVnTd5NqoRDMSuXTf8ustz6UkcHLtJAlK7wK64XDN9HtVWf+XawhKUa/tmurQpme+AJUlNPNnF66tAVo9AYeEJRI2kwKZa2+CmL6uXWn1vO37jsQbvnXAkbabLPfHoGVceziVHeDex/1RF3BgdLXebxxDwCvbbgK2OaSN7c8Cw2ERHfbVpdUk95Xy3uPJTG5xHQDUE6NI6vRyNrH8NCVwDoDNjpqRS9vPbXgDBPvv/NnCjiEDwKybA91QXvMsVwJg3HHcycQgZmr3uOaxAf4YQ0/wym024z5f/d62x73eH+ZsHX9u8XE1pXV2r42kxHE7soSrHGZWa/5W73c5kIs5GpbM/q53dwBsfR/K8qTwDbCUK35j+5MJhf5sQ26D1eFOKRXxvjkN6lYvRwGg3yUALoFwJLsFCbx+cZzsazpz9rLX1579zbcNgGfXB74bAL7p2N7189fM58/UqHcDgEvoPRvovx0AthclrgfvCADHmL3J+OTwei4cFn5QAPjtzvPIXbXxTeOcn0OUNRqPz835JLdeVr4bC+i80WXScNnYtzyoW4+6XOBN5vc9Nv+dL1oD4Hc7BB/6/Hm3vVdvve6Bugd+yD0w949/ayQALLgqAHkiMLi6sl58/KmUmEjUAF+iEqbo0oPkUJLGC0GijpSwBJs/+RFg50K1brsCpVI9zgmW6T15CBSSfeyKiuNeqV7qmpRtLSkNeZm051H9o314LJC4YUEYFKRnCryYZS8wSupZ1HHAVp6/2L/XDCVoMkK/ae359Eeo3Wgn4FDHIF5FjVw+F4KbHYGlgexyqaHbErAFftlLNqBD1sB9KR7ntN1LQel/8H89VQS9qeM7K/7mL6wWP/djQTLZGBeyHm2/mhMERu0n0Cwgu727JoWqByHa+0BmVHKeYQzUE9cuLgRb+idzRU+Q1xTMyw0B8K5A24XBTvoPWAVUwkJ4TfCMesMAo25X8FIWeedn2O+SAX9l1s8GqNRXBCUcyF8JMvfVb9SylJJ1DbUjQZgFg22AV5Sk27tSNQpSmvJCsMbUnxpHlmNb1C82a2nAtfr9UJD/dEhUbMkAO9bPmzsazwYBMjbjdsl8UATTruFgYLB27mpT0G2g5b2WKvvcf9FRXWUSCZrF5ULfaxlTOFn/RgH4+PG2+t1VmEBOVzdI0SwwDdRELftY9ZpNGW1qPikSNY8GqsOMxTXj+3BP0BKVnebT8VHPFNVYw6LAsJq3mofYK9tHz7dYBANuAZGe5e8Pwga0bYoK1AiEAfoIqgCMAVZAYPoJFWlszIMkHrRkdgENO7Jhpo8vpCZfUS1pVNb054LGB7UuY2o1kDUn+cxpDC2rnYAhXY9VoQUmqZU9NPAM2CdwxhxpClqikOnJlvr4kNq4VwKoJDV4qzxgpT7FUltJDi9fYJVLQsdV8VDJCFgYa6pbBvOJ1NSnsF6N6/qmgDb1qVNs7swyzLHwVdt48QmYZo3mPEMtzTnmlonx4cGXJIWBkkGAaFFLdsHs4BmTOe3Hx5pzsSN3gE0lb5iFo207AsX85H1iYFCH1T3p2vFRb3pZ6tQdzW/bn+auj4OuTySZKAEAu1/61K0lqUVLAoossDW0JKFcCtxubgsiq/2sRyLDihIqHMhhOc/1xW0lTd0v1TSg2yyhtYaMEmy/HrzDUtmDw2FXSLJA1Ne2wBvKUy3LXOf8BXAqvqlzNyykrZkOjAVVCRKHDTFJHADmvJ/H8Yd4Z1OjmKc9qfvXlLzCuHmA20cmlL7xYuI26vSNrq8W6FTighJbALjMN2yUUQw3SSzh3Ejbom+Ya8wykhNCobKE+kp/vLY18BordGo4l9SV70laCQUtf+fb9vkLDMCm0xsOBOYaCwQ22K++AWB/8bPT4l/+G92bSGSZ7xe//t8/1PgKWltNa29vzNnxz3Rx6mP+5pwKYG7jSPBXf3NOASOiLnf+ssH1O9rv7RUED7tKgL3ZfPpYEsDDIYMawfknrEcjCBB9ZLZdCQCjXfdj8H4YB0DV/wCL/LulkCiPj698kTfokflJT7N/zvsn2pnFtcv+nDiK7IexbMGvhXf51C9wd+mlepm6Bz6kHuC6NFc8fTrUMzoZUNyjUNV6QhjP+YBFs0ImwUkAmPsL11QcKPgEjDT4at94bfooAzG+TuoOZVCPdezmlexsLYjrSuEAim5B7eUBrtQewOP4hqlluY+xP671PLdGog5Wz6hBuR/MmSUS9wIvgWMpexlI5jnd7jHAy3R5DkcVOwp9mStprX59soy2tvEOoH0BKxd0DwoAbKpWLKF1n40awL497z9Tq9o9xUEY/e3HkoBpFuiOhDO/f08qOqsWz3H/4fvcJjmSvawWcSq54H3kANhcNgwARz+V8xuFL/dKs2rWf0tW78NBtd/HtA27fztED8tsez5MyVbh7mHjnlTRMXZhi8n3VXWi3e+13dJWugTAAeUDdObzcNrZmd/bqvvJtxHrltCfvuR5h9I5jFEJ1r2//Vk0/j2xb86HmJvWaZPB/GgTWnQfr3RukPCQEh1sXsZ6CXbMAsDTANtNADgHgvHvvG9KwDv5vBPf8whl53l6kA3r9eugcfrzh2/nzQDRNFVunLPV55hqDeL8GGP++/zxq9c0BXBuI33b9qfNP58gk8datYT9pp+/ZgHX2/Zzm/I3c673w+KdgXeQdF2I61p+LsXY+HeT8yF6ZRbAvc51iRP5liafbifPr+o4zDruMjEjzXOuZ7F9/R2/v63f8v1NUy3nANj6jfcaboPp/H4fawDPnMtTfjHZP292Xsdmc/A7nkfZfTEHv+Xv79Pa68t+uwB42lzN30lvnstvd6TT177P/H4X+3/X26wB8Lvt4Q99/rzb3qu3XvdA3QM/5B6Y+3v//NgAcHOlIQvcQ1n2bhswPFWt3+JyuTgGsAli7AmwDRVIQN22uNiwF2fqeL560RWslA3u9obUkn39brl48fxQv1+RWlAKVEGhFUGR1ibWzzx4utLuTNCUR2ngGgpYpx5uG41tcuf4TGrT86InFR6Wu1s71EGVje/LnqAWMFkASRDWDYXnbFleih9/LDWkbcOBBS8JvCygVuPxBqUA32HfSv3cttS954Kcnz8VMFWg4VBA9Rd/Ybn48ccbVlP3uH1oFsqF6tCy3Y1NqRSlqNwQMAVKH8sGGKC5jP0YL+ba78aWFGBSFy/Mreo7z6DH6vdYx9Q+6JiakWCI240CQxaKHSlwgcEGZATERgKwKKn9Rf9SqsUVBTtQZaOKkBX2S1lWX7g1NRbRWGivCDKjNuaD3S3gyODFwrD49LOHtn2H8AKHUrvySkT9VuIrx22pcy0gJnto2fOdqf4nL00X50NBbVk5bwPhUnsSAD46RC3M/ld0bNSMlcJzcUt1ZaXY1RxChQ0wQ0mJjbQwqilmzwTrTdm2RH3jdbOcPjrqGwhExclIoSTHVpj2o+7FQs8AsAH8JWv/i+fHRbMhm2bZiEvQbbbkqAnbqgdtAFj1a+dlZWuKTdV8xg7bayTL1lsHvaEayGFhPvF6CH9RK0aC9W7FTJKCB/j6pngFOgvYo8hUn3q9Tnu9suAM1s+vXna1H+xyAedAfI3FufpEY7j3CCjG5HS1OMeLTbYD4ASnEgDGlrkrhfzSktTI+v25EjNORyc631pm5cz5cfDKrZn3HmnssDJuD8bA7VRt3draMvUrHwDw4yfrNrcvNVeJu3a7Av+CpSQ4LK1ImSsQu6SDxS7XZlMGEB2KC4x2Otruhvpf1wp9BaykD+D6fkwkccgSvId9MMCTYB7nO4Em1XqVwwCw2RIndN53lByxtqb9Ytc8Hgy3bLOAVwLA7PvySokDChBjB7+gsdzabZilM0DVOhAQK+g/EBwfSnlJooUpZDVWWzp/UZ/2ZCtOjXGr76qkjs1tEiQAwKqRbNcjv3Ycay55F7hqh+2TUIDaHwDf7ZD8ELX22LfOe4KmZkPp9fxQTaeNRLxNdtUojKklfWkJIdhbB6xkvwRNIzDN9wDRbvfE+ifmnrWL61t6h4uAMnbsBJEJopMcEb839/u07MSLSayv7SHkHUpRTCAUGAyAZBsNHatZRBLktkC6X0vR8I7VQ/QONY1RYVlAWOOnRRlj25/WAU7TNrPm1PdLlhDgSugIinoQafJl1AIW6tcGJ7o+qMNJgnn69Lz4p/9KiTQqxP7Z47niV/6mFNyqxxxA2dvr3Z9/7BC4D1hfJzUS/ZkAsKUJJStq2kKgOYehwAjOfxTAFscmGJ2CkmP3Y20rQEG0wVTUafkqAGbMLcBtbfB5PxMAa3+ujCvr800DwNxro8bjtwuAo7dvBsH1C9z1uVl/U/fAh90DXNvniq++HtlzPrDV6u/q27gWWykObuq6vgICvS67wLBBRIeXfo/h+kuiUAbu0jXc7hm6QU4oExMALqErgNXvkTw7WkIaamCehQSArWyJXfhJaFWiWVj0x+1J26eUgatFPRHISqAk6Eh5nQBywF8+BpjNTcOtj+35yp5zPMk17o++ngNgPvYMBRzXMwXH66DXFdF+v/bnEFxvcrDEs3PuNjG+MttNKdULThbX8bsAzJHIxvc5yB4vB3hO93u7d+XHyDuixovjifVzAMx3Czo+g9dqP+3kg0X2lcaC4x33EaM/Jub6IdVmZk5Ujxe3DXu+yMBvjEG4eVh7EgDOz7V4luG7gIXWvuwYDaJEJt2UE/UmAGq/0//yduT3wByA+vwvra/L7U4HwGaZzRywBDTV0DZaGrDUnyfioxkzAb/5XQ4HI5fLS3tEX5QHm7dzSheM16ku96YAOPZxfb/ToY8llORzJm0gxnRWm/N17vJsch08+5ZrADzZw7f15TcLgHMFcDz83x8ATyZtTALgODr8lm76vCkAjm168aK7fQIAJ7fzNP/9/A3Q+4MAwHnSwxQF76zenAbgI3GA62EA4EsSqWIjoQR/Q3b63QDgaQm66QXdjiu/pt4tkfduM/T6UrddF950u+/LejUAfrcj8aHPn3fbe/XW6x6oe+CH3ANz//A3Tq5QWfISTXBlRYEX6nNSmxNlIbVoAcBN1YZt8r29lLtF7kCgS66bpiDcEkDZ3CPLfsmgydXVqmqISlao9VG4onzERnYBCJmCMgQGlmyfAldYkyZrL6hBp31htYGBpguL58WnP14XNOlrm2qD7D4NA8remDYDRLC0FRYQDIJA6RFGEPnF847aLxtW1ebce4h9MgEUsvrJLpeyUowO5fFQ1OILBaN6glsvv+4U/8Ov/rgQAys6ss3Ftnpre9PqrRayq6Mu5VCWt48+Vh1RYKZANtbUQCPsq7EQ3tmT4lj2wqhPr2TNCwxDDdoWLO6doJaUTa/ajdUwtsk8cK1IsfbpZxsGNQB97WPtD2WzghmAWwvwXI5Ud3nP4JHVQNMhd2QnDGy90rLHB9TLlNpOqtPhqGfWztSXJeIA5Nrdk7KRhzst2xP4brUEU9Lz3bEALNC3KZByfCxrYCNLgq9SHD5+LH9aLUdsx+xY9QMWzO2jrgVRtgQjoSBAmeMjWfk+FBxVLWOsfRcE/0/l5dpUrWFiJkeHmjSXWl4t2dqVzfKuZ/ejPh/KLntRwZ/GKnWJUfJiG9w32LksxSjK6gUUuwKnz78+NrAMGTQ1qdS81Alt6Jjt8Vw24odHqpEr6+aB6lAvLAhK76xJZT1ffPWzroGbRx9pHMaFPekmV5OgaGV+0yY+gLS9PSnCtVliVMB2rL2ba6q9K/g+FCg23armoL34q02oy481hqsioptKVKDfXz2XHbjqLz964tAdYOn1ZbEWpL96UtSeC0ZuGSDv9s4sENnX/Nrd3TRL3Et5B5+OVKtWQO7hoy2bP+1D2Q/rHNjY0jwQtBPz1RxgHnFIbn1MQBVLRZIW1tT9BDoB/QNB0I5qP6/o+7OzgdU9xqIwXn4NZKZXgv39k7FFIsHH7e3GGNZSP5r4HCATlWYENfsCywSm6C9qPHMekLiwKBC999ADuKh6sR5nnq+ZMtRrBpNYwfsVSnBgIUkKBkulzCfAdSjbepS8m1urZovdE4w91RzGBYD62i9fD+26YkODkl0uBC39jjhYvyP7bFmLk0yA2nxjS9BX44/FPDWEsVznw/nHXHUljQKpOp/oE36/ojEgYQGlrEFAHcg86t+UIx61A1tS4sZrvMNC5pGAu85nosYrSr4J2z3GiA8wkH035cmNqthrNMtyXNcNLO6JDcLi51JgEmZNU236afvUQ2afbrfttRRdieNBca9DSC1nuzxY8Jp/DnT9CnXOmUDyoiXoSI1FLFIJGBwfanbGjO1Z0FabxGabeYwamPlGnXTUx7gJmjLKjongtiuYuI6wLQBwgFYLnqeAfvWmTF8SEMW+mg/D6oC+KP73v3dcXGn+P94dFb/2d7ashh3XZgKgjLXtH5CQrNVZn2B8JH+E6ozvfew82Mw5E6Jd2kVtZ4cJHAMKNQfA1h4UTZwnBPeTCpprtFlc274iScTVHqFsNsW7tsH5fibIETUP2eaEBXRVAZxAQQ6AS+t3b5NBa6C9QWVXXsUnh9l5X1dfWKvL3fhCO1YAV0dv9s/1C9zd+6pesu6BD6MHHKi2laT3/LmetVQWYl6g1FLhdMEBZAI1uZ7xTsA16OJSyae6nvG8zwWT6yz3A7NR5vqW6vE6AHNHHJbLlZYBiu3aGnAwZbhxHYoSC5YIpvvnGDAnm2GUqFFbPfmUpOus3wO557jFsK666VpLwivtWOJmg/Vx+j03OuBvDkzZGO3g+FH3etKc90MOiQMUA4LNqQI7aSu14qpgaiXz4fuoXRyKLy9o4fcBg9bczzPb4Ph3PP9dXPq73nj59O8cxIX1M99FreDyPpMArym4XQFs9+Jk1Uz+H2489JsnNPl9rwTopYWzAWGOi/tvpujzsfa+i7rBtJj+8cQtvwcyX6LvbIwSzA+FuO2bY9ByucKUZ0jr21S2YeKepR3Zu1j2yfuLr5m/odiNMa4qguP7vN8cFpegdhIU+3NQvt080cHGgnmT5kYkm/l+SFb2PeVK4nA94fsxeKooSKvAM+/PiU6w/fhOYpn8GPPvblIA5/0R608+M0wHwKWjUyIzvEgkW/gccOTbyhXJsd+7Pp9Ul8tVvtPG+rqaON6yfM9VgFxdPj//qv0++fNk/+Rz3fZTOZ9v3tbtv/0+KIDzHsmTjfO5ZqVbUvJkGpExFsuVtvH8X01YvW3+3KYAjvVvA8B5f48Vyul9wrfhR5sDYH6elbhga2TM+RaH69snxDte4i7Xgrs2YZoC+MMEwNN6JAfAd+2xt1/urtfXt9/Td7uF7wwEv8E7+XfbU/fb+w9l/tyvV+ql6x6oe6Dugdt7YO7//L9fXWHHCeTCaqopZRuq0EFPdXxfygpUSlkUmGKZFvRuCKIUsl3mZZ26uKtS/Ha6qgsrhShAb34eqa3AiNjG0SHWsgQ0FGQQxN3eWdFLqT2O2osHL59LgmYGUfTAjdJsXpbLKAHlQmq2nF1ZGfMQhoX0189eK2gikHihmp5q65aAcret2rcCTnsPmwqWQERQfi4JKF2YKpV6wyhDF1Vzd2tLVMgksB6M77S177NOca427x+uFM9fCRTqgflv/2KrOOvJCvlQIFvKvy0BVuDGqxd9s2Wm3RzP2vpCsSkACECgdmsfYKU2AAZHUooCjBvr2qapHJcN1J2fLQngCbTtrZtS9FC1anlIv7gSyN1pFjuAKH1QfroNFwEkrGsFzwT/1gX5sN0msHR0dKL+XEkQdUFK0HP1j4592DYguiplLGC3uGxovAbFR59JZSxbZFR6h6rHSy3lVUF9PsDaniDeuey3GYt1KbYLWXoDOFF5AjOBI1tqH0Ej5gWQ+vwUS755tbdtEHJd9sHb24sGe7CnXhEIZ/6cdKh3vGQ23b2u4ImCE598psCfDpftoqKIWmcEiQDpR4eqSdxNQYT5UfHJpwLDGkf2h70wAPUARbXg+UcfbWs8O8W26kjbC4wg45ESEOauGgKoA6nHF83mmoDYs5/1Lej1UCB2QQphgncjrJTb1JBu2VyDa51oDhnEw5Zcfb8rxS123ygk6ZeT3tAUiShAz0TjNrbXNSdc2UGt2a4gI2p27H0ZQ6zSF+aaaouCUQLkHAMCEFOWqNMHstFuYE0txTXPbeJYmhcCagp8NZVEYeWrNddWBR5fvZJaXwC2pTkNbAawAjGXNP6AQQChiTGwZFefj1DoovYQ7GT/vACen6rWMzbosqFuSV0PsFvUGy0g3iykFTChPwqzEi8E3aUSt8x6qWAFBbd3PNDI8QJemWtXqu3HtcQDaBeaE8Avt1lEqY1ivS0L+XP684HALYJOGy9OTWgwIUolM8jGm+tCS5kYwNZTHTfbBzxvqp43YOtY5ydBrs1N1S3XHOu2L63286rmK1aMHPOFJjvza0M1yJsah/n0QHwhFXqnrfPx1FUWbg/uYI/x4DrF6UeSCTWBgYd92eSj4kYVA5TFGpn8AQvwqekoQIOxedCPA+PcD3jooHgR23sB8PlFaux5PerDfZINUNtGkoauJFIuM4atlpJaNF+xH78SQLf5ou+xQPaKuH5ektRCgJlAJcEL2zsq0qRkRb1tdWbte7VfnQ/kDZWTJU6kGoYM6znAW/8B15vp0hlqKK7NA7lE2Dhrg0DhVZ0LQGWU83wPQFW+g30QYaO45kO/WcxW15EIcLCZ6wC4fCml3SQiJYGRb1Qf7hP/6//2uhjpeH7ur84Vv/pLu1b/HOVUBHKdBaAoQinl6wEMrPwAuQrA7xQVcstFD7oSMDYVTfqwjNlSqy0E5EIBzPoGKaxf2Xg6ZpTFJGKkBSwAnoFglgrASqDlnAtz+jBuBm7h9TaQHsisBt6ZY3nNb1/GN0LgOpRLNQAed239j7oH6h74TnvAAXBPz9jPn5NQKrAKvEvXUZrmSTIOebmR4X7jTh7+4foYCtiAGJZ6ZQlRpfqP9wRXxpZKFoN86cZE0hb3TC6ZlIcg8ZH7BRbODim5kft116Cx2sTz6ZKphh04AgC535K8xT3FniaSIhkgbe1lM1lgnZ95TsqtrE3Jq+3ZcWnbnnyGa48/Q/Ax++N0EwSI2v2X502gKZBTz1mhNKZEQNwvogRHfg8xNa7ZS/v7UNw34p5kylepmau2z2wz/rD/AMBsOwcSrvb1+1hAsADAY1tos+Cm37mXe7JdAGDbR3JSMWW0+sNLaPBU4p05LtUQN/Y0N6wvEkQPkBPK6bB4zv+OtnNfj6QD/07zoAKAXYFeYqSAxcwjPiQp0N5ybG8GwHn/jCf4eKL7NquBzmmKSUtwYC6Px8etsnEdciDs50AOgGM3cQ6N7dLTfAuL3CrYq7Yn/33+uyqonBaw/aYA8CR09fkxbtc9APC1MbjDFzcB4Gmrvy0AvkOT0iLfbwBs81XT9pu0gL4LAI4XgkiI4aE+1qsB8N1n37tesgbAN/fwpOV7uqhPXaUGwO9yrtYA+N30bg2A302/1lute6DugQ+/B+Z+5w+urlABoiTjJuU1Zi9MZXZ42BXclQWwlJOAnb4YBcpFr2kpgCIASZ3fNQXm16UQHp31ZCErpaFqZPLgDOx79pVAjtTE2ARvSxlrCkpqX+plfm1D29Nyx1JqApmARYUUs+uCPleyn0aBOlLQHpC7oLq/g76C+AKZjaZAo8AiwYkz1QTeEQhuri3I7hXb47niaF9ADjApGIxiD4A0p3qzWA1bbOhSdro61r5sYM8FXs+lPvizz7vFF19Klbi3UPy3v7xRXCR1KXYv1E5dWD4rXj5X7dFTLKYFOE9lw7sLfFp3wGIQhACN+lE/778WLD5VEELwa30LYKb+fOXKNeq+tjaasglGKe0wnBdCah5j57y1KzWxVNXHAphPPtqQWpJAx7y2eVo8+UTQRrANcMMxEGR4/uJrgchNBaUaUlX0zc4WtS8A70ISyZPOvClvd2TjjbqWfkMV2O1gKb0q0C8ptPpte6cl62/A8kDgT6BNdXxXkP7p2FBLAuSwg15aIRCnnQvEv3oumHwouKv6xR+prc11H8NFBdgOX0vFqHY+eCh4bc+eyvLXXPCXOdmOC5S7Ck8AWPQKFYhn2aPWUwLBgcaIOq1StV5qnJ58ip0zb4PCXqrxLIfxYv/lsdo2Kh49fiAAfqr6tijAHRL3lcQwVF+NRE43pHZeV78AWgGFF4JnrU2vN91tYzEIgRzKHnnHzvq2lOdmSa55b7aEAoS72KCbmlZ9oOlFO6m1PBDIpa7yxvqmgHZf471mbexKZX2pdjLeALoTqb9HmldDtWdd8N1qAGPRrQnjtXAVRNQ5sC278wgWWreRjZz+Zp+A4P3XbUu2aG2wfTajWtJSXTIfAH3MecYYE9mOQD1AnsQIV3wS0WS7qHH5mcAaVu8oZwH6HuAzhaYSH6hhfazkhYECtsxX5tVeBm+JezFXUfcCIVE3SktubgAAIABJREFU8h8B0WXVl0atDHy1QKVadHh4Zf1GfdiFOdlXS6WNRTxW2cyHkfoTe3EszcVGDe5yDekcqy60vlvfQAnqCmGCWQBFxuNEin3qJfPBit6UMfSpLMA3Nr2eoLVMb/DEknvAb9mOm3omAVMU4Q0lonBMAOQlzeuNLQfdJElcKoGDaw5KaoBnQ3bDARDPpBD1vpMtIyomzVvGjmse85sPgBQwikKZY+NcpNx6X6pz5iwg9YJlLX7lFtWonrFDH1AXXQk1XHsZN9ZdQKWvcWsKrnNtMYGvFchD9Vlmc59jmZjUUWdS6rOc1drT+WCg2awqXSWKesk2gbJZ2/QkBbf3tni4+maoOXYKfbU64j5fom5jMFOLuQPItTy1xwHAHqR262+2a4CTfQKASbZIahqrmc0UJQhtgVWvC8m1Nj7xUvV//P120dZ94ef+SlH80i88tmsYHxIauP6M1U/jKJLXdPZ5ovHA3trOCweyFtRHhZUgceK3tjyBdALCDI8psEquULZL/6LJ/scVSEySUAIbkJ6My3kSgQXc9QsLmvvLeq504ufgGCyWq3Mj0DlWjhjUpu+SbX4CytFnt2b235Y5PD1d3vvgtnXLIbwW2M5+Vf+z7oG6Bz7IHvDnM6rMPHume5HuPdz3SWiyZ65EOw1a6XvuC7gFhW2uq0wdZJFcGUFOQORYCayLL/e7AFrcO/jYPdDAot/rAow6DAxHFr/JcB9gvw6o2KeXJLHkKd0Q+Zv7RGlx7Ipl2kTNd353TYnIhrXvcJHAAtnvn+42wnNogEOe+Sn54Epkb4urfh2qjnT/ZXmHe34fJukJABnqX76P2sB+Hy1LBrC8ldxI+6dpcR+qBtZcSZxgNolbaX9WsidBbl/fFb8B9UL1G9O4qgC2R4RU1zksoD1ZKdVKZpx5btPtEAcWngPGyVF2M/OyOd7XSdWcbnIOh3lmdUWl1UHWx1yV0v3Ynj20gJVm0Mfv0SW09jkzWRfYh9Bv/PmxumKbhD6fa3ziPh5gdvyLGf+YBUzzBAbb7vi5owzqM6dyZV/YOvN8F89o3iZ/Rq3Wg40mTSiiJ+xAy0bn82OWmjBfplRUO5gN6F32U/n9tK6ZBqBjjk1T2MY2ZilSq+Nz0/LTjrXa7lnjGlD6eq1fH8Cxw0wkeNAN6ZoQba/WB7b1ssTEfN/TagnfNOdiflaXyetM39SHbxuAr87rPLHC50n5gD0NBE95/NZa0yyg/R06NheP39Xn8Gv9MH0H2WI3QTWf5zf2f3IhuHGhKb+s1vudlZAxa3ynHZb3z2R7b31PuG/Dv5Xly5er2/p/6rXm5iGzVe7xinPz+M84j99tN/lzgF9/ph1sPqdv64yb5/9tx/Em43PbNj+k399y+Xj7Q/2mJvLbt+SdbKGeX++kW+uN1j1Q98AH0AMGgFE0rioLu318oiCMQK2Ufa1NAZJ+RwD20ix4e6qX+/xrapEC4byuZfvoyF6Ed3c2pVITgBXY5cF0RapSA1UGgLumkETxuC2F8KoshntdgSUFVNY29LeAyNGB4KKWAdShAkZ1CGxekNrzwoIJPKgsGoCcV4CIGpyLsnNeFXxZlfoTK1Yy7gdIai9WpdQdmZUxgASYsixQc3oq9aVqFqMavlI9XwIaPQElatJeqC1/8CcHxZdfCGxJhfvf/G1BJupI8iKh/4BeC7KdfSEA3GsLBsneekH7395TbeMNZa8TgECuqfiCBRm0PYApgFWbF0gFzlwYoIQcbAoGLguw97uy35VikZecVVm9EuBYlMXxtgDwQHavQHDgIxAKZe3hQVuAeFUgu2FwgUezjvYxUGcBxoBqa2urWkZQA5BnN3fIguBR3+1t+RkF6I6g/msUurLl7XbcynVb9tnrArhfft4XUJXaVm1xAYbqtX15YMDtyce7aosHx+akcP7ZX5yaMmNnTxasjwXHIFNSiF+erxSvX6h+rWyNn3y8YzbN7NvCe05ZzG680D6og+y1mSEwgpQKNL1+1dE21qSCxUIY5Rx1WmUbvbVucPjlC8Haj1XLNylpeXHZf3GhuVNCuYN9WS4r8Adw/ezTlitM3BF4bN1qCQaHqCaJNMlCfEdkjiCZmtiWQhwrcWxtsb/deUBNX6/JhliVl0mD/9rmK7WHdsJFlpUQgSp8oNq9ViPI6kADwtVx2jvW1djJmupRYIwauWYdqP9W1U9b26uCoSyq7+z52+up8rMlCug8wML35XMpwMPC2kbJVSXaup0XawLsHDTgDcU3KnSrO8wWxwE2jg3wjHUydW0daNqDE/tXu4B3/R7HAzwliHZefPyJ6oCzIXVUT8pYwDa/QzVjwTSuA2Y/zPlKUA2lsUNqAHZXFu+Xgq9zAvskZJBg0VDtaOpjs62+YDPtZx1AKcD2+NDVKK0NXAoi+OaQlb5EoUviCtcephi21OeCsOtSw1tZX4NifkpgqYzjIG7VnGNmFW0QDnDo9X5RZNMN7A+L/BMBfRS4p2eC1wRptJ8dXS+IX7LeQNcw4LfV9wYUSi3KJ2wJXV2iuoL6HZbvzXV+ixJc165kO07NQCwcUXRb92ods3xWUBlVPFA5ICXBbERJAPKmXA4MOGbvY7xbErJ1lS//cntnEgSWVVOatvDBzQHgSvDYAqpMJCA+J4zGiO84/+y6q3Zw/o4URF22QGcZCEVhy3lsQXA1zBKFXDBuYx4AGBt3guScS4tRmFbLAKmpMe8BJ1fo8ocxoC8TR/XAvyXb0D+XxT/5zWHRPZsXAD4r/hOVCgihGKcGtvT5x5Q5bFP/hToWUGwvWml+MLbMYQcQ/jsPjOuP+tjnitdizAEwv49AsgfpfZs2B3RsfFAAzwLANhuAwHb+3Q6AbX5kbYufbX92LG5X7d+XAXVrx23v7be9GNYAeGJe1T/UPVD3wF17wAOQCD7//M/0kqB7HiQEhSfvF5H0Y2DHaqGT8OS1eXGRwTKY+4QrLktwtzi2PkaV688KDnr9j4O+uBd6WwF+3GMDTPIsyjNLXLhLuOT3Oe6VfBcAmHsIILYEbCR4kbYTqtdcjeywFlcXuw9hcZ05QqCKvW4JXV6oA/5GLwP2onawX+O5cQhAqo/ieTJAbdxb7O8ApuYG4kpVICzroxaN+2IVrNEvfpzeJr9PX0cJAfdmgTnuqWEBzdrcKx06+najLaGo9e9I5nIAbKURrB3+jJp/ItmrCjLyQCD75jO2v82C8OO2Zw9SUS/aFeZRUiEpwtPOWY8EBH4/DQDPgmjVvgo4exMImzhgvVsEzKUPq+sx/m8CgGM7YXFrVuZxrOndIZ9T4/kX8zDrl4DkE+1O8yfGZVqgtgqJq+vH/vN1Z4Gwaet6m297EJpccxqInrVtm2MVwFMC2rcDwLHP2dv3JaoAutrW9x0A+xh5X9UAuBy9GgDfdNbVAPim3vFnphoA39xH78dvawD8duNQA+C367967boH6h74cHtg7l//nnucUc+wh23ygYDRWbf40U82Bd/6srRtmLoT+PH1M1lCn1MjWBBGkHG9RaAB+qIXeAW4sbQdKOCucq9mT7v/6kxq0o5Bk3nB110BtGUp8wY9ByHbO27kRa1h6q5ubKyZko8vv/jyUGrOTQUGVEfWAhQC1O2BBTd46ZfbsGCVgvBiWqeKJAFpl1RL7GwEKOalAZvmvtX/tZpR2obZq4oADgdSKcvC9UiWyQSYzvWS/Jdf9Is/+qNe8dlna8V/+Z8ryCTA2xQduhSQ7AjmUv+YesTzRcOUkNRM3X0ke1QBSD6nproUTIYC600FC+pBX3VGZdvaEBAkmAHAodbnpiySUYm2VeMWOAno8tqPbo26JaviznFH/do08DEcjAyC0acLAjUrDSyTzwXsCZoBFxlBB1gXGh8e8NZkeUx/A7qAdBzvl5+rBvGgUzz+qCW1alMqUln6Snk9Pyd7YbV/e1fjI5B08BJLYH2vsQB0A99fv8KSV7a9exuCrKhizwUgBzpOf0FrrcsqWxbfKw1RtflTAfGV4qXUHSPVCkYBu6HfY3HtQBS4YtOuOFVgj31T63SkY6EPmIsDWWj3ZP88MuWH5olq+D75uGGgCqaxL5i+tYcdMpSJANJ58fwpql2AmJSxUohjld1XcA673iVZdlO7+cmjxwmkek1Q9oMtN3Nk9yHQXP2lbfDefiAlOfOKpoqTSwkKYHOAfa5AIIDTak9r/6eykD48liW0ADy2yrsC4sdKMKC2r8JdBsBbgveaxqaSPekOrA8XlSywITV4V8kAQwHjQqAYQNaSYh41LvWeIXIE/zzYRb1pVOCaj6opvazAHUkTJ4L/wwF9T4DUbdsZE5ITAHmdY8019ceqkVDBXiVwHEoVTtAUUIYKEgBsCnYdu0Eq/bkQgEfJfqL2oahmrgC0gdRNnVu0iXE7GzEJNf9VM84AqfaysrxmwJLEDOp4b203tQ8SKKgbDjBWjVidu1xTFmW1TEIFO8eK/OIM22nVdtZc83YUSigAyHryCdcg7KPt6mXgTVBS85PtE6hkjrSVXEHMcElAl8vGmo4v+nOoiwTK4GX9gmAXQN4ftr2vGZuTjqzCFQEjeYV+G0p9i6R1A7cDzr/2iZIeVK/ZVOwohEkCIFjp4JuApStAHdRhMWnqWV0XltTfqJLpKPZtp0V62kdVwzWNYDXBToJ4KJtcuSKgrnZzvBaM1vlDDfQVgXvqk7ttpMN3q1EM3LZ64RepHrAr7NkV1wbm+UjXJYKcZsedgrAEM4Gn80ryMBCqOQnI57zt91H+ujW1XXsSeGb/BNAJ8JKIYPbYCQCTtAEEdsWvJx2QbMCytlf6ReMXQV/Trmtu+7Z8/AOos7zZL2vbi7qv/M7vD4rPvz4v/tO/sVL85JHcHbglaXn6n/mLYj+SGizRg/1pGcA45zIBW4e1HuBdJmtnClgN++cIaC5h4Zm2Z5A6Egm0Ka7Tpp5P2+HUJZmJj0HgFHeMFzw7T23ZqEKcXtBnxCfteLLYe+aAadtAxZ0HKz2w7Mdtbajs37/NPrcFRm8CwPfYTv2Cdq3n6y/qHvigeyDCs9y7//Tf95Q0yLWJxDWePWYDRTqF6wWqVaydxzAlPa/kNUztGqdlXc1Zql65JqKkBYyMlba6v5LYxIcEHpxPyk9K5EmZPJ4I5GUAuLe7HTBgmQQ334bd+1JiU1zfeQ4E/PI5TZa8vANx+wjgbQrmcWJeApxhAc12k2OHKaS5x6Xt2fU+AUsHy2UfjkFoer6I7bOuQeK03jgpKm0zVLi2bQOfJHa5Wrj6iftMQHCOI29HdR3aECA+alPm2wxFcHwX62NpzQ2MZyFUzv7c5WMVsPk2QGfJBAlmxrGbBbgOi3Ebby/1S9hEhxV1qIE9Mcz7IkBlKNTtuwT+LFGwvMlXgL0rwfP2V62d47hsDmtYYx/jPk8JEgGBzcko+7wJAGb18XGnBIuwMh+3J83T6jNG9Ed17HIIXPYxz4EJ7o2ffcv+ygHwbc8J+RzMxyTvi/L5OiUh29iV53r8PoeqcY2ZBvDzNk3rh2kq3SoAjvb5NI5j90RfG4d7KkRntX3asXk/TX/AvK4A9kTQ6mf2uMQ16Po61zaSfTFNEXx/AOzvN35elRunJdXby9gUaEajptyOKkvOeEBPS83qn2oN4Jv6ZNrv3iUA5ojiKn9rouh9G/4tL3/3BI/J+X3b680clvJ+hr7VEVUTld5qY2+x8iw3iNs3efP8v239267rt63/of++BsBvN8L1/Hq7/qvXrnug7oEPtwfmfvPfnV1hb8bLcK/XF5wAJJxJaYkKt2d1boFXy0uN4uvnqgN7IYgxp/qxEjPuClSSsY9F74mUqKgEAUQrawKuAgbPnh7ZC8b6uryeBY2s9qne2qlZCqDYEnDk+enZ031TAO/tbRv0wo72am5V0EXB/xVUsoJbsn+m5ux6S/a6AoybgmnziwApASati43x8lLLVGYrkk+uSV23KcCM8hDQBDzGUhZlJAB6VTDj+DVyUCkC1Ka/+KJX/Mkf94v/8D9qFj/6sSCLQNyZrETnVbP17HxBQG9RCugTvRir/uvalqnXmrIgNrWAnoFevngl8L1QPHmya+qrdtvrk1I/F2UvsGZxcbX4ShB2Tu1fXRNYn5e167pqCQtWAkGPjtqqc/vA1KamlBWcRbX8+rnsb1WvdEE1Q3f3pKZdU11hvTg/fypQpr7fkkLbYZxg+gG1OWWrSy1lAfpN7GsFW670wPrFX7S11ZEg7UXx2Y+eCKIKqF0INgt0NQXOtmRpbQBY3y8urAm6CgSbxa0QptjiUP2BpfS6aq4CnlFuowoF7D146G8NV9Rgpk/PVosXz1QrGlYkAPzwQdOAP3AexLGgNnVk7X2mY2TMCL4MJBlHhPjko00DPi9f9GzeMR9RqD75WDWMkwWsuI7NAy/4azrt4il9q0Ai1ry0hW1dqZ+o39sSMAQcWubjvOrJyVJ4OAQcE1QBQAoQopwG/ug72r2vuqxzSgBgY1abWupodLo8lPW63eLho22BZQdu5wKgKIAXBd06PVl5t6SQ1XYOX4+sehC1ZDd1Tl0Bv4zEYKOLBbHmker7wsFQpKKy7gsEo/qk5ukLqdlR7RJ88/5VUoNoNHDsWMD50UOW0zGiaFXt04MDh+sA0jWp8hFZQ5bOrUbvSHWPUdUC9FSzuieIqXq8BC8aGvfmmpInzhggBSvNWlA22QLaOmvVD9R5JhHElalYMO/uaTzUJuvDpKx1q0JZs2vOLy83rR9RszKPd1RDebnB+QiPdJtlao2fDYH+nK/UxVVSg47jXOccy5nlPEkWOoZjHRvJFyhVGQ/q6C4IdgM/6euhYH9LfYbFMNvu6Jw/lYLbg09K6NA5B6RDTcJ1RlzQFOH5J+q78h1Al1rFZuG9vaV2cZxY55FkoASBg67V8naYqvnc6dq1cGOjZW2iLrIFT5P6E6tqQCjXM1RCG1sJAGv+n0jxv7G5pu+ZyQ5E7W+1PeAdUJhrNdvm/OC8GalvDXDqP0A86QZ8LFCufXjNX4K3uC9gpR2WwOpnAVCrt63Jg10310R/8/d2Y6V8MfITDmBN7gDjS/ICiRrYx1cB8IX62favXyzp2gjsNOjK+EjsZb/W9QHVNG3yAL1bK3Pd4sO1jRqNAN6A1YwvgDk+BtQ19lzf/+3/1yn+6C/Pi7+l+r+PlTBAD7A8112WI0HCAjll4rPND2zRCahG/8bL/KLONYL7rtx2i1GSCAIYR7AvB8CAg6gd7McwHQDHeJrhwDiATJ+UgWw/Sles0dA8eBrHb0kBKNvS9ZC4b7TLFcRl3UWfD75mFQDnv4ttW8JCivxUA6vjAbgtQjIeqDcLkI33U/+j7oG6Bz6oHoirOFeGP/ujE4FRHHJ0veM2UYk4R5h1fB3iBsW1TCtbchDPRVzarbyBPwva/SuBEwd3Jazjd2EBzPUzbIEdCqZ7QXbtc0Dg9sHAlTGM1MNarIM7CMDMLKe1PGB37GyRRs4sikny1LMLSY2AvyU9RC1oX3aPtmcUv1YGSLW/U1vieh7bifq9ATRdIV2ub/WKs0/5HFEeQxWe+v2h0gZPIRwD4OoyAXrz9aImcMDm6uSNNluZhUqEk7EC7gJlQ+Vrz5jJBtzV2iTFhcNG6juUuQHN0vywvjRin1qQ3XPjONwlg1RDL+lg45Bta3wbS8/sYyvjbC7E2MS6tt8MANv8TNA5V3jn4zzZ79PBcCggJ1S+SQHt27qePEEfRg3g/Fhi2Wrt33ysrP/fEgDn+4w5XoWpVZBaBetxTlTnUf79tG3O2g9J4NOea2ZB0pgjE3Mh/TBZd7g8d2LZ2xTA047JHHe+IQD8zSmAv08A+HYL6Oj3qQA4cxWYdk6VF5Tpo5d/WwPg2/voXS5RA+C79W4NgO/WT9/2UjUAfrserwHw2/VfvXbdA3UPfLg9MPev/uDyqid1r6nEBDqoR4l9LaoygsvUmARIosgCPnS7KHBlGS0VKupaq6srmdeJ6mO+eC7oubBu0EbVOM0qmrpaK6IlmwLJrnZTUF5A6VwwA0B5LiLitTKxivVgw+LyqeDBqkEV1qEu8cF+1wL2V6OWBfNR4aHKtPdyvXcdHcneWDCx15HyU3bPa+sXxaeyA6V2q8L3ZmGNEnJZ4BlL2/3XqnsrleqSapQuCcB9rfq8P/29/eIX/rM1gSoFIcjcvmroj6tdDZSIZp2eaT8KWFF7dVkNaGh7r2X/C2T5SArVZYAp70qoXAUa5/WGMScojuoT+AJAW2uuWSDI2p6AIC9qpwKCS9SdNJthXgIFXtUHJ22pH6XABeBsCJIBawHoKDqv1HdzWMkZbEEZSz1a2f3qQ2Cq3xuZspU6zi+eCZJrTFAgL0kpeqBlqbuGEm9T4GRxFTiEUgHFMgErxt8thIdSuGLLeimFJ6pXFNnU3iUYsye4CxB00Cy7YdUELqQcRMFsN2AU29gAw1YV6FttMiekwJby+0zWrQqvFSN1UK8nS2MdgyUBoNQWgNqA5OvDOG1uJcWtfvbMaPWRgQh1rtp8uE92PwoI6qIC+ReLr6UMBFoDBXdkcb3WkvW3YFtfY1FcykobW2TN+wbLN1F2S/EtdeqR+pt5E+Tk8lIgUMfdVH1r9nuhnx/J0nl+wQHvlY53JAv0BQUkqW09FMyel4U3x2YPcTZPCVKhcyFgaZPEFCD8Hrhm9XMTSH3+/FhBLn2pOr9eC9aDU9ikM48tA1UD9FhQnNqs8CNO4VfPBTg1nueXfasDvWx2hl6H9mD/TN/JspyvpOy2YKggeFdAkuSES/VlX2rzK8CvFNlmFSgF/pWSHlYEExtS0JOEAdBjjqL23NnZGNfZYz+0kXrB2MEzX1Fzsx1slaljO7fA9jhm2q9jUjN6OhVRn64qt4O4JQ7SWFZT97fRaFrtavqoq3HpKdHEgqyC/PQlx2AAkQCrBXBTwM/mBxcPsgCAYShgUY+7dTN2xjYnWSpdQ1DF2FBpAa4RWM4zd+hcFOqsCIjnvLDm60BcUeoB0nZbbgfa19aW6nanxBAgcE8JAZwnXEM9UOxN49rJeYASnbrenCd+zfTf8+F4vL98fx6f5Qe3gj6V6hvlLIkPyuSxtnuAnesCZ6wfL5sL5Q1tDCUs7V6hX7hOo6ZP+7R/aDls/IGzAHwA9tjRjm6GT6bgqil4qYFHGxW0NgtkLK8ZUI4ZS+x0PSesSJ1lrv1s0Cy3DRBrbmte8zKKtTl26AEsXQFcBslpHgCY0/93f/9F8bs/HRW//nc/031BXzCHdDJY/Ub9AKhlHuYvU2zXt1nJAMA5Aniq7RsA1kJcRxk/AHDMccbKATBq81SD0IfM54WOkePKwSvf23U1ja3NCRszt6S32ZzxUotdW23DSTjgY+R1H00FpRWt3rXmeBk8zRVKobz2ZW272Y6iDfFVwILxsab9+X7TQd5VIXzLcvULWurP+q+6B34gPZAD4K+/OtUzByUedFFCTQsQpcZsugGOoUzqm1BgorgFtDpkLMGXP6cHnPXrpEO3EgqHiwvXdcBuXOf9+SxTbKZrue/awWnY++Jygi0u33ltet8Ol29TIusZjWeSgIN2PKmkAQAaiGfX8AQlc+g1cU2kDAft4p5kzw4l6MUKm4+3P2yl/b4bcJH7sK2XbKfj3mH9wrNCriJO8LO8x9lRZzDTL/5RCzi2ZWVHUqJS1CueBX9jilubgLyVOU+bFvVuZLWWxxDVVbvcz308eQ7xe2e0xcY07k1pm9Zvlfyj6v0m+tafOVzNzTMByQVhGx7H6cpm37jB0ax9AX+jfm5pL12Onal0sSJH657GK9qT33NjrPOxsn0mqM9ueQb2+VY+v5RAuezVqAuc7ye263/7srkSudwvz8c+T+N5Iaygq8rdyjCOf4zjqu4/P968PdPA7KxtV8Fxvp18npXrX1fr3fb8EQC12t7YZhXU3gS3bQwrltBlR3EhKCfrTcrjvD+q7c+3n49brHN9/leef9OCxHp8XlROIPv2ej+GpWx1rO4O4HzN/Fo+zQb9msX5RNJDniAa16rJiwLPr7l6dgIATysIPFZ60rj7z5/x/WtaN87s31kz/vr3+XkVx8Xfcf+MsapeZ+NIqgrUSJyKPU1zaLh76777JWfPv+vJMjddJ2bN7+nnwt2Pu1YAV27ad++6H8SSeczinRzwbe/x72Sn395Gb7u/f3stqfdU90DdA3UPvF89MPePfrt7dXwoZa2pdEdSBDqgWBXRA7Csb/JiIoiqF4Ft1V/tCYrwIEzmOj6SKMfw+ezLwvn5Vz29lPqLA/bMWMoCDcjSPxc83ZLC7UxBfN7UqQ3bkvWtcr21tNc4JagCyATO2DYIcDg/0HpY9V4IcLUFWLYsuA5gOjoEdhKE55FW4FLWscPhiamNNwQMw/4TKG2WqgKrxwdDqUtV91I1ZlfXFEiSBfPXry4FgA+LX/qvN1TzWDDvFPWnlHU6tnMBFoIcq6pfen6OIlMwTOpf6vyOpNi8lMU1H1SUl6ppurmNko8Xdmpt8lJDxjqqWYFTFI6AEDLrgRAEZlgZ0CwFH5bAqOMMvqvuJpbA56NlHSeqUCn/roamZKTfsbEd12aylxOB4PmGYLhqskoNCVTHrhUl6O5eq3i9v188frJl43oxWCkOXgvqSJG5+2BVQFdBKYCaoNy5VI4GNdSnC3rBoiYrMBYr76FUekDwR483LPgAPFqUkg+1KB/A5tGRxkTwk3EpA1tQLIF7qYdXZRHel3K4LUttC+iYa7aUs5oTwCmUr1hsr+oYqevKZ1XjDaBizOkvfy8F77iKW7NGx+Nqy61tQKOrB08ErkkekH7RVAM7Dx3md5T0gJ0vfWQgGUhJ7V6AXVf7PKftDoeF50wH0VynjjDjdeYKcI33qhSbWDyz/aGO6VAq2wePlTwhZfAC8ycBHlrr0FDzhVZL4cqB7L86sv07NHSVCXAOxTfq6jmLEGJrYShrAAAgAElEQVTjGyoRxshBJes9fLRlalROR04tlMC0EEtsxuQCe2HNixWpRA/2e5o7q1Jio7BgPDwZ4/hIinuU/fp3T+MLol614KgCe5qr2JRzmhtA1XY3Npumrj5VoGzJ6samT4KVKMNRj640L3T9QN1LrVSfC6aEsICmUWjNbQF5s1hX3WNq/QqGAub6subG0hpwt/tQ81PnDQkHMMNVWbOPgKYAx7HCx68BF2qv7SMUF6meH2rY8mUQmCnFq0C5AWCAoUFZBZ61vQFW9tq/gfYUQI6av02p9WHKkx8Hs52OHAJ08eRaisqY62i7o/70krF2zD6+QG5swWXT3XK4DfwnWQNVkANItimYn+yIveYttRDdMtrnilqhn1GNc00hAGp1roGYQZBJMkBly+Wa/jf6BxGOEIDGUPsEdKOcJ9kmgDjz81TnvtUMVl+RmEGA1s48/Y7xsFq5jIHm2LzOWcaDpB8ALtbNxLtQN19xzdM6jaaSZKi5a8BXCUeS8nutaE+04fz1Nup81PecC9hdT7PCYzt92Vd//nm3+P0/vCx+/b/bUmKA7cbsqyOwT3vnlfDCtcrOw+ydk23n1tK54irWBzRwXXKLTg8SsxwAOF7gTf2bAAC/53zk/hVunAFdAcBYQbsFaajKytlUBcBsx6BxJRBn4CGbiDkA9gCQz7U43gh3BAAOq0ivVewQOsY11pkW+6sBcPXcr3+ue6Dugfv0QA6AXz7Xcw5OLDiCcB8ELti9yR0VyAbjfkBA29SfCUZxLQbgWqjbIGq6jukbS/wBCPLH7lXTo+/U8Q1gSaKPLce9E0iX1g+o5tdGL9PCnzO9q3B/4D6AZTHwkPbao4dtK669/nesZ4meSoLlOcG+J18JJwdzc/CrdMBDO361x1wq0rV8rBbWkfFMB8Al2SnayzZC1RzX9nHiUeqHOCYSiOK44h4T2/d7QDqGBJQDcsazQ2yH+yPvVtYf4+el60rjmCMT42EZZOX40CaeeTim+FiSldru1t1e/zfeLXIYbc8+Wo6/uW/m4JznjVnBwIC5Me7R31EXOu6LOQDOxykfm0gu4F3D+jBLKIjn3xxyBqTLQWn1u+iHWD9AMt/jSBWK5VkA2MfSVcVVwFoFwONOT+tEOmH+/eQyNwfwbwLb07b5JgDYgPiUU7x63jNXbA7kCk9KNt3wmQaAp9ksVzcx6zhmAeAqIM8B8H2C2NMA8Kz1vY3TYK7HLOLacL173ncAzHWo2v50Pt4JAHN8FUA48c6Ug+ab508NgG88vd75L2sAfLcurhXAd+unb3upGgC/XY/f5975dnuq1657oO6Buge+Xz0w9/f/xcHVQLxucxM1I0pglHay+AR4AYukIuwJIg6kzqTm48ZWw17Ez6lfim+uKbxcodqVOm9eD8rY166tL+tvV0ABKlHHtVpYo6JcFbhUbdvNTUFnlFKyFz0+7gqWHFmtTaycgRbUvEVZCuDgz7rq1vJihCKVB3wu7r3eUCpE1V0VRLL6lwTn9UwOsBjqwHZ2ttNLH8EbBodAheyfpVJsS2W4KmXfUnOleC0O9/v/b6f4L35xtfhrP9fSsZwITEmRp2MEhA0HAwtyrLfWBYjmTCX89Mtjs5c2O1mCUYKnI0nmhLKlBD0TCF4t1qUYdRWooKOUlt4ngFTgp2eHD7RtgBT1crHSJsixvSsb6zUo5qm+o1aqVJnq0zP1G8GjjQ2CLsTHHKzwAmzgQftB/YpSExXC4cGJWV9Tx1lbV7vl3a2XvtP+YtFVDeHdXam4N2KcBGQE2fuCco2G1rG6aPS3VJonQ4MqjBt1VrHfbcgyGGhHvwDagb+AyvZx39qy1hTpZW8peOPKw3MphteKYynG59Rf2DJjXQsAevGibUAS5e6y4Nj2NnWfHQAPVOO2IdLJuB4eHmkurLt1soB+MeeK8cPXCiAa+JOiVxbIJBJYLVW1qa+6qwCu9S1XScLxgdrMd2AcatYLfQlkA4QKD9oYrSqBAaU6Ntlg10VlEpBEgAqeerw7quU8ZwkSS8UrKcHPz1d0zihIuCS7YgEywDsf7IkBssDtC82ZjurTkkCg0KECoAKs6r9HjzXvBZRtlqpdx0coUD0I2JdMhhrZWDcb9dPXHM8iVrskN2hO2HjpZ+sB6gyrz86UvMCHOtTM9ZfPO+oXr9+7IXtwavaSfNBTjV9OH8ae84QgIgroc43NpSDdkhSgBJAePGwZ1CJ22O24tTm1tQnSWc1X7bx9rKQFAcVtWYpbPWKBN+YqvzOjgXSNRME+POkrCUHzSMePQp7jpS6xxSZ0LeF82tQ8WNY4OJD1lYc6H7CsJ0i3JrvtJSytBftR0QMSF3SOWQxO7WRsCVJSaxvYB9xdVjIBcy8U2IwPH4LCQGjgJMpcGjKv85+6gABH5t+50WKOF/UuAWqlngicsm0LhGodr2OHqt9tIfkd847LpTsEoHBRrWcBYCC314XW/MFBHaWxgPWp7BhsfrGOrhUjbQsRKnOD8UEhy6boR4Kvi+rnjq7TltCQOmpB85VjsiljAeoyAGbL+JSx3y1z3qGqVfvN0hj7bM4PGxNX5oeAweeXEjY0l9kMls2L6lO2da7+vqI+IsCb2sXUaNc2AKYtXTtYni50hbVfA+d1/mMJzfUtgroR0EQpbH2HQidL36etXY35s6cXxb9W8s7/8j89suQZjolkG5Q8JELYGKph9EPKC5gIDlsYbMJy0kE5gVXWX9bc4boWii7miambzYo8TWa2QZ1H1FhsawoA5vsAwNwDuOYFww1GUWUVFshO6jVTqKdxjeC+tcUC39RT94QaSwXS3wECWGZc85exhqvYHAY2TALg8mjKfxkXqcZ5b8scDjlWrQCe1qX1d3UP/GB7IMcHL1XioqeyMyTEXQJ3LVPJLsiWcMPzid0PEySNTjPHD4M+4Rjhz9gONTzBzGv1OkANZaZf84wY+/WX5yWen7U9f5bWvdueP9xZxP/4c0coUEkGtXtmJJkl2GfuHiQBmRo2d5xw5XDAGQfAWEDruwQ/J+Cp7i3j0gS6cJ/pwSwH0V42wbS5fr2nr3go4DptCWaepOT3hvLCTX+yjkHi5D7BMlGPNwem1k8JvAbUtXuG3Y8cpMV+zALbLJpxIvHv8/battQumhSgmH2ZgtveXbyeskH81ObLVJvDt+cwhvs5Y8anfA5wOG736gSAp51YTKt8O3nf5GreSevwBMBTH/rYeoJa3r+xPn0biVX82/YxrtEbpUiS5XQC5dH/3kcBqdI7QFKQ58dj73gpmdL6ISmAq/B3lnpyGgCuqoRzFeacnuX8OKYr5m4LsFYhbD4vAnRPG6/7fpe3Y9o+/ZlWSd/Me3uo8nMoX3b8bDXVfpkkjUnKXLWGZn7dVrN3liX0NCXxbX0b51XeV7P2XyYDlsfsblnTk2O+OQAc159ZoHlyXlXn7WQCQWmNHsdMgnr5ycGs77cc3xIA5/2VqvP4V9MUwLHwPQHwuMZvmkvVbo7H4pT+f9/pPl4+Txz4JhXAxPHi+vXGjXsPVnz3ADgOcvr8vq0LagXwzQlEt/Xfh/77GgC/3Qjf5R76dnuo1657oO6Buge+nz0gAHx0NVJ93RVZPm9uo5idNyB1JiUgdqdLApOvX78uHuzsmq0pKsBzgYGOACP1fwvVpSVADVA7PzOjaL1oU8vz3GAXQA8V50AQ+aOPtvQ9yq8rKVrdLnVHykfxI7Ox7QgKYtXM7/ls76hmqHYxlBq3Jziy92DHIOlLs8cFLi5KYajaojsrFkY5kdXqEopMKVmpRXx61tN23Ya32xYwEsT8+BMpYIFCgrTYMw9O1D5BruPeggBwu/jlX1kv9mSZzGMJttbYW1PPsXtyYvWHu23VvZUq7onsnk8EiFELrjSUja9gxrEsja+0vDRzUmbKPlrtMBClu/hIsPFYYJQgEspoVIz8e0tqYWotr2LrLPlaR6rY/dcCwgJNOw9Us1Q1SPsnbtPbWl8x6LQoNay9tPNyboEgXtAJjABqpNoWKF4QVEK59+zpgdSc27LRld21oC211rD0Bu+djgA8UjErwLQqSDyQ5W5bx7msuQAgA8jwWVMiAPVmAbMNfW8KVSUJsOctwfdT2Ui/enGkl1+gP/PIs/hRUwL9YJgMEFAaILZJ7WiAnuyrD6XgJiFgrbmufkDJ6NB1WXBrW7WFV2WpfXw4KI72T4rHjx7YfDiSypZY1JbUxMBPlKwoSA73Ae8QIAW6dIyM/atXB8Unn+zZnAaCmlU1FuSCe8+fta3Gc1OgfXtLL++y7AbwAUTnBLYGgsZmSYeyUWv1VH8W2AbU3NhwS3NJGwV/gag6T16p5vEpNtOC33KuXqGOaQJS9iKCQpYEBL1cYb190lGQ8RIlN/D5wkDz/BIBF6DukimAzXpasJDEie2dVMtU+z183VE/qaa1dYDArZIdFmTLTaAGUE2AT0NpynvmBep0AB59dCbVZCEQj6X2OvkAWDFLuX+i/r/UvwG5HOemEgPaGnfmQkvru+rCcz44D7sCzJzxWBCj1jTLW/03GhI1PVVNaYKzKPIJ5rpqmQAMCSYEUYG7DUE5LMFJGjk+Ggoar5m6GNiJm8BI16FmywGsq3yYv0BZgK/bSQPCSVzoqu42gH6kY96TSwC/0xAoOCr7QM3zJfUPQY+OavvSvw2tx7XHrMntkhN2fVzLqF2s+aDriUN3r2fL+zw1qUkq4DtqHRsAZmLZ38BbB+QccLdNMsSlqfb5AvhsC/JRwGGdc9oUL0rPAGgbuHbLYoIXy9q3AVMFH0cC5KcGSFE761qMwpSrjUAxyzSVIDMnZXp+HPEATGyDMeD8c2CLasmPh3ZyPqEk92QSh53M0cLcDXTNMQW41z/m4wAYO3xPqGB7ywLq9OUZQXct4DaHvgJW+YtYh6egegDgALJzOD9o+wEz8xcfIDFHxVnIfj1IlALQ+tezZ1fFb/zOq+J//h8FgBHWEwjWIiilOd8s2IxNpyYWINdBuL+wuzKL9ns/WIA7+8M4UmaSxAVLFklKMYKwjFFkM9xFAUxw2IL1Bpup5ew1oF2w7u0cB/BSv2GhHUokC6An5Viu7ooxPkvB2ioAZr0xAKb/me8pXhHA2UDHlBjv1BppNnenBw59dtCPaaLUAHjcJfU/6h6oe2BSc/ZKz0wvnssDem5V9y4s9XVv1wWX6xUuNlyXgBckuuXBnBLwci3zxBu77Bi4ddtnd8koYSi/D7WgweHMTjkHQdSC5X7hqsIysAvgNDWyqXV5xkquJukiyjbsj7UlYLSPeLQJ6AvI9KQaLv4OgwP+VRWTPBsAgK3t7C/gVKpdH3WMeb4JeBlWxrHf6Ldx/VqganKfIJktVxDnfVxabPsx0G5rJ6pktZl7J/dDjon7PCVyAvBF8lEA3/g5+ojlDKSn24hbVId62h02GDs+3t+UwyEhINVpTgnAjE+AXXo9jjE/zwwiG8T3e1Je9iFcUXIwGtsL2JvbQ1sSGP9limybEwHlE1Rkbln/ZwrgKmz0vtKzn+B9gN0YM5t5lkgwaUlOP4zniuX+OqDN1+PfsxSoVTjq50e5n6oimHdkP45JOF3dzrQ2RHJCdSzytgaEndXefN38uG7aZsyx2E/sg0RQ6/M7AODrIHUSAE+zaI5542M3/fnoPgA42j/TNjp1goNcn9s3AeioYZ4/Z74vANgt8a8D3rsA4PE5b+VbpicqhKK3ClS+LQA8l+bD+H0srnuZ+0F1rt/l5xoA39xLNQC+yywqXUfutnS+1C3vgbdssAZ0t83f+4/Ivda47T3+Xht7/xau59f7NyZ1i+oeqHvg/eiBuX/6W4Org/2+VHqrssdVzVBBwmScpgdyr6lpyj3B3TWp1bodqfYEIsQlTfW51JQtJvVqLaNWSkJBIQIEmxuy3CVwLogDLO4Kfi6gwlsnU1svUwZ3UB1KRSnQa/xE28BWlO0DctY3pEJdEWAV9APCAg3ah4BEwIMHIpaXroonHyWVHMEjWRkD/85PAUwCriOUsrKoPuHlb0VqV1nYbmEpC0kQ0OtLgSnV4ILA5W/+P1+oBvDHgoFYeKIUJNgDUDpT7VEUqE21T30lQIptMgGLU71BnCnwwT6GgsimQla79h5gL+dx8p7ssQeCa3ywkN2g3q6OD8i2tk7WuKCwYBQw4MVXZ1YblwDNwtJASs2mwFjflnflAUQRECJ4JpUrUJ6Xp4V51XA1W1+1U98DE3l5MnWgQCs1e1dkn0xgPl4YGdeBbGfJpl8UMD8U7EPRCaBelCrbYAx1kwWaWrKRtrCWxnpOQPJSVttz2paEwsWzr7sG15vNlgWCnnwiRahFdtyy1tRz+rNPHWdBZ4Ai21leaighADXzstUv/epLqaw1sZa073WpNddagkKCSgf7batBvL29Y8Eb+lgOfIJ6p8WOADqqauZlT8AWVfClxh/pYrwM7uwK9Kl7nz5tq2YulrvqQ4HX/VcnCvRJlU4Cgo6DOqc++x34IUJg/LBL5uWZGr8HGouNDdkVC1IvoOBmX1hQU+dZQ9xRogEAGoi6ruMiIYGOw6oNGaZNWylrAUBHB4JsUpOPBIAtZmjBHS2jeUyQCev0OdXg3dR8xS44kvDjHdfijib9BsNSrxf7asA1dXJdKVDofADwkozRkuD++JA61ATt5qXmVaBT/UKdV00PJUYQFJ0vekpqmNO83tgkgcM/sW/U4JzXqIup3X0pq2wso7H9JXir0bV+v1KfbO3MadwE7HWcBJAaqrHMNWLQCwAqe3KN15ZqUltgLUUDrZ5t1KZTv/jxsu6kha+BOqu17VntzDESUDg25l2v67WmAZvWTdoWAllT6esHLN3DpYADNQiW/ljiAkOrfZfiB6+ny3jRx5ZMYTTNgw6mLNI/SQ4gdklQc6iaygZnzepZgb4LXcy4bkih6uca9scoTjk+Dxwb5La4Wwq++Ylo85KEk5HA7JXmrw8Oyna3w7c2aL9DbXvJAtSOmoH1/Is+MrtjmzgoapX4oyA5CRwEgq8011qtZgomsayrjgmkUy854Kztlf5Vwg39FACYxA1XXLsSyoPSHnjFUpxzIgIwCJZIfIjXRw5lSQkE5uqpTx7HsXFOzebcdxtxVxczOK+k/P/t3zsqfu1Xtu1cdqiq6zLEVn1IgNprNHrw14LSyWqa6yzJOJaowdLJrjsCkg7/vctYx/vJreYJkJMMw3ZRnVu74wC5N2UW0IwnmluC7WatD1hOyRsOnN3yO4JzAc4Jfocttx12BJKCxKce9GCrt20cZOI+m72fl9+XfVwFvDPjZ77Ktc9MQJyWvO/2Zuym/rrugboHPrAe4Hq4f3BafPW0p8u4ADDgVs+zXNd53kKxyvXVoc1kYN/ylvie5zOuySQd8SfBWBS9OJ2EGjW6jsumOUMkuBZqzrjeA37tGpoApJd+CLiCK4Zf53kO9+ShgIoOcknC8/vfddt+1kMtG0k3fh/DLcMv0rmyk+cBnqOAuaYsTY4N0wJa3N8sAYn/tK24B8Tf1q+pVj37AVTZ/Yw+4Jk03a/j/hXr+f0tlGDeg9FPPGv5eyLPPck1JJKTeOxMKuTo53zqBgzPHSqMhae2h9I6lvM2Owzmd+OxBIirn6Ius8N3OyJ/4EtzpKzHmxTTFUV4OTd8LBlvc95he/qZ7QfMdJtvB/Y8FzFHeeBgH2HhzTZCde4uSmW/TYxJgq856A2AbtuI7LhsfX5PomXwRX8uKpMU8n72gymfIatgNPpncmx8vKcpiPm+BOa+3QDE3m/pGTT9nSdE5Odvfox530Q7fI6Xbifxfd7+AHqT6/hPvpyr1PPzJe/7fJvT+mFaAkfZT37sVaBv/VEBsVVQfltAOiynwxEglp8GgafB3ttAcP77XBWczwH/d3VOMbb5d5PX4zjOaFO5bT8P79MPOQie1sc32ZbbzngnpLzTlM+s59E4hfz3XEcigXGyH66Pny83Q0htr4YcwzUFcHpPsGsVTU4/j9870pt3td/ikMbNqxLttMB4fzepmidGdDo4J8aRf2a1p9rV0WuzFK6z+mvqoN3w5W3n0323d//lb7j23mFjs/rnNqwacZk77OKtFrndGvq2lr7V7ieu32+3pe9m7Rmn53fTmHex1/ccIH/314d30en1NuseqHug7oG374G5f/bbPQPAPNvvPlTtWmCrXrbDsoyan0T1AcAnqo2KLWi3eyJw05LqcFA8+EjAB/DKQ6yW63V5QZ039aABECnkLs4XBbquBFqlJqRGo9WaxfJYQXJF3gdDeVDLUndvb9dgG/Ve9w+6yfKWQI6C/C+PrU7q8SEBE6lbUTZq+w8fbAiioHYFIEnpuIYyTJBL6sqBagGfDlAoKnB/hhXtmlS01HpFwSkAK+XtvJQHqFEl6lUN4Hbx0eNGsb3BsQpWCnLv7u5IAb1fXJ4CChpmw0z9X/qJINGFnsSBGa9fdnU8OmZBMTpT6FUArKVjWRXwEjASCBKKKX7yV3esvwBpQymvN7YdlNhLgPrvWPVTsQaGgABkHjyQklHbQ2U50rGcn5IxDjhe1B/Z2OrYeVc4aZNFjlqVOpvAFGCwW76awgyLV6vX7DCIj8UXBK55+RkJnh7L5nh9fVVBFgXITEXtkP5M8u5HjzYdMvFyJfXoxQhlrqsdLAtdcOvB3mbx5ZeHAvLbAt2QNH/5wfKu37tQjd6Otil1sTqPlzjA1eYOqnLtX3391ZcogZfVx6iH1UZT5HowRktpO3Om6F0VraXPUY2S2Y+qEftfQAmgU9NDzUStQLukpN4TfNMxfvmzA6loNwQcBdMFmnoa/4U5KbXVb4O+wK4Uxw4VUw8BtyyWRDACWD5nANjUxYLYWyQomAIZVYAHifgc7A+sru2Sgn2Mw5oAdUOWy/QRVI5xZvypvT1/JUt0QT3bowFg7VTzA9Ujn4bOhUUlOWxLwW1QPbMWDAAMLKIW8lH7RDV/12zM+czrPDCLKepYK1DVFFBnzEnSIJnA1a3LVuN5TSrb5jrAUkpa/f6xrJ5DEWnb0iZR6Bq8MmgGqQP68heqWvrA4aUFBLXnLdmLd5U40TmWMl3n+apqAhNYGWjeE6hbXZOl9I7orLZtVsDAdAI/CiCFioaOH4OrVJcpgpe2r3jP55CZMj6zdT2QDbpgN4kGm1teh/yk4wpulPO86GMJHNANRQ/zkfE0FSmnj81f2+D4wzkPACZRBejPOVf+kkNBbe3KYm+nQ1lcEZiEKK3tY9DPISjg01wL0q+sH7P3Sg926/9ol/qtJ2Uy5wLb4JwmCSM+2Ff3sbMG4Gt+cmnxerhee5h+YF9cL+kn9czYutF+1kJNJV+g3ifIiCqfWrO0LepT0xbisFjX5wCYc8IYfQrmouAikEI94FVk3RFToek6vhwA036CzaiALXEmdSvzwuwjU3+g6rXrZfS71hmOFot//lsvir/7y4+VPOLnL5aYBNGWZaW9TH3G1N8XAuCuesLKMeZyCYADNDPPc+Ut189Qmfl8lAIYcJ/AdA6A+T1h6CoA5rQEHAOmGQt+7/A3TYkEgW16ZFbXXNccgk9ORk98cGjs6o5J1RnbmRZoGQfnCE6l9o+59fQ40ORJkP1UA+CZXVP/ou6Bugdu6AHuQEdyvPnqme4j57iX6AKZgC83Ny+3wTXK7aBDdQogBvBynUUZbLau3M1IAuO6nyAdSl6vs16qh1kvwJol23DtTIA5gNGZErO4zxs8tgQwnpv8fuDJQ16Chm0D+LgqW91hLbNEEfq4wce/rF1eQsPfrTw500oCoCpOMJqyKwZntV7UwM0hVkBgNpsHtnhXyy2uQ9EbXR/HnwebWcYhE89wbgltTk7qZ6spqz4JABzPW/FQYrVyea9I9x6736WbmEM2xs4fzOI4A77lQD5fLwdTtCFUrjFWoXRmm9EPNiZ6ZvFa0A5MDUBVisI6EGT83I1pDHi5P5I4leaA9WsCeD5efr+Nd2Evi+HIBvhrpTHCkrryoGjvLLavcJWZtI12uF2qb6N/Zp0uAT9tzuNyNH5mSLMtEiazdtgcqQCg6n5mBUjj2MfP3umBLICAJ07gcOXnp/ddlJMoobdDeX+mvykYm7frJgBcQvHyQaVsY77fVO+3cq5U21A9zuj/SMCLnyfXK+dG9fffFACutuuuAHja/AmozO/eVwA8Of6lEvguAPjaXGVq5O9lWad8VwD4mgK4BsCzLnX3+v67Bzw1AL7XgN1z4e9+fO/Z4MriNQB+u/5727W/7/PnbY+/Xr/ugboH6h6Y1QNz/+YPRlftI7cB3tkVORTM4uGZ4DS1Ua8sqCzbMqnEqB/qcAllHVBFkGFnTcrXE0EWyQsVeT98iUKtVzwSQEIJd0INUixvBZCH1LISlOvL1hXotLjQFBxrSAUs9agA1LYsaQOCHBy4vSiwFHXm0YGAqvZB7J96wRZwF1B7uLttNUipnwlkZdm9vXUBYyxxCZSonQsNnNYEcrsGYrAVfvRkXe/GHtS/4KVaStM//Gm/+PRJU8emOrw6SmAKtsGo+ABHi6ozS83Z84ue1b/FUpcFrQ6mgPbBvtYTFKJ9TalwN2RRvKbtfvUFVrWq4Su76i3ZHwOZLqSgffHstHj0kepLUrOULH4FF06kpN0WOAZUvH7p/bqxJcWglnn2s56OA2tpQezVK4FMgSZtnw/HR71coKaWlg1zQ+O5MQ4uoSIAIpvyL9m/8W9jigZ6VIdWUA9FA8CoTc1bwWGvQSvV9KbAuGCd178VtNJxfvGXPUsIYEw3tqSc0H5P2igo/NiphYuqEWEA49+TCpvanABbasRubq6ZCpVHaBS9T79QvwqerW+gfABkE4RCCYL2UbV/BcePj04s6NJUbeXNLa9tiqXvnEDqierkUp94IPg3rwzwhgBjQzR8TiC5IVD27GlHfb0sG3AUtQA3Bd8uBIfV3i+/fCEQpzbvbJlql3YOBtgvY9Sa+4wAACAASURBVKsteCqL6qP9oVtAY28t5fKWlOuuEETNLAW45jSJBu1jnQOmukRVLIWmwPnFZU/2xppb2L7qWADiKLtXFptmgd1aa5p1LsGzc7WdQKDXbJOVukBlq6UauapJTM3rre2W2ekS9YwwCEGxk16vOB+6Nfo5nuyoYQU1AcFsC9trdyoeGpQDfpPYwfKIEde3BAaVlIH18Zosi1HeA8A5EpZ68eLYgjimTtcYbGpORA1TrLyxKGZb0pUqqDZQ/6AuZe43LJi2Lat2ztFBzwOq2GS3VH/b+kkHYjkdPptteeY2D9BdzcVFNRzlA/E26v/21Q+tdQF49QP2zwQWDRyyusbsXMrkzhH4m9rZzFHNEwWbUTjbNY5RULBvRfMCVSnLbW7KiUD94HVoCSx6bezyQ1KJ5pqOcX5O80z9xPy3XaqjUJKenlEDHNBHZMzPTYBrUwp6AHMeJyQxZSB3AD5rsoKmvzkArJdxVOB4OK8NZNJBunahbkct72DX1b/0GsFEzm8CoFYZ2OC12x2TiMAcB5aLh9qH890Dn36MwEMsLll7SRcowCn75xroSqFL6ysXrZLUAYglWOzBaJRPuBG4JbuDzqGu86itcEwgiHqmeslct1d0b2EdlMdlloGu8+YM4PCXNnEd4mMKH3Wq11j2F26POWqczeJ5tfgnv/lV8Wt/61NrG4p0C05aewj6jgVBCaT6tqJGJPbl41q82i7txJWBeyDHFPszdwd9llEUMwaYSKT5Ee3y3uWwUo3HdIKOIa+276oh4L3Ph3yOuQqKRIEs8SGzmxwrLbQix8bPXiPZ65PHh+t6nsBwPfA7XtSAOOe0NTvm+22ZvXHg5Wam/qtWAN/SQfWv6x74gfVAhEy5T3aUlPX8mRKaeFzBQcSep4FjDtm4MPNsc3oqmxKeXXG2SOpSB8Beb9Y+wKZ0DeM6Cgzm/uIWvsBgIwN2D/FVSCwC4iVrinQxPhfMpQYtz2AGl+1aL1cePZQGVKONXFPDvtfvgSiCq88M3jTaExbJJEB6TVytnwAwx8bzQ4BPd7rxmroOC5PddKYKjePmdwZ2ALF23A6/AhpyH+N4SezkuY1+8j5wQBnvA+7a4QAYKMxzAOuxrN2zzBHK+xpnJD6UJGA5uw9Zf5sph/UpyxrkTq4Ztp49p/lN0fvPn8V4JohEwOkw1J9CHWY56DWArXGiPAq/4z0KKG2AvZIsFYA8t3f2kUnjk27QVUBMW9yFw++1ORj245msJRv7LRMLSkcOWx9onY1nHGv172hX3O9zyJWD82lAM/8u6jWzvXy96s+xTg7cYhn/28fsmiIs1WqeXLace3EcN4Hm6u9yAJyDzxhz3+ZtmWoJSlci8OW+Yg76/LvejyVMjuOPTZGIW1XfxvhFe+N5cBZwpv1xnPkxxhhV16/2Qz5383/n86S6znQL6IkXnPyMmNov5QLlOZz33/j5dOxq4G90cVzj88Kua5OgN/pqmhX0rOOtfp/Xr7b9VqbJrITFWG5SCcwWJpMur58f6byYXGzcrPLWVEneTL94XxXAeckYH0Bvf/X4Z40LqTne/9M75q4K4NsATuX0vtacSl7OXafRPZarAfA9Ouvei942/vfe4Le8wm3z81tuzje/u9viBN/8Hu+1xe/7/LnXwdYL1z1Q90DdA/fogbl/+e9OJIiT+k9AzZSYChJ0ZAVMJvQK8MgoBDVTBYC+FvDjLV31PdcENLZ31k0x2DmU8pDnIJSGWIYKrq1KBbz3QKDK6qcKPgniLWt7vDAPtMxQ8Zy+auiu6uWd4M68VKUoS7E8JkBhwXGC4Qk2Hx1gpYrK1S3amoAjqYavBBpWlpsKpBTF8+eHZvm6J/h8NvLs/J7Ut1anVCpL4B3PpatWg5cXcYEZwbkrBXmWBXr/6Ked4j/4a1LtrqDelIW01HkAxaEaCzhSiMZUhJ1ux4Dcsmr/rqp+rL0kCAD3TwQOtV9echqqawpUAKK/+lp9Imj4+BMBhQXqny4Xvfa8A2BZEp+rz1HdobYDjG7vuvVuT9tb0JtJa+tctT8FgP9yJCAku2sBPex5t3cU6LCnctR4FwKPgqNI4DRKxLSwgV6iZq8F9y9Va21f/SXwrW0Cc/gAMkx1KatgQCUMYYgauK0xESAkaATwbbVWi909WTsrSHel8V8U5Pvyc4275g6/39yW6nt7pTg5lor56FwQd1EKUKyFUVy6EvSkK2tkQX+CaaizNzfXBY5RfmjwVD+4e+zQ91Kq8wvVvl1tMAc1PwSCgIoHr6mh7DWemYNYIzc0pwjWLc6vaFw0XhrHFy+kWhQoe/hENuQExgBKCrxgz3wode6a+rowQCkrcPUPY3sqBTFZ6gNBK+A1MAohJd3Z76utGy0lFcjKW3WAUZmTALGlmrxWn5T+F5A0u+2zlp0TtIlAgdfNpm6zLKwZ1/TAZIkMRwPV8BUAllX5umAmXQ387vQ0FhofAFhL9YTp48PXmr9qYzEPJQWMr1itZ+YZL6/Uyu12e2rLBghP0JNECcmM9dnSPAHoqUywIKDOndaFVLinxelQdailKCdJYh0Yuy0Iq1WwNybgR2BthQKodKH+PNf8WZh3C21elFtSi5Po4FNQ7cNL+rIl5S228Ocaf/bLcUpxrO2QsEAySKftVsSo8bEqtvrDSg6g3woUsgK0btG8pO3L3tuOi3q5ujYk0EmwsdVStodWGQl8em04qa01T3EgIBbZEYgnUNNSIgpzu6v99k6oN3iuubwxhrEjgXUCn1tKmgBQ9pVIwHVvfV3nWoqPkNTBh6QFjoF4KOPtlpCAZOpf07/0H7bawE63TWZ/9Af278wrPsBE6gEbkKbOuK5Vq1ZnGQiv+YuU1gK6LtG0zWCbrnNiXtcSwC020mbdYLCP+Yo9sgfpcE1wJREKYwLLKXDLWHG5Cvaqn7nE018j1Ya2xBrAsA7E1FeWSe+wlISXAMAcs9khGkT2wLzFdTMgSg1y2rNi9s+4NHjgHZUvcV+rMWxzx2GmiYbS+qdalgA4ymyAK22O2n0owDxorTG4kBX56VLxB3/eLv6rv7Gt5CKuFbQFoExSCjAaRbAH+qJ+o12y9YekCq9h6GqwiPdYkk2WAOD7p8a7Wz8yUgGAfYw90BsKIbbn1pG+n1Cl0R4PogDUPfnB9h0qmgTjxx1hS/gn7D25tvAJJVkA4LCU5ncIf6ovn9VgSPyevomawuOdZdaRWROyxswKHHpfxKd+AZvae/WXdQ/8YHsgB8A9lYN4prInOM0s6hllgQwl6sqbo4E7LHAf4Bpn1zVdW8b1ZPUz2t+4fpaAxuu6cy8L8GAQVX9QTwJpDY6mBFBgJffJsbUvzzy2M7+3sSxt8PVoPZBRSW6ZdTKLh7Wy30S4PsZ10MEl93wHpiQm+fP3pUCvJ/qRUMt9tKz5jnPOKTZEaTNjQKJtxfU6B70xoXJYbPch7v86du7HEcB3aGwPxubOMoa11KlH2UodZBKMSIiibywRNLfl9fXpswCuOHOwHdYzuJwgdEDg8h7nvwuVcOzb+7CSiDTlLIl+nwaA6ar5pMpl1eA/ORCu2m7mNaStrrM5jqTngbR/ryfNXEv363GN3/I4WXQWAC77twQGBpuzP+U908HYNNhSBbXTAOPEd+k+nkP1Wevk+7sOZUsAnD9X8HY/DRpH8kH+HJBvMwfbJfjLnymuW0Db+TJOgLgdAE979ii/mwTAfm3J91+6qUTfxe+nAeDy3PNt3AcA2zwdl/TwLVUBcxXm5uOZK3xnAeDqaVS1ar5+mk0H6OVy3ywAnnKa3/urAMc5BH4jADxxnZtsxn0B8GV6Fq4Cz6tI6kwP5dXz2j0tZgPXmy2gs2vMtOvn1J6dPJ/GALjS8BoA29l577k5a4XaAvrmrvy+vz/WAPgbO1XeaEPf9/nzRgddr1T3QN0DdQ/coQfmfvcP/QkUUEN5SMDM/9/emTbHcSRneAAM7hs8RZFeO+y1/P9/g8PfHP644Q3HbsSKEk+AuAfXgH6ezKqZQmNAYEUFtbE7o5AEYPqozqqurs4n38yPqPl807Xm7yIpjIUZA6Dg0bEKMV/4qTG7Tj1f4JyK0ANg4cxQpSyR4sJPIIW1NVXIrZOqWD/3FYQ21KpKO4E8H4FpKjfXVldDcakK8oyCocvAuXkA6TL1OYV3qvsELUIpVYnHxyeAEiDvE9WXKOiOL1EQAD4BUyvA2Hmc/jPUwd02XfQn983Fmipef9JZsQAAnjcN88UR21HzEsggwPm/P37s/fAfjwC5x3GdG+ubAb4GQDHhhE4owbXwIYACoMoataaeFuQIOFUyzPZJDwtJFQbPoZS9AEr0569Jsb2Ik2tAmmdA8YmKTpw7/aNIaTwHwFTBNbw+QxVLPV/JFuBIlfXZKdABx8jPP+0DcFcCjJnmeRlgZO/pSHj//oBrQE2N0ygj4vO6BV5LQMKdR5sAZwCq0IXjRo1gYRNpjQXoM6hhrc+8Tn3bM5Sv/quy2v46OgTAAWiF7iuoameB2J8JCnjzOv9/jQL66VPaBRuzFiyZYSNgwPrGAmA/1s89Ap7PAPCthyvE2ELBayrmGUC+StwP784DupgC2jrBqlVNCR7qP5SIJ9QrvkKdp3PN9LJb2+sB8g0MGA6BpO9JORsBC9R2ZYysU2uZoRq+uFpj9c1PJ/SRDh4g6eoSUHamtw/QF+ksraCIxUm2BKhbMWWzvcBYPaLu8xbgb2+XVN7aa5l6w6jeX/5uJ5yIZ1ybKYfNPe11269G3usg814xsMH2bG0vRUBABgxQaxfF7uUA+IrNHVNxxvnjgHlZKxaHIOPm8JPpogkMAFjr1FQRa61dVQkvvrdmXgLFz0DBfertqpDtAcDXSWU+pF2Pn5kjmHMyRg3yODwUWKv0DUQIuLc+sAOJttEPnwDT1WG6LAQGYOtJe/f2I8B9LVTDwi/H7ONnmFeAGA4x1cEzvY8fsDHjcH3DjAIJSFeYD/rWF6f/BwQ2uD0ltRH9YH9qeltPV1Cno9FxqUomQJvKV2tOq4LlGNrUmt2+V2eq6azHeq1yBafZo8fWsE2FaKQ2xxbWvnZ+U5EqsPdvG7ZNe7tNpIUWFDuWr0PBb9DI5uZapEE21XGkRqQ/hNUGGcyHlDbVti7y/TemNo43ANQPgb/+X6eugSre/waTRE0466r3yBZAH52fOg+koiVTfAv0dQSnE/U6oGOmqbSusmnK6/lsfylBGHOU82+8oKvQJ/BGNb3HFSgvhAJKR1O2t7i4qceeT4ms1Z21fas6tnqeY45hBxVKxW895pNj1hdzUa2hZZ9479oHVSVjQEPC6VR2u32k/tY5r5kaH8QFMFqgnWDZ58AFINh5zb4s6mjhAM+Va+79n3/81Pvh33eiDvYZ+3lZpin3PKqVq/JGJ34RIMU1Oa+o+LVmo5+ov1zSNtpX8bsgwN4Op7CBQKkoj/ZHf2W9dD9ZIzCNEn0maMjf+LkqswxwyNrq7mcAkPBZ53NsWesulmOG0zmCobwPMt2zHRCpOPlSFZWBPOPMDtkWP9EnjV+zdSy2TqeuAyptkdf1JRXvDUXFhGjg6QvYuC+mP00tMLXA2H3qvHgKAH79o8GZ52QrIesI62mDHa+ZHxd5xhrr4trmkjnc+S/mx3hWGASVKaBr+v2sr+sz0Pky17/OpbVubAQ+sk1NIX3GGtI51wwZAYDL8c244nM9p3GP47ol528Vv/m8yrVJnU9bEFvTDWdgToLSzIDBOwjtUo3cJ2OGnyHruarYrcdwbZHPjkx3XNvvu4sA2WeB8LQqaT1OpKD2WSSAjYAv16KuWXxepIL1wjorZV6v47CmgBYCB1yL55EBazxnI1W1AHhcdzf3G8Ohuk7JlNCpAG5r+8Y1FgVwW9PWv9tf9RlWs2KMwHSnneP2JhxLFfDNFNA+i6sNRqC7rE9GKbLZRridAQD5ZQZ+jSj7LZVrDUZw2xG4bBTG7fcByssx2xTQtf1V8RygujyYWwCaz9wEwG3d5wqK7wOnN0Gv6+McA5HWuwRVTALA9drqeWp727/n2BmD4AgMLQDYtOjxfawvxwuOFkjm/obn5cpyEjiu530IaJp0nnqOu45zez1SghDLvXPX/r6TteCne13u1wWxY2DsYjdt0grT8xjje6ndv7V/PXb7ty7Arb9Pale7f7v++3IN4G4Lbv9ezzVek44h+ug7A6FLkEMdS10bd8fal76/r1XdIIZcz4/36iqAbyh/G/B7lx2780q9HyJTVn2X8r4o04lFmCZdTxfwdtffXUB8azyMpqvxvXZdgz3yFTM+Lda9iS0nA99srC/P5ftOCvnazvreOA6seRhAvq//6vf1+HfVoH2o8PCufrwf4k4KMPn1wG+9zrsA8H12al6779t04vfNK+EX95/WAP5F5h3tNAXAX2e/r9176n/4WgtO959aYGqBv1cLzPzX/+hqScfB4fEpEfio1EiRPATg6LSw1uQ5cHaIk9pFaTpJSMtGitU+L0VPn2WtyFnA0fkZjnpegBcV6rHlh3enEQ2+vqECzFS4AmA953OkMz5AkUdN4GUAMI6GS9JAmyo0lL0B+Iz6FzzjNOGUKlvnlNcBQZZWUANuApVQIX++nAMAk/oWpwWHAtqQiprP7sfDgE0bSBsz1SdLPhazFyhsdZ5ceV1Qk+cvTGOLYx4F7/u3R73vX232DkgzrJJrjX3ldQOAnlD2KuBdphwL5wxpQsPpAPgbXs6TIhgYSLtnZgek090A3PpS6IsjjqPPp6GW3CJV8v4u6kDA3xIgxDTFpoL98O4Q55TqXpWO8yhjJaPU+gVqv6FGmvWXv39pXVbrx5qGWqdZgjprh6mY037v3lIjF7K2uJi1yOYBT9ZeNUXr2zcDgC9QBPA029c5BZRiu+fWcTabdYDSZDten8DmM+c7AWxbf9iXYFWOgmKV1u/ffcJOKJjP+ffqAuU1CuE+fUb8wBqA2Z9NCx3qOFSpex+x/awySdWbADZqs55a/xY17zUBBO9+PotzCsascfz4CQDelNN+aI+2jQh9HXBFBWitYK9D+Lr7niAFFN+Or/UtATCgv6zj64LZlLvvqNe8vLQRL+w7z3S2cE7/wQj1NX8e8H5Nf18KJIF+UZ8ZJauA5/xcReps7+WrR+kgQ4lZFxrWbzaYwfOpegwAiBNmhr40dXOAw3hbBDxhmnMCG9a41qjt613TV7UroKaf+McgigvuK0HyNvWSVSXvkQ7dQAPh2daWCg+ddzowvW9w2gGCrQm8uSNUUvGSgM93UV94d0llbcrsAYEJ7rf9iBTTQHc3ODuZ633aU5GfdUdt1Qrg0v4eIG0V0K8AFg2u0DH7/AX3Bep+SZHjxnN9JNX6yorp0vsR5OE49h6zJraQ6gQAfcq95328xlgVOBf/EaA4UwHGPVXS4dr9QtesH54BGacnjH3+6UcRYIAybRGgrqKKNs10BbwGnyhq1WnsnOI9s7iAoxk4aFDAOfZ13nKuW0N97TV7L+nUEFTqmBxwwkiDTJucU1RnbzB2nVOEh75kOs/FMGX/UFCT4v0CsBwOMcYzvu1QAPudL9g6us1A4PFUXau091/rbjuWTF+8oNKXdp/SRgNqzKYwSlVc7olaw1U2qoL3lPnSm0XFt8BZ25wQJPMZA0eKZv4+jzM4alvb/nBYlrq7jlRs5dzinBmQNiaEnFsWUO5WP2nelGO4KPBN2JivliOFsX8rQF77Ox9GqucCULMOYVV8lYPGPWVd8ATG2s9tBKZ+KsA1lXyWXCc45i8fe7//YYcR7D3C/cdAcZ72cXMOPEhlVdYSjnEtRBhBW2FzBmZUAJyO6NzGc/fDIZ9O+Srw8rt0e46P5c/psB87ENIpa3/nLBSlFfibDnCPLQBuHcLee3nebGsFwNVZFU57GicMSG4toPZucHzcdFzEvhEkURyd/DxO93zbDXDbgZb9d9dnMgAeO0rScTr9TC0wtcDUAmmBOjs45zFV9/5kZhtVp6xFPxMsNzD1cTx/LckAwGV9dWV2C2CCUNLnUX1uzPNAzNS/zqcEKJXaswE6dMQz5wuI3cYJ1XeNAKKxHjBjRpZIEAAPC8CMdMQRsOMaUOjrQyO96v5T16CewDWEE3RmY/CZ6oSczyozVtTfzbgjELadPodd60XwTlk/aJcKP12TtbVyK0D1vSVawLVFKmf38fkRNe0NInIFmOfOesXWHM7J2/Nqg1ynGMBnEFLW6/VTVa8+e9JWZu4AhMfxE+yOQWKud2OdUhYk3edGHetuU/uqBivV77RZ/b5eY3ucCrirXfyuqqyjFnMHAAsNslxFLrHbj0Cmgt6oodtcjz9Xe2rH6pRvAXu1V6RvFvyX7CcZDFDKNUT/N8++CNTK9U0Fs9Vu9XpbB2X9LgCw5S3shzIuJkHb+rcuCL3xuzm7Sl85NmL8lEVcbVe1RYyDuJ7xMzsV7+NPhdMxFvh3NtaJbbmKLywWtIbrPa+pLmRvHPsmOG7bd7M387fudbdjrt3+rrGZ24yV1q0974K59bhdsDSp9m89Xnz3BQDcbtdV/tbzPTQF9CQ75RiajHy64+qu/Sf9/dcEwO246vbtfW2qELarms9x+UsAcDsmbq5fHwqAx+NkMgAejbUSETB6byr35lcBYAQJo/mvgNx8u89PDsW8T0eguJ0vO9C3tX9t5z80AG7tc0et6fvG7GiuuuO+vG//zuPtvs1vfT8FwH+1yX7RDlMA/IvM9qvt9DXPt1+tEdMDTS0wtcDUAn+DFpj5z/+W3mSq0BkcEwKBFVW7OApUbOYLNYDOmqK+Rc+iCAZA7gFYv3v+DLAx6K0hR4X/haJQKHuNutZN3/x0BNyQOl2jEN0EYpi6M/3n+knevz+mZi2qTxz1GSF/ARgEugrZcAJtbqD4BahlCthwbwMVBZ6AuyeoPIGnMFjAIUpUFs4v/2kLMEQqXNptrdTt7VWOZ01elJa82C+iKp4JRYCqOGrE4vhZAySjPw5F6Os/7fd+jwJYRaLK593dA17CTUlnGl1q4ALKrK1qGmTVsVFHU9c78Fgp3eu/CH+vAFWmRF7tvSFltpHxpnc2bXBv9qz3iLqxF2fUgKVm8fqGYE2ltAC6DwRWOYmTCxXzY5SMqmNPSQes+tOUyDuP+ygchcAAL/MFYw/tOACiCstVvB0D8VU2LALMV9eosQwUVw065EX9A4D19BgShUJwZlYwC5hiu+1H/QCuASAx6P7BMeB8rSglJAizqI8Pw/4uaEx/t0Xq5v2jTyipUbVeMiZU5FLj9eCQOrHUfF2mLRtbptf2PIKcRVR6h/TdegBelc3rpFoGl2BDtkHx+ob2fb6a5/dLACKq4uer4dQ6PjpmnC2HAjHTzmbK0qgRp0PB66Offn5tbWgHWJ8+GPZevEQlHu9v6aBwjH74AH3kkpZR/y6RJrcP1ArQw/gyTbipd9++2aXtqIPpq9DdMcb2qNe7sUGeZPYVvB4eHwTUFgqaOlinnSlyHWuOqFBkcCXbO4x7zvOB+8U61a9ePR1FgXucYShUE+jYhp7prcW3qGw/cH+oJLdmtfZOh2YCIbJSR3rzzwQ0GDQhrDwGLgp1Z6l5reJ1ayfrjQoAhX6mota5eXQ0QBG6zLgRZgNiUcim8vuc4xpgQLp1VSvWgAvHJ+pbusq0wqrOfXk4OuRcgEmhuU7EzejLhIqC+nXuO23/7q3pvFVSnzKmV6MPP6Gk1j7z3CcDggu06ULUOSalN9fqR9HJ0bEwMxX3KojJOx5ZCkwhb+rE6P9Q9HIfRt070/4aRJLKV89vCvSY30KZfc79AEUudjxQCk3/9aghq2NxhaCEUkovrsM5Je5HoLdpEBPsqixdwmlsmndSy0fd3ayR5/1nm3Q6DE5RomJfa6ab8ngNNbZzzgm1n30VXwNUq47vx4TonEQK9wPHjspvYC9zcYxPU0pznOg7IHxci+mTsZ/7+HOeN+2mOtwLNHW2AFj/3SnjZKi9uY6lSGucDklV2uHwtE46Dmr93ky7mfKRa1pk23AIc9E63mV54eCsDkRTURZFcdb55j8RTuT8riM6f45W858uABa6CkPzGPZXcSgTwKHP2cAYx56gXAetdqyfAPVkMzDCfhYF8E8/7vb+9QdymFf1jHXDi7PW8zp3Rfpt2uH8b+3o+nLm/w1i0B7p1E7ym9HPtsG9x5/q6M++zr+3tbwCHIQCulGXRIrPtHtNZ1oBcMLzcRBJdUBXAFzPPGqvQS/hxBck57cihcgiUNoTLS/cIhzvI4VzbtCmfG5fUuvxuudsLv/uH0depykAfpC9phtNLfAPaIEWABvo88f/tbyLJWIIJmP9PHC+ZiJaIpI0Uyfn8164a2CUStML1psCxHmCzFTlBjgRSBVFbwQzhnPdrA1p5BbwVEd+nXcFcgYxRskZnoWWWPDjujrVtT4vco6u7KoFVGbvcR5NNW+mco41J+2O+TaelQl5Xb9WAHzNs8iPbQwwHM/mhLNdJW07VGpeifhbrElvA+Cx6nWswvX8Bod5XZm1xfeztM1IEVueW5k62vYmEInnCNfjs7imjY7ns9fUPOvyeruBSBPUuWWbCoZbUNcCtgD2gn7LWdTU2ZzPfjHQuJZSMBg3lMGu73xVLcePdUAxXquErUA72lv6K8zZANJq8276an8fK88TZGcq75uu9VoDcwSOIrCspLl26RfLqcnpnieB2hYUjcBuWfO0ba8/O5YE3hWw3QDUZR1Yr7E9XlV+OYYyGLBde43HwwzfjVJZc20q77v2812iKvIDGpfsNt2pr95Pt2BYd1FSdmzv5+6x6u/tmGrngPE1j+tQ3xgvBrtHAOp43E4CtXX+uK/2bwVuXd5T5yaDV+8D3q3Kt2uj+xzddwHgu+zWjokvbdNC4DrPtXZ2/E2y+60xUsbwpL+P+/LmfVIB7415cULAQvv9XSmha+aiPP84/bjzvGVKxAAABvFJREFU/o39y2J5nBk5v+8qgMf7TEZ1f+sAuC7lO5c/eoY+GABX8z1UslsMV49/19h7aA3hu8fxfWreSYEsZZ8pAG665WtR9H0z0KgHO/fhQ/f7bbebAuDf2v4PDXX4bds5PfvUAlMLTC3wrS0wAsCnpKPV53ElrAFobqyuUE/xJOovmnp2OATOsfA5OlhEIXiMwhJABvQ5AhbOkwpWFZs1PJ+/JH3x3HmkPR4cowDcVw1lytVlwNBx7/GjLZfLoSQ1cv2ctGi+uOtMF9AszK0DMc+oZ3sAmNwERJpGVudMgsjDg4ved6gOTROngvAUmGVaXj8qPhfml6klKwC+jBqkOlX2Px0Bl1bDsXRE+tkzruu7FzuoX60JpjOc4wBmXv95r/fqn4F8UfOW9nI9r/9cHCSATGvOXgKAt0k9rEthn5q71pzcQnXsy+MBbbsanoRC9snzHVIkn6FeoLYn0OvxU70/viwDIFDqGeO9tJr1cQXnV6TqNWXs+UDV9RkAWahqTVUVliqvB71/+TcUlPMYGjvsUsvWusPWKRVcBoCyRifpUU0vu7e329vZ3sFhIvCihjGX8eE9SssLiDD2fPo8U+Ae7qqAJB3xYI9+pq7zo7VwBEUNWKCi0MkXz8N90zOjUKblP/8oZEIFPXOKTVajBmfUu13IWs9RzxfY+YwavAvLqgl0jCwkACaF8No6xwU66lAbkg5aBfDi/FpJdaxjyr8BgVFMmgr8lFqpOudMyfrkKf2Czc+BgAs46laBcLOkrx6iuBQA92e9LgASiuvvX60CUK2h1mc8nacyddm61NaBVlWKat3hyVvOFTBJwDdEbSLM3dxK4O8C7pg02gfUMEZTGP2pPbafCMi8prNQtgo4tb/1rK2Ru4wz05dK+yOcaIJK+lkV5f6BtYxVn2irYe/Z8/WoMbf/ibH9HdSWj2mlrWHbmwEAr5k+3YX2PM437QA8NAiAd+sTgh0MABBSek+coj6eAcpvAmA3dkzXPUMbj7i+y96LV+uRbt0UziqDvWdNWxz1aIG5KpdV0AuC1zesdUvz6E8hnYpoAxkipbPA0oAPxqvA0E84QthBh5cv/avUFNdReLCn4lGVjcAWxTJ1gHdRguuIUlU/oPavn3TcFhjvuxfnPgZcp1OtqGXsJ449wMYGLliPN9Pxoh7S2GWt5z1mGmDbap/Y3oO9TP/stts77Of9CgD+bG1val278+Iyx8HJrLI0nMExLwlSUch7TPvkkHPTtxWIe85ISUhnhEJWTWhJFS0E/gwINV27ASiRyvLc+9HU0NYcxp4EL+RnhswDBDCc2xbBL7CdeySVyzgbaY+gXxDsJ2pPMytcm1qf9hwdOpcw7lXvojif65sRgTTaKP8N2FEhLRiPmth8tL9p3vOD7Qk6qbV5TUnt2PJ35w1TSIfyKcRDOnyz7rRp6XXmBYinv9xPZ32kK2Ze8/5MZ4oqdVJQWtO3KIAvVGVF/eTiQOSYOvcjjTFjPmoSO9VFKnXHcQLg+kKln0a7CIDnSENvffBHz81QkIEIBd3GNRqcYgYJg1Jsd6T8drxiCwMjqkPfa/a4Fbzq/JSbhtNyRLJrRH8qztzW/r9UgY+xdFRX9dYQJ3utPayNdbwneBd4CMhTAew5J9Uo/BIANgzD+736Rs3G0Tr5ugA4lGrNZwqAb5hj+svUAlMLfCMLtACY+LXeH/5wxtzPc1xlpmVdzBRBW8zU4TPCeVT4G88ZnxgFABs0Ns/zQpXtSNHqfqW2emZIyCBWVb4V8LRQJ54VsZbi+UwWIufhRdbrc7OZbUJQahsyZbOBbPn8az8BGKMmfR7HTz5H6lOoKB95DvZN48xFRzCrD3fWB7bT37OsRFxh/rdkx+jCVP9eFaSx4Wjdk07rWvM3bVWgaMkA4d8E3MLfeO6McljkM6gFhBUA53HSjhUAGxwYgU6dtM8t6Ky2rQFy8RzlmkPJXB5c9Tp8Fvqpyt4W3FXoG/0Qqa+zhEjUZS5Bf9FXEWiI/YWsHQDsejn7JfuuC9sq/CwdcCMgq+2L3C5LPbiey+d4AuBLfvfLzFpSHY8JreyHCkorMK/j0ONnENzdzsouGKvgsUKwqtTtQnTX7jVzSrSDdo8DzDIgrX6qDWqGkDp+RhuUH1pgPVIAF9heU0FXG8f/GwBcf590rV0AXPurC3Hb9rbn6baz7e/uPvV372XfxWqq9nq8qgD+FgA4K3o8DABPGgetDbpK5PF1FlDZGWN32fYue90eCyWApZDsblrpbwGA2zTOkxTrbZunADjcHc44OQ/WANL2kWYq7PL7FAC3o2cKgG/PsVMAPOm5M54/v/Tt38F3f2Vgx7e+4vsCo751e6bnm1pgaoGpBf5WLPD/dJ/P17rMtb8AAAAASUVORK5CYII=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402003" y="2700328"/>
            <a:ext cx="6739128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300" dirty="0">
                <a:solidFill>
                  <a:srgbClr val="0B0A25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Проблема и наше решение: безопасная практика и автопроверка</a:t>
            </a:r>
            <a:endParaRPr lang="en-US" sz="5300" dirty="0"/>
          </a:p>
        </p:txBody>
      </p:sp>
      <p:sp>
        <p:nvSpPr>
          <p:cNvPr id="6" name="Text 1"/>
          <p:cNvSpPr/>
          <p:nvPr/>
        </p:nvSpPr>
        <p:spPr>
          <a:xfrm>
            <a:off x="9402003" y="5955592"/>
            <a:ext cx="640080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dirty="0">
                <a:solidFill>
                  <a:srgbClr val="31313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Создаём безопасную среду и автопроверку, чтобы джуниоры росли быстрее.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orage.yandexcloud.net/prs-editor/themes/accent-light-2/list-with-two-columns.webp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pic>
        <p:nvPicPr>
          <p:cNvPr id="3" name="Image 1" descr="data:image/png;base64,iVBORw0KGgoAAAANSUhEUgAAB4AAAAQ4CAYAAADo08FDAAAgAElEQVR4XoydiXYst45sr8f+/6993T4eXkYENhFJldxdXseSqrIySRBDYCD40//89z///PTTf87rn3/y6z/PL7/+8tN/fvr5P//hc332119//+fvv+ciXfh89/fffvF3/v6bz/9+vvfP872f/vPLz7/4p+6h7/3191/zgOfG1+unnzOQX56fjEPP+8/zuH+e/3y/X/I9va/r9ZWfn/9pnB73c/mnl+6nUf/159+e23n99Pyt+Wgev//+3Gvv4+88//v7mdhDpeu2Px+66MZ/Pdf8/HxZw9Nc/5pnaC7Q748fP/Ye//z8n5+fi38e2njsPb5nXKGb5qhn5fkaD7/rLT3mjx9/+Mu6n+j9y68P/b6hw2fqfH33zP25kZ75z9/v+Xtsz9yYX/ON7vb38z2Nu9fmxx9/eR0zkWdOXr/nPs+ff571DL2a53p0fv+njEfjEj+FRr+ctfv7n78e/vjrP7/++qufwxpqfRiPeFXrrnFqffX67bffzj3+jU7h87+yLsPnZ310X/ONaJC5mr807Oda0yTiMnQIXTWvH38+8/lz5iO50XefueolOumNw78ld7n387xHtJAvPUcvzQ/5edHxuZnoYdo949FlyCc8dnhv5OzHj5X9nx56R45CO2TzXrumg2S1n2d98tBG9PnJvNLrPjQr+dDz4RnYSDQRnXWPh3pey99//9VzC/GRm5WTfKDnLQ8+y+n1ufm5daNvJ1UxoiAS//Ws2Y8fWTN4ADof/h5+/uO5TuNGdrymzxs/Ri9IfldnZk3vl9bJeuTh6/dLfB7d+vt//RreMX0fmTND7vVZt58fOkXP/vHHn69bZXyixepu89Lob/PHf57PRv71GesYGmmSzzo88tRzePHYI7/QSzq9+cb8JNr+9cjnoxdabluv/ZAuL1sED56lLzXve2odnvtKD1k/SR+MbsUmoE8y98z5rOfICt8/duO33x/99efR1dIx8Ip15/PPz2q5F50kOo98a46i33nOQ91ff/3lWefll9i9f6zrf//t10fH781C19jEfUXvnfUQX/xeNuvwx8jOrJn555Ef0TJ8s7a4mQTdC1/B65JFbBr05nusv2iPPXnZs4duwhyRc/gva9a8I3rpJX0tW4c+jp1GXz5zYB2kG8Zuio7NHw0FwuN/P/eVIsqopVMl33pJPvWSjtAr/CH5iV3/5ZdfnnVbXubeugYdtfop3/3z4WF9R3ym+619Cm9broaHPuGTlTuNbXTx2BmtoeyU9Iv4RfLICzlYXBV7o/H9+PHwsnR+yQdzlZ5k7tbno7P1+Z+yX4cHY2vR6fv9jFHr8JDLL91T33vhsqG3eKntgmyk7cWsgeYMfRpvnnmODGMXeYb01/v1Qdn6goxXc9EYfxPWjSn+8kLfGk+gbx896NcXfZ23Nbfffm/8HBv2dXzo1eBtr9+P0MK3f/4L/gy99PrjWUe9hLD0DPRWbNWDl8a2wt/IfOtlaC8+1aTFq9D7zMt8G17+k2ca9+Y52NRP9kx4Rvwme2Rs4PGjPzWrYCatg9b82NhHL73toL7/6AzZkhXfY39ip3/859eHdtKtvGJPo2fhDeOHucTwaexoLzhujOn7jBu98udjs6CB9MEnHYSuFM3a/oIh+E77Bl7jZxx/PsJy8KTxQxY7Nibrc+tdfw5u8O9vfwf9qetk9xoPSi9Zp5upgpUtA+LnkQONqelhmrz8v6bc19/Bgeh1aNr+hd6TXfjlmZ/9rUcWsYlcLxv8i8fZ0rm/o4MZAf4j/mlwO1j9p4ef/9y/H6L+Jn9iXlxrW8Z3xAdDv08zvvE5fI59C914wOjTv58xfOOfvvxJ+HAYV9ipx2V8baz83Fd49Vkfv4zTfjfP9PxFQ/yX8EXoeOzN+KfgJH32CR8G42a9bFd13fhn+l027c9nXdHP2NAjdxJNhvrcSjZDY49PGvuoV+MIT0u65GC7xUafsCZr1fEJ+ZO6BzTADmksP/788UU/mxef8Umfiabmg4dmkg3pA9lf+aN3fIHxv+zcsOyt348tst0VRlx+NA3Kh5MsgY/O/D76h8I4bx/OOt++Tb755/ikx/fihkP34P3x5YeP/nr41vd9/ga3NE5r/6F5j7hBPSI+zBV/QO8huyKZ7uNw0QvUrXxKr4vejmsdfh++LRrATz2G/v3f/BauQ5aQw/apJKLGqhe+i/0O39wvjZf4QD7Dfw3eDh6Prw//v8bse4YW1t9noNja4evRYdA1tMg/25XBfHpfsQrFbbBHiZ/s/cC2vtZy3Pg08RoNGfuvv23/tT4zPum4Oy7zir8Mhmls8eKz0T83/krsJusgue+YBzpCcq4XuPmF74b+v/0mfyWgWGsX2mfwzYb9npbo74cgwTtve41/e+g99gB9qHE6piMOGP3GmnBNj6F5oPWzv298nzGD29vmIiPMResJzrEefPAn8ZXzHMXmFIeQXal4Kp+D94QLO17ynX9G/KL1efPgd/jt1inChsSETMOJ10oPtV+u+7U9Pthkrj96Wnj3mX/7LZbf8S8TvxhbW/jwxsDf0SM0H5x2xddvPwnadgyONdvY2D/2G5BD4hqswa3b248797dfOf5YuUvw7M1fyIP4NTIlpSs/+pP3FPsF3zN+6evbPrUsnfk9XzyY0/oDXEx8K/5B5ytanmVffnviKtw7/oA1ZmTach0fEB9IsYd+afw/Hsz444kH/Pbbfx28I7mJfz8xlblXY5HIU/QI8UGeqSHIr5BctW8i25JnPXE233vzL71mxOESb4hdRv4+4qGOrx8c+Y4v9NoSdxH/a3zCc1rzllnGg/5C3jv+ptiW71FxCvjgk/35RPvv7KeuJUYWufqc95E8CrP9+usTKxl/APvQz2ONyFXBhx0HA5OYbybOLd758dhNfHVsqhgM/NZ6Ef139OPgg/Y/NC5w+Kd4q23crMe/0Yd79vNjH7OWxClMy8GSrP3xXY8ALQ67c4DwOHq3/aJv/SfJomKcQ0ffg/zR4BL0D3x346iXflL+afSy7kX8v3E+Mc5b3zLXtvcdozRNTr4yMQvwK+Thp54r/EMuouPZyKbHN34OsRTRoki9ftBc5zVTfP7RheK5714/KQGcBcklCBrMcIyjgYcC/6v0EnTYBxxjaeAfpmmG+78kgEUAkrxmtOem/0gJKRDkBOcquu8SwG1EWvBh5JfieJQqARcr0qFB00S/S4k3oEvASiAMxlwnKt9NkPLfEsCh9yB2f6cCXEO/BnkYrGY8vfdvCWAM/S0MDXI+McetYCSk7WQ32GigyL0WUG9QoxPAHYDEcJkeDvgRPNxkMGQyn8qQPwHA5qdffi7n+jHbCnwrmCDBO05iyYF9pW8SwIDAb6VG45y47g3oFqiHdzWXDSLkjie4aHmaoMg4QihfFRzk98hRB3N8D8udNF/G8ikBfAJMw6MY3zsxb7pX8OA2NuiFyEDk8OF+gxLGp2taYbFe0CAzDwhy8GkSS50AdnBn1AuAyV+zUEYGT+B/ErsEVAzEnwSw1lSG6lMCWA7dSR6MAQiYw0GdRI8d0S268BAu/ci6K0jyTrytnDhgrVDR+Nt3Qi9rukUx6Mvm15vP9LcCMuLf9+tzAhgjdieAJX/CWbIXPz4kgMWjDSq+8MckgAnwdXAVgPUpAawpK1B75PIy4swJ2e6gmT7rQLOCD6eeRLJUBn1pMzxXWN30G8IeIDrBF4La38m1+IDvw0uap0CjZWCEuxMI5p8PNthDsMOcgpYOJkuf6Z7YW2RL135yPKKvN9GogO+RwWEWJYCJj7OeAbdDLdkcJZ+fQO3RQ+SvJgCELrj5Cpv9f00Af0kYWC/EXkonOLk4QkdCQgEu02oG/Osv70RNNAx6vThgAjwZewIBDdS5MkUkj/54grXolQSo3gngTnBvACt3Mfic5OknR/W7BPCdt7CunsIAO2zPPQmEdZDo3xLADkA/vP6/JYAPXZQkeAZCML4duAQtU5ShVyencGLuBHDuO87OBEbeGGqCtg95cSRuO2f5PDoiNr8LT26HshNYZ12l34fh9v7CBou9CChfStXjZ02t54X5SLReOWQcGT/jsS+3PbztRPgl9mp5ML910cDOIwEM8afW3YmFx7i0Ew8W63UXTSTTnQDW+Ei2Ytd5DnLXSXoSwE6wjc7CsUEmFVzwnE7yV0o3mD1zHRm5dKGSs/AVxXjit1cAYRLpxzl97P/bDk6Axw/aBAx6V2sDTv799ydQPUGoO4BoR1cJ9rIXjYUJ3JOwRuY78dqBwcVzIzejWDqQ+inIReLdOl3YbPQBz1s+3YS8fQ7bwOigOxhw263fFORgTeaGet6d/F4sl+KEkwB+viO5Ch9ucUkWO2tw26pl9PU1b8f+8OHlP3UgTXPUP/Cv/aA//rA8dP6XADf37KLMTgC/ZExc+zxbugYMze9exVEb6JIOyN9033XaoIneA4NHXj74E8JlKnZ59A/PaTwFDpS98pDAPxMgkjydoL6ZeYu/8v4mY8QHjbsznwmgDg1Ma33LNuDt3/d3T8D+wYdgAnQSNrX1h/i1E8DG7xXQtJ829NZ9OgGciW8BBOsAfV+BtClcx/63br7H79tWgWL0WwLfSmIH6y19+BxfSNe5+EPs6USqYhrh1cNnM6+eG3bUGFmBSAKFtp1bSC769dz6ninYCE5qfHRf0+vUPBrsHhvn4svn2QkYB5/p945ZmH/HX1+MmiQ/8ZYvie/nO1rzr8V4GTsYGr5OkfbKXd7fWImej934SpeMF70uXWv9KL95MLM+t32budzza/qYt6oQkDUGkx06+96aTxLswRCTdKsEcOOO+Ivv1wYWEyjc+WFENz7Q2EnXEfhD/sDssW9b4Bl6/nsCOLTJ2EicSt8aRww9xG9tN520OBjrnUCgYL8TwE7Q+AG7+cH+jmRJ/408ebyX//t9HGbk4SoggH8ohHFYyXyceUqOhJs1ty786dXxXOUPPrzsgO+sHvIAXZt2tq+zdHeikTgH63XPFxyi+yHjGwvcooZ+Xo/XekW+d4PwiYPwTF1/F7GGHmuvuVb26eZYJfn1T3SVXbmLnikS/L8mgMH3vQnmpgu4oOX8O/+ba26Z5u/jl1oHitHyCTgscab4kCqACK3Bt1sIGHlKYeHGrb/67hQmQo8e385nY4R3oWzHBjPOTTT2uDRE1hUb3jG2TqZo7N8lgPWMLuj8oveGkF3oBG1FN9k0ydOneAgx2Y5VeyyVBG773XO13z++WvDvg4uHZ+O/j/556EABbSexpMcoDD331fedDE3BAGut62TfXoU0O0nHC6SzRIPI3OpBbOJZN/GZbYP8mXcOwdjuVTgc/9P626wpHfVn7Lzx6odC6msjBjTG3/ouAaz4bDb7haeiLyMMFOfrme1BWx0O3qGQC52KDB0yjQ5qfsdHVxK5+Qo7rRl/h6+Nhyfmf9tQninYdjYJTAK44yq67ugninnQ6QMYWnW+4xDx0fQi5p/CzawpeFL01jiJIRhuiQcmBCCe/ISndS82+Jnu8z3mBn3vYhbjwQ8JYObRtgCeZE14Djq4+X3zHInHgb0bf7XO9tqKnZ//SAj/XxLA0o9g3+glzQc+3KJDbPbNd688wkOkk1AffL8bSsPXXeDiuAQbqIrQB+/OJqHIRK9E4RMwTW0gbR6C53pj62tNR8KMf8ofbr8BHRk+2/xp89V7dPnLSeT//n+hZguq/37+SZERiAmDvR0PkjH3rjkrjtmNJiaQwgxo1ALGod2M+FdxbWN0dsA8w/R9BrhvxdrXnUJ20B6Ct0PCLrfbQVDSKDvMFKjKTpxPFXbH8T2UVAosDqmAUL8iSKJdqq4xaPcOYGjKd2GsOzCBQgDA3UCbnRBUQElQT6JoNKkA98vprcpClEf4IKMBbOKQBWStsxEHYwPlKKRWLAdQT4CD+XfloRlRCuS1ey1jwOlUxe5b8cYgCYDtWmX3FS+tiHhNr054fjUsk4B7DK2cewzYpyrc1xp/U1TRCeAG1UmMLFjcNc9vDvJJUY9y+5QAhh4EVG9lTxKKe6OA3zs6AiJ+JSuptda/ChzwfYCaFKETcuPIEiBVvHeresM4XfHPfUiyHudwEvgAzRgh0X+DHPBf+CM7Bt8ObmTLTtQ426o6J4D0tfpHACEVvZIfEUH0tkF2YlvjD3/LaBtAFtN9SiysY92csQkjeBi+NBA14EtAJ+s1zu7zAUnrjCFrctZyArpO3Fle1hDmmnWwkwBfvpKcfN/B4N3RYQH2oz+vTgIC78iUHBbm95597ETvAL5lzpXVFTigqKeDB2dHSO2oAeTFDt3baQkeqNqqAcLq38jZynv+XtAtvj5BypmUpzK0tBxMcI05aywkgHtdlaQJgfLjdpT4PkEAPUdjyW6HnV8H4NhB49tW0Nj3twysA9D0gY+143vHTbXo0ErBj9k5yrrfIBF9HhvJvDYhRzLyk1PBvRqA3eAT/WZunqGK3tJVepwCMrY7lt/Yqu+AV9vrO6DXz3knAXNP0Rl6QtPm8btA7Q4EIBfgmE78aSzoT4Dbpx3TX+13O6hD+1rvFKwkkSZ9L16EVyWzmvNdkd+B93TkCL5r4N50XttGgC4MTvHRO5FIYD7PTjLxrd/hWwIl+Xv5kb87oGbeMF4LDai21O93wQr335+rT1tWQjuCLG8sJ/1MpxaCL6aRC2QWBOjrYCQP7HQ4WZt/81LrScaYziVPgGH0vN8vO/ApwNOJ2tBkE96sp8ZLAviMb9alq+ibzxvfeW0fWlDQedvn1qN55tfdMOh3+CzjSKCsOwJ4jhNA7PHcgT8wU1gm9k+0EA5gnCcB/NBEAevo69+TkDG/7Q5gngVuv32iu4L4XC/HjC4W4oPZGdJjz7PWf+rCWYIs4CvhBYJHZz0vfCzd4oIVF9IhMxMkmB1UXxLA+F4lY/hDDiQ/JFES//YvGMOPP/8YPaLOOlOI+9ir3vG+ga3sQLztacytjBVB01CpHXvo1n6gr9F8ZRvHEaZoxnrp+ZxOKrqWHYavDkuysYXpYmfjVxLY1Xc7AeV7jc+ZMWyhF0GHXPMOwIuWWNvmQduK5wN0VQ3nlWBJgVYSacZkwoziMT1rbD8yeDpqCLfK337sl74r/c6r8V/4MLwimZF93UTTE6RVVeMEHuPnbVcL33d2uVqvTxBE3xe+pUDCO/8ncblytRIBHrLedGehfIaMoI/zXv5lh/8Ey+CfixaHd2Y9dv6Dryhgqu5b6JUu4HFAXtQRz+m/x/8gAcx4wrcUpa3/EHp9Tlg5WGa+e8s4fJZ7JlCul2wTfulS7/Nv4Zlg1O6IdWMk6E385i7iRJ/gC3RyK8HgtZEds+g4UF9zB23tRzws1vbl6IWRpZa7BBiTSL35+Y7nIIt7HT5XdLR3UngOkqMEEOE7dvrcca7mKd9/wGkX93+3NpvgTOC+d/3rOySc7kSZ1rIxvpIIvRNO9i40fuR3EgL46LGf6lgwuxtHfggGvzpgFNw5nayGLrfuztzjy7jrg+IV3hGXjlvgItPz6K/o7E4gBAdGntgBkwIVfLjoMe2aB/MfHFN+MPoPXmtc/lVH3jgK+zNdQxybWV3fsZTucnCvs0acndxbqBOZ6KK+dPfxy/7Luzgrti+83V0LkAESw8vTW9RsFihbc3j1Q3wq+P1JGj02XvYRujle+NwncdPcT7zDmPFTWr63Y5XGnU6GLxw5tsg2oIrt4Ju7ww1jScJ9sRlrfMv5a2xT3MPc0SufkozfySk8u+s+thY9/gzpTrDdegI/R2PrTpnErWVX7+RnZOlr/PPtC8eWIN+f9BH8cxentX7uOCrJxuWXpPK1qYSOTPmsGWliJdVhqtfhxuc3/iQB3Ni84yLQ/sRrB3fBfxQfRc+E55YWwWanw+LgA+MV83X0i77y21MIrxc7Vf3H+GvRVRt/oaueLxn8HpoGN36SN5JWfAa2xXZ2XKB929uuQv/1+ShEj57QS3MGr/9fEsD6jmwOvvrBKYfPF8e2P/9dAvis8egNMIifYxwiPa7CsdWtLJv0UNNU35EuEv1ueY++Gf+zujNBY/TwWZApGNLf4PeOMxDj1eeNf9FPjX/bD4kNbfwTjMZzOt5nfTh5sMx/i9Ze/HQVujIH5Uvwd8BivZu2ee9TAjxysx0gSdzzbLodLs3C4681EXZwcdOjl0du/P3xuSSBek7iMIun/vaEw6fBvCmc0YvOcuDC4F3FlKaAeWK+2o2tTR/ZRLW5vxfvns0BmcWxI8/7yUPm+0cPPmuQOUaf7ivxr3eHh3w/N+5Yzzvx7LX/X/JpTWMXALgDRr87dNTYrnhPeGsTwB0b0D3YeME1+Lx93ftJ+csbjP7nv+MRtTNwBNStoiJAb0MQ0NOCgZBlEcR42Q2AQ6rfk0gaRsDBnEAGY+hgKI6Wd/5UAjiDz/3bmACmSTDgvHJ9G2wEqiuxXwIzRO/Ps+NxgaTmLGevK3ygo6vgytH3GCph+anF3x3wyDLJUQ+nxPlOcOsEHJ73DZK9Iy8VeQoA3AFkArwEN6AFVR4oCj4/f09byySeBoTYOU2AZ3dkwiczajvs+b2dBtaMzxz8Mm8sgM63wvQAQoJkBjreXfBbign0nxklLVY7selWDpPovAXUlLVjdCWALVDvClTT/iTSR9lXtW7fexO4GxTaZ02CsebXAMr8d1VYI9Qd+AIMYiS5RzstmteXShsFhiew4J0SontV5ryM7jMWAZw4DCmo0CsBifyuwocG/r2rDmf11SHAhBDN4zS8HYYxxDIa6jBoZ2XXpyvyb10VerwTvB28ZadQWhNNS7LhzTg+q3RP8cVzoXirK21PcHN4BycWfrUzZrrEkYKeJJRoPwY/oMPydxm/qawjKQ/d5Tj3Tvx+jsG3nDDpSRUySH5w1icBfGRV1Ne1o2BPRdXzXu80RQYPf43+uhOUzJ+faf2WFtAv2gzNvVOsW8AfoL+OrcHJ6LK971YwS9/h8J9qU9udBV2fggZuoTn6AroDGlR5eL9iJ+Kwt8MAL+inQGuvi9tBq7VU7dq4A8f9HPSH7GN2R4uRomc0piRIkthrBxIZyTpFXhYcLWBinsitdd7D83eC8lR2XvKHDFimBkzxfVrOIkfmVTPMViI3f4sO0kvICkGp26mjhaDGCB+h3yhw8n2bkAN4u/09iSX4ulsu6qud1NPfnXzB8czO4BSK4SzYHk0inB0ezPPMd4JwqbadkT60oQVhEnUTIJOdl+6bQJru4VaTI3zgnK5oPDS0ro9wpUsCbXOj3wkO0OoTflPAD8CP/cz6KYEgGd6AlG9OO+OJEq0+fAKro0PbiQ1fToJKWMm7VfVm9Hvo9NaXvZMcZ9z3oWWp1mh2fr8D3glA8nx+t90W6RVwB4/4uuCxO9BC4N10mCBDF9OcTgfGIJLR3NQ7H/xzOfJ21pqf3IJKukUJmwkknK4Hz/x6bUOpodcEKA5+lQPkf0VPJX5mB+Zx8BVsnYpWj5fOKON8+r3nXx+RchdcdoEIWPtuUaXn3Qk03bt39ffuDFqbJWCaQq+MRTsFYj9egRHmamyw/3Qd3QdIAPfcGw+Lfz4lgNuBav2F/r93eLMmFLj5b+PHtf+fkgy+TIGoaYnrsVsXvG1edEzmb4swNjt8vAHXyHcSSi4GKDOmMTeeYgfQ6ZDi+67s6HMK5NqnyxrKrsW/IAHc+Pn4PrJfD/99DnZG56jDBbgCerjlshc8zNw7SKF1O/jSY576+BryEylQS8DvXQTcz3NQQjI7OBl95+faPq396l3ABE06gZsAR+Q+mCr6Ks9PIpGxkgDGRnm6Wl99b/zFG/+2/U3rUinQUITvJviSv/H/PiXVTevnQgVorDeciNyEBDuSnJB53kdnI2vmA++C2g5fxp6FjzymaamIXjLtR+9bT078wDTz/RJU2U4yBFxiKLIDlxbvovHsPpm1X/5AXySQeZJY82x8cAJCd9HQBqHjH7nYcpzUu+DZnyv5U4nJvqbH1HrSazD4sDFi+w/B2MGWrS97V3d24IQW+6zd8dg7BtpHZWfPp/hNB31bfrr13nnY/BI63xmnxfKdCCCoJx6Rfu8AJYnBvj9yaL4T3mI38thzYhKyHXqxG9U8c8WowkdvzAcu1PCdrJ3YxssXPvMMne8dyoyx8YdWGH0DzmLnrdcfLHKR7cY06J6PMabROWBW3ZdjmsI7KWj3yxjojQGY4ylcrS53+p7wDTz5SXeCK9mBpmubV1PA8vatQ7+lTWJa7w47rKUT9k7ubTyGQmz8rS7IbX/vzUP56z6m6E4iiQc0T2yx+WlsY96P0mWd4V0C2qbvbDq4E0rNm05wzvqrkNsJ2cFNzXfYKGwFXSnQ+fgKbacP/i1M2LQwHabjCnzrAnXhFu1kHrsXTLndFvU9CtmDYznyKLYjNMlatsze8dmWd9NyQDlB78YvHQNiDt25AP0Vf3aSk/JRhWm9C/Se+fodfAJat8eq8dP3vhKC6NHWHV/vHBr0Tq6mr7G1sNWHYwC4b+vj9lNtX+HLig+CV1+JeX/+Hh337YTAJvDf18oGa6PEzw8+60L6vqr9KOQCXNTJNGOeSfy1XEmej8wMD4j+J345/trZaTyywvE/jKXplWKSSRzKT/XRf2/9A78RB9l4jvRRmKXnfJJvnfCbhJMUKj4Y+IeiHXe61I7Z8a2OvAjjuHg5MnM6i4G/5fXQGn4SRJ86fJ1uLONEE+N+JYDpIPo8T3q87X/kdLs5Jr4hok/Xnkfv6poTd9I9psCV+BpJOfQYGNw0tF8GHlZR7rvbFl2BPh/Fls4nFCyC0yxLcywY3ycGQ2wtz551+SlHgHU+6dWRojqstn93OiRUAWTjKD2jN0DAM+KBLgImIbs4P0zcBajmR8V9bGdrF+3wCfP6ZIPAF+HB3JvYZneF+LcEsJ8/hr1p2PYWmioB/Nb/70JYZN1uzOgr9FDbg2OfpKet05RkFdoqPXkAACAASURBVK5bn4migfcOXBUGBZNH34e/PmHGzGtwxfhEzLWLucAn3eHmTgCTtO4jSD7pUw/GPsZiBMbhz+aFjRE9Y7+XXh0P7O/wO3z4bwng7qqzazI+jHh0CnY1SucNn52xx1zArDcIOQOwkY+ysIIbBgKAHOY2M1OZkt0SntwkECLUOYPMjFsA8N2DexT4tIDuc6Wo9iHIEyVb2fNqQQ3T9M88msqActBJEMzcXgliMZ+DvjIwUeYA4xso9/gAxR2AA/C1cCyTbMUrCbQ2oEkuTyR1xuTZjMJTAOiuwHwxVLXT60oiALTD3Q8dHMAxoNpvS1A7we75P/9j3ZrRWwBaGbTT+z+PsZQBAzjyfXYxeUyAxDmDLEGb346yp2Id43oS5tPCqoFgJ00ACCdZOQFfdq+jrDym6ww/0Rr+b9p+atsqGtGSzbJ1AukRSHbcnd2J8zwEXn++2qKO4swIosSRQY2ZJJLA5gmijYPr1tiTZHjtaJn7EPxSQMbDqIq4+4xclD3Vjh1AFQ3bcfG9Wn6GaCf4VTvQADSR6U1gpNJtxlWBnwbHoQcV9mkn+9pd/nydFjCsWwK7AUBtbE13t2FVYPbacTryBg9EL+bF89IqJknyvNZYIw8EfSkwoJrvphV6iDUzrWeNzO8KApnPoPu2Hs94ZMDX8T56y3PcgPUNRtpgnuq4w3O7W5D7iV4K5Fq/V5XmC/gYpK2+Ms0MAuQYxInKeX7vFpKS3RPknZY9L9nWfaZYiLXVqkSPjQ364CAh53fwSN/V/U/Sz3yyXQXgReYOwGydTuLKCZcCpBs0iu0h8LOV5HSlSGsfgzIHZKOPA37j7AGSX7z+zJdWsbcj14GxbokpmumMRSXp0JMncFktETWO024JQDGgn+CIxOnTzsWmgeVLAdSx/wmevgMJuiZnEsexOFhDcl1B5JG8BMB9TiSVh7mOXRJpX7mVincCmN2UcWIGbE4VJfqnd2vQAj42jQRkNEHjg8OPAGQn5Krqfi6IDl0QKbkHS0h/aL3gx+iafBEg2Qll6QcXsVQADXAtZeWWSCN3ugc7Adh1Bh449kUabB647Tb3HO1ouHneJBAk0ydp/dg9jV36qhPAewzAFtTJ5JvPBm9pLrHrY/P02yQdTB87uusgcN29vqEVwem0Xffr0Z8U8yWCkmtujId9JcF01tV6Jrso/1YnCgqmJsHiRyggYYcnAQqCX5JpPueYA4IfTqyLlzyWyH0nqQn0Mg6CALRRxJ59KaoaB+p2Zu52xNyXsbrgY/QDu83MX3MkgPn+GWu3w9J7WodXa2IHIVaGvd4jP93xA31Awjx8WuczncK8B0NOh4+scdmmwWo4fAQFkO9XRfcJ8ET2rTtmB+ShrXlvdQjzO7xg+6ad3IOfx0BwpiBjcyJ1XgQz/NnQN8kqs6Lnw9ljzM/PPfgmOxxwALEpFEH238HPq2t3DO/qdvOkU3MENkcm5M8JMtjPS4BeFc0kwsHV7ROs/3LczVdCOz5GdoJ6A+rQ75P8tX96+LPs+yHq/NK822t0d/NgXTySSQ6b7lMs2diLHe4ORkyC8PXc8j87YMUuZfBkEnhjwyfA1UkUMPA9J+E57GvjDfuLU6BpvOQiWUvlCYb1/DoB7J0hD/E5I+6F35xpzyt2d3hhEtIOwF4t09DJttn+pjDexA+m0IO18QhHTqLf2DU3gdmx629/f4NQjG3tXz5zsQc7yqaY4k642HYOBuOYibYl6cwkbKTilndWQevDkSbB14kJoFsOzbTGzx8nWTw+IEVlog8t9C1Xz/CFezz2EZk//pj2y8NbL574cMZ8By7BM/pOt/Buf+ftbwV/oitfx+94rYYXHiZzMfHQ4Yxp7FsH8aXL0gFO8QvRcQrNBmdxBmMHI3XfLZBa+iUuoraZE7omMXzp5aX/xoZeQcgJ0sOjFNjre4vnXpQ+8Qi92zsGzeGVLPA9BsMcvG/CjZ9JDGF4T8tsvDQ2jRgROpa/GQ0+JNjP61d4S1iedfLY9Ln9+feZyo0hbh8GXn5RoHTbHYCGFw7OmS8m3pc/iOeAzTLfd4C36d96Okde4E+LXop3RNaxCxsAf68bvrzHMPbKqnvsvObqQgb50bRjLZ+N5KDxgPTvrBf+l+57dpkNjTqG9PIfBn9vJ8MU8Bz8P/hRzzDqHbVDi1K9ufo1fsedDG8/QTYVP0D0TzwpdARXvseyMSXWCf/YPF480PqzYwQU8PE5MeDYvMW/d3zkFEvNupqG1w5N1jvFTFPkWTxAfA5+OwmWhR8H25iWs2O7sXU/gwLb2750IRf+Qp61vCf85LiEbdh2GXPCplqTt75ms9G9m4ujCPtMYxJYxBCI0RPLYyQdrxDJWraD11cvaYnAqxyNqPt0EUTok/c6LmI+GV8n6PGMIAU/iqeNMkB21t6SuAnecAHadHYkqcbd2naR7GiJf8kE8cXBsjcelUR7a9pgmy6KbLzZtkNrQXz1xDFFo4eW+JjcpzcAgO+hJ5jmpi84mvgdx0oSA6IjnSOB9rmCxSOfiv/kbOD7efhXdyyG9YSGjsnjB09C+tD0X/BbsFQSsezAPIm05z2OMlECWHRhnHrud/4ndJf8kN84mzme77Uc2dZODAV8pXtjL4PZ52inKvDRNZ92AJsuFe8ftWkyGf9N/Eo6EbzZeYZctwne0DdHI3Evjw1Bsf+Yq5o3sN++38S+1k9anyy4ZYsfmmdluxpPNH/iF5LfUQcOngUNMqotFDoFlM/YU6CROeU4x8X6dPJDf9gG1TE1zFU/fbzPYHbxuJ9Y/liwVPKHS79VuJYFyYHit8/6Yrexlx2/UxFIuoyk0LK7X930ztxZl9hfckVaz6ZVd9v1+zM84m2dyzz2ceLL2DtovjmYPWIA3HJiJqW3iJm0/gtO2xgZeZWfHkI9ny04bsW8k03Arp0aDNwnwJsA0PbB131cWezWn6nS7DNbMXa6rts6AMwOiKoWV3cQQFjhzzpE/QYoPjf2w8sElDGsIPxRpGa0BAG74jvM+vF25z5+mvTwOMpm4kmCizG7Mq7vdBIBHL7+PMcJq4l9eh1U7UqAW9holMEBCydAt0qAZ5iW0/9eCqfpSFWWhEcM0i0jm0bdypqdeO2EhOFD75O81WOLZjCwwGXvNIG2DSp9I84fmJsQt5VC6YQ085Pg26G8ktengnAA32uX0XPvGPQ3mI5kfy0ntHq7HT4rpUy0W6FK2e1h36EN1/WOtdPKZRbMgVWvvYIPo/CkWCmK+NBq0WfdPvT3GSwArRn+J173Ok0gR4/CkURpZaxyjMRsWshZ2+c9Kes++xFF02fiHf52Am/lEEe3wZOubcAJLykw09WFPbZccwVXZr3aAcOYemy1nG2s4dHVB2lDca//PWYHKsvZV7JCwSIcrXNfr2XAkenqIMgCEozwUewKlgxoPbsRZr3u8/UIIsNb7+R3dm47fvWN7jIdLz1/g9PbyewdFPp+n2nD2jGeTrDCE+j7s/P9GZvWWRXG9/m/fMdJkMdww2O8L5K2cRctDdKfN+/EGN+5AzQBF3ummPibMzrROYefn19IQoqk7zOvchW75m57yfvtqAZwkGD+2l6/weJppXXeTDDt6POho8bQO+2PE/ghgWHeU+W0K+/3DLfwRZgmAYoKYr1A2Op9J66GlvAB333v9FlqspMhSa5p3/LcnzN5ScCcXVYzdzALSWlaMMKPAoAcgRA+22BIg2Ndn8p30TJJxcP/ZX8sugXoUlSTM+g1pNx/klv8fQAYlY850w2aNk/RyQIdRaUwOuc+CzJ81neIM7DFBGtrpEvuHWKxmcEZXivxzARUuSuAOjYoO+QalLMz4z2K3EyB60x0nPoJoIUvwjOp3gZUDx9+Nbmv2yOP7OraHbdzVrBx6O4aOnz4YDJ40/huiPfpvFIqsqWnTxLtQ0t98WDvsIev0jp0Fa7mi0OSZ4eWoaeIkbVCt4U+4asTqJNzPQ62edZnGoZYvUNZf99dQCDgFngkEIga+W6nV1efOsldCcB2WMKLSdzfiTcwHUxG8D7jfCeWW3+EPgkaRZenUIjX7mBKwOLMERs7dMamWj4DpMOWpUdEC/wOsBiJicYYvTt18dLuGtV40wI549Sj5GguVhd2krxthx/4M1/46TmzOEdW5PXzyqfkZQKKHI2RM+TGyXPB7SZn+yw+/IsOGurundyuh66cVKKEYJvldopjxMdqEfaJr8iZqfamk+29o/mnn1nTx2FXC+3H/nM2reVu1rJ9VbdELn/guzncxQuZbwJlssttA+6AiK7lyAH9vsmpJGAbXzYvra7btq8an3nAdvYpYB1QcHTRnQC28EeXbcHNjLf8kbaznQBmHWmp95I/zeWxsdId7QMi18if72Gn4JaT5ZIOMtJ2DT+gC4xb527hUuQD7CJfMIHHiR+MXyIl+A7Erh7NM6JnwbyndaPt2p75bdHSuk1g87QiL/9oWM3jajvXPntjQXj6PjLltKAb/aP7bZvVxWouypqz4aCq8Qo7+R/as7Mz67HJ+LMKtWOF914FxFebVHbTNL7POkSm2aEPnjlFWgc3vnf4Epxfv2gLGJF/cJECiNv2do/a8dnsKuqqxI/uRwcY5Du8lR2uujRjjL2xe1VraZm9zsNueRfdV34y949nOy67v34DZxkTXfpAtO0dgV66ws7wFz8/2S7xnIPo6LmRg8+bNdYHxgb7mYOrQot0iEHOs/7B9BSi3S1psZvLV1n77q7m9a8NHi3r/H7vtm/5aFz6idQE+zXvLpwyz9rX2G8x3mPXByp0Alhjcat845jQ5ehyxcXGSe5A7h8/9giEtjt69OFnxjHHSJGcISgLplBiTIWv0Z1h2I7vvHSd7aZkPoFxEj+dfASLtz2S3NA9sQPGep54tTHMv+3w73uuf/nuABHeDo5wAbj8jLNja2RUdDpJpQ3g2y6Nn4TsOgZpHzTrSpyRJHWvVUG+F5Zr+/pRZ1o2wv+WM+m+6uYQ2YlsdAK41+r2uxr/sBGAsSqhkuOuwiR91ALPQl4B5J+KFTtRfD8fKbhjFchHupPJVr7jC70BghiKz/g27lSnx9yZ+3I/rVtvJCH5+KVAtrA4sfme89czwVPwrlfifulqBxayDXgGdXbRUUQzvj12+6xh+XmJ72yxoxOhDobHfyIRDkaGpvf86ezQny/PbIxf70V+Y6PYZPG6r23aOrzgdEHETgA7RvLge+kA6yP9N/f0+IrOnEPMuK3nBnh9V3gQPZHE9rvgsbC2fFXbutizO54j7MaLOS0uIDG99sJ+0ombrC7eWFNoAKakcxIJ6szvCmoWRiIJfHTLh40c+L+aEwV9zZ/Mp5Pm4f2K47hDzXUU5eivG8Prfnfs9BOftdxl/aI7TlLweWbHScHVXp+6buXg+a3i9zyTjUjG31OY0t3YOh50NrXYL59OR0/8C2x7Oqf9ks/xJbQRp/XGdwlgiYHt7qVzuiChu7B0cUXPR797c+HgyS6Gb1pzdE0wzW4WSuHnAou2yaHn0pIEcO8mvhP8r+IGfD1h1pnnK2Z35ZsOnX2sTvju1UH1GYr0wumQ8sG/TexkjmSbjTs/PYrkH4zvSQxqXg70bdCX5KWARhKF2yKpM9Qm+lTs+L66lxjx+UeFK4Gv1+6tYm4W5wugnmRqn/WaVmQw2XyzhP/sKvrgMxHQa2bQ7592RlqJVCXSGeMLeAZM9utVbTDn6OrzJJU3qGiGGiPm4P7Z2TOtfMxsY4B9MD1AIr3OoTuKTH9/SkhELWwFR48VMISyxvDfCbI7MNXnhRzGnLOrtFPXBcIn2LaA+1SD1HlMR7CGZ1qt2+DITg+dWKsGUi8A/FRQd/VTOwDsWNkE7rsHfJyCPWP4tQN0Wozk+W/Ggob6rJ0HC7+tawogzANerA0adsA+dFAgdWWQdgdHXn1NVrCVJetDKz9o2rzRSud8XgpXvCOwLvohryick7w6TulWQdlIVyXNC6BaaWW8AMm//kkS5ObD21nsnSx8n176Xofhty83+7BzG0f39UwFHp6kYgNKWsTECV+jy/dQygCTc79x/gQgFczsVsWWg9qBL/1Fi+rVmwnI4/QaAD9v3Aaw1xP56mDgu5pOwGT55fipM+iWKYAD83kH3jYY2UEIxuKCjKmo+rSuACjrmJEBkjSvoIFagNYZgsfxMO9E398JYD27QXucSGa6FVp2LNTBQQBuvEdsTQPodv7QOz0n+MPX+Qyr3fmGXtH32BnVTseZa52n85aB/UuyiAOK7J9K/6l0bHtBAOTewUOCKfKewhJ0M+BtW/28W3mdljzjcBBAMF1GB70CdxcgP1hiAmDLp6sLuderIOK5D+ucM1bfybvoPhJOcQo7kafvOIlXOxQd+L/19jibBH60i5MEzqdikV5LjaHb8CmxRVVoty7GNrCrt3ntrJ8DcVkb4SPJtXYsHVl8ZtIFCfqc+7x4fxJ0d6Vr1j73fZ8DJXzztq+dgGa9uuq6q/3TbSKMcAcfqFrH8f/VQdcNhHRFcub57sTwHU5D52GnCeSY/3WXSpR2ENOt9KewhiT/+P+vRHoc/CkEmJadHh2Jo3IOvrTeLQB+77JycMLfTau6Ppuond7eBewkbwU5jHldTb/4wLQnAHCd59w4NIs0SYUJPNw7HPpe3Qpba+HdJA7ABL/0jt3wl96f7jhKSj5/E3jOrtB8loB++NzFE4V/F9+GI7Cxwsx/1m7itRmDKychibwcPDgtgRcfEmzZ4DoBJ69xBYSN1Qez9Y5yridp/AoeTjV4ZD6jaTk+QcEJRDe98/vDF98lgCeBojVM4NdhoDzk+QEeJyDfBay3LKE/7oIdHFrJIq+TNJoEAkHn7AD+9bS07kSN6Kadeuib4weMzvaQHTgZOj3r1FXin3RvF1C8W3rtTpT7zCZzpH3aDVQnAXw5hg9Nc/RJBcsmyOGz6As44c+GQQdfXA6gkuIuArAe36Iqzoh8+c5V4OxbztAYCzxj7DQtljcIoBkmcMcO4Pse8IddyU8BXdFGdxl8dRa+fumiVtYpSYyMF/ynMcYmTLGQgimdyOqdT9LXQzfpmt7Rpft2Qo66Df20LBJsnI4wus+xvV7s7FDd9nXvRHJkPbq48bTfLz2f+SRo/ol2vWs78juBxOEdEqrI2wkszZonEfkO4LJe4p3Tmtli/tXn/MR/6G3N6xRAinfg59lNw/Kyfm4D/xQPj8qbBFmSI58SQD13OgCphWjzSvMS/JzOLySAn0TD78E9J0g9Y1UcIrR5B4c5Wsc6ZNTf6qqVHyXP3/y1x5MpEXLvyn4lgGmvXUW7kasphNS4XAieGNfaDe1oFbNkRN1pBx8o77/P6OsCFDAqhfm5ntjNvQOmCqAt38HES4/928UG7Foav2VGeZIuJ3lGdm1v5UvTaeItM+B2j1M2us7IFP23QG+eVvoX3N7qeJOBmzjsrlB9rXgjmCIDdZzyuQH2N7hl7YP8Nbpl0LU5uzSXU+8EqXwCvdKRaArFjF/km+e77X93os5jmuIK+Ec/wXspDJuk0dVsTIU68imkezqpahw5/LCjzm8kYPf80e3alE4/ewyQBu5di89/Pf5XQcI4KB0X3p3WwdP2c68irx1XeMXdxiwT2QEXGqxPYvpPfMRHQpz29tkhDlbeFrFvxrR+qg4JXxJDRSjrhMJp+NRNS9aHmBHxTQ29uzMM0cN7tk3Dh+449bz5/Ilewe86WLR110yH59pWD34236hgUAmSCeCbfhUPDf3yPLAOctL8J/zxPrM9usj3VUxB+HP8zu+OnWLtXnw9OrvPUD30NL6Q3twjisBfnIl5d+zrTiO6T8dIaT0PDUigpLhveGv8IHxD09D8Hh0Fr7CjEEzhZFC162YOrXP+0IazS+bxUzTuPo4wekkFdwFe6A94wPEsJ7rzJIeKX36mPtB570kAnY0Wk6d5+bdjkHvzzxYmbAc7Oi/oeb0RQ3+jG3uXbetvCkrCk7GHW3S3xSFL72AW6NObnlJYF/uuf5Hx0d3Et9xVi8Kj6N9XvLzjvB8K5H7xsT+h7SbXszmk5UTPT9wgMYQba4XXkvQmjqJC/sjrxJ8+JC/Bg/BRYuq1wWA++FRQErrl340jvFZlh0k0SxboQElHH45AlB59xZ4Km2/XgNXNoYmenzU8LcifNykoSUxVPJoz3/Xnz08CmK5C+oyNGWA1/ERoAn9wlKk7mBjH5AoKxsAAp1jVv2x+zqs28b3F1blH40R+77XZBPAd19gCiNxpC1SaFzY+8BRE7wmI5f+i4LNbvGX0uwQwdkpPFRbknOyOu8B/6O/4iF8LnEUXOvuaHkoAnwVgZ+hhxqkOfCjVCWArxylPbcfiDhSxQCH8u02JAJhWo1sE0ZKwW8h1+9ZPAEnjOmdKWgjjCPNCyPgbxjeDiElL4jpYE6bPNvIN1kzFUTnPBKRtmK97wXBW/QaXIbUVmauwhsFZgQFIcYAnMC6HfoIjKAEbrdly3sEWdtJ+J2ANSKO0t0XDaX0zLbDt8L5a7i6b9JZ6Widq6uGRAcLlmJ82GWLgGVy3leld34DBCPG7Ze5x4gCOYwg5cxPatoP7rj7Ozmavy5eWvu8EMM8/waZKIIS/sj6v9sLD553wO4zodX8H3XGQDcZVmTE84UQSvDeJ/jYw946i24ABMDugiZKCNwCNSH8q8KNg9Jl3YbiF9uwOtvxuBfGRp7vySjSg/YYMnIxTEeHwsI2ZwIMqUppKb5m0IhtTfFccE0R3EOxKAJ9ARQGDNtx31ZDmLz3SSR+BLDuuE5wBnNp4D/DapHhPYlvD/Hh2v+G0ebbmvwCk6CY5NdoZlPO+jsP6XCUg5OCtAqgT8OqA5a3boCL3iG5MxY8D8pyjKadxCg++gtRdC5zoo7MMet5Of1mPyIOSrublbse6jm4by3d77Dw3TpjkK2eMd/u+JN0moecWXmmxza4qWuOsHqjK7utMH+ktY/FZNvQ9waBXleZco8RVJ9mSkCRKG17HdnVbeZ/5ZNq8A3HtrDqI7sKqCRiPvtD3utUQQYqV7QQ6mEhXSNvp8S4pgiMdQNskI3TXT9qMfsdnnTTsXQMEWE4lunY+TqV5S3d3WPjEv4DqbXs8u9ZFh+ucWWT8S6DRnQpC8z7z2VWtF8O2XkQ/W+dMC9K7EnErOVNFnzWMLQ29k+w6fDROB2Ntxwe69PrpvdsGdsJD2pQEsNetglpdVEZC2bbROOt9JnRXkp6CiECy1y56FTm4LaKC3/8WUHu+yNnMTeLgE87anaptb3yMPTl4bOGFwlAnMXNa4te1oRv6NjqB5AK7tKIDNnB+7MHweIN/BwSQv6nIlL5VIZV2VeZe0dfb6SHOWAdZu8Ux80JeCJa146UxiD44kFn7tSMvvPYMo4vZNConvqtQ8A4su9jMydYkaPql+SFPHSy+k6BgSr4rmh6Hd/idMXtMPoP64TfkopzWNy6P7s5RKsvzp7OB7IeCbJMsJg7NLlICCadoQTI4zjtjfe2KmYCC9Y/oPjt/ukADHNo2RVDzzG/wD/iyE8CWxd49crVI1OerO95rQUAWpw1n2ljBGEn/w4HW3+sfxDkMHyXw9XR+EY54Bt5H7nSwtvEWAfMtlDpaaX7JeqbgZ+z/lQCOvKdTA/PcotSc+x3s2CHl3D47RnKets3YJIA5x9k2cXgXf5LWhJvYDia5A5y6P8UH5hdVSKsF/QRMkaGXXDzXuVLdg9uAo77fLS318bZ/1TwityeoOzeVrtbzzplrg4lz7+gP+El0YIcbQarFcrujO/pc7YEXp8cfeSeACfqJNl382jsiRNNgNs04QYkE1966zSs8+IYWfOj59j8+JYD9XcmnaDbnXXYL7ZMMnWfAF5HxJ3D+0DDvhY/Qm+YxxSysRzinLoWSeaaEd861cxFCaN07bZT8jZ5Pi1rbOfhj1oiqfnBGJzzRV2A31sv8/hA3fpX4852w2x213WJ9go+2R1mXfDdjT+e0DTwyn9i+VfBgz8Z/rNXiayUk0rUkaxv6wifC792FoncA5xvBvR201t/CI/jj0WNr2NNdRTGa3ME7L6ZQTfzrM2v9leou8ugVCjJ8f/kAo2fvJCR4orsb3Lt/NadXu1Il7wZXJq4SfOVhm18i17IT6OfEhPJ++0+ZE2fWPvRTQZx96uhnU03rWD7UCWKbf7PW8JfocxeP9fXg7/BaAajnOR1Dwz/KCBIw9lise7Zbyh3U9LwHjqQoZONqmpeP85i11LXwvNfvudadvLhBSHEwH++3jdNcJQ0UVMXPXr1OUhNexf8HL/fzd67pwOD4lLoE1hmvXj8lVIZNoeMp3q1Af+YXviSQbbzx8I4TwJPwu5PuHZwngO17zZE6YIi1g+9jjygyTsFBYnJdbLMd7VZPYE8SzN91Ju6AnNGBpW1Q7/qCV6xvLVz6ib85/DzYW2tnucEd1uUl+2JP0XkLUpd3zCL2oTJWdAvJXvCQcM2dAF79FUalKJH1v8QifD+FLMFOG4gnlspa90YNElRrF1MQ1DKi3/E30ffH33ye5farmmPR5csusT4yR7I6Pisy/KVtbMmobmucYSmKrrVOIalY/M/4Oj4a25jr4x/EjraOxwa/1nZi6dA86/B1g1gXJIEHXMw/haz3EVymbSWLQ98nEehiifi0p0ij5Dt6OrkAxWyIQRbZIxfW75mjOzVR5KlOpQ870UHx/b0tIDtFWTPxzn/wndafEiCOJ4RWwkOJIanAQfpyqfguNM7RXPjnrM+NN7Nee2QW/Hns/0PrjrtgN9r3YQSyX2Bqx0GH3sHp4rXYhOgbrXeE/3U8yGAX4knEIfCF2r5hI7MZYRPAGzMcG1y5llMAM/iPHdzNi/HtlZDbDkX6PJ1OviaArRbmBn+NvX77hBsDFf3o5MC8O04Nvo7d+PV0QIiMBLPa7ti2PjRu/CmKushRmGHjqafw0jKwYwH/jQ8IhwAAIABJREFUIE/WHUcBxj8Q/6go1bQeyJBjYvIHsSLGdHIU0ltzDc9s3B5yLfOGj7MBJ/GftFgmvrn8+NXPeB33pGOUZo6ytXqmiznLXjDf3hja/Kbn4u/Dr8n9RUd2EVXb1zcemIJ2kc2kCq8fn2Aw3uqEFD6fogPb4egcCk86vxbcW/7m+JMuiK1ClfYPj763/IEPpCQWI7P86Ak2k8ErPz0A49kB/N6NoclZMJ282V2quolaipCoEuE6ydsJSCmJ53zhAwA7ANYJxA54i6CtbCOkDfgnoD0G6lQ7eExTuTSCJQ7pqpI2ur2z+D5vDwBOmxVAzwk2OyGziiQ0CYPf4C9C8Q7Qj175Eoj23C+0Eod7Ktdrzgiq7z4JFyeMqwd97jcMNwaGYFY77LehAsDgKB8QaaMaw+vK3edZfcZAxhIHH4e8x3mCHEMA71qwAAZ0xCDHOPE3Dq6u28pXgN5XhRj+WUcoAG0N9klOjVOdoexZWi3QK5A77/GbjkOeOcso5bkRwm0Xc3wfAJjWQwDPKIqAxQRyn/cUeOJ8xFbmWcvQiwTK8lFaI5+/7cSfP81/XocZvJ1wOWPPmLq//lbMqDLwczU6DhDj6TW9Cy/M9xbAd5HDqwW0AxxbGdzrZ1GQshRdx7B0Z4E7gd27tQEVTkDZSRsaWJbmbNDxVE7F9ez2piqn778GZCuIKYDR+m/Qvn4fW8iZUlpzyRLBywU4Ca7e/MMzDdBxwh0Pjj5MEOIdzGLVO9nTSevmiub10P3tmKwTHPozfvQjjgBr1gnDl6yfCvqtmmvZelevVcJWkjkBL8ann5wVjqyJz76r1EzQogKsQwACmXfwwjQAher5zwX3eZtURiL7LmK41i/ykZa2+p8r5g7YeleZN89rTuwktXGvVnjYz1PAovvawd9WfNwLAH0nRgF1bWM7KUpgiPsEFySARQCFdsTQPyAqhI3OWpBDgh6+U2Kvg6/nfQUYLKI7F90HPkGPAsigr37eDuIdMO8K8N0FlDHeFegk6Dt5H125uyeWz3M+nl4B7wHYJNBZlw6YrJ7IzO/5QQ8+c4BGOrBxwfNIWjUfQDmYzE5a7bg7wYbnfYIPPINA5PtnPt0zK7dVYxKrU0xQAYW7IhveaccMm3wHsOCZ/bm2286KbZZsSOxrVyzrO69Ajum59tcYRwEnnxGntmcCxgmo3wGN7mjCGT5yNtz6X/d9/iNwdSekkX9d5wQTiSyNzwk5nKL8vItejB+PfSrvfxIXrW+7OphgWQcAvXbPIIzLJ3lw77rhHhvImUDI8FgXsYD3ukDv5UAJC49zJlojP329dcIov37/LpwicNetZymQhG7RqWr7mZ0hvz+OLPJ+4wF46k7Su0Xu45hprI05I3O7AwZcz5nV4bd10Lj+HUyZ3Vxzr7tgom0mMk6RIzKOvqDI7yRo7WNsIYe/38F3zed5L2dsEpB53phir3u87QMQSG9dAz7vBPnRl5UABj+7QGKwpWVCSan5mwK26G92IEwBgKUiwWHJfHBfAk8JqMX/8afyBYe3mc9p9z/fuQPMeuYJJA9+JoEJPpghHD1/2wmwEJXv2SHDLvbp4OPxSd7XF8D+6v7CYdZmIy/Y4hPMGd0lOegzzjR1BYU6kJS5P/7u0KR9nlv/J6j00HN4d/XC9hd2onJ8hlenK/HO4DeP896hXEDCslMJROk9jbvnjD06OsM+SDBdkoPL0L3TnpZ/2H8FJo2P5pxO5t8FZ7a1w1MkCrugM7bhjSdF1z5jjoQA8pSdCUoaDT9OQN12yMHm0LT5lcKKLqxJYDV80hZPdzX7D57Uw9zxYBLasS9bJKpnqRgk9mPxIB2x3p2m4PLp1jSxgh5veHK6XslvYwvwjOkuMOrgqcdS63+3ADXPjm/sBKeflSNaeG2CO37W8R8ngOdneN3XwdW9vDN/xrh462s3HooBWt5Nc+ulJANIAHt9ztAo9Eu8CwyYONi7lWoKVLOqoV/888bcPB+s3AnHk+A/FwXH6MVuTj6i4Ex/v4oo+ILn1hyWb3YBuWM2DrhnvJ2cBkPl2W+6n3jYFJiyNsit6KCW3tzjZZ+H0bGxlq8vBfnhF2Q9RVB576yZA6MhjgrOYv+qK4Dnqg0Uc4zW87cwNboMe3oKjMy/mxDSffcIn8TxHMi/4i3WJV8yje8dyLpXx9a6IxFFShQguMX1dAaTkb8T0qhJ4VPb+4nLKR7nBJlB18ivdIztsfRh/JPdwRWeQt+8OwaAN96tOGEn0UzP9tng8gEnmdG8DX/znnnEY/1up3Ps+ymSfeYXPJA7dJyav1sn4T++nnex/423fdTAJLaODvFzkxjmOdwzyQbRlA5a4T90t9aY81/FJxVOMCYSXgrL7uaWxuSJJ2bN8LciU+HFPgYt8YHYTN1S9Gm72fHj8F9iR8juvx2h1Yl8Cg5axx6fbuQPrJuY1Poxp/Ds4Ud2QKOeGn/5vXOvHCEJHzDe+BjadZgEoY8AEQXmeWAq4sbBQosp3rG6rGjPg++lKIX7R/ff4p0ileBcXvFXMo3bF4rfN/rEQ0ocsjcRkBDS949NKixAgeWRf2G6LsqZgRCj6pgKY7SuHfya+eeTY2NqovG3ZpMYfrNxamyjCoHh745tfLIN0o/YFuw/st3z9Zj8Af7De5esx+sOqLHDp1PUQzPo0/HHU7g0n2dtNo7bBeN6NkWqFCEJX+2uWGiVtdeLhF7zaPsPvucUArolf8X/T2e7kUtdC/7096a43z6usUZ4Bh9ni3rjCxIT4JltV6FJxy9Z/+6gdseo2Jl/mFycW8XkTev2b0VnOlZKnMD2d/z0xC8qf2d+fP5L4nvyBzMAq4kz16W/PgavuqiDI1Hsg64+OglY7jefIRd3Aph1fvGU9PPICfPRbXQG8tkQOJ3Pehdz9EXiUZG5yYFVzgt6RI9mQxDvUfDs3IDx6ezwPWMZOk8CmHgZOk6+BLlLZOCnJ0n7TyvaXLxJozhyS0AYQZX+nI0JcbpiVIOUcothWPbR7UmC3AS4gzitlCwCUqDmAFEyQQK9tuI0DAMTkwBWVeb9gihUANlYDsFxmLkGgftEyCNEWoxSxoxBCiSBkU/Vkhn/nfg1cxzGjQOvF068fu9Kmu1ZL0D89cyjOLIxQLzu84oyDzHnOlcBdlvJ9drtWpVzABiqfzOpik59ob7eiGBrjVgnzQOFDJ80+O3bkBA1rWyUSsgH5ACACBKe6ubnepSnCNZBQu7Tu65NO1tvzWuNZQR6k1aMg3YxHaBj7B141Xi6VcjX4GzARwdo8ozsWBJt0t6MZPgadAKch79LCLuNiMbVQXzzlip7ZzCWuVG4KLDD28/cKay4dxh7l4rWRkDHPL6B5pW97MpQAq81TIOfXnOAXlc1Fv56cdmL9rNOZw28Zgl0oLtaF91B5Z5/BzABLpC29Vw75AEqaYnHjjzxf4Pxl6NesoX/YhmReM/Pbr+64CNURDdEpsOfvbP1Tag4BKel2fNhyzlBp8hZvnnraY39JMYM0FLphbPedL9twXtNvurp/TyUOHM9oD8OHK+uYO0EMJ8jow60FpBpmoRmn88DWnBNMFpEju6Eh3QvEskd1DT4tBDtPPiewE4c0dA5+u/d9kb3hX/uwqnmdwegTuust77qFjJnzBOYu9eGcVCEkN2g7zUyUHGXirW7gO6ukEaPmCcn+YI911xTQb8teV48Wn+gczeBFJvfBQgUjMShm+K2chCQC5wB2o/KfKeDRRdyfMOTtPycwFQc+yRgSZgz1+/m8sk+nGu1/tpNMvxy3n/mkcDCnk/S402CiwKe1bnM9YBk66O10QG6kTHjn7EvJ8BgsBrZPzI5pIm+flUdTRAjgb3jZNcOhvseslfNfySecPCS+Gm+ZiCzS6rsP0UJjUt8xvBUk/cuJD3XZ11JJgcDfjo3JsonJGKcbaf0nvFv08eOQpRm76hrrCJB78BE474ep9lgaNTPkEyCTz1EY7a7XdFbd998SaKDZ8MrshkEBb/bOX/zNvNE/6ETsQV3svsUpj0PdTvMc7RJ6frRm/YBZp278MTzLowSOryDKIyzi3/AM9CN70Q/rKNN4Op/SwC/7OBzD3T0J5lpuiE/0Vdx/IyDtXNWulL846LLfz836l5X890EHBzEmqIA/f5d5Tvr0wlgHGj09RsPomPC5yMiz2+zE5wCgQpQdCHHOueLddN+DTpUtf3MBX3SyUrZu55r/IhQmfNTwXUnQTcBWdaCsXRBk5PO42ce/eEEVuY7cOfoBAJ/r2Jg+6xzvQJhsrdPEvA+oqflT4TMblnt6NZ5wfBzEvyXun0FdXX/LaR4vv/szKJQO75EAtFZsGEw/tYnTqplF0lkgQRHir/7DM7GOS0frzPmpJOeMYmOso/GXXNvEsB3pwHoDr4wX1k+smtPf5+jBWYBu+ANnADP6hInDsd+6vMuUIcHxCPEMUhYqxhIhSfmacmgd3LRiWb4fmTq2DphauPir/69d+BhJ4w1Nwm3vpUMTYKa7Co4iRPJ1GVnguHDj24df3bQbOElcyTZSTLZbDD6sgvKOxioufQaoevAHg5UyaeSjpGOnufzTD+jEsDwYwfW9bW2ef3dTkj0kQmdAO7CWN2/8Xiev/Ghg2XGN7QsdgLYO5Pxb4NL0ccEz5Ajzog/uP3ZuXto56Tb279lXvBXJ/wT59qgO/bcYyliNd7owC86rnVTsN2+3nZuE7u9w3zlIXQwRh9sHH5Zj72TcCSgxBf3DnPuiS7rzi1HH0nKOn7jOFjse282kXDsTv/pcqJrPNnttmd5rgSwE97yYa4OHXeM43TEqHai+Jmd4Gp/pHdde8yFmVmjDnh3ooZuBlp/n/Pr3U7Z2HLWYmKCkP4uemcHboLc0ZWH5o+9UuGK+X7e7M+dyB1s9SqMvcJ4yKHopedrnHdRim7vbo7ogufvtoeyr91Z6eilSXgEN6XzR4pKPhTCDg/eRc4dQ7MMXLyvv7uDDXwAxmOd5Gf3jkywIn7m339N4vWRVZ9P+9z3hCGKxhoDRRZui17HEbCOH/3AGffKXfTXnQAmbvN9DDl8yEYA8KXG1bSD/2/6QUOv9RQh3vGmf4tFSGeJ3pJvd6aZxdZzvLvdMa23jYrefXc/sM4ZXpSP/mxbW97upOUsuOapVu2sidZVhb56n/hmyzE68Yv9VLJR/11HVoDhoguzxvzOmie+u7jP9nuO8kHf6Xsc9eKYq2yg4xmRmfZ3Dr+MrWZtOgmZ+fWmm96gEgxluRL9Rq+vlvj6m2QVOT6JduvQiZ9+OIKofb7dvfu+N4nyM4dJKMdPlADF5oam6wNwF4pBXwng4q+9TjhPHV7SSYQCTJ57/ET7FiLIPM8YxtttvDHrO13SBRfGfs/XVKBv8R0Zxs7pPvgoyQfNDuvKG+k97dDVi+4PeXbWUbicncvwW8sseurMf/io48v3TvXXUZeDY/n+yvqu362vOv7U8XgSwO9czR6JB4Y8dq5s8j5//I/RP/BDt5i/MXd8mn/PP/V3zrMmPpUCCXB9PsWOgMM6jsEmGo7/IEfDfY2bK8NBXJe5NA63jlXWZOyfrgmWXf3n8Rx/cJPR+BXEEUgQ73Ou+JR07x9/RHt26wwqRJppGszoerZ2N6G/qzxpsC3CkWTcQMS2vbET6XMidnfBLtAY0z//mBZY2YlLZeTtoFPZHqC4QbEI/dWSeZKRnTxp0Inhh9lxCBgbjqz/lpP4CLhBZJ1H0dUCAMfvWm1xX+mh/y0B/CmB18FdKp8DBBKodbJhWsvyLJR6nx175ldKyjSYKj7zzjikXovn/haORwDDPwClVDv0y8704FtXvpEAmB0GVDP6e+NQ9g49GLuTQuJjHP0E0r4GkDoApiH2GmiNNH6CAAz5ixM1+kXHwvyYClrGAbjVbD8BKhRK7vnewRee1b+llxWlE6gJwOT7AcVaQyqM3aaqgEqAFAoiAQx2wDAfAzS1PBljFTCmIM22xvDzrjwIoIf7WMZreft988U1DsujHfLdQajnYNhlIBl7Gxj4TTulm5v+NZkSMlsuNwGfAC/V+/BE8yeAh3t3AcYakLR2I+nTjh7OO21rFMjTM6ksPYEdEy7r41c5neF90XZahL2S8bubNEGX+foFmFJpH7nvoMg7+J610CuAPTtP7qTcHcxuwIGO7J1Pt9ywFN7h8zwvoIsq5d1Fzzrg2BAI7EKD8NXXM7RYN85W7jVtGb1BqOkz9NXvcZrwIJdf4XXvHLyAhgNxM+mAzfwDMNyJEcb2abfuHz+SmNI6AIadmJtkcVfi9RzDp5F7L+msa7f5OUGn5+P76ACv0eGlvbPOvLkdTWTTvD47tq1Ty/m5E3K+vx0//ZJgAcUwr+RV8HjA7wSC9F0SVlmvDBR92HTIB2v30z0hr9Ytab2ewFDvyPKFyOK1zns21T5RgTvv4P6msKDH1oEU6OGfc1FwTfRB4zDo3e9xX9YAuWrZ0TWaP/e3xhnnFCdo13LlAHrop3divU34mZLGS0X6vWP0jK8CGLxnfSkeeGjfFem3Xlm71klrzSYt9ttOs7ubwoXwy7ui/Dh+U52r8TiQIR6RvR0HoHer9Trp+6r47ErQ2TDQy3yqcntna3RQ5tEFWp+Smyfo4WBbdkUpoMzrJIBrh3Nj2DxjbXPjEbprfJJX+M4IbvR0ryv0YxwkiCkeuh0s9O4Xn6KCP3QXeBEQeTDWia2VlHTVf1/vnWPPJK2Hnw/EV8t/CTRRcMgc71236D5wdSfDVPTaOry7beDQ8ryDy0Zm7iAb/PRKBI6/0EE1MKrxm3DAh4LcpkEX2LT9lT05wZmHDncSuPXqpzP27p07PiP74E34ORrGu2Am4WN7OQF8quHZAXUXDlJ4FSd6W5zpHtiJnMWYgGL7HqFT8IDwo3Z6w//sfvFnk+G9A4+HT0rHJWEw2ImdS+jNDzEG9PYJCD7XvpLBxe+Nz9+BQg1gCpEehdstkO0/OzH81cikECu7S+mUIvv1X7//fuig+QdXjIzIto4+ot39dkpYPdP81boW/aWdkE3/Yx8bk87cSQALW2lH3l2oq2dhEz7pAvzoPneTZGmPTRhI+puKeQVa8W28k2h2r+UZi7/Tyi9nJNq1Ew4Br7iwIb4XOu3Gu51MiYy/r+84gOdqvzkJn2OgNaLZkRl50v80kPVnP/k8WftHPsb/TuAzBWFNGx6UZNPbrNPZ7aVTnhu0nSWOcAffzt8fdnSCh/Xsd+I3AkfhxRcfw0TMaDQP/JPskItdsFWwK5ELpZu8c35oSlDujts0/uQ8aflpBMcTilo+0r1d6N52ZXQV9vGF2wY/dmep8ESKHtEN0RcUs6FDt5gLG82a9E4a5O58JoaXzu0FnN+JLyTeEj7fIvvdmfkK5H5ob9y3vhPAWa5JVl1xAdawY1b4w1lgJWqmKFk23wXiwa10t8h1n+JLz/veebOja9veNkRXfNI7jO/QmxbzzwduaT23HrfVf33XzaTjB17vx46ww1hnZN+FJi5AED6RrUNnHDmK/6kX80NOHbuYwhrGlZ3qGaxlQh06fg1ezvcxXsFDX49neO90hqK3bFK4iU9sm+bimJXFxbvBYrLLkcfIwSz7dsfT2lTLfN27sQljWf86cSM6M/D5xno0lsRKzlqNMgTT9FFTopKPA3P70Rnf+DebnHtLl57lYvnn38v/Mz1Wv28RYye4ll871nRwKB2CrgSwk0nPvZ2AyCb+em0Bnt4k1tT++h1zCK/AM/kZ2qfIVHrCu26HduyMvONkZ0GfX+jApOf+/tvvrxhhYn3xL7BNJxZbyaDXjkP4xbq+45s7dWyA8SHx5Yc+xj3ifAosP+C4k5C9Cphufxu7+rapS79TMHuOOtJ6xMf1Tk6Z+rFXkmPZlO9ic8gWBUP47vhgXaR48hPTmaHtftY3MWPilHeBWmNicHtzlcetdZ0E8B3/alz0ioePuLC+jYHAyux0N9+d1t/DG5c9g3Z9dM2J2Rcul1yo0E/6TvMGD4Ln9FMJOQoqaWVtuzjtwX/nCJLWp48l+C4+/Wlu8E8fKcl6hL6DP595boe3FIIR2zLPna4E0Xnhmc0zaB6nM47se+ULIs9bRL1HQezRmLoG/ANvC6d82tR2dPfw8RkLaz1FQNEpi6/vOA9+KXx2t0LX989O+ZNPUxHo6mD5G9tuOXrx/Xo7a8un2xGhNwiEByUwrVdG5zx0vwvZWV/8y+RQY4NdLGKsmnvRuaP1aMdHek3RE3dM0bB29Cdx3t6AAD8Tk+jd4k0Xt4A+QKJbc4ziOkBfPfIfgtCWQrR3JU4RGoc9VQ5zfuUz8lcAgBZDw4wOQkzy1cS5zpDpFnN5phJW/2MAyHmd+l7GEYHoSk2JgKvna8cpijOEeCfg2omAUFrAY4wnwNDbqX2XZ6FRYLq/gqWAFr6refY5lalo3EDvBgAjqLnv5x3AOJ0kBNpAdXLX1UHPQNjReQPvroLyru5n3SSAGI4GIYwvdNl73lW7nO0DMD2GiptpXlPdZCfbVihBvb4Xbbh75wLz3krKOLd6QV8U4GlZOQrytPV+ru0gKeukceo7CDcAKfxVCepWuE4A5wzXtwFPtTHj6nOZZrT5bJQCNCLpDUjRNWcniHhlEjs5OzdVTXL1Xm0zBDBEUgNPBcRE8Ch+t1QK22cVn8n3mWp+XiWAdVlDXb7LePscM+kHBwkK2EO77MB6g+YD/J63jyP8DDp0+9DCK0Memi59oTF3fwW5xwsKjyzICrDdXT6s1ack5n2/brF5n6VCApsgsWSpA8kxEDHapx3VmRMzWKV65NqANOPv6lnpkK5yPLIwt2pHVY/pljHfBUCbH/6tuhMQWctydmJCT6//c2GcBXRkzQNnd9apZe4ujukdBOGrCgqIPrXDT5/fLbfgEwxmJwSbPz7JG9/tgoUEWTfhi+HW4mbH94IOgoIkME5BEWcHOqmxbYXFq1SDvXf4530VaEh3lkoduXjoUnZl5xiBp3ow9iUB2KY5a4nOlRweWXErqkVEre/0vXvtmi/ayevg1J3Mhd+is+LgkYTk/p1oOXKrxMzDZz2mBD6yE93ju/QPlZkkeP5tV73ww6cq6w6A9u7fDmzcegm+RQc7WWWDuxSjAMZaq6KlXQBlGzE7js+qlJPCTrucIZLdRGs/lt/WiX2vrbHFM67s7MlZjHf7ZNtFYZRJLnfgMLKfe8bebwW7P7ODsMeKfEoAb5eGK+FxWsvHOVlneIsPup3inQD2mDS3wXPWq6NIjXmHbzoBTCVmdEs6vtB2FJ3MPNX5gqQXqypS9E7aTtDjmG3FdCUY3PInO870soM2rzsBTAsj03echDg78WZSYZ0XDuTBrSMfnfC9gw+Nx73L47l38+enQMm/6fQOQp1OPRV0ZQc5ldF2bCaofipcB6R4F9rsUtBaJkC2dOyEYtZ/E4b6u3eyxG5uS0KqtXUdPhE8Y94bHmddwO/hpbWB+tyJnTENf/5Y/abPNvCxBRoZp57w3ol2+MqTOSzhX8Dv+F6SS1qdoyPRndqVAE6glWXj1cVtwWYWE7WorBaEZywErlUr8tClk8wOTlwtKr8WzyVQHl8gTnPzYAIBnxPAZ03VFnNaUp+2zc99Xi26Zh3uFuaQMoVf4Z1uwYt8OfA9kwbvwgPoj6zn1yM+NOdPOOzdiWiShlcCODtqcmYtOqN9qcZYlvtH5947mYLvaPcan6uxFomw9gOgLfh1/6awMPoZ2aB1HOOBFpo7hTLSXfBiB7nW943eA3Kw6wZ6EwDHdtIC0M8yvk8QJ7tYpgjIPLXtqn2d6NTGV/qnzuCynlGAXzztJHbk2bI8xSZOMg/uUoLSvDsJb3bo0H2jbcpdrIHO8r0nAUyholRAYhkTyMNwv0U/a3AlgPsS8FzeUzwlR3X1TgT7lNKBo1iax7L2qxtNi+dazZmEW777xi7S9cbkSiQMdmn/905oBx8Eg6jA4PjITYOJWS2GydqIt/4tAUwgm4KNEHUSVMOg8G7bDc3pz2l9Ce92ArT5FfnDJtLiU7yiDQPsVsXfjfyk+JY1vuMU4dW1DZ2Id+xriMg6HJ/k+Q7+LsHPXL+F1vIvXcQpezCBfo9p9HzvcG1+amz/SowP/++10afhHeaZFs16oVNdWGfMkqCuj2x4CO/ChkObJK5F++hq4pNbUN42HDqeNtpVaIW+Cc3zgC1E3zOjO/jOeFtnsxOo6eHY29gx/NHsBH3OcJ8jqnwv8fjB/9P62CNZH5ICg8gBXbfy+b3TjrgsiU/RIvoruxBbP6C7vNYVX0oc8A0sblpdH1tedQ2JJewf6+ZE9dQVdTyu45O6ljNZDz4Yff4pJhD9rDOnd1OL9GjjNONxY4kUsdpvMTZUYWsKJpxgq+8lvpyRp2Bju411y+/V4fH5wVxe16jrwW/4QVro6yzlsSfvgsLhRWHsKQ7oHcAkUGmTzpi2oGOPo0MuiQeww3YTIawQftF2YMFP0hWtYxwX13v6N3Qy3xXLdPIYvwWd1Aks09gyPjEGHTcxidp8Fp3AGKJHFh90bNF66hmI5XH40TjuUbrRNetoNz5mDNkQ8+6i1HIQvf4U5l2Fx3zf6z5jffl48n+vBDBzI85yd4q6j8s4SceJFxHT6PgSdhLcHDrJ19X8H73zSgB/KmjdhDw6lLXeI2Y4Lid6ePX1W740v/b/etPLiV2AM6yjlqfQLUeOreMjX6vbF2NwJELjCMlfCovjt5AAhtudqxDGAO9VcehI3zliQnwNH1RIZgVHfFp5DXAWOhNZMA9/KJDz+8Toy/9sbPzy71WcNrToQXQhdevrlvWO/dqWTPxMepgYvnnTfmOUmOxTYtdrk4hHEXt7da46fuuLRK9NeZLo+DMrk9jZ2LjQFL8j+aHgE17IRBdB3cdlcO2LT0dOuwDujnc7hoLuMV4a/DLrfDbVGLxsgTnPI6Z442v8YDDh8tVA7VCdAAAgAElEQVTbr3hTbmP9xHaOnZWvzQYX2TmtXfGQ7J/5a+hMXvCnxwjr9XJoqIZyxfXV8hEHiKRoJ4B4AJP54sDIiFYbGTOVGH5a5wkUs6WeZPOXCu/ZCbHCssEwHPau+hGBaNXTOw5FnPafHNCTsXB0OosAs6gSrIHOOrkFzgREK6HkHZTPPWiFEtqkivYwrgCHaD8tuX6bFi33ondVWCdwW2gioAMGB0nagakAJwEy1seJ4mGaMAtA9H2WBLSIwh7DK6EYLcgZTUfIlLxQ++9xtpvOBllFTIOH54JPjqAUA8L3809PO49xqmHujGvbZ/UOtADqqY4Z3YJAhE/WkHjdqLIbAYeX78p83zM2bngkDmcnMPNB7Ti/gkDwbo9P96TnP3S8Ww5JWeIQGyBbGWeOZ+fDJGHjwIenT0u9CVZwf5RQxq6Cil/HEOwuid71o++xdr3LrMGZ7gHAR0nT9sI7l4rPms87iPzavT481tXVn0Drp8DpD3RNAdIEzWhbFGDEWjfQ5Rl9vuxJ3JRucGXZyBvJDIF7y+MA2AaueVYAcwJGcx6FC1r27OUDcEvOoJcd9ZGt7CjepPs9nwa7+v6nwOMJRo+Dc+uMW88w/luXoyf08x1MQlY24SL5uHfutQ4Qre/zd18tXB2ES5uUQ5cJOMB/BJA8ruc/KlY5I+3oHcl8Ibo+yuDo20kw3wHtbnlq3ldwZxIjROEpchGbkIAhwEBi8QtPTxvwdlA+nSFlXTgE6OQ09u120IMMVvLu3Sr5ZM8QNXAY+sDH+SmHW2d84QhEI7KGsT15UDuk88YJ/AJg/N2HQPeOS2GC07LLO3PeZx/zTO/oeQivNTDPj30fXPay9csvcfrF/zjxFHfoGjuLzRviOTphKBFy5u5RTIBhKKighBLS47TsOANmSWyesfgMlM87FLkGXXFA7GO/T6sYiUEV3rDuto9KqMx5SSRsM54Uk/A6wSwHx3ZnCCCflqu9xvouRQVe89MphPt+lc8EooIte6dAtyBs8Mr4OlCq97xudhoHuzjI/27hbRypQFvp+ebTk/TXDm85OGPcsTeMVbqkzzFyYNx4ac+GO3oedDCyhq42Wx49g90WVpqdH7Xji0Cw1gj9zjpYH7ugS/ov2MXXVfDJASu3Sss40eHgd/5+r1lkcOk9nS2ELzR/By4reVk7mJpH/fsEWAkYCauI1hugzjcaA6ETG5+CzeBVdYnJ97IDiERMF3qEN1T4+eaFdnrh4deO3pFVMK6uOfZU468AtJ6BjesAavPW4eFxrg9dZbunIxH8KuGlhTxjSxA3OlTjlC7pIpijj33NyrG/dQUi9F7bD/iQHeVmqbELON7NBxlDAkin4MzOeXT+BpwHS08Lt7tY7SSAvUY54wgfD/ybeU0byJfNrJ2tor87Y6TgF1wZfk57utw7OJz5UYF/B5hDn7e9Qs+CbyNjSURRnAUGx685wbDZrXWw08ggf+NDwkfQegtbp3X+8yx2BGBTu6AHn401b6wZWX4fq4BPSOKS5/r7YNF5M9dE3kPX2C5aMOuyv1VwIT9ER5qM/6v3kwBOEee2dE3RZneewu/5012jxhcsHNCBnLsFJgHwDkB+LTLdZJltxbjf2Pt7/uCZXV+1YFakDX7NN+Av/Q5/uaBzMmfZQRw7Z956dFGf2RraVXGbAsPPM3QPbOgdP6GAgZ2AsQPBtr0TB769C9/e2CyBT/gGefN8xl/9RJsO2sIzRwcPD9HyOPovPmMHwrnv6bziI0v2+IzYSWx6xoi/TivTXo+Wb60bPq+wIOfbIncUEeCT0kKy/UIKXBbDSvcmXnA6edQZyvCAfjpAPuuhVuGaV+/isb71mcWxy8HpHXDXMVwp8GhfI+vUKzIyOfEdfUK8oPmz793yuTh6MZO+Rzwuc0m3Ib9/JZaZ8+23OJBsvlLMLAk27zQeTHQSkEzFcZLMJUkqdvYqoJkEsO2LbU0Vc5UP7U4Uzw1SVLAxkcaQwbllw+e5JBS6wKpbQHIPF7APNApNI3uyy9a5z58UWIZeuRjMpHkkmPz2ax1u1H/G/oPTJv5oXVQd3d6rf8vW0jHXBathu0gw2+ZODI/7UfBsHrMN2ITIeWaNKe+RGTUDG49q97V0fXDo4sjjb0+BNvqfjoPhxWSFj/8wRYAa7zmCw/h+MqqngAnblPb8ejY4B771/ekGMjKEvZZtE8+A77El+i7xTvjz8PqcQWoqD1+SaEySCYwgOg61JshyJwZ7Tdv/4/3GxIkf62iGpS1FqehafY8Om4k/zWYDF8XNBqlHltk5+SmWZj54/uuCKnCFPlvf4auP+97FGUWOfeB7ThJVjFrTAUOeApLBj+ivu3gl8dXwS7eab3oKz/31JHM7TsHxjhRmIsuLyz4XtLb9CB5IO29wVNtWyxBYElBtwuU4AIoSkU1/dOEn/Jn2j7hVdrQG//J5uo1ukTvXQluwrb9nRRN9etumToCh+yxHym94XnQpiB4B9+PH/KoiDMU2A+eOzv7E9/D7yfmo2OdDLPPGys074AuKsTvB6yIr26P4E3eHNjawnNi5fX8KI8NJsc8byzr0sxy8faboA4z0xByq0Eif33PpQi14F15q2Uf+Xvwzj0pRXXRCCqJiR8Oz6QRw4y/86eVbr5Yndc6In4JGugkhA+DPljX8/MZi7Z/3WcI888YXYO/8fMeqHWcfLIC/3Xo5HSzCm52vu/UbPMkmrDtRTAIev4Rwjei3ubL3ppSsu+6crhn6buPX+ARbEBo+yHGn7W+E34K36JClFYwftfpbekfj6UJPf0e4ZHw+0duyIVs+WJNrWDfT5vnfPyQ27mpWzshpg9NAJZWMUXafDEQHXBCmDXjMMAY4idnFaGYkB8LewDhE210QZ8LTKiR/z7/BJq6+EiNZk20wC4BnTGsiXYnpEVrmdG9J7+pAlBEJnTt5oqXc5GISwGHuOVNhKkEE+J+CO8PkrmBpIQtImZankE/0msTeAagzL7dTq+t1XRvjVHiHWBiMVqjQGENFgiOMNcr1+aMroV5K4R2TslAQUOvEihlRAFhgzDvCA1QUGKVqunnQ41XgaQwNZx6dBLA/353dhZd6eGferWw64fvlYrNLKjVPey615fKAooABtd9VkN2y9Krw0nodgLsOHTzGvGl7S6As6zRVMg9RaBl38849nw7GOQE8wS124nRlcwfWm0YNYnR/gc7f/2t4agLygIzfZ+dSA4tWsDhSHfDSPWmPxpq2UkfpHefJvKw1SQCYyiTmbvqf6sI3g7aDjOz3mS2dAPZcLagBU9YJJzmUgDxAF4Nw078dVOmhLg7BuH2sZKoW0Rqn6NpGh+fEAK8zCpC5K0SRj1Ph6h0QY4hsSAb4OTC3bXXkeDsQr/+ea47xap00gVDJh51foTIzcnQP80R3h5cTaKGSbXdT5Kt2WH3mX7egDPgBEBPoO7QYsKRZoS/yrHWmVs/FQbFeuAIssU8zhbknayTn079P4k/3I6BCAIFgN8n/kwisFsMexwNmfn9aN3YFMju4oN89/k8J1Jvnmh7Mb6hal24C+NNZGpHTJIAZn76sSvwTvBwi3TsE/ZDi375/7/BhMGIXznDRLQNcB+wK8Agsyq48Y/qhs15sR3KGZvMUOblv6YEBNG/mqjuY7I8qCPedndY12lXDa+1zeLYDpmcN60xhzizrwMxZt5rAd1jB61NnVLqQ6jqrZ8F8HIa3XYrDlPm+5XoDwHr/LT9dSMX3aQWre20xUZwN4ble/zsB3piy1w0nA/xm3hts0Qk70zba6QQwz7xH7E9g4TrjqccCtiPQqPuqWCd6acD+0Ip2/9iomx/R+bFDkRnj3odvWXeqteN0qJVtnIrMc9bqSgDjeIdxMyZaTL7s5XEQcsMuwPBXx1l8zd/2La20UmWb7xKsuRMG6Ie2gRn7dAERe46M+ZnHkUZ3CrtFB5+dHI98OJGvtlzP77sTPruw6cSRhHduzg4DeKcTIo0Jb1ntogi+q1t2C2W9/+q0M3NDJjvBRHX1i59PC8s8ITs6dweJbWUVy7KGKeTYxPdZ28t+5J7RlR0wwZ4ZG0xngLTmi0Bgs3rerJUTwE8Aq3U+17HTRd+XDEjnsbPm3Ms8OeeEju7uJMePPyZ5onGcHZj5Nh1ETmvj573ugAAP2Y8cjPEpARxMlAD3HXC9z5Rl3NCFoEl01+7EZGxnd4b9GfDTp1bb7+9jH4yzKNjl7PRnWXym2LD1+pIJdofPN8nWGMx87HPpC+NcSaSVDemir/6ld1LPWlGQp3XdHbDSGWnH9sLPl70xP14JAI/9kWff95+AKviwE42722oDLDd+Oh2YCCyPPNpXUxB89HQXSLKuPNcqmbzGSRRkTfocV3ATSTHG/D4jlULvJCb0nT77lx1lq8cev2nOjjPuFW6fgiBw+7HTlYxZe3A526b34uHIMDswhUEi69lZpmDl14LlT/xPgOz9GbGAJMMULwltc1VjwFPE9IwNP49uGk7qPpOFr9tvSvLs7pYwSTMXIETfd1xBdrPjTXcA0/OfM+fjR2rsafuK/uZ+EfcNrGYnV/sOmSuJBY5Qiny+4zD2gyducMc1fP0J4H4fCyKWcvjnGUongHt9ms9d2DD+GT5On6nsAOqcUR3/mSMVpiBlZBT7ecuLljyFVyRytwgLGneCMFg1/lzijRsU/f339040y+k3MSVsu1YE+ezdfxT/NvaGXsSyToFxNZtx8HWK39AdoSc+SJi82+9T9GLb/PDIHR/zjirCRnMN2M90nVbvPV/8DsYwZKuCwqz4Hk3z9+M/Lm68/ZaDT2ipOXgy/JeYS2N/fLbDr9eROMH7I//Pc9tv5SxI+K4TwC4OMD9OB4mOoSgtJl+ukrd34XTj1cSHYlNMO933GVaS3huTCp1CL/i4bSjygr3/EqOYWFsIPufBj1yZFyYmkg1Fy0xZ2+jkLsTPSNbf7E0m+At//c05pkkAHyyJnzf6XJ/dHdxEIz2aQibm5590IBuCnPUFd2hVJ+6uz04HlNm8cPAU43gVaUSn9vNa97Se1fI4vnYKZCngi5zdOpT4au8obx6XTVGnBj1fcRT0woTrXkUC4YMkU+91ecW05KPNkQldoPspaXoSwE8c56zv6F0V0L3WQDqgEsDWG1MQruvuzmXkZcI0+jy2+8ic41aRX/jbvvrYK+6Xue05xfGr16YxbuhKwq6LNtFjwj6ac2I472IU6+NTGH7IkeEf3+8rPoqsP+2ZPY/BJ8+9uiOe7kF8OBsg0mGAzYT7tOgn8dyvz/gOLjDmSHKuZ3787UmCusj6ol+YaosKwc8vuXrWP3mWiaNefkOvz6d4T/hkcbl36A7/5DlztvXVgfTEX+aYRcuQ/Iur2LyX+7bp2IET1z6MHHBMAS/xGHRV+5JZ49kcIRkfvbGd3ZK/eif1d+fvyk4KUTVG6PTCaRVXI8/wKT4nHeOC1vKDTuexeRgbRRWfojAJXj3rcdryL9fIL++C52C05Pn+849w5eJx9JDXpXxWCrdb/nPNn5Fn8WktGhs1iF3bztUGDuwjn98yngSwE4UShDGa06KGnTe7CHGaUSA2tpPkeYv1BpLOd6sK4dO15wDlAUxccwJpz7NOcs2rEIXQ7QXOIg2Awmn2vaTrvFbrmGv8+peqW5PZl3LGD2PIrpCcr3QYQIvx/HGC0cPcXxO0dcbK7ADWuNpZFPNva4Nt+XzT6XbQMaZvhsi3YCov+IRBM/YJhqL4RjihjJg2yvENcPW9BP/amc61omGvg43NyEUL4b3D9Q6IsTOzK3BTZDCAbhRwgzmt5h9/5EwrdihRhfYxIbLxwUNeeHgTnlUZNYo1Qc3DPlZCtC7a4GzaFMWp+eqQhz/hobRbIkChzwDKXEfC/jZQ5p9qpdf3tROrljb1Auy3LLVRAXAkYBQHVA6cle1M4wSeKsCCUuFRKJcT6LDh32BXnJyVoYBHKeNNMkgWfvt9wTrg4QYQJzkzgOAT+Am/w8f6OVpfCWAbnTynjfAtv261O3LfhTKjTEbW9uzQXgtkwnqm2KGNTyv/1zlRSiJN6y12aPf4/RzBRoJEFbRgPVL99g4Edeuibin1wn2ucN1dMyeoO9Xr7fQbQ4ofHwPF2nZg7FSL1ZECOEZ6Zip2x4kuXeQK/XEGBPhYXz2blrTWc4OvXzrw7BRNgua8BohmVwBrX7Bvqo5ZBwCN+XySSH4Ous38lbvzs6vlEvCIvdTnckxdNVprhQMFYOsiAhL7vv8Ez9GZPW/mjkycFmQ7VAcV2pkhId/AQTaJHU1fCrUsJyNLk0QigALvcMZVgoQJAnbhyEspffjjPnc933/vAL6rh7kNOz+QP2ODSUJj50mMiRa3o0NBET//t7GyJv5pWQwPpDhBSb1xXGYnBI7RtriK/PJi7SQbXbn9fxmH5zx8HoCtIN8G7KzTKiAffRaHMVXSCQrCr6etjfh+AqQZR5JtwkGn4vfqaLJ8MzvvjgMSQbl3C31KAOMU5ucI2EWIt9Mxo5trW6+Zh575H51U9gteiQwEM/HymTLCZc96OjghHfd0G2ggLb3U3S4IUhDAjb3NGYXb5jD28ARxJlD6CvZL900QSzx8BwzOuKUT7HiHZ+jEssmOyF8CocIEkzyuAoz7LNF7Nx34RPQhUExRHl1AuhsI9EubXuHCTWCf3QrP+3RugO9t40b/mmY/b2ef0CuYhsKkTZzEEW09e3eOaNZpJ4yg0ylKmgtpCX9cBj13MNfyh3DW49Q9/5HUpPCki4++FPr4Xl/xoQPfbpEefN1BWM/bvLQ7hUhAfjprFTreO2w7iJyKac0wvNM7vOBV/KdtO6duI70DeDvFcG/d0QVWz0vJlJ8r+WhZ5Iif0c/IsT67/bv4RbujqwsakAESheiM9kdv/H+SJpUANo+iE2yj3ztAmj/XP8h13SUAWvUOJo/x+a+PRQFTbAJ1dyi/drlM4FhrtGeCbSCt5xYsfwXsh2cUPL+r0kO7cPKnhCdV49Z11RoPH8h2axIHnXQCy8DfB6OP0NguGbOKLrFPp+PG1THpYJiRPXawRQYkP0k4fyqg66BHJ/XMG7Obl4QQ8tx8CF0o+DlYQvaIZ04BgeSHIgZ4D1lFbum+IVkw2Qdfv4uz42e4GF1HCo28H193bJuedar6TZtZSPvcjc+YWZKq5kt2VT30I0Cte0mmWYevuGj9p7uApjHHF/xVnWN2JEkm6NXFG/DvYt8EtdmlYd17dY5rbH3w5+xy8wNmx8XZ+XIybsP35YczPnz69hlkpygYOdc9+ll2rV+Oj6hV8cb7I1/ypycBnL8jj4fvvvELgT0tp41N4eXudHAnpI+vIH03/HT4aoKubdfP+FRYMr5DF0xgJ6XXP72gWzaFbJzjyIHpNvL/TOyMyQHQ8EYnzGjmYxpY9vapvUaieRflvuRwfEF90zuvC05iM8A1bDxonQb9I5fRX5kPgdg9a/UksRw/id+tF/4f8RTrlSmadtxqfHj7hZbj/BR9vgbGQ4SvO4PfSSXz2bNMJ/YwYKYxQNsg3bMLZRy3qa54UH7x+Af/WctUGCbj3LgWiVHWQffagoRNAGPbDj1GRk5s0rKcnXpth3e3nwayzII/f/MstM565t/GmTb+JRriQ2B/XIyj9Z04wuKxMNjttxy8bz58dseriO8qgLX8TZy8u9RlbBsD7XuxEzY6NNfcz8Znti/QQuSLQ9zuLvSyI8/17GBjd3MnqqQfaJkMfU8cqDoaqRW55/cQ89MOTrqXkYjHruY7uXMXD/YGAu8IdNx6hXvzCcLpKVS3//b897/xX/NJxzjt78lG21fMRqy70x2ye7qfzbo1be5jlPhM8yPWLf5OrOmNz3uDmeP6p9B7d2xT0HLjkLd//46BfLdhwnR/lDP2rnVS0wl9YaxUmP+O74YJquDcnQDfcdgbH3kelRAXO4ANwu+xsfrXc+7x5bnij+Q/eiOc9f3Yuzu26XuPTwD+JxbJ0Rlf27JvBwVt5Og2v3cBVq99x6tu+0/yvTfg6Lu0sN545l1wsp1Qg0NUSbdJdOIM9yZC6Hq33G+a3r608miWQNut6M/l+/wGFupYMdh74xabF9g4f7qBZB03DuB7Skc5xhGb3PLF87ugrz+XyuxjK76bnx+7UHti0KJl2cHJK3SC/uS8quNInnHb9nQwPPQafr/jHZ/idPajxPuupBsSTayA+6UrTndQmYLbp1rvH+0s+uUJ2HYCuAMQvdBhzDxFg/GCDlDowFAWO0AIg5TAcBhj/AALl6/lHq6y2VaoLLAY/7Vj8UoA20ifYFdW6+zQY8h67ihkGF4fxbkQ82QsLwWmJIq5J6DYzvxzDXO+E5/t1IXJSWYJ2cXZauDZjk6Mn5RtEsL3698SwDgaCJartp4vuP2F12LXrAEm6whzL/CDsdeoNjDL+tYukOchvZuY+3kaGPBxpg6TzxrpvipCUHs/AgShdyqYCCihIM1nY/gagOg+bsNTAJwA5ifFnrkv8Ougij7z7hNVNSnxPWD+JKZG2HuXg5XJJGbbkYH/kQ+z41RzdAKYgEbzJkESVxrhFE+AMIEA2jsoCJrdya6wlNESyxkkLDik2ga5BDSeForzvQCQBL+h0U0v/30F1LPjEScptIUm3jFz7Th/nSE8gLGD6vo+LU8MHmctGmgRqEfJ984k+MQ8N/Kt4HTvDjHnzW4Y6HPa6Kh6a+YDgNStqFhtmsAzh78n+YcTdoKkK1LWkUoWiY4xXhNgrQSwnzcIhVYT8BQV65bHqa5CB3Tix5W2I4jtmNLW1A6AA+/Z4dsGE+cgjsQ6DGPuxw7EAPdulvDHGJ2SV/ED8qGkBTtvPrajfe6RavsFen/+9cfzN0GI1ZMYy65Wvo392YE5jnfWkvOmEyh5BbnHjwSQaeyADSr70HXRh9uqI074glt2pN0OVPglMtMBZM7CgMc6QcX1HbBe51F2OTx+AlW9q7scV+siOeKPnoP+yNYeTxBb33wNVmBs+vldS69OXnCPs1bzRuuN8yDToxLARU/GnedzrtjV/leVnQaF0WEygXKwVFWqIwUOmJq5Me/bGerx+LmCAyPDBvT6zwZmzvc2ryoJLOZ5nI3RLbJNtNy+kw7vpGuwQieIzael/9ElJykylaaRTxJ+s7aTACZ5C9DWPcWzFPp1ICr01ZrmHln/CIOLNlTo5OTEJuo68IYDS9se09a0G7w3E/iuAr1x1Y1XWHP9xNazRneLSolV1vy9y9n3kBYaryL4aeWPAB/VoPr8dU7mBOc4voTk0tlhOYVj7BQCf/Qu4ujLPdsw85oziyaA1bvs28lhvj/+SAJYL3bnIqqx+3SmSAusYPmRZy2p8fly+J0Ao6XiTWsHAmqHGo7ySQZPy6LvWvj1vHnmFlNqUHv2XkZXONq8GVnD0Ww84DZllkkSpqu77qNBOiiGHmn8ZXpJnoXNi3dtJyYQngJEBaFVHBF8z8sYbDAmNjsVwXfA9msC2OtXlfObgNwdwOAQnMDY9mlLKVmd8WxSOU4mSSv93r6BdztWgoKjcYJX5zzZ2dXhswynAKSxDTtQsH/oWfOQkgNTAHEHHcC/BEb7iAjR8FMCGGyge4teXc194/ndPbT85N9qwb7y/+CdFpJd3tNi0fphdor54wlyOQGsoz3GZhBQBDs1DbLeo6sIeJnPwFzvxLMfM7x1+N++zxZ7SabuBHQNf3zx8FOPZbHG4hJk3kUi024N/sJ33aTOyl7LQ3wWFeTE/vaOTc/HMYL4LMyvx2t5mgRwB0w6IdIJYMku849+vzJ0R1C32AB8RivRDlZ98Zem7Rv8h3+I7vEcxJt+ziSLn/FrvB3MRY7TDSI43N+Y5J1pryL0R95uP9G6d2It0I9pEVBPwqLx/WImMHKfHXfI0p0xKqFlTDXQG7/jFfuggGEWspMKi7cje4Q6zk7gefi9myi+5J4hrMv63L8+UxR7gXzDgx0bMH1Lv9KS+mPR+gn0TZxDcjfFANBKdKSbBDvKghvGJxi80fb5LRvs0N6dzl0Ao3Xv3ZAJzAfjtp3pe3Y7XBcPlJzHHs1Z7rZTK7NK2DiYX7svhRMdA/tg44JNglF119PoaeQ4hY3T1nnumYRvnq8d6PY/jFlW9jvX3Cr4E0YPHwYbHJs2tsq+0Jx92bEgfLbonpEPJeHmPvgP5pXx7zI6NqBEB0Pz7iLxNW6aeErrrcZB3AMsKlvEppMbe3Th3l2w6blM7Mbxm7gmp9i+E7/YYssSXZOe69lBhy49+uD4Au+kDfyn551nDs2kc9nEADajoBp+NBqXjZ8jB0NTdHLm8CkB3LR/dUu7EsAa/zuWRjYhOBKsvH7ptQFiCtxNo4dPSABr52buHQp18tX2DXs+i9sFYRyBA23DgxPPqwIr23Y2J819Vm/t7rnGT2Cu3jwimlMcuf68I0vHh8YV6FjKJuDWfniu4y+BZ5MPWD/L+kM+AjwofriKNe4uRbt7NCN5y9+7QwrXUngh+4UO2y53Sfh648Ac0dD4tnXKjbdZT9bUWFe6xTKQ8TmZb32j+Jns2epjfU7rVuZCfLFtpz6jBT1+C/Ed6WF81y5ixsUAn0u+RQ987JNzGX7pGEwKUpa+ej5JdNs05zzwj3N2sjdXjV+gb5Jgx38m+Soh7tiQ5tUF5lnU4hG39s1szlpIdqcwem1njsgK381OSI3bcdNIUOI772RgPolcEb/wtZUwpBjwxIpG1+g6+JN7NF5x3qwLtMdH7IKx7sBE/O/Y/6EjGG/PmH+vD3oL3ur4rONMUtYHn2w8ARuAjoS/u7Cni54aN7Ae/1sC+HQwHf/nxAwtC+8C3ujY7WBr/VA2J2uLDX/7OmBoChkPPxv7bOLfOYbBF7qfZF7a011unuvs36rLi3lCRSGNFZa/4JvelBL8mRxLF56ubE3hYtUGUkB48ivceM6A/6TfiAuFp9HIVcg5/Mb2xkoAACAASURBVNy8+Gm98H95JOsf2R/7/d//76GQjK3Bad4k2M5NzfwjZL2bAiBBgoBKBx6YdnhUyhHAfN//VcXr5ySDj+PSzsIraFy91Z08sbBuBc0v04ZIWuUkLcQoE8gQAdJiL+0A9Mr8FdjSDxzfTXCHDqHTfmcCTWKKq9Kzq4yphKGqHdp2nhcB+VSN0QGcBhnaos569e4+G6rnoUrGaf638knFTBLfJ2iqaduZNPqNU0GwZxTmnRxZwCvDl4A3iTbz0kOXdiL6zDUlv3VOTgdHoDEJbAWYaX3aLQegQRttkoPQoc9PgN6en9E9QYZUhdnwTouy06ZVCt1nv0wQ0ApsdgjUbkHmdwIM9quSNNY4FRALX+/5HQHeMWBd5X3WdgzgUTTDew3o9DzTbgSOZG0cCIKE78ApSgE6vNr8ILjzrMgEUCO8HzpWm72TiMuXnYydZB001/lees5dQfg14DetTKrFLjuczEuqKpqkavgkThmGzvTQGr3kOeNCkYon7jO9uoKIir5+bysGc2/AxCtQLJA+Bu4GFzbAAyrMegaRQ2wZpVNAEyes9Q/zY2l63bI+ORshcrtG00ZRazVVcXx/nfy8A78BMheAjpGrHYAE/D+29Z0H4PT2DrZ9dunIqdAXv1C993aYI3eSE2jSu4cAD6sLc07CqWSdACo7quwAT8FKwPrTIutpfbl0LUM7rYYbWLDjxDsd3PUgu9nDe1vtZnkfR4RCHjtws+7WJcXfZd89lAZczWddNXsAZOujM5Nd0z5KAfATcLGJUfQ99kGGtFsEJWBLm65pvVqOznssfc4QAcwtruBMoZuHLctOTEW/tE30OaYjLF0YtfPR7sp1II5+vwAWDiAtenEm4KPok+hr9P8yB9XFVuxHD9rOjJ1NcY+C6LJ37FYMv1PwIFllF0EXO7R86PcOxK6jHhq1fsU5Ofpmii1wMr8GjbaFe9vc23ltRyAB7WUu1km7lPR6J4BTSGCZpJikHLTom9U7wY/BYSREJKfRUXHc79d+v5O1uem7k0p0odry4HRorJZDvfdgRezxcSAd0OCJ0fNaT2SvsWr4ZFuN61vnPGFPNDs7Xmda2zbtuDvZcVp2SR9av0x3mwmo6ZbsoO0AtdrmUqB4BzD1nZcDR1BpijAdsLnyIeg81uNronCqiCMJo/sWFxzqTaCZdQG/souI1krYCV/3XNTYy4VRSiQsBDkFBBqnZKiLzY6zbv+GnXn1ZfMfej5FP9pZwXtqXZqAy9qCuyAqPLxdTcQDOYogO72hV/TqFEURuJjbQgPrm2rBZ4yoYqcqwApGF1YPFkd/dyAfmuOIMr6j58c/6gIHfSd8L4HLHcA54BUKTm//DnuGbW4ZNQYZ+9r8sTI2tHvko/3N0DX/nGjQEg7ew9ElwMt63QUrn+bXtvlTMAM7cGh4gNnapDNfdkRNMImAHDx7n2HcrT+DDcd3KILdLbrbTp+CV5kWBVjmVIFPSeoeIzIc+k0AVN/XLrsbcExgGd5peT80se4JDtDnSfCngw76Tbft8/vCX2+ssXya38DBJII6YW8TMrgJ3jmFS7ODlnsk8By70zjLY2D+Dw3fxTfvjgK5Nvb1C696Lp+vJ9jJWNmpit2Gv1SQF7yY+AbL4HGLmn6oEXv8bs2pdmtZ37kAUxYtuL4xYbd8pGAAedrkcJLI1i+yjdb/tNCfozSK/0UT/tTooMuNjyiOuX1Vkk5ZbOw6tmLbtG53DBWtb/GKvtZdkfCvO8mga3IW4ybt4DMSO0efTQFA5r7riT7pDme6h88QFE8V/gS/szSbjM/9SLB0sbenP0FrYhIrhjEKF9lfBeLMB37oHUd3IoFrWSsXsY+RpzU317gYQoHReXhjcPu58lvHNjixa/ySs2UbIxKr0X1JFIAZKbjKDsAJCI8dOx1VFHObIx90j+400smEtd2ZwZGxGSP2gSQa8Tyu7TF7fWfHYG9gwdZEX2czhr8vnCrcqF1O4mXhsiH+FjB89T+7uMixRfzdYSAnUMbusS7hh925Zf659LaL+czzWiRdkG+fnYcPrngVX4I9SLBWMoXnEgfM8xar3+domx7z/TPmOWIvtM67GXLiUNgVdrKdOU3iAiyAfbplbvn5eAqW+eZRdP9d5AA/ENPRs11A7oXcYpuzucNzSDEEvjCYJnjijXcjGyEwehW6ZEPNJCYHL7f+7Fa16HON4y5ubN5gniTv6SomMW9ZxN58OkO5N4Lc9jU6LTqr53T8z8GnWcskrInBE1eOntyjHCX/ww7RH4/8sMnM9sn2rI8Fy7OJsYSTpkDOxSRKXG8BqD5nR2ZoNbmM8t8QIexBF3If/ESxjjpo1fzx91oOzzGAHlec5E9JF5JiG3sL3x4MIHw/Ph/4v9e7fTTGrs8peGmb0/G+FwYZew89P7XabgzXGBs6dO7ijrEz3huzyQ64wPyRJeHhYL7VB3pmF9z1BhL8nnPv0jnsiM8mh6lEmwsT3w9PGpvoGaOTrDOfAsTd8JONJNtJQ3KfG9mXmXiG12o6qKyPmkQ18bzYn/BB47X8vTqcNXC+qI5Pbf7oXcf+ftnobgmOTT58+cwTOttDHxt+4s/mm2ujhBMHu4PWdLevUB3PqpV9GH1iFJPA7TmeM99Lh2oct3/W/NT8/omXkJX233Ud8fjGV9hjaI7s5nphHo4U2k443/mBxNf1XeES3StFH29sKH3DXoiPhZGPPfYRVgX0XATlwoqsk+kjPTh27TL5JsvqmY2PdUFbF7Sf4u/RNU3/s3lLCeDbWSGgSuXYBsUGRRxBe1cbs9sUZqA1xO2o2+CMQKLcAKk4vQtk3s88jEI7I0DAVPgsI7GrK++8quTmHDGP8/9T9iYKsuS20a5la47e/2V/WzNabkYEPiKSVT327bF8uqtyIUEQS2ChVdhb2XeFlq7pMzvM+za8ZDwErEYReYFmQq1g8/nb+T+MBT5lgzMC5K7SRGC0gcNGkGFKxbSdTyzBTM4O8N2yB+OWTHscn3vjEXzSuwxiP/MmQIbQc9XrVDoRLN6WgPTc37NITAufLbOZWcIgbgcoGUlZmz5DJGsZCR3gM86/x+Zg8ji2z/MbnLiNu9M6o84LaQC1N1UbtABcyshDsHTL5fLZPcYo1SjABrTVQgSh863a+wXQjyDO8wABH2XqDxbgdAfnCb4CJHmerXxGETM2jJPDTzPZlQkBDf7M8b2r4cnI4x0+E0j7zGCMeuEnAx5jwO+eViB3cCxV2FGq3wLAo+u9DwGAD13LQUhwOA7Yq0J41pG1hLc03gY+EcbJIM9c2AvwRyeAICc6w4lM+c4QC2g1xu7QpwPAFjPliN9Bbr0Hx60zYHku67h7myzvTczIngwwe5/3QKVtK8jbMWin5w4Ad5C8s7/IiELZURm5wNa2q2jHCBCkwTD7v1LID3H4vjPwoZ/Y6GQIUs00tIWPzGcEaHttxqE4QZ5J0DjrPJn4MYCTfINhesvPToixHHvG1UYLAXGv2Rhad1uTBd3WOEQ+sNYEoFYWhKYAswBkx4gcXdjAyV0Z5CGN85a5520/GWiWL2MUA4hH/3yC4b1vQxfJjY0+brXRBvUEHJGlBy2bDuhOjdPtckZAYzAiV9rxuAFO67ip/CYJyVlz5o+VyduBYQOXel2qwrPv2F/sGeutE5ALHU9LOog7C/oJUMcgbGftBqRbxt7rDq/fjnAHGNHvu683AaqfB0+wD6lcgRebV+CXjHsAttmHtINXMH07fuxTGGsSA95VvToHV/Nv/pKzZ3llx+jphjI6oVvH8fSA9ziT29qvl4H1pvKb84hewV9P8N3a79BU66tOKDL0u7PI7IfWw80X0LcBAL1GIGrGksoE/UA36IyTdHhjrrMdW8F9rrcMOyuT/d4/TmrgLKErmaSBjV7zTmA03w0AzxmD2YfDC5Iv3jebQHrbJ9LPf3vOmmPM7dzcgfu25VZOjTM1iXwdzCdJEXv3rjbyu+6q8odgziwueYjcA/CChslKHvuVBIix6zoAzPWxIZO0xJgyb0DglcO8v/kxIEmCTl1R7OdPpYyrC6+zpeD1BkdeY5JMlD9dNuOxBcY/Cw8s4NUVn6JL70N4hwAwuqoDDlvRvhzZCRpt7yCzeO6ftQZ/c3j+anl7gxfdYhLakaCWux9AQN2iRh5ZLsJ89bJOMOHjJK5sIBJw4FuFpt/0gxyJboneEVt+PeO4KqVu3+4bTbTet19/eO4EF8LfHSDvZ8FXtlGR/88FfdSK+Bc/OHslyTz4IX3GvW0n23/jQwPGMv/nX9u2RKU0NiVOP59/S2ak68Htn2gcLYeQMxnfYCECehQ4ENgz0EWA8mc+Y+T10UGx4942vp9nEH78HslYJSOVHCYZKGPawI/W+a+/Ra5j0y6YWBXAM7gGx1oX3Kx66x3ooHU44GLZ4PAS694JTkn42gCw8AnshlNhPTe6omMCBp7rzKu7wXn/kXRXcBF82YAc8ke25N02XetGRw/Rl7MWAWZJJu2A96nKEi8Z0J1AwGW7QQfwpvO3ia5BT0XG3HfoW/uz9xB02efkt/bFwLEUGNHndyvcyMN1Lht4BEQ/77StgJ+6iXHs5T5GITbyZyXSO5FrbFcHfwdfGP6WfaTnsr9E//jMseP4ad/y+DCjE3XNHajWZ70stzzkeqrhUrka+do4y8vmn/F8s/9uXPW2zRmPqNrta8PnJLRMcE3Hx1X3wNNZq5gCWZL9DqESyM965uI7kRteC47wmcBP1TyvuvWqPseHRZ9LVhmPGHzto3BElbEGMxI8PfjLBHOW15Y/NI8O8hOsb/uOpNfQdmggHTzydJPzkzUv/5LKu58CwG3/nX1ZdL8xlt2Tovnil2AWt3/VwTTdS/LFsf8v+/tOuGnavm2Q0ODXr8+W7XoGcvu27+2zKjD1JQDcVWcEgMHWrSPsZw82OgFg8Af5vrKRuyOH3tU+bPvDyC/GWSR3si1+Ttu868e/beKbL9Bn6Lz2TyJD3wHgg/lf634CKRNDsNypJLLotegF9Ej2i3g/D+PZ3aGr59p6+RvvEDy23CjFDV+eAq+xE0i4y8vXp2j/4NsRkFYVY5dCz2ChCcS3fmScSnAgAKyjTNquaP0cnvvszmKTzRho7Nj9Wduo7X9+99TGLuSd+LTByEP84OPbGvkknbLnjO+sLDsB5+sYsQ7+6hrpqz5KR+8ihkKRjfFK237BwnuOJ5BvcHNlWdufwe+qgnX8LNkwrM/Bvy4Z0vx1/+5nTgD48NR9pOXdoWB4GayTI1q9Hwbfav7inewfEkASJ1kcwHKqlj3P0Lm6b764A8CsvWG6sRlfz9HtE4BnLDfGpbkQG0OXae0kvz5sa8XhnmZ4jfMQcwiuXvqoCH72/PiJ7QvwjjM+6b+Ryd319CUrzK/jf33IoXdimWXg//x3h95EbR3GvecUhgHyvzizC8wj2L3Zni+7t74zkZz5lEqpzi7Lc3bYGFQ9kdsgek9Sg/nXAHr5ppVZOz99H0bJDYLcAeom+Nn81Qop378zValuZMOw8fS3AaUj21IpJIO/z+gAKBb9c1aqHHYZRlmTd1D4nX1AADiKJtlm+qEq6RZEHv0ES2QoAiB05aYfMZvnDmy1IUMWFzSLkRvd5jZCnGVgHslV/m4CtbefxAYXYHWuH6bujGje9631V/hhs7kxsGPQRBLehlzaI362wLUQUEuB2QMOANtg3cqR+6xOs3YJRI9nhPNxRgeMoIUM8/G/pVxuY+9cdwTyZuN2ABhHt+mDspYihrYaBi2WGefr36sqeume33R/V2y002XjR7Sa8+a0R+7qww4EnXYLAwAjoHEQdOYePy1DANbaENJ1d2BFDt/ZK8cAyDqKTmknuMkFvDdAeZi3PyPgoM878wb69VxjYCqRYs5pqecxJ9GnjXm/bwD63gs3GAmvd+Cwx9m8tU7pnBkye/IA7qZFDGAMkhsYaCAAQ4UzDDfRZto+Dd+L3K+zFqsCmLV8nfNVGWndwqcThU6gznuSgOEovwEgcEr8/qompR1/B2PbuF4dQtA0OkYBFwUmJEdehtssEAbMMTptoG0bn3t9CbARMIMWR0ep1bwrbZI1Cz+casRLL3UCUIzVbUN1+GwqF8PP2aMd+DePdIeNS3bdQaMjE0ZOt0OM0ScayBElOeSn1jLYF4CwcdgjtzHu0zIujHtAmzFwvxlNZ56ySUYRvzqT2FHdIAU8w7zQf1TLRBCsHokuSTVieLJsJMnXp1UQLc8/9c7bNjK9KjjeBv8NvAD0rPMQ3u/EJ2w0roH/fgr8WXZdQHNnJep7ByIIHNnx2wQvntv8HzpKv+Y38wdnF42eRL4dUK74rwPy6MNv57bQwrFpCNDcvG87NUN62RgksmGfdfvnDyfE2TxpL0qVN++AP9qubJDqDZAEcLNdYYcwBFnZu7aD5nUHI2kx5Ouf/za7Op0G5IDTKjIy5r2+vV7M8Rvg0o4NmbDwVCcY4ie8aDE81U6+1iDB/m09m3nnzmNz/nBGmYKV4AGyk2Vjf0vk7HxI8OPXHnsBIKG9defz3w0wMSd0WftC3zLR86ydU9vU+DyvLGv7UDkC4g7GYM9he5tWow/ET+04897f/0hr6tgH6T5DNY+u6SN7kHk/6cAGVqBDznxfWfcGvLOuh5efdW0/4ltF5dL33gObyS669ZEgLR+5v8fRib8fOm7Wuu8DZLoBheaZXFOJNwpAPfx4znvyAnQ1ywB+D5HRM53w9W2/tX+sx5EcLDuAc7za/rjt7s4Uxw79KbHINJQ/PWflefgDEEMbPjsVhXME0wHl3FFpgl/jM5xkPHmBCgoNX39L1HQi9eACvz9dDTQmwLgOBmgcnVT5sU+cEJVRs06af9ueeyZbg88ZH+uDHDhVrTcAdp6fe2j1KB6Tn5KxJ7FSAXMqx+7kbjnZ0uMAOl7rqUxM2D50uUH6nwLAHv8An6xdd6267c9eX9Y4c99vPvTCY48BaDG2tUujb6hgg8+pdBGfkszC3qWLyLcEWta79d45926G6GNwZt622z2BfIn/jt2w1bB//QhyNBjXfnF897RyB4tkH6QDWz79vwaAvabzpNCZde7Wj1QwSb7KRk8im5M5ZjztX95r1nrHgKkCJtOhojtMfKvk6mA9tqT9Q/mutkG28p/3au9/O8NO3x+ZVw1dml+O7jkgaFUgGud71upKuELGY0ckoVy+9VRkubPd275rfa1xoUc6sRxep1K1k9/Pfnr29K0PbxuQBHfWynR4xtMdQrzy6EX2/Gx0ZClJK+f4hR/stzwnBSh5Nzy1Nk3e9w6krP++RTDggMjjV2tlPWOwNda+E5uCHeSYGNu5c1RA2y26r/UIWAUyshNlu0Up91Hwgc1zMDW3AP9+xMTxl0ewyf6gQ9/6lcE+DoA+AUx/Py1/4YFOQNodvHK6A4vInjvxOzwtIWXuOLa9oVfZCvhLXwLA2I+nCljM9dzoltP2mSMnNJdtLfuW68yl5bvX1L7IG2P2EUdDAxIZWP9z/whHuvZJD4Yv1++mQ4DupdL4tss6gfND70m+C+dWdf50xNhnbdLw6q/wfycWdeHGaa2to5rmuZYTVfF4+MMJMylE4ef2z/X53QWxz8e97wOP1ufBD777ZzcdPGd1k5rEth7vGdz8Am6gP7uavxPuV+7lpqVfbLojh4aveMdJwn7WmbiR7zcPRY4rWTbV3eiuT3tG1zeGenCSOmO1x3sUvNdDGFd47O5Ce/P2oT+46ixlV+JHH03y5JGr66u+gsx8r4ik7fvBN+ZFmscpOvCmTcJLY2Sh9waApS+TjDL29NAcXaHr7/uZF7KZ1vPi9U7svXmj5RTr9l7/5QUXZGAXXgWYnbDotSt87KfOkS3nsfezDzamIRK4EdzIFhJcGr9rWhBnZN0tE936XXZIeMVYPHLkTyqwO7El9kDkanco3orexPOyNvC+ktbeLapZO9Y7SYfYj/Hz3j7IrtiZU/FWrycFPYcXMFbng4+kAPHqf/+/P7YCeIyDbqmYRdeqAx5tq0Yzyvy/NRZibLJZEUwIoRWYYWITYoAMWnQkG0CVgtcMXty7GRaaWAtiNugM+wX06VqdKbuGdKzSbcGUlxAWv8uxb2NHjjPvTuD2ra1XAAxgXPH2NmAAx5xhMJn4p394qD+KZ5hFINXzLBz/u3T8rvpoAIkNE6VYbbyev1QhF+NjMwEDfmx2TjvgYgBai2WDSbiLKzaz72S6aA7KBnn+ayEIY7dR0wAKvBXBtJ5pt5C8s4NeFdg2jMYQPvQHwN9M5FPV+YwfMAcBSjsoUd+q4Grp1UKl2VSO21bIql3pnEchhSE5OQAhm9OB7wogmBdH0UMz0+A5M0cgpYUr0nG2i+jFesvQfVV1Pt99CwAf0OySMndbbObWSRZ3y749t+YyIiuYnLXcYMdt9B2HvQQ0Wd5R0KuYfgomdRKA3ifDtNuFwEtk6FDJnQCF/i88A5/d7ZxOMKkUuvfOwwxLz1BM/NEt6PbMBn05bT+7AniCmuyJA4jNGpsFZi+0jILXvgGjL/GpwKIDhBtYfBlg07q/A2xxMFfuhDYJ8GuCHTA5Bk2J8D6Pigpg2l/oWZIjp0qnAkynhVHvA5noPpNlnfxWcOyr5pUOAN8V3A14aTt5n3t/hgcSFI3z0Wdu3K3edG2f2/QTwM9auKJGlakPcbX33b5v3nO3fPOesdiIYWGaIZevgPrZp8/wt+3qtq0mucd7cKoWsidHvr4y/BJMsj06X7csirOZN77oOIMgAH6qtoeuXQm/400iTvZRjDX2kp172uwMAP3Bn+bFNfaa53Hw8uxtUa1r2NvM3//KCRgbBIOaCmDsIV1GQPq3p/IGsODoWAHAOitG7WXLToGn2mBFjwaYWNl5OwfIPrLtk5BkgfVKtGt9yjM4M9wZnse2E4O/gfXmz9soDXBGhew6GN+CyquvaZ0/61kB4LYFqDa4gSPr1wF4sCeg4bG/pgoo9Lkcr+FtKmegDbyLLjp8OGDr7dDB59icVHp1dwMcIByf48CIVxSspKPFFyCVKgSAOt7PHPt8G40VG3E75+T8W8A08+fjgEt3dmeO2Gjim2053YEzkqmgD0EFy9BaaBwi9v7ttB75Kcer5EOC05tcw/2i46vyzyDCZyLhCQg80xDQSIa95vnEUM/P+NCvFra8G/7pNW2ewj/JPpH8T5DZYx1BeOv7o69XoK2fM3Z1v++bfggtOrC6wVPzb51xlIrMBAd+U4DCtkdeTuccz2la9nYA2GtXznbmxf9bGn6V7dZRSoaqcUpuYV8PQNCOLmu8uuOte5g3bw4Ik/n0GADupf+7DeS3xLgOAOu52MINGmg82Fd0v+hOI8jbtrkk/xivgM7Yq1ON7xtiW6VydfTq6JO7y030YAjvlqD2V95ALjTR+qOLln/X5mSs7a8hD+5KLt+vbjyjtFWdQ2UKPqA9uXFp6YSR97bfvLwSnbQ6+ySi6vNJPHu3eB3Qc+x52UIaZ+RV6PetGqwTAZs32hfoAPCdOAgvdtLh98AWeqRA35cPn0SR1XMErsdWG/sLOcGawTuNM2BccYZ2KjY3MGCQVLLIQZbI+PBu7hSfWS+NbKIqBxuParc7wYTV0zPcIs/mvGyfnfPyld4/gTYHuQcnGECVhOBgG0k01v8MuJkHAm7SQUvzIIHoWwD4DnL2EVLia9tPUzGCn6z5oA/1Ts5+PaatxjTJnOgHXceZ4/DT3VFJ5OjEdCX2EdCwbFAA4WqviB4neNsBVTAavjvyaZI+ex69r49MHT+T8a58zYruPOZcccn7K8HoBgV7zq8k+vETbBZXcr3u3wB4BYGrA4rGoX2pCv72Nxnv4T/TMLqcoKySP8WH4mlhU0AdLQ8jT5KAqfW0naN1n4Q303XsiPbNqfDuVq65dsFebBHwHX1P9w98gWPrKzH1+S82E8H8R4Yde28T4Fu/+5kjCF6dCuez2FRKoP2V/USy6wRZzCcz9xxH0YkECex20nbjGMjXHk8nI7NGgP/guASJI2/ib7VdyHnYKxcTOLMPOIkAJD9jMyZIlOwV7KLbvjr28fiI3Q49Nvz7jMmWHy1faDne8gH74W0PrE/H517fCRh2klOvu+aUQKH82U0csQx6eJpOZAG/ReXI+eZZ095AVIEounISqTro0h2seh3eVfLvlqf4mfEDEri3pXh8XpJPhBVp0cb5t2wZOzhu8pE1ThSZQCm4Db7YLct7/B0Izd6uDlAio/irAp56ZjqOMo7P1sLh3Yy5adIdPk5STQWAfcPYb52YdieuZZzBhEy58XH6WBq9vhPvsEmMj899GaNayC6O0nKZ98j/6ODzHQDeZLzYBIxp8cE9uoZ9dewPgyahsQP98Nzz+y0v2vY9ck7yV0m5l2wi8Su2fOTincQcGq6Pw7p1JwkwCM/pYE3rP3YAuANh62uEIAQAF7+Gpzc5tv3gg/84MDc0NcNHFUFn+/Sam3CUOWseX5BkBce3JozCuH6yDw5v7ZYLXn7bFxUj68Ah9m7Hk05QXptUy132A/oN+w88qOmt3499UAHg9mfAeKmgJ8gbXKyK8kZWS64wJ7DUloF6XndYldxMvCHFWvD82YPPa+ji4vHO9e4I6QKrxF++BYCxA257yvaL13e7UeALdgC4j1xY2ZYNwdr488EBKVjgfeDr7wKOxQF1XXCdcEdjXHnHHu2X7xsf1sbZIybhfweAYbZkcGwG6R+KnBc4zAb67ZeMmtwFmOJNZwaJA0EGvRi8qzXaIAhzvZUbYwGg343CNwtSsMHuAPABVUsYvQgy3lIctyis1zgqqItSp6UNz1nHJuTrFsmdIcIYd/QyUtOWBWFuEuhco5EmvLMzXcl4YJwJ0IZ2OAf8DiBNUE33fAvg9lwyh6w3wEu+f2eh8I6dzwqFVwXtM5fwjjLWt2JrAyZb+QELfAsQ9Wbod2ZsyewwcD7sHQAAIABJREFUH9roLh5BMl83/VRZbj6jre+0KD6KYBzYbiGnxwY82/fSvrJBKQkO+B8DV+NMW1At3njOypiRUH2kCNV+nqMd593IvX/i5G6gvrNUmLYM1XNGxAAGBwwe3seuQxnphessy8LLPuVsKT07hl4On2++/akC2M8oxzHPUCvJ4i/x9NBTNIpDjXEquZTfaYXEHLPHVlCeuV/P2zktU3SmI45SZ6phiJ1nvsY3rRnnyzujLqB0zujVj4Dq+4d7qC78dFoDWu6+XyOLfX8UwvNwy1/zzWb62lD5ePPn/vvMkg2weLKmxgA3z00lvfafRcQ4Adbz8mnsUGRDnozzGR/8QmVrD41Mb32GkQpo0IkQyMNvbb6aF9LCA/4ILckg9juGR/osSogVAHISfBxwDE925dTyxc6CdXlVPM98ulrSwZQJakEnHGRiLJrLkWuVhYz+fY3PoNtkuDmYnupZQIlvlTPsidal9/7B2cfIDX8tR3XrtPDCOhA8v4PA6zxWpv/Fn8sj0ZMYO/58ZCUATGf1wf93CzrW5M+AFs+r9EY7Lfq8s45P0poTApLMoz3w12mjFoBRgJA3g4ENHMG8R4btby+HhLaXcap+DgDfGfp6nuf1EL/BrHZANP47+7rBEvPfADTQKrTYozRS6bQ2YQPmLYP1rNc50maKqgiUkKgM0WSxT0DelnmY4e7Mcrclo8oI/UYL5G6V95O9aXvoeY95aALubU/4/SPrWQs+C72l+5T1nGhjmxupvHzkTgWoNCUFzA7g/FRGdOUS7L8t3PaMTX1Hy0vJDx11oR87DAJbcEyfX2JrrYzqRKNUX0nmSYdGTuh+8+Wsv/61vfh8Bn8yNtshyM9JVso6fbFT6HAhAEz/je738xV8rgSAdYC2egM5mOzd1VWx0zaYzJiw37rCTecjW/aJhy2X0oJO+h1nGPuNvdL2XOyuDUBBh2613f7Jq8NEdZppPdhgTAd/7bxZF8Vebt7MWifxSN/TQs8JZQ+du+LjA7QHEL0qGC0PHn4gWQkexk+4ncnw4CaB0uYMPYTtePuL8FM7r+vAvumL/cWa3fZixjDyZ8Cwtk/uKgLsB+jfwci7YiIJWJ048R1QPEl/w9+ay+sInhEEreMODeo82uj9T5sVv+7YTzj7E/SzDSL7fP5mbzSdw7fvtQKoO9UI0/FGskPPelUpWJ5tIGPPaF0AkeTBURHm1xvoDU/NcQ2TULjBiNhTDZoomQBf/NV6rQBWErWjM5LIhb66gxn4v94/Y1B53BMsYd4JegPAb4AC34t5vGjoMy8H4C8f8FtwBrnBOKiMz9+hf9vL3bWiWyATgNe1J2jowBet8BdcSoe0VMZ6/F4LEmnCe37Oxa/sEeRM5HVmQJL6neTTRw5IXqbi55GzTgafgJz9xU0Cy/Oi6JO4gk+559O1PwUNNwF/AwS6lwSxlV/TxW5siUyTKpvoHyqU7ipIUUyyQMNz0HF+7uDX+fwAcpO4Aa8NGs56Y4O1/EMGwNdeD3UAex5O6+H/jf55fgax7b7Xl/Y7lFhl8HABeOwHPtf9J7lk9IW6XLkDsp+R5/dY0+qSSr9JjjWp8y4Srrt6WAGS7K1NXoAf4EnRWi30DVRfQYVOHG15ojP42g59A+Krx8VvzEXvJcBxHxHwrYNYAnIi9xsXo3394Qml5U9ApTtWeD9WW+9O1vvKT8+6Ofj6MONdwZ1kvMjBVKJPl6tpu8zzdPTJ7dfw3ZHPZcA2FooODW9lzviR8ekCiuvnfV9sFp4fu2qSQsRPB9fKumC/dZKweaIN6+dvfGrp716fxnEyGM4ZfQfVbEdbdyYZeuXk2NNj72EfyVXZCuHpTDFAOzQ5PHsc9R0384ZG7a9bfzy8ZP9RfDjgfvy7ae06SYf48Pq891vrtab/J+0iH04xirENz+DoAtawu3X+FIiU3Rk7NXYrweS7w0ziPp8FPx1wav3BeqMXY+trvaIj8D/g3w4aEXS//YvlodmzfuZjZzsRaYM6pg/2fiXAt3/De3f/LE1bP4T+ed63BJDz/QnopfBnA47jk83e+lYM0HgYR55lDT9tMX/m9U+CMIVqm2A3QnYSu/Uc1tTbZO5v3Ef7Aiyt/SDm5r3/wm9XJ33b26H/dn/JGGLbdOtbno8ugi+UVLb4GfwpgmS17m4OXfXLeF4ybLBBv18Y7MRbkuwyHGB9nQ6RrB/2aMs+Cg4IdiouEp8p+rQTJwmoOrn7YVnkHL4uvHfjzTdvnuvKPjpHZ4x+bx/wWwKexgkmrXnJRt9itezJo5+ND5B+GL0aHohNJ7ub9dlAOAUUSuhI/PHsrecXxRhIENT8OfpLNMHvOkd5VLcJMLSld+TQ0nKSjKpCl44FvF+4CAkmfHbLxpu/D61mO504adlQaYmOHI9+Ak9sdYdt+NEhQTSf7hTfbFRREJkb3CnM2sUmSXZ65Op//7+/+1sxU7ey/eOJC9/OPOBIB4DNFLSGGQOz9KAn10xzK3QEeGdBdhAoY3uzth0RV1JcgduZOAqpM03u9zYAxZlGZ/NXANjvnwl164geU2dG3wZM7v9pa+rLLM4NGGhurlT22W7bghaDQp999EofAzBBeM6gW2a4jQXGpX872A+Yo3GxH9txOBsUI462W2N0OQNGBswEgLtirmkcw3XbETsrjjMfKwNL72NjvBxlveMhX/PLcZbm/QhqDLCTGXMWJcyVauoYqX1G7a7cX06rYz67BQbBzGOYPptcvJGMlQAGZDiSeQ6YSFBD76dKK+OKIW2nexQ7NOzMybRCivLkexxDOzbPvQYKRnGhNKmcsXE+wLLei+HiVtfPfwJOJaCllMwXz1yS9LBnZWAA+f4R+tAKnnpl96gFzvjXfH8yZZ6Jw8cvnnkm4lZcbWwPHyIweWdnriV4NdXt4ruZa+i7Cr4FeAfh7h2cLGE5L7u5Oxip4XF2eATvZyLM7ZQhtNtBXAB/36Nn5Wy3GtUoXwDBzySUXNsAyjeQt4PAOH93ADgOW6oeWAd0Q2SZKPMZYI7RPyCfJNuXNu/hveVjZK4rUKsC+CTElJGGodqZvHrendkvh4u1PRlk5TSfdbDcAUHaRIetRB/lXQCQ5z+JCj77ewJb0GrbWataKJW8R78YgL7WdZb4BFb5u8YVmRZm6AAwrXo7UArHdNWvaRAr4DJ0d356nZ53O5mZbxzAU1lyt8saOooeXs9xwBhLt3TmeSc7VmfFTcD3cHsFgKNDBmzxPgb4Tta1eVhApGVn9jo/7IXO4D1VujZs02YW3h5b37dj87g6cRyAA2KoBHHYJtn0eSPyQL9Lrv76268XuNXnHjag8dJ5clgdqM28cG6YE3yddyz/BqgjyPrOsG8Ag3Zh1t9+WNpjN60Yj4C0fU9kC8kq6JLb+WZ9OwAsO4eOL++s6MwqelP6N2u7MidG7Qmsj90mPZUzTwP0tlFtPnie0VUc7wquT8Ci9coJgisA/PzQvhJZrHXTfABAjzt09G6Ywe2+pnKJtdO/JFYJoLiTqQIKTUv45/60WguwK1nOmr1s3QFi9x3p1HACwLYzJ+DoasuM7wU0eV3FD4CfOk95K698/QH0pgKjAvy37idBKC+KvON+xn70iduNhg9b9tyB2bP3qDDR2Wuizey9f/5TGzm0azun36tnmJavgPZnABhw8c4m7wQPjbfnEr5N8NridnQn81z+icN8V7Zo3a1Pyk/LcQRvILqDXugxAPPbdiYREN74BgC0fY4dyfWWGxXY895wkgPoyHJd0yJ8HbnYe5PEFt31rTUp2dOm5XST+aRfdABz/VYB5O+mxd9ts8Gb99r1ESCvAITt6rS17Xn3PlrbNmAygYHs13XQoRZyNfPMp7et+FoDr8MkRgzoghxlKVxZLLqOLyCdeSonX3pz32dZrkCMK20mIfOxNdomO+OY/U+iV2DbtQ/bTs49AY9om6ZPoGF0dmxcbLmeL3Z86GI4cxmtfrsDwJ0A55jvBL7xo0xv+UFTJennl72Q9/Xe/cQmmh4kTHwDuHVdbPWnQ5PkzqybeWj8FNbdSQ6Owm0i0LFTHjr++vXbq7W7x+AA8JNgVm13mU/bBYyjg7peHSWa1Jng3EsiCvOM/ZVgip67FSoJHIp/tc6alhLi2Attc9EFKLpvz4/MOLK23Xntxoc83Qm2dQC47+vzCZ1sP8DfScI5CR153yZivO2atufMp0PfDz4ZAv0E/dyyL3IHrCgdJ5DfR5YMFtCdpxw00l6TyLUdOnjS+EX4RKxX/5sACB03wodOkH0m00esNADNHnDCrOzpCQCTREf1OvYP/lUnMSO7M5Zd3+XpfOxOZeXjdtLWfQSI7KXffrE/40OSHPTNH+zgAXNKUv67ghf9Ijq/zqZ3B5WZgfbAaW/6XnGN+e+/JyHw2C8VADYFZg/d3V1e/i62yUMQKszkT6gaP/5bA+LyOzMO2RzCbrqKFHuL8Yd33q5EZpfkub4OX4ZKfO8BBeemIvf2D1kzEnZOBZYgqSJV/LLpbMCeuux3PYNkN3BW1q7P8/YYrgAwQHgHkE0fBd0e3RibbLEg24LdAvq5tjuq3PsJXXl/Hv6ZtZB/PYlLpwW1/IWx4U5B0PBWdPqshHT86Hk6deB7wj+NHXTyUq/f+v34bpHJ2Bf3sTW3HUTXKOtPr88E/41Rd7FG5kxAU79354kNAP9h/oRGJMS3XXRsH/Po+idNa91/7KbGH6p6emVJ/AnZ05KzXSWN3Sn/PHbIHA9Vcsi8OrI6unSDwA4oD27AHBj/KRiaveIuk6fD4R5BQUAN3qazjP5+JQAXHiZ+OvEAkej5n55vun/BlGL/hIKbOCdeLRxc9K49ylzhyd7r2FN3UFg06KIynkcgsvdH+xr4BdgOJ+g4Dt3Xc7OngMtY4fjh9rnM39mHJNomhrR4ws3nkQ1jCzz3ad+QzKTFT+cDERHGiAzcDh+bVJl9EKG2/pownKwT62z5B66jaxUAHnxpO5p8Jnnl/oypkxBazvP78fGqcAs5p+d04mjW938PAHuNbJskmQS63Z3sXgWCw3viUPCS334lac/zGVvnH//83Xasu+OVXyl9K/v0lUg0x3KqCMNxiWcwu78GxzP22DJ1k1NIRPSesFyOjdM2q+ba9lCK1LZAyzJaNhXJdoP/UgSm5yohjGTje3+yj+h0iE74xp+KYYhF20ciIe72F4kXekl1j+NSj4xTADhMIwNqMkk1yAGFvBFKCuCYtRNBgI+odgt6hMYNtt4b7G5nmvdi2Iu5pUCm2lGb9xGccmZvg8PKcNqGvcYxgcU1plfpnfHXPI9DVIYeYJ8ZdPYuG+t29lqAMY92Er5F/HvO+l0bg7M81oEWc+vtqWxrA1/vlFKLkaRM5jDIqc6WgVtO+RsceQtEvV90lKH/LVCUTRIqdNaXGPtuUfcRAB4DuIEE0abbO2neUnaAQjB0C6hIigVKz/KNAfCPJ/BqE3YEfwu45Zso+EP74bmjHI/Qec9TmwjjwLQoECZ6I+AJGy0VQcubdyabBzB7zWfRAkI+n9lQmQyjVmIxYLa1Ws/vCICq/LirJQnyIuAw1qBjzuKKMFOwO4YIQdRIashzB1G8NJcDgXJqI2AVKBRIRjgtPQDqAHg1VgypE6DVu6QwZg0wBOHPk+U2AYIYBckgJUAgBYMCt672874ZQO9qiQa2OtCIYrsr97PIqvycjDIMaIgig5Lo0ZLkJedEC++zat/cwIyBHwdb8wCMpXqcJ3hnxKFMjxP/XCUwjP18HNJXAHgAh1F0eceA0t4In5n6nBuIbdlGdLck1JM+HL1ps9WOB/MCGLorfdogMV+OsdTGSjsvJ7Osul98C+QQ+MwzxS8xKB1gmAoDHD59fhyNaQHVCQTZg3G40yY/us/PLhCyP7uB5BsYyxmNz/51q9lk16G3D40qAH0c1TF8O1mDc2yg3wIMGnfcMsCxDWak4gRduODKzs2GjpNFVgbLsDE4a4Ny9fSLf7WXx+Alca2PTGBf9rlu8FnWagGcfq7mfIz0CdYAAuk6zc1tKnEeiDCNQd16RQ6ZYsExjqs6R2v6GIm/hFgN8ELiBaBV202ddds0tJEpgFW7DOfbDoTQjOGd+RfxggMAaAAtzP/Pf6q66EAL/Ay5ABAkXyR/Phzg5wN4uSudTLsCGuzKjwDIGYmppCXAugkAG/AOuPziAvPeBu2zUXTW9HnXBICTqTzG/JDH3U3GMbwrHy0byjm7HWFVAGstJGsztwECTvJK2g7cwbCja8uWha/071a8rjPUjtxmXE8CydhJS5UN7hPogkYkiWiswgQBYeyAef9G4BAQh+87uGXd47MEN3PVMqHAaYChts0jg6cKXPbfGNBkRn/bjtAUnvd7hr9MK9rBz+QB45vvuD52St7fyVF55jvpiNal3htjV0Bf8+WrPT73j1NJ5bNskRpr7p+z2canaLv6yMwBdQjY6S6AKutSHRPgyEp45XZwvX7P9wtYZD/a3vRmXU4hANxOYXcFOLbmMH8CllvJT6BAX6eSHuAlyRGtI7AFoYnWQEkQSjzVD0GgI096H+2Qz29iJ/iz90fWLJnzBAC5DtnX++KnZONNDFiAnfk38Ako1AlVX4Z7xvJzAFh7L/KLYIJpOGChgQVk68hRj8cYRb47CcpOPKVVexIRtNb6F9CLSnhz5ensUjbK87k7GXg8ObpGK0US1yv5QRcdfZMqwNioAtbLT7A8XEBcayj9qK4ECcq9AeS7Mg+Z3nYK4OKhzdgiGk7rTfNY+1XaCsPP0BZ74g6cij5lnicR40kgoNVj1um96gYYJxmt93n4e/SCsIpnvLQ3vNuselzz2KbF8e383lRKem1V0jI/4flNsF79nwta3nbiFoFPMAtfC1g3g6HDBXoe2zJA1JsOqzffnXfOOCUHHDyL7LiTqCVTKCAIz43dMHRElov+VId4PUi8HBvxJ33ltoxG3SaQARaAXTd81MnWeX74u+2C98x//utbAA56s7bn35d9nmfeQfisUdabeZvf0yDs6xhZf73nVDgOPtSyxoUEsikHS4p8lR7YwFF3XCFI1wHPtT+QyVQ8rc2v8XKUwbFD5Lcodqnlqf0qWbStqjfR6tevTSrC7kL39XyRH5ukGH/AiWbHKQ2twRsar/H9laRx42N6F0C25tT89cEVJKVNa8r+vv2Z4Fyscdb07w8+g4BwRevYFamYLDk7WNKtJ88eHHtYUx+z7KvvyfVOXB6CnrlfAXECtbcfzPUdoNdcIjeGF0/QRoueBbGNpmMRKuGA8cgkU/EIY2J90Ie5v5Je5ZUOQL86lb1VBU1XADg2FGD/BFBHZ7Wt13bvofHIk7Uft3Ai4179361I+7nyk26dZh61zyeMbhJ8Vdl1CSb9KVsrfvECCvjd2KZd4RZxP1jO2Bwk1537bvxqJsxztA9bRqNLGv8+sm/cAjoL9l5oLLF9vqaP9bt1RO7sd8ED7Gn8lS2KmgS5wXzowkEnjN470eur8KW/Osnk7edmLC9dOfuxu91pXSgQcsL6JDRlb1BF+Rzl8+CwyC2OKfTzr4RhfQaerjmAFUKX9a1CJ13r757/6GIWmmErrONw+08dA9Gekx2ijgTmHtkws0f6CL/YopK3k0AvG9VHXmyCZOi2iYHdcQy/DLsoFbp6RpKGCPB2gr6e1wWHNz7d/HZ8ZXcDjc9Hcjx0uZMpqOY9tuLIHL/XTClsaW1c6aubxhrvfeRd7l9bA1nGc4+fXh1cPZZJDmNe7U9/dEK9kpL2nvcxO31ERHdgcM3hM/a2K71+Y9+hv/OZcE6wo+0Q1PsX+xm/5k4Iif+4nWOCcU/y4EPq//zLcyyP6S//Rrwd+eq9qaISfiYxC7vXH0sf2sYBH0qsjQ50HUe5sbKX7WT+zRpnbmAFe76zvjsVzs/vR75eidX4DG37Q4M7AKx5blJrOsl1Nzvv8rHjTgVwzh9MS2T9dIYdArezC2DcLinvALC+j2NZguMhxg28Lmi/hx/vBoriDkA1AbST4R+H4a4EAJRHqSSjSGBZsuI2m5YWQNXic5T0u/XfZAXK5ZPhOVloml8cnygCV0PONSbuCL4+Y+veHLqPdm8OKCqTTmOcDDhXxM5Nm4GeLB1nUFfGyVmPKwB8Wih7Td/AzG24xsjNptUPrX4QMOwZ/rVRpo1SgZIAFrk3ivDdKuRu4bUtG0ZoT2WN5ktArZl+AxdkyzwKsSppTK4RZqcSuoy9roLOPBaIflWMj9PB+6TQ2kG/z7mFJqft0BlDzhPWegGa61+U+idI+j5DVM+lQl3jw9nWCv1RAMNx4i4PvFsB3wHeONyblf3K1hvHW3tH6yA+7MqKNq7vACNAinmy9n8HzNgzdwD4ZKqMEkfh2NCrDC8Hbi1jUol7FPbz21+fszQatGA/rmBEIZjLvW+dCWj6zv4b2bIgJsJ7W7MAgOLs3BU1DmLP2dMNWhW2YAXVWe7m9RGZt+MMPaFFO96n8uLZcwDYLR97T0emvCt0MZrFqwSAAfA+AsCWbQQUcRAiBz03gTlH2L0DwN5xBZZFPq+8PBXxs6EcEB0ZG3kzINc4HgCwZHRb7r6qedfR+tYyCjmHMdeZUpzJqmtOax7LyCyQAbZJNsocNgDcFQZet+eCbw6p+O+cS4gDb0stdCQrEnJaN04FAwadnt/ntB7d94zztFScTgsYYt2KivHBo9CU5ze4/QGEDTMnoWGMeMe+qAYNOEnweZb1/HOyuqfThfZCgz59Rh8093gfIy6G+X/8x990NpZk6rSLtRE2gZg7AIzjcCqmtPdnw+ndBhxnz37Tf+1UZRzhBQey7KxkXM7IVZVn87oB0rE3xqHo4ITW5M6Cvc80vOUpgRCOoDCNrNNkayVgxBgi79cGIKu0s+fd5aHaHmp+qsQI3+w+fWdBZk+kSolM1MnmH5vmZVSHYse+iO2UyvCuhGpbzjxe7YVgoFfVoWmaFskxxAMM2Qn086fd1wQJwvcTMBpgpzNteUe6b2RsBLnuADB76G5Nejp9jFHbNjR7sW2AN5AUWQkAynh0zSaWJEOXuRwQbebWa9YBYJIHG0ymkhiejLxVstI3eTdBJ6cxAxJk3/t/B0nNqBPYn3aGk1SWAEUC6A3eYf/r806M8N8TgExG98iZkceytTuA6b1wHhYHsLP9m57IQ60/+i5O6Kf/gn4BEPA7H3mThDK9NDhyaL+0sQNagfC2LVjne76stdburrruAHBkLG2k289ameL1HP0VQCo87exk6eyqKIB2ux9Ch9t+hlcWXEiGs36UKLBrv63OkL2yoaGveFhzd3tu04xgc86I8vOG19Y/XHCRe+ClnwLABHyQN/cRMzfvsWYAFifIVq0Pv9m/jON9vmTGC7ina5C9bsk3iattHwLk+Fq11h0aaE9a550KkvB6/Ntwtnlnvr8DwK6E5zysCgC3P5bKtYBm2JoCP186xfbbJkVK95xkmucdPM+881w76sfjE601HRclv1rhbYBoWxTGLxXvbCVG+PnQ+vme75B7eW907q+/PTpg5FLzC3sf20aJWeuDxx4m0UfPSxtRVRyl9S1zaRs6n4UWndSle+0vTAW69O0JAD+Dwq/E3kvnouxTglStIwCBtDu3+wmA48pL/FzkLG5Z60/sWeRBZpZ1a/ncAWDRic4i3suuqBJfRwZa73s/b7VN40m6pAPA31o9yqbivLRtuRfb61t78uyDG9DX3vs8A+1bwNLDHtkIDQ4txq6lwprPVyaFVt+CQFwLMKm/0d2xMebsW+Mm8QM3QDMJV8Nv2oe6J/tr9I55AHorOS2KKLy0esxrOg7yOaezEhb0PXqy7QcVYEjueGyvJKgNvOq7LqjA70Tmt6/7mbD6eTxPV26fKjDNa/Sq5AlJcUpqA2RFj4o+dI65uw3eFUqilYIf6Enr1Odv01EUtP4ctGHWAXuE9e59onuOPTL6IvspMivjiU3S50Yie0hoyLPf3Ygka/74vekVkLqDR+bjs/4rp7vaH51x8zl/38Ge1xnctt+yz0jcdlEO+KEdDyWjLWZiv0Q25fDftjMOj/p9owd1ydI1tAzGqjOhw9JJ6prIoecbu4YKTvypO8E2Y17Z1u/ZI9OSTAsNOnmWgMzdqeRUkI6AhYfg+9B1jETxx8FOhQ+OfSASyB6L6Dff6V8Sugn4ihZtj6kiDvxGARCwDObq/CDRTJKTxBjLmg0AkiRl3jVuGZuVdQMDXLxtOi0N7XVfB0hOS3kHKKm2DRU6OGyqjN2H/AB3bDkBTbi+Ow2Cj7Ys1u8nIDyyO9SP3/JTAPgkeDwXc+QKerALmiQz3KlgdB5HBtxyoJMRKe6BnzyXCfi8MaqMlAIr8fRPAWASdboVvegJlsc+j70+wgv/zu8Onp71i5VEcAsaa9zYjdgn5q2I4xQbPMT2UTVXQrdkHgHgxiPA8/BfsBdpnRu+XznXQb+D+TnhU7L6rd9/2q/YUuHC988pZIJpkEUP7RUDaHsvMiUyRD+mj+m7z7ztrbal/va3Aoeg9wSAwa+zBhOXeR58gv/J/LQtrsWyzWX7euJVkziKfG49hWxp7L/ts6YIco45dQC4sVLvpW/xuGdcKsjK3s6TjfFOYs9JylUCxLV+nUCJvdpdQhpv59lg49rfuz7B+7PvYrtgo3WiQuOwsdkTYN65L67dMcL/LfkXenYQGNyFBJPQb4/Y+S4Pdn3Nb076kX69E0VD6Mi2d/B39/J8/jjr/8axhFkYcAJ4PMyPfAHSbSh5YYdBT/WiBUwpmwKq7hYsRPDbASWAwmIdMHf2zWcWzwQhGhDTGAZ48vimvVODHQhEspVR+FGMmy1Adgs0ATDT3An0aEEC+r0V4dKxzzPTIlXLvGlb0iDBbVCwNhgW3Z9d7+xqDSmTZA1mc75L2vfsgxP4nA0M8xzjTgLtS1uNBdOReGmT8I9/PhU9BjQCjLPWklimtY0iNaOeAAAgAElEQVQaCYEITeifTIbQYzNaw+j8sNkwYlNxrJ29Tiq8qH9vZwyH/DbYuQeDAdC1HVKcIUDquKDZH/BOA/rZ1O8g4HHYRyASNIrDui1wzJ9T8XT4zRmJAaEbGGb95JxJaDY/d4ARYYZRGf4mUBPl0oodZwrQu7Ndbge597N4MNWAkR+sQd6/CjItqEpbljO0653AM+vTgBIAqL+zw567TgX6w08Vf/Z3tLA5lfUzYTJooW8bNO3Mwz+Mr2lyZyD2+DLG3XNtpO6eHkN8ZEf2Ifw1bdWvgLqmPHr1GB+9vu/K9KX1XW0QAo/RZ/RGmWg6VCl71GMZoJCMZoEH7AkDP3KomoG8L/LONpxCCzkYuf5bUEvT7DNIGojY9X4/O6NM4CfvzPen7ZN4DwdyroE3TQ85oOOMM1/ABfbOqYQdsKYdTN3j8+UaSK8K/A5orcGSFvEY5oArjB8Dhbm13IpRF/k6K3TAxlBiDJ6hRfMcMmVunKuXPwAvCWRzHckO0S2bfY+e7ErjDkpSVZiF0esAAqIH9HOfqe49WK01ce49tzGM9bsqPpFRh08GcCT7NbR4WqYiH535N10u/KxtnwOtWYP8m73BnDhzC+cc2uZoigA8cXgW9PeZnbNWa4C+K7NflVXPoE+gfhdqflvDLnq4QJABypGJm8DR+oGEDYDlPHYD9ZnDOSPLCUHJLASQAkSIPMh8DQAOCEQiysl8PFVpIkve30ku/J0Xf7aQxx4jmxaSbPVG7FNaV3aADHDb+kigRgXJ9RwSpajIMkzyXAvwIbsRJ4rEn3bWcXBaD/4ks1qWuI2U6E6gvNb53q8JZCdhgYAjst4J3GOj/fYkQHlJ7KBuguOssGmb7i7aFY998vAs8qeTtGJPvtsirgOKXoqcbfuWKbDn+Z6xNDgCMNFA1rfnpQov4B4/7ch3IqmPrbhaesJbJHWYwyaY3L97PKPvmt9/ysCWg9UZ7p3wgQ1JEDj639xm/ed9ROeDASMBjLuSq1uote1H63zvSQOV283m+BXP21TtuaCLEmp1fvUkmzpoFpusj+rRKBvIQ8X8lNh1Z93r+QQXWK9jK5jfN2igZ7rzgisH5mw+sbP9hPgt3q8a66w/ehmb+c+SEBuUyT4FxF/7gSAcdELWaH90C81TBSQI0Z06vneoCLgZHaMf/NtUeSRBEVA6ttPIw7o+wc50VLqTQPS8BM2zvxPwzj4mKNYyCT/xnKGsNai9xPpSma0xmx+m0q8DbQ2Is3fanuD3gPuTBPXMq4+Vwo5ZObS2Yp55lZKKHwbwhke+ydc7oG+dPd06sFnanl3eJOPfLzqBjYBv2l8jFDS20e/RKVmwpUlsjBsoFR/IdrzPGZXOTPVKnkMwVC6PP589QGD73F8JZBoa8p75rJ3IJ/n3trd7/vp955TxsFcWGA3f6vPuBOFnV8CC5zIH6zz5hN4vfvKxz/Od9NVWTWuNu+NHz3/9ySSviNbh9U2YR5/inx0M6RkDCcLsP7AE8esmcKWabH2JzEhj4mgXAort47T700mp71WIbsY+w/eA/glCLp1y77YqjC0qPtOZ8H997N/GR95r3AFYPwVsbPzIJFXr/vXVAfojo94+HckUnWyEPUMyz+EVAoHPBfD4BsLGfhBPzNojW80dJyAin2qSzGTTPLfBL0n4xMdRC+T1MwGqNV8qe1UpH9p9yhfjadafeRfBRifwFE4PgP8NP8r+wm5M5VQ+S/ITP7SSVgJJ+weaj/dVJdU1/tfJg6aR/IPZi/92hXACwH7n2H76XXP6BqDDb3dCBuNsrMnPvBLEXAFvO3rfafxu9rbttbFX277VHHuf4WveNnB0cmSr18xG7tgFsuIt9NYHhSc1nPbn8D+YF3rS/hh2ovGjTbIhGeOVwDT45Hsuy3NnTfDxZm0oZDkMUL/Eb15fbraiZWGA/caLJ/lCd8xCLxYdeUEVPf5ObOa43IwP/kA329YxFpcqR+P3spEsVNeGMZY59kZjYnnuJvwij7v603zoTmSxr+El9hsjbF/O+JPnugTDDmrd3/4EAULNRbyYZLWRH7KTHnITGPG4bWMRDN5YhfgOP6TtnfanSA54BzQj17YIZjvmZC5jc172fnd4BFPKGd+Lj4T3t9U1ewKdQ4eAMlWc/LI+u+7fis6z7vOA4HmLV/QRM8jHLsqKbZAkrNYTyP+VY4uvaA53wlfri9svELVI8MD/68TREDuyoQOI5vFKbFRAUAn5Wx9Fa+jiLdvRWT98DXgr8kqKahJx7L9ljwbvSWdWJzkY9lnbIc+IbLGvaIwyPnh3mzLe9QzQfpPnFBlP0I4CC42v4xiNE4g/1flU9moqgMMz6N/XEYxVLMb+NY+ODsT+4fn6uLtSYIej/zVWYl99jCFJ1e0jGFep5FH4/1RwD0/qmsj/yKOOx9mXKmbHVm77oBNkD15tGZZ1x8dF/rUc60TTTtqFY3jfkZVDa77P51nDMNUc7eQBfspyJ8hO9yT8c+QZdssbg0sCwFmfEfJNB+yljONT7/7l+fAJAEewey9ZAMQQCig0YzcnxUjnoWz6dog2Q2MWazLfOounicLzvwWA3SIBHPK5MA5cxuGxzlggeIgchbHgSxw4z+uZEwLMinJWxsrSwEPm9g5gb/ZaO8wIitAsBod+NH+UsIdjGmrBA94BOv3nMO47AKxnpIqKtWj5j4EC4ESr0KNUJJC8lhnLr6el9xpnaV15xlTBqFYYtLuCaY/dWgFgNqWFkwP8q9SkSzEC8653CwESa/SdApZ9Dp7WmgDwZgAFaGnF0DypmUrgGRydL6BfK1syauDd5pnOFLoz1r225p014HVvzu+UN5L3NnDF2uW6NTJ5J+PsrLDQKlcgbN5nyr0NKOPGw+em5TNGOaY+T6OcxX5uxrUz530HFDr7qgBhjPtRXhhFDdJieAPOSUh1hViDauu8ZyyMBxAQ4d3rQ+AEsDj7Sbzu0oGXsdXr5/mO/ICufIbs2uBjKupxenQdZ3L2ut3jN+8YqJGhnSrPd8B0A5yiw6liqbXj+eG1yOCuxu41u7ON7GwNOHpXD2A8ZO5xcHYu0H+NMwI5ukZzkML0Xv8SAE4LvDgHHt/skzag/JzXvtmKHa33H08Lq7MX5roGeV90KaXd88H4aH5p2aXf6c7g8RiUXfA5inU3xR2A62cxlT90DvY5T3qAIvNaCPHHsw/jBMWB4qdbbvJc/Ytczv7UMzbrFvmZZ+w42xE5xpuC0gpgUyk1ryY2aBVen/WeeNFvwGnJYhlQnYBzDKRx5tivvc/0LIKl4YFk0xHkyVRi1OVaGe/KtA+j4YTkd4zKyCTmlkq2bO7fFACGD+fdAMgnA1LOq4K/k5hiA2ucMSfA4SQOjfXnndTjtXqqgTKn4X+Wd5ZG16h1Pjz2zobezPd13BMowV5pXdxr0sZyPo9OPICuWE3B5tGVyAlkjobnbGzR2nNdvgzflpf9/OWMfoOUOHj/dktQ9s+31v0kEJHQ4GGO0av7boAv3+v/NogSUEI6P1nIbS+07QlvHP0hoH6CBkoIcILPsU/i5Mt2bH3TFVPwg2Qo+xv6o9/bAbntGnTZt8TGdnA7QGH9TlvgsSFMEjuWo1NG6PDuBWCf1vzTeixzikwTvTSHjGcDwACqWecB0iZp6nSpGB2BnMve+x4AXp00e7gEQO+bpeE4s2PYwf/twMlWupNQN0ib+d2AaPZiJZUJ+FR77rFJQ8+xwWcw7qCDKpx90z6Ak5McrOlq+Q2iolMsCx89iANIIgq8Wbmj1utUXTsB4RqT7sEBjJ3TiT3vOYYO+DSx8Y/taH02ducsEkk5psXMjfPBTL8KqrJe+rf1+52Iiq0Dv+pfB6RlJw5dXvZBPVjDApTFftC/0pusP3pYe5hWl21zetyWdQNw2A8p49ZzzSJ/s3tum74BkqwfYEMS4bBTRFvaIC9vZXJtp7EmfOb2YSOfUgmzAUVIo2uhB4nTbTP2dQSsJeTii2jCsa86AMw9zSNqBdldm5gH10pWsj6vVp2XzUqQgTUX/e2TDjN2ArHXV2eaAbCVvcf6tG19J17znWXEnNlIkLT9eOtAA0ORCVqvPrtT+15J2ifJe/yDtvN6D7CubefDH6ZbVVoAvulzOqr1mt3+XPuBXdnQ4Dpzo3oGfa/1cTLO8dkWl8m48mb8+W8A7WseD7GcFvHeQjcpzt8k4x/+KjsowPQmwiUZmP0YvdzyivGSFAE/ngRoJzxde3vkpzrBhN8j45uHGFtXrWRt9P4NbOgzya5uH9nz0rigJxV27iDAJJ6Lm+9MdwO9kT13UqzpfvZBAOH+yX7IPgo+lPFmPeN72J5yot1/nQq0vBdMJs/8aU2hlWWSbTARJZvBicwln9pX7r3WCa2h4Xud2uf8vwSA7woYD0b244NpYOuYVNMuPsdRRY4a6tZ+l/4pXunxcsZf68fGFFhO5Br80GuDTkdW08GPNQz/SVCur+JplI62fTl0xmbT3w5oP4Nzp8Hq7PBijuePPiJA48icxTMkMc+6142dUHbvJfOJx70JdiepQX5Q+YzY8G1T5P7RXfPHWxdGSLVdiW36Crg/F6AzdD8+jIP4joZkQshc47qV6Id/eNuJ6LPcm2cokKHOkk78l711OmsAOOdfjhfS7+CT+p2EQOYNqVuHJ3noqcSfCtH2ZUymC79G9w8rfwSAm1c2EBqiaA63fjnL/5D/0YhTbPMOqDIv2vF2ANj31xm6nQw/y5xLZrEbV4EvM8+MkXUwvik5NS3nM/44Zyfg+ez7pv2h7yzPTzJpbU7h4PHrOU7FPDcB4PYPHOiqcYLLNhak99Oy2bLTHUC2u9bhDyctjL5buM283AmB0ECXxFczpYJjW5epkCqJj01j/a5AJvqAfaKxkox28xn4kt8xnZOGaQ6LnMIXVNEjY2U3NZ2SsJJxMqYOAJsGJX9v+c/LOKLPY7/s9m9yqDFPsKFjr10+K3sEdzQJYDaOzX/3fj17zjy4NnzLKo07lezy91IF7GSb538qYol9SYfPDQAf4kK1WWfTiDOmFR+RGVf2WsefvI9GjhAAZpxlfpxX2b9TDKi6tuhL8SzJ29BI+Ct74y6M0z2Mo/mpY4XhgXfi8crsYOE856aF7x07kYT6VwvvWWC3RsdVemghOXV3GMr8loa8SzK+O3CCTzXdoKX5cIoxwQLuBMAk9WY/9u+878ZWI1NWjx37apJsbpp8CwDfSSbhh32mYwX21ypW+4byXnrmYMXQ7BHOKoxJ5H56YxNZ/wZG9hll2RicvZAMiG55TAC3MyWtnKetke4/rTWtJGhpE8J1Nas2mCobyJCCeA2ywLBmLhM/xnUCwDkrR+9vAm6mV87TC6asnboLTTbZ3Y6mM4lOBdww9ToiGOIJvp7Mz2mR0AEogLnuiw+QyQbujOYw/hovEuLdDqXXQvf50GcrpwSrOsj/zZBhYzWj6joFVNS33IpL8y3/Revzzt6uQ8Qvxnw9V8aQ1nzO1rvP5DGvGFx4O4969+9Pq7J2xg6Yp01x77L52/LF2vcNlpnOtEZ7Hv6PP8JDBNlQ7scYpG3TOKAb5MhkvxnbKzBS0XDmVINN9tJW5/pM5Gkpav9i+EzP0jupkPGayaB57u3191hKATGGzrAku7yFxHvtd6HhI2iDoNL1agHYFQ0oHgBCZ0o9rR+Zd84mecb7ADMmgQDaMjxjKGylfFcBef4DlsdZTEVdaM+cCWhnNgTY38bHnqltuTf+hqWSsyOzX3w/Bt7zp/hjg557BoWuc7bUGKz6O4ZbMjL5wVBBLomfLdRrDrTs6bU494/jhnHdQE9oMA7Ced77b8/n+Z9o1hXnqjrxmP4ZvtPvVISEuEqmmf0oGg1vHQNAQb9Syp3go9vh7XP263g91iFqGVJ0S1Zo6O6AyfD3Xa2mzXyMdhtZGtQafT8ZeGnpo9bhBfIf3lmqr1EYcJikD/QODoKBUOQ7lurzmHYY7M/OWneGI86U3ore7GQA81W16H3xBAHgaVkGr4oPfeqGHEHJm3LojyFda6XEHIHxASWHZ0dvIBtup7rXCx2RfVkVXWOsvzKDNSY/OwY0+7yzC3FyMLokW+7A1A3295EPogMVspZX0pkVYOkEtkN/VcA/57tqPKsP4rTmWUkmAxyBN7ClvH6a7wE/A8aeloPad89NN5By7/FeqwbIRFf29u2AuwsHPDJdRbqSOPsoAeTrxIATSOi9RkCx20l1AB2wyOt3MmJnJpMoIWCBdfR6CMdkP1+ejNaybS10Nc4yekNj3z0p2kbvMA6tG6Ck+GsSyi3wMMw3cWyTzGhhm8SmTeoxeOBAc9a/AVD20QZmMv/m9QaoDi3qLDmShzrh6QREpQPHQSHAljck0WSDCWkjimzZqtsxLkaFp0X5zW3vv5Nk8db53YIrV+f7rqY9+81fR36wDxgXsok3EnA7tts44y2fmn9uIBoexB95yVE2qYYzD4RetJLXWirQR/Jon89171Pab2b6I0yf8aoV3M4ncrorro6+/MEOJrjYRzvY4Xv+n2tNBRTYf0lr364I6i0EwO3h2ZbIuLBbuP/PVp9n9/6iOgP/oQN8XvPnxSQSt3xo1AVbw5yLHsKp5XgHV6I8a6Hqyue7PuuQMQNWd6AP+xX55jnPsQrH75oJddVl5OCuVd4RA6SBk8wxAeDokA125tqlKHYfnwGwMm86ezR9m3fWbCibpmyiAwSciAQVCDk302tfALNlpuhtEGVt1kNPgewCKSuxy8848mKeOX8D4EcWJXhIJ7E7gVzvdns6o1J5DutnegwRtH50b3CiUhnKXlPL7QVhFEjR+29/ZeUNlWPIMAIvAa2QRb5/bJPwTGjXP7qWSvT3N9HzAl/b/tPzBGBDP/bxufckwMVn6YS29mWhVSfUwmtnTQ/jRP8CYHeSSxLIEiK6J6b36VMHKwdsvOfYfzeP6JnwcNMt+2TPiT3ydnRVn2cKzbGPIrPUcSN+Ya8x8vskJU47P/ORdP/sSWiDH/0ZQJ4zqkdkE+S9E4Y/+OB5j48kmw4Kh/QzL+R9t7zUNZ1w8rIJ6uzU97oMfnD0VfR1AnBLV+l/WpCGnz/9A3QGz8cO6Wp0fUcwWH7KCZoYZygQcx7y2i+jq5nXbYt7/xMEGj/0WwVT27fbIWZ96j7ihX2BHXvrKc+nbRftUd49NISHKP4AF8AW4Wy+lgkn6YUEM/ivOz2Nfa2YovZbV9IGtwk/9LnUd0DvDgAngDs6ydhdGLf9beEmd2KP90UVUOhvcMCbdzPPd6I4fOsghTGAxUIOzjJ+bOMi34Kb+763dOkukSSxd1GC7Xh3qQkW56Sox6ahFT9Pu+XS3Z655eU56spnXG8y8KHf+NK0//UergotjpAwfYf5Ljfm+DskLR9f8QeAHp2qZ2JbdQLW4gSDHZQsp2MCQVrti3t9E2D5xJ+ObhP24q4d3/X+Yh6rI3+2D/L2lXVv/DL7c9/TdpVvtP+tauTF8ppr7AsMPsrn2Govm2r8K31n+9RJKjnyza/pzpbzoMivPYuVcVKdZ1vy2X8E9vMcbEMFepNEs7pf2Lv0/BYL6A03Dkiw0r7Uo/9IHjJ/SYbOOdfYTl0UxRhaF5/1L5mzCSyDg4gnZqxUZlv+TQLKxjG2Q6SHM/9bOxU8K3o/40lCyV24FltmE3rvhB30k4Ks4GS3H+3nV/DXskkV31PIdxK27LPHjmh/yfx3bNnELL4lgEHDFDTMUVLPu9xtQvL9ef7BCx5e1TM6cGq7onzZg+mP3gf/uYOHzVOnc2sfsTb26R3sN73GPzy2UnUO/WavYQfjK9keHHvG/vuFV4PjZw+/k6sPv0zhQNapd+77d8d8ZLM+H58Cy9mz8S0Sl+OnjygUPtc6537Ljb+DG9OSummcCuAc36b1S9esxaGxqzaWkWK7To46cqj8B+t6xx9FiCR+f0ss0719pjf2j23hCvAiZ9CZrPEpLuq1sm+UWNDdYe3IiQ4AExTsStd7UgsIRYBuAHgATTmQz+b4BrBxztNWzK2xkTYFE+QbAr7AxAFYmhlONo+NKWUwJlNDPziPBIABlK04aOE0gr4BXjn3ImqXlwOmdmUKm+bYmAa65FgnuGoBXxbBDUhrsJ0t4zY8Hr8kxh6MfujvFgbqay6BkyqkOLprvNzZphoDWUEY14wpbWEiRcg6pG2z7mvldW8sAcExFNJGMAI8YGlov4AgG7T5iN9f2RHjrb4qovUs2uGMAD9ntHrcEXa05URwHdpcAM0ZQxk4J7A4X3YFHUDZCrXwq0FC8/62KcNJjUCP8r8doqVj6H4H4GPAx+GlQrzHzObX25mrg78mxBuM0jP+qsxDvWeEQoDBVYY8ew2Jd4sFf3+1sE1QL0Jlx4YxFb5RpdjhzWfQaTEVA0b/aZ+odVVaO/zruf5pGf4YPErQSEZtDCB4lW0UkCRvbSezs45eLXwlfCdBBYDa1QPTgqZlAfzbLTI8ffHZtC7toBRgR2c9dwaT7iXwpt/tfHpjLRf4+QOgYCSIrIJjmHsyudbxw7DfDHLkLme5fK4vxs/7zdtiGf7o9h1ky4mPfE4Z7ZrPWV6p7Cd7Dcf2DgBrzkdGKBg1baM6uSGECXFE1w1gvB2I0OQdAMb5SpZ9JRBZ+UUPmVWH0IG6xjgdQwfD/tdzlmwr9Mj4AbYfHlDLu31fzjsxnyt51Yr+3XIVuWElPfqLNYCPv2VM4mjD47TM8R4aYE3TaBA1zw1o2olbzphzhWuy6M94nzGJr7UOkmM5O1UTKeOv+LVbbJqVx4CPYRM53CDfN7nUwRDviSuh5x3gDMCuh+NsyAC3M+YErcxY+uEkgOjqcgqyzlkXflonx+GesQ84xHUCw+SAcuZhJNxmAbsVUFdBj05hjMyvszv1mbIu0bt2dOywZI6RR/meqmnRdiukdE14jAA2ACm06Eze03a0dP0hxAAEJzsbGX3k6+yTh9AkZNwA3TeHqpNquvLHNsHoH4919p635pWk0lWygHFtk6EPJHtbH6+cU5tGWrcuIHqyKWe/xuiHN7Z9rjN6q8V7Z4KfKuZpjYbzzFm/8ITmiHHOXsg6Z80b7Ak9Iksk6/X+PKd4Y+hE9uu7osOcPkl9kkcDmlse7bMzprV/cYTuQJyuI9i3/JI9T/Z2yzrkXHdB6VbGdkAU0Hle5OpH2Q9Ddu9tOdIGmSNT87wFwN/7g4TTjKxBhvy9Dvdn1eqAwCOv2IfHiZoWoBEvlSAp5rUuKPk+hLnPGodea29PV4OHBjiPXOM9r7Vv+4xKtJEH6AnL+7mOrjIt62yTjr6C914dF54PAUeOXmMRepGHzzq5iq91+Z4bFZ9rAaLhrUGYtI7d/YZ1Ei9YDykxRnx2nFNNjoBe2iIagH+IJDvq9TNJLe38E+i5puI/kZEAS/rsDgDD8yuLwqB93q2vsf7dyvCu0ECWRMdsQknWIyCTfpKI9U4WwG7qbhvRCQGuzCijhI4umoq7Ww5jmwZQzDxIjNGfnFOnz9HJrMWp0jn8V8kl8xn7pekPeLE6LSsRAG/H8bq3dDW81QHg0CpMT7ePbnnG3G5ZmkV/B9AymvxoH34c1fF8rmfjL8eek69SLTAv2nl8qgSZa7SG4fmsmQCqtQEjUwlC4cvpnq6U72OaTicXFlzrNb/f8tM0UoKZs6J2rxv8HFv43Gy6rl2F7YEvQmDd/MELh3YEu1eGhKdj1wfME7PjP2z16wbrTTfpggFr/Z4BU/e4ltofZR/oHdeQkgDttcoRX+iU4AvvZIdjg/pMP6r/ljcAyJcm7S+8bbTM40lsK/uSJ+E36e9eK75v3OGmca7pzlb5RH5Agofdve4JDE8L//gqK6Obf178Mjz0LrAQYUPDBDY4ygZ8Z2UFc2hg32syC9M+2Y9BWFXnVbAeOr3OWBcfO2iSN94B4LaPuN/8PgNkH55k6udz+/J2sumWtF3ydBv6SPwUgDkPaxvFMmwSAPHVj7+OvJ0bz/2yf7U+xhLoshjMUEEu/Md+DuNfGs5RD7Zx1HZ1j9CiAho9Ynu5gH/oo/FgN7M38Z8+k76idBrHurG9PBefZCqRLgAcfjEdxz7js04u0Ps7AMz89ZkTW0ZmoTrtS5VpcPCiCfZj68YP0UJuMtUGHJNIiz1yqg3H/m+w/lsAuIN0vdbst5/8Zmy5LmASHfeIoezB1pfpyLVdrFpuaJzRoRAkm8ZJCF7GrUztCkNshOhXcKb43nQxw29pWw8bo+VK8FL0z2aXktxEhxzuad9PetdJYhM81P7U/j7tmT9k7CTt2a8cG2f88baFO6jVAeAXTw6/sDe831yBnKRl9g4ym8R27Vthm/A0/u1X//WJC7gFsYNBk1Q8mP/L/p8EcxIMukAoPLsMf+/XnhN7jc+iG7Yrx/F5HvlKJ5EXhlUdlMxHg9XEjl1HYxNE1k46hWaXfWf5OgT9pjPBle8Eol5P/I/I5E3q0TV6r9bknTioxL3PAHCmELmFb5qE8W2ZbaysdFRkVWTYKwD84N3Bg54iDxXGPWPDl+1ORuxP9A+28gtfeF6SuEL2H8mp8QOSoAF+jezliC/bOoNV/1mCWmTW6t+DS08HkJY7tID3stlvsRhNcabBuI0/eTwjS8EI8V8wYUlyCH8mfnV+IqI9T/jz9b34RwF30fv5cWemk+WYpzT26f0yvmMnIoAvs6+Pf3IV0Gh86ZSV0UuO4R9QBGlaXettPh+7+y8OItNlszqEjq12ukIp9uEjLVZ+34kRB1uSHzZ+cx/RJ/liu1v/PQsWHszRZY3RwDdeg9//Los9RmoyVBZIiOOA4p2KMIzxUU6nskQO1zAQmXNnscU45ch5gNcZXXpPV9RAxK78c1VaLbjHB6BvoFgCNtmRASfiN+/hzglcmbmeMdFyEodBjrHbF9oQyfkDLDwBortVwkbiwyQcpu5A5dASo9LC5AAfEYZnw+FwCU4AACAASURBVGhAz/91ANgP9BxQGGmbaWXtzei6gFw2woz10md3hr6nfTmQohcBgha8HZjIxFbxtFFChXLmrjlEcfODkcKGAIiwcea1oDK6vNy5mbZX8ALPvivuMFA6qH1n5y8gGaEOyL4VMsvnnQnUB9DfLX5RmBmuWkemAuk+mFvfxinqIMnbkX1VoxbABR3FS3H+tvUfvMl6HKLXemU8WQ8yrLnuAHgATK8HwFMRNn7kVEPdPJS1XwDwtGatM2TbuOi1oYWS2PhDAT8fhl/g8Q1gez/a6Rzjb5wD9rLmSsUacsxt2UqB4iCEfltBwfwwxtlTd3Y52UstqN1qdBJgwrfr9Jxgce0lFGgH4cNNKJbhrv+MwobXROOu8MYmo4q3g21HhleQq8dMCxwAWL2DzDQ919t5bL522DqAdxuYBKqdtYsVLSpLtj56hmy9+io8Jrk2ARrmFFl0TAhf1zIItu39SdbmtxYzAB3c18oRY8zApZXs/HsCGOE7eCOOUrLkNqNViRSYDQvI0LIfx6fbGWd/bUIUTpOBxGk1pCB8J1zh4JvPHhphdL0D0gNkPvwU4P3d0lk6TwlFtG7E6L0N1zja64TjdHUQpSvNWB8czO8g1/DD09lD/IUDhU7IWKZFjh29yUAfpnmdOcumNQ+FV9A1eyZ5Vjz0iXPdfiXAFXyIs2MxM/KlqyJpQYp8auA071cwLmsKfwASn/EV/wAwxF4ZB/6RJwSOeq8wNoJrep5aNOGMwtui/wFGZgu5unvsuj1rLXzNc7lfY3eHRfGYHaA9PwUZc7erh0dfFdLPdDpIQAu1Yz89DGDgcV7MHjmtQKviNmPc5Cv4TnyjNYlBLxqGf1LhnwQ19uvu/ciSbjlq3p2EKpxM0WbnH52j+Yk259xndaCYcy9fPPTcSKXxnfSlgC9Vk2edLPtj86HPjjwbgIV5AIDhWJMgh857t8jLrJGrsZ8DLPf65prMsX+cGUt3lGkxdVeWo6NovSQZR4uskyBlWm4b5LYn9Np28h2IdbBgMsZPZnpG1o7dt0SnDv5p/CSj9frrd6ob7D9c9A9t3sFfnGR3SHj+0x7tConQ+O08sl8A2jx+3ft0vPAYHKxY+xmbPmO9Wr5P5ZHojZ0cm5p9MQEwA+LjCMnGUhekWtRbN2vErnB7fmwrlc1AUNuyQy1D5+e0uR/HNPPbALBlp3XbrNnI0uy7+BVtE9rBNxAg6kz1sm/eqlDkcXigdW/e0ewb4G8CRHPMQCfkNuARUD0y864mwIYlsN2+Fnv3AJYDsLRt0ONC1sZu+myNfOybaTFcS7a0GnoHSDEzvX7cxvwBQHpsyGb2ogQMYMJZh4fWHpf10MgB2WXjN32zh3XvrWukZzijsRN5fX+1To5szf4ikfv4HBqf5VQFGj3mWufDd8tfokUS3BKQxX/X/newcvTRBhyDH/zUPpv5tT5ScCq2Qd6rOZwAlj/f6ggSIjpJJnYkLYzDs30/wUye3V0W4k8HmOVYrOindwL88W+rYjEbJPIhAd2tVtKYkuQ0Rz/URsJHgY9tl59WhivD9AwnErhF4luPcAxF8Bd1XAjx0K8A3MiUtt/b/9Sw2EOhz1ufeH3VjaTev/I369VBcDZOtwz0c2f+e4a2/DCt1fP//H/xZSyvhld5FnJPC5W1Wn5oeyNjCf3aViPoeLZg8Zn3is+0WP+y7WPG8tGq2wwLv65vA46G3wfPUQlmeTjJ+NCFPdo6xHtozuxlXwfX2uMdwOl0X3Q7yRojCwtYTsJYxpuA/rR2nQAVsu9bcIQ1XuxkO6qBJfn+SQjX9Y03tn/tfWFA+X0kRifVYr/rOapg58iR5u2mlX7X/fZjnnv2CK+VpceO8zYKvZCdXgdv900gjdkbfzlyWnZ1CEjgd/kzMocjW0hmIUEPXwD5Kf2bPRQ93L4ffmMwwF0r3hV/Jve3v0DipDtFzRFc2dcrN1IosHyOvlfhAPpF75H/A+Zq2aogReHVXpfBZ0ynecWNEXjMg9E4CDkdtYz30AHKCWrBmEkmu/3v2GPBeBuDwUZ3a16bZqkozdmmwq/XvtqEz9GDXtNs4Pa3kYWd9EjCqzln+Edr5qO9RleIT8Drdq02EKzPHIR57jfvje2mNbBf7bFsbKCLcXI2rLqJZZ0UAF67J8F41scJWegv20TjP8/mP4H5HeTha1qqt6+Wo6smyWnkx41/No91xfXuj9CZ4HromKOQ8A+VNI//pO9PcZt1wRuvWZ8hQXw6VjDOPppjMYwEjmMnbvJu419to9vSke0zSeRtJycAvHhc9NN2CPL4DyCye/wkjmr+eoaLdJDZ2URHb40+Zy/ku/AfdhJbu+WL9sAeATY2iHT68yB1uOh7ThLq2Bl31y029iZ1zDF9FUBljbEPvDbPh05AwOQ1fQa/mTmw1zG15b/jg6NrNdbX+qyrdM5kvvEF5tf4HjQ9/Cjs9Pjqi1nk2MexdyhunLGbZydmtLbF2Fw1N+RMYlSTyGFeSiIHsr5jIyNSakeu3/VZ2BIeafvWvCG9MIwBz3TSRj88eHsC9PAc+7aDnNjw8Skyf72iW0CTGJhY5OCaF3+Atzb90V2SafiI+r7x4Jd9o04d4q3nHSRPRo6ER/717ydmZFummGRe+KE/6EY3e+wk7/hh8oOng8ME0MGxOhGcGMvhTwLAGmRXv+GQMfnOquAzlNoNArEAESgBG9Xy1Yw0YFgDUwyG83kRFL5/DL4Xl9UfMHUHeZugYlKflVIPZdwYRsRVlFHWzv/bAFqwqYPkMPoRAg8/U+VwgInZhG9hvMI8DJFsQICSc+0EuG5hcNMj1YZraNzZlSd2BHONAy0g9Q+37H2yKSoA8ZGpMwbRbezff+vxd1UTivBsJJ/BhgL5HgCOYxsFzobxplcgVErsMSZdre0e8ckmvitLeN8LuDKfvwPUtOXEiAWQM78qkEjr7OuMV49LQVkrzQSA9YwYWLhUBH8j53j1SfTwnlheuNe/QRUAwfDvVpYcgK+ZooKMf/vb7L0BbU3HMuRC37ciB3DmnTLgu2XRt/0YoG0dJCumWUDmexvkG+zZM7gtXONd+yfrhcqNU77nTldmI8kr2vOlKDrbvA0Jz42EkAkAY0TquzZmG6C0jzOg433ukcerqoAxXOFfrTFng6PgdC2tXobL/U++l9IgyzGJOa7ssmOXLgAAv3GCQ58kkCyt2vnIs2PQdKbwGm/hgSjiOsu4gpl6tPAODKHOdny3pSBYPYJmGIYAcMaS/aMf+LxpK5qtHBpZMPKw2/bCi/9/AsB+f9GJvf8RALYRESOBe87Zgzbiefv17xiRXveRH1zR+s5zb2fXjkMM1tVTZPdu67fer8ch7ArfkUvvAGd4K2PegUs/YvhDB5xeO6jzP8gVYCrVuD32O+GI+eKg6e9bzoQfwtMYPAIKmDuBwtA+spL1sEH3fP7732OM8T/4PLz8l9MxQ3OynngFgAlAbDtn9JXe4/BOG8pUEOjZzrCPo/pRTXGYcs8w8/yf1xm40P3O8HwnEBwDdwKQBskmiIyjHTquzgD8JNEnz84AirVQuf/x94de/SO6nbOfnvG1A2MTfWz0DYBmHZfvAC/zVNtsz/9w+LMeycbsQGiekXtFax3xwY/elcDEnK/TZ9JpP55OBBOouVopHrvQoM1W7DW9eder9U4RJs8A5L86trgtz/IjQX7P4Ep6sUMwepEkQF+m57sV6FSFDC2wY5CFXseRk1qb/ty0kzyewF9AS9Fnqwd0L5VsyFwSCXO0xKyBAYJ1rsI/I8ie3/NsKYdcAzDYyXT6vIPsut38NgH48MImoZwg2zjYkZexo+yUD5+RnOr5yl4aYO3WZx0QZoyvZ3z6WZW4s7SF3oDwyP8bWGE99C7tXc995EvTj8CCCVe2tOZve9P7+d1FwXqAitr7yJhqfapM6PBB9pfuuxNsYWv0b+tevjs2jfXBPx/g5dcxJWJ3x9E1PSsA3MBb5hf+o11+1vIBUgeQ0/cGA9RKeeTryTR/bicA7Uc97+lKtg/eH9uk5RzzCf2jqwDmEuyK/4Cu++ZbwTP2XQsAxi/uyh2PU3MscJt9cxKpZlDwVYJsaimnrk67x469bLkfm1s/HTAimKhr7yB1z112h8Z5z09jowqW/XQyyi1bpYxHgVQLxZPEXeBi5h75fv/In4ansVW7wqrHz/pZ34lPKujjd1zPbzvCdrzmOUHlpiEAN4nh6Dk902eE1UJKH7/Bo5GFBrjf69CBsp43QeDXOj6DV7COvfOqfqUFpeX1BoCjk1dYtQ8bwGq/oxWlsY4JAC9om4St+MwL/r46O83cNjmdtnNr+2mObVP4mV407KftQNV24vFzZ56RTZJrAatI4HXSjeY/FU53xZHuOW2jS9ffvB1+D7/4KAUKDQ4wvX6SeWhNjiyj9eu78i4FAVvpEXxn8IsBJbGnT4HBtRkiHyapC4BuEhOO/PhhH/Eo63H2QVzE0RsDJh5f9j0HOoH1Pk2AZQf50ned3OWOdpOYKh09YGn7RG0jmG8rAPyyNwyWv/1By+ArCLwJe3sUiNbFNuGzZvo+++9dnS8c6/YBSOr8CCBNsh54jGMapW8JyLVeUbIS3RN4D90sbAuOfhRVW85Yfk/yrlkMGWu59m+3iu/kkbs6/qySeXVthH2WPg4j2yczqD08rFa6k1j5u/VB9F4HrnI8QRK0Mq/wGXZlnwP6UwC4MT8CTYwv449d6t+EZQzzdQBYI6cDRdtV8FDrgONH+Yin0OTIwfEl3aoUcH+Eku2fx89ofr+Bfg+y8LOW9QSA5ZcSULjxQeM3I8+tm2ST9T6S9XHtBT3vt1+7IQ+PzPw0pLtoJfaL1mtkka5RoMH+xrcCgSQYknBApWG3Dc9e3j1K0sydDNiVkhR86Vb0KX72OTNd6/Mk/PBzkiVHFsoOap2fROsE7L0vyy/Z9Z5k/OtIC2P4Y1d2xw2bNbWhQ09GNO+ZAjKzgHTS8x8BNq+BAtqP/87RWPqs91LsQ/kB0c+dQEOg9xChfpEq6HVovYbeM32HDh0E4zHe107Sid+AffsuoOnuEVR6hwj4973HM79VkiSpIhNu2Y+uMGYw+N632EPWYrEc0ZmjDDSOlQvbderwziNng3mEP+iaEttRLw7/dhFgkoOrAnMe5v0pf3LOX7/1hy6jeEsc8UF/73W9M0cAaUyeF3jhVXAR/3aPkDj+qjCA0d+s/fn3YVKSm+kk2fi2E1/sT02ge3yR1n3sGfP1ZQvhDx2M+6EfFcyS260XtRe6S07rRz2bvxu/7JhGdz7xErw6jH6uT++V1q+eh+VfEpHartBnsrcje/MEcbBwxsPngx+8+PdZK8kyYky/P/4L78G/o4U++BS2IvNyoHdanHt6VUl/F9gG90nRoBLGXvvk2DsdG5oCBhdkxUdCj+Vohu2AmbWIHQAmQDLTqwvh4xiYBvYbfDbnOjovQwUnAeveGwPw7g3YkvmmQZgRnv+oNiQAzMK2oGNBJXA6MIDjxGI0U7ycvTEE9L0EsIRDQBF/0rc9v9OTPx8jXFsAtMC1AeMMtTBegoZSNGoTgWNFlvlPrVC6girZJmxM5nGf29pKEZhAK3QbQwATMHQbZNfEA9CMgcjmBmix8TdC7G6hZzrZAF3A4jy7WgGIhzDg9KwFjscAVFLEKNcuYb/X9QTo0T92QAK09cZlrlS+mU8KQOisEQuHqoKIsN7guSsq6gzSDs7SNsiA3YCQ5vHKiMq7Nc93Cycc2LsiQNcniBgHsbOSnVlcP70fO4MIILZB8QYZCQBvsDoP9X6rasvOLOVdK8DibdqYGIAvz3iDlnuGSox81skGnnadnfxU2ctg70B478N/j2L4y1P56s/LkY+yK+E8wBu81kEpLVQD0od3SvHEYNwMVM2zje1OGMicQz8Ai9sIaieGZJFzpk2t533GK9lRposcOhvUs2fslCHQN6kFxaTH0o6I3/UvjvqRMyPf78BwV8VawU9LEzuBjww9CUAzd2iMPIQeqQpIcDBMVs6EDdS02SPBIPetwQpwpc9f7bXZ0M6OXQOryPky8Hj+RwXwJb/aMGpH5sgEKkVtcAYIJNPvG4juKY/sceKrnfGVl+aVoUlXC2I43Z0XenyqOEmgYFvehR8BaT73NEZ2zqjPXvWenxfqb80V4O0AMpNp2AHg3BM5sHo3PEZnjF4Pfj+txb1u4oecNRh9H6OZhJmuwn3v402kYX/y/HaGsCF2HEnM8Z5wBeBnANjz8pm+cSgJjgWgl1wI01vuFKhwEgFsD1R1wYspxyibZ4g33JZbwaIvAeADIFeAhT1ybKUK/uB8SJ/a3pl1PW3DR2e2PiQAfXjnGf8rs3Mc+bRGinMBWBiHdnTm2FsfZ4xNFm3k4CZxAWLz3siUfO/nr59pCraMgKR97pMdvmdNv53VBqf2O3lGX6/PSDI8+3uIFeM+dlr03jpi27Fh+f/YTg9/dyKUAnSxI1afd0JRHJWt/MT+erHRscme1uR11ix0onKAs/twTNoBMQ8/dNYwWs5sm7U4oa1T0BPQGh5EpyK3mMPan1uN/ve/E1SW7IvNoJ+2UY/uniD0Bjhoe1iVQF6TeWYlNLFPsT/1jtZ/XcFs3iqW0++0wr8BC2JEzJG1a3szezQrhsx+0aTsDdYVx/gANPMFvMOzvF9KDs1L8r4J0L1sQ9+4/k77WACgvb/gW63NASieC1yhN3EmbEcAvldl+awBMuIb6K/x9xnI8Ek6EEC32NKW5ycAmU5N7U+wPgowt19HprNBzqeDE89tmdEyVL+3vWF/z7Z8wFbT/bkGUAB5lHVdwI717iMB8Hvb9mTcB1gfvQM/3P/eAeWuuDr7TPZURXI+/J4ROQsqRb8JBE8ySuTsCWwToLkCwF1tFLpktP2+5ev8RgBav1Npuokb1WJ9nnWC4rJnJugambyUOe8r++U+M70TLJNg09USkyg8cz78bPsomIbofqqiZRrY3tFG2HaBzTe9bvDQAUifymUCOm3nyh+6K5Ts2woTGPvqTqjju+zdTZCB7xqvoNsF6964S/sr7LOWEXo+Poz9FtkBtt0jU95+1tr3rdMs54cwN1ahjzcO2KjGVOBMcM7Xif4DjDLPn/x8ZDg60HJ0Ai/mQdm65pusI3bf4Vvr+3eALfZwuudk3AGSSQzTbwSZmv6dlH2eqXkNgErAsXmneZ19GeqsprL1LTWKH2a74n0sQvty3eHl+IDPveJ723xtc438b7o18Jz3ZMTskR7/oaP1Qfb8mcfcB1BKYsoB5Qcz0jPosNCJRY1v7Tw2mb9lfHjvMiavgXY1ecvADZxU8oV82gqu96MkMzgnFmwqvLady/Q31bedeB06Xr6h7h2/AF/NHNBx88Fcbn1km9TvWhtEvN5BtN77JGhqL8bmfCffvM9QnL3v8e4RNPr9ltWRgW+/N3p6cGIHYlJZpqDFrmcKYLqiMjR6z5+/qQBmPfBDtMdjQwyvDpMTbFHeSf/cgYWbpxNQyPxXPqfyM/bSJB6Mf914EfSWHGvflq4Bnp/8L/n2h2W3aweBZPPAbL6T5FeyyvrJ804nTdsK06WAABaYFvh6r9NLJzQBLIslJzbZQvfRXc946XRVsTkzY6S6tyuY/wxHsw16JaT4OAHzvqTp4n0MD/8BuXvs7rkWvZuEES16nte2kIImeQmB5rlmI8MHk0V/G+O0H6NNs0dB6THIt1OgM2sU/DdJw5on8h9oqDGim//0N8kudN3w0XaDWy4PfcqsLkbrROG7QCz8tfv24EMVFGNcsRdHV9dg8Rvvs81bx6DP73nrmk1Ejt/G2p8OQ/Oun5J/g1dsADh06YxfOswk8dLfyx924DQyAwwAX/JeC9YJf2v9iQSA+VGyUJIt9pxY84e68kxnnG9ns9/va7uscSjoIz4IfbZwxPwy7f+/4b+d6MM6gmWFJiu7OWpgE8wTV1tdFzo2/2IbwENd2Pk61nUmyxy/FU52khoYyuFNY17/dRIAblwVP830sP2aF4J/MO4js57vX8fBqqiy/AyNxbSu2FLzDzLKiY3PT/y1xIGsW9XNb4oaiYPousjXd0DXY7M8fQeAv8nQYIbBVdMFY7tFnLO83YI+NgkxEMvLv//PE2oYxUOlR17+zlJaoZmLj9M71MBw+uZQI2yciT1oChsNhu8K4w4Am5ADSjlvewQf970AXxmwk1kdQPfpq30yh1a7ZE0DLGFsoLzaaH0F/7wx1hFwFpCF+i8vku0DC5Nn0z8BQv0ZhwQmksbYFoR3ULSF5ysoN8AfNNe/OAq3YfQGWFNdBJiI49MVCqwxjlAb3Bj67xZMWyVOhssBJS5HK+PMKrXA7opBfWcgb5xsAmJeHQWdTO89A0ZKV9l6f/wjLeJ8ZqXI7nkGKMA5gjYy2I5RX4A7/GO66n8C8MfKJlnBY8cI8QbOu5wRJSX43Ej2CYpmja28obNw7gwkvW7PKEqCwWnhOI4dFVMonONMVotKv8gZh7To0Xvzflq++JIBPZh708zPrQx6BN9meoVSZK0AvAGaND1beVIF8tdnn6AYqPCQsHJQa35iFAHaUnn2zqCEpqdqymu64LD2FUqv+dlGl2h6nbEBkC+dDP17X3T2p8ZG9vEq3Mqqt9MbIY/wdmawQe26buZrAHL4O8ZXjFwDpVrP53eMYDvUD/8F+P48H6qdi953WfdVQId+4ySRiRunbvbRZLCaf8bQc4sm8dSV/NEB4OYBfj+ZUc/7UE7wYp4/6zuGcoNIBL85c4X3A/B/BghXNvodZdBS3QDodgMKZLjyeei0AaojD5VBPQCH1g8gyQEcnS9djpIyrqGvwSfrP8m7PMOO35xZBr/0nNrYDF9E3hFw1X48stUGxGbQLaiblQgQVhVqx1FTBZICVuuIn5bx2kvVchXgCwAgkjOgWu/B1kutQ1kDrWMD/W10sx+Xf+II9OfI+d6nyEWy3HCwvGenAwgBYBIp9NweBy2L25Ftx93jviqAz/liI7fuPaCkHI2pdYv0GNVvd4t7nExX4ItnZp06OxhDNwGMBNrg9+Yf5FA71wJ1TkWs+LjApqYr+5YAMEl93UZO12Ob9byhdztuXNtBjA7ABBBeAOpb8FdXkBnM+7SWHaCBDkd/jR17rlfKHvvoWVzJA1pikzn6clhlXKvV2ThU3fmgad6JW8oAPxW/D30VAG7duyBB9n9nzfNu7Ksz7vniALcXWLLAdOS9bCPbDFSCFCB6V8Ns29r3XsP5wPboLkX6DJkJoNFBBvhXrPn7nMMju6nBKAGHABvhj91fC6CkrXd3J7IMHNzGvI2tM/dbXox8fTnAD6+85e07ec201TnvBf50izDkRQeA70pQZBKZyQcoqFbGyPW2T+794wCC5R5nsX23a9BL8PvJsL7tw3mBHeE5ouJkqWM/2b5+n0PX/hABOvP9BKBOddjzGWvRoH/GE11MwIEEJNu/Di5t9eBmUi+An4S49/O9FhMAxhY78tw+X/w/jf//GgBu/+mAAgNwwuMta9EtxxeuFqnnbKdnsg04HpkhgEh2wAug6iBVFuw+T67BX32PDbFyYgFz7M7mLa2XdImy4bsrgPi4/fOfK4CzLtDh7mhEFYN8YPNSnVlHEk3Gkw3cZyx2RS6BJxIfZA0nIIKfZ6fRwEd0aRK7SPBizsg/9A7+G/qlz1zM2mTf9fX5e32q5jfWoGnMGkOnlunIetHbcvexp7vtNK3lGtdgD9Lly88vf7sxjOOvVxUM/Pfy9w+BAEJ3v+mrV7DinMuY9SKpNa0XQyv2gOWy9irVrrJLB9z/ntAVn2crpgRsKzgZEO1uWdnnJRtUu4KM6Mf1p95ncTPmM/0C2KRnulsc/vFJDBTLGbmOfGk+yO/RXy0THYwaDMq24COTOvG5cZQ7aGi+q+QF1rGxMmSQrgUPwZeDb5s3TyBTlaFzxi06JO979tMcmaHnvY8yazBy+aXBX5IQNdfWtdkT6+t1ALiPjDvXjX6nCKD9Y67xnB/79/j7z5A2mS3BMO/BShI7tJjEqU58xPe7fdCfgr/m2ysA3DoVvJJEUs2FZNjjr7iaPL6++V17Tb5+YVqZ764iOM0GkcKP+nEb4Sfx2N2LpOsH9P5Wse1A4RhSBIm7+8IdANY+DiAfv6/1PXZQ22JvX/Zd4MBsHAuZsVIAoa0fN3kxE+zEpkM6xb1buvTeC/9XMEN4ou3Cd7DR1ykwcxVcsL9/CgCDQ5BgbNz6eR+BSfi09b/GH70cBtd34ov2ObV/wdAIVJk3Jmnlm73UCX/smfbpWRd8cM/Z2AsyLXvnTlDobgcZb1aOSmj722P39NqIh8H58O9bbjVN2DOvbin223cPt8+r9x/7elpYH9k4XbmQ3QmOxD7opI+zm+hMMX5Sd+ppHDNrvRix+fH5r+1S43Wn29TyZfyw7EcHYaro5lv78X5vY0B7JGIJgz9JdHHhhpLa5OPPO9uvhEbQIjL2nexy+9ckLqTCMsVYCK8+c7x5Ad62bVX0Nj+Nr0WADl9hC1/eCYBNL2w1jgLT3A7mQOxh8HvmmNdt5zFwCckzr5N5Kzcvzpa7+2/0/Fmf584+UtR7xO3ctyOG7B+wBgq4nJA7HfD6uEnGeweie2x3Ec/ia8Ea2XfEoHp9CGJK1TvBffaN99bDK4s36YiL7aB24+H4VkeGy96bNRUVNT/sRfgrfttg5YP/9z7qAsWWCcGidyx6hsbjVvrmpRzxdCe4RF5sfOheR3PEM4Bfv3I0jNea2EzJaXjra9eQOgIX21XPuY8AoAqYADB4pccgnWdfOXLPOrz2N0md8IbvkbUsPjsFbDN/8fLYo8aoH/mWDhmTKDAdAv7y++//+jdA4zmboc97rRLiA9hIGDrDISX3Bi2nfRmgBhlrD7ScxbajC7iQltC3AX2YvnwRBIn25CHO83CU4O0EtMHs51VlKkxAyw4ykJPb6AAAIABJREFUOwkahaGKYWdR0sJDyi/Amv7VZvUGUwsvDyz3CfwjgOPNMQp2jZxpJ2RhuweOUwF6txshgDC27NAyBNpNF8X8Cn49nKxhyQDsgJiMC7IIyLQ8dB9DmayLDlLHmBR4NO8eAx0g7ja0mknD3NuC4eUQK/PGnL9nGGbjhDYCoPuMOr0HAcKZh02L5iFvogFasgEClicolyvfgE4Ho1SdmoxEJx087wVQsgHpMSYHywGqCgp9G08+S4bSCl8FXt6UQiHoU4/x7IVsaK/5uUW/vR33nhPK7VSYIFwmM6XfnGSGVAemQmcye2YDuiJVc57q6+y7GEEYX3n3AkQYX7smo1hHqMqI+O0RuuGPDoZnnmQOaQgcWt+OB8bCyxGZIK9WBvDU2Xqmf7cWkXO7jkAbHOG/ZHW+kguez6WAMPAJBp05z/6JrNoqYn/vqunsA0Ag9jZJMy3rABy7YkLOaleW9Pp9Axlv4/LOpNNaA3DTDsd8/Kwrn1u22xt7rzPvfiVozIetRJmvA+MV7Dd/q7rYAPEatJYzo2Hz+bvaW/f1c5CB/YymC1lY+qzbAZnnvB8SlN01jQOOI0fmv8drwHqM+TFy2kA/FQoPX+nZan38dkiz9hhnd6uvGEgRCBoP4Clzs74pg5n9bcNVtvVkkwMwxaFNsoABKzpYnEryVHb8xRZagLwEJEPBG8DtfUzbqRhr83ydXS5DshycyOCsLxl+MUweOljubyTrzoi07pScKZnS8jprGJCARJn3+e2ppjlgy4Dxb5kfUMvrLf1WID48gu1hmkwAGBCGvXsH7JDLnckaGoS+rC2BKubSwHPLVRPwobUBduudDWZ5Ps//ZKd3ckAcGs1rQNtJ5nDS0sMaf3XroKzqDWpvJcRUatspiCxooPLoJAVaRplFRxHcWweu+VvvJMFCv7ujQ7XlS/t7yQb02yazZcR7HtlWdWff3XYNfOt5yuGaBB2DHdOu2fpmzu9d/pCdF95l37HfDebZuXyfleSROdFjK7/uKkoAVl2bbP2848+q333tVBwcfTfrTnBZaxj5EUCwg5AEml6JBLPue8b0zBUH2DZ+9hhjzfxm73pMv9nGxI65HWPRjUCdaJZHf579qj3B0QKsr94qP0MBdMAKy7kyeTob1/q9WhSTcMb6dwKK52E/YpNqnHT40Pi3ckrvfU0VxfLU2/4iQ7+P6Gj+E61pWdYtflv3IzM7QByZmQqszGPbaL/s6dGn2Lu8O3Ih+9wOPnaSW0klMK/nxL7YgA4OKvaZ1xd5XLrICsRGVpx+r7L3YumH6XDz8i8eO0s/JLLcAJT3xcjkHj88SQUx9BPtAGQDvsTpBdiU/AW0CjgRnowu3QAHZ0R6bNORimSX1h/dqg464sDrXj6D/gmCbmKGdNyd9ATtXvcMPWOPvTtHsc+Ry+8AfPZuB2nwmTXpG3gjgHtMMrCA05Ena9sJL8feq8qz5kl0s+4BxDZtxtbba2OLWW9Nxx9sZI+5A7xjXx1wy+sYsO1lF9lDSyvHTtwQn2qOrHmvk4JXfv/zfwFdpXezk35qyd36HjyFpDjWo/1p+PecATrjOYGBqgwkIc9tCifYeip3R58d/h1bi/XuBNPwVXQW/h24QuuerM3bNr9tKOSRu/mM/eVnwye2KyVThPXExossHXlpe1N/rj2NLcJate2I/WqV9zw7iZexKRuTQD/Av/xtG672AcBigmixJaJHpdvQx2kleAA/y4d12EOTxQnYZ3oXdqQxICvR8I/ueZ+FGZttvnwBscjPe/96fSCW6Dr+dLfAZQ31auxX9gprib2dl+cneEkBtFUlHFugr66xz8qm+mQ/J3GDdT8BpsEFk1AQrOrlCw4ftX/JHsQnDfYQvaNxu7vUPItRMlf9TdUi+qs7kGRtsj58H75+y06eK5qiOzoxrhPGZIvEpphzx5+B3v6uZFIfOcZxJN0BJesvSiaZFHoFd9QC53v8exK1en74lYcu1ZpS+03Bi04u9Nzxz0cW9hmdywWDa3iM2Il3sU3WR4z4PmZwsUnLiNHD8q2ckGTcNfLi7ZctEyK/bnkH/6fiLNcDoHeC35v3C5sZpWZ+Hz2pNW/b7ewZ+4Qq/Hm6QQ7OiV3Zz2cf6rNNFFnfqxNpOsiLPiOgS2FM9uJ2T9NfbQNkP49Zpm1SpqruJfkJH1oJIchyntV7wT6hQg2TVeC9Yls0P+wf5mxb/Fm/LTLIN++g1ijWL0fMGc+ugq+mCfrzfUa5n358Bftu3hvLL8ZcSIqoz6NTOjCfBNrTrchVloz/3SXCc7fuGPtRNpMqg63/0LkkTGwgijn0ukM7zTX+ux/gsZ0jeMKSxpH1Xlq49zzxfZAJ6MEkQG1ieSi2Pl7Ld9aJqkXOKE4sYI9AOh3WjG1njzdO1okci2FtV0F4rHGj8NObzp1g3GcQrx6b7lUjRzSxf/wB/iSZ9O0M88qk9v5ZvMI+PMatab4bSDTXenSCY/O1rmT9eYQ74qDEeN7hk7GjhidPHG32Levy9j22Kr6v9743z6R6H3+nu21ENgQbA+tpvbg+xoNPXEFQ/Dc9IxXNO45eC+QsfIpeOnjC4C33urP2Wf8f/LOJT2gvp+BAiSjZFyQYe3zqMDG2f+hS3SxNg1TS64dCgt3Pow+mO0Af+db7BJ0Ab/c5zW0/sEaNdWi8neTWPoL3Zgtt/W27b+13ywbRyT6OusOlApi5uzJ47BrksI8IAz8kAKwbzsJWlddRAATMZr90RYOZiEwL+01pjZEJaBE18JyXFyJpRLuZEE654/3TjH8rmA56rJMVJ4mNRgZxb2wyBhJsUwVUOf7P6+82zGYI/U/CU0K9ZYYUqduYJNsOR5UWrrpRiwDTUwaOwetnS9BPC2CCTvocBW2KlEEcEHqAGDkbVmoY3jgEDDILwRnDOX8rNG6HLePebFk7gG6LECGheZtRuRe97ecE6OHnBhvYGGf95xkJEK5zJAemjWlaiHXmeCuTdnhOUK2qCTBmNgOiq6XGMZPA+JMKBIBxPSuba/hagKUd8vzdgEhouwZX88tJjDBI/A6AQL9z1lEp+UPbeW5X2b2U9jFSYhz0D/sHwzrmRW7Q/MhO6wBw3599sg5wK8cG/binDd61EscZeC66gy33OZrvM13WGADs4D1kGKFIXpUqQ5wD9KJgq6LVwNTJ0p4FrbPPuquBMrjIbFaAr42UDrB2oC9AlwJjoTWGrY3OZ5G+tZPrAHDmmbN82sFs+vJ7Bxs0vg4wNfBKQJ336w0EED2uAfP85nHEkGG+doSI/jnyshyMnmcHoV78NA7mm0vf+9FOV9E5fBoL/hjkJU/uCplUOH5e34EDgF09+5z7/DDsR6tVARsy9CUPi2cOvxtQ1lpn/6sCODojLaQmzjryHmP1HSBDZoknAPxx0Jbf93nZu5G//3rAdFf3PHJagZm0K2Z/ByzZKvc9G4Jg3a3bfv/78zz77TFOWXcD8nPGkfgyX41hIoPGARSAwdWbHUzvcaMvOhCh7+8s0JvfecY6ZqEQcu9kWz6f3WcYvfhQekhVnsogLMAvD5tnzr+nY8PIh3vvtizmHa8uGtLXlWmN3CQJyjL5mdBx5HtP1e8t25GHexZVWvDBN0paM+/ZSY1Re1dKd+C5HVJ4Q+PCpqKKClqj68gKT7AuiRxtv6J/bn46jvdDUxJFzrm8J0FgqwRD13fSlZNZZK8YMFgeaACjHVfvmQkA62nQu23MgFaxifxGGdu+J5VQSbCQk5VqJd51Wvk/7Z/8edmLeuTvz1l1jpeJRq5o29bdJLetU0wCRxyFBnTbEWPccdyk+JtZ5BQFnDp28cwJG/i2JyyHDLJv0skJnE8SS+iW1r7l1x5adQKdAHxlOhvnG16EbzL2rOqpTp425xrHr19P9xCtqeVvkkxuujZvZy1ILFu71Gsou7la9TWAiIzrRJA7AIyzbPksWtfRFHp+kjOSkXv/oCvp6nGuH1onU3+OyjCQmAAd9k1XvzcYbKdwnLxN3Hgc4qn0hb72w8amPIHSbk09vps7JMyC/FkAuO03H/ug/577SGLlvUkOjX6ABnynRDv//rBskiPDtx+VeKZF9kw7+O1HZn3TkrH1lavhRc+Svea9oq/u7Qz8BovhV9t+U1Vs3N0+0oLbHUTrKvvOHM/W/PR/4RV0nHlddNN5cmM4kDyqRJwGMvB3SSjDDjZ/zd66q/7P+waw6/dDR94fPn0bd7ev2Hsam7h9OZ6vDln2e7xH3zoidkxAsm4xfvYRWIKlwXUMjDpmqML/kUXiQ/OAbC93D9gq7Lx3/bPIFCAg3pT3I2sAhzeZb5KWTV/8km31duY2oHEqKkb3Xn6GfAIndhop2mQ5aCf9S4AI/wu8gPe445hEonVa6amh8Z146Wqq2ffI4Lat9JmeJ34/ANTzGeeqAcylciTvxX4Ab9HY6PZw1k/7E3vq2KXlT06AH5uhj4BJwHqSAw7NA/a1ne59WRhVy75v/Nhj415ait9HRXRxwfpCSZ687YxNqop8AEfR+6jEYH928rw+U1es2G+j8yw/Q7j2wXrs2hKc9Wq+wOYYept3xOcd9JiXoHvP8yfpA3nCe1o29buPXjl+WHVqGZvuJJQzj2mN3tXvJynUu3v15524rPE2qA3tOSrgtaal/rHLmCfdb44Nbh2xcu6nRMIGctvM0nPtN8sCUILrFAYAyr4rdrOWdwBYPKh9d3dgcF7fKcyxVR5+kK3hhVGnmQTS4w+853L77nfgIsmFwfmUAKZEd3w/glnN07Gd0yq//VNsf+214Gq7Gi1j4H303H/JZ4BnHzkPcP/NvpJufldur914Y7fRKWEC7Afvj7c6O/anL7QdhL0Z3XCKh+Z4mzxjbWPRgeS+JL3QBnT27Yzh7orE3hMNvyd25d0u5JHYnvWFfqHpBnHaN3vtgy9YYO8HzeXePzem3jzUOhVaRl7tWGxrV+ebdxerjI4AqwPF0+nHukzzmvkeW+4KNjM/+PZe09Yfr7EPDofW34IDkiy94tlfTg7KMSQ8/4X/M4jnFuFU3nf2L9LBq2mj3Zr9sStj7hi752WzXr6znk0CvelWOk44EzgFT245lnnMu8e+bj1A14Y3v2xwPzjl+L7D951Ydh/HQ/DxHhN7hj3Q9Gy97fHO2veYnBB+ABnWJ/PqZ7787Yc0iffEfkgyKTERMeyeIX4n3CphKC2W5ePOkUbju4q3OtDdODBjbrs/vsVuwsOP19FAGyshYQB5zn7Jv/g539aZzh2MQwHK2MLTIWd4wAl2EytDbuue49uaZ+I7Mb8Xna1nkhQT/yp7+FtyqNazjx7Te4SbfBYUrj7pAhESy3aPYB/gS8QGBl9g7hqfOwQNs92JNVwne6K7EYEn3Ni3ni8fUPvRtCos7/Yng2utAXKSTI2r5M22AVR4N0x7d+og+bmD8Njv/TzjFCrAeRZZNNV83VGpOtiGb+SD6wggFVY+Mu3v/5Mr7kquFjC9CZew6wTZATi8vRtT1x4wUAbBgD/9vDtI9e1dfk6BRoDk+vxbqxScyDxLYPgK77ulsQwfZ4lZu84dVQ7PHBiXjd0G9Bwoybct2PU44X9aFx26LCAt898KlFb6TSsYw/9y1s8zuBjkcnzrzBcZ/qOcbEw9AisGz4BkMtLawjdwWlbxCEBd0xWuNrLrPX99gk9kTpmRZt48m0odyVdlCjEfGagxtFfx8X63Z56KAvHJAqmhJxuohWsC2Uki8DNFo+d/ZLfSsoL10jyc+TlnNZzPEWrTQvK8j+z6L2cwZo9kHfXSP3x2bxSlfu4KQ9OgeCXruSC8b/pyNhxjJLu6eUO8bYfXgahcyfJ2cHrnyW9L028BPdH1N50L5iyatVBWUb3P0kIx+P3Pf+yx29E4Sj6YzSso3UJQX8ZRzrutTJ5fT0BzDF/2H2BIjLfs33YmLSP0vBEwNyDbfJR12T3hOVSAZ7PF0yYoY9v28lB4ASI5HQNC1hkhHZzFWL4r/o58mfXtxAaN465C6dX12MKaz//LteJZnfe2iQdU+YzSVmLHnPX3TRavQzlVevPC5pFT2XU5VYB9BMxvnXK3XGIuXWGozzoR5eyFAW9Nr5HJGHptsADkNmD6YYSXOHSCg/hOzms5HGc/1bUkEjGm/JtAjehGABjDyJmUIw+m0Pc49Tj0SYr5xyNjErDZ95YhIVnp8xx2/5tG/x9lZ6LgynEr2dGzJf//144teZkMBA4QmWTLb3gtdzdZrMoFa2DJbj1bVSV1NIETVGw8yBnfFjmiReml4Q8Z0XI6Wr6NwZZnZRfDHqBBAZ9H9iwd3vqFFowEmszcMry7ZR4V4E+njm+tu4qsi6/P+hzjMQH3lLNZKVN6Lc4w+qarOZfEwMK5b1cwJ2/p9zImu+XRWwGc165c83g95khgaX0hIrFhu5U9F191ANHz1rptkt635J5JbGv75Sd5AU+nDCKhDGc4HYOcW9FyJ5zxfmVhS592AAh9na2ZbV610Xy+nybJ2BkCC89GCtC+qg+Kr96AmgPAWVFwJxBh/5hQNTYH095K4nXKNabPjgTbijv50fQgEIxWipvZvdXdm+SEHhT5OGN22+1nS/tZxwLjLIMICqtyCFq49GrNz0Gz10HWGG03umI5QQbsKI6dqHs3jb9nJ+ozApHp8NX7h96wg7LVUq2R6L+FhXjUn4cteGg6W72N/dBgp/4mAEyCQVUEiybaJ4AOE6BPevkmR7ed2j1GrR/2tLZ3qqHGQYOGlQDgCocEAi9H7REg0Gu+TfDJxxy07SOZ0HZlVuYSjNZ1squ9J4+B2Tf/lnyRgIv46+4w0cBI+xOXHdd6cI8reSZW9LdZ4AROLF9YX8k561adlcVnW5WGXLEOfds227bSfK1DkatvIItkEvwRJyDvulr0OuEv5YftSQex7a/guy6dja9S+9N2R4Mgb6cHVgjfoEDcDsjzWeqJqQKMpSWZAFrIlq3IWP1c/8bgzQuq3IG0e+8KgPBkTU/Bm9677tASiTgG0OgoskBVyk/7c9tSDX2VyZmAyARILdts/2wl6bkHcuSMpfbyCmCa//T6VQkmZ40B23gfnaZrsKeRb5is8jvGp5SfIl0wlQ/6e4HDPGNVgtfPcUB6aE37TQD4fNVAVJ7VSgtht9/LQIoxgk14en2eWida+zc/lXiqMa+dfvlxpf+gaQN74ebV+iVP4qMnYMb6WafYPkX8YEfScW31QGABoqcA9W/Q1HYj3TzKPtR+YVu0379077Xeypeo/mm9QMXxW22H7eZ1vPlB61jfq+ftmiCTfgp4XXq1fRPd+RsYDkg6tuFZeBKx9Z0reHzpzw64SUqhU4s4rAcwK8Wf7G/OgaDdyJ/GiXYf+lzJqwBkE6mc6LVJCrpPJm3ii1mWOgg6az0JB22PnXmRUI8ezzOuX1wkq6vuIDadvlov9H7iD3CkgatmTSOsu+5jcP/oozOX7O5FEBf9nlSSWGmb5fOx5cb6Vb5/Y6KN/ZgutothJiYAWBOYwL68qxMlb9D7lilUhdaeNN3C38jlxEqLr3rU2fXQPP7PabWpcTgpVnZw82P5M25dqld23PDzuxqpW4ybTnYFlcAkosU20C90joIn0cf1d+2b6ND0WXhDf3/ti02YY/76ruQT2PSHzTw+bGDZ5zuFr/VnJE44La+D8z3H7UzS9kXZsh2QaBkgnqvA8AlCIa+oqPTcFr9L3Lps/7JTjMu6uGivhddWZtv2J/kOOiBB4Q2o4eeYdpwk9SbILGa0ldHGvoyDfsOiNB53x7RMkvwDFyWxZmik+RHK0L0zwLT2UdtwFnUfL9aANdnAddr2t/5GXmsu1YWwdVN3mK1nkKzHfmWCAomHqXe3e4dHmcd3GJM3bbyFBfi6mZz7dicgAIzvlHOkAjMXBjn3voe8xu6uxKE4w/m1Q1+ft/Yu8O7kNejZhQfo/fXb09/EpvmynYOR52fT+YQ3A5diTu/Z3sWvqgAO/IsKSvYfO6rs1Y6jMKff/9BRkz5KRhiqXmW/FEa38aIZpy5puZG0jH37Ygsmsu/+m+lkE2jgBZ4luTBnj4chh4zJpJE3AFwJvtHZt/Z07H942096cbjpatOMqHFlAsI+f/2nmub5D3yCtZcfn+4rMgp/BhrWzyl4nLHe62Z582cBYOuvnKt/93usb9rEiSf4Gtsakheiq/qSdF3bUVmB7HOlt4Nd+qD63si2szKS85kYNHrxPPMtPkibXmOlCr3uFwUU+ALpX3MskcZPctYEgDXBrNARo2Ds6rMyoAThqaXJV9DBK7mZxmug1EK3A/86pxbemCKfG+R39sW1lOe/VYQYO1z3npGXmdDrPOS4ewwdJH3bTgwA0Y4MVVqVeSzDqDMqqIwoBlHFR6/hG2hn6m+LFmaMo3opk6oAFvG5EmVbWtwBYBuFvlPh1gTDMgDcLULFYLRIhgkKcCuggz72Nv5dNi8r0+BftZQ414EjEADOgAfzqXsrw69bCf/PL8qsWaO8DIwCxU0X1zkWAfgmyaRxTIbGrN/5pYDxdtTJdlIQofakGfoNzH6rICkhU1lq54vnfgoA36+tzJ4qCE236N/fcbLBZj1/AttWMHqhrJIG3WrGvIWjBWgsA6MAoKiQkSDK6tx0uotXujpd71cGsQLr7SyVoxSKvPaDsX8Ehiw/MpceEDL3iuen4WBeveVHOnyaq0Gwzfysufd5vuwBANnyzjFGOxArwILXJ8i1+zgyb84IckCoeKhbsJlutnUna3QZrz3mWsM2zN85A5qU3GigngAUAf63sh3n1Yag+QalUNeylB0ABnDVs3FmarzR5l/ZbQPktIFT9IdRUICrgl8d6HkMd83b4/DDrTu2tTIyvxyxukQZvoANdih4FnJ7uzjo4SFnSnlGy5F2RsRfJNokT24LnJdXPb+sKCvFm0kD5ex48x3sccCJQIgMH4Ab9KV+KpFCrzzTTg67gO90hHEwau3aoScATCXFNwM8dQj6rFr7nDWo3HAlcUiutzOW4BQZ0rVeqlCu9fTa0F4s5b+A9NTPWrOqRKxKk+LM/tyAsHnDAEd92kCl7iE6cJBZwv3PA8C15jOudftsRDuA5jOX2/mOYBBAkp1VBxa8h6Gfz3skjGDAvgFgdJB50/w+gZrOtvt0yKCzGHPL2GxlCo3Cw1l1iyNIoGvAkEhKyT0pm+TcUGetqnqk9E3x+3eaT/5IIKCcFgEBbSnDD1QVQiPwc62pHJHjNbPGSU+/KVAnAKaDTVQtSn9h7LubSdNNVw04p8dBGldGecQ4F6YrAz4ZAKZTQM7vzUhNe4usy5zv27khWwTvfRfIL9uoAx3M6aquOLIOhx9+zEBeZlIvTawY194DsMk+G8dVNyva7qBNy78FfCyHcdh0b5+3ZllGYCyzlL2uW4Hyfh8dkvYsehq+IDHFvGMa1Pahv6Eh3QubSOt1ZcrWhxsQhU8FLGjPnCDjFtd6ZQUP+vKnCgz05U8gu9aDltbbznl11ABHZ22p1Knhtj6eBBH93T7U7GvTa9pDxUMhV/CT3oSlodsIXDKXlAWbUOYAD7I8ecKyMJz7BC4q+LT29y2nskLCn2yC3sqaDAAXTYWdiT3CGAaI6oQI5bxwz9JPUXlatE4njdZb+/kGbCwrbtp75y+qxPFO0CvlydDtuRldEwD3ZU++AN8dmLD8z2z4FzBN/oB/3kAH1dhlnx9AnVfuvc/a89ELYz82LwNi/ORnJI2+wRye5cD46jPm5TEs0MOzoMc3UeO1rzIADNisNa/5ROIkNEwCgu2M7Yygz91hp5NJ2j58QdSiw2iRni1w09YgAYws/9cXkZ9Fi0boUWvCeWqmP/uxYCoZ0DBP3IkJ7L8TjNumkYttMW89WoE1275vYl2p0GbBbMlXY2k5RDKk7a9saenvvv4B9gDrn/u7ndU8F+RO4i3Jc2NT0qWjO8BRAeZxOoBBy3VkBBW03/Q/QW0697xnusoSXmC+g4Xtz9m/7cTjDshNF4JeS+Qu9j+0/2cJH5mYuO2kvac/VUdhB1r/3PgH65h4Vd43ZbxxsRrl+FT6q5IPzj/OcE75Pz556yfR//q65jPNXwloqc+hrfrZNF94k+i2g51r164fhf9ZAHDY7wRCPF+Cpt6ISy42f+t97FX8KuTIBoD/baC8+Mo2g9Y6qy21JnqKeItkEfDFtEtqHGduJPjqb/iTPXJRgwLffl4mwVABvBhIJ88Ell3n7pYhaZ9ae0FAsnC154Gpcwb3CVGt8SL3mPsGJBycw04om+38++MEPjYh9BzxURXpxvhIYtHYRA+2adcfZx1k62fXJfYDf2EA8WmhbhnOGg/N1pQ3AEy3g/EfZF8GXvZ2HUjAPO2k4sX09Ru3eDsvyf+Q/ADLot2nx7kJKKzzt2pIrbG+h71RfnrveSagaC1pU04AWGv+Bgfg97GhRYfEo3q9wNOqM0vLZ2zUrTa7s19m7u1L24bXNWv/pL+LjMgEK61L4a3CSiuwvMmeVE1ukt5dpV76ppOmsN+yo9tbsQ//aX56ZlU4Fh5OB7s7gLVyJDpyno0AT3XyKxiX8TXJM7Ax27Hu+lQVvgrSN68hT6H/KxEWW1QJbOdfJp+WdAu7BLpCto3+kSwIW4u5fztD+JWXVanaFfuTUNp842QzTwKfjTnQ6e7tUIEsThyV7+gn/qF+z1jRhz8Zci/tvyu5qcZ1J2j4WfvlGUfvBb6t9cln5bL2bOW/uipafmX8o+Ran31L4jXJOcbrXCyhR2Kv6R6SKdklquzALigAf8q1Sv+GdS1fWTZt4aqNg7W9aLvSvg2+bsq4xFKR85IprrC3vpSd9VaGQnfIBugOr+6q6u11LnlVVaYu8kv7jFhE6bC2Z//MP6i1qxhVJLTqnuEze98wzKDZOK5IlbTakyfZyEVbTiBiftsp68aeVy91sUdvFriW1q/kRdvLsz/nujxfnvhK7THeAAAgAElEQVQE+OmrKwoLPy90L13BSJbhvqmfiastf3SSjeJxWhYdoaYkhvbVkEnZeaHwqj4mp55PBXASpcGXzfyDcTHEDfJ4oQvca0ape3zJzCBTgYAlBJxtD/P5SdDXuFoY8F6V5T8XZFVZGXZhyL9tsJgXjMu1KeDYpATRE6DQ/FNx2dCOTOAzQgy6BJgZNoZMCjmItMZ1xm/jaz08B38NkKUBrHspsKJ/ZOImSJG246u4LHS2nYLX5A7A1vaem0wmQZ/NBrECyn4aZID5NqRKIEqoC1iXAXjuW8BKAZOqSOz2KQXYi8Zod92KtxXhKEcZclWJ4UxCZQJRobytK7YCTtw752l025E1lG0AvEBMAn/FQL03WpMEfDHa9T4gAYYXCRQESU3n22ISo4dMcjKSXh5YZzpbvJrQfd6MRYDeUVYrAT6cCwdGOijSBqLPvNoWnCW4ykDu+3bA81tAKsdX61TBRVUKGoR8Wx7S4hp6Mo+1g1zOZqx/AwWc00S1UvFZK4MCS8O5g2dH4YqHxrlYpyt5jzlUAGBAVreOy6SPDap8P7MhjfLiIboLPA4tc995Nz+rYrcza01bm3ENkJPgERUrjH8ytM725vkHmYXma9upO/s1Z7+LD6nI7BvSyqa+oXv2mQ/QdK310QUFkGjryylyUPAFkJDNOf63wuDD2KPiX/cdw2PbDOGY6TMUZK1tyQOPGd6u/Wh6zqSJdFRtBJPkguOp+90BJ4xl3Q9ew0CfhIEGu7LK9j1nQlWRlr3Wt2mYeh4LgFxdFGQMVZb9OnFZQVEghwJotBxMA3Cclq081ZzzDFTWQZ7cnPFSBqSTBWxc3C1Qcb6had0TOVuTqzNeJf/tXJm+uzVOVwC/c0RnMZ6kTzKXly68d9PGu/UjPImtYqPU4My7ht86Xeh+UxkrY0tweMtQHOKirTDKAUI1boJC2E3mfTMYtDk8ITo+APiOcUE3Xe9q0WgXJodSRxOcz/5oACt1GYDRFZxg/2sQnbFe/LWBLtbM/O4WOi8/6+uZzCReBlTJozdqn6s7gR189DOJZO8ZdpXdLB7sAHDZHId+5aAlD6dT4nV214WirYee0gm7+OyMqRy/AD2U+Wu57/bx9fzzpfZjhnZZZwesF0DPak63E5Zu3aqYmkTbyQD+2FD6iGrBOhM3qsY0phfEctBns6xT1wKuJoBR69QOb9ET9oKWjDlQ+dYB5KRTB+xdPZmZ4z9VVJrWH6Cnure0wyhwRDyr89KbkTOwrzGV7urEpJ9aViED6gzRw4dK2GB/MsCHHM/M2pSx6MKsSk/aZy3gYeTT8FwkZ9JSLysDpoOPCKacNtMOepN1yTVjbsgXKrpTjliarPz7FiDHX4P+0dk+I3y95tSX6fcAbtQaHADEgPO9tz+Nu+z4TrqsxBDZhWHbGNBRAssbNFsAB/s0E5WzVTDrxFp4vu7aUrRegEInyAS/13r0NYBz5pOWjRHIH/4TQCP5UPK4weTS43fiBfRBADABN42rgIDRBZaPJJhpPtibmYRTclbkg/3baAJrN/5GAZokm95+xtLLgqQTIAxbS9dhR9tnSED3JGKc9wg8pAx2gLHlffPvBVZGAhWyuZ4lWdAtUAnQQppqIVcAxrTct1zgcwcwndiLLktAqPzjw591//NyBQKJaNaFNZ8+89l6FtAIK4+VM1gvvgEgLCBX9y9dZ4DwSijofUZ/5zgl1yp5r0Fl7Muh5dbZbwcz07XP3NPrTWBlHTKhJAHLnc3aL0XjHYDPio8MAK2sthxbH8zHTbwv9OvbzSeve/ERAgWWUwswFh4iGy7o9PIpCPBWEHJt/tHffQQAdoV1ivmQJD3GxbPqaBWO0sBHwHdue/L1ZUquAFj2DVPXSHDUUrcuqASXkCkf9nPTtbGJu4L0xZFGTkXlrRMwO7D6zMGVnupSsIgaGAr2qwKRaadoSlqf94zB5Z/bPpQNjX+ne9v2cRAldU7RcdHU0nTOWZ+TMI39nQn2vGce6o4C5zuvfzN7HAA9dI1efmWWPn9bjhcftz4hAKzvK2EnC17eI65KlglLDXrNLhvo10yI6CUZtrFe6erSBEMPFpa2BPpDMsZ2ZNscvfa6ofWRwOTuclb2r88UXP51gHo6n7TdSDDEe1dI1+UvpE3v5KtOCEAmXn6ux3YHt5xgTFEJ9uBdIOKbvQFJ+HB8oEh+T3uaBCv0kdaIpHrZSLZZuro75GPS7ia0OXDPftk+3g4HGfhlM4de29/SMx/xcWGT2XEQffFW7IHVpnzMxCjsC+0p68Z8pCfxdTVGOrlB7z7WwP5wJmQZxzV25jnfyXlvJTDzH36wmVFBbfwZ2Y51P/2rwFvj6p0Ixj7SaYy1nMrR8gdvnuC5U6BAonIxx9p32GOyBfIIvLUxVuGNbx6dDOGJlDfDwF9+sX3XuE4nymesAnlpu2yxqQw6QwfYm1rHP9OXqT9Gtzdvf/BP8zi2LpYRvpWPYTqdKqsDgIUSfMDYZ89bbg4dirGF2501uAOrLShEGmHo3/7w2uu+Rm1wk19933d+dE6DPy/9cWaidYO/Em/LZAV4RuPh6IwsUCDxCz7cGM8mqJFYVGvV9E8xgHnuU769vnWSE7oWrBO8zPvZnX3YyyOP8165rm8SfY1FeIb4s9prd9yh+dy+s0ei6wg4Yj/CD699X/4gmSwdi0icAHu8ntc+kB5kW7BtJxW/aL9kMrY9TuLtrI2Ol+rClMIBq3hz7Q2VsY0P1RMhNlX2WdsLVel+Prcc2ITrTXayTU08p/Ro2ax0O1WCl3BId/XVYi0u4WT3uvfCO1tU1Haddfn64Fd3kvZLNe9iq5B/3POXv//f7tcbjOW2vd1uLjQQRFElxGHkV+VVe7EIxWHwM8Bslan3S+C205AEC2NmALQG34Z2Mr7eJ7sOI2iz1vbMnz/LkPmWqcl4MBYIsBB4ynM8Svn1IfdbadbAeBn35oIctzMwiNHv7FNhjZBqIVDM1sDSCNQOMv+3ALCIOTOVMjuiGDEYhRaNesZlrLcDNmvTGZi//c0ZnHa8NxOP67I628a8AwDfxiBmQrn+9utvdQsLMIE4GwDGeOEZPBcmQNikwPY+GGCq9QsD8D2r4XXYvEbey3rG2buq5NP72ttz2z9+j3QOPSkN8dj/zDrVfQFUbsDHRqYdDRktu0emJc8cY/1tbQzokJVMPwWAER5XUKUz4jJY7OfeZwEs5d6/1Vo/AeBKSlj9PYYwe5xOl/a6wJBo+fmRfSR+qESLzRqFfzzWBanecb60934Of3OPvP4OGG8laO7Lt/s7g9obh2H2yoZRuOU4WuJjVCRvIeNSpnxLWFlgeWc4Dk3RXp8LigPWsurtRJCtvksuqGX+y+slp8JAa4DlzSjlDIg1wO6Ak+khg6DfFSt0UzPrBIGtDmmD838TAC6ePpnKVQG92ZysGAZ20sgYU22gYtBCf28GGvta4OMRlJwFDS2NLOqM7wV6rWBTRxHMLv5/EgMMVGHUqZvDr91lYYNG6cAlv7w88/ISQHid4VlnRTnI4rP8NnCYc189eYOSogll0I0eO7eYSrrM9lPgvhc+AxfLE2t8kQRwVai0oTUJAp2s9lbUAzKyx5rDr7/dDp1bwzloUWvV9+I74Y+0FSSvbJUAWeOcaQ4YkvSbNOYEr7Ybzq/6/lTY1md9Fl7/rha5+lwJH+m8vAGMTCCZ58V5b9hdr/wsPXye9VO3FdPp7bARWE9HAuNXiVpD52HISt95gVvflkzxe1pj057pKVvo6TOCFKOne/+Rc+ugSWYckL6ALsusrKzT36kPqzK/NxjAJQ1ygGOfwe0kmOGnpueylc8YZQcjv2f9q8WUHZCqNDgOAQ7N7J/m0kbFAPxDfHfyE45XVrQxd31FnwPY1r6dsWULNL6vz7LKiMAvj9U42a9vgQGuux30pumm31r7I6cKpI0AME4MujT1buonfI1vujqarNRQcPD+WwA4AX9/zy1ar9Z6bZM52Ox1yoAygV06Pig/VtdQWZtVNKkLL4AwN6IG4iRQ0X1Wue06+7day6iQftdmGrgUT1MVtl1Oxh/oC19frGi7/Zdvdnw626UbQ+6Ojd5g6pyZVvyFfX4qXdWSr1+y8zjLnu40dFuqtaOSMPzRC1xtWUKHDZb1sr/KnuwgcSZTXC17G1h49uW142q9O3Eik8+yDXNVqGTi5czWv5D4iV+Q4FGtv5z+qIweOdYdfOznGNChSkd/f1R7je0HDfv52SKXTh0JMqQPMsmcDVSShJMJLuLnz5bed+vWol0BSgGw13tzVuhfrTMq4ekzwshxI4khfJMLWg8FbnWfX39zK3ktg+0ZEgXsoyPL2Z6Uo3qP40Jen5akNuvEp9L2fI9EtGsudda61+BNvPZYvFlJftBZjmv8i8YH8OX13QxszJzoBtbyZXTf/2cAWDjJVHQnL6IP+z2D+gE+BlDOGYcDoBXgblsgcZNMtCt67WDAW3G5egNdZj8dmi2+uTpZfQk64hcd3axAP2udenxluOWd99Ar/FZPwUeZYF57c248mFofkXJVzISdRDB0OmyZUcrGyKRo85Tt0ExGKJncNrzkLnxVgc02W+cYlWqN7je3M8RtG0xCWduSnHFc8qcCDwtkIpurklh6syedNjR0/iY7ZIJtyiMSO8r2a/A2gX6uTbsN+ufnxFsCuLYvGrhWHFHC91wAsvueAWDb5b5S988jgWrPu1MbXaW+4Whv0Kp4Pu6pZ1eiYHcZWiyliy0mwcWyjYCCcCMSD+zXq7OKOknYJnQigojZcinXCeyp6KoTXd5EEeTIJubr4k0MF11ON4az0Iljec7uuLS4wmcAuLoIBn0TuHYBxGJnKU/NDM2c+lW6VM8/PzM5mz2r44qKsbzHi4tt9ymKTF5bl4TVWveyEZ30kP4fiepJjxU0ODac7Zv2f8L+hx9JBt6OiaaD6xVHqeB/pU9cYyv6IYnA/rxedyLsFn3l/b91CqglfgLA0JVo/I0H5P1GZ7f/tv6+k7beF/ufdhiVjuW3tp1Vzz8Ljw+LnQqmW3aA1EF/J7EraCFb1L92H/pJdEIL21qHKoYw/w+tNT7GXNKP4b3Uw3pvOldWJe8my5KI8QZ+kFtav2oTq26VTecZWEXuMnfvXeuMhTCmMvpdf2jxPfrmI5mo/fYLt7zu351NGCP4Wsse5GztxZlKJg16nb/RRsdNOrnhnRe6OjvA6ZrqDgV+I5lVMRInnWUhCGPx/mgQHgMYoXGK1rU9r6LDI1dJtsAv1aToSqVrHNNyovW+jFmUHR/BxJz5K4OGTqNimr3OvfiIL0ledXdXj6eD68GXlRBxfKSaT1TuEwCuZ5/hC8+WKmFO+fxMbCj+Yp36aC3To2foTkR38jhzf/cf/DEThLxfjZ+F3ZmYWd2v8Ym340A+w5jHz8mmjEu+fx6RkPtTfH/2UfueiZFlF1GtrWsiAMyRFntEztp3LiRSfLV1xidLzDvM5Ze//30DwFbiR1jEWTYAcF48AZFdEVeE4PthqL6CzJUzp4IlFPm7ALXeTeSAKNxXP9PYf++P4fVW9lyZb+1AXIInnpcCECIbQunl4nD6+rwNQuaBEZuELGthM6N8E61DVgJkUMvPM3G+pentfxiM0zoSZ6ECuLL3/QyCDGTMQsyvI+o13+/0rZ09PZlSbYCdPXcAdqmQucshGsYOQzn3s/ao9rFGOAZQrWULD5GRBKUMDhGxDjFnv2jRZGDlPuNC4/Z+rBFHH/YRrLUuLJrnLAD6M2HBxDwVcyGwmwy8xuefHJxx1to+ZP1nf+JLrNdkdZ3Pxik6+zBJ+rUOVjKbLeIb0ZLIQkNOtLPRbsM5M0iY87avyUx+DNEUKAA/2XIxgSbm3wvRa5kKqifdHQQAzB3E12dkaLkVlUZI2yUMLxJDmFfy1QTARE9d2DD82/cCLHgz/9mOb6Bl7m/yxbfv0NbXgYU9h7XGUQ74+OLFqxiw3Csz9fO5/J4AATIiZQ7KAZ7OhAXAaxspPt+oaEV8diZ2y5fQKk133tdPoCmN3W2d2VWIfQbijL8TTqqKrSr9d5aZGaZ3vbc2OFOXcAZcZojl+topa4P6AzDbeZUy7D9/TOwQwAhA0WAdY07nH8chM3xxnJFxcozfdrBpqK7sXpn0zn0CHEcOE2BBPqcsTeMQ5xvwVPJNQe2SG92m3hWUdor1njPBd29ynwBubp0mw8L0/c8DoCJSK6CrM7Sa1he8Ey09+rKrfpQAtvL9MwBcZwg9VYLJi7T2SWMcHfO2YE36QsdmNcx7lksBAZF4MywhOkW8tTFrg+vTWeI75htneCbfImfr8+yYggPRa8l9OD9qkzpu/TWJcHuyQO1HgkLspfQLwQ506mZZLkEkbaScKs6L8ckJAAxFb+BYcYSEv0+ARwt5voNzc1X2+Mo3AOH3/BlZ504S2gQS9AfA5jpIDnxYXrQ8Oj+nleaj53H8AWFI8NP3qTwUT+vZPoJgx2XZTfKO+Qt7pMCjanX8tMuryhsHCSRvpkI0GDKrksqWCVBn+KKBuNmr47DWtLHR+37ZqYG19hnZXhuAa/1N2zrOmbmC1+fzCnDG90omhU9QgAdRlNsEM0V09xX9bp73l2u/zv/KtmyAVe/b3tsguhJaLiAmePTa7/4uPAEYjo14Jy+VNToO71vJmAC5zwBGF936FDnCOHJd9ft0pqkxt/0a9u03OwT5lVVFq6sCQBH82RXQ7Efyz9BM790LpvAcZFsBrQ2sazszQFv7EpjjBIB7LxjfC9ABiNsmBLDVOighq8Fn0YVajClbvc9ofY/5eMFp6GTtKMvoCaxFZgDyo+RKg0Rjh2ZlSdO0k11vQn6BwNEHnfxRfK1OIB3wKECkKoN8DA6v9IsTIKqxCWh5MhrexE99nyNc5qb6bnfoomJ7fEW7k/UaGxpZGABjJh68gZz3+1dgLvRagZfMX88rPrdNmnY6QdzUi5mA4bHegIjeq+9pKXvcGfzxBDXZ3kTJtVNJnDovQWJdnskeuZbIn4/gUidE4AqiE99k5bLfjkxza/O2z1uXDB2UPasqZTbH3PHt9S0ArOscYHXSWFZ7OfC3ui+rKxhXVpzoXn/9y6libNH2Jvpgv3+rLk7awDbU/dYG6xk1zWm2Uy3d+8V6l51NoDDmMH51Bz0U0C+f6cE2xo4nQKnOcXENa/v6J7q/gF94+k78coCGTi+TxC37us5/w49q+RP63HaXffXpTnE+r+R1Yc+1SJY16Q94/drm7GBkJf6FbHhpU+Jqk55uX0v3G+yuEiIO5kOCXQXf1cr4Lx8JyejRYi0FGJGJDZxmADg7NLwB2NQbqye8G4VVnDGU7O45vwkC7BtdHi4Z+vglHutyEc/+pJX1B3X1HYQ2+LwVg+7AZHtCIG5XxxbdqEXyCQCHTZ8BYHxHksfEY+pg9c0WIViQbc6ZTwWW2k4CxK9ZVrclV++KEkmaNE3ffkddXsKJLmRbqZSB8dUTYYc9nQ7GHhmbgUBp+Ep9BqXXF9C/z3oP/XrRVg3S5uwkTLZdoI+cZOROTeU/RMCjAtbhGy0V+Df4G2wjbdj83Lp8K165zxQLjdCzQWT9tsn8vpe/hRzk/ulvvQlAw/Mx8A0MKdlbxRmW7W/CyXwldDpdGPlM+ki+jOzxtIkqkTD46MYy2qbpgIx2xjbtyiivq5Nambve2kDQ3T1m1rNplDPC9T7fefcO/2LtcBcpSC7ePqEr97NzaRbkTDLNg9nRzVP0hD6q/eDIrtazOa7bfsFetP9b340jGI3/uOAKXwqcjvvo8zpHWkmKY7OtTYA/A13hW6SeIbmD52lfSfzx5rhDTNJnzumNXdSeNL2/+LoCUJFHaXrvxC/uSWLp7EfYJfc1HtNtQxgfXxu/ear9EPCHl89yPtnVYM6wjQ6YJD6aXlefe6ncNjvthezk4Oe6cxEBYJ5t/F52GfS0Mn8Sn88zZf8ltqT5/1vyrvww4QTH1ulK1JzXT/j2yrQbky275dygAqX4sqXTve50hSU4m52i0CWV5BgxNRWivAFjuvEak2obpwc+OEG6Vr0X8IVlwCb+W548GKbe63v6GYmBSQ4ju7eDBfeRnQd/6if4URZYss6yN8qf0b+zTq98SwxU/mvaJekvmhb8H/j04DONBaS/kz6sW3p/Zj0QBNbmvTHGb3Tyy5nMLDtE4uqNFFz+qkFZCGNBjAympSAjAFybF8IiF4Rs57CPL+FRGUPK2B0haQeQ7E6EA22o3yqnN/MYBn6DzQiYDNCkg6Xn5BmYEM62v9rqm1fJAy782b0h8KxQ+l5xg2PhjC0LDZN9BoA3YGswC2H5LUt2CLuMbmlAPcPERdu2zBhk/6SgcewzU+Vt0YRzlHtMK790tlUJRqsVC+C7hWi2iGL/vwWAJdKg3zuDhoq6lTRZSZSOjZ79jcG0JrShwejyetj9d+B2WS0rIl6wqPbsfE0ZImTR4BBkS0UMAngA+i+QWsBpPzADNm8FEM9ahxIBqhZODvzrvreDY2CWcSdgWwqpNzSrXwg+in54XytTQG4Z/jaApBCobMhqc4/TDkrSvwAezuNIBZ9CLR0wdTDw81OruPsAGcPwsOXTDUhBX75mnUd1O0jH2ErSo3AG7zo025IFaOgzqyuNJ7L8DPI32NU3B1zPoDPPzH0Y4++ssTJaC0yqwCTtU7Ol3Z0xmllcOBOWK5u5i6GDMnrpb4L+bUwkP2R7q1rXDgC/rV6gx5Vvu8tFctnCiUzizuiqs1oHlJfh7O9Cr9kmR+/TMhBa4MxPnsjejp55WrJm5uW2BJGe9IPJzoWuJzNaRHz2+DVw4E85GAMIVQZigGfhJKfRWBWGouNza1qSiA/Nv6u3CZJWgkC0H8PB8Z6vEMszI0pe/fMf87kCzdeZrl2lQ+XLpTMLlNAZb2u4AFCL33HA/ywAbJpf+f6R+doGJvQF0IyMxClkfxMYwGHKM3Gmokl7WQ79AkAkz/C+1nicknD0JxAbLcB4/ptgs5S+dEuFhfnzU6aN/m/D2olGXmPRO86bvm+d2gBFt//NBLLU0TmWcYQiAMe8SWzKKmBk9DhXdSYd3utWMEtOp51VzwywopyDTvKgTWY5Hh2Q+lbpkQ706oGi6tGVq7/WNmK+AgoAyh2A9L6KPsuWa4BBoMnadADFdyeBDACLbjMbtJ4XAWDRvZIPso3zyqENAxQJQF+AxN3ymj0veaV1a/0HCFxfDQNFv6Y9jR2MvSvBky2c0p6mFSKykQC2dI7WD2CCz3XvrD7G9jfY6+4qQ7OAeeHkMTbkVNkQ7RTSEvKiwbDDar8bIMvEKv2eZ9htJx/TKqJ2KlxadBXIP7pee38HgPVdKqZmLc972Q7PurM2pBMiNsHxW8DWvOHAODxRJHQmR0LEDSStbZI2o2nKi9NmwfhT0Fv6aPhWOP9Z8YidxPXTwqu4bbO1087WWEjiKR+2CAQd3UnGvQDTGUh8cmy3TByssHEnbSFvrCe7lZjm18cNiOYJJjPHrU66bfba9whqZ9A07WHuw0/0R+2J6LltuAwa6z30OtUzKcNIHAYgq51q+aPfxz7IhNy2z3zfC0XpFtgnWHWAelrYMj98DcTB+CdRoUJyLVXlgMfrf70Bk205/a7PrLvoXcBpBIDhJ831TWCGxut8vwZK/Z7+U3BcBtLaDynPJsheAKdHcPOtk4igW9PT0sMbICIIQ1Cm9qPMK99f383K4HvvNbd/TVvuaoXe8gQ9p/FR8V57z6BjMROo+wbaZgA4z4SuuXdF/Qs8axwvf+h66c9fuy3wtwBwHh9jWl1bdf++fTBPxZtR+qeCnn7X+mHPWESuDw2csaCbsbX2DL9tuVvXF+i8wCZgPkdMEThjaQHYUz9mADh5i9aqWVnfZva0MI8tC/zFGAHzXbtKc7bPhizL48yuQozyD90yXDyBjfpWrHg9E9jdqnvGpmWvIz7OP8mHrO50ksKx79teBx9JTOOmz/ahs2VhJx9f3YEkW8+DndRuHEALovG/AaxMvEWWj88iO/DgRJWg9Biu2kMCY7kPbwJvVuh7fjL4to1wBoBFp2UfhA2wuJrtiLJMa1w+s52kQds+d4D3W2As55+JMpoD9i9Bf+//jqd8qfZPacH6zTeo8UXRhPnQBRYlk/EJZTN1AY18d7cQX5+xKjmFGz0yyvY5QdANbI39Lf+9Ej/ty/F86Iv9Ag+59q8Cld4fF8s4wKx76e+Sy31/7AD0SfJ1PfOMO49ryQBw+sLI+nrGVKF5XlNpORiseXMwsyM/XxmJLMuCkBc3p7Iz6ToDeqyJ9CiJtx7zTWOzdo2Z6B55veagzmxVdNL+Zeq2Cw8UvkWHDmjm3AD7pWi8E5dGh1awas80n/0OmskuZ1lNzZms2F9UujMn/MbBl88H0m9ZSUnCqNbTfozlb/ETvlPNZTukeH/8lKoq1/VBr3ThsXy1/p8EyR4cONLKG/u/xfPqgBXtYxMDh+7YdxKMyofI1rqddKY5aD7ImUwCSDzYenn1cNnDXWUO3goeZ1kDVt72dPtn2akCevvpyKPk2zcAzGfpS2ADrjywnLLP4/Ok9So+r+O71GbaXSvwh7CV12+7/d2MryAP0PuJf5MI5bVQwvomLEOPSti55UcnznQSF/GLt1uIjx7bs96TnukGIT7SblWsoW2q+c75RHQxMkD+du2X37Gdgi+9rYmNTy8NpE9Los8mZ+A8H50elcDZYYBAOPxSPnbR2DpPWgPoG/mOj5b0MWuAM9Iy9Dq2QXemG2x/Iff5vt9WbFtHOzHoPRJ1OuZUoh+Fd95zvdJHKRo797rbwFtZIuPKnqXoqBMB00a6ii8ki/s8XvzNxO8z3lNrHDiYE6I3yFt0SvyuFyLxl3etx+84i6OjPktwFvGUMr1BkZdAIUgL0G3NsBmnOAEmxFSU3EubQoDNmdXODICobBz4Pm/2CUwDYdYAACAASURBVAyoz6vCrc+uyOAmBD1nVvZiaTAOUNoBrc07ho2MmTcQ9W7+tKeq3aBy485Q0bjLsdDY9V+z4qzZmRBEDGHcZ3ASJNvD2b0vVq663xs0Itum1kpKoudYFRQKEnalggnGFVvfXrq3z5zblhOlADv1DkeZ1tcSwpmcnMGVOzgYZxWUXEnA6hhIMIyELJm59gmeKiYHDrW+PjNYa7EtTgHIbYD6hVNu3fecRdcGaAYHsvVGnuFBC5e6p5RvZ/q+bRpTQZqp18DNNQfoqfFrXG3Mc43oE3rUe//+j/nMBroNGQsEga3w2TqXGUBGpgKWovB51gA/58IJKHVWKXzpebviFVqu2a0+qdu9rUsqi7MkvoEvFJAUG+uj9UygBMOdoOUqFgnwdVAuGm7jc88AdLDjWxCfoIjmVgHhGp+zmFDAsuugYZRwyRI5AB3ETgCn9qjlqPbuW2vuWq9yqju5ohev2qccWqT1s++1CSUOeHmsl3FbZyaYBuzAu9Kiru0ghfdo6Z5Kcj3wdbZfg5r9rf3oOSfA/hqrZVwf+iwQrMFxzowt2ujMqdy3ClY2iDtr2AGqj8BQz0W8MKDdBDitu2R4A+iTsJD0qmfk39/otcY3LXy7xWqDVJOF2RnWODq5Fq+jmQ7SC0BoLAQdMsuVJIkMBADEe3ym12zxX3zSlgRg/fKOV71ov3W2zzCMYGwbOFQZQjcCpdYh2jO1sBXSoSynooEpA/17BuNr0DhbePV7Ak3IP2RXyhnkg/VNnyHWOnfAoKhAqj1vh8ngzO0MIf8qoUkyoxMT1KIUMIc9rTkUb1l+IX+RM1SqodMZK+8DsCTQnXPkevhW+8yeUlnxEz2/ey1Vq3HmGfWAHkULEQDeQM5yJwGC5Bln05snZk0eQ7QckGlZe9sr2DwAu3neCvPChnqdklmT4mEbwN/OWCxZ05F9bLzwe66geAabMyvZsmiDfPpbgB7OJ0G4V6albM8kQ+aWFaxev7OOPR/Jrd9OFU7avuwGjhWyZIIcfYZ43acJaQJsU62wSlo2RZ4pZ95wQG71rm0skiNwaBJ4N03YSfzIntf6HzpJ+9nrid0mfdWOU7e8Zp74AuJ/WnOn/UJVggMuXXVQhqDH4+pRDW7peNaw7MXUhU5onQDwlw4zzvQ9L+mD4yDqtuJ/ZEg6ivlEgAi9R7a6eOcFe5Brt4/juSB/LZ82gQf6MBjZznbrg0zGyzW1L7A2DZ8hI147bvyxM+c7uOwE3LpX01faF1Tgm64aEIEu2zZgP2cM2q+292+7Z+3/WkfZvUV3EcQ7dJStyIvOajL3GZlDfw1goosGqOzBZCCZcWYQ8G1RXKTRi5dnlL9VEXX7Tmx5u4TURw3y5P0IFPFZ6oaVa95/A1T2D5xouWfkpb+JvKwuIKU/PXHrDgdvs8sLHZiSBjKJMt/nPn3HoeHZ536Y5+F3oT/WQHR1JcnQ7aABahK8bW8t2J3gPXvIMQS+t/WFx9jJ02fBknZ3nPxm2Tiv8jFoQ7ctSl8sA5+v9Havb+4XNkXhFbRrE78HwKNn4v+9/qkn4cBLBpgywbyAt/YBrj1u/8B2TNtOQQO29Y8NJz1xxqd1zu8bhLS/CniVmETZG9nSahbPC7nBaweb9Hqrsso2OJ8JX+D5CVxy5jFJTf+MBOpvNP36u14zy9fRjJVw3oGbqj5xAvELeJJUXAGxqGxzEMAvVVthG3vS+t8NhAZV9a8OGrqaRutkniQAkYmCb4IsycHaJ3/fvP3a1xqDZE+Y/PUMOn1UFSXdatovy/3Zdq/1boOegalUgt/+rec7aBnn4wWtIdeqZep5Sd+Pvdw0hp2JPZcBSCUs6IUOTr8rE1UyYDv+Xq+6vkNCQOp07KwEVTVekndMyysf9DtHHLG3VOCyn+Av4h3kptbxTeLIJDmSDtK31jjmnMkIyL6V0OCh6e+wVuUmIoObwa8jKFoWUUhhrOQkESkg0fRp3nCFMS94UvaSk7v8yfIvCejYRYtPaO9zf0wPe++iF/2roFdjKJIVjR9ofdFNGdzjDmMfh1Av/KSDCvCPaco4rV4kThlr8YC+21l+EjQMHgGdT7V/0Y7vw/4SMMSfHFqObj+2HVMheV1JWE78ILbk+hUa1rqSaI3PzJmt6+taBr0Br1xPaOaySduHplLb++8kDfRtBoVygO5+Iayzj084+iSDYDlH9FetY9tPJAEwng3wLBaIDYQ9vB0ScBqMAdRe0rVwCqLo0ukj8dJue/EqxoA9I/55ny079VuVY+nvSnaLAGDYO/Z1pGvtw7BHmzx8n+mcOFKut+mg23/3nDMgP+vanQ5efDvxrOQVngHekjaMfYvFmscHivnl94vfRAdtKyVWPN0Y2rfMwLv5q6IXs45vB0bREP6ffcfG9udIyuW39Rk8OhL1xoYUJljHyfnzTBA3jW6l92DxXWhh3b8JrUnHaQ9sN6Y9krHodAQlcbzuPKCkngIrTM+ZgIHe0R4PfWB/d+cTbNtMmjZj2P5J25BxvL7r0HCviWW4fcN8IX8tP+2LJA9wre1L+4LfEkpqHC1fXdmL/b8FrD0F43elIDdBg4QSnpdzxFahM1jdW3a4bMXi2fWpcr13nl2AcYZVcxtc0ldo7ncxa/v9jcekfkx6so5fLHXG1eNJPXqt+VHw/6kzfGVwSZB0tD+z4q9d0tJPJoaCIc6QyezDdAjY5DczCWVwE4AocVvL/RQAtiHgYGWdJ1etaqQoupokdCRBmQSXtRh1XmJFzH1eYrYAyzHdrQJsqHqn/BAcy6z2wwjxc5Y5Eazv2r6VdwTvlHmLA6RnEQCuxweiOecwaU0qmLSBrAHtCESW47YB4DUOERAbiK+shvMvFYKeLeMzM3O+KYw3uJQtAbKCTwJ7BXuDNyUA2kBqC5LspBTQjnUcJ7UV8VZjL9BFAJhtg5kRqrnXxUCR0Z0VHOzDMJJAqGgtAx2kAKi2Ct32w8kRGWzp9k5Pq7SaUQebrrG28cR40xAEKB9F2lVwCZBfwd+m3wFEpHhDQhRw0EGOy7qPxeLyNBCL3gHNo8e++USt7xQ9FvE24GRSvZ6N8tA+VBvbdgAkP9hLAOncO10nvWCl/L21zL3X20qrZNTbivW8B4/ZkP3P//n9d1dqs0dVwRSyxgCOaKj5Ix6YBlB2PYDXdSmG7kuTFYg6/67W4+J1ZfNHxiUGd8kX2jmFEcl9X2XB3qcBAr1Di6lA0mDQnMlMSyc1K6E3GHYrKAtQKq8bICqZuV4fssVgjYF+ZTdLeVLpmIEGsa/2Sa80uHNNb4BFfKj7GiBcuUrlbAPs6xu0zMdA953TKK2/Ycp+8BimMn4zGlW8YeMWBf7KumLXBhiGjjAcey0I5s0eD4Dk9byeGbSRFcDZqtJn13gflOiw/P5Wvt1Z4Uz7ky+iQ8YYyJsYVPQflcHYI2l8MR5kxDppu7ul0wXkRQXzzU+e03sv78HqRRzxvK7ItQfEHt1njBhY1NzpzsL3K1NXMlUOXc/fwOQawa+MBricffjbOhdJXu6k4FmmM2uDWoA6SUL3+An06yiHDAB/SwwhYSflawIFZYwWsKol8Lw8nwQ7/PkbGM39eX//SVa9+jYDljhT3KvkU/FDVgC3fVH7oX2JtWkwQd8XHSDLZF86+/s+M5V56noyQTd4fgdaGBPyIkVBBdbb/n58o1rHDZbbYSsa6HPVyFCv5e/PKvCvAJ4ShKBbwbHSW3EddMfYSOjg7wQPXgBVayrgiID0FTD5srEZ1Kfyp3RNgA84gFc3n3OvrD6Av9MOugCYpv0cQtFA2AZUXOcZUOwt/DDAZQcIvL6W/fkCKOE9aC1pkWx9aHrsuzNWwCiSU9NeTiCxdG/ZngZu8gx582C3vmubLvkE/ZJjNL92ct/5PrqXrh/YESUfO1NT95GTCr1yv1wTO9YGZ3kBqmM/JIBedp74LvWW7gFQ2otVslDZ4fP+gmQ3OArAuuCYxrH0950vd228zvCTftKtova2Exjqni1X3kq5l/ypsMoEjNcW0XfQa+mjmGa2BVqCJwYN7AvP+2UndQWFljYESv3af29VhfS9gUAqZViv8rU7ocMYgdeRYPib+P3Om79Tl2cngaEP+UhHh8h+M2gkYm/Fdi66KgkesLD8VCW0oV9Fo1/OcPZ+mjYymfHHMd94+ySxyO+UUcS+pF0gUBe6WDvGdlLqINH7dMXoM5TTD6sEALNF38/6yNXK97lrxZOdxM9cJkBbvhFAV9N06720zZEt6G/8uVqz2g++a/+NRBt41td1VdSMue2tBvwmIbjOqfYNAcBF73Mk0XlfdqdegP6vLebuQk7g4V7IzaG5OeO4/baSj6roaRqogKkEzwaALd+jwqbt52+AJ8+x/dU2c1TbTfJn4ygf9CIaeGis7oQ9xzqFncjRGuzJJGaHTbBndzfNELgqrI7EHI/+bX1NVSk2AuOxnWl/TbcD60hbhPWofesAMMllJSeqY13T0dgpJJ444F/PS4fzoT+eYf1nPqbDhGnwBmHn+i4UwX9YP4JW6b7y9uU+kwAIguZc8c8mAHo+zOolrk057nX1WDMJGpsjfQXJ3zxi5bVl4DtsPdsdO6/PdV2/Y5PPOGvbeqQ6AnSiUPpjtnXKID2vBeKTP5WYW686Q1Obqr9tjwLq4HewNtnBTe/B/4wdu8HrZhmUdHLppqgKRzZAJ9gpo8eUmN7BXo85fJbSh7b1Mkkv9Sbjx4cIVVt7a0zIvOPbb9EK+k0JJ6Y9Yxyjr6ct95O4EXbSpVdzHkmg/buuBWuoZHbaEp8PSLhkXWqsTSZUO+Yt8fngNxcfmIHnDNjaI/NU+eVtK31L0CABigQXnuXE530y+iB9BmTKa2O/vqyTYLqARuNq2c7dnbRl3eR4QttUEUBzkrtp4tLXSqj+CABtQttPeJTXp/W61q4C/THhHlwGv0nImFUJJskjj2oPH4zyJQuCxpuUcFcW1vj6/uW7i6bLp759aN13AoWStbHfJMN4zTZ5L2n3oq3G4lhfrYfw45Vja3ebx1xoQMv1xX/czjflco2BAKEBxZqTCnCQMVpfHRVCYrV9sLs7DPQ+Nt2hm0mwbl2ZuHKtT+/rtwDwzD/twvNm+sGT2BJng9tXE72IvyRjXPFaL+znC98G84ik4qYR0djvv/9e9uVdHNJHbkU1cOK0FKLUIz9J1wnlkoN0yWh78FsSh+kjCt46wSfpw7EVvxLbfO0G6522CaKD8dBhJ7x5nwnCb9KFdV0/5/xCItp7NjvJgt+SKi99wDpXZ7mckX83HffcQ3+DbyX+8gbHUz6U/u+9Ivmbp+kzCuV++f0f//rPtARsYxgQ6z4L+B7sLHSCyZM1Y4cRw/5b5VcO5v39bwfovBQnFWG9YjbYXZWmYMBscDOpWlLOq4SrF5uNrGB0n22rRVKgKc+E435vtcWV4ddn1+laAo9iPG2QK/m6VVEr9GwldDmB3W/8W2l6ZgZCsMl0n+RjZkiDkn16DWTfb5XyCiobahov5wjVmYjlDYTjX2tqCk4BSzXiO7ZPxvQVWjsZCwBgm7kBezvzn7XIgAVrwhmJKUy2Ncudaezxeh4/BYGhlY9MkBZi//znEZCcMfIEcF9jLI3iPNNzMuIiEyaFR9nXONw4di0gNIdpqTQGlpX0ZCY20Y+h2meysO8av+h0lHsdck87Mxuq5l8E6L2jRTv1DCmoDYROJuwXhUOmorOntw0WAq8Myt7gEbRxlstXA5tgyhlKAgXZAv0rn7QhymcvuDDrdOansw5176xMoA3RfC8yeUqByfkt4H2NJO6pfa7svQPY6L5ZvUCgQvd1RW8DvefLmaE2gdcGCgC/HeywEVstfs/+ZRJLgvns/Wv4aU8VXIZeNW7zZ7f7ixaBAhq29fHu38iWdnDh1Xcv3BZnq97WIEeGL5g2wN35aCpcm3+mSu2se7WmEp8fenqrBPP5aYhK3v36q/bkE3zw/B38554ZMNpqZ877MeN+GM7nPRRvjsOgiPlh2/VuqyLupTPSAUbJoHO1ho3TasnaMuMF0v/z72M8H13p8W/HAWSg7GF3f1i5CwD7GhqlB1v/bYvNb1z2+d4EP9uBzYzMlN98M+Wp5ERWAMFPGWzHyadFyjuCCWx8Ge4bfEOHfJMNM74nacB053b1I0OgRQy+BOpjHJZf3UKznC4DvTz/tycAjI6wHFnwPwNhGguVzDyKeZpH76rElTfI/W0xlbII8Iw56m+dIYcj/i2Q840fNYcbOGLd9udHAkNPBHpJm0D389Eje96TEhwbe1nHKNoUGUjYTOy0C/TsyrqtVlR2guqfdFVnwALwrPPrJLqihQgW4lxucNGZrGnzZFecuh67tfzUDlpdLVq/8x32s9Y29SvA4HYluB0O3S0DwAkeuG3v3W6RxLbka8+792/00z1O+TgZbHyz5xNwtJzeCgIz1srivPM6+p8Z8ABMup7EBOk4AsBTQRmeWX3nPF8kYqDE55O/rVUrIPZUvnHuUQJqlvGay62bEtggQbQCRIKavlTqOfO+PI6iRd3P9OfECzKfNd6L3we0CUBTflODV2kTOFiz1ZIsi+wgAm6sPftFi+Z1ytfL5fsEju59W3s8gcSfZG+5/6uqBsDJe6b9PONserTcah4NRzyd/TeQgHNeerErrjPhBn/hz9owVgcmAVkxDo1i27sJiLrPKL2qLM6j304F8Id9rwUm088cQDkWCJ7j+VmhzGVpLxZf91qJF7Idmys01u5hTFXJ2e/nHgA6JvAOnVJ97hagd4tpPb/O2G01ufQn2rfv+69qbbgJGvAHbXNp0UniyiWZgqasm5ZGxlZqoPv24+03o0tMnptEV/ve/hbr+Pqfk4gjedNYTGJE2Nn+ftua53etu/0TL0qBjGch0t+ChsZnD9+9eEH2w5w75jkXvWdnuLIzJY+8LnWLxgTSX02djm0GIFtdoBI8fmSp+MLy5Zfyu9iDrMTV2K7gdiQDXMlOpUDxHxqraAMZPEaXNJw0LTEH9Pdq1toYUNtgNXjFBFr1mKI/r2N98wtgnK3Gx4e/CNB/pHxIvEKfceZ1ycb2T9mL91bSs/itphuvQ+FenbD3cUb5odPMbxpfswfle2xLTuyafHYmULnQwgkDrz+WtDIJnW0TDu2ciwDgF0Dnaf7sleXfZDtBlptvfZ/sVJVAKglViAXNJYPYtVf9ofwz1hgs49UhXJ+dp8bWOYSY3QBLzfQ0SVzLtc7Ei0JCH/vjDVqw1iROT1JnBQJtq05Q7+yveO4+CrCTNiIp5w1wLA18yWqoD5XM7ucR4OU7PwWA3wQJ7LikD9Yd/MggN4kFSnA1D9/dTHa06LOXf3Y/d5/pvGAd5wD3JR+6AxL3kp0rHwS+8ft9vnXvsOsUv79c3LSJw0VDbT8knSfd/rd7Dc+DCUiuF953Y+U10vJLH4Ol6GU7MG2AwuuR53Wn3Z3r+co1+7GNQbR9r3UFH8G+utr6l1y+A68Em5wMToBIfrT3IDvG7LzAvTsRrpNk9ExXUG7L8m8BYHzbUoktY7n35d+2DjUvKkHSNnvS62v/sZf3cQZO8MDOJrng7iqy9lr6F96D+zMn62iv82jJptQv+6/xMi9adc84ax+3M6x11G9jO97XWcKxfvpdNobuXXqLTnfnvd9+Wx7Rt6qd7rx1bMXqTPZ0N238dQv0/PRa7w7+rU5cLDsDwBQ3piwvP0m0qmQOfKoKMKrD1nJf2qkpu/V+VZM+ner45luAUWvUCXIqwPs//+nOR4UTWTZ5P4z9vh0oJ17RD3iPc0XGTgLeMy5wA3zRmr9ooOdeCQlHRhWWG/Lvwg8Kyz62XQ3W9vD4aI1zjO90tdF3ItMb+3Hi2uJj0NHPsg+7rK6c8XvdOkFJv00nJUvlorWPrjYAHOvzeI+2ytg891n4ohuW/BX/T3yF+/SRNs0TmRwJ/gKvT4eRXrs3kc97ZnmXHU3RV2V3KAAMeIhDCIhXYDWS41nVfD/BNl0mImIzzGgyilPBRWvFyKTmERVwVLCtAKfNzlohscqoFvDc2hU7Bn3yTEIHiS0nYHRnMm6UXcA5YyZrRWMB+N5MsQC/mkEwBmFAl+47cMO6QmDfnfD1ODPg64rHdlpCKef7L6G/2fter61W0O0yawelU4TQ+5BVod5DBaI2wIeAyBZ+tefdIuJdZ8b4LbCr8VXwq51IBAoBfrIiERJJimnEj+MbgWJdi1OkMQHOwVCsQ2ZakeG6e+/R8/wKjB1a/uOPf4wDTiAq23igHGxsirZWqXKvzY5yKwcLjzWohie1980LGLC6NrPXMUT9/k0zJYJQVhLYA0o4AJyvHXcmVewZK7XPbfBayJux/jcB4E2SMK2sIjnr2Wd8ZxcBxg29I5Om3XsFNt+MrFspvfzx099Z+ZlyCnAP41vOtJ7vAICd76Fv8VAb0cgLgqbO6lzAWl9zANiyKc8cBRwhwICwL/lyjHV1Kyh7tOULzwf4HYO22pjJyb+D829FzU+dGcybpo9NOum2iu0oItvTwH354Nu5WoAy35z6zLItGmjewMHK+dTYlLPQa1/y7azTPwHCWh7wOQ5EypN14BwAruOwKzi07c5f+ZPGM+c+aSxvoPQbX74BYBJgai4VbGgj7vwAMOT5Pst5s5FxZjHGfUbe20KuDVWR4PnnANMaHuyd9VcnM5WesK7Lqi54ozIjnwCwxj+yTQBpOxIpp0R7gMEJXrAHOEOm6buKH11Fi53MAH8DwKbZWxaOPGlHFpqg7V2N/3Fo60yazmjm8+H3Akwfp72reLTEEwCTrVGDjcqLCOBNYLJmbEMT4FDPwinW724PHE5Q6zgCwN+qRx1Msb1k4GLb9ug9nCBoTTRgwLDPSzrkRmeCqSQ+Q/jmfFYAuGwOyydoyrbZnZE4+9EdNwhuYujjOP0YTBG/aS7loLMr5iE5GcmLJCzUGlCa3V/BwK9kN+mUrlBJAFbjl6zOMwB5YvGHHNYJrG0Vpee4+1l75/+NHaa/Elwh6FFjDQBZtAEIyBlnvn+0KyvHgiDAJpXQtijB/21xSMs1reeRH52MM3Te5qmGbnm2NnDqO11fai7ktR3mzjLOnMykjXAik/9et2MTwjxnEmBSZtC2z+tsX+CtphwbR37yuQz+t+xb3kJ+FGjdcxf965WBEqx3fbMc835pjACctxPMOdB9nngBQCk7O5CDXRWf2QZwgKvG0bJgElXPWLPa/z0CoeYueunvXa0mZbtMQsNmV78t1suBb9ASe632vp3ZzHBPYH451L9Z/vYcyv43HQNyNBm9XyveyUDBtPg7Y8KeTX2dfsI+dyvE8NsShBuwowFRBpEBYM4e5LPUfWNjkRQ4s+jWturs1PZb+pvsJ2drZ+CFMQEYlHxQgF50UDQJUHtXM73y7iPZr/fC/tu2qcXOnbbbzb/45HkffgcYt5/pRJxsiYd8INkNHr9sPtkc8glD7pjnNFDd034+AVDADOSM/Mn3DN3Xr5bvr/UsW7o3jrGkLpHa/Ge3p7Us2WRYdJtp/4sP34qFlv+VoHf0I/vOXl+2a9tN0Kn3WMnP1sWc9Vrr0f46gXcNgaB6dfJpUeZ9+OyK9A2LqG48VXXgeWaFSz2zZYQATs0jk3ygQ43j4oVWpNuxoSt2CTZFopaeIV++Wjqfh8DPpXcoAuiJ4Zu9lXgEslNwyF8DSwBEJwBctloxEC1Rd+28t6vTskVutleGFnQfdXlxAUUk5PVeeI8aAD33hqYS2PzW8SDvhR0McOz97+BEGQk589bZ7W/rk0kmke4rnOr+guZAm2PkT+lbAlXngreSkv3OgM4bADYPv5Vl97NTV+PX1ZjbGMTeMH/kPE194kM0OB/DB2v7+Hsftky3nPVnGxxw0vW2Qi86lE3T/BDmuOVdHYuWnaTu/VjZt52KRgb0+kwSZflk+A8tC1pHmj/XJnQwwrP+5o9fySu1uEoYvhPMx66pBAYL3DIntf/I406WvGf1/rXG3iaCbYIM2GvaR8jF7Rzm1tzImPSTMsCnJ+e57OgB9LoLcnyEEWuJX/vSxJ8VKjFD+GNpaAPAJAZyBAO0IfkrX9KB3DwT2TK0VIVss8aq79VsO7a7bowc7JvnHLIq7t2RTFSzPdt01RdiV1xVnaLj5oXv2PXPAeBM7GetvsnEwjnbTvrpzHPaDmvc8sP4TtogYGhlt6iS7xft+d2BSuPI5I37fHRLjrpnJjh0ovBf/ke4m5MrswX/0EVnEdX6daKwPpOdQpIb+rN4VzxVczdjOVlU32277vGfGft7his+D2fSy3+7OnxKJhQuccuGwdaJY5U9uu2gy4ZA17b+Xbxj40KFE4bPuBjBxmh8jYv6ak0Gv2xcvmyGrUoFp5vj1upbKhTz2nCfTJrMisyy6VAAPHNdO+9zz4l18bg2sdd0T+K3dbXxfyWTbyW7KvcnAaSwiDuoCX28PoHeB2dJGhp7tulC68JZ9qXez7g4ez0LdDRfaQDPzWej81oZvDpYC/ShE88XpstWdLjlPm+BGrbI+OMkvp11EL+Ufxd+fyWu9drJHvz1dJ5LCM06mY3bNa7dbxu49ils2zfJAnzzDXi/MRZoQD/Bp5Y/jV9Wt5Ox+e8K8Nv+b3u4jAKPv81/3X2C1+o6YxnPNcZHPCf//KnF8/rFXeB1rv3fBIBNPx2PbJnjufcYjmL6D1meACCZmZiGGE7yEGwriAR5Etj1hNZSy81e0HarO2dQOM5NEJlhATEAOPBsSuMNOHcbtDOYn1pBMofM5oIo3jMkEUhsuhWLgTaDZp/n96wR5gBgjRti6oV4WyuXA6Esj8rGWaBmDMJzD2WSIeDT+MRA07UAVaasLt1vTnxbkzJO1o17cj8DDwvqTsCjW1Cxjow3x5SExu8YHjiwZWC3vC6Hox+cSp8A8SjsOBdD93mzflFUCV69AWAJX41VQqjoVGvemclWm5Y8xwAAIABJREFURq4chr6YJwHICgLOPu75e1ynaUA3bknrFgMWMmZ2FCwtfmlh5vE4mxxHo1qW315P3WN63Lfro+9kK0kJepyOTJRY4MGCTSJLgS8CjkU65eytQkNp1mdlzDrzVvMsZ6SN7AS0EWwLtLbgQXZ0q1mcu3pm6y7JJRnONkbs5LqVzraIewOOmVnLXnz7qXuKlmmHiVG5PLkKMpPKyNwCgMZwIesx6WWcDgVAKhmgK8c6mwlZuQptK/JlWFxtiXoSFTBsAIb7p3Gu+VdL/Da6svqCDKKivbPnCT4u3ba8VguQJ6FCbTkI0KALss2e6cWBB9Mmjo3mbnDEjl7LpELXrSz1QoZDd/DBOsh7BnjRacsLf96VL30mON8RjRo70vkcPoN6znRug9f6mLZAex5KtjirO0SwGVbMLMI3gcoGTcv+lr8vfWpMWQ0/VSBBtNl6cyqdNacynLcVoxxdrXGtffDjtETudtsZOPY+LU9S2aZhlx3d5EDFWV5vObB8ktnX6Bn4U/cBIIFeoY+scIKfkmc1IwzoTyP0Bgffrhmpj6AvDNbMXM0W8xiuaoE2wEMYLxjpAPWXzhTN9+CxEzhHUS3P0C36iYNRgXnxY4M48JHpf1uH0UJvjPdydH+ZoE+2yiKZgLHqXu8Z4tC0M5qhfxuptbelBxfQJKi/+7yAYvFb6aujF7oDy52BbVrJjgQ1vyPfnQlrnUICX2bOvkmASRtyCitg8NB8XgPP+dlU6Td91xjcrqrW6EkgrDF20pODs84QH138ZMq+lZTllsFflTjkNa2WfqoIO/Kq6L/09Do6CWrVkM/wyiH+cGQV+MKG2WD/7J9a8Olf2XFeJ2S4HMmiuQZhsmXh6K7JUrXj/Qbkkx8TUMkkn7eiuPwNgRLF15WZMuNDhqb9C3/xk4pd9hg9ZX7Zcxy/Vfghw0nsKHupmXwDDnerXew4XWaZaP64E0/2TFDGZXs+Wl6ev3WPOnNRnS8KLNgAOSAoFQbwXtG2HPymu9Szeh95pevKZpIx2/o7W7wCOtFK7bXXch1NP55JzbnuvcELbBnmir5NewxA0v5bIAF8Sfdu0MDJDW1znj3hfvgfukMGiQnATABY9N3JHd86WGVi67uu2Nq1p1S69N6lD6G9w7bNY3dYo9Qvek8BxrRtfJ33G9sgdS9ydexf6R/5sJI5lTzlji7QHmuU4IirtizLpN/epDdXwXk/vh3NQTBJyQxaC80hjzSaBFDJUtGzZIvkY9lgm0QwbfM1Zu1nByL1/GwHCOio8Trw5JbdJODcyROW1W/iZa1hVYpYFlaAIOyX1M90Q0h69XqavtKv0VgnAayDo7o2k+LWJ1tgkgRQ+MvP/J/pJPRWU0GPaWNBX+hVMSDHE2G/beLH2tvLjx2YPoN4g3zQoX4m/envxEP0GUdc6HcfQbNYwDzr/ELiWt47W1I74NqWUWESm1gMvmFaIMC/yUPYoOtvO9iXtt43+Qif5JnbGwD2WAigei1W5vFM5giOlWegFhbSrUHTRxF9gHO8FR4Ai2Ba4mnsSABS1jB9NI7c2sSIxR+QUS8+UmNv+4QuU2NLNS7EuJOuF1N7bWuvBgEu9N/gB+3jXoEDEsaaP6HZoq008or/P4840T5clVKH1Ksqd85O3EBD0nPSoW0Kj32wzeIn83yBsi2/2G/P0/gLQYfiZ9F6d0r6TLBygqv1xCdeo2cg+/DzNI+XdhJvyJbo2dJZ4wOL0z3xa0eefjkCKnUO/jKtK0vPUuEewYdniy4ManClXLTn95pnYMBO0NkENtHDT+f25nEc4G5pn3uPjImKFi/7tYih5VILGBKmfMYsoPtdPfrNb2JKuk11VetgrNez9V/b72X/RAUc9Kt91jzLxpT+jwQa7k9Av7ns0t2aZ/mjmZkq2lTFIT5/4y36ftrPJYs62PgWwPDs8ke1V1MVSQCpcatmoAxm6ruaE8833VuuoksXv8Qr1pitK6e7RPuYSTqv/bdrRODacQOSrwgAK9lXQ5VcLUyz8aay3TvBLY/g2KBz49D4amP8Wr4IZ5YfVTZw27Oyr1JuOLDZvnPEML4VKDEf9Hvh/koSaJxMn/vM9dsmBXdGntFRAnoe/+l88ZWvtS+h2Mx77trldRI9b4Um9rT2ULZJHtGVduzNDyv3RGsZp/EYzbM8L5N2Ex8oGm5722N2AgmdK7Dx0Kczf/FDYjWh00WbGUAe/6d9UCo/p0hBfNOYHzGlDNDJ1kz7VWPItsm13oXtkJy0eAprMfhS6yeNic67rDf4OrImq72LTM//bYXzYjfsNwUIjA/SFv9loN/Yuv3xujb8Keg1fc3aIxXEtTzF1qEwC1rDHkC2lgyZZMOILxSdbWsf7Kh6Tsi9P8OYjS3uGuweS06fZPzqfOJkBGhIe1QFoJ00zvPSv4K+2Df9TPtP9CkYpgqIflHigPalW8nLrzmfK5m08kPkJx18Hzwli/YSX0k82XSxto6KwSYADD+1n1j+YncY0zjhhywGmf08AutUAK/xa4G0YBFg/YK2K8hzUbjhGzCmgs+Cjav2ZwaMraiaOE4GD0EGWpaIr2scfQZUOQTdmqE2rUCEu53C26s7syGyKjE3lswTDDxGm04BYExWGTCGDKxokwiSsIbpyAwY0IpXyrQE1RN8IUtBz8gAME4LPyUsyJKqOXWADcb2nO5WpaPrvmA06SBWAKlbCUPAAAwcRj+E5QTCenH/3H2EO4CDPivjmjMkpEAbKOF72R6gri+Ct+RMQCors4pEiiFM0ygusqLd4ocA5gqONwDM+mbWsx+8/ODx6Dm9vs2YCVgSAMhKRgkN2mqVwg9DbNfzrogbmnwOUy9wWYHNqmRy0PTdX4Bf6BFBC8DP++usbaYWa52ZdGUIB/CUAUkA7wpUVOsKDO+eAW01SyjuGQz6lDNo2GvaoiWoXvvaSR8po6Y90A9ngRIMTJqsuTUtaaCzDiG3CshSwCD8zuy1X3SSLTpbaCydNk8EyDV7WQ4FAcOTOPK0KNF1H21yyTYsgW/Dys61HKJvZxTf4HYahFqzSQCYCs+tGJzWqpXkbDmr4b6Bq0wgmmgYi9t8O3sVgUpdovlnEk+esZoZ+H62HCLPVw6tgUggV23kyb4676tqRDQjg10G51Q0CmzCYenv0cJt5HonbaReMz2OeBujv6bYQRzkYgaANedZ4+ggAY/O/p2x2vj3uH/77bTPyUh5ryFBM5OMdIYdHkmkMoNC/pYJXYkarkBLHoW/bJh0lWkB4MsdZbC3bLozCtvhq3V1IApwZwxAORqHFgXk4Bhy52xZmbICxy4BilrfFmaSc7XfFT1q+d+Gvw2qzSzmWYAuTsg6gCwtlVv+j57qPcfhdsDFsikT2t6zdjDSriQa6d+WQQmg0rFE84dGBggKWWgD9s6UzeCDxuOKGQPMzEF29As0//abEy7yRZUH8izlgeaNfi75jmxSUCsSgzJAW/eODGrNb+0d9il05lkbACF9Vby/AWSPNEGZe/R+lmg2nXronrmIjzIwVUNs2p75d6ClKrWi9aSuBZjn7CzZfhM4jUzbGr8So/o8b4/9E7RhDpxxL/tQcy7d0+N67W4FgH/vyuYJCvVEFaQx2LWtp2ednkrY5QWdcdRAWAfeX3tY16bNW2vRgJfXcB1P0d1l5zSIyJ5ii+hv2QEJfDKmrFZMOQG4A23/4wB+qVcctGg7TjaYzgc6TlgByiMv/BT8Dfh4EiTO+DkSIx1IHEX8T/PjJmoRjEUu5X2ZV/k+bYthK2UVMfS4Y3PmOesLDe55cQYiXxnO/PKomuK/sKN1z19VgdosqB/OKL9l6yRgDj36bCjs7NdGrDm8suWiye8B4MpsaD7BpnAQbo+uYF7I7wLBDqOUvd1EmkkrJGpkAt1lk05SyyYMoHu+ZctXnlrJfoP/etHiEJ9Tn1fAsAWpxqiKz+G3p1OJ3p9k0pb3WQFXfNLAtufvitUP/7bW3Xob2kL/5JEBM5DzC0mV0EUGtrf7loEd2UxSGmOPNJ3YN6iPyqaiHTSyjzO85KtOAPjoXQGomkd2fiJhWTIwbY4cs2nEYOjSoK+w39gJ2Y8PwT1IrkhQNGliA0qrm67nP37KOzb9/eIb2VVMCS8+0mXbKus7OYY6NqsSytdvW5veT1z9vskBBeQ+gYnyadsfTZ3OuF/ZgT11V/648k//lYyN1obcEznuzmemd+j4btXpAHAG4z5tUPPjm9A9Yw594+esfkIu1xpFACvtZichbMIC93XrQncTSXopfmpA3wm+tz+NnB25FXxcfmCDjEWj7S/alrs7RRRw+uAUei/twsQ5oJtX/87cusVuXXfkP0H9tN+/HZ128UPLbq+n9fzw5tlHKqFI7HFAsat2BHc2LVQnofalr0SVrrBJepT/QEADeSzmrtbKceSax+m9KJ8mjJRvMj9pjvlga9mf3/Msczy2Ke6ggT43kGo58R6Bk3Zl0iQJfaZbEa7+Z99g7P4OUCV+kAmSYHfGPTswfu6nRDcCwPgggM8Z8CNgax/7BmO1hvJnvmG0L08gg5JflnM+f5sjmUSNZ02zUwp68pXP6DTGg1/rRKjb0ADP4gzb4remiaIV/29eWWmKH5N23hWoEP2fD/U5lfHwc9ojad8is3Wd5JkDzuFv/rBY2H8/ra/mCZY5vNotcrOLHLKfRDjGUZWx3eFo1igSWP8sAIxvQHEUMk/7QwKLA9hrD7y+ZB5v8yZ9gydikyA/h/biF/jFc1g999rH9fwzP4KE0BS+IvTrwCs48rM54LtHf5ff0nQl/Puvp2MciWY1Fv0n/LfxMeiEQFEmHqJXiGmoHfTvv5/gdQeodDcH8RcH1P0WI4lklmfI9k2NNZGsPAUSj0Mn+VV+6HlRIAKuvjLYCQTs8xyFFAY/iSK5Nx5vY2XnufDRFQCWf9xxmwkASzR1N7X1N93CW4xcOEfoagdhN6kjE46hEf1EDmWFdC5dyYDQ2flZ+mbY1/bff6l9e/2in2wusBCqSwncspTS0fIx0Nnz/pnjXRHt0a0fadmNnZEyKHkp7ck6Uu7YB9np8Zv/M/Loh7WB3rD7WLeSFSN4jW/UusiWKN3tD21n3Z3F9P6baJmdQBJ/euWlq+FNINoXYbx1bMz5T39nZwnGmrgpCfnQ8lsIyBqiR0gIqZhCBYCNb8AnxpMU1zv4ZyVC2n6puWNfykbSP3BN8X7HAK/17DklfpB7fdFs2+4zR/lp/Tze++VM0udGx0bUwnW1wr//4zZOCMhUQB8GfGWR3K0lKvMplI6JthUFky/h4PN+vEkyRrblgke3GbYENf3utrychersOxQAgkzLTqVfLj7f2xZoC9ohOMfxLKL1gmV2Z8jCJmi3o2GNMsvc3935aJwZJM6KR11rp2gd09yLBM0w0tOAwRmq8VdQ1e0Yau1aOKfgGMLoPXoFrdp/vpmI+g7PZF3/29mQZM5Mi7FeQLfxcbC2nHoBPT33N/glgZgCiwBPZlRoPKrA1bzNUBY85YiHI8a8vS5epzsDRXu2xuA3ZxFgMBWQDXILPu+bspjcfqnWqh1Ffn/3evYjCSwHe353j/ebuRc8NN0QlDMA0a0tarInMHYcCIDqWqfixW73e/7ONqR1rzZwUjBqi/6oSme/RiEi5Cs49wmupLOeAWA76x7nVOiogq7XbFv/bbvqrKj5lmG7tG2Hlnvkcs4+xXmPeaY448rM2AwA7zPuTUoZe9Pa/iUlRfXus8VlyOb4RUdvxUh+B8P0NQR0Dc5o7l8Z0qUkucs62CI9G6zRAjoqeuqTVrBFH+ehb/LBtfVxBursc/NHOdwFaH1r5YcBbDqS0adWP01xDUR+rFyNu8bVChUgI8/9ceCY6/ycWl8y5dtR34ocy5MMVKQyd5B5QRzOg3wDwMUrL8BSe2RdqFdWEnl2fayCeLX5K3Wqvlc6l4BwyBh9VgFgPfOK8MqR6jOeNKbSEwaV3xcyy87XOqWvA85apSwlWWAc9DgCIgMetHPT/N7AVp0ZT7LCc9b4B5jSBmiCMQ5EnzNl/qYWkKsHZ55y+nQmetgyGJy5HpllbffvS8Avxmc7aCv+dH1m+KPXU47VbpcOCQNWZz33++lI55kqWWnuvb5bG2q02OYJaKWMzuqYAvmbx1P/23g3qOoxidhsP/JKoNLX2EBPO2auLQ/sBmzyGRewoy9FALju/SSU6D3JO1rnz6DCOKZyj8+QP6YZAAbZsVzRa1EPC7ksu6GCVzv3q01Vf515UzmDbagW9D+9CMCINqiIGdCiZYC++1bADz+083YFGc/kDHC6zSh20axD3PdbED731frDwLDt7bZ3zvuugvXcpkryS+Ka9y/oqAfixAn/IZNwzsjtz2+615wsk5A746eU8eAv1Y/eW23y2GFtZ72OOfIjZZrX+z43rWiVKtLYzFe2pS2ZNiBfmWBiVph3YoWTMtp5BkCu9THX5VmhMwTO0jpv2Da3za5x/N6trZP2UiehWwh4oDcS0Ac4wc6p5a218M/P18/HC9W6nvnk0TMOUjrIVEeGdGIJdhwJrgNa9QO/0ROVTqKR7LCgaghAU/awfKZeszxrfapezoSzQ4d9Fu9ErVPLspLhdTbtdklx0mQDYxHcwh/LfZS+YtzFBwGYoC9Yb7fYFOC8AdUEOIpSQi/mEQLTHaUT++iu8Ps/FmC75E6dPV2hn1qnDTIYLJWvCWBf7X2VxHIEaYEw7X8iWyqhqtfr9a/Svhn52fKYJB5XW3x2bdJ8R5eXLSQPc6+FDkwyb6JCG8TRSSuBrqRteMC+urs8gBGAX6x/Bw9vJmmN6dDMm1gGL7FnWguSsacK83xvWgVeeqvlaQu+qVBqH7dooWkcbASeIvlOz612g6GewIHwz8pfrLH3WW2lDzKAap1QKyx6GUHhSq6i6U54LdldY7r1oS6rTlKtI14/HxlDC8TdDw/97kiwEgmd/WIdVR2qtWzfFdmi/XmT0XW3TJ4sv+BHW8Y+6+sPo7PAZ8znW5W3I15c6U0+Fj1OYlfvMUl81xlxQc/Dz82PKRfpOjO011uSNtM3QBMgk3mmzNX1n5Vblos/Vq1FANjrpoqbxdDgkbWHAYDvpIMNMNsmGVl7xNs3jK183rafWQPRUdls8hFLl3oc6PGio7bZBwcpfbuJY8V3kkORoD5FB3lEzCEVjsjiXitTTNMkPG0VWMv380ypIAKH2YYVuZW+XKmrSIzUZ29AOAMMmsNHgRDiEjHaNoB9JVeMuiOeX5kohY7ns28J7GkrWW+snzz8p3H1QN+igtc/EH9nt8EKYrYNB386ianHW0knnfiexk531Eg7iP0mQPIe4VPz/5J0QnBobIdeECe833ZTJni8vhjBpuINybCTGHIl2ErO6ozzts9sB6xsAa98ExFHbklX64jAaO9ryKITs+u5y1dpm71tkbVuGezPYq7SNSXBO/muL1zfzBPIAKKeZZtwu4GCp0AnHwGr1tfX+x0AzuConiW7Pyti9R72WslbAlBnf5VI7vFvNd7bdbUSahp/IUFEdlKtZtDj2l6fts6Y2aX/b1lDx8Ldu7U7/vbbSSCW/GrM1Q+tzS3esD4At+4Kd5i0f15yLGThjF+B8ZaT+B6vnnoDwOYf2ToiSv3PdPX68lWQ869tc00ntJRt2/miE3CaJ0w33ht8sjeQav7xRDehw9+rTo1FZ+YbYhTVUbQxU5bqxTs+ivxE5/pOd+ojqZn1eguCjLXcHXVyW16/EllDImUVfB0/KvUHmFb6P14brW8f3fjIrIcU6s8M8uvvt1NTJhu9nQ0SH0G36h6ZcCe+fhPyVIzHd0nQVyJa6jrpC7COlL3scdlPfSRl7hvfqXuFT6c9wB8lFlf4lvz29tdtzwuPtd1e61PruTYv7yFrOYKn7N3GExbb3AD6q6/TRzC2qPOgW/Z0BzvPtWXmuWmnUWuTNpOCgKEG4IWm4suBRAZcgqJfLPRtxNmhIVvTC7gZKks8oipzGQ5sEV5rXgnczEBcAHkzNyc405F+O9v7PRsYO34cHMYwAcYzpTlLrTPlMPB87WazpAPosdOCbltb8933Wu7VJFE/NL7MhnoreTJDoNany/Tr9xaw3McO3Y2+ZLXMKFllG7WQzUoZfY5S1lpWReah4LeFF8yNIPFYelY4d1PZCNB470VmkBejdFYPZyhov2lpxnpmAEdP+5bZo2snA7EN9s1Q/sw6gRYIghZ7FLOYgVN4ZFAvFS4tGU0P/k97X1vVRrkYVxn+ZcBXazcvWJ7XRIBJ76cxx14TJJEjpPvSMuRNLsiKIfh4zxDqs0aL9gywJa1n8DedwQTiETqZXY2xl07Jm6lr2t1AcwovBGU+n/0vDpTwLMd8wd5SwA1AAHgpm8p0bK31gga6z2Q1HqKtM1S1lg2w6Z6cEY4Arn1tYADnur7T7VozeF5jijPfkI3prHg+t8FWe86CeOSQ5hgJY8g+Fcqsj8dkmapgpPfViQ84ky+/75mnfh5BDxw406Im3+sZz/7WwgxAUOt8ZmiALmSSAq+0lkTWA6hWELRa+TmwchloUrwnkKlMzGwxQgeRWrpjEKSj8QZaUx9Ap87+WkdjAxkOCGZg7ZsBhzH4GmZXgLYEh/VDGloAfxig3ivLW152FLR/rgBLB/d1UryOaxgX3XaSgffR3ye7t3jh0Aa6n+4VyctXzBhHo+9pAH3lBzSdwaUX4Mmz/BiHDV4Hp8YAal7QtpJ5axDSK4OWm4SgqwXa7YTWOWyTmPYJIuUZq+y36JQW/VSRq9NGyfPQux98/CRu0K6vKsXaaciWaOzpbHjJhjUU9Xk6npk4lgG5vaeDGsh0ByQ7ACvzv9r4K6DZ4L2e18Zhducw7Wxy37fAV8p3xp/ylrWxndfypemlQO0O8hQA0kB+JilkpfHaPdvp4LX/SJBx63HLiTSYNcZvAVoTlADGrSr1Gc4G1hDL1h33eUi2lzfohcxIWZ48cs9ps+kTaMvgv9aFAPC0dG7dxtjG0dtuSkNO6O23pRLj070BoF7ZoPmyx1RE1VIV/ZhXS660/tTvJNFx/6lq6gpXXfPaCOOcnP3S7z6HD/q4kyEB59K21tyus5AbWLY/8HlcB75JBgg2OxlEs+VMyZx1NE1XfIYNsDb3a7fVerVdzljGsRNthXNdtgstRhsYGPu91twBRIAt0YPGs3wWQYYvDrPWzADxVo6/43Wlq+cne/Wt5hpASW5mA98pu74FgNHN7L3un+fX0SIsgR6DaG6bPfTfCV1pJuHT3GMwj1IpXnwieqpkgjhTiWrVoPMc41UplgmC1W7QPG9eMFBLQAyeyACDxkInmQX1DLhxxMeVmNItVEnKQi+VvdvOluWR/WfpVfkFyCLGVjxQFRZeIbcM9x95pEF1dOrAYNkh57rbHm2f5NAnfg08WP5gnUPmIB7VlZLvSiB2NfNvMzaDxrWCV+Jpyln0V/Ke19z8SEC39isSV+bMMdkSvVbs/dJu7VCNgLGsPNkAcNrbyOfdU33f6wiAhN1226dMFkZfPELfzeBv6f0C6Qx9fgtmZFWS+f8FvDYwz34z77eTWCa0pZw3bdwVsl6rT/lTlcgtB0pfVJDGlY6uWvA6px299ufd5SoTdOFfJ4ZbFnD2YNKJaWIrQHiW5eLqLyiu6EU80duBXTagmAIkTwA4k4fTlxm9rjG0rfRN3/Dsn3y+t2X1tzMkOb/9sw3xnSClPUYGfAsAp//ntTMOYHtwE7c8ZssEXgQ8LBe8gKm7uc7rZeD17caCptQd3kS81NflD/QN3aZWlTzGZNh/Y0Y3fzmosDb+JP1Ha+zyt6pjziYs2A43vRA0Zj1YewP+DgB77W5ckI5Z+ryCO/rXY5kqo/8SABamQ2c2PYM1WfptudUCq/RH25+W+Zvwmy2Sk/7Zd/3ElmBOmWDs/W3bth5LwML8zfjyfjV3RxV195Jhrw+YFaRzxqbsyWiPfj27acX08HlWZNq232Qmc/f6rEzQCOF/9rNkah8x4/nVrCdZZXWii0vQrwQ+L7zg0BNBveGNqNpD53BOOJ0BkP9X4L/xKQKRGhf0j3yfgETZm/Lz+miwTiDMAOnakSRQ4TMuHm195FVfm73/rvt7VuhjX2cf6g0oJf3lMRvovErCPfYLyQsEVHRvzo7WPe5zfFvHF/3TlcTt+KHDshR6oImfFCURFBm7p7GuonsnrWBv+IiVxQtrLNUZ8HRsO53Fqr3umQNJtX3r0X8ZAC6MrBZu9aKeQ0K9hls+VWH0yBrvJT4u657rWvQqomw6vwKI0aVLmKcS/TJYf1VndgGadGR1Hmr8ruzcSXZ1FxJs6xsbX6wfusGfu/GL7uZIh8GWNWuLWRaPjXHml/SxgdzVUawb9/jmj+2aac+6JXbT8uoWv6F9yU5orD+dbsEI9DzwIfilvhvJwam7106SHy1BYh5DdCKnsuDNfKYzzl0sqRFy3Ki/T9zOcl1zkTxLHwWdAI0VzbQsKZ44H4y9c+QHbfnNL9r/5jXtS2OJibE4EN4YdGG4N96mZ3GUQfoXyDr0JfGSsQI6ofmSHX2EpYPoiy/l3NLmz6P3vLfmv0xq0vWJ1RdW3ba41lLXzpFNmlvj1OZ3ywDwrjoeIjAZ9jTtuzepxHS0xxJCS/gayFrG/Po4yBldl4nyww+nPNqyp4V0DaoziOt8VC1At9zYtpRLXBBMCh7dA6GL4W6CwYQTYaG4u21QE4au/+Of/5jbKcPCz9jDsF8hZ0Fn46SEcGfSfAuyvAEYj9UACJl+jFXPfBljBQnabhWfs/Z3hxPAGMMpBm9GW6NxzvTos1DebDUz5GbuJJOM0m9FTLuAbCczoGobHS5hN6MQgC1nTOPqTPY3QIQha0GCc+e1yNaH0AVzTCP2VlpeEBuJEn4WwAgW7QGtQ31GjI3+MbAavNA9CEATsC3hPUEgfy8zT3jGS09p0FdA4AKdAAAgAElEQVRSRLdMxRgkKE7AVd+30+kX7bFzfSpz6Ri0pSClk8991TKxWoYo6NhGB4EPKnNxEtP489q2kiuhzhqGAxZOSakJBSvyFS3NcDhrC/oa80UL5yZ6sngxalI4J61KILqKyrzNfL1OHgeZqzON1dn1OTKEFsDs73veiRMuWt50C6XMWpWjKP4mI4/xsBQZ1EsFVjpLQ40Wy3W+SC82ASQrVdbK4HQZ2pNVJgdig2IFrNQS3E6jARd4W4pjuy7kthUYV2d2urWqHjPGmoY8QZo9IyWrVHUvzlBGPkKTFYDR+C/Aw0bZt1fuf+1ZJTuswzrOjuiog87f5AkGAgYv9PK2BXmTL+SsaV8vo8vHiW6QuelNP3DW30xTAkOMH5DgPWOh+EHBw/OL9p8zZJO+4V8MJypovD4GhzEgvBcyVkwLGFp5zlgC2umAAK660nqNKusg05F17wG+2gH083zmp/nAVcxqCSpy/OMP730ZEyWPNnhssGMDPL6/5P+2w6VFWToP8LtsCMAMaOkFjtKAh6/fpKJ0sBkDMkTjSb2nzwmYKIDgdTIggR7V3yn/pnKj55fZdwT89V5VxLB/vZbJI9gJExSNAKL2lKQTgRwJmn1LmHkByGz3RUVRzS3OrWeOxW+tWxToSYCH75SD2EZt7g3ryntlI0pfxQe59rUeorl603ZNgmLfAD5noPoJJX+6Cgi75QVQy74qW23bXZf8avvP9uO2OGe/x44UTXQFpG3ddU4neaMnXLQXoADY58gPfV8BuLZl3yBz0Sf374VKXkXHpmNesihkuu7hoxOa987n35JakOHF170WGVRjzwjOwBtifPYQuiy50cluOPXQwKxH7W3vG/aB5EkHagF8NV/tGYHgtI8BM1kT09dWRxHMRD5XwK7lLy0hSdr0EDaA8K9/H0VwXuhRbDG/dwMEaS+MjHrOdk7e9pMWgJnxlf/R1S0dcJ11K52xNti3hD72cAL4AkBGn7fPJZ3f6lgybZ6neU37OD91wKoarx3Zoo+2P0snnnv9o1tAZ8upBezc+g063i4Rt01QOqODfezD2hL11NVTXVXxAn+MGfsGZ3jpcwPWb4vL5f/0Pdc/KUf+6KB0sEVP2UUIO/yVXxPAO/ewXjKdFbhZ69rBj7ZDLaP6PNvmCc2B4GKNvc6E2jNEvTF9ZlQDacUP0dmHttOiokxQzgQEgnLF35WM0pnmDV6iD2utSzYtKJXzTB7BvvbaOZiTSSxrr5m+qWLITlPwgWxo+zyuAPae++fq+vVxSZT7pmf8rXs/Rpb0ODL5VbKM/UfW5VmY+QyCj4Cd7HkBLO1/Ir/fQKXs/+ps1TRygaltX+N3ZwDxBceyswbrY92Af2Rax17Nzhysa+IvRTeBj2RiIbyHzn5xhm+BINrq5XdlSwkYr51p+kr7ZgLADSqX/fUEWHLsKcMANbGD5S+wZ2+CJXYn+/bOFXr8Zp/wnolz5RwyO7sEYHPp0nufP7OvUv7q+klC+XImaq1fByRZP+zv+qzxBuwjyxfbIpkQBJ6S8pt5mZb2iB/Tx/JTVv5VILSqwJRk0Ptb8tD8ztq8AeC0Ozwn2c5RzMFGDL10MtKTwIkMkvxx5Zjk+Vac23fbQFNhSSQXApUU2Ny2PwnMZ3urw1fJbt8D25yjQErbt12CPVkBICXQtk+EfZFyU2uWCQ/Fwx8Jsl6/ormu/MXONA8asE9bKZZsfs3nEwBGtq8PtoUGwzdhC2RXNbrCcFbjW+hD4IZkopEXVflU2v7bMAezKPpv/+Dlm8K8ulBH8qR86NgfaFG4SsppeIFj6jSG1z9evrfslEl2+ccEaPqMSvaMNeT7+t6719JF99Fu9sXru8+RWu/9uG/Zy10NWnoyCnwSl0y5lvgf+2J7R8FP26kln9qwxId2Yczxcb51rDn80yhB4ZboPGHGKXPQ3cgf3bsS9Hp/Oes9k4N/sq/0He4H7kkrYH9mPuFoi1emvb68bGOeX/Nv3ySTZwjaY8PUdYEvp2/CnjkB0cHVWstKvApfUXRd6+35EKS+KqkrSe9J4C/51f7PkyDr9UTvO+E271cxjN6xWqtOyNCcB7OsD2wT+xrLnNJLdtlLzr14H1jCdcZ2zcvFArwoAPiwj0ga0Rw6IYeahixaYD3SH/M4/QR0gJN+uovnwaz0muK9vm7p7U7QzqTbGfj5pTrxDGa7+g1d/9p4FHgkT5rGNtlef1fxUcdkRD/j/7b+4Hr7Bs1xoqkzxwpuP0cBvYl5uidJ0FkQx7iY49g5E6DcfdvEJI8dW4o19zysNwkwtru9SRHdoSiT1/y9O4CZiSPEkqbyPeQTcgDZpnt963KKD5m2lPH+LZopPpFG+gJjBxQwFfxlM1fyBnjn6jLtn+JBf62jcWrH91gaeCkJK35PGem13Qr3ov3qEGg+L7uq45Lv+tS6ts+EvYX9QOJM6REdIxhY59cjEv7+99//U4o4zqKghQ6l9CycM9I3IAC4kwohieddh8l6a0GuzwlkJBjw+x8bAMZR0mYAROR9EQqvoC5lMSpsW0ZiSL3Alu6TzsRHpL4DlBmEqE2cLBXvSAYtlKmURBex268kQgA4K0hhhA9GbkZlDABzCJsEwjMQngzu/eizFPNBRe8LmKfRSkbyGwDWWqs3f64jAgTBl4YIvycDFj00k2bAXEqR85FQuMlMGL9eCzK8YF5ANzOXjOPcEwJ97zhYbwkdHII3AFytC1BOfe5O0WEFpfaMshpTrw/P0Zg5M6++I2dC4K4CaJXp5dbMaZjU+uDMfBFmqSh1nQFgA3MDPrXguQG0FfzMO51PDB8CwDkm6Gm+1yAoZ39dvDpr5bYoCDz2nQBcKkwJOoyMStAQqNVzpzqe8ZVxoWy2yMp9n5/0xWfaX7ocDG3IoSwjrwMZ5+88uyYBvloDOZd9vhStH1AkZNqXrNK/CpLWH9OW2GOBVu34JeiSsuMCDrsFKs7UOqrr7GXWWT2ms/8SoFqlE0GYmhjnZ65hk84L4Heu85wx90NiAvSDo5bOTPIHTgCfZzavDQsqgE3r1ba35XgZvp0dDi1j7F8JAmK1kDkForTSLIO3g2dpYJgejz46CVK+p43Tuk9vIeewc9bW0Kh4vQ3/zKbX9wH8BFQXcBuGM99/Ayhad3RS0jO6L1vzWB5DY766QGKdTddAc7ZVsW4NUKWmRyVNAybRAlr3y5aPOX6tuewHzs2wvpYw60DqON4bCC/DNLIGbeR0kKkqw5fqoF+DA3ZsyglWVmInsGk82iMS2VgLJxZZl2dClmgsDX/GgnxGh71VFF7nHVvpJ5GMzmCSYdZBzmLFmMQN8G3AKGkHmZn3J8tvWii1I0MbGeuC3ft85gaiopWpxpUM3b9DD/oz1yXpykl0ZgTkOLciuzLnjYOOc/5TAPjVe9DWN32o/bdNsM5ftXgv2UCANdqjNp2/rYV/CgBfHQyi8uF1XJn3q5fvYFU7V23RS/b4TMI+O7Md7ZePWUPshlcP65lXxc/soRbBilj2xU1H0RGldelr70qWbtKVQRC9cOwsP81/5Recz7MVKvYx/P8m9WDP1z1BQoP+/iwAjB6u9e2J2bfZ4NsFfmjo1cJu21hYDu95ltiWF7BdvoXXMDOi8Y883D26RFcDiOa44BucP8avMQF8Wa5tZWQmK8kewbZ/s5ah89fe2fXtfTtrla2NP4DJ0v9KnhQqtuuaDmjK6BQbmUym9bDeC30red78mH4DR38gDwEB0LNlZzWwmTbB7Yv5iA+SqkTov+oM9HjBI7TzhKdSB9YeiUzie1z/+jC6zrbdBoAHoChaax1T1XA+2238h1qAOKOqH2j9a56aSnjtA/Li/A5IRWBQwBE+haBI/PSkV/wevfd2MYAGsLuYfFVqNQ0MfcW8rvNVn9Z0yBmSeQm8sqzzrNqEqOqqSpvtpsV9Rv88tmzZtBGgBdDUzzz7y5XPZx/UQaZpMG3PscX6uInki7dF7/qcnk22vxfv1xFaoo2w8TIADI1SiVp2h2xQyVGN7QEmNU722jLktoU8hsUmxj5tWcKapx3ggZvOoWP2mGfoJwEftZYjGSJ5CpxG71VAThWZvbCs073XPns9176G8sXPTcBf93hbQb6f5zwBLnOs79plMvB898sRJZnwmwHgtE1Tz3GvDABPkk9VnrqzArL8pl/bgchY0b33yPonbc/E17yGtiOQXZmcS2IFY7Msuo+AQQ7CCwSWK5GmdeYVdC1aNM0iu38CrEdXh2DdBEDzUOKKSYNl77aM+Otffo2OCZvMJ/wqdQPzxG+8OqB1AJhnoA8dYNwOY2aRPluzAG/LJdEDMnrM+f4F+Z86nL3Rz9SRJN1p7MU/JezuriWrA0/wpVBiJ9rnsQ7amlzLl+ZraKWLtzPjK7vXPrONVxD6g82x14l5biUwXTGeRIjz7OR3ywk7S2AYt93uohDbT7fvlGdXas2wJeGDb0UTKWcs020n8JokvUhA8D5F9WcRSlfXlZ+zSRGeiHlAHVMm0bgT9vWxxHkm2PBsxgvuMV0Zq6tD81UH65xEtczDFERPVAEqIMe6IOu5j33C7f7BGNgD/OepMA7/mL2611JzUoXgX8bH91xNB6xxJjmlXkraAmupNe+4RNJwdirBXufzTOZWtxHjaMunprf1X+tcZH3ea/kNf35pJjt2DTaq+ITW+3Gcy8ZsXPANALtIZvnKPEunBM8oZX/qfBK/Z10oVOk3Ln9R9kLLZPsTO/9NHtzuXsaw7ccTfPLfOzn5HpOIfN4Hq/6UEQ9WUBiI17t0ABhhn9P6TWbn3pcv3fwF/o6eGr0se7nxpPTJ32Ty4flDRNv5cLixxsf6pH4sXgpctPapGdBHunheft7aYlcC/NORCb8Mm0vXQr+2K/aojEnUaZlgflw5musFP+d7NaeHTl8/P6/X7yRG24axPzK0UQziDggfeHD5L6YBEmY8V9s8N7ZrAxRbmXkxlm943PcAsPyvCADXPrgzRt6zfPtz08KrJA8jOdK+6iZMe49t/9KNynczAacP8Wcx0CzosZz3d+se6Fcwn6YpkrGuRIIofGR9PlrgVwJhHCUY8aTBIRQArsk9LTy0IJXN2RFpnNfQlQ2yWcFPkPCTtrzo5z4EVcm6zozrcfLPdf/4xz8GGOXQZIQlkzURWelARFnhOoZef0HXIEzfTBY2V4SdgEQaCJktUwY6C0GLtrYhKAmXgfCbAgSLLTH0rz8Bn2kfmxelI5aB3g3MOwuYDGATc7fKUyBRgejnqShfmOojC+zKwLRTTbZO7acyHybY6ptT6fgqzDTo6rsymlsJvIsxCuSsrzItKsPiiZyTnXFXmr2g9GeEtPRzv/0CYxkU1phcHex7EvCp8y667ZCuqZbYzYhpYDHHpVV56H14fW+E7k0AWNdpLlRQ15nFVLMexkhFOffsYCp/fwP68txWBI3oNoFuOQ551ppBNIFYCzLxjD8713kUeSkuZ7f9piyZIDwCg5p7tZTroHfSC+06zZNWzAm+sE76XEp5gh+tlPW+M4y90W/SRTres3ZhiLz0OGDYkY8YfiVvjkGvnzmeVzZyrwpunDlzRjK08lNb6hxX0VKQsg3KNYyhExT9zwHgbL1sgK3Gf26erdNdZeXMUNH7W2Vca1prv621fsrYY+zINui8+OssCFXB3ii3WnoNJnj/w0DRep4Mp0qaKCOjQVcZr2c/K9GjaY/1QkESELz4M+T4FaSQKSx5VYGM6PBARq/kgegHOu+flTiisxUboEz9CkAyurXWw/S8oF+3uAu9WQbDubCCu1QmVDXRghGsLXwzir7W5W4HPQC2MhQbZKL6WI9wFtoTAD5v3BXt6xhjNGXLc4+nzw45zwfYzISUl+eW/u+qYzIG656HqGgBWORTRtMC/gT79X7RVBjiJFphE0g/ZpB46eKePw6cDTeD7NkKOXk15Y4qbwfwbfpY0KPl23m/HMh+fZyrKzkQTpwTSOy81jz0hJpnA+DnvWq3yREdVJC2Qy5g4A3eXXzc9syYOc/fjHMz8M/Diz59oWgbvZK2zdpNd4Wc6SRobYB9J7LkHtZ+t/7b8a3tBg+QyFGObOBQtqfMt+VwyF6SQ6Oqg2ZkjVOOpe3MlYO2zzx7rR9nK9XfoesMLX2+vjrIDfabjruVctHWnlOPjZt3zIokno/zsQCg98MBlwZ5u4V/rUOCSI89Z4DzduqmCrfP8IUntN9XBnLbL3pGVvWmPPK4tgI/E0aYZ+r+2leC+lFhiS370shLJynLZhxTddOJKE1YOH/YgFm96wXdbOi0KbhvsWfzwre9m/k1gAiQbLrypx9JDmE7Ij+Zc9IFSTbvGXp0vHE3nk0QQyazH9d4mw/dGm0pOteFDOsrsaptvJE/tdembYAaB+D2eCFaZCXwh32VNqIDZB000RmzDWhkNQFnRA1fPDYe8uNq61wXfwLUWs8MpIxMaH06elRyBBshApf4tuZvV04QkEr/i84xlTgcwsPBSnUcsRwsPiAC3wC2aI1KSgLA0GnShnxSV4at/nr33+Nsgd88qj3Os82ZC5dpXCR/1GcnIZaOCLoTlewEkbKykuftOnbb0B64kzqjUrH9MifWWrC/1a+FNzSgSltkbICyPU/lSHY0ST4ieU/3VXWgq6qjs1cAKRvA0d70mgUYu9jE3QVo9dHqnDfgZv1yjzPtGdtnm6jN/JAd3gf/X9lLlejXi6r9ottG24YkO5ac7AsL0D/AmPhiq2fuLjNJXyXPO+Cd+lzPJik95Uvpuz57W/fReorEX4CYOeW52Hn25IuFbIBm6YPAQY437TQnX9/+JjSp7+Cvlj931r789GZIdKl4JNevaLMHl/diDLYlbR9iv6HP/Jl5Bz39VoteSbG9t1TgARwmqKx9ZX/gYZLOb7m/cjC7BDBuqo5IVhg7LPQZ12YQePihAgBr11mm2lewkLN+rXVPu6rtMdOKE7Ww3bFNeC4B9eSLPwsA+/mW4YzzCvD3eGndX/Khz4ctuf7lOBDkCvIa+4WxMWc9U/NwwGwTvsR4Y9e0vWp7+t8+E7EqyQgkuYCgLmvbMWk97XP0HLrpg567zWvaZ/DgxT+9H2vv2HhJfb20bjmiQpF9r7umnPezUKWwn06ksi4yHuGf/jb2O11tErQ3bdsKx0eZQFE/Hvvq9bWKT39IrOe+wn/q9/Ov8Kbem5nX2aMsGLj8BAV0hqi3gxC4KH7673/8XnvrRM31b6xrdxewxfAXhJu6Ut+0BJ+lXJJMKlqMAOsln0KHZVVfBjAYQSZLZZDCn2+AnTkvbayXVFhIB5m9xndyhP1nTxo7E0yIKktXJ+sIDdMgZ8Myziw4QabpuW/r4hdLTVr9lsQ89z8D+9opoxP4MoG8zmMW3+o7TY+vvUK77cRmWBvbke6G9dU3DKGJLUfLYd1jbMDniMilKie3lr7oM57ZH45mM/3/q1pyW/9BlxrUp/cLndYeNlbBMPVdAmskDucdMi5Qzy263cBisV9jZY793vgGfOD1M0/wyq45mZioS8DoymaUHaSx15ufhTF1nwAaXI35HkGKAbaBwxptyapNYvHaupjBvy9G5/mHfd52Yu7d/t5+bQkM8w8JiqzBW8Dp++8dZl2FO1dHTTCFOzlx9FTwMXcJd8J24HS79HpSucpzv+kPTAN/3/HJ2qNO+HwD7H726iNkNP4ndlJ1cjz/8ozhlMVlj507VcFRJ0Kjl7HHa12/AT7fN6UxdCcC1ygD4y85cDoE0JGOzl7cP+2P+m5XxA1PNU+XDoV+6si7xbEnMekYsf8pUHlaBuxIrmogU+G83omjXNbhMcCn78xm9j3ec+vyjDpXCnmDbSw1AN9R/CQoFP8qR0ftIYhvFcfjlGK4FOjlu2aAywbpbYC/AGt96QkA6zsVKDqGWRkGTwA4HTDRy6pAK711CJp8e96sYWYSYij4TENnyk1WnJyZAno2WxMjO4kVIQr4OY7/DwFgPmecCRSUMd4ZTZmN/y2Am0bJKoYG1XrNxHA/BQr0XDsy2xKPTBMLlwwAH7poA62A3sNcCB3oaZyR/loGgO102cHPADBnnhb9YRBiqD3Aqp5D21AcvKzQ0XvloB8aUKBwqlnPmr4OjAilgkU4/wSpmsGLd7ria9d+M4js0LsVrHh0KtXb6DJIo6YJdiQYLwK+yD5kQdKTeLIyl87nbi+rKkorFGRGyop00ngfwCb5b/YpgCjavfv5lr4GIDr4K/7VVEoG6b3bkbazaQcdw3XWWk5WGRhu+atWknplCw/kzk8tzFinssPPcwgKMlZa3qE3XgUyRgqCouZnoI0gpYFEzvfd8WXmpY0FG9AGeTZ7C8ULvRfthKBwRZ9HWHwqXVEbCT05CJ7Goa6lrUwaKrWOz1hHflRGnJ+VgDpBYozCookKKDqznaHaySsKKGVKpb8r+C2PybDWMwxWOkDr/Sdj+VMGa8W0V4C7xTcE0sS3JEqFyMmzmzTmzMgsR7WBcHinaD/aMTKuqgTEQeDzCxBZRrwd6C+Gbo2j8u6aJzyODOL9twAw40YPwZfmkc1ozaAfoK9kgdoD+jNoycAasuatjk0bxAkf3WK1gIRfzVjFl04GSLtkdKlkUQcadG22qIJWMxBWxljRuulr26HacRcPUlmEzIEvE4xibQx8bqvuYOcz/E4wOm+SGT803RZvVh96jtmSzoEc2xF2bEhQExAwfgIJCwqGlp3h0XEu32Vf1HPvqivW4AbiuztC6zyARN/4nIVU++NXAmD6m9ZG2flFAcS+er6nXzKT/7UbtFHllE/LOLfOL56TrKhEActu7Ixcz7dFIQsjnsDB4Hsb+E1DOO0M8xyy2cDcXYGTjmeOp/inulvcoCj2T1Ud4ugFOEMCgue34wr/sGwk2gKWzaGgSQeovL5rQ2VALCtckMkKLlF5AuidVTDTbaIrANlIbNENIrQOOmOrFow1gQW2sDlyXm8yEMEzqiFsn+j/ugtA2ATsP+MDgLkITWTbttS7T0PHLUOndZq+E/IYMIqxAbqyVtwH2+s+w+jTEXTreutkVeIWsNtE4coFAx/mKfsTzhyXvWn+G5C3M4Jtt2wA2Dq1nfoi8vD+e8Di19GfnQyKbCQAzDjWUVXCwS7OGwDmrNS1h7YdPoEYfSa7OeW6hoQNVAlstOOv5LW7BbfGwvxtv3TiW9shSe/IlkpEizXlnFV8Ke/BVkwgawhYAFwn/zBm/WSMpQ/PeuO3UNVMpa2/Yz3JkSkExmB16wr7AyRmsa7faPvX305AT4mrE+AzjQy41TIIvkOOWD+vnc3nAAwel5Pk6rMGOJPfaz6RwMH4soI8zxisdRX9Dh+v3lqbZWUevKv7ZsCMxALbrQZyJDenwtw4ea/D8oKur24sh1ZIqtBFVD8W/YuemqaWjj+T7Uo793xqfVJA90JklSf+OIF3QDjOICPBFSC/KvRG/nk+6L+qcmgwMvEYfEj2chLI9fUmsNpTQIvyo/o8U+kMYRNtu/ke6X/IXu4uLN2KPM9r5Jn4X9OqnO4o3YL1DXCmP5AJKRkAlvyTfLMuMD1moBC68z7sX9XSuv1m3hUPs1d6XmFE7c9yNEN2X+CIotJVZz2y05zlzwbs9QzWlsDfndRu/EmvCu5ofCOn74rA4aXzS56pl+Au+3MHdKxbMvmNe+0xJ77mpVlsQRI/MqG7bOSu/Jm1DPkw40WwxBytUI0FpU2z37FOKboOP+rPAsC11/1/4HO1rmcvswX0VMI+8mvo9dzFCe7/j7I3UXAkOXJtRyN16f8/V9Wa0QsAdtwQTmbPfSy1MpNkRPhiK2xxgNvgDbH/6wia5427m1Lvt2WLbfHsq9Y2HRcjJzYpYJN+libzGx2V8O8pqGn7FtrBP2n/6i5QkepED5zOZx7nHiMjHvnWOSF6iEBG0COTqloJl3zUOFq/yk82vzooOtWa+OevAOUkpNvHLP/FvlgwPfvVFYTrMbW95WKWwYXQn5tQFd1xbP3aj7ftGhmeNuTZD83X5DzyoXWGaLNtyvU3IyfA8jqphbMfnYR05NLicXnm+kyMT/qftWxcswt44C1jXKdacjHC6JLM6+AxskX47hhV2ICiYeh3eSVrcuj2uSH3Pes+9gDY0CkkK92KzJR9Q/ct7kn1u/52RehzP3esef7To62DyrY1vjG8KtvP3ZaqQ5iXU3OfByAzmBN+zM7p0XOjHzdh5X2DtpN137QFn+SVCWJBM6JD2ysiC9uYayuAxbEvB8PaJT6/QWsEDrOPU/U/AbN7D7gYmUsAuDunyP9TfAb5J15+JeDMGak3/ZlWx2YGN4UGo6eZ7ypk/H7rxKn6tWy0jTAYb7Zr/DatbWbhxDjz8fq2PYZOyor9XITqO0SmU0iitdpOa5LRHIOy/s0dANZdTgt7jekZGzJB+r6rYvN77AHkWADO8Vlmc04F/TyWxErWdElhA8xbxJZP+3it9qnZB2tfY5xzhNfYeA6CuzJs7iN+njVuvoZXoMGWJdaRam09xyTex+yBsdIZ+IXPPGskeqOzHVhy887y59AHvG/dwrhj34ID/vr1y0vd9rBxtBF8XofnXzpOBm+3KzEyUj/RNSSIRO6+u3ewN82/rROybmNrnQKT7U7A52lBn85IjR+cvZ9E1CQPQJ8hpvhoSZ42LTwK+KGhCQbNRBMiyIWAil/8lQOGMqEI3HfLFJjgACJmhATUfP8JqukezrSWdh6jXZ9b8T3/7lYSCHUygFnwznpvEBqDS4EgxmtjZs5GvcGsFY4ZL0aBN/VLBfDZvOe7PoPxWQzOS5nY0wD8BKHegg5FvUBptrOrX9rh9No5wD4O6/PrHzZEIyz77ATG9gbXyWBLFpH3aVpYSMAyDrcIfZ2Zp/Hr/nOY+LPIa8DmMPIO+LUB/0nsIdB25jsjKsL+bTh1K5as2d/PGZbsN4wQAZa/ds/frVx6TKu0iqFPNvZElHsAACAASURBVKiM4LTnMInq3hMgwKE4AK33Zluld9an97QCagAIDVjY4PnSgpH52eD435w/dhS9JVLA7lclxSwABlZo4R2QotV7A6qsYf9sB4/kitCoJOsERhykSQIHZ25hcAFWAmi1IXBkyAjWQ7MleGwHDP9hwK8DXQFOS+QERZxV9swX/s58wnt3ZraVB4D0BIA5S/Dv/x2gbDO8FvjvNoPIoXaYad2XMzhH8M6Ev/FHtxhl/RMwiTMmmZdWI1tJfwCiAUB1DrVnOgZTZ1Ces+YeABJAiMx6PYes5tfej9H8bus4dO5MRp1p92/LvrSDeSqmK1gH3Ul5EuDvDMc7AHL2f5QVBifOpHiQ+xyallgS3U0QhVaRr+rbcu50HWttAK0SFe5Mvg4aB+Ad+Tt0HudrnSVkg56B4ej1HJ1sY2R0MwkEBI3Dq9m/rroBiDY9PXLPxoKdidKnY+R7bmubHjnIWgEos8cEmP4qAHzLtKYPjSEBs7f8R15T8QMvZOwxujAis1ZVqikefeZz1mcyad86f/SYHKc5mwxd2gYdLduhH629Aq4ELQ+Y+IwfJ5ExArxhOOPo9RrbQZguHA2+ypBt0A+wCL2U60JPcXTy/ASfMdOy0si/BYj8rm0En4dNeyUy3Ed/+vsSeZrzs0fzONMHGa7I6G8BeMbH/O+WuawDa2B567N919aCn7vdGvTTbcF4D7mIg3J4+IvDYQdugsDO0LStGwPcK6RrRlyrukvZlV43Z54S0I/F+4+nyg4g7DgwE3hl72xfnYEWkz3vxUlKQl7A+9XHdL04l44uaLC9E0MaMLf9OkcbtLPX9kuCuxrbnCUq+Z5tP6DHaR2mzjBXZUHs97UNoA9oRB0XulOMHdXZY6vc5wankroqSDQGeACADvpv2sH50XudFBra2bMuNW6yeEkaaJBHziXX3E7YCc4/8tMJd9bzu5/iPd2Ts/tsVr232A5s00YHqDT/ltm6lxIx9H2OxYhvkT1C7gDmeP8lxyQXnvVeeUgCCRnYsWFIMo0snYoAUQE2j+VJkgi7srEdd++bA4ix6fNaoPFuOdYJduhCAybDJ8e+1b69Wvhlzn1ER9M+9oD3rkA77KuT4KLnzDDNFwLwnr+bPllbdIHvKfqe9qGiQypg4EfP2jybDZ84+4LiQ+/QHuvWtMbv+tmti/U3dkBXrXYCB+Mg4avP88P+Mx1NL7MAIaEL61HJf6HRJZ64J3JU13bAh0BijouJ/91JeKqUJWi+PvL4P5K7X1qRZa23wiW6Ze3epc0FmgzKV/CNfQuv5Fr8qPA0FbUbiEfGeB/HNuZ366bLtvAeyR596Edj5EgZ1iz+jvZR565nHIyrQadDR6e1/sjd59r4r+EvwKnIjuiegI/h5ZblXr8KiHyz75G5Rz/b9tK90xWm14z7Qz+MP+dNblIEADwAIM9A/jrZxsDTm06QV+zzkSNjZ4lnLKPQebbXopSRr+iO9olcAfcEQI59Mtdrmk2nh84NMCoAQheozz3ju62D9B4Vyvk8YxNtADiGTiZB1XSZ/1QJHMB4/PHTNSE2BvPr6mUHqJ+rSNxgHaCV08FKdvLzEGTgabt59nqCwzMY4xLPzf6qRb6eof8sLweran2W+W8F7u2jhmbDkyR+MEZshtiCFXyx/ovcvitlPXcibhr7N7BxNm19hcU+7go6j7c6hBzamA3v+58AsJ+b4AzdpDirmOL/k9zm9d3nv2y26bx3y0rGcGjv2aUuvHFSc1fCC+IxCI8wH3xj1vEE5aZ1Kskv2ML4WzuOt6whwbi79HjXJyNCesV/O7iK7IbmF0+57TRd0zZT/AnpgwQ4nGQiOnBiU+ROdwLTeBVwgrfWH4me685eZy1Nj6kuvgPAW92bDmjHFq5EpCPXhwbxCbDX275DHuq+3boztsAU3FRCmsZom/NqZWw+9UJtIUZXhJKYwlrSYhxeWT/2fVRf1n8ryNv+YT9vn+EkaKsSbmQD8rblkn2n6ZIEH3r/qjIS/XNkBp2nrqA64zz4gGSJg/vbKQN69Fm+jz8pfuz2y68A4dCdfWbJy3H4urq7bd6mU+RzJ/Vx7w6QNX9Y9g0TMqY7KStjiR5GH69eTOvZV7xixu79meve+z7Hb00AN7QQufUhX8ZuegWQhZlNcczhncGwm5dOkt7QEh1pbv9P1+hYFdv7pn+6E5KIPl22iiY/Os16DuOnjx2bBavOKCPg195JUY73kE5UpQ+ZC3iJaZokjWeMTpA8LdmTHMfe9lGojAtfEJppbLeT9g5P1vg78azjUcHvFt9B5lgmTiVwPl/n857PXeRFAkjG+Y4NWF9fbasJuiMvPOxhBvgIO5puaEmY1d4E67vlMeM/ft2jRxoHkrkheSH2pCijiyS1Rv/6/Tv6W3sKc5pO5rzq2eDeV+8fPvDzu9aC9QOL0XcwM8CLtAYKANunG/1/ipxmPSyr6ZA8+OotH7ElKa5jLVm/r0WQwzfRHWHi9ofvBAawCo4GiL74TBDr+B/j6iIW8JGQ6f/kK/p/Kmc9IAFqk5mWyUxG5Sx+hOxmv4WYRgDwVF2ngMpj2HwANc8GxbBI5lAT7V016821AzbR8TEcfFGdARSC3JJ7jQfHifHO8P3DgPrV+lqE0K3/NAMAog5ArYJbBs26vTOOfI2BETkmyU6nhQBGAJVT7IOIBeZGmXWGdQcamY8DtdP2/MX8Y2jdLUFxcNbApHVu7mhh7kyfBfm0x57tGKXHiDH48qcrclGC7OeubwlhKZ3JBtI4FuxZBdf7xO8d4DUob833tNp25qSJLcrwAmgxomJULpjAGPunfu8sj3WuCQCHTzYgNa1exuFgrDiohwEnS6yFNN/toNoao3smUAs6AksHyO2FGl5IkGXAvNMqdvZuvq/1y9ySSXJXQn1zwo5SmLaJDbJwdykEDIUGwFyhdwI0AZLZv82cWxrpABp8cTJ4JKwxAObncWBRYJOo1AHguwWQ71vGk+SBq6WUCIHfhXwph0jX4aOedXMg7k21jNFnCYley7FtRctVvMc68T7ygAA/CSgYihg3HtfEz1BQdwtzAgRtfJI5DbggPkbutAK2XBj51oasRcLzQGeBGpyPzKQS3FUCsy928B5+/Umem6aOcbDrqbVt4AAHFiOhHR09SkVQahOZYD9AExlre9+7Hcrhr1lIzZPKWvQj1UfQPxmKrENTQeR+Edk4wzh+0leqyuEFPQI+45DZ8JrARrc4957b8Bm59vDVK/GoaLz1ugzgdgZiuG3AuYOz4ZMk/sRYznxEl1TGa5wOXMyr19G0MvKRrGmMZX0EX2IIHdrygqZlmHW/dVkqGI9R59bhc1TFAK6mjYeIctZvwDn0zNJtAsC6Ly3rPfR5HvyT505r7pF7XjcFGEsOwUOMa3+OA1iGLDbKOp6xa+7gmobzteK2EkAy5CTsHQeh2zqNI5mAcjJanUCo6wzI5Kf3eAxR5LzvXXx7nzES2pszVIbOADn7bN+sYRySBjMPsWh3hu8729w2whOs1Vj/8yQ8rXyk2il36MziJcANZpEpqbnGSU2FpG2bJ9ECx9Jjexbx30+Aj8+PPn7WqCsXeE7rD9uaA0DzOceNtO3a88YuRXd0klV3CNH3otdlhImfsmkdWDkA9nQ16KMdWt7GgYisvl+R79CsFukTfOaal21YN0rixZxD6jWWwWSKM+GFBzfA2PS3Nmd0RtuyZOzazvRnoVmvw/PL4bmRk/c69990q0HOHrpUAF8Vggbuoy8AAE7Q2a0e924ABVo17cevOmtWoBnyRa2mDr+tqDyJhFtJMIHp9nNKh4U/SbLTWfT5PpW/bVvod62XgaQr0ERFAbRJdwH7XyU3NNNODEkixHYi8B5VB5zDG3r/5TdOoKvOd2yHlwDpz4kjBMqqglkVRs9Ye37wrn4CsRwfwwo1oI+rbq4zPruLxK2PYpusLYOcDB1uxjzPvwGkkwhWPuu3ZCLJEboL3fyJP633aQV2qhTp2jSJIr529JTlv0BrjX/ADhKT9VmppwOW+XJ8+q7kNpCerPj23zzvQVi6QqL5m9/bZu05eix67vDX6siA2ptIMrw0Or+B5PZL2n592Y9+RvZM9hR77TnP+y2Lv433tnF41rdWw1TrRecslqLnnqq7kTcag5MkZmH62aG5/UzXJwC5uhrb8rUflVBhG706k0FrO7Zdf6/FJHYgX2hJ98JpPI939XQGtUcfHRuuZPXtNHWyAXuRTgdZjfVL4offL9vb0/Gnj5T59j1ojP1+r+MGgCX7XOn3w/P6KKfMOfKlj9bR27QYtG8+/CR65nv4MG1T6TraYuv3o+8LNG9AmmDOSSAnyW0A8LZX7vb3d8JKr9nh4XmzK+ugs21rG3nSAXUHOJ8FlG4k0aJlf9/jTkJ8jaP0sUU5wP7IjWMLOmF6dXfjcn2/DgCbvoZ+NDYS5JTwJUxgC0G20wH3ah8GG4ZgGGB0Vyx5L92RI3ZL4xkp7JiJnW4csmej8//5z3RV+/ZCznQAmEQLPaM7tCQBsnlL+nJ0rBMk84RviX/s11cAWixQ+6LAaFfyh44XA7yxHNkrKWDZ5KMkWCTggB3mMWipLtzl5c8cPDZ+K/4j9t1ncvi7G47ufXCjmhP+DGMIJqDOErLH3v58koyzxzfNdwCYc1SxJ0yPukb/hp4bl4tsphAgCWcZz6cfDq2szRJ92p3JVBF+9PNzC8fUZ32bnxv3j925/lIGMF3i9OvYVwlmgBnIhsI/Cw6IHa7LoUvkoZObjcslEYt14fOXPaM1G1/X9FO00fIpHXU2eNLBX4/huen6vqGx3G9tR2hIFbEO1fW6H+XynVGFYXR1aO9PJrj+HQkE3YGH79+2/uGlSjg4OCs2BYlK3GR+NubKXGXiBb/8nkD3UwB4by0azV/2Ge6jRvV+6zJw0rFl2ybJvm8Ht6zT+mlnDQurahrR5/hJHQDGBrd8VLIG9p/s/Uk0tK4ZXojNtphey6CThDjFWPfzsacXp109tbZujtjwXn45SubTHlzawy87fvPQEZXHFNi1HcC6Rt4miRw6OnQ2fHzsiysATFGX9/mRSZYzxnySkH+6Vw1f+Pz5H+2pVLhCM2cM4zdSgHeR79EpXKf1hK/x97iGeXTSDZ8dHTo0C912kpq+Kxs9BaTPfyaC4GEkL3yVB/MQ24fT2YEilHs+3UEqtvM7WfROaMm89X/BhyKzFhvpdTx66AmQWETGGU6wL4yyVRW5Mbu1Au0PZUTC3F+cVhO/gEmBscfQiWBTlrWryR+jRgolivbdAvS1IO1gjAMdIhuwqiomQ4RR5DdAdwjAQOBmkjQQ8JElczmjZ6H9nH2GW97AuBCPFV+1DGvgaMAIKqd0X32cwEkWFkZGuQvEcab+ZBB2piMGm4y4Q3xuMRNF2ADzERAHWAo4QLUvAYCTCSxlOUrubr1EYBZh1wHYOwB8AIURsq/WqJx7SwXTyNhe41bEEHFnI58A8JczCKBr6N3rO/TTAo/qQmdt1xm/AcBjaGmuaVWulgTJUIMhdV0Hsdqg24yylX7JwN6qFY0LwYSTcwts8U7OSM7L+00GerUSioJEMCytwt9u7WdeGb63gK6A1dxfa0z2D9/dbNwIGUD8VpC9Jk42EJBeFQxLh2V0jf3aQNDOU5MNE6FkPP8C5vJhZAqBcgORpq9PxbNBt8g8eMcVpuUQQT8Yzi2AedbZkDPgWcvTsiTgWb/aKeg11b6RMZ8Wp6ouep8rztixN5teHDCTUi/gtysQ+7s+18PG1wZ0GiR/Ve7ZECbRpQyhZ20JKqSyYKuvVdF6dzP4ppxCzHu+YvZ2nOXJJu612zOQhw/QQ6eQdPVV+PfKmCpD03Js1mtz88JbOLDQQLf9sdy7z1IpAD2AxgY0zF+SI3bAk0UfetZk/T+/FDhu/jmV28qSLUDHtCdw9xnHVt/HySqfxPzSFbld6Y2xwNpu0tM4IubvWeO5qe6Fo9TP8Z7Z+JpsS6/5VupmDUMbqcDZpK207F6HMmuLMySDIXyfZ2RNT8DAAgMDNAYZ8gX+vHmNCgjup5+0hMsevxOUer66J/NOBdUYgKXjm1b5nVad7725KsVN97Ed+B5nR9IBAEAq6/BU3J4NqrNsj36bp5tWdlQ33RqMmhbBNnyff3Z02VM7wNGBpqc5HzOg5gQl7ElmX++EoF6P08XFdDDJhEXXtPjHkYAWbtAp9L/603t+zuiSPE/FEvJUuhba65Zjd4Dg0NjsgxLsNLWfggGmeTmoAkSGBnBypGe73To8oJ8KDOoC+Gmz11M54HEMmNkGPjpcnyuQ3UAwtpyHMfIBoPF0PSgC3CzotYny3EyEFns3PfeZSXwW5yp6BH7pKh1a8hNY6KAa4O9xDp/HE8imQ0L2Zc+G5rlp6abEDyqh9cVPW+bs62v+kU88v0GArlSTmYQtnTafq1+QLb8GAEQu3y329NiAdws2+lZ+/lTx/ueLd1yLj72otRMIA+99AFEDHLbtb5J4nu+zj0amR3/ED7R/MQDSXYHfNMF9XvyGITKA7YjkGfmAyy9dWetXaF3kQQK7lrPP3/9De2f7N5J3yaL/VsnLUh1ArHRG0/Dxkyo7vrt/tH9ie1P7NnqH+d888U5KXjrtaqrQ4Bz7MnZH20fN2/d4+4iUrsCFV1/+63VEEft9AHoFIeyvrK0AqOz5aWzjP+bvVW53IvIbIFm+c4AVM/iSix9rJx4w/+IP5Bu2FWWfCqd4JpEKz5XFSfbKQ7qzT3ht77FVfBtgOQnfsvZPxyf5CW/7jLG+ADjpvCkR7IokfNbxVHyWm3XpAMvWRa4KlpGSOycxPGss2heBHAyjkpoP6Ou92QQ2wL+Wef7urF14d1rbjR9G0hL70/LAe01SwcNrJOAw1g506/pTrSSZewC8R8488tBNq5zQFR5y4PORP5sISPVsuj9s4sY7CWjnMD7fbArjDp0k4NJJ8UcejP6+wW6t01byrn9G55//lu91V0/NvvWRZmMFnvOvM17aHsb3SzDxnVSTAFfGfNvSBFLXFt4gRNunjWGcBKHnWc1/jCd8/dZ3lgFjZxxaL1cVO0tytyu52RN9tZOcDxju98ceGDvv8PORC9l/zT9nTPbZ1msDtT3c66RrWi7iRfGdW/YuL+foNKapcb2OiJlOd3vOXuzxj05Y46dsolHkzgHDx9dpAB6f6x3AL1lwCUewUul7y8RZu/YF6XqUIxvyPdYMH8hvFl/3Gt0dUmzT2q4fm2povv2uu4Krhw3NvALNogfJ2RF8Dc5DM7e/aP4o/KbxsGA8WevbP9t9/wwAexleAcrsLTqDtSBhZ9+f4EYFrqxXJvFDgcqW0W7JPgHt23dlH1gf1uvGxSSKaQMffbYJKavTP4OQH3bcKMMjK8p+peLdtGXfOTvZwS5dJx61fjJf/x8B4Blc9nPxoPa7/LyhCePNkhElBzOW6VYwesu8NbqdxPyb7mIbDj/NOO7qTXzmTiAzXdjGoApx1+L4mZVggg36qiQdO5HigwiD9edVnKC3wAKO2axnT0zhbiFOYrvHZTxe67a+/tH/XlD2B5s1euVNf1mbG19/ryP+X3R3B7X0PWElho6fr4lO1h5d+4r1DF0hQMR7b7lueno+D64+ttwcI9jjhJ86cMy17eN24QZzOvGH8av72M9OJN95Zh59NBN6k2r4e72CRY8+G9yhZbST5Me/aj9s5fB2hdO9P1r9fgngY89QHHTkx5dE8ch0/Jjd/5Y9PSf/fuJRb9uIhGbd805Y5x43zXTXsPs5jKE77kA/YL0/BY6REycOJSpCR874sI297tNp4nT+fGyl2MOiwegnxk7LbuhLtKX8+T+fDkkiftlOFHjiH9o/mkT4ts0i62kdjy6Pf4AvgK3XPuHryNALGwxbUXm/q7rHOkT/ieVS+JIkg7/pDGAcW4Ant0Z8bkg75xhjOovwUTo2dNb4WHdQztlmDjTApuGcs33E9lKyzz2cqDmaXN8ns1ybZEPAweMBu0chuZqqq34HaDgrZyGSa9k8C/MLT8GxJeDjDTYonbEhzFnKBLh2YffeOKcLajfhY1Db4B2t2lUbUqRUTkH09PiWo9BnAdEGiDadIlKdIfIKrIgMFMSawaqVS56XrEUEA0xovMmbGE6hRaf3bKqAYcA2Vnr+Jr1S0qq6MgE7izALD1Pqe5pfKsH02TJAJwCwPyi1bqPc7+neHZzJHJVUkLMAdy/y2xmngew5D3GcUn3f858WGxiW5x5XAJisl9DqtrwMrV8Hus/6YEAA2K/iDydBj3fAadI0zlwl2H7/TiXTqbomcPYKoIcP2kFuA1c0h4LJ8990ztxdGVUtnbynzRBj4HT73V37CZafAHVaODZow3cJDGGAkR3tfRuAhuxm7+dYeK8gkdbknNkbUIcAsHilgXyPYYAl6BRh7YzMamWZjN0ED6QQ21nHUfpscRq+MpBo43XbmbUxeoDFEeyHcEVJkqsDxhAAjsyWIzWVEd5H3T8BYgwC2qoxNxwc/ib4KKOETOXmG+/7VDwhy8jA1fMVlCKIRgeAdsyhbwx2stlbHvSapZ1tKrFPFdY4ZV1hwPogM5p+0rINubMAM9VsO/7NoNV4bNg9xicgI3Km20rFoVzn9TiHk/WWccjSDs+dM6Ukp08gs5IM5vwo5FLvU2Rl2pKH3+LgdgKOacCBe8BktWCvtlBVDYSjgrx6BZXE+xN89f77f3v+YssFPu/Mbta/HZkYc9EFZFJiB2hGej8t8OJEZC7bKYOs+yNHLqPn85mRoXKKMHBTfeg3P7pzID/g9zvjDgeyO1ToGhxD2r2OWm+Wja4334de4CkcPn/2fIXzwV8A6typ9ydrGR6VblnHdp3BzXbcoWAAy6gxb1nfZ2xJ/Fn5soEuBSNzD5J6GK/l1GSd6z0lq+UcpoCa51z2qsxO6/u0uLuzsHt9AJSx1Qj4Hflt23OrOnBkDn1YdiQQzJEh0B9ZvgbuqkK0z9zqdlu9mRuoDM1y5lH2dwHnTtZYR3cc2ccekW4EOHRAS7ytAN4cveGz1QZ04PnHbh4dbtk6GZ4dJGrArJOIrDWfPYMOev8A3jpgAg+e+U8FsMiuAV7r2+Kp2xZQBXBXmOAzaMxt357ql+d2+X7bKtFttElzQtN0DukAMPbMHQDGntOcD7A5iW53kAj6Pm164ZHpjvJqcTn2FfY3fM4aYJ93hY++0/vSdPlZjSf7Av3VlLi/4zd1BVOA2sjb8IBkRTktz18BT8L/yewPfRDs8nW2H6YC5yCtpUcHyHvxyJXgg13P+Xjeo3PB/kaghvXtNptp0S3+SWLq0vsmVN1AzffV+rQTb7vRCZvPIJGze593gBrgDaBSqys5+uJTLhmfFZsL4KjHqIo42TVakTuxBYCpA9KWPwMqZawk4pV90L7unDFpbf7FH2JML7la8n3bzGV8pmMDSGWXSg5KL2hsJJC/ZGx8eGSl7oGP3oFnv//cWEAKSbbv80o7QfMNMOpaEgJIKGdM+zMBr7wG2Ltwgfh0b/vptrcYp/nINn0qiHm1/ftu+xtQmSps6TdsteOPy16YZE98oNhb+BHhVdurE1RlTn5/9oc19kyfZ7IGTUv+TDJXQJUB0a1UOzJEfDHJASdp+NgP28Ly+BsO7GwAGPl0xirbeWTOr19/vDoLnE4dz55QIdPBVfRwA2tvP1n0M/b7+ON0RdNcm/6YXwPiBICPPz0bmu+os85WsrDXzQe3PQ1NYKdQPYb90Geu3gHgHldX2HW74Zv/G2TcDhHpMESCUZLpVid02+0EXpIox1d6DloFbBTnLWCEiubGNj+0aBB8WtNPsAJ/KnR3+0elk6SPPAC910eEBeuyr+BPYnvhj2HLtT0OQE1xxpnY4dZtdW0aeS4+LV3NqxEQrf9ZnyThn0xjz+k+EuMcrYR8fO7XLZBrCf2cTjhaiXKo7aMjELLEY3RAf444m9ao7/abW6H/LQCsdaMoRvazWq+r+veVhGosYIIHY4t3ch8JbNocbNk7EeC0mT66LLTQupeK16yJbJRguCTwdwLHHsG2AeDsZeg4STYi6vHJBpTPqnaCb3wLxgI9vLAKJ5dscOrszMhsAvxHvginm4Ie3wcMYO7hM2gxkoae3aLWdL4JlPDj+igJiGNr2ky7AkO2+6UjKlreexGCW/umZQvz0hq2/NE9leCIDaDvdeeW+L3o2KXgBFDW9uSIMua1+7/2TI8H3WOb/tK38W+SYNK85d11ECbjMH3NukPDfZzJ3abV19/+mPjLgRrshwr2z4MW413cw37V839Nv3SX9LFF9cK/dvfCSRqTtJPN/ypMsE0H5jHBH+vqle/Yb5GjW93a8/pG7wyn8U69B/0i+98B4OowcOIy75iD7zG8rt9v7A/7SzSUQGo6GJEId3yAs/6bMJXELyJ+Qw+P0Ngk7JUxyFn2nzGBkTXGk6T4wUxmbaEpeJfnrh03HZoqAIzMQl41Dba+hVZY448ucNjnU9y32jD4xOIb8ZlM+8+/d+eZ+NafCUmxsV/06MEFoPvf0SvsIy2g9RXw2Tf+8LnHhwYGzw+fblcpzaHtvjOWiW/0md34r03zzffoAL1nOXUSn3LUUuIoajkd2na7c8cmEiDt5B+w3PikSoIJbokslG+dvQr/fZOFTgBUkroxWxKZyx6rIifWEXujuyjDh5vAMjbqM/jGp2RjJjC9Y6WTneb4t3/968+HDsf4eqxl/S6m7gCCgCoL1zrviwVNlHwdQDYL4j5AHFVoF4h7MunmzKDOojGhONNpQCEpc5/hFlC8W9ceB8zf2UOOc48scAKOb0ikg7H6mgBNb2ApxnY8Mr/tG8/dum1NHjLnXVkA7Aa3gYkz/zYIQxhU0HQlFrdpwGhbCYiA1wi8FZeGpGfHOI5l5CrsOUMEdEZrqsrufD9VaG3wYZhLrqyRHsHTFdXQQVfGrhETHhR41AAAIABJREFUJ1stR3gBoGCALTCxSQU3+IHQNoMMwLAtKCfTuQAwvk9ATYzQmaxkA2l9jzFdFTjEO3OWSALrrexxRjuTyFWU58yTBiCmpWQpQ/bI5GNBHqX+Bnn2jDIMCAJWpvGhN4OeOif2Cihq7tp3nDkMbfZS8wEs7zFoTfqMUu0r4zNHYICNjDj8KDp6/jPYPQRwzlL0dZE9rwouOakOTrxbFPV6E5TjORHCCxAdOWLn4ZDZZBdGnpjNxihs55lx3gFeO0jKWrGD/M4Q5AlrbGbvuO9WLpCJl2ffGYm6j4HI4ddzX6/JnLM6Nrv3g9a/s/6dwPACbCTPRiYd3rQMGAd39gGH0nJFTtxz2Z+/A6o4uCyjrJ5PYoZB5HJYdB0GwYKCW40cfbLrYyk9YpIAAY5XQKqs1w0IdYDqBlhRkgSdZAAfg8eyMIY88sOA/Rj4yBr4wbJD9DoBCF1LhfQNbiI7DdIBUDzGGmeZJZtaGetKUpEsDuDVGdGhnfDVofFxuJFjTVtW8JIVzob+HgCGzzBg1Jbl6Fbx4HSwgCe/tYbvbHJAkeWu/NZgSVcJ8/wDgkpXT5sp5qSAN8kOycwfXXQM2Mh6XgtQb9spf1ZngE3MZ3RfXSsaGDDSds+0zrf8r1ZTlk2T8IFRpzmYNnTkxOzVvQ5ei2cvkBnKOFQ1aujjnYHptRnbhvGHb95yBJ7QHgFMT0z4v/4c8EfXH9kzdgxVll3hmLPfSQzTNVPtO8E9+LGzVzGom+YbILmrhMQj7ClnoLLXBGMb7MTB3/tfR2c8c2uwHFusx9B6aatqN7hz+L74CX3wrbKlaSTZ7wLUo28sp4eGtO60+8fOcitUn+0WfdkJXjjXcnANd46eYt2xI6Ar7AvWxrrrQhAblDUdGNznxlt1j314P5Nnsc/6aSfnCuDIpiEA2sG08IKcyzk+5HLAZbPQOSVHLUwiU+mvMpe9Ju3Ab5LDBkgtlydw4sr0qbYLeJAES4FY65NsZn/LEm1mWu3H/m7bKcmt0R9vB7S5PuuMvYeT99q/AcNJuFp+Xvv8yO/LduM+4Z+tmEO+WYbInvdZdAsqddJF+ymWEar2nxfdO0ggi/zCeAIY3Yrb5jN4EnoC7IosWtr2o6qFefP+bYsR0PKa2lbIQF3BL0BMYxugGT8M2ml7rneof0dG3gG+e0xeB9k3z83bh9D7fd6zpza6SSTUtEUA5gD0s39dud8ta8Fsw+PpzsILOyxroYDF7iHyk++2jCCBWJ/diTidRPxuIbb7fQe4AF96rRvIybolgSNjzXi7YrvBb30n1RFTvUkFG7bflYDae6n70soZfujExbMeh57TktZ7NkSDDwFA15UXGfsbzJLM1jVNPz2m9gNZo/febQD/JNBIR3T14ySgNi6CHjAvC0STveeA5yYZLq+snYHPlzGOHTLrgZ44eznHaLTOOUFZoUp1tmMHTW4dd2xrke/Qsnng8asVAA4mER3QFR6doB96bWAtrUsbIGNvutNB7Nc9D/Kbfyi5gQ/2skNG9m5FUsancdDilTESDE0AdbET7tetSz2Xwvv//L1HA32Ch9mp7SCRdXBQQ8tpwPuNjzT9ZX0m2Dr6+9b30ReRLfZpB3R/6Zihc6+x/BE/fQNnvpb1kpzSfcaXI6jSiRyMkeD5vWf6vGkqPtRiGaap8d9v/3nlWlXvvBKiN0HwnqMItHW2ExtHmByfqPzf7P8cpfWMOUc8zP4PtgA/NP9jPyjA4+UqPb970Ts5vz8D5pgGxJhEpAtIvDfBl7xW+m7JT92hW34Hw3onWbO/SVRIRzuDxBXAP/5odcxoe/Wc0VqVtW2Ttq7o4/pWbw8+OVOGt7A1HDAdPC2AvhJhxt8de16Xomewu8EX9vmLN/TRDI3X5T6hNfOh6FBBOCuDt31IBfBfBYDvI9FeOlf3H5+CI1qkK/Rq/aI95kxyjctB0iuJafkrx4+Ay0CLJLhQAKPpaW43vo/Oa5uRTk3w7tumyJMbN3zbUoNXGYd6t1QH32mss4NzBD/Ae/r5XdiEDdWft83WvhpJj+j/229kHdtXuu3nu2MDCTW261/0qP1NgAi8gDG+Of1dOHTornHM6rDRFY1gVltoIDm9R1ianm0zb0I68ZlDM6MgfI+xd7qDYCf4dTJb7h37SEUp6JIQRAz3LWTI01IA9J59J4TjG5EIYHzK9xffT/La2OToAxJcc214vBO6upiGSkzzt4+SqcGMfUNx0LfW1Z2gkMZNCfBji9z8jS0ODeLfkAzlNZlOcuZ7+WfPojKXDsyeitTTzUyyYmM13g/ZVdVyu+mRjoFZn8XCf8Kjw9drA2tc7L9VpLC86cIDvyA3oeHcY30oOoqaVirRmkT5Qxna89FpbWNFHnuiK6TnIhWqejuP7NbXosvu1u+//5wA8HPNr3/OEYanUOKtJ5pGQuPCgqZwdGhN82Z9zUTzaj+DtvasR9Yo+ttyaIL8n4WAm8D6LVlea98BYNnsJ4Fn7rldB57ndAC4AQD7m+P0oETu7LY4IC1Mcq7SIb4iwN38b4JRGzxVozYe9z5UDkFkVJmQudriA5DKRhCK+i1f/JeDD5OZcTZnHHcZZQYNn4qN007AxFSZkxKgUNZ4+ff5fQJWboFMgLbP6tJ9+gwiHDpnGEw2Zk/hVvYABYANBC7vADDMC1NiPKH8G2AQMIcjY4Ojgncx/pVdk/XpbD69//GqHv0nEOPshzjsFj5yDDmjbBgWvukKzFY497xNc2McMQYMHDJ4zp6ZtNUC4Mq8kmNxAZ1HgoSqQz8qKtO5YxJKz7//UbXLOGah/Tdow5l1zeAiHz3/p/0ELNHzuyoi9EvGzAJrHWiJ8RvHEaHD/or2FYg64xyHIcosFVQEgMOzWU3T7lTAkqBw1nkcja4QaF3q/S0auoEKjPWMaYyFkQMtID+Ja+evcVr5T8Akhr8SDeJgtROSyrd11FNBmec2n3+03jgUIMGY63t9fP0XFniBzPMdjGtdg9L9DFjOmA5I8w4A40D2uH8KrqcCuQKDXzLTen1Zhw78k1xwMn5HSRLIwFBBtgLAibZIZLmd/dO2dtZS60IAOAucRe/AV9Y9698G//vspTfIGaU8ATsbPO+zS5vvyYxrelync5OLyExk3xcsz8AdPJ/qR8lz8Z1b4uq9c0YmBsKeWZq5hUc3eJ3vbYJMZO9W8SnDlvY5WZ8XgOlBAlhI10rGJ5MXwNTySY6GAZcBhez8L9h2stp87uLqemgnRu1+Xw99GzkjQ0GI5kLt+6sF70OrfVZdy/sG1xeEe9sdd+JRyyN4lvc6Iej+LI7FGJjjENHW5SS9DEPouzevS2b6TFF1T7nAJOiY6/zdOZaCjhKsH+vb42sDW6uq58C3OOF9xEE7urofZz4dvTTBoAS1F1ggGfCWdbrHZhhnhKd64kTdkwQRgP6pgh2VG7siGZlxVLTGoVvOwkLnELwjYIhD9xrPsNENcBIox/7BNrwTBLxv5o91cljzBg0cYHkCwB1QRE7Ac5EHo8ceo5vKZq0Ve42t8s1Z4rk/BYDPuMY+19/feJHvHTqbIzZ6DDdffPu7be9eXwPqA0DfgEfbI2YPy/UNZCUAMJnd4v06o7ZbpJ9g95k0NkKAjQQ/1j6/db3sR+y8gGd0JNhKvF4n7z/OZjmP8XVi53UAIHufOzQ/ysFLIBY7Yaqryr48PCq5PXJ3ZUK1tu8Bzu/L599kTir4PY8riPwtUVW31Lz6zEpNqfVCdHDZtpUk3sAm63Ey+8dvOskql4xkvVPZsvbqrsMAPeOfmR5sPGVdCX6m29A664zj5bfVHn3TB0VieHcVdH7vMZgDa8K1Rz7rWfPm7ZudoJdlRPS+1lBn3XcA2WvwzNeVotILs5+yr3xMwbwEuN1B4K4SBuDusd7JDT8FgLHtGkjCfv7mu7Cuve6t3wDUtoImtiF2IfZ/gJXoBGyg9Ynednr2WpVJSmBPVw3bkZW8rO84896VWvZ6v2IAokeOYGq61v26WiU8s/SWpJH1y6A/1o/5xbd++513Z6XmA/zf7WAxSYzy1QbnCK9IZ0OjOy7otMeDX+z3yu85BOUbJsHsK8g7cr+/fwIRs062AYvX2y9Ki18FzOL/e21tvm0LO2yO15jqj28teKGDrAeLAVAZemp8yrerQE58hHfFY+houipMi9c+4zO2U+wXwEnolGfdLZiZRng7uruTZNmXD9lVR2TdwWfPuQLQY757TTtp98ZN9PfvJ8GXl2XRsyl9NEhjZSQd3JWqPffWgxnX5y5m/Avot92665OKX72O3hqQFb9Ra9067cgPYTTiT/lhUxnf+3Lko8b3/PcK7s0AnLD5Zez3bHIOYBK/+tUJE4yrZXcHgPHrCABQ2Vn4ccjVtlL4xy/7Sdvt7tZr7S9wVnVstfHDCrfi/mBAwUXyGGSSE+wqiNRyiepfy9fB/VIt+V4xyxUD/qGN259jHPzU2sm3JxEc+7/9RQJOJIptJ6D3Wa49EvRh+z/Bx/bIgtbHn/J295sAMAD88bXEX1MBTEvubicbmhy7CvB/9gc90TRoQP+pED7686G5bk0/asg03TYo+yTd9oeq3IYwoBf0YtsB97i0dnTpvItSTP+jgG7+RweZV+0LSldu8v+3RCv2CZ3btiw+OUkh7Z+FJ/S/3Rv0PvdsjLFbAJ/PtXaVTK33E4dQkZMjfXmM9ykyqvmMAD0BQuZt3FwBmqk8xKZobBLbxPLw+XeKe0ZPhSeSkJ5BLOBoHnju336+WJW160Tgox85KtHMIHmcDh0ZezrwIDe1T3eCU+uWF5fD8yUSiSm1Pdh2FckEd0Kxvr9Y2goTx1eqKJFYBfv7wpKt04IDx64MvnRotY7Y8Dzq6BQSAt9S7PNscORVJx/0NbY/xk5ofon9kw66tiEnGHpMGPyuKk7ZBD6CvpnffVRT62mt1crH0VnGwif4iC14sItsHoUlLctl+ycpUXsQnrtjT9/sP2TZ739NoSN8NLyk57lAbWSixgY2gG0iHDU8JSX4TkQLX2Zspv0J+tLhJrGH3RXtR+Rp3kM2vmknc7v1DXfBH0KfYJOQgAf+2bqZcfLesU0KN2ps6OAg0Iqgsy8JT18DwGqpbrrKurTf5gAwwmAr/8bIMLiSygUTgkHMjeDrvY10ZzkEbIcRtsKKheI5LFgrHy+IhWkE6+1AnnuMwZDvx3jI8xaA+WbMaW4nO+25/09naWoTE0igMq4FLI7KgBAmtpVwrJOAlM7caIVIFuqSYNq2LvFMVelUHDWxSrF4jyqDp8/Y5Z4i1hYe/Sx+74yqs1fazwkastfe4ypLdwugZ1D6POcl7fxpR8G5J96XaRnQGR6MwUauBIeM2gmUuFWvBx9HfRV/1rqrQaCBnjcV3LQY6ezem646ewuQ0zR8sj+iEDeLMH93Nis03EoN+ge0UaDIQTA7ixuo4OzL/xcHKQJ/ALJqgX4H+nl2nw2W99IaQuPQGTIAbye7VjzhyqatLOv1xeH8aAlSghsF3lURXh850WU4QQsANQjzDWZthc49hpvXWX/tywly28hKhfbI08iI/uP5m2znbwHgyKipDr1Ay9wrVNdyp/exAY+PoJDB2VwP30MXTZMtHy0P6wzgTwAgTvtWqWzlIMAHMrWrp1s2HSU0gzNtTSbgOuhvh94tJtzLf8CvASlQgppjWjmu7MzM39lYyHKtQzo8/JDWCrM/P/+uis3YrZYfjJEKPb56ElhOVUMMiJ576xJoLpXPcSYw5lt+3wHgVvCHLidrUffUOWJuq/VUo2mO3WJcBn2fPfU603UmQotT5hXaWUsbIJX3kpE+dPb8EA/CI+gNAZJ//DHGfwWA0QkAq+KH7GGSJY6RPa3N28jJ7++MYoJ565hvq7nw/1bjZq1kYM93Zg7QfPjmbYeYomxEj3y9Mh/bqZB8WoBs+TD8nGQ0y9tnWdomavnNHjgoJH04jlfTFN852YujKlvedXCc96no6WzFN21t8J+1OHJ51mafrUkt03TQqQNwaf/9GMLPGBUwc9a/CUxJQVM5OmDRCWgMCNVgAIlvC4Bk0lrXVM8C6I0udDZz9i58t50fcl2ADH2HQOpfGdg38NNOCMl9GVCICieyA9O6/w32dxa0HS1aTU2rq3YYstqZT2cJ674neWYCdNDr6Uyw5qb5rDuMAMYHDNtzs3E4Pa1Lx+3Oa21pA7W2c9svu945BmKDlyvzb/nxVwHgzH/HSdDca1VnRHu1HHiZ6pwBGpDJdyA8c/p0/NCdtE7LBsdek67QfdAFrHevT9YvNHfyF0ybRavPdwy4TecIrvc6GniKD8QZdwnMLK0hH+D1I2dLXt3yGxuZlvt/RePM4c4kNx/Yt0n3HV5kGmuv32covgHttndckepkhvBy2+lnPS467KDbbcPrq64m/yEATHDk+DTj96E3TD/PnACo/L3nv9DTthVvx/cDrKijPnYO+Q1dwRpis/ETXwqATz9Jzoo/E/7hmd6jZ/D+b1ptay3TWrEQsxlI6wWv9+zVOTpI9FldrxoI1LWcTUVQ9fbFbh+raRRZ+Gk75/y3fv2VfuaepyXywz/H/vY6ZD1OUtWjozdwPbpI6zbK7Ojz58aspSpKxbfsCwGPEGn0Wmfm0x6yl1xy/5xRPr4Nfs23qmmNSOvtSsDHDuYYFPaYRPSjLzyOVBmYtiRfyr8WrfdZYq9z/2au0MgJzrdxIIq3//NpO/VZxbDngud3pCsyQrLuDmx5n0dnt5/TyafQxe376PupUoz/RdKGeAid4w4EMyf5rXBEB2Ma7I0NRVvS6JDDR1WpqPe705T3qOTuXc1luWu9NMUJUzXplsrFv3SIaVwL3KErFkMTbbPP38/7wtVeCZCzgC0P7g5QBFFv35Fx07Xi+C9Tndw82xUi0KzXc6pFbrv2WwC4gyBptzsBhKm8fQmJ+gO7pc/dZu+Ovzl80kEesCmAa85INj+NrcoZjBxdB22dZGUnDO25mF1dpfvos/vM59BLJtC0qL9lVzhx7WKj0M8E7CqBADtD6/WuSCIhYJPUuScVVthPy2MbhDo6snyN9q8y9uCswqc62ZL5Hd9V+AlBgXlTc4wciV0VnfIuePC4zpmR75bj+iidh5YQbt/7Xt/7/gkA3/af9mt9eu2HXnd73abFl9wXwP8/OVLN81JRg3z/8j3vADD36mRPX+9jnYRdih4Xz+396gSGuwMBwfFvwTXLvWnpmcrs6bw2vIat3BWCToKYhKqDO9T6k4DUBQjo0G8V9tiR0FLoRjwfPX3bd2edys8ngAUOBBYM7UVOxg/7yadhvDx/sZDI/8bjjw9RvnBXADct+LmFJej+VIta1pj6ZEsIj+X4lA0CR7+po9gUOJX/QBesld3RBwcHcCBysUyv8eg3qkuPHh8nJXbJ4kBN4/ixXVVJFTUJcjxDP48f7md2h750t8K+IrB802hsZW3e+AZj+2q+bX/IpugEmKxxgnN0KsA3hxath0kymKRfKtKzZ92COqvwjiMtFnEHgHU9dnqvHwla/V7zMWPOGvLMBC1vul2/bjvieM1l91YXjrtKledFFo+9q7n57y0cEbYSut3E47ZvsM/6qKsEhfME+yeFw93+3Yu/xl/SdSRKoeu6y823ddN7ss3bhvf+TyGZOtCyH/qptUzXMDDmd0FXP2NxmI1bhhBk04CBvH2s7rAUXsvnt+3Te9p4j7AFryFYwazhvY9N//BW2+FvulqM845zBs8Pv8D34EiN2R+fy7514gdg/+dZDxM6ANxC6AVOjIHMBtHDniBZrt0sPAzHDjZ4/T3oAcVGQzCRd8bHCu82fmNYxsl3FsMANRh8OUsqii7ZCNumGWeL8+niQE/Q1YMrQTEgDkJHc2swaM90jMBtR8N/P/8wBHuMVow28reCTPO/q5FD8DoDcw1UNlKBFmcuXmc06blUKRn7mAtuY5BNJzCGQ2vBN//9dkui7JMCCKzDZk5vpheGdweLW0joHgQiPRYbRVm3dpZacHou5dCOvC/6XCGO0sRIA+C14ngqlLlXq8dv7Sz0/JOJPCAE86DqsWkYINrz0xkpMsTGUDyZmc9nJBz0PfqMuU6oOC0BJiMHA6GDOjGuEgj2Gs5Du5pV48YhNT2WA8W6/+MJ+BhTl4Fvtgr4Yv4Zwxf+9funhXXujQOCwL6Bka7q9EBt+G0rWxxtHDjWtun2rKeBglAu/PQymLzOe7aIvkdgLnPMtdrjDlTk3QUv+f2l0L9k/5o1Rl4AAjhQ5Ha1b4cBZ5/vZZ8W+Nlg7SYGvCt4M0aCbgSAnWBxzujDEMCxIzD2bjF7Wudb9u2ZZZFBoV8qvNmPs0aiuwlwvQ2qGOm/5ZBYThKETmYYbRMxMGJwsvBz/gQG3YC6DRDyfPam/363CJPM2LMPO4NXzxMQDKhherbjv2eHeL4Mq/YQA7UdidDRntWJ0dj6MOs3Om/2yeDwM9ecqzTO6SXLn2SsoVW7bMdpE1/qJd2DE+A1ed7u/bDumDMeNV/klMfo678HSGNEzxnIdyBWCSMKEJsOAzTn2Q8NVWQRnm8wph0sqfymLxmuRy7LyZMBPgk/2e89zwn94ACOLPLn5VZdk+TRa+DkAeuZcUBQIEU8HQBu3WdacRVtAgfRI3J6wlM6D4tAQwNK3NoJLOM49rVND3x3AwSfgWx9569ojM+tD0ZQuvPByBbkaOh2nKppFe99HGej6SPG/1OpLPD4HAERB4OOJQbFJOfQdQI4XLkX/XEAXQMTOGRwVva3z6wCTGQOHptsvBeKFpsJRw+nNXopVU/YAXfiXxzIlcvm50asTcdV5STeVpcLnDEDZdsiMnTpmX3QV9uw7fh1hnmZNYca2y6OPli51IBTeC5jJSO5K6gib962U5H8/Lptmzq4yr2h09h6b/5LACtVrfr59/9+ghiqqBNPTOCuHR72ogPArTtxfOxPSPZbTlOdp7/Dx6K37uxxEt5GpgEi6wYAupJz2oNTqYh+K4CAYHqymudmXoC1hb2eYz+wJvpKaO7txFMBQoImFQT//Tcl4XxWoTSt2j74qwDw6EYSSW67Eh1k+8gcH7sbzjsVJwJXpsMRtIGcal8Le4WjgG751S1yt0PFOOjDuzefpdVcRoQ9iY5sezXPmpE/E6FLRc5KDajWtvYNWHAEhu6jua5NiQ57d8U5naTcljpy19dMBZNl2yxWryPrpzUXmCGJB88YwBs59n8FgPWc42s8crcTjm7+PcGXWZ/3+eV7PlwnhdKScDv8zB5I1468QF7d1TAATu2P4SuIZ6kYR5bozvc55sg3qpnavutEvfYv0RHvM1JJpll9Gf7chAZ3mNhThZIA8Kyv/dlnSxUAtp0RUvDrlXj0fNBn2MdmXB1wV/pEbu59RDuAX8f+K32j+51KuglYNv1KXjkAfDL2N+H+ltce+3NvaOf8HMFKItXdQi5j3nbq+JfN/56RgejYFF3x2jQZe66Azgm20pLWvMz/seazZ96SsROW5wOmczSMfdmxW0jYOTrE/B2/LxhKjJJ/2xBfDORbt6mz91q/SsBovxQR5ICLOjkMfxvfeWx4404OhIefdB8SVbI3UcgCB5k6dlLbzbTgbOC7q7rotOYtqSOA1hfeMXxrCXh81Of6JKIv8XcAGfoBC/zWLUpjQAalgi8rCY8wb8uTCXayt8jD7tzXCdqMnWNBoMck3zefYWvusUBdoBBbffbEIn3tmIONeFBJEkcndQD47nR16GUwk+AwwX6aB1seR2+Ef/qMWvyyTqg662h/Lj4cWCZ2da/9twr+roRjvMjHdCd4tyxuP/ZbhXjbk8aJZOM9a6suFfJDFXjUM++9ufGh7mDlRCPpdAdIx141BhXMsbHQO8Bu3h6cJ7Sx4IxtveeCTa4cufh8Te83bUOPkiudSOB1H9u2fTd0f8Y+PuWMHf25LahrHMMfvR53gNV7+iXgQtJo69UImdGvj7DAfsb/+eZf3xW5bZNHZm2BBElger9xKegOPueeJzmr8MW/CgCvPgSvyv7Jzm8ctH3Lxid5PrIFGu9uhc3DseF0/xS24GN0G/Qs6RxvOX4+9208LPhCkrxzdEvuiY3dOLpl4EPLes4fOuLQewY9Pu9Nm/hb9tpOfJZkYmCLs86AhGcfP6mCYewV+4+92roAjKOP29Kz7AuMfsXWEYVj09h2c5wlMpeE8exb+KXxAIK8HEFzKvbnhk7KME8KK3wC6O6qFA6j06v17YPBxKffCl/NXeMHCyYxxdcODeILYs82LgT9QPdJDI6xiF7A32zZY1ykEmahD9/P8wht8Wq/i2e1jYYMZQ15tuW8Hvzcs7v3tP6O/Bk/BqXBOcCuaE4XQFfYz7xEV6JHJ0E/Ootj+Q7/EAAWu3iuwXOQx23/7iy386B8HR9hJZtybKUefwdXke+6D37JgoAJADf+Hv0ln28rgl/2cn0/enPmrU52leCfcb8LpHofb/xQnyFXzjLPL0130JSPTH3+d9vDPwWAWZ8kLGCrDF4vH6AwyxRDDR8MDgDtsMfta6+uC+5Fxbd8CierCN9DyIiaHiMGHec1QTFz8xXcaj+6bdPS2jBKW0wsY+g46M+TGXiDCAy8HbD7UHui2hvRDtBCRpeZ1ADl+2zUA0JZcKxh5pYeSg0T0b1aJpUXOIoigjKCp9uytoDH2DxnOL6CU3P2xgCo3TJXFW0C/2mLes4IrgoJGKgrgFqQq0IMR0gBAgzoBhw/hJ4rsbaabvczQAdAmIXeZICkcjXBdIjlgKJjwOHYHUFRyynn0Ws4DuKd4QnzWWjIQDewHNA4snaTBfgugVWMsDbqUPAEmDZLKALkoxWHheSKABxRHPTOoLkDwBYOs78CGDR/sih1T4yQFSBkiKc12e/f+2Cv/wTzBb6zH8wR45FKa/HSfWZrO+53JksbR/bJxmj/puBwVg7AXQuUFkMBQ8lSluGmdglVYW18AAAgAElEQVSRGb35uwb6rAOHve/8/gbAw0zhwezdXXHd1Wg4q7R19N6UIXc7mHemlZ9VwraNacucx0Ci3RBy8c4g7znhbHy0nFJQSIBHrVMD7JZNQ+CrHBpciAF2zgWYTEtfN05oHLyt8Gqnctc6vzEXyZMkrFSix4yDfdO4JD/c3ul5rXzZDNzwopy6tEG7EwBoAWr+4MwpGSxqReQ9yLjImP3IvpSRNV+6aa2NN8bsCoIB7vXMDQCHTh1ccGBsLbdXBtXQH2v4+3cqQnNGqnTDOg2s7bfkAtYray4lPhUPE2zvPdXnBIAzyDiuAAbsmX5uxVHmgozK+gIKUmHzbsHMnDwHBSyfhUKncCYHc7qBkBjD7+B30xlGGONuA0jjlmx3BZ52/TqPmmeeNTsGXIxs3md+urcreibbtumizw7SmFo8Md6b33C2AQHOnpU8seyJIJ2uEOHRO/iHbiLTPTr37UjY4K9WP3HcSOzR05c2cXD0LjIRe4c9cqso/SvaFX8LQCTgrbGKA7ClCJi51ZMXZmlB40vgd+nwRQ+eT88p8qcDvAbTTwLOBkiYT4KKuDSB4u6sUM1Z/As4jv6x3nVL6dU96F+cJv2Ubu6AkwmpzlCCVuNAqx1QEgxk/8iB193Zu5bZBOihWwAZ/gZQsU4ZoLszSAmGwzOAvjihoffoBc/nChASgGnZqfWDP7WqbcuTjPPmhXeFMTx2+FcyS0kqnsMmcOjzbzIHEMEto1xFT9b4OK0DoCLf+4yztUsTxURfpvPAgATPGEgyMgDt+Yb/tnJwK1LuIzb+KsHpxW+2yxq4ya62DkLvvCpdpkOH6AT+PIkuI4c+dF1FbQ2o2omO/Z0gziaXIbtyhjyJTLPP4t4GKsbZs31TMvBUQjzfD7i++oFziS1nRoFKplieCUidfcjfsXsPvc/g2j7HPjPLDeFBS+Gx0DjyUu8dEG/kP8C2vufEA1q+aX/qDLHw2ztpgXtnHCurqYDymPI/v2iZ2OM9rfa0XmN3MYcOwuQOAxKrrb3Hk0SuBjXbjlLQSgAlSVvWB7Z13rZi2zOdBHX8t0raZOzY1QS47gCw5PSd0R4bZaviQgMBZfq1gKalzAHCouPDq7RxQ04SZMBnIsDeSV8Z+1TYiwYHfOuE5BPgHTdKgNZWQCY4d2hyAK3oA5HwJLpWKTj0RsLd2k/YbLkfAWrbq88gCfzhPhAIav/jTdvIQDsCB2QHCIMPfYb82BTYTwyXBCZ4CftN47PvIQvCvgbJldtJCfnNGptaX7yXfewXNCQ6pdr89bllVQWA50N08gEvrUTfeprEfZJj8t34GuyhZawrg2dP5RNKxkmkncTK2ScJStHfq43qnveGreEq7eq41gked4AfuZTqCY0/wGfa50YeitzvSh/WqINyusKV5fOCdzVoD11zs001+n7kqWRsB1tCf7lJ2nXmj5dM894uBrY+G9WN4wcpgE0Q2wwSDCZAfQfkEvAMQLzHCN0yVX5fQM0YfS3/Y++uH4R/o/0FZI782ESil87Qno9d0Ef9mLSGmHW91/yFyWWtWDM3IlNyzvgUsZFiBzHeI1eHuds38FraZ05iWoOvkd3huXOu7OxF20aSYfi62v87wND6MBhR/ptpzt6PAMQosExJMOQEDsd+hObA+mTjtr/USSJ1uyMfsNcawOeekl/tX7yTH7eDGj6rZtFzcbeUcRJYv28BaZ7X4zMPPM83X2ndR5PHPglhfLNBDg8OVgEMAH3RxdKENfcRb6IHm3by/E0w786S2JuRbfFXGX/sy70WfmleYL9X16QFMUF4fd7tpO/gTusP8BBs6aXbil5pb8Z/PDa/eH6KlpKMNwVfFIIMn2ss0P7bx8hqf+IjI8clF2YD+vropk//0ubsyDbWrHHOs7fIyOcxBE5bXh166gBwNZ3DtrsxVa5TQPbWl2e/rIPfle+Wf8/gwSbQvd1B6Q78kzDktX0moedtt9okZJwAsAK6ZQvhz4BZHZ+7dHwHoLyW1xEDXn8SFB5mEN01H0rGeT7PPa0dL3vN9PnYmSRtnmQ7C12CepG9FGwFz5m5WZ4uFqzCpfP8wvdu+3hpYBPu7sTyD399OteKBo/98YN9w/27WMd742ToyOW2a5Hnxh2dRPPgnqWj1CIerKKxnkMj4rXppHrmNnuvv2lL3vYt9KJ7uHPgJKIdPqwAOPalujDJB0pyW45oWn/O1H3W/+BMLmwpHFVB+rEVvhVLdiwGfukORY0Z4o92gVIfkRa+IB4IrU4rbe2BGbRwNP8dPmzbt7GztpV0/d2Z0Hs7NElsjOlzRjWLRDC79XHfH/v2LOrQDUUHXp+iJxXiBC7Q/z0JKFVteDo+iF9RMrM+2p87wfbQEQHgBgJ6QIfhLgBDxJKzQ+Ik7sJIGsRQ/tYSxWNbOvJG3NlEEvIYZJpYFiocjyHZjjnvMwZtSIhSwuV91g9B4AYqYtS9W46yHncLP8ZKa597rXqDUx3xbxORMjEkQDdDJFkZHvPQqIPqdQZgZ4zpe2pRcgyMyfy4HZDe/Nx8JOXs0clkGwD+VDi97YD/+v0vGWarnM8aP3vzOju3zhW91+IOAB+iuzQnitFKpBz1jDWtu38KAOueDiA7I2sO4x7haENBBqoywNjeMSzuzB6UU/ZjhLgAEQOg42SV8pRwcjXc896vP34d2ly6fQeXyBz+88+3w4yT7OQfsc48Uzc82YMa0/N+Vx7bZi4+0ve7hawr5KZyN3s396997iDZK5Byncv469cvOxdeMzm9XucEgE+12JBZA1QoBgy0wSKPYUfQoR0nDCUcdjnEnWWmuTgrbQys47yJgw1eraMUZzpAqunEjtlmjWev89nrLNoJyv/+/duVTi0r3pV5AUdP21kb+tmUe04x5opDhm/yvR3zaWVdZ34sALcA4xnTo6g9TwPCqVbMGi0AAE3F2d0x/P7zd+hqzsKIwRcHvANMtGsJ8PUpTzLnzwAwTkTN2r+63eNzzb2vfq4d9Iw9YAtuXe7yzbnPB29DhGdquHF4IwBIMDLfDQOxZ6xpO8S6Jq0ExTgz95GpWe8EyDqTy8MpGXfrEGjcmd4Pj8InajntUWlsr9aQb2dDiS5ZC0vMk8SDLo0OosVyZtlJTN8cl2P4DYEAgjSg0nRx9pRWPxXUbhmIseR9V3tvAT4mjM3AbLrsgNfZj8pY6ySOuwIYxx+6KrvUwyXWEuAua/hKgNJqil4c+FxZ3KDKoSvrkc2ghra6ndd9xl2Dyxsgyj4myw8Fk7EFVM5nx4lyUtV2PPimnw5gNa2Cb77vZDqcyMwre2MDfmQZjkfLPRI61C1kX+8AsN53QkNlYhKgAQisi5ecJNsN9AVo1NqnPeQGNLXG0r3d4tyjP5jYO7BJFbD3tPXfXAC/Hdn7fE8OqRzOI+5mhF5b7Xu1gM6z3w5/O5zQ8V0dr8zR0FsAV2iOhEUWxZUPJQ8yj0/5CajYPMe6vHQPgSrfaOzq5/5dzaKPmrYAwjpxAkfPeqNsL9PuBIDJeM97y1tJ+nsDCqyj9v5kpj/775bkEhk4zSMfqYRl/0K7qZrTy/wvnWenKTbDnS179o0ztXxdeJEMdQIQDVx2ZQf71Ak+N21Lr73m0Kxz0aUGe+ys0Qfyg/L8GVdvaPza92vsi9cxBWWfQGvdYrUB7dZfvnGtT+Ts/76BjIv+bz9k7ZUM1aCc1oBqrdPRZBKYkBty8K/WpcimyNo1yk8A2K1aCRpJUGvN3uCM9GbbH3RIufcN+ffO5iYglG+H77K/LTsNls4RCYDJOPRObHzoWu8DlGxmdjazk7NaDnXlxPFTJ1GD8Z9q4VnXtHp7+zHqaPEK6nNxJWelhXlkb9sNfS4XtBQgMPb2trjEHsbGnfOKi554LHNpkBSdqc+Q95YDR9ZvBXaSJRIAOomRorXnjeAoYbrwdm4gP8as9B/A7WUk281je/Q4Il/xKxaX6ASpz+SGscuLb7ubS9Zw6En6b75HxzV9cp8777mMY4ts+aav2l/q57QuvOl+6Wj9JeZ99ssAaT4/HRHswF/CzXNbWX9XTB398YDx+Ln2NTzwdLw4frJtAvlMc0TXrNNiYatHT5KVaED2qcb7+AKvs11nu/2o0WMEp2N/bBK8gLfYJbJHKDX/DOCxPgSA/feztwSAsa1Df0p4mI2Xjy33y+uXyuFNvNpEp5ev8/ITx++YBJTYIP/40HlpDy7FWLjA8LdATALA6ze+A8D2Ua4AvOaS6tusx53Y4SU4586GHvDdvQ4qOBgScaJNJc6IpuGNMz6vHclLU+V3nRp09IuxDwunM2fktd7GpyAZAXv50IHlWQou8EdFNtrP9h03Ke5nf/DIRtsl+V7rSuuMt7E29sjVsWroFrlMYBv5B79kbfHPI8d9Ju3Ijq4G0mN3TS9bGdd3/Lwkci+/EmRrXK0TIEg0+CgGKbv38MWsDfKmAzy3zJKcPxXWXxzbn+wQeDTrt2vupf8ivzoAw5pBJwQwOtil+5NQDT5yAsCyEyQP5A+7s8nqEydPUhl59ngxLNFk48h9dnRXpx27oJLONabFUUeFjgzopCOxiXlwbDSCmU6SFR3YPg1OZL6fTZFcIMGtdYX44iMATGv+wXdIfracGLsJXCVJjHPWqB//YK9TkBAdHRzGtF74BeMzDv0lUbxtupuu8KVuDJbx3cHu8E6eeCeRMY67pXzwgzq6rLprncXlF+umT7wB/tdP4UJLAzi6oa8OLkMHlm/jX3QBycuvIwH5Wf9vAWCwLAkWAlfR2zNw2t4reHxM9T06Unwl3Pplxxc/cAk4vte/OqD2Hrec4P0Ovp2l9Lq/Vzhd3/JywptwPe2lkm2v7/o7Uzm7e77+RcY49m4F5E4AuAKr+u6fv/80HXD+LL4S9o9p8NK3bWMnIXjH7yNGRheKju92y6fzQRXKOBmgcCXZVzoqsu3ss0BT4PdBo/XGv584RycwMCfR6TsJ4l3c2UkNkusdnyI+5vWlA9cz7siqJNKZtgc/6E5IyEPoFV13Yx7YPEzlp5bY3bnsfPfyMe8A8EkOMH3nqvZLoZs7AIxM0566e6c70IFlZNLYwy17GNdZ+5M0UD7OU93kv/QQDJjWoy+cQcpyDGkBcFbqA9S9HjbC/T4jyM/59A0eRannv0FtNuxbAHgFgBRD9/qOsJNBHaUeRRUFta3mWnl53BbeRzrlrefiu0VIb5jAQbKfbwHRa+SsXBvECQAn2S2GJC1RzllODe4WAHKy6mZd30EeDLzswG3wsC+vn2XgOFDYJeHDRD7bc86+MWEOURwDkWz7Ecb9ub6PoUDgi3EdwG3uqfUB4DtjrAPZoyDS1ukexzcC13uvim0Fse3IxYkwdvX8dLaGFODc92N8MtLk/Nmp2etCAwtQHqaU0y7BM5mkLUh6zrNLs1dU1IpuF5nuyjGEMoH/0M/4MmOwk6nPevR8Ubo339nONb1AN1OdV8zvNXm+hOLHuLdiMgD46wgyQBfGuwL/E0BSQO4YolTNXMY7a970TCCmwZ3s97Q3AlQ0/Y1xNQBhAKSpGJTjOAtzZ1x6GKPgVPnZzrrpWsDdGGpZj81YBpCGThtA93ja6sDxecZBizVASNPLk5DSY2N5joNSFZJ935YNjPeuXCI4ARjeZ/+1EdBnOZzzx4fINI4PAHbWbmyfE4z2egDeYxsOH+ozaBH6hUfv6/jc18z13/RTf0+/+yzf4RuD+5MNh364ZSYBGO6dpJ/PAHDLvK3QozVo5I6U9SsAbNA7MgjjlPECpnk8FThT5wheONKh+yAacbayJnuO2J63ui3souOozvE9yNabLN92oNwuZNp13Wt69qr0ee/FW85nbHd1wBtUz3fs9FXGYxu67PtpJSQjfXjqBlG+BcjEX/BEshzTHaMT1T4AhQlU387FZlK/9U3mGUfMZzoeJ3qBJsAZ6Md0brsl+2ygbCrAT4XS8zmtzalUa4COLNxXgFO8Jhk1G+MkHt1aTsnzbzOvQxfHmbwCbRqvZFvLA2ht6eIzAGzA+nWECJnMARCRabfz3UB3qhQXADy8Mu1+usVj02jLfz3HoLGDt8t7pgXbAJLNBAo471h0ITAmNBkwOE8QT28l3zh6shdtL3AW4TvYKPlBpeo65LmWDgWMvwGmM18FnIc/ml6QI5lL9NFt78KX99EayA34CkDiJ17P9wJY/kOV1cfhSsBSrzgvm6DAmVcZ31NhPUkDdzY89HdkclU29flgBOD3CITs1zeAbh3CN9DS3S2gz7b/CDSFhrIaJ9PeleLvioZvepo11OVe12f/Ws5gj/0UhAGAOiBNVYDPiOYRAXHeaVLPRwBsoxvOug0t62IB2AoQQAeAANCX93tam4ZHshhe7wdwuO2/lvmtR85a2F/UfWLvJmAQnjyJPzO+lo0k6RxeGFCG5+GDfj3jCBp99qyPguh7alYCeghGM2//HDnZ1YG3LkhSoUCITcogkc10PyAfwbpOPmq/FPkUXlmZd5nGR082eIjcQYeS1Y6PTiCr/aAGH142UIHytEqNDF1/wfTzpfqTPdJ33Sp3OoVJtzmhWEFo6/i338p1eU7kYlc4anx0zFDeSOaZNSIhjmoUAW16rtdAerX7Qpu4U+HA+rW9dWhY9tkEs9vG4HPzjHz4AQ49vpH/DaCyro6Lel+n4lF4BCAdOml4AT+LAAr3I3kdHlQlyeGtkVNtV7I+3drU49Y/y4UJ7Jdt7uVZc/Mka74A7/GPJKOwxWIfWzh8AKa3j3UGXb8k6AFYrYVIwCs24x6bxbhpGWnZ4eQjr27uSFL6JM7JXtKLooCTyFM8lvtExmET+FbPIFQJE3pPwM8FBiM3be9Zvs+jD7PG7s89WJq1CcSvTsB1Z7icrUiy0rdgBPYW+vdUIVZyM/ab5djgWeh+dPvK5fFTnvnKv8hab+LRuwJ4fRVosO06tvHwhO3qJOQTFI6cp9I2AXQS7uJjk7AaOWr87htWqD2qCmPdVzSoNby7DULLFas6tJkW3Ql0naKL52bts+PPY2dn70c2jY1/AijPw+iIEXokILXAPAkyv/5Jp4/IqX5pHvdZ0LYbRv7y3dYPek9/q0BEQYRjp45d1PfHltd73a4eGUOwr+lWv+OjA+o7xjPE1Z2MQqeDiUwynsZDdZR9j7JBTgJivWfdPw/sDjQeByxewcnGv7aDEOufC0j21n3btvhmp7x35P3XXZTj9Zz5CsexnXAw1E1EvSv4nLw8dmHWOnSl9wko834D+CLg6NLIncYnScI8/DiAfydCcw5l2wtgU20DyPeR72/aKhq9K/R7L+GjLLgA14yEwDfr5DfHr+4ilbPSj/xa+z7vur77+Bs5YiNyQxhGCj+ws/Vcy5MXjbztjbUnJnFlvou8ZCxUv9NC3WOZvWJdV3ZmoV62lKZqxg+W3PdHJtoOf+bQBWEt++5AvPSc7OeW7Zp/kkbPKg6fRWYZgxqsx4lMYx+9CunkM7hV8B6xid6QPpGeAEdbvTuy2nS5GThgIPA3RVqMLj6bmHwSvKbC9a/4EXup91z3c0HJcz2tgsM3b3wNW8jyScGNSkDMPuy6YXd9YLb7Fa8pzyOWwMckOpkWKnB7B4Bjdybhg2RP09fomN73TVgEq5mfPg5QQi1y7u5Ao/fu+Eknph1z5fkeCcDgYpJnJDLyvYPjHuIbJteaH7knfOTig7KnnRz6/M923ZfAdngs9nv7aX0EwJ0AqGsaJ3hh7bVvkl/Cd+2Xj3/fXSvoYqxL8P9p8c/etN/qPR7aafkGxmO9/bBFJxh3nBW7bmkn60kQGH3pvX340jal5OPwD/gEONkGgDHiJ67aG13r8TcFgGG6OwBs+izGiFZeh5bqlGQE5rMYgRyAvsTh6w5RYBGHaPy+syr5/j7Ugq2yd06G29m8GuPDBLR9Q4B2hqrgeByIY7wIhBjhTzZe5h2H8z6cfp2zdaBupeEWcCNgLUANeDyGfgnI49w8XwQk873dViaCgTNWMXhFSJypdgAifZW1n6By7e/Hr3HGxuAQk022WVpgDfFJjj/3VYXPLZDP35PNmTYIBNw3m9Fgu++fZ63CjdPJnnawc5kg++91fdbhrwLAOB3NNJ2xnvNK1oA9Tu84PF2xBdNmz+KoY2AxNgd/TbCZ92bVJ2O5kwuoEETBZA3W2NPfbonmtkrJyiVrmWugXwR7Z5FkjTbQ2dWstwJkPX2G3zBHV+GsQl+S8V4/63QHgPP+VvBZOAksJxtz5EA2McHZFvo5R3TOuB7QzPLBzr54lECBHFIJsNDDaa8054Aib/IcrllQMWuT+YhHaNkBD3vctBQ0PYx8GAf0zri/WwwTZGBs3wLArSww2lHYgDE4rp2FRQC46W8B2tDLaY22WxajeEBq6AMH4tDKsy68d4LZI5sbiHUm2bN3zLNb7SDzEjhJYMniw3uXtaTVRvYpu3ifEdfPs2xTML+MNzo/AHjo+1Trxzjoqu93FR7P9bmuA6Brv2klEyD/fX60rukKPAxe/xwdpWSlZKWWLjwA/SYkee+kry1voUMF5GKlNxDHFh7+HAM1uiGfdvA3NDcA3twfACdGgyrn0iaVRB70SQeAkTNOXDEoqYel40ZX6LXhhzwXDahtbtb5bZh+6g2AsrdB0lVzDlY+z80ZMCsPb8cJmkDeeW2mNd2p2HkqEO/uFv9XADiZwpGP8B9nkUL7mlcHZS3HZh/CbztPA3ujS/3+zE/20gkUHkcoBt7stHY3ez7BA+sOE9PQ0fO3ABy/T8aFd25e/PL8VKY5ev8EgEcGvKpUvI+h83MbAeWj1+4AMDoj3/0MAJ8WrZrjc0vNL7on60ubok4O0bMMgDzjSHLadEkRu71s0ekcU9VqXc2N49JnzegIE2gVGSNdJJrvQGD2PwkUtHV6202fGZgEoU6i1jjirZ9DH5FRnXRHCzmPbUCbjHPsUNt1CeS3rddnfNmOngAw++EElHke9iZ2TbeOP7LpWd+u9Ga8hxiGHjVXZwg/gAB0TYtpunrw3CSRhGg7AGyKUXVCOSbIEDp36Dsnc33sNfbNYyOgKB6Zlsm+7/MlwDH93TbZR9XndQaPvr92gghuz7JHjpvuJWMJ5kjnijULREIOaJA8XwHTo7ust94gRdY7DuPS77sFuGg1/sDY6y+/KbIn99kzlDv4G7oSXT9JeNrHp9K9kxa6wtt7Jr6dQC3di+IzyJGOfeDXOKUnIVgmoq/Lf77XleCqt+GDBuED7C2oh82uqem/29H+FgBGVnQm/B6dkK5QocHRqz4zec8f79akC6hnqru3sXX6jMdvLSBPspHPLK/oWhbu2AfMD17ymk1CqQPRsyZ5f88zNxhgPbC2kOf2fF/7JxmnNSSQgM7Xd3y28u03VoKw9HC3mSTwwD363G6vDQD/JHae/Xr2mvOcYfmfst+dgPn8Cy3e6yX7LIk5vAg0iRZjH+bIDmxG7BiNBf32UwIJ+vDYt9a7m6zUrV3/KgCctRgQSfpzKv2ciKTAiO45tiHzOLJ0gksHfwAjGduD/TaQZZ6In9b+iVwkZGAqbLZq/fjjYz930ujxjyuI0QkL4DsEGPdcvwSp7kqvT322+8Zv8Re8YuGISYALr43vJxp9/qbrFgHDfZ4GvAHg4SzbDwSQrXcfhu9Ktg68Hvts+CljSQcKvdZXSGXt4h4JcL1ssZLL6I323TUGHy3z2PkkR2j+rC+4SXefOcfnaFxlQ6z+rg5RdOUr30ELeHxUApTPm/Lvtba2MZ5FaP+0bWjs8+B9Ob7rTjwisKX1IumJpJMEKcWb8V/9HWNj2peccdniEbww9B6525VVuv7XU6VEcLH9GmhLa+MEiMGhOqH0yDD1VWVNRR+j0wiWtcw+ukzrhK7VSjy/EwBOABe9lyA4OID1KUm3M67lgwRZupKv/b/Ih4QypVHb7g82MEmagzF53SrRMnbL+s/d+QtbJOu0tnb7cfZ9tNi2zdOVisQ/zQF7E/3894dvulIKu4nvhqfmyJXnwyOXpMdkgZeNZFngoDOrlZ9r203AFzkn/FQ2o/Xmyu8eb+6JzMH3yn1/ep/PkGsEcWOnfibUODls+AXaMa0NjXUyg953J0MH8rYylOuwlWicow4eqZbPy/iA6TJ/M8a2X+D/xRPnu7PnHbhrPCb3X9+3A03YvV/PaH4GoznFDphkTe312AdgRBTOpJhDzE4B18j/ZE9oZ15VsyT2ao1S+Qees7YQdhC+RgfeF78ObTW9I1c7EfRQ39DrwfeKZrrLkL5Plz9k2LlHKM2JQMFiJQMvOhyb5dB9J+dpTwjkghd0vol1RGxUP2nk/7GXzehlX021Lnik9a0Vm65NgvrBSEvXY4+kKnY7FQh3EFa2OjxJJ9pH3jsdEK6OMDd/hJ5DC8HVIh8U/A2+lUR+bIj4NntkKbJDzw0PxD4EW+o268i/FDrtfuBXts9qvriE0omvPJ+9knlqfaFXrT+2/OHzSSLvADB+6J14hSzoIyRPgtvozMPTz3j+8eh6wSCaGj6619b+NWsTW1LrGV1ES+7pCjb7YH0wRRX4HtpvY/bPvBrjYJ0oToO2viaSVYyqlv8Dh45uX0ykj+iB3qGzzDH+QapoQyq3vUriqj+2vTLxu5GypvFp/sLn8HMnihLLoYMPAWB8W67JmFapdfGi9WXpgdNBoPyzO7FoK5ZDtz4Od3jhw8/T58+5Mv/Bgb0zuQ6YUAM0A9YiAPLZHJSBcoCHGHQHsPRibkVIg7csxrezI3FkMolxIssh6iwNgok/Zf5s9laA1QYMGQPn7HTm8xrY6/wbJ23q9A3GmJj3CUCh5NlAM6g2xpkftByIU7utpmIM6lZuETjPY+3jXK4BRasu5rFnPMYwy2udKd6SgDptOZ9vdLvkPV9059pG78kKlkDmCaVErQhHkR+6mSQhjHbAhQQ3Ur2CAGNcAfwro6GUYANFzD0/B3SyEdP5eqIAACAASURBVLwM9tUoGsMEpu0SfIR5BOQAL5XsgNDRE9u4Pvs1hnJ4QxUXyqyz+e5Ram8Roqo80XM6G7OrBxBguo6e797Viz/b6c44siKtjAwA20Df9opdWduCk5ZZzua/WpTf2XC3EcqeMKZkeksOKPM4GewYgQkAx4n/byq/yHDSPH4wmu9nSE6gk/nZoJq+73Nenj05oJkMGrU0MiCX/24AqgNudzCOfThK9arWZ4ytZHEYe78brAawaEO0K6wjf94AGQp2n/eyYUa+5NM+K9VrQoAK0GUyeFFETVfME5BJrN6Alp1DA74biMMA1bNINjoBYLcAi0GG3milCWALj7llmBzECZhwbs866wvcI1OdQFMAEG00DmhtXlHFyGaPNh2xDxiIVKqy1qYBQAEBAsPP+j6JTmS9H5qdm7rl2fzugNAkITDeGBsbrMaQACAK/e13TutK0fGgpRqPXhl/HKkObPqezxrlnL4kfuAUkQjgvZuAjnUHBuAE19rJMh+XjmxD9KcKA6pVEjhSBmICnDifgASZRwSbHbwBkgB929E9AagryQE+7/3e5xtFOYGUBoG4d54V/ut5p8JWhuYTXJm1AgzG0b0TL+6qfD2PRKOmKT1L+5gW6nGSoS8AOvZV+lPtjCRS5Siw74DYJAQ0QOIlrQxDzQ8dRMJFB6iolqGDip5D5jhzxvC8ZVfrHhy0HPcQhyNn9S14Ay1S3WYato+2Tlq3ZkJGf+p/uE88kHMHu+IonyZ4Cvjod6rrybnDJH7EWVz54jj387ozURccSEWw5knyArIM+YL97X0e/l5ncx7wvP/qSDGAU58hfrdUZezm5XLYY6MsYBab551Usw609IfOSN7zVXMG4ILwls/neBjZH6vf255ru0vPxE6xLK4OBKxl89SCNksDWisANNPqyORu/dkJAk0fyZbPvTKOoYYKzANCsY7QcfZ7AQGvxdjDka3bsSD0PTYqtDJn03t+dUYWlZDmc8vzXOAjQXSLAkWR6/r8Toj4dsZvALfo3OP7iC5sF5Z8sc4ARIo/IroDXNLfsRP2OIqzPnMUCfYF77+rw3R9qpljc8cuRb7BS6dqbI7s0diTUIgtN3IOh11zG1zIpKl768uibY4jeP78VsGOjkW+wB+e60koW5+tA3YEUzqIgb1y+7lnTKK5quD3nMt/Wf91aaB1A/qM9eVYHPimK8myV0l0BajR+iOfsD31PQIz+OJtYy7/5aknYWkqOpBv7M8Byb3HsRFD35Gvb14SYYdHSsT797v6OGsTvqAqV/IJuc442csjYydgbTobnowOjD3l+W9hS0Ayd6Rau7tB42/yFFmUAOEEgC+glz0D/D8Aklt47ljuBF7xL4CmZDEJM/AaurfHmDVKgrs0SydXdpJBeC48acB0RCw6WWuj5OwEa+IzYeMxfu/7bF4DpewR9jZyNpsdn9a69/nXNjDJqNhjnwltI1NHAacyYkA8yXb7DAHO8e+cKCnd1/5PVRGnZfJgPwoyPBcncWZ1TtTe6kqwjNDuJL3LRj3+5fDL+O6336cxfyvIuAN40A26muchUzq5LnN8d3LQvtFhKL576+jQPvZF5MX455OMgty0LSP7R5W/F6BJANgyR/QknGeSVUjEQHZ92LLmwcXVRM/m9LGd+vzZ3o+mp9Pi2fSe/TB4/YxF17D2CdR8Bg3gl1dgR7pw9tvjK8D7naC6R9BBd9BSxrA+nZ4vne6OVQ/9Rr+unOkAHIn1IkHGhU/eGBqJ2Ee+1Lmz+NusFWcTf3TCGJ2p7yU5d31vV6aJT0d+oottKzuo9falF1fac9Tb/mr8hOdgj73b+qeb2zdQW3PdRJ7FPPVbd2zDrjLPvOy7tYObv0IHSUDDd/J7Q4uND7GmPyfEZFzHxxg5t/5tjis78sOyK/IGklBwRkmUVGy2/Dr6w3I5+IPmzv7paLN+oRf3zNdgdPLBzx6KXo3hT7KZeXEC72Pn4sdmnJGr+It3hzOv4SxU6GdlvU3nE3COPXz2WvjvFJZoSdq//0joLz2NH9R7wjNvHu8KQ+0rPA2tdGJ4+8OvRZ0/2nbBFnMix8UzJDzcSWhLI2PnWvaOXnsw5byC7Rxeenz4tDIe/1k200MvewwBidXosATe9RftvzkTljlJH51g0shQi3rrV5KX3ke2cD4tMuo+wrKT6ROoX/2S58pHT6IRxQkyEDRO2YDIG9kn2ykv2NaJT8wUo3+SAIO+6crJtt0ak4UHWYfIsKzry24p/b/01HtCh1rRfbV6976tLUHC0D5vqerdxavsjxkIMohxtf9gKnliSuIZ4i96r/UmCZSyb8CgkNmtH72Wr2KypT9//3lGd3a1itQ+Fp7ztuHfCXzfEky4B6uBrxEy2UIz+K2/33bDJjy2fxX6T3wmT4jvVkHYwWRJKCUxpJMrdX13KHx1aJDdWBlu4HSrExfLgrZOQYrGNY7IwT2n0Kvn+3nWemx4zV/78UpglV54FPh/fObdVDR+y+q7nYg4jGvsnuw2G9ABAJLNYj6ZxXyqHasSax2xVWq0cFpy300I+BFF5v0e5wyDNcAfHoqHNxkDAYMaZCJA1Pc7RMUcpjT9EKyMHjk4MnbG2PU1vfr+++3E6q2cBZHqT4wzZZsDYBrs9rlEIcg4jBsA7k2lAjpGcNq+xFnfcyLD/DEwEFTM78x5Pr4DwNpLKuQAMX2XWncMUQi3W8ncTM7yJFgdY9GjG+X3As4necCELiHltmxIb/ZWihOnk+rjFcQAYBgQN51lLqmOAzzrKh99fgfRWDv2kb9zr+w3zmqqY7Yy8TCyFb4y8Tfwqes1zt//ihJ/nXE1D7nnsW2JCpXQeo7T9Q0QaoeDsXOG77eMM32n224BnL6DGPX8ZzNPtubwqWj5rtQ46zYBfIyBm5e9rvT4r7MZet2XnlcJmq4ADJRNXAq6FWLoL1URy485n5CKMGhQhkVng96Bns5yeinbyfaKE5MxmuafX30m7fOPlikkrOj9F22N0F8eWofxgJIFtCGX+qyRKMF1Gsgi53rTu3k7Y4xhuhUl/kSGPEkPBXp08P8OAJuuleHuFsjryHZFY/YZ/l4Fjt6QwUrlyyaFDEh5HADAlauS98sZc6roO+32y8E4wNyAGl01tPzyqX/cMuUKQPX+dfCCPe72va/NnpZ3OPwASIDzBHfbeP2WwATgfIAxRyCyzlTsiR4ImHv/Z97ZD1rB0Lop8lr7Jt4QqOqjHZ63tb89fwCFb06v6X9oKzQVG+FDB6+K+KpzXnQ744aEOvHLiSrWuY9joEDVZD2mw0acDEDuDqKTdIA+1b3Rd1p7VfHhtJhP5ozHAHvR3w6KTQCY/fMaHtAxAZYG/gE22xjMmlFJsNRCKyZnf77FX/aKSmZPMzpSWDhzOQllDvykgvkVyKkzRvoMuRsca/o9wVYFVA2yBmwT9XDvfyuxYJwAAM4jG4c+cOC/ZUMf51kBAwT6Fz5vR+6bQazkg5N5/9ChE5GG/7x+A5IiCw84OQHgDioCgPRaQIe81+YY4z4tnYo/fwoA21Yxz7bDGRltoPDZXK2xbSzoe1qIh+9pSx1nxnTVztjzHfYKZ+bufBKefT8jciNnJUnJ+MygeaFDen1yljrfADgaPawKCo3D+jHfM39WgPpUC1VSxTz6PLfNce/9tKPus4jbrg0oMDb9gIANsDX4HNrQ+gl4C1+dQIRoxso24yYhAjvD68fgvJbj9zzvLWCcxeEMRBzYo59m/aNX/+u//vnPSeipHDAXTT6vF7DsfQr4voHddcax7TmDHrm4dmPuyfC9P88rAO/aNv2d5tXuJEEV7rFXJwBFprRtQQXy6ogL+Ol1RvEEgEUfSSw+hOX9oYOExkQibXyOzGX1qT2kzO/YNitf6LKgb3V1DQkMgAadrKF7uRrFxruqX8KrB3Qa/xnZd/tWoZ+M0/can/OA4xp/f2G/ur89U9K6d7VLeGllPTK7Owms1zjrNDarHtet6pNMt+AvDz4BqtMC9Z1A0jzdOie+b2w4d37Q+ehVjWY7Yex5jeVuk5r941m0Elb2R9YSWdmgILbx8emL/wun+Vhd/JXYUduS1nSlfYaOag97/7GnTzBNfDRVUn2G151QcA8EeQx+E/7bSh3rL+E0skeecZEAoO9tNdZU9IlWxndNAHYqPOuM7hd+MXNDVvf8zu8VVGkaDrMt0NutIw8doaeMJSWIxGvXPx2esCuZe4nZb5wRnnouTBcEgaJPQp15tWT01VkE2U21Dl2CJh6aJImxxYJ1LNhnnntIUf4M/GE57PUJT55E2OFrz2WQyHs+JClSwRnal+7fFtPo2WO7jG69ecd4z7R6zbqkYxAv8SEVM50wC61ReNDyD5wEOugzB3tD+Jz9zD3zDcubOhuy15/gcQdKCAbGJ93OX8HJWjeER3m2g2f6N/K55cOtK1rmovsjq/d5S6PIge2k1HZhjwk5oOos2z9PABg52ev1LQDc9sV59sxPf2s+PmJqlkBylo5Qpo3i0btTvvchbPrxsuy5AHIKiGYH/SP0F/pcnEc3Jalx96bHQmWwxs9RgnRkC4Gge957yzNJSGHi0A98yb7hQLV+0T1kE3ZgpHWP1g8/fW2GTnbWmDZA1AkBnWybsc5qjZ71e7O2bQd3wiCbETB/W+/eHQJ0zene4VjrJnCoA9NNz8ybBOY7ANxEsP7X6lc+Z62ZW/vlJwl47Le+J+O9C2Aim1cBRM9PAFPznyOyvnV026O5rkSXkbMFZ23y2vOZAmC8Wr+cN0c/dHLSd055v7u2yOot7HuTtY3U2KSxD6PDTReDK+z587Ez/fntB9cRMPYNbb9tJxDt//u1ATAS/lKcpGKELYrRNQczHdbrpKGfdDD4hq63rTOdxZzMPX7Uyz8avvjJDvvzOWP2JJuY0NLiegOgb/+mseu2o/ssWRe/TU5C/MLo8FuGya6no4T2B+y7+Tl7uVhC+DpdfJKQmkBh9lYGF37U7PUwj/HPwWiQQXe1st7HlmdPb5w6z09w3r6gz3DH34x/qHHZfxRtk9jhiZAsl7uHDiNLDi48HfuahlVA0vLNpF141cGMrJ8TAA4viEY2cajpFP6xHTUJQKabwYMzvvDRdgeYN/X+6DP2Rk/uRE/o513kMElzw/MdAGYNkV16fsvtxoAtcmxbbxcDfR+fvOkHHRA/cv3tY6c8i+R4p2ks+go7ov1ZrYXoLIk8ornE1Ci0+tuTBf2fMKdAkHFgrLTpMZ+zTFBigDAEkLz4+Z9JeTOMkh3uDXveN8FN69c3o4cIs+nrUMawXkVKUKA3UItBC4EYTOPIfzF2DQhMhL8dT1ewndaLbURv4OdNgG+DYwNVen8zPNrooZLgZBsVEejetMbCIQ0BRfBQueP1l7Gp4PMYbd4zA67btuYwiLLb53tHEX8RqnZKnAkvqaTxTwu8crhe83fQOVk0Zv7n+30W2MkEEk3oeUMY1uESJFPSHmKf/XrGGWYegTTVB6aAPOIAImIMOQZkoyCc9d0G0TuztJ9lhnOywN6Tde95vphx1k3TzaHwZbQeQb29N7rySyRMgFlBgWOQz8PE2wHkV4FBn9+c3rtF6RmzFIiEwYxtgcttrdOKjwq8dq4/eGsETzLJCty1wYHCioDBmeiW6XEEiydnfw2gSrE6gzAvKwMp1o+z7pjhD57ItWlSTGQetdHemcq+pAw4f+956/fv3/4l47oNpDwIg//O+oQkTqagzhmTEpIDMy3ETnXH8MR7/ttehymhGE4G5TEYpERWk+IsctYrQWnmj3MMWEvlx1+BiA3o9BK3w6P326GBRAIiBMyDpwEiqFx/neNUYDhACut5ZzAbuHmCe7pPB9+j0JNo8xpvWRx9Xuga4gF+RIinInEMqpabjKdBAfFityKkwgu523qG69Tx6s8naQf5fq/taZFyGUuRnZ/BS8Al7oMxc4xCyemh6c6W7wQIZGgbV2S0A8pCK8g22r2fAKUMSNO6AhrvKoKW8xrMMahrb9owDJ+9jbUGcJkr931V6AhIHqPp6Kdfv04VTQcROqPxSJmxO269YpqT0VUPS7Vq20xl3ZLk8gTnsC9wQj5aKo78kX2Es9eO65nvFaA6+vWSgZqj5ZCdwthhy1c5dsB0MwFg2yr6b0S8DcpTiTZyb2yqHUt++0lnkAQlvoIP3me352Ecy9GJIbGHtpXUoW07Im/+vqb+so/02Z0Be+41XSjM99N6vpOhxAttyCPLSFqAVxYAbEd217LXZ+exQO1Ljg9go+/1PLtSdJ2/3E3OwQmYXAHgWWBX8iMPbj34coa/yOE4LO/5cGaRrx0gSbK4EwdbTmocbqX06uQy9DOOWmzjOKd35W3obNrdFR36GZaL0Oj+FA3TSSEJlqn8uvcDufNuJRXa27Pf2bmx/aoDDTJozzIaupatPva56dzjXnu36fZbhyDWT1WXnHGInUICB7abzewKbJruR0++z7qKj0RlRsa1IyEBrWWcOBQeIjO9A8Cd4dz3av3qIPn4MlSRbsv1BbtP5rV9iwzMeTLPtdrP2z5rP0h65VUtO+uNP2MaunTqi848xiQCEJxqYOqztVZo1Swz8lP3wyZ5VTuOc77AqID3TRT+RpeM1XaN6GiSp9p3bhq6f2++vv2VO0HmbiUffnvf8ZaHSmR1tana+k+gthODV64VcOs9iV/6LcEkiTdp3XefDSibgjPXfjp7+O7QENkc5boV3vDiYBO33Wg7MPzf9vk3INIy5vGfX7xse2urakN3CTCRhEKCEWAviRQrI3ONEneobuIZ7MsroKKEqPGvF0AG4N/xcdYs/qjHNj5pB8H8rEogyhwSxOxkMRIgmWPLOMYLP3TikT87/tckAQ4P6aMEZ2kdmg4wvf50nckztuo4SQnb0Qo6bv5CDhg7MohYOITo8wTEKpg6k3GF0gDuBGeRC/DU6tlUSup1d/H5twJIbhm79iT2bXz47Fmf59r7D3AM7rO6YoHFYz92J6HB42Kfc8ckM+lFpRvygsKO0xJUbr/lbNpCJuE4nSK8E4VL9bl5R95oj/3Fd1II+8SIDg1cZzUyLjoZ+VbPDYMp5fnIsk78a1moOeXM9uVH5rSYSXQ1eOSr8xlzfWaCX29dZzdS8kszTAEHPlbOhjWp+tWJoF2tC53efvzZqWe9PwJow0cEKtAX7i4oWfrs7cv+0xFmUxCT9dsuKzefZE8zN/zqT17chIHci1bw7+CJ99hyeFpQnwSvwjFeCSODHzyL5gD28yJBzX/8RQCY9Qo2HV46vmIFdBgTdIT9QvEC7bdtdwnHq/OnuWcHrb23o6v1uxLPODaDMe3PjOuuUjw+mHDBKxGy8ZW1L5Jg4PEVNgke1wHgzDf+k3Wj9zUjYu7BGdKlD3mO/Oo5dNIGNJf5pPL37EHhyB2g7cBbvpsApPFDBSzFTx0oeQWAU4zFi4Bl9MbQzdh/7V/duBj71fPK8RFaqOB2a3vVnPxsbL07wW3W8wf8HFmCfs3iJ5myE+QZk2RIEnw34aFtwBP4Gdm8svjdQQLMnr3f9e+9ig92V2xzTfZ3O3QyxuAF1epZvuAEGpF5B/sY++5VvWn6S6LRT6+3/lclc2wqEtyNgWqJxo54+bUzxQ24Ln5qPtC/h3Z+/XoX0eFbv/AlY5sKpI/OGzqj88ptJ+K/eQ1pez4dibrV/0kobSdKZEhRnO2FkUM6tmVoBpkQf2sTvEkyNClbOW5F7uHxoZnt/CtsVfR24f3aX2Or65ctfY48gefnnvq811N/g39zxEf0rvShhFACwBnndkPEj2yax3ZjDJFl0HESbh1juDpKnjGbXumEsjHHLL3GMHG8oUfou9/XEyKfcldw8PUTU3yCPGz/PL5UkjFIJP9mt3bHx3u9hX87uCxZ6YKPYN/QfSdjie6dXKY9mCN/jl5QAJibt2PVBCTidnRZxG5mDaEEQM3VtCSgxWG3lrxbZX5zYgNS7mZs2863MEHxtCGBw/UtAMzCtELsDCOBuBaww3hRfgrcRBh9BRCnBYXnPQvQFXJ//LFCNcRDhcGe43Si+gKnpsKjmRiD1iXpyswYB6+zyUxAz5I1uEUQFMcG51Nj1XNuZf7/JwC8WfNrVCG4IUQcJM7oaXn2zvgYunnW74Ab5axAk6GtAiSe3zsAjEH6zgp+B2lzj90Tn+kjx+FRIjctHkdsBrAl+wF89GpD61QLlmHVLRnVZu4EpUawuHXfvP58zlnmcyuxEfShrV0FHP+TBXpVQOqbGGIWTM9iG8AakJ9A/HHE5fibfz8VOk8V7dMyBzDsOAAGTlBI26qGjJc4ZmsYnASDctLea70GUPiZDLw5b1XzK/D/5jvG7OA+LRxsROYTzaUd3G6xy766Q4GfrXXZtl8f7V9mHB3oQ4oex/NLALj3+WWISxEOsACt6vOPAPB47ebpR+FxHvihy8noQpbhuPz+nS4BVJjjiOlZAWcTNOsxLd0HkOCzNzj85qvQ4J4jcSvtGGkxsmhF0aDBtxZKLT8wBiSzc2bUtqj0HstBnsqBBiU8LifOfHZnsJwdBy+y0nih2eWzOj7gJZIkz8MQFVgdhn1V1KBdZZhqHM9/3XHjW0Adhyagwlw3hlW30SWwoWdu6/QBL8+cJjGmEoeSTPTOvNQaIFvC65FRfUYTgFV4O5lpCgA18IITZtoaIFULnABOjFjv6cj0Gxik3V4DnNAePA6PeN/qzVNVJrk1ySu69p9PAPiAK1UB/L1F2SbRtJPJGSutP9P+DEdgDfAY3OPgPxNG3n/LQqUSRHchsBZ6XX3VdKU5f9MLvOfg0PP42FK1QLrONLEB4NOB4Hm/E+xc1SRHbW4aIAAAB90S3Ul2KvKPChn2qKuGG7jFfrPj+1wM2ND6CHuIZyNf9N3Ogm26+Pb+SYoauc3+nCSy4mk9cx3gpS4S1NL2OHvFmHFIbh3pgLccp2fjeRbrsrrve1tgjP9uA3kcEe3sSabK7JHLfYZ42xPh7wRCvulRO0zXfjcPHqE38hJatd1vO3Ra0RUQgUwxYHyCtND1ZB2PPGg5/xEANj0mIML30AWicSqWzplzk8lMMAmeIbEBoRHaWx0GnXwDkdveOEFU8+mA7nMG8QmIjm10QN91s17g1akgfJalW2YtqD8VO2PHuWXlAN6mpSuQmAzu0IQTSgxEj5P+LAT2md+pvYqs3yNYWN9Dp9Vi66cAMM8RLSBD/AwDLAsO2/6YoCHtJrWObk9mkEPJApkDrSQT0K8OKWX/NgjS/p75ooCT8F7kp2Rxg7Pd3enWjcnYX/AlSa6hRfSZbZpHHzQQgFxqvQT/6xkdwHkF8J4vSVR1cl3WbG3hlnl/9ZwOSG/SYmyb+IprV8uv3w4k6K+cGabnN1+i39ymVFV0G2ccoD80d1ci3AmUHQjGLiWI0BVm4mWOPuj1fLdV3wqL2MgATFkhAKGWIbc8PLwyvigA/VlvdKX5S75b1ia0Cj6Sv4OFPCDygKMcCdJ7iX+v759EYduhCVDdVXnYEB0gbxtWvJnAHHbJ2hG0SGQf34kA7+NFACSZdyd6dEKqVSrzl31/dYfj+gbGslhjP0xA5tCw5v7oIu39ryfwk+qmaeOuR1kOpGpZe4P8znmta3MBqLU/YKDwuWBbADYAGT3Q8qL9Uwd/xw+KH5MA+7cKkNDxyiqS4bCbXSRx5Pn6mc3T8nGoMuZ9ya0kVcf20KuBQ/RbYz7t40On0F/rBehXP08LdXXxG+wJXdFjxF86xmEp8btQIWPeFq837kIipe5P+074p+0Vz7m6glguzd63f3KKAa5OftJ/6kSie5of4/6OLAz9sC6sP7qwfQoSu/HPPG7rFP8WvFRkPh1mTvBuEkahJZL38mBstA1isb+5/waAOyG/g4ihvSTbEQCWXaHng8dAP+BDSqzJusdm0Isq6yRFZU/0uqvxFeDA/jIWOM8qc+eQDHZy5jqJcoWfohuii7MGXQF8J5BCYyTQeb3bkJz193wu25ZBMU72p2XwOVJwfB/oZuXIu+3oHQjT9Xc79Dy3vVaw1MiTyIWhg0kI7goxXf3GTqLLQ6PxXfFVkFPtM0LbJEaR3MmyneTtV4HEyt/Q4U6BoIPlsAP4b9yEgqCDP1LNJr04ix/+/h4ADl0SIDqkdHwY27+u5hlcYb7S/M9VLTeoduzkEdtb8qts6yQBic9Ni5Uogy/tsY0QkPZvvfta97ITJNtVYXmqyEdFI5cZr5/xyJK7UyL+sr7XAeCm/VNtOslTt32Jk/BKmhxsFv3eeAS+bWMBuxtLe8jqG8fGPswRAE3/K2+h18xr5VD2JU/jzF/Ri/y9Y1+KRKxfFqs445PNb75Jgn3jW/gp6ANd432zv7z8aK6VHHzeU/yBxGf2MB1cBh+sBKe/CgC/EvFmTf6qtbzHYNoUdj/YC3ja8OWrxe8Vm/p2FFTb4yR9EAA++l10rfVzp6X1J/vIWDCa7SyjjmDBSpAtBIBDX9s54wSAH5kj/dJn7KJ7bywZ+lhbbGSfDfLsfB9503ijr50Cy1Mk6Y0Hg1vaO7iKZdQeG8u4CEncfg7yogPACdRuEc+xzcp/avXlTqHHWcmccmyB6OzvBy+w3Beu83xOBxSuu2UKPHGSYToAnMqZUkjDABvcrB7948BLQGXt0gruBIws4Njkz5Z9S3g4KO9AD0asKwuqRQ0TYANi8GTTmyBhZDJfXNFXTneuW6dHAQUv8IBZXH+fF6D325hAGEfRL4Hoe+l/H0eblwWozjWVsJAYmbZcrF0b78oANQON8IsA2tZiHgsB4AH4OjjJoe378N0/vZeALoDgZGA879+tS7k+Z0Nu5a9aEBEQTHbXgosIkwYwWfPcbw9gd+XBswByammREOdqKmMHbNFVGLe+w7QNbADIt1bwbVpnsj84c3YShuGgoex16PB2+ph7V21xdgjObl/fYKP4hnNz2HcHbZ558jxaGNEn5QAAIABJREFUjvpMU2dYT0LAc1Ot9w2Id6AQ4YTwZawoCQTgC/Ao8LCzljEgT4DmuRmA8d1CneppaOcAfzN+5kZAzkrXFbUCwu+WU+ENWoHgUMegS0Z2v+6xwC8aP+cxvzLYJpCi72k9Dn9Na7N2nu4AmB324t3wzDvgd7dPNVA5gdpjHEw2HGsMfUI3JMgcmacEhQkaYHCFNsP/BkKfsany/iQgjIHZxiF2Fkkt/zAYOs7ezKv5t9f5vm+CfTE6Mu5828+QoTr3s3GrfSuQRN9zl4EK/oPlkvTXiS25857hkee822bcFQq0fOr7yBhkDWToachktfsJM2YcjAYaaOFJpTx7j5MDjTujagzGtJeOscRz2VPRhb6n81FTwZWgkF6ASw026rsNKLPWnYxARVYr+U5KoN0mY8dI7TNgO+iOA9tZzf8rHTkWVTsBuydDB7OWy18PYPvoB5zlPpMFQJ0MyANETTAD+dgZwx8tjoZYkQ9dceCxqQWz+h57fduBSIKCnqnxdYUNOqyrQgAVW599Jh1tAP52bvR8gITovwGmFWC1LtpAGEdAdAJPy8A2JjsDW8+IwxLbwEDMtE0UDrnWRwJpxynXdXbaw8w4PT4LcgB9QKJD79Nulb9bnmOIvuwdyftqO8TeACLo+QakHv1w66NzZMQzsAb9AzT9UCE8nVJYq+ZDnHVoEZALfaGxOQN2hBLyGif5OAuP7pDNQgvG1ht3tc8BAs8ab9tgzaODealgqiTIqe5FFjt73G0r3y1uvXfl7JkGHxsora0T0I4MCJ3m87cdy/6zXm1TtM2xlSZ0FhlGnB90pbmBOOxdGbME2zTkb/qtE0v4rvgbGW86HTD+7ZAKoFQy59iJgzpgU1m+TQII4GF3YmjQRNMBRIoM2eBz6z7bqeNHAECTqc3KHL2ve84CM6/sS2wK62bz7lbdwlPcK+d2hqfb2YvcmWRD6RkHKPK83D/Vl/AYDvR790IT2AgnUDr+FXrdx5DUGWwakINcI2m0B32EiOeoII4T63ZuHPmT+WTsoa9d+wTblSTx3o/sybs9GwEQ5EnbG6zFAfmeQRO8Z3+zfhtEgjbb/zr+kkGe+DBND/ANOvlOVLz1g2xS7Gn0Q/bkfYZZy7FDC2Pf9Ho5iDCAaehxATFsQ8abbhhDTHNT8+0kL7IuBzjSqDqh9flb86NDQcuQTnZsWWI77lnjBE5jk58OGaMfkQu639v/TqeoPKerNQERh74nwN+APN8/6zF81wE80YbGxNE11g+jH1uuRfdsBVX8Qa3FO8Gw9QfJKDxDAUInPXCkhte27Ps5usE6oQBu3bODg3nGdnmC7+JHt46UkY6N8C1xb/kX3jIVyg8xA4RLfeRA6UcCAGKCluedpEZwj8rRiIltsfkG905panzkL233ulsInYCwab0WPstw/JzRAciu2H2ST5nvtw4cjSewh/BM5KaSNx7s49kbErjt70yAwHRbFVFez/ns+I86Isj8+Q4AB5yMvNyEAuaS4A7037YjeiK6KLiJ7JOjV553XhUlVFDaN4eXwldJsH13lYOHj954xugKuWMnbmAqA8x5x/oOXXfaL9T9ZKvG/9Azs+/QMuuC3+QP/Xn7nlXxbP2562naHVv32DQjqziKAkxG9jk0ir9yqr+wq4bPoGESXzUg5qVdUj2N9/j5Z/8OXEsB2Edt3snk4AdeD/H/0dex2gmoMh/oT4klJCHAP299T8Aq/Cp+fAPQoo+plh9f/k8lLFZyMGvOT/w//B+fEToBbdPZww93hxyP+wrgLZ48D9a+XjgLtph5p4JY61usXiMAfbCJ2bP4/9txqueD3Nxq+ydY+8wHOpR90wlD+j4VuYe+h3abh7sw6e27rZ3wHkda7OpF98ycXT88Lwzez1n+jS1NC/n3+qAfzIKWyWsjNQ+FjkSfI7cHY1ZwC1/7xlfhP+uYSizMGouWEjTtBCECbt7HSaLJ73eBVQLAxmjkL2r8Q7NgP12UEH0k2lp9cePy+XztaxKxrVa0ng+9Lz8qUTvB96zh55Fi2EFv+394emwmeJFgcHRY7CbLLtHkxFUOXw2NhwYiUAmgit5J9op9uMkh3o8KyJHQ3T4Gc20bDAfizQPfqxU7JtTFH5sMldayvO4j5lL1ugVPdyxE15nm5hW9E2I8fnr5r/K7u/UvcZvF/eJDcH3ft23J+zzoxk3xG9hn/KCuotZ9kfvwGNjn/0fam6jJchxHugMuwLz/0w4PqOFNM/M/3DKqGtJ8tynodFflEosv5mvwd/t1dT22G/TtMR6/WUba9jC4/if+b/2fZ218xIlHjxxpG5a1sA1SLZPBpFJW6ETr5KdTidGBsE2VQecIosgVJQ9xFFn8E+9CovWZMD9NMrgrfI3sD/9TgR7a3vVZHRedv3h65Vv4I/p3k4lWPnp84/tj74hDwR98v3uRJAOSb9HX8M5tP+i+PgPYmFg2hJL35ggQ9qHXteNL7DfvwB63XKr1veOd+9zIMNY39vDiyRcPvgPAn21IaRVwt5I4HFu/YIDnIxwVgxDnuuPslfKxEbXuyX5mG8oi9ExmM6yt3Co41NXLWuzOkEMpQ0TOHNX/QIamtjX2bgPgFi7dEgBDkEcB4C30beWOZh3mDpfPGUXzIBg9yhenbFpQtCHF+gC8/KjpKy8tQ/YX85LC43eNDwcaCroZxvulwLQD4AMeXus7rVtqkwhQW/iI+aa8PAB4W4h0YOMlaL1GYZgGulb8E+iSodUAtw0rjK52uH2ryNU7D90NaOvP7naXYf5VWjj53oLwXT187xPC62Tr6b04CM5ZVVlMtbbBGW2FXZm+BtZyNM0ZTTjZcNS1cyr0EMHp/U4csYJRa4AQPELJ4SwxK1TIgF8Bs3fGuv1Hw8Pdgk0JIVGYfuCs5xxG/gAtMsIahLRzeTN8KstLMmAqrzrDzGMuw5A1oKLX3z8KRy0pmrcJhLDmBJwsvQqgQvIoAv5uoNCixEJ6DEAD2QHwLTf2XaMw//MP06gdFE9mMuO895cMNCnkb+ckvII7i8u8D5pnj6FY+f/Xr4zb2U0TgEogJAZGK641yLaCRi/vStCA5j2vEPn4clpPizoGfvN3V5vq/Zo/a/ptstsSJIozDnMt4Gbbh782yxUD5YDrWW8ZQkfuvlrFmBVeAeCWjfe47nYdyGuuE/DWZ/dZQV2F1Pr19+eMTq0DLYBvcObnT5VRB4b1vpPUUAYlPGcZbk9ARoYTzglCBd6zfjP659pfT/eDl2y+AsDJ+FawVg/93h6os8ZZF+lBkR7nPd/rKnlrR2a1Z46M2ISoTjxpffataotEl35P02MAfxn041TGOPO6jC4UgAWQ44wCIb0CwOi0hw8IWqRiInR7O2mjN2P0H4dVObepUoL3SKDCcdmOx8UUk02rII0DR+Gzbn+quVFRedZkqlczP7XkU9JI5HwnanSmO45TnkHwHKKLoSPUC3ZZDIiO+8b3wRrRYRjXotuVK/ntVak+1d0EgMOXcUS0M8iBMu/tCmKM003E2WfjPNl3vzGGPj9jnc4D/ezwF+9SALgwjAMUuwIzXNNdf96Y2LxJK9557jf90jgy/PzgmXF4HyeUnHi1AUdfctbiJEqebhMYqCNkoL+Mryohr7PByJYnURHzgnMMCQBvwsi2m0oyZY6KydxjoCKjW3e+cVVo55YNlill3vD7qfqd9YDPz7/ep9zYAQqWD0dCOws64Jo1/3SwsW7aytvgpPrX9/7cic1OZALA3otqsQhWTWAg42/sfuSCcNzzvVvSXu9yV54JWsppZtn5jLcrGJg3OC90n9UBVxKYaJl0ZMhjm+hnk9mQX02heR7ywTZGBaHBMSQdCud8CxR/6JEmiNnQrppaB8as3yTdNZZHnPzEz9BdcM90Khjc8hrjJEN4j/oMudlT6E9zpMuUPnPS6nSb0d+vag89yu9FdmUP2RvGdI5uclCmHIQjPyQtCNBh58E33xzTXpOXgElABXsR+6UDwItXon/Zmu4o0FiK9pBpbbcvQ5aa/idY0fM9+4WOV3XeOK6N4+cMw1Nh8rQYRE+7BeDzTHRS/CBqP5mWbi8+0wcjb77xcPDNYPQKICyP5tnfMCl6we+eoCXyqP/1eITda0/RI3EmgxM3ANz332em40eQMxNbk/GyZyRZn+c4ATwynH0H89i+msRAw4XBvOH1JMP9JV4wna1eDp5ORVAHgBmL9dD4dF6+ripGWH4t/9tVIUnwnufCE7bpJmgB/dLW+y17tgKKZ9zdRUQ86Qyw5z4SiGKMTt6Y5CtokvVSQmfvgehItC3HJwne9r2Jx8f/RlJx090LkxybInuV/7aKm/dRtRzdsYkPqw8SgNH8XlV9z9qpxTDXoVPgq+bn8y7rgXcwl4ThJFmhCxbzhE6qoqeInkAjAeusdSaeaqxLL03yumlWGHp8PHfb67sFJT6H2AtpDR09+a6Exz/J8xkPfBcMmy6QHJUVm2+6mJQPSvuSBJkELPsHXoMH4Vddg179wKdDYq1Gb6f/tyMNXi/W6HnO2PeaWzvoN8C6geYO3t/HRJy9GPns4KrfM1WEwlXg79q/pV91ZnqOtjPPfCbHaLy/rBfy0523eo10HcktCbg+yRzWFQv+SViNzlfSRHCOcK95ddbmW4AB/icB//a7dGIu44VuJG/QH6Gp5iGNZY5PcCJssOGN+7LOWQNkAfKoK6XRk6eT2aNz6YDhZzggMzbfzPf4B+f56PVU7G4r8uzrjH8CTtBD20/sVXDmu9PTt4pBrncXw6uFMmPporWs69LZfd4o6xNdYaI5P/hdfBbvMEN3k9grE3QCR2K/OlBm2v77aTGve4S5uiNAd6pqOuh95OiZQ9sa72CMxquaDzZ17s+EOrEghDH2+OjdJKXEVwYPfwsA88zbx8d+i57hZ/DEKzD656/jx9c9JKKGVtcQ3DjA6ofXPGerXvh+cMZZowtvJKmyjM0HX/zxx5MA9vL/T/Ll8+E3+aaFC14KdkrHpTmKtBLVOLIy65WkD9FWjsfMCN+yPL4hX2+sEr8CSSjBRd8DwDzPWM/0lQSIY39NotrLhzF2WuNEfLV3ALgTnqGv49+acUEXbXfoWhJZM6/FjueIpumGwbzRLzuuDay3HM37ar0s0zPnO4Gi33tw6yvATnwhxSb6edlEPwWAz4CqxWO/gEWBILU7WUAyVDDqtrVcZ26Sef8SmGXAHEI/K5GJ4CSxopyzNcNs2RALved/bq0iBTIEeTKzvLhjkOp5c9anQeWXitK7AjiZtWfWzwt41jL5yXQ1J6yD6czpIZZX5rg2xef2qaw6jokI7Rh534hbtEm2Xge7YY6zvlqNMcY17lux9tlWyoBKRu9oRDkHJ3MAxut9f2cEBeyIyAgGIEw6M6tW7lRX6tl2PD302dmKb3CxoDufjyPbAfA4jttBznuYSr/X2yLlYEfYfx0H9GH0CXLkunUM27k4IPYm1Rbg/O6KaVfKJ/sCYEqGPUYyQhoghyMAp3KM1mTzOrTuKiW1B1uNfs8T5W/e8JcBIL7XgmnbsZI5dLKT78UqnknF19I8Dv8oxjCbEzAeB2Ta8a0ywAC4qxI2m+yt0DXfN6jbANW3M8SWv8Qbk003zixaEDq5oZx5Xe3yUwAYw1203UZAV6x1ppXl1Diw2rFGi0PkVfPUOdPm2V+f2VPOem0fCgwALprqw+iRaXvWWQyX25nRz+1tPkpvZOzhn5Fv5o2zwOsA6fuYz5FdNk6j6DfDus6Meh5I0vydOd1nkWS9PpOTzJ9XgDXBv6k2GgOi+T18kYl4bcaBovFx9nqvSzv62oHeWcnsJ069bbWil+1GWt6U4+CnBALmq3czHwMgA9vhsdlYfS/dASDtZ8J/nqsdrQOCK0uujfCvmaMKkLm7wzjNSzY2bcVIeANQ5OVNy72+AjYyGFJtUx0qJnEAQw4D6N4bAFAnAVkGzd5/k8t0XTCdoswh7nEwZT03QYln3slMmvI3uXkbxj3ulht6xxQ/+JKlXwzczmrc9UFH6J67ms+6dCbO+n0Ekp73tuO9z07CASRHmh0EA76h89Yt4om79Xn4baoz1NlCWc96kuVRDAxwnPBTkgvWQDYWy8Vek3acfjOww8zrfGyebTkJLYhWqTxpXYCux2Bnz35KUjztdG1YdnupcraMQz3yJvNpvkEeBH9+ttj7hl+ScLBGEOPsZIjF6lrAuWJkXdZ0MZCx0OwJWMzrLIxp+b/GTWTnOLVGj76SZ05UZeY7bZ3uNrFeh7k/9BLjHifR3TmHOZ49GT11sLyd13EGpPPQYrfmBxwXwlHJ0o8+0t/qkOHnHczwPQCMoYvMhd4P3UlunIrYVuRxQnM99sxbx+R6sNQ32dL8Az4C9+PM6QzvvFDzii3wzXlJ8shtEPMu1h3ZefTaBPDlYFRVIzL/Tq5zdVPpB40DPKRAr37inC+8ODLZui9kZ1l3klvmM68X10pfjcGsj4RVwbe67nQw8j2RRfx0AP/Q2QTN3l0BplLY+GWC2IMrDt3NnNBPfrfwe+vIeUnbBtv1IA6Y7SITvB97Ijciz6jKjQ2V4MPBv1o2M3haCZKN/hnM3kRL5t7jdcKoE300j1Qrha7ebTBHbDiIBA7uREV970Bgya8jF8W31/q0XY6TK/hy+GTUBPYctKC/5S/fpKetCpDO4kcygDNOu6OR3vX77+pwNXaiaSrBjPDIBmbo9KXuLpaWI9fgdcYEnkgL9T0WADuOPSHBwsvLGYC2PbbaCTnp9RlCcPDr0NSZoumfz8WDcaJyBu0GONB/4CLo7E76uZM7sDNc/WOgliCxWjR6DqNr/jIAPPKJvVm5nuTotXXe+jN6g6rZT7vk2KSDW+GRrG3+u/mSivTs22AQ9F7hF/M0jtmqGISHbS8O1m6/SJh3WnuOrlp8P5Ww1bqY63dH97ecBZcx0mXJ52xfhh+BoeODcwLO0wFH3SZE25XA1gHAOwAsGsEJj6xnHbv7kujWRxRJt5ZZwP3H7zZHUWn8PyUW3PtkuXKq7dmfvOSN/VZGZv5JbW8Zc1eosbItT+51h78V8D6doubd36qYdH+fH3vvjcddwVHaMOtzYcwUwGQU17aWDhj70PpzqjvVPlYdFhRPHDoH55MQjz3JmoCLvB/Tzh1MAV6RvDmBmGPfxi/KGa63fiGhtPUh80EndAInx2xkbXYH8CNgd+0432vDOrGPbQe+9pNg7CQgboV79Jp+nPg/Ld1XHlSCiWk8ttn+bEFOcEZ0p5+HD3GCIfpM9ysAnKTkd1ZcsPhvHwHgtiN7TviiggnnDNkqaMF+mNGYpvRK/dvnuu+47yN3Il+6G2P8seHLroC0b0LztXzcZErzhAslRKtOAzn03Z1+wFPbiSI8jn3J2n3TWcMxh2c+kw0Jhsw+27f5aZegr39XR86hxU7E7bUHhzPGJG+NHhwe7DyI239ge3U6RN50z1zFe7SPXc2e/fN/g/9Oq2LbNpED+BIZs/C8j8GcIOmNLXW9cZHPolXXAfwio+uffX37QTfR5WVLlb3Wcl77S9J72jG/OwiiF7H7j30zExCmaJvjJChJ79omFHaI374LFXJ0SXTCy281z01gc/2wnYCB3de2km57JTx0QqX4+7KL20/XsgnehYfAL91a2TJx4lbs40n0BK88fCV6Dc2sbKSAyAHgI5fg70n+G5uIBOiWa83z3/SYxzY4nj27j24SvjhH55X+CCYWHn8XiLUsJwEiPqIcYdlxEM938Cb6ijUCeyQelvl319CuEPY8LGdSvHF3tD2JGFOI9M2GOUVIIzOO7fw8G1uzsRHjhIcPjz406mKIwlGMT//etpCPVaoOEtgTxDdfxVb/rwFgD3iUZuf0t6DOwmNQLjDDwIhCS4sNbQbViJoM2SZMnjZMJo7hlAagYcZcTfsBNj4bsN+T/cpzwhwLIHUtwgzG+SkAfByRN6NLiD0USIk6GTp6XpeSv4JgE6T1O/W/EZbtbO7WZIztbrdnRp21cMsJM0PWv0GzFeE42PcMgScj8Pc4amNob+UbGTbM+VumFQ7mDpIFQMUY/PZj4d+Hxz+MEqMhSuHONm5n6U8BYJw6tIlIIHzfDsOxxgp2//u/NuPaBmIFOWR0Y3jLYDoZocOPd0VyO2HIlD+tGiYoITApB8o/nxa+AJ8DVGesUYyb7fKPv0uYbwBYMzoGmGk/7aLhh55nMjDzYK1FWsFGMXC+9J1F+ZPT+6W45AzCuJdAPo4pOVdVmRYH6uHl2QiAykfQdL4XvQDwfgILH4aQMCbvEv3Iyf8oCAXl4vR7eFvGkIODo/ifdelMszsADPjAweDKFoHqmVRXPrBfh3ZKJu0ZYGmr1UGHBTTREncLjOabpolWIKneCY8d4S7wYwVHS0WtjzLzZdjkqQ4uPLI8nQqSKJAElzlby7JgEwji/NO1myCSM1slYx+DYCpKvAaWu9qUdQCE33dGNjxQjrN5DTBvBa47bwB46NoGVt5FCzg9H5lhoOjEhzVcDgAYx5lbJr/GeztSUnlGyxvLygGQAf7P+j68RavlLNNxyWV/Zq39jfRN6Sd0aOYZfXEA+cyFLhis4l3h0i1KdE0Dxzh/y5p+vu8Kl6a1e1z+bs6D4jpkDetM5lvmlrV78RdO1MlAz1jVEjugnwQlg946OuGVaec9XkzRxof2D/5GvmVs0SU2M5/3WbZIJojo0d/nTGQFjzdp6+3g2wCT+ee5vc9cYU/ZdfPEtOx7Y5Jd6Tx/KwM0n79KsOkELubVVfd3Bc8G7lNxfwD88/ttmJLdug7yrez1fEfWe35ibdPpCnhoieB7OxrAAg3YcWywVzyLRDLGe+uidpad878IRN2K4Rljn1umObiNlBz8MuhFT55b5rEt7KMr9GN9Idqd9lztGIKdnGwhGrve/6G/RgCS5Jc1ijw1/Q9mxZHQDi8NR/LWOHoCKIB63d/JIv575kQCmGZqo+lKjAEbev4O7IhvJSdiNEemDk6eACKJgbqOwMkrkDVHTciQpsLmxiR6H+tDgg/BFfir9a2eTyto5Bgtz7vKvDHQSaocpQem8vrbsAtwICHOGzH2Dfj06MbZbJxatJw8lQrPrafF9DyzO8nA9QR1sTf8+eCxN17KHVEZW/UMzuqqY/a7HZivijTbbRPsmOpDsG5o591ymOchx80nwgIK3nlAG/jT/JNA9eepVMz+vSu1giVWXmTP/nMcJ7Ffop+2cibP6SoFAqHHBmNhNUU7H8SLq1uRL5nnFYS9EkeQFZ144cz/2U9wF2eZ5e/wiANt44Rjrq3DfY3m4jabkUusx312mdZZDmFhVq7firsyaERzBFufl58EWgIecnbY+ZWA7amQHxzGuv7U4ry7MOh+8Omex7h4giM3YuevI687EXQiF/yFbmy5jjxujASWI4gAFsrazxmjxqPoZtk62RNDjtl/9Jvf+/wP+cTZuMhe4UU5o0KP88yrhZz2/9dT+RF+UPLmY6dNBv6pmkF2Do+nRRxHQIR+eId0gZMxxkHnpJa5vx374sd2+rVDzDSIo1oJdo9M3yqYCeBNYnpXDXWS5W3jw2KiFweohgT/+Y/nGJoJkksnxTeTxY69nPbt7NFdAfzpRJyN4oUkLsyeWhcNj+kS9OAJPpb+tXytoLxpYO73es9+8CrNI3y7yY7g8Nkh/+Mgx8zrBNTHnyXbAKdyqjfnzsGKx9msIxqm0wjdF+Kkjnz8zBO51oVBu9XzdFl6sEVk6FT9j8zmUvObknFtD0/78WeMcYxHPpyElnPT0P/cK3756Qxj5JtuFcn23rItOKD/9luSUfq84exnaCvJWXJMry4Ij4x/bOyL9uXtPIOP8Ct2UkyP8ds4b52VKteMhfnEfyZ9J1met4I5wq9nc9bRPQvwDj5/JryAcc4TRk9Afze/4FqLbo59zZqmU0gSrb4FgO8z1T8SkUwP7P/qYPsDrWO1xqOfRIePrET2wPOn8Gb4g8rHrNnYEcOTqw9SAXxXX9s/M0k4ko/sFQnXjS82sZkuRSvDX3jClZbxU7ySzKtFatb+5yOpEihYXwGYtrtSer50PtKuzPXGjhZEk9z2KKyfCnrg0eitbQH9jc+ylkpKnaOQaPku/CH+Fz566AN8//e/R+5gWxyaHr/K3RkMWXkfkcY6Qb+dKEAAePWZ9j+b33gr+vtLMs9lWwVnrEMp+6j/G/+AVkn+ZPixYBP8Ejy2PAxeQDfokfg13LEmZtHLFkYnvQPieSYY/71e63c8Zy57wWOTv3l6fRfscweAkTvgG+vi0WPe/1eL6C2aYn+F44QzLXONHxMsXR/l+hSRD4xPvi9BWXh6cdcUJIz/37Qt/7Qqm42XdyMYN/SixEHsaOyTtk1un6BsjvYXr+TtPZ1jgVQUNPJcdqvJ6fmv2+qu3I1+7tBFV3A2PkKWvY862JhHd9MDY4JhkYEnabO6hsWPOnxAvOYkmpNcF33Y/God+fB9dzJjXrr2HOHzvBwb0T7ghxcpcDQGPoHSkYDWL8Ehtw/GdDiywtKy7KxOlI/sVVe/8eNdCUT2WT+YHfviw3845zi3PaY1ZFxt87Z/THStn5ZHGfPM2VhkbSnWazvTRUi0v4K4StuhLYvvjm4k73bc46fiyBZ1jluWjNI42mZq/gtNSwhuEvwdAO79+e3HAPBUbpw2WXqpDSkRm4ggUvUEBV4tLzYL6Ax07kVgO/N2WoWZ0SuzJgpKimGBYC/su4x7e9BH6aHgwhRyFrRRj7AenjkZmhD1uzoxxsBR1gQGrQBol7RGvF84D9Z9EB1jb+AhgxsDtqt+BOCayY6zp87QRNBCCEusEazfvu8MzzY0aOVFwJpqHT97nH2ax0vIHGMsXqU7CMF4OIODioxLfx/HfADQtuAWKPC4xKDjtDTRlrP0DgAHoJQAm4An68HWsO/riHoHu2F4CxXt8Qg807oV2AZlMBYUTlz+AAAgAElEQVRxGORdouu08E1AcQ+mP4r5UVpk6/5tzp5mzawspMSHlKDnPhweZ47uoTJ4HTnvIDA0Bw2TJECFCgHLFmJe62f5qaw+tCB+soM6o/X8n0nilIbObyNg2eIdUMPYa9rq8XD2RWfU97VpdbPt1A8YVcD7EVacgd1nellBHDm2Bg5O3OOMH4AQ4zgZ5i2DULBN09BW8+AmWMSouQOwm33mHX8ZPXbwqDKuDSRHBAQsAwCgU/aqEz66BRSOigZ4AjTOkpNBNw5gaFjPxaDawFCMS/aAvTrnEtqhErnbILL3bxNqAsA6gJL1VWb6E1TQeTzPf1QR+Jk4FeaMb312+Eh8M7gS+YcxQ/JMWus8AUc5sLSG7vjwdrDh2dpAdTle1N7rGTAZZ90KMWccbiABY/IOAPzHci38czLERp6+zuxVBv2zxwB885D+O56hPUsxTwt9sfbwnB2KLcOuAPALMAH6tCgYqJcDoAF4wAvvjOqDnqO/5/zXkhe0CQfAaX6WA8/lkZuhC92e1ktJauqki+XnBHTZ99BLqnA8lqHF2+nCevHvJmYN7Y5lgFxP8DgG98cZgoPMOpgC7du4ewys7MVklJqG8+Z2OJB4EbrMZqdqLo4WAm4E+Pt+eO4G/Mh+gormlzH4yIBsIN/GO8lXuufwk8Y8gT1APTQbGRFZsgGaDXiEDzaBopNQYmxnnfK+LJCBcnlC28AIN3hlz/q8q0wnYDaZ577S+ipOA62nZIvehJyT8zZJIOs87HHSqirBsDV4CAAleW/w25EvlYBYrbSOrpygpuavdTPPU4072dkZe2jdTptvmFR7O9WR6wDYNe2AClUaG8RJYgPVQcJilgviIc2pksfoDoMcEB108lgn8EBDGNHwAoZTV0WAI9swNr22g+fZLd1rPP/sQZxXm+i4smzn3YFDPY8Av36/9V5XZvjZk8Dmf8dTcTv7NDfsC9bTPPvwiVr5kfwIfXc1jROSCkDgwD2MoDG+8nUyL8bA77c8+Uke6DpXANlLNgln4wBtuQ6/22lj+fpOovW1jzyMg30wiJwrz7NPwll59DoJQvzX42c97H/Q/06iwQjJCSY1veFM6+SbTsqwvqvAkflnSIK16bObWO82pHNPOubgUIzzahPq6DqkkZs87ECJA+Nbx4rINCWcJjga7L67vfso1ltdhL5rJ0vrtoO5Lvsk75sXWKdupxA6syymzfnMrPOOJdn6vk5rOkl08IfnXs4e74PXTS0X1Xpv9V3vQ/BlnFfwOPayxz3080pqtRzcBWte7gozAtHY1x2Ea3uIdetKiZN0K3k7HcEoyMK/8O/HfpPdBi1QVRcHsSY8MnNwSztp77U6CZ/GTtEdpolqEXxXiHBOY54Ln8QpRwJc9j70FlraxArbFYNV7wTYPbbge9I2yaxQreR/t7DuY3d0jdoto5eZH/c29jBqE0148sHct3Ps7m4Ej6K3WoZJvnXHJclmbJ23LE4RgsbiDmgOoH0GH1ruGus9y0O7VK6Psx9H4shq+bmenACR811thL4iuEKHnpUIi4vah3TWb/b+yGvZ4s/ACCjnuqUP/bUJwvFP4Zs5ldujW7tjDFh6q0RXjkA/K1979N9km/g9yQ/4lxJ4eM4KlqNTtHnmtWNvv0A7NL+9DQc431G5B/77ti5ce3fgwalPtRH4I/zVrfDFX+8E4U4KhJahVezCnxLtGY/tJLKkv0z2b9I5WsuxvU5BwrN0OeN3g7L2Abj7QPCk9fDzP3vZhuZvmrwD+Tuu+c12WmhdcpKCG2x+7bXOkkxwaxIun3f1OiLf9Azahd8BlvD64Bfj88/KQ++JsUkwUmRfjvoxRh/8f3DuXLdO/eUP5olNY04qHKTnso557/xtO+/Re89n3YGrt45qMtsgz6Kh/7ARY49uIRD3vjo9HfwWuY5eEet0RZj2HB637rM9OQk6FkzaP4I60VuNJ06r4llLAnjsmY/sQAdhpzsBZY8o6GPw7IOZSlSv6UlU2hXK++H9fT5yDuzQcp/98b/2Gk/gf+xRnn5qF5733kdZtO2RRIpgl2AosG5avMdmjW+Qs7RXf+fdPG/9pWN7CiPatxMdDX74/WlFn/tCq/B0/BDR76E5PT/73JhRdiH2N/frXo6WJLG9db7ijbRs1rPdMWD8SNKFmjqYPe/MmvS+oW9ii4XGFN9I7Ciy4SQ5OSllbe6z69WhCP5onkFH9Gf6nY6z0KzXb7AE/qn2V79jK5GNfYRE46njnxsaBZsd3VWDwabBTsRusvyegLrXQT4hBaGFIVRs8wq2f3Y5bB+gVpJitNUnb0ycpI504+vkcGSE/60EVOgn2GoSEyZRRYleOYIzE70T+sHZol86csCH6BOSlE23I/f5Pf/Ow5/Xh/aeDy1HQiPYD6I3KmjZa8nOJKqHDohh+ejTwz/BvyQJ7NEza0c0bXHUnd6B7d42P7S/wdw3/zQmh//pRAwe16TaH6Px34lRTecnwXfoWvTttZkEi8Z8raMSH1nfBUmgvRe/PYv6HzZYS6JNNyNXa83dKM4TSoVviCIVA5QcR4C9o+ohijezatC0XuJ7gKb/PpPdpdislGUUjcMOLehoBLOc/Dglo5BzDUK9AWsbZQ3mQyIJRt/O+EMorFMJZxNotfhhBvp4s7Xj/IHAWQNtbJ/peITxc29nk3M9mSO9hqzF9/due0h9346Qvwt4zMKQaal5tGMZhXgEntabrMx5cVdl9RgYY+hpjdOsuZg2oEcKgAxRAuB5X+6JQn5nM7UDOsG83W8Einez5uexcQZd/jhGZ5h1jVEUA1ml0FJX6TLXbhUNnXXmmCqOV/CNYW6nXECms8PVbmOyiW0gztrC9IdOx3Grd7fB3DQA3WXd3xlDnZHVvMG47/XC8a+l+ffT4vobfSzHBiggzDVBBJSeb2CiVTcfbOU1TiGqgTojLsArgCwCLspUaw7QDDifxI9nOZEF/S7/7oylDVb2uA+Aej40QBvHJXTPvFln5vl6xoAnHF2u8JITsXwrXVX34g/JnaHzzphr4PXTHrHPfxUA1jVtoKLsuPfwm3VB+M2OGQVfz2eZbSqrt/KCebRhtxnKBFTnLKiqRjrjHuNO6x6HWhSm9IXFfJ1xoH3uZA7xUIOvBncap4M8c1ZF73/eDeAP+Mj6bgD4zkru83Isj6YdvUHlZNrfrVrauXQHgO8ztDirLLSatb4rb9qB0OcmQYeaw69f065Rz0GOWE9HaXYV8B0sPQlIU2WUvV1+FWncBkl0xK7nhz4y7W1iFfsegJKRa9xp17qOWL5DP561fO6xA0l8al2S7PHV8Xcld97xGTTQZIJf7NC3mBnj+MtRGCuLel3nNs9xW+An+QCjdvZyANomUkRWmuqEFabitCt9oFnNkQQa9hrgy9+sY69/V6y0A+jW2awde2lDa5zvrG+MjQ3SdgC4M6yRHwQglODR8rIxDLRgvsYC0FaMk/Zu/d8yxvfCrnSpqcnT4QFHSxxfSdLS8z2uY+y8DV09V5WA0D6OEtaCYJjGoLOt/RzrtDwwtLCy5DzHAdbQ5znvbVo4ulpGzjNPLAIge5bAXAdH9F0nKun7DpC1gUyHAgIoyP7jUDntJyXTkf1QVcvDTdZABnflBQFgQ5ox4M5Txv4ioajl5DswPHN+NqoDtJ/0FX7GqXycWGMgsvYxyIMd7wAD48RRiA5sfsLBeozQSjCNAygOVtFWB0ZaFrGPYMj8Pds89gukcpwXzwPoPAFfMy7uJbjL2Ahs9XXaJxvsY7+dY0lmDI0vhM+0RgQjG3N24k3kYHAS+HXfGWcXc2y5Aq7tBFHj7ueiDaC+eQY51e87+94bNeeQtmHNusURMes9ckV/kQjksQ4tyb4VjqJyth1zr2Qn2yOT5DdH+HVVS7+bqoUkTu7e6xqCXB3IU6UZ8q//zTNnIjP3lkct97/JSW6NY3kzDdouxUGJXU9FTc/N11SS5HF8jKPXMvbqfMDYJSPgzXOmuuZVusZ8Yp562+/YD576VLTybnRHJ0z5snn26QTwLEwfJaVrouvWEU4LO+M6V5HkzNd2yOLYhgS1PrdN0MdkrD2Zjkw4j4+z9cEg3bmC5wr/UXFMcj4BIuZ6dLYS4nDmDpmQ0NwtdJF7IoOTXF9HY8UVEwHViTD6W89Hzpl+K2kpPCWH/yZafXPAMrf+F1mDjBQNvfw0E7g6jkePcex78dQkp3jPhz79TOv8qWY070U2aQ0VAIa/b8zK2OB5PT80vXzT2OR0xXgGJVwBHu5kzJdD/3ke8r1gz8tn9V6f96oxJ603xxzoinPEwTD7BhO3opHkZzpfZM2yTjhMGz9QvR6fWuQezvHDf/M++LjxJfqCNQ69phKtkwJuvwDj5MiQjPMt/xhnEtW0wf/rqcp/Oq299CvSZNcQ2gIbnqSR5xKfzTp4qzGNafLg37GPtebjmPX4hDfs6N+j46Cxu/0yozlVWdcafuMT/Fe3g/ubfyKyPHjy40iY4QHTjPgI+TuttkNL2MT7r66VfjIPPUtwksIq4EpSyS3f79adzA971fhr6PBFfx7L2lJ30iCyIrJKiUhp5b/ddBZTHDlDgszHIr87o5xknAPokIvxSet5SnzSOrwTxDtQik35DgDr1W7/jO07WPWucieBkqGujBxemO4SfcTPsfvmJj0TvfdLfryxddvv30cipl1z/JB3RyXTxitRsRbRuDAJYRQK0FWjlxo8gU0NW5OA0Ng8fBXe2oStBLxuP6Ku7UTUDgC7opPkNs/hba+1r8bHIcnv9DwAu0vP1ryOT9T4f4+q7EA8e7TJbmkvbJ3rboVpfXv/ICuy/pr00n4X49CmWXKAwpnDT3N2dPt+NqHmCmApEapaVmf94hdh/vqTfdkK0uhU1qz9gf6s9LHX7RFD7248CRZrffuIG3yN2lud0fztx0fySP4UEba8h17Yry56uPV8d3wNPyapa+DPeT2ypOnrG2bwuJo3ng/kv2rbveNap0JV9Pg8kDgYNhSBdPzQx/82jjphkPga1tfe/NJyk8lAm2ApuhIocUdnPBNk5Xr0t/7W3ER7zae93vk9culOvHnx0TNeAsq69oxJSz/+Ax+pWT6UbsmOfyZjUlcUCkeQFRe9ccyTaNMyLb7HI9bn88bG/O454aezTk11e8fnWrfjz3gde4Nj1c9KQgcg5W2zoltXNhhzjKhn3Rsve/20LzrPfXhSn0kP8hTk52/PRU8AeAn8VOhMhhiEloBVFEBaOeSMz+NoUcbP3+Lw7HMAemDJfsZB8hwe/ruE6uGpkx0RxttMlL0iC982r4WRBKne+zyLaowonWQmACRbIS5TfAkKDtHibNO/nfmkMRA8+TxrK9k6CeIF+CEYqD7xmlUGFy0fNaa71eBd3o2hqHm24XWYcwjzDr7olT4TQEKlJFUDwduRYuH7BGh+//0NoHEcMo8bnNGSpQUG2dgrmDuIL8WrTDhVWuVH421gt2sYhsPwioMyQua0HVVCwFROAgZvwEubHL0QhWfGkRCwwTjPrOfn+22rSwUq7z/fT5uLFpRmMYwQB/dyNiqZmJFr7wSLd1VnAkz6QXZ01uFxKIxB2+9jPcn+6/2Cts/6PoOWk8AC5m1bRVBOW6sYE7ruyRKaFPkW6Oz9rYh3DWJYsWaMQ39zNsjNd+3A3zNzyUbeBIK8W067ZNOZZ6jUGwqzYTYVoOGJC8Q+90hRsw43jXeCxx3M8HpfCkL3U+F1B4BZK/YJemJ/kVu3Qwn6ihwOcS1vJxu5FbMDGM//qMyQjNQmIxNQgKm8VNV/eOANhMWY7yBwB4B7Lh4P4MfG8uytBWQCwARYWy6JTgNuRz88lxloP46UyPfNVO2gBcaw5c+czXAcjFPVJjDXLUs/EgDGYOnKw6xrjNv7vDYAGAFyjP8DVK4jAuJIzV41YHgH0pLDisHUslxkzNku0MnhNc7QnedjYHRr5uXLzVCFJ6kWjo4PoNHPC6i/EmbWUWT6ngpr9HHOdglNWp63rh9+7ExGHGjQuatJyFQHkI1jHn7s+fRn4Jamx5feGxBxMvGLFh30rYAb8qQD/M5gVyv9wSPwjsZAwNbZd9O65Q4AN4aBvhhrshnNmv655bU+WyfRtP0TPU1iSWOke52aH3h22t9qz6sTy2k5E4DPuWRnDUdvat4ONHpzg3kwQFs+hd+VMCSH3LQvGvnC9QG2gympQm36I6nuSqB57fFPjgg9xx054qTh7DyNMWcXqiX096ondMivf/2KrnvmcFcK2YBX9bnX453otElr773scWdP40zPcQ4ZywYN4mCM3hocUoE1XXswqTd2EsuGb876P1+dVnTDkF2luu2wpD81lh1lDMO9v4OHtzNzscp0dhmH4E33BLkJyh5+niRSLfaNZbjGezfB+/1sQUtk7eDDoS0cRGQFh/fQnXkK7X3dohc8PbIL4xqnhtYAHE4AxehTuP/5rkSe1+5VxeG3ZZ/u5M6MK+uNc/1u13rWasbfLQL13W0g6zM6Cui97B/vQT4fev/1y4Gu/rHd8RjX7GPjaxI87jOGwVc9/64Ktn4bfEDlhUl4XtI4odsjth5tB77HO4mr35IHg6v2zHFdnsr6BFrBO9g/SRzLnC3f536t359/IqTHLn7m0hUurF3LtmMzi0ae9aXClOB3B2DZG767M8dPQK+Vq2Yn6DRYo2nwOLAnQGmZSLv2wiVn3Jrv2PmcR9nPML9c56hpXzpZoZ3Pd3Ks1uLIZCX+XYmErJXW/E54+ddDn3aIatxHX6NbIoNTlZbZgCuoGoHvXxXqZ767am2H3l2hWGPzEm6U6wxWklU6eeTYa6M3zEcP7REghM8YM2veAWCekYBD5ojO3aTIlS367nRPmWTUtnvuAPA3jNUB4PB1cJ+wQ+TLJC1Ny9evQdFyVnpfxjZm7PA+ciPPBYcGZ4h/ke0nWWL0sq4/Ttf57JaNvsaLuti0K6q+BTRIDBpqevmdeh7YOfAQssXzqoBlBxxYA/w7XXn4SnwqBYodhJ2Y9z1yrDr+NObVtz1HrQl+LeiuddnqnthrjT8IOJ4q+KkCzbpuV4DGrnfyPGumf+9KLtYOu5BqqdBG/nsnp4cB1kE8SfO0Wh9FgKw58mJo8RQ8aPxj+0BDtA1Npe07EY0ADuM9/9bRAnQsgZc/dWd0SOsznvMOkmR/87NBzOD36KZztuLov1YL6F/vyQc+XH9bnjPBnOoUoLf2+mUtRi+OPml529VUpr3xi90y7V4760rpFBsy731drPZdPvMs5LT46K4A9uqVY5z1QJa/urJMVWVX6mWv3qOOHk372swztPKtkveb/R+a2O4odCnSixpnh/638nxldPgzhLRd8Rh3t681Fck3/dB5ZNq7S5gfUT6AtefnqCZhHGFjVymzDsI/Q8ey92co+j4J2zna6Ccs36tJpWHwc/TLvd7IYonTxkDe7wFUYC5or3nhBEiWjTb5RBhgAmi+dyptkTntk9dnb5x++8viZ7n3kLGEJze5s7EVa4tvKHi04hnycz0/2GydgM16yn+Cze97C88HN2UPXz6GCwf2WLFlV/fK3g8d3QUlErkkhBF8Yn6xn6PX/X7tg3GTFnQLnpiz6FVHdbx+RG7jry+1uH720hMkTob2x/9mmbn44+2fnDdNJxZ3lmsgPV93q+KD/2qQP+GI90Tyl7BZYlblywXXnj153/mtk1HrMuRl7++3d5vnu4PqszDxzz+B9+vsaydq6X+m67Tib6x2x56Iex1JUX4H1pT4nWg5MmKOANDvzz4pyI8+CU8+NtnQv/7uADDfd+AaO74T8DyeobXGF/f63H53/u4CD93jDkAuPly82s9q2/JOZPZQZjGYF7HMfKf/l6eZZ+4E2ZHDN56nEEnylxb24Cc/98m2OiLcBtY4LfoisntpgWssZcGeWzvL1gqvzutlYhpYB0Bj+EawH6A1EWvfoxCEHA16/ihblKzf6cDq9rkmm/z03cahMJVY2aC0vHgJX2UmPc/qdswAXTbPhuRp2TAl1UcYfEb+qUKwM7Tat7wYoQLAbk8+worqNK+BAzhRmihhjMTjiBm6wGlDO00RS2fe63ndwpC53a0M+/0Wvj5M/B0AdmXAsbDiSDlODWfLr6REwd0VPCidAI1lGmI+2DAvpX05xFgj/XtXAG8P9DUcw0Sh2XWkLGBgrDYiHFDL2PTjM4W1F7Mnbi/zPIqqwMFvBsjv7KdxsCigI1o38NIAFIhKIPsNOPWkGLg9zpseovjeWVcZabRaWvFsYBPAtBXo+b7bUNj4nHNcyagX/XYLuu5rTwthFIDHOJXZHrsVw6zfAGMElA365//ZCMdx8lwq+ouQTgBMQhwQ2w6KdgR61tNSPXs3K3EZct5HOxK2jXGMmDmbovHFBIDFAVmnOP69FpIh1xmnAJCll4zBAHiquL4FgAFCXjvTN1Xwy1NkvhFMavkFKG3HYORP1r6dZjjiNJ874ymjzftTyZNsu1OhRQtXyUL42zJ9z/j+5jA6CmnkcZ+3sUp+nEeF4sRvBM30se57BYB9HsFDr7OXPhvS7WX2TDcMgNDEu9JjK9YkW5Mo4MxbnetUVUFeg/nbPj7x/3PtZhO3LIm85gyxNrRZ385wv7PXuyKgjbhbqasCxBUo1n9HfU9iVvjF9DTjvM+pzXcDgpERo5/POEvwWi5Wm6jOtOwKAfER8uEGKRnmjhWnFZij9TIAMoHrlYMtZ76tJ3vV34FNcCAeOj8Z7lmH115MC6thgGPkLmgLGJWhKcOAn1eCyvASiQhab1pFte7rvcWIcpBIDlTT2lZZ6j3fKmg6yAFI7qBeOwHbgXNnPL8yQMswNm64Ehm0F82f3UIIfIhxd7e97FaLmtOrpTpCbgLAJwBgmab2v2opGbzAOr70TwXdoP9enztxT7vPudzCmzE+sqNtVFouPg5TdEXw7Bi9zy/3/vIM9BmOTOPB4bXbGSxZK37489//ejDXH6YtZUqT8IazvTERDsnD6+cMoQmElMM5c1oDu/W/aUuOoMH0SozQUFGnWm/WkYBV9NUhf/9+sEKd0Wf605rWtYcPRz8SMM3nIb474NN7wrsJXu3zWh6mxf86DXes7eB5r+d2JvlsqZ77mSOVgfqM9T9n1Fmurt3A2P+7AHAcK2mh53uepYhj4Dlf9MmA7/uRw8j7l7577rXTpYJRPEt7kQ4z2b84mOTB3XbW+vPXE2BTJ552HlC9fxw4witXUIPkynv+bf+0MzgTFS+tfHOA1vjxC9F4vdc2ghbQU9C4OmgcBwjvQL4U7obnwRnIE//77Ieeg6w5VQ5KMHz489evrewxawvjl3zKvn/qPSjxW8KM6emSQU3vobeysS4ez/f7zrsCm/Exhu6IEr4rPjF9pBuN6X3k6zpBEixoHSMa6R/Llckk+X8JANvRPfZ7sOIbp//5a8+L64BO0+Pq7NhKmgN2S+a6Lc5DP+8W6U1njYPa3g2fhlZs+0n2TWCRXbD9NbxCgpjf/98EgIFNx45ygDWOudwvx8521FCy1m2r2g4YWQ4WfNmtfk5kDS2cqXC2Ffw8wHvM3pdNZ1obz1QCCmk5qfvRp3p2V7Fn3WOb3k7TTrzszgBe+6HztnVEq91i0ZjxuVaBqeWh0BEJ+byTSooXvuemVlklgswL8UrZzxG5MIFH0ejMq8/O/rTvlzu6atvyR/6zoaV2fkc/rvOf70T3rRNIdD9OWfwVI4M60Uh45pyN92C8JG50cl5olgALeNS08kzhVECLrp8P8HV1MsIJxGldnud/BsBDXwfDse5e122Zejtoz7qX/mk8a55UkE9+hOFxnufVryPHbnx69muwIGPuVrr4Nn7TvjyPw8HMzuoMdP1oPUmO+JaYuQnEK9O7FfjnGasv0ao3v464O4kScwRd67Id2xYemH+/BHwOtq6zb1m/tmv7iCPkTAfOe7TtazoBwrkAmfVql+oinmK+OvrpYLqhKdp/kiRHUtLtnzv2xAzg+FvqiBVwEWvQ3SKMaSogObDJskayB38RgREClNyX6UYXdcFE2DNzPbq0MLNhO/SIzLmwV2h+8X1jLNqn8mz51Wz3fPEz3rKj9zP2enxmnVjue/DZKVlu7LMksAbPK1EpP9PF8ZlPJ19l/MP3c+ShSLMrxfVcsAeB4san7LffMvqCtYYW8YtGhn03SuTDWfsoPtvYe9VCfWSr31Xylf3NOk6HidELR72UD8katOxOxpnxFxjzeLfKVrwCdo9vOvjjXWCy96dj2Dvx0fRWWHrlzbtDRNZz/cNrU21F+IlNFKZKQtifY4usP/q2H3yE2vhfsdla3gQnk3QQZuhESdas/wUz3L5R/JexSzehB5/eS5+yr8JZk/jaAc71Sccv+KGnTNSF58VxBY9vnRD6qC4lH4mqsSu1NncnAMkl/EOSQ0k8yoqAXdtuYK06FnLiE8+XqgAWCdJJKjGmpwPNrwd/CmNNxf2dtHn2YHQ5dh80cxeKvcaoWNLzH9XtjkA9NE/b7PWjpKuM/R/CYWMndzJc5r/+s8bvbR9pvKcQ5SFyywvFHYaOibUwL+ztDgBrHJ2I2QHn1q8bN9pxdXxF73gFto2tJEeC8VEJLxxlelj9AH1q3b0u8gn5SJSsGfTg5/7rX6QwR/HQ3sFAYoSNNiGtGNdB4Ic4iIMAjQDSotxGVTMlGfRnMeeZFjAG0u8s7IDSOOi7vdBRklPpFUKIQkFh3AxtQ2WcHHqfxsI5k926rscLQXUJPt9Hyb+N9VPtoQy8aT3C9beDmGeuA/QhdChnAOq3DNpW0BqAFdU4c2itaTFipXMFrwf4sEfsRwzscfjNMwETZIBs0IPq5ulF/qypqOA/M/ZtC5GZRygpGB7h1xkVtzCVMEBwi1glrNsoPGspAfRc/M50njmrhedU8MYJHYNNjuf+4V0dtDsBqnGcGdQ+g3RGnpVOpDfAwW1XDTpE5KEAACAASURBVKBjBGn/24iiQgVnku7NuU96TgTXEYBewzcg6YooKivs2DpJEXJMJ2Cgn2M0ig8msGWDzWNrB1tWIk78/C4jvY09BBGtaU+GUHmI9G4FjTnL+Bhy82wSK2QQRVFswB+wl7dnb0g20X7RTsg083ytpUmCgwR0nHuHF4YGO4Ct57m115N5mLVZgHkqR4fWb4ckBgqOYmgkDn2dIbkt4Aj6QRsYugRydk/iNDTdzV5b3s2Wc5+SLvjRvX88FfhnbZ5f5MTip1sCY7jirPGcT/Ay4OtkC44hw7khkF1nKWXNLoCMXBs+tQH0/P6qxKrs5wCKad08+4tB4IDhVNacCc07k0hU2ZyS7+LFoWmvqSr3CAA/4wj4Fz2v85ygt/SXACT8xby0r7TO7cxT084wZmdDW0dO0A9AEeMnewu9WB8ZoGd9zH+eQ2hR/NBOU3122nhJ1ojCpnUe8jJycc7JqhZ9/ZzI3uxZ6C7vvh2Z7LuuO07yGXPzin6PgyT6vR1IBuhzVpF+/3aGDeTTclqGotelDCj2H0MI+TbxrAW280BXY8vheOtfjzVGcPYwSVhvWYNujExkf1i3sybaN/PnALBSH1SUEJD0OlWFKfM5nSeee7e10ibuwB/aMhukbk+e8XNmB/rhTiDrigq//xmrxkXgaue1OgYHY58xqNd1O2De53V4GapZN/Zd38MLODw7QQjjyPQ09IOcbZ3eFcONR6DhpY3pQFEBlhPQnouMeWxQRycLTyXosDoQwP2N9oOD5riJwzy78e2wbX1pWquAfbKfW5+BTZINDt3yr/dujkSQ/P/nP/6w3Aw9+OnPnFJ1ztphBFLh0A4KdJFlwDisHVgdn4LWyFXsE1DXXvXRIzFks6iCb4fPfA76rkc7X9pgvwMIzf/LGyun6MbBd703yASp/u4kE+dH2ovxgyMxtPvugNHPPjp3bsW+aFywlRzr4HkHHyaIoXfNc+BB+AQdB3+eTiSDJdlLEj081+mkFNmTTjFk8MITVJo4mDvBG3/3/McxPnE6ps1geLDbmAcftn7HMZaxBituAqDob9qk1/s6oQKZgmzEiO7qGfFjt/FKUA/sSkJFktcitzfA+hNtnL2fMTdNnoTN0r3RxdG/7YC89WvoavF8OzJInD2tguXAmuAvfHP0NhujPaj5tJxteej3jt5+OxY/E4CyV2VE1CJp9GdPRVeijUlcWvuh+L6SGsN/sXOCUSf4NDxlbCP9v/nj1lnaSypCQqtJqIBvci726uPTkeK5luDw2yYch9Pz/d2KOwG8dYhm6u/gM85EnJO0vfy/4inRWAUKW792AnqYJ3t3nINjn7PcHQCO7H8Hr/Qy9LESQnUN9iT4y5VYlQC1e7fOTgJqGovwoX5eAaOp5mZcx3/yzBV9hbOYa9ppyZmnyG9kfegzjv/z7MG17DPBwqbx7Fm67kCP4GnvlnwCteG3fAwdgpnTGYMkt8iOdSrDM//6VxK1ci/6b3xXwgcjv0I/a3MvHqXKP/se0zTPu/WL51784Xdarq6/oPH5rSe6WhC8knGvrZKJbFUfgeC8exL7L/tf99tROeeS30FO9tAtI61HCViuXe35Dn9RwUcwk3ebv52oGf7sYpDI00kuen7vVuttt994E7/iy0Yf/0Dsr9B987/0JA7vXmP0pD6Dv48/qFqd3h3q9PxgWiqJQ6d6f58LL7uvizy8LvZTJGHidSb3obUkeAW/fdIf44+eCkb6qUNI6C27mcSWMlLYZM1iEqT1nLS4fzCmE8Ry/Te9lDXbhzS+uzsueBzW2fk3wYLMrWU02HxxaZ4v2Se7heRRfaY8F3Dn30Y3iZvjlw5OF76Rf4rxH//K0B7yH7nCdbfDX++DF3sMxkHDH/hS7NcdeYrzhkSjuwDqVGQ/z8/YkGVvv8rboW+D3XseG17/TQLIrDO7sonUcwQX6/P8i7+t6Yn50w2wEyGKXOyf0LXSyZ2ga1ocH8z6nvA1JNnCR3XNS0/b1hk/tJbnxP+Tz6CD4A1+JMa7O0t01wR87IcDw4oJtmjgLeNDxI0L7yKd7ibQmDj4OcGXYOKxWWaM2B7of3Qp8znzEn5i7QLvksgluS0Mb7tzq0yx7cCZXi/LnmXIHqe+T/VzEqT5OYkWgyf1efR0rnCCaPlhOsH87sgW2yY2ZGyLCB78s53AeWyyZwCi0TsWwZ63fmi/JvvVHcsIeO/sonO+HWNDYPUnv2Q/o49a232D7xYLsLep7t+ENPmcmR8y3+usZDELsFnrodVz7fC310f+vqGzDgrrTiro0UXrf4z+wGfvhDv7OUKjkbVFC963/N1yfQs8Bw/XGcDRq0ncQIciz2/5cnfWaR8EvgbGpr3U9cJz1heDJTvhybjq8YWcBKwr4MyRR+wftujN550gTRzH8QXJkue9rjoeH8I3LBdaXJ88/hZa/Nu/MjwR//N2NGH1WatjQ2A/iBePLFlbV7gicl+PTkJp49NOXCFu4AQQH4erxZzkENHpRZ+eD5j1//yfX24BjTHyim4jPbz5aywDOFq4nLNjznWb0fHOchgBJOaw8+ZxHKsyt37IYtUCkOEqksaxEWIc4DJn8PraMSYwrryA0wKhhWUTjBYSIQIRArC5/5RRv9YhxIPtzb0IEG3bfcbFO2C+xjnOp1d1QAWAWZp20N3ZlGIUnE5c/03oHmIb4tf42yHa95pQ5Ixkfyz0wggn02gUi7ejhY2TA1A21dJBRqQUngOPn2DVtPI8KkG2CEXGfGfNaRwIjDY8ZPTQ//xUYD2C5vffY/yFoT8dS8mW2D7zofkJ8FYFlJl4Ah8EGhpYErhpUOPEiM5wGmdx0z18gvKXAP1oVfPc0C0ZdL9asaSd7wp/WgIDoHCA93qFj6LAb2d2n+3053OmYRytm+HOuMVfOSOHitGqiJBBOMb2vyfgBd20TDB/nZbb0EQE9Ogev+4os6oKaePaa/GM85yb6AVJAFJBYAtTY+usleSJHB0oYKqQ2qHazig/DidqBYDbkYrz85t8OmOdFspRGgmKx+mXjJ3//EaWYcCDAsAARtFEt0JpYxkDFYdbnrlgHEWVtSRxIckcGKKtPD3fCkbrbwP8MZyz3qGEBo4CKi1vW3do/fdMoIdmvpzV6edV9u9mUGXcL4A7TIaugC7Zqxjjaanb8vHM0zSdoDGg7ja2qTJjLajIbjnQgUbo1LQztgy0py1xm/8KAL+c0F5LdRGYyhTkleXptkuklU/LMa2TjePZswCBPIeMOnQWcnyTFgY0Dhb4VuF1HBoTgGsHmhNJ6oiWN38nKNv72Iax92oVZwLNk4GHUsFAOwkqA/wBj9DiAfyc3ftc8O1sXOikHeHhi3xz8/15/ugH1s1nIo5c/6sAcFf6BEwi2/W79glDGEc7BnzGw/Kwb0deXpWW+r7PUiYhgXXCoWEdPIZ87xXzP9shcH6thwO7cz7xSRKazggvvaGM+OLPrG8CtDF6SzaZT9dQb8fUuQ+H2n8TAM5egS/pdrDyPxmR4K/BkRhNR8m0JIEm3lnHfaYjV3dVdJ9lds+haQ3Z8Oe/n8p+85/2Ps65NWDjAJIz/VsAGK25AcXFOl6P0a+nm4YDzo+cUZasDNPnmn8/+4VecHzEOiKOi1fA3oYYdLnOGl3fZ0jeDopeg7sS6HW2s3QCRxoQb5De0FmotS13shzyD9rpZJjz7k/IefidoE34bTt/6J3IL8bJnomQsmc7sA4k6Tnt5O8Ah9ZeAf5gsFrTOSKEJ8bJFwxDQuPJdH4GZ1lZvNx6wvz4JAzy8yT8+lfhtcYtrJkrHZzIErDkKldX1aUK4rVPI5cO5nkoRdgAw7xtypanOA5vrAHfdpX9N/yV/QlNrkMhjjR/Vp97ruOo8u/s1ci1Iif/qudSwYhDpnkLGwQf5ZHDChAZyyRJoyuZjJEsb/K2b7oFu8cO82RHnaHd84mzeWnOa1H6kySzDvoIE2BPHEe76XpkuQc3ib1SRQ//xekZOfFumZquL06+Gfs7E9PcFUBaLtX3yAR4CIcSa3nw4JUw7f0YvO3HP2PszjU3xgy22eoqFjC4L/rl0EslnnNd8y1OHr67g1I4zknmScBnK3CaxsMHCsiFvqQ37ipp6G43nQDmOn50PwlcL9kq+CB8NQTWNlFwcQjvZfvPWLOuS26nqnrsmw5gGaaIln9ocd2VDHFeBfPpaAVoX6SNHyO8gJxdLGCF04J+xhiHYc641U/LCeahdVQAGHrB1jNdFu/tfmbtMpbD6bsN8NWXlrm6iODEuw3pBoDB9jfPex0euxndAI+ccbsDxyqVxuv4txik9gx7f+liE6i19q9E9NkMbALOj+TdyAmv8QzcOuoHf82v5/3cSyDs2BnFczj4WdIjD4v+zsKLBMYXdIKI2qfnWhLgyz0Zu750cPSzZMFT5Sz9dxyiwZjwo35Hl+v+6JXICXweyKvQ3CPPHnnotALR9yTiosPFoyRPdQDY7/Cc4keRg9eBGIIEVZGs95yjGqTfx9Zpu7fXid/tyL4SYNAL6O1N7JJvZbDv2PCs2dJgntzBtFcHIeugBENyzwaDeqwdCO4W8rwHWXEKZgI9HADmuS4ewc6aQJxG7yOdXGUaOeJjeS5a0DO6BTz+COQi6/eTXrY/WgHRkRM6Eu8+CiB0SRA2+0yFHjx5OsY88pMA3J0AkLEE7/GT9ybA6e4R06oVfyt2lIuABjrQnrlxCM8zvqtOF/AsuT32CT8y1rqj/E3Nb6HR1TndWbADeSSlgqfZa92P35/AIjrs5dNT4ovtk8V61udzNvRem/XR390RQ+9ZWbD6/20jz6qLHyvAGuLT0UCPLXaShoK1btvDa3XFH7xGY3edwLGDRdok0cvGPeIrTwJd5PVWGrNvp7Bq3n/bV98CwEtD+Q3czNE+YDWenaTPJFdYno5MhYfTojeY5ASINd7p3tP+KC/fQ6v92eqTPN+yY/DLfXZx+/3tL/kS/Da2cgT6exC1A8DgM13LUacaYyfC3D7CBOKQx3MEk5Izns3uI2M811kX8+/M66x/4XOuzX5EeJI40fvFLcJLwdkJVApPLU2vr8NH++FzHPvmm0yDLnkXeAz63YQP+QMWu0E/4Yv1C+E/kt3kuYwgQS6R2Cg+QjZrXPKPOFHNe7j02UFgcf7q9bfO0pGGWj8KpPQEVwsP79xyHv3b669nK4GoA8CsS+h3dGR1DW2+1Xw6KUPP6yR9ngE00RhI/Lhx+qHPkf+tP6CtLVR9y6Fg7STnY+/ij7QvRzGPjgUMcf2mAPCr3NmEvECI7A1N5Fu7hiXw7dFtZ4b+V4gMg5kJtALtygkLPyvcBeNbUbqK/rx3LAUJZACChJqJz5lCqXSA2SAK/vYh8M91tC2W0GmAncqIz7NKNU4DQRvKKwwZ1/+E8Q4AFmhUEK8PXPuSYcyYAYRdzXcL3h1H1gKwg+Cw4FSmwlMA3gQc5t6MnVt4k0FxZ86b8a/Mow0ARzg6MGSGTkYDgSyABUpWz2pHZgtCVyGMQ4tgbfY0h3iH4QKwKH332J49stE91xxAMuC3QS77bee+DR9p/203nqCsmET/t8G6DXDk/FILUguICOkPwGkAvcb3t4xJ9rzptzOWMt8AjdDDWkFxEqWdgd8zfN2ON32GUQDN+JkCKNPK7dcTANa+JWgwQHQ2TS0CQxNUmQDU4rD0uj7PozIdRcdcvddaT5/1uaBS8wgQ2Qwdvf9uB8P8GTsVumcuY7jLMXnOZlNWuADb8/Bdt61woOMAYLrX5TikztkMybrTT2fnv0BsPQCAgXNEi9MOSlW1vtzcA0BPZbT3ZRmtq+yyb9n/rbKJLMZwZSihjawx9xCw6OecoZdMeJ+HhwMlAQrzmvbRPLJeHCr/AFO67j7DvA2MOB4XbEq+M9ZSK8dPessQ+Jn3vQOOAeA9z3/8XQGX6L3+l3014J+gYgw5OeP3LO84BDPfDjj2WBNJiROPFmG+/jEEuA4HJt0h+n4cDxn38tuLPmUcoNwF4vW/Sz/p6ztRQXvmDLNBYnGQBWR0tuhpzTIOFgw/yd9/PB0WbiPRAEnGsANKae0iiXB0sgw5/Q+AoLmNU9DzuhwjaU+ezSMjDtmGHPP8kXty0VQAgLU6pOk9H8NP8uVRYhjSh1cGnMJrul7X3fT7LQDcjvM+c9NT89pMkLQcjFRDUomqa91qvZOh7GAQvYVHWk8jj+IAyywA2dH/oXF0z71npnknEkjmv9sioy9kNIi27gCw5awqoKZaM86MlkdjKAl/TAB49VKD6Sw6gQvxfs6U1t6342Fpp+lhDaTQi2MqciQMbWwFw1teIhezPyu/2lENXaC3mv+oSqC7zNEDozvf+xAr8TgUznk00rNUuYQHHRB9+AecyvxEPysrhi8KU5yx2mmWtuWSjXTTsUE+PND8lt9TeZD9W6d6V+ueQKRprNpRFj2zlr22nXX+Ey0mABWnIoGq2pIZYu3RS9jOzKsbRXcg8ZgG+/X+EVTsyqeWN3cAmE4Kmg/Ii0xo5k2gQvR0jFPLpb87GOI2kRMc0kO+JT/G0RHebYfnwerS8dVpA/rQGBozEeAhAPxB5+KVZ2Eir2PMphInPNdn/A2JvHSJ1pjqEo95eBzbQGuuNrM3PtJ1kVd1fh2JHmzl/Nu0f/buS4t6vrvfBa79ZqPBF3Ls95nL0J32L06s7LYb0ozONfmZRxPMQo/sUS+Rfb0WPQatzauiWo+zDbuYEJnbOqrxu8ZC611jn3FcBF9H/lGV2TjHDrzp0nMSqI0BhmZrfek8cZ+/nQDwVB4Of60c3srvw0+ip+dlYJHuwmPsPXhMjh79tJ/iJZvBA3M93Sw6kNUO9TvBr7EX/Hlat454QW+2YxZZf9ZfmOPZUOECY6dHh26iRlo1R5ZmbiIhZNtdvdAyiU4gBJe6rSZr+bL/R+Z5jWb8JJrquZG9eUPrJ33UFcB3YAAeaDudcSKTkEH4b9LNYqu8PpznVdmKI5hx3eK88S/XgE8a09wBYHwNdsLL3hJPgV+/tQBF3vi6qfy49BkJOdGd7+QC89kk5Le/qf0jJBtB8/cZuMgf9jxYcap0J5ht+Ws+20pS7P/o2tCXaU4yahJj/J1pYHWKrgHTsafQyS2z9vv4HbAbsR2w015B7Ueeiv63NS8JDsML81DTGIp0Jogc0J9gwMYMvqyCmP57iDWVR0N/ut/Jtfmb51rnP39TSd92MMc2nTkPVlIni/DXBupYU9a67S54J/JXA5xK3PNF/JX8qGrn0Hglu54LWC//m0UzMj78vr83bzi4p45tzxjMl/NKnPhtz0E76KiXffPMW/sZ/2h0tq8XzZnusNGyN9i16Mpdz/U/gE3PWCQ/rbeSiHYHgEko6qRgKpw5Omz3ef2r8CTJbgQzfO1uZ1bWiRqruygSuAOAuVf2bbAcgb8O8B7/xfgndc+7Qjj38hOex76J3y2UGmJvPYq/Hb5Hdt542XMau9PB5DmK0TG0oQUXg4ys0fVdcOK9mXVhbXWfk9zGLgObNM0zp5PIIv/oTNb+kKJ35mbsM/K39X025tqoCZDrq07Au31K+K+789xddbg7kN86WWtl/X3V7P/4D25fLoVIugvf3B//+/H7PH93UhfYTHSj5NDsV5iaDgv6/cNn/3yWAHDsO34+/DH2P+0zZc+oqldyjo6a9n+OXgP30LrWezO6AxncdAq+9HhNULEbWh63/7kT444N5DlnBn1tks7BUPDAPH/88BzLtfIsDyLxxrLfAeBJtHTVuPz8Wzkt3QwfITs7OdDfKTA8z2Wtwep6Pj6itj1O1f3c0PzrAhIVKZVN6vnKHpuOB3QV+f2PKbYiycS6PYUOfcRHYzsNFv6+8RtHwODfJFkutNqJhdmX1sfh/axl226mk3mh4ykPv9IBYeVMWhN3opT5xnbL+nq+JrFYLscuoHNQyzV0Q2JfeQfaFeyXbdguslTYN5b+FhjmM/EJeObmi8Ozeu/Fj8QNl0vFJYpHxIfSmH71R/zLnYBNAU660ghUxK6mAwP+SpL5xTv9bI/5CTyaQ3AKuYXt9DrX5515qJv9t0E0QYglEJ25YfDz/JdKpC1dphKvo/0SPAp88kNgMwQFgNi2mR5PZYG8ANY8pCugspi0WglnEQxFwJzMyNqAdph0ALhbmulZDkBOpcQ5uNngbhV7nKifrczYiHYGvIwAM8yTZX1VxUS5ZbJ3y4W7JXLmG0Y002rMj/PFTgK3RUxrps9Kiuyb5vuqStbUzJjb9uYoiOeXu2XEKoa8n2o/AMzd/kPjJSMygeKtOj/A9Zl7twDa1pVzkLJpOQKRygm3v1EQxC3lBOZydlQM63FwF2h7ZRhPgMxKzMozDnsyV2iVYsZ7nne3O5MzSJKHTDgyoMh+b+F2t1Qhy/428u+2uTEooIfQBkKMtq0Yjx2Iy3qHxxGPLfB8vqV4+Xn22/GZ9ctPeuUjSLda4R0AJiOyFd0tiD2eIShlltqGeP7bFlPvAM2rum2cxGQAHeX38NGeQbJtsazIHBAgcL5K34EdOwg+kxr0GQrNs3/RI0khk9U+ATUU5t2+RXSs+RIYctDFALtkYj0fwPGqLiHRYXbDhtizduxPMpST5KIKr/4xfx36XiBqw2C0NM4C8WwHbEJjUz1i+zOtLxoUNuBBnug+9Ai04GeNkcj4DAIewiOjl2DX4Z9EdF5JSQ1O2ghJW/6hVilkycRxrGLwBoiuUwL9cGhSez0IAgepQSEZ7m7lsw5AAGjPx3N/Lkurrqm2kwlmp2mMxo/K3LMPG5Rr+fOtteprkz3ukb/zRQDW0kLAyjjebcDqnJjRYfpmLiWA+87WG3moVmg+s3TO5fMZxXHaEkTu+5f33238CbQfmefWweusojsIdNRO+m8B4G+JSm8aW1mGDL8DwOzbAqoQ0z9//+eri8XJuBtiCz3lzJ12poX+QvO0RMVBj1P58NdkYvt9kzHcxj30e+T96Ezm+O0suoDrxQUA1B4P6xv5/qafu428riUwD7/CN3FgTuZ6yRQ/X//zs+M8ii5ah4cu74CT8I7fU1VDdyucz2zSBGwsy59J+/mi/ZPAE9rip/FW89G3AHDmmKvAUCRIWA8puVDzG/rNmq4htvgoD+kKMtRr8NkYU9N++Tiunnsan1nujyF2DJ+ZG8E1kofAI8sLW/Ha9LVy00K+Oj1MkuVcTCCabN9TGTNzhz6/4fd1UsdB62S5CUyD1/Wazo9k3LQdXXpdp0EWdS1q8DuGdlc1g5HZI+1dbJ23o4lkUY0nxuoks6Cyx0GM/OpWc/degb/f2CpnaOo+JUhui93lQfROEsfibDAufxbyHOEzuqR1rMaL0awAMA4agt3GgDN+5o2TF7Pr739PRSH6Ue/tjOvGt1rLGzOk2mPbL4NTNF+eBe43fz2DXqe0kkumykZ4d5JnstbZJ2St91F/12cEUglIFdt/yOOcgZ12n56HnAiyAYz9W14Ep9jhM040O1NHvjdeFN+2PnKyMY5ybIQrIaiDClnPlZVJKo1+Pbj7eQ6VSLr+JCOMo6XllNdrNlJzIpmBAMW3+6kIDT677fGxDaeyDCc4vHUHufR86bRORmN9uFbdVujmBLZlH+B5tgMfBk7epsW7lSKOSeRI5Mu7XaF0WYpNI/vyb34k90+ltYNB+ja6RnxruTk0avvDAZNN3GwHkZ83gfamLX3enbb0t5zzOpvN33F2z+xj8Py0q2z/ixdoEhZl95jmRsaeGeWXw1NXBfCYZb5G8zx6YRxWdMk57QmF571cqYi/dR2vpZrNMuX50F2ZRON23C2fsUZOThn7JIG8dVbrGk21z6aMTgWb7v7x/lOZJb6Wj8B8HtvG7zw4eeVL9i6tJwXJWBsCiZEzKzecGKVOc3LwTVcs8Qb8iz7Xcx00tdM1Zyj3eaS3bdBbtzhk9QT2c88HewVaIfCDLddynUSvc6Sa+T3zgk+jU7JnYB30WRc0EKiHTrxXXu/sMWNEn2Kzb/VtrutOU/qku8jBQ8hoAr2n+MH3q6NdzigNTeWZGosS1sGY8Kdo1wkdkxD14cwd/9ni7/CyfkjE6bnpc+QrQdGMJDh7f/IMP8v8EPlz+4JEE6wViWYdSIFPwZ3HYV22Ku/sZHIl9Pr9Q/8JnGT98PeA2TkiDDppPOP3lm/tJLzOSzuph2uxnS0zTG7TMUGJ+/LrSd6OO3/9TVlv+ffE/wmkbUA1Y8iRMOiFdyBk/AJlm+nNKShY2xjfTBLSo3v3J50xCCh/w/eWa5MAwPfdwhXsIGHY9pD8YfhPEYv4MJCJpiIlYk+l/tJdDXF+Pbi1cdOQX2hu/eW0ltWt8dNIT+ZigoV2x0C+s0/NE763MFvkbPSCk46eBxjbzeS2UGyOvHrxhh62uNz3TIKsC8HkM5tkq5459N34knGF1j994Z7jHPnFs7Cp+fvIm/Gl4T9ond4Vy+uPzNFE7YNHDnldSrboXfZPzFiwk9tfeweASSiMfR36ViyuA95//PHIvAdOiC9u24YuQMiz9QUu9kHWGDtNsPDeQ7aug6gro7c7Uej1raORd3qPZYF9V/HFWe+a1lbfhiZFR+vDZW+Pz8PVkLFh1CEiMYfEO0SDxEjaho7M2bgIur47K+g9SZxvHZm1D50lCaXniMzO/i7u8F5VbCZyPHifhASWKrggeMT60foi1Ilt135/9oP710cUO6Y7XjT/MIdOoLvxavN8cFEwTQeAiXkl3pE3tO578WEffTGy2eNQLGY6cTQ/3zY24+8un3eCSs+RIq7j/2bvZqDHl/OMReb3S0aPr8O2xDhNO6nJ4zaNZL/4Qdad/dc858ulAcnLFIHciVA/BYBJMvwWAEYGOQAMqOmsRIw2ovvS4h0hl4Jdx+YqT206GXRtLAMQCWACOG8nzLY5yCLBtIdBRNTDsB1wPBs92S1dmeBAzxhvt0OGgCPOXwvLsdOiJ8rm+wAAIABJREFU7GJE6/Z20J2WMtZ8AcQingY/AiLHWH2uUem+6EiBmDsbIsw1DrDnxe1Au9teInSjJDabHsDbBH0zpIWbg90J3JFhgIOae9vI3rZnAQW0J+2svjbaAFZkKDSdBMQKiE1ygMewQv9U2qnlnBhqnE3eC62LgPqc5WuHu/bmrP8YXROQzFzWked2MWNg6Z7f//n7ghbTVUCA19vnWSUY8mI4pU8998qg0c/J9tQYHp4wwH7GaYAoA24Ub/joucGcvdWRekdn/vSa2nGtvXrNZxUFWTIYcS2M0qZrjQoBY/1QDYxw7v1vutnfc9+dnbn8OBVo05Il40dRbnYne0HwEiVo4WVtPgb2S/9HQYRH064Shwh7j2MO4en2fWOMEkB3dqH2+2ndYzPKiil7h0yLQE6iQCu1A8h1n+XBOjAd1JxW5v0dBjztQDU2y5HO6Hvo6z6r087v2Sfxf2caxdlcIHs2SPuKw6sdZL2XXhuPf5SxyLDWCOOQd9DKjcpklDPXteEU4LfGvMHFtAC08q85d2sQ5rlOuk/q06P+8Rjlcnq9f8I/t8whUJkqnTiU7diUwSLD4GFZkk6spOWEgd/FG1PpL3I03AOdmNiTMALd618M3yNjBwAgnyVrZEgj37w0z4sDAlUZkRZArzNQmcRxCLyzETHcAGo3YH7v+zrq+Rya7wy724GPIS/91S0eT6aeKrNkLNlgSlKYg3kCoGrT6vPPprV5Jn2wQlrq5z5+Mgdz5qFl6CI0H3xhY8mtwcWn65RvJ8NxMJT+2P14J5N9q4pog7b3WjR/zjMyL0VOyJnU+hhDSHOiUnyzMrcTgwH+tLQlMBFjYB14nG3FHnPm3zsLMEA4Y91W3/obfQYd39mMr8CkxJ+N8Q0oWQ76/xY/SRagrjWug5WKH4Mdsl9gmsZfHhv6yKA+XQoyZskzcEbRkIY3ZCIMk3Y24V/88hi63e0E3jtJNoe/OHM7MhX9sQmBmyBBMPKuHNF40SMdWOFZ8NgaXMXLpqHBCsNLnWB4dNTIfWhRssmdLKwXC3+MRXwb690ONvcu31mvHhlH8svboU6QijlgkEBLWleM4bSnXnps/RGj6NPB0q3pTxuxOffH+uK5j3asd1IN60ylkeQzcglc0wHgT/zQXqtIo7RQyu99DAGySu/sc+ZY7ztRsquyGWfbQ+wnDtrwRPScqi9Ec9/aKcPn4lMCK+2Ap2ovjm1hpgkKjb5rWcGcfvoXeW9aFB2OA6Lp2es0PHUMcb8L/hFvRzYxxw7SStOSHKb1AcswptYzrxZ344Bs+9H3COuMIyrvW0em/vbznv+1rbTzWQfMwYZd+T6G8jrhGz9ov0ZPFf3IsXSMbcl2r0WcWNAb8qfpn32+bTrs01PBLx4xzWSe1knTIUmvIBGb9dQIkqn/7iBCUPAEHLVWExzxGj7ytitCPXzLoMEBY6egq/W1aU0yx23mc60/v1r4RkfEDkBeCSNprAnwbOJJdyBh3z7w6DNeOkLd8vknHRhsEZxIgnFoZehpxkbyVNZE/5f5s/bxI7xb9LX+fcvjqZozXYY286O93ACogxd63eD3PE+OQII0kavtAN6kvTwR3bnJWDljliCCxy9bG8I89q/wWt6/PL1jVSVMMHbGDo1kPfJeEpSDZ2aKp9vFtjPX2hIAJsH67PE8i4SQdzX4yk6vnu13zvx920yvLmve261Ogq+74ovABuM+CZ/agT6GRA7qOoYJmyh4iXbCm8iIz83JXZUskgDWg2+e8btVO57c2cPY18HXbzk66zr/6DZ8Jy3fOkHL/Pb8Z7PHPJhx9k8nJG5AQzg6BQSn5eJV4dM+oLan4X0qf4Qs8bHY3kAHOuAanYGv8TWwb/TzjN0BUWcrhT+QrfBAt1/H10Ii4j0fZFkKB/btHZQPDlu6Rl8dXYUD+bkdP8Q3X4qe07TOeAnW3DqzsUTL/vv4F/PD6EC9twMQ3XGhA45e8xkMctn4efS67ksSRgpbgikSmPBt9j1FXliGOzAbOUmCH/4H0RH77L0avzjJQybH5z7aarY+p8CDIDD07rE9NqZbu1quZe/Mh6NnHAx87Ii/VxteXdP+W9uSl3w4MnL8AUsXG5zvAAO6TetDMcao7CPzeQ8JYos/N9C6e5KksZYfOdN5k9OMT58bvC11HIP9Gg8thCSjXxj/jjNr5S6aM9Djs4vKy5FvTtDZoy5a3/hZ3sC3jd4BQPzL0h8kdaDPXvLKyboakGhyCxtILFzfQcatQpdgZz2XuSyu412NI+C18MrbRrkT8HzNJARknYJrYntPMvPgPzp1kKjERCLf58zrsZ+argnW3v4pY4tnXthb3xKX7TOnVf/Y851og38iY9/uaCRwx2cZfZ/Wwyv4EiBOUdppQz7PIfGY55LQgv8U/yi2guiVBJkEmhcL2dIwnX4edcJetY398tNpPNZpbzv2jdFWJhDzOj489PVDO1SOdmEdwbr7eYyLeBKdYYXl7qRcZOGd/GLaKtsl9IxNqPXInEjyI4kJ7AhPdVLt8c353jfWSQxm3lnYO2vLHqRIqX/Wl7KFBPBCXwqdwi/tPwwfNebNvtEpNOv5xtXE7hovsT7YmLcd4TWkSOf5XfxxJ3T03ISB4AXrKPDXMxZ0FpjCuHjmAF2H1xMDOcnrB99FkN0y68Yo9quNbEYumz7n2JbuLLtzE6+sDaA5JbFmZ4f8cHL7CMePCmABNFoOIYgTvMpm9AZ7IsYFWSgRhj76dqYsgoEAcAyKN3BqgUTmWWeCovQykJlYMOL56Q3pwOk5O2juFZMYoAxTYDifdzzP397rIcY7ALzKM8SBwM9arGLz4J5x+iycIpo2lt+zeGf/AJDauOpMujDGthzrZ72AJYQ4a0DmSGcgnKUdgxRBzDN5DwYhTMr6HgA3Bqsm3oHKrMUGDhxI19qOAzjfx+GAUI4RhvAToNwZYkDpEwwIj7FaV4Z2RSgbANP1tF5FmbzL+fcMxqa7w1ADhrhXz8Mw0O99PqDm4axTCVUxZFWl6NrTbuz5vauACVZ5ScYAjrB/AxUcknYIY4wcAykBigaM3uOzv3Es+B2lBFhhG5t2xCSzHKWT64cvxEMlaPRdhMycmSAH/8gHwG3GUIplHHr9EfLH186AvIsz9ha68EgnBPAOWnor4B8H4SfQE2CR8R0jZAxPD2ABdwd5ky02IHrmDsDNvP72OvvKcrEyutLWKPKAteuW5u1wy3qW82TWDpm0xtS2eOj17QzRNbaSZQ9frazfIBDPYK6t+A592JCK866d523Id6VOeHOBPNe9zpIzvQcQugWlAmUFRJPwEJ3TBh4OmCR5vAP5Gi/O8DP2o4MWaNhQM6/dgbCcBcPPff4n4wEc2dh1NU9oSbzcAUcFSZWQoJ82GDeQkOSN02J05J95XwHtZ3zt6LUzcoDDGeThlfCPgec4/fzeWb9zHtCsO5UqrrxpAPFtjyeTMjQ6gEOyZ87G6rNlvlU4hsYyYsCzncbWaesU2WuCLwgA39Xw9/qRHKP7CdjrXS23Wa8ORl2YN90+ejEqA9mV/N6TpVOt9e9PhbDeQ0UKvEaSSRtyh7cGz6jt/ut9szcHbx19UAba8xDmkPWM3OCnnd/tQNLnBAORD01D336/6f2uTmls05VVHxXZowvlCOBHLWKzR289zve0VEUmtB4JD2ywoju8GCBrjUYJQQNH9pm3sp4dZL/n/8ID42ToM/Y0hrSCGz2CU2uMO963OngTwm55SKCm94XCL/PzDO42gnvM7C/4k+9e60bHnXHCfQu26r5vHWO8V89cOaO2Ex70XcYp3thRnXeb1yeIMPxDBrUwpeiKJLlvdIhOTkeXbX92xt/2gcyVmZ9iUAROobUjB6aSU/vs7Pjmoef+DgCHz+ps9tlcG1tVofcKzNeYbjwXmyrOD58RPJ615lc9V7LstF+fzh5t4DOX6NB4pG6d9RNf83njQckSOnxkTxe/tfPKdPr8XweAnehQsnOx0xuXboDhbdT53jliQRr/PjrmTevBU8jvxpCh01zNNS3nbRMOlsGmdeLhkRc7ruWd2C/aJiWmNr79lkDA/vZ5TDhaWSO6g2DXWU7NJME7erYdsZMkcScc9FxDo4vznTQ8+rmdLLcDk/tOws3YBziwv9EP/CA6OPicFuezL+Dx9jMcPpAeHRlMy8PmP2xg+KGTtfVuqrVaXpquxml7B4CzTgnMYae2/+LWh+xf42jLtyEkqvChqzvp5VU9Me9F92OlYh+3ngCjrb/iqRAdRy9r1/gcWdv2BbQvGsc53joAnZ59nfOgJ9jAGr5sNjPS6m3/SUBv8LvXd7AKLQ15/ksPe++6mnE7FIAlkDlJrCQ5jEqe8U9NQsKhzbK1207yDO1knjPLSxD8MS0Wof/GinfS4MGhcppvzphfz/7dFV5JmtouS41hdZ9wt5NYFWB5HuJ523CNAnN71q6AG1uoAwJ6N3aFxzGiC7nRLcHVuQe7unmNNUQuYNO4k8/fUrlPQI0jBVr+tXxA3p4kZyfwJRmULhX4b2KnrP32Ta91RxZwFvqDlpng77avNnFqcXMnDMJnvP8VADKfxwG/GGyo+fZ/PHt07LPBHeBaJ7TNfkB28DB040qkh0ZEAwQ485306/pVkD3Q9lZmb3Ihsso2aAd0tP6DhzoATEJqJ1Zu+/pgaL03STAkfygAPMmrE3S8A8BND+f3OrIssnh1M/7JVwDYzsAEA8PDq9f6+V/b4Y6cRt92gjP6BPuJ5IDPs2bxD1Vr8SGls5aSg6PrtK9JutGGb6vsLsRwUoY6YU5QWfR4gqXTuUNzaz/tnWDRVam2Cuhw5KDA2CEHvoiu3lgZ36ftpylqAGuwru3/0mfnaII5qkOfrd5LMof+C71HjjWezfULbs4ZySU7mz9y/SffnvHN85PQoaNL0u0yvqT4IDsYhf7s+/X7+9zYTYpqrMQ9DlrZHyGZsAFg6YJff/7yu7uFtrbGLcUfXPmJf+YIlPG39tzx64rGXkk67OksS+MT8+mx68KbfW/bFMyHohW9uztp+HvZPpNEYr03PAimeR8rtsns0Op9hBk29p/PMZT45410vyT3nPW2bdH+8M+kpU5m9LDf5sTLNtA8T1JSCZCW/6a7l9zUKIeXnQiRF3Tsw63ddY8D/TmbtzH48buWPaJnEAAGc4zKz/NnHq84mMe2fAePSDZLF7DHPK995viU0XEk7GO/mZa+4Ds6KOU4htFJM762p26f9dJYV0XXopv3Vm70Nx0sFz5WNwcSU5kz13erdPPzlwBwY2vGHP4Y/+JV4IofMXsUmY7O3b1KrIAkww4AE3TdZOddtzPuoYXWgas/xi/wDKS7uP36FwWgKVTUfkCPwhvf/Oqd4Pjbs8lHonZWcQcHCAAjPOLwDLHSlzwEGgr9MBLmuw9C84aHUT6E61X6vWI/oqI38E1Cb4eMvkPQtmOiAXgcjZPNBFB2dekb1XW7Ihi+M5+cseMA3I7WCnUs5s480OddjdFzEEPf2ZgYvs3IR8E+jrKPZx2FkCffAUCcsgSabqN+iXjPS8ke53kAJNaRbMLPvdjsbip3TSPjnF6/kKg/652zNKd69fn1lyqpXREpMJHA0DcheOb03K0M8A7IHkaawM46gud5w/xklMBI396T+W/Al+32Gjb9TDVV1u2dgXPWyWX9avW0LaZ9/YCAs3d2uLVTPwFyr9nzTgnlbs1JBXM74l805uelwhb+a6f+kvAAqKqK7+fcdMV3BntugxkjpgMT3v9dqhdtImNuh+55rgT0ZDyGWKjUHkdACWYbNXLqOZMzFdkO8Hn/LlQwL9CnEqQNGhrYkzEWB+3l/BgwYaX75Qw55GgCl5tRFPpYJW4Zoifouvn8diQdp1NVEkNn+jdVsAm06m1dofQt84z1vYNGLZeRf+v8yl3IvZzZvNmp/k4Vm1UhpM9w/JieZSQUuGIcmjeOdipjzneXIxLF3YDjlu8xbN6BxSh7ZHzvpfTRynEcFa+zx50hGBpKFaKE0mbpOeg+mei6n/M5jm7QtQ9fOGgxe7yAHyNbdDpdDcZgw5mu52NYAABJ3nolWZQuuQE/QfsGXbQwZO/awP7pjJlj9BEAFg+ps0HLQ2cbRhd6vsP/XjrLoay32/W7fdee6W5ZQgIaWGGMZevuV8eOzVw0385/2mt1JrkxygFxRVPsxztYsGdIedM/ziDKPJpfztnemtdJoEOexkAC4Lf+9RlMgz1uLLUO4MVazImKFID8K+AzOuIFKGGo+febQSh5+e0n2YZpNdQOOvbRgUvJQe/1OPTG2feTTuI9HQBuedGVmU2X9xqxDsgX1vIkIJTBhqMcUN/Z3Lcs+7YObXwho1/GwSRNtFzrrHwcaC2fMbyyH+Cv1lfgpA1caK0Ldp6htgEoR++34I3m8BPOgT61j7ccbnms0dGOsfMkdM1fBVT6GW87II4jAsCtg7lH9K3gMWPU52ceF/7d94A9t0rB93mdR+YTgFXlypckCroEWAwMLuvuHfocOXoc32PYLu7MiMBJTVvGHqrAqE3pjHhd223coO/vjJrEU/0IR59I4lyM7ODe5qWj569AVa+l1BOOJfg6Ds0dzS0Xc07sYKwha5yLhw+mokxPiZ0pKRIsQwDY63fR7vJzCOCbrLEzxpnbb/zBOF9rInw1lUTsV2PD3f+0qWz6o4KDik3sGyc4nI43E+hQBYRF5lZX3I6l3l/hKjsY9T/vTyrGkQEfziJhU8WNtIpXAMkOdQebJilsnPAkzp6M+P9BAFjvT1eqdD+K/YuuCs85OcAtkWOjLe3F7tX7hK1PO+HS/3txjqp60WIFudl3+Os41oi8mHbaqyDZ8ensfeu/wYrjm3jRydgaGo9wmZ5srDb2FePUvLoKv6tVWgZ3ADdtSNUxZqvlmhbA7Oi33nv4g+eZhp//pVPLp8TYpI/tVgG/dNL5N/wT/pgAQq/zYDxe962dLbhBz8jZkNFVLds7CQ85qn9fhQS3gBufgp6LH+auqu8zX3UdAeBzNt7Mq1fr6NWqyug9OwG1sYHRL9jqHBUl279brEoufXWCFt5sXCD/G8GN0xHP+uNzb/WJgstK6FDAVj930veHz+t5Dr6nPf5KiYZJetTzWNuXY/FybIc2hv+nYhTs3l29cMZ/Oi63itTjln6cCuz8PRUvswk5EzEtVvk+smmr5UNrsb/080rgngA1a+Txjx7qKqLvmEvzTADYtCm752Ei9jXv3G5A2DediO9EXfuM1g/ZOPvsLq165WMZh7/oo/Hkdq76JIr2oyZQmSc3DuBc0t5D3vU+w3YrQhsXv3wp382JKzlweSB7l2Q6fI7M3fq6EwVK5nQy+rn+DtJPxXvmGv8jexu9/vaPMRbsnr/Szx0AjnySLkzBET4rtSl2wYfxUgAT8kA+hbvjArbqkV+m+RRsrQz8XGC9sgMYL2xgP907SPKPBy8evYzQlh2Hz3Z47K8Kj9BJPhZhaNM5LNaJlfBafrgXLpxNg792P96Voa0z8075vRLwFd49AV/zUui/CzyaNpETtw/M+Na0lsVwRXvZ80sXU/XngPjTuU5nlD732k9TMvnPJ7n7v1Ro98iH9iE6YDMTJqHm8PnzSxc4waM/4fdvfo5+FmNGj/FvV0ZbXl5nM7fc4R3ueCLueejcukXFQoP/WFP9a3+wusU9i0GLed3YYRYfz1T46q4CbnmFPDr2QeMZ5KJw8cNnjX9IIM9cptCjAuX5PPIZ/fGRGFVB6o69mO811+kmo7m0n64DvL0fJ3hcVevMj+tuWr33k7+bV0yvk4AJttjq+Y3NfByd5c6Ob4AIbepYln3X6ql7PI2fkK+mh/EDQcN+Lnag+KyUqjGCdeXGT+LPH17+siivxOXiWz03dsUk1Y3tDm8fe8MJNAnk2t6ks8VMMJ37Vg7dSW/Ysm17in7c3cY+/SRm3LybuIAqlCdZ4LJP7V+Wz3jawGt9hb/yHALAW0n/S/Lnwo2agvAt9PYKAFvwnRa3W01mRWjwE+GJA+RWHLeAfRPEZ0l/MzAMts/YEmqAo4m5AJs+78zy4wjF4HyuR0HipOgMpKOYRJQS8gO6HEgc4seJm8qpdcpEkb9x9lF6FyrsdVnHrs4iSYufdjQnSDRejec5JhZt74BBHq0MIhiFFnlezwvknKGIRgaA35VM3caS91NbQist9gqB2AFgi0sbFN/bNqiSWuN3QKfwSc7C/ASlnVWiZ//rX9NORC1ccR6Nk6Kf18Gm7G0OarchOQkLKCCcazcTdgC4v0POnCrNJ8Anh+ehEwc5RUhD9c+LnemlLBlVigLmJ+EBEKI1o5LUbWmmPdq3gPo3Q6EFd1e43QFglIIF8Ewm9JPMdyoDGSe8azI/FUxv+XAcO8/FyI2u3JN80HplL8Is7yzvGC28gz2ivdrLMBZdjz7iDF4L2DHAm3/1u6cmeh8+OcENMirJPH21yMnmkWDAeFgzgKBbK04GOg4uMrwA7Zw51tSNs8K8NGfA9j6fDGYHsZXhHyMbHr4r+DynaXXE2mRPc9YNyhODEHkHLROQ9pwF2rSPpfTvxJyWf5ajz6ske/x8nXepBI2pwloDaKujCDzTwsLy8oMfQnnomNDtOmuhS7LdkYGAwNBEMj2ZF/cgn2ixw/v3+xgod6Bb32u+tL8h8wxgwPgwwqhgY/05S+ulL0eZ06nAulUscolDdF/oaQGZwcxDqLTANW09Y4xOyYxisE3wUWsoaTvrs+u4ATySBTg/J4BxDZ9vAWCrKr1rDGbOVCMw42oWg7oNEOndXTXG+jbYi/Eth/87Meuci/PwD+fYf+jP5z7WtfdWeuhbAATAqLWnLY7aKI3KPI8QbaA/cAzfLZK42Aknc95b04fnLt58aJTATORL7iT467UYsNhGT5JfNoi8VR+hDd83GdlJwBmaeZ6vJKHdpwkifrMqpgOHaejCMsxPa65b20BrnEbyyQmqTAIX1591+oKVaOnbDg/LdMFuOfDsUNvWRPce9Lk83eL91UJW+3AS9kK/GOPRH1lj/XSCAZVk4LZOALzxH7zW59x5TR+dz1lqqcRZ7Al+cIbrkcWTWa7A1ehq73UF5sDCrStYF/Ce5C7OVo9jjNXDE2XwgiN5np//hRYaNxzaKBmmW+4zAvPuyIX7mAHeYR1ciUvJ6h+jSfsjp9nzH3oYzNCdSlgT+EL/HmPdtkP4vasCyNo+dH8qKQi0vRMQhTm/VRDFkItjBLnh9z/E1FWAHSB6V+8vP4Nn1jlENUVa2t80ofcc/Sd7DYOxOpDwrBv/sof8qzHBQyfBpBJu0EjtEPvGnydRlOqSy0/ZnZs8NgWA1THJ/BL+QH/fR6bcZ1Qyt66gXXmzsjbyapNtln63VZro8LSqQ5bOhacCavgCO+rw1jy/15SuHtIfawtqTJ8GPLIa2j7y8OFjbAXm6D0fzJeEm008dpWK5MmjDxI0DV4zHrv2wbhCDpKxl7TszR/YG0fOXLyu+3MMy3OG9bT+vCv02N9eL9ZIGEnywmdvztmxmduuYoIqe4RGcHAGssmsOzcSodoOA1+892Y702h/vjt548hHpnSHMn0m/YxD9L8LAN924R2A9xo/+ElHRmlPE8iJzYZzSesS/J3EAeiBBNCWTei06JsNLB26vwL8yK7lnam68EKHcNqO5TrWJD6CfNp6gsAuNGt6HYI6ndqALWN/ih6xvV0VKd1hx+ATUHdCQWyY7txxsE4loDK2rG2WsxMDta4EMu8Wer0OZ/87qbR4yVj/Ok4DHPFuEb6dK9pmegVJrPPfDkOw4QlCaU+HV2lTnmTLd4Kk52RcHSF+JzHfju4+c9K+iva/Pff/+WszfbSvnNEOJt8z7LN66bKge3ZsYBL22Jjxmi/JGdBw60q9y/fO3EJwSYhpWxee0Wf2S8wgl5fWVu0ODV0FHLmadbP+GDvzYJMhEvnnnPRrH9f6Ddf/mCDV3WrZezKyTPRCUOumPehPOIOkWvHbOeJsbtDY6XR3y+zWL8ehPkkwrPdt88We3OoyAsC3L2ZxowT3KolvPjWxonhFzAjNEiw/NrTGNXIEOkKPdEAv67I6fv1zuf+0mJd8n+c1FvJ6PZXM8GKq3DJ+7EMw4rFXK/CsK6HHrG9wc++zg6IqIFAhlXzNz8tOJf3zuRLcCLbih4XuW9/gg42f6G0bYJ/Sdho+aFsm87+Cv5d/1e/3+brenpPEEDrdzpPekwpeeU8nqH3biOhe9g/aJtHkTmBfWlr9c+Q44/PwQpsEgDm/GV6RrCQJiHfeHR2Qhx9dK/X8Z1J0EGi/yNGrEx/w+BVAmlgKnYCgh1+/FBhWYHA6wE0MQLIUv4jkcxd9abzyfZwuq6PzbvzuNaWr1rPpThawvRS7WT/HJh+i0DXo6ft4qbtA456r+FQBQfDiHu/xBLftv2Clg08dVPO45vgK45dco2vpMoR8RjbzlOPP8PV5vuSx6P91NvN0SdDc+jxoXefAfHWgQN/oHe94z55RDx97/bRYV4Fi1jVra17Q7+NLPC2gNddZaI29+QD79qbP9kPgJ1gfVPwv33660vf4Kk6CxFZmQOfsE0dY3n4y3iGdKhgKrzPfYy/PGmrbvx0pQXX2dnDY4/ygTd6FrdzB8ZMcNwHgb/6D9g3fQew+gvbYf/KxP/viylqLuulk/CUArOCvnzmFZzd9eg5DI+wx/ujD29p7AtilO5g3ndS66CUMEvvNmO95iRJC7Hf35qUFtL4jEf/Grxyl0R3MfnuYcthvGHQyis4ZQc8qHeeKHAmTqewBVKVKO5Y7w7MJA2FlBV1O6o+MG02ihEcCI39G4YxT9JzBK+U51iHPV+Zdg5vjdHze2z3G+0xHC5DTF8miwIvZGSAAQWX3RYht8MpMX9mbd4bs1+CNwLne4UNYsv2UqztTYYBItxB6CYQhntvo6RbKEJ3px8G+ZbjszbZvuDMFAAAgAElEQVSqPQEZn7vwrnD0Erv1T4RuM09c5RF+cVxHOHtNjiDcaqENZGzr4MjNLELTif7+11Pmzo+EuVsGPu8QuLbABJ8YkEuJ6voQ2KmyGyXRoCTPjAONn/u8ZT5HQGovTkXRCHHGHHpZpcca9Z7xvM32jNH+AvvPcGRIBXydofmXA4znjNhPg3fo+LmvHQxaI7dy84xxKP+QjqmdqDVByHWLYuhf13XL3Q7Qm6eUoTKOBY9/nDfsTVfey5YKIM68MXJ1LcuwDp4B5eP06H06ANzvm5YSlWnYjnnjJdPz0h4AtM8kgiZv8KT3Uhmq33FUwccvg6cCk27j5CBRMsBzb7WSHAP9zGvWEFrFodJG+SuDWftsgLQIrFtSHIN5HGtRHHvWkdjqzoD3nju7L7qCPdTm/BuZOKmjGDaH3h+94VbnEzgSPdqJOS0X/awZ6wlgGlC9DSie18B99354zwq2Wx9lDbQnp83vyIMNHknpxxizIrVDNvoOXdKgrdfSDxf5SL+4siK0hGGu36FJBS3+/Tg4lTBz88WpBpkzcmHBExQ5e/nO8A6AFYBRJ4jlaZ9Z60qnDWZpjDhm9T1BIdbQYx397LYldf4y4yVBwntXzkjk3dnzhRbXGDb4eAPYBlS0MCFBRuNC/voM5SuByvpL59ZYbu46sK53MJsgZWhv26G/M0R3Ze6zYJoXX+tngBbdBPhu514n+RCwMv/L+f04z70HlwEYnoMnA0BJ6LDumOquTii7A5w4dQ6/XOCTP4/MGMMxSSjrBMkAccDCc6H50GJmgO5fo7ENqjcNvxzK5nnxiBxk22LJFQp2pqDbk4D1zamUsbwDPC33tWbvDMrVl7r3OPaeRXEyyuCNyIdZC+Oedcb7PhnaYyCElzaDFb3i9TyG4HYAMB1O8L6dHs0TdkIoSaxaw+EwNA3Z0M+P6VVOQVf8RJ4xF7AqtJDNi2NTyQ93IiHr2QZu33sH4Zu0ktC4PHbr0NuIQic7cDNY4Kz5PDiO2NVvVNrYQB3WF55Qpn3/9HEbrIGdRo88ZswY5lmTliOL1VhrGVlORJkWoF0ld2OGbwlYL4eGdfzwzrFp8nfjn660ajqB3j4cPHPuM7rANkCdGcf6bDBn6YfvDg9LNwyk6PM0MWh1HbiTQE/05+IFaHxIznRHMto99j7/cRMeYoR3EhGOE5J3Wft0n8ksjCVGXhyHx1Rmf2D0w1/p0GOcqwzuwlN+ZuFKMFTz8NJSKmybJnpMu27BvW2/vhJ2n5tw6HM/jiGth2yJcxSDKGfGG/mdCqds4HTO6WD+yBbwLAG8tVXScUC3kyiFvaexdBtJaJG2loz1bsdGEJq9uRP5LGHnndBi7zG26G1f61pXMhnHrtNGz7pbs3/THxnPRp37mg7O3X4AEkLYv66QO2viXzZ5RXu/lTGxBXHMn3eNw7J1KUQtGWkcNn4T78XQdVd7IENYU13Xtm8HOvTdy6Fq/mkcmfF/+yEo+erUpCnX+Kybq8tJ6GhbA5KYIWfVSfBQgMHHRyWQaF1UR0Wd4gSJbGyHS040/9EK/dh+VzXvx/jH79G2T7cwZi3AXZHtGoz4TvSopILwzyZVbytB7wc0N3pH+0hXudPJrngCcWRcQNWR9+oJMk0nHbapE+T1rt6/9hOZV59xEgxpWzb+qnh8NAcl55OQSPtQk/fzne2PSUrZjgdv++humyoZS6JqAhNbVNC2oNdwTVsv/Tf503Lh0IewtJkhRhuPednPlfi1QXK6CwWTBlt9lxG0/rxtx9t/I55jfeOYfQdN+n6PeBT+6uOlJ43H54sOfbB+BCAIRsvRfWwDrfbwNbg6ySN1hElh0rRfF08+iRdfjgiKbAkd3zR1MJwx8QbnXwU3wtuV+GO9WGDyxvvQRGh2fDjChcOMXi+/L/tNAIo1On6u08Fr/Z5tzyIzb7/OtwSYPvOz/Uqm0eHn+/34K1q3Z78zERJ6mj7wKXTAuW1cfDW6Hzd/bKCsVZL46SSYQJqrBWe/u+K/E55bB3UBynaN1LM22Zi5ZhxrPzEuaFzvvf0qnYiKnvzAal6oxemdoHH0+DPvV4cEj2X9SyS5YVO0j/+2ybDF7+Boy7Ie9339TRMUErhgpipuO8G3acHrBmE8v7f9190jEkCbc7mLlsQH8kN1AkyPCbkaTC6GXt4atjr/6L7fn4QFcBhdhsDCLaORr5EDBICCdUMjGwDuwB00rzFbp57r98gr3Xtwnh/2btF8koTcpW4ToIhFmKae/5FcJh3E0UQ9Pr26j0TZI9+yJ9GFmQxxMHwy3VL7DoCKFfVu0YJ8XPxwBA1rcNsFB5d2peczds2lEwiM2afS/95D6Mz8Ne2SsaeOfPSUFqOd4qFJNtjxJokHbHHs4ZGvtk+eyfK9k18G8wjftM74LA7b+BjJjnov9lJ4ZDFq+5aJ2dg/MLBV8NP8tst9lgbMZJqYQo5v/kXHI2dtIs/is5APuXX0t4JD7Db8yuGBsa9eBQDDH3VcBgkXa18EZ+pHCUSSgRxBhA51MvfYv/GrPON82kF5+gr4ynDcitlV0P7+ihURQNjDrlcQIQxg6nD3rrIzyGYX7Bh9vk62ZJFmZVh4YzFe6xJabN493N2CyfMbQDCL6vdMQKgNQa41wRyJlQmfaq4DKbaSKcp0Ce6vAsA17DhJa2z9Hb9HsKaFDZWkfMcY7+xNhq4x4eDpgG8/23PzGNKG9BCuo6nalJl/bQoCoFv90R6sBQXO6cQvpT3yZhRkV7J5LjboFtAjrLP+ytD9tUL/YTjO4qSlRJ4eBsjadBvuR6j+I2d3kiHmsQyH3wCyKxVgzE4EeDnh743T0tkhnC+O4qgAKLesAv90xHANAOzjNc8LFrSH2funM94z12QBZ+zrEPV+DhD3M2bcOKhDO9PG7dkUXMu5Ly/dit4YL2TdRlFGuHodIQL9PTzTQReNjUqTNtJ7Xreg1HcoAujvFXDRHowDoB2U4dsChAOIMTx5/59Ppl7och3N8C5AQWOgBc/J9BwC6AqCdiCFFpMuqTUg4zO0OAqx+A++Y/4tJnEqvmhO+zgXrRJaGY7MJROONQb86j0ncODK4KW3DqCGxiPLXoawgz/vIF9Xm4zu8RnrGicOY1q2Y3gFqIUoAw4ToG7g/ZI7M55cP4k1XmMzpnVMZ5l+BDlGaXO//m2HDOuPkv4h+c7j1bO/fa9AnYLlXelgYDxn1LmN9mSQdgWFntnJHieTf2hTc+zgr65Pu7fdB9NbGdiqfNC7zli0bkMMBLw2wywOPAy+Vzu4SYTKer33B9rymp4IS5wDpyqkAGM2O+PwWXUnUBa5iq4mANztd9x2B91ahm3ze4P5Hhu/az2UiQuuuRMJOpvbtO+9XsfDnfX6DTe5NYv34t0B4d0unRaaoX3mHtk+bULn/sj23edb1lDJHbpc6fFT5vw3uv0WEMxevQOw8KMdTBNoYu+3u8QYGo28K6DZhlPuDT/12So/8WCPs3WKnzNC0oEpSeCpRMHYAU9hCEE3CprK+OyAABn7wkndivDIp7tKTMml6IXnIu5XhftfyZGbRm/crf0koxMdIEMPmtG/StQ0vUlGyLnz/Gmn2w+bah2OJBBuN5Yepjx65T2yOzFJrN6Ou75a7/8hdnAu09CCeyvRqGTIaXt8PH25Ve8kQPrnVJWY7gvHcuRG+OFTCuCoyPcT4J/g7CvB4hmbKwKuAHA/sZNMMGiRGTjg7vGhs9Gt0f+Lx+1w+WKP8d7/Ti9F36yBuvetfOczlk3/Hvti1hx+9Npe9gK8A8+bHmvMizEHQ0wg9W2zbSXu4R1ZFGVL7jgz9nZ08t0ryPiMFfly5j34wJZD4cV2oGi8rmSfpINDT+V48fOeh9DZoW1Qf2Vd/Ulv2f+sQ3BL6JKxwAPIbiU+3Uf+gDf0L62/Wg9Yn9W6/dTNQ/YBgYN2lHn8Zce8ArlTedmO/EPTVemC3Pm+Avn0m13cWF3XvFvL7biwH3iOKqy03NionK3dLcT/aiz9XTt0O7iBLXTvLfv5LQBMFcSRB5LHU1LxqoasikYqNrFPbx2vsbbDn/NZz75Nxc2Zk/jAeGwJEoyha/A7vNagfBYc93K+H9o6fFr6GvnwP6k2ZQyHlnzEjRJsdpztZ3mdcdg23WDFO1GE8Z1AzCvQF1lPMo9xwKkeDh7j55s87O+0TwSA065YevozYH7Te/9tO+3ANT3jB+HxvNi6chzHmsN9HE/LE73j7jzVyTQJusb/ly4y6xezjHKnJ/mmVOUWvx3BVdag23WbH7+1PLReG7louTpysDHqyMzWHcwlfr8oFfDKvZ4kPb78A6OLQgsZA2vdZxQzl64kzsvSmeiuOH7Jkmn9yWcaP10bvIaV4I2et7/vJCut75Kxt++h+Sw8Hn2BrLurLkl4FF2Kn7BBTCu232b9LS+jA8Bv4G9wEVVIdPBrmwLb5MxbOpkq6eEfj/3w3QYnQ1vpjPTiL2JFww+fPLPJJMuDbwd8fJafAeC+HlmueSfYlACp6bdkn9d7FHkHgNkf29NOZlmKaJzZiXMnEPS875t86LXnvT9hZ2ykxroncXfkfNuOGd12unB1XCWEhUbE+7JT40O17iOJbvaTxKF//5c6f8SvtscfJcEBOeo3lt3KuiToNefOO5kywFzjJ4ipLfh6XmvhT+gYmyjP2H0gvwb7KHN6JyN5naubBr7T+DL3WfyGnYkvDvx2knyuTmo3zZ0AsMYxXSNu/MwcCNwwkA7An7lWBfA3nPA5g7cdFAydCmZ4Ej/ut3vvoy2lE7obxy0/MqbvAWAKRDrhIfOa4pjr6L745pPk6X08umNoSXplXnXL3+DZ4uVrbz3ui+9v+xtMcFeE676MK75mzauPmjidezCri0aPz+65T8e1NL94LcY2aJ4iIZwCKV1HByXoQvbLXWEcWo/thN/Dn5Wv4tueH7qaSuu+vv1an4m6aa2s+bO2dHyjIp73tc2YOX8GgMFr9xhdTPEkoCGHuiOW+C2yZDHTxxxfFd4bP9Fz4vVbuRkZ8nYkdIzL3R7mqL+/8q3ZPpoEocYHZz0qAOzklbLjPZ7xOf3+x+pugsCiQ/0nldZ20tUCetqzyHnzW86beRn90tvj2D6AaRjuzh5tJXTAxRB5zioc0DHM6Wyyyxuz4CRC/Ajfcjq+qmbmAip7EcQh8rcTUZ9pY6y0Z0O90FI4zzw1rbcBvyA4GWoxoHpcbGA7RG7C8ndex3GcDqF969WNEMVRv4zRkmoJsbMiwsQDCn0m0waxEKiMU9/d+8W7ADWcYZMS+ry/HWWcgel1edYVQWPyeD7TtdoPDNyPdbkccScAoUzmMgi0JudQ9akgPGOftdQYA1QSwCRYJyOBCp5VjG9GtsJ71kPP6ACVnMAI0tPqtZBFK4p7Palg43LoWH+rVVBXqPfO3sCJPZQwodIN0GoTaG6+qyBwoGj9ZTN1m6fOMmv+ooKTADDr1YZBjMM30OZ5J7t7spHaiAkNLTru6g/xRp+L2o6mG8ygwE2LCjaMYdvyZumaVon/H2lvoiRbkhxXDgh04f//dtggibmqasdN3V8UCJHJku6XGXEXX2xVWzwt3JzhalD+T6MOId0BYOYNcH72bAzr95xDHE/TzKzBOgtiiRhXbwC4W0Q13Yefh0/rjAxApOanNniRAy0DrQDMG9q7pbgESoe3q7XVKqANmmvPaBVo0/1vAgriuT/OuHJ2E0+N46PXUjFkZ0BjtADOde+5nu/atLxirfwZGWpXhmiUIYDDT6X8vVuVuogeZ8Z+F557BI5MgLoDHTwLVfY+WwFgtSU/2feSAWO4CijqAHAMcPYnRq4N5MnuIhvb7SOPc52VsGwpg4k1AajBaUlqRgAheIUgx68M7zV45wiC6RQB6eS9CfD1O7dV8W2AcEYKuhYbgPFYD5f8z9xEt6kA3uqQZLWen2/dCAYg093iZX7akWsdbhBF+vJHBX7z2KG3J6B6WmSK9PS/J1DzdhUwTY2D8AaA+31gj90e+a0ovGwkvXsAteiDX6OP8c/6dgaz1/lvkhguM21ssZfeU224yQCh0YyJKo/YX6HvDi4MBR8wVn9TvYiBrKSuJKzUlg/t5ZORY6KVb49O8tIksxzatNwZEHGeFVAzgC103SDB0mCEUxy9PbNQ9zagGmf+BvSgSSqCDl2+gb0R5nqGeXbAFNEn/Pq2UtV1zY+tD5wZOpnAjOGljAb39Rychg7mNT1BZycDuoD4fnZkA+fsRs+/84aOWO83sYHgyZuY0++Rg4d8E6h0eNVy492zseuKPzrxDvvxTUoIDUQWrb3xZ2b9md/Qlu7pKuEDMFaC3KGN2rh1uL8zfL4AcHyIlS8TpwjlD9/DBi8Q2QHgXjfs3rZP4WHT+fiDXRHxBlJeWmogyx1s58c8Yloe+3Hk7TrSsvN1buItuM56j0BEdh06sUwoNGUSS2idF1mo83rXSfaajX+4VWDbscR79jGB27ZTXn4m8jDs9zkJCKGPe0VaXrFX0JJku2SiKgWPgz+VnP0U6cbuHOH7BQh8/x477I8EXo1zqg29dknCbtq4EphN33egggpNff5Whx7/4LOrrmRAHVGiQ630xsseYd1ExDW7Wa8XgKK6MPKoA3O5Wfa8aWroKf75+PfDo3324vFHHkDRcnNoAbo4W10BiLXT4f+7I9gG3BbMzn7PZNXOTYGC47NJZ8QuNK7wXSsfr1tCZg23YrR1dyfn6bpzVEbpD63hW3XbQWPmSZtLjQ324z69H2DzV4LPsXeOXZtE166UPy3qys5KxdD62Bp2WmiG/4Mb5Jia5dFlLunDN6Et8/lTF+vTt5UgOrqPsGl8Qy0r4ZVLvppPin69x7F7HIwboNsA3LRW76uPvzC66dD9OeNusa9ffooIpTvxmRcGZ3llzUlu+d5lGTLjQSexztbRw5QAys2P8BZAKvNpvfHqhbY12o/nKCSwPgcqBwts/C87uT8aV3ceO+N7E4SqQpy7zftTgU9wCZ63DP3mf3U++iaGTeRbp8Ciqzmvjn92ozfI/qduWZlBoQb7Bv1dY9WYxr/W2OX3nJ9jP4dX6VJBJWX4KInP+gFv6jaijSFo/koMFz91YIf3vYEZfX66Fsk+MA61CeDcZ/3stWscUoaKxgXfi9+3QxV7ikz2+GuOdwJN7Pxet9VJ27Wsi3zaLn+xIxLgt/PRKilwGLppvO/VHERXYIa3dHhx5TtQbDovQres+T5L50LJQlUJrt3cvthlW6L/h2tIkFj5nTXZI+8mGWOCXm0LOIFuEkKOXJ4W7m1fI6tbr0FPvUZKzDp0PjbSGwDWGosOk7gW3Zq1WXluPq5Eb32Pvdlrz3p2kE7X0g42+MseqWi/VP+V7vQyal8bazkxhan8rBbQWr/uXHG9uwK0GoeDQ9+/nVAC1qvvk0QaHGTxzFBVutRJngQfQj69WOlLg/1309DRrW9CJgBE2WfYKdezPQCqX71j15EinVDlb6cTEc+Q3JR8FZ12xwuS7v48G/6udMVeOWYW5tYk4JyOGnNGPH5yRnqboqG3jOzotu/3u4V05to4NfZs+CZJyc2bkuU5J3ltRr2jbbaD9c4eU8S1/nH039E733tcyCc7YujkPRLDeOKlRTXBwZ++sYi2Grd7aaZpr+3YrA8ynKNKxtf/3rdY+dhGxL68vjOP73cKN/u9ry/aHRjA/99EJenbxAWrAG18AMv5sTO7k0/8h4wnGz4d/IbfW4fPBWfPg80s3nkw55nI3bnlXtX2NTrh9/8WAP7Tv0gAWGP5x1+LBxM4P36GEpwHm800v7f25gn0FhuohUNvbG9EAwBar19thMROrxBicRECiYynAoLsJZYHg3FbGC3Q0lUnuk+tInusuifgeJwGDHeUmq7luSej6GMEGzw2Usah/n7XWmXccbwa6HsZRH9vVsafwEADaCG2GGT52esXkM1nzsAcALGZKe9bhk8AeM8JypqsgRaBtG1mMA4vRad7JiNE958sIAn1H2fs9Pr5/aPMvGLOlgjA7P38pqO2Cm4h1E6/r71XswWDvjlrMsaDP/P+tMAbBW1FqM+3asgrXPM/tDgBTH8vWtE8Zyu6hz2O8q8zUkUXp3XIMBeGlp7Lva1McCKhF67vFiiSKVY2UMiTOUeAQ1/LQCDI8lbScv8ZB3szBnknb8TgTHVewIdtEdNOmp7pMysKn2uwr2VCV8h1xVL2T+/Kfr3GGyAu7VlMzxgiM6kAewsIncwq00eEeYwpACh9LkEpwOBTTnJYHlalQvk/vgrJS7aZfpIdKqHOmH8FvExP8179TjuKbaG3BP+eCRV6H2BrHKZDL9NC++zFGBfs8WsgMvf9PlmUug7F1LzYLc67/SJrTwBQVfky5N8qBvPd7KVpf4AG3u8z3r51FV3ZSfrE1QEhJav+uRnlWYc8j/al8CR00BWavKPbfaiVj/ljWqwg26jkBJQ2qT/VjDggrGmvV1fQnWo5zcoZh9tC9a3UQc6hN0V/JxhbAeA4QEp+QVBKT6YFf1cIsb9/GKojGzP3NU5e/cXcNG4MkJbhAmP46Sz/zeyb873NZ+GxrtDuBBPGeH3/zfltgW55OoFRJ5iMY38nVQQsTVX4Bl4aNGjAOcBJQDzTu8b66JzoyvAGBtgrb+DrX+2f77lG9rRxmvGsowl/vAHgzD/211Ycd/vFPx0VXzuGtZ3kWTPW54mhnz296GPsB3hC62MH6Q1KDhCue3U0R8a7YDYPRz/7bydiUXlKBXzOptRP82XuTwYv/NNVH6IHyR6tUcUQJ5FiAWe3vJHseOXwADTIvZZ/VJ1qThxnwHxMi9fKLW/dVcA/QOfH6Tcv+P92cXscxzE4XQmSqHbsywI+rrNHZVNeOvkGlKApguIOkjzE0WC89IECEd7jsv/g8z4SJPRwr7e3fvRzO0osY5/jjXPbdp0Bw6Ft7sGBy1yyji3/aE+o70lqME9MktjKvHS/6aBF2k6vvEwrxKxh6zXmpX87IfKPwH8BEOu0VVD6k+8E1rx+DlCu3dJVc7LFqXAGtNLqQJVUk2Rd7hZvXcUQRz8gC0ATc3srJ9BT5rk5/sGuIf7LAPFdKcMzrwCVgN3PMT0JxNqPbww+62sARtv80wLPQOcTAO4ATzu0lh/633y4PpV359j0Bo/nDHXJlZYv3s8JUNK5YBM3/ww4rhgI/8JD6bCxbe02ESF3POZrJQ/Ed3TCnFvF/k2gSz7oBAkbPIA+X4Btnf2cEbVrOOMhcawAsqbzO3AHkL76hXWwjfY9S3vsSgs6j7hacHTZEwCOjC1wzbIrz2acDVZ0i9n2fRa/+F0JZvqwIku3JQe+hp+fnPOloRGiBIjC7+NXjiwxn9k3nyqUwUyooqLzRttfR25MoKOf2wFgP/uR98jCxlX+Lpm3+bb9+b8LAONf6D54MLQ8Z52WjnjPtF9eyG9JjAzuckAt2xKxjdEZOecvoKX4903oCr+W/2u8KLTUwbfIm3yOL3uAzMFN8l2wD/bA3ZbGBozvj/3e+M8eIRQsSeO/dSp0wTqgD6L3tnOP9pfOKJbV3/taP60vs/6DxhvdFdlBcibv+o//eAC9oXNo/gru2SeYqi7JGZ/RHZpGb60vOns59H34vOgAO+EEsccujB8w+laVv4Mn6fM3cYRWneyPntndjbpT0uvbdgUwMsbTF4ZxwNw87/gFB9va1sK/AuvIsIMhVEUgFcAki4agBtAfHdkV/djQHVTDx8H+tcylsrqqgM8ZsWXUKQB8ZMATAHaS0tB5Ev6TrLP4yvoRjQU2wO2ArjrbTAUbtsRrU4TGpuOEf99q4nevWkZsoU9aou+P7JEE5rDneAd7pDWnzfVdafan7Ne9dxcP3Vu0oPEai9wxtA6WfSJ/gLUDH1w+n2SkqZBHZ9leli6civ/4Y0l0gh+R7cJr2+5HNvEO+D9/B49rn6jt3tjNm5iNrPWdg6NI1hqDHb3/rrOv/Y7f2UDaBl/D1+iHBLg7QU/JHOLXDnxq7qGn+Hht7+td/+uTX8GM9D1Hb4WWtI7yJ64K9XHAjj1PAHF8usiR7XSU9VycuNdXtIGt1vY9+9EJM/Crn2+MZ3ZkKg39uRL0jVtIJhOczXXo493H/NZ4r7CWExsZrBo6EPFclXszSK3p4l2zr5MAafx9Auiv3oCmg72ub+PkF2dbT5yg9HVsg1RAUqSDbNE4sfu7uIJ1eX0f8A0X2Q8Rhg/FJ3cxT2hyOyM2v8JzJHgevNaOxvIbPBD+iH5PO+DsJePrZy+tbLxi6Tnyse1Uy7+KN+3e7Rp3ogHykkSs93hJ7L22i5rf+4gK5GYfF6r3t88mXdD+adYVOowMXLup5fL6Nz0n73nFpfiu/WHN99cRSenKFCYixnE6tXqSeT+8yLzfAHAXpDQvSd6Q6I4fCh5EpWzzdOTs2r59xFqPoWmVlt4to/EzuC6+2viIknH3sh5bBZvlV/zwVC+PfLkS9w5eoHfEn5f/CKZOADiJ95HBfwSAYd52gCMAagfCDbPHelKEF4KpQVpd1KBbbttzbhp46IpQmDDCMuA3Gdfn+QbJKwNqhhTFtqtLq0SBY71gru75JgZYIgbYZ0+QsAx8j+VE9/N91iUVYmiCfd6CO1QxQSB/COECUiGYFhA3QyzA0Uz4ZsbgZHnFx5EmgEaFsAMIMkocGFCWfYCHk7kyBiRAEWOj+reV3yvQ+sBzeuXn/gAQAbSofvav/mlDRH+3YxvqCbAYwbGBBhE9VSU5P4Ng3zogzbQYRSg909m8/G21YGdNTvhk7LjF3Blo9ln3pjowAZTOLFbAIby1BgB7Qobam/WFsHwBIL3nVD2F1y28k617B908n2qpqTF0C4StztaaDqgxG4FT0IKos4D7EPU+cyjz3GysplGfA6zWtsOe8AOGxjonyaYiSPOeWdBABvvwKwDs4I4FXogrRmdoZjPx9mwMjVHwNvUAACAASURBVMuK0IbTtOT+PlMGUYPpelafqwwpvAH3i8ZnITBYO2DKGmFYv9XO7TgvDSU4zx5KtnW2svd6Avd/JJwMHfhcxG9+f/311wZfRcvf+hAAY936jELP3wHpGILIQj7bDCbJ2HR4YL6M/6UZGWBSWOalAT1xNO0ETOXNv31IoRU4isx8nsyr49xbiW9G2Zs1SgKI3kXleipuU1lwftz2NFUYrlYcfgpQP5mzNq7XeL1uLy0vB6PP1Mw90GffFeX8Bng74HPaEhWotWcUrxGfxQxNc/aiPmrw7ZW3r2FiOpIzUEHSVCBXotLMxc+WHBn64tkEL45xc4FJe4YcgCn7n1VJ4Od/fw9r26IruXRVB4OWDvIEjYOz5LSHx+AfecxZK5uUsWAaerSTavTM1655g91c03qCYHaM0q3qAWDxuKdiuQ10gvLIS3SbHRYWeQAgrT3gT7deboCxqW3f868H8GX9dA9OOQrajs3TghCH4sjvCUZ19YH3YPY9dlTOw1NLMWRixnUHUhhr65sFH0IfWb9NIDnyfXQ6nWBYN9aIJDTTSAVL37aFgBWMpXkmNupdddBgkgLjps9pnXbZIAOkEJzmX6+5aey29fK5QPJUVpy9N/3HieXHS2xddsy50zo7PDFtZsfG64Q2nvHyw7nnkX+nemZej2zzbn7babB3AtjmvznjZ6s8NcY9aoYqcd1PlxUcbMsA2jJNkmHmszaa/k7VSjKyvf4DyHLtsSuV4fskoP4CdAPkJUlnK2nWkRbdYstRWfsmjbQe3vOdcrzBAVNGrB4QaFqLv8kLJBq+tNe2keb6yh+9x5Wvnx6NXKzzGWfj8Ytw4P0cglDjD7Ln5iUdmTPZ+siOU2EyLWfbvvbzB1SOrFcL7a20P++bvSMB7dd6Hnr/JvNnYu2C3Joruq0T9Uyjk9BglfbR8K/uONiXL3DCfI8Mky6cbHfbM0fPIycG3NKLu0XfyDF0pL8e/eQ9Kv3bOolrXt9C44k9E5lxgNyxcAKCJPDGu/QM23RTHe2WtV9Cj+fsI2BiO7xdPPCHPLNBkpY+E4iILAjIdlUYT+cQ2/prUtyVd999phPJPAXSBqxvWwWZHBt6MQb0iW60/py9MQ1OAkNa4+9Zsl4PgPHxnQOBlHydF55qnOrGw3z/tvIHos2qZP2x5dxifxP8uBTbvjujNK0QMD8+7CQxM+Su8NIzW/69/N4VCBxt0LqgE4WbTnta8AP0FZ4GfMIfW/wm34dH/khEfmT7AeVOpXDsdNuKM+G1KSCqyHkqHm/bZAIzptEA3tiiHtd0MblAx+91VEYeE+z7ZRPhAgpj0/XaHPtiqvPAMrimA2xPTtbBcqRr4BcfkTLyIfTtpfB8FcSJLz9dTAbk7q5i0X+pnKeyk+QT5GYnI2mcu78bTO+E1OAhC3jyHCf/jX/3YoXMH1qDpjv56VdS6blvfHuRQO8fwQ2AWrDEyK0s3NtBq2WR6VK0a9vj8TWUGK/1mEA3AZ83wbsTzLx2p/oma3ThjwSZVWF85ExsvsZMCXa3PYr/hQ+A9Wd/WJVfxlKzYidQNTyDPMR+7uM1/k1dA77JaZ34twFvfBToB1/6HRt7FRsxcuCP+Wv/Bt9rva3rvC/fbcJk2pa+z3PfYwStB8dXbUwwfk304s+CFts0q+vcrnnGLDzPNDb4sLFXBVZHtziZUus9lXnR1wQ4n7MxBz84CVllsB+b6dhcsR24Vsk14cVZQ2Mg+exNCKKjpddQKmbEIoEBF3vMc7ZtKbbzJxsmQZH3kdSkvyWL/hfYsehq5J4SiIklyGtJIDJyoavKTW/zHXRJPIA9ThJyMCcCddDQCQrq3SXL2t/DDtN7rg4YE6x+A+HoTd617bqTIMSeal11jbaaBBMC2ASAxROL4XsFY4uI/sbx1N+sySlQ+/YDfXQYxft9H0mArKG1sPjY3VY+O4JEo/XNF+9c3ivn97Rk7uTx7czH/uOXacxgKz1GCjX4DD6GxpATq6+h2QTOTaeidpJgbQOuvOC5ffQfz+pYBPGrs5/WiVssJvsreN7iB3fw9LbPjBDaxlSCcHRH5EsSqLG72xdhzS7/oxI0wpM5skjXvJ25kjAR27NtjV5v8Fl47/DT+BiNYbRMzjNJLAt/6fv1m5OY3DLmTn8f2x7eLAyg7dODHXy0CX2jy+yLfuOgovrtrvSruKdpoRNcTuKr/KnCczeRZfVO5GjwFO/B2Eb63T7ptxHCJV7sAJ8av6fH0vYXz0mhwtelcNYRHCz7t7z3Jibm+006OIHmSZABL3eS2hRzdQLaCf4O24A5qsL6YBwkeHxfpgJ4BJrkknr/99kqTXAZWwaf+8p782JGeVpgD1HEsJjKmnKmdP8JEMxjqDqJcZVNs5uG4VSHTkfQJ/imHyauP/VO9wAX2KhMRzl0I3yPghgHg+wo5gnQ389bJZmrNK5kLnCO3y3Y29FopdJr2eDjGtzKwAk4RIYm99TSncd0JdZxSrMac032ikpo740NmBG2WpMJRMOs2VvmmX+TyfHn2WNHaekd34OPs+/1TyZhfjYDXfwHUZ5KK49rpJDXd53xl56y/hPMG7BXY//3L6DVP64uFYDxKJAOTPj6yPbzc/b60FF65x9jzYsz9GTjL3f/CgBDQ29LrrQUSkDrZH2NEdMKI88VkDqtkW92y9591/TZvh7M3wSA9dU5p9ckMAbxAMsII4xavbizghygGgP4nx9/+eXzY35+MqC0lgCn3Jf92zMdXmCLNePsaxT8LfDjTJ0zuh+50nSg4KF3DJoxPYyCX5LzWqRKIHTs4HzbSN8VVCH0vMiY73nQaglH5PATa/XQWweqTJKWbXdA3TK15KSdfRuhDUhnbVsu6nkNYiC/aaXOUAQoUCGjZ+tMBgw+rulWFyhsMvrbeW7ZhjzubEGep/FzJlsHAJHRGo8yQa+2QXNzg6NZs5Bjzu4ZOi+Hx9cILJgKFcvAEwjYQERoc3Sc6N9OToASEgAAtdqZbZpbpki1eOT0MstWDH0DGsdC4g/52cFwv8P8PNmwTwA4+xvDffcnAfg2NP4uAAwA3uM/7YhLv9tQLfmzemM6Lcz0OkmiZRlnw3RQgz3TSP/u2e3UYoQe401g9YB3r36MozhGu5Mmlp8wdl1tNPZKg11kDfb+vh0izvPHsWj90AEYQAf4+paX4XPsrdYFOKe9Ltz7S39f5yNxxpZacOpMrdHx8MlWUEXO/e1P2XrI0eYjnC7ORsle5H/6uXTvCeBp925FBti249oRtb7aCqas27+If8fgx04MqDEJU1RTjJ7EqWh9b/4xmLPC/rVNW555XkNb4b2RFWOgH5DAF261WSe2mC6HbtruytrebZPYM/27lTXTbWUCFsfon33W8pu3ZIeRxKJnD5PwTmeIH0doV0W/XTpjtuPos7Hz37EzVr3G1RNz1r2uI+HoboP+VYBVS6Kma/gl9vg6RA1i6T0S9wB1opVUdm1HkZY3gMtUA8L77CntDPeMuu9MOlU1VgD4/8iJx/D5+Oxt+furO0CvUyeIvbJX+5XWpwEWuoJF9lZXE2IjvLz7Bs0ztwTgr+oRfxHb/qz7BFN4dtaX8yznTTF//UO3lHZiWw6HT3I2uylNNs20HvU5e5/tcrUwF91MFxDm9crVTvTtivPuTPX6LwFq40dCw9AqwK0d9LYjzVtbSc069towxhMo/z5ATq7dkwqXLFpsDmi75Qw0GGBmQP9pjX2AvEkS66qud/+p4m4ZddZS+/ntN5WX+C7xs5OUZSBuEuCQCATp+l29D6wvNIt/9NqsXaF0VZQjXx57mzXMPkd+vUEexkSLu3dNGzhme/Wvkg8CtmtbMtPe/5dnfyVdKLQMPbBvoudf9hM2RcY7+lHy0VU6se86wGd6mPVomffu98ufgLCYm2V2rkz/3uW1HJ9dz9RzAKZJvtd48JveAHA+D65zYwfBREJT+UnS6gR4Ov6rZyjRGl0of1pJIqPXdO/xG4ZvjOnMEWLsG2sSmr+BTc9tnIWuenzX0ftfZglYFLS/gct0Mgu9zPym+uLSX95XXZR9fAPAuTaBnZblWbusCWuXsQUQTuAhvtr/UGvqsV8vmVeJCT3P4GLC91JlfypUxpd81+TFqDweyfJ5J2tGwEd/m68HVG1d8B+qHiv+fhO6Wxb9UQAw78yaByv6s+gka3T5Et8SKtGjwWS9R3RLAtg759fe1ph/2uA1F7rDbMLoHWA+fvvYmFv5ehcVIH+P31Fn5R4VMnQHX5N0FTrbo+nW94m9ytEIBICv7lTf95KHve50wAD7S8X+Mgg0cPb68Q1Z11d2IRPAZLDJ0Fu2W8e+PvL6e3bbjdDBL0wSWmxZrrl66X/Ih35fdwyyfKsAJR2BrJP0nPEdWw7od9vbc+Z141OyC/TjpPKqfI6vJBmgTdIVm5RkHE54lM8RR9isT+Grbe82X5YdP4vfGHevy40PZGeQvWkvzHEEseEa71dipJLGdp/zXidqaZ7uthJcXD9vRyXcrQ2sjP7tc0UnCP7S0PGD5tl09mAdtCZ9hrPkgs6W1r5Jdp5kUtk75Qy+fA621p2A1j5SdyRsu/XbxF9aY313r/WNUTl55FuEPspK64S8+eVzrh7b44nkF2jFz9E9H628mKDVn+2nTSReG953XzLVND0+XgeUTmcX8UDFVOBH5G908Oi3by1Ixt4kksjU8KrWMFXbnv/wnX83w952WfyBsVU1J2F69ps2xuTEpzwt8/7sLRI2MlaMkE2sOMk+vm8SnKRH53djraL3ikE1P4CvRe7Kh9uYyIzkShiCL0iKTSFReAUd1x22kgiZhJPjvz9HmGQF9YCJ+3yL81+fLZ7LweZJGPyF6eq6jfdE2Evf6d62PbwX09mJfeokMXwAt3z+nkGh4NlvDf/sXgdq71hO45kc20R7bY6dOcsxdthZn//il06sy14srfvvsk3Xjlp8Ym1Q7Vcwx7dILMVmu9cdL7zGrPUZmrCtKGqsADc2O/qmCyawD5AZJEslqWXs109QeBS7gWrZsAos32n1dAPeSFk+BRC3o27HbwRrV30dgTgG6lW2XZsCYJkWAVFu+VkG9LMm0IXjCTHqcgfdTovlyY6ZpyDolcFDS5Gd6+/sMNYJgaM2qBqDCNnE63duO+o3uP3SHAL+TM3PiPPvjX6cjBDfPkXVAutikYkShbtAX1qs/V1rgjgTe30rw35fMhz33e/Y2ylAsP/P/9mtubcCWO8QUSqwg6BtYLL3ocGsBtp0jYNm0+L1V7WODYAHiDb4U62efyn8ZAvPmROVidQZ8H+s0wgJmE0KTQwHPRpsmGddTuIYO5rPr17xMdwx4Hf/Gxg4wSIFvAeQOADDj+C3xrSATnj5gN/V+oP5krnyVlqQecbe6V8EkJ6pOcO1DhxrHqLxj4dP6yPOOsK5xcb9LiTAfJ4/Bon3fqoVbCxrziMYLU/UFnYyc3XtVoK2QZ8gr2VLOXgy2A0wKOPV7VrLmJ73y1BxK+OvA0CqUleQh2f03A2qALTYKBwgojOPOxOyaQMjAK4DAOsD5mWgd6tyDNv3rAznEEyLYyrGuiMBwDNGhvTvGwBeGaxJDpgzQABA9u3ge7OPQfdWE3tdDOYsYPAalXQ4aP6wbhnj0XI3wzk/yNPLsK8LkpAUUID1Qg/pO8vg2VNnxI+uDjBfxsn3xbtfNYw/fu1rG9B9AZwGLNsJfTsw8ILwP3oMYCqgUjt4J9O0gp7tYPeAOYfrcvh+BIB1z5sIIgC0115LGeD9dipkiPjckhpP+Cc86b397nEiFzw9XqOysTkjLvylCvGdQa8hyRXw053BdwciWa/WO71XkSe3sQctdfIbYyeb+wZIQ4y0i/K1IwcxjvUdZ2dP/s8fAfIGXmyYTzuYflf4+E7cwrZSNr3k5qWPnsSxQ2PSmwO8dqAlvLLyfHXBOlg847T40vqx7CMfTOeS2QUomBYG7Mt6Zd0CFjfHtwxXpne+I9C0tt4kSIxjBoDVBvvZl3lX1gYttu9ErYoWOGtG69IdbZg3oMT528Q9AYCjn9e+vjq1VACAfcNGXGq/W8t5DrPGuicJnQF8XzvrcmBrrUkmbP0Xmv7f/89f//51Wvl+7xZIZ4+/L5AzyAXo66+/0okD29xexTembgvZCUbMw8Dgw6YNkkA7V0buKIFftkPLjbe93EnIGzvIdDQOHD5GJ3zp+1/A5Xve2LVXU5WMHjNNj7nQjjRyr+VVzoIj+3yBkUu+VJCQdmoeZwWAGQ+2I3IHOqEbDs5v7EUpx51Jy9P29w6djw3mtqImnvgQAc3i54i+1Cqx9UUCPvWex+H+dcYu7z9A+wCi0tbtfJsWRXjPPJruGrRzgNvgmo4V2qpp2jB7lLJrbVMkkJ4g0xAsfqjklX3e2By+zbZT/ARk+QkkVwJnJ/ae4xIsA2/7gxU79Pjo0VtuvPJHepd2i73H+T120Q2In8C9/LnP1QMs73a6PMl+plp+c1zTAI62aSto80ewxe/Ms3/JxUPH5Xtfe8NWz34fntP15ZNtwvQz96nK1afo17N3w2eLc6S7B5n23Ylj1yEg1itXYwvnfLLVV9Nlp2RfJz3yXp+JXHqzA8DaszdwPakQMyS1Wg//AaKJTqRfZWPh67QPiAyP3J0A8DmzNjryBVi7s03Lcuw8QEPAXpJ+9KyjH04AmKOs9KL1vW79uOBk6DfXkYT1+j5aQ61Bdz9YSlh/udvxad1aTvX1Tff6HaD7TXA7ttcE5PV3J9oF2AYnSXBPtJKk8LFzxh59gyS/xqNVaKAc/XewnZKLsYvA3tjXP2VDy1x92zgRcvbt5mUa+QGk+n7ND/k2AYD2PZGbHQS2/ps1PFWEs0SWXdr78UFCoF9i7iSGZyzRwaZ9yfC3K9SvxdS+zhqxH/hyt1+Ym5tW0Nd8lsDj6nOPaczN3leSfDcRORWndLe6bdqhW0cr9XDReNap8Qc/v+QhY8eP0/oFM0JnBy8EV2k75vhtGv+s2Qn0fA8icYLlZP76lzNM9V37hMxfR44togRetvhYb1Fk0x6hpE5cGvPa+qGzI0PBA76HKOHPZsI3AYoQQtc5TkKf/9pf9tjFLUDkk2Du9aIy3rQIxjBHrD374+f7mJcEhtOpTPuUVd11I1lsZn/03FRvfpfb//4bW6HxAbCQvG8SyL/3KR6w9imJ5fe6d1vVyNGcN9/rhOx6bUV4CKNM3QvgjxwttPt01vgbEDbbe4zMqXLzxXuEnfwP6zm3MZ4jHScAfHhs+F/2QPQ0dtryI3TWLXgjQ5avmmdDL7kLXsCW1DxlL7TN2XTcupLgW2zM6ObQ+d0FhzXqgovYGxBlxW/mKDZssFc/ddEN9h/juxPaIs/vIrSsiW1WJ0JHVuGHICsojiIh8LUzD/4yzEoA+E3mkp/rNTa96Hi6pRvw7k2g/ROfaB1DXKL9Knd0H96nowg4BPGVIzPmPNb2Ly/afXLuf+1/8KTRk7aDt3vc0sj6Gcw9i7A+RndJuOhJPssnhwjiSk7g2xprbKesaNc+Sh3d9R4JQivr+IfhibdLSFfHt5x+C1g415b59n50TMvJxE44yVFvpwBh7Bfbk3fjmWaz63fNT0nI13rOFW/SGjfeGG7se2xv7/sfgfqNpaJLkRNH748CXfkYfqe4LN03yu9SDMUd0PanbQ6e28/7lw/oPSYfhqWzjk6GRByI++cWIPquwTkISre9VV9b5j0LXIFOHPO3JYme/68mJgyaMIKZpgLAJ0NSSm8cVp+7MtrYgvYBkggAi7C6tbTfWUDNEeBmSAD3nH8nxaIfSrIhnF/Vzd3uEiNliSiDO+XsY2RBGDFyEzTRj1vrWtiFUrqK0BWAc+3ef19vwvzWUYGsfxGTzrPyvDso3AAFgvJXgLrpRMZT3rFOWp8xZiU4gvCPVt/jHOAMSHC7kskMvW2PvU8aO8G8otWcAy3QsVoZSMF/JN/Co2lC9KrW3l4PZ95h8GVmj0wcUEd0uC2gM+k539rGUBjXmRwzvjPMatVwGQqm4QWsW4hCN60AoUnOmHwD2B77A1hcgUu3vQ0owrV2hq147rY4Zz51tkw/H5DvbWd6gjITAMbIPQBQGXo21EY53cBS9qPXqlskvS2WW2G0AeNKtW/QMY7TQoczVv38b8+SYHFnHaUCOKCUz+TDqB+AHfq34jJw2O3qt0Wd5GvPIdUnMZzXeNRe3BnCHTTSdzGiuko7AGTfR9WLwUadnTny42qr9X2H3AmdB5jscy/fSvoOeDUo1Pwe/p/MORankn8w7lu+dJCiq5MalOa5OOwtB1sGZSyvA5EKgTwjZwJRsaCM1s7s/TcdIdD8q3tOwH8FAp+9c+9AIjyCkYxTeGRKxO5lLLG3AYa27RqySNOwcz7tQBLQkZ5YRdfyrvezHeCV6dGzBIBbjrzGhcbAUQsGMDuxZoyXrs57E28UCKCFWO85jjrr0oGQBoJJtkKOyEk+3R0G/MZB4hgEvv/TplmquQONm23JXrZjobswwlq+GvCeyvwDKlmf7PlLpr9xymQgdksr7TtZjDm36tv/jxbjgcRGoLX04ecByruSTevbATRAUvYOmmyeufknCpoWcq8eytwGuPqG5uzq+QFI20qN20EmngRQ9GZ1h8ZXfja96ru7O0Hkd/ZuWxp6TyYgTFWWaVXyfgjsD56dATEeMoMNCs69AMZaWwJW/7cAhd6DTuyAQ8sDnL4GqLP+WdQGsv25bMIZk7//LmRuOF0OAP+wb4/+1XxnLe7kiJsqrCe/9TwBA52Xu+7DAWqQE67IG8dfTxL9steAFm/m8RXE/fbxDQ7a/vuStAxKDi8hJ6JnAqwdeTb6uavXHLAfAKidL9aXFn4e85zjlrUNffUZdLkmLbzWzo4tfvgAfTE27esw26mzDTKVziO7yPz9dbTNL333VlSeJJ4ZCDr99YEAvtG18MUv8OI984u2vO3XhC5Dm6JH2e38SD44cW7W9T5jOetgeVLBgQYitAfdFg07OnyQ+ywBzvujr5FFXkvJqQEwDvjhADd7tjKseYn23Kz9698RTA+tZMZ6d2RFgFyvbVW4cOSL75H8php7/FrmvsBM7LdN4Mw7SK7Rc97gFmuPPMvfvwPAr37SlWubLdgQe2TaSM+ak/QQP3WDBG1Pb6u2VJywzX/X5agDy6mQ/fy5aSfHvJbvsugdxMOHcrysz9i0rPAOpdtLJXqe53p86290oDXg1p5nqzVSgML0/rV9W1m/LQKx994EJmS4C8RCnqdtf1e4eZja6+/d0bmhc+QdiSrNH52I8vp/Wi35iwb7RX+iVQHr9kX+9fjb3QkCv7n5G39D6/ara0RWWXu3tk/7nugA7KhDwyPYzzOHphrQfAPAS+N79ncH904r7Zmz1+/bM7fanjOiG9fQ9z2+0y1FgZ3vi27HaxlTcsvzjvtxZBJ6YWXScOMIZY2l95wWo+HXJ6DyQ7f5aWAOkmkn8K0vth02NNcBYILUuhKbCawBefErCR79S9AOJY9f0gmSme3KV1oLt59+rymVhKmERNeyz3QyyFncw/+yC+y0LV6jMZL46yDAt39UIIXebvnbNuJtX2wCFnx4zswWNjD73zblK59sMxtjjZ/OD8DukT8WnBmbaUnJAE5KzzyNLXy/cqwdONgtr6OHOwDcOhu7Uq/qhBj93f4ePNQFLlQDx/ebnZ0gOgGS1pHYI+x17IwNNOhPbPpfyaJd1diJlpEbm5zVuIv1jW3GPUv28KX5M/KUBBr7S/+oPTHOM1j1yPvc/7toBlsO++LgnSaCrNFNT6qszd7qc1X57rETepFkfY7NyX07totO5ivZV+HD4Bb4AH2UEvSTsdTzukOT9Z5s3VnX6UTie4wL5j5o853TH8kZc4HpvnBV1qP1yX1GZwLA/DD2JA/GrqPNcl9z6LQ6qGxCQ+zSFz/Vs0RHSVIb/3COYiGBia4QepcC43cF6J1YgW7WtbIxTrGDcLt1D5KQY/0YrLp/jkydD7fjFp0cdx9G1Rwaa+zlyPuJaVzyaey31r+M4cVL2j/r4HB4YnE+P/8bGkmCnWjqxPah435nt9xtO7jb34M5njbMxm3ztLZv279nbNnfiYE864xOyrqAq27Sh8Ypcdu6ro9sODjmNxAnjTwB4N7T2Iax5Q4P/zGeTVDhne70MgGT9kGYn/49mO7EFUjSgdexxfW35do3BPa4O8mQ7G/dYgyaiuvQG0fo0Ua/54fMsF1ZAWAwyuhq4Qixky1/J4mB5yCP/0gSG/bQNlE4ZPtsdKO7eky3hxSB7TqTBNTJGbwPO8mxou8/AsC/4lKt4zfGUUnMHCE42/t2fsycwx+N3cSeyE3QU343Sc4cJfPuAlESnGMrJK6hjaWz1aGx8WX42yz6VfH5jW0QnpfOlRHOeSiD6w1vAiSQATD2AkQtUBr4cvbRWMoYwAbsKtNAE0s7sTUgaSHMeAjQnIzlqRDV9ydjDSNtCCSVqBJWyRBiPUQ8Xvv5kO9iTC6Y1wbrWwHcaynj7QSoNJd5Rgy0WHmtOFvANjjTmXfeRBGH90gZ1lGMMcruLI4b4Ihjqh8EbBMKY2H+sV+iICHSDsig0N5ndSsOMeZd+ZgzwHCM9c5m/GU0wJlV+jhp7CsO95/Gzd1OSvOQgEawiBRoL6g5UK3OmFhb2ln8AZBMBjIGUSpINnvkXC+aUUDTAmYEqAlsHL4hrlb4dsYHGEx1cPbZINnw4g1k3+tnOh7wK4BFnI5uLXoC8AMq9Rm5CKqzplor0dVYfb02gFB9BrQN7zKU4QWABn/3tLiD7hok1Z6ILrqSvQ3O0PDfG+TveyN0F0ijshOw+QSqZdDAI6cFfdp/Ze79zhG7wwhWmHVWYWRK9k4/zpC0dgoDv+uXvRugb0DRrlb9u+qCN0iiMarlVxIaAppTGcf50xgT7dDpPjKMfrUu7n2yUTFyU9M7ZYcrXgAAIABJREFU5xJkppbrZO35kwm+HHlaDm7v45EdI5j+CACbj+4zgXj+a2ABoLR8lY4SH7mF1gSa3qxVBxU/ucV+HCPsqZRPe6Rpe/P9mla40R2dzS7+oF0pICJBF/hVFU7Ic+Zx0Vq3gP5ukpHd4KAl9TE+1pCETzA7Ab/5vA3a/X2ONjDIjHNSiT2VYQvQj1MIoHAc/gJMGd9srdeKTNBXB6Kn9uy1BUG1tuhv64LPuXjPTaFyh1Y74cXRfdqrcjDrVw+tATtAsTbOsnYEh27DrfnL/GK5cweAATBplRU9rwFuC+/XWQMIfEEq9Nd7fa9HAPFJJBva3PnrxZvw9KsF4WkN9O2XRKJlp9dQxn4qgTdTPc9Cp9NSjjVG7t7neEGdm7Qh+a8Ena7wzroL7BhAwnJls/NTlZzW8dCl5em3SNaJA8ABJLyGODRyBWS+52O/Nt12hTkAOXbvof2ZNIF7j39ADNOGAYehkQMi8pbVNZ2ks98uPTed8T1z2POoCEiFdtuuxdZXZZdsjuZT7RdHV8QGLofTL45z3fbwBoUCKNmGH/4zePPJuk4eWhtnW2jhGPV6rQ36bz6jFwfJlUbu4LJttG+Q6z6axOOdAK753UkUA/J+9vOe77vZ0azrrzPkrOOlO2dRAR1Oxc4sqL5nDrZd5QAPgPwmUwGwGizRsRSim6nQO8+Q7BMQoqW4kl9u/WhdbBsuiT6mw8pG74Qr28BVIcH7fc7gl1j5JiuQXLL+R57dwWEAbOgE/6WBoE604XvWHLsk/HnbZ6tPc7WuJYHP9wHQWyZtImhx2fkVGa93vOM/Ntws4PEVWPdiTAMT1TlENjh71gF2+OlXwM7zHPuzadV7VyDSocvZW5ua4x++6/Um83FvJ8Zii0FTBKiTELOJx92iPz6oeDf2b+u77NcCygB++szHfHzX0/VC43HLz26VOUCf1+oBcJmf3m97bUxryyjricg8VzacYwGmEtfnlItWu6NWZHH7q7YjwB5OgD76Rzzr1nHjr2FLH/vtAb6Rq7Z77LNvEEUeotbkqtj/xpczi4NJHP0iTTb6/O/8l07AelumNqAND7b9AB/5vU8A3Ws2UIzmT+VHsJy73AL+C56wiQ6SI8hYvYMge8ts87H9kbuTmddgArHWEQ4EsYebvI1+g/60N4dtxmbvpE8HTWaDNI9/fAEh5vr6Bw1Ii84axG+MyJiNyPLgRsElGq/wGo8Ns/S8FcArVrZV/etfs0+iBXfg8trtnfhh3Hfk+9hzJPDFRwuxvXPO07BXaDm8lahHDk2A85///A/v3T++ykqAf65hbOnWdid1geFRaeckSPGv123nhHyEToxziFZGd/3SMdgqPIUuFZJDxlaGvzvZM5WQd8tu7HZ0T2NW2c+8wTq+glaHvn8coYd9D81jvwKgX/b9gPM93ySfEjjPAGxfKohoDOhOkmENwGUy7lTQrZ2VNce3b/6MXZeA2bGvv4ujF2NrQM+/joEy7xIdnX1t3/hdQz2Os631XI3bwYyxP7V+//o/vrMXFQiQbSN94W6Qg4sO/XB2K/tDsAJ8RPNt3dtn0EN/f8rKlUHiQX7abm+d2EfDZc4KBKbQxXKyujtcnd/mwa9Pea7/7u3kSeaiZ54zY4VRVJLToVcwTa+tiHf1reQmti12Kvtz9sJBo9/ldi2v3nfT7S1J+fi/kePti4Jjwu8T8ThrrfVtXAe6PInddnrWP+jKQMUccrTj+JUTAI7eyjhEreoM54r0J3EMm1jXptMCmEnu14/oqDtRiA51rVtBVzc8sKbohO1I6TWsIxzQGWnRvq2h9Tolu2KvaZ4+d/XwWJZsE0b2jGHO0NV4mgfgFfGaxruz2xiEbSRXtG+CHPwvPiB+EZm4GLXGR1I7dqvxxInPdDyDZBnm7jnoeeP3/9u/vsfXJYEqE55k2ycTlv3hOcG5Y9vFdlCA/y4muQKHlhfvGeBJIjRvzMKHnpPA33bsWdsMcpMrxq9o+/PYQ4PrrjzahJXDEMx5fL/GMJAzsW82wKz9f4vqWiarxfXGAVZPJJkuHUtSzLQVwG8AOHojRUmdEAit9HrpM/AH/R6cKedyW7+MjNd3FJUk+ScdAHrs4JNOyhgaeHnCx9V5r2fvsDULv4tMHZt87Laeh27tfcm4J4lP/OPzuuOroB/aHmzZTgLWHoMQfSubqMeQjmopamLs4KlvQav3vgPAEKCDBG4BscIBYkJY8LcnaMN2jR0UAr3pe4C/AsDNlLpWrVkkJM85OnpFaZnLaK4NZkzdSoBMEb5Lhvlaj5ztqOdfZ1F9N+jMkq5owQGxYi7U5Aa8Bjx6ghwYTzj9Xc7vuVUA+GLcGSstKzrgN7Qzzm4IIeX0YY7sZ5jMMmAMMf3Tgvd6X/3RBKRWy7+cjQS5lEG3VdkIBgQ956q9B5KTeRtDMQ4FgDtgbmff0k5TghzmOIpx1qmrqFCcr9CmMjlrskFRhPzfgSOnxccTgGnajKCa87u+CXUFQRzsAOagb8nSGwNZenNI86UPqsH09TqRG0zzXs//aR0B+i8BNXO9zn7x88K7Hp/AcQeNMdojTP74keCdfQud5RlHZhSP+fvTIgxlOsDk0H0nDnhvDapsAIEqilPhN0N6h9ZC2fs7F7AmZKa2EZ7g3TpFDaDqGW9r0vDWjwzC2r9fsjP0lpWUg/YGVjH+O0MJxZxAB1nDMcgT1Aw95NkxuF6DVk4bxlo/+26ZssGplvFZzx0rYJPe9waboRHx+7muAqUnqF/tzlbBhoA72+/lgT8qkrSOEwDGIHqBN8bUfIAc40xbZ/+PjHwzzyQrcQj1LDub2ryZ19VJYBT+rzXz+7/v1Y63W5vfuiotcE+r5tljkjiYSzuC6C1fOhVGdoyG3345qOc5w6/MC3B2wQRkwALQIbQxpE17E9j5Lt0A7S1/ML78Hmff/5lIou+6FezOFdmYYJHpff4PmUVFnt6j+SaoFMcloIYYc88g+q9khA2tDPH6SbCLM7DCe7yvZUzWJ/wYR3IrTVsXvHTZAeCA11NdVc74GdBUkKFn2yb4s0Jv9KrB68g5D3FkN8aw5sfv2HM4aFRP8/5ko8d54cwaEizEv2n1mwCTzCS3Cv4W9AAisdfnbNqvpfBff/3WMaYvARZyNuhcEOc3Mi8O+ZvJ3YEyfccZ472hzpQvHYXcMGlhR816JcOYirUNkKN7YtvR8SEBTcBfPavl1pvRzTMeX9TzbjrVWmsUCxxkXxtkPvsztqf+PomD42gtX5XNDrEj620HEADupLU+Ay68hj1imnoSzI4tI9DbAaxRfrPGukdBfRJeCEb/0umW805sWdvdcxmARiB9/s66cQbRqWSa9bSN6Vbp47wVXV56fmS1bWzrP1X49ZEmS00OdAESTKBO98GfSV6LnITm3lbnx6F3lVxT6toMVOpuAHi6hcycswezDKyTj4jYjjm9fmmBeQMa0ByBrl9djF6n97VXDh0+GCBVAMgfOj2ZTqd7Abq5Kw3Dk2tfWr7W2drxeUYP2ceJ/W0/aALV2EjoYXyi1r8inuiqTey7dyJ/keHe3znAUS1hsSgCxv/5vCSgrH5ljldXlrHnsj6pjGZdWl6g++99SfWO2zl6ofOuBEQnedlrems67O7zrFkL025VKPfZfkqczp6ObT/VeG+iH3PkaBXxPfaU9uevf//r0P6vyqOMX3Jkzn0f/6qrZt51+a8CwL/2VmOLDcj5qFk65rvJ53eAUft9gGPpVgefbt7qNUIVa/VJUFs7gsr5f6ws+F7wP1VhPBUs8BBzEF105Rr6oxOYCMa8a2S5Omc1aj/+kLHzEsklAvQ8fxOd1AGLZJPsj3+exHb2zzrVBBOgMcGVyIG3xf6LH0XvRaaRkGTa+O7d5OhN/G49zbPOEUQjJxvbwL72Z5/eV0tYeOe1r8BUOIpK14FzvAHgHsfrH7Zas91lHtX74U/wHFHa2t/QzM37OVdd9BIgfXmcAMX6wVr3PPs+tiCVJHSo+ZNXCBBHjqkwQ0GMJEPkeQTaoVn8rfdZFx5XYwViC38E7LQ+l/+BXzlTI1BgPepKrSSiHTU4ZsOvLg8J3Kfj27Hb9L6Rv3qG7KHTPnRo1/Z/+VldDcV7d88TnEB+LEC7hRhnXepYMH3279+RG1Xz4su6Elh/S940rpNAVoB4/ShAq3XpKrZ3HwgAI7v6e2R7F7iYvWei7BXzouWsU7Dsw0ReUoG3tuDS8v2+rH/oqAxUzUU6CVvye7bbKdseAKtKAHgTOSY5ZLAtAo/ufGgZHVu28b23ZacxqbJntB8+KtFHfQk7SaUq1qlxmLEJ44fee49dRVDn2D3s4xgQfURh2yWX3vZLx74c+R1cYHg0X/vH/lS1yk2HxOju1+ltHIG9YZzIr/P5bKOGkgTKG5t6ac1DeoLPu0bpQJG917m9+HuhtxNUGh+TJLvQ2rYmb5n+x5EsP46gxD5tbF/jMN46mU7BJqMH3wrgyJ5gg5LbkoeyP18MhiRAyUcFklUZr2uVrNwVmxf+9ekhOnxkLW/8UZ8k8S5BMcYp2gudqlJ6q6l/+Zvu2HQSMZIckCSQG/+JDb0B4Nf+h12RGaa7YQz2ZGX++Ce9r9p6xS0GPzj2/dCL6NQByIqxtN/jtfz4P8HgvDj0dAeAk5S1yVTNU0078A1noF8ddkSb1tPRHetvBy/wuzUd817GEgx7k7DDC+FN/BzwGPwI1rATyMHHD98e33f5JbSiF9xy1vru06XsgzvQPQHgcy+PkKwsn6RtGPQmftevALD5dDo1UJ1KALj1JWvhpOhZw9DxlxQ5LY5dFKD/BnPwWo+cJUYQubtV31nn7TrURZWd8KXrwKyCcW8s4g++0d4PwTM/7/Ekn/UaQs/x9UPf+rHNbcxlk7U91nk33S4iJ24cZWl2O4gdDHvGxZ55v8AzYIVfAeAQqYTRg0RACAOSUmJt4pws1FZ8XdGzvdeHKSRYThpmHmwBN4JWykt6pEv9WRQbyGTTjeOyztMaDmSwoeB1P4t8hHJlKtEe1RtjobcVtbq3W9AQyZfA7AOnNyP7dv6Ow/IRxjt+5rUEOs76KD4i+G9mPFWpXv/hoAA6AQqzL7Pew7xbJbNnH78gQBNtr3kI96aJNXBj5JD1gXBmrlQCdPaPswm/8eWedVKgCwyYMLJnM0NLFmauW4Ad4ibgnFYjC875OWVM+GGn7dMquiOMLFTsQZ33dusZr/kAUW0QvZngR4iJ/iZghYETB3ZXfJ2e7fdvupvyJ7+ynJk+JB4g4df+hbZ+n1GRPc4a/xkAHgFHhf6sGXTxS9ARAAkB3iAXe9RGhQ3NEqRNj2TzwBuh6bTwRqAdQVrthxjfFegdBW2BXplyvV5/gCPfWl9Zq9904lgmW+rX2dP9vHYa+FwZmBwOz1zjGE1bvQE4PVfvNy2LacMRpSHT4g5iRObQ9gcwh2ypA5LPQLpFJLzdWdO8twPML239+rsDlkcuj+JF8Z0911krdrCTOIMM0Ti6Al7fUQXPO3E2PM7v9mSHA5RstlXkv+hwjL1qj4JuICHG8kQJHt/1XXEY2REFHVkrgIksLG+Ff46kUBBxxEf2Maa1+LVbSnUQ/XVSfsnE5gMC6qeipXgIQ2xV7N0JoQ0u3Z/WqQHO21HQ++iKAE/92vN2FpJklasMdFsO71mM7RDZyBnQ3sGbI+NnPY8jGDmZwM3omZFZDRjq2VQJxPhDZ4Q+kDvHcLSRdc8owaO0RWz9Rqs10REJMgExZRtsa/XQcd7bldTIq0O/pVrg82Qtao5vADiOJc4Xzzj8NRmXcaLDS5GTchzlrCYxbGWrAhayCCNjtIYKlHrO44x475WBrlb3h6/igPfRGzsfTUh8Oq2Sp1UnxjQ6rLNfdW+fgRn6HtoZI1UJW5yFhb4+cnPkxt1ZZB2xDgCT6LT2RCi0f7pKA/sC++RtRav7qOQE2KLC7A1CHxunXtc2w02BQ+cEarTzxpmy/5wZtbphwYCli+zr3yUqap+avr0SY2clYBga0jpL7uqns1R/HzFxJ9MhA3BI7gDwJpahy+3UNSg0Y2zeOMDBAMD8Ldt9hmk/X638j+M29NzB9z4DPhUDY6cMgJagxOoSqgizKK8zPeCffYa7Sw06gHnp9l9BYOwfsprXn7n54fUvXtn18s5LI3nPjFMBFAVIf8jAltHQyvL5ysVf9lLTYJzeyAXOAeN9+FleE+3ZJE6SaMtzsNn/zn7ts9jsF4yexoE+FX+yE0Yuo3faHzryeZJuYt9zhpw6gSyXYuOHb2IPkOBy67fcAy+8/Mn9a39wRexbwNm2l98g8JssgnzGD1LlP3Side6EqR3P+s2qyGxeQU69AeAz0mpFe+gde0g8DNBRAeRunbg8nGAgQfO0n/uzkhS55LWz/z26V7rMsdsKaGoL8RNdXTXAouwzXfpAHFmfL3Hr23dkCsAwPnWShWI3MF/A2k6+JpDS/h10wD5Yvk4FBNhHZEySBZvnfBTG+MknmWv8EdMJettVAfGPkdk+EsrjXXunZUMHPCT7j80/lVhZ50l6U4KFsZmxg0qnYZ+sXbJAKAGg9vU0v07q7W4a2d/oiRxBQWBxK2h0DWvSQTFdf+E5elYlP5BM82If/rvOz8tz/vQp/N4ZDyB5bK8sht9t+/QGetn/7iqAfPivcKFDCPXLf+UfyLZLAHjxkfg/SmgVtpaq+w3YbiBysRXR1J84XYbwYoPbea7HmuS5obvB1ZAnHdR8+dBrMoB4ZJ+eIaaN/3V1Txi6j50YH7rtdvRH0xl8S0FI43jmC78/QC16iXk11nj4s/0cMtlE2w4WR79pHCfxa/hW978BLn2GXypZbn9s5rigsfTlJqSBc3DdHoWxzo1aYBKU7D3Ye7J+FP+8NNf+9sFURz9e/hDH2gyxv/zO/LKO0NHglV75SnBo+X+CdlqfPVeydasf+bTgjH7Z6mS/f+j6tnPy3g1YL4131zxdowA7wXDfU+OkC2UeNnT8/cp+6WOwZOvUSW5kvdnvvAd9vYmB7btq/J2Q3nvW3S4OndrOSqBP698dAP4IAA//cS88kzW6qQN8dqsG1879+4KarRC9fRX5M9jUO7/zxmq/b/tSuCVdeyYo2KPDdrrokHbXFahpn52EBe8BVXued+wk6bI/7Cj7K+NHfC9FP9ChDHu09QvrTwLLHpEZ+XP8ne/dHLmRpOeMhb3Y9QvN6hvxe3y62AHGrglKPj62u3dMt9SWb7rHz/j+r/dRerm7DtzUsH9ZG3oMG2jthD3Pe4qiSHBwMtjIhd2TeqZjTdGz7fdrnG1/4hdk3zWP+LSsf7cOh55f/4m3Rn5v0PnIDZJFfxwBeXjuMf5fH69tAWwyFzxVsDL7fDNd/5n7Mv/uWufl9/zve53EMAUVvqZso6a5qwOP5MWPBGXoi3cx7+B+a9N3ggXjIU6UFtBrn/Y+MLfTWUtzPFjB6kq9l86b2NzIz55/J9J0Apdtca2J8bDSQcMz+qcDt/9L9rjjN2Gmu0NH/Ic3hISp/IjPsQ+o1p+9n+dC44vDtu1V45z9iW8g2bF7/x5ThT1yzgDGuelMF4AfDFNNssG6CJ1MqbMbWPyJ5fr7PyursgQdwGhwnGofC4fvpys02Gh9Ri/yI7TIGBjj7WRJmBGyIJvFq3HvVgBiH+KpbFQY8G4hleyaDky8AA3M9Jb6d2YuDPNnxtstePv70xJjwA6v0QQKO9Og1wfFhbPobFtnCZYyqfVjXP0vY/i7oFBA0ggczf2Ahs6ozDkHpofJdvhXtTaevek2H7q3W4o2LTnT75sEVUCMX4LUFUdfBSKfkeGGDO6z2TJSWjBjSGzwoqvVswYJwHXAZTOnw4jag64yNQg5fnyfCfkGgN8Mz84m4uxqKglQyOGLDSD3GmW8dw/8BtDgRwPTA2R0ABjD3D5uSSuSDg5gqVZBtFRDCU0ALUHSBJYc8JQDMgoBAeR9GvqLoxTasbMko8FZPjuAN7j4thjqLBqv/bzPq2FHMtVoGHhvjsureLoqCEDZLVy+ccrwDu+v0be8ks/gNb9/DGrRp+g0LedznQMI0/5HDgwKqCtaRX/uziDDbuQ+ypH3tpHi534vAuxIZ4UARfpBYWVtAt5jZDa/3Jlrt/Hv95sO88wOYr6Gx9UOZIiVzLkG166WUQIBZx9NK230et0SlCUA3KD9OxbvR1Vv9/OcwWbai6Pl6QxfrAGyAWAqAtsotsGje03HWQ94i/3Rv3Qg6Mys7MEmG9g5U0LUbMQvJ+o1xiTLjjEyAziVDuK/SZrgXRnTZtmRxffqeJ+ZOZaL1o9kL+bUIPoGe+Jkd/eFnl+vPRmR+qx1s/frSdQwsPHJ/wQuZs2q+tL3DBjKERKt9zRHV0aN4d5A0jG+p6KsW7x67LIm/aPNHUdr9FzOfE/yVdY3CwbgCj0gb7Cd+nxPXb/6cgLA1W3iBCCV9T4PhMdE/zZgdSatEqtkAE4AWDwNDR877Bv/FxcYmZgW+yRQkEDimQ5ggGN6zlqbM+6bPt/97vu9L1QFVfay5Q42xzgwLZ9CM8koz7kpexaNnZ1uyznrzfp77b//cHQiB/+0OaEj7JXeO+gsz/zTEUY3UeWCfUhW+knE+25OUuUd0LB8KGe89TL0kL3UhbFVBOC+FV4vIOrxjnN9JeMZpF45gR7EP+zA6BD7sdk8nun0osz2/olMuAPAGf8CB1QaGRivwDvyo7u/IHAusMByHjsr60hgFnm5tvvfB4CZa87YnedNokm3neo1uRJYq0Lnbvl5B4Bj+23yC/wLvf2RjDgLip48NtZpWRv7KHQ6FaTWjRuMOoAYbdPKwGndqVe5MsAJmFF0/RxkIUkvtISMTAvN4tCHh9cpBXDNdD55+9k7sZ0WEMBPwj8zbz06Exm5vsbSV79fz+5zJgkAB/CKfYv862Qh5BW8jd+yFYAzRxtbqoibZCa1iBXoKF5i0A4YEiiKj/nanvALdMUaU9F9B1vuAPArfzhDqhNqD8gxFXLSJeLXBIADBpp2OM5k5KXHM4PCn+j9YdwX0DN+cwOWTT+7pklIDK8GBPc4KzEUeavr2vbowL7ub3sIXhIIKzu69aoTZVTRMPv2BoD1LDo26J0nuWlAMNPrB+h3ALhxiJZJl81QOp81WwxlbOwJCEHbWnpX7n57oxbP3RngDWRp395OWXqPg9rjO6XbieR7fIut2PsdAD4J8RVgxc/IHFIZYhvN+lY2cFd4rW+W6nFdt8mEWseusn9xIL3htR8bgEQWehw4JaEm/39XARHYQF9ypNehvwq2kGj9Jp+DX7B/em/za5KsV7e0za97qGBGH3Hv7k9AvqOvJ5jwBx1NZ4sdR357k5/5noAftq78PNHTXcmYThSiN7EGlWGxUVPp5h2f4FgnLfGe1VnYvzOu74F/FyxmDeiC0evJcy0StKung0Zsaa2LEz9TaHmScD3O7/uDx9hO3CTblvmMuSvNCcxdZ+pWgIRx6f3t//DexiSuJN7p1MA6tv/TwQ5978SP8u86WG4K93ex+bz3Yx/vnseWYx0ytrHpDy67VV6b8AkMHX9LNnKKb/L5STKp5AXpWyWMO6F3gmzBUrNnd6vb9X3wx9eupUBlxkCL3Em62oKG+OMk5mXOgN1pMa9no9ehqRCwFN3dlpRKUs9v7CX9fh/fIjtChHb7d63Hr2SmsYX9ygkAXzQ2e/buF38rgTw6LXydPV88Un+LpvF/xAdd+ODrSfL50UESXX77U1s8Zf6aAirxg58/+Cb40pUwN7TF+G8sfStPf/Ee9zR+rOuYD9iD13oqQJnf20mLAB54d3TpxgkIQu8472KA0MjwTR3TxlEdJHhpPYyfF82IXqyzPwxO+Rc5DmWTRfsIxtAn+xc74yS7+5lbQABm/6sLGvrwDQBflaiDLb7nVcMXsaWEqU+3lpGpm3Ae/9JLY19g8Q199vrNVNs3b3Bd/6tK3ZZR4CGocvv3EwBGT78BYFq5X/73U8GN/tS7G09Y/1PzIckktIJtBp3o327/3nSegOzKTePQ339OdneS01YAZw1HZo+/ho+ET4evzHihfwfchdtP4YILoIYZT7LG+F7YkF5v+9/rw/Va/QoAu5sGiZO+Hx9pfRfz38h36KIxx9dmOT6g5NnEgDoADA5NfMTrPQWRrO8mRLy6KLvRxSUtC3/tv65PEefIhpG3Ju3xhZC9rBFYkYumPj54bc7reFolVeiIQBWEje/wxvVy7OkEiEdWQwvw//LL6s1OmIBn9jiA/zoAfGwAbKmhi9Aa65h//+UDSZeqzwKHuH+Bma0gQrQhvgNWyMCsM7mW0W/C+hU0sSOvzMRvYZUBpA2mssItoUdJwphs0AtIZ0GTOXqE7DAvwCgAblcSY7TL3sKwuKoqJ/Ooz+SgJL8DOb2ibRRfLTLL8PNGnCyDdaj+HiDaazow0AFsCwBnraxT+YJkff7Ee14wYEg7YxEIGGFNhDGqDoAyhoJ90XDaCezRko91FygoIZosrs1maEF5Kodm/yNA4rC0IR4cQ05vAsAATjDQMlqc8QbEAJQ4t1H0wRkabvUxP7rnOnPzE/2pVByGknE5e9nn2Opb1rv3O8ou9NY/GFephojD1kFTKo/D0C+vboUs69qZyHG28sI910SO/hg8w88dAIkDm3Vj73z/OE2htzgIb0t0HPJ2ill/AgCvkZr9y5iyb5ExJ/Nd3xtc7SBLteA4gNacRVAgYIKtN+B5r36cUYMd0xpD3x9AQQrYDmcyqjWvRzT5cYBUHWT2Hkpufr+85wIKYLTR+BkqXblIogt002dmvXRzgvVhuwRIZhGprKGSxfs92aBaWyo/G1w9BsA3zz7ThvU6huH3i56PzGK/MJrCg5tx+o675ajXdAxUaMprMFmMx4j0Hn104aBgQCobKAPQtmPgljKHVuIc4ihA2w2wea0L6LY+0M4M6ItsMSrjfvBAAAAgAElEQVThcXyLKYdmoscyfH2unc+kVRVEVqzX3GajAeqMDR6KwSzALs9uPSC6JdhE4LQrIES4yWJLkkI7lw3odJZYnyuoMbhF0Uf3lrMj37rltWTkexbXAg/b2v3NOoNnzPvVZrODYhf4Jwd15DSODAHJlt12Uoc+2TPviQDVkataS+l10Utao+W8YMCAOHulLx1si7P0q8KEM3K0f+vApMq6ZSXj7MBS72kHjfX5ZTsMTbC2osA/weehK8vHdCRofvf4AeBPBZZoO+eb6n1UByMfCKB3Vugx1MfRhpfZrzbg48AvvR+ntpw2aB69xHNaVytRwrJ15Je/m6QC+HNl3FTaDHip7w/9nWDVbWOEHx6H8YA6OUNOa6H/mXbn3NDMLD9t35HAg/yk1Zr3dRIwNCZ0Wp4QG0acrnnuGZLZNLLPoaM3AZEgVNu6rA38r7+hS85p5HnMAVnTAH3s62SON38DYIteoFfo+wU8U40e4dfA20vnXglsYtGy/pOMdkJOtbLzdWWH/EjgDLg7DqQSnkZ4NI1B22cff10DDWs8BkMjZ1xRKv2tgKb2roKhnfB4V6yNvVXyQa9sn8aB8bGv9Q4SzDjTNPbXnzr9tWXe9pC/AB29O2AVKxCABJ7QRB3sHxC4/QOJxTdjXIkS+nkTlo4dMPqfIAB0zbE72dMThzS9cYb82aOx2Syfyp7T957LVAuG/vcsau7PO742Wk4YSmUiNnr2IcZmOkWk8u3Vn/BS6HV1cz/LfDu6E9rtitodj965LfA6IND8gu7DPghANHbv+Boe98jz1ZUZ/wtkdEIfWfXQQwfrso67J9CL+Wh84azHn0kt2ZMkW76gCbrj7NvoeD9LNtzQF/Yb8r8rNrL+W9nCmurf9S3T6Qcf2Hxg/pNtk0B0J/S6Gsu+nBhNdmTOnZd0RpZ2sFLPpcsYgRT8qmO3OIB4g3idYIVd6PlUUM7Vh9NJg7n9Siho/6k7+hBgPNVllbAVkoltZaofvxtcA/rxWg7/x6b5079iH+Iva81isxpQ1H8yi0u2dnL0C9TrvpNgNHI/NBibqivXTmez8uNI4mRMjXe0PGn63cICe+FnrNB+y6TI3u3Mdc64rgQdybXwfj7sqlOv31STrf06CTj2LW4dGLAeAZ390jPeyr4GH/1O8yN+SZ4Z2ymg5vH/ht51D/7VtuyO7jX151Hnh4DoW63m5MOqnLnviq3U9kHObR09PYwAgNoJZsg1nkdCEXOl9TEAc9NbYxWWQ16HLKvs/V8Jq733+r3PvW1d2vTb9lHWe32LlcdDw6N0CQgdW8WBpPH5hu/g74xjj+CIDDvK27Jf9MM4WKsO2HcAwzxivyk6D3mh9xFwIfnLGKr98fjZHTixXTwJmtKf66+trR7ZceuS2waOHsX+QQ5pXNFzS0kd8MRu1iq4YflcdzogzT6EvpeO23Y4+Oj4j+GxLzFuHnb49FQqZ83lP61MTBA9CTApyHBMy/L17tp2dNN3PQE9ZoddC10F71r5HN28yX7Ybh381PevD836dbIsHRL0XZ8J3FhAB2W9hmNrYKuZtqiqHP2i51GIY16uDp2NP6B/L5029pfXnBbA0onTkeOi33pfMJms4h9J8cMirNUJIA3d0wrX/FVH94VmEsBNlR/4aB+DE3vBiVrSp98950iy6rx57Jfq6MF6alxdAXps9+dscPgKWmlfM7ycb9A/SUjfrmTEMeiK4fmWP6vnhx6DzfTRXn7+2Oe8f/GM1e/6rgNX0DrH/5Co1/QjviRAd/i+bEvm/QYo0f8JOobP/PONU7iOtfmM+Q7i5Ytj1zzHOeoRoomWT8jQk7wwRXed0Jq5rz4h2Vn+Bj6QxrXHCCBH4qcg11Sk03ixag7QUWBFth81B8vj+MkZ930US8aUI9Ds348goLBK3yMbsFP8oHPEQtYQvKztKdOP+aV0EB1ivvWJ31EdEmcsogn7zueM79APc0T+vMlI8G/G8y2KWpB/ia1dDAWdom/AOIkhOoF+jpfdBJeqQP9uJEYn3YrdgVzG9sp7dv+w5/V9utoOpiNb6/vS8ZvRk/gHbWeFcJ8jZXZZzx4dev7WL3qAIst0D8U2iayKrb6t9BPM7o6xet6/fER0XnVlN0l4W4Gu9n2j+Sw4WfiexvdyV+/ObSw0i3gU2IAmPINFZQEBjfz+Uc5XJZIVbQIOrdyzmCLiM4T5e1fU85rWo/qSKrkYhzFSYUKBEMdIHKWh90pYnVioiXvBujMEbZAk0ry6DZtf7T7budQzOphy5qWpzTj5rAPwbWRDMO10/JnBcRtYbDdU8RqUvPMGrtYogYa0Njq7rxnlrMsIXROwz3aJoPK2zQCOETOMvsYWzxQB7apcQFO1h3jBQ7+DYMwYaWYcsvqpKPoUKGfW/IfmMS/TtR0AJij0ttp+g796b7dEP9UgM5a3ws8BrQJWtB/trMAfGGDNp1nHBcCdlTxZVjZGRsGSvWwlKsBLvFBCHdAPwE08ReZ0jNM1+N/OAVSep22leDGZUjcInA18M9kwPP3dtPBuumxF2xVhAEKpUosAQlDqOXnXrai1xGToZI0DWhnk1fzIkPzuPS3FcDTKYX87EYTO7vkCUPTnXfV0dLTaXP3vTylOyxErzcSs/GPQtDG3Ms6a/xxstqGwiRUEzVlzqtIBwkwe3zuO0oPHbCDeSR8aixWbQI1yWJFPes6e2529gKZxWtrx3P3auTIOfbLVSPOc7wUEgElYUnWcE3gGLM8YRzkWUGOanH3EYJBB0w5Q9jBjMZA1OktLwnxZA3hT40hmaowaO8w+a3HvX+WcASwIlXehuBu4JfNf33N20ZsAwfkakgn/+Ld/97MAsBcECk3iCGH4d9DPFRwOhhrFs+xrQ8Ltgj8aNL3OmhCwP3JBfDMy88zDax4dW7j1kfnomjI5Dh2uXgBwmH2ZvdX3f/37TZ8a/jkDxnp9eP9blM6YZJ/d1pMz9iZYGQAmwUDkS+h0AL7vudGvobOtsp79H2PtODJlOFr/mV62lRE6W6vewd7liPzGuvO51sxZiwqADm03uGxaKMBP8phrccBMi98i0Sazna5z7VRBa+ycsXZsBMnN0q18vlnJWz1wvpvnmQ6nm0J0+Z/Bz7bPet6XPhBvRuG4hWbzL1UyvZZe+1OZvN+cNTTjhv/R3w3qXhWuatc3Tr6vrzOVpEcIdlGpkiziSUb46OvugjBnWI/8hv5f8DcJEXeXBO+1QBFv4GyIdVpog+8PuHV4Mk7CT3t6lkbP1fviSP3WB+cd/kW6J9fhfLD3XBd+gp/HuS3HGb1xA1Ak4ww/SLdcHQ7GdykwofcdsDjvHvv18Uk0vl6PlkvwoJ+p6+z8rZKmZekbMIreyITfdUaeZn+SnKUfkoT0e1esYPMCJCNnu5UbTuEv+7ADwKngydjkTHYwIvZxHFTv4wToGlC0PPR6BQzl57X/+VvPk12Cv9i04Hm6JV3AjUOnkyiRMWLflT1HBcP3/j73u/20rGHsqQuQdAJXHGvbOXN28gtUZ99F10v7x5b3uOKWvOemUxGc/dxq3A4wJzlkwKmyHTuhrfVr07N+p2vWrn3ss/Yj23f8laD6Jp1pPg5Efg+9KuHwIRyo2/0+79Y6j/xTYmHsxHSm8N6NXPrlH8p+O9UEs1+iqT7j0jwy7OZK5+EVBwUObSQAbL09NvDS39qjJCxpfrL/vUYTwMu5owmEJclgBOixZe5jdToYd7oVWKemY8kb8A097U7aHlcikMZRPoz3d1rB6vemae7HT4XnAYKohF57cmXyqfr8xmbbt8bSNq/X2wkR60ucvdNq+Uy5lyLvcWIjIW+Z+8uf/ZQ/1ga9UAA7gRdsBq/PCJQkhRJA3vPgunPUr/dh+7wyv+kbm579oKLW86qWsGcfZw3/XKX9BJmuT/76a7vcZE7hZRKAe23EC30+6/qt2VDrUPNV+TGQ8vBkEn6w0YuuL928cgCdYNtzANM7qegHPcy7qOZ/RceZQ61fyzWtQXd4ww49+1Jz4jOwlKZPB38nWN06BlpqGjLtD5G+oHa/92BWWfHLpulE7NbF/ftb0ZR92zUUfa1uHTt/dKKKblTx3boInRr/xN74nxsyOpMvCGrYMh17JvJwW9W/8t72rAN2aztCq2+Ho7bzmF/7PPrs7/we6F00Zr9uZHCeI8KOX9eJYH22Y68l2AjYqTFm2e5+rPRACOn4nZVoeAIk9tvCX3oe5yvjjyQxOYmCjXvYT1RgQIVSz88GJgZfQ84NLh267Jv2j7Zj3+fiJ0Cjkg/Il38qIXrWchPAtnujnkWhB+8/nT//JgB8uh0+AeBOAPlj8pMM4s8rALxnCod+LSONG4fHXj/i9UteGW4/bsatZ5yCLmzu2RYKWW5M7fd6o/fXzstDbK+ZJnNURdP/L3vg2NRPRTd4BfQqsmsbl7XUPitgztGK7CcB4OiBFKxc3RY++joJhCcAvDv02uf7d2z0k4Qw/HDo7FzYR6SsTao1eBP4xcevv+K1HEwv9tzw50lKiDGo71yoo4D80QV531xgobqt+GPzt+xu+/QEfS+/LfqgdUHHfzL20bsTi9D7hB+fDkQVAwmOok5J35nREzTNYENDm5S9csP4nce0Rlf7CQFxwxvxl8Y3sa+aeMDafuGlo2frCEK9n0BvaGdb0XcBIfKzg9fsGVQEbXutf9j/+F6tpzfesLpQdnqOS7yD5YdGvl8cHB++O1jtU8Cp6/X89mvwjygYQTdhWwYL3WCrfUjhihNLIoHN6/mNz2PyHiaxFP26cfNJwra8CybQa9g434v5Nc8roQb6pzNC8Ij121O4cx9V9y/fZlzqBEVh8tNghiAhpLOZFSG/HcNUir3OQAC0MKmzpcap5O0IgreEGj7QM8lUQji0Afp3grWFBnNqwfsSAMFmGIZzgDOOKCA5c628AZoBLLJGeFKrtCSYiMLvWau7/IDqJrahkDcwSIChgSXOIjh75kzCvN+GmACPCdDAwPr8V7uIVnbs9a9/e4yerYRDdQXUmsQhivHIGX42tqv6S+t0jDCtrYTkBCtZc7VA1g8VMi1AGNtl4A6Qw9lXr/KCNt3S5vuyKzm6TXPakWR8b+ayzWk7ZFGkDWS8ldgZ+w0m9prShsNAcw0W/vP9854W+NlfDNWLjUOBpoMoEYT4Pj8VqP0OX0eb08mAfwUSNMW7TwV9jdtVaN9wABx81tCc2cLzdHlarUnx5Iwbfm5n9s6kFV92qzQZcqlUDoCewFZXdwMI7Rmod1vKAB/6ETCYli4b8OmM5r+TN6yJBOwaLlO19CkL1uEYbx7vgBLTakLP0NzI7lIAOGDTZsixPlRmo/AdfBvfrgMwmedk+p81SatpAq/sI+N+Oxq8xjVjiLwGrI/jxbOoJMyaBvSLI5b35vO7Q0M/dykh8uuAnt8fh1+VQfbNW0584pRxcEXzDWRBS5IPBGA8zlkvHIifyRkYTg8oFtlHJuhtpGl8KNkY3QDNk+igd2ukojUvIAGaxznHQPqudoagnjtZ3sh7ugOcwIjW9aNBBWhMq6rQeyrkWm+QGKSlcybsAw5l3Xs3tG754BeABq2QkduyDJ7EiMy6d4Xu7fj7WVrnc54jLXVuYz3HAdx7y4hFG27zKlkEXRy63XmdddAr4ZMCRgIyPUcXfBVv8Nq2ZlnAAF7oQMHLa/l7+GACLCdj34lPKxcPvQ65/AJNsdHgGT2fLHkC9NhXONA7zqzH2R/RgsfH53HUOnGjE3eaSpQx2hU6+93rNMWR2wzpAJ44qzfl7fjkqCDvfP0E9LnedPd9/gaAw+OiHzIjx55z5mru7vlmPfJ5ZF10OGf+6fM7uW6DFNidXRGKXRDHZHkJm4jxU6mCzZBgkuh/2nRXIksnkyBbk0S5gZCMP3M9gNaxG2aCAsA+2+vNfI20WodXOvZ/fRm4/+PjB87eXL5fx565OJt8LngdooB1m2DRmbRduaNnNQCVINnOKfs2jn85ur1/l31h5zlVecIPutKu+ep1fPEJ/NwKFmc8244xhPRnwlvb/DianZHLeHl2Ksamy823DRw9wdpCewTLrmp0zWuy42/AmbvHJh21s3o+gVD4F30rgBWAE3tDeubYnx9gr9/Rf+5AYdJ57bEJMHyL6fE/wFh4avfWDncFlJeufrQ7G1CPtlzehuFb+Fif0Vr4DQDTls0VUPJXp0V29iX8559aH0ALgmXsITZC+wVv8CDXrH0o3fwm6zbNhc5D6+doh1lz6Zm//roTMtCvrw/Z82Y9SYzM+t/+DEGRNwAcAHa7uvT4vPMVNME2P7R4Klx6zMgoqlHCZ+zjm9DE5yQ5ilZOZfSAVRnHJkG2b0CLZckd0dx//LM7PVEtGPl3kisqmdKff+OzHTZg/n83AOxkrAqwGKiduea7/5VkNCULOJCggOBf4Hohw9k85AUdJ9gX9jbj3y4OpouxC7E/9J5fgUXkYfsBJ7loXtAJjv1OfocH+bt58VwTV+ea0/ss1vY987Kr1t+KTj0DGdsJYG7NN521+j0te7O/AubWXzhzeHyCDv5mb/6MhgMmh27XsH4/R1crQONqOskw6ZjZDPR841iNW3iMczZrzj7Mu/7xtX5+cTJsxvhSf9p37x6QZHoqWAY4TuB4MaVfdOBhTcvfFy/SdyS/5Lrhu48v1LoY+tO/HOGy67AdnXgvR7PxrA6OJRFyfdYeKwmBTe88gzF1gGnHBQ4DV64tKfkTDGS/W17IZ00DCeJuAujL3+yv77MMDoahgotgPndnllf+93x9lucInjfpxEES24XB30go4Z08x/inRPdgHfh2+Phc93fBc3xwr6BE3diMGXeqMI1TTbAHu6jn0QHgbmULAN6gOsGapg39froxffo9LUDBUGNv/voBY4OP8sxN1Ot2xRQVpKL6BvoH6jm4ROv5LhjAB/F+zN43Wf2djryCL9nNc8Z8B3Je/+Btt8wadAA9c04RjYunJgE/CUORXbYjB/fqitfmM+jgrUBsG4oE1BNgGxvkj0Dd7AO2S69RfIct6iGQdHSd7h28nPtaL7BGLztj872tXd/uSL1Hrx9/kobHf2CfodUtlPr8nb/+1DFtt+LL69626W46TgKfWMsQB37wCbbm6u5gxj7ls61wXVtwugfN5CIvdPzRHtWyZ4ZHboY+tlvMy2u9Tm0393UUNXSCtsdu/2z90Hy2VZS/5PLSXOwmhVNMAw8exti7CCbPu/FfXdf6EV+DQPKJezGhpwLc90/QOHGibFSvS+vwtbNTKAm2Z0zNxR1PYdDojSOLZ6J6zpuUSkGY5WjZMST7/F0iYCcMYz8sLqE53d1NcuQA8xw/eNbHfvtjmyGDWz80BkmxWJ99TPyvkzU7USP7e9OQ1oTnKvGKI7nAYkzL9pf3/Gzvn6jiyXjLWKVccsQZGBH08srzX7hfd/zCXxeNuCNQ6S30aCfU/cun6P4T5XgZ2B5szmyizBrFaeb5JiKATYvTgdluGwstIzy7IiITTHCw22R1AJiFxqjpVoI8mzNeRbhM9lbGMR7eNhkssA3KOfMnTBZHCOFOANgMpcDi95/P1JsNzT1hRLUszAZsANYZ+7bgAzRJsWgDouBXMOu+k/Fpxo7B3615urqX8enRlOjvem/mPK3ZcIz+LgAs4vQU/X/riDE/no3Q0WWiWxRSKtSmxdY4R92C04DkCDDxAHvbBgKgbRN0n69MC5zNoF9BFhBVWRfu2XUUeLICs9bMjwA0Ga+61wGxcbY7y3kTINbAZ+1jjH3/K8DkPRNL6xVwZYOSGEj67hKKFjYBRH1fcT/rdBwFGVxaRykmzffQUp7xAox63h3kyo52ZUKuGRCEFmgnw4r1W0rA4GkDbce9zk4CowHQOoNIgSxnq8xh9A0UvPzKmtPC0qPwK8KTycwZMEqKQWupb0/yw57FdzvfOZtRS+7AxTcpaE6/n/NaJaueDB2MdByidizaAAjPrHAPHWbPNJ8/Kq4uADaVZAdsmyqnE6gd2YOzdSp5Lyc3YAcGiJ2+ykr1Ulp+3okO2elUhXXlEjt7jBDT7VQrjXPDnFuex0GYQJ4MkJFvfzgdu7neRX1/t6Pa/X0DwG/gJ/JRGZGSu//4aTSEj9eyE8n/ClCzRga6JzBCZfkrX38ZY7RSha1dbT/GAoG6bgEEH8u5lx5x4Ek8OnTaAWCeKaXP2DFEvRcjE+huEXkR/lhjZqt5oG3JHbLK9Zw3GzFyN/qvgQGNEx12shXt9G42dADqtVCQd+ccFqtNrnnA7St4FKezfwCzTgDcQMZeVNvtOXV1e+TGtII0b9wB4BitCbBj9GKbdAX5r4pTxoiugaaQ15uR/gWATa/3vLDRGgxENnIlcrkBFwdtpgLY9EsG9WOQbgVYJet9g1gdE8eZgFwD9Fo36VQHCKclbJ9bZPkvPTsCBEMdZ4xMbGd4juGPvkPHSn9QKcd8m4Z6tcjgDv2vjrRUO3otAFjboMi9XlfsB987srI7RJhGPj2GbFz+iQ2HHP2jIvQkOOROnyl7AJS1b6Q/nUBjGyv8bP5xi7zRTaPDYm9O+yXN87sOvk21aIJq2MUHcP7HX34mAbAGnTU2ACxXHH8AN/Yq69sALvuQbPPwuPaeDhve8x96e8Rq5vbdd0DXp+WFG3WMPtaip5p0s5Njl66V3k6+9F8C+pGpbwAYeUYCD/TS1QsNCLUcW8c8e4LTh39CJZCua18JeumkCoBqaN8BAYJEZfef/f+e+YJNhlBHPr/2Cjyh+VmkTQUNLeB63kv33m3r0T0uRdQ9HRGmhW+D7G2P0l1AT5GMltyMTRj6xyG2LVcV3Utj23aMa3yfBXr8rLf6Fx8l1w1NVYDeY3GwbeTa8J/nN+qp7XqDXlWZ0+03s2axJVLJuX5DB25WPwY07blnrfMZCZzoVvQWNot5dAZ5zncbIRTe2fZq7Cf+V9Z0x+d10PMmyMn6KvAP2PNWTryVQdb1MPH3PHQ66758+Cg2zzY/gDtnXzyf8BM/2PBNNw4yT1UwY4f22r7bJLY5Z1kB4Gm1B3jYbf9aZne3DPbnVzL7leyuRLyRZ/ga2Cf4wRlveMi+uGT5F5A2VU8gRrrhtMgdO7v1qSsEv+cw513PuxVf60LsEMudWd4G06EPJ+ronfP83s8+txkr+uhBE9lNZ9gSTX//ncQyXS86/Oc//2l5wx63THwDwB0kufyzz8eiq4vXfCbf8wstZs4E608ScCUm9Fm6S6C54ApMjL7Sq94OatHpdxtS20ODxSzwn5U9ezzfI9tZx5NYOgE03aMAMPe+9uPB6CYpoX2VY3PKlz5RkrUvSBzA7jxr4F+CebEWnVjEeJj7G5jT3F8wlgpj7Oy24/WObtHdBQCH5mQOVTCdQNLKExKn7lm0zQq98MzW/91SHvwLm/7Q2GNzgw14b1grBVPBgQboBp/IJi59kVSfZFc6FmT86Alm09jHVXH8XSC77tfP3YlusCXLgbVDJTzwHbyfsxenk5r8RF+zMiR+dOxT+8HffcHhYtsSAH6rr73PFXhg/W5eX7322vGdgNmy8hyHNhWQ8EroqgMQMQpiP942Ge/qSjBzQc0b+iG5Q3/nzM/s+UVXmuesLXKj+YkjCNq+1ZJeMrE6yZCIRQDY9DEBMo9dNuTgmeALxjJkHxVWH16/E//tA00yLbTR+BH0duZtW2x1+tFdsp/sv4R+Vy/FZuRMYK+r/ZlNBiRJDZsYem47PPu5CZt3jCN+B/4RY+q26PirYBmMb+fsHT7jp4sQWBbg5Cs39JzGfzqQ2f6D7tP+ugup1gcMcHwgWm9rFJ0cdZLLh3a9flWMctbq8hdiWzePIa/bRztY1eW/Lr7z4mRtdx4spOxvJxSZI/J/XA/vkDipden1f/VqZExsqONTeH4jY+SDlizx858OPx7Cd034IWOCv7DjOs7ScwPvhpYto7UvB3/YRB/zFEdMlP/O2OlsEB6L/651uuN3c8TNfN+dLxmDZZnuldwdW/+XL9r4LOud9b/XHB2DX9GuOomxnRiZZ+wRnu1vdIczAsC/9KeQUGSl9wfDc2i7K8RXXi7WD627QEhHObIf3z5fWKDlY7LbuoNO06O6QPzLKL2Xp9tPa/kXmo49yxEKbwA489rEBfa86b2TMU3fg69JpktO/uuXvPXStzvbYut/wdv/fM/o8eSGABOgEQOMEzjK4ToQW8pdJvn0wmdDRGB6D8GH98wNNqEdfYOmI4BZZCqqMIJxPqhi09qLjh0oeYBDTd5nk1TrQt7b/75gKcEoVWlh83Z7GIPsVogCcipj3AaYsl02yEsQivcBJrAxzFOMEzCyMx5HiMaXPxu8RkIpYpwaueA2HPS8qbibbGIznxlwwaJmsDDCth8GEDxYmoVUZtIGiZXSBHgQABaOBwBRpDJciqB4lVrONagy4lmwI7imLXkHhZNl9gEt37v++jKiMIRwJqggsIKyggnwpgoF/cgQiNOER8fcFoBpp/pV9h3AbqNDATEJNtGCEwZGQL3G6KnIKglGK8wjpMrxkqJpw8jCuBQ2CgRh0QCBnkcg2saGW/fEsMV4vzLFxgHD0NM9tJ3F2DkOp/h8Nt4OswKeQ2fhodAVlXjMbcg6RuiAcwf8Os9bTiWJRHSt7BuqxSwzZIDSam0EnAK4mbN68U8Aa844aAeoAd04KgOGjXFsuh36Dt3ewdLQyAbIoKeWk2/GZozonLGIDGjQGznccqMDTu28dFC3s8ZxXHDSVSWAbIiDvICRnkfwMM5N+Omq/IAnH15lLG92JwkwkcM5D0E/GDs4udhgfxhjbsGnyjQCNcnIlzy6zwiUvI1gSiBmK5/fZAISceIMkeiEwT7G0QNkHnothRydEWMsRn7kaq/BndE5IJoDMJE3ODgLwKxTFVBu5dTK/DgADngII5prbHyMPPvX/8HeZuTdyrQBl3YKYthl/MiB/6qVaSnrX6QAACAASURBVNOf3nGdUTJJN3FGAlIn6/kOAJ8KScmhmQeVgqzP+x72gvXohJoEOqsd61RCmH8bQB6n4sgaJ0iEBqzXvnXchKM961NBe58JrwQZOwTZxxiJC5LqsxsE2FYs+o73aP/7jJXMefTkVAUnyJpEJs70Q75T2bP0qb3e4zsOkGeZFWO3dTVr23qNZ2EYAzDpGuRpbBFL+KHjjLnpqc9Y1pRoQbPvin3Q8xVDoApf51ULQLeOnm8b43z+/oszg5xB373z/3U0h1dfCRhDI5av0/IH/e89PfR1Z0Vj09zjnMQaWqiJPr+NphIMe5vqEekTqpY6KUC0rvXCZnzbGTEuO/Bzhi00cenw7xkKIL2O1IJva0d6Hk9rO+h2qz6g9/LMvos413YDN9MJwTwxNteTJCRZ/z8cPF7gDVuLVk32Lb5uE1upH1l49K8A02rrHh6Mnj/2uGhP6+Sg+crnc8b3yC/L6pG1S4ebINYtd/U9zjX2gWQFcrv9jsibO6NY9HWcdILVIyMA80jUDSAwxw4oWOTAUTpI6AdwqR3F0AABVHPwYR2Cd2+QDR8Fm40ApMZx2umZP1YetMxpm9X8P2/U3GlN5gx56bfxhxiU3nmSFL8POYezA4991I74qAO5PAf66TOAj18yAVyvjf1eyR2t4eqoli+2pZ3Il0+huQQa8tldFVLJDROIpqtAVwDjW0rm27a2DJdvNq2ix14+/vp0VmK/370VaILeWLqd6pwJUm6HiFTsKOnAvD36PEkves4G7U/wSr47weMZS887PJc3D6ay9s983uv67vVJiJ1rm3eYawcAkVPv2cFuITv8LZkue9EJIQb5bt87Y97BvQCdq82rYhwZ/vp71n8fBkG1rOjcXYu+Fzuhxj6YZFT5+MI1BHh7vKtf0FlOFnqCSawZY46Mm2BRzYO9WABq5/nHWaFj87ZPaX6etcLefZMPCf6YfmZBei1bH64evoNE0AMB6gSAtV5/ygd8subx9n+7AIFOWq+/cfH1+MWN37T/CsbwJmCAe+EXhH/Wz7Z9KdkwvELnN13X5+pFRq38xlfwdWrhODYzCWb6vOVH9vhLHh3we4HZTchCFjeP7/rBq4vjnL2co7n0d9vf2BQ8o/ERn3E+cuS8w/MLz3W3LY7GoJ1n3ptijdYLrAn8hk7kjNMDjo+vnTWTrObM+t7x/V0cbx0vOpdOnmQkjf/tAnOSzMcnZp1Fp92BCTujE2pJTHmxwKZ7KnZIwpldOXxN0hgyDD/m3Qvd9yZAdVJbJ0rBp05iMta5idvoTuj68O7pLJYR8v4XewVzyEXYWcHnTgLkbCgdzDrB3THjCto4OVwJIZIJhZ/iH7Zv00duvfxy7reqF+5RAfFvnMKR//Q1kpCZvbmPYmlsJby4a/LEnCrwn+s2IZXktGB0zd+6TnSZ5Pg7A9qe2XeBaXheRuek04Z2FoY5gbOrkjx8Pe3zRTeDz3USW2N2dHjrQPct673Zi2fMmOhAIf/m2E8zrlZX+h15G7s2Z4CungvNbVJiWg5jg54kqjkf9k9MKD7dVYA28l/vw89v+3Tt6A32Lh46dD3zvCuUg82HR0iMSGI0wXjJv1e/x3/IGfTvGenGsT/7axOug5f1HiBTQhPxpTUQ7De+f+l0dVdo6vCT6GIC6aHvHAvVeHTr/cjT8eE4Wu+bM/tkmptEqE1k8hAvOdoBf+uv4as/EohqfT2+Rz6bXv5j+WN1jgJeD786nhJdjO3WsoD97a5I4Pjt73QiF+vBmmX8c8TlyJuraxT2/cih7OO0rv/mcooerLMkr+64g2297/mdVHXobTCE7AGOjFn2kltLI9HZ7euaH6pFtK61rpxOK9Bv3rGJQKejS8t//A3h7JWQ2jRs23ZwUMaCpQ4W8NJ/2zvGwuzfLT8Ga8hTYsfl967MZQzoofZ/z3eVABKZreeE5xS3wF/RHlIBnPjf8iP0AZ11sq3e4/WcmJj+/uN7XXMCzMO739wocHUS/f/7//7zP9ViV0zrkuHKkM5LIlScNYWVNcyEcxFgd6f+tlgJk07GwveMPzMuFLm+BdEJ4H3Xv+cNfmR/Aot2RL7Ba6tos8KmH0fJFVQTtdxh+rcNRt7n3/QcQtgBxjcwHEb1+rjlbdrP6seML+fIwn+VdjNPD+MIyWLwvjYO/u0hI/QghGzNKJMZZwg3itOEfoyqZy/HUPD143S0Ij/trgcs+nXOi9f6G3+3rewMSFq0hFBXiehvQC4Mmj4DgPU2o8wevtVHYloHcsoGIrOjaTYMtoCf5qox/vM//mlDtA224+wO6Lv7EYHhvTcon30xHX7CbytbEvhIpfynUCb43Y6u79Pe+N8Nvr2VS8cIt4KdALApS/+XPSdJ4SHvBMvqp9ngdriCVCHwQgsxMAmywlcbxMsa6KeBusznVg60ANeg1TngZOARQDgwYGjwPK/Og0CYse4xdmJU2KAxgD5nk5bBqP0SgBdDXRUKy6dNM5qH6KGrcJbf7wCfK93UavcLyG9V6+8A8AGVQyjHuPfUS8EC3l5OBpm+5ss7UH9o8vtc5/4dINgANg5sdREYOmU8MqBfh4ZAK4GItKPbqpvQhfg3egFjD/o+svcEAKdC5RtPAsAh3LTe+ILRYwDLgdM73yxF7Rlt4aGJ6KoYbtyfgPu0mxxH8O8qAy+GKAD2ABmuhBrnCX34Mtb83Wd/d4CIy6kCogOC5zAOptcS/kS2uk3t8KL3MQGeW46l8vSlXdPvOWviAwfHWPf9ABcTgP+vqlNp+xS9kzb4bZhQpXXo79Dm8G7JYcZ9/q0AS2S6aCCSh8SEv75KRNFIQJh1ktp403xatiHXJBuo1vD4nrNG3m1sMKKzIAETW5+dPR2ewBwiyQgAIRV06Ku7zX7LFg9PgGadwYTdcPGlyWC7AESMhEY8v2OvY6yuTLZeGuNsHbvIdhy5Xsejb0VLc+ZhtweXntVZg/ws//3JILTYjGObs6sDMqzOXN2/nwEw9RmVjP3VZ9hgr6Hvz81HqwB7r991yZoCoO5cuuoMWzGdYG7FCjCYOyfIPg44ABj0bWofe7jHfTmC6g5wQBLJAJ3ZpaNV/gxCQQpp+TN0Me/QuzrRycNrnVo2fSq3k1Ef2uwA1gaA84wkXP0KbAFIN43hrEgeEqSFDnwm69jOenSfl4ld04EKdue0lBsbV/oktrdaLsYu0HxCCyL4zrbeas+mXOg5FfKxzVxx0C25nvbwWYfYF5FXC8SfvR7dDc8dm39ktOiaMzy9B/IbnGXwC3SMrfsmrZKUIHqTbn8DwN0idoPGmT1ytnWmn1+0gM17BxgX1KH7jjngSZCIf5Az866kJRzwEWJ9RtYCbCvrI0e+/ZgfQDLASH38BoCT9DaycTbglTHtP9Eh6Lxk9tR7+djT7Z8QOHOixSMf4PO3VSudGAAYG+DVZ8qHhS6gJVd+xIS9QABo6g14am6izXfsF93PPjSg4NaI1u3RU79+jlz+lneTLRO4eunzfd+v9eSa2J1CKMZmL5sI2XnAfi9E7mzALOvxf/6fv/79rwuf+J//888A8N/ND7sW/1uPJIBswPPDFpJwqYz7nOFGZU7PT8/X9/hLutdnI2vMqtAaHf6ume+bVuuHH4YnSQzQPJGf8n/c0azo/JXRWb/QQ8Z1t/xGtpuPP4Z7/WL8nV++U+9xJ7P+pp58yvNbJ6MrW8cQaPn/EwAmUbgDJn8XfNOeuOrjidawfshM+O7tiMGc0Qch0/WzsV3ezg745VmP+D+/5M5VECF/xU7frqn1q84yh3cGg/gVKOP5zQfHxJSdPon8kTlyWj++Gtzw4utz0yZSiE51vxPMBu84a+rnpKOeEyHtD2susTH/bwFgeKzHHT96qwKRUWecY795GnGxflaUUhghOgA0x84jiNvyD5/FMuN7f+tb6fG3NWn4KxTx3wkAW75N+85ji36fvbhXeCrzwt7oPbKOkQXrL2+849Bs4VIA9Hx32drqVjY+BnLmTQjoM5uPfTV0cp+VnQCL5dJ8/ysAfO3nNwUqlxlXy9Beiz5a4nenh9AeyY1dcS17fyvDtGOhb9Y3wZXIXSr0vF5zlu3FV9pHJ+Lurtx+cpKlJWeDiUQ9vN059G69i4TkxZxXbmPnkCipd9IJEF5u+SV5oyPWlva3VW7rkbVjs1ddLRh/D1yOoMZWnf3ntxg+/mpkidfcOEzk19nH8lt17enGZ1taLYsX90SXvQHgvCNYZLoESfcpXhD50p0OCAB3pfMvvwMaoUCi1+IktD9Hb3kc+HPfu//0V8cAMGVF/mHHvTyMvGKPHJ8RBqokRHXIGoyn7bZf+sO8MTZA02LTRcp4sofanNDT6LDRjeAEjcsfPOZ98JB8V6ITADbrDe288Zr3SKO3OxD73EnCzGN9Wvmety4VX8bm9tX+r1ssZ99Cz/irdHeBb655i6wjHi6bE05vHw1Z+O//zhGXY/NmxU+VMPe2fml8A0zpPb7SnTXHd4GOdV/Pr+VX/EXtQSXSTNCy/Zz4iMEEdX+SDwYPUKKUVnFkgtZG4/hb+/p7EsdKWHZOBbnpR2LhRwDzyKazMPkFWafNVBHErw56vtAycI6L7LPdn+f1M8E/c3tkV+RW+ONUUw8b5wzudGy0be59CN/EP93Omnlt5B8dHTrJGVnRhY8eh+2WTQTsRIq2536f8T6JRaoA7hYf20IF4iFreM94klO1QjoGKj8G5wVe/Y63/lhiCaFquzyb3gFghNoRVtOCCwfDC1sADWNDyTcw80c7hhkRwucQ3QDxMW6i1PvnnPtXYNBZAzNGKKEzAH9Ovj4kwMN4/YgnwIfTgRMCIWCMcA+EyZphuDbztBK6AKnKpDvPF1NPwOUKrNS6y/DrDKAECgjSiEbCOKfVShmprScwaBE6J6vzuwgnWM+hxR5L2AaZlb6MEP8vAovS9zaY/y4AjNJ4g9UxoO7MQN6/Z8nqnckG9HznhTi6ZncZIkNSDeaYDutz3oey6BaRTU8/9aye5XXKlSiI/JUPT0s3XTfjpQVPr7Vboh6jfVsu+0kDdLOueg+IhiuYfKbz9Lj/3kFGawMbzO9dLz9/xIuuSVuIVPSmJcMkYkjgDv2xLk5UMM3F6DtnUHBWnIPC2aNjQCozf1pC6/NVfP5r1igVhhct2nD5MwAcWenFPfxDJwEy6HFoNL82fFbJh9YJ5DC/fJ+W9G9mKPRABjlVTAuAxMFAUQcg3xb3Wo+cg6MEls2S492dme6VKWem5yObN3JDSTSbXYXiAmAyf84ZlN0ShMyrlU+h06MfbMivIs5mrn66gPsz+FXgmvdp0/IYw7zzVwbz2YMJFGMYd5B6gxcJpJxko0n04Rnil5NB+NF36DEO+pthJ9pPFe2dRAOPE1g3EMkZMZKFanVyMllDZ+a5H2eV8X7k/a8AcCeErZMpQyjtlC3rzHqTLDPOT77/EqbGPuiM29CRWtDOud/f33sG8CaF/AKk0YtdCeaF/HGWCuve/yJ/dt2fivO6eJ2bTXLJms0Z1z5DajI5ZdhplZ05qsBMzvVFrug+qnL1Ox0WOhEPoDA6P4kg+jnJRsjl+q6zxak8oMqsHUrAmrUTtjoN+SIQzq2PxpkA0PHyctasdc06sfruajH33SvglqppjUF2jqr45bSjb2My5//5ORXIZYK1Q+K9q+SYTrbqwA9yyWfk2q7TA29eanCE9zdwZ3mpZBs5Kl5vHMRcjX3Jv56jdMUE9Dq5g8TBF/QX8PTazznDfFocVwCXMcZRalApi9XViLZ/nmDOkRufQHU73tGJ0pv/OUBq3iE6jk3FT9Z8HK9y3NGL2DLsFevucY2zp2tItjgOkjP785aWa3ciUioQo1MmweAEgKNrU238D68/9scfwfB5B7L6tcmoqHsrVbwiA1C9gGNXcV129TeprWrPOnYFH0lx/mISk95kWZJNOM9I65gAVGWPf7fTKSb+TN71OpUNYCE/344Mfv63KFTgdKKfhzmOLePwZwMei4k3IGfq8VgJYHLv7LT3/LTwO9VEY5+NXUwAWOsq/tkODEuXb8KqHODDd9i4Iyu7Gsv0Wj7XIfTnFwCh9sHCFwFukdO/7kc/wwPoHSUQ+AmT7a7vqcjpaj99foGW5vtt/ctzG6BxJwfL21Sr8sO7106pxIXvsk78YV/hfyoyDUJ89qGz/OUbTUvv1jHIgaYNjULXt/5hXAIyxQtr7yZIctrwFt9pHAHk1p85Z7yrS8G3rv/Q2ciQx/diB4DnCAfJL3wxrUMDpb9Aq6ZZ9l/3dPVQ89XKLyUab+A5icFU1d2U8q4X8hG5ypp1ANDJ78ZR1MUhOhzePVjEfA4N7XNSOcXPhQsUWI3/2vK9R47/jS9gH/w54iAyo3RIE4pkiezbb9EYP/vayYz//OcXaJkK4F5r1qnH5G5sA4hToWweccVg2SteGw/gv/XzB3byPYr9fB/wBlya9/W75CGYD3lQ27L8Bq3fAG3WeJNGz/p+47E/NZ0Y8jmVfeuzH/0kuTUD3/2b5NPvc9pQHtmhAMWvI0rmZgJ3uv4+s3lbuzImCjyuRIQJMiQJJW+NfEmyxIs5MC4AdjpfQTdZ831Ok90++w5KsTYkMuq67hDDUW7vszkjvn35xSuiJ846lv/ocQwBduXROTbBsjZrQAKY7mkb4pLPD47EnBOci13goo2RQzuoyPRTrWe+eDKf5mL0StYgSWtvglj7z0fn4LMUH+LTvgFguiSIFtD37FljJo2vXTLYNmbZFmOH6RnwWQfUE4icsy+H4RQAVqdH9NZZK9OE7ItKWhj7tW3td1+uysMGT7yfoYOWs/heF87jIHHW/MWZkSMO5lQCd+ztTXhoPDj29O5zB+7Z38tXKX7SM7Gf0IedKNW+gvgjMQLpqO1+d2Tq4DevfSq/KPbzFpyxdPh2xzetxPXwCAlqE9CuDiWvDX4VP3xr67Oxxw6GP99qu/Du2ijIIfs5Ex/hKLdOsAd/4R29Bt3Zp30pcHWws0svVwVmy/G2VZp20XfQS+OBd/IzVc5r59pP/+iejgi/ZGr4lETiu7ModEtHvhPU/egKW68LrBh3YyDXXPSu8k9f+Q2NZP1t6F+IhW3Zb+MsC8aOPwE+ycqZIM/t4JsSWzkL1rzyQ1ziB18dFb+x/HcCwL3/wjfWT4ittEVIkdtg2PFV1q4XrbuifTC28HVWsXUbNpPxugmat40rfdDt3t8ukeAr4MRlfr9b5r/xcQhyHltuEqDZc3uR1TXt1UungGISKDqW1C9+MYe/12/B27pl9//5z8R/kug+R4QMYONiVNlj5o3MOol5ulZCchMq8+XgNNOhVHshfZnuZUYOj53KGNgz5pDCt2A7lsMzUfh/u/7lXUlqnM6oH/h8TN5fDEzWkc8gE2MMcbfi7Eyc3ji/bBjpvHAc796MNtJSHRUDJOcetsG4GSidGWaGnArODsLpHQ2Uh8EzXYxKgjCMJ1n3WUh+MFBb2cBUONRk4FrYzeYBMPZcf/3eQgtF6ed9i32E4meQ2Nj/PhdB6WutG/PFMbUy+wSEnf7vP1qJMPc3uPJrPG0M+T4HDnIO5ztWet9r3/sMYITdRT9TGUUGat4dcnUGybQ7ahAOAI6qxVaK3caDeRxAbPzZzabVWkWJvQHgY6iY0belq97ZZzrqHa+T2QBz74VaELjF1whnlAZGNdUV5YJmNR6Qm+wYf/cNvgMIXjdlaDvAiYLeHUWZi571vYAiCf7Qv8YWXnhpQvtvB7zoJ3PPmaUNanbAy+NR2++Ph8iwFo1uy9QoVjLU3sPLMXibJttw0XvlxMcBjDzalnWTjV9OfbJlsw8o7zg/IY6d36yd6TAOzBukyVJt4GyN0w3EtaKlNTAAdXhXoHTQUapMXLE8E/4FYDRd97pE+SSoR3YyvNogPYfUb0VOKoJZ1z5zRMrJDvcEf1NhkFZZpw3HBFrWmZyA/NAgdIqxtUZFFGC3CCFLNNlR2T+vUZ1Z05l+L3Ck+bZTf4CQCgBD530GyI3yZP8Yb5IG0vIqBnCCedmz8Fm3dN0El2RGnqqUY0wOMPn9jVxF/rAnkj8CUxIkQj9Ndh1GxPz7JiItfeS3E7D4fneG/hCXbhfvMCdT87eAnMXhffsGiHzn3GF9/ma7r+7Pw1k/6NdjtD7Wl78DwMjNExQa/f1mdoq/0a1xpr4Aqsfe3IDztYk5x1in1ZDmMc5tB+EIshNM3UDiyMYygL1mYt96d1ccuRpIazg0Ez7b1mlXG7MZPvf7/d+9zcs4TjjpGMEHDJ39/tN+iIPMeel9XyfAeW813uKjlsl2LJ1gsjZY7IhudfZqsFtWtP2lQIx11ciQE7j7KqPi1CNLNwD8C8C7goKTyBA6nbN8BzwkgN0ySb/fFVV7hleDLPADnWnCW+ibBBzSfjbzhybes3IIwAGOQcvW41rfoSUcPAd/nTGKY7DPFwBlJ2AqWP60FZYwsY8D8icJ7s1szhxjUwdki26w3TqJjVT+cJQI9PP6ClmDTWByhbT2VLpa+2oAJnNbGaO1T3DRezWL0UdgtOPb+hXHqwPA2/Yp+5Hn5azaXM/5eBMgGfumncQTyFOC2bd2J2jwyKfWRVvRHqbuc8hCN1tFgf5re71tjW4xe587e8s7Bxtr/P9VAJiuEFrXNwj8HqfSAWBsbb25A8B/BD9maP35q/9PC6wKAKP/u7LkHDcyAeA7gL76TZ+rQuKcF3/2O5Uh7cO9bd17JQG5hstiJ07g8O9AnBOQO/YxPJogXGyrP+Wi11EJL5NA2gkE7Qcx5+z/dDX5nkfCXgcsJcsAf66Ky5EfrhBSZd3wene0iM7LUUXIsF8AMzzYVbl99EBsprRL07XtB7EM0DhteElQgE6OTTSJDApoxhbdyqHwVnR8+wrdAtPVtE66/Aht2kSCKeDT4++91TKaX2/ba2NQkRzbO/urCu1ORrr4x8DM4CayqefMa+jvDby8JGOf4Xu49f8EBAz2VOXT6x8jO1++iRy6u2ix55bbg1m4it/8HqKIvllgteXH/0fZfyhYthw3lKgcqf//29GlzNsAYmUgs6o58+qK6qpztkkTBmHz6FvT+9IQcjc4MTqFPXtlfdvzee/d2rj8uda1tgEd7O4AyWDlakfJGuvdroSZ+bsK287cPUP4wq8nYf13/oWvxYNXq//v8ve8Wmy+N2nK6+6k2JnDOO1Fn3omZ4q3Y/21R7N3G8hjvnyuPVNAmkQyr6P032CsTlrgnuYpfAfYT42ZJTCEcUlG593ocK9RBdCOf872xdJK3rs2IYnGXpdfAsC2YYr/4YWsZ0ahtWbdke1gyKZRxoxss89RyTTIyrn4tlcrQeZ7QAeGj501QVXsGyoj7W3QsowfwWM1b4emwegkaUJbCcoFP2mMJ2FSye6ffIxvZ3hP/MP5bOPzaf/fTSNn105SkJMIx9ZF3uiqJGTs3Z0YfILTswda/8ZD3VEC+up9aHuXZEltZt6v5MwktKjrx58CwIzs7TjQ77PdMp3M/Pm09A4N+v+vXK0OYPpmA1XrdzrvtE9sjjgzbkjrVZ5rvGt+WXlF4s2bGLJ2WmhDP/ZFDd0E42G3jy/Toi2FNh2w24Bw+Ovo4fF12MSwftnCHtZl8quuNvPQ6KECVTZ7HUN8bwAYWurA9Pp9VQGMfklHw8xCOjL+F/3Ex7YOUVoxM77du/XfdACYfdDzSTbGj0WVN9izfcn49DWHxhskJrX/rDEC9o9t2Tp6sbu75PdNsiYxxGsoef4cobHrEN+wiwVmwYyfR4/ounf/OkFMdOj2s1UB23jn2K9KXJ+A1Ss/z95T9PZhzOP/+O6JLs84sjfTndL4QgIpgUqOzLBdYsw1fqQJtOlPxg5du3r7W7tLD50B3b+cwNv33rd4UNhBXedsv4sRRRsO2kUXJRG9hV3o7/U96rPGKvre3Y2oWpcLzP4C4dXQg+bVSU56BsWFBO9I5nSCouhIzxkZj71ENzgCkF19z7jw+evdrrb/nsG73mN3Fv+EBj2u4ck+silrND7wKTyyq2DoEl9B++tIVPotgZjnNZ2wfseXUB2w6Ph1V4dnnU4HMWFEyZahNXRRul5wrGHo5f9LwrX5r+Rn9nzsKfN5jmFBrtBxDLolaGs+9Vsj18HE+I/pUBodlSNhgqO2C1eFNvwd9ggJV689rdtbx7R+wA/zrwoAI4BD6Ass+1wiO1CmRPm9HoXm6Y2zKcS9gYZjNHvR1iBoAQobI+AJbkHUEaxZEGc2lPJqZrqc8t89ELhBQCMZXlj/vuXlbsM12c2MtefvZw+zI4wBqXbq98X9npExFgoyWqdCkkvWOLiDe90GhGohSs0JXlmRTgXSm0WFQx0nBYIJEHSEcRl0AJCtDi9n68wvmTN7ViJZ8l5uJJh+fda/gw5kWnQl6Qb4Isw7mBfD/zbU2kAOLVf2izPhxuk9Y+F70w9nLn7XdKJA1mqFBqxsJxP7qJAR50EOXXJmCGNshYGAZ78RYC0AvXQEgFqZSUFqbuaByeqdFoRLP5kDlcjtJGoAI91wAm5TabvBxbQShL9bYJOpzdqgwOSAAbwiwPz3N163cxoAiqwBIL9OM0A1NIHB/48v+9t1ixOY7Oznpp82CBkjwY1jkGpfK6AZ4BGwmLVfhu326TjH5fAS89NTHwd1jKDIv670zlqn+oyElciXvEd7Gr5V4HXaggiUXPIyBLc0FYcB67mALFV13VKpQQytJUNHtzNCrwOIyEEYZUPwkLM/bwOiq27bQXaB2uGjN6CEcuzMJOT5GxBsfdGJHO2Eo0UJ+kvPEo0LeJq/SvaWaJoWhtn0lYMx0PsHx11XpK3xtqAtZ6gmKPwbAErrFIEVGXpkkqXq+siFx0DLusSgSzAmxiI0QrcEBbBxxDrQNrTl+x96YmyhoYB2rsHR2ePJMyJHvVZjo6XKOA7abovTe8O+LqjN3vT6YuWGrQAAIABJREFUHX39XYweYw+25efuiK5vJ38nGAUUxTmNfH4z6PUknAetX1gPxuzr7DzMvAGiyG7G1kA5DgyRXAztDTBnrUVZMm4c0Pgcdq1r8r51yvDeztJ+5V8H66/zY0bW/cmAcouwz5+UhCnRU2S13i/5RPCTVUfX8zfX6m/jmekS4yoyzoDRmp0Kjp8JSKalWdvew9bxNrTGAZ4qheg/Ohgg8/RZzmv6GXAGrP+pQ8xrQDR9n4QEZZhLd3zMhXEdOrplRXplRAZAZ9fa0Zbxm7edJt/6vAZ45oeD507g6db7liWDecCibYyDb7RmLQPQ76pQSyv+wZyf7KJ9EQHXE5yaxIEXv//A5NOSzDzqyr47gQyj5KpEqCqEbl0Hfv+hr8ZhoJWPs1dG6qyZnJcHc8aJINo8iXuTdGh+HiMRmk7ATXy+SVtUX3KN34mx3wGIafmo9eBomreTQqocFURKi6xg0VQcSCekBdzqAtSCrtMedgB48Tag5W7RpTVQC/HTueh7MtUU/VwCgNpnzn/12hRubyf1a9Ce7kBqwTm6VkZoeDvO4VORJ1p3i8R0uyAhBEcfa9z/Hvr6nITN64cOrZeC3SzLrMva+S5ZJqft3YYPul676E3ASGChMbl5axwNGzCZ5Ik+uqNMlE7Qkn0IFmGOGluSkHP0Qjt7SNZp+4h236GJ6BjLi9Hj2uMT1J2gGfiFbjrem8J5BGCwGX536I9tP3yT/c1ecqYnwYA20bA3uFb3vTrrnHlte28wRtnZcsoeX4CwqfC290Lz19zlREll5cES5q3bYUrCVtvvbf/SmcJyewJLh+8NYMSjqQyD/zoADC11hzWy8UkMs259hKgDgNrPCViwtv7XOseWh+fW/JwE6k+Jqy2rnWD6vw1AdwXH0Qt1hJE+U1UjDkL45vbvfIlCE2R658d4WgN2AhcyFnms+38m/A39Hn3Xui+rz3mO7iZyksaeDhjjpO4KYJJkxGPBp+LVyAv93GcYf3pwdJzfaay9tIi8IOiJc7H3Cgc9NHMHaIQjZxPDsMd5nGfkf9nzsfWNZcc++QYeu/o+IkBr6rF997q18mwG8oGAnZ3Tg59a9nVya2TIHsvTtrKSSkSHrq6fH3gAf5Rxbemvtmu4B1kf/Piz05Sd1n/7vjT/BtOlxX5+jKXcdnL0p/jUMpBxzXqVne/9HDkJ3j420hy9YV9nJfhxTyecY4fFzo8od9K07PFJgG17Idu89kMSK/KZrrsczQqOTEACeU0CTuy92HfYURlfMEz/tE+Kz7VWXfWIPjnJh6K5SYAmoNPj7srQBBUm4DkYRnu5dBeaBSMbszyJuKHx0f8fTSJfIjfDBNiIf/IH8E4C2KcbU83VclY68vtnu0tkVTS/y58wExBOPAlDDg4FTxzfX1Xjtf6LD+XT5e6Glx/rLK/XJn6eIJ3l9U87oe3Be3+DYzehO3+374U14V9kGPacxvSeMdodBrNcGX+7bduGjAhLMox+wHFZ07WRXx8K63G6mYyt2QnfPiJBLeyHpm37jT+eNYXOkJXbApqjZO7kJBLOoe+OcUAznaDfgWFkK//Ch62/sR2PHK7W78KcXamZa1bWv+e/e42gN69z9qt13vEhzT4E02Ttwd0n2OMAa3Bb9jQ6DT8EvHH8m8bOG8NhT7N3t7zliL+M11cMzWPX0Cr+Llprmc/6v/IDbP2bD/uSp0MUyKc+amht+C+ZRD5YfDGj/NvvhWxEDkFr/CufBnbAsXfmS+OK8eduMdQGgBv/Rf/Hf5sgauT3nwLvGiP0uD6RCYAWPjn7KR4s3y7+8fD9nhFtrFEYI1PZBLe+zzii7KeWFwQgk4SZYHgnP+ipb+LN2yEGeYDsIEEKvw9JsMjFhs78jh3UvEOBIfvz+iS1Ht09h/jMSQoYeocWPZ4pLOv1e+mi/QXI0+Dp8B3+d3j9t46sfLd0uP5efYZdeNmgc/H7fPB4gt8fFvlAb+N1A5gItv84FVlRUhsARsCw4TFHVsGtw2WMwgGyYigECkIEobKZ37nYTigR8Cihn5npk6k6zlMWwpVL00Jq6Nj/vJUau5j3b6+iUhtNjaPboLbDIpsTIKefNvA5C7iNfBRVA3Na1OFMYUTtYNB6xAm7GVsEgC0wvnWS4MOxR5CyiZTntmJ25sHsT38f4zE/CE/OR+0V4zvNn3WAoLj/MGYB/F5ngNOdnRpB3Q6ZBq0agxyWZBC3YXQyfk+b0Vqzb698OLpoywZV/s08t02v/7aBugH4qxXbd4sMBH7eKgOtP9nUC04T/PO+4iB6Fv8NkO+exIEH/QBAqQjvjHzuOdWMBp5SFDEW28mhawEKDMVA9Ztan4cLfb+KAkHcAeCT60KLF3ulEwC+aAcDt+gPfrfRMNlhnL+tdykw6aDEEwBmXpzJxXi1szyeamoMRNahHbOMz9nYpDXqw0FqALwzj2qF0cCl+abnrAzH5fcIb1pil608cz+v3dcNc71ypOkwv6cyuJ95ybaToT0OlUPvCS7ShgJD+jh7qsXM1Rq6WuHnPRtozfIN3X3Phi96XQIsxsExc+wEl5Yz3Mdn13PGCGXL2jCRb+z9gU4afOeaOBBwwPZ9Msg7+Ou9/hbt1QviK/FUZ6yxBzmjURVxoQGAEgYB77OsLh3He/4E1k8W9BgeBidRD6bnBS55g50WyoqUY8XOtMnsNbgJ/W322spK+KzXpQPATsSpQE4DtTa0cewAfF+HoSn5G3fayClYIsfct/6jB1+nmvfitA8d/OBnxHDSjxwdtKkGvGGot8Gdd48BrLUbRX4FiQekKEhENf8Br6b51RFUYrJmC+IDjAmMNF1rTbuisI0Dj+97xxvUPSCvsALO1q7w6r3Tc/8mR9vzs7hGdLytb6xPplvLC8I7AKz3vmdyeq9nkh30uXQT7bTNW0OrgwWTcYmzMMDLFYYTYMJASzVEsobhzV4vjJEzhuM81EtTtXkcFEqi+B6Hg4LAMtj3Xcujx3FE2+F8V/z6nicAvEHIDeAhA3L9tvYMHlq0Babp9zRe9O0m+LtllNZB70injuh+z7uqg13R63WOLI8RqLVPi/N3fY+u+V4nR3SczcEBrYfeKtcX/+Aw23eHJ0NDeS8DY2x0cMgX66A2vvblqnwcvvR6zhlFc54dfNnVsa9cBgcdx4Kw+SS/hW5SWd4Br5fe7HD9OpRQ2WIH+vf/VkckeYSf5gN0SjscOggMfYJbZFgKP+qHs9R4j+lIa6mVGYcBAYTVARuo+q0qH91t54M3IgkS/9tnoX0v6Gomn1U6jmawf2TnOrnaTmre/e0M6tB37BDkpmbVXXxCIyvLNNY48INXsAHM53Y8Nv0M/wwf4XzFMbV6PgHI1qXsIUa6/n6PGjGNe3/SKhheNR6XPp3EF2iOMwrlKG3+eGW8xpmgWWSl9kD0iaxhv/IMbKG1E9pmPw4QAoeD7ZdKtTgzkVmnXv9OOG3999rdi6fWh/BiQPaSdzueN+KARM5d9zjkO/AD7oaXO+BrKTGJdZ2M6jWCR0xw0zXne3HbLj0fHJG6fOUxuvYO2FzrWH/0Wvm13+0EnpiX5u9gzHRd0T0+i2xE3SUfDmMh1/eoK44S6ITaHpdsGK9j221zBm3rQ3gJGZLEpuynk6ImgNsYd5OUQod/soe9BnZor4PfNht46Bf9nedlJq/tQPKVMIMDimrJZ/lVATvRxPeSY/MaK48+mlJbyQL04ltMAAYzHVh/ZQ+d9DX2EbK4q1abPsGgWme9R/Lzxk3w+gaAWf+Wqwc/jUw49vNnJDGnU9modZOcnIQM0RnnfedYrTiwCbAL74UmU4nfc8Gkhvw6YYwxvLSO32d1080zsTW2cj2dDajC3God778VeQLn/UOyCLxEcgjXxA6aak/TWOwk/VBlZltqAsDgpd/4uf2FWevIhdar55iS7+KTsKOAoiqQHCyOf/aVgW8AGFlBEuxvfKPPutOcr6kAMHgS2dpdgjz/Jwicdc7MkYMkBmvsWa+t/Hx5ETuy9dLuwyQoD2Z5aevYyqrGHZ9X+w1bh7yYzp2NKkDt8VcAmDH4eUq88Pxu+qLCU+9RNXk6n8yP8I+DIvuZnkHCWvZm7YwsYOTlFoYsDvPaPyZb8w58r+vaP4neg3a66o+Chdd/ho+wE8x++HCHQDr4nnffXbyQkQdXCLMNzby4Vq2ym6ZDa+HdN4lDn3UAmC5LXHsV4ExlXSczhqQky0JjHJnXCbtN1y3nmz7fI8g2EHVXx7M/8BXVodcejm+/C2U4GiT8NWeni3a+BxEADs5aOcle/UnG/jZ+cOfrE+G9rEW6GibxtgPA553aKyqbNcbpyBHazps13iRAEAyNAGHP9DtnIu8cgpdhAcbTAWDPofCPrj9FODPp4JBNlPP8vvF09Tfro3/fFvf9Xb+vEyy7IjzXx88KZs0+bncbsAKJvsenPvijccY52rBw6UtDh2/HX+BuWOOTeP1NwfghLta0k7+sC+doDz3j7UjzW8JM+zAbN5pm0KPfQJrWYlMGA+KfInCrFTy4UvbcJG/ji/gNNx6/4LT4X5oH3wg7jf2DLHvka2P8Lni0rBh8AD0xRv9bMUL7fB7/O2tw7C8Yo4mL38sH1NjvfG1bJPMguts+MD2ax//rdx5OuRjKABwAsBkEcQgBuNvgN8PMC0XorooQYByA7Bc6wyEOfoKUd2bxDiPB2mmLIl1rgz2Klkyybkm3FTRxuuT6aqfwzxbzMfBR6CwmAWA9swWqCLKzKbMGuetWNNr93cXOcOjnvY4GO6tMOMkaky89htJmSa6wjbF6yuDnde2A6CWwA20cHALObmVTGSAEU18FDSH/RpOev4NmASi99+9+hDF2UXDi0W6RtfZ6Vin/JagkoD9HycnkrUH1XHdPwqAIiIx3aQ5jNfu4yqwdU+v0jELLGTgx/N9qKz2HIInXZJISdt6rABj65eD6ZZHbkcIcORMGh4lucyWlhHg5ffS5WsImKDWGy9hAAMEjFIZfDwicZTrfD604QK//jrC8paUdWVNZgKOt1/k14LP2kSVUQZB4QvtuKW/xwL+psm72L7InLR5/C0yhNNi/VDVtJlxXfmsqnQH/7s2bJOD1HsMYhRT6/rmByDEMm2N0T4tV5m95qbX4hQaaBzaLaS/UvndbJviSK14DaA2DJPggew/wqgzzgJutyuizS48Cm1Ens3D1QisqO/31pZ43OiI8PxkbM9jfAsC9JJ7/fKD1eucWoJIrLFsAggY2c+c4AlYWr0Ms12z7zqbdX7bmBEHIC/H7DcTLSKyAUOhx2zzpmd1CFl32WwCQYGLznmg/VcfD3w1ivo/Cj1TGhG+PU/CXAKfWy470aYt2aOi7708B4NV9VFBkramCxMA8yH3WqFuB7XvyG/LgOMm+jTYLf89d4KQ5R2eeAFbxIA5hdEsfVwCPQBIAJBxagG9oBkMEXKP7aafUTsjeB917Kp1LOLTjrx0DmTc6fw05Ge840bjmzUBeg3OTB7ROnFmms3jBBk3H6JfXIDgyYmg3bcliqBHA5zmmaTuHZy++ixpfIBMa6NOqWs8wTVo2TItBOXjHKcI7nJykYKwN3HXkkazRSVskA6IfW+d3QM7P60SLq8Xk7ZhJRnWCj+3wzriT4BKstu3MhKWolPA80b2PQ3qNxicAbILPCoD73oQ40/acMw3tvJgCxzsYgGrgTbgKzrczZNaAfYFPEoAdvv5e9FumL3xLIJHx6HMMXVfQSC4PP7zVwxjBb2CHtW3a5XfLmpILbwB4ZfoeC5F7tSG060umvs9QHx583/VrAGG67uhaEtT0ezoOZD/9ptn7//ovGfxz1s/3XTvG9n1pb9WZ03ZSTwVrt+G0vJoK8j47CxnZLSuzD6uXXsNTdMKZlnJM+f3D79nbYBxE2YXb9P1xkC9/+lo7eWKvsO7t+EZn01UFHXqqQBQ4sqMgtuTvCa7QZ97A2jHWONzjbNG8aZvL924TO47b18mpe5BRJwF3bozjJPNqXfXTqbGy8QcPm16UiDHr9gSy/OzZABKqSbQKdgVv7P0+CzSeFOvh2FmRUSRT/Ax0R9jQjjHOjt1LHDPoxkOvD2hF7mJHvVW4vu8BuwfTWDaMA3zzqDIu6//8rx3Yr7MSTK7rcyTMdBv5nnvoYoJXsSfTml/0RoBlOyQlmeiiiUdPsA6uzBmfRTuE0sLzrFb9cge1oKHmy8tJ9I1f/Kn5ORj3PVTVyOjlXZ+8DNzl4vKhU8vKStD4D51F+z2PtnF6tu6DRn93FI7MrOdkUuDoO0DSe4u9TzDRd42c/K2a/V01jV97KNtQP3Yifz+p/P+ZwPXbqm+CW1qzw7cbQNz2vKE71jPBW2SGEgBt436LhO3qxAsGZXm5CUs8R+Nvx6/ZYa5zsExB/Q/zaZw+Q3q+PzquWgR2gmM/h4r8tg1wCIKZoTMCc8jzrnxvex0buSv0Q7P6n2h//FcVAOb7rqb+Teff+7T2GGMFW3Id2Mq44CQ9Av6Lr2xX5/Mjt8BUY4duleTubZ67Qaw8YGVht5J3woBkwrTWR0/qX8Tna8PHzggOQBfiq9gWseOzm3Wl9aSG//qxWJf+vOXIqw81ttM6d25OJ5jxUbliaXfl0MYkq+nZdIrbd+e3vVb8ebfv7/Poe8+djCE/ZwWNkEHms8ODwY9vBzbL13/C/9i8h0eGVOCvHMe0P11l+dNPG36Vzf9b8B0+PXJlxsvT/99wJGPsJKys67bXbV8qsp2CEOQTMt14R/7eb4Lozu5s0DZt7yU0Ch11YHttSYyZBN8V7NZPF17gb4anmof1+2K64Bwn2k9QRt+fZIvhSX3WVXYdAO7AnsfRie4ffSfxXkcbrt/rsksHS3Msmtd9ptjYg4IS2w+OWyS4xtnnvxWYnH0f+aPn/dauVXtDgpBp4RtznzX/+pcIjr+dTruyEJrK2ndR0I6/6a5Y4fLbsx7ep4+1NSfxweLo9ufFvsoeyke9wT5ocd8TXax1J5HI9333kOjDO5p/iC9Bo9gG9mNZxsauo8vO4cl5WCelgN+gbWJW7pan9Jjp2Oc1sM5bUHeOBZ2E8bPOllu3PTR5LKZ1zrf32h899TOBicSW2CF5Ohi4ZSb+CPlrkkBQ45zjUbLPeUbHgGjnzJ4Y21SH1Jsm9i/pv+vs78Iy/azFQnc1K/zHWPEzaN/+4+/xs+lnk20nGWR8N22jvLYbXeVeG4E9PM+1rt7uQXwPnfa/0B9H+zg5a4pUWFfWmL3af9ePcmF77wkaaOnlV/xThYRgsYw3hCGSc4KA14d9DnV5HT5n4GWOrPOkjL3Ktr8ztaf9ngyJMyuMkHXsAHwi0Lf93FupoOFtm5gKAGtCo/S75D5j/YzbcbB3yzKtH1lLXpC5/3XinwqCoc7XwJMTiCyrCNtFQigQCKQJ7h1niCCZ3MxbDpg2CnqcMIuIlgxAAqwGGpUFcJhG6/u04CXLg+cRuN9MVgGoBICpcGlGbWISyPsTQGANWvG8jp0GSL3u3RpoDaqQZWf4mqDHANec6U9/1uoIxAmSe73TWoYfHBBvIJIxZIxRVm3wHIE0ZxSJTnwepRVZDA/2j2dLSfDufu+O5p4fIGv3fmFojMFp/zXgjTXvABPOYQL8XWGjjLgOALeA6jGdFihyssx6J9s4ik8tz7wX064Huv8NcAko2vkwBtZbKU0ghr3tjC+MEH3ndZx2O8o4I0P1bZnwBqbeILYHPg4nADBz7/YINtzKIFtgPQpnjB94uhWXXyEnpzOYIi9oXbEtPG6P1ltVg2IxvbcNaxrIiEkseP1J3RKazEHaSb0tKXo/ml5JEkmmq5ADhk7o3fKVdqWzgDaEKpOuW85x5tvdqncNXj3irVZ7A8A/sr8E6iYTzc4gZbS5cwTB5wAjZAAAR+dXOYDqPRweq1Y9rO2hu9lPGy3VYuvWHQtk+gwZ7ZEcPADJ+/zz0GJ3pyAArHGj0NE5TY/hfZR8ZBaJH/5usuYOXXm/YoBfZ8/N2fI/wJL2+KMzAfs3M7EDUNCeWWoAJq2RvI6zP15LnMjDf8ifGIMvFWddoDV4tLN+m2ZIDOskmawRd+6/OAjf4AH0oSszd2jkfsjrJPP1M5mf8m0dSTjgOgCyrWhpnRSnK2P/jV/++3++M6M/Xdx7FqG29M5sCWqSOc2edtAYusHZ3jpe+3/0ixMAVYlWQVcbVtvC7rz3c/bAkwSP2vGCIaVxvx1j7Jj+WrzKEePOJxhSAuZUSstg/vbnl+3VKows2ASGdqoyxnaEYdD3XP8kzzoAfBkcw3Pb0indHk4Gq1v6hiaX9u9ER/QM/NzXdWLeVsWkghV9Qysj3vNWiJ8uK4MhXmNkkxbEA+D6VPnmmVnx94ybvP+WjzYa5fA6GftZ+Q4A9x68TqY41jZRLkkfwQLIjJV5UZI43E+F72w2dg0VGq+4eeVl1nE7rpBwAu0k+B9HsvH89/qjM7/PqfrrTgWvo42zqKmKoZIU+yC0IBqWQy1rcVqIzTlVZGB7T0ZeeZ/qbEH27XVE/WYfnfl9k1PCyF9/UcmV5C8QKXinMWT2JNVs7SA3TRkH5umtE96zYF/7gfHgIO8EZL2r7Rv0D4436EfPeLHuCc6NPYbsF21SuRYHyyYUvI7WF5803sk7Y++xVi3nSIT+zRlB5vuslv8xbWgZJWOOrsn80ZHIsE7YOnJ/+D1BY40t9+FAXLs/b9Xr2sl8MP7ocJxPrZ95/+sIx44yjU6Axusjmi5d9yargDO8juPEuzL+jDfuAPBvSTGxGfFySX7dbfTZ+6zNdhZDbmGnm/8cwYUqIyPffTaNK0lGzsKhgTdRGEfgdd6c+ZZW/7MPRbiXk++bDo5gn93uZJoNMnUA2Hpj8DtBywtHiR707pnXkVnfh93FhaHgKxBNNL83fyBzVp5k/dEv+it2YQWcx96SnCCRbld6f+vAVuh7sM/YSUm8+qWDh9wmzwOZs4+TUthukpI8ftsIuye696zbHO1iGi3/wumCM52hPOfhPV69juc8Lw7TWhvj3sgeBzenYuoff83xEPOg0NbqKN7jzgqzWZoTiWddxbf6MCuCPHxbwP7Gr+98mGPoPsHfdmC2bfsbzm/fXKaGD2Y3qx3bbnE+G0enocNfT5v3xhDafOMW70lo77Xp9EatN3SCTunKRGQfHcI6WcnDmgpj9Dc+lK4qPh1MZp+QYxKHKyvWV/ryAfjlXbtOpmu8wT62jb/0uHqbdf1nAeDrvtOqWgm/ZRfM/rw6k2PbsKHQFeDz8wjb2nlT+zvA0/k8XaZIEExi13REevyj7/ppP99CJIKH9uuJAkYuWhbEBZIzaj03joDZ8dE5IdffuN48Mvqu+adtLV2jBNC3rWzrEOuqwSR+z5N4QwcZEgcuX5HuU4BiuhpmHuEDj6+EIzaKA5rYlsK4h+8WG73V5SSaYe+jI/Q+YWqOPGm8jC2OzaDxoAMS9Ilwh4fAmsYyxuITbP7F/42Mflv8H3+fdK6fzp6tTOwqP9sAhb/g2ebBLjSIXXz7MZAnLX/QQZ5l/QH/xl7K/Ck6yo797GrSHRDBY+9zg39yBBOyCf578bXvnepKH6dgvLmEcgJy6tY4AWBoLh0oNe7YR51QrOeCjbHnIovTFUnv0Fz1WfvPxITutDZDaPrEH3l024w1ODdB5S4Ys3xWYHQAXdsSTjyQz/vBbySJsReNJ9i6I0MLp3fgN/QSHY/sAktF9ty25MqS27/6JiNoTC/2Tme5sc1HNnp8EwBuHxKY4+i3oQ9oreWXMeDDD9gnXqNJAIaufur45Que37wP7YZG4xtTB8fkP93YuumxC2ige9FvxhGAi9w/GAlaKvvVuGECIRqX5kQCwiUnvZPwYmxf7WG0xWBeyyjJjtsfGXyAc38S3SpOybq8/3ag9/XfI8N4tuSi8LGu6+MIjl37toB+K3RhnJxJdGfbeIHHkU5maQSb4f04SJJJexjWizxKWktk58ntxsPouIC1BIgBWzLseH5nwBDsugOPeXY7z2hHkkyKaqurbRvlCtNhMEHwONE5nPkExL97+U7gpg0K3qd1aYDdZxmhiG2eOsst204GqMn++6zbr7QDGwI7mcdT4dgONDlMu40Ome8n4DeOVguFySw4AmJaqpwKZo2zgiFapwjwjVb9dLDePewJikHgGMwz8+McuGhHDtUR2DApDh+ecwm1aSW5DtN16nOdKmNDywGdLcA7o6krgI9QFvCwkiilWCBJ+6JvWvFjGHh/xxCJksr+drDN+25FlWxnfg5QmO/8rMqs4hy5vMPR0+GD8MMJPNAq57sEA5EAYmfT8V7tcweQEuCKwfkDqNopGhpeY+uuYFczsHZKdPU8ANL3fgP4ny/wMQmwvid7NvQ28olkBn83e4lCM9ie/9kYdEul3H+BmjFg2eM+F6mvA1i0Imkw18FsKoLY37eSdh3vE/T6poej/Gz6jJMWJHdm6l7VQf+T0HJlxA7cHQVERbTkdAcv4Yl98ho1hw4HELvG8/u9s+IB6boWuaH1Pk76AVeAYZwrkZdzfrEM4omVc6YG+3WyLIee2YeulgKka8Y5O8rwqpZ0Mva/T7pVnzHSYxhhsFhHfHP1GX6zJy0zuK+zbu1wrQprBvDSDo6GDgxucCJ3sV48A9myWXHh73c9GOPl3H3OgDt6zy3gxR+jE2dvqTL2OOzYz0J1JXfrACqITsv7kXeHfr77c+8AIAflZ552CI6jcAAnOhZwhsErXhftJgkgujLgsblnZelZxzLKO5u0HagvoL8DtPFSMJ6uqJe4tt9+ZDtru3v/04BzQElgd8rI2VstyQF+kmGiYsDiIdROsFt5jwzA4Yq522fcHUdMrYf41DrBW7xg9nay7xlNZOO3IwQDRHPeIFoq3xtn3LuU7+5sbznx41DvhLiWt3oGYH1ldtaJ5AnThP+XZ/1MkEvQFn32W0ILAeDiO6j1AAAgAElEQVTMLbgniSZZJ+jPn4+8IxFKxLAZ416V4xi6uog8gYVeH7YbrNdGLUkGvxnyPVewhtTowXTeE6/iJMcYjX7/k/VSXu4ZzIvrt5owFxAwFL0Yd+rJ/nez5E9HAL2p8afky+zPytME05N4l3f8TAiZAI14yFWOESYJWMcB1c5X8H4c09s2EHthA99lvI0uhd7Sam6NbM99BtgOnTheNiAYulGFQ5wQbwJd9Oc4acYRd2TR0AdJeRnLzUVgLvbF6zkOAaxWOhegqw92njMMG7e+PNqJQLy/MY8+2wqm1ad6B9f1WYav/fC+z8+bgCHfvbi7E3g7Yx0e5b4O+INPpevUtpEfBU7sCBo8qL/ZT+6/jq2R/VBtwJt+3+QI5tIJ1WDTyI2h7zmvuyuLczZevi+zw1iWhL84qMOzbaMKq/+Hq7k57kbOAc0510YXB4PCt/q8cTk4v3VCJ0817sszV3Y0RsF+PfJS76GKvlo0Xvz/PbwxuMbNnp8zf/W6b31k73J+t9fDOBK8Ib2l8zrLmThrqvHr3qxD8AjOr9CDPqAV4MpKxvW2zG592YHN32zGpevbJuFz62QfjRRHrJ595JmCoXOe3FvpG1pZB2Lz1uucOkeTVLefxi7IleZj/Z4EcWyL8WOMnmesGi9JLOgH9AI6Gocw74HOm670vhy5sQEMbCtaI3PfGZPWYCb+YjoqN9t+1KVZx7ZfJwA0OiDzSlvXbvkoeutkK1Pe6NfWXd25DbvOviASjL571j8Tes6cF9/zvJbhTYPoWGFa0UowdPQQPoMEM18ssAFwryW+lOkMxPouba5jdvl+cWPL915/fj+4rnic77w/9gMk0bdpgvX5LcDjccj/8P2vz1hs/YyD2N3mwHTjrI2vZju+kEzcutZy+3HwQruN6dBH6j5xbLGv40A7dHtezaP8/puOfH0HYLjMfeyAshVaZ/RzIx3pHLcdaJhfj4cqXXy3xx/m92W9eH93NopeC85qXwBnJgejrAxZXgnGPj7H8key/52Et/6t8NKvazlrQtCs/QvQWK9hfFB0EkQnoFeis31uu43H7W5DooCeZZtLKzB+zE7ggz+DlG+8rbvw/+HD3WCvGAP7GWDQuvxIveGblZmNI/j90Px88CbZNd9j02X/xzdhvJ8ke2GmbqXb9vlbrYv803PolDG5S4ffxcvEBTw8sPgkeJ2ihFp/cBUY7KWHxoyWq5PcQyIG+KSPAATTsAda/y5mOQUcd1O74PmxPUOTi7v013YCGP3/rYUwW/xNW3BkLlJQswrSYt+sbRTbHeW1wcbW3z3+d966rhOUcjRCCsb0WHWm60Rb86qrn0Vf3pxjn3UynPhf65DE1v84R+Cd5CHZOn6GrZuDv/W3ecNTSgKCA3OO46w/mMBt6BRZkkQGH7tStTc+p3vsffubJ8m1eQEZ2m3yG+t1Yiz2EpXsFE4xluyZiCKJw8E86pgbwM+xMAe/VYA665EW2ocvyuZDN6BbqPQHT1k+6XmDycJUoULsXP3eLeLx1b56V9ddR2KKkmce+JOxI/B53AVVt+2CzMEXoedbHlbQNHQrnLKBeda1MVXv+1uQkcmuU/CKMbCWwvzlP+0z7ztRpWm66cx8PMmf3tNJ0gXnZsUf2iw67TktHXpFfN8miLdOTFesTqpNwkPkgW3Ketjxm3xVfIeEWhl4EON0zVlq+emMGDbJjFHBlmy8EJFeqvP21G7hPOIA4WQOrRPnLExlgvYCsMnNwAYiPkMlzNSG+XmjFFPNh1aYb+93nL68p41a/X5lZx0Fs5sJofh8x0mNkbBE0UV4zoZ8twmI/wguzVi9YeMFoIKG9T4GkzXbtijle7cyESD4vua8Ta2/DWLaHH73/f3vf7/2hQoCGHh3LOC/iRZHwzpKcw7VnwLAZA3/lnmvpergat6TFqIo37clQ9Nizq5LK4trzLM+HShnXXscbvUnOnT7tHFMewxp7QI92Dlh5+UCyg7UdDb7WQcB1eP02/lsWxQMyDDIGwAGWFMRGKUcUWDnZSVPHAXexaXTa55WCiuoMCDjgJbjIK0Ft/UfLXF633X/Pw0AjzF89mEwyLaM3B3qDH/TLsbW7KMdqyM3At4+IOT23FtZwdPI6GyHMso9MkstjXK1g9JlxJ53y4E2ihiAcXj2of+L0GbsPMffffQYGovD6P/+dwWgn1ky8S91AhijP4ap+DQtpwBC/WwSFuKMWnplTOzxOvmEmFZOtMOf7AQZY6/zw++cIH5oYJ0R7/z5++XBpYPlmRdINz/pehySXbnrzz/5RTLNO9c+U5tg5JU5PG3hPPdvL+lEIbrI2uaJsPb5e/ZdFUwGWHQA+P5wMg/G5ZzlmYdlricDstq0sb8kWuW8StH0VJ6M3rgrQycpgCWsd7F24Y/qyPFLABhZyhlx2V8cNGsU6vMOrAAgMKRIJDp7UEFDDIMD0r/5JWv2rnh/HXB6FtVKWecBO6I5A+UEpDs418BZa2hDYF7TuKBpk4APeisyfrLIL4wyBGFcET74Zz/I5Q4Ah54GrAqb2EiOgdn7xpmP5/l2ROlohjmb9KXPOeOvecDyyryacRvkzwU/Ddy7M4au7SpzHJeuUCSTc+g8+Gr17EunkrFU5nZyUxsdriz9nttBDRwmockEad8AjiqfqYh5ZQZrQQWOeDP6ZHftVNqbvpMNfAy5Ik/JmQTip9sBOmgClB0Apk1o9jrv+i2RgMBB69/ckwGSWHHk55Ow05iXGcXhmbaQ//e/OEUTFHiTYKho5d7TGltOg0/P2kgkl2rkXK5NAJhMb8YPzzQ+d0CgEgDPyhvTYuxuxVSvk99U7Un1dwdL9TeOpG57zJivNS8ceNZbduPMMc7kcoJ9z6Z1MtjiOOYr8H1obvYGWSJ93Py/FPf+RpcI8dA4y4pvcRq0DkIOgi1PMPeXBAHL56FVbJm34qod2Iw/dBhcJTqBvvn8+veSA7berq4fOFGRde087PXfQHESvfr4h8jIcdw0A5u37oThrgAQTb4VFDg/fnMEEGTxvsrpeKp79KKtsIzsiuOxq+h+y4gngNkYNbSxzjqwZVdkN/7Q9SSiQgtvAPg3GrPtIFkwD8sYLmPA+0tl66WXy0Z+n21H2znTM/tC5R17+qfkqfdZfwoAr1ySQy4O9FOtFkhs/rdeKGcCle76XB3A/JXW+1sKHXWwtBsHiZ20syR2rLoyPWfA6SdJlZF54YlNHtKz2Ufhd9sTY4+dxPDvozepCLmIY5L9x/ZHdty0uw4i+NpYX3SkSFYdYdNrfI4dGpvaPK7/Zt1wwP/YYxIO5vlyvPp8V825fDvQVyd6IDtwXr5Y6disdtzGcQw+xCmYILZ4bLtmee8ak1VQruU3c0E/mP5pjQcD/cYwwyvIGznmW7d4rvPOI9/Rb+NEbN8C7w8trcP9vHpNoMOnyOAkzu7Zba23uP/Vl4yvp7b28lbhNlaSfP7rH395fcDL7XTlWYvXMugfCW5H8c/3H93A28bUBVhKHR988OJ/rS9ySfYJePadG7RF+3voWq/DP6d7jy07+I8jPnjeSRwXp2vt7XNcW2MTQCNT/1frNbR0cF7t558CwMz9amn+2UTnZ+Scq9jreS+uwQ5/uySERzYBV2Pr9T6yY1559MlgIPT0iy9/w1W9F/pefosOxngsfuEGgOEt2r1HfkSOdqXr27HksO38wjF/vAMbqn0W//8EgLWX+ELlz2q7Ef/qCcrMl8d+vojyTUjK0RqvX9Bzlj0yzrv2p6pyWp3LGH/eu4IvXW4msfEjkralTjDjlwTNli1dcHDttbC+WywHD2ec95m98PPrd/9NHvXSSNboXnw2b7Bb/sWTiFeFJU4EnepZ9C8dZELP0WfItZYV6f6g+WxgtVXAi4fbNm7aMr75eLJ1Gf7QK+Co5BCN5ftPdHRwHNs38id+uuAL+3wYVCW68f2bWBndGHt45ca0hh7dHvs5SVHCOKd72RxVpPXDl524ThQ+flnmTnwnciW+UuIlkavx88dnkMTB3QfdNAHg8nH4er1u5Lowsn1j9iV8OOPDUnnmT/9I0xO/H9tmug8c/DGBNl2HfOnkQ3x1L6ZAb/P8DgpyrXiapAbvTwe0wj3HhjLem+5ELUPwOfdRE4lxbBvu1tVn3Wa90ZlJolOl9MpZxs5a6G/Og2a/vOVji5BI03qY34Wj0Rs9hncvsDdYY/z3uWexzKGtSShEzhwWKH8DNr/o6ze+7TPX8eU2VsL/hTJ9O6A5XlIdRLxexmoVo6xzidV1BdwOpmlMzdwaQ3VnA32PH0lj6gLb6MYIiBfvrf5bDJrrhi8nMfHE8+YIzBMAFs5WYd4c5Xt86SPjT0fa7xeP4JRoa1ADRBrUQNS69hXkaZt12OdUgUleCS9bbmng89wGKLqrDQJPsjO25mL9Q2aYF20y1HV9mD3v72opDPw8cxby+/2vvz4ArHkoG8TBoXXyXmNjHWZqXX3bZzRlYyT8I9jJkEGgEdzEKeAxf8yL0xpjqkFzGwNnZZ9xBvxmkO34IQCs77oiz+s0zlWN1S0Wp30SDvPjaLgCA7xj/pUKwyP4vfs2oDUY7U8AdRxdC0q79YrGfTIU7WSYc7kmYHC1KjWdpNJ0M0AzHhy92nsyDJMhHaLoMwEDPu9AH5lnZIgFOK1AJ3CozE3tmegGYXcE3TcUKbIF2BMMH2FzQNQJZnAOc5gf5Q4gOQJhlGKcutvz//DjBL4RJhY25aAnML4B4D3/IwI/7QVl7OssJgvecr7FEa6N1L93trxBqZ7grGRFykPTBNSzOdq3+zwX6BlhheJpg8D7Ngq9HYfi8zbE4LHXkCF7yEExO+/SijLA5ZuzhjtKm/Hg/Aw/b6C5g8q/BYIA5LknT3udnW8r5WPsfteeto5WCOGb42B5gL336u+TASY2O0CMWczYew8vi3CTQlrBonBbjkSZdoVfKqheALVvzm+vAdrfs1bsNQr/dQweGhnZwf6mRcxG464MxJkzhjxjAVifc4GmBVIGe3tlev7ZSBQLsgZ585xlP9fFGAhQR54EJItuxW3huZdudb3W4qzDEzQ2Cz7Gfeh01xw+ejsiUEn5Bkks554AMHvHOH5zDjmT0PcGTO2ZJPo8jvSs/YKtP7VkzRxWv3RbJn33dtg4Dp/R2xoHZ7s0n3a2P7QU/bDt4yx3PyD/VjI2QH2N3D8FgnVP9vum/+xr5IH1h2WE9HaqV0QNDj4VHaLXkRGMR2DPhse35pLnqYDZHz9rggBvwK6BfjuM4BECdx04vLOLh/5ttN08kzluYC88nmQm6CfO7fBMHCkxENYArbP8hrbeiqDt3CKplDOcfvtpGuasXsYIz7QDAUzSZ5L1Ph+n6i8B4F6v35zV3qDROYcn4A3TvjDoBiVOi9E/BIB7XODRl4/7rNdXZoROFURIwo8G5yMdRsxBD698ImMbh96Rm8i9k3gQnm++5lld8ffuWwefL1ot+cY+Sf5vtdTwW2P1X2Qx0/N21B9QUBuzmiMY0XwZNZifuRd8rn/JmL7k4uwx67WJP3rIVnH9iYYPX55EmDhwrMssx4K9juy0EbudlpBH4uHuHMO6g92CdafV6FS8ti7uQFNXGrX8D45KBUTGR1ITGPq2T65MeuHGix82UYCxrpELtkEnR+ZmIfbsbe5r3fg+g2uazi+a/J7XZ63pWbJlk8y3QUH0MngPB2RX4Om5PwPQ29q8eTRJ0bIN4lQ8FS4zOByTXrNJauB3sBVtNrOwlXhI2/Bf8E/jniZ38I/kqAJHi4vjaHx/WlY2rsdJ1JXErzwwZp8KKr3PSZIRUd5naLbf2Wddk/iSQC1JTV7F8Q8E94Nhu+IrCUOTvDQ2V/gLfRfdJdnz35+/Q7YzrXm7c4HmrATwpq+u8my7rhMIsUsO7dJiuGwKZBT2VvOj7pNTUOf4ar5dedjPbN/Nu3dxvAdf+zpXiv90QL1Hv2CPb6LeOuixicAEVPE15nsT1OK3WFvK+1CJLSZrqZnBVZvsMu3nzRubcJd9/ANWmEQvO1UnwQz7dYOAE5AUHR7lkTXKs5HLeT+2/vtK1vLF4T0+eCZzXHyeNViMdejrSUw86zRyXc+gm4xp5LPxqQCmcvm1b5nibVt4RMP/N+XEr3S30lw67zWLf4659bztCxgc8ptd+tKA5tWVhd1S2NVKhY0tu03bs1jlAEa/nU55Sgx3tKaCLUNvGkMC4QPqiq56rfgd3QR9xGGffT30/z3qdMojCU8JnlTQGiu3LXmv/Yvl991Z5/ZtsobIPcbwFvVkgzS5fdePgPD3Pf6iXKX12vXdlt10KhC+z5WiL5LwwB8nkV08bf/hrP9gyVvOT7Cr/EPem8HnzUN6TidpZk12DKKJJBrdvCV6kZy7Wvzja60t+I2nFSzSGgeH57lgQ9ZFn+FHfP3PJ8FnAvu8ro96u+Z4k8TB36wJySXo6+jU+LxJqu9Age4DL71HHPhVkneVRPnayH6vEkLsBwgmxK/V/mYSuvCLd/XlfRRI4dyS+T1txrDHoNwJG6a5I7szftaw+REMseuroM3ILN3z/cfRMHnmyPyP/mUHoJfqVQezH9knOep1WTmQTlJJoHUM4fNVdlICc+W5PXbjdRd8BaMIl5DEnA4/eldszFNUNfrh2N9Twdx68tJrTgQPTQeHbOeV3LN+Z7qQ9PzO+C3LPv44AZsk32ThOMbtp9zhk41fTALJkRO3/511wmZ89X+v7Ruw07tI4oO/T8BV8n+StYIHM7LtKBF6YO7YifiZLMtncEGmgx/OAolX2hgPn+oHPNLxizfQqutUKc5zWxeJtkSjHedoHvI7jBcmJmaAFTXwG/7K9Rk/v8vHlT8y6LblwXXuMvENwoF/+SMq8Vtrqnts4087bJ6Nv0h/S5a9Z8gj/5mT/alzfvibUEwCxLFnwB/PggS37n6A5dvupouQ1oi5vP57/ADHZ2r/ZdYIHMse8xmv9X6PvCVpD0xgvTJEaNw5BYv4efQdfgFsKT0/Cb3fu/+f/+ev//PgZqc7YyKMuQTaWfIYUVF2EQgJBMZowFESIalZptoXYM9iaTA+s+j70odVH4CVnXizYufTI0C2JDvf6Lnt5GkhxEZSqUvgEicMm91GWmdwmACP4wXHxaTWkYEzoKSfBUGztu080pgxutaRvsiLe1G4EFs/vwlIw+MQbhgZmtY9XQH8GnkhlrwbkKatO8kBA0hUhk9W8VHe33d5vu5NBpvGZX/1yHcRhZ1DhfDbkdftJnR/BBnG1/Zhf7NvQicZZ4Dkd77HCOnOpmLNOiDfGby3YIQ5w1R5R84NkeAxuJfDQBldAyY0XubrZ/nzNQoxDMkkTDXHOpNCC+M8rQCePicb3kxrkDwg67v/GJ3jkEmmEZbhCNT5k3NaEkgVw+we/bPKPs9/HDSMRwtwBOLnyKPd63/+53d2w7xP81OCSO9HVy37jMfyap+AIG05xqm5wAdqPlQ9AGeN0xXERe/f5QIvWiuAPS3Qoc/mb56OEnodIT2K5u9OyGjHBBmJ3aEgsjEORT2jK948JtGDBXXvsQDeZiba0VVtwyMDf3d2MOYcCm/OvoIoOGt6rjj+89ypeoUfRnF77LVPrTCRdb1eWiOyYZGJTQOdkBHjPU4pVVrZATdnvntM40B+s6D1XeQRQDHjj7zSzGPhvkkNDWY85mox5OdNBbB5gMxgOatsVG6lhfllgoHaI7aEAPC1HmVBvQHgN7CWeS0g2fVdp8QxCOYlGwCg7cyOFcMauXxn7i9P8crXuSGZGLCcl7VTANnrPXwcVd2C7dUveg6tkH478/E1Usj2JNiI7jJoeoxob2mzR2FtG7YGfEkQIhMUY8G6RTK7kp8CmJNIlnHnGbwHp0f0QQLAqj79t39VluVkf0pvzT2biDeVCSOf9UzRfaoVojdO5dx3zalgGvrE8COxqM9Qe9eksyS7shP51LTae2X1MYuJTsr65Y7XYbFZ+5MReOglCVcbSLvbbrJfm92ds7vRp1732ZOmASeMffKhKwP7eBDk/nZu+fQ37eeMI3Yfw3d5z1sBzF6DQVLVv5V31g/f83ocrKPx8uhh889UR51kFePJGO8B/YuHmLflwRhcjfnABS0vvC9zRk+q2DZol0SprURa4zUMQ0sxXePgkzCIJCn6SUbU0QORu37GMULi1G9jcnXbVFsXbzJXYwyZCBMUIbtaY9pA7fKh12r0KnoXgw/s2Ea0eXd4iPEBSaj4hG5+VEJ+xrIcHtB963ON765iD992gLzlbfMZv79n/CBnrwoabf/g5M7gD71KTiymx/FCJjXvifH42V+qgByMjmMnFSgrKKlGpm32ob9PV0omSb/rcnBY7zltOsMzopdkm98Ov3XGxsC9ExOdUDNCgeQ5PY+zLuHHXkPafOJsb9nWQYmjT793dEKnrped2lUY3eGAuSKHuno9NtRty5JA8RQSnDPDWR9k5sH40rWFv168AoZdHVmOumrheuY5jmDLt8H3dpqJj4WPvnfB70osxmFie990Efu359v4sbGx7kV+HsfL2FO8H7oWv9MlhwRvMFRjSslcqsM85/Ej6F9hZ5Ko0tlJ8/r29ev4hCy97fs7AHwHBUL/kp3yd4hX/vb3r/Jf62adN/JOkr8Cp52k43Vy9EG0IF5JB5mlnbwDJxH6jT0mAJxrwtOdgNQVz17fwj62K9VZxFhthSx75WcaL3/+HNlevk57HF6D/jqAj7OuE0zEq+eMd1d8bEvKPP8Ggi8Waf9E+0Mas5UoOr6FTizPeMP92BnH2Vpr0l21vLfSvaIfH1l2d1SBn6yvTO9Zl8XDdytwJYHuPemspdbrXvvPF8Z5bOuIDlZdPBW9af/Cd2/slm3bvPwam8N+MwWVRj5gi7jLnDt8BJ/+9V854zz+mQk0NA1q/6/konFU+vmb0APN65lv8m4HtPAZtANWv2MH869549H94ZckA/z2Y3+Rut3559++DgCpwFvsPnpobudIHnBE6CP+QhcJKCDmysPgc37a3li9ETpun573ZAjP6+PvB/MIK5X/hPXornG6IzJM4DP7RdXYr60sPe47UL3rFAYAO25CaPwFogFo4sUMvdavrXl0ue2ROJFZfwLAV8tnrYONGyWI3fYk+Dvrtm+NTmFeeQH2zAmWj63GmoM52j4Hv4DPsh6DP0Un8p1UC90E/7JfJ2EA+7/2uteH98LHBFRJYOqijSTuJfkvZ3BOoGamSvCAI7Din854wHL97qzL+AtHEIWuVsZ2Aiy0hi0heichxImokk9Dr4fenvmT6IE8ev1d6BMSuejsJBrovdPY0Y0/C59WTzig0SRehV/vWng9bEtHvoFbfztqoQPAh4Jn/mCyP635jacn6WgSDaBl8DLHLP30Z0Q3tT0af/CcXV9JevDgjXu2AAF/D3LN/ukJSzi24p8ElEUermwehjv42R0hIjv56X2xn/oJAHuu47iIPU7w0N+YZrGneabGpTN+48cWrb74dPHCu7/GttOF099ZZmz1LInPLVf2+E35aPaJYEXiW7SjP1hH2Ff4Z2wZEuvjfwFNRIZ0gkC3F9bbes+y1wwi/75yi6pWRurzb0c/h74ls+JHyvrvXhonfNduRXXk3cGnsgWVWDAJKe3b7bVGB73+Tb//KXCwPJ0pgR8T154A8NCHxiW+yXr9z7/846/vKJovXoIMbDwBlk6ixfhWx/dxOol+PhYXMFYSageA16+cmb2FJd6bIaH2ybMOp+sx9oSuHXyMX8NjK7z/WwJSt2DWs8Hh9hsOxvb4xqY7iVazbyQn4GMH34luo6MWc9hesL2WWRz5pV+MHxevBmd/HysAzKQbEMRJ9A3yy2ZF4FE2rOs5S0pBIxx9ySgMgfFyWm14wau3vv52O8fPUUYPdjJomhgbXHa1GAIOpZUFWrAFoJi5H8UAMHYLnKcknUXj/SHECFAChZvpuFrpOPPcIz8MgbMSJgLEex0ePIuy7DMoW4hhNJtQDAq2AvUEJAk2SEhOgCRnBqwQaBApJyXvew1CE+pnMFuwjXFhUp/MlDeQ3UHjKeI9W3hls4go8XQPDTE+/QsgM0gqYYnjVJ93RVEbD1A8BqQUD+PingNKZnRtYLcRHnAQhaafly7NrHbobwC06Qn6j+OnAlBm0Buwd/ZG6A92DC0DCuzckuH48UyfI002NnMxjXyXnuz2qwLgFgLQYSuJdbLfWVAW3B8IkMCJUE6rDw23A3KSqqqcALR1294O3L9O6fDFKEVnVt19/o/jcoI6nufDSPAYH3u/i96uYIgAuFo3lrABPN4O9c00Olk3GHkeSwxw5uNMr8kYGPZpcXbAQoKw8aLTFgjHA8pAN/7jrw0AO+tpzrDY7PQ/OVVu8MEgWOO36pj17ISNOyEizyMzEQfaHXiZs18M/sYAncSiNeiU6JPKR5JaLG/kdCwHh57PWaLH+fnxDsHu3es4ujL+2ymjz3S95CHXtDFPgA/6F411wBFHAoC65bD0lp2L3zvN72PckyGqd+O41O+nhec4C1nv1i8BGBh0kfUtv/X9BTbNM/l/LQu7TUq3gCQ56m0B3VltOAjRm9ANwRiPZ+aLqILfugVfAm/hHUANvIieZo2YM8En6CHrtoG0peGsrdfw2/Q3keYOaIY2cNYdY3IcAGdNpwI3yUuyLeIEP4DL9LpGa2c4giO83yVvqCz2O+w4jNH23/+jSqrMy+2/FFAbsQ8N8P4GmDLWkaHwFzTK/OTksnNHdCldY+wnfhvnwwDB9sOeAN7opwaQ/Z7s1zi+vovUoeM4Msu6CvaLYSznY7eQiuNgKme+56kBTZwY6zCVctX83c7KBlfW/gp66Y6RF6xZJ4E0r6AnMMI7+UC/y2EN3nDbywHfBP+afwHOchJqbm+V1BqcOM0VbMjmNj3ob85oAS80/bTM03jQ6ds5IcmS7cjw2o7DtGUJfMO/7AWfYtAAACAASURBVGkCZk+CXeNLB94i81/MCr5vPBcHw30tcqTlCTwYg+lnRSUOKtb/nNEnPja/qxPLXTlq/O/qPgXxF/+4M88EqC0vBn9tglz4o51T7D/GffRUcOB//VfoGlsnMmgdAb0eXaF3dMww3tFfSkoyto4x+Tp7EiDfHdz93X3LmmxnA/Bu+HWcnt/4m549bmEPzWU2V//EwSJdnKAB4wTjoN96TO1E/fePVlypLB92jdvzF79P67Ks27be/c3RDH5CP5wOUMKfA9wUIBEuZW/Rg40NO6myE6p0T96xwTvND7ywLXrH2dITKuQIZiKBEjmEHNVYcZTzCNadpFJ2WPvoCr3vniT77rvB+PCH5vWbPsC5gPPJjrMJ6razP85G2fjhJa3jOZ7jJNbhqMgczviHpzqYA02xN68MPnJ17FPsiPdM92S8h9dfWQ0eYu/EH2/78GCy2FknWWH4rqvtbCNNAi5BAq1JcDkJAOuAZx0Jntj2Hnly8WhBFgWh5Vy0zPiuh6eosg0fsMehgq4AY/ys3a7pBqDYZ+tZMHAlRnqtxm5qJ1DLGvZMbV3B5dmfew+Qbw42umppnVc4wKig7BbnyKJOJOlxgbvBL5KF2cP16yAP/Kyz4FuZ3UkI0McbEOKafH9XtIJxHXQTrVtvg8fT/cr05nMHE7zp81sPdrOyWx8GspOkCq1rd0DKfO7z4bNeSQx8fSZ9lBFBJSdZlf4LJY38//5F56qlIc7NOGU/DDNd4OClyzafVuPRedtlAj9YXwtWB/M3RniTkkXyrMEt+5FFdyAEmZdnbtJpEsy3G0baaW7nGbGyK9IG0xFgwfFuGhiHPs+GLryA0yIeudNBXH3dOr7pkm6Aty7eAghh4J+BJnhaa5P9C7+qM1Qp0+zswb/QcgdvugUxjndoAic0x6RgOzS+1vja1jz79y3S5eO1vZGxyb7R/7ff0ZgmDuok6PB2gh7jHxjMqvn97UtsJwjqtf2+u2hxPmssil5lLS1rreuSYOs1HH+0rkVXwxudQIa8+9sUePSY26a8aZlE4QQ3fiSwyL7zPODHwWnDkMjjxgXHfrP9v1inbcuEL7Lqli+Sl+3MmrXqxJg3WIu9AY7oZKKjZ/RsiTM9XDip6FB623zxBLA1qvfIOdt39v9rkCt393l3kiGYP92y1md65KaCJzPfa59sZ4c/+ueV+8jV1xbSPRT4HN+taGhszdAluLH2W9eUb7f53+tBgrITJNeeffe3CwDAFuHD1XMe83SIu32gkyhUycLdYSsBXDpw/dQvrx8NHkmAef1/prpZ9OjkSUCSHSVb0d9n9ZtX27fsdZZQ/y7mCKzf8MabfLqt4PEXsM9bMS3jQx3WPC5w6mAZj0mSavzLJ57wMa9kh/7umFPjbye3VoI4sieyQbOesdABy8FBHW+ztHhhrhNIli9YjvXg+RPfMQiOHeA1n1gC+N778+ADrTe4LLpuCVZ7QtwOLEV8IXt1CxAKOPQdsuMEvOdIvNPCeBJJm1Yjv0MHpvmZgzGZ8cr6ykNTSzPqxiI7yJ12Pj9L7MbQGvTf8btbv2sukRmWL5JR+k/2rd5b0+z1W37bKm7JLRKBNb6jL5zAk04/YJMO1r7xRWzA0KQSAnP8azrVrgzNCuxPB5U7XqUrbKudBADNN90ssJPB0iMQo0sGzx+bmAAwDjBdjCM2xLqtx17wAxDAaMApwma00jSBvQFgbaodFHFcqbItmV5ZACueEba9KHbEk9ii5wIUZPj5Wes430DUGmKe61Qst/MNAr0yZ6ekvTNnMRRQkg3QPe7p8R9n5zo2mVdnNNlRMozRhmCvAYan13Ce6XYyAq/f3xJMbbh5rY4Bm5UjeH8EUJ0h1sDA47ez9Q42tDBopZV99aQngNs7pd9zjik/mzEUAYDhF+ZM1jbzWuU8mbN62ozrcrQNjfS+GY4+RhUKiAD2O28ckgEfifKSudKzOoDHgG+ExZyV+Lbu4NpKrHoXKNs1GAeH+oLyBFi9FtNi2Y7nY7RlDFcWp0ZOJUdVIrWDPLS0Qpe1fls5nQx1rfsEgJMpufefqqWhTyq5ElSPU0k/Hcxp+iXgb0U3QKOBv4MXT6ZL1uxWWFaQFaC4DcuiwVlLn91X8XiMfo/tfxI0kXDHQdUOawKaqXq+wWaqYOIcQUa0Iys8tlW9jPMF1LpOAWAUt40XsnvGGXeA+ndtO3LbiH30ug07t4hp5Kz7hx+PMeUMo/BjHABxeIVX54zikb3w47sny/gz8O9eWiv26xkvylBr/dKV161uQqHp87cah/eK/hSYbHBzG/jfPo2GzL5lz3AciWbfALCf9QFwJ4YcwbaZeQqs6J3J9o0Tl0oUAQ7xZlfl6hEG6nraPLDnyboDaF8B0qAyfJGHwG8e7tCc+WOApvXmnMV6ePAPFSLtHOv3b6XcE2ivM+R2L+Y3A7L8dDC56RTdf73rLPadMJD1u5M9/Ozvgd3+v3ld35PN2EGQ14B/A8AYPJrB6xR4cYDmo73bAESc6QSAJbNTCTQB0ZHHqVrfyiqCjJypBD9CtxgxgMzM/aaSV86Z3nDcDE9lvRCI255KT7rk8Xe9K0vU8WIe3NiGYK2DRZ9B+Fb95TztvIckq26BHb2rVpp1BnzJf+/d6PYOkL3O6vDAGiEnUfFNwqos+rc1f6+iviNgSQCYNqAkgOCgOJj0zHMCwCW/JSO6ArKDktAvc9LRS7Q3y5ov/TX/U6XjyqfJJmf/VsaGOLLXvc/B+5bv4ifpQVqxIr6HrggGEVQHx738eo2tAiMnoO/gahKCutpBz2nn3EXNUyFzyXGNXEGJUV4HMz+tHNugf9fYumf+Z716OfSit16d/pv9wFjRhW8VR+v+uxppsa+ekQq7ld2spR3xSnAcpnuxI3bba9C/gVDw3ysrqEBqvRGbSy101VLxI8aSxejpxvOhOZxDiyGOnTnzYw9cdTxagWus7+o9BOnACJYDD07gee08a2zSGOk3e0w85rOTJjjCGrY9xtyQ/7pWe9z0SjvDQ2OPPF7cdjvy0+EkbdQ6ISpOYa19kis74Qz+PnQ3jif2r3mnh3ECAVOJhJwG3/i+aSuYaojwBPOH9/33jwDFvrUD4jhRzpi/56tjED8nsZDWbQcojMyS06wcJuw/PIWzGF3W+wavIjfcWUZBgariPzhiEkRfJ7PJcej6rDd8+IvOjQzZgFTzhfTj6Zg2D/P1cyTEb3IdnqX1ZCpG8uJOtHpb2HorTzA3THV01QRb9WzRMEEyaHeD3HGo4gt4W/C1DnTlimyF7yFdpdHyE7ohAHfs8e+mdq7+VsHFvSSyd5VMvlv503MlYR46w86Gp7JOkSuxhbGtw3dvy1Rd/wbpXxwbORYZaJ1sGpbMWIXIXmC/LkOUgfp9qHn2kQO2VagSfjCT5z1BL57HmXb8bYw1+lc8RPv4oyfHwXjbijsHnkOBxMubJMy1XXgHzXdt/KxqHRm/YOTO62SltW/4KWeUHzxQVYucJW4s/uSSYrt0AKvPZ4yvLYFQzrDVeqfLUXjoN/3g4PIEbPoa6OAkOldg0ph+jgYy/p0kybPu4MjRNb3OF99hH1NBLD0mDD7ytBM4hF11b+uTU/39JNgxD8bDGejgJBz/+t7+EjpL2Ja+g8CXbTtVl+YjwYrhW+jqBzaZL9o/SVLX61c9PDS/sG8kpvA9uOjgq5FbyAZ4rJ935nCOQFIh07RBlw+Lsx0lW2uOodfxC8X57T9SwV/+0Jvt/erb553RoA/Y9j+tl6+tZ/7Qs0VX2N4tq1u/M/c+O1nPFw/qeIT8ELyObkpBTcYgdXXW1l9uIihr3EVABJ9z6fjDyk8B3vUazZqSYIJMeKvc3yMSdJ3kQ/v5ve9VmPDTxo2P/E0mzcYkaXQDjJtkmABdqn0j32aNvtvwJyO3PCfJhvEHsD4cHfTbfl+ycjpEZj82AKzn2J60z3RlGTYhfireF1qLf6Di8VeshmuzbuuLDQEkQAWepJOpvuLISt6R50CsAZxJcdhOJMf/OusSeWkvl9+BHhHt/PDLPMdrRK/Hf+SArarf5qdjOJf+sN6dvfH6zfw8iS1e0t6mQWPWuJOR8eNg77T9SlGGV+JbcGORCWZ24uwbAG6757eub9aDheP1/D7eycPveM0pgHw7uWSB7P+eYHDGGtn3Fm6YZiTqsB/yp39+i5HoM3dc+n7RGp7jVwsfvP7q88AMLL73Ey/S24JbtutG/B1tx2VEooVZb3ei/TCAg+9jjGueExdo/UkAOPu8+Dc4ZnGl9sCJv4oRTCefWQovSvPX61fyGssvIEloJwx+tD2CtuXL6wOADrHfTwtoPZhzNBiMBzoAEsMNRQOh4GBzW2Cv5wizCXD4uvkMZywZlj6L160HJrAwhi1CDUHmBX2cvyjDPzl06HWfzSiH1veggO+069UPrWHynvl+BN1pl/IJmHYOohyPw3gEQMB02hy38GjA+II35pf1XmH8A/R6LXNm3Ju5/zof9MxTdeaA7jphsncAjj3XNZ/fIOza78OxEXD+uc4ujFD87R7W+nWad0Z+Wsrs/F+gQWBar23ng/7GOdVA/bQss0Mkmx1ws1l1mUR+YGAFjZRBEsZNEIEfgppBXiNkBgSgIDmrrZ/N7+/avEEJKndFn1RgA1CjQD9H5N//fmi3ATP0k72+vREX/VnAE7RkXTaj4vDABL+8bt/lPgfhf3NWIwLNbQic4bQK8Db4A3ySsZYsePPI8JmNt0/har7d2jj8tRnQAEKAJeN/DbG+bnbV/7Qg9D2fklYAGLHCap0sHlqsfXM1348yeek7DgJaHgZsECS1AhJ4K+fYbUhnXIfOvxZW8AmKUvKXs72orGla4h36rLP7D72Ws+zex5/UqbHQIgR5f7J7BZCVWANYHUdQnpng5VWp9QsyZZ7/+Z/bXus3vsizxtmEPhnG6X0MmPmMW7XGtZH1k7ehI/P3OGGaHrqFCi0Hl/Y6u/d2VCCHAzo3YHwqPMbRQybYqUIcYHEcB7WeuxYDFmfOXW02uRQX8F4eKCX5PeytQD1Ow6ms9N4Nn9H2swOe0IvX6xeD9Ix3RImecYIMUyHdZNAtDN9qDcaSf7PWfd605Q+Tnxf3MxTQXDmZCyznx+nZoKrng/xEdm7GbCVElOOojXCcWz856fdPNtgTB8/lCBnHNqDVGCG+geP8QnfQwpc5mmcNKgPm9fM6rmlxZz6oyss/jb1ldV+jMYnfqChrx991XdGLE4cMVscQMs0R9L71VJ4hw/hub0dAEr4hIYi/cbJc+MIGq9qORga3rthElls+/5asFnq5x+kAcFXPdKeL4IvN2uV+zkaCr9jP7syCAxj8yJrq/VQm8NkbIAWv6N+XFzA2D18Mb3itwTpD5/AEiZYESHp/OxEPo+pAwhFD7fB8HfSmwakMaaeC1iQZwjiOkGlxYISxE5g+a+MXB3+g25V40wb2fe2f+DNBVWMb0/k6R/Ss1g8yTuVATeBvW7dBJ3T1QAZtJSIyd2yECsp0JwaNMEZ08AGZ7Kad728FX0hMa3oCT3G2IY6Td8ZvYiO+yNDqnfxBEOvGWsPgwjfelq3wWDpY/Ma40/rwS7wb2cYzf7ZunK0ePmJfjn2gddMQvnf/Q8lsJLN8H9ipNoO4u0FkzLEd4qRoW8zfTQDYnVaEd/5oK2R8/fyXx7yWM443+fI4XSoRF2cVa9EywPT3S0s0ME3rEoI6f3KIt42n+6iGE82+AQC3DfYRB8tvxgyj8+XyDv3d2KPpDZ74bU/E05y5yj2tn5bmNiH3ciBLXkzyF5W5fs433LeFt/d3dAH0CH/S5azbxDb+6PmYHydBBkdk2zVdiWfOGPnaWKj1+pWcRcLsc4YatHTw9+dAwr+QgFMCwGuXo4BXEXcF1sHC33ugATsaZ25nvrOOWa+stcfi42C201NoIDZ0AtE4pnAar80dGf/TLuq9eANWjKdpKa2mPzvua8X9tpq0DvOgcqfmSJKJjwKa72wKDtZambR43vvnwMzKjjwngffX5nrNnrYlMhBkQvxDb0W0u1sgMzyg8N2pZPre6Q5bIz+th7//p+9TAbx7gtzms9/8YNBQbPTYSC9+abl26JCJTlvxrNPtJ5GObD9drxdyl++RO9HrqeK1j4D5DhmfBB3phe/SPi7IDt4ZQq8PY5bfAjo+9MT1coobFyexWT9U+PQz9bkCiSTE8pwjf4dfwD5834Ug77v1PP9QOWacs3zr9R+8c2z0J5kuer+qYqZCUNODzjrxTLi4MZl5t+Qa+ImxZnyhX/Yafyg4Nmu72KF5oX2sXPdby9aXf673zx9Uxvs544d4ExDX7hdzZ9x9JI3u7W5868edrbDtkGR3eMxLMAGlxpb4/fT9wd2zl/rs9atn/us77H3BZn/tbexf1pdzaHlW8HiS6AhUvTZEr+V5ngpXykbWuGRXdDXwvuNOsgYPgyfeCjiv1+A33h0dtH4a+1Ptn78DGvj3kIWNb0J/MMAeD8I60tko+7HHQIHr/b7f9A+YcDBZ8x28cgJYP/Yv8nx/EmzSXNHPfYTmZYsODtW94NuGU1fC6DxPRP3KOpJ3HLAaP3zHJ34LAHNGKvgdO+WnbTn4SzJX/tB/8qM57P3d2cszPEcsMP47AHxn6aTARgyzfJmEgJXlLXPiI8ffvPr55uE9a3j9rPE5OSnf+jT+H2g1tLx+sPDPyuWf+37vD9/jzw1P5f7/cMJM/Dy8J4kM8ek6BjW4y7Q/sQz7jtsOruDmS98vVgFPkGDlatFKhF9/R3QTR+WFdxT5lv5dzO9xOBlGC9XdO9eeJkBL0NRrQBii6EnzJVHvxQdHL9pu2UJP88vghZwhH5/8rkPsU/28XVsag/0o5mzlNmM8gecnoQy8lXlV9wrzrALJ2w0x+x8aeO2F165PYpHoPYvVstCJNU7gXJ/P61sGo247+EzEfPNf//UPrwrl+JshVpke4jcHIu5WHq04AFzdwqf2NIRdRrdeqkzndvQkE3SAyRF091O0Wc6QPpFvBMG0lShl1pkFJztrHpdMn2yCqmfDgHsGwjox9kxdMoTaUHgNJlrQeL7fhW0Y8lk/+3aq7OaiNNiPJZIJ2E2gSc9kHhAVK/YbeFlAeFdlMo6uQm5Ca3Cf7KZZd8nasv1Pqxq1zvHLIjg9NjNGchAAbob74/zuADBCTsTbLY8suIokxMy0MegAlt57CF6M9v0XYwGHWgRst+gx+PmCkVQAA+w6eGDl9l3j76y4MzmcmShHDBoqpBhyV06GBqt1hZ5TDqgIzJyREAaKYL2NPCmR5pExBKZ1EzxK8Kfpsp1HL9DKWm6SBApPglUFA4ffRyZEYXAuxQ7IGUqWdBsA1n5vFX3WU3JAZ/jECRB5A9BvAOTxV9CMFszvofPLA9mfvsfjGcM1xtFW4ZHwgQNVTl4cjTdwlFMggICMKj22EzP4vRXMb2e2EDh1NdlsNcYvRrvmwPfhawBLMpTPM6ZdZxuoAIvBFK5OfSsEjmExZ0TE2bMO8N8CJi+oCP9sCzloralTv7vNau2xgYzA0DhpDr1IfpK4QWLIRWd+g+eTdnwB4Y3DcfDoyt8ULooa59M6OrO+ncGpZ3RXgTzzNngP/cykaRXHc7W9bjFpOu/2emW8z3P9iDHk+ywZfXwy/YZPstYFyL5xuUVvnYHcLWZOS6JplfMGgAkCkTh05EbJqxe8IT/ZvwR2YpCSQOKAxGwQrW5enZMWKdNiZXSH/vlnAeAGe0eXlT5nr/RvOz7aaezxy2kl8VXteDrzszuUxPGcjbYT9aksfen+GL5qG18BLmgWfe2KOgdBRdOfTJwHQb+0iPRcpnrJ0teAN+CZH2S8HJhqz7TBvdsBy/U4OFo+YvgQdO02x2RMryEfBxq6rTMaN4gvQDljhGZl0Hmi0PBWWdw8Bu5YuU5wCOcFAUnkclcoGgxLbmu9LEN3l8AkHsUT0HgDwFrItGbSvtP+TZVeiR7yfAxsMM6rZ/Wa0+7M+De4UT8dXFJmuFrrcUYZc8VhsPwZGfinak+yybc7ANSVdfjdyN2kpjYsoZXfHOHwBPKSarF2oOAkcCUBDl7bGV8AYfBL89A6/z3Ss0b+5aOf/1Xg2GB0K2gOXc+a9j6y32+F6EluUwB4BkximdsCfzSr4ENagH8GuhzC4zh/Hb1/MsRJ7rN8HDzT2FLjfpMrNDXRssbrDOTv/SZfMNZMtuXDaww2Xb8t/9Cbfe5sByB6L7T+L77p6lrTr5KdhLeLlzhHrIOQdJ1pe6NtJ94LdnaSnc+vjuMkWGWzu9u+6taZ6FDtXRzgG+BtPOIWr8YTSSI4dA4NSXzNe8HB8OrrqGynYK83tN+6pW1BZB460uvxJCLhPAA7aZ06KQUMDS82LZj2B3exvuCvcFdedgIF2HCSV8Yck2Q0n98JubdXZ7tErKxh7Dh6zhgK95PU23yKU/U3ewU6CL7XWiigmSefBAwnAiEnImu76qcDwGftRy5zdMbBq354ungwx24f2DzMHrT9Gd5f+68DdI3PL2ex55Q5wCPIj/Zx9BnBOIHbv7GOp+95OBe9ZlPJNka9nn2619hRv8Gq8Eiw/OHRT2b+9Y8k9nt8I9jBR70PLU+QESQD/SkADA+J7+IoTNtJr++M79CWE0E2adVtFr8tU4AA+8n4fzBHgrzhi+NvmeuT+L0BQgLAem8nR7TtccvL3//CZlwezL5CO3y+rQf3iKXMN3aTnoP943v0iMGDBEn18Zn37C80hAz2tQe/rFw9CaxUG88YtWSHhsdm9Jp8dJOE8cwAe6cDdW2bhT+26wc8dvBt2YtJdMBXsDZU3rPrHDqIvaWfdqwyJu7p/eUJqTjLX6kCjj3jNZzAI9fCQze/3M7dxeU5Sst7/PHPdqbJZ4EDD4Y/AeCfnWQ8h+/yJMESMNnjG17Mkw3Z88DfhKC0fA3faCjt++tKa45GYx+ln+hgZ37/1kvf4Z9sXfzK9ODe+10aJuu/uzoBiFmfLoZ5eY/978BgJ0a+CQnGV+fM1PUHt27z0V0VPGx5lADAysfsZWQktlvbuqaroSV0Fud3gjc78OhAmddpC5jAISS15T6KmGQ7rnwGe7PfkZ9b4Y792YHynt/Ln1o/klrBGt3COHRJ0EN2133mbSYzR6DYpxX+f22t7u5G4in0cGFLvytVrqGdJP1IGL5JWMhd6PBK5Bk/q+UqfDe80PTYsvvfh/i0/bmGAPAkKrLX30I1XiMZEh2Kf6HnCf2+svCVn5a34zfx2IS/j23whwrgsn97DaDL5rvQ3gaA8+zQu+1Q8e83kcjIn+/XmoieukBIdEtCFfSSzUv8wLSquXgvgsW7qxd+d+OM4/9KgjDX2qb9/hf5qGdMheroSGN4vXIwMZ1h8F+FL7a9toc3AWDWJ71OJJuWfv34b9zx78QvqfeYv2bdtadvYnfb4KKH4KnwkpNJhs5tcwp/lm/0PZ9aY2qbNDGWPZ6i16iT7NFV6z9K0Q5H8AWjxJeS9bDHY3h38fCZt8Z/7KaKHxVDgXv+8dn/2gv5O9AhjVd/kwfS8aeC326ZNwCc9XvxxxtPQp405vb8wMOi3/Fpsvf8+1sA+NhY39zpfPnq27cw6ToS59t4FVAQAG5fGNjWfq4p6sheBBO+ifvC1Oad4VfT++e8+P4VE2cnATKp8ruVBwTChDGeULxkABFAswN6lOUxaCerCgCPA74ndpjqCcjGWTaZQmOsmOnsiP2Ei5wCE0w8zGgiDefxjjhJp0JDIPEwEOf0LIrszIj3TBvenUO5lXmpION/JKA1BEM7WATIDVAzJoyNNpS9PnL2nIjQKrWsz7SO0BkJ9dAXBHWVEgwQgo5QDfDCmTPOx6mw6HEFwJe2gCkmg5hr2/AE+DGmDvA285BR0YHcbiOwgrNbMyQrHeFsAPT90RWMpudRGlvSL1KIYges95r1mdaiJ95xKdSq8MaRCnBhL95sQ+aL8u8K7Mux89Gx6Onf/+3Lah5F2uNr5SCwehxO1eowYHLai0z2+Sus9HfW7nvfnMX9XvMbQEaZZm1Dv+GrGM9+7gQ4LNikGMR7Y1jjwMExnr1AuW4LnPDW8iYZag1SjmL2OkUG9A8KpZMwGK8yZwC3ZDzqXhScOYzgyii53yrn+pxTLXsH/tvBxu+n1eG3LHEw3Ub22+7FldyAhUSQxkDMTCW6OkDuwKD2daoiWgmItk80aRbqBdBdAZWxpbopWZUkOmyyTbdwB8C/yrL3RM/E2d9nErbivUDTBEkTRP8JLPROAsAbUAV07Zv/qHRHfrWjNkQ8Z1BVduZvPAR+gUc1Fozf32SD5O1fOnPU7drS+vA4rMqTBnBy0P4AJ87Gk8xPFUBnuDE+HJwCUH8yeN02vjJbOiDcRirVSGdPJkHLJHmMC41x8MMTOIM/TDsTUDkyS8v8/UdbS/PftJGy82GAsz5nLVkr+JggjMYi+rbR59ZKX3CGGKP4ofS8Eim0Dwkoi7b3vKjTIk+dSQbswTOiUa2Hs7Q//dtncOi9nKXY+vjt1GHSkh49ADUB2xhzVe336RifZ6p1GOfXaYOjZ3zXsiad4IEshRbYv9sRkfX40886zJIABP2xvr9hudAxWGz0gDHDttwxDSh4MwEv7mEcrVsYXrcn6oQJnDLIq/P+wZvBfBkHPCA82oFI9k/vdScB68HFficY7j3bz1tWNYZwUKSCNK4KrvN/joyp6oCu7PjNQAF3pMLn1o84Cd4AZsuFXrMXG7KvyCCSB7qtdXTaGt/9rqaf0F3osh2G8Dpt9BcvxMluWtJ/xinBI1uFtI6bpuc3wcE8JX4cR6//1jgmgxvLW3RAgIF5kWEt+dEJnh0Q1PPWITft2z45QODo1ftO3hzZiH6G7zeT+n8/vfUPP0NyOu+IfGn911WqVE139rb3VHKj5O5v+I+9T5WngFuE4wbVK2Pd8mmSB3FYPgAAIABJREFUSXSW3iz+byKD/c3rVz/3vHO73ncfqcIaLf8vjzVtwduHrqkOs37YSnuC6asvfwYwTrLc2DKiJegd54jnVAnGyAGSrlpOMbZdB61tsDF0CH8R8Gu+08XYp6IH7tHz3gq07FeeSzJOJ3HSGo69hi6b5/r5jMtyaRz+P/HgJujqenf8cRAoe9VJZ9KLrdvfPQTTsGa77+Pom+BvY5EdYxJI4wxZOx0cwpzxUdgBOPq07XYCYJ34RdcTfafkgMiy7VCBzeJ1V7JoOZhbfht7FP++STZ3VU0caJE52LGLr4U/pf+Rh3o3+9sdQHAgemzjfMZZKnpzgsp01mr5xtoHs2/yYeNgZMM7vt7XOHSHJicAsvr2S1CxbbiVrmtP3/iD966cWoyyOueu2pfbqoPPfYY164VDGppjPNarsl3HWYZ88n3ffNppap1ueagjeeKD2PHeMmtxQgTAeU4FFRJYTCDJ4/K/Wce2/2xHDB3io1JSCscvpaVt1v7oDOOUtYONSweUwA+SM9HTEyCfRecZmd92xmsM0Qm+xqAffYGpCEA2No1v7rYXGS/r2LhE9K55xY8TYed/ZOuo08ZJ8prA8/g3Mt4Ez6nWJsHvTbqm0rbXJdhjk37hZclF5KfGQjAP/xTyDrvePPr5TgnO45fyXMdxr9/xVdAxSp+dAHW1MD32TlVqwm/O457EM+0D+Lv1NEG6do2Y358EV5IzL9vMa7ldMuzgniCT5J7WIj7E4HyOaLjaaH903Qkkb9LYb/4H9CuJK6Hw5bP19VUlfE0aqI7/iTndsm270fl9CqALr0/7V2zPDoQgS9rG5zMSCM7cTwIVR2bFb52Clth7ke3BWocXyt/RgQ59fyrFc/n1Yz6fBPhUQPLM3b+TdFY+QWhmE8pzBMB2/oifuW1QY+FvfrZ9vqo283Pp7va7/fRPRS+3XjuFNOLh4f2sR0w49od3HL/irAD7C51Fzq3dl+8TAG2fJjpAj/lnAeD2g/M7fBG8gf9zfXF5n+YaP2xjMhLZCfZD7+avb8Hgo9ZRyA8SmK374g4865RjxCxd7He9sdjPALBly6h+7VPci4NFhGWqo4ATCcq+09g6znHot2RG8P3uAzjqyMfHZ2ud9FaM2zZfPN10Edko4guRJBlksUzzZnxV4TkHac+GjC9leNJ8Nkm2BID1GQUS3U0j+HqSGjyw4ON0w73xsXX52IUwLv5n5td6MOP4/ITff6H3+Jc6OHhkzvgYgu82ccjfi07mhR2fiy9hkjzpjHGSF3IDuse28STzhCR0FFD0bGgsCefs7yVnh4ev5J/aoxtzjCwZWd4J0Iy9E5N2jMFx4Ns+mgSbLi3VNxDvWXz3/LczNhbPsTf4fyMb0nLZ7xj97iLowTXQZOhkfSW5N4lw2oQ+6g2aah5lvpqHnn/5jlBqQ0d+9sjlzEUblj2DL2U/tuzWeM/RodMh4F8/0Bx79wHEoqM+byjXkFEzDpYCXyyc+dGgOgM8im4W686YSkYGi/ASQwtrPb8NKNpPhAgiZGif4WsnKMwGnnLxb17pLZ7MJ98/QBxQR8USAJLve+y8lwUHeCobtc+8s4NBLYeOQp7xFpCN4APslrKdALDX5UdLuw0AQ2hNiOzHbwHggN0yNk1MMMj3x6coGzTB0LdCCT2IsU77nu9v9rCzqlHkfU7xa2i2I/fQUq1ZDAMFTmDibUvWWSlvALgNRFd3nT1P4KHXLBmMoo/byLMELZC2rXpWYeFcxJDACO55Mi/TjloHa81VBfyjlUAyewBd3GcFMdJcbZcvRdaVwp7UtmEwH61eGJqfp3577fOCvzNvfdsIGgzjKK6AeAL6yAsU1lFcRTe6P6Bizk10e5q0zXKT9DmTZucWI6Lp4A0AY/i+63VoXY4Ojbfl0mSF9T4ESMbYFtgiyEYCQhZiM615PhngLx9oD/ucWK5fA3MdFWRhNo0DIgLItGjZO/jrfV8rp7fy+TV2CFBoz/76nBdJ6rmzprvSjCAEe20lOecrXXsloDjPaXDbAUdX+g69QjPNAwJaGI/mieOMyVVxMOwzms5iROSegLNiom+RXZUxDo4OSIT3pGBzTTIuR6YU7XcA+Fd6G53p541u1O9vIFVjVuCsx2D9M/p170+yz1Yl3YZVgEw6D6TqfcZ8zvheBue8GBuas67wdvMXTqXXaflmKR8nBLJT+uhFq89Zm4cHykGkzzoDMXO/z3r1Go5sgwaanxfEB+intUoqwczTogcnA41sn4F8nHV0Gmdtx3hLJR8OdUyow0c+w3kdc5p3AsCpDtuqNHUwSED/XRr2GBncyQisfdNhaD6VpfzYQTN4ALzQANByZeSvwTpg3slcooLghcZ65+H1ywGs32ddmam1lfzgp/f/tzMUX/rQWhkbfGNwC8MJavO8TpDr77SWtHiN7gi/dmC9ddtWcCUo1rJTrUa9otMiiIA6SQh0gmHs2gcMGwcFRt7hmLrmU7pZr5AcT2ur0alTEeXxVAD4DTR1Qk1oPSvUWLXlt3nz4NfIdfDWwSAj1wi8v/LMzsrvRTq/yw5mVUi57ZAEWzwMnWTkJSxHlel7xhAGuM811UfSj50AcujhF2Zpx7S+3izjddI27SIfLj2F/h4WwrnSR4SIVn4LALM+YNnWqa2/z7ist7NR4FMcMOgDyaMTSLGDQHhWAeC//cvf50iE14m2iWtxgmDntL75E758E5gaB/u8q+eIkCuxboKj2wln96DXnbXAcW46/Ra6A2grL5Ig+yZscM/bCQf5hePgjxWcR//tyCwXh67gm7e13Tmj77tOcq7lq5/0nEVpGr46PGySWcurtXd7pcZWmo9O68SSGaJPznDVZdp7yasfeNFj22f/pmtav7TuBlMebKlHocvtINmWao3xzYPYHWpRfI580ecjY4ffDBFavtUygLM8hbLDzDfHUbSdqbDDw1eSMXkYiTpv9WnjwW6N14mcKQjaAFmPSXa7k7mdPDQJEjNxqlbkXAl+uPE5dhLrdGRyyePjjPIscBAHG+p5jZ3TKl3VHjvvdsInYOmFPPs2S8rHx+YjYIJz9w6a/kzaYsuwBayy2J9qRch1BIETTE4ibmh88Qs2DntNstE7ppUp0XlU+IUnbqdXkZZ/dcvhce6yHx0AnuWKE7jsz+ylxooMJ9AcXer1+tZAOITkOOTLK39XNy+TgtmXZqo6xc7dYJokUEiGppLLazU4U7+3z+u3c2jDJ5mH5n2qmGeh8DFp7d+27qyNdagTLLb6FbmALD4djL5r3gToPCdzZ22ccDSOi4PJrgTbu7uBcMJvtNrnF8O3HaD7x1//GHvgO2LAPByH7M+uWxlfB/mN8ceWpLMGnQbBKswpdukmur086ocPvbwBTn9VuLTph8RU8OnFd4Ovfk0W+Z5JsKL9fYw7rZaHlr95GufSYWj8T6990X68xmCbeDRBbMi85D+JTMHMX9DC78dOHmKcf94E5Xwc2r8wYuljknfgB5/FKb4vf8RJXK4WqfizxSHIyp7bX//1df+b5zR93bbOv/zL1zUz9FP+BYIx2IR9Rqt5WvZPYeS2S44sqfGvLF9buwMCrCJJBRp37DUJrPLfViX5b/ajMeUEsfTMsx/VIe/af8v4FDx19S+YtDukLWbYoyWwo1p+doGG9g29d1PKUIYDF1s01QVkf/97zindsej3PU7m8O+3RtgB3TX92JHjM2z/Wyfamf+dGDEJ2/I1fetxJywQHJtCgumG5jVWIGZ8suAs9ju6k4rxmXMp9k7A5XfkdXjm+39TwHWv3+8B4G6l/GJJbEv26k7s/f8WAEYfd5eUrFv818iZXdOfu9686m9PpW9kfP+0bcR+47/3/CTnJ2iPjJH9bxtgfHonADwFhcvT0y1mOtqt3bPj+N+phAWfgY97nvjYT7HN4wthvshR5ve378jC3/z4FNJQ/dv47lob8a46NA7mvwLkz7If+VSttuNbC+a3/nOzkOBWJ6iP371xO2v6Yttf5d8QYBdCZg9D116P8aOQQHXpT3e/vLEEes2yuvConvt2KGmZ+h4pwHcaBwFaOsvhB/I1xsrxjetHe8zcO4FYyRUkWOAz6KMC9B6KCtv35IKMJ5bj145JI3aQHakxvUeFei1Jphi+SQB4Bm5lMABfn/aZV51550WezfYkhyGahtpxhVPgrdClpXQDLD+vghRWPkMA3X6ExXzB2THUqno2rVsSUCOL8G2BmsXZ3vAIlj3vQ2cAZyxtiPF+KQQyyTtT0cBeZftjC8Hc7XQPofxsRxblHIZdgzbXebxeq2Rq4rTq6iNdg1KCKBESCK+TKTQAjj18HbJNZLSAZlwIyMNAZ3xTRT77hwOZ6tc8cwNJntNZpyh5O2e/QJKcVj/OOBlQexTEx3QGJfO+M55hGByQXpdjZCyz0oqBNjCsc6pXb02zAl3EHycs/EJwvfkh9LVEoICEfk6gfNq2tOC9ldkCeN1HABNjT9Rwt2fI22m5h9I8c0riy4ltvwHZAy5GWZBcwdwabB/+L+AZ+gzP/fdfcjjW/OeQdQ+QVtXfhRZuMvJpGVtnLGS9b8Xzri8OoDYeEYwNbgzIJ1GshanpuBwD3arYQy1+7HdTRUIGKWv8VgA0kOZ+gtHZ0yhSEhP+1FYw+7rOlYwt9NnGNy1paVv0nvFAKxXey3MxblGQray5JobGPQa/f4wcqnE2kLxBjHbq6B6czwCvNg46KUBTDIgTUksrLq+bNzkecqqjzjgFUvSfZcXIzTH2U0mRyro903cqIsZJqOqshJ3yI3ohgahlFRmCWqvO5CLzEPpBx17HIWg6X0KIAAFnD1IhGhCOw2pbrMhhlQoRRnajAuQTxnTGvgkWGjv3vmPqABGOeGR8ZP5ULemZvzjgd61Srd5Vl+wP+9H0qmXWSuOIcbtV1r305+XAc6WMqiLUCud2ZmbD8oAERWMYkynotR0B0d0DtH8ncDPzO2fR+FmiWZ3RPu2c/Nzouk5YyNwygLSQK4eiPhtj1u8qB0c7+pi/ZZbkg3Qi+GsCon4+QUCDz2qxU1md0Gtnkh+ddFY6PIzzF/ylxwMsvayH+FMpLb37niNTj7RTMXy4Lexe2mpcufp15K6rziLf2mGid3RFcWPE8FxkRHcUifNr20DmGf/+a8ZlO+tSUZWgMJhD8+qzJv3O7/nnTCvW6g8JEr1Gr6y75e7SURsEur+7jVD1FXrJ2cvQPtg4FegT7JFBMK0tDyAwPd2BvEvfyMEg+0DyR4/q4O9MqA0g63Rh73HUQasxnLKfva+Nl38EKypx0vsqfDgJlsixzENJaxs4tfPMfJNkOF0rfcPa/Ha8hvdyY0WeGfseHhhbQHLknwSAQ9c4QZWh+9ehy3//979dWd035gufYQiax55jeC75eRFTyYnByRc/jrODs7m1X+1AQDaR2Aa7v8Zngj6bGII95AQcs161opQtVMeHMB6CbgRi+Tx4K/wLRnhbavec+L1pjyAS4z/3TwBC9EMg8epQ8QSA34QHcHdjTb3fmdvKIq373zG+lfy+T4EK9Il01C8BYPBnnpfjinAIHJxbMKDla5bxbqsfgt5A55v8B70vzmn9ih3awVThcwGuCV7ZEPuJEW0/C0cYS9zfu8NG2csvzepvHCc+HoGuVN97cG6ZJ84RA5PINDbhcdJ+f78tYQkgmrcfve8kWLVHVoCg8KBX9VtoO26nYwf7ydhxPIVX1o688Oic3xg6yzPbQddy6OgeyfgSSF0xtrgw+DE2rDXwJBnuyt6Jtpr82KY+fkLrGof/tReDpSzbjHtuPd28eAdxtd93IUFXtaAbtAOd5JXn3YmUWkk7RL9fOuE/dJt1fluiI/fRdWCS/zO9DC1LNpx1Wn8CuNPtt48tfycK+J1VId57/NKydbR1R76R/0GjVhXTVoh+XXw+PSUZ1Weutq3UeOiqZJt16BaDrIlI+Nbb0cFU/53AsxIRPsczwVRhrVNJOB02OmG0MXUHdnoMi+3Wj4hjW2siPj7VMuQ5KAFxWuAe2iqbDryi77q66fVr6Pv2XVhEDUuCr7HfYgOsXel7ja/vVpJ55u4uctcyvbBRY22O/WA8wXRjO04HNcamf6nij30YGZiqpASiT5DezvgdCwGY8Ol2BBBGbTuV5LNOGmhHPDqAJx98Ce75LqAiuJMFY2/FPmh9fp6D3fI45zu4hbwl2OmxCDPaV/JvxnH2DU1QDv5/K4CVUAWdwXPZ04yGyt6zz5rTVEBDI7IdlYiAPL2KDcxvyJ6VG3r+Xe2/+3NouYK/uj66IoIBjMEY/mSz2S61nxvdKnk5idDj+z5dd86G7rGHyKOMaZM4vYezP+/8lh7WF9NV46KrJFo/QPq78fWPsW9dwefkmF8CZG87cY1RR8jlGdkDbJO2o7SWb6LbCcgSx3jONkWm/eYH0xyQZ8cunAr+xcLjf5rkHI0R3vJYNebyqeDDv2TTbP6Lg00r33cvJnn3xXT0raM7klpXj9ArfPZbstlPSt1P8OVskmsY6aro/mwDd1i79qVw6HRqeWVq0xkYJy7HO8B35kkAjGlJl7kwRAJek98YS/uy2AtsyN/au4cv0qmtefEqfDs49vbDHX/7HNkB7R158gT0HLAc/Yc8wj52YsTwbSd5vkmyuuRPQcJO1m0+/dM6ttyPfw1fSvxMxl6TNIb/5pYVYJzi/7G9wqyDn0b+6YGvP0CXOZHLDv6lv8YR0E/o/MbYHEvA3vEE8Sv4oP0bdAl7aT/6K9gEXYaue2VMY7I+4gsfoLCM7/3+sx1TCeIJsq/PMIHmnCFs/fXTpPpzALjwDfPpIgkHgMlw9AZrUKWUEyRYZoJo9DCChBaQvofJLKgiA88Oo09Zdxb168yw8KiKr2aSXvDNslzieoEZ2U5U553s4VNFE2XREfq0cE51yiGSz5aPIs4GwFwwKhuvTVYFEOfB+XxjK85UeSLMuR7h1FmZmkO3GDB/jDKDoNJiYMdncOGWlzew5d5fq/umxJxrKFGnJUX2MwxLMOoaizL5vxeGIVMBDDO+ShJjHud89j+AIjSTDAnu/+lAv6tHTubHZMYiLLyX1SLxrNs4yTtDL/cMSBhDlrlqPQkA9znESJ7OcIsRNZVZ3wPTs549yx5hxG6LBBy5m+nuC5+sdAeAvo8N9KXgMcC/3xsIIlDMH5OJw1p6/N8AvYcTnD28Pc9L8EFjvqstG7C2c1ACU/QSRRxgD20k86yFb8DGV7j4L5+YOfymF6I8aemQSqPJjBsgplvS5mgCN6bxyJHed/9eAAClBbAKzdxBQIwkqoq9V3KYVwAYRXCw0sjB5b78tgFgtXWcKs0xHjrzrSv2eMY66UIrGDXQlg3b4nfuwwgAOL5OeAyvzmT6LXhvcDOBZ5OhZNCcIywgQqIE3/0mn6HtndMGCEmqaEduz6mB39si/gXr7BEBHBJCIkNpA17Zrw9YbN1l2tJZf5PFm/mFd5OokmArAeDDc981Ud7fd1/GqbL1Q/8bmLp1ZL47TkCtt9ulbMZcZGaMpICBdZxeZ1KfwF4yTv/VQc2sehv9l34YMHRkgtZk9JvuwTi9HBAFMACMVBS0o8W0rxahZby/dPjbuczo13Y6tKMCw/DQ+gBaq5tvcmTmm+/VSeF7YM5jXfxywGFl4sFfvfYnwaoWTQ6v//te1q3x9R7T48mY30XymKaVzGkbPTSBONS6sBYE2DsA3K1M0ZHwHPSFIXrWxU7KMXpFr8i4b88BvQQ3SDRp/QZm6qQxjC2fv+gs5e384KodORgmkAsmGwZ4gtCjF34xbJO0Fr1DCzzw0O18I0FKuu3uFtMAmwDw6sBt8bRzHD6xY110H92kqq9kUKcjTGNfr3vhA2QjnQuSdJC2wm2sy0GsfbfBiOPko923CuDlm3ZMgsHiuNvng6cbm7z4qZ2pkHVwCIEFc64X5G1LdfSyJap0Zq6zDobwKnnN+mNe8iaN/eZoBaMcGh6ZBg5mTHnnOuf4++UBfa4AQnipAiJyjH77S4JkO1hIfBKOOWfMj4He+N92z7SVjx53yrNthvDmOKe+79xSX0lsVIlOi/cETyI3wDEKAPPz97//5zrXjixvhb8ZxNLLXa1heVfYeddU49t2zPrcGOj7+NWBotPoo9uprbW0XvruIcDbtgwy/AQ8vR7r0LcBOw6DDWYkKJ/vMkfdw5lPwqnIce+357e2SGhjzyw9az0TZ1/+FBTTZRi/XSHt545NtLbMHfDqZ5vOCZKN0xnMqXl5z6fbzW/JEXpfZ4P3eojOFPCxvawzv8d2zB4ubqbFsTvzVAJ2ryv0EJ7xEw7dHTttWpxmDeIMJphn+ppEEOmZtfNjL7Bu3qtekzlfGbvivHR+wUHt5z+dgFzJNEdj9H1tVzZPnWSnSQhMMFbEm/H9h9r+ayuNc+PAgR7dIq22mcTt0DF4YrtBEag0DpmAved+7JO19XO+4joMc13sGX6OnWJeC77YRNttR4tu4XqcfxpHAohzptvwsGQeeBB5jnylxSnJddjCpo6DgQgOZcxuGTz07D3/BrJYauVG5nc7+ttXo3szl028074oMOP3W16svRvM1A7Vu/MMGC8VsyszwRDwlQMKXuO0UQ3WnBamk2PIWmYc2STJGulJ9AXrz56TeNrBPNNcBYAz559J6dBA/G3xsf0pAKznU+F53xdbp31fGffSmHHT2CjtoPVqff9v6WM62gjHOgCev/Wsk5D8faW/adG8b1nb6bdCke088/OIg1M1NGM+49URLJMwie0kfW16OBuhtds5sC/dQeT1Z+qa99iipsfjh6rADrjSe3lsndD5G+xaB/tuQmPKDuB4r4Y2otezohyhBe0EpyY4f5IQj89NZ0iC0TZQ7LFNsmLToJLafZTL6IK3pWmvxVuJxX6j2/X3q2vfqv03WfGt+IV3CB43TbFXfo+d5T/b5YOJJD9PMYVIG/ziBJbYGlvlpyeFb7oqrI/Y8ZqJC2yPZ1R6JjbDqdAfbMe4V0/94qWv9XppInu0s48svc+qh889FtlVul70M+tzJRCMLdMBYBI9oXGP1YGF0A8ycO2pyFT7JQqHsBb5d69h9M0TWzH+4NFxXLT/W/crWHjsF+k3zzPyk/cunpnPBkt2B1DUwZsw2Dj3XDN+01TgJ7BlnW7/SGyvDpz1vIOJc034yit2Jbbh2whejdw4uotCFM2xfBVZ93Ri6N/1J+uz77vX4Td/jN9XBW49PzBQZCmJv7Kf1g/F3r7yATucOV7+8e8m4Q329LUVoL9DN9WBhr2+5XcV6M1NneTYdOI1G7x8dKRx3dD6JNjpuk7Qa/nUdv0bANZ9+B+zlvGH+yxoLZuxGTPTfq+Nxdz0r/ezMCg8ShEC2NJz+/47XUsnKcK6aV509EfxC1ixA8ZNv6yNdfT3Rc4/Do0mAfEOegu/xn82euobgOIl+CleOUF18hUXuI4SHT9E6fTXt8864b9mzL/RTfZceDX89BaovDRCJ5XjT/rmRQU+713aX3oGT3ZyQnzQg8mO32eJ4CTYytb8rlOnWWzqgq8nvgJ25qgyyenE+eB37Gjh6fiTQ5eJPdICup+t70ke9N5+Rs//tQDoTOQ4YlsADZidFpTJxE1ljYjGWbITPIDIAU9HCBrUJROts+NQMhizLXDJBkSp92aJKMiUEhEDvslqlVB3UG6UyckKGQLXszqjsStIMaJQxA4GjADWWJogteASGNoktQqyA3UM6iOwXdEYgrCBPy2ILxDlLD1dkOfrPZYpowCPA2OeoXd0ZV9nNwHUyETsqrMmamcYfD9aZxt20zaD8XNtxjmB4e/aGLnrONXad4tPWluxX5pUB8Fwvl5C7ht0Z39CV2TnH8Cgw9y9LtN/fhToqWqcjB0Lsg5QlFDGkQuIYS29lzoDewx45s+/7MWbtX8CBE6aWKMIXriDwDew+Z/P6AwNyTBNYOc4k/TCp6Jg9/IGR6JvtXKUgauWKDHiQjzwD0q6Kw70vQIfurKvQ9hiKHSbNCdXqM3sAdsBi/3TZ5W2gSP+TFApEsZATxcMH/WaQR9qr+5q/lGYrhz5DNXfzhdkDMcgnfUzIJ4KUvFlC1QASqoSovg4l6mdHq8CIrPWsojAxuW4yGj81DFqm/8y160AeeXun7ID4W/d/zrhacNJa8U3w7eDbAQVyJxSphnrv2017xYyZGayZu387bPsVAVup+1oIRJuqKh08Fwtor69eM94Ms0NAPd4yoGp5xqwznkSyCFkYQCvZMm2qGdeJIO8/MycaTUSnkjWMEpU/9LJwA6iqnZBNjW/9ZkQgljolNeRoHd1xYf3tCtEv787sxKd9ip36yUD0g3Cb+Bnu0fo+W8WLYBjA8TrqNPYtKYdIEow8AaIb5CrA8CdWNVO1JPUY+C6IN35cZIHlUDVCWU5czfJQ75GcheBYvl7y2GBeHg3AHuqY8bINI9K/4xTHb3J+Ow4GvyCg9m0JDp0ZQ/n/UQm/5b5HJkyAmyckq+hd4Pl25EAfUO7HQQpNXfkMPK395sEhOZZBBSO7V4nq5+R8dA2BsWP6qEZGGC39SB608ayHP9aMgx7OcDs27M2KOMpQQmP34Z69AtdRNrJjsG3WDOAGFmXwCyOiG2RmLlOIH34plsp95EQGCc4RvXO46CsfmLSIRybwF7JYD/tOMdZD/8SoI3Rsvowjp4EMy3vJuB3zhgamu9g6yuvItduR83qsF3f45QQZtA7y5HcOn7XYNtEoqN5T8acB2g+yFyMkzvxJvsLnUWv3bIHww2bYfcx40Su/qway5rxc5wsGtploMdBgsFLwkSqsXLtsTuK0fi1Kxfb2D6y41uLrlBEPp8zzPWKwftJkMrgjG8n8YIknLuyKs7A4+T4BnRXENxO93aSxqlKZnWSc/Oc7BqyvPHx28K5dQJ8hjNB4yKAK/5KN5p1VrPnmp9sScveOvdcXX9koK/9kCA1ZSJSAAAgAElEQVRl2rCqMk04BdpZOZkgUhIa9RO5kuz1q8XhVDjajhANUQmvewb7N9a79N+cmevnD69oy1rf/9bpRNczhtBiOli0Hv/rH1+CgJ3NBBSjT7A34WfOuP4d38cue4N1GW+4Af3oo3XQvei3YRiSA0+iRHm1InMOa51ftJ//ru4dxwZC0C9NM4e1F4YuSv4iE/sNVNtCEx3si4zahO3s/U1z0cnBAX//29+PXb1BVcYY8WDe+v4LvthqTS3DG9xHdmOT7pmEP+kPOz1Jp+Nw+2T8CcgIa8m+/hLswHqaT/tMZhd/JFAvflssGN/Iv37YdaqBx0HWyV+Rv2uXQpOn2lD0ZIf3Vj3Bw9nPdT7JXsV/0Hr/0DkJz790okDe+NllP3R1K/YSdNQyopN4Ju/FSxXa+JlszviMnb8b7COqgDf0R2Ckr196W/3wBrM6STpze2z26h7hcbbn2OOu5FL5lEbfsU7+17h5n8t8oXX9vUH/zCg6drkLOwFdx5p2AFef5ex6qpFW9+hJl33gxMwCEf5+ksTlRyv/CvgCB2ro6pbhuqad5ex9O62FnpyUOpvk531YTLIEDIE+yDvnqItZBvtLZtzGWgDU+f4NyLw+LYoHDg1X5xcwMeNmjuAd/g5thw6chKzjM5R4P8lk7OMPWvoeYF/o7Kns6t8SRKKnvuM+JnmpE1J3/5L4AB1lbEsrzKET3O9vc3Hb/dafk6zCtU6+lE9HOGcSHbjvKm44QY7gPeRIY8WTTDBY+WDO4XnJow28bgL2zc/jh5mKvq4Gi80yxS8zgJafPd+2v+91aX7bBX0D59i1mtNJwCs8sD7rPO+1107i9qytx+bgyFYVY9Mn0SXPsO7+CEI8TxEVdIlfFpp4ZTAz+z0Qv/KR92B/UnlPhePrJ1gckX1/fQy8t/UtY6T4QyzBXm0ANZXcXpvx178JyLKf275gjw8dfVu4Z1xXYlMdyUfCkc4D1tzCVrE/F+fniJisdeZJi9nX7pA8QCx1JXufX9341WuBL2UKdjbxbot4Op7Bnncw+fBsKY1e88aw4FUCpxwBtPS39naem8r1w/Ma89iAjQeIMeEbYyHgH7238Q9rwtgvW8IBzuVBy8Xq7uU1QAZaFkdmWF5OguHhqbEHOn4EHm1/3JtIGh+09lObHh4kFqb32zZSwZWw9mAv7JXQ7Sbd4T+Pf3tWVT66EXDQ1eGN713IqXNEzgQPl5e/JNQq8upYEtecYkF37tkiyfj4VgfYP3aY+06Ks409lffBIav/vGaCOPIRWyePD8iY5/Y/sn4UqlCg0gk3tK7X+DmuFVkEXnkTT459oDXzupVusx8UeyoS5U30IkHW9u0kG9PZ67UT/3+MnYeaJMfRaz9K5PL9H5cUJd4CECcDld3L/7bMzvSUSRMWYZKjl2yL+Fr8g03Q1QvjzyZu1PbqHQ+88UW3QH8e6c51zwL83S0Xuk2uFijGfiYbOp0MmUdBkhl6lM+VwbEEEsO6nZeAYwsgIfhQ2sfZft4dRz+fsXXPv5oIkfTOhj4B4AlIY9zfLRQ1JwFzJ3I/BAzTtnJshwaDFSfRY5Mx89wP8Shg1Q5yt17U/DiLEEFhhn5+eTsMkQ0YKR0AznqsBd8Gc2+67g2xjQBD0Qzo0YomzoS47/bsJ3vJrYpFPL8G0OozNpxBFaAifxvHxUI5a9EB4PtMOI9fQUW1QlL2FZkOZrgAYWY+L1jOLNaeW3EJiH3utwBwEGBb4N2gNbTU5+joO7eCHUbuNT/ENz90BgZ0gGJj/Euw3KQgQQQYzz6giwzWax9bOIXw38Gb1xm/5fhpbA6sq0Xss47fxnr4sg2QyS7i+g7QQGdkBBHg01yVYGGnJ37t+ejaVBcPCDxgUcuP5ukbpEWAklHehjhjVEtSB4AnCE12fxvfgFy01E1GpARq2pbZYJh4zB0A1vho/Y3yXIMtwSC9K5VykWVkhZ1kisuZN53N9a2QWWMAMWeFl3PEtciBdlpyb1bzGMdzhgv81pmYUWAJtnmOMw+Cxm5lH1/HH7dXe86IBsC9nXDtEc4EAMGCGCjorJH+njXaLDMqAAhwAHh3IojzCqo1j56TyvI4NHcFX+RYlNw6ztvdAbD9XtcY3jlrQp87ANxVytBy3r/8+U5iiiGztJ6fd+33b6/qswkGHD343NPZsXpGgo6SsclA1Sd6LjIQgNa06fVb5+JbK82u7tazOhCBHmw5x/OhExvQBlw6IPF2tI+8rExD1iatuN8BYFdYjkN6J1ypAjv6JslWWYDRl/w6sR/e24BzJ2P1GHw+T2VlkjxBgoT3bvRjy1fWP/u7AeAD1M2eoOd+lpiEzDt8eajnrSegI64joIDsJZEE2kDP+76qvOxxYKNhyC/d5qcjfyQiJiBJ8C3zj87/7J7wacecNZ+HHmBnzjCihVtnRp+2aDX+e6xDBkcdHZuxK+AMCr4d8NBS+KbPWuOdzE//yu6QnOx8p64gcIeASR7pNdT5a2SnkqxGPsAGw2etZ42zX0sE4YNK8hibJ+u+cr3367ZToJ3XWZkjn6VD7jNwyjx5yRro4ZvDdOY9PIizDD/3nPrayJG19bA77kDX0e3aN+u0ka2ah2l1g5jFQrO4021BgPG72NN/74ri1mW1Cy9+kFP6T2eXiU7UHaQ/8IrkumlrAA/rEtsIA9pVAFvXrRO9jnJoZIMA6DUC7uz3Dc5JXv4lRTr6Ls68eCDVEP3h+f0dAM+9vu+9ik/g87CuC/GPCOx1YoCDMUoUrEwEyRX5e0ogSwBvbBjptuGXdDTaxAZe+c7uX5vN9vjce8s/ZIdp4gWghmhw3lmpc385fjfw+OfTQpKP5DCJaaYB7A/t5/hDzJHq+dC9wIG3T3USRAJBnHd8JgjkT/APSYt5/1YUNljGwxowgvcZN9ekonvk0CyMaUm+o1+89tLKj08e9vPsCO64eoz6maQDfCrjAdMyLeNJ1RxzOf7t3Hvb4L0vPX/sT8mFANYa29pxR8ePfyqaxb/PWlN9yr4tAMb6u0OawN3Zhz6DW98peEb7a8DAfL+6oAMStvO1ArKPngEsUP1OQmhZD73fsjk2UIzI5jnPrXjngNDjlzF3/fuyqY7RiA8yYOEzlwZtu5J+5c8myx56xYZQ8G7WEPLRuilxuPUKdia2A3Rwkq6nBXjbHp0Q1Xbfx5EapoFQUpJQ2dPQsWTaARrnQvjqW/D30OTwfc50neebN9ZX41rwNmxWcAnRb/sKnQR6H1HCs/CVoEvtDwFg27mTwINwB6y+u+nxvP6XRKuudjRtV+CYIGIDt/ezSPoL8wT3SEJPfN2lk+ih+EjBxA4OMwGB1iPRW/H174Bk9HWSZ/TpI2tOIPVLAPjD5/SYd0bBMWIP6L0/1OFkdM+H/tatspdOYuAmC6glrt4FvvlaszqD+VsAuBNHs+/rO96JOS85OfS88jZv9R6a9jehCwx4bZXYncwnyyKdsTgFuFD7IbrO+ObIptt3u332MOaczTrJxYfWZx+OHCwTCLzwPsIB/oOm4BPoyq8re6Ar0L02g1/6PnznwWpz/N124MQ2DE8Gi+2gLvqwK/G3C+M7gRss1bJw7D3ZYZYvz3+65bquafsWn7jfwxp2oKrX9S131gZCd3arYGyyrEloj3VijbyuZYT4R+m5OQYw+bgLTL5oxnZWgid82t5yUomShZ9kEtqX33ITWb2FTmunHPX2/JD4hAI/01ZbMkcBYg13Xt52JnPtowiRX7r8xw9lNOZG/E89i0SBb0dOnrGPD2z/0fTzBLgl30aPtI18FqZ+sEWBbiu5ePPPrlXeIzruYFv0B/J55QsBUcZjPL+cbP2eiut037KcnMWGL8ER9Dd1B8HrwG5u3Z97l8mDeb3t4A3QTSX86cT3xkDQ9Tcm5HHIXq91JjGnO39Cz0uH8TncqdC6aW16kg011rvrCsU1hx81INlFBLNn/2zPyaZ43kGQ9+Zn6QHsRp6Xqt45/sw0FMyudTY69G2bfCYXmoatv+DVBNpfOtsbmsQJH1lUsZ1jv40Nio1HAPg+usRyTHGqWcpgKdO9S36CgsyKBw7NUXzywl+mG91J2mm88yc8Yb7ycXUbAH51xRSdv/x8knKmjfnIOvGFOzZoLZ5xHlv5J0eMHVudvZ+xKj6kziG/POcZ/M3ZtdqCU9E1mZct9CyUy1m2gjiBqWRw6ONA8YAwu8HvVqa0Wz6C4+OHAPEiQE245PQY8gv4ECjB0NajCAC3AUymEYvSVXDLRMVkVijMKULio9KuNqbbsekdVENr7IDyWY8881sA2BmJ41gyzs5o6XecYOgZQ1krz3cN6IfY5lwhZ8hxgL32fBC6eU7G+H7WGnRqmxfH28KiAsBdfaw5nDN/LfgWnHSAZAjemR5lNMJw0M3p5z4tvhBQOIYfQu15FtkWt5OnZ7Zw7oDCbeRDjlZSp01ZAg03MJCAVoLHCe5x9/vflwHTLUVH8Nx3iSZx+M9ZuQPyufXs80KqBpmbDUMv3mRC1TY6MK8zGeZszQ4umV4HiW7hfdZ7BAHZ38mSVhvcJ8D2BJy1Rh1U0BA4C4217QSAzly7g1FU1MLHEvppD/heISrIb6PXhs2VwU0AVIbX4enneVRv2GF83uPMyqkA9poO/9+G4p0Zp2U2h51MQlqbf6cFztnlr7qX9md5bwyz/JyrMIr0c6p39NJ4ZneVXOTrZkI3oB7DtTPDcLAm+/kCUFKloGvSxqT3scEBlFGvVZ8xd+bqMU+rGTu4T+X58Aw0H0d3A5vfggV0G2C9zvMr4HrOvdQaXUG9NtIbIOwz/KC7yPAE+HFI71a97BP7Q4u4dlgYIzyBTPYcvsiOU3FvQyzZqIAbOXsjbXmpIvI4Rwa+5LFpJTQkflr+S9WXPhxxkLmmJfUJUozMgI5iGK5wwdC7W8drfu8K3g3stNzX+7t1G+tk8HLoAHkdsg+Qes5/lc3BTV7L/QUa7TnJIftGL7cRX4/8+iO+ifdeTur6tSeIBb24Y8EYiLeTPGx87Bz20XP9kkDAGiSRJbrn75Mg8Xkmoa5X8HFBugnUis9IgJEx/IDn2ncdZ/EcDxJdx9peCRh6JuDEO4CUtoHwHm2AvMfDJN9aLbWtyfxsHwgIe8Yge2oDqJ8Z/D/bK3iWRKF2LnGEuTdgyAaH9H2fxXVkm87GU7sywN2RDdg12hd14GhbII7OVnzp2cchGfphTTtR7p5X9F6o/WQUG5yPOvBzq8U860pGf2TdMojtPzkW05FGckXJi81Pt/2YdREQ/JwP+IxGICMJmPd4N2jyTsrDzvi4fsDOznztxEBdT4UD9udL58wD207jHUfmjBP/M5AamXEfubJjfVfpNtDf82E/kD33XA8w/ax2AxWMy9tquvkEMggcn30f+Y6fZuB3EqT6va+AowJm/10/bmUyyrJ8g3Iiz/PGqc0Y3l1MSORcPfsZ5LOvOARKsBqgJgD44//NGc+8888/n8Q/HRciGTMAbjv0Sgw88l26cHiC+7FheI/5aGzwTgz7GV3e/HMHbZrWvvkVBIAjWwMKtOzrdcCHQQ4CiGN/dtCmATbsR+Rs/LkB3zmDa2ya7iJl2YGOaoNGd49d8U1HHn5RUOQVjFij6yRTDk5AtY3e2YljjOHFR+MvtU939tM0lN8kyv6Snhv71mDY+NNcD6AFUNhnYt3JX6brZYEAcm5zPImt+AejWLcyKO36bK/N2BJAyCg6WYO5x6/Oc0moMW1ORZvk955//ADTVU1/5Az+70W8x1+xfTjBkuFnz1mvLYFv0P3yY3ePt70149O/OhuTBPvuqMF8ZV/+Xx+9w0esyIcTHVYr9U5AuYFqeFrPvwPArnBXYvkBQFNREz5+V81yDvTd8hqZmrnsLAhgNi50xl7rCw20DdsJfswNAJo3dACsv3MnLM8h39q2GDvxnQhFV4tc1+frYrMvX2+3nZ/u/XQ5oTVubJrp4ODg3VaJd2IhYz/PHdmDr6EzmKN7tnOe+aDoWTR6Wud/oc3XO55HqRMfOBdHTOWa1mlhSONTYwjDbxz1Y/9jAsC6VuPQMqQzzDzL9tPjxz7PaT0ou7gDFKdKe2xqAOf2P0lAPvjfVK7eFWgkG5Fo38EZ84H8IwXDDGonSKzvSMBmzuYz+S6V4KQAzTccC/v1Wwc6bDKv0VROZn+3wGY5Z5OrD10bC3wHNJqXGg/5SNqb+7DfG+f7dtTgzwooenyhi4yp+TY0EB+hr5HsuO1Q9rB16tEJ8K4DVW9av4+o4LnGFJ7xwH/dZQrdqDF1UBhcLzjOYC+2izb5AR4w/04w548/04kkWH4CQZaDlWh3d/xbXvpOP/p75M47sGd6dbHZ8iPv8iKzB5PsdDogzdF2eW7mw1ENCbokcYN9Yn+b1vmubYvF1oNb359gqdtRLPu7FaJJgMu+psNK/Ox//3sTGsFqnUjy/M/4xyswtfgLCS7m2ekC8Q5KSW/+mflbDn3qb6+RyUf/lxd1UuFZh0pW+IZdNd0cvTX75usnaaPxMfEKel20ezDbObqHBLvI/3RCgVbYW/0L/cu2cgC/4g+aOzR6OpMJZxyddGhE1Pw8P50j1v/oPdY9nWil6aFre22P/p/AcWRunoR+5ec2p0+8aTqhNN23Xazvqcpn/ln/d+D+7tZ0zwW+sCzDjn9oRDTHkY69ztzfxzzy3ctuGP+yE5O+Xafv2tdjHBRm7XgTKBV/BzeLzFm7eWyEh/hXtvZ6R65QvNItoL1uxps/C4H0BPaHRP67Q8ZrTSNabAd0gUCeEx7t/X7hJ7aTVrd43SUn5viUxi04GqZ9VRK79O6fdUPYseKnrNw9fC6Z9ThLTwXwRJsneIQD3dmkZH21o/yuANUzEiDAKOrybANtnige0Fb2YETqinaGxeBuiVsrucoj07jb3nQGQy/kK3A1z6MFbRvMh3gn+64zzjpg6HcPAA2Bvipsxqg6zD9ClWwSvZMWgS0o4mBOVZuAfbWwHkWSdVqlQJCd6sMjBCq4uMadRzLOfVpZUWHzUroT4MEx2uBc9lef9Eh/t0rR9x1w0O+30fTtjIqfBYBheAwhBMUBR8YxJIDHOp/xXlkiS/TLGrfRhTIjyKIrZdQJFD97bcOP7AwZ1gmUOCDyOLgGDA1Yr3N2O2kBXLOWraxppcDzoQXvzyRaoGBiwExG2byLwJCSCP73CFDTrrPNYsCI86T0Nlh0ZRY+17v6soQrCqiNI5wF/U3jEU12ABhQLsbFrjcOXAeYOzECGmrHg6CbW5jRUnKMJM651H0IyLvFiJ+JQWP+GSNCOXgOAC/4RwA4WdIYjaxdVW14veMw9vg7Q10gBAHqrMB6rKGPtPvWXp3qSreny4JxKHx+zhNYC4C84yDOfiEfktmlFokPOD/i1gH750HwOoYTjolHWGvBrlEJ1UEUQOWW77qe6mfT2mHgPKkBIf9t+DPKMkCZn1FJDwSwLV+zAsNXWZBtTx2H807OaaB3nxEHHjALOQaPnKrA4bdORsCBypjXaYbXW4+t7knbqW+OYYNWJFR4LSpQ3QHg1jdt4NrwnTaSDQIhjyl6N/8/tGEQkZbolWl/t695VfuOEUaV/bfMQM9/Eo1sbI2h/ZZ/Vdn3bEQn/EBzpp/5v9ZN0HfTl/YBUKjti7MnzlgV3YuvIt/8mZY9d0Dydq50+Z04wDhtxPbePjzdsjN0v44YugTwEQMT+wGW4QxG1vMjwCDdIWBpuEIBEtE0CUY6w07rJv5v2+mVCT8BMBwx+KATigAXAAW6RS70rWXFDgRk1r5HN7yz+bvqpW2uBsX0fVcPnuqmZx05YiLGcxxmnDvW8KZZ7QGOJwDd7t+eK3zkvfVMxp01aapc+5XEi05uQFcmcKkKsDcIEr25rb0Y+57BlZfZ4Su7N8lJOw6OXmnb9Mx/AsydjIWdqHVAb4H2OxN5Hk4AGCArAbbIWs6oA+jQv/95zko3z419cio6RpaLNpqGwpMLtFqi18RI9GDtX0DD6EBshwUbkwluNh8GImnwpT9GNhGcEk8zFniUYOuLv59nbsJU0UIlhvp+7a3WknZNo9CgqyN35hG0cwZoal/lrJFk7oCyvRbIv3NevCXb+6N1etsfWR/LhQcg4nnQG/bJ7Qv176KFO9vcYI38AYOY225az6WdM3IQ+XSqXKS3ClRs34e9VCBXLe8gE21xKny3gudOlnC7zCfYlveO/Ta0cbelhWe5tpMJ9d03eYjcbvnQiajYR6zxreO6EvzWAXcGvm1MJWIJUKwgBLoC2mO/sfOwHxt8jy2zgAoAWANddzUpz8dHdQXXnCUHPXmdRhZ3Qo2TZeWHTHDx6O8v5yfzfGw4qFlpEUk0DnjTLcKhuQ6E5YxXSSUdLbIdoU4i8fMXAGLLHwVypm2q7aifnKkMfWjOVOYQGGoMogFV9os1/FkAWH83X8knGGOj7R7sDwKsocsA8lo3dH/bRx1gRu/cIOHNC8kiWzmC3fYCmg18x76gagy5LTvAMslyPfLQsmqUKHqODmN3IJU3+zkW0AngdeLBm8/ez6f7BQE87+/zbgJqPtbJ+uxdiXL8eevmPfM5Se6pSvz/+dgeHB2AX3VXLOoa6O2u5NU7Olh1gp0FgHpO11Em7NN9HMeL/saGwL4C5HwffbEd4o6PPmC+99E69I0P3ImiDQTHPg5elWq62PvsT2hE/oDk9LYBPskKRTuRMZ8B4PhxW1lq+SZ5Yz3Rgcf5sggcW+ZuI8l6Ss+YdD2+lZ3wIwnI8CpHaEF34EKMPbprzqCe4yYciBC+5CTXyCvhrySwtF0KgL7rtwlX+DOh0+g+8E23jH0+cvs0txz5tr40Og67K894J0b4G9uvc+bjjL/1YweAlWjfuhff7PjBz7MMxF+slcDa6O7CTOE/OgtyRFvrfvCgE5g9gcpB65uevlSREVC/53+S7RmEVm8qmRvDVSLRqfafdxnfHPnXMpn1tKYqfHf137ZLxZdt+yo+f4546yIN7InmU9b44BcTqDSlPBXsXezDnglPeHWsmY6LB/9/3hs9EJpFPx96ffRTJ6eRRIXdoncjF6DVxqeyPjKs17aN/Mm7jj2sYMr8zncKkGhdZQO2zylbAh+k38193Ta5fVB8K/S41026YgL+PJMA8Luj6nYoTTLG+K1jL59g1aPn5G+hL2hFjCx0G+Dxn4ix3HLLne6e/3C0pNe4aDZ6Wd+I9wMygXnq2Xc8A3uibZE7sNX7eQejGksJX6v4SDy/wfG8gyTNJHqTFAmNdMwJvMWJLA7Ar32P/Zb7oou151tAMHpIusa+zBzvM2vUPlh3MOv9R0aubFu5iPxIPMZK41X1C88jR78lT9wFcKwBvNH4dtsW0bWrB6lKb5tPdu8r0VKYyhzlCZmAg/I76wDNd2yk/cvGvZA3t03/LQC81dVLqN+ui/+TKmrstyLtF77aeudO8O9E976fn9v/8l443rNXkrQRm0A0RsJp4oGdtM5d+12+wca/dd/afnBt/BjTzYlhCNcjSXST/t5z2TPI977wCTR65PQjPF1MQCaDLkrGZCLwPCACfg/hxvlCwd0ZxnpOiGLPLLkFBOD6OgvbIiGG/wa4zmJK2GcqHwvZBgjvv59h8OyZLwT7rlgSgbnB++vdCAAYzAoDA24MWs/hFcBZwaSM+xYcxyAeQdSVEBL8MQCjAH/8/uMELJgfgFsb+KyPDKRvPeMR1FZicgaceTMZYXPz3SK6FS7PxwhnPttKIrTy04CsiXgA8skAD7j1zkTbfQlQf1oa2tCIA/LKhqoKgLT8mSy864wuxt9Md2ed0wJXVa3GFC9A63ZgUJDJ3oqDgOIWQHwDnm2sxRFTgD8gMVm0GqcdiRkoGckEgAHMdB0C9hjV/m5aYA/9aE4ns/UZI2OFlrp1EmAT1+sdbVy2wUEGHOfMYOR2wOzQj5M/wrVui0mG1Bj7bUS04mVeKL19P6D0Zlweg2YA2FbmbvkwRvZW9FDNGgEPT2yAK2dY3UIaOjoAOhVdz/MB0MO7uVLrjMED/XrvJnPNgOw4QneCSbcQtfP4hbcbyNVzqcJ14Goylz2OZ10AHDCOMNr191cwQY6TjHo7LzESxecns3KCaADVyJS7UsLvLRne9C961vP0jpMR+1y/AN4E5sfoBVSNUs6aooOy3u9gk77rhBSAIDncDpaKtiebPQGECtAPQXLm++5lAhr6fVvPp6oTnmH93+3A7vYeGW8DujgC3eaZrO02wDfJAEq86Ws7Y7wCwCMbXEnmWOi2Wj68gjM+xk0yymOsH/4ZB4y32z4YY5fA2VYJp23N0TkOCEWu3+A4+oTnHuNYG2V9nexgKj8wiDsA/K3VV1dQAJgalBoApPWNnt8AFpVBJDzJLshUF7W49V94afZ3Lntlo1fr61Q8C+gMfyIHJa86Oens/9hfyBPkix1OwKVnc4+z6ICB9Ev2sPXVTX/djsYJEtp6O2eTcFZVW5bfo4/ZS9mBHWw+lWcDIDb4gfxpW6HneyeYtbNPAG95PklIB4T2URfJ+mY9O2BkR3cSZhJY6Fb72TcANvRXy8fuVtG8iN6N3IyT3Wd4ZrzRBwR0ACdYb4AvbAfmaCDPdhJA5LY05Ln+15UetAXKmnRwQh1ZogPerZGhL4Mez9+wHwXQZX8Pix9e1vdplRQ7Sc8goIA+TbXIO0sewBBHvttwd1U8e9fOJHNtexm6ie0d8B4wFbncAZIA1hp0JM2vzxyVA4N+Rf5A160Xer8B6lQn7eNO4T8tCBWW3vNNzmk5vvSgMycDeFLVcSAvO/VbaUyUN/QgUDN8eGTsiqVTpYHDxzp7nyZYhxzrygvmP5il97b1aCfyAraTUBXA/B14TSUQvtDKE409rdy2Ym99yrffh+xqeaT7AyaFr6AXb6vpNQEH1rz1MvP+VnVKsgT0aXlgEGCT59KibCsosmbpgNXgBeNC/307XmMrkHUAACAASURBVAk60LgJrOW72BQH+HGHncAz5l/R8fgd5hvR4Nhq0M+5bgLI0hOnDfD4f8jt1g+H9sUf03ln9QGtEcU0GkxmHxrK/vL5TAjeFpTQ4bcEsDEnzr7SirL9KY03cj3vRk500mnWK75HA1TRX6kQ1L9JQsnZbh/tEPusWlrTPb6dTGB1yYD+TlXUtOY/a6C2ziNfulWwKcZ6eXyZWTfvz/NVy03ovG1jbGA9h2qZd4eH97pgX2ndX52Zxg49DOTxrMwhIR/6aBsLOu2A3Q1KYvNzrec9BlHbMW3/uQ3pJDRCU20/IM9Dp1uB0QA2vlTT8srlBcANmM9RDosfSf5s9yTslUPYVUF6A5+61pVYT4I6+nDvy0/QLYl7zIMAbvt0d9CI+Wyi2yaZYa+8A05vWxR/9CSKPHR/FxUQxCJIDI4nGugEEU9GsmWUKbYVgD3dYd4BhHSGIQF3ffsJSExwuxOUWb/GFpzw4m5d70pC+U/nzEKCLOWDR38lATY28CZdlFl/8IDsV9rIo8dCywO4gzeZD2Nr96dlGdVC4IfNEx24a38UOz18E5lBAsUrIOiW63k3OgPZgrwjAYsChNYxrUOhxzsZJ9u9eB3yq3XwwVOnMgyaYE2Ob1jJAENGCdrYPqNrVOlcdJ7o7blQ/HXrF2yATiqkU87ZE9vn+Q25hcy6k9s8LhsT66+3fhAfx/dY/wpdDxaCHGoZmbcnadEBCbX4rs5RrD90xr+RhdK/snOHfodo3SnrYQrZkLl/ujeZHuaNk5B5cIdHt6FntqJ2kzQ/fR2t2VawBrMMPYhfO9Bm2qojIUlipd1q0yk/M26vDvss+6syhQ4eWUcM6PotmtqE8LYbz5GEz16lo8wmT0gH4DP4WQ/wQpccgvokILIXnVgHn3V8xHOQbJIPZLA99gUJMP774NU/43ddQ4Csu3TmuKt3/EN4xgnCP/P53yROmc78SSHZBhCHKKazJnKGNvvEgzqptfe0bb3WUXcXCtmclkvjH+HznvURz19t4TmyDXqg9Tj+AT56eOudEIB9m4TlK3gn/nkWHfzP+D70+0xIeB8yT+tA57LuPJB4RTGr9Uh8zju+dfuLVHO2/dPY/aGj9meGj499Dv52tbDHfkKv34np4LAdH4HvOm7TNsQHZqPE9Ck28N4Ivx//Pvp08BNjgrHNbB04drjB8JFGo6fe+tJjEtYkfGnega/TR6rc9iLrCH53/MHxSW4MdZjiYFbsO8nkxzdWkec0C2ye0OQSOo0vpo/oB9tONIadmk4hoRF90NN3otLOKYpBf8deOzrLtJbRB1/ZtT2ghqTD4O5nj4emKJoiXvLLszB/m5HU9k2tRsSojpK8lR4VwIf5VElncCKZFgFKyNwaDWsqSfuUu9ImC7Kt9vr5aQ8KYYiEkr2WyrnNVGETreCmFYSN3yFE/30Ik2v73yaSrnCOML0Jc51uP+MZ42dG4/uMBRYfB83Dmf/7lqGVTU0AGAJUAJiRNNHjPGXu79lJyeIs5y9hyPP++SGA+u7VK4N2DKVjyIxCbgbj/tvYgNAz/xEEz/OwjXFeA9rt2NuZWkNxFPrJ9Elr8BsM6ABexrNndPXq9HhEvNAAe6p/E5hKZtl//6d2VFnDgHnp4X4cGFe5ZhLsWZb3MwDs78fw0H7YYR2jXXuWynsFxjYATOZU8xHOR2csLvA8Oy7nxkZYiKMDcef+ZxJ3ML0Vkp/poEf4DqWya73CHadT7+rW5353BX7E87/pDAutxU8CwFBqZ0i1EZj5+P+P8KXlXx+AHtv93crjm1GrNp4Yyezrq+qvjOmmJf1M2z0ZWADm91m1fc8593pasLNecUzjbMRBTKuK0EyekLPVBLRjSHZq0iZI6FrO8LF8HrCwz7ONLIFW1kk4wSrzRgx7PjLmkvmYBJWuxug5kjxhfqhK35fBqwq5aTl61t5j3Sy2Tk7oijaqtzrgfO8LBjvOKcGRAy49N3QAuFuFoNDVwrVBgePMYfBVIBHA6vPMxVgP7AHjxOA+50o9Gx+HckDfcda4/gRpqmIXZ/R28OHFOwB8r9F59ryrDe/jTGoL58LQ0iaYhDbL0QRMmfbe39rlA1q00/UJPrz1qOlI8l8gQCV46N13AJgzploWa5ziJ4CtACEJ3HcGe/Oa5ASOibNN1SZVzxm5umsXiLkzJ9GjgAH3upM5DJDRxqn5aip7tn3n6Jdp634SaKRLxhdpY7Fp0HbZs3TdMlBnetvA9FwyOgc8nn/bTuu9pWOF6cIB5w2wxqmsdtzzvA6iELxgDbsN0SzsAZe+dRh56VZk09AegBfPBpTBNm3ACz32M15gzxqgvDOtPxLH6mFnLydJ5X4fdh9cxTqQkYzM/BhfJaiQiMP+NJ3Flk9mdAeM9DyfnSo7bKpNbtnCGnsOzxZToWF5bn9ANkvuYn1uefDOGA7dosfbvkOXeYxDhNiW3yrD0GM3/2XPY2McI1e2uRNGMtaW4b5qnEICaBwxQwDlXnvG97ZP27F9y8UOzsAvt67qOUr3p1vL+819TyeREGyi0glg9ySekCBlJd/V7G97LxuZIN+dqGbb3l1DEsC12tE6G7TKwna7XI31PjMuz39P6tiSX9rYNV3de6Cp0GGkZS3BB3zDb8CjabAxG8nNsTN4D3T1Adpg25f+oDLx7f/kiJLOkL/nkM4b+234MxVrTlBzq8AkXjt5Y5JY4jPkvvc5UfssVbu+Onnh7+FvPJd2u/OVb++zye7Wuno3rYx5m/zj2DMJnEaPRjD0/VRHwXN3MsJrrtX15F63P/546178kO5oAAifAGWv8SYdt1+qK/76D+BsZNAC45FvDoyNHyc6ll4ngKS56wzq0x5SKtGAWOQCn01yf/vau5brmNu/nIp4gDWtvyr2vbaAf/qF1oYP8VDx0/ILvdO+Krqpjzi57SS/aJKGwRiQo1Q3N8/4ctFp8Umfldq+5m3ndKJx5rfJQj8LAMNf0K/lwnRMY/1Yqw9eKV8k1ZFqhU2leHiQ+UPPzB2dwd89bysWzpIPH2tcaZ36PmIHuUKw1YGfaW3fwPG9Rg2coudJyL39co2pA9/fEjD03gNoTyFAV8DrGUmEeM5af/xN5nkCROMNbEArzMZYrCMnUaXb0zbNvOTQWeD1X9vvbPpc2Rxf+ZUcNS8IfvIWJgRYtH7uVjYBmRc+MkLj6A/LZE0s91g/0jXnHPthi9lvBl8h+M18W97/+efiFV1A0jZ4d6A6azb46alEUveRCdxsoOx7xWUny5mGR4Y4iUn+0yQZMQau19zvAHDLNcZ29r3suKzH8rJ+78rv0MvaZVpFnn0HMLgWGiOA9UrMsw8Tu7YTCu0XVOeMs/9ztA1yi0B2t/J82cLD6+gH/FWfOzy0Dn3c9t4mlSQZs7s0soa//x75ftZ07O1ep7cNG9oPzW2iSl/zzfalwizzEJ9P9a5o6SpeQv519wXblw4Aa//orjEtdn95uk25kOVdjY/Bc/OF5OQ3e9cm69iemn/b3vCZ/m2/PTogcgjsJv5+EsOwHTme7eB0r1XPL7o2R0/C17Gb7u4ZPTYe8xkATuEEOBa8hg91B4CxQb5VjH8Nxpf/DuaILyy672rGtAxOcBtb17rmyxnlG2CqhM1rrW67oTvLsObZr+1uoMVVsiv2Lbquk/1ly2DnWw88/9MRcYc3Sm6wXzdWw/jNDxUbIYDM0TThzbWpu+BGz84RAkmA5ZO24nX8z5OIwKerzfnu0KODUtO1qBJ1jGtdHzCyfW4qw1t+04Hs5oO2H255YLuhOuA1DTtJ0kk5Gc/BODpwJLtQBTTTMdjXTZL37eehF2UfdaJN9kzrMAmtpuFdA/a8CyvCmPFT2w8O9pAENGN1jifmODzPbewxbDdkIuva47ptsB7Tt851mUc5c8/vbXe0fuuzvLPmwVc+KoGf753IY3Jb+5EunPr2ldykx1iWZ/3OMnYsdOwTs/pMPLjmrNGToeJpHBDCYIoGMuCg2xouUAhzo4A2QKABTxCDQLAv3sOhv2WUEYQzMDWGJ2AmggGD8IBXAzQDpp2sOC3QyUAmQ2oJAaLw5o2T2BsFYRAAxhjheza9gVExYGeQHgbzhmRjOhujqxmzabt5Wh9ngU8QmwAz1wUImHN8K+ssSjPztMwbeRUBH8HBvu34VqitwlELkzBZg0+6H+ERkG4CeBLok0GD4mGsTZhZN///jF9Z/+nBf58R2mNNQGQzusIAGxy4FepprzOARNNb0/C3FjMwT7ghwEZXTSQAmxbl3wPASYA4ggNnU7mKo0BuAcRzwr3Zewt0Z84lS5Y534AxNIkQg+4xNgCQbPSWYx2w5m0oL42GFh1AUOBP/5WgnnsABKAPsu1jSMcZjpMWut41ncwzCyEBGo/ROg4Wrfq8BCPIyLDivc0nrGEKCWUgPNk1Huo/IEizWLQQZe2+BchY88MDI0wFFLAXzNFrNS3ARR8C4bz/X87K5J1pOZcz93pex1AohdiVgJ7tOFViv27/aHmkTO4Dymn99yAKjOr7DNk8MyPzsEcPv4LAEwD23weo/FOAnAGM317nbWV9EoAI0BCeweDsCn1njIrOn3tOJtQY66IR2jl1Bu63Fm+HD8bYQ1kmoSc02EELgG7uA8zW73e2JTxEhd4aRTFq70oGGa6toKnwPLJ3qinZ96Y/Ej0MbmsdrgSkztANr6Q1HfsWGb0G+wEyav7M+f7XYOdz8398tmKAUK8HGWuzgHqXVJOSxdrAYzyRXWRDb5U2dMY64GAdGTVAVBtUrft9f1XM530x9ti30F4n40xV0NgvTeMBNxIRwICG5qFR5gd93uDrGojvFt+vdR8ZB++w7pJ5Wymn7O8IeoBcXX+CuC8HrfTPOEckcJHwAQ8fWiw5004a68G/zvSV8SndMEa1/1YG5LbWXVkrftJYf/13qqF4XmzKqv58niN9zp5p/6jmRT6wr6neja3QgZtkPufT95o+JANHdiKHbwev9+YYyzxvAoih/7WbTsZ0AcUAVlTy8v4zOK3byD19983+A3wjgHrbTzzz7dAl2SAOTta9Ac+2F8SnN2DnZ3mPqjryoQ9klmyybqdGAsxmQmeGJODoZ3UpaAC+Ey38pgqGYBPcDm54Kc7nvS+sqYZOFWeDQq07bmcfvQc4eGhnwM3Y2TnL2XMxWBOFCD21o80e9b6TGPFygCeA8i3DlzEcmTC2e965Otj64OEfBQlaL39LevLaOIEXX2L0wrDLyrSdF3QJfWnuuh/fa7s47NlvWl/tN7pVz0C/Jvj1eQbeJzCQFYhdH13Xn04swGFFj3dCSYCCdcJfPtkkyN20xPXIlb4nc3mf3RQZtHx0EnuoBK2/Sz/rjNNOHHzPLGONL9t+3AZOu/KJtYUuWv+4gm3Ge9bXNKfknPHNyr89MmTA6uWDDSwHYBrwdro9HDDx+T4Z7RPk8kLGpncGuhV7Aj8tr9V6dJOVIgvgXQI4DY42vxy+V2LBc7bs7s8Ea59X+gy4kfvqdCGxSAD47O1VKfFKvBha5rw+BxfHXoKedz6x70X7/1Ui5vOfOwDs42UqSEtw4OAZFST1vuraAgDlaxEAbhmJfNQ9nQAXO40A5PIf+83xQktD231l5dDqcmS//qYxA/R1UJuECwDJs0/HkUjiUPsVHvfQ/EnqPLjQdrCh5aj0JcmmVPh0YgZ2JP59Jzw2eP0tQEjgdce92AgQGfv2kksPvb+O+Br9TlLQgvpqOf0Q1thdi1kl4Y6iCdPZl6qhrG/ssPg+Y+OKt3HppkDhBP9kpfnIiPIB7Gev7ujES3U4a/xLnUHgr8jA+ADBosJvbYf42gIesdX6Go/fNuWuYgezQ5NI+L2mK5RIgOlrsQG/JcLgu7jl8eiV+EQjPxR60B6MXclcQ5+xyfWdqoh1Oy1G6eyGruf4EXeYuPy0W+fwu4IJx2a1nZMjoLprjpYDe/N1tuWs9e1HENAIJvhup/xKYL8CilnPrbRF7ur9us+V21NZZFlgu/rdKv9gNZZh2cduKX90nTEa+aqPfJ5Kqsix7Hl8nXTi6XN5CRi2vQMNB+8ouTV2rej9s0L9fbZqjpgqnG5Ib/05DaqI9gqQsV93tV94Ylqou0BkfZjgsMHBNwEk7xCfiB/5kMjI/jeO0fv/xgYjr+9gP+sb+l5b5gSyr05qzQMfZ7jLtx/96H06fqH8ELXsT7L83bp4ZfNW0H+Ms2xAa7TBeNs+M68WUcNXselikyITuI+OEODCWgftAXrtDkA70ZV3z/61b2q+sUw+27V47+x/J7fcdvfpptGBKe3L4EKqIPRejY34KS+zvuj9TkhtucP6orfDn0qMUVBY/Jg2/umQM+97vgNv/Zmf5vkPr7/4pXiIMaETuEe4lhPlR5cktpH3IytSnbtCooPV8ApjYwd0fycwtc31bU0sKo5ueAeA6ZCovxsjGjxpE643wfHbOpg/R1bqX+uypqPqgHrs4MJXmdM5ps3yMTpLdNXdl2xXKInWdkQmROC8O+K0iu0j83jXGcc8bwPAc1Rb67eH77U/7xbnW+GeZy5Gk9+302bsgeiDLujpPcVOvG0Jj3P2DRtvi6/Wr1Uh2B0QjV6N39XPbf7SNd/OQmZ9EuN4379SID9JtshGI3GA59/B5ZZPxEr8gOnIYPtjiBQ/hHUFs/DlzzWN+8H3wen/Z/tNchz9wxiTADp+1KPs9XmVEmejBkww0b6BmWZuZzDbIteIMKY3SMdh1fdi3ca7wUcq2wwAZlPvjDiCL66YmEpXCRIqgDH2WLAG37JoGUkzhk1uZ3ZMRtzLwV9FbXL+gsC4YnSMLEAqNhmh2sCKN2Iy79YIlsB4zjweJXdXP0IQMRBzHiqE7eytZ/3c4msClJmjiB5QKHNeEG2Nz1U4GwD2/ZWlRYDiI2u3AsDscbIYAgg0qLd7miyk5/zpRympxXXGiLNgchqGvAPA37KcI7C1TwsOtGHAuDDeKMkPw+JgsT4bGNB9L4cEYKkB4lMBvAFgFDT7/C0L+67I7Qr2DgBDpygltwuUEiNIMwQNP2klEai5l5aQq0yaF2Ocb6s5/Y0AZYRuhP4RhPqqDBjToA2YODV3ANjDs5GRtybrWtUKajX5zoo/QrYALowm1uEYLJOgEmcs8iItGaIQ97rNwOtKBie8FODMGbco3GM8VAC4nWjaNdL2UA7JcQzHnhdfClTvj9hXLcLsEMzfAN/inI4zJYPXgBaQi5yFrN9piz4Phs/f2a/h79uYJIOe7GYbBRNUCN8lEQdDreVHeDRnasUoeRsDOKRtuG01ZMBB8RMZ2e0wtrG2cuQNwN4t6ntd4Q+M/Vv+kHDw2YIodKNPg6Dmi9qfpi1z1dwDr93gt9fRRu5moUKTOCp0ANCeAFSgNz4AgNHBBhnN/zFo9PHaHYNhDCxdL/lrUH9X6lZfHfj8U5ULY8TmuZGntHfsPRpMxTqz2/51prznOy2QtPfodxkmOfc5VU5ZzzcgBBjeAbhvTseZ/zxjW0S/5TrPoTULxnIHgG1sqXqygDcqGtFN3akkYOa7hZ7Gc861HEei1007pvnzkePMmF/t/TUfOaOjXz3PZ89POyTZRq5mgAa2AoBnOwhclW8kXLC3pvnLXr/buOLY23AfYJI90/0EgJMAE1p/JUipbZCTxqQn2oHN/DrxpVsIQw+uVh7d8fn3dZbhxz5iAP3SvNpVMdhPuxdr85KZ2y2OviWgvJ3s5TOSGbPGbxpHTkt+3tU3+4T8RHWCM6dt8EcvJEAYOwoHFQCD/SW4/AJSJmhA8srJUH++F4CGk6h7oi9z7is2TZIE5Ow8Gf8GC9cp1nttU0072tXZs4Hih6k0QLY0iOEAY7dIVwLRyCA9uwPAzKlblN7BxAZgaJVMMs/a/7ED9IEeXoGQSUptRxkAmVZss1O1dXt+G9nmPH/9glyeBA5DIxcYLAfuCU4/oJB4iq4+qd5++y/ss+jzrraOXlzEqu3OjGkTLZDPPD98E/3h59jW22d5v8uG4j3tu9x6rOlbz/T9JKxOApMTb2VPXTYucvSMRXR5rYXHXJV+NxjS84VPbvmATGx68LUXwMuexsZS4GD9y6OHWDsl1cgmmMDOBj6p7oyg/id/9W6vGaKNnyWgRR8qkO6KZ9a9dWgSfbYTBLb8OarnWVxjA5NAegeBnRQ89ICfb3t1mIvKegUbSIrsFoj6miCu1s/tAqUrymQ2yHPegT0TmqHFrG1V3a8zuCQEX8bk5zFS/ecAfbM6PnM2FU5K6nY7fdnHno8AVPncAVbEsQqwbsvBN5+x3t0ytO1M/T3BwG1Tbpv6oSFklHQPybpdYd3yvLuN4J8Ey0iCZvuCnZy+46vgw9gUPB+9cs48lmwffofvpP9iz8de3CSzyAnAQtEjSeTBi+gMt/4qneeo9LBt8VRph/dGRlcQvYNn4eX5n+SJbE/JkwHY4XX9++0YpezNyu3mF+jldcQI1aBj3yPDzjnNUwF82xu0E4YPGxxsvAQfO7jLgPPGHxQY1nor4bcC+vYn5ZiPPz4BYOZBcIeChVMINDgLe07QBF382Qlv9+IGWlMxP76U9NTz8lOPMf7Qruvqng4adACUYC/62LQMVjRBPNYM3wr7CFtgj8T49Gew5Y/+fwaXcyolyNPpSnpI9JK5ISjS+dCytqOaTE7kh0/5jJeqSL0H/d3rsHuUtYv+XMP8TmTm+jsAfAxl88IG7e1zy/8aTC58E7kO9qNnMuZOcGv67fOpAbdPQFMjLvnAGN/2c8bgOSoZaPbSfucUWIArmJcHZ+r1OYlpj99ERefKu/UzXgngeuXgUH88yUR0C9F4P89W9ehOcrfETfvr+mt3OFidmcKHJMPqhbFdO5G3z4gkmRZ+zJqE/syLZf9kvPEFTrHTdQRPy/nFlN9YIDbv8WGrnfMtn9Hn29Fjj7iIrZF9xL6Nv/b2BcDzGrM/tPs2I6cqn6SYafNtf2flXPgtSWim18Hc4X2v4RE4ocdOaI1+XczhWwCYpGUSb7r608+fRewq3aWPd5eV2wZjj3r81p8VAF4saI8yQq+hzzL7yKIjt8dX2gKgdOvbymXNPTr0f7LnJhgLno9djCzGbzj4y8umYhf33x5H00QXH+3ex0bsIgr9LbyTNvqxvaPfwAjA02Qfgl/6vjozXLKt9RC8bN95Ck6aBrt6GJnWPqLWj85xyHHu74R086j4UzpqMJA+Ikn3vPyHQ0fTQti+0BxzNvZ2+8iJH73p7+Yr/K+28dMyfvj14jmPqfRE4iHQCLooOI339ycd6LxPJ1EmzAm5nKQR0+omi59q6Ik9YE921bqeA31SjNl4HfZ/cMSxN0hIrTHo2TdOgy3RsU3ahn9P7pl1qeQh9Jf50H5D/JNOmIQmTMfypaZbjX7fhIMpmnl4WvL/1QH2WdrgPMHzqUCHBnPEW9aWNUS3JDF/ujy4RX/kX599/UsCwAvMNQgOgYR4swD5rAI4h96D8RisCFiozwvgMRFAhRtUPi1WRkAzkVZYYbA9y4cWJg58TttMCKLHTYS825Z5w6TY7ZAnSJIS8lTYsIAa61ZRvJHSbWP8BvgwtBlDZ4gC8mdd0laCz7cs1ijVcYDMqLVPY+EKGLTwngAw2bMxDj1TAzeciZegea3jCAAy/tq4qQ33jxDZYZTnBZ3VDY1gVFlAKjvRoBUgG4CCwoBbHfvpuEeZ09qM+dwOk8iyhRhKVuO9z4M61DttHAhsYmw2YHhaoHh9c2cLcADik60zDh9CGQUXOsj9BB0YRytbAI2tAliQD+V6K9MOxrM3rad1ZpT2eqvNMpBtPRDhkPV7g+kNMuwZtRM0HcM88xnQ5fD/u4rimyF/9qGyEj0uAZiiKWfikiEbgOI2MGMUTbbygJMYz7QMCbiz59KRXYaBsYGKydrWbD6Cdm+tyR4IXJGU6wpmlJqBk8dAB9CIEYlilWGT1loS9KaPWZCb3/V173lXnLKGbex/Sxr5MPrHQNH9nWmJMdb0F4Mio8MIbSOoK4o9Vp8JyRk928bwBBkFyEyATbyfDPjIJn1egcpZ9gQ6BAjH+cd51bigdf51cPpJKsl4Y/Dp0W+AP6Ca53852qazCkpxXibz51+MU49pXs7a936QZdkGpe49rR61Fw68xLhrR4b9bQMWvei1nmoT/b15de8b509Bw2mJpmDsys+pEpvMXs99nLiTIKMA0NALtEnSRCp/soZHnkxbsaxjghEnE3pQVmedPgke+rezPdFtjB9gB/1ioxrH74shq68wVL0XBxh/72kqJsk8LdBQRqLot7L8TJMPDbE/Z2wveR4nkw+AiddANPb8DRuJa9ROmsofrR0Z/E3/6APROXJE8qo7dFChYLo8vLFz6qzvXlfxYBID3l1SzBPPvlKJk4BjgrqA8HagneGeuSlAu4BK7D2y0fO8BWW5J2MZR61soDsAZTovABeAiXWSGk81euwkksV+lgFNghLyBqfX+3yCjTM6JWU4YaUSLcb+7BZSrIv5fuhCPNNAX+vkyFTpuBDzBhvXRsoIFgDwbyNXT4BH0x77kPWmstx6cYBpV+/KjtXw2n4W75rWZ74zSACf/z3JiFlv6DMVSQQiOzErjnpk7RuI8gxfSZMn4F9neDVfJyFpsxaQrwCVDr4STJPjN/RmiroAQ4AA2/Fj5yCTff0zXs3/VG9JbNgm2SNgaOvGHiIHb/A0qxg6bL3CmvB33hue6urp2DlNK/o9iRMr4zuruJ+Ztk5DgHUGsZ8x+q6BAV0q2nBmvtd0KvHkJNLicvQBul9z73PyCDy+7dCVhZHDM0rJ7wtxe1Wwy7cZfm6fp4PATA99SuCO5Czvp+jtRPTGRqwkrN4nGPacHzfB/jvB5QQgKwA8XDMgZBJ1FizcxEb81Ozt+tBLjyNfBSDM31vP3zTRMst/KxuEuZFsTLD/nRgYUBU+7XjpNxAQeg8P5Qww1l5gsQAAIABJREFU5hF7G/twE8WocgxBWzMPbU9bxgrQxQZdOmmbMtnvVPbophxTdc74NM0svbUP3bwxnHm+4hZ84lOVqeDmM1Z3MXn+47F1Aha2nhdt2uGdMxcb28C2fAf0X3aaeEm4Wek/KoDRrxrwHc8++qh4nP08yZUWROkkha7zVyMDXeF2KlR3pah44RsCugQgGyCNfRKfsTuYAGCDrdzJFA3Qd8VN5rrVwHq+9dnE3D4Df3t26453uHL0gO3p0RWm06oGx9buJNnznKmA93o9/6EzS5LgogP1aV/RCaZOcBt/s9Yf+al7SJCwz609KfoN/rRtDnW9fKr7yCv81/Bk1s2sVhidAwEXviJM7lRXD+3Flxl7WRXoj21s+Tr23Z3ww3s2+K5E2fVtNyk19r/9hDGMnKCBkyG/QmMenoJO7hbqmlPrtpNwMess2qeieW2Z4fhZm16f9mfaf9yA+1apob+EL97ANJXRelMSTzQZZNEQrX59HnwHKFkC+NH0MfQu+mo92QlbXGdeHn/RNFI0lJkvPst+UJRxxvsMosHv9j1bjkK72CtUIH7jm06Q9CjKfj5ztZ8iuZGRSj7dFej4ZyKQ4L7x4Q9+KpvtIRg6D6G/aR+bymz5vUmWI/grWuwqOHchPMkVsV9N36WHScDg+w7y2P8de/G2bXgG2DZ4YOuA0wFs4CHz+oNf+N7LhuP+DtglKBK7kb28k8QSUF8MLfSy9rUTnCWLzCvvOADze1VMT3X0rpH0/vgyw2+fcu2dZEayTcYNrj7tgWftk1CXv3UreuMG8z0BtuxaPp28idzGD9AwOyHQezqvZ0nuLm9cj3z/Fr8AcxKdaS2QK2AjMW/Eb6HjfidypTviaW1VDEaV7LfrT4X2VO6aLuxTUN27Mhm9/kqoGQzmW8Jhv68TtHud4QfW4yQ0ToB+g/Nv/0/v6/0EpyG+c/CNsSskJwiaafx3B87W46x7d+qgmt8Burn/7M9l3zW+EH85+rcrbFkP7RcV21oLaPoz4XRwf8cH4iO0TRQbU8WP0yKemMp0uT1yZ3zVQ+d653NtkiIWuwtNJyG1K5DvvdsEo9FVzwWdHIEuxSdgn7vA0LLkSgDP+0V7JNEsTqtndEEd+P3tb+F/N6ZF4JMEUd1LAmpjAHQrY77wXGMBvRbgGN7DUUrt/zMf4qJrS7z1NAFqt4sfnaB7O/4pP5sunUksi+8HPUpuOgHNiXwkhiY+iXzHnhWvf4utauy3vKfIS3QnLFhJinwcAL6zIKQNtpIGrbjL5h7WJ4NzNzjEGpBAxmYAxM244QntWHVgEIcDB/jOmJUYPQE+KvOOsv7FyrMFlo3sqRSEoLsNYgcTrZivDIcQBcbcO1OXIPG3Hu4d6OsAcBMexpG+62yigIcRPquUNC9dmCckYEfwLl/aQDBAvC2KHQATuDNOLBmAy5wLLG6lXyo5xQud1ULmHvvbcznENBbUX89ZVuf6q1WSCNdniFZrFX2Hk8CzjsDxmUgos62GTMZFhGrWY9uLwVAA5A0i4bACgEOzWcOtMiGzgu9DP1lrA4bVuquBeAS8FcgY9tnjdwD4G+Ash1czfFcN5p3fQJx8n33qTE3mpDNnbjC1DUnzmeYzzvxm++3uau0ECLLvZOBpPhGq2xrBvFlZUIzDBsUYmKwJDmY7sLQgzLxyHqpjdM+H9owNDrYBredQTaDAqkiRZyOcvXcDfp19fH6Q3LAjIOPsGeBd5b6rQUB227XKQDhG4RjtBID7TDzOhEI56pl9ZoCTqGT0DGhqqGFouuUocqwDw2SO9Tiz9pNZtBiZL0G+tnJvOZyKvQBggKQoqm6TSZCu+Y0giN7TxjNjY56HpqdDwX1uNPyTvd8kjEygzjAQBToQoH3cMw6Z/zmjzSQ4iTJdYjKBqHvttDaAkUkkEOi3iTMZV8Ae85+DpWmt3nTGurFv+pvG2cAfmYkNEG/l9vVOGRcGd6a1xwSAGf8tCzmr3tljA4b52moNrDF2wKqD6PBYgwyRxgHD2uDFcTAwNa1vAFCjX+Ms6n0NbGDEt/Nmx3XOwm2ghHm+tlCjGTmRKpMFOD1Sjac2gCDwrtnIfp8f+GYWjUNAQn+sm59XUCFwnuP5ZXW6Ep15aM0M3j17tq2bQzN3C+ezlgP0aP0thwmCjz7JWacJXDNXglb6Hf0QfoiRb5BN8nX4/IrL2F4AjNX9r4p1y0jWS3ZJ9G6Dza33br4iIKzt+OnZPTVHz8F2TObnc0dlH1tXG3XLK8yvmx3+n6dy6N0mcGyF2qPWJazPt3Vf+yy82AFgvZ8s4WPIFwlpnJAefweAf7cl+h4Axh48joPpcTvOnGea5iKPSOZ5O1ajU6+KJWxKxnkDSJ0shr3gtcqSh5dHT+z8F5juZMpDn9ZLjwNUgUbTwoDWslnaJo4e2+ARdv7ap3KCUzmIHNC7DL71Fx7ztrP1PN6sfYDvtauGvoaQb717/JEi9E68aF7kEnQCZwJG7l8DmYt9rA52QAH878DB+2z0VwtD8/3P/LDw1YfcFXA6+4tcIfEnskNEPY6+1tfyYOQA9pUfsIvS9jnfphNKjoNRJ6kbOMz+BDzsZFmPxfROy87RSEOPbcfrGbH5sr6sfYNcW0EwLRxrnXWP9HXGMn/vpi6T6GfzYGQRAIzpfc6QZQ/03SY5hg/uzz3fzIGErZUnzIf7W86YBgUmPfvTdoXv0X9GF8PDbZ/Ax80bMUsXLAqomEADyRkti5DZ93EuBwAdf+BuzUaA9+gYB4CxQ9nv5ZW2HbLe79a3yDUf+TCP6cqce23sg4x/h1zrwOi5/mot3evncYwtf/t5vdddUQetc642ejLPapsdvysgTndn+hYA1jUdBPYeGb9ZnuEdacW6fnSPFd8OWtS/t7+45xeX7jVQlYQofUjm7Pmy103PWvMkSm7CwWs8A5AeWi1/D5lMUI/5HbBaPCF5U04G8jTfLZ3rXhKK63LPHb2EvaM9uyv+LNkvefI6TqQm1QFg1JbeCWDOGjam1kEbHtWBPea+AGoSA+J/p4ONZasr8BezwD/HHEbX9v5TSUgAeEF/yZ3oiVcHiBIQd8Ki7Q7f07u8P9++Jja4AFMdVeF5vrftPKvbAn+uzSa184zIjE1mDg8lEY5P+DM8pLFlntZgpp9jW7ozWILEAP92T2aiTavgP2/Q+I1rsTxm46F5Peo+ouY+euGbDXFXP7VNwTwlT+maxHv4Gwk0Lfdbd4Q23/aFaE5ygg5q8aO2BfmrSulZb4Is0Vm7x+h4yT9s1lMhNQNs/1FfIa8WWwzOcX/af9E+32c4es/ZgPG/SSxkT1gHAsjv/Y7+vRODwQVMVxVovTF0Agyxw9auSUJ91rsTz+gaBX13F0XTtoqeRLmio2kxfCcHnLW7kjOZV45gWJ0S+6OxsVnlQ8CRn207vCs3t9vE6bI3i5pqv00wZ//Ch/NO+bpzBvD5+2x1Y+uM/yPR6ydHR4Bftd0g+mh8Qfg6WGLz4Z3gYzkwwaL7iCvtv/RO22AUKPW+k0zfAeDYZLUXkmWdIGoC7vVfDrj9oSMHbP8db/vTp7Uc3OcwN30D1qOfxW8vv2xao2trb0zH9uXzd+m/1j9LM2+7H577U0UgQ2eyPzsxigpjj8trP3pwkqXwD7xEl0sGTpxZ/st6B35PUdwG+DtBJwFpYhXBYPggH7Cv1qeNfmnZ2nJK3weXTOL76+NONhzp8sa+9jrkxujph0ZyBvLbLsx7NohPAPaM30nMqxe/4v/YZs87usL+TlDkmQSu0fn6nvXNOmVz275onKvXwkkfTtB663Pvr+zSiU+iW2wKCScdX65jYB7HyEdiaL1e7FXbD7f9H7WvRKR3zIb3K4YR3o192h2abv7weJ7n9EdrxxEWfI/d2j4vz3IAmKyoY+R7oy5rahaMh7YAbAbz9CSER1Gk0ud9eLOV90U0N6BxL3w2bBTvm9yHGEKoHbhGKC+AnOpEDDEc+zOnLxmYmc882xlXlcU8f7uH0wyjv5kIzG8b5sTQNcFZQGtumyHSBBnHznTjT0B+mH73KRlvy8AxCjN2/fvjhyLLGI552AksdkBWr7oCzG9jd4mOtW2A54RprTFW0RBUerUYPnRFFtmboKna6TXuTHnogvWECbePviq49nwUKhip4Nb9d1advouiyFtpwyu+vIWy3retLRdAuseDwL5ppQX8fc83R4T9/7eAf3EZ7dEq8MozScTod7JPZ84y8B+F1NmaFuJykafVRozd0N9tHGM0toPx7Sy/ZPqHfzrw+TpDcJz62yh/Z+KjuKIcnSxhBbNKigwY5n3z4/KkDMYA54d+H3rF0X7vVd5LUEEOjDoES0weEHVkHi2AknwBzwpV+uczki3wjwEf0Bv6bLoThyhgjWGlQOVXmVMGBEqAOTVt6TsnykwF512Zqfm1QdlnPq7Rv/vbYGfem3m0/N73Z0Tw9Down1mjN1DNXA5IbFASIakWeAFXDygzNzRoFkcyBmO3dMm6Z9ynQwVt35wQoRb2f9mAxJHhXf38piH4EtDm7TSMbBlwuzPNCLL2fQscB2z49izvKwD0tJRaoCvBSgPEJTu64jJ7tgFQAEtAso9A0yTj6L51biZ47hbBG7yjiwTrw76TSdoGccygOM18vskYy6Jpn/MNAOm9kIzpwC42SQeAD//NMQHQL+BTWpcFAKJlF3Tc9pNsjhiOnN9K0MwrfGyWO4Pe+4f+fgao6gw+qnxNUCTBGh3ZAdguuU1mdRvGAdcnAeGRRZ39+C0QFmM4NpX2nHa0x2axUbIAL4HZNoT7jNRb1/EcwIYTwCs60vpmHJGz8KRtmnn3h12oBLYBY7s1EfbVNznU8rWDwO+Elw0Aszets6OHYtu6CgF5jkjqANJjXylBaCtJPgPAndRFYoOeiRPrcdb6BEDBRt1EQI/V1xW4P7rzDgBzbZ+R/bO1gRZpVWq+V0KMdVhk5MtZm8WKvIzzzJqlmgxlWV0NqrPKBoy3Sh0ZdSczLIBdfoxt7WQmUx3QMuHIItM8mxb7VXMyCGzncH6uZB8CWw2cJzFv1uHy0bUUAY5Gz1dCocdxqonQn7ThDr918iqVVWOivQKmHYDDLoJuAkSTYGUpEn6m08DYttL3qrLy84fefgYI6n4AGslirbUr5p6bW97oOQSAkZ/vvSDhVoCxzr96+6OAfbqnW7oe+p3g57cziGnVtfS7oCnjD131+kjOfwaIJYdsXwy9Q488W7QSPYnfFj5Epn63Nb9RZTrk/BMoxNzja2zloHXB0F/bCu9ESd8dUKQSKe4gMO/A3qDKBb+gA1fRx08QT76EE78+Aa0NgkqYhcZJONW7dFqCedEVnBpfwO39bJtH0+7odehU37VNI1oi4LAJ0UPYs1cvW9tz2IDmsUuuM/Ogl7xvExFv8B7e4wgNybxXwEfJL9YbwRmyhm+f2DbcnDPetvXSotYpgdMOnHUA5dBn8TO0sc+8hNZ3svS37Bvj7YCqacqJW9vFzHymaqEL08G2AijsxPTQXtYCG4e90n10IPLfjbkEb2He+EgAy9mzTTR8VUBXELiBeMv3ZwwUBnSSK75kknjXVmvsZM/Yi8zpT3foeOEpM2f7uM+jsde72vrs5zwzCTvhtyPjyza47W/vNNs9FeLxqfPkTiKA1mP+VQWwKz5ThIHObLnIemPHt095B+eg3W/v1nzw+SV7LccqaRAe073ouE4gei06CXNarwL8AfA5duKutnHgwEGVqa70vviNx4+OH7xVPti/wZOiz75VGDZNd1A7vDXV52oJeQVcXvQ7k4T2vPbjP50EI9uDubCD0r0+euaPH1nfm7eXf8LX0Jrl9PMfZHBslfgntl/dhnfwlONfiFap0kvyuTuEGKCP7khizvoDzSPMo4PBzKNpC7rU3+6Kv2Ezy9bukAA+wPN4b1qDB4eJjEsyFPqzbaX2z23/luwzTw+f8g7kotahq0YtY+bMZPQ89zR+gaussb0KDRxw3wKcpo8XXwy9NI9G/gRr+HYf/iX0RBJ0z529lJ+SM7A3gJ31AsdLRaTmuG1swV8TuPF7dE+NSWvVFeG6n+TFYwONT/0qtqizTlnHTro7wRPjhUlM8mfW5KaNr+sqbFG+x/jxmzAjIRtGPHb9c20H7v23kq9Hvwxe2UdEhC/T5UzyiPVHpva8nMA9etL3XTLQUzyjuylkf2+fWdfTJaPfjS30smmeX7prWj9nlvfoFD/r+W9X8h6e9ZwznlcAWJXOsgXsM72PM+T5tnueXxbvi311x60kRxKc1NU/DwB71R86SZJYbPHQy8h8d1+LjLvpt7E4bOqvqz5ykCTYOwj8lr0Z7/2JzMmY4qd8Vsj3HtzBTBIk7w6N7AMybfXeFsw4SWE6DHq9ngHfGDA2I2NoW7Fxutyf2cVe1JxoWb+Yo/2uyv6Mft6Odc1fwvP4dLLa8UPnaMxzzdDebb9SKHsfhZp9QzZFt3Gm8UtnT+tn5t78SeIJ80B2NhaCjLG61X5fYd1fnuzav2GYY3SJIcQDBQyHSKZlmZV9ZtxGBRuJoreie57BWYp6OY6vJM22kSnBNyuKkvmWUdCEjACI8wLTxfFJNmvAnBhVGwDW8DmseTf6XdHUhHcCWM8qAh61wnI5/hgAWei3cX/3ML+NA42f9hbdko7MHdb7NnBQGC1EGTcGYdboFweAIYRXxaEX4C0gXhmx+uuA4DEe18h/t3DIfq9RuWvA+DXPHEJdgTwcNT/7nTG4780ufVOs7MM6PJvtQaXJOoGhYQLAd7UtAqIrgAEp1kGLk99OQfYlLZbaAOz9Yl2yP1u53PTs+eW/Y3BvuT7X4dxmjxJA6OBIC1IZgl2V2GsYUPnJGKkzfs335fcnW2ucbgusdazN7xUABWy4n6HrcAy1Pu9AxgZgtW638MLghIeXVxMgzHx2Bftn+ID1BpxGYHpcc4YV8gFwiWpODE0MtCO/Hn65A1oHQPV4qAbdFrGsD/wdsDjVrexRwInI1SOzpmoLwwoH228Zg/KTn8u5HOei98XvHDA7cwQseBv4Y3PFqTeQtwErWiybDgb477WllYZl27Q40eS6hdnZz2fjkN9tNLajdIIxr/ZI5SjIERi5S6KPaDcOT96Ulr7JGIc+aBnDGDFcoJuTVEQ3A2eVCZR+KsfV+tH7kyCBAYmnPTgJEzFUZHjEwElyw67hN8cw65kB34ZDaOWtW9oBchtKOU0ThHJ7GD8w//Zz+1ke1TO+BtqRUU4seh5LNrTnOmDSWUjPaiqhFfwiuDB7sklQXlUbbM2/rAPyd+V8Wqh53Yq5AdSXfmJo7/3vyqpv2e3ShV35fAfm22HSe9oIe4F9nnvOrMS5OrZIffeW/0t/3eL5zrB0i51nYEkqyed/fz+JBwYNPrsVJAi43Vc0MvZc8spG7gQKTafzOTrLc9mxdVJdAwm3nNXvgEidFbkBqABh7XBiA/Es/u4K0AcARy41+GTqGR7vDNE8a6pyFCDQGXkCSk6lU/StQYo6oxYgl2AV5w/mPeiH8Bv6/7PiJevFPLoFVQNOVINqrfW9zwucfczzV5EleBiA3PpCwI3ng1xItu7KZ2TC2y5B/ggQiFybRB1R7GTIt23EWrcM7rm1vY2t0ueqU3W4HS8SNOsOJkk+ewMeDap5nLPPmNHIp9UfaRl3/ATrrwmm2njKXPm0fNZ4NHd9Tgu2sb9JjNuqoTzDlStzPhXr1eeIZ40ypwbOv8kpXUO1B9VYrEePOWOHple25B3z1+cHAmbwE3O2DHoCcKwRYGoH+NJ2mVaC4x2Ocyta6DbVcciXjrBZblrBLoanaGGaM0kzOo3tbgXH2iF3qUZM4DP3fCQrDyV9ZME/37+PXNkEPvwEkjSyvxtYPB1gxmHGRvseAE6louw9ngcd3AGuW971HrJn97/vxOh3gmnkpfZs5QayFwDd50nNQ9GPtCRNZeMe/4KvQJrymY/3fejttI7tyrQ5x8yX5FgW5madqeDBsQfiz+B33edK3mfManpJFg8N6FklJj8ANJ2D6pOHzP/5XwdG3AKtjgl5gY9DY63b0GmbkBcfF9r2jOuGI/9mjvo7clqBkRzDocTQtP2LTgpf6V6By8ESfrWdKvn3V4138ZY8tz/sb4DSPPtOjriBs6xPbP5v/J3E0Pd7Wv96fpa7y9fmpyGApl8CBJqT7ObYf9ti8Z5L5EsIj2pD/K/bfycAnHdHjiGHGk8hcZb1OWOaoEADfBo7/gLAWxLIQ8P4Or0Pp7rutNh+66AuQIgdNjpj5E8no7MezdOb8J35tT2v6+/qYgO79juSLYa/Dy5xH/mVgKdwDGzDxWRucPrmcdbm6GTRheWi+IUkm7fffsvA9mU60M1aJOgcWwv8womJI8dOAPqyx6HPzxbTWwH1SqzTKoysw6foBCaNodtNkkCd0a1dcgK8wx8cM3NX4N1JCtDubQ8sjpgAsNbvyOaRlXfAp/mq/ZNcF/qkaONlM9mjI+Ew9n3TFzKjK9qyn6ksP/L3kgVcb9nz/F/2PAHg47c/3+Xsw8FtbTSf4R5/2jph/hdZ9nITP/jhxsm412swNmN38CBAwxpFnk37fyUTzZm9yIO7Re23av9OytF9sgXtt9fnzMkSYpMT9pgXEg82+RustHlae9T+ihPDdLb1BDBvPLUT63Tvr6oKLPGvNcIWC18svsXerX28QZ3l3+Bd2FKsW5g6vh1yX7RKgAqZjszFnu8AGslflkMT6IFnLS9WFJ/3NL6nazbZqo62Kt0mfnAAuORLJ2MyT+jsrSunZS8t85/lw/+kQ00HgG95E3t+fMDTgXXtAPCLFyGZrsd/ta2xSVc8TyKgg6NvfHL8n0mctUwue65tJV85PMQ42yY+wTbL7pVd0JNJQDiT/e63nWhJNTJB11F80PQDbb7xvLXPKAS5Cxd4P/LK9rwC8LadNyGyE+xE99I7jU2IT9DV6JkThyomav7sDjgHn1j32GsBdgmPtDXGESkdLF0/tOXrxMCIi814sKuyjis74eGWi9BV2yPiqROjUqyv4j+Hvp4bFUw/58H7oTnPW58u+kHEg3+0btNCMLdNhIqdix3B8xjrHY/iPmyUb/GG6NiVr3cA2PwkH/mxz/GVXvbvS46F/+4EMo5cBR8Qz50zjSdhIXPJTLQu2Z+1tbE1G3/uOGNfC42vrT9y4GlD9sjYBf0RXDoDTB8JIRSIfpcz5nPA6pD6O6OErDk7mFXNgfKCaY+jLXp4FsmOERbeODDfnGg2F8FGoCHfi6jSZsQVjI8cSab5ZJE9K94GS1d4eFxmjHeY/DbGUD56v/+n/9iB2jPJWlHquTiMbArZqJ63pWHONujsIDYYRXCC0DLoq3XYUchkyU/2Ko7gIfY5P6mzCO62MxAyju8xCKU8SogdoH0cNI3tZxVMrAUCgGeyXlbqY//EKDRBDGMTvM/uwugYj/5uDMgEEMehOhIhDKPnK5v8KNxXj/08uwMIBLZNDcMf0C1VTQCZOUMttPM2vla4kZEybzpKmb1pp0nX6NkoUYQexko7nB2AvQFPn6Uimp45mDu+gAbQ5DGAR8hQLc3YmL+dbxxXOQl2XrPumr+zW673/Pdp4yHQ1Vk/LzBpkko0tgkSCqBvIyD7jhGzgZ2WO1nX/TCXO/jdAX5dTbZgALw4IM2rPBEa3oBIAo8B83PVrv/On7NQ/fwR4BhYZPBYhjxrKIOjA+VdNUEArjOsG4BoBYj89X47Uzj8pbaoAC7t2DDHYwhVcM8BlDKcb4fhPqumFZ0Nap+7E4XqowOeDwFFQMHQ1QC8BiA0zFQAaezdHnr5H/mwDjD0mueNHKiWRSjKbuEa3s4r7wAee9pnBC6oloAvrcD0OloVCehmn/Ysh3mHeWsTlJpnoX+Myt6XjOVN3/yWDhJ7jgiODC2Dvc5+wNsZYH9+ltULDxNgoNMBa+UKYvH+8yACDSR4MC8ZNXKYBGi2c/mtBVHPD5pgT885bDamkoQUOiGIK+Zax6GzTdlH1is6N79RKUF1qf4GQEyyCxnz8K+TRB6+aMAVe6gNTiXWISdZM79zHAWftduVIqU/DGjOmVWeo41lsnmnq4aj++vQBaBJchadV1pfen10PMeRpQOq2zEkIzWJHmvjRP/pEz6cTPxZzM4opKMK58gFQAMs3YCbbgUYa7oG0MveTzDPcnNdntAsIEL0raZj4Pa0Tcv58Z5DtUJyhmudUQR4Y/thgC5aCWsMWisqtaAdG+HOsQj/9/q2ztOI0bWccZbKyqnMHdsR+aElZp6xKRdYJwCMM+CA2mSo6srQWDJes7bZV9lbPL/pDzraVlore3Oel/hr+GPW/jgQo6vOeoyeD8iM3q4W9ydDfRP+4MdTLexnKlE0QX/kM+cl5voAhPpQud829Df7qcim9ikt4qHx7oCDA677LBOHVzu5Ke8PLQMQ+2eJhEaYtIrDz/77CBwD8c/zBcKl08Y7eLIJZiubGC9+yz2vjDc7ssl64Zn/SR4Uk3YLNNEutoL0c/OSaXmIO5nsIvx32z72EVo4NDH2IzYTR2EsvY3unKQx0+bYk67QHgNR12MDvABy7V85yb5/RUTZY22TRaZ0gKDHj06Gjs/aXPKZv+te/BmS9mS/7V5vsPzYVfZtQsMLxL+rabBPYy9O8s7Imbd9EpCzkwFtm5imogfynu4KVWdwzWZJjqAPpGP181+SL5YhWVSvzeiE5llkNAke+LHijzNnJYVNizoy7BlXJ4VIj90JWehHeCftQDvwHLrnjFo9N9VlS5GS39hHfq/b376THDeoij7M/bHn/Mpdh+LprM2+qwHY3qvsxzuxeY/mqAoEB4BXdpoPxs44eyFb3i/9DJxCs5aFc8a62XZY+daTHjmByud5vxkzSVckZKvmRAct31/z6C4KvOeWQ34F/vMzDiWyuUprznbWFEN3y6vIf91LQAc9S7JcB4Av66miAAAgAElEQVQbsNY9bVclqT57pIR/2cmmd1dYKSFl5W/7/1SuaqydXJKqNnzR2PGNi2w7+exTy/M+YgyRnHmHRg02D+0eoP8ZtyvBRsa/OvR4b4M7+WgVYRxPMMm8f3V0Q76ZB2RDGeTcCpis9SbOL6iYfenEgQZE2ffllygiZENjfKaF48Nsxy50t+SI5c8V+Gufc+Xa59npjGE5cgHT4w/WXKLvdXTc04nl+V7YhMbbeGcH/EmgwgYMba/Nk3XJ23ucSrz0HktWTbep3o9OeiHh6sPP7klpfacbhb5uf5a1A7/Kfr+PUPhNiaAVSO8EnffahSaoQEV+t/+An8Xe9t/yXQf08vRUvy02lnvSIvXgts/fnbh9aOmd0Ms4z9rJ9pwKycx5/A34fZ5zF8r0XoI5bVBwsMizKMGnKcAQzx1MdvRjJxQjL3tNO1kGuUyC3GuLi383KD5+zlxoNfD83213gq94/Y1LQqefZ3C+9rsxu2fw2GGLzSbpks4U2du1e0X/jTnc1YnIurubS+/JRweySbrPnr59CGhuA0jpsCVqIsFIa9R+idaLaeLjQpPZLwputrDgfk/rD2j85lfkXCfr4/efIOd08TON48+tgEyC2PAL+3R0uO4Z3fMuOAIXWfutO/ZZ5o9th1xnPndgdLtorjz3HkgXVUvpgxUUUEjBiPxpy6SJFx18nBBL2U9nnRXkHjvvBI2HvwniYpOO22C5jS+D/YM8Rse3jdH+IjqM5BzWI3SxHWxFGrw//urbZ4KOOsGWfWv90+O57ULZQpObfDqPvuXCFjPq+y3yW35te2Xt9fgjSV5cH0S8QQzsTkzZ/dijlKwzpyDJeE3Vp3UHk7U5I/83sS2z0d+77XrjoKxVJ8VsEY4IZuTwxNvw6ygY8LoMH70DwGBHsv/TGjwB4MQKv+HRL7/9ee59xMdHZe9D68bJjMckqEvBY8uItaHeXZdsmg7GJPxJNNk0BE13EP5NT1skEN8PmZmnUKiIP/eLAsDe6AriZOOzszkHMVwKkEwLhAbmQvzxlf77X2UYCbjfSiv9fbOX3oYnhIaxYGKoM4bPCpwfdlFOFnq1cLgVUbcE8DiVcevFyWLH8N23MPde+H9ypNtRboOosygAUdisOwCM846xRYWRBFwbJG24Z3xxYJydol7z+ubVIitCzPN+BsTzmRsBrbvyCD0IQWbd3jsBw2AI3AGue98A1vv7O+P1Ht/9DIOjA+pmz3QGZwAllFsUXO60ITC/QwdULkLX7JMdRz4fLbGLEcsoSWuytxHm/UCRm6HTshsAk/0BvIkjZmvuOGYOAE/rPGiPORHAx4nswFcLUmfGPltPxta9lj/7Pc5KhH6f4WPaMtMkg90gUWXC5e9k7MdACd0lk6+TG46zPevciR4b/MhZ0gBMvQ5Nl53Q0BlTBHIZN+un3zFG1ziSnAtYZeDcICPKbq0U3Zd7ANayDq9M6mofdlphjlBnz1AOrg54nubD312JnV3pObFPd5XvkUkCeEZ+6/aufNH7A7LoLI0BoRTgLYOzDeG8u5MvdN5kaP821P39gMI3jR7yfy7hLC/xqj4/1E5yggVKNHKQekBCsqBO4PSZ0I8BFDH2kAEYGd8MuDOnCUDc8u20Jxq9cWS4aTp6DP3WFcAEKG7eSbVg2oM6222M+2/8062aaCkOICA6agCz1/GmX8bQTgH8n8oFEd2O9DZw4IOWy7eR0g4I4GQHqvWMOPPbRt1nlEpOy0F8WEUO7r9++dW2xJHLo2BOhnyBtr22yVieFpvemwmej32C/vimN3B+Pc8BNZlfAoZZHJuUTsCQQ79JIQGIYif0GSSm+THwTtuWkoME8PuYi55TMt3HYRk7p514x4j8ziSGnX2eZAbfL8PVYPblQc3FAbQkGBZ0az3BM9GZknvQL3uXCrwo/dAn7/1OUwp06t7ff08F/IuOx+GLsXmW/oAT6TRxB6dNfa8AMM58P/sA7yN3LYvHyT2O1wAhZy2f39OCOclLrOcBYB9ZeWeCnllf8t0t+IdReV4Hkn4WAPbzfNRG9G1sw7G1x57BGaCCX7f84dbj75bRyA8AptbfLduQ2XqO7cGpRpZ9AhCacRHsXyDENuvoAuwt00bpP/3eSZV0CviWaXtXBcee2A8VNiT4feiPqtC5gcd+n6dTOZ3HaZ7EzZ5vt7Hzfd6bBcb1Ha3ZkCkBUjaAkfvGXqxuFbee/XbGVx9XgHOqJ6VqM3bGTfte8wnMsB+dHMf9tocG0GBuvC8db7BFlDiw9Hh0wpcEC84SrW17/Sg9r0r3u8IIn+TQoXl25fQm7iVo95WPR7Y5mPRsABXDJKoc3rkG58S7kZttL996zYHr4rN22klW7j1lP9Gzra8b8PYeWT5Kti/ADj3l76ObhiGwV3mmxg2/Nn/T1QH+bD4NnYyP+HCa017Kd+LMxL8e//2fPswZeUWgXvdIPGALJ+DxH/OL7Du67Xwbm77ro0f0LCrEGYvmpuvab+MIGdagkwWxD2/eiDz4DALDM4BBORrmrV+/Bb86SNlAVa/D3Yb0WwVgA4zQwN0CuQPLH/7Ms58HsPrSIhbA93XGbflfJN7aT53As8E7JVO1LJy1i50XWQeuwV5ZbtpXjxxsPmt9CSjeSSLdIWoxhncg/9giIzeaXv/44823yDVsbY/nsaXSAv3t263PuBgCsrKDuexPB4CZc1dZdvIBAWASCP2MAbZ1L3afFvsEcp9rLFeEKTjBb4PY+OLiC7AZ+U8JnEVmtj3PGnHUD7iD/ZHZr6Uf7t8A594fvOL4qrOE+DxnbY7/vPYecgyacMLP4FKWH7L3H39Bn+iqPWdR390BYHAA1r79qaxvBkeSTuRHqo9sS0qO/jnvU4GEAeHoohDuHNXwJSDBenTg8PgXValHYYSxgysA/K3SKf5y9u7Iu+fn1zmex9ZNwNr6ZVqUegxTYbX6IqPVfPEL2z9iLv/0740/3Emc4Ld3tdM3+fB/BYA1NmQC8+kES9PH0CB6/g7Q9FxYz+6IcGMsvY+bNLf+x6H3wkdWPoeX2860X34FWxgT5qF+/1kAuNdN4+8kDJ7zSqqeLzsAbBK2bRoZfOyWanHaz3rZjTN+V+VaycUmdIKXz6gMPzZe3wHgDiy9i8Q2EIPfQhJNJ0CFfzfh69tRkr6mVHRjo70f+PV97ij2Ac9gPl6z0WnQOBWdbdf32fDfsHGeeydbmA+fNf1Tcke+8OCovPfsh33ud4JRrlnKts4YWdX020kbx/90ktDIw0mMWNtx1xm8FRyg9YjtbBNTxoCf7eQd2bKOq7xtV+Hqe2QZtheYfR708o1GtnVAGj35Smy0j499Ef+VjwoObvlweK98wV1r4T57NAu+pubHEQOOyUwXrlfM4XQ3HOzoSpRFPjUfYpM4CEqC3KyDj2QsX7vpsXlVhABfr6x4J6yxtvq3C4/YJ9EPgW9sywSFs8/uTHPjMpWs2/uqNUtyjJLZ6ACRJMoNGoe3tGs6Qo8ip9sP83gLCzl2tXli6KzwAgpRkAX9O7aT+XuKJO9g9Te8vekF+usAsGj23co/tpeOS/LRD8a41SEqCXm9R6z15OsuQ9dPdwCYvexOVOBp3LYJLPkGOj3Aim546PPgJY+hCSufV9twrwAwsAyCJ4pkR7oBgmSXHKdgGNTMbQB2su+f3+9gzr0Cx2k7oMO7JHs3ZwTACWqEAH1e2ByG3W3D+j3tTLWi3qrAvfoG2PQXA7wFBpI1mY1aQU1lCwLNBtsX8Kr/rmf0Nff6HMN+ApAYuM3w3uTJdOX+W1GRoaB3U9nQQIT2GUYEeGqgBl2AIat59ztuI/M2IhkXAOidcHD2uX4IQ7/75/f6pBJYzmnozYGH5z/dlkHCqs9Ec/aghDua7QoA7+sjfBwonHOsAU7e7VO/A/PJ2I1z0wazaCJnGOVN65i+M95vOjCTW7BhpEXB+hlW+DncvQOP/Qy+h7dNt88FfVj793fWuMpIaSELH3TF/Y43mdQI0Yx3+Sa85dDM12oxnv2ayxikh9Yt1d/GSGeL2yFTEd4Ye6ZdC+3NQFvFlTWNMtSiz/46GLOVccbXvgSANQzPZpQ92U3NS1qLrVBOyyOAF+aLbH3PO4a913KqZjCo4F9llcUIfls/S+8L0oheNsMoTmM7/BrDATYuYwfFAh23oWQD4aGVX3+LPgAwCD/RIvYdgAtdxBmmdSty3cGtk3WY/WigzV+cdpbr1BskUZXLOMqs5Q2WoB8WRF2g607CoOrSInfkk52jO0D3/K3PqG5dAy+QAYjjEJ55y4Glg/d5kFx3Vy4wx+Zz03MFPO9q7ve6vCtn7kxqMssAc9pWAJC6W+Z4b0XjtpBDlwf4kNOqeT+EdJ+x6PUQgDcVHPDGnQiie0/yWsmGl4Pz5eyfBpEWvAmPJRmrzv56vssZKJ9nhnRrmxfg/Ew3lZbhI8+nDap7v7VIllV/OqlObS6R2ycBbp6j9bvPQA/9hDduECF0EjCMainG+qa5NbxxXlrDiY4ArqhW/hbcx4nSmPg7jjfgo+niceBCHwEau2UhPNY03RXAZGDy99BLPoxZ78KZkyNP5VMMfdFcKmQEpH7sT3VY0b6708bzgm4t6neVs53fp51eJdKROEJi31bevAMdzEXvoNKu5+cOC07822xbWmD3PmYtAtoYOJ4x6k4HlIYOOUOSedzJMKGpdQLu9vndShO9hHP2si+0LgMqZZ0XSLOMc3IJtnRkBDzJGNpBZUxywG67o9frVLh1BvM4dNi5TO8E00cGiwfNLwYMEkjyOhUSdSozX8cVZM0iIzcZ08BANuYAajxTgVlVENF94QaE0MUf1cde0zEgnkefTOTn564C1j6R0Mv4A/wkY9yyDho51fyaQwLGoY9e2exZf/8tALwgkWyWrTzMno6sen6QLjxH7tiHJHA38tNZ6GvTsD6mxwFk7/E5EZmEFOSv9qUCAxpHtyd+z7B+G2fa4GS9qEhh/GFsJt2blzfP4C82r3r8w2Lf9Dat/L1m0nXPnDtggn9hnpms/X5O5O74CiVnW/+1fXjTONnoH3aT7Z/4+0oMow01Ha2s4ycAzUoKMBI9deXj/i10LL7R39N6LWuj/3EGmebbnUIsvQePcAK2kie8Me9KKOZ1aGeSE6FFxnHrcxLN1fni8Ih8muELkoCodu31+wZAGRRW8NJDjIzg03RxdwLAFkROxQbYwBn8FJ58+6V3wpLW0s8f/yZA5AjlobP2b/AzAALRE9vadXUE196JFiTc0lLvxg+g01O963nQmraCdc/3nUD6M54FF0lFzCYlljrzrUdfwSfPBa9K2AsAZJwdADa3S56aLqbK165d9jYgoUny452WP8fOzXUbhE7FpMbYei4Jk2nx2ommDvCWQ0EAXXuCnMn7sMMf/Unl/rz38OMkMJomJyEJO6a7TbTeX/kWnpVcUDtu+X1UgMfOS4dBff5pf255qOtp/Yk8Oj62zGfbz6PsH5mtfVeigXRT3rfJcCSVgoVo79x6e+7rADFYWVo6znFAz7+2L/W+v7MPpyvLVJB3wEPPkw2Jjj+2gwkk/qL2qI/qw6/1Ok31UgfgLT/mvbqGI4jsapUIuP3Yf/pdfNrFKG0vREaEQhrbvYF5/R25/W6du7gtmAhJob5HrejHHj8JFBP8IYlEuoo9poCldRP+NfP3WpTt0meId+v7xj7CpDLY3kZPP8u0MvwM/nKvexcEadyWbXMT8+Too+AJcN/+q+/FI3dSQQdh77uiL9+dpw7+NTge8tfYwKPb9CEArL1VgIPEVdsY0vOG69aXzD3DNzOIr8d5aTmPXi4enXu6mImju5CZkDGyhblCP9BZxiK6exdr3LI8fBIZoXnhiyEHWAuTwEN7Wgca1hGIPbbvDO6b/abxtT3u5/0fAflb3ul3aOoEgKdCVXsk2RbZ9Bls19CwozOXt03g77D58Qfr95MkNPZJBw4ZV9Nd70PzBeuILEzCe9N3gpktK8FgghOtr6i7usWw/KbQxeBm5pX1L73HxwfIOwm66ogtcCh9T2Ji+HCSKIzz+q74co++1bvW743c7j3qDgqiLeJAYLLL/4MJaezV6SuE+V6f9sH5Sxda8F2vVQLyXcm7OFT7+W3fN190IJMEfT2f7hORxwmAYo9pP/S5k+ia/nju9yMCysdWUc/QOPv4SrIYedkyl9gPulUy7luyQmh/aeOsn3GhdwWwZYR8LtnLor8p+nF85/GPmZs7NU28r7HOOwF8d3bo0TGpHMG5Mdh33CWAyd7Z+jnrnXV72RQeWO7xGcDcbqdtft0A8DpbXmwZs2aqnD/SwOYalSj5GEUOdlkAL5HoWWxAiDiOWQcePAHOsKqW04wXYoXRO3hm2eQzdwZAKoD1doK6D7ruS9n1GvsWBqOkmqiyXlEYnQXNxsOcIYDH6PSh19vi7ihjDXWEcFeYYVxum7bPjM6TgTbjewchY7SSqeRxXWCNlJoAIM/hGR/BQqhiz0TY9spiHgwszmeyCpt2uO3AQfjsWRgggIUJ88ou6fmfbhxDd69n+Lu3QDnOaLV3bsCg6VsESfbJOifVluhLZRUAAfoSx5+MSp/XeMCoVI65c6ccG9lcXn+BZwEmJIi7vbf2GeA7/DFKrhgcZ3mN7K1k93rKaHPmevgujnKEMZ/ORIJGyd6yA2f7NQbQFZfYh8xPd8bgUWZ6/7Qw6RZIbfTH+XxnWmvN+ny8u8XPPQD2IkbGt0Pe32XrbajFKcwTbUxrnaU8hqcNKL2AlKVZWgzpWgeUnoXPfJ6FJkAgA3iC3AjmbifJvrz2QyuvtZsNW+PnkxaYcz+zs6k1Lyk+gCj/Xg4o9Ayv5yy7tLikDdY6UlmnGPq7C8gmnObuyOB22vjcXlvRVFrIduDDT6uW/4zDwMDwQYLQkZPOYB/+7AzUc6bEM8hjMLuqOxUMHr+NtK1WxTC5wT1m2GAe8+75ew+e/yiLPJmCuzi3A2Q6UwB8gJXQ36dn10GZu6U9hm/2Ar25IBNGFEFz67GRsabPh676GUmAALGfVp+7vccREmMkgDh0XlmPZ62KLrrSiBZAfYas5s6eZl9GBxnsANzfRJS7EkbAGBVyuh+awjkERCIYal0x2cpNqydDTntTG8s63sGmY8BNRt8BXcdQb9uiq0u69We3hWJ/+4y0uyoc/tX6dwtj+D8B8gWeMSzhXfR1jO9yirRuDgBPkHXaZdb2h2dGp6HXO8nEND0Gd1c/2TFyoGsr+8zmz/s74x0552q0NUWfvdX5h5t4cvhZunRAaYcR9PzhBcACKgCZfz8Xecq+ccTJkcGCXF9n/G0rOfhXc8tcUiHtlnrPvP78IzQcvVtyoLJOaQEd/k0luewAOmoAejLmBhtxQLIf4RF4pYMba0NvgLLBYNn2esYtr7At8twNwDc9NO125rKuacdz7cc4m+1sdWDK9419wh5EXmX9usJC+uO2iTYgqD1IZqvX7uHPfzqzGlrsioMGsIoUX6BQrgkgm/b2FXwc+UFCYN6xwB7r2EkyAc9yDU45VRq6ngBwbN1ABA1Itn1u5nrGEMA6gbLffrCOsU2pcDtB1ed5f1ZF+YK6sc3szE4gcvdNvC2AZUEY5obPcvyZh32681MHITK/APHsPfsC79tmqEBEgtWip4ArdB0AsKG7T4MUgB/huQEZH/qSLCWRbcGH7G3Ai/WHd36FwGh/Hz0UG3HWeQhnf2/uSZIN8sPznw4TmffqatF/qr0nkC19ObZX27zbki5HiLAny38LaJJ4gL+jd3YA2L9/CaZn3Rbcaj2Z82tn7r5/qz5THZIESa0aZ4Xjm7QciD29gVknFI+/zPuQ2VTpRZdFjhJoaNmX9Y1RTwD444yySYrCxw8WsMnF9/Ej76DFdNbRUQ9lO7TNKJ9Y/gxg82IJb3sjOnRBLvbvxlj6DNlDk2Pb6Pfb/sfn7XPa2i5hv7EDNAa6QpgeqoUd7bM7UfAArNOpo2nzVf1quz2y6ZwV+cz5LyWgqOLRdnGSSjoIxfjvSmLx3Y/ffhwQ2Pwj3j62/RYMsE7we3htOtxdJRht2+e6/M88ILpo/ngu/pbc7Ous2zPn3SewIvHM+qUks9+6LR0w8hyP/RWIjW+ve0iMxbbjiAjRWlc8fgsGND8YJD1HqyywCTC+c0kAVboEXdj43pnw80OfwRleRaY+ukhHAyn4+SSiZa2nXeI8IAk5c9bt4IeSISS2JeFlz8LFvv1ZQIKEHtEOgSz0RzoObtAHujZ258BEAsS3TbvyJ9jOsWWeP2Sc6WBmfGGwxa5mQv7bnhj7m0SH4FMcvbJyBB+YhBjsBvAP7J8UU1w0PL6x10DPH8+YBPLY42n1a/lpfz0JIXcwNzbJHjFBAYvuQw8duTzkfut5AgIkMIIPmN+sq2NTbye16MOgxUtLxqrGjuJ6aOqMZzBS1qR5XfPFt2X9dN/7fGN0/9rfTev8HBwv+66R2v4Q5un1GkB/jkY8eKf9okl8GL9JesPH6cjnKd+sk/3S2S1HDd1d9OQvfMizZ0Re0+4sJT9r/HnT6eyVuxBMAMFr2B2gxj7vikh0G/iG7gHL088kJDRNtv1h+i35+j72aANxva9j8p51jm2x9gg4k/wl5OXAC6bn9k+9P1Q0Dw3H1vDjEwAae992jTo/jU1uP157/DzT+z+dsw6WYSUyxSyDX7kz2vPw6IrPFucdc+gEaNYPejsBYOuHwUXmcdiw4APEOtqP4zk/8ytujFdTIemOMbZ9BRbT9kz4WXpxu3WK1ih2AEMgmcH0YmzifSwAtl/oMTof/dz4bweA8Qu7uwOQVwcGY29WQtnQQ/PxYgmhMbBi9hvsPXqN7mkZ6yuAKNky9o4pwwkgB6UssbIduMIfnwnH2FWdwNh2S+QfPs0esdAJDuGp2NLwfOy0yC94wzJ2sKbonQTa9b9NEJKfyZEWSdrc/dj4hN6pNfe7K9HgTjw7WIiDKV51/z84HmNnnv27T0kru8M2h/d4/W3uax+lfY7Q4gR5hbV5cWcsz7w5ImVtT3vpHmPjHvo9SbvBKbbjka5fP+pbABrfn7Xy/e48ty2fwVnaB9KydowWfwgCuwLAtL0LIbbww7FfMDnM8groDBiH0un2LmNXJAChTJw6w5bB5J1vgmPzmRzPvDNB2HQUAkS7TuY78tlZmrqWDLkGOw6I/VxwA+dsEgaOg3zVEF0CARBjjZxV0utUrNIPIS6o4oy0MmoaSDtgQVcwPWt3spqqoqrHfgKBwxSaN0yh9/+q4I+E1eBanfmBoXn2l+C6iSwGro3kA6BoryM9vC+XAZY926DdcRZGsIfoAdi0f/m5sxyossP40EC8TmM8o+RbKDTQ0lXbjMc0PorqMIqE3YA1KCtoDCGDMjn3zHwNAqhr41RTtBKW3dBVahiJNljGaXgZkFKilxPaDrX2jZYfALIdlCIrR2Nknj3eA+pelePNhxZkj1C/ecIgEQaUz7QeMM3gRpx9MpgwJkPzq2D09wShadO0AWKcx0784F7PR8prUH8MquO0ulI+QUTOzIlSm+xsJWbgpHgMm9jR72hZ9fF98ZyBaGeL5Q7WivW5hTX0uQkRV6bGvNig7NgJOPz9THgUY1Tv1+XQwAG8qzUy86D1FmcTMtcOxGgPoHcrVq3T868N2UrmyJwTwPXPUnCzvp2xqLEb1FWCj/hWQMe0H+HMN/iSJIXDLzJ4RwG2QoWuAeIx+Hu/9czOEG/5EN4YIPNUcGU/tJaRf9F9rQMJFnaLt80yzabBy34HYEjJx3buyMDLfdXmfgLoncHKXtHFADq4K0TbgPb7JVJtr2gu+mGNl36nnt8tGZu/mh/Zq7YTNoCYTHg+Cx4mMQxZDJ1wBmvLnjszlT2kwh3ZjDN/9KllUAB200UdI3DL06z3VDcMeON5HV2kX5R5HUf6BBtmblQZNSjMurCm6PXWP5YZow/Tuj0yEJohACAiNB2OU/HaFxvlqeAny7z1iytNDUpst5Z2+BcI2nMcuyUdNHkn28Fb3bank3uwd+4KLwNQQxJOpFFi1iQpZA8zf+63rWYQZUF3zUXXEojBPkkr/PBtOxj8fid0tf5u51vXU+Gun3ucMdxD0X3EhH5Hz/fRHH0GMIFc9BYJaTw/z5h9CAGa5s7xC7YV38FV064qgQFolAzmZK7NiM6jQgdk6tq+fxb58Krtp+bVlYkvUFv6czaH84twPqMfIkf7PB/bX893gNPoA9m7+nQV0anEcEUqjixaRRPJGHknANLyZK6F5pEH2bEJig7I1YA5z2ug5O6E8wbkeeKccT9L584sRdNnXM/fCfzrznTgeZIehrFYgw7owAO8CUCgA074GrxHyXd0DMA+8zxJCnz2/Q+3RCZhMMxmfqrjf1hj/Uumd1fP9R6wZujKBmC6RVX7E8iPM7dv9OEz0cleTxV2QOLYam1TklCkQCpnaBpEnWCh5IIrpJ9PV+53gpZpEUFnGtsE0XN2qh2bBQi8l5JH12YZah8wvpOBWrZ3sE+BmACmkeWiYs29QZsO7nn+46O0fWYenDnz98jTmovHHD3W9nPrHj3nPsKnK9tu/tN47vZo8MGe8f39LHd3KHjWvRNUsHX1jE62boBjAcPwNXyhXbZVI1VjmRnd6f19aAIAnWQiXdMVw+1/tUxjju3fQ788SzZhH0GFn/rNDtL6n05QBjZjg+CT4c+VWPbrWve2ffltTzpR6K52UrBBMhi5HxBv+evHj18P3aCjFxDdte0x3Xo3iUdzfuvDz712BNhIPj0JQabfrOx53/ind7I5c9oE3SlSeCgAQLaT7cCbXMEJbYzsdtxPezALfu/zBs3Z9aGpCbLF7opc1ee0NnaAB/9u/Ygb2Ge+jGtl5Aag8AfD58FZSLIJ/20A6tZXNx7TtN16yvLq+e8d7GZd2IPsV7qnmJZtu8R+40Mg4w5idZt27/H4XQ7wvok0IL8AACAASURBVCqR42/6+dZhhDDXvm9cAjGcuSWYG50aZ9R2+Dwv9nbjj1vgomuP/ESOj25gLpK7GivrEgwA+yS8rT1S61cwKnQoNq72yAnQQ9/xiaErySsFXEOTzXt99rtxSCfARUdmnm8avRN9CPwzdoB+rcevOkpMOq2SuVu2QG8+ckz2uWwJeOYp4OmjrRhFaDkdstq/ayyLimj4gCTGW3ayN7dOw58KD7wx3ObtO6nHz6PN6PBPgPuyO89E8mwFkFPoNAn8kyzA2LQc2vtTzDMBPxKoOpgFv8g+dKLddA7IOiTQwlBOUs7zt9a32fOVafCB5aPYa4LMvR+tOzQeH5UhGjYdy14XPe15mSSunIRlAsSTxJOKx3dCGEeYIK88zrGPSXwMP4V+8/fB6Mq/7j3T+DrB1Wvq9d73I886gaqxYdar7dO2texrT4DV9DpHN4m78WX0DLo2QHOSTp3cjO2NzJHx2LzIfjT9ZWyDfQ+uHbpavxi5D0ZA8U2vfycbgt/yvjue0vICeuz3kRQUXpkjEKdDApWtOcKwA5hdnCS/JIUZPP8bfsw7WSPNoYN6MELk4SYwkuzl5Akw4eeaTjZOUuPQt2logrLIW1dthv76A4TVPhp66BwfWJ3B2KueH3JWfnkncPV7mDvrQyeZyMskcPf+OSA6cAry2bxRmJuTgG0bz3FeFSdh3/58ghW6Lwl20T/I/k74Wf8tOhN5c2SGbJ/BdOzHzHPo6AfPtr/khDZdZ157J04GzwUjyMy/xSD1/Sb4BVeG39TdM/ZMOmTcyQ0pGMx7rE+k8565sbae/zAHe9hFfDcGrjhnF7HRZaJ1d/Yoirp96mO7eEKLHVPElSTudLLzWkzSEfsdnGwV/8vv151iT1UAo3xOhvg8CEPc7y8DQltg09ZKfAW8rsvizPmgo3jv3v122E8kMhvZBmEqSQf4q8mfBRkDiEwTXfJNgZ5N9+AXCAT4830jRDcQlC9bcHTmSOaYIGevib7vFgR3gLtB5jBpskPvAOARts/zt3z+fS5JV7ZIV94VQ1nRbZ3bGQW9Tsy5nRy9n5aGq6Qi5LHjdx/mTeInGRte4gT5dD2ZZkcZVgD4tfZDqG8wnGwJAb1abLJplxCPgTfV4WSO9HwllAAcMtr9nOB90QGM2Zk2GWsCwHySjZ4sF++ZhMwYfwgGrjWAI0dgMnZDQ3E8jgF4AEMc7jhvqTDYQOrdprPngwPTramhp76uz4iFL/j74UO1ztUZ3iN42HPzy3Ox93se3hlfC/D/y2e36j54TAHgGOLrlHptx7jqMxxsANaZoe28NuDZxkkb2Lv22jNvkGmTjMtT8TUK/t8a02xv5NpngFvPZD6X+LpJK8rjGbTo6M60iqOOcb4Bbj9/1raDx/1wGZO/jmPP9yjldnQ6EN/0eJytyoBaA2OqRTy+9drb2dTPyIfwRUYR42uzgfVdWvS+l6bXjaQiWnfleeswC3B6GzRvMF2LpQAwmdA4wXEEZcxF8cc4Cc8B6LbDoDd2sCr8OcZkHUHQvNEVqUuPmSsVFJ2dyCrAC6zZbVzeAWBoVu8gu1NrQsuozjB7PzuGEnvXIPyu8QIDSdoBZZtg9+jGpg9kLhXbHSjj/VTqeI51xvJ7nTZwxlpAT6IRB3+1Xwd0SMDSVeVjcwQomuDJtEnFED18NHwW2R366Zb42DAdpCYL1FKj8jDO3GdeVDafvR391jLpTf0r65R0ZafrWfhu2Sz6NFA4LSDROTGGsz9kL2KA8xxYjTErgzvy4t0BIvtyj2ycMwcLJxnjyOUJsMzEugLfRuWcQdY0TtY077oDW/qeDM6WIW0YG6wjA1tjHl5OEuEGgJ39P4GBljduyXPNMzJyniV6kl0zv/dRIQ2OWnaM09XVm9Ar86bC5AZWkW9xMLMXmqf4+SRSSNcPrTb/INNdPTd2eQdgscN73rf9E+d+MtlnsLf+gh6ODrzWbdcgTpc+HbDS793K8cgCOVK2DUsRWDc+DqZayRWPATgB1uUdGTABND139fQ4aHrG7Cty+9DRAMmAWAnwbaWZA0A6o2eeQVCajNuuPPM7hsdN1zOPb/YzNCGyuYEm/Q2gYMHjtMK8k3qY1ye35rkdAPum59MqMkC5qyEmAcTBJMk2f7d6fMe91RHnu6EJMr1xrL1PYw8DTB6bQS2SNchn3wQo3HZVZP042y8fM3LrFOg9jxB/URH024/fTjIRQPEJAD/v+u85xzby1bbhq9vGBoADBAGwBdAl2SdJEqsE2q6CBkyfqlQYYr0TJMwbstkmcJD74kPCq33GHABPeGMSgR7hQeA9PkfGhP2A/pK+oOMO+/bJE+N36Bn2RfMhQSr0PLw5fKGL/ho+4bndYjSgxHYH0TUN1AM8O4lv5FjL29Zz8nn0rN9//H6CH2uvhy7xR1jLBrrMc3NBV7vWNq5eN3+S4DN21chh9pdELAJ0/XxfM/a892tkI/PRPXcA2Pc8czTdINPxicQPPs7nxkRS+dZ7evSY9rDs8JevZrv8i7IfsNbjlf4bPxl7C3pAxun3bx0VwIJ2ZO8xNnhvD+x5j/wHzY9OP4sPBDDsAPDS5fUGJ/J9drba5JPRUZKR2h/sIPsC810T0exd23jsJ3L/9u/vAHCAxTw7dtHa0XoWZ5pCM8FUIpux7UjE0V6f7h6lOgH4oXvZOO2f3fuQ6s3txhXfaPEwkiLaT7/1up/5jMH7P/qY97Q+5jvRL3L6bmEJ7sW1ALiefz2bbi6ihz4Tmvs0hduX7O1sfkC+CxTultPwcSdYdMD06zpoKZxgt2A0dHKfvZogajqTwD+aptYGm4EOVBrvJjS9W3+Dj5gMxvd7J6btEVTneCMHID7bm+ML34lytLfWK1z1XF1rfvxIIIA117/d1h5bS/665vAfHY1RSVl95AR0i592V7Td/uTSebfwl3x/J+hDFx/2kwi8MCi/V7b32BzwtuXM4FNe5gkA/1OFqN85hQoBxFfW3gFkXSp5Zx05fB//VTjtHIFV8l3Xc1RFr4mf49bi69uDTbZ+8HwqAMz6ZG4Z665ZbKtXB0/RwSRysL+9j8dW6AD+FQDGp8DH1vva3/JYSm9RbR99sIET3d+del7djC7MVWMl8f/glJKvYI+2p95JB+1z/qzoy3Yqx+x5HhxZppb76WTg+digCr8T2Dk49UwWzOZdlLH74aQeJZLUpt2yzjkAzwIfOXDJZd0cuxecee2HqKnFh7AjmkY6iQO6Yh+jo6YjwMw7Nv625qXalUB5F9zZr3eQfmeIjEsxSBKTWxZ3Ql5oe7C8eac70jauyrjoaGFa2wDw2ldbxNjJGHoHR/y8ecdWzClC644lzU+WlWOXoZfQve0v4pcTU+p38TP3wwP4B50gidzbBM4Ik343NBmZ1xWooQfiJLJTkoCphJ5N+OixmXpaX89W4s/w78FbJfNGvpFkSCc3ZFknsNz6Jd1pNwnp2HAMYsaCPFeglwEmAXj4U/rpOfbB630FgFmvbjtPgvmNi3RC0MbydMzoYOiHv94BYOffzN86AdPJQ/N9VzaPUNk4k+hSXXMeeQ0+fo7MeAYJXqDxgv81r99Y4C9P0OVvBXoCxm80mdZ4N0G2UG8DiusgekrAk8mmLKZc0YEXM/KhUAnlPZwYsOwwgRh4fiEDijZmS4syItPqgZYlJyI/JduAxt06Rvc3c8EgLJzPSqsWJg2AYAAbXJlAphl8DPuTCUcGWTEN7cp27YZIUYoPcf/1n1RPuDrRjlrAI7KgAYDOMwagojWtwbQau9f8H4CjKI49n1b85TY8V9VZA6lNYFbWk6H2BsYI4L6BgTiY0wJvdjgZUzHcdm1yxl23qejW2CeT0qB19p+/c3YEdAId3SAorepCqG9rDAUPyHNngZygygw6mSxzmLs1bsCcQ88DFp2qQU3XBuSMX0MY3nCQQLGwyxG8z6rG6cSZu3kX4/8bOIIRsA57gtt3AAH+7apT8RJGxR0AThur/XwL/iIXlPF4jDEb1u/2Tk3j+vl+1iuDTH8fC6IrxnVfC8lvbXI8ntvRVdsWOQ7TWvEFtg6+cis/zgRowBn+FT1Q8dX7yhw74J3vgtbaqOxAwvNugIUDpDz7djIZp7WygbfnRWRzE0Q6xuhkZ1kHuO0SyqTN0NAwlW2Mm3/vDDc7JiN8sp4FKgcr8f8CHmaWgBly1n//feUuihOZousCKm6bmJZJN690ZRSAHuCJ3+vAwBgpz5jiqMuKy8DkqPdZOzkj8R3ExCnttsNNR4wpzlbW9Q6O3AFgABrdm8QpL+MBFdjzln+to9vB2jM6AI/1fgwjOU67B/AkfN0gU5/pmz1b2ZR1e7dExAFCX1OZKketk7igfeQAmcCmfmUqzh5p/XiG9dszHT3LCaflUN5nI8E/bY84eKCzz6SzR2YDzMtQJZgfmZAKydgUCRR0YpnpxG1zmMn+27qGc1wtl55HdNZfB4BpSaSnEAAGsA1wvMkjhxcbJH7mlnZUyXZ8c/Knc/DKaH0eeByP0ecNlkC78A50zL+fmZUI1AWj784k8Hj4Ovut57QDqvcJAPlbgazhIdlncbbfMyRTkl04QO5zrZ3YcQAA9u9KQD1N+nkDuwTHv+gH8We1PzVtGzQQP0h36CzMAGQdoL11tW1qB9OyTgRiADDgGeZ0ArcabE2/7WzAvr73yIh50JFDBpbefKRL0ONNc4x1Bnr0i7ni2Ys7+/8Opp5qj6FZO2bPwOKoz5lB/4+xN1GsLTeObNttSf7/n31uldrW2xGRCxkAWWqzdEXycA8YcogcAU4aWbt6Av1BUtA6DGxYlrPGOKCcMq2PVcR/KkiH/4OT5lwzOxDXqf9ydjuP0D9yBJ/9GR3X+sg4T07WmQx6Ep3WePrtsnKeK3nkwOUClQR58/t5hs+Fvr94H7JX44EHWF909c/58uytcu0AWPOaxzGBLv2s1vQtt1kTy/vTySg4R3JVgczjBDJO2DOq5fzo1tBxWC1+kNyjtajpd2R8eEqyLfLbVVsK0n20d9krkyD3W5cbOj/4Od9/cVhtJUfrhbwvR8G89gbzfyudwk/hg+i3yHqcrkmMCX84cDddInYsu2vI8ARlqmvCv3DWxlGVZ/ea9M8ag/QTWLCrIztRVhTQWfGL39Q+ERmXgLa6buQ56VqghAGcUswdh5nXbuxh5rg4tB3xEYqtR7y8sOhgvSN3f5nzsSOsX7Qms77F1J3g/TqW1AbzBx9NC1Z93tiN6ySf+76ujFOA5fD50N9rn8YWjA5/K7fjA5Ff5uMhXSO3ych93h+8uYHS8AqYZ3TEg3N4Ts/V6yrdLPodvUsCKZ2qwDSd8Hv2aGzidgD/Gsg3L9z7qmeItwg0p53kj624PgCrIif6e8vljC82A8/sRFYHTNVBYXwvut64bxIaeS77RtcjMEoq5cDmGWLv08Fmvxwh42u//6h4tr3xPYrASGPkJORMt7rJBnmr6xhTH13TdHLx0/eL8flUkoPh1mG/LROjZzegtc+Mgxq7ve31f7V7L/2t7Bu/4iS1i47Bmus/E17LcQPYpXcAWLSTzZPjNRhj+VryS/yG8xh7Se+huq5bMx7/SR0dc7W+/CpnT0HEt05JFhxbNxscmpjvWkvRGok40qe/dQxgbpc98T0HmaVnpo3pJMV9NNhnFcJjHH/R/PK3LymLIHaS3xNUJMkVmSs+aP9lB157fzvZ7q0CJQjTtAGmbXrsz7BlXWk6jni9o/nkvH/07+VXHHvKcuCXFqDBdWvnkCxKcOsqcHhaMDvAMfKaMeCn5fe32g0+tz9DAZbB7dFld7L8D/uw5KD0ifZA9OP5jq/rFCFout9/+hsdKg59D07Imk9VYck8+yrkGzc+W3t1OzXEzwQ/aG3pQPdb4DHv2eDh4dEKBK0PiUScDYT2/sJf+In97Fmo1za13266KYGfTQYztzx38MxgbmO3b/MPXqzPdXW6rmSv1tc7bfsLn1x8bv92gtEX7sbvMfTHPPh+Vz4ngeL3TgkhDBIzJLP6GAz8O5ZlZ63omJJ78X8l8SbJvx34N51WPAh+NeapYxF1ndan7Xjm03KnEzTZ36N3TgA4rdSRF1z34oG20xLwh1EmruR9y92/yZ6jc4beEdRdiYleI5GRte4Eorbf8de3bfffn36IDbSB3uD26LoXZxy6Z9zDq5nH4j+KQE9i8ieX/icFBO3TaDkP3jetSUZ978PeFL7ENwHGoHse3UJ9v+kn3TnCC9ItN9/gr14di/7aVs+pQMbG2GTuF09yhvu/wh0kEIAfwFcdGI6Oi33ZX9AI+4UsuI96TYdluy7gbckb4Xn7v5RAPw7beXjL+MZCtJrnPZ1g+acB4CiVlJRfmRjjhH5b7ISJ14muhSZQSZZEWkLQHoaWdBm9HQ8+szdCNE7dtBD95wSmRT4KVlNpdhn4Po09Va99ZgVtJQjIIjRT8ZVMoM603PZA2xrAZyvVDpIh0S26Modtgcv73jOHYhBN9u/jEWjh1oHrFsB6jzb0GOMT4Gml2EIMBm8GRTCHmaYScZQqTikqbFBip63DSJbTmu7bs9tJ8J1t+2WQAJCYE/Sh728Ll267wZg484OgAfRxOyC3xYnvG1ohyOUts/Ml59UwNxwqCSrsxpIxkU9urj2ZqpNJ9hqDzK/3G7o+Qm40B4qoSMpMTtAvz54A3AS9MaIB+ieQ+F3XjpR2quqazogM0Frk10768/75O0rOlVV1Dg/Z1GT7aw4EgNk7Ko70zCvDc4AA8zadzlkonUBhmvkcdHZKzEACULMn7edvIU3WWdYv1XUEPxjbWfMB4CcLaf5A0FuuvfBUzkHQOPXcNwCctpXrILYh9Q2T+SiYqmoVEkEiwD/+0Dw8PqHlARpysuid+SiBA9N09gwgda3f98tpO2KAnTEjP/h920LMWJ8WRxgpehcBPt87QZJ2wAQwbAU4gK7XP/uisUyrLcnZAWC0AsmeLADRZN0l/PuQgAkVQBhyGDbsp97RgJO1aWAHwEbmQzOXY+wXh03Lg2RTxpl1dMiszfJx9om1jkEYWW+HyAAZHLE36Nlnn/01/WXfxSrdYWINBs6YGmfRA669Dvps7tezt4WigHveFkNdP93n0XRyDnqSM25wlvj+UZBaa85ACo18OlzG6Ld4tHQ6Z01/AEa3/XCSTRTC8ln/RVB4nG6nPwZrr58+JwBMMKMBfHg5zphuA9SZhqalCUpnz9KGEx0WpwZnbkQWkcEPf7zy30bigNgY1KmUQjZl7dYwZv3eFjVtQEdWL9ZokE2ylney8JZxjmXZrddew4SxZNw3vdvwnUpqP99Muc9DR776zXwwLTmR3a5EHFn1Gz50C+wK0EaXZC2tTyeg5wqROUcGvoEeoRM+h170nTbKHRhIwofobDN8dW1X8Haw3mvw7QNr1kk7YDbl0qD/ZeB1Il9jjw7IkmRw0ZfHloB0Y6qeMz93YI+1t2PFQekkuawDFIMx+lX0jNEBDXTLTNYL+foaJ51c9p4Tpb+93WquMwgfB0snh/A+Z4hbjm4GvnXdRy9X+0DJ6mkVTjAZWu+K+zdJ4PDj4OEjS+Sk0V43+BD1F9hORxjZLWstJEC7jgTxJ7Lb4/n+vBi3WvAOb7R8OPrERuUkaY4P+upOU1nvvOvg/Hlu06wxJY6lM8+xiwYutk7TmH6TDRf/feuU9Vq82Tix9QUdD8AMeT4JGpNMMIk30M9fvuAV6+yxwLpzLwFgdEvofXmRdUmLy5xB3Pj7TZBrOg9+iyy9jyzawFzLRfP86GHN7Rj1kmklHwjge2yXAxrHx21f5rrpKtAGam2EsdnYFiSeUa3RnWkYHnYia9FJBYf2xccTeHYwxQ7JECI86F2frcf2cnWnqtHL1jF9D6/p5zhQ7hbQjaM4+/nPqpugHXAX+jn0n4UJrs3PHVS77a+9NvNOQF5zCiqPA5evN8jzriPzzDv1hO3o0FVmXTHR+OUE+WU/zJm5Gga6oAPA2Ln/8R9fYv/3PuFYvo7dejkAt/tE1if/OjEB/NRYiJ/f8SOP371lDNA/ZyMji6SfsGUaqxwn29iP4B/vwegz9vKqOJk5BG/Gjj1nnw82x1Z614ffV9feuAldcOuvrUrK2NJ9ADKx83z24vW7vD4COXhZg1dnd9C+ZVrTGK1WT4DV84//7NCs8awoBG/8m9C6stsIvGTMWxl55ON3Hf4f8CJ/y7myCrjFIIH3fusA9eIcs94Mh5/DjmLI8HPj3e7At/ZabB+ujQN2+NGJxMFX1tiPrZc1Ch/99etcIpFAIsaxxeb+xmfvUWKsPX7QxeOiFeT8BHwlpwav4yxO8vImbZjupSsHl5B0rgShnwny0nGbPNuJKnlORpdE4/HDDr7GP0CigtbNGGRsO6/LV3HcSZixl7dSFydqB0JX508go/xTbwKox3YS3vaoGMur8rk01gkfLuEeu+nDi9gDHXjfgOJP+XyqGr1YCWjoy4nj6LTGTxX0yNjX76t3x5aJbawvBYGbBtjz7Mq9Pq0zO1CqK+Oju9fnrcSD9+ILHrqmYnx8XSRgI5+RYyR3hO4r8c1VhXPsl3VTRh79vQHg/M5RHunelEpVArbxC4gUjPda8Gglvt9XpryB5fXPwIckZDKOPDMJUJIgLqAQPY+t352pouvX/+KdcLJa/JOvTRNbP75CYiicWd5dDbIy0d97LNudNOTkkfKFxC/Gvy2o6vUgOMSzoXENtm3/NwDMPi3Nhbe1zvc52HVW9SQm6l6SPd6EidjqCdj3NiqIh08n79ZKZ24UbCHn6aDScjUYZXjYuiHCa+2a/I7Nl6OENoF7139pNFWlY2dP8I65+dllE577n0C2hoFeCa1kDPrs7QSJHU4iHPITWQbuDV90VoXoIglCKSJa2c3+HToZm7VtqzexirlcPiXiAB9PvIFGrr+Sa2Y39+z4/30VJsEPJynmG/OfB4DDV1m/pZtjy36y7b//K8Ll9YlDx9GvwexZp+j1478b+f1bRwKC4PBvyzHiocjP043we7oSiTou0jazTbXB1Wf9BoPqd8nNLuSis4TuIR6gZ3Qb8L+O/5Q9TyLyfeSGnn137NpKb4/pW5B/RpGvUxGGhGgAsbR2YWEQgL8BLD/DzvyZ+DidtnJQJaXZZF8jBXcIOQrJCtYgbQ3rBkQIN22ijPKz2Ta474xpKVDNo1uf+B2zuxhYBMhw7BB4Y9NYUBRGOxAvB8IoeFpyMU++t8A64G40bFfAuFLF6/ARsBSzhVScYFm8VPfo660IErEwj0eH/qjOCMCPMmdsnUHYACdzUGviBPF7bqd6pQCS93AcpW3IhsnXOEXxqgf9ngGLo0sKdw/wPoG52pg9hBtgti31uv0b4IuqqLdyCLpehzYArzOChj7r/Ti+AaTp9z4gRvujaoMJKL4ZUH7nMcj2oZfSq7Y0TY+qXgi/JHuuq7U7kaCdOXZgDXCOIZVxDkueZA4cawKZqWYiYvTzzMWmgx6fnuuOAOV00N8TXB6HdvGr/yaysOzAKIoD2/Ocz05bzOEFFJjvPw6pz+D8ArDQdGdG6ToC1HYKOdvmc0KMAXSSYGbvWp7pXmWrZc4LPlA22l+DewOgbXd6EhEmAA0tJuA/Tvqn24Cf70SPOfi9jC6e/Z7LB78Bqm302lH389D4N8CY+cTBecvBez/YC2RAr/8q/A0A63pk1CZ9rOHb8tOAyZ0PJqBuYBUe0TqIrwhkhq4XNLxVUGtYbEW5wVXJOo/t27NU9a6zB+VJtp6uI6OzaVw/d8s3xmoaVwKK1l1JBaMXfgNkVyLMA1DCE2sAGIiMEAH0Ul31Juvo3g367h6G/rWuI4PrDGvoGiCphCZaAIqXU/mTgGb2dQOlgHuqCxg763WeKZ57qtlxYKDLmduRS784ggjSsFfnjMHKktVzflZAKFidFqXBErf8ZLztwHv5B52lZIIOsIGnMG5pmb3PjFHUiT3eD/H2yIw3wBB+yxN+A+tJwNOZMrmoz3D6LSELvgBL/KvkJdGu+eMYv9DycsFt4A0/Dn5LQlzkpHR+B8HhLQN0qrGPsRYaccLTBAiRt/BpB2VNJ2CSCUxc8llVQBrBE7BY2sxPbQhToYABCJBnD7r1fALbScrQi6z/vacJDCqhJVjqNljByXo3rau7KuMfCgCPQdNBtcYHzKE7cqyDc7ovyCBqR+MkZJJwt0ky4wSVK2mS3nr+r8Hd8u7QuPi7ZBRrSgXjjZ03exnezzu20lTbejsaxok2czCPF/6BT1p2w0NWqd//vUd99NjbuHwdGfDOUv/NB9pjV9DNGfX8VU6nU5U/xtpr8OvalqeNsbfDytDpODJbTy4tl77QStqY3gQCKmGi88I0qQwS8FpczrrCF17XYWV0rdd1ntFVocFUeTb7AD6m4w60ZB01zAvWh7fPfimR0/QYox6ZftttGyh11crYR+atOcNJ8ghbBP3RgUx0VOy3dbKcKv8K0Haigugpft6xYV/Da9bhrPdxGA/OLQd4O96uYw9mL5v2cDy0w68dZH1tt16G39FDnfwB/zQGx54gQaf3Ou3GYxMenTlJO+CEV1ZvoDY48U3URZaxv/u+zIiuUG1LEtSL7Fm6Zg2aJk1XcxX2bx48AV/tV8mw3wLHjU06qcf6d1pkxr6I7HVl7zz/xk2h21T6pXrgbvW6znbaFbYeYX5XQsVJxAje6EDjW3kXvUalb+yF9vFgJ2jFLIeEA9Wm3RkO0Wsvf5jvCzMgB7zXVWFz6PB7KUEjY+XnCBH8FK8DG2fqW1kWGR/snQ4coQfpY9u9yDF+mEVsmm/e0c/WYyMeI4O6anRb3jvZwTSqm/KunrN1yGBOZCDvah2B3Hw7mkUm5g6Sjxovp6PeYg0HPRyki31zOp6dasRUOb0BlrcTwGvHo6cZBwkmzMWOyUnm03jaFj0B+GFC/d7JgSRWaF7YuN4Dzta1xkgwSP3bRgAAIABJREFURLIB/fXiIu2/OtvdyQodwImt65qXCSZ2ByFVIDlt49t4HW3VAUfsQd9b+Ar6Bfe8e3wnRMXHBI7SGtCpJDDo1sckyK/vMDzImNsn2AHCt1U/e409DH0jy/U79oTohQS8t6DGfO0EwnbYL46mCIM1aPykgA/63TQ0QZiuUPS4vn+/2V+/2UTYO2CEXdsNcEdXrX2B7XCOrquEE3gNedxFLNgDJMz03KDLxnCXPMDe+8X/0zzqcX43bjBJhVDbScyb/w2yxVjjFuT4FiLcxQUaM/arih34il2w+jy8d/585Av7ShLPsS2nkKUTxPQ86/PvncJX3dJaTz7HsEzCtc863SFdPmdwwQ//9QnwRs6TwMDRS22Pty3TeOjPCy/GLtHeTfBa/OAuZM40DD5GLr1Jou0nhu+Mvz65Q4KK1kH4wa3Uv/GrG8oV3K0WvkfmD39wtNDBgt6zWkCJk6cCdMjnHNGyOxyZxhq9/mT4oAP8YCTZ8rKB9NVjMY9X95e8ewtKGq9H126RGTZGr2Fkxl0MluSTvPtUSn/rSOfXnh868rynuuN0Qj5JoRwhhsxi/UVnTvKqrhynml78NfKm5ZW2Zdvlp5hFPgJjr6EvACq+JsuF6SIoug/NZkboinP0ANv++AuzJ7nn6Dt3Ylw6eTukHf/i+A/O+0R31lc6pibxAQVDhXMvWGU/eGypxorth1p62gp1Pa/t3rXN1IEoCaW7puAsun5MUoV0+oO/OokGWtGSpMI4xR8E7SmE0Vi6w+PaZdqDofXqXoL/gmSKt+uv8ITmo/fcRxQlmZa5ob/Aj2fNFBOcxInXZ8r+6NqOce1+f7bGN7F/BqjMAk2E5AjFT/qQNYkDrgN/vASCPBVsxWGT6L4ErQ0twZBnhBrDTLewCpEmC6cJtDOwaI/pDZOj8U8CwHdblxok7x4DYXjjOC+48jXIXuIjqIDQ1MJ3BtJhuCOc1pGOoSlA+Zd/T7u0bRMngEdwdhV/t5quuIUJ548/9tyM0/LF6zhrPcYhc2twps/I/GCOl0E4AeDs3Tpc2MNu4ajP3rbQe47DzwCC5q/M7SX6tNzU/A3s66wBPRtjjHNnrsx2G0Bkumamf2bcdUbkJbiKTH6r9ELZHKU07ePgKRyN51yQaYvjtZvEC89jwESPESCLsQhAaAPn739PxTVK3QEQKU5XTWR/2I8FApNRSIu+Ybl21vXZjqItMnb8vG8Pckj8rOnEzE5rHYOG/E3fUnGVDxz0JesYXp+KXwwaArUNPs6ZNnMPjsAGcK+RJZpRZiV0uq0GM7ZLbk0VjCtDRWMOgK7RyH7pu4K/VJFBHjjc3pYZAOYO2nSL8cwxcs9Bz+rswDngpomRxd2mQzQLn+o9b2IBYB4Z32N4M5w6Q1Vva8OxWyxqH5m79rEDZFSvHVkyDmqNfwMaLS9y1nP252eFTsBvGbe+UtmtceYo03Wg9gS4N3moA8EaDxlTf/Yu2l7ZSaL27Qape74S+48ezKDvTOA2ZD3Sf36y3Gdpk1n+s8oLPUZmtHnwlwCwnt3VstAd4+oAcJJPqrXxk/m+MnDXvJ0Mu3/oYp2ZuIQZ2TwOSxunMqQruDDJBgSeu1Xp4UWB/o+WaDHWoPcY/yVLAS6H36ooQ7QPXwC0MXq5Hucx1iQBEMDUFYwe4dVy9rckueZjnWnqMZoIRv7pDEwfZzCORzk4x1gR/VJJRRDibZv7ZvEvr8XR2HYdzjPRm+X1B8BPUkElnLD+linCWwoAaf9mPTFkcKa1Y4f5vXI0z4r8cXu4T4eTddvG9nHUVUeO7A8Zx2CTaScmvNIOOcuJNSrbSeRAq3XoeBMfGBnnXOQV9Kh5Y1BIVqJf2evTlqeO9Fg8JPr/h/mb9SDQgR5MlxFLSRvyqfrMOBuwL6DfADD7JP31zy/jVbLE6/y0ErtodAxNXRcnPUi2pIXOHbNzOn+Lzo2O3rUl43gDWW+iQPNjjOi0rt557TtfvdQGa+RIv3sDxwlGhj49p6kQZM6N5Tr56uS0lIxgNBcfP2f5HdlSfMF7oV3xCZjzxT/I4pPM9OErxuhg5IfNhC9eXKH7yPjHQQ8/8czs1crdfB6Z+7YGr93+9ceLR4cH7gtXj/r5E9hDdoW+NjG3g+WsieX5qUS5ny56IACR569T3fMSnZvWn+F/f/hDZ+lNHqLWSvbVOUM3aPPHnFM5JUGS8zaN7aYylyTH3wLAruKbxEM9lHaqGOf6rPlAz0jr3m3hnH37adO+tLb6KbIUOvsNF7083xOWvO6gzalY1Vw+HZ0g9dqWujeZ42lpnaD5L2tvesubmv4ZH+2+HWipzhm/4dJOegBH9HrwM/K9sWj2KVf8HgAe2uw17yN9rJNHh3xyvfWJnzk2pr43Djl/q8V+7+19UEt7O2OdYPElZvl76EN8cT3/22/wS+SngiLsXJ5KwhgBNu4nqGU6+9YmFU2bkHclsgxg0LP6/NimJxJCgvF+4nInZ9jpmH8J7nT1uxYxiY+5BpqJ3iMwf9oC96LNnvJRB4A9P/a0AmLYMZ2IEdrYB6Nfz3MLQxz9z94/4/GvZZ/q106AWQes8Ox9BEgHS3zf4FTmIvolAMZ68/rWLV19KLwRR2X+gUda7nagj+cZ3yLLvvk0nXCmuDAQmFO0GllBRdvgp9lP8/3JqL4F9WkhzKC+QdBJTOPJc6MbO+hBkjK+sF2LPdIrdP4Lrpn960S1VEOm69xlO83asYYnWEDC1uCCxRfjf5I/b1p7498x1pUtAz90l5bxQxLUZj5yhMteavmB/o+/SEeGqKUyeDh3Hvo//s1gwm9n/f9vhxVWKRiv9LVk2wnKkyjG6LSQy7+sGwGp+GJzdvWbAGadPTzf9OsEzkk+v2TNdwP+mewr88z35mnwPWvw4j3o0fwMfYz/QGNBZ7niTv6r72zjo1eMVYI5gjGDOaUH9Vw6xVy2UMnHVA9mHZtm27Z6sQxdSSiqeO0s9rsDek0vLXN/ey+VycHmJPeNv3XskvaRYP+ernxjx/7AYLVPRTF+h9aZDndUEPd6mE9E0/JlWB9OwQV0M0F33cPZlu9Z79AJfleq0LG18r7t9MX7/ye4PzQ3vtEKPL5+OfPT+FeNJ79FUmeAfheyhX1cm2X9OBnTynDfL//myOfIUfnI/rbFN76GCubc64/GTs778hnfu/AtdvAmfd57+BOnGhcWXXfnL45AOJ0lv+vEU9oL45mp2G877ed6bAeSU9g2g3rly2/+EMsMgm8ea+QIdu0JAGslnbA1+2v9FZl48U8ln2sY3ZpXvztY98l8x2bsk9P+JF4R/D8FWcbT0XGiFScyzBj0PfJsZbb/pmd9Z916jcZ+8t6WnzWydPfptH9n/4d+oAnWu/cZf1Q6W4YfOwDZcibz2jUK9ou+6+S+k1yloc3zXrMHPZnjOH7iW2g5xSPxvXdhUeJ7Ga9xT8EOCq66q514h4QtJ2ZIDhYGBnPBH16jsg96zazXKh4afQP9DD7QNRUAdvzlSb7IsUM78BSu/NKmfl4OvtOvLqT7/jv789Aq42UdDz587GjshH/7HAFfALgFxmZimHBElDZOks2Osd4Lo2vUFYvzlC7gHX/XFcHHmaDqGx3WbAFTmZ55NiPeIKYXYDJH9PPbmkCjPeADp+GXQROn21bKAk7DZAOwCqjCMH7WADCcCm8FDOuwhtJ9llRnqR/gUgE6zRNH9BFMk63oFoZyjH2bnjOfMNp/BoA78w5FQEm5BI+e4cPqZ54NwrzaAvtPeWTWMggIhwcgSmt9M1qBUy9gHJ+MCwB11mCq+1hrDMPOFIfgAbXmzWIwFNMqpG170oygMedckwbpUVB8pu9dccP9nUUE4O15IeC6Aszj/BGcCP/oq4FrxgaIb67Kz23odAYSGXF6/9//vo5hrQmVeh0A3rME9x1x+CRjrenhrvSRsZu6DK6hQjbzmCyVctJnTdPDvgUREBuB9gLLBmg/DDyA/KzrMdo/OiMDt+XBKwCbT3uVu7KHIAwBYOb7VhXp/mQ33WApwGoDuK/x33KQAPg/n7OmtR/J0g4AcPLCMB2yF4XI+Lqqoh3tCH++a9xktEkeyJFAtp0zJMepFj4b+pspRmkuqN4A/U3rej4tfqFfj9P/+2m0m++SOTH07jzrozT/7aMxzgZbA1JOyoCpgDwhQEferGuoCtLfryrf7xUJ+BQPfO8mA8+BZTmKdZbTdx1nIb9n2Herjm09mvEfo2yqYVjL4/AUQPyv7VaBvtKQNI4DiYYuqDAAuAAOs7bhqOsLK/b77szab04av5wN3v9pC3yyiadCJePEkghtJ2stDlKcG77OAcNcr/GehKICZDhHsia/B6KiW4umtI29N2XYvNNk/v05tB3gmMxAX+dnbrCae8y/FQD6LQM62GTf8ts+IYvccvEYXhPkE2CcFqMARu1z6+Gu3vut0uvVNyRgRF9HIOJs1WddNfeefQmeeR1FekZ3C2nnwgl2hI2t2+D/5j/al50jMsaJ3QakZdickSr+QoYi77vDiwz/TmpjL98qHwwBO0nPWZ+LH5tGXIWlTO1JkOggaFeA655TIeMX33gmeG+J9a1aYV/EIadNk3jhqUo/55j6UdstAJyldzjxwvyctml3BXD0LF/G8nrSVMV2gsKPdajzC3Xf0WnwnQ0N8HHmGgdOyYORNwlK5A2nqm3o5dU/uWrk/cdcMQTLwDRuiLGldbjaG0sfTkVyHDVZs54/dHLE2WP8IANdNTln8PXa/Ki2mXkzN9HvqyvfALf32fct5rPBPJ04kHPQ7usg7USEa2x+5tpTHQA+ZDDGOff5HC79V/I5joo9quXFMlQz6fMO5FwB4KkWBvccXGd7MdhFmFcJPi0XwQMksJB88mIO6KbfqWuokDcVGe/mLLWubF2CiPD22s8m/bARq1MSlaTrAFn+cru/b07iWWeyPw433ZNgSfPjDw09Q4sDpJOdmUfGm33Wv7fNIHy4NH/jKvjlTXbGwZxx5kgcxnocEt+j+izWH4kb4O+x67MfSbohMJhETZRvEnh+0PDcj/44euBbOx+3MfiDQITR48BEzmTXM3uumOpKlNG8LpqugKjuo2Ja+qDPAD96eWTcqTCYOVA5etblEPbIsyPZFIjNWfUJhm97T872PTjKAZWh6wEbLZdee0ztM3tufUan+PqPP9JBC8zW+GHt99DV2y0nvCm5GD2ZwOfa+ji7NWDkLrTqfRk82E4w+K27u2h8JGLo/t8qmV+aieMvGJ9kA8tkYXYqQWqf4KM3EAye7eevHwi+C98SgEPfgz1+azHcielgnm0BHPqI7pEeF4+kxWZ3RdsOeetcPXJ8nKJ59u5f72/4McGoa37GEVMt862Rz+l1FsUeC0KCwZEr3w/GEtVNq8ea/Y58RQ+9DvzGJnoa/IWDN3t0y6/2yci2uzua7PtencW4pbsaA1Od9huWfNfoVBq9dvkkaIcmwuTXWZfgre9P6vLx6jLs5674j028X9i32F5vALjptvEC63/2rdbzXaP+PdX7SUjrrz7+oCumSVDxnk0A+LrRdDABPq2Tcdz6EprHsfv1GQkUBad/JLJHboWmKZTQOndQX2tyxjjyT/JoE8gr2ONq+JxZ7Gf63lSxYad1a2eCI9hqHs0v+tkP605a8js70HmvBeuWM8rjd9BaaTwHR9mlMbi7Eh7y2XRrnABT7yu6HPpsfbm4pn3b2Td0Ldjv4o2ygbMHFsKXfLyOmPD6rM1w0dfQZ/O99ik4UBty+5adHChGkfifcbzBXz0/9uJyFMkDv+E0y88n8Md4ZW+1bvSWit/VCWb2hGtJjtHv6OFOYlj85lU7eBX60fdTXDE4wPpK9t5HF6cbRtkp9kN/uLr9yL2+/tl4+Kce8FzKfwP/9Ji72pKAV+NAApdaackPbB2/tujodIsxzkX/BSN4HMZ0hRVnbARWs+6FpWdv26/M3pBQxz0kYG8ALrai5n612n8T12Yhb8y19Jhktz1OUnrvtG4eu4dYA/genQgee48g6wBhuh6G1t+vpf3YGXy1f+aHQ7AS5bjeayp91j574mCmjcF8hSFePXLamU+CLEme+P0sQytW1/cvxs4k2+90+EVnHLtFe+TIwV0TgMU2DD1HLoAvm25kB3QAOM/LSvD9R/JiLTw4k72T/u4jOPbe0Je/Sv6/cQzWoX1bp2DhuzXxiMQr++vPsA4JhMxnfWMjMIsgOjlRR/Tan/Sf//n3fxrIS/mUgcwDAec2wn9pQXsyr2W4fY7zBFFSeRKjO5ms7wbmuRt0PAAcAT5GtPt4D1HqHhYcx7iCpN7J74+0pWzQcqq1qIAZpzOLeztyohQ7IwTnhkC7vhC6rI8VkRwdciYN4zQB0kb5Al6/VGhqHBIktFvRvtFSJIaPkFSyjro9FYYIwItMxx/Z9d/tnIm31bdZBRwwyXzLWYHrpKFlygLezC+ZXs0Yp/rFmTF5xtU+bVojUNWstfnLl+1C4E/PJRCMIidbvZlB5MoYG7CfCttRGmtIZA7sJaAP2mXPTzAsdqa/3gAw69U2i67V808AQevzm9Ox2sACNLUWp62OAfMt+Tnzqg0I0wjjsyNv2zJrfH/7Wh7rghgSqhzKGXnmo3GkHNk8mVNvu5PDn0+bXO3ZaZHsQMtWSHaWcleAv2t1AG6ts/lJAnASNl7HrObSBqz3xskRaf+u96XF11LKCvpR4BITTkrYi6CBywgvHtN4fAb4yAWeziH1/B7H/CY8tLHTxuDrfDDtjwjzfslh+gWSCAD3ua+m3x+BrTWwAmrjUN8qojgLdgxU5/0MAHfQ7sg309AAtqeFN3Kgaf04liUrdXb0/LEdFpchO5t0y6RPf0yr8VQzZr/siNILHFz9nMr67BsbAUb2gKzEo+AfGs64w2fas23BMtUvI58jM345x2sSNizvP/pDxul5OSYhFeQyCAi8LjCS4v1H+EZmNMaN6XmrdhsA0JZI8llO4hNMto6YBCet91RchCbj2MzYUvXEvKnSi05KtRBrETC2hhsOww4cZp2jJ2KUJYCT+dyOcVcaSYfXGSZ38DFrzv5aRpVjvZ0ib8uurHfmddra6VBF00WM7g4eed1nzFmjXMfXaUd/QHOCUNARPES3kQTR10Hm1kCi0UHq0P4FGJ0Vu3uRFqMZQ/j3TlowhvI8JrNVxtS39mRHC19By7ybzEk98z3jmH18sxLZf33vSrRuUQ3fvln5Wb/Zt48OSABBhmuOJGJ0histqjP58HiPD0NVn4Mf1e2gu8ewJ9rW+8gFZMYdbMcA1H19xrrnVi3A9U7pM7LZSSDsFkW65sLMwrTa38G++nu3RMXJZL47873PJUKGW8yNznFi0/fsP75Er1RL7BnF+oP2iD0jWIQTL4Fo0dvqPI2R7PvWxQ7aQezDFDiwCVQZ5xIAFnccvF4y9Qf+igOg6RMn9gEyIaFD1+sw2DNyvScTAPbaj/HpOXzTY32RdTHW0oazeRj5iSNjplrfHm9X/eWnAZgEOt5DJbNwW+g2QfvGq5Yp4hfjvdXNLf+1Vht4vTFhsFklPpkO86wwkcYfjKj9/L8+AzOGa3cncRVwtysTvqi2U3rUjR2ig9mbu9XZzgfsEy0SBz7t+bcCMFi/g0gav1lj/nkqtvmSDc5XJxRJnrxn8PV+dgA+z3sC4XbAbnIoLbpWhm9ygWcjHDotX/377APj6wBwEtvWUeP1PE4VBa20Ovt3HFPMm6Qv7NHGSH+WwIMsYO86CHzWSu+d9rs21Q5z7HnCSZpevcoemJanJT+B+RN4n84ExhySS14bbaZnNE7wvZ/126CaCDhtRJtfg/sS+Mu8Bq8UvepznpOkmtALHWlavxz7/rvsP76qHY62uXAz3YoKbzNexhAbGWJd+mz+kAPp4BbpqKmo9IqML4LKyO7Y0QGWbtMKP7Q/gQRF7OjTfcN7tesAPm7+yJxmr+daU+XwOVgiPLkVvMyxW3nqGpJom16gZ+EmcAv7I1tHu4VDv6ucvR9nTOsoTCJGcJ50QOym2DwdlMvfNwGB69i/87vH/RNH6bpOxGENsn4RtldyBq0jpxWwdfmc8XlwtCs9NgDc8lbXv9WkbyXs7t2+3/Ms+a/Ez3Sv2uMTkvCbIJOSw6QwxaMER9kjj1nrWYE8ZI1s/+n2bV78LQDcdvSNHb3qWblvECQqMp8dxxZxIFs7ALz3VzBvHvJbC+LQd+SHzyt/sLmx1HQrsJ/y04mWI1Mwsr7AdIyIrRN/C/SmteigSVdoY5+Fn8e3JptzWhjgew0PhL8o+ugE7azedpUgAHwSWeZIhFcnd5t3yRtLxsFsoYXx782+eH2rgql9qT1PEvzBizjx/6xDIkmjr/9jHdYJ8r2+AfOo/vvsNOwz79NJdB07frDP6aJQFcp0YFxftRwiOa6AtWDtadtu/D14hE4F+DM7aNbPBFO3Dwq+TxGFaHvksX6fIIzskPh2IlYOJq8A8KnYEx2MyulktfYbnq4VsnFkfysBUPKh/OjoUvjPPD8FXuYTXIoDKsEDy6+xqzrZ4T2rtd8H93PEj/lnZDs2Fevta0vHt9w+ybS1Bvhv2v+n2/t5jBs5B+27mGLscd4pG1OSCjhtuv+uOX4efKaiwzrD2X7CehH7lG4rGk+SHQgkmzbm2U6EmMQV05fla4qGsBd7D21XlP8I/sq68tw7CIc92QFgbIamB45MQKdKRnFMmOiXdZXMFmZ9k8raPnWwVAm7DrxWa8OzTqujDi1WYVbTdftydtzR/Ur6C39Gj+NvI15kvpvuFgwjyVi3rnsrjt8zYjXGLpSTnYdO1N/ouup9+Mbxf79iD75ie2yBVmT4bR9wX86vjY65Etgcb0rlMF93Zztbu0W9d3LP8nt+0t7iP6cAjiQUYwESLgYTwJv4APCPE7fqdW+e6w5eZz1GHiEv4TPbjyWf19bNnU4QxWdZuIfjfXQNa50A/dIstr9jax8BkGz6Jr8xxi4Wxf+O/RN9OPQz9EUCBP6O16/VxYwEgZv3gr9SEWxaG97x+skWPgUOmaPWjgITy7IKaFputm93EiU1/hMf/M//7+//DDCY0uoh3BiGAQO0Wk2L2c1iT8bVCms5MmHMY4yNtgyoCkE3sWym4q3Iw9Ri7ji7TqZvbbwW/11QG8BuMYtDlXwTLWc7zuKA2AzNLKiEc3rtb5sjCS7OHzkGkZ4/jIgBpY2wE3KcZAHh24qJwG0c8gl2daayFaKAwTf4nW9IcYXuVHtq8y0ZIkA78+YQ31AxIA4Ds3vRQ3yuTBhZ0Vl1cYJulSgOv9NCapyBzDMViwuQCWC20rBDSgz+CWsMtgiWFRmAIAdU5NSXw3TOTYpDbbPEAY2/Ze1EeS0jtUAPs60h0WceM55TkfURrzLje4wYODyDTD8UsDP7ZFzMtBiHDAgFh3CKE5DBUQjo1W2bFRdhbP6KLDhAMO21x9Erp8Z/SEAufbYQ0DP7/BLmQ6bZGzzoZAiPh/ZyShSwQFmeJ3iRtRtQO+2QAGS7w+z3GoXm0DHW2MvOxKNtyQrxtOpBBgAofxPmzCMKmOBADG7WXYtKAPUErCyDMp8fzy9iQFb2+QDQPDLxpXFuDwCVIyNgjwAwSSB9rg/JGr2e/KzvOBDSMWC/tgVpnCd2MCsDeBxcmeM4g3zbOLTm3PGbxyI7kT89vxPkEI1XiyXv7VQFBdCHK97MT0YsJ4XWpc8Ya8PvtAYpAAVgwgn18neDybMy0+5D9BEHwmaRHtk4S5H1QZbEQQ+IAKTRWlPrx3kjHZyANzSX384g0uemyR8ttsLftPrE2YfjgQz8dphpThjNZC0eEDNO1rcdSnhcsiOy8QTbxnnQlQXthPR6Dmgj4NlAFQdVG1wxaCaQPBuCrjLwFECm2mUSitphtnuRxAt9HUzwtHAn2/cAw5FPzOHtZtGc4zUpIm+nR8unE7xU1d83XgxG5ADOgoMPJkB1APAB95uww7t1zTop4kAK/1HpU38fntaf/+8/1sCF/jXO387g8RYOBvrVMJxAzOVUHQMBGdRVAqyhkjXM/5I5oy+QN50lisz3td/mRqYmIY/KO+loqk48nyuTdQHvj0SYwil9ppmdS8Po6IFDg8qSnE4P0A30t4Zj6HfvUeXXV4H1fdk5Mu9lTidztwLeHQiMI3yrRjU0DLI4irJH2avdc2SxoABtUUN3G7CL7NmEPpzEZBwna9pXxYge3OR32Vgr/XDaSMdAfStiuRcZegLF37M60AXd8Iy33dZvrR6P03NaGB5aFf+XgYRB2/rJ64c8Hxsn+x8c07SQ9brxCfcTZKYCgEDm62B+A4nddSbrugkA4YkkCEn3JxkmNsT73NZlfTYiPGf9bT27e+Zn2X6LfaQvBaxPq706o0qzbmfI0bcnsXfOo/ulFSd8jMzSWLEJjs6YinrDWekBLwZ6J2PLtogX0onCnzkQuFXoF++Jd6Y6nHVY3PLu4yaehubSurXttcZvh46Hflr/6l0cWUMwVHKFtnA9ljj4Q2+xJ9boiYzZHdTeUMmgT+nsY9kzMiLvztpg9/GcPi/KeOOzbUnQylpGfnQAloDTsUkIpHqcCdjbVjQOig7qhBfWD7q7HDXl8IHWT5WIE+nurh3oWRK7szLr4GKt+K6Mds2zK8O0tSfhisDH9xQ5UG2/uMdnnEFJzACP3P6ItV9jC/vIFmOoTTBi5xoXb6Aia4ZeO1UC3ztpcUlQJzQ7OFRyYGiCZ4Vm4lQl0S26oPDP0AOVGtor28LI9jqb+KettjTZFVVFqsOrW4lC8ivYm4SPH7pKND22QxxYBNZCi1yPjF9uwKlXHQC+OfusOftrPrvpc9zvPi3WaHkPPYKbeV93kSAAaGpzUli19pylOboR+2HoDt5DfrLnxt3T9vBNAES/d8IH82692WvxZwE3nk2lIvPtNY+syNNe/5stsm8uwVvBl6dFrROv/CF7AAAgAElEQVRaUkHF/NmzpaE4W9uu8HuKeHxW7wQPIgfy964EsnyatW4s+ia4ZKwj22ev8A9wpFFkXQnW8SPNCiRReRIJ5Juio5TsMz0aPcj+aT2yvpmrvpqeNmD9M5lT13tdEWOzF/Cv5sJ6Rx7Gyasvzaerx3ztJLzKXpRfA5kP3zd+6eRx1ldrfDogVDtJybX4IyuBYvRF06H1xPdft7Q8OreWHFprOow9M07HDw9oXQhq4n9o/xMFAB7zzFtzciLZBBO70194etcPXkwwdhP2GZuoCCx+Wtqadn6nL+zbFOVIFqWtd38dmf4DJ9EBJImRawvfGKB5FbpGd75+Xt6LTCNR7qIB0+3yFvfgd+hke79b+l+2QEWceJ7mmlbmWqSvE+F35AHIMsHOtU3B9/ghEpiJvOYf+O/SM9+jke/R19tiPxgjCcfRI+uPRK4wv7bZ+51J2B8jNhM+FeN6hq4lCb074YyZZL7HFtDtfW63ZdPIj10ztQsOjSQHJPhLOI/5WV/xbndquI8T8ZEnGrN0ytjTuoeuVreMiE2RBJgkYnuag8Ww9UjYMi9M8l+uCb7rpFqOBEX2/4aTl67+2/tDAPgUuJmvlg7Z806oCu0vP/3EGMFBHvPH3CTk4G8jPsNYTqch0b+x0hbuHX/nXGx/oO0v7MLQArzXY0M+d8Ee+9IyOv7y4Ofsv/al5csUHxpgxtfOmDshpXGv1+3YTev/YM6tB85aWuaP37v8xL2+GIhduNK0IRwpWk+gevUg+9j6P37cxQVJLttCQ2xqkq/MK/afrT1AlXxod4+leLtT/bRlsn/aI+3P+oZvu6tlZPOtOXTks36m8BTZ4/idbYbQ6dFnlXDf9AcfsU7IM/YRaofOeLfea8w1vJiEvhRHmS7NT4sHMlYRet4O1oZ2KIz9t+/80FwyBrlv/K6KslwGc6l+BYBjPG4A+FVgh0jL2bJEyU8jBPx+BprnIpggDu7AINbQOvirv4tgOlMnCyZln8cHvz6oxKsz79aP33j/8Z2d+18Aq+8mBes8ohHKjIXnEwCmdesfnyIkW68JtM9W6MrFXY2M78/680MAr5PiBN7q3I44STbbT+9oBdF7ob3sLJMejwGMnWqzRmNEi0Yi2AkErmPALai03nZexZBdgwMH5C2wz5o+DmW992SofPOhYi6O0jsLNDQ4jsrJ9BSABXDfzJU3AgzEPAQGX6BoEnEGE1VYA+wh2pDrBUC0ZgDrGBhRJn7WDIRWsiiGNnQAuLo+B6enzd2C5nnWceUlQKRn/PVvquoLvf7W3uDNOrYCK7aIUXAnVxD4ZS1QTMzHikzvq2w689oEYgj+LW1RZa5s5QT015jac4jguxiIoedj4KlauLBbrh2wLlp4eN1/G4CHwMThA9DD8YBDD6V/jyNGRT8+87+r/34LlBw6l44bqd8B4BgS98H2DSy6GoC1x2DvRIIGNOZv74X+pxnvwfNrLGS/1yFJ4souMPwF6MpckuDgNtWWj+FBXfOe63c7YnI3YHxY6JChrtVZPXZcVuZgjD1VFofWEvAoIDwgDfnwW6XM2QMpkXIGWEkWmNn1DVjTWExCI2NQyp0wg8GnFsTWNwM229Eap/WCpisgobXkTIih5RhfCrRsAtbrvL1axZv2I3/f9RXww2g+jsa5/tW1ShgiwQK+iIPraa84Cwqo64w07MYO/LVMUjIMRme38bP8MklthTf8jaGk38mQ6wAwWfoET9ro8DN+yIx14EAb8AXrioOhM/JaXjWdpUJgzh759kG0KHnhbiV+f+gu9BX9RIZfslLTMrsDonqXncfff64GxikxLbr1LIJEvY5vApffacexQ59xfE1QJQOK/HlpWn+6HFOD6/xeTWXkGWNkr/SdVj7wU5IA4mRk799s8U4UYE/eM+BbvmtPCdb+WWb565jqs7yX98M7t7Nl9dpryEC/XSmEXr/odRaUPdrK2uVVrpd87kpT5t/fkRlae46QcLt20804v8eRkOfu3d3yL+cXRTccyDQ4F32OzCNwa2eDk85Ec3luOxdXPwc3roMr7iF1ffGYBneOv8F0SDCJYEw7An3PGMfMZvVVPvlN57+Oo5a3+5zV543zD+7FRhi6Px0VdITLtwnBZ3eFHGPLnO5W3ScQXE5X5IkCWc0/75ywKY4jYdqZN30gt9710e+6j2MtdI/sgg70oKuWX1I53C1cN2AyrQiLwMQjtDbX89/MZM2nA5sBn4vXbv0S4XLOqGSSo7f/rCOKhtMyjPU8AaaRswTXO1H1vGJ09298ZwfSdLfAYYGh6fFPkie8wDM2QSb64dqzgwlD57ErQ1evY3IrpzbBGKwKPRJsDG75PQAMf8J3G8BdHJ21W6wWB1sCFS03myc7cNL8fxIYw8zrXHQHn12PrszoJNNrweYX8833T2fuSr5SlbSBoNiJr4659rVkfmj2zMa8Ydvrezbnlp4OLaPHf9odo9NNu7lfjuSTelH6v6vy9VbZjrH5dhyx5YLdsKt0rR30+v5d2y0fWfOumrOe0Dw1HnVIAXdovmNfeT8nAfD1Cby4qQMguo9KC+ukz3+CjGjZ8u5fv+M3P8Srk7I+Y/eNLafEOtGV4rTsW8tw88XQWzvzkAlZv+1QYb8XbdznHfBW+GV9D5wXp/v7nHRarNPiEhtF7+qEevCEHZTjc3urkDzOCsD0s/BVNO/9qIT9/rgdY5IE5DlP0CDrkDUiCdn7+TkYocdO/Pyxh4898Oqrgze/l+Df0vtUMNJ+A4LdYHnW+e1I0y084ZHg8gTrOwB8gjMk3BncJcEy9vAXVHXnsOjxczSI6GkCiAnApAVs8NYmfUjOM9/Dm17vDdywXlSI2rc4fHiwetmtp4OOx7pByTjdd35nz/2+VOO1vUlyzeWDnJugY/26Fd/VjcZnQ7pPyfENdpIfMuflX2gJLNN8CH7A3+X9lUPbgyn97+4La2BA+y1fTuLzoan4TLqdv3RZ3h96J1DjOUt/G7elc0nrSmRB03Hb/Ad7T8IkSQk/8Mb4xLSOJH7i8wnmyRfvIXGTIMVrh/C717hs2F7j5s0+KoP34Md8eVjPUOJqB4CP32HWD99O24tev2/AEhWxv/Jk7KK348xWuCcAfPnRygY5tK1x6czmWSetX/zjnA+q904wawLA0GDoKj4b3z9yryuO9bn89b0X+IF5DhWxrz4DO50ktnlR5CY+khRokZi4XRiG7yYB4k5QMRo+44X+wYGyz7MezCvfD/7p1uZDo5JHJHG+fgXTZzE3RRAtR8GQeg/xkE7Y0ufghqYtx1OmQ2WfAX/29/BIPnmrsV9dcuY9k19dkU1uXw9ToruEblmbaY/Wa7ltTHP5Q+ZYuKtQJnqMojnzpWVPzjzuTgDWqWXXwg/4P/6sRTB+IZ7tduADbkg+On57y9HQ0xsTg2fx2drekZ4TFhU/1NEovwWAzQMja46sFxadefZeX3bjl5BEcFP4DB2+CQhPAFj43biOZIeJmQyNEwD3/ks/fPqik88YRydKg9vFlva/2Z8ZHXeC9pP46XXyv+AgjuoCuxx6/R7WnV75/OAQ+e68D8ObppMkpmzwOXEZZELHY/4sDsc+kFCQeJWOMNgzkttHGz6hSDQ/t04+CWtfyfqIxwANGEwTcJvT+YpAmsmPgZCzf7hnXvABh6ulQ1EIKu//NclueyqC5cw4PQqHVy8wkyXDBSXX5fVkHSDEzwI4cy5Aiy8FgN16wY5aCby/ZfEGFPm6MczfDGYZIRYE3wBpgdqCGkF6WkecXt8J4HUAyK85u+Pf3Le7W5foU85gEoGRdaXP/wyQvJ/XFp0fD9N/8+7WgJ15iiPbxPX957PR7IhNS16MLVoHBfCtsdmGSI9BVRzTISfM7nWgTUqA3s8AsAxmjPxy6I9jgTknQLOL2o4BhEKf74oA3YyecfzIGf+NqTMfu+Ike3Jf0xk9mlPO7k2VsINCVS2Mc+nw31MBAUBuBemqgDFYUTztiGEdaXPXAco/W39njH//ibe6jTaKCRpFcQKyDkics1bEPlnXYjSx1OyZ6XUYxRlDyqYco8hCGRBXCqGrx1iP45g9sqz22mAwmeKAlX5uyx0FgKEHtwoV/U3WXM9d42Z8ehZAqgMCrNElBwr4vIo7CRMB1fqKsXIHxXGQpWNBWrHzJQA62Nd81IEPyaff1hM5stnpVKdEIa8hKudmvhqY8o51Km02v/n+o802Bt6KsUsGua0eTrMB/wLU+u97WLcdiiNSrZE1sYhx74OD2Zl79mgBNUF0t37Umcs6S2iMgx4HS0rrfP5GZtpvcpTEi9qOZBoKEIzTL2faZB05d6hpZIFN9r5pVPtHBY6y1R0Q8V7s/lsHFK02jf5WYadrdTfZy9B9nNzJsD1G6gClXaeKBP7JGSu6FgDEPDWnZLEuxjiBjcpQho7RmyfrdPYLOfMXnW/m9RwjtJKhfgtmMn47swm6Fq2882vZ1AkH4fnNvLwMpWlviIOyaSLrsBnC0d0BoZYH2ndn+SXbl3cSwNH9AftTiTeyDUdkiD7gHadI80HrM33esvQ3QKrnKLBpw+Rb0Da0rrNyi4Fux9j+gQAwAejNoKcNHDp2ebczv0mk44mbjJj1mKl/eCROzgSn+ZdngttYE91HgpH3Rv9scOV5XY2mfTyt3kd/4/yNrFvdf1oAad1cpUCFzcqmjCGtnaNnpqrYgf7MEr3aGJq/4ZwNvhqc3s5AGySbvMJ6W058z06QYOnlJCqadqYS+/u7W1F7LBm7/1nurHHRNN5GqfR+jojZALvXeeQbeFyf4Xhmz3r9r2QF3T88+zMAk3UDo7XT/OXDXMk6x2HRbfTeIJ7Ho4ASRtXwmT4nk56/YbCpQge+0nV9Xu0xvCseuJ0kZlwldxkblRdL256xb3gDcKHjwaPTorQTRZh/eOlLXgSAf39Ip5D/bf7XFzIgjtJ1PMDvb+eDdgzofulbG8AT4PR4BV1nPaGva1+eVsokbv1W1ZQxDu/3Q56fkRvn+mGuTq4Q3zDng98Gj9Jql7/joMNWpp1kJxykYuWTo9/mdQAYRxl0fIY6dtTBrQ6+3rKjuw+cao06Q+o4tCfZ4HTgGv6NHkrSyeX0nvWAvsC98AP46tq3B9fCr8g30brsbRLYkJW0XCXwpmfrfTiI/2w/T4BQvDeBwbfyv20TAoXoxsZW7ZcgcUrvp6KPwN1Nl4u7GlcfzD04TLR+BdG+29qR2zRyeHF01tvh68Kd54z2xwH/TaztPFHxH39PYnacWnGiL67YAPNVpfMrJorcJgCMHdDVDNuJaNsyd3Dqtf07oPFn/iHeSYVujx3n2tvRBn46iVfffK5KrrERkGWLgybx4pOZJ/FM0rVsi6xl5AOdCEJrHHsiQbFrLPoggOh7qsJHv3eiPft0aKECwOgRkjBeEcdZmMirjFm2jua+QZf4dabFqGVmaJkKdgqfSUBu2QR9X7KvnrF6WYHk+IU+r04SIIzNq1rbmD3YF/uU9SDxkjkSyGiHpv5GhVDsvDhXgykQYm2nLH4RL/XZnccHMBWpUqeuZh8nLo7b7YS2WKGDZ6/f5ehf62cJycjaTgDwPNRxz0c27H4wd589Lx/RTKWTI3L92vbdDrPPugVvIV91Hzpc4zoB5u/DJAvvecZ65hvEeYMD8a9Na80JpJCI/HefTR66jw8zSSvxK+VM7NC98O+CISenKBQ9vgsCBazLJlTfnUZMgxXg6MCefSrl3256zprg5Vg+ZX1ffuP3gxPdNS10Z53gfb3xDv4NCiTQdZrrdRSE10gJC/E1dgFE1ur30ZCg1meFti8Tf5bR+ySCKAB8EpSms9R5unVxkpp0b3cx0DXCfArUIkPUkld+88Ym+B6ytkmCxxeTxdLCxyeYzpgd1Fr82l2V2s98ApuSs267vK2ve5XeIyYIUPb6QJuxc3J343fopb/bppzOGpp3OgaMnT8JaNjddAMjgeg98zP8oDUZnjANxRhEb7xnxRIAToBrCwygdcaKHQd9vgmabwAYex1fTQdM9QwqqDmejLWWXwD5fYLFYOy5iLX9V62YdWnbd6H77frG+37DiI5jKaFuKsePv+eTUUnm+46hrErTV6ee446+h5MsetZxzgtHz3JcZduc8vLFp5O9Q34iJ7F7mBNBwfYx6W+xGxJV1POuds3mX3gla2W/unVhElxaN5h/J1DZ/gnT1ne9jyRDbY7/AWkI2m39wfrfdp6CnpVs9t14aN77V53TBhfJj62x4Y8FL4Grj/01ibnGNYOLiOM4nqJYSheKTQBa8gnMKxn7o2W0/Rj44JhVvh9fN0lYkod3/u7BxKdjrTcr9kMnupAo0zomnS7nnbN3PYLW9ayTOmxqP4QXHKeZsUuGQ28knqNfQkvrs/w3BYC7vSEvtQJhcU1QWpjfAsCQxgbgumVTO8NWMIWMjhOpjAwRNhUNJshfAsAEGM0I4zQNY2T0fHcm/RjCUXh73uA6nP63zwHiSwDsjz/k6IwBtc4OjzgZCpM5geG8QGOzBHWtGX8yGjyuMRasJCeDQUt8VanJMPwqOFN9dZ+PSKs3svdfJX/OMPS7gjwgslbEF2FZwa2w6CrADiZDC7QAB0jqWaeF3LRIpmIXQZiMiQBNBAeC/x2fgr8BwAEIMRbSnnxN7d8CwCMYnWmRdU8rC2WWT5m83m+G2aozMfZRDt8LpGP/MRlnbSATMOxzg9+WRaHprG5nfUHnOieuK2e70sMAz9U4n2E0Aq6DwDKYstaRyDiEey/52ZXKGouMUYES729ofLNOhnceAKn1T6b6OiwRwB2IYK5Z5yzsKpw4wXc8eXeKhmaBToZ1fl8BvvyQgHgZhaWUNpHgPkPibW2661SBphHIOBTa6bWJIdt2HsdPK92yD34YXjZyDMC6UnJbEd0OtAa5WcPwzZ4tKxnhjKtR5FovHCySBQSAu+IR52boMBU0eq+SB/v9pqUxHGWMNbBHtup6Y/Ph35XboUNkBpVWKth95cNvlRkocO/9jCHgRi+jzVgcFxln1qbl33GojIECwN5WWFMtORVD3eJcDm2ykTtwD73fBkiAd2dyQd+/BQgOfXzjOvrK+kdHIExQyUbotOY7OnaMOu95aCPrExlqRX4SsHZtaAGNkbL0uYGKBvpe5++ZOCrQj+i7zZRch0TOH/35BTgCbJ4AcgG0EwAuHnawlgD2zP8+8/xn4PgEpEYfIOdIfrLMtLG1jj7mYuAzZ0sf3WZjfQOCrAu0ht/ttwAwMtBydRa8MzBxHHZlamfph/7XAafnkAhE0FL7HblbrQjrDCKf8a5EI+Tq94w20DrQZB6qrJq39fC9s1Qufes4LavOuSHfoDrB5a2k5Tm0E8XZy3xTPRrHqJzgjJHWUtEVq+fSIaJGNwD5GOefrNggPI5bOfZiyHRAB1pth3D2PAZ3nMutp1ZBdqDOSQPjVIVnQg/Lb8g3Y8BJokLOmWbGCWV5Py3sSKrjWVSmmDYkO4yFdm+QkxhLVKgHAyTx5DjMAcazlM2vvt/MpP/tGTQkF+JYTQeW0dlWCFRZ5KH9ihMAFn3OWTzIhuadNkhFM38dPN46hOupnF3cGDryuzP8q1oKmg//Bg9pL9in21GSJC/Ja+0ZRyRAvx3A6YDZ6osNpGW/kp2bIxw2E1h/g+Ylm1onkX2O7dAYnDnz7l5DAuvR0VqFPRqmnSckIbyZ0neQMtnxrkIfh7MdFgqwaf2+CdOVAx0JX3FEgcdGkKjkk+51spbsnrExnWcxsBAsBsaAXhrvduJpB4ATkBon2TgBLBdP0mFsHa1N7NnF69glEJKoJbpk6HpkEPdlDyvAoKeWU+rFE6yvAvuptPnLj04LsktIYNzE0u3QQJKT3k2iQSdxJmk7XVPAA2ByBx1Ek9pTn2GctaCzif7WgTHNG7zRuO9U1H0LpOvho143/Qzvhw7CV+A8OhSxX5GPsfHuTiYZg8cxiVpictuSE2hmPN5XybBKJNAaHp4pB6xpSns/e0vQDscaWFf7pDlKHv3WSSNzDj9sYnnwWtvU3cbPe+eWoTmDki+qSdA/Pupg8PbbLeBOaFvn3m8VWC1bCG5BH23fNk1dR3RNhVIHt6yTJrG0A11XgsvQYctzeInuEabH2SP277ekFNboStSbAB36tNcKX0Ecr3Gash/9/JY7ueZnUEifd2W6frd/Y8beiUKN5xYHKHlmE6TQp77/fxAAbtypezoRrh2Yh5C+HygQgL/g9cU5DaaCJboFaLDv2oXolJ/tFc0Ax0bxb9bF99FqV+veSfpU+0J9GVN6I+Lv0cfIZftpJikeveh3aHzYhOMVugICrvDFZkxiML6y1fs4ehPA9RoVhibxTx6IBD7jVO7WwGCKVwaDxWhrTYWrgjlJvvsZAGb/tNZdxQrtanxex8cPdtG9ZaPWX+P8Wlmr6u/xKbGXWp72J2RedwBYfOoAoq51MGuONfgXQUd4AN3QOAm+sbz8ZJ8gbxKMU432IyA4POm1ET3Oe5v/4OfFPVnJLsxhbTuRw7Q3SW6LNXZir7zIPqx9AC6z/NFtI6vDc/FfRicI24sAc79Ex6l4lm4bvwftaGVjkyBlqPJ9vfPtYhZdcvThrBPzdceK6Tqlz5A3mpvkIrYulXJgh6x3/Fe/BZD0560YzZpJxnWC1BsAJqExwZD1f+An1Zikd9BXTdfMh+/3sVHpQKMvMMZPvLtP0KvxO8D3YNp03RhbwkE1dXG8A2m2DEdWdCLmSU6aTnFnrOd5azOt7yXj9ngrTrG6417/lT3bIcr3S6QoUUCytPyu3j8SmE8yxn0GMXLSBWsOHOudu17grCvB5sHNJKwgn8Ds2nPk1codyb7I8Kz1dN5AXlfAklEcn85Zy+xRH2X4mLaDnbJ3BID14uPX+XSOO+2NfDw8M4HWpYPcgy/jBNbGnmdeXO+iku9D3yN7ALseZta4x59i3+W3Z0vXd7BWn+sazS10O+3Kr+5H27EFX2jTzwnA17FS0U/YSrEv8OPqegLA+MsovDGPzb51sihrj3wEzy8PBLf0sVn6W/OPsB14m4C83s/6inuIKzZNdfFFZFV0YPu4tf/6THr1CgCPPcu8+A4/tuzrAizWD1uwbeeDAScBqGNLwiEqLtU1uy9btU1ng05wMf+Zx6egyjZOktsUKFestIO/rOl2iLq7BUTelF/57//nl1OoR5iSKRNAkgwcGaE+NkfEKwfYZLxAdJRHN2iMwTHC4DB+yANh/R6WrHedlgvzvjAE2QsBDN36Mcq0GWIrbLy5I1y0pKcC5BO8f/sCrjFkmFOEtVpUmFDHAHUGxvcnVySfAO4AWJ9RmzbUOCvTBoaNGyUl58kXAMiazEagAMTY338YnK9QY/P4nAzc99yrbmvK+pJxaSANZw5h+dcJtBKwX0YneBfgipLgEU3wLQhoAdIGUr129h4aWMchlbOvAH7bZGGAXpksdQZlHAEhdoLP2mPT8gBaAWDtEU4rzouyQaLKVZ3hZ3pdB8QFkkwbm+HcZ0WIGFZoxwiV4G/H+f8L4GkOr0NoK1w3qN50ome+Atk0PEbOgp1tg5D9TxbRyYosJUPA6WRxmW+zd8c5YbC4bR38SNZ/4kZd9bn0M46o+SMK+mT2fcxEpcTRoXh65yGh8YACO8CNKxIAWmWYizUHFMRxwio4Oov2VvOd8WgNx1mLwZwnbhajecFOQ2Ua3WfwtjIBwMf4ZSXynUprP9mOg7SEBwjoczvuajExYE7mlJxlUhySlQNIAfMEoGh15ffM/EmaQGbIkdDVAO8ZDQJ8nrMyVH3mS7KdGkACIuxQLIcHSu0kaswyOOFnAo1dkd0g7No/z9Ow/Dz/5ocQ6snAUwCl/B/wC10BTgDZGXW+82xQOxle4Bc6y6VksCagshmk+ZvWYRzQQ4+M70fmWrU4X2MMIz/vCr3HgdNrRObvy5PdOjLvPdMbgJUx6h/6nSQmHGEACM9nxuCfHaRMdT1fyJQODPC3EyBQkkpVMB9ncQE6j7Uc/H9m+KcqKwkvHbA3+CoHO/y+Ix3sMLygORjMVyvmU4njuU5iwfxMZnQ7ql7nlZ6J/Pd8xolKgC5rmESnrkg/BoVwUBkSwRDjzBf9O6DP2dzjBKl17WoD7+EYF5feHnpQazaQAklJzf+Sb+3YZ+zdIYSfOyHg6Pdx+LytgXhO78vbsousaIPf0zouVuvbUklYlUzpTvhhGWPMxxl2jpRwC+9tXY1cJ6kAfQhNMlYC8ZbZwwTcm4z2D7RP2zOP1U4hggXxIh26FA/ONW4nqX39LuG8uuah8/PoH+2n9rorORVgub6eFrqS2Riv3gNHzu/1fM/tyfiDYTuZAOOrnd12iEl/DjiOE2plq2ncmCmOVvQDeh0aRWefyom5p2mYecZQWxwCVkkLyOgLKqI0Dz/bb94jEjhyRJ92YqrGS8IVgV5kcN4PPYahtP/h/8EpI3gxWH3N989JBUOc7aBbGhvdr8C7vYqRW3+ZQK0Tn+pcUp6Vlq8btENO3M5rPTtz1z8CCQ6+fevI2PK+6HlhGGwcOQ6ip9aWOjQ34/SaDSnGKRibxzR37LOpuop/aAKTedLRAcb146QcvWteO7gojo3zVa16mz9bR58g8wS5rVcLP3lXZXPO+PO+fUcnUvc53tgPup8AMGdc+Ry9qfR3a7YBhOw9ATZ0QPPwSUgZh538oMJioaXggcYEomuSmg89oYNkp47uybxjF4Hhoy/S1hRM5OsLTLGue8+bgJqxGTfK9h19nrklObadPqGlPcsVh70rcotX6ITRY1m9sHZ3rxedcQ5/2ISgJah3+iw1MqsTcrsFdGSBsh7TPtC0POsCTZGUm0BAnZ1rGg8H6J4ki0ROKlDu6svZ09Y/4YXgJmF0gqPdAel0VBn/CfrmqlAwTU818PDR8qfoMdWIqQQMzuRMXOi/A944tjaRdDtHGGMXHjYW/sJadbwAACAASURBVPjJjrmxDRZDRx53gg661Osr5yqOFtGC/BrFi4dffuswk7jMce6bX2RDPAG6EUsnYAHdH/tIydrFkMifW37H3sAHoTXoJMFUQ06y6zMHaAds8vq3bnmXgbwB6WMrdiHELLJlvHxZpqVgoMb+r+8GzOT3IAOPk9areFYD/aLv8RkNVnj4Y/09CT5QAYwzu5b34qte4zdIRaDV6+dAVp5yzr0bfBbsEn0rPsLuNDbxOEeHm79T/NKYx3Q/rf49+9E/zR987jX2e0hCGntjZGi6xWWczI2kwNDnyJWxiViX1g98ZtkzssyYaqrfOoHzN7/F8e8pZv49Q+PQ/qjTlPnt25xuQY2e7+Qm9C/JLZ2cepKHZqCd/CF8qkKNprHsz+An2zE/ddsm3kzg5ZsvyTMZi5JVcl/02esfXrxDgVLvwZHjIqXR95z73vb62Q/5kOcsen12EmCsP/W32l/L3dyZtdkqX72rK2YXr6b7Egl59jl/+9K2MbLPdNSdQApfIddvW6UTGDdB7ujzwcV0xIC24a8kUi19n25wwuH2hUee35XYE1DVWCUnZX8PDmn51kfEeV0PhgxfU5Hfe/e3L3FreWr9Gk1jfT3rSkA/+4WNkiO4SD4E/5+EorE1jn3yPRg+hEYv/vTfg4H4AnfHLrorpBtT6XrosuXgkfWipDPxxTHgh6YfvQtehTc8nqFXeLArUyVWO35yMMfgiDfJvddYP6cDTrCjOzSMbfBDjnseWaPgUZ33jTwIXjWmLYdj5tP88NgBXrzFhJ0gF3wxfo9zJnkC41nztdmDrfN7/phv4n3waJ9xbfKeazo4+eIWXUOF9ilikQ0kGf4NQ8U8KhxbrH3Ls07opAOMxnV1ppR9PePGfvFKjm/c9ojXYrvWNJ3peSRRYrOzPsTnOPqzYwbStR1IR06hLy0CLQOylvr9N5+bA6ToZtHI6Oo+Is97MS3po7OXz0zn85LmP91j//skBnV8kf1jz4k7/RYPgw+xvTqhkmd3wugpWpvE/o0PBoMQk8Pf4LUZP1+/a+l0UemZtnVp1rXl378RAO4FgqA5i/KPCXxm42OY4LzMI/N1G2BRJidDV07ZAux9bUa1goos9XZObCbKZHQ+Z+RFMEzQ+GNwWm6c90zFSVcCYHhKYGmORNl1j8atVrEwrZhBgkuZi28AuBWtmFstbyK4yvk0hpQYplta2zFYjm3+TlZPry9rEIA6bYYex57nNNVPJwvOwHON9ctoH0e2glb0FM/Y8/zrrLp5rgQRAJFA+CrK+VsB454DBNgtHwjE/qBB0VtVSFyBpXKeHyN+aEzzsEE9mXl6p3iaM5gCtjezS3SuOdPqFMVNW0fTtpxgk2EPreNwR4C9BoYDwAIRH22JqX9rraX16zMD9Wy/t8Dhu35eQ9FWZWpxTflUhynh+u0VHwGozORcEgGZHvw44zrYj8K6aBEwPIDPConA1giyc/3wAr/bPhknIW3VQ5+j8DWeei4KMcpFTpo4J+HN3+gre6T/K6e655r1OC15bFSIBzfjMWsySSv1klNhP/KF94oO9nn6VGMENEQYt+yTGBQtOKBS+Tco/5a3ocXw1HF4jAMboPg6JFB4zf8aw2/JCq8B0IHlHDI/NGIHcDKPQjRqzT9td799AfT93IvPiHTgDedwztL+LWuKe3EQkuHOGK+gmPZwAqSX3sGIstMla5/1yLhxgML/3i3P7TbOpXjz3DsAjJMEoH+MdTuGR8bOGVNnf0bznndOog8GsDNiPd5xRHnQm/kbsLlZiJf8HiOiM61D33fltPi626ktjSyvHZA357pbd6OXv/d0y8o1rARI1fI/aysQcsk5jKhv/L/RSGeYetplEHVG3yzJcbi9jlYcDVSX0NrHS/uN/W0b1mtoI2AqDVqmdoJGB3zh5x7r6/iEll++917OGSZew8PLK8wTWJ3jBbSuMpaOrI78evFTYwPejf5mvDgSccK2o4kq2z1rZoyk792/tcjLebN3pVMHajuxpeV0dxKxaPv+dYvB6JFMdvVBFFSuz/rp+78KAO/chMciQ1kjns24tA/dnojgiXRMG/RvAP+scwXH2Js3AJz1WAdIyz+ek33q3/Iz3WAcLHRXmjEMBsf4PlXQlYHpxIsP0x2ZM/j30OwvAeC//z2VTea146hNu3p4Ebpjb3AQ6J4O+AdPja7wXqZyeVuP/6zWbJzR8kl7n8BwZHXmtPL9tzXDF42c0nTo7HLaduqZCjyNc5oAuPYZfMGz9V53cqj1Qd7Bn1sVNw4cy22cGJHv7BGJhG3I628YzAefDlZqWqOjhPfpWHPQhWjoNna5rtuUr96KbJFjgSoUXd/B39BD5mH5KifFBIBTCT8t1irHQM+HP/+ssqArirUO4Gi/byZMKzNwLevTtN7ja3x3rU8Fglqf4kA/G2tmWp2/rRzXqE6mdpwk7RjQrTmHVeA8vP5b4iqtoz3W7zrL11/ALFtL21HGiIw89KShmd+27SEy7FT1dvepmiz72s5b1pAEaF1+dbio9fFyzdgPTnsCjm9yWjtEeLawMPY4+5Z5Ls+APYUPOyEBh1uPhdav4e1QUzuknbRYNmCWJPuue0guaHsK5xbzPXan5VMSog6GevbTduwB03HIdaVEB0d4fo7BSQWL51b2t0frgHwqA71mxlpbpe+9B0fMnvuaStyHFDTuVCvITs2nPorp0yHBnvnQAT3xvt439H8Sa/zZ4hP0Brigz77NXv0MAPN5kufZj20lCO7rygoc9Y3pG8uujI1cAWffPh+t4bbIx7HP+uQYj1mX/85RGLKPmm+vCmXPbzuLNDnQxeamS/REye55YQeAT3XLrPNvPpOzpxXEBFZ3hyzdiy9KdIFMi/xKQmH4YfEnz36/X36HOioNR+2ro5PcHp0TYT+VR/Pg0x3INPZTn/H+xSYbTCNBMEyxcvtnABgfZYoxSM6LbAntkUjiAPBpXV/y8OOPruQnAPEbvuO5t9xIol7ofnwF873ttZOYr+tKvxOkfrsIZs8msYSErJINsuu6Yj8BxPh/JJ/RkRqXcJH0vhLMnWwyePcNgDoZbBKR2zH+JnJnXVdWeve/BXPhi5YCl5X8RuOHiTwfvdzFCeVTNj5RJaMrlCIfFSrY4Pmc/1iJtBqHfZ3fv/g7bgCOfgw245kZx5/JV60lwVtdx5mptjN+CQB7uDPngzfL1+i1UnCm7GvvwXSzUmCsuztAS70HjVWyTp9ct0/gZ0L8hT3HPouuSSU8/u/sYzjxYJXhG/a46Xpxxe/v7OKjN7DyK8YXRXzrRKcAvxMd/I2bzp4lPjxW0Xna/zJ/gpGhyUtPCxf3kYH+e/TWJRdNb5NE2jqQrqNDs70eGe9iyKxkrWfMVn9BfxYNTwewfiYYafVw2emVoG98/iV2SC+8hR4aU3fQ85pNoQF24G8V9hlo/ESvf69lePPGz041sSNj66+9J/knnIP/YMcTnmbeolPJqaW/u0MFmFt/TzJnkt9ISFysGhr1vxIJr39dXbbylYsIAMvepePAb/cTT4hNtfaG3oe/u7tv6dk+Qukbr/2eEwCUH9/LPvGJUxB36Gh153wU7FL+87YzwGpdiGd5gJyVyeJFmaMBv4deAfLvd7oaHrjrOd7+GwqQ5Jf9iwrtKuEye5fRdtKU3nv27znixv5aF6BJf+Vet0QXlOE+FsDPv3Gq1xA8+gSAX9MMPWPM7IKi0Ctf/L0rnD2nwd7ey5G7utZ6xfowMqkDwOUOvda5A9ev77fHkoSc4Jhe10ML/+c/q0dELZB+lLAXg/TZJMp5IzDcD7wBbgh0F2QX+3nFN7Jb4bbR0MwHg+5zcx/KPUQ6G/J9N67U5A+a2HMRIaxu4dutErUBVD0Bii14LPw349bgQUFSvbvOaKVyjzU5TD4VtO0g11h+A04HEJQAogIn6z6Brcrs5PMYJiEqgCGKrQUxGYapXgpYQvieuU2FkRd7nBpvSyT25hiqMnycMVhcMRsfYqwM6CNYNnsaGsn4pgX0K4hnbtqWE6jQ+AZIngBpKWZP4XtftwH1uqi9zePM/u293WJNzwIovFmI5p3PIYDTRO/rzDeUBpkre5ZY2ouT6fEKlqNIRqBerbqOw/Ze867G6xYhErgoGsBh0wvO7pcHs4YbDO+KK6r/O1hxWpQWsEIgO0BXAdrQEUIf52mci1RUaK9ZHzLZXplyZZQ/DnXEkuacip8I3e5AoGFJbggga1n/Vatv3Wql23zyQ8hFCXWGm9Y3SjAXG+B779WCMo7zYxBOksYJsNcWtyJgXU92nh88cnLo/Cj4atFG5jMOLt592vHMfHyuysi7bhGEU19TMT4lkHmMg2o1KCU7Sq6d6xtweFqa/NeeO6iEHH29lci9Vto3gEcDEy+FwEs5Qi0LP8Vop9mqq2vtAXaSB1QdmFwEoB9HGnKRfevqoP+lVr2qLPQiLXjSy45j3nQQeXZayH/jpbKbvUYHAjAIJrxnI3cwv9/DWkTGr9HUTrOsja5cBvLZ2RMsQT/pOrVuyRl+MeTdwoXbzGeR7TjO/ycJJXpvnleOnaGt8Esbn3WmyfBSHEpfxrraAH9jwDmezb3XP466x6D7LktAJwC9AePbYQMQqEd3wBC63EqOOFAtX1QRWM4GjJ04I4Jl+HoTMc4faj30GY4Z79qHRzp70mM5CREj87xWESYYHpxt2+/vADD7rnve1kxdYYwx3FV9kZV3taieQ4tsj9u4oYLhpp8JJA7+iG7+q/ek5VHWZYLHfpYmNoG3kUmdOAA+UxXif/+X1iF04QDr92sMy00MeR3wYCqf/SMYPYGR0NImAYJ5Mr9UksADfxYI7j0+a05Vxxg0VKSCP+8z1mk9/Di0wI2DRcEYGgdnSPndlfgRfbtGTuRf/oXGloaEI0M7Nz7P72nFJJ7sBNJ1fGbWuhtd02d8deVAy5emyffzM87hK9b1DU40n/9Zq3/RaZhlg0evAXiqGiehLbZEeDOOo5EpQ1e0gm1bwa+YNb4MS60NzsVp0YdciqOapMZNzDDNfYtCJVbkTOR+O1o6uauDv+Cl2BOTWCQsITn/VeyQD/YbTqRi0m3/HlsggeMkKWHL0Gngov1ZcvQzOJDM834v7Q5JfMGG6+dlbYPFTGuF+9/rrt+fAPJmskt/hzeQeXHoy2H118tJ2NjTNpBw4+Di7gzBe9Fxr05J27qMn3WxbPU5g6M3TjUriY3/wgY3v726a+/rrg5XVfXwAmsKHrn275sfR5QYxzyNCDzH7waSXOhUoPl4i0Z+e69manRgMM9OIHX9CCvvIlcmkKO3iOZpyVeeFfTNUcccMTC011inK9qYZyoFVDkw9nbhi7a3xVfwoR3qFoKLz1nHrlB5j7DqDisdAD60MrieAE4HMltOUlXDu3DEWj6PfvpNRndrud+OvYCXD11P9aHmhh/pTooL/m6e1J7p/mDQdz+D4bsSUZcpuEwCf9Nft9PjcxJNlPBtGWFA1u0/N/iJbkobyfCc1kC0Tnt8nvtbAJj1Z+1bzvsst0rMf/c/vy/DYGe1fX3OEp1BhN7amGH9cITv8QfmsSdZ22upis8ZaNODedD8qq4Ng7PK1rt0FWLodkcc3HMHWZ8k7eFV7NnmoQ64s+44TdFtZx2/H1re0IYWB3j2chJ2ZL/I1vp0Wpzfwej6ojIZm93ObOFU2erfHjIm7M32SzQe8ZzR+2f97orwa+zjD4j9kdlejuvRYRrl4oA9q7TnTnLI6w9t250EN8nB/1enmWscs8ctj8MfoV0HVRSIlW0+C3IXp2g9v4DJZ691B4/Q241lIhfSMnpbnWdtsMv1c9sFbdeiZ9mz32Rcslv2mVn3J7g3fNMVq37v+HEcBJ6je8CIecbadfH3rH0CPWfe4DS1cd7k9TuoGy+Vxto2KjTU/gp9liSWkQPfGv5WvXYwic9GHYzhYLRnF9mrAqfyd3WicdMo8zn+JdsKm7yJb517HAB250bhqSR8OsmtTJgOwAXrRH/whf4BwxsfDpbmGmFIB4b03xz16L9pfz79+Zd/J4CYPZh4UHCq/TF3q+jzbgeARSuSvxuQYgwUu7A/eectIB2wGeLrs3qh07bXei2wMeGflZPl264AcNPYW2ykxK//fsYVG48zfe8zZF+Z3H5KcDHjA59GFhDoTQB+E90Sh2j/hdY+/oV7v/W72wtLRvroopU7+Lde/Gp58CSRiMY20Xo7C716u2nRHIFrYuyqE4BVgYy6wT70++5jbIb190aupQNWJ/raR2W5rAeuzlAAmDPXw+PLC4ev5DOfBD7WigQ6L8XDI1sEsBJpW1nPZ2MD67f2O+ad+0x+j18/Mkc89BbTnQ5As+ApgtjkncaVGcHgjwYdZmF1Wcu6x4/++iFGV9q+2EronWn+3r536IfOTy5YmOT619/J/nbS60kQd2IFVdB30JgjGNBPLf8Zz4vlGxd5RbRetfbxuy7e6znysyuAj5NORuRkxvqC7/co5VVaftEwrn8ug47JUxEUBZRWjPM4E7YZ83jct0VHC21djzLVpDo7CAJoIREg3+dDTm/5kZLdylH3u3XmgDgrZlovybiW01jjJCA1zuYuMb+z/UOQR9B8Y/FG1PPzvs1A6824+sZ/Egbg6zUT409G9Xvmi4XfF2jsNrwO2n9xkhgjUbhns4uh+CxB/vzmdXbGxI7uamnhDIvJAOsJ+Gat6WazxFi6idzrPk4PnIbsed6ddTsEb7pJYGznwFiT2RBlpQ2SYKTCJi3G9GWnVWV7nxL/7/POKMp+R+i4Inky5DrT67cAcDPlyRCfzDqPz20UMpgNnI/R6XfmwG6AcStwHCph9KDSYxiLNz9B10qL9ZXzNOcNJ4hyAlKqOJXDxNlcAnjbBjrrvvtHu8ez7kUU/Ji57X7QYgej2+uhLHJl201gW1cnsDrnIla26R0QDe1IkFPdz1hYlxfYhYY3+7LB/q14t8UFTmXaGJ5paj0Er18FAyI4uXlUMt2Kpg2kpd0YjfAzjtidV9YlZ/ZuwNjOQrXPcWXS02J5KuGRGW8GoCoT3sqsdj5qjeTIReGguBiT/r7GZebqd41i6YANfNsVjq1M25BFFvKeXi/W5zD99wMgByPzKD/xPewh2jL/5s4OLJC0gPHI3xT0MOB+HOqn/dacRRzjZ/fPskXZp+N4av4+/Kag53cPJBQZN5nWRVc4DrLPxeOezz9PBSYBPuYOH+CE6EzOBhDwBQZfB+h/0xGeq2U3yV/RIQFWqQY48vWbD2e+I2uaRuN4SFCzk0pazi8/tCEb2XVapgrLOWi1LURxesbIyBhbvyijn+xqgdp1PD7Rfu2lQXKMh3Ywt14yTZm47jbL6ACcWn8GIA1PbTFIzxF0nsCzsNfoTwxN6Og4OyXbVA30TZXg8Y+q+GkhS4Xujjm4LV+LCchujoEV5+8/XI21RslVmTcA0/Q/xssLlllz0/J3HW2eW143T3CGUHRWDB2ubUfhBt5jYPOV9QbEZI62k+Y5/kBOAAPwtPk9SVvT5ij3D49LZ8phVTqRPTkA/fujMd43DhKAPL7vP1rQmR4nieDwbAWAMR69I6NXXn3T6keOVyoBvP6TkBN8oaCQKgnXYfJWsPs9GFaTbdqBJxIRs1zh9SQznqWuNW+8UB4aOZ8VLDsttEJrOBB+CwDz0Djixz4o3O7xjOz1zzVHVToTdLWBbHuj5VPww1v51Po1+xTnBsbw0lbm6fX+fugEScbLmMB/3ssJXBijyRFYDq3osGBzkmIyx+gUaL/lCDTSjs0kxu36kgGd+4Mh2kjU72tHhV9WvkYPxjm+WeXGZKavwZ8lO/oc4Lwvirhp2Lw2gRPrgtPiNjTTicJ6rzu8zDN6HXC6R3ZmzowVpwz8tHNfPNsUvDjlbuMfOq1s976pgiqNy6V23gBwMLoy26V/Wk7lgW3PMZbfEpCyXuXs0bP0vnHM6ln++7dmstP9Oy0LnwDwaQk6NJGzKIfPh1+66kNnX3p/Zr/bicayxP7etm58HntmqlK/n52o8j3ub3/9WwJuwrYjVGLzJWHbmOtxPKZt/NqlrzP42MQngLctX73Ws/zHZvnFJtb+nbHbAauARTL7368TuD30N0dejP1rZ95JVAqugFZty499r8+O3hDdFU138hV+C7qC4EAzrUrMfI/vFtDYh4sd9iiaV8dYBk0LXOQVLYmRRS/fbPLhJpi9e9rvwdEIbR7zaR4sfXAqfRUs9ppjU6E3sj4nMad8TpH/d7Vw1iY4+k2219+Qb3qvaDOVkjlfNV+LD0XHoc+VY1t9c9PHD9vke5KSWtgryAn8bNotfy066caXGdGVgDXBJ2Ne2yeL57I/GX98Chus8PjKXtR4usIevAMe0zPiH0oSU6QBldBhrD/rhHDTTWjdzxuHoXG19qjkLcE+7/XHuJ0wzRpCK+hqfJPwMFW+vAd8DD0rwBO/GcHJjMHBXndjSPvQc4RO622l8LpTVGzzdA7cADD6KHbctJPXPPRo2yh3AJj1T6Awuqh1PnN8K+d7bV/MAuaGBgi8Qg9tm+az7KG+tlJ32nZPwAU/aL8X3NFJZKGf9b8Ij27CSAXNjE/G3ydel+31+SmERUiuCN5of1R+tz+zdJvGzvFN6KOL9iY5sfG7AxBjL76VZ3tv3tdVbFci1jeGJG5zhul0ZPx+3yNzROPRj7ou/rKVGSQWgGfjoxrf8QgLr+foT9mm7W+EJ5qXbj0SfwX098d3/iRf0nGMH7kU+UDxluyJD499Y3JCsnT2VNhdlX3jz+0CKL2jE+w4SqLtY3RkJ8j43fY/a42SJCtYc/DdBFCgZX3XNja27+IrzYe5L//F/lZAzPp4qsE5V1Pr99e//MfB4NnzlbHyF24S/Pqmz/NnDwkAt/9Hxyp18n6w8uIV7Af7Z799UwLh+rEl4+9iKNHLmwx36V777tb+wf/yxmy8X0OWwTex3zp52+Lb8QtkxXSXGr3ZhXix36eQSZBu7GjGsh0tkhRi2hJvm/6SJIyc6uA+HVxaF2t/OlDOPPY4xhTD8flJNq8AMAFwEkgv+6VwmXnngYRduBIZeq+Lg+Hmh2A1bFXpbXw46NtUJIe+8qy7sOj4z759ML4xXyoA/CUtzHEUL77q8eiZJ1g+eOr4WxJq+V9/fLUcXfx4INGsIc8nAKpn0nEV2XL7B8eeH7mNfU6ynG3SoTd8rqL/YDfJu13wlnPt/9HemtctGLCpFfeJPcrX2076tWl+6+Bz4kHDk9L5HLNknKJ42BS8kGB24khODJ1K8m99t+p5MIRwyPgcMrdJyhl77MWT7b/txCXm1wk1oZ/wcfDU6M+BikdOfErhnycLrBwTrWTPCj4/xJDbDyHu3tDOMFMmE4uF81aThMnfzHuCkQiGJbA4+VG+BugjKd+spsNwoo1RxMniHQU/EzCwnArSDYis8Hxb2AF2jMEBsQNcNc7TFm0EIIb5ybyotcSRh4GoP+HouTO+5nMzE+d5rVPFwHYCulbcw60d2MyzNzBsRdOHkn/ChHcma4NrJSHiJKPEnikAWq8AxatASjI10O02NNoKKpAwPPSOw+BVFWXBocy0SliI0knlce9P6DH00tlCZBByrYQlQnkTBnJfFDwOfKvuGCkDIrxW45DdjL9xzok+RV4juOUoy5lKMQq0xt16AQdq07t+Pkp2Mp3UMgenGudy9LkhGgdZyvCbDKZuHdMOXo3WLf7MKxFcGFgY5t4PGaAfQLPQ+iYArf5Wubz7qbGE51iHtIpIVUCc8z+rwN9AdOjhztyBzlkvtTP3HEYAx4CP8fqeNZaKLM4eGzAyCqUNaxTJBqOTWfdmsx/+mgAKQCprOsBItqflHrl+GbkNoMr2beehZGR4YgNw0C3zzrsD8qHfvDet9P7xDxRB6Bh5czKUnDSyZxDyXAC5NjyBvD1Xg0AuMhhH5u5FjChA4FuViBP7AKkxrNso8bzGCHGLp49g2lB0goccE1OBCoBr3YRswUEC/+FA7DPStTmnBaD26SQH/QzAo/S7IjoGRrVkLQBqUeQ9wmkzxuE4JpvmMFp/a8HLmVU4upAhyKOz/uNg6gqwDgBvRmboM3wTGnPgdhxGek8q/GOwsJ8xUMe5UwE83q/rCBDj4NJ7krQjZn7aiXod9LwAd4/JesFUkCQIH7EACE5HDpwUmwmdwOoGI29DAZ3Fc6B76QT0/85RQ90WgE1fJKlpdN2yHCdTO3SQlYc/CwCiC6A1WoMa2B7jbDNvcVjKhGJPjj6RTLa+uTFO9m2TWsKz0Sv6TzpE65XPzg4eJ9/Kgxg0eoezLEe38r73DKDmZeh7/C9+5J7Rteflac/phNBJKIeu/0TOEaSLA060M63HR9f2mTfeB8vK8GIneFhfjG6O/ElyGY5D48qR/68DglaBLfMS2EsWcwfIoaVXh/0WrPc4vkH91rYKp6mTGCpzv/U3fNuO1zYAOa/7OMtMDwXwWXyvWfQ1jk7Wrx0BxvqDm1irDaCCT0No6Do7ACrKA53gNNC1jDkGEg7c6KXZctMsFQJ3+0ThxmD94DoMI+3NzjdyLxNmvVKREOv81U/wXif8RRavrmysu/uyDtjQWYIWYOnMNxW8pteRe/q5HURsjWXm4ClXcsmxbEJMx5c+qqWdxyRGtP5uh11oAnmiBcgbGRuBjD53irXF4cQZ7JGN6SaB/smayplLy9mN8lhu+ozG4HDrE71bukhIdJwmK7MytqYPDHnNA5rF6X45umbT275kbXeNlyd0OQ6by8Hp8dHOi/GEoLwenwMoMgRcOthYoSjRzHeJK6QrgxtHl98nWV4OpfCP8OPgt0lAaOdY1jj0zHUkAOqF2Izh4aHzsrm8piPzrkSIweMvtvP7hGmnwlP8Zezj/d+KD2ialtPLWyOX/Xzw0uCTkued5NyYmefoO/oK++Y4QL41w4667Lu5mUC2nzGy7OilBjuEDAAAIABJREFUcVBdDvFp53fk+gSA8S042GhBnP0+iWtqMzldGZrO3orjt8q6luVKdBF9hD+yXp3oJ3yjz08QZPjQyUXScYWn4pn96TNonmj9jaw1XrK+DM8GBy5WYP1P9y1fvz4a/n4dkfNU/p4EWngWsOi5SeHmeaHDpR/k/ia3aI2wd4NlT1eLuS/O9jxLQXPo4rKfJWbNR1ONpGRFBxC3MuPs7ST7gCMySBz8I1/M4+vbOnORXjE+TzVddEP8M43v8q67e8fSgYIMcbA2v+l8wZgmCZAQID4d8qqDUtNAv4fn8Xf4Ko7+1bn473IdBRtpje5EzFm7TvDhCIIOJHuW5WejqxcYHP5HXub6N8FP44qNk68kbYl9HdAYB+4mSGddu/iCoHD7Mdqhf2hDrD4+lIxjaXMLAKL/3nd4pUTnSrIZwbP2+7TU/q6BfpseWge63bPl8Dqog3nxDSTY6PcN/8bfs7jIWMPBnqWE4J+7goq/olPbvyV6JEE0eEBX73p0wgmfQ+8nmXH0FTyOHdv0RSIOa3YC/EPPy+87mTe43VjTHDL41piCworv5djrpiKpO81o5ELjnfbn6No3AZN1Y+x0QOv1hnTWDzCGW+l/9FOCX7tX0AN7mDHGnsdPZvtobMarAEp0ULIJ/t+nbwIivHYlT03g8NDEdyP6ITS3wZGjv8s/RYfF1v0/E0bWn0cCSCckdDJ7xy4IjDtgW5XOPSbzwvd/L41cRyHK/1Dy9bdW6NIjtrmHr155Ym4YI+hN9tCY4x+4q2VfPNv+dvtwBlpT6bu25ibg4/M2D+2mVgJsPtQaHCzx6S+wAEetNV5hzUjWCT7fxKDXNwFfQQ9gKv2O/u1EFPZDGBM5DR1D4/gs8EX1/nitRza7M2BV06J7u321xwFzqePcxB2EDxkrbZuNoWQzj70qXhA/aw9lp9l37oKHtwBhYw7rX884bStJb9p3k0TEO4F49/PIYOzRwhrQg9fmK4gRLzN+igOzB3kK+5h9iC6NXINSBtuOj6+TfDUHYhXRe1ln0WjkaSq8jbEmASnvwU964zOPS3wmbDH642zJjLXI99eEJP4eG3fm6MK87ZhAwizHha4PZYs6KRA8CRwk5Jf+RD96TlUYi17o+Bo+CDB1+Noz/pE8xxzQXnqeeP3o15Ev+FOO/fN///Hlt7QCHwLtNoddAaIXISxhis4gQ1mlJaRA0mSoClg4y37O3DoOxmQxi6pwZDKZrjy+zriYhUBIRQj2Ngew4RDQ31/h0odlt2O6AyOeq+4do/cA7An+NRA5G+CxZYM6e6EDwBprK6J75AH0KHQyDN5rlmj37NZWgCj6FpAmnSFGHFU4qSzEJxt4e+jnLSHAtLSggrGZxmtLD/xxQJze/rMe7YQ7xGemTYZMO2XkMCD7o4XOa8Q5+DnVZZlbQMMGnNbB3fsTGubM46UTGT/Q9DrQN+uqDZnXOFlakyMyAYmzBwbVAuwjyAigfuOIIzVOIH+ZVgPAfvuyYK5Ko5cfEbbwofgtLVvYSwDeOM5GgF8ZShNA0B3n3CwG5++ay45P49/WPVGKGBY4iSXclThg/4+NtVQ2yAiFdWk9gfIJXybLZj/LPAice8kqmmDaqnZ9Z99NSMm4yz1HVCaoOoTW9IbMIFCiDY3O0ibl/gXH4fvDX5z5LYBXDoCzbHaIbAY09xIAJhiRdyRJRrQtQBFDLJm2ODOaVuKUjfGoL2aqjKA4yBrSRYFipGSuqVrvfcAhGEUdxaIvzY0qDgfY9STLmAToBNSuVjYTVHmD597TyZqmKptgKbyheYnOlGGLzPdaOPEiRvWbIev5zwK4WtcbKMNgaNR64melN+upy3VfgJ6yfu8KbF0nGXRlDxZ9eI1GJp3Aa7domwyt1kfXXn6vlYMyNDu6N8LpVB557fy3yTpX1qyAuxUfdLpPhUbjiM7n0ZFZK8YZZxAOEc0jfMJ6woPsG5m+GU/W9Bh9VFhPINUhxxGQaZUZ8BqAnAAwNMR+pTWv5HH0Rmgm64usRc/id+VcjfBOsopZy8DP+Z3vckiMA7T3wUs+F/8Z1sDAs059HH82dk52tRZ8kodwCHsPgpH89c2zMytfGbsteidbf1Cv19X6JrzYcoR9N1/O+r1zaVpoXHXp7KERXesECFc4rjx0pfhVpZNAB90Dcu0GxhhPAvuZvvhcZxQJB3QVTca3RlFnKq/ej2EKZtQmq3LcuKsq7JGdBA1M+1YTm2F7AiFD9/BGBz9fPIMhiIHjZ1o+Da0NnwWD8dnd9cG0bRkagweaksz32UKTIR8MtOc+Gi9+Dn72BtV4Z6JvZYWuO/LpGyft2rvNZvMBP+u9ZFODn9/rMPQJjLF3fR2YrgPAzLUNfs9nnIskioZONpnRayYZKMxQhvkbIGJdj4wUNUofyOCcPVpZtHLKxvw8F4OtnftvAJB98/fBwfnsNqYzjz2X7D/+46uccXB99x4aa1qII/i2fVq+UQ3l9Z4AME422vJFto4OH/2NHdb7djmyvRdx1J85dqvWcaoat2neDlYEU4CX+gyq0MXydRzPsaGyp9FjWX/p42TZr2NMTrRb5nTCo57R2IwWpwffzN4gH9mfxhjsm0ZkOXP4dm2qPkbo3XNPZJStpmfaqwBu/p416C86OSSYvEGLLHywS5JCEgzXF5UDOAygc3Q3doze1QHg2wm5+LjXqc+Cw77VeoEFOove6z4Op/DlJM3OnvZc9XM7uK0vxzn42u4k2EIbG8iMw/Vev/wGX3iNa91JmOGz3+z/dvLGgbgJpuhXcFO/uxMS1L3B61HeqaYhqnHfhO9rMvULOP204jTs3rmDnVqGQgfSs2CcXhfWpnWcZcPwWts6DOVN3KTN6CvjRNUOLMwYj33xDbkDxQcjjzxADsRe2NbPplUrt8zZjsrRs57HzUax2eoL/nvXF7ojoeXYkiPffN+3l+rS5L383sl5bouvxA9b7UVAAQet6bGwpOZyt4u96ZXKEY9Vdp2cxR+dU4mS52kBtjuC12TkaO/FweyffYoztvF+bAbd/Rd3woO3UzmsoHrsp/erK6g7AMd1tPvHOdo+AvYre5ZEI8OwNT38GKqG9HMn2HI8m69xUCQdxw6+myAnf896bRJ5MKE+244cjX0ZR+8DAYgrYCOc+ck7MEnrfPgRu6htVd51J6B8dvMcLRDboapWvcDP0WjfNX98cun4LM6xHIvLkf+dMOq1OLg0WCcBCWxOCBWMz8V8vhWur13YuMsUNcF1FwB840vQNHvRfjto5sU8tx5Yv5mDIHMEhum+7NTf9DX01vh6jzGJzURSbBIWTDCmSRIZ9Xf8FMgMzpXtADA4RM9oX2XW424R20dbiZ+Yv+f9jUnV6f0FZtpkhtsuYm9l++irgw/ohcb+uUb7P0UgsplmLX7Tc8aH7nhx82P46xrq+KymW6M3gArT7L++uhOmfr/aOB//wJ3ghh/A189zIofvxBns3YMVxp5bWhscN2NPRbASInYi0KnuOQGg0V/I/k7k7Zb9bafh+/LzVPn+BIB75ZAhVzxhhqQWwX2Gbt8Xn0j4eceaGxMMVaBNCaKyJeMranvIWzRKFDnKWoOHgDKtvzrB50rU8J5kjRkbnTQal1IYQAEGdIQ+x/ZHboTWwrPEXehqYrqaTlQk8ZDo6HiD8Wh1DBxcjz58A/admMz66B3Gqd97JA/Ql9vOWnIihVr46OBbfW4/7iRIdgCYvUQmUOHb9EowWmPoIzEytvzbgoi5E5zoIrQtYIP/WFf85PbLfQ+CtxLDuztl4Yvu4D8495Jhs5nCQ3zuDg7uEip/V7ql0EWHve2Cuu6Ade25u3JknB0AZr3aLr75a38jNuH1G3+f1jD0HZn4trNH14DtqLhuu6r3g587UfyMkfVRorONzOxhEqB/4ldkc88HG5u4z0k0Hz0m96Lgg9bDuFAVwP2AY8CRIT9nhfYCevATpOwS6M5gwkHptoJzVhSOPhahmRsBerWbtgC7jeJj0MhBOu11eN61sb8ooAUoVfkygo/ACC0a//Lvf/MC9fstTGXHzdoELEfQthPsKi0fqYfhDPMsSNx2hBq/QdE4VlAUDSiOAJgAI0zezKBrflZa9OokaNKE57lM66oOopj4jf5/nsnYQtnv/CgL58xtEGybJ975ZuS1smE9G2DpXYex64ymBVU5w8WA5iqhX0dRM0x6xSfwAMOT8WPj9ANg/qp2M+xP6FgCfwEZxvxxII6BisM59JFgJg4gWjRm7gkwsQ826C7OzN+zzhpXnJb6ouXa0vfy5+vg8Zk3roD53fBGmAtYWAl/e3q3YZhgmRXJrN03ToEJB+omsHGAmXkm1TlUhrHeTZE41FmHqyWnjbnZjnLQWjhKRliEzfp50W7azgYP4PxGTcugyzlS7U3ge777ds9xyimzCwNc612zVuZJtRCXMqrgdQdFEvjfKjI/UWCi+LKrGXyusZ2AgPkAh+NMLLBGADjrvEFp/U5LPf3sAJ9IacbZLSSWlnaXflsXfaa9x8HXZ2nBx28W9OuEBmBQsZQ2XHcAZMc5RtPQQ9Z6gsckC1SFOnsXPhlamQSBF1T5HQMCV+4vOKZFR8ay6/JbKzcCR9BiKrelUPSOYuypBAotiJZCx9C/mEzr4ffp9sfxrPGqICpnuG8L2tfhqd8x7EIXnzPtA1xHpmpI9XySUkQ/b4BsAXIHXyJ/w1Mxvhr8vS22z+q57VrO3DkOEC8PrfOyVnmu1iWVegHaW8keoL+VLgTWdA8OM86h9FKW3D80kqFfe4uOo9XQi1m8FqarGALQPHzfmKOr69NacGmIn44enGSG07rlu6ANvox5ZbEyE7sduVqq6d0x9lZnBMz+Yfqy/hqQyVjuTE79eQfJnFqO6c9Xa7HvQdHBAeJxmO853mfG41AFE+KUOln2cza7DEoFgRlGt/iGLto50Wv6xx8r336udBwM+upAxpUgUPtjsFw0g3xSYOpkaI6TOdgduo0jr7+us7geYA8+PLptAsBUQRNEB6NJZoDPwBfwaweC3lb0b+DUhrCcPTNnz5c5S8bOuXeNl/6Y6m9zq9vFjVE9RM+1mi/OwN8Mwj4OIAGYuzKJtevnoAePYe2BI3PUKSCb1Q4c/Z6uALORDvRHtug5jFf77Gzep7sMMpwAIHLwd3koesm+d4Y9DiKwPTjd+/jpUc7euwzdkXWNIdfxsA7UPwtymcfckWKDqmm32HpIFJv1wzkPDZpHjF9DE7rtDQD/1gLwrY7oJBAc+EeejjxLVxiiOXrP2H9qmaYMeYkCydvvP6pYM97SZRHjSYSBbjX+sef++CNtO8F/7QyF7i1bhkzcZlYtnSv5q/Wwrs3+3VXleUYcU/lK4o319Jn4divycySPZ19eh1t0XnDM0nrWw+csl6OXDlenxbcwuHmaSruttHfHgNEDJ0A0UJcEKs9l7uVnEiasNoXFZVscmprWhiMTu0qU9WqnhuagADDrH/y1tn9XwB+Hl7FnBUa+38+Z29WaGgejd+DR75nLYPHBLODCBMQjyY9N/32IvG/7qPXDbPb17bUPz++zp7Zj/xn+x2HIA37DCf1w9Bz73077G/9PwsY4yv79VDvu05qu9V4nXLhyrHFYrv8tOKA1a2zMHsYZXe/x78Ev3drZARPJoTkaSXh4+WEDwN7L8YGwh+xvBrf2KfI5Y84Y3v1gZKm6iNwIHp81G/l5rhvaMB79pRJcc/3j66coB3sHbn4LQKwd+HN+Huv3D1l3fE3Cjy0n3FJyxu7k47Rw7b1gfeJ0/sd9Rvn3EuFHz3nw99/+FrnlQA9yWOtR5/9l7Y3SDj1AGy3/caYHKyeg1WeCB5cGr/12Frw+f89ozHzvwFrTqWXsU1W9GH0DnPHjxS4jiRUaXB2BjItvxfjddLRE3cGoN/jJuKCfvGt1VgeIQqDxLx0M5UTL6do1hTWdxOnKzUkI5/7L31XM9wbWGJO+09FK9kP4ZPkUXRY9SoBtMXTbRryuu0Lgz4MOz7ndooXRrY0/uY7x9fz2DNotDgjd3ccu/eb45x3gm8xxMbrbfB63zvp3Mh4q1RYfkzzEUUzYs77ea6rk/eDj1nnvPsQnNG3pqwAE2iFBivXw+77/REf6Al+x/4y3A2yH/r7Nkvy3LTxYX+uxfritcPa6zvI0xqRDGHTf7abR37yPOTSuZb/wVwUjCGRKBmlfx5YEd2p9xsa+O+tlcOA70/Gc0ZnPU+nOUQm7Bjsv9Jbm52PrcCBUYiP3vd/bZuu/tT1h/p6kSeSfbTpJzkpa6yrz9YPHV8D8NjEystp4wfhr6at9m9G9JacGx+3z19dCIdYp5Jv1Yx3bTqQTKMmy0pUdOzA9VYIudNL2sEZ10LGvHx/K9+kbBA6Nkxg79t3wrTGhjr4UPjvZW3p29FIn0xDQ0/y7MECft31LoWP7dPTElXN3HAn/rPGkaFXHscyxZQqoXi3kx3/sdvRT+IIdTPwCWYFNrISs1+6gI2LjTyWn6f23zc16URWfuS/vS39sV8iVGZFJ7J2eeSWNaK7STZ/u0Tzi599jR9oP6ESD4xfZIolOpt+4QeSu9sR+Kr+nW6hPYdsvNAbu+DO51Tz6Z7hcat1JhcZxWxBFnA+9KHo5QeHyRwofgE/AwKxp5Gwl6w0DOIFB2Eh4qhMaRge37O79eLEFDCXcic8keCudxfR1ZFMHgN8MGtpsUlGgxSCA5I2VE/njOv6uwZ/zQ6oFBYIXZ58G8BpinF3xAqdce1doecIOAMdx/JvB0QKwBT6boQ1uQuE9BID/XSX1I5iP08obLJE1ikpjO2dhJsDkxbVzgazO2/l3iG8WQLfse1LW3xvaWZowhOc8a3i36A1hHdArJ8+cCeXXPeO7AVAybN8W2gBsn1noFgX5jvHVAlsgh/ZsCN4rGD6Tvx0RCzK7xZIudaWf1ziC1u0IB6izv/8wc0a54dz7LQDcDEULwJzRtftDhulLb2fPtPPDQW9l9nEWuZq9HS0TnCpj5PcAcBzSph0BHr/rFhS0nIHeW0F5fySM1Gbtu7dbvOHg8fNQyH0GggCg9IOMwM+pm8qTtHtFSVxrMLzfgsq0KaNgFM8PASXnTLV0OGs81ZILFJRQESfwm9Gj+Xq/5DSZFo1tYNyBgAmuHuGwINEVnXq+piwn8KGfBMUBWg169b5uURO5M0G9oVF9pvXCQfcGTAzwvwXS+8iw7YzBKIC7Tc/reKGFC7RKEkBXLsAbzd8OWD8V/E5AGA0o5RwHEkZ/xvFme0EHhSeP8k+A8zbIWBMCUaIPHFZkfGUtIy/1PuGHzrZmDcgEa8Wqe1GonWCBXMah6ow29nocGAIq4aHJHFPQyuA4OqcN7PDOne0cgLsZqb1WOFK7IqYB3uGnMjz1PIzidebdVQ9UhUVOrwPEY/6CZpGbn14sB5jX14bNVncng1kJMCv/kBtUZyQxYJ0QBEaQryRSWPaKdsX/o39wsB9dVkcC4EAgg/ENAFtXTQXwFZSy4zJyHtkXTBJ5AeDp8bD+BvuqIFMCztwPD+PwQ2+yJlRoMoe0wM67oYWt5so6/mZoRTYGeV0t16biGQPg0IQHliBBG1TdkogW77SA1n7bQVZYqR02sHb47/+Mg0lA3S6AI/PAD4xFcuG0YXOg5Wel3ZvIknVI1bzu70zV0FRa2lIhCAW2vqMFEHgEnjxVYU5s2WAe8uWSS9Ud5MxnhHoHZriXBIhUazmKezu+Jd4GjLvnyeC8N5iKg9TGkiqYJwOYMRAADl3cCWrGV8PXkSGTjT8A47S2GmPqGPfmrxu/hV4IhMbp2gGhF2vHGCQwdmeEu7rB98/+W1bt2OkK8Rpf4MfGXyVyjOucpKFEqW/8tgMmaQkZiLHSFTJ9/iyOD9PW93D0NnLhddJeLcrDtT+CCU5m/Pjp0I0NsvDxnSAZ54rGSveO+552GAw+HzkB/Xq83z8lSji5ZXiuuwjwbM4MdkLPnF//6se7BXj0kxP6qiOTxnjpWFU6TGIUcue1D158al4ziPr/GXsPLVmS49h2EcAc/P/XvjsCwEsz8x1uGVVNosHh6a5KEcKFuYzMGD3c839Xnn+r3A/Nkfiq3+nwwfNiKoU+OsMb/Zv3pdtUAkrBztgNa6xHXshGwQnXgQv4gwSXPOPftmltQD8JUxu4e7fuTHB08foJHFQA2HLm+c/JkhME8fuHYLOPW3F5Y6/Mdxa7qv1Mf8+D+ywqLjv8br28ycaNKz1fy7r8Fycbu7jB6k4Eo5uFk6ssmwY3XvKsKwf0TqqeLBcUWZ8Ear0NRyb8gI2r+15t5EQLZWMj83Wf5ZCCd9XiVM9GJvS1ljzGf+/KyROAmvXQve/22Fmbtjd4Fr4JnTHYjtftHBCZsnI2Yzv6beQsXdcY7+KKxWvMqQPAkbNJJDBXzDppf2OfOXXCdobOZLa8nKBo9K8MK0/u6Ir7DNKusAM7E2T9FgDuKkloCKzYMvBUyAqfT+XVnUB9J2Ech5nmbH0ZDCpe+6mK6MgnrXsmGxQkvatnDE14n8YueiXLzOdOmTkdW2J7w+ME9PRg9H/LKz9XtuKrsjNYXz+975EtbzrtDmHe47Cwf/76lxLuEgBe3ZnveO6ff/6RAKQ7B2TuTnqS/8nE8/j15iiJJDyISAbDXhWWefDIDvj/wq/tk8CHIvoz5tC7oT29mWDgqt9jv7B32hlwWzqHBa+8CznCZ+hreGxbZmu/V47j39KYTqCelteDo+zjdMYt1VPx2dyJXYzzVKUNQyITpMuwe5ruTgHI83wH/MaOAxs7aHfZdl5bdbdSOAldMucUaxw9vuNf8hzfFbjYiDkK7VsAeDpsTQVv06T8T1SUhc42ddS67nnfSTgZQr1b/m5CyXbyav4WnsV26MSQrPUbH0Dnu35rz7M36NNv+LBtW8/n6N2HPqfDDpL40O8E6DlCSPclICXMGH3QHZ7QnTdmScJs/G8pqsiIt2tLGA5b4N1SFVtzjyj7hvOTFL06Hx3UNjx+BL3N3bf87+h5Y4TIhZv+s/Ntv76x0isoJLz2LCCJem2f6H1dRdv+WfDs3cL36IDTgS/vBh8hA7B5mxZSmZ5ujRs/IGMo8zfOn+AyOrzxT2wonjqqdP5E/osm9vzofLk2yztZlsIZ7/gL/60t+o+TyL301b5Z9lbPQBeDJ1LIRHBw/cPixbXLNwmkC9jerZyz5/EZD42Mj/YkSA8WZq4el9c0a4AOaGza/hKC6EmGXts512seee8599ay//HxPd9DJ40RWCM6drm7ls7SHX0U+2F9KiQqQKMv+Yc/4tGZzN84VIG+538aBwk87aNZSpEe3HbC3qvy11GAd/CBCeLyT5hG5gz2L37YpXUZVJGH2PNU3ye+Ix989p+CMPCrnvGtIzB+UK2fkv/X/ooS19pZ/k1wPrZtdOgZs2khLaL5kcznbwpPed6JO05yGj4lfb/8G95qjIu9zzta/hJkTmX+Vidrb5rf2x4Br5h+Rw9zpOCdANHxMOMuyb+hf9Ouk85jW9y2E/RKR1HzzGVvNT2JrjtpvhOwkAn/8/v/U8QqP3dbEj7HQJRtcCLXUy3agJwFkBHhCpQxRjDw9bzucd6D1e8YhWbobik2EuMOKuHwaacPQGkzCSbLdBxDOCtdAfo4yu9g5gb4tnWphc3z4N70Y5B1BXCNEydXEyWEiQCMIzAObQC4GIRWIgS47zHCALNr2btRPDAJhpYCpPvebbXCet8E2gFerWUc7HmTCNVnwlyA3c8awPnZqvudMZPnRFBHGS9NUVEbhx40Oe1YpMTHz5AszQkC2NiXp0belSggWh63wmzG4wzcztwFMAb4D7B5xmlmLIVOFhdrSmUOtGhmOhy1CvU4Bqxw094Fx1yMLjmYkqXGD2emBcDlvuNYei67K2s6o/AAYGjDjqdksmTxN7h7ggPD352liNDxvo0zAQeaPnPGulrUzpz1eAfyRqpZ/Y3TXBoliuTtcMmcAiQdhK5KChXrILxtmMwfB4ielKg4f+Gldyb7KnJapnTWHgDltCiq/T6bMdtqQC8nzWSW8T0gmwAwzsjQydvA9ro5gDdnCD2TJlh8K/DQTdZNQRGyhpkfe3WCNBPgYv9/4m+NgTOw4J9WmgQOfmqrwfNR6qzra7089iTqwENJEloDh+tlHPZ5E8yvM2JxQIuEhCMIHjCWo79ktFdlbdb7ycCzqqvW1uLvoU3410p/2tj7szrLt2UBTgIATTsazF4j217t8y6AFz4MsR35P/LMsnY80e2Q7jO60UF3JU0DCgIWXU3+h1oHCRT7nK3IIvY+lb/JBOw5Zb7hbQEvG48SuyMfMawWMHd3hMivGAgLkF3H9TyjAxYnAWqOkDj0NAkuGgf6kHXGaXICRg4w5s4OAHdCS7dp03XdoQPDGLnMGLr17AmST7tZkk7Pnmj/y2mQPV4HyjkDUtjiZICGHpNIEV2WfUDnjp4rJuM7HJev7FcbQHvGF9esk0+yaSqBTbNvRzv098fjLJRcJrsTwy3zS9KK6Pw+HyVznjNXP+Y/jqwCv2SSxmGkQOM6oTH4unNJd+BAvhxZoCUcA8k6T3QjzDAX4DTRGOGvTmpjidcYpWIkhKX3nSrU0vdew8GKBMCplAs9Zlw8o4Oa2uvG04qPyJmbz+MMvM/43MBAjAkShHjPwTXCT+BTPados3nkrQPWkEJGJAnC2+65kDFOYkQ7iOK8Gxkxwed1PMRIZD/+JoPUR2eoi4yiT+v9PS3iy0kMbR4jfAKYyKzdv32Hnvl2BneCXeQTeEdSWdvU2EX0zQ/z6gSgYsvs78z54P0vx5WY/grjLA2GSE6SgZZEaySdVD4p2wvVmUQ8YyeG8GFVR0ZOzxE8DviRRPOWU22zfTg4cIZbL26i1+r2DXDbIfuMgTMkNRdsM/PBEKbmIsfmqzJm7IMEYt7ysfcQ+mk56yz8K1M+Ac3IeqkWAAAgAElEQVTRW2M3kDmfdZkzrKZa7CQ4Tcb5CdbORKE9nBfh5ehxAqPgQxI6QhDhGTne9/iOnHWpefIeaC54f6kq9gyR2XcL/eCXYKi2gXEyhE8Hfz90tI6p4FD0+9pjJIJs9j+2qkZ0n4+WNdzOQ5p/Yw4Si9xymep8z+edAHP039C+5IOOAjgJccgwbMiSY1QmuKLgcdL6XDQMcdNc6C6yLA4pB0SHFtvBEv4JDhLewRmHHOzkDBIOHNgfLAU9nL8VSnyedevnroTXMHxMi/djneZJtr+NkggB8XQHq5B/35yMu7c7Z9ucOGwlX2s/8vzlabcsnMSt285qn8AGaUK73e0L+w2eucd5J1nS4Yu96eQdOyeFR6vStduw40RDXtLVBo7qfX8l5j10/GoJa+wbedzz72q5jG86fI0/p/HxO1k7eDsJqFkf1kFOujsp4dZp7Atrbl1VvNQ69tDhTBpZeehyHI27RnqW8FKqpsAPK4XWH4Jd3rZ2yyd0FboSm4gWj5ZXg0/1/Bu75TMcrxlBeCSJI+jXkzTrAoXpdFFBnFsG8FwCwfhX0mI8fHbzVJ/Z3ZWeQcDBCl2hdDDbzCE2duhH7+N8wxufa34dYG6f513NvPaf6OddNcR+3UUu2gvo5q8n2T/Jjlq3BPwbM/Sen+d5jXNUS/BBYSStxcjn5i3utS3w7ItorRPXvcePvsChH/wf+Sd6ap/HTY/mleHNxlvw+itBfpI5CG4xh/D1uxNQY9PjI6gEy/NO8X3ZGthruz7hbe+z/T1JvmlblfHgd6ASVglnlr+a49iIhydMqwkqf6NvZAQB9G97qTGe9sDlC8m9oafU7GFMh9jbdmI/XhVtc/+7wnBHoE4XDvg+74BfvyXXMwfkjKvcp0uA5h2/0trHbQOLHzTObwGSO+DvNS0c0XK8ZRIz6CN3jLsKCzPmyJDIUopK8PE0vfBacNoWhExSrJ4/ZkcXbBAfufXn4bsJWN3yRcFtuuzEpxj6IQlF+2ie+/scy2WfzyQhkywkrAdmGtnH+mluv/2agPL4i84aDhbrpJhOUteaHb+MA5RJuGf/s6ax0ZK4s/RLgZr3SDL2+R+dXJQg9FmQtEH4YN9N5G3MTTwlci2Y+xRFTaLawWd0mzDf5Af73nTqT5IQT+Jnj+tOQFW8zWt//AVr3+tJxAfCA+it1S/ae/x/zf9gpJPQaxmT9+Bzwq6lA1C6coUQm36hP/zPncCG/M49k+ihYo3JyuF57Kv+9Z5Xp3tDEZGT9c1ghNMhILP6hlEW5+/avOhr5J0+66SGrsY2L/n/guvkL2X+rKcusU6dDZf+1J7RreEDTx975JO/SXDwOpRMYR1Zw5b3Ny7dfZ6kwbJvThfW0VfuWNUBYLLLOeOyGU+Y62QveRUEvN9tt7KREaYINrIlqAK5Axg5U0ROwnWcZVfXM2hFMUYjY2jBx+IfQ15PbMOvFmE3jhbA2TkU9nHoPMwuoEMFRgKcmwkTwamgVcrTLUBw3vqJu8EtUMzLA9YFGH/9Mwb4Gdf6vV6Cr5UbhJB7RqzIuC/GQfmctrXXmYMwcQcovlWgMi6yaHgHZ5Qdxp48gtuY1v13lhbK5r3me8aFc5Qn6owh5udOhUIOT+dMMeZfmZwjEFdgJJsCx363hjQ48zmD4uI4aDgvCKG6TJXfWvB6BwasblbLgOzKgGL8ybjaoAtJExKg3ZJaz6WlupXrMzZlzPKj/esAsMch55dbzWYeCCd9J8XfbT2yL2m193IoXm1qeg30TvEhLX/9DFqWjZLSZ2oNuWdT5IuXQO4WuDUOaJLKmxiIQ+LPu5W1fBtPrMcNFOSwga/eSphK11ZkecrhUzs9AnruijfPxUZ7jJN2FPCMrpQ4+zVBS+QgtBIjqhzT2vc6exWApmfaaTlZ5hgRHQg+VXUDilGMOBsbDDKuM5c5G/MQWLUoIXAAErGDlIc/cqUTNvb+XIOD97zvIQdaowkIkPVrQO8zNC7A92yDAlAApjgrt5WFnRXz862FCnpIee5JLHh3k9h70yJD01KANHupd8lBu0ks53rx3ziIyeT95my0bnseGt1QGdS1fkd/Dd/2GrYOhqeThLAMB4+uznvzOs4I3sP80F9k/a5TKM/u6ksH3Z+lluzjDLnXXo+82Qy/TXKxsTAtnfxcJxFNIKkf8vzuwL4dyekYYH4boM8+dACY28m0Ztz6F2B+aPVsXlr8I5P4mABx5ppMyj5jpx2KvS8eY8mEgMhK1rkCQalEXwdHgCa0nypNg8oKjl7L9HJa837P2dhrHYrnfPPHINZrToWBx5xAK5nl6MeuBJTj6/enleEdAD7voYJChl8FyLozyakAEv0/m68x3Yarx+6KaNoQvvEf82cvHeiZM4MB4KYT02E6RZz1C8Q8e5Tv48TqdWYP72qzyNV1JiCT+0zp3gO9DicWmaOHTk9r1arWmCSpDhRrLYJT0lYJRwn6oitX9GwcNjfWAgMhg7q6H3qOPCk5OnjmyJX5m/cQaNk9Kd0JDZZjrp0SDspYf2Q/tkVvAsCiN7eWTvjVr3gd1TFyk2fSKrR5vINM3pfZ5zYU44gTj4UXj2iw/tnEoP3iTd9Uq3G2YTtkftqPbpmNTQPtxpG552R/7m8qrztBE34nQcP7JZz466nss35a5ygOkr8pSbLaY4u2RWtxer0NXNbUPDntvdr2wPmGkxE5HYfpJBC9bJLP7ibgg297hOF79NIosDuIT6Au674OKGSK5Z4CwEpemPEAG+4gRv8dPQlfkIyzHQygjfDcyiu97xWIEnnZAQKfTvLncyF6CH3+xkM/B4CRR5E74RMcSOCxW78dLF+V3pzFrHWzLTLO5gTwhZWnbXU5Os4amYlxPA0eHiY77+pW/8/amzeFswYvsMckpPqRw/d6chLyNon0J5tM86elpX5XEKVbcSIHsO+rS+DgvA2gYA9p/6kcakcgwd+3YzIV/DjjOghqf4gWd/ao5arX+fmcIHzLqCPjRCfPy17+Fzo7TIcIPVu0TSeFI8/musiKzwqgrFta7sO/0BR8xziU6NvJhbyjbZGVBYtP2y7JPgy9Dq7GXm07jUoiV6UKtw+G6uQjAsBOui0fD+u7ciPJWveZfozfa9CJcsLrZyOyPweu19iPDhmd0fx9xjB4xJ2f6rmvijTtjezu53t1selANXM4Ms+00iPP73YeTvUIa9w6Ebq8sTC4gRaZ8Ilo5U5MCv3uu49zdj668VMHd7E9bEP4OKN9Dk7jlr3aT+yp+52Wy074j04+FeqTjHkw76zLt3GDX3Hq94q62lH+tOfF4in7d0YNYBfoOye+19wJnvDZqxXwsMOHLeL9fNu87uxRnaF4HoEp/bt4w5lhlg+9xl3pRyDlFMr46IucAQqtOAD8JE7RUa/lbGN149lJ7pLasVwr389NmS//0QRG2k7W9diMd2WZHqsxghmh812P/KYuh6+2uHMBdrn+xO+i37MeU3AwNN20/KZjgll1PvSDCTSuPCNB2p8Cwi377sRlD3OKVtr574QQHb3ko2/SoexjjZVYX0fY3ev+f/2dOW4A7dBxy2Ynh8SOPvpyKvt/xg15UuPb1Wlj80wHNtNG4YPVizv65v1v/tD2nbQvVQFMCgqEgyHRz6TsYP3+kWw6ttjYlHT+lO9Wcp8iLTr2dLwBOr0LvM4aS1afdtDvAJXp0/j8OuP7+URyQXtxrxvr/Q4mvpORen633O7vOHOWI1W0psQQbuzVWBUfePzUKxc7kaLfc3c9W9/rdtbqeMZNz+DHbZmtdZx9HHxLIuzvz7qJAM4Yh+8oTInfIAKeYP3yQ2RH5r5V9X+XDLZPQf69weBD1yS4JIFijwg1XTz/nSRu80n8i6cL4SQDr/2fcbPHHFGg8fqs9rHluObgzLknvop35zboyA9VocXzPd0+9FHsgE1m1GcU3bGGxjLmm7efhn2M36E6PulK6dPnXWZ7tqqSiu89ftOLFmuxzzcc4+kMxuojPKQbI6fruK5JfMP+/imZDxtXiVIk7bzGNfHOxu22Ryemt6kAuat9tAR52yYlsRYbI3Na/8qNhe41Cy3H7sfXk8K4+FvZH8VYnBSsADCLSYtDADkP77PEcMIeUBCfw0wu/0aZhUAEKnTFEZgigHJ0M6HTYhWDmwDwKEiyBahifAGLwyCZPKA2Y2kwv8ykKqc7A1HXU3Emwu4NP8bQw8IEETpKj8NTszUYGEXJNRB9t7rVZxjYrMlPTt87ALwbHwY8rV3mi/BXshHyK8707wEQqciTo2KCyTP5aRAYxl6HIRnseU/eLIFGgKcrT/RdCwAcmtr/XwOoxWz3GUABxKkg8zlPAkZjVPk9Yu626q/K7G5lTJvq0McTeH4Cym1Y7py/M95plWTDPGt0eEgObjmmJyBgkDz93gkAnZbqfn/AgO4nY8k08NyXtmNxiOv7OwDcbdPjcJtsLgvY9z5vYsPyAHRxZ2HdrY5ZD0BdhHv2X3tFIJnr/ngUbpxHactjejCo3TGddZtKfNaPll/7TsBE1gBnA8kK99ls2dOcb0uySRwfn+17oywWW8dPt5kzVMO0gYYheBTcBE6Pkh7FoqeiPEzzFQBmrq8s0HGG4AQhw5mMs/BU5iDZojm1waTxkJnstbdBmLnkcyU5rEOx5YwTGk7LvyvxZv5MAgGtEDe4JQegAquRL6KJ/HuCC8/77/MnqTgm4HSSUEYmAzYCMuZs1Qk0/STb8/nnGVovADr73fzK86jUIcgJ/enfzpRDJEq/GcROpqWu6wy5vCP/bZXb8l7Lqvs+6KXHiaOV54ZOcuav6ekhXlcPjsjes763FRNzOslYTzAmcvO7g/WcN/18j4OwK4lw4twOPORKj7/lEY5KHMGMCxCVs42uDhwCsqXnX6BoDPC7GhsHXe/lyhXk9gYjOXNIr2GNCAAzfiogG/DxzFcQhzPkRRfT1hzZ9BEAbtp+Xg7Ihw4sc64WXMgQ2uX2GqJTTZMccTCJGklaSeDXzzffxAhWAkavK8+8A8AEv/KexVgYI3flyNEnwnLjOPtwhE2Auj9HPn9ksc9zJD81n9M5xAHk8KUMmvuMQ/QAe0kyzeELtdCebE/N60780NqcYPazbt/a45suBhPbPLocput43CxPGyGXU9fZv0qkUivTSXp5y/UxzAdncm5u0/q9P7q/A8B3hR7fkQBg+ig6PrwzjiH0C3rOOs4Og02ceO3zYHmcKNIZGwCeBEYHgE1UwVaVaGqjX3J1jBvtn3HFuHf6XUrevA02jCv0pmWoE2ne2DhVlEmkaAMO4010wTEFp735rNPLkVBGpuggZ2lmFZcGpxL+maoc28eQV1DW+nuNf/2tc65eFevPs5RQZQeH3zetgC0To38SOEp1qG0Ozy86ewPA63gp2F+JMKla6kQE4SJNR/uNI8O2wWkZqvelo8Gpopk9RfZERs1xHBqr5NMlXFkr6A3Hju49WfK0KB0HFPjsLZ+2vWjzSTYkfIus1btwlBDQ/sdTkXN00LOfduRM56NO2nnjqZWxHSA6769OJZmn5HL2i+4rsROng8/wBZVNzO/G8DgBvq7lqVQM3a8NE1qJHIh+mOMFLec9/nHid7CGuZAQx99yEquiFefb3WHs2H5Di90eukkAezFnnWsMw0Tetzfv6loSc8DqjOckbQ6uZG1Mf1eSVgfhCObC2+04hFeCM982Bthz7T9bqh7/cdSN3CB5V2PliIDMe+2IyI+1ybN3eNLUaWfatnaXG+xT20DviufmAbf9My6IEzS6N/YRP/YJjAOv95/WrJYH2p8ZIjZPv6exSQfS16HLGYDp5KVnadstNua/3c/IaQ3RtkkLLi6qStGbJ0h8O88eHczcYzOmirzl9uus1XkPLf+8J9OBiHvy3tjM3s+p3jMNSF7rzNHZGzC3Sdv4agsJ9Jnko93KnGOv980Y2tY5ifNzLAx67JYHp7Wh/V3omuiNs4/egxDCneR67/VWDqVCkdGxxlmH0BkJT3cgy2dwOikpyZB3YUP03R5R1fajxujqm8KTy+fxPXptxz+j8XWVINeeZOIJzt70maNxAvRYf5JE2LvoKeyMvBes164qPvd92uPRK20zHbp6fnGAu1pSH9/DDER7RwLSbXelElX4ajpdTfJbggDCEtmf/RGNji/wGbz0313tmYnp/7YII3O6ZFXJ2JabvIu1YX+MXWahjOfcIWZHdu/loT3JMZzeDjqkw8fNt42nm9ZJnGu8994jBQBpUz3+ohnYXQ26499OTLW4u9ZFr9i/8Lj18aEyLWyw8R0wD4300wfP1Ee9ZsFIKQ4hQnr2Xnp0/AnIzbNPl67U552kdXjoGaOwvmiR6nVdS1KFfnfhIUaTbK/hN94F/YZf007b8nn8tk0zTiBWYPW5uAPAzFP/boVt7AgH9UbHBncJP7yDsrpMMgn/kmzx+H5SiXrLTdNvsdBXtfRcIB8lid/434++p1igdCkB8OYtEkVjG6z/R8/5KYFmoO6LUPDhbKJbBXGr+jy8PlW4haOa17tzF3MPnW2RHEH3phX47b9KgB/bhj2NvqPSNxjWMk3HUtZRPtmbKsZ4Bqi/T2HOBEt7cbAxs9ZJinTy+cQpTjHGlwAwNihyi3XWuG8/FzIG+d04PN+NXCux2vjAttfYT9jtd5zLWMnJZtOFswLA4GwCwOxp4zQnCxuXLj5hTbszEp+1/YUM6Bb54qWmHWz81hyel/DHc20fDxGxEZ7tZyRBYxnQ31VB6fLYFlvYjn0d+fRzAkXLrV5Hj8O6RolVOf6Mz7RgxlSDsZA1nXjYZ4+3fP8WL4U+wSU3n3XCTh8Fovt0dNfp1PsOAO8ZJryAtgMWdNOSL+AtC9wL38JYFcP5ydl7MACZmnEabaVLqj+0SHumYhYvQLInCNNreW9ASjY4zrn3wdsZrwX38x4I9lsLhAj2bVfFbBbIzhkMZEDMAAWQaHGjd+EwYc02wBVg0i3SAN3fgsAdAGbdX4FXrQXKYtbVhDr7NP+cbCcEbwc3dH0cANozPa/aR5qAo3jvAAICIeNqAZE95afHF+KJEsYJhfGTTLlMpjN8xDTaVyUVQOAak8+YniAfxlt65s/5NgNa9bxkAh/i/MguPOB21lL71yAao2XpIRcm8zqOrs5wxyHdhh8tT70HA8R5RleDsh8I9deZOcMv3uNxuElBxKicsxjKcsKZ2Rk4CFbAQrdFhk+hn0NzptkVz9sul9KKGAgG10PfrJWFrHrkTyA4Zw2oFbta2eSqj/MUK9OdZ344GsrwoZVFQGCMdxw/zYtrXGwrPZxoGcfMYZ59r5+uuUFN9jA3tDMoa5fr+4zvZBhvJuqOKbyX56QtFQo3FXJxuHKOSBy6AqnSzqx2/tU7TgBYLQXna2QM1eyrIK8AcBochFefNc15NpKhyuKJ/FYAOIGoVCrQqrKNqgUNWQvPTaQ660KLwADZjEFdIWxWFoJuYK1rOjuxK4C9PwpGuM3+VP/PZ50drSxbquZlBMn4o9LiFeAoZ37eu86cBj411HIasScB5SfIb7qIjoBGyAxFP0pm2hCsSht0XtOfeJhAGEEnKXrJzHUWv6sQOGLgbofMaPsMiu7AgYyNkb2JCO95JbPxdmJEPm3L881YhO7GUJ8Wkq33X44aB+q2M4jGvNXHm/xAgOnNFftXV9oRADZpm1Y+A5x7RlGc0XYel/yJkarvwtv6OfQ19EeHlSMPKgB8t/E/urWALnSJPg4vjWdkDPczQ2f7R297bHPGIAYCLes7AAwtmofGUMlnaVtIJrvpbypXtBaMncQOeFUyxvdPssT7CATwweW58LsDml0NUg5P0TRJUeIdjiAIBpiWmAoculvCOv3IbvZYnv9xZiZrpe+9ljKOKrDDevB8sFMqYSMDWat2+KBXvyZIzEtPJr1obsYP77/w8Kw/hsHh/cGxYOmQwRpVjX+1hp153UGP6JesH51uMu/Ipq4y/NZWMPu7AeDvFbHTSsl4LQHIyOLQhnHF85nllhzfkwnfAdvTvvy5FPl1aJ29ex6Ic6/3p53Y7EkcV6s0tZdyhLIefbYflc/st4OPPm9R9JQgEk869tHoDeH8JK9CK9MCTxh1MHMHgLezSPBn9iIBYF8/CWXtvGDOGNi9p98CwHu+ZmQ1fKt3UYnvNqUThIA3tHfiOyrvTkuzmWtsMHBznBYYnOwpeqEznTtAx3y7TRjvxzEZ2QAGIAEtZ24K8ziQ1XtLC8eqAiZpJzhjAlwjp7olvVsK+kzN7JdkoOXJOBqiH8eWGdq+HeDgZkMkZMaRy/DsJNANjtKchQF0r7HaBIDZa40bvQh+R/83lvFzximuR3uvTxAkFBx7IBiBMyBFb7Z5HKvaZGrLGwczYw/EETFOzZJt9xmu7Dd41rafnLo+AictLbWOrjObRYI/TjvgSro7ga7hEc1RiUy0mGz80Q4yHK+dGOwAmsZSSd7Qn+7FBqB7BM9uuXk6Bh3aHEfbM6sOOMLTMo/NG5ZnIUwqXjP/TeqN46al3SaDSCfa2elkjHFeWbaE0LLXJIPkGdir/B5ai0/CvDZO1lN5TIv0ctLjdNeaHRxrVf4KWUTGP0MhscZ2u6tuN8D36gDy2H2qJOI+z2GwALig9VcH7DMP8MTY507Y2MoIXUOLVT9XNG/+l3ANnbvK7wkAd8ty07gqw2ttm6a93KfDS567HRHoTBI/AXKTs9naVvm/gudZj+iF7tRz/C1jL3QCWgc/jgOQBO2HrvB3gTlzfRRWy2v8LafLSekj9IbtkadF60lQsY6LTwD8SFDufUTQnLleR4Cg7zQOyVxaJH+ON8Fx+1eq403rzzvpoG1Q0zygteym27ksWs8Zie9kzVumdYEJ34HTzmuGrhdDRg/cNlkSwYeWpyqZ4BkdasK1+fkWpH3Zx2d9Qp9ah9+wuwcL6jkHb5iutf4pWCCpp5MIebdlZfn9elzfkib3PpLTgjcJ2LJ/SugPMYaWGl+37DBdGpfHtsa/2/hfj0GH3j5sAkb4g+Ah7ZnGJP+L9CMtmLvjUuMZvYOkQ4/Vweh3FxJV2umnK4k3MJSuQ/ePRdTMH1sc/HJ3EeqOXJoHGF3BBsvWwWy8g25g2fvYtshHL/2sbca8tk93fIKWfT02xbT0jf89c/J3rt5Oh6Vg9XfCh3xaCaKt3wR7Fvn9qqCbrmwkkDOW6J68s+fa+BD/snzfBFay5/FZpgNPOvGYGZ4vU4Szug+/6QF48SScggyv2/jrSJzs/e0WtO0X0r697NeZ2AbQV59lbVnjsYUc8wiuzxGdCVClMlB7Aj7Y+MsGq9avmbHm2XRAPLphksi8OkNXprnBuilo2mID7FHmjy+0dVbLMfOz9O5g18hUMM07YVLbo9d+wzx5X/RaF8owp8iD4IcUPkxXtQkAK0EgPqJ04sNXsM/cHf2bE256h2cFx27R+Dpwn73DDk+CAXuZwon2N6xdCJ+e849J3B6/Ucsfz34Ccu40UDYo79bcWj62zkaH6Tl3V5WTACP2uPxndLDoADDvQQbjg8nuaS2202vHArHbItPWR0x1tZ7TifPsp+c+8YnGj8iHbY+dfeojudhF8RxFCRToYf8vbe2mt22NLFXcI8+ng0R86wevPxfi62l6F89pjfvYvKxTaGHjfFk/Yfk+WlE2hGRq5OzDM//v/1tNrQtxmCyYeS+YccBzMyXrt4LYCuEYmfqBATpIR8b4C6COcwSnCkKqmf44mXWGqc6NLOby4o6R40qO5+En+9aME4O1DSsrwQGwCRhMC8Jn3N8qhM9cnv3Dsek5jpS7jSqUteYZZwXtGeV0iTKA+FhTCC3GRFgBg+B2cn/rMc472ZtbgZ/n60IRyTgxYX4RdQg6RpGCJFmbnB0ZYlN2zfuMpRZ0uV4bigG6mldrgSOlDULWkKyIgMg5b2AYAgMCB7DWtCsINB/OhJEjKAGXURJjwCL8OvtCOs3XGQynR3/2Nf+vzy0ITW/FBIfHs67QvB2643SHRrqdjZIrqF7RepJdiWDSPTgt7HRTdfEAEJxT3cqUljEM/Fvr2gZLZHshPGhZdASO3k+AfjyXZFUZkLgK8p0lzpj1fcA3axhQ1QGuZAiHB0gQWbmzGUoAjNthffbH69TJAqE1AhKtUKH1nAeb+d37eYS0we4CKV2HQcFe49C9x7JVn+8g2CYYbICaZ0V+DTAZRyPyie+6crQNHD3jVJcZGIXv2vkK0Fhjc+VRK8iMJ+OgKqODGDE+Aub0lgT8JxA25xRapg7wyzhwQk1LweezAOCsz8vBMC3dnO0+LVIwXuBT752AmelTe0RWbAJUBvtDu92FASefZa3A7wtQvR1k7AvryN9k7EdeRVFjjPZeMkb9u5Vuuaf/7v3oCkOvibMN06Hgzn6W/mmA2K18W09Bm68KnWk57Nbi0/71NuYTDIrzHudxA/IA9nGaeT9mT56Bfqtq1ji2bfZUqzjpS3shRTggZqo5MJh7HxpAAVA7IH5kxdDeT46I1UvoqeCVu01o6CWJNccAeZ79ra06DnUq8UnQAF/0PEKft4Mw4B4/R4zLAUVz8xqgyViMsyhgEjlORUXLVHO0dNFcC7Zhvc7ePXOltTLjbYeP1loG0K7LBJifB8ggR97recn8Dv2YV0b/vhOk8Gi/rSSqkbY1UgIs/LAf7VB5OXic2fpOVsIBbEz1jKcD816/cRAcI8oAKkmA8CgdaCRvtM4YQy3fQs+0pczc+8xJv2vwKfLnGHA+03DbJGGw2+k1hk4nRGKIcP87AL2OQDtkn/3BwQMtIxv6fpznyDXj/dFLmcvolku+m8ZORn92CrqyHqsAHLTpTgpyqI1z7FtAhLGJr0zjxuwJHryx0hrOLddbD0VfpDtIZGc7fTcAYpUy44e3ujohwfp1dOIsEU3d51ZiAOo5S4PbmQH58PvvCSYTuMQhFv6L47CfxZn2jaXMf0QAACAASURBVBmOcWgnQjuCuX/ltZPx5uzAV5cOUaeCfnbMpYrp0P90q1HSHpUh0CC8CW1v4hq4JnxhOpmgcvMPTtzj8DhOKpwBkXEkAAY3gD/WUdJngyMnPt73PHKrhzPybw5yugWREKzr4M9vR7A42PNU3en64K0kBJteB0uO2TXLNWfnTpLLCcwMprCcmnO3RVeSTZGxVGhUAqN18SYUSCb99VTTJ7kuDn63WRddE9yjYmA2OOMfx+Dzmd6VpJrIH6+TpReYLfhEAZc+ZqY7Z/geZIb0x0lofDsEuSZ78VmR3glmYLo4XEMXyIN+PjoDWUYC72KHlbXGU/Mc82ElvOcd4yt4lsH6T7Q4+2QekL6ZAJfu1/Okk3gm54LB75GV4Q3920l28JKeec4l1bWTcOVnSGaWLBZ9gamTmPaumDOvjAOJ52MLd+WabcTnWgdC/IwN/GtNWF94a3H68Lk7dGz145mL1KlwwbRUvB3czf/o0E4ACaYYvOAEr/gfOhmmac10XntG154dTzDJd79D1io4oaqhBguKn1pPahuMNfVIcYhxo4iIagvRWbAV12bt5cOKfJWcpysJtrLG2mvQ++f9fWSNQ5HPIkhl0enKo5j1btzE3DVOzgEPT3vgxyH+mYidO5seg++2KqeDcO1YXx9H5nK3gGf92d8OKJBwafvHsh55lsTWyDv0wwQ7yp/QVbmspfWHieNTnzT94PjfubzxVPYqMhJa07/oxZZh4b2/rqM8os/vIF930FnHbhI8Vi4E/2ufSLVAPje/nhu8dymmue1jbGXLxGcyWf/oksbzSbKYZC7ZKXMcVc89dJwgT/tCWz435u3xIUO1L6YtccezvicBZS4Ods2ed/EOCQWxHRSo08b08VrVEXH4qnUO8zgJ4CPPwT7oH6o/g13kGw1YbP9U6Gh9vrtv0muhO2PMsXnhceP9aSHaCY7Bo6Pjhq/vDlcHKwz9d1WueFsJNRqTE4km8Kynyo4Jpl75jP4mQXgLGzLXnjNzeweEN0EaPXG6DcyCkkAHjbf+JiBJC3C9w+s/vgrkdgf4dY3ohm6jSdBYnuEZvefwqvXNBHg70U3rkCPIJmBS+gBdpueqA4R+llaxZ0PH8CYJVuAJ7AyP7fnjnSiZlU2g1r+MfNeneX53TNyuiGsnw4fIFI2PJF8/5Vlo1qjx1eLX1aHs8wzKdCr7Yf0OSdiiCA/5Z7FlfdP+xuCd9s90AmPWdteDSk/JJCeQj1tE17nD2PNzjqCaTpj6DB+Li0lgZF/9PqITf9nxIUzFaAfB8UkwztiSuyrEXRirq5CnRbz9+AQeZxwUvnURUAfI2Re1evZePXPn3VtYR4FH5OEtK9kb5O9nsPmSKWMP0IGyq7FZG/NpolKv/bsxe9vHrNJJUCnMjk3XyTLIVcZvPhhbCDnVsTDLU3nLnjUnMSd83jgoo6BAEx/YnUCSBIkk/gVn7x6TWKp90tp098Tu3sJ4wZ+67hVDujoE/+vfY/sPIcYKi3659Q+2i3lKcaGZALZwRhv5kGr1TIDK3+XXB6N3ADjtiKP0zSIGu+8ATwvrdhjTkhcfHYbCHRQkSEF1qZ8vAaetAuSNcrKiPxk3ESB3RpPG2SA/TMAm68vMBUcDBnI+yzv5+RYAPueThJbOj8byUwDYYxrJwHkk3wLAWct18KIAk5E3n8tpWoE/DPcdybfA155pg4LhX4zWO9gcw/gGkxEuzvj02otIc+anfn46g4Lgr4QulTsvUCriV4BZgONycGtNMOxaOd57laz0ZOCk9dUyOlVA3VKMahpooTNBPRkbF2GotKh9B+6+OSfgE2Vdt8GKQAkdhBZN5Rc943DImN6VNtAn1XL6ux2QypyjNbvf8yzWP//528sYMbAfTXkcQxe9B4ikmt0ti67vN5CUlrO6Vu14tN6pTPYmnh9omMDQyOAXj+V9MWh+zI6aM3i7xclxsAwYYt/uYAQvYyz6G2DldaxMteYjKny0JuuIDq2jQBtwdpZg9idPwzmEDOD+7OkAJp3h8mRIvzCJvv9h/QkuUQ3OuAnI5x28f8+I/YluAaAb0HsHYJBLut9n81YA13MU3YyMy9qEnzEYm1+1HgQwJe8J2LkFzqwta9PGfL6bTgzlWGPugEA9n0zazoZv8MA7WW/v8YjYyIuVw6kaHAPzueEGVTmreEYh8h9naioHUTgafBzdmWStr4y+c0biOMQtz8aQnId7/EUnTRsydP78I629WbPjyJKj99JtGsJ99ofHpXnYEI2B2PpCwBN6jXOAZJxM6Q4Amy5mDh2U7TWnRZMrjATaRv5Ir+S6zBlZGbpY2g5vTtDIAfzNYPU+MKUyaJvHbp2ibd8zx98B4OzbGvHQU5w+1fqptjbPSyvX06q0cEPTrgGb8M/QT+a8MoBzh150LIPtoT+v9bTj4Zn6107EwUzLH5ukgFNT1yD3DZ4n03SNjHVMtRzTO+7uKm1ctMOozzwNvWxGZeMYKsyYR1da9n7xO/v5DVuCDztxJHrwHaz7qc0U+hq+FU75FgBWBqfOWiUTs/eAvZFh+u9xdovevzmzvHYnsBLd8A8lrg3N4NQyKY5TDb2Bk8TQVM4BO0hiDOOQwKmg53LUhQyBxmNxqCXArvUjMSv4bGX3PUfz5qU2lpbfvBhHpfDg8o3pVQEqqiCsQPeBHaDvakyv1ySw6Bnu6jKJlR7TM/CW55xxKRlnh5Kd8GRXR57wQ4D1pi1d0rgueDjryA8GMBUDsTk2SA0+cItBJVkOHkRX+uy/538x6IJn9Z8DvdaDeRP0T2s95mwaMT6LTtjzXPVNAsDaA+y2GNwJIHbbeSrgUn2xQRY/H7NEgcFp1XnbhB6z9sMe9ncgDRyBTLeKG10FxumKGo98NuNgp1lwAiisP3vRc2l9cK4zXpmA5SQCZp9m7aZFpq7vhGPm2ZUxd6WVxzgBYCVcmMbtoEoAKDSydqzo+OiVqdA/BDW0LHnve56xWscrq3/uaxzG/ieQEz6IQz9r3PTbe6k1WoeuqWl0UqrOOFt07f2piNA6PrP97ddvsXMmOSDP/qL08uhHvgTAd3U9OqQdbjidQ99vR0yvEXo0tJL3Hn/EnN3VSYD6fpNfCTQnUH/GobWbBLcXhp5pdZBDC2xcWwFj7Gk6+WiM7vb1TN3BdK3R6H8Sf71uwzNnfs+FODYbx9B2Gb+Gr7/a6fUe87w7WQOa6edojN/OAuXapqN0IaOCK3OyA332H7zWQZ8+54z3EsTtBNd34DNytpPJ2p4+eEJ0oqUYewU7x/pxnN+hp8hmB1BHDlP84ATy0Ql2kA/eYg2h9W/Vfu7CZNmdADiVHvC/8IIdgRfWN00+SuUOAHdgXnNohzkyi/nYDhr9zxnhvB+d0DTEGt28dOOx/v5bAPjwViBEqry88LF/mn/0LNFz2xlnXcUP04GgZX3z1SsAXPifZxz9Mrqy5ZLloXWJqkuX15X4TveNth+hdzrCvNepMEPxfV/Tv2tvVECR50fmAx1ufJ0EzHLMizae8d5nJQsvoBN6jdte4PPgzA0A3wlAt7zmPicAP4N3UkPhJHxrWaPh+5HR+D+WXzaBBKwJHb5k2lRv+r7Bdz8FgGMXT0XwvCjydAKoJ0EQPBTZ2h3DWr7cNGieqgBw5lgtVhl42/Vei/g3OIZAz0nFWILnntr4d+Ff5I++I/mUwFzjJN2ObDt25mOfNP4igfnPB1e3zwv7/gTVpjLwvKd8V5Jhx/1sXLTJWMjzYz+g5gfnrf5NpZrw/lmqoWnW2rw8CVKHf5+L5V8h6drJhLbxg2PwxUhu66cLUrK2e5QK/N66DSwE3UamznNJKnIBwRagyJ6HHvQsEnChN7PFdMNbFsmCIn8PPwn/mL+Z8fo29Anyr/c0z0mAOvwT+wcZkg4qyIs37mLvsB1afuoe6ZuvAeBnPrSOPWum137B/14b4ZQ5QqrPotfnFBn0nFuPmEeEiUZ+6N+uVMzir38u8RDWV23r52g6WmAPDtJYseNkZ9qWPfgQO/ndmt1yuo4wYt8PFh1svbv33kc/fpI6RDfHrWhcNPbg0UN++qHpxr76hmPXCACjE0midYLNVJJOXv/BNT0++3eG91pu33PoBAACwPEjxvY83SJNkGunM66mcT5bPT8+KPOzp52f4gMnL3qNBN4+7Yck9E8C3fPg7NMko1YSjjqlni6rSzZ+XfSw9j5dUu84kH1Ffhb2yeo+fUyylTtCPXwoqe5pjA19r+lLvtSX4E5k/+tYG7196BR+y9ijf/y+1sVz1AY+rvhHRtcIf40zicpfU93I2VcAuFsgag/c/vlaQOZwR/s1ng6I9ma9iXEZ/Y8/9kybI6TdfieTbIDvBZDCeAYUEMcEl7ERIGejyRadZ31G6DMyhAQOCJSwHG04snfeEYJHafSmzqYgUMN0E7jTnjxr5Lb/AyaYYx6RhSZrbh1YTwD4EWzt1I3iSUbBBpappBnj5ovS1vN/yuRqguoM+owxTgyyLdOiRCAnAOyAuZEJyfzIrHjfN0eJvkeRN1AFJN+VobwLkL/VZHEcdjY2DIqxqjH9pXGPMONsH/Zfe5ozlpBICLjZl0Kqd6YfjAng6ECt5zj0otk2PcnogAY2oz/CpAEATqMGMrdjqh28Yo04shXMptVADA/my7gg3ygJeAExx7dDoSWATJ92LFVW6qwRzuQeL0/agPLIgTvuKE7QXk0gAwcXCuxbcABe5Joe9besWPEnwtLrUHzrQKUN1zgbmj5bHm2lUxRFzp38cgar+WONp2OojQHzzYHee3T2xzSUtkhkuOo7gcHXmQrPZ3F0hI7XMNwWKcwRQJ353xuxdM+a63lL6yQsrKIG/JC1DcuQ2a4r9aq7Cv2cITikJPl+FJ1bSydokPPk3z9HZs8ZLXeFNuyMIdUGJ3L0zpjutvhaK1opQicOpEyVBLymFRTgI0hzj/OcyTEDypmd46i6HB/Nk93O/Q5AKDO1AyHcpwBSt/3w5892/l7yJsHDWs/n1w4Ak20bx0EMQO0BZ/rxLo2pz2CNUZLkjnZy8fnRawdADpB3y12tolq/xumP/GCfzKskHYzj7gAoA9U1UMQDnfTSDo9+dqrk4JUEQljnl6NWOo0Is7jlGmPvtxIbqHT4oFcrf3PmGLSDB4IuM+c641DYzUcWaL3GCKJTwzHMhi9J1Arf583GHM/9CQgu2tZ7TrKT7h96WMcTcn0BoOnfhl4ClNKX7ZDsFk56/+8KaFWATGvbLcqynyNT+syWQ2+ZA7x71vIHR3frYckz5NAdHOyAbl4w75n1orUV70P+aSppnRZnWidMtWHMvBQA7/krIEQ1dfZmjIcxzt7vW3nc91gePITerce5DzwUvsn+tRNIuoK5p21/xnAMt2nxqv29DZA4GtmPdep801/jY826WraNY+PhWfFFJzAEEy/eb7sCPaW3djZ4xkbgTJXYc84YC2H9TaedqWa0YRnHTlpE4kBZR49JYWhPA7cxOs+8A8JkN39z1DCMXdc8hwADCUvZx88W5ecszzKOm9f1/JN5/KwpuK5pSvv/dtwqcz6zaf0bB3mMRIKGN7/dgUPm1y2Qkeuajx0+ExxvB1TLZ/3OmUdenef/cMi2XHrRJ/s+iRBkVHegUHL/PkM9fLBy5MhTk2fsKBFHJ4X09eAkP0f252TiJ1u/HePb6QB52vgLGw9HGYGWm4ZMh7Yb4yiULsdmNBaaCh8+IwB3qiNNxyEeB36Gju/1P/so3nbQKjqUM4yx4TnDvdvwn6Oanoegj5yQO4bfnRjKuzK3TxzH98inXvPly+GhgqrodSrG+j3RV9FfZPszRxzo99lgN731WFc2dKAqtoT+k1xB58SGSJUA/MS+KRAk+9P0pP19rknnqdhUL9vPeCDr1TIE+6htb2OsqfaODsh/rzUZpyj66qW/5z26vqvbmXd3j+i12Oe/q0neexj7Q3NNMGTbYjZWASd6PScRRs9P9WGwE0cHEdRkXZu+Rf3B9cEXkf1rVyMz7wBwO9m+2vPP8+y3euSu/UMDk16+I7/vqap7Lbw2ULLjCQDIUa4AuXl8Es8dN8763H6P22ZxF4AJikDPB0fhCeZs7MHJHbRgWNzL313Be9srXJPjOyYpbGj1rpRuv4zkCgFP88mXfT/vJxCjvTsO4BwFga9L77afcYI1yEM9A1mQisOcec/+Q3PmB2OSBID1bMmvtE7fghOedehxEhqQpRNnFwebP5XU8pNYw36RzIzf7FnDGS86ZEllj+DY9pBx/G7FfHhac3K7eOsE7Ki374jnIgv1zLsDj/flJGykCKj5WwGIxhgtoyPDkghHUGdg7fhRPpMN8Z/dhRJdrb1HYLx9J94z+/Desq3l+h+/P3axz7QWDex17KXGTOIKfkOv6PP/vK/Twj1BgsMtz56tf5AK2W/+JT//GR+t3Zu+wXFO1nSl7wbuMqZc3Z1ebux380uwVwq3jL8e1eJW3Y2rxQ/yZUyCBUnWpvmq5BaudcCzEixv/nv5Boro86wsmPyOWu8+4mZpvPyTxz7McXBaT/kh+EGW6ExfaE3/bsJagpjaP8l/fIfezuHnlnPHTpMYsPzKf1TFnjNGnw//eujeKW5D336m9vWR+x7D6PjomdHRt76dQPVSUdaok053LoPPn2fcBVnGnVOhHN9T/Acam2TDtwAgtPnq7mP99RDHHBPYa/TWffJP5R1Zy9gNbeeSBGt6VXAO36ls+rkRudCdWLsTIcslvuulu232ph3kB2Oj4lj0j8+nx226GTfGrjsdJISv8j1+wPh58JXH98Ua9Diggf7Ol04AWGfVR45tl4qTZGpslveSeEgHtY65dQI3NN12JTYF/ujFfaMPxg4G13ZHxxBxZgQPdMHKsQnHNnz7e2Z9Zq6bqHEXzDCOweJ6XwXzz3qCV9i4kd/MT9fdifjBE++AqOavxHzHxZ6veBy+hJMUPfT/UQg4A3KBp+UnyRXIpJ1P1joJ1SmoHP9dQe7d444txT4DX7bP7xteZ3/gdewDyVY6SYbOogfMq6KtI9+06OvHQ067WENnAOcFU6EosDWO6W8B4DYG7lYetFXtl0FgtOCyshnnuZxQPlzdC0nLYQVUNjvvbnmYcK+YdZhSQmoAfhvxYXoBpMzrtO1yUCyZzdp8DDcIUcwnxtWPS8nnfZ3tiXFBZuBxmo4B5WePM/rQ87xgqwYQMMOB832yQ9OnP9kQEwAZhzjGpsap+f365xOMGODSCh+GYV6082wg3cbWEXheq6wtCsZsNhmItDL0+o426Ax9fW6F9IwvRjeCTgHYdZBoXm1sH0EklVtAXJ/HYTYVJMraGF7kfGocgmaBcjh3oFZzkeHkLEo5kFXJ/HyIk0xjTZD6iKQff2knJRe95jK0Z9BsAUkrrjWQdR+Z0PqdjN3Q9mbs0DcfwUAFKH/rPhQIFT6MyQHtYvw7C9iGscF07qDKRr+zBx7b0PUrQ8j0oXWsAPBch1xI//4JnHiO75ZNKPwOCgd8h7a0V2STtePNy1oADkAaQbrS9wZWrAuVRXcFSwOTdYxe2avK4FWGoJVLsnjJwIty3fdzllcT0rZ8yvxEbx1wIpPv5VgYOnV29wFkcdIrKNrh+l3v9ZJlHQgAY7yH/wh0M0bTlWk2L4LOkDsrj3I+zba1CJCKEpyn6V8Z7E/iRegoGVftWCeonUo75F34mAof9jEVFNr4DUDg1Iki7OqnzRClXdRdMQn4T7Znng1trINMDoc4B1gPV+TM8nKdVgunwu1EzGqU13KWp+nTbZbHeEJ/3nK16cj8aidGoY3nMwwwb+N8FcMo11sPe/A6Aya7TBYdmfnSP+hrkn4WqG8bpgCJOXPreQ4OJD1UvEDng3vc/vuVOW3UzGhedOBLB8gA3gPIV64cZ6FAj1skbgXx3SKsK2D1GNq1srdUu3t9Bzswd+uQCgC+ANystdZTCQ36wfm+ToTIivDrBIAnUPLGEAvWRAMELF5n6Dp4p/90rTBTOoWsfMiqo/dyTs2Czt4TV3aX0dbnxHpdSqbpbwJJbkH3qqAjUSDGuCvOJ8io+4TBupoGp6XXmucMnuO9bbwyHzsvhp/uihhaJEZOZf42eDUPY5scS9DGM7LNDjbxjdbTjvKdD2OkjVNkimiQ4MngtHIIt+7K/P+eAMmR4VTDymiajGTjb/BX5HPLCQIvjQu5vhPKyOD9lkz2mzq6mJYnsWCIgaARiZI4BiMfQz/bbmgyesdugJ4wTsBRC6f0jFSK3QHgrvrh3avfVw94/y98R+btW9fGuGfc7K+2t8+whnY+KkkrAfWbDM7zso2LdT71Zeuvxi+mpWl73QFgElxpcQbGN0Z4OTzfsq/l0OkQMgFucLbomgqiOXnDW+ZA2MOnyPLmm/DbnD2IfBvyNfU/49pWZFkLYdrGI+ij0MU4l8VjCnzI/jNt7dpRfY6xy9yg8a68xDFzdPGM505A68CQ+DUdGh46nPPbX7Q23pfw/lZqoHv8bMmVkZddvYnMCvuO47BoFtwjzNaJL7f9eNvV6Ck91RiqHHHQsNanOy68AsDIQsvZYEivq8/ujQxr+9ZOV9lvE3hpvXsce8Uj0GvoIZU/lqKjX08A+vmgef12nt8JRH2GMU6S46BFjA42wL6NHIr+XFmUIES6ku0Z9lQBIufWMYL8jSOz23KfTgmXvtJ6KbAydzoAZSoYHGYMMXTzx5+/H4ftPx5ncrf8B+t4FsMX3+wY0VjbGnFipv1l3pvAm/Tknbzy4oeRp+C9rN84j8Y+dFBynKQE2tGNccKdu06iOs63e7/BbjcOy35hU2X/IjPl31i8r/fH4TYVZkdXzr3PPST/6BkduDpycjDGcXbqulmkvhcb2HtY/pwcMfUkHj2V7w2N3gm6OR4itAi+TXCvW1ha/s5RHnHwL27hvWd5vSZJNMWW/oZvvZbHPzb+r7E1ExyNbDoJ4cj24d/Io21tS3KP9vyfvx4Mo85ute5ORH1+5HjVo9qv0cEl0QTtvwkMe4/GH4ifh4BKaHgLPJDzlnM+8zpV1ncQvvV5gmKP3HHXjcXVb52TTmQEfcNAWXXko767kx66M1T7T3Vf+9v278jZdwA2somfyMToRBLBsIU/k2LFA7HDCdYkUWJtXwKcqcpOEPmnAPC3MzixeXrubQ8R/GX+HFcQ3B8Z9jk/c/fhOcaDf8l7QwBGvP/FJmieOPoTvD+J0XcA2PtZWCO/Z6NHZcev8/g/TsCKYxvGdwENwV8b8Nx58g4SLvPeHfEmAq2fm71lzZB5nbQSXZL1CJ/loek68A4Ai14paIkck9NsE5e6y1bzkDCZkyHGr4dPYnFu5oFusmQbva7P7wBwJ+nYpqqNe+GVIarbB2Mfvn3Pm1AD/fEo1jvjuvHkdhk0tKt98FqP78fy0PbByILnb9lHAweP/0fvEF+ip5f+h45qcCT493g7kfbTv7VJJNCBaWf8wZFlc5RIBYCzDnl/y6TbfgXn/v77BoDbJ/wuZJoEYvCP7YdNyk9SVXRVywPoPL7FCjoZD2aM6KzjQx2d3Xrp1sfc6/srFoL/Mn7L7L3vff6ky9n6r1ce4Vfnu04+ybuC3xqLG9/OERzBVqF9r/4QduvsPx+/g/nkJcv2yATTqwKNc/SIj2gy5slatXziHVnfIuKheXeaecZw/CHqGCV+v+yrLuY5TxrcZfqpBLI7AHwSuc0r68/0ag1GdBdV2wb7feO3rF8lfFs2hdagT/8xP/fZ4tZHY8N0IhAyAD+YxuT9Gnsk6/mWfySF4h8I3ogf2/7/KaCLT36OVDE20rMmfuVCADqavPeFd3pdaV3PxOY4NHiIpAHoqRPQgrHZz+1OI/wj+mf9vX7ATeyi2v+s8UpgP/UpjddPsiR95usyOYZgb4geICX/qrAZIYCwbEJqI8z3zqHH2UhVs63gxLjC+NdzyFgTzZN1h/KRI0vPodICB1U7mG6D5Vsl6qv92fNOFNNh7gG7x7HwrBOA8rSofa4JIbzBMYLwKCllVtXzNP5WEIeQR1ueari57wQHZ69oqaeNN7MPmOzAgN6XcyviwBORI6gB952ZacEwzIJQJZOnmWbbLaadHkCtHRotQPOu3W/NuxUJDJt9X1DeTnrRCJWAaWcxjtMRIt1C6hh8s8AaV7cGQOhj6GXeMHGUWzu4mg/OegwoawFm+r0qmtqI50wn3cP8m04AwHe7hoCOFTI47glQJUNmDUhAP+PuDFL2SN9hQL1aPOjzsbgCEvKUQ2OjYBm/5yJBNckYGktncR25d6E3AJ++p3UileWRSwFpIpskLzRISnCWPccg5F3OdhzHT9PhCTiLZyYhBKfYnTSAciCo1IZr9qwAmtb/CFkM7bfQfdGQ1rPOfGznJs+J8J936LfZfgyBDpDYUDxrlUCH/twzBLelu8fuqsa5ZyrmIgeiBK3ARj4nqSOA7j4zRiRJMHjpZIybCU6FPxYECiC0YdjZXQCBXt9etzg393544ihwyRUnH2S+DuxXwLaNfcZuPhCNFQAIv62R0KDxw2FQsuM+46zHvr9vYgxygNZfXMNYbudFxjptTGvts8YBLrfBjr4+sllgYe5d2RR+SuDST3sZbM5KJTD/6CMqf9kvOyAfOml5StUs+uWbnlnZ8DbQ27DgmnYw67MbWEVmiPfkaEsHjxe/P/qis/7OGYla0zYAJRvmzBae0fLRRxhMgPCM83mGA9BGZe8gNOOXcd2Z/dCpvl9jLPq5nSvwDxXK5us5euAYTgpYVAKV7mnQe8Bftf+6M2Z1DwFn89VDJ+dsnZkE+uKc4TRyida6ODiSmMN+xFHXbf8VQI58WyOJdr5vB0VejP6Dhrk3fK5WVgr6LYfF+Nqzd5TYJsd8yxcCZmT0H1rsCrrRqacK6blI86B1+Itf59p9RxJI2L8d3QZYjDN8RlHOc9kEozJYHnl3znIZh6uMMDCOjhD9JwAAIABJREFUnE1x+OQNemZXYprvnKCzDsjwcmhWP6c18uNAlB1IgiNyW8809rccKOPeDBABu/gzA4meQqfoM2vQs59k5IJb7NxX8GmC9BiLbfRDn32+V2yCPdeJde4zel4Z9HMBTojg0si/Q5O9WVerv3eAbR18t8zSsL61hOYMtj5G5TgCxsHUY/dafkngaN2HHPD6zNqfKVQHga7K0Fr/8TiE2OOtUt5EmvvMaZ6ZdUoQ8bVUIzdS4UwL4TgNTgKqdmuSdbgXvcEaJqiVnYGf7gCwPvd/JDnhwKgOAM2LxvzWD8EibfvpXe1A9xpWgmPoZ4/DYNzp+JAOC+0QQl4dPhqbDYf3y76+5Cz3ek2e94pFlZhl3SVfz/P50m4W6C8HRvLDOLpjjp5BB4MP+ng+wHmbJyz/No1hp+gK7ImvCYxKAFLQZRLbsJ1Jsm18Iv7wdcb2qZABu6LfkfkfZ6iOI1Tjkd2PewM5aAfv8DVj7oTWVNpElmHbrv6KDj7n8j1z6naJ8Bs6tnmAcwS74wFOHfiTCtdOENOzJAf6mBrW/z6/zbv0XN/3ey2rpf7f/5ZjZhr/emeHZbGdqFhnDrxTa7VrHnu4k4rajvQaPnunBDHxkq47CcvGS0NTzy4Zx01Q5bUfg9vPc332+Z513Hgv3QbiF+IYgbd9HD3TrV47eQIe0zUEDno+tzxSQoIWLkGZOAtJLrUOlz4dXZrKEAXnYrdSIdLObztLj3N/Kjdsd8Vx+ToiaWwRksqOnfZc3MFY/FvG8Y5AbAvcV4v25/s4sWNT89MO16xLKhW9jg9+IomoZVvbhebbEUN3S2ut3p0kezrl2M7aNdT6ctRO+/BMuoOvO7jksZoOxkE6+jpBkz1r8jhYnwnweweQN3i9a7IB6STMd2eZ5vn79058IUgLLwZnjL6pYhbnFz0X3XzVjuybhvVePbcTENI2W471TZ44tt8cceD3Y9c/6+UOPRR/DLwbCB0ZMnJk4MXLPsEf0ZWr9t0giCUbUOxDV6qwFI/sPr9bNPPMs+fPL8Gf07VjFrzf4YD96Pc+osiQZGzeG6NBO0aQBz/sbnZHsLbLvO5DDzxfn5Fwim3l/fTjYu80nrpb+ceuk2xMUERJky+ZNAkCt/8j8miPMHKyxSQrmxZm0n8qaXyCd3fC1cE/WquxbZumvwXz2dM74aET5lhv5sozrZdnLC4lGb849s/RTZet0a2/Ia97X/QO9FZjx55P2yrYKchckql4NdhA98N/fqfxxQRevF/gpnR4M1ZbUeK4AT/hc9HLk9AjvVkdBOGd1rXYZ9ajg3vW95limTshGr8aIh5MlnksHjd14vOovW/89eaDzwCwbX0n+eKb2iAwPmTjlUqSbh2cMeDrzaJ9KzJr/u1OQ2etxvdi/nz+d7e4hp/u5AT5U/jM917yAt+X97hbIJcf6Mh34/X4Pxo/dwAW2UrSLJjx7iwGxuP6wz/Cpip2KB2ObAQH/0t6BowxFeRrD1Ui8ZcjW9oXHlmUN6cDSR89l7XimtteMK1NzIkilKxvbLAu8jzMIRzss8oFJPEjxNa88XCpFa954yGwCRjH+GP8TbpP+5GEvuAhEpjC28GVvE+V/91pSPfquu3QND67CXBnPbQ77Ebkqm6SX+PENs+kI0fA599kmi9VosN0xtSfbeO1POT+TmC9k27/5wkCPMmMAeo4kwyMnv/rVhA4RvSAbtFQ+j1js7W+QBjfwDHgpjclwbdmRogER7In90gLqgJiBK8AVQBYP9tqMO2SE6BOcPA4PSuAqnvagaXKySaibwHgrpzljBsIIwbmKjAMHa/Zs1EHlBbRd8Y1ghen51ZBJFM8FZ6Z61mvOUutlYu/FwE9S3S3xPJ9EwC+z61jnLp/A6horQiYs44zBwznY3DdDjIx9xD7OpdC6d/GTPAKB/ZRxA+Q6QoeDFJ4pulPY4GO9X2qDQfo06KjAkHdqqgV1KFjr3fexL+dlU225rnXF2aPCAx+MNyzLgR63tkmEUwN9r6dycs4UDRkEGXM73Y5C04BJd2uLvPqMaiCiMA2e8Y6diCFtde/4GWUCq3M4iDfysnboOln4Ijr1uIO7D8kz1nhrWAiryKYe5y9Xh8AWEoa4GFNupk+NkwLPLnFKXQyhneDUd4ZvphWkqOYNCY7Ngz+Vvi3A6YDI1oHWn+03GknZQdHM/fw5B00RabG8TpnJTzyIC385EgROJMhv1Xb4V8ppfBlK+/lMcnzBWM4AQ4vj7KE/749o41aJ7UUMAp/KTkjbWeOQ9EGfQAM10Q3ScgRRFjaPtfMWUee1nNvy7tkcq+chLfbwPVnYwCfbDBlvY9xjkxpuRn+y4p9PZ+tCf76HflPa8jjKMNoUyXlDGgdzHHGBKisM8Pvr6MPeBU8RmCFs2Cah+TMcuX9nJHZw3Swb5g9+6vWaZ+Z8wFX64D+yXHR/AAdddZb1jN7Db91xSiONcaIcZqMXg3g6Y5RZ4HouqxzKtSovLN+nXZwLT/oLiGjPWueisLzc+m7j+2tAHDGH2AnTPVqwzZOga3GGD1/ghEbYLmzozl7/qxVDUIBCeixnbYYuuisb/tAIMqybAKrvUfwxEkGeL68QfyruteRClpATgcY0alaSMuAeQaq9zhJ3bhzO1cgT7vydJ1WA6g97xjQ6Md2hIb2VfkwfO1jRiJXHAC1kRF5cnToD/t3kiWeZ55q8AKP8NNmp1aC4lx3eHicR409WedTQSWH5pAdCRccUfIyoJ7hJ/sWp0oCGrcjprGXZfozdwKq4GAZJyvv4yTmR/PiKI0Xzf/AD4feHpUTfJ+konY89rM9ZgeYB3hNq6YTGFfAcjr0kIjEpd3CF1mCzGoc8QqG8JoKklhWjDMZp91//r06M3u0nWqweZoP2TPRo3DNaRk4m03rUYxO3atKXP3kiIp3QIF36l/PU/9ZqGAXzCo+f8phbzk8fNnBDdGvEuwiI59nPXyXVlel+8HM81knDkK70OC3IwigfYJ4er6R0HEsxTYzxmEe4mBwSznMDo0NDvusAI7B/78FgL2WE/jleYd3Bidl/lzHWVRaX+TCOBQPLlydK934Ez7+rtMyCs4ag25oGdmOOO2uEj8w5tOu+q3vT7b6hQO8/3T0GrnaCaf6vgONrM1dJXDWbII7h3bcBWF/mKs+eQfDhkYLG2gaOMjbod/Vxl096jVSMFJVy3r+6OxzhvLzPPBI07L4A/+G12MSoM+op4UdfPTG6bkKJ2h3Ozn+EOMCHc1Cq7jMFWee5ojcblqAJ0mGCQ34/5/EM8YI7kA+oy/kIMMBr0DBsYXsIEqwqiuALdPGrqI65siGSsQ/Nv3Qh/0sxtLBUB0Uv7G++OC3X0rODC4lwQ1HH3M6iYLTvjM4dqt3GX/slu0kRut9Pacrpwmqv8buAHNovP0XN81CH9x7Jz4jW3zW4FHWk2xNcpPkruZLALi6EWEbQzN6vyHH2K/QdsalgG2OwHkdxSU9Ugle/SzmE39LMEzjD/Badwh54X4MLr3d9+eJtoGtT/Yzv3eOHTBWmhb4CVgv5hSPkqDoqvsJ7nQQ2u94BqfEDb0j2B09lEQCjaXtYvwp87iPhN07oU98iJ3EvG7/06HJKijoDiqzGtq1E/DTkv10RB50xBr73/GbHvmidZS/6goQ4Bdsv5apYj44tkTtE7IDWzAdcuaYq/Eoy09BcperjSqAlG4pOf6m1wYM0/yi31156vFf47K8Cf1B8ys7114HY7t1K+sy+onrj49lNroLC8RnVDzfQUnWijG8fCSFKxYf4l+YgNPjV2r7m6NU6IIA73Yi08eRV+NLajpIN8Cp7LZ/ad4nN9exCyRbhQOTUBYE924dmsq7R05OkgX3OtDw7Csy8Zz1OpuX77U7MSYsjwf7HH3yyBd/d9kl2ecJhpSe6CDx2bfBeG135KGRB60Hmh/xy3j/xvbFNmRPU8S0LZgP347cdSJwJZH1MVgav+QIOPQz+JsKu8ZxjWf0rk684N3I1s8jYbAXUtEJ71m+qqtBtVy33/PB4SRaw/uiH+ygg+PGR3f2vfxZ3wLAee8nP2r8vf9g34wvLaizbdgXSeDcIy4qgcZjGuxsHJLkJ+3FN18ga8d32tcXHrgNYm4Yuj37Pl0dImfTsQLfDzJGe/qPp7JWf3eCUFc+W7+PbwiZ/S0oaexD0mq1iDZtWOfGtwgNdxD/f+OrE1OYwOF9BJPlQMn7b37axZbBZ9sifGNgp8PiJBBEF+s/7fP7PPVv42XdOX7E9Dn2c1f5Ij+zELL1g0exSQ/vzD5/DQA/F90d5hgT621TaLDKNz8WcsP3GassjRpXDl9yxM0tEwkAM175BzuJBb5qt+CdQHx3sgCvy8fS3VH0DooljIMe+dCJeQevWR9+l/+ZzyaE3gkISVjcs9T9TAWAI9y3tJiJ9gJqIjIeHNyg/LvRolfpMwM/RCJh8j3bhMVtMJ9gYCirlVEfLq7vMJjvCmAJaoBVA/afMlepnCTocweAb0UJgGLs+legCFDqDO+R4g5EnUrndXh0JfQRvtO6BQHgDXrWLUQ1QvlZlrSymsy+ssHb6dTOSa1hDCqqu4ZrxZ8DRDVOEeQaUCiNzfQJPVTWoD+Q1IsApBc/QNnrU47Vk5FVTpTbQIdZDdrFFAWm2mljavMaJxiGcBHzdCWVhcQX4NdrTiayno/DEAd5B1cMsLVeRZvacwQB2aO0QIM+Ao4C3PRDoAXBh7EMr7TD7QYdzXIAs28Bn/DHVu4CKrKHEdzv6uycL8uP298NBLVB6WD6APwJoMGjbrswVcIShncbQO9VSclvxnhneWvPyES+z684Bl5NiMpflEGqWgUkV4b0XGnDiaEcml7jPWAr9N/Bwn43LbgMkWJ3nwqMKJJtJyEHIZniZMmRCahrCTh/M/ADeN8BaeQgHROs3GSWTzV8WhsC3O4A8Gb5stfm+W4lXAYiAbj3GUFvxx/PaUcKFZKtE2gF7dYVdhBtQE1juAPAp8vCyKhDnM8vADwc0G655/bh2fOtZhka8GaGJg79aRojCr8Biea1tFvaCr3Q9N6vvzsz9DZumv+4DiMZpzYArfwxnosCAxwJ4PeMoooTLwHf3e84aM4cKzBzzv945q2xk/nGtV3B2WvtuY4e43PpJevfcQzeThWqkzoj9Mb1vSashZ0inYxWZyQ1gBc93mfVB/BMdeK3ADC6+HmHWkrZQNRaKD4pXVsDJHDN+Lu1FDLUa/El8cmfTwCxq40l5zlrrDtcvOh6ZGvekf8i3+VwXAOftYPnK0ZnvlLlD8F+9u8xs0zvOavwXcmmtaMyjUpXDKtbButzycftHjCJOiEH8yEGl/5MsCeGLw4ALXUHkAnQmd5Nz2HMvCut4/3OZ5yWI52BawM3ASYcx2A97n8FNXD6D13zPDsPnmdsxUvOOu6MUujkWwCT8UJHqVBKZW4n9PR+O2tffDQ/jeHAGzh7hPmcHS86nw/Fh2/svAGLXg9a157EJulptXo9Xr4kdHyjxZy/ayoa7J/5HAenZe5mfd/63U5Yna1tR0GCA61vX++ULivBIANVCVJ/f+73CAgAj6MCR6fe2dWc4Z3YHsa4MqimAt37pP/GYWAaeYRBO4xu3XOfiRhDayqw38t2kjA7YQb9afaYSjj9LswNNpCcT/JYAn4f52DR4kw08xijXueREYd+Zt5+z8EA42i+ziMLX6WFJJUzjA8dc/aiEjhYV9N0VcjmnRsotQHtKpSMDp3sBINxCnQAuHFLeOmtU43TLKslH7TodLpYHgWD097ZPDSGfycEY0tkvoOVmh5glJmTK0BIIHlxScb5k51xXXpoMvPTZi3vU9EoeSEZLLpHJYlf6Bz0SuIYx5X4k/1mPl7zcQqYnhRswGNT8/ZYcJ49v39UyheNgYfZn590Og5y1rcdrszd+Ht8CadCuMbX+J25HMw01U1N5+e8xwvX/TcB4MMrC0m9ddgGTiTs4y4sP1Mxoh8Nu89bRx8Jma+/JNTQjrNvVStNMy03XhVbD9k4UascyS0DkX/Yph7jM8gcg5SAXDoTvLF89N+jX633Ih+yrlmLXhPapPYedAC4107XkNjOM4rFPJZXgt0sguSLec9V7+F/7Gn9reUX+4bP12/kMw6NGZII+1PQD9vb+lx2+nOtKj0OL82zSaJDjzPnDUgGD937eSqKPPaa4wS2sSmQs7IPW4953NYFNTevDQG19dvtmKMLCeB6vaU3K8H7xTeVFIFJZmf2ZebFIZrIU5Kf819jdvih/Ym/HjlmnG1ZNUR0iDw2FQULi8Nn3x6sRnDpPouURxhLsvaEzUYeEgCG5u45teOYI2taLu+aKkgau4ojgGKPvGWq7+0zDpHvzxgPvgLbWuZuwlv7DZhb45iWC6YAD378FLVXJCywL8znlus4nJMU40e9fhqL8gU2VmM0BwKHmdv+bn5ofH58Ctqz5z/x211Q0vYrONZzxi8D3VUr/nWuZ0/6WvYdXY1tFTwBTQ6mLTtFi5LuWXs0XvhgEi0n4CkmfSWiideFPSdBggCw5qBEHv0k0TEriy1P8uNrvcS/er7nnOtf6z+T6wS7lyz09QkQ57l5yPopg4/V+pp1w+bRdazdkdHCgmNvdQWwrx0bDD5mTNDCnVwGnnjx4SR3WXYXUbogTZ1dpoABnx5+DGy98NGeAd56CHl9n0kL/Zvm4yryT48PXeG9e/74bMnesgBcN4FU00kwWlfwaswk4HrNweyFg04V7xc74+i1wcYkzc3wv2LC7P1bbhDAtk61bT826+B70V8fmdJBr6yHeDm6IZhzu+7d9BqaygpjB2wgcTqk4peja8gluJ30SBKgnzc4rBKwjh0u+fZ8fQf0GxfcSQddENa+od6v5gE/a7cvuHESrG0bV6JYTwU5pLX4619KBEgQz4mNkzAZYpyiItNP+N/jqm5axkDsw1UgYznrxBMNUoA+8Zpj/08cx5tieyb+lPsIruzlyp8+uov41ym607WPXCEB2tXwmp8Sjka5aFwkZR5eG+brhPbwou6duJf3fDEpe4nO+hYQhn+RIxzZeOtw5t1+qNC1bOU332NbMr5gyDUi2m/wUwV9+CH2PusibJFE8Mj8+Ci8O5Yj2BvQfWg0iWb6Xr48dyycRCHdRweh+EjDYP/zODr+YwAl8Dyrd9q8DDFEsMpgWPDWhiTKqFuUAQy3hB9DKdakJiXB9mox8EUAdgYXQaFtWZcA12kjNwFObYB77cs9Uec8OTj1LHIT0w1S9L4tyQ8lnnNZnt8B8fSZh2E4I+202BsGhQGSyZqNNIicg7hgWlo0Y8SF0aKYQ3RZvzvTiqyTW7jdrREgDBNQVUIyH7fcmcPtpf7SsmiZLaSXMREoxEDEWFBGsumiWjAAgHQvAUmYk0yHbvMAg+HshdCPch8hQLYowVSAAsFI7zHAaARKgADnbsi5qy/IlH47VjHcdD3KQM9sJwqCAsDQAWAM7zhPEwDmwHC9k+cCGjeDZ3iNtkuvoPwI5gLqjOfwIADimSxVT2fvHHQjwBIi6DOHlo8lWXFUhF8CFqOwo6Tyd1fYyEgHHPPO3LsD7uoe9hS6iqG/INf3YohKRk1VDjzkjL9nXL895xIh+FFqCF63fxrUDABLxl2M19eZYsfBGABoMDSOh4wx8+8AFU5NLY/i57TCsbNcQfPnIVtVn1WB7jGccOw1bTWA7uxT8ZgCFAQrULp+5vM/0aorXsfxqTFvC+gBZ9WCBdDxduSGXme0cWBNgJiECJQvNHOc1kp2MTDJS9oAz9ky25LFY+NM1QEcvkdg8wmKdBDxAJ7D0wESGMBgpV3/jD7Kcs8bauCBfoDOnDQgo80PC320M/5kNg6Y7GzlPCN03k5S6KYNNtPAqFLt7eqkHMFwt+E61XDPfccBc4CU6C5anuBBG28NbpBXBAY5Ty1gVWerEUgbcPC8A75qfBDa1BmKcSLCh7wfB0Tmvs+CZgBr8DN8ous7yWIdmhnXHQC+W+STfBJsokrmJ3BEsprHMslYRlRpDX4CYrMf7bgCrA4jHHyELAzGCejm5+CiAYHtAIxvKg6tE+jJR+cHQ6UNrA4Ag4fuBBkbMGOAtXyRfGtHq0B1B7riKNjMae1XB7tfVR2lE24QL3poA0Dz4wzlOFcjC2ycT7KQJo0Rl/vDP+HhLMqRg8ZyyV68Kyp9m2l1aG2cEBgM0PtZ5APQp8OKBPc4ZElk07XQ3+1sAS+bF8vQAvPynjiN9hxRr62dfmvMKBjWiQyNAzSdOJRxtu7esU+S0+gPyPAOHK6Tehxok2SgdXZWvj3oCSQz7/yLzhPN6pMEgJGpvmYcwbhMujqM9SAAHNrXMzMf7+/smflUWL4CO/pe1Y8Ef48B5wQA6WZNpANoI38Lb3SgProoQTXW6vD78xwnRkxVI/twqq2/tHxnjbwyzzwsL0Y3IC/FJySABt/Q3jY4TDIK/qSSFPoBO2KMa/0l6+NMkFPhsX+MK3evaHGFUY3xmGWeYHjJZFWa8H5j7ZGdd4UgFfyf7d12/bWont/giwTRExjbOQSDwFOnhdnI6dVleQi8C/b6twNW015/sF07KeiC0hnees43R32P6fDs0A72D2tjnpeeHKcJzslDx+Jp4UU5qCuJZ3V3bA2wo+f2XNgBEZzMdLTCQYHT/bafPK9njc8Z8YOhqI6CPllDdErrK13TNkCqcRfLhH6yOuGbcTwVDns7yHJt4zDJJyf82Z7NwzohphNVeh/0irZjb2dUbA2Btrmrkq7Oc+TMHJsnc3i3sT1nbxl1JkBFYoN2zEH/0fHg0ox/u3ncOOB9ZvAGyXi//uWYjtVZBQIYvCimjlZqfRZ7Y48aOn4Fd29Zfw6JUxnz2+6MjKqXza+0kPa8nvc3TirR6hZ9JI4cZ6uS0+eM69jbu+d3ADive7eJ9CeFQYQLOokBmwH7RLKQo8CgVeOlhxYIdLczELwTm30Tx/3OqTDritWzbvInlQMSmgCzHF1pHS/7qQLQkgmz/jjWSVwlUZhdyPxkQ8X20Pp4H67o3Ab+N9lT40PWdsWY1/RK+ML+1XcnAGj6RwdEoJ2uGqapT3zumY1cANtpLZFztvcmwY0AcCfpoW9vOjzN3J9nk+DeleDoNTDGbReJj0mQxoZrOcV6Y4vobzlMs9+SKdFrJ0HluVBV/lpjF1+MjG8H8F0o0vQvm3Ir/OR4h/E2cOH1m8Rx6E7/Nq5sX0Lsk03yhzdb/8jm1lFPPvpk/KM44n0EywR2sH09h2dux/YepUFL4m+ddcAf2F8Hm2ktT0v0BBQoRGmp0/7mPhYi/qF3ZZqrnAq/3f7clk/SewRCV0+T6EvCxmKR2PfZ2+6skpbMsT+C34PhvTclE6AlsCN2z6E7yyQFo4JTM9fggPiJRgaNHmeNuq22C5v0XtOFR/CyP3PPBp6XdoLLupOlrlxbIf7J49PUEgymYV7CPpHnGT+02XvZAVbWXN9nL/d4h3yWO3mPfhd9OfnayUdjj4z8TALL+h4ZK8lmrHNWKEcX3d/hD4COsfHA7aGnVLBmfju+xhHMvfVrd6fYIxjpIBb7t4t+mHtslLGlMKJnUXvvwcDyUcXvlbV48V/ZT3R36YTA26d/+4f0/YQmojMm5rOVv+O/HBs2snJoAfvenQ9j93Yw0L7TKVIhedZrYFxSFcUnqh1fGjqw5eCJq3iPYr92PKkT8LHLmk71O8ExZIZ17+MLwO/D+zb+sthVAwsPfgbSkQ+bdDHJWENPjKP1kWTVttCOjUwAOP/GN57VSCW7aCBV1nkimET8fxLESrEe3TKJINgO0dvYxWrDPzEyYeXBk4dWZ/+gvfeREcFyJxHT9uQWQJ4EJNt/i/P07O580fvxv/kvo5oWwLbfk/G2fzqY+Tnj3Edy4f+L3AWTvGwhB3Nja+sHedY6hk4L2JL211QBDgHas+ei85EDNx7pArwkrCtZPvRl87hkkT5LvKBidJNY1gFgx99Gx4vGPuJFDwj4D5UfbModlMrkMwUcGwT2minXCAh4VSazP1t9cTIkEbx3ZmUrDQRXb4rG0D27YYo+dxEDAufrCXgOCE42VZTuOtlCSOf9Y0CguABF7RBCmbiH/7O6ybpccJiAoAIZcbw4c8lSMdk0OD8tMJ6B6PtmhGW6PdPxtPgb4GEGMDjfrIObYFkbiLBbuB5GLMek33vOJUkguJ0GGBnrMMyTA3gnGDHrq7kRcFOAuavbuoWOyOQ4S93CZkrVn+fFKZRs3q0iyH41oLmNshnV2VMcKQHaEcqla6rtX+6UkJVAw0kXB6QASgyEzbgLfxywOXsTALoGjN5F5ZX2zbQ1gX3Wjz2CznLQ97aBMd/M+cgehoNWWfe0h4uU0FhOpXg5pLqKnqSAFmzHWDbIXeOdcdGW5WS2TOQNw6Gz5DC8AFdHfjwDF9/ZeTxoHkfZVgJv5fltwDOWDqIDIvtcxjtYAh2/z8iKAQV/o9DieKm2vyX/4CcqVtYY3MqsU/k+Ro8Nl1F8UkDKllNrkjeA3BZoul8OP82LILj0kc55O0GRMRQ68GEAN2IGY6G/7xbL3eo1FbtvbxDvoVVFB+wCQKPEkZumwzH4zhinBVfkdiomvA6WMRtsegWQBGzLkW66mUhkyzZ0EiA9xrivtrzIz4CZAdanEmXamPX6n+QBg7o4nnh2A53s9zo5eg3ewcFx3ogf30v7EazaPY3zVToq8mEcETP+PoPbMmMyjL0HGBgFsLRP7InlpRwYc3SCjY6RW53UsPu54/9maB5+Og7+jLdlPADFhvPMCf2DUziyNrq3W6hY3lewEF21STwLXNmntEHKnkefrjNbn3WlSZ6PDHo7ik/L1gm2NL1bLgh4H9m7OrIrnTrjzw5fgUkzc4wmAm/QD3It+jw0JsfNydYzUM9iKXCYBIZx2DyY9q85+4+EI5JEPrI4qdB9XhI9n/d08Nt8jtmfAAAgAElEQVS08nzWAXSCOQ81mz8I+DRwxXhKwqB00lYYhkbjwIGeuvLs6KFyqpxMZPGkHLYW9KM7LAAWXCbRBaNsOjBwyWVwmHeeZ2ke7TSFRnBiJes++rS7OrA/8DVnXbKH0jHtSBYbu6VROTe+6V3GdVquX5XOfR4j7+ogGWM9tDRrzt9H/o9xRjZocO5kX9t5nX0zj0tf23ABv6wwIwOZ5weDpSuL91g05mSMyDECXrfTi3OaTga7+Tb8+Q4oJgiqH7eAHgcYBlzoFhpY/MX8wH3BTJKxq091r/dsEtks46dFIwYenXcwurNfMXLhmezr0iVzavsAZwhndPIcsEgHoI9NMmsb7hlBMPurM960K3TFAVcaw83mIK9d4ad1cks3JcnscDtj+K4i8XvlxEOXehF2nsBP8BBrDH+RGX2fcQXtbLLkOt4PXQ2jHVn5vNaJE+b3xfHiMQVQ+ElXkWqHOV+8nC8j+9rx04luzOucnzYtNlkP/dsyJA7k0IW/Gz46vHklyDJWvUf0mSNvcpwRYxd9BTvF4Qe9xCkZffItwzz7PNe/bIVNyCaBxGP1Oq9TwbgHcK1pGbhH/jfPnQVnfZ/r2j48dubYMvCjLmeO0YfYMpE/nqdlz2b/M/8ELXBIUt2kxVlb2Hbk7I/XwvgnsoiuLpvUEPwaGqNFXCZEFdg583XkOcGUxmE5ykaO/sFug2vgnfBF9rOx472GSYLOp6GhyDXvJ/J7nFcar52t2j3L7LSBb3tR7xJvkLi9+63n+6/YfKMLtC6xP0JwvLfIwUHgTkCk8iprRvJp5gB99r6unbAJXATukHvQb4JSi/HbP9RrR0cPV7wU7b8c+Kqwsf5/d5zQc6iUWLtikvaeZ31z4HOd+XvsFMn3uzMVPNBntGe9NolGcyTJWGPZTkrxddzJG68Eqtxw8KLXfPBvY2df9jyL1siN1/V+1i/2c+xJ/YTXQruNWY/fz1h9K4L7rPlPes0zDyauDWwfoD4mMBunc/5rp62uuTGc+LU7o/Te8KrbtrIPwP6a6I+MY8+fDk5ePII9TMAY/e57T4B4aaKTJgfB7nq5Ynk6pYztS0XySVrTHuB/mvEdP+bzOeuz737LM/F3cMz6P5sH0h1Ae8ixVpIH4f0OnJkWvtjP+hz52QHjrAe4n31f27rpj84rSw5Zf3Rwkcn4okcn1RjRD60n168TnUIw2nMZOyD2c/a3k89JCHJx0GDPu9gp9LI4BD9Ykv+iv/Sj9VVCYyd66nPspfa7UhWMn/L2rTXOYl1O15k6V3rxcoI8rT+7AhpejzwL9j1J48bEKaxye9mhpcZRnofsVen48UvAy7qu5WpoRRpqk/P9GR0GGOSsmb6jM2fWOn67TV7Mvm4VeDAR+ADbBv3YhRpUtlpfkUzvYPnK5ZZrfhEJIiOPNBb7M2Tv6L0HdYfT9dP2I3SHHDW9Pf/jnegRfG8Jxm63BwJE7y6Oxe8Tv4AusmYZx+qr9de1L7jxBRiW7cC/gg/kJFEZhxOUHltkEt1rK+0D7B+qKj98IKdz6HQAG/7h3qPLR4/rc9FX68dem/Yh84wkiuUvd67QHk6LZ9lFN/7kPg2lY2ZnPZ8LOoEZmzHPT6HHJjy94zUUvPladZAdbAsea9roWFfWfG2NWy8nLhCexJfGWiQAvMcJKvCvz6RvKU5q3xFHjpGcAU/wbIc+Hxol7gbttF9m/Rft+91EppddrTWoro538lUXpLI38LeZf+yY1gOim8Pjx9+xNkYnG94BZtaa9XMClV8T20TvxPehtUB+7/6s7rGVMrYWY1/fR2gjPsbh2bF/PnHN3D2meHTQyOixpaDvtZWWA/+HALA+otrnxaHXHwdIlmPkVgJUfaWl6WZ28CiceBK8r7Y5XsudcMaUzCEHVkd57Zm/MUoEkPbM0AX2BFzE2EdRkDXg0uq3g6eNsdMueQSENp1zhTWurlhRAFjjpsQexdwBYI3BZxSZQrPWr5Yzz8edsbqVV28hbcKYNaLcv402NhugiuI4ilmKmBSf0O75CYFQpYKyGCMchTZOjT4P4DDfCKL7mTIo9H4DgNGpJyN15KAEozJFk9wUAtaPxkPJPlWnpgtr93kze4TjogdwAAb7HRB8t0jSk8j+3gXJe7pK4yjiATjfDPhuVSQhkoyTpVUCbWlJlxZb7PcKzdyjvSIYbF5QhnXtXytoBE077gD7ASVRcKHfychUL/oJyhXeOUvQiQVtmBHYue9BcQGG9fe3AG4/i8A8jgfACMkUS6HhG+ZMS+HwRM7+dvbSCOQTOJVRPTeRoeOEizmnopM23g6XCHUEv+nuWUQMJTI5/bnB3waA7yzJdtw7APwYUP/8568E+0rZnwzfqsjKfuUMqK6cyHhGqcx+fgsAZ3xx7OCEFS/13tKhgLVuIAH9dwUmCRAyKgmiJgAb+uJ+7QGBbJyqBHdb2fPeBjOvfa95sh78iyNQfxMA7gzMfXY5e+Zsya4ARx5nAnuOsp+LA9rG3MjEZ0w3cAUUHVk1xsBp1XE5sttAOvOtc29D25tYBK3RbQCQ4XV/7rsrv5DpvZbHEBl5rWuolAPEA+zjBJxApOY749+qwnVKncBLJRLoeaabZ2MMDh+eM1AvWtHYXnJmMkn5vAEn8ziV3FMhA9g3f2KkmyeSbLV0vcGaGLwxWjgzxcGuMWD9+ayplDYYolscv8H30r9pc4wWAiYYGMdprHV9HEwvwy6I8ui/O4NQEskOikdu4/whYNWBjztBL4A+hk5n5Z711H7M2aHQ9C8H2CLzTmXUrEkqWJK0xdlyPMtdCKaTisbRlREJ+ifjGVpq/tTvCdJlvJG3MXz93zhTOEd5cL5pjLNculIkNPSuan47GNdJ72vnHccxPXPMfi4X4SjsdSaICfxAB3IXFdF+VuGu+9kZc3T1KwA5uOXGV+xRaFc0tUEO83/xra5VAsjBxs/fMgJVJbLO+ATG/Vwi3J7/lyNErhak97wwOk4Q92SUBwuDj9pO6ErZXhuC4tDBr1+/zobgEPZzptJ3E/AG84wRhXGom3FmN02Q2BVcsutyght2FLxtisZoYt+/Py3mu6JdTj/Ht579sP57ftnOMBtwe9HYtG/SvnKeYnC9eC8BuOU5JZbMXqsTQDlGwHqSQ6HbP859qrCBPztYogvuM8W4Kb6SyM3ou3yjyoQOZkCXdiiMLDb9TQLjcpOSI7bVZ/jj0w5sZ7Xkslsk638vvvzPE0BNhfhZmwmk8rftvunsw7v4THuSttyh/06eIhGHMxaR753EcjCWOgochTG6wDIsfNSJZ3pP5KLAQuyvDwfz2LBto0dvv3VyV4ww31tupYo532r9OEpp9zFVjI71VoD/LKgTmOZ8t0Dks19njWU3TfeJd0JAknQITt7rkLWIDvzWQlTf3wGB6Ke0zUZng8PuIxruALASQE6XDu33wXmhP6ot4tDZKgx/N3vpd40da3t1jijohGWO6YgfQ8lRf37Y+zceRpayzwTzSDDQGLY1sJhgk99stzwf3Xb3ckVsFuaRf9/BKuyeF20+17D+VMQRoCMJHkykxATplf55697FfTevdBIP9LstrzPX8N+7JZ/eRaXYOTO5gnFtX304nUV1ZUex/tinncBz6Hz9uHH8zxqCzXRd76O+p2Jf3+H38PqPHdgB4HPEzTPXVxVWEcvL0T069e6Kx16GlpI8yJq/AsD2V6TSjh/J2fafCb/da0fnqbaD7acY+QCdkUzGs/VuHNPmpwsXhca3ZSF2wrFT5gbGc+zhZ718dFIlEn9Wz1bgfQKo0tN24p9gzA7IeE7/zW0ECekE89G6+xDJVlqu3EtnnpXhBGZHnz1r4U43zwXCOaVKPD4nAg8NIOvgrdAeCXeb0NIBYHRpB7k6WLn8uAUsRydL3k2V0yvIX4weOljs2YljvcfRdVlj47XBPMt7eShrf5b08Npi1Nve6sTIxod53sj3s4axi+4AcHeIaVq+9fPB/IVF9B7tFba6/iYA3PyOzPjr8QsJN7a9ZLw4uX7fAsAEOT0n5JzwzRPIiXzZLpvoeX2O/Y2fBPlAq/3YTFlb+wuE+bxkArGhW3j6lgWej2VZ4VMnuixW1LNS8ThV96d17+JK9ppEv/i/8kzjXz9/u8u8uxlGt3TyNM/jX9GLKBla/zhyxWv6TpY4yTt19MnGJpJEzlo2nXNEZPD7jqTtnm80AVYmeRi5h+zRPfaPDK7oIJISZG9x2lgM3AS9ZV1DR9jn4MQkQrOmUnrC3++jEm4cbuwcKLd4XLaRE4X2q7bPkWVH/4yf7tYRG8TcoDd+RvDH4cmS2ay8eOn2WygxVYNN0DTV46HxdwxLfHRsgXngy+d+KTFkX+7Js16dCJ+/HYCenxd9FL6A3/ooPWjtzOsNt846p5hgYmgjZ1kn7avwKf4L4hUUUGj87iz1XIh/sd+H7QS/k/hmenn+H/aR3m8MVQk2m/CRDnB7fXy127Y+QdbWg13MFrsr8qr14najJfD0lgKNR9OhYAPqiK+mp6bx1xEstg+2IOPG1vDWyp4E2zXoyMvauPH/eh4kQozvovdJ4zryTXhuSOjN48jL4d/aD49JZwD3pHrgt1IDoFopVmuiFqiSEgIf4iUFagGwrQxuwHIzmd6rpEi3GPJ5T3F6EJ3Pc0eJVzZ1g+4l0Bg17XRokIqgEfH3WappLZT2IyegOw5Sj6daryRjO5kbnxVLBACfM9Z+Vfb2c72AtgGYjHuDtnd2odYMIf3NMDkCgQDjVBdB1LQW7Gy2Bn4tELSeBgXjUFhgMI7XNjgqc6LZ6bQLGgGT8bvuy/OjNa3p2oYITjDzwRMQK0f9BNTEF257Z+GVoKXNvmL0N0vnrwNWj9OvshMdRB2n22jIDshzf2fOtHNsQfuuDePTfPs8WwvHA24SfEcA/vHnH1be0FmeOwj4GcRmpsdhxd5lbm+kiWMcI/G0kzgB9wW8t0I7vFXZ0rRGYy1aqLpt5AOAaFX7bf3vZJI2mjiHivvILOz5iZRPe5Oaaj/XCrzO2JHBR2u1u20YyogAOBmsXenZ87iB4xokkSdx7rzhlSvaZ4BUEALMuF80L6AvxdQB4G2FyjPf+9utglu29ZihOyqA9V0HtJ2deAD0vEfnCvozVRxvuyUyJF2p/Eo4eDswNlEmCuYbaCKjH1pCoebvla/IWlpTQf8HT03lYs+5EzLyvKxbiav8zfmHYzjagfx0JOh2y++gZGT1GkR5KzR6+Lr0j76X/L87LmRcE1Bx1mvWOz8XwvO1kXMBRBvoY61wuOnuPhqgWwyxRipMe+m1WUwq4VgrzYfKlRsUKWBkkHja2WuQabHUa92A+7VHzx/aU8CY1ojKw70uTj2v1QSawBlcQ/vZNt5tpFqh6L60ZyPxzOvzPPZOPMLg+KAvjaAcuBnLnsF9AOEY2j13fj+BbGOE8Jj3regcPMG8XHk+ZLDYqKzEWkzWWMGWzs42JSnQPnoC+XNkqukJ2vpMyqO6BroOGE4FUAPUDnpoLAL0v//xBJQOfo0c0bp3hubRSwdfbGCtaQUjgTWL0bn6D7y2HVdyN2cDGmtM5Shr1QH27txxyyHkF7gl+ClGh59V4v4EI8tR2oHnA8LDIefm2yD3shnL9iZr0eeMnhIPyIVuy3iwlIK4I9u7EvBufYtcoapA7+7Md9OLg+8jR9EX5YB+JcDMESUYh41h25YwDSmxQvjI+5OjGbSObRv4Oa7cfxt7Ws8OANOym7Wws3EcPr1ON492MNxVIOOAYvWRLcjxDqRypIarVJ73dScFJw9dGBn5oX8Zp2jRFYhzts/yc0Zw/h6Kgf/uBJ1tPY6MgYDSPl3jJyEiz/37w5epovjP8bKKpFO1pR/ONvSaKVA88j7zSovAzGkqocZmMf8Jy6uqUcHTstKtNx4naDvJ2sHB/nTwI3Qcp5aTbTSeWduzxJOYgz1Q3PNx1uXd0tWBqee/bm+v+8lw13oIk7/0XbPn6Gd/9Ozj2iIkPG8CxdKVHJZUro8DrGx+5nVaE15r/C1pruVV6+x29Pa64NgjwON7nv/jbMp0bBDf48D9hqeixztABH31u4wb54gFsD9OzFPRK8fl8yUVpqGtDQKA2T8ThaLHoKmsw8iXCih0dUrGGFzVLanBHNjz0+GuHNzoyiQ3bCDs7VBbnuGc1yQAEJxrWzfrHsGOHrP+H3pAL4Xm4xTjiKgkcOlTHLI4j8C9ENVW+/kYrNmc9vWEfvNFO+yP7Tw33UfTsJbsd9uGB7eOLH4HGN7aL3o2PIH9fGhocHX7U9ree9v33M9csiZat3/IbzQVNTe+n6tfcvv2G2i/wZN3hSd7Howy6/1snvH/BFjxsejaTmTbwO62Be3n+WiuSURkffDnwPedhNn4ITKXSNo46mdh9R2BxfDQniff/j0CAE2jeke3EISOSaBARr07Ka09Kz4Ozk0HAfRA+41ux6ne2a1V7wDwTYOtg5UA0H4bHP6dbOA1H+Fr7OkjtwbzejAqSqADQSo14aET5NSkjPdDh9mvyDJ+pHK78ht5E5oM3ktiqcDgO/DAmbH9rE5+b9l/5jJHVqxDfFv8Trw1fF/+CoK6bz+q7Km0RW2+17UETJr2PtZGPD7r19VkEjudsKpn3/o4mGreW/ZLB/UFFfqIicaNyNENdq7CbRuSeb2qXd1tIEFQ/Ca9BncF9Idc3a13EFgC2LJA/5sAWwKpi4vZOxJvbzvRfD/YDZne680rWTdkMftzy4jFh3Om78vfsQFg40m3Jt8gCnYHY3YFcyUQd4dA9GDoLXsgWoh+3+Tesw/mpYwJXkLG/utfFx3O8/6mpM9pV0tSVMuC5pHaGvuFMq/w+R5PQ9fNXE2F5vHDVgBY32Nnd/Ae+juBKo6okG9T8YPyI7zHlIR5bCrpLz1DfsPgl6c61bK0AOTzAHwHWbR/P7huE7i/ySNsQ9btjgOF3kykxj7QS9Y1euWnIh2NLfNONWnWMPRzx2KyfrsC7d/yfcR+JnDIlawvvqR3B5y1pe65637JhD/GbxEbggSQ9bu0jyoJB6kYFl4+R589czKOOX6ApdvM66GvGT/jaD3LXEQPsNe3eJy3dORGCuKynqeqd/wTt9+d57O+Z80eOULlOzYamJp4Vtvy6N07oRC9ljXIJpIY8LZPsr4tn1+J+dNRFbv4bUtHN3KvMLrmYVxsoLJ69y5Ygy+XZm4PzOr/PupkVPqxx2/5jq8NP246wL2T2Rq/a21OgtirwDEj85ymcAb9fM4Gl90xspAOA/ZdzHozR9l9rQ+Q0XSgMt0/H9IRwjT1gI//HLlO0E1g1gr3bucYB79BAxsmQvTgsvlHIBhorvI3fT7XdUZ1iDoTYRIoLTneJcjJnNW9ZOC7BfRRJG9HKUQLk6Fg9S4HIgy05OCYQI4UzQQV6eftiSjzxEHLNZ46kwvHu0HxOVd4KiSKxjRMGIqMVJjxbpfs9asgHAK4q666JZ43VJUvc3ZJDNxtI9HBDRQogM/rkVT+BLIMdD4DwLoE4guhVitL/72Sm+wOxsXak2UYBTWZfpMdmGsDeHWWq+lkFCMVGBhXCNIWLN6qRjZ+0v5QkdCOPzOKpozBXe/DSWk6GhDC4zEMeGecNav827nqec0cT9UtlSmjyLqVcK7fClLT+2RKNVBA8QCwbv65e/azB65YUeXIrNdZjzE24lgIHegHxY1hvg64VGT/7X/+4f3qH3hOD3Fbuufn2xqeM8tG0unZMtRf+zqZX3GgrCXVSjTtYseB7JbJD0hRoMk0lACMQdRkHvJ8FJHdKC/rxbvgz1Asd6D90Mdzrw9p17uGZgkAe61cIfdZ/RZQESetApAR6NM6wnPdbLAGRX2+cssDvZuWWJ0Jzr36lwJIbUmfuet9fgAwAWDkE7R4sdJZqzg44uDyfoy8uw2tlkfvdU7QOXL3Ctg+z6IS8YMHrwBwDLM5Y/lqyU5ADeDAGA+ocwVRAHIIPv8kiGDK9bwIpqNE9Zn0pRS2DGPLTuT98wwnEnHOydAtDs7I12nV5Xum5fFsFmt02gwO/fpK00buT+eA0Mr/FgDGQdEZfTPLMS609ssDkUedhBPeEp+LVaWPt0XiA4QfB0vT6FnEGa/e1RnUXfnU4AT52EBfY0+m+9to7zOyPvTjM0bJAOvxMZQNWOcMssYENzBsWqfjhD6T/nBnAbXDUpYfLZfHv6YxvHTJ8AP093aOrqzQ8KBJAsDscR64ICJrvHLN5DqJcbQk9GeD36hIYPzMjfdpH2zomuwlqzYzW9eejhWV6HUnGIUm8+R3Jq0SmjYxAIO/qyEbvOoZW1lHhnzmwtq2XsTQ0ro6eUpdQzBUtV+SKUcefav8XTDNu1+BhApQf5wRPbzPOt+tznAg/fR+HKX5PjqyE9modDcGfPbkleA0PNVBCPOXz6xc/NzZ3PDm3Tby1hPoRegFeu6A6uu9EwjE8KVNNwZpB6s4k9bPfr4gGTNjl/7OZq2TNQ4yqL8TsV7OMp99s0d5tL77oPd5WOjkHai9sWNjVeQhWIAMc/iDhCmP63LG9FqiI3WJnJ7B2+t0Cz8HR7ajqTEg15wzqp611JqBQbViqW5MEmkCuMIWwagx3FOtv7pDbd83CfOX8PcQLzTQ8l1iKPZYZPJdOXmSdcFrFjAJYGG8v5wbmvMJ3EfW9ntTdbn8rHcejDEJXbtGm90uewhHQAd/2SO6PAh/eW8GXtJ+0u6gafeIHG86iR6LjLsz3JEl6PZDi+V1/63OSIWmqQA4+4mzcGyQdnofehm+0d842fT7fSZ46zr9/q5AFF2Q4DXJZhVg1P6btA10x8Yf7MLccErwt8enykx8CBM0IYGDs1aPvJvvRQvsxVa4bFVAP5/fb3mIzmCNvp0hpu8aH/jvsWPpNma6nDm3bIosjS6+u2l0kKfP1masOV81925lQnQefHl3cMHe4Eia8Nx0ZBn7EvzOe+Ko1DXLo6v7c9Viofn7mde5ZrBm1iU2Vju6gusLn1SS0LbCy3Pbd/C1peK8Fz3QcwD/u1vF88UJGCnpd+xWrvGSjh+HZ+TYjSS2GE+OruRartO/jUH5HNuKI8fin1j5iszGp+LgzvNC84M0m/H5JjgQGE01TmRtO9+7+pFn04FCfIt9hgzExmWfwB+tJ/2OPjLqeY7xrXCr+HMCwN0B5yR/mffjw4vNKr21/pa8P3+3zic4iZ4ZSvj0I839+Awzr88Eip5fd/ppXNNJIsYlslsmERGZ8udTOMK+9N6D0e3vm3bcu7cbYPxo4To05fvNPBx9scnrWC/+dvw7zeNK0E3nh6whtjq4Kd0owEhJIuggOHqj/XreqwkAm/8GY9+dE9oBn5ay669pnbEdPJbnNU66lyUYlSAn9shi5MF2xs7hDdPLQ3icB8pcf/3268XDd2Is3ZzaP/h/BYAlc0Xj4JhX0Ynkk/xOFeBvWracxMFjfBaqofMi2OOu2Pt0wos+JmFoAsDf/NORl1MoI9nrRMNdV+0J+BXd6XtKFuvv227woKuSchM1poXpyE5d9q6AHn/vBICNgcYu3fWMIdxHGh75afk3OMl+LvxykRktp973bBCNACSFUo73KPn5WafwaN7fnT2++6FCu6uf7u6k74RXL9kl3zrYtbIt93USAvhLy/XHH/seAjzBD7kPnZH5k7i05wYfv+zzrQM30mcjJMK/q7vAqJFH8W9R+emiI63d4dXYwUmSCnbWswLtEtAEi2dkj1/gKXQ7OHhaTH8mxMTm9j1lPGCvN30TrDS/aB4DjRxofn4yz9hEeV4wQOwCJZnn88QJtrNnj9vTEdmOiG7efHVgVceekX889xUP8nOyJr89hXx+7ySJJFifIkX9dCXrK0nLyY3jxxmwdfDdc7984L2eG2RcuZpOZxsAJnDM/q3+ZLzR2eh0+E5yRJ0do8+zPvZrPsNjn4PzIvS+BYBjY352A6FgSM88Ca1OePgvAsDaZ/szgqXWV+9h+MfvHJn93/ia7q6n4Pc8LcpBNOQEb9nOpsXMmz2nept1PLak1m34CCzEeka+zdo9/wbrZU50jmv+7c6xevs5L/trHArZ/PiQZZM/L1diAp0gFZ/RT+y3rLv3UTrkoZ/4Lp6xPMHJ/yBQdsOWeakEMYHNhgc8vrPAcV60gY9B3dk87dDdLc0iYXjrXTjZO2AMAEOuNGPzmQM+c8bhy1E3F7QhD3jqoOt9RmAHsACFWcghn1Fk+pMqlzcB0JbpqQBWC2gxWSl2k+Dz4WEwG8PaLCL8ny02G2xbKPogBwTYOELKsWFCGIcqlQSsPRkdnpMBLQprz1gwhhwhQU/5I0imRZ7uTwtsD32VTWUYal6ap5iWTOtk2M7B65PpMLQ6AGGFpp6/49iMk850uw/0Zp6hu2mR6gBsHLCnBY7BytA4FcfPB3fbJQuniRZJGHC+c4DjVqmznvCUhckEJU/ChQHMKrj/JgAspdRJEc1D3a6kmd9jeUhEjh728gTInrnIIfQtKxYDFkORM2M9l+dBnZ2t5+p4B6/OMAdGxLf96dY0bciSufwKnHjQBM5WSWoOnNlg+lPVBlmIc/i5ZAqO/OZfGy/DwwDRXstjAGmPHCQhUDk3zRr0nn4Dnu+qgeUv1jD7tMrmbsfSwAUDGQO3M8DuiuV2dJNB7PtnfQSg8u4NQGNULJDMitwBBH12O3Q7+GSadkZbkN1xKnfr5KERnRVkHpnAS/TMGEvDL9BseGjGpECo5xLFdmh1hAfr9o2/vLdjIPeeez0qmLLvGwfI82wq+KmsRanjVO5q6Yxrx8wa6XPpss5U1ZhSYbDJDpranpkZQz78sdUGCqBr7uhJ6E3rxBkV0Aby03uq9bNRRkVe9mFlb37Xde0UoTKBAMa9ftmMOSP2Wk8cVO8M7tGPDuBvhwSC1xtwTgY7SUbtYOgEm+6mwNign22X+Oa5Dxp4FoJ1YcyvM6CfcQ8DV+cAACAASURBVJAIRyLOedfQbAfKoc+3HNwMXyqdkVOWa6bRGLabYLZJLafac4I+pt0xouKATIUbP8fJNXLvdox/c6ABKqmE6xaIGG/BHzrnavkwFY4ZD4lAzL0DwjhmSJAjg5IgmDstCDA/xHy3cMOAVua39lff63lUyTjYIENhdLWux1jQR0/eY4D/dDj41AcbTEY+6XrrvZNQFIB/dyi5E+bC79v9BQMgjmUqoLY1N040OyxxuNgQDlY8DlNXfG8AL2PbpJzWd00H7dBH5kXWhb7AWAQ6wTbHsWGbKTzSDupXRrKTZHLmJD8KuCETV/fm2/+fsX/Rki3HjS3RoVap9P9/28o6OrrLzDAJI7enbkcptSPc14MEQcDwZPRt+B0H33sm+8WjEwBs/Nr7mOcjz/hO+9IYdqoPz94M+x5M0HKQ/cc4W19PFoXvPR13jBErSDTYGQce77xsi+9D0cpG+feD8fcmAWKIplVlsuwZV86MjSNXP3YQTWDLwRHpCTuRtK/mPaN3dX1n0DP/Y88Jolj/bAJSJzTMdjr6g5bYko9xSJV9IDrLlrQuo22eBn1XCsOHzOc4y31/Esj0c1rsz/rRStlrrFiR9WiwFz/Rt/c5cswhZ7THJvM5eNoT5QxsnsL5bYfFHDdw+Bcjxy9NC/BfDrPDD0p6potMtf7qgO7V6vwbCDh1g+exJ9rRxZy7eg+HcAeo2DMZD44W5j4bZPBc08CWVQXXeF/LE2S9fQjlyMyeD2+Jn+18G2f52qxrU5wF1C2apyhbDnDR5z8moI0eNT74LpSDrR3PXhXZ3oOBw0s5J3H5hKQHnFGLz3qsuv4NAPdY+f3gAu2HSpRSK3r44K1C7GQGHFK6titzow+D1d6OLyQlMHfeg4Oq5app4j0TIuDMxU52++Dvu1MxjSPEtAMDjD/Hfxae1fOMO9N2G1wpXiX42UGBq7JUutpO3iStbwL/JmJIeNMlRm8++k84dhzEPqNt5qbnI8u7LbLHQJxePoty2roIYc7KI4kAe4I1tm07ZzxHd0beIStC03TBQOf9cvgxB4KwpwBizp57g/BvgiXjgZ/lJ8JZ6MpzVbta5iZAfqqajDFI4pugxATu4B3vFTu8V96gG05AbWyZ42P5rob2XbXFfm07kGpU7LpgwRv7hD5rO/N3ClQSZAT7Z7/86azmfn3vs+kt68OPrwMXfOX9YT+e2vvaQXDmFV2XAKxphWwa7Kh5G8cNfS2jtIcmABySbeKi287PmeVyzKPD9FwnMI87ovFKBwjAD42HVj9FrkID9GHvQRKCu5tReID9FVuFDgXYxz/tM/adq0nX/6JOeA5SjHxmzAS4kE/xRUfGsLf7iA7ojb7En8YRVkkC4TiNz2H+z0oAn83S5rf9bLavVoY1X1yJlJJtIydIOI79vf7C+EU+O2QKJ9ofwF69kiF8VEPklc8k/Zjl9fPovsj3CeI5wDc8qM/GPxLMqz2LXyZ8Fztuj8dTcMv2F92kzhmUGrvfdnhdf2EXb4en+CfcOWcCdcwNZmWsrCE0eqt+szcmcKy9r/cLHgzvvRWAjQc1N/TgW0HPePQcfE3w/CbhLO4BoyT+ofPPRcsvAGmQdbdwbX+fj70quUm8wTLw+z8qOf13HdlifTIFIp5vJMIhI/IaeUmCKi18+wgsy7VJgGff/Nd/fQU8n3h6z6jfDjDR+8GWVKT9meTala3Rl/Ep+Vz3z75orAVORYZ77DoSbLrEdDDR/PDxXR89oOsJ9EII7K09+mmK2iwf1k/rkWkfff+jCApa2B6cfWv79enyAvbSljI01V6cQC+xHK+j8dy2xPauMk4Rz4Q24s/oRlopa05blHN14tR85Vv5ZMjlN3IBZgKgHAVEoZPf4v2vDpMZTxe0efc6cSKJJN6HwmezoeJz2mPy8HVkn+OnyFGn+iHRNvv5LpjTvORbzr/wUeaiBFh+2p4MNojdpfn5iJ/a68Reog8+rPvxTh/hh08Ovxf3ngLJiVnuPhw9MszQ2FrsIz2aTgspMrLNWGe4RxbvXNDBbT9cCfrzfvQJMSjw43bTPORZX/i8xjJ7sITt+W9cwnTRcSpU2aNDtcexmc0j2p/q8jTYzzz6//6/f/2PWgXQpoCH9wZqpj8HOj8BYDIFAHjexGK0DyDdAeDJ2Jmo9tko43wW4a8KAgIDUv5WdAFfv35QqG9r2ga33gTj/AnY2wAFzyTQ1RnuvagNTCQM2lnbQIygQOa4mZhXpWBN5ATOjpHtkPgBka8DYTNQBgQPjToj7aUTjluy/xyQHSAZofw7AGy6TeVqZzCcgPKnwNxyZ4z5P4Lvo+D0PgGvDoLStnedjwlKno0xREWRNfhkftAdw62fj2CMIg/A10ag0guApQCp7rfA8LUJ6EYABuSyP3jva4Do8w5UN015ZvkrzvKwbyKL1qjxXPV+Gxr5XAq+M3oODTivwnYZGXb59t8loCe7Je9YzhCtqc7h3cyzM0zVguQG6bsf49ALQCWrcscVx7LpaEM8tEWWdMvsN3CyBNqg13Wm5yfUALHa92T5OsPGUYhUKvb+5Yxp22quhoucMl2mtb0J5JvmDJ2pMH2dJbonAXLJpzWKWHc9oitbztlM14Ayy1b0R5mUrGu5pOvfbDE/Y0Ct96Vo/Y3rOstzFPkVvNe4cVAM8GvZ92CpjHWA+OtobEMzc8rcvEZTQaJF6apuKTC19mmd09lQuv8EhUf+S464FbkCzfMS9lCTtt9/J1jsmRPwWBvD51nVUQFnjsfjTLz/Pkk9erYCJlbEUrbDPq+uQv7qGbRqQldKbrTucgbinOVzAlnGHOv0x5HPHBrAcgY93zXw0meiu6rEkH9Nt8P+s9Y8w2spYFqBB74D8EenjgOpAUvpcNYUMBqe2gC7fTgy2L+X7VmZGwDO+DcABa/53MFqTIATWd9jKDDOnlPLXycqDV0wrrvSC/qHsXeDNk56gw3LT5Ep7dSlktRYAoPXAYdUaNjRy1EYw1DnqACfVR35c2OU2aM/sFL2euv6BbHIfcaHQ9nVtqoEZz+z0acFKvITp7yQi/1aw/AE0puv9CyNQwFg9hZVVT7/1rIqL8w+v8+IyfrtXlAFI+eyc+Y0AVTOiPeS2Sgbuf4jk9lPnQrvyNM7eNRAPUZgnGD8MM68i/aBWctMJgauWzGOA52WiGBl8TABYGj3Yt/jpNG7B191EC90ay4fio3h8neJPfCAz1LVCggvqxJ+nG92IA6+78D/JXft4IgDy8/4bsJBwYgwn859M1brge//5BhEjvxxhjot/b+H/ed/KtP9nuerh1L5k3GLN+j+IBo2XXlOy22dT4vj7d0fR258z/7Pj//03gSebjunkxG4p4NvGr3kdRx0oy/FP3+jR2Q8djUvlQIi4d/ZR+bHIYz2hSuIsa8+IrQD7Rf+0Lz0fLVKPj8+63blD/sF/H4d0UGCqPfFrf+yvrOIT/tX5vMGgBurHp765peqKclF9lt0RSoCw2R9bxwJ4/jXHL/9Kb5o58kViJdOsjM2jk58AB2g0DtcOTVfor/tkrVcn3HQ2UGO1ZGHTpoovQJ9L1ui2N16c9ofes8/Mp8AQ+u/Po7hlRHwXFelRg4E10C7xp/6nrMpGVqcQgmy8444tbaSZSvexP9zLq5ifMJQww45SzZPbdvojGMSb6FPd3jKeEWUceCZxkke7E4Z8D6ONar0Yg/+qZ9M54dwlxPzTYiavXwCON94WDPrl3EwBYuFZp7v2B9UUkED+SzBKPlMPBV8ROKMxziBKHf6GbmKDYcDu7GKX6oW3yMnHKyagCCBo8z9tnX0d+OurlJsWqGX//3/2eNX4BdskMZnJyFoxtM0157m2rcTWWgSCkJbOUSxdXH2ocu640oczetT8VNGT2s8//gcmNLNXXV5El2+a6Xn3qNbmOOZ6yPXsR8yrur+dXRi9Ip+2m4GX7RjuX1arRftnB/5wxq2fdR8c+Ra+Qkaw4JN/ZyRN31EQ88DntW/R+59z+Ws7Ngs62fJ9SQa3FVRxvOzHm3vNW82xmx6i6cTHNb/jb0/fCWncdteTbeVu9jo8NWfrfDZP2+Hth2HFn4DxMK369AVMQm05Q6NV/rsvz+dcGPMDSS+vOV9IXtgvviFByKr7sQa/Gu/7GRk+MHDDjRsxbPnUAm82TPswQ0Uml+cNJCCFV3TRy/A+/CMbYjZe69cJ3H2nX9k+cowAsBW17bT/+W9pAADQY9OnDwBcgeAJVMrkXbmdAqZwFNHj6fgQM/AF5W91slan3w4nRUiXy95ZPyY5En2d8sXXwt+GNq0XvzVFaM7TrQMhc9t038Ai6pA9sqxgyZopXtPYFaYWv8bW3VxvPgiFbr98wtTnn0B9BsMJCzRwW75i+RfO/Kqnm3Mrb09gTzZgbErFehM4u/Rp+Pze2kArqGbEfIL/NJ+bQdjSdAbPdhyxlp7/Gi7t+P/Ny8Mvofv/WHhPa+lWjjX2d+v3xleZry6/x8qkPoe9Va5Wx+N8hBvOOHaLaK/ivvxp4HH8StvwC+dhn75uTVs9k2Cb5HZSUKNXMMu3cSxyHPLVAUhxSmTqCN6hL8IAKbFdGTB7YPXZwQI6dBxOqzaJzz6+8OfJJ2xRp2oTEEVe7S7frFWR5aJtpPU2UkqJNyQ4Ny+GI1bx+6QJCSabKJ7RtTJqUmaSJA5SVK3rWK+nWP74neOv7H5f1tV//PyqZJE1QmPf/DdEAkZQ9Cbwj/oRNznD7yi/TvJtlRl555N8BV+4gfMYF46SVHpMmyd/NllHSQ/+2Aq3LF37StUcs8nw7xvCjcd+o8M+/93dGWK2CIPme8ZsMeZRIHopsXCe81btT4+qvFZnIIs75nYI7GV8twLZ5ctFz/Utsx3dPCTKdJnmvPBN0PL0+nBMVgRZApbxr7y3D4l9T+0yGmBdDt2IuQtXMiGnGoub8RPQUoowgwQIhs5B17jpF+H0G0YepONcakFWgGXpzXg7MXgdxQDDp2+BuV2KcmPOp05nIXOXSwsnyEk/Z0dF2ugs1GzsdNWwQ4cKVSf/YCDPdmm/o+0Pc85SvRsyqHBUfLTKs5jOUo440Qo7lqlhczrAM+9w6zDUDgPYT4cbJvtivckzOtMuHGS+N0CKQKB3y8WihMAhu4o5Q6g+b4foAHADv0JJDLnrEMcwAdE/HBsQpPzHLcKCO92j/a0w/i/3ji0GkCQehOhPAbY6LkEJpuHDOqqFR1zv1r8DFBehbRJB2R6c5/fM46APasw35LpGBpKcW6UAzCTA8zzfBxYNjDkhLYRHx7HeN+1isDy/p/WiqF5DDbGJJqlquLPs7swkkQnOSHM5WW0I9y7AwA0uQKkVaXRdOmgizN1K7DYBt85Z6nOZhQgbL6kwqPpAL8CuDlDWKxNy4mAgwEvM852hnWmaOiRCq6u/tLnx6E0zyKj7F2PA6i/L6jYzLpsMsnr+Nb3GHCHL8ah1IYd/EVVJcbacVQLUI5TsYF80xoeYd/13y1v2qnu36uVM1UTfaZcQGQUobOYBCjkvEX+TQuNvHey1kamnky/AZUEna2H5Pgjk01nWDvgNoZstT4+juhZENbV/DKfGXgM+G/HrWR5Bzp+BYDNa3JqmuhhZM1D+xcA4M+sa5IBexkA1f5O+7sBoIGEg4GRlb1er174xQ+cRZUM+pUXPAuZjy5bQyhOaFo2IahpdeK2hSSolByP40ttSRO4PefD2KgLDYI5UiHcledOiFCihxn0rhA+e8lALtfdP2OgVGYtxocCAiIczoHDZ5L30vPSJ6MjjpflG8J7Bg1B4/d+xhE+CUedBBTx82CrgMLBDTPOF0fRqumuMN2Z4jADKN90SSDyfDZBK40rxscETOSsduZj1qP3r+4NMMWZJLrGEMxP+PsEY3T76CAc+8hQyxsbNeF3JRx5dw8d4MFzxlULSFU8u4JeDw9NpfOd4DBJdFSakJXZAS8wm+5rAK6/X0cZARlfC2Ycp01XJkJXXXIF6CcAnCBSZIHo1Aluei58+78FgEWnGNdyEiYxDPq+ekXjQZa3TF9uiSOFObzdTQgA+zn6r5ziL92coFOt8J3drMrpcvT4OfM3z0TAYszgHGv93LJQcqUrKnZ+m9iZz9IZCP7VJ6d1lwyv6RrUY0J2KwC8gZs2zmvw343/+Z9piR8ZmQSsBM71+ezzybzuM5+gP2OHp5D7oW3sL3SNs4clF8+5YtHXr6699NVjTKaKbteRcXTFwBUg+NZTcoDOEaFVNgD2gX5vveLAlOX94k/ecxyJj6Pwbe9qzKV3DP8e5yQRkRlHO9vE+5zRHCwWXP86hwUHyPzPvg+fbKUPtmsCxJ6tAsTibwfCpyJmOlh0C8y7NX5w28q6J1HMi1tB1HIwIttje6aCux1c2Iq/EqSP0+DVf0+Q/ZUHZ799fEwyoDB9EpSyYI3Dz7pPYk2vxbWHLfPk4IxOeW1l6GdaCR59D07L2sVJwmfeD7NRODsSrKSPcYK3vGNf4ZzvAN4tU9A5wYc8o4+fgId7f3g/DFY7R61848QBbT6chAsHEqdSuT9nL+F4axXnZ8v6u/DM0sXBWnu+1gHdDr5soPBh4wWqClreUCGu8XTyA/PWc+KcjP461favXVZYBiynOZygRyXg2+kvHFyVua+PJvRZvRHaNQ7MCLebSlVMyJZVkk0F2F8so3vBleCD7ujBerxO9t7bOGk9VmOXYM2uHFo9l/Ee/wJOuipSYI9wvNHBZfP8s9d+4OuzXvWL9pTo0Gcxet4d1J6Esg6U/OFneOyLxgS9t7IvpnuK/G5TSMC6/aIzuBg7hjXH/tAzO3DW83z5Q98lgThXpRIrvIb96EqfMhFaF0dPYSc2Xl4fB2vdPg8+Y37aLH7udJgIXfZ5xm1OuNjZdCDJzxu/TwcsM6e9B1t+ZTDzvplA8Iyg8r9NBbLGcNP4h59W/EN1avuhqgMGb+oAY3ev6IRCghyboBD9YPrU2Zqc2JQxriyFv6B36BEd1Ul2+IY6OaULbPD5hEkSyDANZ0FYlsjJOymU+brC7RypsIm7RXn/CnQRfu3KUGycLqy57rXenCrdwW8/uxBSuDn28yVzi7/62fC8cc1D/w0I3cdWNc2P//F5vp57mWr10tc/oq9UILUJPWFs+7w++xNZ2M/sKrsUNKX69FdnyazndHUZjHF4dXBoEk9JxEnxSAeAKSDhvrbTTrB0fDSMvbvlIJ9euxI+tgx5AsDZC7vPSYaUre3rOVJGwcPx2ZKgeHTTNw9hESdcT7JG+4kaA3WHMGQae4HUkmOTfAS62qLLD+1KzrXBfgUQ8SF11zvtVwKqksnn+ALvxfbDJ3Cco/GCKY/9L1qVTYGvjfnhv841kyA2fu+2Y+Cx1j0dyGa90GPSa8FWmf8vOeF9aBmfdsP6yVGp2jTxuSRAnOSU3ttnfQq7C0oTF9kzvSO/1HF28e9W/TJuv3wSeEWKO6Fwu6k0toHnuyL41cN6lrsfyHtjX0ywvOblIOfY2nQI5pkkJOpv4gjxg2xyB9e+HYzArhqXkliwFXlWbI7Ycop3Yl+c55kTssdI3oZOx/75XsK83xgPut2xpm8NsW3y/kT8aFffXQo73tNJvDvP8Kh9k45FpDCyf0ho8Lu+i3o9sC1yfWy32Imj179F+J+rRc1HgWR2ddBk22DZaaDvBTanpIFWMnoFghPiEYjCSOBzAnp2Mk/WwGGEyQzrwWPcngrkEdAnA+a7uSt7edYL6o5wsREQZzkZn53J1K0tAGYJeo5jqwQuhyrLcdxBLTPxx2xUfmhTuGoNQIGSGUmge9NOsUEHWUMREA1oDEwFKk+2cRytPed2XMUwObrdJGLj6NPTysXjGkSpdpfTCoWWVQQSOojsDKRpaQWIMcuNU5lALOtIa7XwzI5Zv8vQwcGO0MD4WIAk13D4Le9JcMDKevinM3lR/LSo0T3OsJtKWY2/g/kNeHp87D0bzabfZqpmHMnYBANZeElByRn4MQLZgTia/vqvgK0NkCbVnUAsQBb66bmuchoZEMMx3N4B4O4xH57cAAoOAj0jhnucW91ykv3jDJzJZrNyu7LTpTQmqaFkEoLMYxtjH0MesG+BNgOHJ9jvXWV7jKcK1LThirHTwBlAZN4qQL7KMJVlx7j9yNkZ5GdjSD58/xEApiUJ4/SOJBD0/d6BQvPCAPROXNC9tNZMy6XwLOPX49Kyjpb42f9HUWidK3nl0QUW8K2cr/X6nk1WE44hySYSgK7g3idTunU2/HABq/kDnXAU/GQxkYzTICSOgTnD45uawb4trV0PAh7iT7FVV2BY/jlulh3mZ/u6MGAbzFaEo6cApGf+0xJWoMlZrLpW28p4ZZlZc9vM6FSpRIl+1siAPSq24Pc3sQP9YaO12jqF/9JGnv3bAWCv+wS/4WX9i3MQQHjAz1StrkNou2b0+iEfw8drQCQgnvkDSNvRwPWiKw6elkvt0Ix87IBPMtvhd9buBOUFRL91pb2MHYwG/BtYJACMjP+XKvNOwkgCwHbSDnRp0HQC1Xb+jDz0eAZcFS934oMdfRZaM/ZJCmrZBf2DJ2ovT3yoA8Ge9/e/BoisTZz1FdQxT8LnN+g794j3FbSgLVHpP41rkx4UiKpqCtM2/2UtAtb1OvidzNTjvKsEowBo0QYn0oxzDBnG1zgCR6potEkqyYbHcOqqsuyV29GnOaVlNFnzBFXSWs8YpBJM2gHFfuqq5IMZNCbThMrNAORgiCwk+AY8p7k31vL+qASmNiZ7/9FBRZ8RKNB8CFhFDk21CglcY9gjS7xmCghVRjKdVMzfYyR2i6TWVaBAcNPy0waACShrLO8xCq1jkHfIT4/dDtbgVbUwdBBvAga3AbNJfXzezuPGu+jdNlTRXxr/b32T/SF6nJbodFDQ2o6TogN3reNaX7td2exxvw/n2tywLRSDe7F50MG/5K3lOnonO3FxyfcXdBZtupOSpsS81rl+HyFwrzfBIaO/TSh8Kg/iaFtvMvwGr2X+W93RjiKtcbdHz9w2EakdTJE564CG//LvBtbBxT6mxEHkDgQO/re1n+e1fdh6+37+VgXiAN6jXiYAHJjifRjMEDvudCj4vv+XHYV3APi2z2YtxxgwNvv2q/i3WzGSHBKndjn0Rtc0fyBv+rpXPqP/sFfdhr/W2bR4AsDwyuqbI7FO0mM70vQtZyjvlSRVRFexdvCB/u3AWR954GqBCWDhSMMBT6UgeBnjBzmxZ+KFn7bl88rwBP+jd3HoUckOX73YOThnOQfHqqHmrGnPMfNTN5tN0E2gN9gyAfzwNr4G2pU3Ro7tmf3eAdDoF84xjSxCf7v7kHb2N+BgkCQ+Y9ecTlbGFxn8m1R/nXl39MfdPekNNOGcy97fYw68i4fmnu84RHFQoRvaj4RDsAPAv5yPTRPa/lFp1Lol55xlATPuYJZTVWx/jvT9+ju8fk6kUpJx6NTnkLNO7MnV30kAxHYlMVw6B5uERAWPZfgq2DFy5uW/196+EuMLeBAQbl8JX7cuO/tUckiO0m9sXKcxuUvCVL1gj4Ersz9/0yMdbPT0dF8gwMt+YG7WLd87+T4YZ/RY7YmMMwRire0jLCx2nPmFkb3Csy/xM+Qdekn8Quh5j01HsQ1Ggc9e+XfoMzr6bcH/JtsSjIDWwbVrW8ZuELHIlEhCeXgUuYn3KHyBrI8uzTEPppCnhb82n3keMJfeMvRpPd4B8g2exW6iUgjZ2vLN+tq4btqH2gbYsWK3t/7RPa2/fsl/5sK/2pPo+eMPGXysZ8V+iC7prkDQPIQYzF48TgDYdtoIMvjP+MoBpS3gYV9SNY6fjvngI8YGJQF4z5HUGKd7xKzDa29rGIYvIwNe+/g94sU0ZozG/2sDg92uYOX3bPRczxta9f4iQQcfdeRPqp/RU3Tu6yDg+rw3KWv5f1cF/GtcPBPv/Zg9OUdTVeCfva4OZiX2gh/xw46ixt+XZLrYY+3XjzzwWXWTVDn+9Xpwn2F+ZLYWSTJg/CP4Fg4+tP8i8p/4SMsAaN/r23z/xxFHY690YqqTFce33UEl06dazp8zfWePHJ30XScMRRJhy7zWNdEFGT32LHIuth06Nf4lX+e9CO6I/4huG/n+9pN3IE3v5m/xBTqoK3XNg2VvncKtkVmpNp1jXSpBLPdtQpzpr1jHmBi0lG+cJ/mMfPC6dTyh5sG4rd9caDZJThMA1rv72JVumY3MT2KR6BlfpT2CDtCBF2MPtN2zwfvIDcv27z/FTZAjejf2KKxNhfXuyE3ug7ZJjgoW6fHCq/glwFmd2ND7W/yYKtmNZ5xOdaP6qP5F53YAmDHiO0OHHrw1+DSYYgPdwTUbu0zy1sRIwLQ+omz1Lu86eERjno6f77Gu2EC6x4l9gymbptCm6R9+iy7vADC8ztEz+Bvjl0pXH+OuGe/pjDuLyvxZn18B4MNrkyySpKM5juub0P9YEJRzpjcrChiDwpt5zkilggVB4uDXZPh5400GVRRouDRGS3Yf4BKHGkQ0QPGmEiDtCtp1kLJAJ+NGCzJOUC0aG0M7iucDcDPftCnQtcmcqABEOWRs9JNNNQrndayQUdYtCdiwbTxo3gg65urWitNTPZtwHEcDUKIwon10fztZojT03W1UtoNSAAQBguP+Miwn2EGFHGsYoyiCnfV+27Jmw6+DHPpLAUF/nKRkYKIAV1ABXBcoNuBtp5doFsH4p+GQDRkFBAClRejy1RjVFSCAJ5wZIuUI/ae1AsK1DV94O5tulOFsyNA6cyIAjQGUCrc1gHJNgqQYBBvQyKihaZIC5uwA5JscXm6Dqj2SMwSp0sa42Qq5dQp43H6e9uMaWRgD0Is9Gj7YzGlo0fTlWR7zzB8asOZteMAXZ5+aluVAp7LlMfDgAcYID3aL6Z8VJAOw38xkWqt1eyUDJv9fAAXZ2W+r6ii49RC1soBGU3B6OTs5h48zdOvGNgAAIABJREFUIzDO3gyfrrRuxf4aqb1eGKDI61MVMjJNz+mW65ol6/VmJG7wvd+wv3egfp0QkmfRJwREh5PF7RNoMsyJ4XMM2G51P7Ln24sEZMxfMtDY3GfvbXUQI8NIjYM8jkqqvzqBJ9XcQSO0FzrLqWXNAO08AmBF1o9RMVn60E+3ONPN+gtdFZ2nz9pYa15KRWPOvHh1YZ6TSnKcgt5Xw3Zvu1nxpGRYZxZnnutkQu8iR6Ebe6gDln8aT3Jei5lS1dDjiGEs8DhOiAJZkV2ROeANWlRvAHDado5PQeNT9R0GYPhxk6BCz7wzMiaBUGjIWmKoM79TmaiEnGlr2zodB2EcohMhNY8kYQMQfCpjBqy3bOr9+qvSKEkc977y3nQ3jU3MaTnH76Fz/mqZCX9gNCYAcLcMvANYq0eTmTpn2I9+uRK8tGNn//H+Dv440OvEgU1eI7h6zlCtoGSJzZPVyPPvAIbasElWoFOjM/Vj3Wh5ljX61YIOGkELyZvTAeLpqEJQOuuY97X+5GgH5p8OL1Q43muBAfV2Tel5twOU6z2vA+6zxsjro1/kKJw9prmTEIROTavbwUJjTKIne32a+1irHh9BGY/NGaOzBq5uDf07uQlat/xIVnb4UD84bH69m3miJ0wLB/W/CtqxTyK/41QjoGt5JIwyLUH72dF3tJx9NpzGMxkCYGL2LU4/ybIX34MJcUKes9+eBEjk4dEPxsvTwmnsjzNW20fZ1AWfNqFpHGLgwfBmrk+qTQI+5p3ByGDGyEdt6nVsXIHGWVfGAq55A0QvVmv+1b3g0zjKFldk3eNE7Go6fz4Mh+MZHsOQbd3qd8wgdVtBgeGtsp/Gcfmrei/jAXffgUq/g5cMv5KUG3txu8C4xXPhfjvRSv9Az7YdlPB2Ol4ch/Po5+8GOUBPVXdhX+0N7QUq/MOneUPkXxKo+gzoZOHHoQOWOx2e7GwKpnodcNFxi2OOvHdXiLV3GvMz105U5Gihl56n9eucWY0Oa/umk1uSgJWWp73+2ILo6zdgHFtwnbJZm0TfqF6J/bZOvqtrweAm5nacdVXBt2uVTh3YCtjtJygip6p0sdoBmseWycAv+ly/dzVi25/oY133OsvkoyBh6yRQzvMOH34P633v5xRPvQktb0cT9kbLvw6AtsML3Ap/MQawE393RUh0dLDchS28DkM3ubqnWvMkn41gMlyfTQGfIiNavre9xXjotLLrR2AglUXsAWTgwZaV8EUCuddReOrbv9JN0OiXQxU6LH1SYAD/dALvdYYtHQIU5B/8czoZDGvB27eMDY0SnF8HvuhEwAR90gF9r0d3A/i2DfIcmmkO7rww9p/+xvmODtVxRPgBwCTgf2QUNk37ziLnNtk9vNsJRzclwSDwA3tO41MnG34aMxBQzLgjXwnKZs9N0rrn/h2bpWC3kjTwD47N6z02clKJBEpEWryOv2ATozwW7E3LppWxHBXiSq3GWyP/JeHfyq2WLVQ9td648fUmWMfhHPuMwFkHm0lqMy2nq876X//swBT9k4os40UnpGznjPeMT+SLyTFkik9ku0vi44K3QAR6LrYv8e/I+04wHFvRui9rclUlf9eS/MZ3HssERIw566gFXdNJCXyP/R/5dCeUnoDutDBt3zQ8uR1Issd4P2NrffdWVXcVs3yD+Ffg//43eygYHpqLd9G3yHN996tzn24jIJwEi7UHwNHw4rGZ3L0iZyvn/f84NjjzvwN97IWvGvSrHER2a8MYEykII3lGsukUH5g/VOGOrTiEPvh76OpuX97baxtwTeyL+G6un8Hp8dXrPZxt+p25Wj5+z73kNM/oTkrAAKrxX14jfoFuPDTS/r+jlsc/hK8LjNhymgBf1nvljHjqJAOMf+Ek+R6cGH5/A7Thj1Qewl8rd7POHYj32sgmEXU/AogG8PEpwvrWV10A/0yA2w40h7e+sdv/aGwgOyh+uCRaxR6CVvhvej1fLLYJn+LnT6dNRyDmCW72/hfvnQRxvTBdn/RMJ99PgVTiVZvEC8/+TKAZ/2HwZmSfJdb41zQf0aaTv0XDxgcUkLU9Ijlq/Cu5Nzz7Fl+54MkJcNgGsbNIpMdHAmbtJDK+I/HZnYHH7whfsH89f++V3d/Zh4uLu6qcONCRT7OA+lx2QSf6N1a7fZmDydyhIR3mJH/Cj3lg76nGR1n7sbcnFtO8BL8Lr5l/qkCUeJh9H997kePdlQq7XfafnzUJTO1za/+UxvN2FXjtg/Y7HLkx/AR//tv3Ms8KApoYA8L9+TA5D9BAqWBzL2uj7ggTZ75+jCNH2ZvtL9pdDthRGL3oADMb50fQkClHqpQY0qLjMmx7Q2clAVrbmpkzTqL0tv3UX39NALUt1XmgQa8q9cbNoucGGO77MbC90N99nP2EgYyQ682zWVP/flrY9Tr8EXAUuBwAbIf+YdYIneP8KUJEyKzB2a2czoapM6j0TFok8RjN1WcpSHBYlkbIBtjHifD+dAs5fceG7ADgtUR/jPmuou3n6xlh9AVGHfg/AuYkNNxBRRIUjjPTdA2NUj0EP+etr5Pp0GUcmuB21gu6tpFjMDmVXS0wTZtxjvpc6AErC5rujDeUdPOG3pfWUFEwfZaZeKxbR2ct4ig8wP1UAkQQdgUTTmm1tMG5zJj1r1tGKeDVholB4S1PuOcGMZtp6WcpCDZyx/P/xtUC7g8mmw+gbYLg4UUysTr7NWB92u7Ww2QI6AdxwT5qo7mVSK8RAYF1RNAKLSAkD44x2fyKgOcMjpc+XXH9Oi4O/5Xxkvvj/CXbqQN3L+2Q6VE665QlQHkZkGcayNPIgD+fOUE4y//wi/bVyUYWEK62OATGRSDJczpC6LkYUJ2JCS+YR8dIMR1H0eJcsWwuB4jPtXnOd5Ic1VxjKC66V7ZVAjqm6Fk/O9RlTIwsxelnh+8IiDV49t67W0X0qr/VfeMojnxNko7ORj8GwQQKNugYZgJ0vGeUoZdEb3VqAJB08FdPEH+4kq3kqKlg43/0vR1xG6zH0Isc13ppKKEPvI88MTAkggEIGpnw//z7Vretg3erJnzGUxlbMvA4Axm5JV2XChHA9xj1NiRup5YpNtcRqApQ3kBlA2B4GplPdTrrHIfyOIfaET4GEwDvAq6TJMC6vUdgMEar15Kb8PGrV8w/z3U+s96fB+Cqop8f8S2tgd4Erk4AaMdB8A16Ng6B10h6W7Y7QPi9XxzeAUzTe85z6vG1nvRZsfOOVz8SFDvvXzHkLSr+8/w9Zum/JFiZrifomLkYM6l6wQHUOGd5rvj2dU7nIdMq/HuXWiqtbLnP9ulKmch3nCsZC3tidVx483V042TsgKxwa2RG9hz7T/NRtv4fWbifLjzwV++esZxuMLM/29mAvjAdZg3jVJugQZ1pmUD/YbGa63b18Di9JzNPumjYEdkRTq9TEje2yiiyx7Lm40MFktoAlV6Is3IcDh+xxfO0sHzx/e4PL6gHjtzuAHDvUcsxoX46xHz3vBnV0LidY52IRsLKWyUo+v31XzqHOG2+wAhgV8m4FwuiL8+cR9/7nu+/boNXK3PmG31WzpNx9HZr3XbWRQ+Ow+1R98w7+2XfpmVto5P5xKF3J4f0GDuJwPwyPBEcmJG/9tBx8NyTvfZ8MGEuSKcb9uLedPHx8yxzi/TzV+mrQUlvdjX3GwDO3tykIv39jvt0gfrkJfzkpFPOHB0d8ya+nqFJxxX+0vg2gflOgCLBah281cp8qhXascI7rqqxoZ/l7GB0z4u1qXb7mW9kqv5Ht6Mmq57DEUreH9pnxq13gqvxQXdLmRb5Ldd4butI8c5ff2m9tkME18nxkjnETxFd007l1RntRMSXkUCXJllnf6qt3CRGdbUWNOoKQRyCL5stthleFz1mot3WG/sJZ3c7bPXMOPz5CU7KOMLH9tFUAkqvY/agZH0cqcjfQ+P5njegp5oX1weRUdyFBJt8ou9a7r7t960vcISdAazCwTG/Y4vN0LY7mAMsEL/F7clf+Z0EChFpEwG5VkdLbBtc7GkCaowBnKm/kWfg6b8+O7kDkVQaNqZC7unfOEa38IH16253e0TU+uN2P2zFkObVTs10+UkiR3h/Ev/GyY28fPcs/otONoNHO2ldtOoAq/mgKovfAHDWen1UjZO6+5CLJz4Z2TTrynps9Nab6PPmYYLGJ0FbgQLx48ibTd6P4EsLy8Vv+v1Xorc+P/uz/AzCxSdoqH04fqmmr/lwMHfeVUr1wx+u4JyKJH/vdyEjotOvCrFvEeG34N1gJTANR2ZkbbrD1vLKnUQSW0v4gR8S5zf4Twem6njo5FntnwSAOdqPlv7vkXnwXgI3eZMeIf/WYpPtyGWaW67Fb9UB4LV/51zFwUmxbXRTkpxePyLO+sblh3+sM9YnR5IA/nDR+E0W6Qo4EivW/3MnQ5CURkUb8ol91oFD5s6/J1A8gTPjdiUwfwVA70/2/YK6xjRXYuBgTMmxU3FagI+9ZF/K/JDI14Fx8+y8L+uyRzhQiNUyE39Zt7915bvcs1rHwS7/+vzSDEdzcGDlxarDstiz6ECCtozN9kSBte5wpmtaFmGTEgB2UGd8TLFHvyMr5qcrc9fnP3bLwabYSMHIHtMk53jPDu30viSka/0G3xBIL6wOdokui5wgsIcP/+UJbFZ9TiI4+N08hr/beDPze4NTPDM2ZHwRrE8n+es6d+6oYFT4OLGa85wJmLGX4dvWpTdf5RntZ2Rdg/+XOcBD0BccKIrl7O0YHgkAp7MriRcaX5INIxdj008HSPQFMtiJ2tBv/Xf4eLszTycLRk7lPv0rOY2PyO8fPsM3RXLNy7fYI8YVtYbtC2g7Xc8mAHx4fsYRObs+Xb37PUbC7xisSfIN7/0VS+kCqY49dPLZi0lCz2DZ19+1WH2D5+0Lh6fFe9qnBICd6O+Bh/tokawxwzVt5zvQ/yPhQTQhwTXPkT/8O3d7fFQkJZFMunq6dL7uqzb162P+3d0TsUXByvL8LQzbFnVilboRfwPwm2G0NohhXBYAhidgpgAwIDeHaX+OmW/HAPLIyE2LmASe/u6MWY2hA4ciUAgZYdgORzlONE4tiM+8nY19Kk1GmKyizWHnPnPuBNnmTNnv2r8UQLPBeGTP99I4oPihVaQXtZwv3qgDLthkaVEYwYFTpB2qbVyRwcAaIJh0PcYVgqDbCWzgIhknGPmAhQP667zINwDMu2BUDA3mg6BhPtDigMlf1sJ30dsKF5D2GgamQ7WvFrV9DpCErbLZlUnzaPQOAHflRQR5NhwAj/FjYNA3PiAti+1g8gi1XwHHCN9VyuZHg5Dilf/tV4PMzKszgM6eGl61wTtGWfguZwLitIIVD0geXvWedKDXZoz3gjJwDU6fAHAbRAcAEpQ7LeJ2Yn6X2wVEGZpPaq5tmFB50I79JgvGEU6Bt3quDX6PU5mj46DhxccY0/dPgD9n6YD22nieoI2TBmJoZv9NAscQtJ2fnQUK3QE1tLzWcyT/2PMBNJ8z/tvzp42t3uVgWgAPYKMNAGj0BnW6JUocM3drC43rnDP2fX+qOmfAJ1v5b3gT57/4S0Y7Y9zLB6QqqDNA7PejALPLf856d9Xqys/d5+EgHOu9pq30de/rnA+t98zYAwxtmMVJg46ykWHw+50JU2dGMwefoWJ9kPFk/WlzVg4+t5rNc32dg2yrczKXDbLts2Jw3+eh5hm0PrROsoEbfUEGv36X4WhA7ESlGPTsX1fAVcufXmsCuacC4rtXa9Eg4lS4Pi2SNvA+0bJacICM5kpGIDS5HJ/IJSN/ye+pTJKeViahZX5kYgdLIu8iWyVknNjiFv0jeyXXv//aMU4HjGR/EjyeCuUZu4aBLnSAeYDwVgWvcZq1W+D9tgzDUUmm3a9MUNZIc22AGD5ZAJcjE7J3wBAAZAJW5347yoc25sFdGPExCVqAxm6Bs7yZdehAf/ZYnsXnenYyqyU345inBXsGmwBeZ/4ztxgoW1WStduOLyT1dIWy7rXs/BYcGdyO62LBvD7s4Z9guqqqegLAMUT0/cH11iuGi9rDRciuXOt39j57W0H+13+tIRzcMXRpQ6KqOULnxR6eO4lsk7ihz8Cxl77Qva7wS4vFY+gIK33vxsjvZKUNEGwglmf6Pc7GxxGMXK79ZpwbauD43nly/Z/OW+iHYRnnbXQzAeDGq+fs4sHVus6tOWeNLsN7DF+N25XB42gQT/kIi+9/kRNkAYRH8jM6+FsT6QQSMo9c+d6fbgvtaL6dolnDJMsgS9A5zPdUCorNJimjuwBYL31jssMSbAkOGf2CjWBXyoWT0VfRdzjFtGoKLvKzcjN0AHNYFk7Snz6HvwnsEPxhnQ39LHtXB7Zeb/lh2Vny8wxmeDpBh23P5fd7vpoTfJj3LP6JTFl81ggUx0q/aVbafBK96vWdwOwVLESY3Lb33LN6QGf5ih2F64xRxiGCUR/6Bj+4As5nmWcc7TjT39vdaOmgNYlZmvVLYiFO/DlfTXLik13WwzoMz+8c+eauEbcDPt+ttHztwtcW4frG5+CBrEdw4OnIUvyaeVJVm04ubff26qxPIIGuduBRAUwFi89QnkDuW1n9d/aX6NgBYL27qxkSGMx7Yzfn+xd/z/T8eTv7+siJ0DdnDopW3aK358xe8gqPMDr211zYiaftBG6siS2aNRr/xew5P1u2xuClxp3oOZyOyJPeU72nbQ8IG4zNEhqCVXaznPvLCd36Bxp0svzK/TjvNCbwyrs3wUFNS/3Oe7saj/ViX+B0RK7kvn0S6334voIYeQYXT/WhbYwEVeIg/TOwpPWHT3mXnt9ygvG7M0YlqlHt4/uNu2ZPIXu/GzuwcCrLRk70+nWSUAd/9e7onOhsftgfJ0Gm6GT8VAl8JOjBa40D6cDTfh4SPeNQTzCQBHHOzuyxtzzQ+P7xyULD37Gx8AcRfILvwRdtL+BH2c/CuzkmJh2o4DntcZ+NOfqpn5M1i3zrpKhXBnWCRgc3OBLsdcCCG3a/p8Nb847eTUURfNn0OnuMTn7fQ0ks8/4V3p0EFSr35J/dfSKbJL6n2KUJjLa+h7Y+O9HEKPx5ZITkw8jV71cSJLqYiHnFV5KRt73Q+/MaX7Fr2rzeFfnIKnTmu3Yk6l9MP390VTkFFubtFSAeo/nGOGRp431hATJzGRvg2OPCbR9TaP11o9aDJGHdYf95dVvCPnwTOlmLXwGUTnJlX3cyvI6syk98xKwHvhawbq+NsRed0YxnctTAKzfeI8K2g8/qufbRgC2zn24cBy8Q5PZ+r24ZF59McMT26/CGMEP7aXtvs+7tg4wOHMxiGXv7FoLtt0MWmCa6vAJ58/7GEPJb2HyZ5yI3OtGF+WJL6G98cHeCLJg+dkjjepNwCjgae/tZMy5jt8Ec2BTQ/gRbRUeAvDjFnW7iN71+5lk+UsT7YY+wQ4+SpCS7ou1XfucYJQLAeo7jOd4r+i8yYddsOowOz4ClKBJ8+eiXLuGaLjBY+qy9G74kOL02k6vMsTMH/78BYCd/fGL1lT29P8Ei7Wtov6jtnG8MHKWm8Qycsw4gud22//e/c5Sgkt6/e68K0UoYejtpcNTH2niRa/iTWSvJzZZPPW4SwZo/fmHo1nmdtPvaRXqO9ntae8dOPAkfYNxhiytG+S1fVyh7NQezsBbtj/c+EaYfP4Kxsfa6A/q6e/3Z+ltjkL5p+5rEbl+vzkTV4UMvT+HPJnnofvQMCaG7JzOpV6efeGMVwqEfwqcrrxCl7iQ5dvSbdM68/S75zEjI/gIaodlRYgWKBoRu+8zN3NA9rgCenwC0vywUyPyFqCgUGByQ8bZp8UIZXGQwnenfrVpp8awJo4TCQBFMCBP9LuYgAGABS1XabJBkxmghYwS+PzAh7WEQtFynZ766LIyss6R+B4D7Hb9aILHROsNG93QgKXOLoG7AGMf2OoJ83TMxC8ShcxuFFjCPMcw7OzgDjZOJHGMx71lHpP4OcIkTQgwPgDyG3ihw1itt98ZBaiGQ+bVQdQWWg3mbLUWbQVdBfM9QIM6Ax9VXc+aBRjEtH88h5M68l9EcANwt3hAS/+NMkQ3o/xFEt7P3XgPWF+AWZTdB7QH4R2EqCOU/1skF+HwVIz30oa3+pUMpAUat33/8M2d52rHU0nL2Ru5/AdgyP0a6eW6AEoZEVwf4nWak0E5PpDozlat5ZleF3K0Hdyfcij9OGtH6ZEr5OTLeZKQIDEVmtRF1AM4AtAYoHWRgDtzr85kr86wzLUVHnL26HmNY7yIBxuB4sl07oUOsYV0wAEv/6j3hT1WUfS1jxBez506VDMARhafnTAB4W8QWX3/Xv8Ek5PnJULucNBsIJ2v1PfMDRUj7e/by20Ku+Qigu47DAOW0UMxkTrKK/vzmZePNAbwEUEg22LM4p43TsKcSKRyQUiDke5EeczLN9LwDZCMD9dzO/DefDV1j6OUegH04cgPAm5Ee4N8VGayXJNwCmjtL/QWEbkGG48fjvVtwdeYn7fiRI1LuyU4MQNKY15DLyNFPp9r4o6kcR+a9cQQc+acg+OxvndOJRGjH23FEf1/6DPjvXxw43j92TI+zataP8cYIGnrrvgkAJ1CRsecZqaxhLgA6JwPRoeIBPLqeIK6SMpwRO8G2bVsWA67PBBSN2I8aW9PvNYbbKAptF6wdR34F4s3f3zWpZNx2P62fOcPDAW9Xaq8M5DpwD2ONIblnf91Og+Kf09L41kdUAMMvXr9Zs7L77GjTNWT4GjdJp3/rg9F3HGTnRhzDn6OpO0FAZ8noubZbfHputfcI+ISGnVTS+3UrmNDvCZ5kr4subwVwcGkSGn7hJdE8hv5WnbZjgDOwXtyX58q5EmL2XtS10Y1rsDcgj2ER3m/9dVoDDb3exJtfAWDuh4sYu/6WHgOfttwzrb5hCy/jkOrKXPRT8BPtrOIkeBON3vf2+8ERtLgn6AJ+172SPz5ixA72rbTCmDxyrPCK6K73qDJ4nRkJgIrm3ZWBdzCuTnToMwBDk7UBsF0i/zLLN7jxq0rmVEAU7iLQ8fI1FYUYnt3C/uDDeY7tH/HVVMZhvDf+pxIDvnkN/NYjBLp7jTVHsOreiyNrbcSz5tLdQxv0cMsm9qVxmXFinDsdlGhHJGvAftTfVL2zzi9ubfye+zfB4q0itC04x+0gezxnvEGSSbPYziwf+Rx+S2er8PAY0RMY0TNyn2y+HOkDFnWnjg/bpxoZDCEAEF3SNvC7ptZxU3Xq50+yphOsLbdG/xpDxXGS/blKZXXWylFknt4f3TJOEePYsXV0Bmqg/dHRYCH0BA6JxjjdycVbdvCCaXQwu8aXykWSiYON41TE35DKaLgt8r3tD4+/bHav6fccKsz6zG7oZZ74giLwCh12lqezlq3rsXPZH9d8JzCo58uPgLy6sMTILuzj5n9sgrfVqnWEMe60Bx++9HvGwdRVSeChk1T3nD3JGrfjrXXPGe9gOOsHVRQf3b324itfkOdt55z9OnZHVwCFr8KjTevmRdPaxxvlOvPeUWLjgHYL3uwDfsDybbOBdfYqnrfjcHVp2UjnedpbcqAP/tXz3ZFDDnLrxw0KSf7+qhD8FRRHrkEH7HTRgIA44zYPfANy5fxhVBJ0Nyipr7oIoufL7zgj+btlwUlMnT2VxHLNnzVIpVvLhT8qQD/5d+wbOxr7TPNqwch3YxeyD8DP8IUT2r/gTvbeBjPuZOFNfMhaxY9kvrH+nvGDIZQApZTR0RV8rED97k3u33vbvj3LoHfMH95P9ueM7VmYxfhT/DIYgwDC0m/9U+0v8Z6yfyr2McU3lrPmwbz8POcbjDrV5LPxLcwAaRm6Z6aPfWRn0SYmn7mNjeX9/v1P9goy3bb77Ls/K7gHj9sHRKXttBYu/l2dnvWzf+cJgP/qkAMWB5fZFhv6dGIhMgcH/a2nMpAOAOOfBhO3Pg4v3Riou9a9XcHQ/8ajI6c0Xne1Gh4Fv7Y93Qli7YdjnT3n4e/DzpOkRAAW/ezxFn8e+fB9gZ8lx1Gkkxl7BX+NZZH283QH4PkkBuWM9dgSfnYl0TTeZsn5FzqStNrFEfhyTasJUug+ywPs2+/f4zOahA1hA7qrBHPkuI7WKZs0O8ewlFwwrhswcSd6tw4cm76q895EndBYlbrx/9NZy370suvMT9q/ei/JgsMffK5rKAR4E69PhaLiV/hkDl4UvklgS9hTtHgTZLxuZa+jN3pM+MD9mIGUbxCw8TABSK/V5xchoULvAsd2Ip+eKV+TA40TlLurLOM7ePEWOvfI27mmk7I2vhGZLHl/FRjKJpF+G4D52kHhOf23x3a2DUIXuqzRFEnpnknSxG407v/+J4qwLxdj77FK0FfPUwLVy6vac23vhqbBsXskxl1g8CYssf/Qc9j8YM9OPBfN3wSVlU0RLPHvg+PMJbPfFis27gTPNObbfRB/BHYS/ElHhqNktW+8dzKbBMPzWfNfH5nA/vL18//wpfa6w08Zw/givvcQD8Cn0wmVelwXXBBn6AQavZ9jqDr20HuybXVNRgnwBwPNZG1PD2mvLk1yQQlPzVFXjA/sYB4ZWdj+W9P+E5rfdbvJwoA5aycbYDOzDX7tzF8H9DrIF6h3Fs8xrgsAeQ0wLAVwBoAcsHba0iYA9DrP2Iidcaln2iCejQ2glDO/M0zdancAlQnwLbQFzASAbT97AVJNiQI5QYIxlq8oOsZJHngym3EQHQNbSuDbtLT4QBF2pg1tJ1k0M2hliZ1DoMfxTMVnxnNXL0RIZV06kNbGrdfeAvSr3P5akLJZCPxmm8VRfm2kUQh8z78N2FpwY+Db4HZCHIGJaTdlB0a4OzRPdrZ4v5VT8xbPB1Q37RjPXSm3Tj4yiHK2Tf6TIO0KG1qQ2SiwASj6bLY4GReM+aVFnjso7PvybSHYZ4JyRpvorEQKC7AhuOeO0aDpAAAgAElEQVQ5Bii8pHd160wybEU7KgR2n90OjXe8CIoIjjVo4c9uxbZ8iVGWtnI2WmRs2VhYrw2ONJ5F9hFjaB7plpxdrZt5bACLQJK3rff8t6f1SrdmWznEWJV4wHloGjUBQ+8LXx8V0sai/jZdvu8747SdijFOv/Wa9t3a7xhJ5lu3Ni1lOEEhAAD8rqxoXUUCi2kjPjt7YTmrsyIPj1fgrZ0h5j/NTvLaYDN3INNefkV+8jkGyDG4vi84ozzPmP1aAOd9vt4vo3Xb1tGab3XAawDoGVuheVdbvQ7qywH+nBHV9OH36K6AX43eZ68Mz+BoANTEkP+zLRaGF8ZjnFNxwFpPTCCy9SpG1gkyCPzaYTgIRm8qB2evDe9DJls3jQx9Kwp1X/bUthEkSPZWLehaySCtjx3H8yKqVKgMeA182synbf3LRbeuMAkjGvwDpoAfTuBtKgSckIAH6bu+9e6u5zyLAP7osM7SXb23RgT8ynNOtQYA6mOG18HcwUF4m3UlwSif56n61/u4MEyDYAAiZ7Q0fiI4YiOizthqPm6DMXJ59nfrThmogxQPCJwW7FeCitb/O2P5DXRjxPR8yWgmg7cTS9ZRcVfx6d1v5SjG26ygMYuciuILAHEIuU40gjYk1mVtJ6N91l63yHCnJZH2SAKPYrpYC53Z/ORFHb6UbA72U4B+KyWQgW14hG4JZATA/+m0X/wcBkkw/b+d/LP7IeAd/uyElTdABN47yZVP5ZKeiaGrvenzBC2fRy8e/R6n8smkHt3lMU5CnFgIhxzGT2PXHv+bzHl4Vnh4hAQOEe7Lu+JgRydFRuXuYIVbn/vewRjdwrWfafYZmUOQzGuldq0K7HWLdLGZee+uOPYzRi70PNthCz95rE5E+AJaFTiEBje+Wv2LDST+Ad/EARZe8Z74nus94wFN4uPfHOtCQDuYflrwllwyvRXEr2oJfXZh2sthv06Llt8Z2zqmD48fzPKnvdGG77Y0jwPh2HOT5W658TF47L4k53EWt69Fl5jm43Avh38n9VwO9u/errwzPU7md1bL6NWV8cE3ZNaHp/JiniF6owvEXlq2dvKLr0iyMJ0nybATlDqh7j3jLw7NlYM4CQgyufvBJLfY4TcVWO8Zwhr2q0f7rNu2cTuxiXU9+o4OBL+c+nNGpefpPY/vIBUN4P8LY9onsC1swSdUEBIAbBuhcWxsjjFEfVb3zQ/GXMJ5Rxasg6zlcidmvIlI3YUm+3w72/iMY++fsUP0/kok6g5G7B9dT2Uz+0iO9P6evXUCgSMHfD1O5KrsM23rO/P1SRy5Wx+y/0mAaL9A9HCCRhnbjcMZI4EP1ivvm0BpttHowzi4GyvA+9015tgRYx+1Ax7+B6uNO+OMU38TmLgC015z2XBxmsFDMzz7fZhknqmEj8wZfvG8ak2xD2kfivOw6YWvRq/V3td7+yxNPbNbxzMe06wC0G27davjvX6r0F75HZtiWv4WY7EfeAZOdxLc44i//RuN79dJ6dFevjbkDzZx5rnGgcbk9tB1RmNoKxmc66jUNN0+/gZ/te751UHBvDp2eopNIsfhK/wa+pR9AT9cSeLCZhV0anuBud+JGnrRMMwQ9a3wP5j+u67l0bGDngDHdpiIXHv3ZxJYgu9fPWcuHp/lyrfwM/sme7P4uvwTLSvBuQlY3v6c1nGS0bS8BKevH+9ssVNdtvuv21RHjyahfpPwpLvNm1MU0vuofaJ6pta9bWHNl8IUo99Zqsw/viSNMzpjdMgMzrwxrf07QSjy8K6e1zpATzvXJ+jNPPXs3lN6Np3zvF7TmcQ8rDF/1yfBRAH3/zjvky7oxLizh6dSLgHGmwbsG+l6Co3okpM2+lS9j59ber348W0fC88yPtYZfyN0xB/37hmwbAc8WSdsAGSdxm7fzNh35uexr7Q29qNbYG/nzmNbs9cm6EHCHuv36oLwBDov3YEO/3/28fFPncKSJGPgN9d8u7NN66H2m18JE+qGMGvQ/rgNMkU/7bnbSRjfHKDIzE6aF2ue+ADz+fY3uBM7/VdnnJbzV0C/BAf7aUzJE0A2/hnexYZvW1jjfM+rhd+lC7uSnEAx/N1rhfxs/ondNQkn/2sCydqV6AFwrde+zmruDk/SB24VbBwZHukOZZBHXxF/iU9S+1WJAJlJ6xL848KPxFAv+k+CafNr+4s66Qz5Yl75aNHyCZ+j8QyJQnMcQ+s/El3RGaeFsez/T1/rvOFgKK/a93/qSHnjPeYIPj9JUOVX74R41lf/st9s7+MTFc0+OiqZqRNLdH37kJAfWhnNl70qGiue5QSIi572epyEIf3+dlVL947Eu/T8u+DiLvDJvHOdnnwStMsXpGtcQGF7ZxZClJRsO/9FphDfQtZfwea5HxzacgPZzDpAl042xS/dSdD/9rU9+cYQBci/Vhan9GsM0A8gvxH2l7F/ZbSglFqx+102EMehUUGbLOSyR5T0VGcMqIMoMGo7tt+JAyQvYE6Pd79r+xzovW4pPQzT2cVUM3nOlXHVRnJvgrcyt420PvOmN4J+T3VrFHbTzAJiAMi1Xja80xIXp6nfPUCQsy4IOvE+mCjOIq2/Mte3pbfXZtq7xBFSAlRG92mRNIKHw87fCc3G1McnwDfgShmtnOuiShsLUbdK1o6S4NHNN4+sMbTOZhx1NqyfHxzpXflhOounLDAHmE/mIWuudehKLNGg+93budoZufXeiyfK+XyygzW9737OBopQSAWbK9K/ti0E7U4A+7vHrQi0VAZHm1HZykXDSPbbCBpXUu+GamdK78NWtBi08DqgkSm2E/WcIWPh9e8nu5Fr9VwMudA9dIvw2ta2VzDmu4d9IAGdnyjgI6xHcPYZClZSE+BzWyMBwe9/OvPGRuU4pey41T4nIjpvuJwiZRh1de3r6O450GL2gKHJTH3bD6YiEwNIQFC9bxWkDlpoMOqZT6W/nvsG4xqw2wBRwoh4yMGPOyOL/dctbAQsUrX9vci2bGSH3+s1GofIyVK8jSXPfwINnajTMrxBSm9PwFMyzSuSqHeOl5cEGI2oHQrhzbslF63W3v3wZvYyhlThxQjUzxsANr+OQ6/5Ocb3P07QxuNwlDMycytR51xUa+dpW6Vxi9QjX3l3wC2GWMlXBZUdBLmPKLicoqUvAQLhy4y6KxAO6B3aaYGpwHM1ThnDWkN9RtV5mHPOQnWCw+8AcCc+ZTwzDjn1B1fg5NQ3/p3WiA5ExbHawLX55qzFYIh+VgzyEOQN4LMfuL+DAcibzkDnOq2p9ggyizF3K85OjnLljM7eGnnV80D+vYAe44rgFmeT+F2Fj9BjommfNXLR59OvZL2ajiXnCFAtP99VI+38WB6jEjR3NcaKM+jGbFwDvduoy17cSl7RiPW+qlcmgI7jQs8kee/ogQHo8NdN5/+7rUBn/t3h5Bc/mWdGR9hheXg1c35bGzJPtxydVufGCdPa+5VDzMHn9s453X0UAfTmaIGl4xoQ+ixdadaQ4Lpkrk4AWLKoKqhenKq/yQCm6qZbZB08MDivq0eeV4/8J5HwT/1gHvTiBHfpBz1lmtf+z/xoO/c7AJz53vur+TnPL14tw/gNAJ/7nEySBFeSUM48R4bZyVZtUX2vZKRtFCnPzK07Ixl/a7yDM0ML3hqjMec4S75n0LtW5cSsDkXc738L32V80fuSZ53B3RnldHLYUQytRo/n/X+2mG0aY8/YHzC6THs7wZENTmS+VJhkvn/911+n204bsXKMdmuxk2xhGyV4aTsoiFA7A+w48EtXArX8PMeZeNx5wK99ioPjxc7Gs2oFPVVpzT+BLPczbUd8uK7HhWOB96NbOvFJc/eZ1g2LPjqSvKjn3RXOCQDH2Td77HvIWQsHtDPadiR3wtMv+15jpJJWY/Ij6ngkOrtQQXkqUAms29EpZ1i6fIAN2Af6jCOG3gCwqXl0/CYIvfgqeya8twnnk2g4OMc09/P0/znqQ38vVhAtSExrvkCvgBGQYRx11ePMWBJocrLMMMiFD4zzv3eNLKGSynhruqToO9E965VkmLxn/p0AcNukS6sNdIFn0JGijyvUi6/gCSqvD09f+2sdXR3E3/Xe88WhXeNzZMTBny0ExVLCqz6e4fNDfPaaxzS+kPgo4sjD/mOM53zZCRJdvhE9VzZ1E3/Wp+3G3CP/R3jhyNeyeTSWDu7rug4A44PQHkJ+k6D9n//5z4ORRLu3tfUv+zxJL3nWrxa23kuzn9tnYb/AFDj8YQfJnisno+73eOZs73/+Z/w/8HMnuPcZtJEvaytAP8sfPX9aHpJ0wprjX8oeQf5Oour3N/SP0zyBM7NgzZV1hwe7SvLCZzB8+an6vTiou6Nb9kH22JWYOvzZSQi/zoht3u5uM40bmj9/6R3zX1UYms9mgfvolMa83lvilSeYLPptpXko137Qvu+1pUX3tVPDU/ws/p4jYnT038dMf57vvDiARFD2RvN31uULAP9nEhD4kZ+k2/q6Am6+bAyKfDDtjo4bH9/w2eVT4dizUOT4Ggjq+eNqvdkBhIMZbMfUT5392R97bh/perx9JnafER3bI0f6EACOPor/9dqPQzPdf7cg1dhXcEsvCl+Ce0+XHPs+Pjz1BThDt2s2TjKgklzfNw5JpdnEBWy/3Z1A9dy3o4Ie/7bIh4djE29iVYKasePbd/EGgNNafe2gxjXGLU8AuI+A/DVn+JAuJKzdaeE/NqkTCGZBpY7By7l+9LMx9HSJKPuYuZKkhx3Wfgc6n/i5Iwv07BxbE+6ievq4eUtuI1uTDJMjm8zps8ZvAPg/VOEtHv0uW5zwZ4Dv5WsqiBkDMjm+a3WLkP9rMRz3Z87xTxEA5rvLDzg8znfxkd2FaO+Y+u/QAZ9c8/dilbOfp6AufIHPNfdjl7StcsZUScJO7PD94o9/BIv+SMRi7xD4pJjwDUaGn5WQLkIsn/9dInsHgM17wv/eR5E/fs90wGVvONFWOHXsUyrpwZuMlTOuD329dukg1usTXttuatd32s8tSOZLkuEbx2DnJQmmgOizx5qn+l0a94vPnXx/CsUiX/C5dhHm3/HU8YnogrHHo3ukf4VXS0eK/+e4i5snf8jb7yPIghhefBSb7sKIoyd6XRsPotc9zKbddD7pBHgHgHPhbpDOBGtGNyAfgLktViqAOi0yUZjNHCdL8nsgGbN69mtMPHrIr6cl4euADfHTVnXPSsyIcaj+9xdM+1m5+QDDBOBkYGwA2JtZwV5vwNtxc53Ha6SU9yKk5KRjUdvRwIbztQ+nAXb1cTOkAgC0YARknlsvwZBPr7ZpAgBktFdlEAzVwIwKDQyDVsquiNEZILff0czvsxonY/7aJJ7kZjpBHwx4tzOddaDVYiUbei0suIa2Ug7wZme7wTN9ZmS3AOqARBZpK97dJqcE5W48AggB4K/wP0q2KlQA4IBcvaodKPYnz6IDAqHb0kaKccEQAWyv6ydcu42Iaf3RV/yN0wH6N4hpNnsNf33XWc76+wZ01dMeAaIOAZMEoSHAJz57BgN4MuR4NyDkVBzNorVjrA24pc+05jKQ2Qqr0HZnZmE4tNXnkT1B3lRqnLHMhXbUxy995kOGca+LeA7AlWdMlYi9n9kQOP5x7pHJR2uiPlMjwXs/Jtm8cn6Mg5NnwTv6l8xXaN1n+L33ke3XWYi7BkO/Fdl2shBIYi243rL1m54UBs4l+Ldll37/1zenX5lxPQ8Cscex+zj33n0Twm7AkQzH5ufLMfER6M3mjRGcdf4zaUIgYB0tdnAK/JWQOwHgqaBswMj+c9BR7fowWGb/vi31o5gnJXACz177YWSqv15jsYF8d0BYfl6A13uif/c+H33ZIIz3o1sBcGfdHgAr+qjFPEH/c4bJGBkkrrRj5hhxFdTrwHo7TtBLcuhTadzrjfxqHvqV+djjR3aThcfzOOMEYExm++H/sN9JfNPn3Sor78jV3VUgRxHE6d+JXN5D37VOHHoMs5ZdSSKY6pkUNGQrDL5ibs60HsyJOyLZiwHa2c9rrIYHUt16fpyIcu2ocw9nTVvn+v25rtvgk6XZ6+FrPhrIsIwsXt47eoDkMhuKnGFzB9jejhl3VuQGNEybxxka58ZnPDE3n9WyLYZ77e7Zh94HOFs2350gTMdxEub3Cbg4+WY7tvi5g28O7VzV9wW6HMUN7r4wk/bXtNpjXd4qBcuoWcM3G1qv7AzZxgt7Fs04qe3E2mx2jpgI5hqMNPqNRD2C/UdGjZF9zgm0Iq7oQmVW/0mrLJrfNUajxz8JbG3IdCWZ75kAyK8KjSSBTAav+bXOghWWKycjekzz0RzEM3FUD9Yd/oGP/wgAF/MIt0Vf/fPwY8Ya3dMBPm4DR+IQeSuc/EylTHwk7ZZtbfzBy40BHQAuh7735LTIbv12HATfuO2oPhUuOX5FP69Nlqr9BRGWd99+6Mp11lpykEAJukYJE56L13nPPBR+pxtKkfXCZq74taG9MgzcggzEvlgab0C7nytHWAdy70rQ3wkN5s9v6h14M/2fgNquye8jHlreM6amM/KF5bgctKNHlW3+aaTjHNhzKvPE1/mTNZkkB++P20HUFSTtcErlntnw/DBfbNbXSdNn5WbdNwj+tsntAHDbajitoCWJRHYg/mgHTaciD5KjhEShqgK2yfSc4fd2x2o+YJ/pkTn/NR3QvM//mcBer3/r0uC2GCbg/4Ojv5u6ktbrNU7Ttk/l4I78iCBqG1Pr8o8JWp71sDxOglU7AVvHdKC3nW7RRz8cVOalWvvxhUR25bvI/z3TmT2JDMkaZlx9XdtPdGjwnqSi2xhHbRSTTPmrWgPdxDv6XwdSKnB09HYlfmZvbQK2JPZr77dd0cn0JNRhD58EFfwy4/84/hbhBpIdtS9Ad0fPhLfBcOkENomhtQiqbOaZFAoQcN6Vun8D47fs1vq9AeDm0fazWB9XAlTbLuZf4809KzkJacs4YFrRV2u6yaBjd5WvB714cKywdOmjrazKvfDhL//Ui02bbzPu4u35lUQqHPjaG+CyxrMvrbFhkWOSD90aPlixlAXvLj/e2kDBUvhjkIfIXAIpGkMHmd0J7Ztk4xD4965GDd26Qt8433bsVpO+vqVfc9ZnHE3A91qjzD/JP2DK7l7VHYLOmd4TwLzw+/fQXwmcR64Nzkb+vvoownP8A9MJJoUIoz+/iZ/W2H7IYPppBdpzbp3A56/+f3XXL92ue+O3RoZmfKETR+qoBXOyl96EDHitW9t66IO/k8gQuus9wvesA3v3BHpqgtgX7Ct91Tapg3SDQfRdJ/6ftX+CNkvPKMyzT4Yw+vskys1nBOQ3gLmYpvn5rEH7V0zbarkuP3UVCCELswYVRB59w/FHmXsKFKRLGDeJimuT5ijEDQBjkGr/BuOK9qeCfxI3r+dN4ZlxjAOy2f/Ig6WzF/mSe8PeV4JHt9CGhp0kQhe8ThJ521S/e91/l32n/SM7Xz9vbK9tlMZF0pEqoBBPd8VwnrGJBZ5Td1AUjpoAMM/r4LOTYWUrDSaBJv/6khxWD4memyDH/JRw39gqScixAY+v9nuwMRXNQ0aMs6ewnYK79mjMPFfrtY4W0aY7dXGveVH0/fSBk24OLlhbWc8/xSKlu/CDvfxybA3xspI3vh8l2W2RVejMEZ0pyBn7vzrZHf07weTgYTqXxe+B76H96GaZ2uexaYV3M/hUwut3fP1th54V8i9XwVM9t32a6TKSyuWjM41zvsSaCfTHhkix1JMfePHPH3jCsll8NnLMg0LHxS7IfDdW8QuTgPE7gaV1hp4h2tpGrmRjmxTDh3mP6Lj2J/sCrJY9MJi+8TOffcGR4IkB8yKGCWJjAOLnJZ2RucA9lcH6SYbmOuZ6I+47tsWQPltGC+XuFoF5/1//UkvctKbWT7c2XmLczgraTfz315bt9L+e6RjAP46pBGqm3ZoJupuVrOAGswhKzr+hikGbZM+cCCMzxs4w7mc2wEKxrGGWliGtsLrK6W6xGGdvB4/lJHA15Jxh9WYRvq2YOsOGiruT8fy1aHkZLuvzVd5OC7D3wPF2FsGcKFLxF4F6zngWWF4ATLVL+FMAYc9qDXN2ltFxmkhiV+WteW+ykhzM/dZZAD8AobKUxI+0qx1nbjtR8pyMJfwcRdyK/1VgyWqfLByE9fdvZy7rWRHqm91EO5OuxNB1XSUVAyABwlfBZp8MeBy+vzLER9FihHXriKZpn+HjYH5ltUQeTAuOjxQ4ipAlCCGMOJ9/W1ky3ZrEoPMJTN7VHqEN5x342cpemptQcjgDzKefEP4/qgoYnvL7vhtXXu0Z2q98IwCMUxM+hb+18jof+v8qgILTpLKrAQX66q2kFT3EFwjzLE+Yo4NU5q/H8CT7kgAAAYQjY6bNYI8J/v+V7fRm0Gu+gP2MayoZxpAYVjK/olhwoP3KBE07oLRpdBKJ2qjTksP7LWdgP/m0ayAMTVFyb5t7AuxQ8M0gpJpMpHwz5DKXUeR26gVsSy5QCbYGZoDZUabTolcunJbNBvlf0pF+cqZl5LFlnYDVeHT7TOS3BVoDBtGHM9/0nm5Hbr1hS2FbtVKp55pkDCnvhcyWtnRnHt8XrCUyKMZKhNzVgvIAts3M33OHxgiY+7rV30lGOC2UcjQBfKO1h5+Pvvzom44HC9bfjEZzpyozvA9vDzzriPyOvIiBhjyyvPqwJ4EfyTay41ivYyiPQ/XNaoU+cWjFqa4xC3d4vebMNORLvpMSGfArI2PWB7mpZ55WbmsDWP6twTOYazJpvcfLoPJ+MAi+DRYSU8z536DaAYCsYzzhpQkERdU5g1LOx+YfEsPshFILHzknv/8dh45uHQP4V8If70sAKi3J9dMJaV7ry6lQlk9Y+/A4Dn7tK8l/j3UCwFzXzg1oN4/xPzirutKDM0D5Xv+23jztBD8+T5BfY5qzyme4zu7+Jkp70K7iw4Ha50ZFbsWB1j9rPC0d3kA7QVMwqoI42f+Z32KpxUdvh43IqcUvL6Yn+Ac/UIGov/UslqwrMnseex7wTpA9mzW/1xa8ioOM/cUaHuf84D/pvA6GtKywvJsqAfG2HET6+5YBz/uFJ0jQKMsxcuULDrlyQoGh1edgQoKbiw3Skpr5XoksJ0FksqlVATfJTMhy9oR59aSJZG0lFxXI7qQ68MaRu6PrbhmZvYdj8tfeOEdYTKA9MjpnBPY+zH6OHNyKCeGxPUOzA8BUjLG/Wn8xDs5/TsBmz8s0Lc4mCV3z2dLYe6n0kwIft1NmE3Z4H/d0ZUfjBDqUoH5e+YpMDlaXLTAdE44TZeST8O835rfKsBNAwZHgCck2O4pO0C5B+HZovMEPjc+Ob+kFElZks3/jcceAsVcJoHbFIPu2nSoOlBgDVQLcOLHDC5yHvOd8Sw6xVOIROox0gkM7OQzxrduyfpzz2fpV7/oVAD7JHt990TMfRZ2YtPgGWX/JA71yriFxkU4gJwCsFn6ffDGvPAkAopE7J1Wi+eu06yOATKtJhmr7WPhR427nahK6Fdisis3C542ZOmGtcR5rubx0n4tI4LGTOpD98JfWYx24sYNOFwDhyklic4Bj+P3Yk+YNVW0jX7U4VA1pMtOetQLAsf/WqXcSl8tJHDoWNvjudyLZ+PhfB9rq9zsA/FblI7PNZ3NOduRkzgoH33UAuPE68qTtd+gTHB9+PA7u73da0b9VM8EJW+GGPoj8NGGDcwenNVbrDguWj5LRg5FIQAWHZv+OXW7+uu0HsO6RC3/4MForcZXemYQsBQwPHvT+nKqcKSgES4Z24xcypsLJvx0RkCdvhStz+DsnqQKdki3MpSuDde/xT36/k0AIfVbf7NzCE7e/p48KmuU5GBnM5yfIdnSwdLD9dHPolo3Nh34Xibdl33TVVqrBgw+Qb21/S26xh/WsDsi0DWVajG5o2WzZ+T1fsrsD1eYt5cN9EyYQ1VXGzLGP+NBUPB8CwJNUkjUc3lCidQdg5lr8IFcHiJE/vT8IXor3KIwJ6YNfjr6fhCXhjE5m1pXgpZennMaIr+MEgKYT3WAg+Iyd0RXofRwPx/AkKB1+wrb3eEfmoZ8tVybogP5o/pUe7mQc1lPzA9u89t+b6NC6QLhOP29CNGvVR3iZFybogyxDV/QxLh2wZEfd1avj7/BLcsWLH9m/xlvfArW+2ArN3NyJXqapcWzwqV9h+znCKDuSpIAbs2ckwRTIcen9JHVK/0z3tzFxHOT/8Sx9fbqYTALbm8AdXZqE0PDqJLfWkZDWdYWXoLXnUdisW6qLv7DloD00CK32SDHRAdppDOqcZ5eGZfOf8aMDy4fGb+dWU3aKJlpXZbyry3/5p0Rjqc5gQnTiziA6a30lFKsfzDlJkB7D96DTYfF7rirgSchYW2RbCodn/gxWhja3Pyzz2M4zurcTbHlPcIfm8XU7GD3S+hj589IpGPFO/COpmHHqXvs1v/EpAIyPizO/8W+ANx3X+NblJB7oHaZzfJvG7rNXLCcnANw+KiegDM+RcND2a9Ze+0o0W1stY27fXwLqHT8wfw7ONI+b9277J8nz8qeplfSfAWD8+WAgXZfnhofOWKdokMQw7++x13zd+IN5HoHxJDrnWdB7uwxt8Jn1T1Lu8pVlWCVY8P6Ne9yFEOBrJyAMplw8MfJyEllMMwLA12Rn/7SC6wBJvo5i1GD7XMrbQb0EPIp1jATtHE/U2e3ZoLew33s5++2cMfFNgMVHQMAsCCYJs1Tu5Qw0NrCdaaPEr8wfBwDiMNUPhgHZ5AQa2pHF7xGe0+Lq+10OUZyZWfjJbJjfh7zLYDaEJqA52UJnEypjdoInb2ZyDKBsSs9vAhhZgxhXb4DXQEeVMN/buf846AVSTrYp4O3rYz+HS7+V1JrAm2X0Vm0BAk0H915PS7F1Ri1gFo+sQFHp+2fgekxRwF3JgYPxzWjMmLYi2TxlQVt4KdAAACAASURBVCYG4zzpCDEHHaq1XhscZI+h1DL+rCU/CK7LOVSLK/57W/CEbwEU49w17+nsyzhizH8pzB8eCU9qzu3g7DPFEFShYXgpjouA8zjBS1mNg7H5Gd6XDLRCl0JRJpB3acZA21S+P8r3+w4B/1bDsaZue/kAEOhx/XuSTTajjvns/pwq6W8eGM3hxcikdVLQjkKtapRNLyWvFjsEZzZAQhY7tO4zvJJQgiGSdTmGoAJQNoK2Rdkp9BzDFaMJRW3+0x79Gwf3ARwK8E9Qt1vRogCyh7O2e88tUzsQYDEx9D1GmDdjGE+0TOZRHISSn1L27bjJ5IdR/bu2UVoGrbEVGkne7rnxCgptkK3PeGtDOAZrzoCK4zT7oo1VDEISfeAfZMhpF6Q5yeE3APUPgNnoVHtm5KjmZ4PXiUELQuP8i7xlDTCohxRTJSK+ko7M+xOoFIApZ710xbcn5Ii2E0LygoCd5PqMmXbmdoBNxZRkaZJVMmYCIdazo+MiI2PA2HAwSBx9rXFNsDLrtPy7axi5aZr5wwA0nA444Pz8CWS89E3wKkDuVIIJgJhv9V2c+HE+TMbyyNjL4KRqwjItc7bzYQypy2FcQZXmRzDICTBOlqfomwo9JThtZu1xhnuvxzlJZWCDubeiGvnxVri1Qa1556iG1QcGbKKV1yL7i717OZVOBwsjmz+cm3/X3u44mKQThkbJ9ow+7ABODJsxnEph0YnE+837IjoV3gJIs5/ZOtA1tIlsQBb5s5GDGs9rIO6ZsLnP/Hr27e1574Ca5zC4zHJkMj7Puwdow/9oXOlhHi8aqBIhgYNti8saE+zGKYsMtq525WmqHDHG0N9HfpeBxPnKq7uSbfqIqNBuKrt/0dWV23O0ifZZB+IddNCe9OdbPUiGe+Oe973sJdYAh8fRP7QudFIcWGtlp9lo5ElXyEMzntvyB0PavGKcvUZ61iNOww1KpWMJ8iBB6HVY6B3hL+RtaJBqvWDCzpYH7h3Dbs5MJ5jHmOF7vVeVt+HplWfNf57H2Vurt99k0eX1JHC+ASQCrJ7rc2a45dUkuJz1Qp+YPlmXdTCN3TOVDu1Y2zXLXgtPzm750Zqs+aSDuvC+7JVgxWAMeHgDmeNMq+AtezZtxzIOsvQzpszyl37vPbmZ9mnP23i+A1Y8k+dlubJvkkCUCv4kea0MP5Vj0yYVOwx74zi5Z8xrZw7GH77opEkwOoG0P9ZzxhT+3Rb0XHfmohlMAsN2END1rP3dipGzadm3rEHT5nXgZ7+O46a6S5z9OA6RTgTC9u2q3tbn6AkwXDqCUUG+DhA/U1jc+2E6v4zrlr1FwM6rOfvznEFuh+/qf/g1MnGS0fz8cQR/n1E19gba9XwCP70OOOzB4OnisUECcBzYikSM1pl0WwAv6vm/KrBXB98JPH9i5sgp9N7dkju+k/avXEnkAf9H3raNCkZ/k7RDj9xDwqsDFJ/YFPcQ4OkjDHRHzpKOrLfsq8rCVPLpsdqonfSx9kPWPIFVzrIHLyOnOGZpOz7RxjajPtWS1jvxtN9BuNE9JdtOYvPY5qnsiZ4B30Umlv049jf2dVe/ssck/4Dmocl2d2l8iu3OepwAILrY/LcB+7N/tRblgNQzSWALfkjljtYwOPTPCm32cfg3Qhp8pyMKwOQkdXRA3Tw3CQLsIbo4oafBUY1VgkWzT49NbB/gdvI6cn38Ed05q31g+FKwQ9tH6BlJ1pTC6/nCQwRVW3+zbt4JZUqTjBo8niAA/IPPLEGC+PDO/IytQLCzw2bfNq4QvbCHg/1zjywpWvWzF5JwVravbQLxdxJDmb/n8OGPN4BoMTmYT7ToLggEK5qGJ4GycaJ12wRdq62s7nMiU7Vu7YQHeP0NEL6JHb+qJD0mgB+MN//eQewxi4cPkuz+9zyhRxw++3FEEP5H46sJfFFAEjq13RPb0LQ/eHLscydMUe0bnW77ZWxK8Eo6900y1Nh/fGc/ge4bvx8B8rbzoIXG0EUwJG5DusZffMY+aXtb3/3qQEPraOuLp/rY+6N8D52Qa1ny+eKznrTyJTg3fuVxbdhWBHuNPRzajv4bO6r5NToxM2p+8T789JASIo7cmIkf/7b9L0mOaxps0UswBz5HaHPFLCrBhyOjxBPYy8HtmdcfRzU89r6e33jltVeQ3y3rwIXYZSKFZZJ97pnw3Tkxf8v/4jNa1ZlD+F/0G/qEjjwJbrn/ffFIcERaGXfVJ77V8H+62CCqc31sELBYaKCWy8H3sp/g6xe/em6GgRukZJQdp2HP4pcOHdc/jz2QtUqSZPhpO168VGBdt3hu8V26biQh08+pdRBZnXz++cGR60rioyU4/g2HRcqeanpje3E+uWngPRT8QPJ6aJk0FxKQ5MfGVjds9Hhu2cEzMvYOAGcfd4FI9llsMM37T/v4PkJqcX7sV3B9nhuf5BuD1ORafqFjtosLAePMn+5GLp60bMJPFjptnPA+Oq19ba+9Bc96L48/S2OO/EVG7ZqNyE5c9kAC2dmJicZXki/+7XNIn0uOE0VM/QEDhN9rgLXQ0kP+67+ShSKBtWe0Biy2AtHvDVIaPDUA60UQM3IItA0UDXocoF6YyrDtM2ABJGSWaHwGA+NAZtbv3KLglnFOu4Nq2ciG7GCWiWllEccEiwUjH6D2vf+9j2t47lE6Ug7jVEPJ5T25sgO4zgoaUPEGgPt9ojmt4QgQ49To99thYcW6WSUANAHSDZZuBtklAGaMUrzHOBawscJLRBdgl8yjdeRa4HwKwqDlC2AQAF7nSkba48GBHLqnhUbzGkA6PDDMr/f0+OxAWIWcTTaZUVXF2IBD++hXAFj83K3OdpfdgN8TGUHYgaR2nCEIDQwHMMiA7Gz/VgoXGPno2Ot6aNIBPK+1zspdS2QNyDiNln/D3ygTuVr6R89p+fA60D3dMboy/uyZWn7/jeLk+rPnLAHiiAvQWAdiaJwMGqoMNmso66HhKhPIlcxWWnkylfINcE52JlPU6wjYVlbPEcyulv2eOxWfHvtI17uV1hG5BpAEd1bAbwCIgLe+42xoA51BeclwKr4wz2bA3d5C9CWw8AaA44DKPW8AWBmMps9lia/cjQyWGN4MWtZP79PYCABnP+1ZQS1/Osgap8g4aXSP77vYzH+8zoGrMmEyVMWLCcBsZlWD8mtfnnX2hA545s04yFpB+zvvn/zrOT0OdpxNHaz3+oyBfbVP1RrI0fX9r2UAhhljUeAzLY1iKLxOts6E7qoj6GbsZPCwIKyDKYfaBdQAQw1IXhnLfcfpNR/8sW8Owswe7Oxn+CQJEgFSyLR2lua6qayaIKQ+O3OLfy68MsEP/S7Ayz4XrWU0EHzA0abrqCjiWs5s8TvuuOMhl7/7/hMPUE3J9UmmQf7BbAm+LlDLoy5DaxyFfwQALPRXhu17kuT2BuutP+ZzsEqMt+xT0eJkb9qRUQ4HZzxqYENPA2gGng/BTtAyHxIgHiNlEjn8VeeQFD05AwmjghZTnDmDQWIaTTJG82H0cx7eBtxLV7LwoT003zN8wzfwC+MhqH2MmVn9xrPiU+RAnBQ5ikM/JAZ4vYrGtHeHmf5X51QlobAf4T3JhXaMMZ9+n4xwzp7MmHhr/rUuGiMBfW1ZqqCisWY2Fg5qP2Mc2OCVODgWr/LczHnbMncVRI8iGDOfdFV0t07VuAlmWQ5PcIBkQda8A9s4WcDZvJ+uK4zBc5zONuhoKtQJnncVEIF1ZVcfu2fW9zofaBasjd3flcmLH0SGGJMre2I8E+ze9imsFxn+b1XUOYLieyZYGF2Kw7F5ux2T7JGD15/WlTiOXl4OftGRL4u9edZbiRE+KceKMJIc17I7ymHxH18AIQZwGb83G1/8h9PZcvCpLDj6QAbyDWmPjly9V/ahacgANrkruIkq2w0SH5k3mB/Mx7DbqRre3bm9GIDvvQ/HYStZpqpUaHoqK6gYqsmBg7DZ5bA5HVS+99K6sOUBe1/4wo6yaUENL2s+LUuwS5hfJwh5/MfhJefEBPhmzgz11RO0SPzfWrjh9LzWrLp4oIex3xiHg2iS17IVLLs2wNysBXx5x9i44FcA2LKs5um5fe9xEqDlXPbxBqzTuvMsm/T1Jzq78lbjfenauuhyqunZX+DU/gJNfto5ys7m2Ko3AHzWruj34vG2vwmcMwbhpq2w2M409u2oQ5mS9R2YGl0x+08t6+noJBpcrfCsl9fBRaW5qktFwgTPdsXWt7XYDL627B27H11J4vxpJz/+HyewU8U/fGqJNnrq0F1yyfydMVi+Mq85AiS8UPJm9JcfV3i1eRnnbPsp2r/SuLH59dfvl8/EdmR4X5MBGxEw5H4CKbqWgoDFCglAkfDq4J+CD8YLeYLoQwCYbmJgIPuvvv/F8Z72h6fSseRg8/byZhy41i/Tqakdt3T0iv9vkkfL+It/aBJwse3H9rnPWo9MOIUuu6yHxMi8JMYlge911nLxr32kSsWmL7xLUghy99Kl43zvdYb/k4Q9Lfg19vEdgLN9z0ffX2e1H/k22N98qQDGaXEOf8cP4Ud9Y0nhh+TWJiW89kuSomOr6KftlZAuvrjT5fCPALD4ZYErdkF3g1ICzas3z36xvy82ApVti9uGYX9snDeRFL4+ybSiwQnA3BkMi1VjF3Vb1fhDphPDHA0DX3YVMphA/4J3g9XH1nrsXuwXEkyhB50be/2RL8bCrKfWsYIbwXIEUaKzu/Oa9gb+rvhGbkD1v+mOteM2QPsrANzLYpmjc0y/gbWfqu11XS99QlJId7iBnsQZ/gisjxGDHYq/Okmjq8/M+9/DkEEKcLb9c2P3O3HE9uLo1wjKJAjJE46dAn6+sCu+7EmEQNezxpat4/tDTsPrb8ee7lRwfNryFzgQvUHG7PFZgUtG/tgs30ckHhjT4/v9fA1tl3Jn+4kaS5mFrE+Ch9snfuz2OpZGz7v29o8K1V4P3o+/MvyRhKGOnyD70VkEc7sa9FcAmDhVVM46O7TfDn2UuPYY4oces4VYz95vJ+5SHTT9lvLh4MPH57i6QWeO1xFJ2udqOV8/eWf2jp9jWZAk5+5Am6Kh9SH9SwHg8dN3J7rw99o13QlH9AXrRdfkWv8z+9t64eP37LPRW9/vb/fZN8EzfCtC3mcUx4ed/cZ4t+I9mIZEfyMj9IWeN3L+tUXOsQdf/CUyLVXI8UuFmd8ko8aCyI2WhxrmrWO0J7M/+webBb9yvtM14bte3xMAbpCBEI3jaqP2f+f0PIek6+FfFZho/KudAIt4j5ZABRm2CyIQOlz/Avp+zsnw8cHwXcERpwNCFEc5Do9fBhyZUcsw+yaEQYNLXzcP4l0Nzvo5dgTSYqImtAudwAABCzLBWVQwKwYAGTb5N+PEUEp7V3bRMoAcVOIZV1YP0Oj3o8RgLIzj3mAng+/bOK+xieHTATYoSGCxA39UeLNGHcwGwOn+bscIL9nY+3iuFUO3+O55JfPlm/gkEGQDZvN0FcnhN4zzOew8DuCtnooSipFD4Ix7u/o3Y10esnL+EdCCNrqyW9dl7nUusPdlHGLLD2SHbDAQwZM3d0tYrRADiFDQmDoA/CYHRNDNtU5KSDXU+6OPOnPQc5noLuvLmsDnnt9U+P3xwOeDflbGnTHYiJBRMgERJSejpNe5KcJ7wQwY7Wv5/qSVWRtphwdK8Xagpqeu6VFB1WfDIS/P99+zuqrxdyv6bWXBO44BOs4azidxcsKnu8ngOg7VqXQ7Ad8yntv4YY5R8JNpa+MtAX+AbAh8G1ov/7Sc4rkoNMBtHI5bERfe2CANzs/XYPM6/9gvHlYFjgDypvcJAEeWAkD0nYID3Zr30EGxuHLYwD+WY88YMMYPn0jrDM06w1/fL5hYZr6MjMfYynx3b73HKnjelj0BMhiS6HCy9P2cMQwsj4TZDpjasfwd/87G8hql1fO02BmjQ++W/uiWon8XzNm35bdXPyZw3kbnADxkTunX6/5qK93OWvZOjIVbd8Creo7B5lNJAV9haMC355niW2XiPUHW5lHp3jbuRffwZRZgkxd+R5JffEFl198Zz72vCVzTbr0dC2A6aNV7RszROMN0s1zOpnACudlyeW/lgpL/srapaE/yGDQ+7/sR9NVVrUlYs4PNRn5xRlSvv48l+Bg7e270gJ6n1qMEMK0k82LompGKN+IYe51prdteY4v7XgfDPjP7gg4CF7Z6EvrQ35or8pr5v+0AkSPJqCVBLk6klVs5MoSMcI2JuYAV9a4EOwdrS0qMIxp+uFpjmm5y+iS7mARDEgHpAPS2yN7WTgng8kwbUXJ22MFB5UgSupoPMODCexsEsTyaNqidaGLj3Pg/+6wxUwIceTqyG9m5BlPa2coxLRqTYANuab7r9mkiY/B0qvm2Oil2iOkt/VoYR+9WBdTR8VO17PWyvtpWp/DVLV/y6Zthr89yTMRWp3bFF7r4OnvT+yCGsX6wDzzfcbg4gKMWZsae0x3DjLq4Ej6/ztrW3rWjdbvXsN+arsJtVN+FzosLsC/orGSHpp0QFViNTX0SOtsmYR5/GwAee4vK5OyZlRWN9bQGYONOjOw9rnEkCz/8ZqwJrjCJI/FC29tx3o42kiI3KLv011NefSeHS1ezZt4TFNGcqgPCqWScPadndRVPOxLNZ4Nx01Ur72m7OvPcAK4nPuuYseYZ2+Ep4wmt825ojgziPp7lv4151QUAu2WDMdyXdphD+5Eb6PI8I3IGOXts6AkEWt9/tkFjxNf3gdxeGmRsL+aX3lneaPtp+LccqQQ7Ld0nWYgEaE9nhCP8B+30b7BT+OPVZ8yZBcF3AL7XGbkJdofS9udoXez4DZ/hEzJt7BNK4PIEVo2zBtsULpUKJon1//z3X5MUFzuNcefIi398dvyMYcZBANgXSp599js+BdGZsxmxbbOX/s8nV7dTi3lwINbFA6ZTeIAOPNYf4/x8fQ3woN5BJzo/e+SUfu8OWs2zJ1letBiez5mAuer8K9nisaaScNcy11z8Pe0k/7/i7TP+33DzdNZAZsXXkaS/DryH7glWODg82NmjloPYSSGZmPj46OSRm8cWVEeLSSZrWrGfFCR+g/jB8Zvw9CZOZz3Cg2fPnfNQMyY6TpzKx7IvVl5X28axHd4ELjqhYU+xN0UfWgu3Qxn+aF2SxR8MVl+Y7795dgeh1TsbIIRuGncn+XbyQLBHjsHijG3p9/cIsvDhoi90MXzX8ofns/+99krMOrh/EncPvZOQHx2QohbvWa9TZgGGYk74Bbojo/bF61/h/ox/n3Wwn/FJ5tbVzLyT/bsVXeH7tR2WJnn6dP+aJJBdA/DffT3nXfZaZd2/BIo5m/z1vWNX9170Ld6PGxglWKvvklx8Hyni0X78+NdfX0Kozmr9qmFb5lwBYK9VhAwJRafa7ztq4OIDvy98TnBQep0As8ej41BGV4jf+HlxmddhMGbWBB2SO0TNTiygmnBlTI7y4xg8gqSSTVT/8u7bDk4iKzIVPuiiicgbbKTgG/0QWHl9GJfN/q1vWtzv/u6933Yfeimdm2Di8atfx2b9f/OTwif4h7FBPPYqtnIqTOG/Q6fvhjc4pe80f2xN8ZUhSe25v094q7a2gxulU/63AHD4fXU38se6XGf4Kqnls3MdDJeOEsY+wbXMJHh2k30Itr4Jin7XYAGtqQPxU1jxxmqCDbfojWMRE9C8WzBnDMHg6y/1p/47/rQ7wfDv/DusTfMfn52jUxTaqAsb39KCupPXPBLLh3Qqs7/me4A7OQ7tvQema9BQ1fOn0El7iiPLthNK7JuuUGY9GR/01uexm7UGwQsuyujOE+OXfRNkmCp7hqQsaOhuYarE9fqm8I8Et8azvp8jYedmwbSE6RLw5tiKxteRb+kgZrt4sHyweEYnPw17KcnVGQdJHGccc0QrvNh+cebJfukEzdC1gsnnGMO7ej12SHC98OvxTaoFNIr8IrAmZwNgA8BMamY2Cj2KIAZEBIRa9YhxyKhp5u2sUy92Ve5gZDIpHFfOHBN4MDMm85ix6VqEks/6nAwEsh9QRCxSV0plAxQAMyLZFjUAqwtYlOHrBf4mClj235fTcY3c0GzaCWnM30O7RQzPeas6YQjGSvaRaf0Y0MoWosRb1zu7tloJewy1wZ0R5c1FplGMezH9KrcpcdetJsQgNl01llUrdbIllAEfJxZOgW13a+PWBlAUQxuvVCA0zTOWiI43UJhzkzLGdvC8jqkYbjFcOwBsAS1FMWDlBAa9lreBSEvXVvTdbrPL88mGQfk680mGnXh39lRnbhjg27jKJj38UBnhV/sPZ9ZG4gu3AVZacXcGGfRrh5PZgUDT9wAL0CcAxtrIQD9gVkLm6XnvQc/PX9/ZVx7XZI7FMXcHGMPXGJm/kyI6CKbrfznlO2hoHlBW6bemdwB4HGeWDatw44juc2/uFnAZYyYFSKPyAUOSKqdfAeBkuCa/Fcdct9B2C6ODCueszT/eWU6zCXa0QU4AWOsa5bJzYL8suG0DeB2Uq7jYZxvgYXwkYvxqWUjwIDJ/dUGcHZMBbiLGgKeCHoOQ1kl9BlwH6eBTA84nEMxxXA3GLVPmPeabK0CSSiS6B1wGiRJD7DBF1t0y58+K+zrTFz3wvdxjeVq8dWbZy1OiOvsWnu+/TwD5E0jwXbeSjW6LZH67JHQg7HeGWfhb/AtAbhojk6DT0Z8jMwkAt05+6X0q0L574Pmc5R0nOPtM72pn3GucHAf1OHVG3Jw9ZINmBg+NAZpdzdhVo90SLXwWOez1Yi0zQjPwcXIN6Gv8oqsILrUTjGuQ0Vcgz7oNfmNG+bedWVp36S/GyJUbSD5DdIWFxv/Pf/6TYR8H7p2dGl73u77/Xgc84J934bwMTanQ41x3jS+z/lcdQaBndlV1B6qTdJJAuvXv4M03EBhaBM8kABEMyJ5KK6noa9r/ynH+tm86/ILOmw86qQ99oq/aUASQs3YyCNqBw7ODJdZw7TPkLEtVETEO9F7tNoiYbwdpuhNEsnETAH6DhU5etOM1CVrMobPb2Runymn0MO+IPF45CJZhD2G0JhgT/YRj/E9spIUJLt02paGBaTV4EnlPMgv6FkOSSqLW32D3PpNR8unfceI/Z5ragTHdSzC8trPOBM4fZ9JZVx8tsYHyt2WT6NxnYuq+3i/6G+zOvnaL3e8+3dvYr52csWMWc4NVu2Vn6xO9pwPA6F94qh2jkSV3R6JONCFwSyLDafE5++fFnO2gPHQb4bLyQnJmgsaDCzMmHdFxp7CDW+yI/EjgRM9xSDD25kXGK6PbsuT7D76ynvK+wTKn+8zuEQW+kNud6Dmi/2xX9irjQ37cAdYJoj32s1vMTVLNLwdvt1B7+Yl5WTZBQ63hYFTLKMnFj0YEak1+bNzBv2M2+jpsbtbuVLSPPLbIGvsC+RteDh0bPxEA7g44p0X06NK23+4zf8MoB8uMrQ/RkXVdzd7+CHwEtnmnkqb9CwSOT+Xy6G/kJHOkRaHktPWnaD265epsMQMDI0S2h9baQ+gLXfYGj7SO+vGZ4CWjkQGd5Co9xtj072L1DKCDAPDju+a5cm36w8jmna0IhJ7pVFFHdhQOYv+A97YFb/DAVp6HP/r7//6/3xnrc4wGHXYcELSuyT50kOIkS8iBtwkMJHt1C+o/uuc8lcKhRfCDfx+cHrwRP9V7hFmuiwO5k6egKzisHX0t+y78/M2tz56E3q/M5p2RhdOycpj9thcm4VedVdzyMjLz7bjDvPXvOnNT4U8V3NXRTQG8qgTCNn/lK/cfHVaV1ujsq5JNfG67NLY5+w//DDaJdaBxUzCBjt0wvmLys3ZvZyPGkcAi7uVNjM38186gEt2fe+/dSSsvxrHq+SZm+372AT6nHlvvqXQiTFcm9iu0geeYxybNRGbg32R8vUa/HOAEI8BFyKFy052Ka3SaAmN0PGPcp+XwVEHrc+ND+6tC18wl9Mr4cvdi72wyEqYXtey1wmro5A5wmz7fvZKV2nerhxOQzL4dO0m+4JOAu4UQHo9l8Nphdnwf/bdnhMKPl/9X72+sNTzVPjXkx/r30jnJ9BosHKoEX6CX9Int8znjWWvhFsEZsn9s44xDgxbfr29AtOgWv9gXuvfXsTC2qafj1TlCcV4YOR/77cxrksQ6Gay7ejYWBfd7tt9ENwDc/iP5Xb/Mnvk5us0BsF2rLjrDp8ZaQP9OUm05hp+x/R96j4JUx64c2bDHw9wFLLwL/JX9ugHgLkbDR9GJfX/o3vHVgXvbvmm/wl0BHh/pfURA5Je9DzOe1km//EboNidxiOfUzXXo/7Z0B08ffT6JwIz7rTbu7gFgUAppwr938LiDvJ0E2/yPjMTvkr1wV0ibv2f/c8Y1R6DBW/Gn75ndlgezjv/HQd1NlEEetyzjMz1Pn/+qgocP1g+68Yf3/uiN4BeOqFjxksBiJyF4HoGR197I/ZuURMElHStYQ7qtbSB2cUz7H5FJ5tmRD97D02mG5Gbmjw1KbA3M0biE3yn8RK/quSSMtv2o67E9sAmIacmPZB4YOX6SDqpDwnUE4TCA9Bq000fEtw79JwC8446GcgHLHPX3xuWOP3aCp69N0XpWz3Iwu649go8xDhbye2WPDr7Q+/sIsLYfsC9JpEli+ujCLsyyjAvu9hnA3wL/SuQQndhz//avv/77f5wpgzEoADZZw3+UNeu8iOHg3kBsVhgao6QnkUGFCggXL/gYyCFIOdTPGQib4WuGMShJyTpEMFidCkcMVhZZzxQAj2GZ92FkvpVSfU8bdgL8RyGQxe/WholM4yxuQNgBCJgM5ddni5pp5gzIbk2sTSYwGEdGCKf5o3QjULLgx4nzGZbtADODzabxhhnnI4yUDRbBypohoBC4FupOhdiKnlMJ5k18O8rbAXj4wrTf4BAKDuVM9SyG8T//I4b3OrtiIL4/gLBeCEnumgAAIABJREFUtzYQ+nq/y4eUJ/PGzze/lYH5fSajXErSzuRxZIcmuQ+nKgASXg5ouSDvFay+vpsABjzWmbSdedxGZTs7NBraAWuPCkjy0/uyATrfh4e+/TMtpBvwjtitLOV1KGkBOTuTvWSqVMIHACVtIgDbG3B1xuBHuHbYxiD+RwFfh3EslH3GUJP0e5/mxBy7ShoQQhu7CNOpAhrnbegZQCUH9+3QEXiQ0yPZR9dS1nud5TYOnNAhQBIlRoBX/ENFUPZE9s9badUOCeSSHQi6f8AUvNNnxK6RI6OCzJ7N1AyP5LwN/SzQEQHGCarPv0D+UbgPrRvQrAy6L/I6lVL79MkBsOEP7ak4APRDQkqD4A6qn9Yio4fg2z2rcAO6rir6HETeyxZYcUDpfWSp6z05i2X1zr1PlzbIG497nnMMBhn0E1hYh8pmpG/LnkpS+Ujt85NnDWgLz9q8jsF2wjZgeytzcOYBRpg/lbj6u9tLARhx6vj6MYqhr3SFAhI2LjEQx1jl+QkQT+BW4KIALnz8nmGne48DCNlzWlVJzuZl8Bc6mQSTuyJqZbWcRC1zNZ2uyMp+09p2C7o1KtrAQE5CCzL4+fv9l/1PhcI6LCuBp1qMbovNVDiHjyZDEkFjbNIZybdeMnuP3oIPza9Tgd0tiNqB3JikgwZeOzkbqzVon+HGnOUcPdUoAzAxALyfx0l0WvHP+c5vYs5LY7BhJ8wdGTUG7+toYkyMnXZEBICND6f6kbkqES3nDG4WclcaiqdpQeT99BjAbi/2OXhabh0npvbZtx/OeozBgsGm8e7e3YxfAiTIkeY7/R5zH8wX+fa2pmRPis7K2M3f4yRoh84kPDkRaUS38Z4dPcF/nalrY03Z+3L8mRbTseF7RfhAQ9OLcvZfByiRLx1fR8xsAHv3YFfoIpM5x2nlUiUVPdXToqPe/9e//jJOiP2RzH+w7WsExaArh9dsXhIR3oQQMAJObeyV1o0xXNdg9b44hn+S3M58qgrY/D2OItbT6z+b5Thh/LIn80nXjQPBhnwZe9Cyn98Y+Vegxms79N2EyjXewerd+tJJfRpaBxhLhpmvKmkpcyvnhm3OtTfhH7PYDPjvkjhI4ukKONNrHMN0vjhJqtVSkbVoLKbPupMV6xB+j2zWj8bT1ew8q21g8OAbEMfhAc64MFmtJ7ZYt/AC0ySRIvYsFQ/GxBqbgxRdvXa3RPScvv/J/uvgvj4n0ECFHvbBWYdv8FpO1l/YVr+fSlxj63F4j2P3VJ7NejbuYq3bASZd4hbTSrSaQBXrkDOw16nutRh/gPiP5DzwGvd1gpYc4QmQb9I2HQiCFSI/6UhFst1JaB97sPkHnshnebZpNB0nqHwngZKEF3jAjvNqXSjces4edkLUnFFum2odhmAOrWPrkbZpGmNDeycHff/Tv50MptG3Xbbrn5mhO14syr4gAdbY4JNpTkz76CkfCUcf2Evz/W0c8+kPcFbGNvaXq0vGEv0+vpyw033LR6TMfrS9YR9G5OwfrQY19tHLrFvWjESQHLUCv3QCWF+f7/MJsl57YGVtKjtOp6FJ3DmYvI4Q4yiZ1w5hXHz+HjkCb/t7+3PSpj0tone0OGpdEIHckq6Wo3MWEtvhBCC++zliI3NNdwXJIpyF4ZF1Kr7Jxtj/ppH3UwYF3by3JjnRdvPTqUq2u7Fr+UfAmuCIt8CCWduP8LSu5L29V7Avtop9/RP4HyNbp6hg9Cr7WjRHNhFgyhyDL5PUGH7qaqv4XeJfkLRGDnQAWPeIn+X3yxpuAY55Y/yjll/V8vWtXpUcQu5RJa97+kx36Hbhm9mfncCCL7jpjB3SvlT8Yaz3sYnifji0MXZ2srGS39bmgW5/pxtbZlvOjj7fAP5ugMjx5f03wYNkCTogeny1gagSy36sfeW/pxMfnU9UyatEHoKZY4cKI/+iz1WZPO/sql4nTFlurgxMoGCq46pTD3jirE3pYH2Wri2xI32m6OTXvfbb7wTY9eueRJlv72YtReBJ4BSdNdaxT70P3Y559Gm1tSVB13tjBnMwbgVg2LeeQy2AXkMw6Ihv3iNdUVhyVy3jhU9IADn8ITklfTj8ks6N0XevjfomS6aSLm+aup3z2g1qrb8S2vEcxnSCMWOPNab6leDYc8PWp5hIMl428L+5vXiSb9tWEY6kE9zi0eyXyPpgLO5pu7ETWt8E2rYv+A5fHrjq+Bwe+YW+v/QbkzyVmdLvdcb8YP1N7J9EHvZN2SR6lPXGY2sdmfINsG0o5NKbLISc6EIkMT5+WzCS36fxTWDROvdbW7fYH30SvLOdEU7cYvYGNENeRH5/CVHf96dy//tDtv92QsEfn2efNfRmCb6yX3BsVTrFRacqgT9Yc7/fjnzojyzLnex3As7eByS+Zm+ACdBRJBjrKW/Bnt7b9hw4fH2K61ttXymsggjvDrjwL3ZR43zWiD0Efe/C1U1q5D2sd+9DfpfNkyTQxBnRZ47fzHEI9j8NJv2jQOC7jATDrF/7Z/IW+Ao+y6cpwOgfzfUuCMi3jN86pQPAr9Aj84QF5uytdiqyiQhOMIAeeC+QnzUteBmMJzVAoUuiM9qA3Ex2HB2jhHGS+zsfmr3noh4l8t2/59XqwhDgKEZ27QiaBsiMG+ObLB4cK79aADrb1AOC2O3wSAWUy+eHWzXO7ZU+7ZWsgP7nK83/HFsOPHwAY1pJrWKZytxxuIZWY4C63Wc5BW0oJ/hmVpFTcAALc0Tg+DH1nRi3W8xaUbztsaxkFnBdToMJvumeExwyfbZ1NC3jRDJlN8SATkBVZ8XF4NkgJ2Puijzz0ADkMMu0e56LrxZjotkI4gYYYbe0Joqg3WpGrQNtbCxEHn8cgISxNXj4g6cqAAfdWsh5LqJzIyGNbfZ3hGoqCeIATgVU/7zjaSNICRGuzj5GyzoQd303aKfn3tmN97vsKB76L1C/sy09p3EgI5RM7wKMegjPEb9yRtD9ttugh5e5htZG//j3r/0KcqJ48+zhqWA2q4wCpB0oRpn5z05O8d/IDSvzOA+4j3cnC/IDUOOY7tbmzkxzAsIanF7PaQGVM4ryJALAf42D4RjS31pzDvrJFJ59pPvUUpJAuNtfnASGPScgYGQDwBqXW354LC+lQ2vf8oPnHVf51glZE5oUQPn+fgPAvOHwJ/OfBA+vv+kOfQecjvGSjOQJ8k4AAkCNU9iOADmYXA2nVmVKMLgD4QfwfwTrTgaHfz9i+Cwqr3/o1a3f4OcFbpt52FXQGksboOH5yCp+7IyZllIo/e6KwD5Z51QcJceJNfsIPnkzM/9LFfnDv68RQwa55q35Yoxspmx0EgkZHZzAsOx5MDdnesvQ/+bV8smkPGsew5T5ed98dNG6tYObjMXmz5aptKHhs4yH1os4Tve8ceu3o/f/ZHoyo8PP5QGYiZKM0JX48D78goNCn4ePpNv+8rzS+nWDvWdPzD6DR1reR5/E+WAZMwvFPnIwzigzPzj4+hnn9+/7lh/LX2tg8Zw4rrpTwSRRzcOCGfVu1pEWb/d1/z/G/kTNkR450kZ/ba37v9sjaUY6YWb+wg0olp7h19WZSTIisPhivuIYNJXh306XXwkJjAFcN8fO+G078q3vk0mf97YFE4aO3lcmaGNWDFxTyUdznKl46emRkZY1X0DRSzv704YLssj7b718t+jb504LHhuC21Un10m//FMMu9m794zS872zw0vDoidktOc7iRuNybhvXe5KWftuytAIpp52rA4er7O9r6WCpPmXz+PgjzNBSoWg2WLyJPQlk5XKmpUD7TgQ+zmBRmt/AsD6fcZV66bnZ98xsBK02nHF4di4wDTwOFpfLOW1L5X5yu5XN7Y8IjDBGN5qknZKtMO8aSnPXwdHJ8VAd+j68xwwjxNVaVO1upzrJFORBW9QAAxLhQg0ZEfROO+hO2iI529iYRau+VF/JzF1gwkvRu5AFdVAfv5x1N7tDt89Az+0I4bxc49eR9thc9TLoZch2O5wkk4ZGzTKOobI0OO6jHM7l/ryPWjn5c2zbxOgkxNA9gc27gZ6FDhTS8ckO4g/NA9aojMGJb6QJOX1LgJWksWVWDm4O3uYVt3Q27sWwY95tx1abzBIn7vy8bGr+34dIM/63wGga+2G/henZBBdVZLEzZFf44Ch1bC+KzmCgwpa+hkAHnmTTY2TTevcFZI49LK2sdV+6ec4WZOYfYIEo6fafmOuBIxNV2OXvHugZ5sHHey/bXnk3WVL1EIu7sncqMTNfpWD3/v7p81tfd9C9fsewYpfNoL36FtP05x0DfgPfD64v1vQ2xGoIILWaRJpsl+LT5CV+BRahv+yhe9k3ywIRxS0TO6gFJjFz37sH83jP/5DrejvYBwBYOymN+CzFUS0Mg4fsy8EaUnUMB0MPhA/HbkxCW101kjS1sihjyaUnJgA0CY8cC90eoL1sxa2F9dGogIREtCdnfDTdssE3L2Wpum0f+5APOtAghWk2BU3rC/+RWOCwh6xPyLnkmiQY4qu1/Bp6OT+qP/CPwfqb78IOtfrNPb4MRO+lTytMb835WdIUlj8Xv/8T6ly7KBB/BkJPumfWjdm/+YopGkH2RhL9xUu+t8CwEn0GZ3+3fdNzA9+2wA2ibG0ALYInzWCnlAPK6OWz992/78qTf+25rYRNWdVmo4tbTul9MLrTw49LB5sukUOND7O/ibAEf7N9chAEjWOfv6+ejDPBNL9jNG93AO6uXCZnjLFA/YlfWst+/Z8l3Ulv2Twre7RFdycHbn8sMUBmW8lkvvvBbIEDl+Z9qtCtmm//QNHzgydeAUPQNfz9jxS5GDrB+1nghx5QgppUmXZLZ/7+cbF0+b4bwHg38ddnVXKvk4itH6Hn9kT6O3du3OHwcW/8Bf0Ib7N/R4ZMzeBtkiG09vvV7HB2l9i2j128+4niW2s82WzmJaXX4mTaPzEUjysT48ivxwAPgViwcwtL0+FZ+HvbiHv2z1Tb1sA/2F07thiE9BkDCROL32HpmnRjX8ffKXvYf82zfRRNafzwvhvohfn6NCy8zqhQfeiE2HLmQ6s+v1J0OojVF5c0DziPbHttN0lvb/f2JrPGR/zfCuk4Vn0o/fVfnk0FH6+JArq/qdzq3wJk4TZSWwE8sOXizM6IUWf/eGHV9xjHqulVet41j+JEVsYhV0lmZtCLcXU1oXcdqGxQSc+GzMlBtd82omQHrtaTysO8IEQ83rJxLeQyjQ7jCO/3OKv2JgdAMY/r+93Ejp+yhdTti45460YWWh+j7Ah0aZpv/13wVZ0xA2jtS+sk3+QCcSvkCEe+7T9t43z/e/fabXPHjruF/zXhbZZq6zXP9ECupnuODGHwXyB/vNCQpi5IoIowbYeLIZrZ+ydCP84chAy1/POqi2Ky+LcLYwWWBDonKj7ZEHBoOd2MuDGwOG9ZPCtM557tnIAnHVVTXYsPf4b+BDV5/orOGVH1u9D6E8mFxVsU8EA4PfjBqhQCdsCYrkoAFwMoD3pcwgPkOUXGZGXwl8KOArHayNBMERqJvwCySdTY5UxtND0QYl7+vOnKmINOoRcMslNO99N5Gx2AO4EgMeJ9z8TAfIw9V5ajfc+XwDz+1YM2KXX8906A/ic8SBgMSB1s0tS/ZS5yahKEM/7MQKgDYhdQRhsA6t8tkGcvEN2X1cH5v3J3icDquhan7dg71YkHusE7bLV65yKAR4DQ0KbShl9C8XUtKv1xWh/s+G2IvsOOlgeTHVRA+esIWtZ2lprKcPOgj6LS2YSiRItchoc9XqzH7SGOQZGVeuy3ubpOXvQtsgIQ9FVHDtpXU47XYCGQbxA/yMDM7fMSeBK6yZRI6OV9wGuW+WHsR651QZY1kBG5o3CWglrvZwpfORCzhTsgEZ2fxIJAJ4G6nk2e90AtNf0f/u95Z7lzLQP0TV31WBaUxM86eu66ohnOUv0A7AXoB5Dutc5ldrpzOB99S+b4eY1dDuOCTBURSbPIqNRf2t5GrTjxOhnNj1rHnYCKGNX1x/H9L1qtBRpPci6hyZStcAYsveb8du6iPEK4KEz7mr03OfuqnEbku62MG26+wgB8U2vB1VGul9nDKMboNejTkZ+pyrsdjrB178cc32993Gu34rWJJfE6C3HxfDtCRpPJfiho+NYJEMzjuGrYkzs/iRCZb9zF37GqbMYpM/Q2OeFhjyH78ITgPBZrUlIMOD9/ucMy/OQyJrrJWDmJIcdR7ISp33w6KA2gKhQbMca42lQ33o2jpnVq16fCU5m/hpvggskj20l5O1gOg4Yb9KcRWjnF5XYodmXx7aybs+459nBm5OVquSXynC0AfLdUPxHohAOBmi2q8q17pwT9eqTNiwOb061UfjyxhD6/jFkv88IsOm7GwCmQ0voAh3T+OkkAQ7UleHRFWLQRDK5NZDghU58lJ4jiQP+jXGwukOyWRffFfKRWX3GGjKqjasrWWLWQg6G0znlj7Phh26+RypoZXz9/Z+fk/99/5cAsO5zjMAL58BHYvJx+kpWjrzEwcf6nLOSh+7SPSf0sTJbehl+WhnF/nZmNPdt2fAGb3Tft8KD6xzEQR5VNVNX6R/++n7R+wTrwKhv+1/ufTlq0H0OMm2w+yREiYfnrOi/jTeJKTH042AJhngN6A7QwN9Zu6+DyId3wFFkuCPTODaE+1o+ui2q9vbmrZaBnNF4HOzjRF99fx8lwf4cZOl7546NJ0wPsycdGNfbnKF7J8jFjqAqqvnqxVE4EK8kqh+4473/Pe/oKyW12P6r1uOnGnr21Nf9LXH5nAW1Ha+89pUk8zqEur3rJfPkrCl92vjFNDD6qztY+FkF1hM8+tNW8FwnAdFyeJySRz/6AbFb4NUkUmZe11mtPppGeqIdaMPz0j1zfFQHypCfXeHd533hGMSpyF5pfEp8bBuaAHDaSFYCdq0D63q63nzzoCKb/enkvhOIHwx87InxoXSFc2TK4vojb71Huw5Nb33NSb6f8fYZrC8m6vacr/PY9yxs5WeP/orDPgGg7kACfsgmt431ZwvXdrChM2mV3f6AHnPTUzvhbaM9Qc0bjqH7t5NMMGcS2qFJ+KArtvSe9MCdMBSnLRV98Z9xZFo62zFW+Zcw4Y13Blf3/kn+umr++6IS9VNh7X54/pr7VU1CJdfBP/58gDwt8i99qfhwVfH8b8mQYtLudNTrcLrQfc8DR/Jc0a/0942Rlte7bSTyQfeO/RNMnE1Iokb24aXw0OOv1xsA1jq7Er4qz3Sdg7g+AzN3cat52d+DS2i5+CZLtY1HgDvyMxVd7SPEf0gA2PpkkrdwWvsIAeOaxe0vbd/+iQRItGYE8xvXmBe9fKKbrNMfCdjj+83aKgn9lq+Np19/qK4p8bf4WPbQJLjEuf9nJ0F8JqbTwbM7NzaZjd0OfciADmbHXlhb/eL5wgnsJ8mGejb2L/NMYchUeP1/KugZujMtLJWZx0dOW1c5ySI8Tocrvg2mbx1KBW8nwLU/4NWRwtsH81Cp/xyXpOcJz6z/8M9WyF6bJ3GQxKQzzi+p/tZ9t33qPS0dgF7Sc6FpbIMO2HVRDzIBGtqqU3PkBIUiF/HT+rvy+T38e/H+0wEv968CJgqEmnDnBsvv25kTueRRDQ10lyj2m+f477YpCz91sqxkXOuz5lthwy6Qsd/sk0fYxf/8T2l/DSbtdt0pUlF8YP1skkOuPLStesd54st4fNlla3mMFfiUfBKN9VENfwuM6lnqTNCdfq69qnVP3GHl1CtbTE/jF9q1Vme7O7Bp+3gCoy+d2F/qwPZUb4o2zMfbrUCyn24Tiil1K/s/5jnjz35IG5tAIwNen/7YcF7/8VWxFqG7Xmf5bqKX3mQD/AD4RJETK8dWSMGPpt0KsVgPzhGh/gz6MK/EjrAsUwcEVyZvpxdPcTr2sEd/S6Z4OzllXTJrEqlZq9x3ZbjszheX5rvxW7U9QQDYxSRDqwdTTfcBMEsn2rWNuHvBb/mJrf76FzPefCfyb/w3/p3EepKWVne8x0v5GRNg9vyGFrAPg52/APC/z76iz779w19n/0YB22MnfMb40SNH2ODIHMZv4bEAMc5r2lcwyTbgWsg1UadKLQ/JJhFlE28Md0xGBuD2v9U6ZLKSAJEmkgHwrgz7drerdMnkakegN11gwg6qf7OQivAcwvru2SXtVk4P4eX6W8h5LNWjPMB+W7honmQ/BZBN1cpQhn4kITMBXAT6YZxx9GndtI/YLBIqepHlAqCk6rmDAb3WEfIyEyLoJF06+wqjTcStDLo4kNIe4Bh0IkbaKX/3aOYMAEiFThxyOdtjkz6iwIWdANVeQ0BTZQwGnuY8gyiitKTOHkS4twHRxkXYbz+33j0B4GRI4BzTc3DwaD1t0M/ZYXpezhDmjjewDS0P7fp5d8aKxzAOV3Q//hCyRgnwtbMxxlF45XbYhmdeB0DGEYGhFzwPjxmIjkEoxZssslnXcSQyQ5+ZNzdAgO3s89vboq+D56+DibH1Pa4WFx8/6tWZhlRGawli9EUOWAhOgAGa53PvA47pcsCyR1nPKPkONIqXvMZOQFhnmXllKob/bLcU4wTQlJbcWuORTRb2sxcGMBH0CGAHdXQo2yiszDOtFRkD69UZvF1p6H34JkIlGFnSb6XQSTQZWuL+Gp/lVSV29FpBryMmhhYzKgWp43hQ680EegNC9ZCdLw4PQMwmKSihZA1Kfc8dB8bAehOLPNcxBm2Qf8xCQFQPNy8TIJOsICD5vwSAkR8EXu+z1VN9lrlspj5tYf9fAsDst3lFgYmhX92Tc6Iil+RU2uBvO/Jxsr5nBKoaSC8Mk5YHDYCijyYxaOiVrh16drLJ5qVxjmOggUM7rbr10Ktzmna6ZSp7789nb16M0IBF68H6SpcgjxrAUY1VPjzzjaWDrhcdWu10W/rME3ousT1ruZ9Hb2PwxxBQFb7GIB2LMSEHEJn+yG8Hoc55IOMQHv22jjAWfZ4pvOGBJYC2siI6zHs9Oje8ECfeGm05S7x5tZ/wJrC0A1TjlszAcPN3Rw+zp9AuLS1P8K1aOFqmfTfTd0/AfeT3rwBw5riV9p7XCGbkLjjT+nkc/dqLGGPSY2MwqHoNeaaODHJ2yDD+/uujEtj/98iFEyQtB8iyxTqpwBi/8JWf/99TofFd7OKnca79H8ZvvFXB928NSHy6nAPGXQs6tuMA9IIhsfjAfD8ysh0qvA+930ku0eWmYUGCWU85Kk/yp+hqAkgYHbQo3Sq44ECtwZtpfgykMdCQzZlJ5vgmSP1qkdTHAYhRTlutCnqJroVzqJQnoeLidfjJPBV+7uBLZN8kMJykm3GyOGGGz1fnaA7B3lDNep7ZRxyeTUMvr5AsCZ5Cp1v2HPww+m3WOziChJdZlzkrOjbHtvg6o1MgYwLAIsdznION1cWRSSzJpDpApv2nRS4YkQ4OEVaLry87jI4Bd7Ql9zft/mkfNAZFrnZl5WKqlXhaV50n6ZaTwox+Xrf1ynpKfpyg++UgTEcgXab7kwhp+THrjuzV/ekAAx0c/WV8FdkMxvNcCcAMYYJ39RktcjtpFPnHDAkEXEkhGtvseyc8MSbh6wsvaEyiW9toY0++aez+xr6oONbatIPsBH2NAVcGQLOrL/Ze7pDxKGHueePlqbiY5BzbMtoDnEI6YqW6mGSPihZGdkU+R5d3BbDXx3sa28oy7OskZLoSgrB3MffDvn8TBakK/Jd/piKw7JWS5XZaf/fT/pCIG7wWvKnnxb7pxOfphvA9n8DChfcc7FunT3RT5OqxQapqi5WBb8ARfPc9qir3yVW9X1clfTnvqGqJj6Hwi6smN0Ae+R2+hD9312b8hZvsgxgw9AaAdR04yWQxuKJ1aDvC0C+i1T3Dex3g2NHpZrP2dqpaQkPIAewGKuHCY5+jneBV+cu6Yofxdvty7YH8U+1TyLo/kUwnwqdDyfWc4VfREYHZ+Be2aq/1L4mDQyzRe7PPb9Xv7o1H5D/t4xle7G5GyDpwi+l15I2vnsCFaL7PBIfWkPNdye+CgY8snGSthLghShz9bxCyAyfcN3J07FMnKGzb0/Dw8t1WheW8R+4fe3E7bCy+CpOgbxa7RiYG2wa3+vg9PX4CF/rMHXesJ+4A8NrMk2A6OLd5m98XQ25hThK8IsePuFXXQNF+JazEJ8PzF2/outcR3fua/Qw9tJ84Y9JzF+OfCuVykGdctw8t7Xg3oZGAlujFtstJikhxRlfg33SK/+jhH9HudN/iKBiPfwK30HbmlHukI+JUwP7znYiWa8u+rQAwCenZgEnU+G7aSXPtTwdrtG7X7+dIQq/36r9fFalK5O79YD67zhNYmrkhQxREbf81dJsEE43/oSONZTpUKdVZeEsvkluCnaILabXaeJExHv+h/bLpushrz1JXUQNVgYPZxc7iFxdvmNSC1x5c4THJvrEzIvskuWt/wcGiSyMH29mfkDnvz4wM2fvGQ+7jKNb+D43ceKoT0ODRDgAfvTvyzh3ZKsiqe9JpDv9nfHo5UoG1ppKw/Sb40+hwp72nwn6Tit/1XLmPX+eucL/tVnQue7hHpilhL/sF/l5fxsoDsDX4Svvfry2KWNkWGpecTWc7bNo3wa5pr2Mger/bAcObeo/EabA0trx8J1cF8HcPfRb+yX5c4zZGWNlyOkhcAfYNDura3ktwe8/hvv/QaOGGxkLmB+mae1jxxyieVR1Y5H9DX5nmlUDwdWglAHz2VmOcADC24Ws3MUaquvm7cWLw8Mq3/U78FHsU2rWktjnx/29nrMgS6MDrOD5IcNzu7xYjvAFg1n51bmJGHvfYJdD6nfgXfqcokoRadFbP4D2yADmGyGC/8j2d4Z6r1QK6fax6v4tek+Qef/nxvxIAzkP2oGwIQoEMWgAfIvNTcvaB3wP0E6CRkLLxFyF9DIEDaIYo22s7DlsY5T3QOucYV5rxAAAgAElEQVS4Rfh2UOpuAbVUbMX4TeoY5ePA0Ty71U0ISZuIUbeLeAEuBZ9nol7UT4HHwfUXBTrPbuMdJxnOnEPQsw7njMnRDRgZDXCbCVg+fd1EUY47zvNRoPnXmQYLALJmBGPtDFGGq6p1veYJqofAyHR7GE7MZEf5toqMSyHK0cz2QxGjsN+gqhhJAuSqcrXzKgJpA6Y43SNAlznDGO1I1Zw4E2e/u446jdYOBbUpNiMv8OUM5AgQHDjjMGWvZMAMmDuCxK0YM3folusxFjTwNjD+FsAJnyVIb9qeLfhbyxSAz1uByF7YIahgJQbIACb46ZeDIdeugc16vwau9332W0KrDe6l36xLZzVbUY5jBP7S9y20v/v8rUKDTPWAzBCcM7kmCNEtNXgm6yBDz8ElMssMmjA6QkcGUkqWsMOJwHvO2215onsSxGet3MZiWjYh7DuAQ6spHNBZu6n0816P0+t7FoYvcoln5KeyyxpUbvAltLNC/zivzE+pomsaTWXtGmt7JuBkws29oqBxiGNIBX3j0N793mcwxw6sWikZBIa/MZ4Bw8xV40L+wlM4QKwgtAeqXJ8Xa2Xn5gCwN5P9PaOVZ/O94xArR6XG5UxpgtEjxLoSE7rHCNKQaMlhJ3QlCGl/XDltw0eE9SAy72GScDCKtF5vthrgAAUvoBHQkftynAG0+oLP3q92WGtlu30iLY51TxITcobXGvCRdevw5nf75QYQY2DAS1fywvc9BcwO2CoHOt9zgMrGH47OlU/MBUzRCTjI5UMo9UufIdIAOHSywR4Z9N16tY+ggOfszx353zz1yqRe9ziAElwimOv7jaGgBCZw1RlfORRYS/BG7h3+6wAuMpqAC2eIjJ0bPfs4/tsxbz4enKV7xYhOoCmfDR8XDXQAcx1ca7T1OujzNgZP1q7WohycHQBeeTSZld8aco83WYpEGxy4wjd2+I6SAwOceX6/dMVyeGjbpv9q/dT8gSyPsRDH8QYz00I0axYHOQkn7XDAaQv9wG/HoTzOVSU8+DvlbA0VhI+t/01jtyOHvddP8TP3YV/Albt3a5zCUzedBT9CdzwTfdSw8DhbCssdg3gSDBgHa5JEvQ3o6PM2lDDgG8/BR4zhBOdt0A5+uM4c3TUCH2mscSzcRteb2PLi3sak3o9ZAJFdB1KOjj/4MpgULBTHeZx76KB2KGMUNr9BM8Y343AWQfzXdIQ4ttI43WIDrGBsXCvHYnDXnXAVnbStwyK3xjE3++r9+mj9ToDAXhhnr3HjBkzDg4srkxC0wYxdx92/Xl/ThfD76AlkSxzTwZjgmdDQVph0JcPqjfsM9/B0nVE2zgWLk9GJ7+cZ3+Jgr6WCdrM/zBmebP1Ru3JV4jBn2/Jadxv9+bb23HjPxBEHNjSHA8342Z2oFt9yT2hX4yCw7Y4iVWF4AmJVeQ5+DL6bgCgdeCyHJpBrnB3MgO6C3pET6Bt3zdE4qsVdz7cx8q7Vdm6ALn0W6fBV1jv4hYRya5qhW973dyqx9NcRBKdjRrcw1tzKyfzy4x8BwC9BFz1n56VpSp1/lJjFGa3NA9PWb/AGc/SEprsYCS2s51nXkaEtrzYguivYDvXGJnwDW/7g+KmmarnXTjX8A8EPg3FsX0h/b2ekTpRIRX4cxq/zHv2secxOnsG/CcnhvfBE5Pn6QpaPFn/e4w6W0j3BgDia+yiHbgHZyeq/AsAnWdUDm7EMveBwZi+pDI8t19Uut7NYWBH9IDnGHINF4uhvH1VoZuTF2HfYVcgn6MprPLS2gR4SkBbThU+/pBNRrXXmnoEn/kJ+vAny7/60Hlnbu+yDRHYc8IjclS7QOiaYpGs8b8u/2F9gwsZFmV/8AtCBfl4JUrrDYPtdj6WlN4DIeNt+VQL+u96x1WYNx947uP/78iUHPYZV0KI/ZFTjKq0r8gxZ13aa1uNgaOGKad0Pdrx8VlVqCT7Fn4A8zqKN/Xrk5J8JsKtPVq/3fHq/m1+GOmePd4/oPPfL34QQOPZK4Rrbr5KvkifVdY2iGuxW3eMKEluer73Te8n9eC/ye5MxXv5+E54aH2/l693NA+zA56dYovwzL/40HY+8gCYPv3+fYePjl+o2z3req4+bziRxU1W6ZzyLz/JKJwcXKvy79Nrs4ndPtUbPuJC/iUXItuqKz5arxqpz1nD7LK9OM8K4tc/IsQ54OUjy+V3i84mfr1/ti3sTSZamNjHtTsha7HfdVHxb8YTQCDbGXX3LdVrnk+gq9pLcJ7ir6+eLdtmP7kMXtr/oyBbsCtHk2BEc+YAPNvhw7VvkMZWlJD+zZATT2e9ORIfWOrjVnaZ0zeriDaaBeUUHmmUXMkX3RK7gF2+55nsqAOwisUzY/rnyacAfTrh78HLs+YAEja2T/dgXAmzQbsYiP0ISQ6A1yxXdY8bR+98+O2GRHLmVMWtc22Fg5T/+L3wX0BA+N/AzvP0edbn0uHGt9hUgv7Q+LRMVAFYgWK8UH6QSXa/riM/vb61J+459zWHItT0ab7SvLN+Pjnv5A7nL/vXnrMVbjNrFGx6wsV8wM7omdHj7K9C/4a3YBv8jf5vm+JHfi1+w33KUXDAItu6xV8b+0vPAzNi3fV6yeIR5XAn0GuckUauziK751w9PkAB16HN8yqwJ/hfzmnjha1FjDRonzbY0wXDUfnGGwgF70+IVRfsrAKx79lm3r+BhAO2ca+PhFbxLsPntOPYnQ6AZxULjRwAYAaYFI4JGJkETYTY6Zyi1o9ZCTIT+Zcz3GRQ4fkOwASS82vEEU4pgusrMmyODRq1Ux6EEuJZZRMUyZ3Uyj/OMyMazLg4cj2HsDGMdOm1iXwf9AoM2eqIt5YAkE5lAaoMxnCU9T9aF9zbIAmipoMysUZ8bnbcAvn3GChObw+m99+v8sWCer/DTZ0w+GWoB/6tcUSwYQBGknr1b/ShRB0bOuukha2wgnLVWWbM4EnosVBTm8zjBoHE9q7Ph8/kGTFqppnVMMvLaGfFnQCOr/6dDdAS2FNlj1IhucLrgeGnHdDv4dm+H1obUV0AlQKUXQeG3lUzP6wWwBIBNmxUA02MczHVmroy8cfINHZGp7o8Gv70OoOZvr9E4pZePOaM3+37mWmfTIrP0GRVw3sdyoJ52aMfYDCiOwy3BSRSoKX6UisaXgEtkzmYRrUyh8pDrdpS7H5sckABwaG/X5b1W42956O+P08bzfJR4g5WV4Qu0AdK69jh4PbcEzgnQ99idySijfRyUuu/VCqj2VNfJEOjWeJKL0JKfWwHgs484vL833iqUU6k2QWLABM46eMbKeAxuKn3awGj6aOcA+sEyyHhSexyZwN6QTZ79MrTw0AF4ljcGvJEjgHrdT2srmvnbvH2f4VUDmJIDAX2pN9nK6jWCyB7VPTAUMq4Zz3c9eomz7Htv82xk5HSbmPdSsRZg7XmbPibJ4ADlXIuB7L2oFp6HV4dPz37PfCP3l4d+VWD9yojMfPcIAP2ds3c3W1IBYBzh+9wE9TAm9H47JKBT9r7/Zq1oQRde2tZDl36bNXSHChNh9qwziZtuATzgqorTZ22/65WJ62cI5wwv4qDN+9mnEzSQeNE6z/fffUdnnSDj94VOImgH+Fk/xR+e3AePxaB7sVXTFEHYM2Zht6K5N4vTtDYOn9Zd6tyQPajMX/HqJwP/SKiaKjHN4WTFVgeYdiDenRtKN3ogVEiuof3il4MpJgiQQe5qB9tFJ7oi5XMEplr+3ZH8bUfXVEqfPXixxbcU3XbcQ/0G0gGX1wHgYY2c7coQ/U4yQAeA+T5rnmfs3rSs6hbsjKV/Zk+RI9VlwcbX7uvi8zV8oU8qsDOuwWJHF6ZbDs+wwVXVho07etWNXWofbofUbqPkCLzLurAWjRmRZQqgog94nvToVuCAFUMo8D14rgPAOT98ZbSdfN+a2RExnU90D5IJVVGbI3D+cclDaEtOkT4bum2HP4zZsamwDjQ/Eo67xS5OrUsPaJ+QCQpwTVCw8SMyVGN7s/tLnGQJNYjiK+y9d/+yVpv4q0s5j6nt5k4wCX0G270Jan9zLMIXjflfBwnjgHeY0+uAYoyiWydjzL6eVq0j9y/aHVn8t2AqciktMftKTTbyqIMs+vsEOZ+EpU6s8F45seZe46xhnmMbXQ7lYiicr+28aj9C1iDzJ2gBjh//4uUwfukDOlD7ctkivDgDErs7+zbBsTpiIXuUBHb/aztDgZdpUQ12+IXndA85Ud/AXRIcsd8ju67XdCwLHlISwHx/7Ky3Upixco/Gwvz+S67a6Su36yRy9hzPvYRhJ6Hb+QayQduHwdoJ88ruHvsBXkeHkCAfuqj5auOGaeQA9ppPQgfLsolUqT6PPF9BDd42rQ2NtV3W9gZJHiRTx/EXGhAOaP9N70nzPb+fKvw+WuGb2yW7nPSITtsAcHBAnrAyY7HQP74z4sw/xjckha7f4iWZBEuT1P8mpvd3GTv3ztrEwXj8Z4NzjgN8gqfW8eOr6wrgLuzQ+915q/XerwBXVwBd6z02lK+XjvuW0POaJLnmvw6wM+buQNQyaFbcP9b3sr7D5oHot0qQGp1z7H0v3tiGM662FcB5JM7yTP1sGsGW9vuVKAVddFAx1YShDZIYZU+0Pdh2E/zQ1dCN+yz7jn04uhJ71ms/hTld3ml+2QBs27oEHbEzNDc6X8lPFF/Bk/hQG//aE/qI1uymAdHX0OAbfF/FRiL1KrrXZxea2OT3l0dO0oX3+E9wjj+vZWGCFLGJzdeWdYuzkTPh+TsZERo1iT36GWypfTs6laIffX8SIP09YbThaXD8u95Hfkm3zNFkSQaTQAq4MK9+v+YIpWwQAVj93h1stO6nmtfjmeQmaRfLVQWA5wjHkd+pJswRJl6X8vlkffJ+04M7XH4B6Pho/tSbwQmz9j9wfK/rr/tbJZcv4g/MmSGdsWXP1k8dfb1yhbn7WdZrs45Z2qP3O/n7lx3Y9gqB9Q5i/kqWmqFmbWcPXgyzAdi1P1kX4SZ1KIkNsnZZ7pe7r3xbXzjPfTtkvTifoxXg5ew1/tRNrHzxth6NX6ITJoMxs/YEIdu/y7jRde3btF9ABYI/bHDkQK9x49pLP8yevp0QN6l0O5CwL6nSTyIUY3wraY9/pDq4hg6z7m3HNL7Xfot/gd3CwXSw3ORSaJoOjbsI4GInF0iOPX6MV593AQZ0EAwd26LlWCfQyZ/Fvbnnm8BlXpsEEOYeGfWn7QIf7joyp3w3tBacRtxIxTnBnlrXSs6SbBv8C29Y903b/rVpc6wF718JxBbIkfc/i1eHPzUu2wvwaxGkA8D/8f/7v//DQdKcJ+hAxdfCqANgp8pPBPJMNJO/HUt6rwMzEOICkGWq18n5gsdXkfpeYkwrWz13DR+YoA3/lxG24jIMQlvNgFECMZtB/TpNnMW8+/6zdU0ICkbITwXSe3wEZvWe1lyfk8FxAmhDXC14AM1Um53WDbMmCd5GCDC/EMpdoZVbT6DB3DKZFh8D7JqulaqxdXufGdr50Ye4b+CCKunQDYJLwlICkoPFaS0D2CZTvIESjiTPyZkXmQ/z1HRx0DtLw46azK8NYjEDRpt+p7Lrv3Rum5hK9D/tAnQt7VH/CJ7OzKG1y5nyffYfOiOoBNwb8D7tVkZSaRy0/+61lbGG4my6xmEIT72BHe9uMU9Xvv8ynDrjG+CXtdP/ZUQb2NrM+DeDxt+zEeCcwAloblDzAmDfHrqNxucoYR+Yu+UAWbazL6bRClAuIEpGYAObX6C37/3n2Ql/go7rfqaFCNN1EK8CNih1kGiNmWMQehHjpOSMMgOGOQtLzuWukorCifEEnZCpeuYwMuiA81lz71m1yUNJel8s33LeMnSDgtHnTRehtW179Yfz2kZ+AHn4dAZU1REE19pR50ACnorvqisAPAk9ScyJ8+d9ccaw6fv73mmJZCMlBqYTV6BdL8jc5fsoCU35uwG1p+EAfOiATFlfPteTDQcA0X1fo8zyxbrJNwyoEmD5/o+W852ptbqsWokPYLhkhJ81Mp1WHmVcNF+JTw8P2wKcvSdhahaAs2COfJSBNmd3Zn1Xz3a2oQIyAZrbVqz1yxs8P4DzGxS/S/63TKKaz/tyyfUlgu02sA6Wpm9otIFV8ET29a6K9ZNMB6/D9GQVz3jhBX3XjkJXVt9n2jf9HxD9GI+MLzybZzdvAJD/PIPsbofVTgD0WQh6W9kx5uiAfVZ4cuW31pRM615LAtzonF4/fa+NP323z5TX02TIqANJOwt63r8cFsOl54eN+O8vBaOuitWhkXQa2G4fBtKTxQ+Yp+VY80fjR61OnPJ5LIkM7I8NnuEzfcfJGhMATgv3XEgAILQ0uGqS1XBi2QHohKAYMK3Df9Hxux78zXiiJwaz2ngJ//5yvHMtAeDg4OAznB8EeLe1812puc/fSp9Di6aqP51NfV6y5BeVKj234OlJgCwHl7Hu6Ft/Yybe8mTvc+sfvb+4YtfJ31frw+9eGOp6q4NDfbZyP6urpS6MNLRz5M/z99/2EbohIeN17BvT4tCyzEgAp5N1u6r1rPUE+HQ9Aa8Yo4vDsp5Dt9YXKJMNGhycYx1WzoYJuLYTI3I2wX7LL43denSrFC2/PY5NjGl8qSRYO0Cmgw9y+ehp8ekIdxwzy6dq934nf2iOOMvhb2zV3pOQ1dL0Lz47DnJjwA3ksY7v9QeXTYD9dVBez4d0/3Du5ltUXWCvvA5k9F1mEXlJhbrfGwcqGBPHOTTMHrwY78XTFjGPXdtdmRZHbCeTTuY7SRYffWgu+sz+hzmzW4Nnr9ux7/0BDk4HDK9LddjoNcAZ5P0v/eDgwWT8t9/hcrrPxkRH5A/ru+FpJ+RO1Yw++xUA/uXgZ7/z3KJ/9E6dAS9d978l9K1TKPwg+kiiafSKx1z2tv7ec+vWLj3OsV9eYtMSnQdyTypPsq6FIQZXdoKMaWECf6ZByXHhc+PrEmoacznfW4foFuA34SvTzHSuQNdbjo+QBF+4M0zpw7P2Q7vQMTwaubR+JByg6MrMd1vo23E4rdR7rwg6ME/dn4QWHdEDjXbCDXofTEICoLB5J7sf+h457UQcHU31BXZPAG4CwOCD1V3yc2yAAz1CZSxygOs0X9PY00o++5jVJMDroJDttdAIVV7opU6aZB/WgbzrY9t47GfxmCoDRSuqlO3EWyr2uNevn67/9jh/eODFG5Ihw4f+Kf/bx39doYStpbs0zyIT+6iH1zf0dlA71zgxIv65fr3+GM0bGuL5XvsBCvHFhZihYXgFPsP+PK2xh5fMT9OJ4aqCHv2Nc5oCBvwal475vnthTOO0jC9VzPeuhN9HN083gsaBB8c+9ik+v/D4zleJCawZ8pcngkffQM/td9pgU8tJy7vC5bQ1lr7HnxicJEwTRujCDWwAJzDNgvU4ToWfZMnY8tc+G+9NYMN0d6/jq58PP41e/hVwCt0gRyP7g8k2YNwBVn1f8k181xi36cFz1n4UHdBhMXJhjnUYezTjzFnf//aPsZemwwx+Bfyj+M9ee+0kx3g+kWXL5/F5/S0A3DKWNUv3tMxBL9Hzi4/hr4N5CtcffDcCUR20fu0PidCvb1cJJ7+el/f33NoO3kGfVNeGxyleumkFuQEdNv49dtS3jrSc52r75r+jL1onUEF6daIQfYIF7SfaYgRoa++53Uk6sZOEXPw9v45g4hm9/3TWiFzIppBYx1nr+D9abx9+KbzNuH2Pj+hICPrb2EkU9+fY3x/2cuKDMVHsLBLDe1cSVE6B3ZsMbQ6Rf2AShNABv45G6ESg2IPRd8ZHiqsMNtPaKU5i3CZ+HxkaGy08c9ZksFmvl+i5173td3c0+L//OXE+tbmeI2SsC7rDxibn5Jov4eLrMOSOc+vaOzG9tvl+HwGli6bDmda6Olp13Aj9go+x+dv6RvpOpw3uEvi+jQPbvg2drH1yc9tgoDmiyTbRxOG60l2PSsHOHl2qsei+YOvG8cJDvyqA21/ZMqcr4JsHb1yXjgvWO//xH//1BYDTkiFAO2XL5wybUsgQUFcIwngouc7SwAkKAzcopXLmZG4OIyN03iyYMIeIe0DABDv/FgD2uFypvI49DIkOAL8tsE7Z+JyBcMrvxzA/WQaTgdlOa42sN4a5MH8ClghfzszkeygEz3WylAFADhDFd2J99d9yQozD4mTviUCnjV2fnbf3nwpQG2X3mQTHEHSP+j+zibvikXZNCZCs045MA4gLBsHgw1AFJKZFeL7VAI855nsbtIb+CNi/LUevYJWV4rYqMz109sOc+az3bbh840gAOMbBZtxMm+I6Q7QN2ZfORGMGxjb8trJC32sgTVaX12QcRM5gGo+3lcin2GyoaY0HrDUjd8D3TRzYoHgW2I7rCro1AOh9oh1ug9Z2AqFICCDoWhlqmjOKTz9Pha32wYHgtITvDCtd2w4/tYYBpOB8yR5KWwdwk3yi98nuJ5u1W9K3Ib5GMGuRnw1oDx14nwK8sxWiia18OrRdZ9R6Hj8qQ7uiiDUGGLBGtDrn8+NMEC9PggtGH3TKdwGu0IjHhie5zt7zvnz70+DDDm4bvmtU6Xo7VevcmBektMPN834cP12hCT3kvkFcGJeSYWrRZVPKTukBkHM/f9cG7gRPB3hrz+T4OK1f7EDMHOLcS3XSv/7LP/we/PIaMnpftPSe3/yekWR+lniQkrZ8XSN29duub+GZMcxXfljWGRxGJzVfdfYaACw0nt0G0HWQtYEF9IoDXI4d9haDqvUfRme3hNZzCLxjwItu/uboQDfBs8g032cEe8sovd9O1wuof9/HUe95TwD4l/6+OhQI6Pq+a+Rm37VwCzxbbrbOeVsxsQbG0yN7T9UZQT8HgGmTnrliyBhbDKhu3nkDQ/Di+3z4hAKjxhMkHVzyaeiD+REUCdVEJr+tUrmn9ex3PYkwtJSCLg3WpRNn32jVOWSsVQ6Nf/9J3hNo9fp//wR0T1cHEfJ3YVeS8L0YsKDwdlLCO9EftPq/HTkB2pzBzLxXJm51A8FkPQ+jhup8eEUYAHzImEiwy3pG1pN85yzf77/QS8YSuTcZn9974EL4xBm15jWSVJAauw4dNGtQ39gjuGraP16tALftdTZvNuT7eXj1G4KT5EaJgI3QpSQQvlWTb+KBx6P9N91P5vCjU7pttIbTLWHh09NW7BugkwLHYdW6zfRScgE5wZ77c9PSVueJprdF6wbK4VFjsqlEwXnnMUk/znlNnWDawaymNXjJ8nmM31mGHt75/TLgRlbpw+XfOOhIRGx5ZH6psxePfq/K7q3c3UrnrgLOWmU4YKx1EKz3lmSRe2xxHLz23VUB+eHlPnsre5eggtblnT9BAukaB7HHwXfO1RxFeAUTJ2OazHs5LNF1fR4l8p7FNxYaQx6ntT7DkYtDoWWpnZMfXRqvTotrMu2XLiuz+1MR6M2TDPvDQRnejhwN5r/xmO4dnoyC0x4qkESHI5JTSfKxPWzlzRFN6yARHoXfjZ/MK5Hfvl7tYr9rg8f+dBBDgyGacf6hQ1z1Mzp87mNnVEUJjoPI18/9FTgap0nw258BfGhUt0rFXjA5MneTfjdBU9eEPsXHMZotS+xgo+JnOypBI+hWr/skGOu6xsrG5YOR3w4526JwE6cPJteYZn/hgbaf9bxz/ZMo8wYMPb6R4Z2U0sEEeBb6dML598f/mZaX8EPbR3F+Lm5q3Ax+RAb/PQC8R470/ns8o3Pa/3B02rRTtW0kGfrRIfMRXSNPW3aQ2Gffiexl2Q/SudaL8k3Ivqf64m6viczOWkoXbgC4KyK7zWNXxsBP3XkBvd3+Kzos+axr23Qc87CVyb0XPkrr6byQOYWm0V3pxKBjnCoAPHLSFXxlY8Run+tLIDbd28FpgTiKwR+uozU8lZHCe5rLkb9fCxn9LQd2Knzkfxs7hID88GXs39EJn1w6XZik3yWPvmuTbJ0EX45ysPNcuNLJ3mttofPX5hyb8BvoWyDieVSCNMkfTnicqmXf/7sFNg02R/svxK8BV9Hb8Jl/uc5wXFvvnAP7tPj+I4Bc9lDbK9AJPNA6PHwDjl5fAB1o4sAO/dnR/b20ztAPtAntyzmOUxr/E50Bs78TgPvWwLHAI2O3M9KxNdBrtgPUgeLb1y9xoV/gg0407jMzu5iBynRd3/T/h/xTcsLo1TcgHF0zI3j2y3s6vGqc+clabAXbAOARAi3lHwbvdnCdeWI72D6QjBp51Tinkw3eQqD2e/3S0VQ/RvZtxyqSS0jwZO874IV/MMUzSbzA96F16go1isXgN+3ln0fshS9O4FzyvToTiRfAI0lYT4CqO0xp3Oxb48urQ+Bs4qmQ057Mfrh62nZSZBdyy4mKkwB7eIojPOzXRs7lF8u4sV874KTPwJouRLAQyLV6nnSEk/G+tXTLasht6IuxNR8oMI39qM836X0qDE8iWq/vPNN8tvhduPHq2DUPiu2kQq90W7HdemSZZH46sBw5X/hbE1w7d3w6H6F0ILWfyxq5O5US2wI9rZ874cZLV/5L/d1J34kFDM2M/0XfsV6dDROWpE177Kdg6qYhZATyyzJqZFfzh783HVxO5bvtSRFT79jaE91ZoSvYM7ft8qJ7x19CQUR0SfY7es/zn2SQEut+Hz8fRVPWpcYVW4CE3rCv41u7PwPJu48e3+Am/X51O9F+U2QpXCo6P/E30apwtJLk7/uB/QpueBzCBzriTInqR7d59qEL3ov81douLludfweAvSbG69OB4BsP9mfoMn6507XMvFkFhLYnhm+qw2DzJ/fJOnEEy/Kgk+AmKattrTeg7rjA9yj2Az+GYyQfc3Csye23k5xJ4Fb8Lbps+e935a+bxFR3mnKL/EicxsyNZ78W0P/9P8eAcmZrBIEWTwOSA5Cb+D1t8mRLJjsxC41T7pxjOGf8aDMxyhvExWGYjMpTovDTuucAACAASURBVGwFkb7/CIgeuCZHgGQzmkYofGMh4zn3S2k6ToqtZp4e68cQ21J92p9YyIhBP0Db2Yu06cRBpJY6MVrX4dTjJZMEItKcYKRWoB2Ab4CNiEFxccbu2Y+v3YWZdTIg2oElAsG47EpjBFmLrxhgYTzGv4ZsjBSylw5IOAp7nR7s2Y6bLEYR7wDO7160iIOAET4xsnMeB/KV9sdxct0B/QYkGEZdBQqQsVAfh9KZt4JE6l0/8xabOHP1KO8ZgSpFKvi7wHuNybcdjxQEwqKdt9kr9cVvw2UcE8Ooyf6IMzWK6c92DlmvW/kzhhMAGgfdW6HRAiG8XE5nHCwzPBIS9kzMNgjiFNE4sp+cSdFB/TivNCfTopXnZpaR9cKYToV52QXJtI5MamAMvTagewUtAN40X63YyJ7tFt0iOLVbOLSrjOBqnQCgOfw7yrLXXQFqZCHyqQPhEjk2CsYhgWHBdwDTFvyiAskLGQgDilr5nXFOpczfDNDef9rvIb90j25jCV0BglDgd+btBC9G4JOwkAz8AmijdLgHTgIbJc/+LlDZZA87PP2aszwHxANmfKZZOxiGJwCyWksy6bWYbTyaJ7/3rGyhTQceJvPWhv8En759Rj7fAX0cHGtcaH1xUNoBdYIY4/QZgPeC/g2cUgEsoBLZDh4m6QWe0WckQ2Dc6LtHhlXLNfYAgHbArOb8bQb853vOOltXWb8HHPMCtHMP9Cs6agHwBsBMV3LsjHGX5+zZP8jUPhaBCss7A2+PNmgHMkFi8IXX7cMoJMX8MrL0na7icUD3+y/YZxMSLGdxKk5gt89Rw6jRfC4D9bs/8gi+ys/oDean9/4MiMVR0y/v0dBxMMk6D+LA3ypYzlRCJyJXWOfGGNBEWkpOReScC6/n/9d/ThLTPLur2pkP4/zloNeYcy7UnZAXuT2OMxuCkSuNn/64/8Pv8M2v1uW6lqBIB5cwOI8ROA7Kg1+nCqT1RTsaCfYTAIiTJLzO/rPepsNJ5Ou5Jft2ndsHU9gKjXMSw9f3FNOPTm5e3UruVKPz6lb1PXbJUvDR4udq0/jdoPUN8vBXNfEG0OIAduDo2x+OfdHeNn81DZKMJMdIt1rknEoyp41LD/ayeTiBgcg+zQFcaYNsPm/5Jn5up3yCi1qr4H6q08O/G4A6vDJ85v1jX0p/YdTLYXIMOWO5qcKrqtrmZ+Qm77WRnASBVLUFM2hmk9w0PPK26DOtjaEL3/gZU1mnNe/KrKbLfD9JSS1HGJN+igTRlZGnm1hy9M8EEBqv4HzKPBU8/ZxhPsMzBA1+A0ue1p+f/hJWhN7X4bROTdm675gI1L0BYBy2GhsdQ3i+AoLYF92Zg2B0ZMnnsPjkopI6N9kv9uvbeYdKEOOtth0Idoo0vg39z++5r+5thxfjw+7LHmddtOZ9RIHxxuiWS0aUvfGrA1Rsv8gO4dK0q90zt+wwcSVidjCOpqZkfr8dLP0d6Khbyck+twPMdl2cYzgwVk/F9mx6bvsLZyD47E1AiPwKPtOQk+w3lDhrdWfYj/NZfDD4n0QsX2W/393BxLRRyYkdqMXu7qCM+AEbzbfU/G33biJP22jwSSfEgbVeuuvqnF8t/xKAnDNGxz7M4kZPNZ62LBxf0D+mYitYKDx3bPXRS+GvTTaBFv+GdbUOLS8bT7rD02Nzg3WzZrOH3w+SzKBC6x3Z0GNraUzGv3b4hc/3u3Hkva+TbDl+oN6PDgBCs7q+gz6i2Q3kp70se9207PcqiOnPwJqi28HLp4sUDsxJtsZ+BN84uIgPswIp6LYNJGQ8r6wH85Og70QT03xex74RPw0f4SuT/riqi6bbFc/AbtB9SALsCrwE6WM/Zt6xxYwbFcwZvBiZGrtEvkLW00H1sa/gJX2GLZuA1nZy6T2nE3HbVmAf+Aj6dMcCVS55r3YdWr9w74OfJrnZ6zsdKsAS+m53AAoE3MSZl39e2QuGfnWu93fW7SRFTVv2g33Hz4CM8R5/QVHsJq/fJPZhvx39UP6U9nOaVud4ChKJrGPi0Tg6Cp9i7wPV9h7fkwDxBkJ13Z7ZHTr5lWzMuPX01pFaE2x8xtC2pt4Lfa6yC2bDLoeHJpkbjOQSMT3sPmM6dBr7j+o/9h269fj0n3xpSoCYgFd8lK/cuoOlvr/2qxKo3oraDmD8zX+i8fWZsOhn02klGLY/dTsHTrD1StAKZtERekrUd0C5guXgUDqKbeL4+pnwPbd9hT/O4x3/++LSCaQ5yDs+jZalfXzKJGLAE/bnzbnpptpZ94ORpvvESZJ2ElYFksR3u1Xm7VT8jZ3ozzfBqun/l2/lfG6auhOoX5rvpJal233W5XeTbpNtid1YCSmdsOYA/bBAyyz0m3Wl/qllvO+XfRN9QH/gFb3/+h7ggdYT7xFYVwdXMNzHX/iuUii1gX50Rdsv2q/u5mFa+f7T85Ug/CY2ozfwA5z9n0RQ9uVIh9FPLafW/3THwK6A5uhS/Dvgy7avXhnfNNNBR2TM2lDxN8ffkESZ3gPLtxMYTvHZK+96X3hud6bBr6v9t/yZIjPtTZLO9tjL2CybkOX43PBYJyezb28AWPSvoHF0aLATvOR7+2iWW16zB8Epe7Sg9psE3S5WwdDp2BTjuY6Em7FYLh7+Xz+cE0yEZcZWJqGjMa8/mzl0kofuid1/6IxpiV6Kz/ro0bad8Y82rXjvvxuv7+qzv75Bwt7rDHf0OA7RDgADoNLSJkjzDQALFImwusXUCQBPxhVGJy0mzhmUKE05LejhPdF43e8//+s//Uy1/Igyj1IFFF73m3bGOFrayEyLsQXfvt+jlPR5BxP1NxmCWdR//v/+Xa13/PwobYTQbtoa163Ao+gDZBN4+sfJ6gyD3sre9/sA9nW2jB3Ve24Hz+wWcAgVzmg8SF63G4HZBIKRH0MgQTsEfLJrAU0dUPmzFaCNVZTctOtaB0IyQGwwDHO8RNql+m2IEmxrhXIbwduuVvfE0Rpm1KTrST7DLPvu5R3D9sqQ9zrtOZCMF+e7russjThr09oao/84jKtCpxWjn+31Dg1FoMYIMi0402Pa4c53MfI66Ifg5udxxs8+nHkeD8g6jVG4nHHJGYQJeMlh9x0O+dH7VhduZlXWWXS8wq7pV5/L8Uhbg6yZHGd77grAfCacM0WJ/31vxnG1CQSdlMHeWSEU8DoK3Xu7leBaHwLNJ5io2X1r3I5BXY/DNLySlj4oEt/nSUjwfkFPj6XW/Nag0md4CiA7e2uTLSRetayvIydrNFa+55ZJM5YDQJ4K4CjIrQDpM/qo+vaNdE8ZahOwSyVU+COf8X/5u9dcf3eWXsvec2/5F4vnfLua567TBoDbAcN93gxr3m9g/p5FmPEukXTr6HP9cWhtUg8Bum5x/7vDwrT0eXxKHn+faV2yt2XlWec6w/yPcU2rEM/lo9m71UudSfsEgA/wnhsWq5wlzT3XseEK3U/+JSkrbWVbR2RfRlaVITWUcWWjt9EDr94JFlupEfkeYf3qwhNUmgo95KvWARyBPFmjYJNHMsfc2wEozoovh2O36mv6xMGJIYV+kewguaLHewXeJ6AL9qGCTkinM+FZX55r3qi2plmUddAjM9C3mpn16/AvPNhrif5ssN+B0WSuJxGLBBx059Ev4/W+DIYOkHEm80fLDkhXxwQ9H9l7+L1kWhPkSRyY4O+ZZxlcP+XD8AdAGsD/roN0Xe8ZbQAx/LZia/TxMM6ug2gr66TXMYDl9LKuQdjlc/AFZ6Sdz2vSnamqdaJFl8aJ8bhf38D/nUARPNGJAumMoNaiwXJmMa37YDHksO7dhlXL6/69Df6XDgnmYGD+0UlCeMsBsA2owJd2PGutSm5afk0VUdp7JgEidLuVRm2Qwyu5WZwEHQDuFnehyXLQlp44NOAAafabF/bO21HnTWCyVh0iAUeexI8m+OFf74FpPrpd88VuCc3kDC0NE37+awDYAaYYvHqt0w2cnsrtxtWsPzBGYxYtEqxKMsrQkPcq/xqPI+vO9Exrn73jTi8TVPR5lhoHFQTYld+Y6Owx1bpZk+U3WoRy/4MjtSZCznNMwuX4/L58jswxj24Cb1f4EDA6fP7hP92PrhV6JvSj39eRliNl9IqDJXaOXoxH9KOxUzXf4++KSTs+RbOuCAlP4DzW+6nGuqv9L2wpnCFcO06TgzUIvo/pzxzPkQyjXxqzri4dcDPy3byo/besmQx7x3JGXhbW+xUAZj/Xtlxs+yavav7QKA6W7IMqKYI92wG5dKfx5K92uiCaNS6c7kmm0hcjn/5ZRxh8+479snu5CRDwiO4jutNL99G6a0wnyWQCQb8SjdELrWdbt+KQ8vikm2dKBJQ9t/I8/zoWi5bCnUib6xbXOdnNaxBa1+v4D7zG0/FJ/NsG9be+VKOAbcz/nAU6dqjWqnnI+GQSL7XodCB6zxBvZ9/ir9AdAQLrYfmfxr9DQBvMcM6fPoQR+4kx4KeyLpikJmgG+j8VJEXX0ZtVBDCO5RBCOacV5C8HJXvWHWQYWiesQvcnGFuY5RStfOM51aVD55sglrtyNAatg1dWrB3XfghwMPRBAPhNCEsS1OINT3taR5OAdeHEoQXZUw4UGGtu9UzrV9/ruz9t5s/6TLL6r+Q0fSfJ/7Hb9WzpPFfgWU9FToDfqXTMuPOEF3czflrWN9+Am37umffidnxrH//Vumkr7NgLYEfbhe96sCbMxfp87JfGqw62jY7uYBG0/MeelF64Aj+FhXztjwSNEwgwPsoi/q0db3DxjaP0/ezxnFd4jrCIPH1xhd5TAQ77dTo3anzfGFp3QQ/6Ca0l2a0dRrcdkPFEv1LlDm7rLkYkKMS/spVyvwLA0NVrO0DT/ISfGusf+igZT+IztPommoD9OxDVQYI3gd7j+/698rN1NOdk99EgrK/W1JiofAjGhN8iaSmVSHRk92A675WCQE7eWBxJi2+t9VYc5ux689744yKrI3vO+k33TuyH9tf6vWr130cRbCiEZwxum0G3ncg8gltiN0QmpBq+X2uj3IHfpoOzTq1HLCcXm3PPjHOr/Zm71p8A9h9HQQkTl92CfJQdkeBb8D849k8789bvZyyTIIKeOxW05Q8K7lXhy67KPn9wi/0D2X/HeegQM/igk4AkC97OVFn7WvUhB3zl+K6On2aShTReEioP/cgmUKKwZMnIoeOHGJkRn238X1T6w4d7n/gANH8wznvOa9NU5EMGnms2xvWrE0D4IAULbQdKzyf4is8idOfvlX9a+FYyV/i5k6Z038YzbxeXv+vcDQCLnk5h5PBD+zp2PdcebV9V6+ezq999bMsMvzcm1HeuwgfmXjpNb6UrQuQc/oNfSc8WE8Uzp7C11nQ7Z5Aodds/oTXhQuG+Jc5jp85+X/s04+1E5Fua3IkMFAjaHhh7Nj6dYCpkw+Ujmw4cjh86AGyC37Y9ydCOQgY0YjgR6KTlirJv317nZCJ2BtxRUoNYcY5xVsC2sJIwioAPge/0c3bjgAufHxunDWesoNx1haLcKGyyzWix1IshRlYA9pdi6mcD8jfjgTNLFzR2+6retDWeYchufRCi/OWA6edHOKyAgPkDLmN8JOsiQZ7OoD1ngIxiJvOtDWwEBsSJQ3jPtxgg5kqAZHYgdM7PMcDksCCrptdBRvRmta3j8hWCG/z0rA0POPPAezsZXKLT43j53g/dLAD11WOAZv84Fzijeh397UDoTL+3BQEK/gWaekZXg3fryAO8ZkG6HQPKv/e3DQIEfL63YMM0MEx+wLy3KWCkKy06MNZ8pXvS0g4DvpMl2qFy5mtHf5Q6dImw7ABGxpcJE8SFf17HVRymtOuJ0xPWh/egpdcIv1qnfQOhaoDM1lSJlKN5QIUNwwGOx7GpMY/gFxYjqI/88+qOcoWvabH0Jli8hhYJH8eZI4E99HnmVoYR4JKs/ax1DLBjvJeDcR1Am4mP8yN7MGc0DF+EDtYB8wb4GNNxPMwbGF3QUTuQPEat0ThQtBenoosg8ihXaIcKfa/tZE3tmV656MjQb31osxtgsk7wprd0c0i22R/ydxi4HS9UT5jHBtg5UWFoWHvxKwDcQBSj3edLzr6cMzYINH73SyXCRok72OJHW0GnC8YvHXADoOyhWJGzS9k3jBFooPfpVxAeulcW8X/rjNuqBurKJBxtZPtpjzPWNXCOQf4ZYwF2d3tO7+kkTUGHnYiQdch3eOG48ffnzHD265yJM5l+56L5JbyxFdbQGoEa3e/Qnrcmgov7RjanzaD5BCYYQ2czYjeQgqMDmR09qTN3lJYcw+GXgddjj0OT1i+5nvViTg1g2zHOfaika+CpZQVzcU8b6mOAdqCwszYvIPkscleunj37fvnP/4xBRyWmjzr4BmBHw6zJu1+95+86YSjaMWgZujTy6z5ObKrkBa9gOXBNi0Nv7lYhCTYA2l89a/4nP/I8HP1gK2TOG8Q4mcUKKEmWTbJcV4Sjv0Kje35PxpmgznnN1NFPnWgBdt+9SKvFq2PJ+K1ZU/AUzqWWEy2PjHXqHExoEmORz8D57TRjvcGCZ/8m8EQA2N+zHH0JLZO2waMEKjsw7pa1ZHsrQJX1jCM+ukbX5/vdkUX2RdPdmVN1hmgDGgeTM/w/AouTcgfb45at0gkqnbzzHs2xjqEKbAu/Wn9Hnr5nuIZWFht63Z2gdgdNWbelw3UyiReR6aF7OYdWBiPPkNNpJ/nsjfds3wTv4XiTTj0B/l1u3wTniNfd7ZLvTKqmP86M7YBbiGKxQmh91wWRTSD2P79qf9YDWzHPjieqs8mhhRjZmV+3nF7cEDsk89nEFwIc2GsOpltvNr2kEpQOW12ZkP29W8y/uJAx8hM5YR32/UcFpOwC5t37+8th0LvbWBGb77JJnGCigOle1QljJFRmm5JY9muPjcsfnmbv9FwqAwg6t+3cFX8eRSWQ9/pIp7gB1LeVBID/tOcSbEVfcXZw7jtnrcumfu2yTmb6PlP7R5tK871fjir0RVYuvpixfE1v7TzrymbxfOz9Wy/8CgCTmKyKmoPhLR/y1A7CHznmSvx0dYrMv1vq3vwwHRXKyWgb6iTpbLU89liCBusci89JLQKNvL+HVlemOQLoPaZFY9e+Q0vYe1eCpPxZavk3VS6N395KOc2TKhPRj+iL/fgld4MNIxOg225tKUwRRy06It9tB+bZj2Ed1htO0t+NYcK/y2fLF7e9lOQoAuv5TE7UftmfM0ILzK/Pg/l3b5pGeyySIbIZfI0q6LQOCrAO8zf+1GeWD6KlOpsQmXwNzGuUd5xo5QrncWxPhwivU554/H19j5Y/6GMw2kkqL/8b60qC4rGzZ7FbBrL+HBVAG2s/v3Rp9OiOvTE/tNPPeavisMuyrhNoGvsQWWl8Uwk9JLnr2pxHGHvD6y8Zih/WnX+2kgq82XvtsT1JQXGexw7LmmkXdm/sc5022uwHCQTSiy6ukb1Y+0uCup99AsCxeTqxkvuxjq/Nw1pmYPioore9BrK9PL6OGM1dp2NL5iPi0rPXxuiWstoK+brBQ/6bbpCzXm9XusiW2BjynbfsNdnYh/rZRl/npZ5nPgtWAF/cle5TJKE98bpmT0/y8OgrPd/2pOSazynejiqhr9te6/ONI/+TuHbGo/UVPX3vyd8ZH3xwcPaMtvzC2sJ0CUK1n7ADxmetR4dq/ZTg04k9Ya+0gG/bLMUHWyyijibWIiP/TA6Pz6Hv0fq9/U1XoP27/q3gnRBKyK30MHL3tR85W93zkF6YxJS2v/ms6UfvHV/nE+DRtVn/SZAULigc3gkXbxJ/gqBT2a6AtvDX2IXdWr/jCBrLe9Z7+2fWwIavJpEMf/Ako1pmaMwjz97AX3xb+ffr1bJR83rtVeTrfV66nhm61PP8jLEfvYffRX1E6ZugtTGw+GKFecGOJ3D6FERQYJQq1Xsm+HGMD2dzSM4QpVN0dK6SfxF9NJ12SfbRlruwYvYeu6aTT3eOOrd4zs0mUDpYBtI5MZXBf3puH8PKmF6f4OF7G2T51tuCGoxDS2LG2vqyC2e4B0eR+W/JuiGNLihBBvId884no7qzR0b19yMuoK0O/qJzwp+5wya/TTfc6YCgNTlxj+NniS5lD/6WwCu66vgR6wxGb99OY4fgzHSgMYl8+Hl9dnRhzN28Rp8y+lpfTysAGStSSuMsuw3yzBbhj2D4x78ne8ATGgcEgj+Bzd2gt2Igm7OHIVs5WvJoU8JULDIL3ZkpVCTvIc8AnG2xCGNrTpxR4HmMgaWfyagd5Wqn7C1IslkjGNxWQtd855lOhjkKjCw7fz7gooXw+33m+wofNrsdthGSAQf9uX5Xxoy+K6DdFVJ8zwThCqQofQQ1gk/fQxCaMJxdFDDXAWACUjlDKQojWd950isEG+iaGSYAnOcGOG57o21pCfMOVR1gr31BeWoOMSzybN1nhVWcHXo5g1sOEBscEZwo925/awHmoNEG0yVUEdh7Tejj1wsHHCCdCgFAngI0eh3h/ABvA4kyNPRd2pEmGHI7yfT5Mbg8/+EXrdO02mOsS6NlNc6eEQDGgW/AVRVNODrPnAfcAlw6IztZk0lq8PimiiPzDkC2khvgKFrLnBMADt9EQDZf6G+As+9r4zQbgWHh78zAMRSlnFHoHRDzeGYpGiQbcKrF1oDUzjyGLp11/o2zz53QOuNMk3PryBNX7wSUMqYYRnfLt5dXWC9oCvqjmkCf41h5zyg8JvG3zu14B8Dn3nF+Zy0niDpz1vdiOG5AiDVf4yprb/oqY7dbpFlJfffSWjlzc4yTXJdnnqD0AFoAu37KzjjnMuiaMmoIrFJBzd7aqJHTt1rzsO6RZ8u/McZCa1TtQBMarOUUBS9Nu55yDJBXv8UBFFow/RKsP5WmH0D7v3fm+98CwASHjjHqPbciOrR7WnwabMzn3t9V9swjtJTM9w2Y3MLMjuKS7xxVoDUiUcnrO/fqIAF7IBpFF55EsUkq83Wlw9pg6rMA25iAN/o96Q+1YnOHEu/gBuoAzO3QNs3JMB1HBTR4WjMJfI8B2Rl0GH/ziMms5ImiYc4CHjry2WSRdezfcSaK18QLSko4gfFxhAzA5jn81D3eFld89sqzZKU+jgNjurvy4ZeDBXxE5mv2WrwSGUEbfvinjd4dM+dHLk15/HOmpwzyY0w7IDHZ/pYF0QP+N7S7MrExZJ5mjGb5sfv/rp3+1r06AIyOPQbCbGX4/u8txnkmuhwjDseePiewcpzF2u8RIBi2yE/JJ4ILGEJnX4sW3jMx21HaAb/Q9y2P2lkP/WtPVQGctVkd6L9LHmoOeVYqMS2+tS+Fyd+KKvCk8das/Toz67yfes5r3NuRz/hsiAeP9nM7ASNyfs7uU7BmAlCbFJZjGboCOJMfW0EtHScg8ksuId8tsoSxxsGiW+As1e/gWcOf73vsszvKjY7ss7Z1DUlHbyD9vn7P4or9NG1Mv/HDi2C82BPhnxevtpMNWu5EUGivHSKeo9RNy+tvZzkqA4dnG9vcp53RfA4+72Tb0F2cya0LnGwzTpmu+j33l7weZf0mPSBHhL/fAPAdeA9m5tW2yEkoGnkELme8YIl2LOmzboXblRWXs4Agvh+8Z7QZQw7OkH5IZcJiEHRu0xvBB8YnmdLOy3NOq8bmVoT3uYB9bILndnBD4bPZ/xMoK0ykLUBv/q1Fetbspk0SoDKXBEj4PetI4tjaq6FbfA352S3Osd+wV6z/z1oj8w5asPPdiXNz1Av6yXQv/4Dw6ncPcEkCUGs/OcFAZrDlGTaoxlV65PsrFRZggk3oyt6+4wpOwX4wjhofhYMGE1RBZyxeDRVDw68dmbUavO/E+Q2y/6rCtn4aW4xnhjY3oTJPzPj0SmV/3ltdHl8CLet3fCPT5ehypTv3Cl7IPksR3gEmjZXW2npGsGbm0q2eke9XwGbs+w785eiLsWWKvmh9K1u0j+jYKtrRHxVD6gQNzYbESPCb5FFX8mDPaM3aKQy2gWdyr9AVY9fSkCjWuhF7SmsTPLJnSJomvuuQ32NKGIe1besE1u9DyR/xYSdYvHT1tqkFn+Te2+4WvvXctGaWGysTshYJVOrVWOKXfw35yP5rn+wjGywJDRpXDs5pPRmd0zJn5J0VUSWGF3+27oBeO8k4CUc39m08zn51css1zlkv+EpjP0d2DDYmiedf/lld2dCdmkcI8SQ8f2uhfabtPzrh3Z919Gf+mhcJp6wldgbjwu8S2bQ2tJLtQkck3Um+3uuhv3PGaRJCsQ+VQHd1OBz/IJjBc3vsm65Ma8zk7x47aNfFfDQybfljHfnQLM8Ss/j7hVffALA6BuU7oifRzqzS8ZEleabxFwEP8Wd3OWF9j7xHJpaQ72DkL/sH/d34BZqQ/NGLAPCx5xvTqqDKR7qlMr8DwGvLxbdgnj6VmrvX+F8a16Xj49oUyJ5TFYo8cCFaAmt6ESRv3Y5+706KYCfxI906pM87WchYRftEAPvxB70Js3p+Y2xoHZuFZ77dHs2Xg6NMcyN44C8SwP3Zt8aKY7Qdc/P/fcwjHaHE7xwlB993B0eSnbCrSSbEr5uxZ41jfyQGErWrcGz41kVTozeuM1u/S7FbkO1v4Y0u49hM3asLrsIqkhcZw68AMNgon6/P0Os7PIHuI/Cr+bUsOMUS0pdHP2SFwQ2sd8vn7qhwF59lvGd/PzmT4wvGHpwFpsCj41WWhWKZT2aCOXQd9ov5ZWRcZL9812vn7Djzm+5BoBq5wJGZbQ9AAzk2YRIw5lknADw+U3AbeKT5P+u+8hL/lseieX0/N4F4gVEf0XUSy0ct6PmSN9b3Hy9g8zF+AqiNlTsAfOybobW2096As2iBvQTftX7RPBw/8HFIHEGxPnD8UR0A73PksX/0E36meEHf25jBX3DH0ALyoSvT26eYQkaoYW0iaEJHEIUPop/hc/FagrStjQAAIABJREFU+7/9fZ0BDMOgrHlYn2EEWAWActN//YTXOUPjkyPdghQFvYBhWzSRgdUE1W13yHzp1rJd6QfA17ioyLszKu9WIAjfBoFdSdVVZVJga2juQhuQf5ae/sUw3CA1AcQFvf96jDE2pgMtYaatAOR5W3qfDBWc1qqgisKX9NjMJ90nAdk4hDi3B7B6gOpUwpGlaCNLYnccBhjcAO8F/uOAKCM3DB0GR4AzRwvCHwqWecSJeFdJNUg+tDiOClaf/TtJBB/wwFGYfQR4AuRxLudcaSuYEVCmYV+/VeYHQExLC/aq+8qjYFE2Sxn5jaqT7GsqMP5ofTgK6jhpbLCESd8z8+ABAGTf/21Bm32OQcw8cfZkb5IAAX11BWI7DG1gfwKEYP9tsC6wl8GV1zqUfo1Pcj5KJAIJUIAzQ+AJwEYFf0zdGzjpSe18ILiDUMWZ2g5Qj25aRa1CFJ2MEh6HGy3JCNYBlpTdKVfMpcRdVTMOg1Fi7dC8Ayjr9DZwG8cGwD+gdrNLW371eh1H7TfubsUbAZ8KMc0vxsm0lpoqgiRAzFaNkoQGSKBAJpqCio6uM3AA+mXQQf9a+2SRz9mVOAhHvrF3LSP0O4q8EyKOw30My9fh0HKtnZ8HhH77wxl8DmBP6911Qqda1vw6jiPTycibVZbrlGqdYSNVIGgCu31MQOhlAGIB1HagCXMrwKpXDLINqpgu5zpn0NbZn8jbk8F6spjvwAp70kHvlh8nEDWZ2w1EvSYlu3GgtjwjwNLBo/ClmCEJHBtQ2QAf60QbUtPCN7BfQJ5EF+bSDn6CNC+/v/MwLZf+5F79M7pOAZYN0qiSQThEupEzxv5IcIGdvr1yi7kxpKBNHHro6pavyKvX0Q7v9XmBfozk4+wJ8rEziw/vSj/X2UYNpGmReGSvxx2Z3EYRuhXdpJ+SH9pPjGOqdcAVyPQ2giO9J6D7/YZ8TwZx8AQBcpxhTbcknwG4L90x5xICZDGQXpl8zyEynwAKDoTIIwy6CHNfN++FRrdahsQf8O46wCZYUUlBwTmbCIWMpg2nHJg6goJX4+DFksF74ZFUMXdroK7U91pVperq2cnk0h2+GzvIMfIvGdxrqJmDJ3jYNgGt8sGWbskmA9IJQuOlGn4+CUDH+F+OYx9ZZ/3854+2/m0CvgQB3zO/GutL/aSCKPIZg7kD6iTgxDmtbjQ5M1UvWtjpdyqcmh6RSdIbrY99qo2CkqVfoj9yX9FfsL+w5bw3WIFnd1XRyqv7XLy/VeaYX6Rd9MBxLv6q3tDnHXABE+4u3L+Ff9dWMjau4MKLzfVd6DaYdc5etAN/cV4fT8J+m36VoDX4K4kwy38twzeDfZOzzG+SSfMc6OmSz5VgiINQc1yDf5NJwt9Zj6Yl5I7e/6O9IILv++y1H1hL08MEpjo4c2yX4RUCRHF+pCJOa9+dNzoIgPyKoyoDP/pixiUd0R0m7naVm9SG/kZ+xuE1wZepvtbabFtLOUQmgx4MOLTjdVKihvHpvb4+TkbrO51uRE/SB9Ir737zd1dc4PhrOwQKFi22TYazERu28UWv18FQ2iclZE3VVreC7UAvAVI5+11t640eu8dytypqZ3CnUnFoAfvrOE1VuaGWfNCesLLbxW1y68GnetzgRPYzQffgrtvvgUz0RVdg71S8jb0JPkqiYkLOjQEkN03LowLbCS+9iDNN/gfLha91/9u2nYrb2NvpFNMBxzfBzseHmT/2/ttZIUG+PHeTXEJ/WwHd/KO50YHo6gBX9n+3l4UG0fXGzvOvA5Yeo2SekghGiDR/v/6pzGmEzdAI+EA/37aG5hnN0byzOta0N/I/jJV1tUy1PtwqROQTNgtYG0c8yR8brFivor4rO9h8YH2wR0YdHaXxvWc1F+YhWfVUEY9hD36KXA6+xdn/yr43gVlTju8qyYmaN1X/XuPvP+bdmKplc+9DMG6C5Hr/3GuOmDH9a+7f97A52EYCQse3ML6G3uZ2ks+2+xmvo1vPJpGG771V0U1f+FYbf0DHlj0TAL4CtGOfL54OTr9sDuG6wRjtkA/9hsY6KZqAQ/Tcn7II3mH9tdbqpIWOhZaYz7F/B5O0/jS92LPtYZ81JOGyEyJYQ9R15PHyYBd68IwEoKtidfg7elB3TLUv85c8STfEtWN5rumm8J+G7HVlfb+/OfcaX1Zfy5g6MUTJf21//wpgNV6zeKgOcxePzfjkLWTvPEP7XaKHjD2mvWw+mxbdbrH8yfpvIdivTqbopJzIaQ0k9NF2W+TfzrrlKwnS8hvIRsBe1LfRoTmaaiuKobE+j/3tPKQ5UPDSCbi57yZP3keMxWb93/DXi33b5vdadiKEfcyDxcrP3fxtf56LXLYgzfp34g+ifxIEY3ckUecU4439BW3dBQ6Red0ZERtAYyVGAO+AvbZiPvoIWRn6WTu5kxSs78dnhlxGV7HzLY9aluOfRA82f7TPxesren58k7ZNC6NKm0am7XdZ83PEn3WavrkJiOgL27wu8NhuUy0Pu4DsjHUKP9qvGFrYM4xffRSf4CQGruoXEx2/jXnb8nC/EB2d9s/wL8mE2Fm2GZWkREGK5OzBfnf8rv0v+MxDy4l1xL+1595Gny9G0742HoH/M7bBKzpic4Rcx9OYn21MJah9Y1QCAjq9dSj6loT0xAPVoXd9o6HXCgB/stSyYXw91r9O4gzeklzx0s4RRfBH6+QkUd5FDOigtxI8fMWehv96HZivft6dwoi5bIJaaB/Bic22NIU/Q/fq9W99xJr90zexQ0H2XRRBhYh3oOs4v4Mx9Oi/jLRyUrQSP4wxvxBMw/HK54f4ng3a7NDVHIz5BUwNALkvs4U4rTTGsdJnGB2mr0i7iegjLimQBFq2dXMziIyYbiHMszFcTgaBHx7jkQ1BicURp7FpABPg/AGyUrmzq3qY/xhK+awdkAqQkCEUgpUjJwIvgHhbz/V+tYKkdVln/IagAwIhUiqED2j0pJYRTKQlVHeflklglCHFc3j3HQQIA2g8KCrNKQ5DWUdxAuuVFgmhayuFb8wYKS3AqNzCSICBuQ9ZGJ19hAKDrVJRWr33nf2zq5psoDDqOZt69rkVDUL3PZvgdXw3HZ1108p8D5ChfoDI7AF71g5fAsDOah/hnDXdypa0uY0DlOAOAeAs7O4xgp9Ai5xKMjrUDkbk0FnrjKOVBTT2HvLOKuq7OKl7z/S5nDOST2S+cY3vKSVkg3ky+yeoxtnaBIABc/AG9NWGXgPhoyykYEbRCbghuwRsHKgfyfs6GXFyYDwdahn/ATSDE4/sItHIDaiT6OD7DM1Rha17bmVgBRq+74qvnEwy7VA9n2r1BI+ftTS9rgx76TuGw4VkfCnr+MqsGFzZkwamuqYDjAAOgzy87rrvV1Eg3sl5QpFpjNkBlNl7ZKDvO0B8tWHWpOWCnzHT6Ha3I0IjV3Bo2/DJc3NmvQCIZPW09/s++8c/UhliHmR/ZgAatxyTx6CbAPyh+cmyfg3kpsmfoO1jBANqzozqC8S2M2YClQmm3EEKACNj+S9V4Xpdckbkv31n/YAlzv1U5SFyLDIwb4QNl8QnOICzP3uzVQx88QBaJTA9mAUZt8kE2+qHvd45xdHoPRg+0R5xxAF70wbocWp6vTKJBlcEgKma1T0sO5wQNIGrWQie7dWzU/fmE80lCUuPQwE6nMW7nGDfRLq1JvRJldJtPG2XgF8BYPG9aWH0gAPAeqbktuhZPPr9awNXy/nrOAwFgAnuZU1WZvQ6Fzn4VwJNCaoutfB7ZzX+Tf9BZy0HD9b6fvnvkk8Xb4/87mratNrKKK2/JlnlDWCgm204PvtKAPjFEje95RmpIIrj6WTQfs8Hx9hZINp6Eq1SDbSG7JvgmQBcsFp4+oec/ub/73PWGnPgbNLoxVR4wVdJKEjgCPn97if8EJ6Tc0VOfQSh3gsuZn3F66fy6ft9W9huAJiOFvDTwRXf/GlvtrSUCrN0gJnnjGw6xmTpn4xTDo6ZpxJEvVqRo3FyhSGbPjnGwsblfN7dgTK/P1uQxaG5+6IwUchnnjNtSZH9Lw3pUbRnE50tnt/uF+gGeABscwzDkcONbQm2qyrDc9WKJB/14Bz9nsSIVFCGnhNcgjZ4duhzDKyn5fpJfPgupGKNbGsCLw68FZ7upBI6g5zgw4xjK34by67duxXQd2JVB7QbT3QF8aVKjS33GaHH6b7RduOIsxjqcZ7ggIJvjB+OXvyTznRvsHXsCEVj0465s9WRt+gDq5WDv72bs185v7bx8f/4LFM5YvL8Yz8NXpB8Ihn4qhqoADDz0ZEABIBbd1/yc+jn5atyV/h2sffUolfHC20b2Nfxiyx5E0QZk+bKWbeR6bt3OFQITvb84fl2lDf+PffX6kqMz363r/Lo0W9924kb3jHbX4mMet+dXAyopBeCK7CxM77hQ/Dk6B9wUzhSt167H9mFH+A9xqnxW+tZHFa0iIzTbIMi4fFNDITOG/tomJz7GCy+neGiXzXaBGBwxEbGDD+MfbL7GVrWehIAptI713yJopMA7mdPolXL723tuigVW+XQofhMXfMGo76OPxK+GFfbMwTus5+xC5BXF50P3nrnlg1MBRnqU+tEZ5V/+wLyuvToglkrAsAcedB4uceJ7JCdpN85Y5ixRb6t49/DmWeQrMj9CKK+SXQc4dZymgpkAlPw8voKk+xsivi2RlWxvV5dVdd0qu/cHd4G9yuIPN3ZHLwyXgvW6uuPbkTHSe+PjaqxBJ8lMUQv/Dog1h6/Py+FEZmzHQZO9dvoR9aiCzNMN8PXjPV0GfnGAP0Ki5niraffBMzsEHK46fr1bx76q1/UgYkClL9VXNnOGyygNSJR+lQ3Pz7W13/AWmacM96xHfCLPWbsGWHbGH1fjaGLXqRD+vgLCer43zL2lj/Yraa7H3Z002IHj3r9kLH3ebR5JrTBs5mD974S6DoA3HQHpkPuNo02f+f30fkuylnbqv0Aje+iNu4jqiK7J2gsTxF+PePYwayF77KP4a1OBmnMSOcxeJl9bxsVXNR0od+pJMd/2npRw+wK519VoQlszXF0ogH7w9IFiTOq3VFo/EH4KltWdKWxxvQG3wkAv90VtgAsHaUaj79HWNJZBF/L6wuSbJBc6E5bGUvklH0G+MEPjouM2GDv+md1LX5gxhlf0ugByRf9J9kztqiuEe+8Pr7Q+FCg/IPjl1ra39bY3t/Bqdnr2956/XvYIH/oaj9Tg0wio+nUOCn6vRPBwEXEoZpv4BNw4S+fwrHNHv/BwViVjMO9++dtn+UT+LA/u1oB//AV4bDEzurCEJJukDO218XdQ/8dB3oxrWJOCcySyBC8xngcV/lAiejgP/6DbqyRbVr3g7cqvvfqedPOd6n0i67pJIbriCnLafDAp0P/lwDwsTfGPupk/7Stj6I6Nvf/EgC2rj2FcKNbZ6F+BYD7qBN8aNB27y+dhkzXFCM88ZTFXbEZOym6/b7tC0DnGAPYT/P9+x4S14IM0GkPCRNSgn4IT2v8/dOmdLC3syYPIB/C+LWpTegIdoINWZBsAmeYNsGzsN1CmKql06N+mO4l2tspfbfyjbDMJjaY+JPwk0EEYCXDtIGJPv/Xf0n2bGee29z6BJ17e9fZT2x+vo8xgjKOgj4OmmezuRaA9atlbfZ3CFvCeUrEZRjod7367Fr2H+HnewtoO0i8LZluhcOZRfQg/y6YOdo5oYCFnd+q+DQsOPPiOaw7jqEIqIwv9wjlYNzq9xXa+jBZfq28rvX5PrOhZMASp29n5uTucVjBUMkiipDD6IAeE2BWVU3GmGzI+7xG5paqlTLk7UffoLRoM2clBiz8cgT8AiAY8ha2U1Bk/in60p+vQ/6Xw5Ke8ygEKmOpLu9gFc4AKRQb2DZgNiDwZqh0cgZneQM0CJg0Da6iDJhgfV9HOvubNue/Kj7vbK84TfRe2rcRADaNV2tr09kYLadC+FsY+BA6IYqBEx3HTvOG5aqD6Tp7RY6mf5xAyOHbCaSc+36/nI4Bx4LEiRSHCm/rHgQ1oeFjhFTiw/JOAvdULbWjnvmRrS/HWoDuBPRHsbthjOSs6T4yymchV3IDYwnd3sayAxoWuFnk0yZkFBOVVC+d6prD3+bjgTi+zTowxZdUQmUv4eFkjetFxi+83plTMaIiX7JuQwxzL9HK3dpvKq/m+6fVzif3qJjqoHbWSw5aVun+Kbr0mcN/BH5vZR96Wf2NAcndqF5pAyqOfE1kn9mGKplzbbizD39kbJvn83zv5bcudqSWrGaM2ecF/v1+1nj3hdZ8XQ30GrIas+i0M+Z0h07QMCidjGZ91pn3ApHprBHwL3Jkvc7+DZNh5EouN/g0HRtQTaIFDgMcrhNcE31rrNIhffYZuualsw6adOvY1ksJPmQT24Bq3HSva3iQFzxB8kw7yI6D4knWou0l8h/HFU4HCSU5dtzqvxzyXvtPB/6/OH2aE/ScAGJTj/FHA1m915WvrzHm+Vs3ceby0l/2FLmktRwCdCLQv5yzCdGfHRR4q24a54GXebZw1usIkoH57//4R+2F+AdnTMA5/BKjKu3ku8KuO/SgX+FZAtZvpjnOJB6cwNO0sTN/rjeOMeBI5Nq/rfEmiEoP5wnrDLsVw76/QZtgxPDIodFy+Oka9FYno2JMciRMG/Kc4aj7aT6dte7vjwMAXugMevR+rt0AMGsa58dd/RG9X+MfvdN6rJMlaHWM/NCzwAv73JKvbnVJdcA+p3lG+4OBzrzCfxso6oQW1iQG+7aw9/MvzH0n0gh7in7OMSXDa52o5/WQzv4ZoMp+/pl0XLRjvLStLJmngo0k6vXcNwjc797PcJB1qi3/4EvpgQrQgs+yF4NxybCvKF4CG7P3spGHAawv5nxMAhvv/ddRFdvDfC+sqD2rPcn7mUvTWNurJKPo+n988oXP4iyWI4UjByagc9g99pNeaRWXcYCDbPN/97Td6+RPPqcqYfnjbRt378RvXBNaW2zDs99EgjdgTAUTyQnZp3TnegOiwapTcVB67SRzTyyLY4bsKMG59E23E3TjwMYeuCuboJU3kPHK3l6X6Let0M78Y8cdjV2Y9ARsBo+fxEY/3Lf6cNHq+zcoQYIn62Xcb4conQ/WbrJpNLSQ8zv3TODGyB3QXbrLLNGJe15a9vpKrPh0ol4+J3K6hOnvyBNhrCQ6gVNuXTW4YFYLRzSYTnPQ/q183k5O6I/jSB6Z5U42fn7O8s489PzteAMG1WeuvgE4Ph2TOgDaDmtoYBOcZPelWxmd7UIZ2nzWcnmPxIXQC36NxhE4uHOtns3RVJxFjX3Pnv3C/SQsW+fpn1yfFkZxvh5/TuFLWqrTtYGgCM5HxvNndZQG+t1bePxb767sIuCX9Qb7xgiky5wSF6gaZH3B75vQrgqhxSTYHv196JZ17WSfDi6sr2LPACTA9csO6mehX+Aj9hwbhgqjHdee2dj41XwzPhC9Hzv5luFaJGxuje+cUU/S0eyt5yMM/NHhryCa9230hlt4TgfCbsmL3kCmsZa9vn7M2K6sw6HBx4/Q/lUcH7/Rz/DI3Be+4PkvntmOJ+OgmwEuD8zxJ6Iv24f5yXFk6AHff/QXLbTxETuJ93RxGr/JyHIwAZX8GeedeKA1Dg+QyD50b13Giqoi9JbLRyacLkL7XWTQCXRVAk2S0DZAy54Il3bHs6YD7D94oQOZ+p7sKeP302kk9jLr2TZuxh1dYPyjpJ+ZZ1fJdoLSy1Or78QHkY16bQA5zqvXz3hsvQ8rsRcU8di/eALdW/18vjcdmFhlEo46GeZ0WKsKYHBEJ5YHw2xyDXIPuns/f/nn2H+DUXbnd879XuODns/bHQMZeBI0vVdZ3LUXNyEpa75VwPh820a+1nXsJ/zqnXSGjPwjoUFyZIQCtsZ+t+2zsTWneKL1imWp+eTmEdFnH6F1/F+TiNFr2PzA+4d33oToOcO+Meq1H1Jp4L1JhuzuA6xLF4SFb9bPybPbd8fvxBfgW8mYYKuvU+UkovZxI2c+I5cJzIKn9CwCuylk+PyAOh72e/8/v845/erOSd0pB7mHjFZ85r/mGEFwFnJZfGjbYDBA29R51tiyoo1RFPIj4VeL7Lk1CLaTfS3z0ernPSajcQCg7CpiLPtP9wJTdwfgN/HAI5a98a0vPpkwFQ6QWyG+AWDsa/yw8bNGhv+nEoILO7ZP4GcA2Iv6XSgHd1o3ZEn5ybkSfm+UnhldAv4Yx0OIZHJqYpUBy4AOcU620HF8fX/n+XEctgJo45czSDRmMh411/8p5yNMRgDNY/3G0hn6PT/93iXmzaRu+3HOqIngaQGha/U5Z+RC+CdDTwaUgOcT0d8MzrQV6U06zPdtAI6+Bo4tTDXHXwDkDQATYOhzISycvV/LGAE7Ico4YNcAClMuXQBIaQG6wlS0MGDve5MAMM95W9lRmScBdM4w+QjBDDTAliAwNGeD0WcnxYGx6xM6bCV19vMjlNcZDyP2mv4BZq1wZGCnjQABYA4Lv/br+7yDMHK20kK8WxCG6auU2/zGfmTtfjl/mv4NlATyLdwCHo6RNBVO7ejU/ZPtGiHDGQ88yxWIssNm/cgc6you80pXSk7WGfKAtaDyzfwxLdf0uzN7puX0384j44yoNnguhyrKR044O/c2cNcO884eJHOa8eua08P/sSzIlNZ3vX6c6+rJbQViZOEGkVDSfcYywK0NWd0lfJaEhM7IjjGXzxNglzBPAA/nYPZ5nSzHyLFBBzSKDsAB1gkqvZZ23onPPNcKLE3LO6p4eKZ+ujLi+64yy1vWxmQJr2CodJazFdQP/cH7Xl3LogRXdS0846XX+MZoPQpu9gC6w8GMgwt6YG55xmaQsRbmeW5SPw/4nADwGUeVmL/3A2hoDU7LcwdKvwAQi1TPQN+lKmA/ANyWeB7HS/aLhJRuA0WW38l8rwxi+KkdTWRvnvUbZ3MDr6zZGidJIPAu+zISATrIYAfS7Nk9/iES0cl3C9q4YFg3oNflkTVxvp5AvvVlsIhed2XJ6mt0G8/PemUeCeCNA8e8dusNbZQc4DI6Uzm5rW8aLKJ3CAjq3hqV/ubM+TbOOgD8p3M7siR0EAdtt5rKHsUhRzY7ztl2qpF8lMSbXBUjP7KMs9x9N+mDb+M6geLFIgRcfxlk2hcCyl3JmGfmOAbt2wZqBut8q5QgWPBmO2oEYEMPyTTurM2u0vAzRnaTHW/+sSG1wUVkWFdE54yqLE6yz1Mh5LHaOLxls54r+5wuGdBfdxgwXU0Ga/jqq1Qz/kmFnvl/1jxrPJW4XoNMhAB4jJI5Q2vakWn/6KyAwzD3kZx5qvZnXU2Xc/98L0lrdKy5EjtLPi8+vYPUi/Gy9jIgU4mX1ujQWahuaW8mfhncOB3jAC/B532NXmd82wp1ePd7tvCPMZKaJY9eePFs9Gd0p6t9HBjLs7rjiv6+DLEZA3Rs/vi+4Od5zSejdvRPrz9j4Tvd7lDfa0fPScKtM4rXCTJrb54dZ9+sKUHB5h1aFJ51/z7EiXAC36L2bvmnjCRjkW1T+fIUSUbIHVeaDubWHnVg4ZLJo+vQb1n7pgzR+ziTJMvNVEkA7LOWrKPNP/92dHTbN9bdgwFbXm6b+tBTfEbbyebixc8himwGf0ETb9u1rW7YIzDaYU0Fnub9Z0vCxcPId8uNCQDjqGl5SOLHLzyAE8Otz7U+wwfSV5IvaQEnoaYAQOQcL/hVeLvnmuB2EizTGeSuHDFPTIJEJ3reO7t/dWJbO246iz17sfv46safgcqR8+Zl24p5ZhxFw59DVuyhZtoJJ29bN2xOtZzVeqVTwSQyf7LEreZONSLVMFk/MA9YGvoSz68MiAwmgaDHHayeOSyO26BuJz6xXtmLXJNW4JO4eQK7hZvUIada+LJD0JX+bnnpe04AeAOCu6+R/8O/6K+w8OiGrRDZANfOhwSgJGmPvJeMte2ao12ss0ZmH1v2myMtoLvrS9ZiE1Wxr7uDhOlD2GDGSyJg758Cx5yJ+eI1zgQNndUxThMY7T2CN4++OBgswfCTYG35CyZN8gyvX92i+pzLU4Ez+9DnKHIP309YuyoYPd+RT/qJr+Ftebm7fQeWwSv4rjTHJJJm7KENnOx3BdehO2OqTdDFRn5t/az18s0ZU3XGaDu08WYnSkp/dFKf7rO6fGd6cIf2yPO5k30zxyRXZbJJRG+/Fjq8xxVcumujSw++ccc1zTEdm/rV53k2PQh3oyexd6GryFLAfwL38VMmyIse7gqptpccqB2c43XS+o/+1pFGvs8kmMGjvZ4iOORA+yc20XbppOeaxIft4sU9m2agrV4nfFYZ48pX01clGPaxASeBa26eijCtvya8vgo9bxMJYz+S4OGKy//7JW7rvbO2W91/AqjiBeP37cjFETkmoeEX/c4Y5XfrtqXoB+bthPRj/6A/g03vQN4e5dadsK51H33R3bGs/7DfwBWVAHlsFvHH+N87gWMDLJpfuv8Zf5XOWDyQo0Xw0Wffyx/1/W05Doxjz7zuQ5/fBS5Q+cbsLRw6AIfH1tUH+Sz2w3ZhwDeDPv0VAL585eM3iw/t84vpyIiiG++lBLt4/i8BYNsg5X+DFk4AeBimO9ZddG/cHNoCI/3a1/ezKzFcXYOceKP1iN37+h7otvL6I97CwE588lzkvx8ife2KHmd4So7PwWfC8/Z/biFJyxuu1fLGjl+a/5O+1t7rIKB1p+xMx79Cl6ebhESm+HXW35+NIEPWxCe1LeI7RsH4dI8knSS+1X6se5+g9yQZi09IxO6kmV8dQcER8EzfF7nVdjF2LN1VwBCelzln1msSY40P3Gkk78ceS3I//l29p3icA8BKgCdrR3zbiVel217fT3dq1XMaG4ABzx7Y778FeNAv9wzvRf8dNX1MzAjNo+dFPeDmyixZX/X6yOD/7izS+q90+0zPAAAgAElEQVTt244N2A2B/NGzS95yPT49y9Knw03bTevTznEaSvSlUCLFGOXjsE4a+1fz/MC1VwUBo4cBlC18u8XLAICuwtNgqRbTnSCAdu6j+BF+XuzXvT4tIrrCBWFMO4GAmFtMtEDgmXbSlxA7VT0SIKNwCcD23QDrem8rjW+B3BUE90g2EGSgNM5kvoPDAccKgQkT5Di0AywkIDbjtJ+hezDGX2eHetyV7RXhEsMXB3dn1qDQtRuvY43nar3TyjJAR07P02Loq2BDiBuw+PmpcAbwxtCOEpZTowMa24LgT6dvA+NU665A/se/b+uGBIYU+M0+dRZFn20SBxmOv8wOWqKdVs4cWAMWun1bWDgQbkA7gYhJUGgnlZ0t42Q8/DX0R8CVSoDbITaAaPihA5hnzJOdGSESQyiAK4aVGPzfvvay3Va9W9W0EkboxWCI0u0Arw3roR9ooivG2tHJ5xHKEaoY11rLW2FshmmfUdlgxs6GL+ByMlm9fsgnMrIDEs1H3o8xTCQDvjnRAhpl3AAl+zIKf35fQIOQj9M+988McUbfVXu/KrRyHUkxXVmp9wlAtcI+bdYnG948rD1RS+apXoB+FEB4s9hMs2OshWcCSqCddVaO0pt1ylpMdvHQc+TtKI/v9664oQtEZ6a3HMOp7gSZasFtJa2Lnxbk7AX7GGmStcYhkUBFEiq8JQK6GMjmF/ZpstJHwZIplkqlze56q/9dpTx7/YLGdhARBD7gYoQg9KHxmkbGSO4EkMjTrextgyd7JEMkrdtw9B6nRIFngDnr1q1PSbBoHSxZoL0i4cLPOkZ85JnXvtbHiQ9TFW9ZLf00wYK/BQhdPTQOZNP4JDMp0NqyQJ+RcYkOMa+Y6LTxCVS9QVv0QuTJGrehG0/h0EefoQyWMP0MgM23F/g1wPvVsvwFgLq2HfrwLvvovZnJtWMJpxP3s+785vy3DgjZKypzNksw8meDXWe9xghkfu10skzwAm9Lxk6wY32Pk7XPeCuHJWPaNZS+28Aa77ejbucbvOE6kkvfVsXV7IvuE9yIvL8TZPr5rLfu+fJyAHHo3wGdMdC7Ba1wi524E6ClVX8bXOtEG0N7cEnzGvenCtO09z1XlYzmfwW0pW+H10LyadULfZ71+6aegJrmnyQCEqa8NtOqOPgytMDZjdAhMlQygKM+mi71vXT7uR3Y6FUwyEn8VFZqye+MNePzHlR7+tXnw5wzMWgexxRy8HWwJugv6TSJGicDf7KiIFjPYc8pRDbXx34yOq3n3xiG9Qe/pgJxEqlKv4Qu0wKQe50jQgaH8Lzeh9DoYk9jFAJucvqrla077aSKEUeGBg6/gzuhEd9f42Dd7TehZR0OtrTo7QCwsd8ExBOI/gz20a3o/Q6K8/1OcMLRR4vQtJVLogaZ3i8OFx4QjzhhcjKVCQg1PjmZ1tI7o0eYM/I0wUw5ILZ6tHVj23SsfWh0V8/7WxWt0s/H4BaWnrOnWlaZ4r97dMelqwLKO5eh0aHizxaZkmuh2ZYfuncHgJuWSUzGOfAmz0reulK1OofEQRO8jQNZ93Ti1gQY46hIctXuRRwq0SuixcheJbBwBNCuYvj/JGxJtstxWHiC77oioCrMmo4PptLdJsiTSsPoUuTEOjA3mAqOuHh+bKLVH6Pvx6bUnpBg6hUYJx/yOU63bfOu+Xg9q0W9Hc7W35NgVZ0cTCdjD7VtQiWrYezj/IE2jV+ufVz7ngpZkhP0fAWL9nlrp3he0jfj+CEhDLs2dL32lO1kf1f4Gkwd+d0JeP4cD5dx6wSgnCiOvN+kNV1/nIsD1k5C5fdZ8Hmc5x1giv10B4Cb/sMvfWbfyld9dnSNgskj52ZaZdvFdnxfxhLTnhI+yP2yLrn/2p2uTHGSouxW1jTfaz/Grs9zD9bbjjoweb4T+TsO8A8v/D4zb9rqPy31WQf9BO8d+8IRkLG17C9C12Se2KDYmuyP7oXsCqbOUWLQE8c6nOvGB+COI2301jpiQ1omz6RZ6k54abl69qD8P/Znjr/lHFH1+F+uPZj1aj9RHh+MmsTsSrya7X/p4NjLM6fYqyMfJoDm74DDn33iWZ6TdfF2j3mrcd2Se+Q3a3M6vY18xU/lvZok6sYPDrLVXjAfklTwJ+h6825UrUZ38I9pSrqFDhjzXWhnlmISQNdvlvNMs5Bt54HR3irS4MC9nvvq55sYgTyjktRjmQ4zdLrTdRRtSN9b1hvjRd7EjhhdV/446CJ6YeULOhvdcWzmOcrp6uYhXlZhDbTw/aQ1O/MiQev4G8anzBEsaX0+uunDL5I3xz/8mQzo9G2dmrW2Dh19dfbGwTZk2nb4aFwu/XLwMXwxmLV5CRoCb4Q/R7fWWe3INx9NZxm6QXYNsOWN1/zbFneWMjifZOEJliKDRTPobFqNnwQHF07ET/qv/5Lke30nSW2ZO0e0dGATvfD6XAhuih3sS8L+UiD+6LCsMPc4xV1Ph1TjB59tTkFZbGR8yNqeTlY4HVBtnywntI8C3PJrb+73Fh+g7+BH05CwQ/uFXMBz+2fw0VFgAn5mPMQflteDwTe5deZgHZFCqIPBpiuRbAV0cR/5g/gyFv++xNiZy+KHKYoa0GurUnsvLFiBvjx85aLuf7Bodcha3lGgdLFXn0H/RyDeMmUDqgT7lZTS8MP84vkullHsxdisCiKPvh3/5986rDFWkhhITuH9A+PGH7ydXrd6V/x4jsUwXeRqOuItFY49Orio9XfzVXxAq9/eZNcUAq7/HPtJSeanu8LgVC2e5YPldRIzG3ebt8Urx+ck4hveHCwKP9/zKJxXfo2OD7Ze7e44oeFN6rIulZ06e53CqTVEKcZofNVywfwsH+449OA50Y39WbKnBxAEq9LtaWlo7ebIvisArAFr0Wl1FOM6SuUNnCzx3xH9rpRAwCP87Pj+8Yrw3kwqvm9i/f65sqwMdjJB2jBEYOhnCCWOYL0wqACEMeAIioxSHOWDI11EfbKYDMbzfQyNi0jqfrsuyYA8xv1wdztWGyB1BRWtbHyvIhAcDBlHQCSC/A1k2bFUDsYOABOgAEB01tG7PZqaHJA+s8lrGucEQalWPuxBBwDElBD0//n233pylH07z9shwxg6iEwAWJ/FUYsyn4W9Akra9LxPZtMB6t/brsQSMw5NdaDmCKu5rY1cZ7tEEHq9J9P0bSFABpGF3HdvaLYDLYzjVW5dMaC5AYwtMGTY2DCblRmn6NmrAZP+3IHnfJFzTqCjS+nLmTMq59DOzOvdP3EILXyz/snew9hhTty/K1pYTwsyJRIMn2HYQAO/nOxkH1/Z/NqL07o1K6B5O7tn0Hjv+d8CwO+Ymz6oBMt81oFx1l90JcXkRJOpLhjjM0I+4+rWC9CtacJgeB11p3W9gMZkVvUZKAAVwG8y1FRxqwCwBpP7tXDX72l59ikBG00jv06HhuUPjNzOADfvlFzzvEoGE0xoB/i5ZhyB+ltyAkDkz79/6Bf/7dZuuXFny4fmtuVQlPt/OQP1OOQM3LLWvZ8oSL1PhbwejGFgIw8H3gQt/ue/c+Zx6OnpGGCnaPivnWbNT+2cOHJFRtJkyEbxfzfXvk8QNSOfxKExHrS32lfmRCCLZ7FXR+4PP50qFNPVto/EgOt2eTEUI6PeF7JK99faoQ+Rt6yP1pg2LLzXZ2pyX9FlnMhbEWigJfnN5tUgjk6sAHDzf+P0ba0ZWiYA3B0ZTFcDmJqG+z4GaXJWHwbfAOLrqEswb3SY5Wdks144+tm73qPXUdTBXz028mDbTrVe7z3aMUbOMCd0pf5u2Sy6byPSPPFhvHdNxUZHvZQDtgPh3Lud8N77SUwg0Oz5j2Nqx5JZxPG1oL/nBmjt6iIChAQcUiW7INiOAgX+1k4JXU5gafcizPfXAPDHhwrQnn1wtW2MiDeBI/S+wVfo/w3os5+mQQUaRm++LXI9xlmT99xFKogJsDqBYzJoSdo8LaaPA0JOx8G3k+QhTaVKDRuchb/cgtiJngrs/A4AQxeHX82b4WfWl/EFr4wsHzrqPYYeuM6pe8N3S7t7PhtBZds1UnsncDDY3nI1xyGEHxIIZU94dp+f1caR+eFy8CdBhNcJkP2QVdFjWTuq+3/J1KVBVjL6yv8cuBXTagLLgy+uZm1ep+iRK+MA+KPi4sPqnfz3thG7+O8KvAwDa4bfpF45+OIBr+Oco6jftVzSHcZIhcv0uystvoV1Jfysn67pCtjuJvViNe/f024v+x2cunQaekA3+js/dF6vgehMR7F0xrX29k2q6orryzbwPLJmyLEOAHueltFTRVb4IEQ78npouefezrm/BYBFr386FlJ1cdTb2A/QH2N5g8myH9rRwjolAXhpOe9rYScBREHXcbRIhp7zvecGHQAG/7fdhT4+bTPpfDFY17R2+DHdKnjhUNs3Qn9KEGb/41iL/dwBb9ZHdqrG77NdfwSqml70O7r3HEXBuV2myTupSd9vR27odpz3dRyIxiw6JIEzOL6dSTlzbZ2f6WACfdluARBpZ2SHD93FhtXAI/tWdy7NLl4ZR+8EM/EDkcCPDen1UrWBk1cSNMzaRL4dv8qTyOHvzOb/49/XzwMO1UDzTOm9XXn26pecvPaHoMYkWjiw5Z6g2G/ix/DGwVJHNse+aPy4dJZ9t90q+poB2Q5TEkElk7K/Hez5U57Oen33+qNqd+6va8BDb4t3xmU7exJs0ZXIv5Z9Z5xs/gS44mfR2X7BCXrhSGy9CN33/DkjOBs/iRLauakMFa0qaZOWwW1n7fiHhsEvtbYb3Mi3X7zc+AvnaJJQ1tYxr5qP9ogSxqvrkTm9p+gleI05X3pp5GEHE849BoO3o/wksKiz1rc+Z5zfml926ODCxSxDcwTDvp9vJRw0EPmepB2q3iNvYiP49wlELb9e3DPfmfX+EncooHEw0wzZeoBEpiTMudpNpvbI6iSoabzxR+hesg0TjMhRPBpbAm0kqi5/te0LhgWbLC4C98JPZRj4aJcPh/9jAR4+MnVEM7lX5R/6UbPvrg1Hj4rM8T+YptQeX8bhygOzQtPwkYsbEIWOzhnqswUdAGavTgKz1sfrukdd3b4BdKKOaIvuYO99Rrs6gDyt7VfVdUCM9dwjLl58rFFQHclcCeZk3BPMUnCmAhgzoj+wFfK4n0Oig57ztwKCc4TbJG0Fj063PMcXxi5wp8gcV0ZQWX90Yv/ViWD4JfGDwsXjlzVe0fuP/dU2MEcJnqKDCgAjq/CL0Zmgj9sCo2nNoPkOSDfXRg7+Gf8wLU5A8Zx1WrqP5Df7ybozjHh46Fz3IEG67Sj2ivvTRjg2gK7X+tCBBlpMkQQ0wvhSxUjB13Si1U52APijX/EaXbLdyVO2zjfQf/9aDyPPWifJtm7fCH5Vnnfru+UXXfO3AHDszT1SRs9XAvbaayuDPU/WT7977YczRzbxHrbM+dy27+3v8V5UQWMHEKEHfD2sMfG96Iz1pbaczrXEx+7jq2LfBzwGjyQBs4OrGfMWRDIWeAp8T6Fmr3vral1HEr3Hj+z8nn26lVpfxOY69O0CvY1R+H3b19Erm9SMfToy+uDl5XHmAU9lv2M76AU+bJ3QcSXPQYkJ833Lx0kkaznGfd8W+7pe/h3NlyD332xYdxxAxn0Dij4Ah+9zO/73vwaAAYGcBZzqHN2ULc3P41SbzWjmP4QoR8Avh+9UPmjDVjhK4ia7yg4qO+CTNT5D8ILyfRPkN2E5FLxRBhRDxo8R1BWy9ywWSHnTKhMfwuMn1U8huO4xnzsG8K9jmOeE8Lflx09goC9VBnHfX+2aUdKuVKlKujYo3jOYUFxUCBxm8WLmMPgOxva66CsKAFNBE6PibmEVRqD9bipJG1ACuAEoZJ/gIGljDiOsS+Rpm/DHPki5nLO84pBcUM4ZDXeLkWyQsvrvVjBxGA/4HKHWQLkD7hga0KPpQEpiGKPbOfEZCpwMDb3/Bsf6uycAPPTblantkPY15/9uQUjA0Ov2VOz8YcCPYBIddAA4NF7Z7d/fnVGIoobu2/HV69K8Dw2xBgB/vk+VoZ1h43xsGoFv1vkRANb85PEUEMrejuNoFHrGPIoMhDn828Zd73fuO2sy59oSQCc7Cv7pinApEoEVjZnrDbjGURD5Ni0pHeDd5A54E4DmxI/vu5xBKzFgx8BkCxPoFKA8GcI/Wki0A1/zhW8RmXFMb8VsK7bTDuelq+GBA26eZAnRKmddZ90qIPFkzB9sdAD4GFYC2g6+S6HHQYFsaZoJz60BKrmYpALtexADfGk5K04yUMj9caDkbJ1RpArVTDVtbrCdB3Tx7XTb5+vyZBgHyPKysV4t0TvJR2P7fwkA/4tkGfQ9ATbuL0c2jo3DNw6Y3Fmd7C2BkmTQrWNM95Nj2QBweJLOCbxHlujSd0ZB4gc8Kf1x9usH/QCGXqeHrscIsOFbxhjXaB/7LGqCEtp3OlPAw96+ClT2nvxKeGPM0e3Rm+y/FMAJdgxdtb5q/Qxvr6yU8ZI2YWffht7YB96/W3nF0Hvlp/mCQMhHy27ROlWGHfgO/S8P/KoweCuhtQZKyIN3aL14tTB8An9gtuO8dIuaAWiViBenUp2/YnndxmfWB2wF33AEB2Oigs+JJ9bLuQcOcrWSTELJYDHLrCcArOdMothblWT6McAeuXscXJmT1gJ91DzXSRqvvkL+dgZv6AmnQwIsYEv2PPIDKzqftxFBAsalz2btuxrQfKqKkjG8r44hY0wwb+Q2633jWAVOyrA9FJ09AP9yLzLZwVr/f8bOQ0GS5MixyyU58/8/e3fsobgAYM8N4Zk1u0XRVZkhXJiASW/69pgHC38mGqE3Yoy0YQWGrFdbblieDv5OAuPqAAJq3wwwnBrthPHvpzJtM237nVYlE4Bo/ofP24FHAI1glng4iVsbuGteZc442pF/HQDedpBDl7ajghFb7vV6cfzKvbeSQ926zVuD72J0D3TA57TcauwXOl9n28E5VPgP+NA97npSupExOag4CVkDN85YTnKF9O20XO8EgzuIwX61XFSLYvTmOurXIX3WfuSA/y47MNVQkWNfnXTjKAzhJlDSSTW6XzrsdkyJHrpSoXWxnyWcNDaQHOxdeX3L57WvRhcrEe+hixOQ9ZzGoT/7nHmT6DQB1VM1VJQ/PJshbcLKuV8t4c5xC+v0RybcuI0A4tsGGFxRwdaVKYxtk0G61fGNq+5AmQPcJwDcHL2/J0DpGflDqYBOyPZYbH8s/yLjOlFM1xFgUsG/6VBr+vg/3O1ojptqemQUXWFKp60kc8eu7/WCZt+Vs+/WoLZRFKRzVd7azcZ1M5efupTAJ+cIMF4+g6WLE4EaywHR6MFfD65QAFi0Fv9i9KvWuezqbtHMnJDLOF6/79hiHfYLudSY42WbDVAX/u8fruHf0F3Gja6A749MfCamS34upNg2t4wn+vLtQIa/NwBciR3aNdmUg0sZcyeQtw2HPs51kcldQeKP1apyHNqh6Vx9B78J2J9AXOM6EjieBbBOmmqpPGgDxVnHd7tfPoP+2s41Hq8OHDeuxtZqPaXnUXnpWV/69cZtJOS4C2EnQE8r16zJ+lfAWbg69fy2f8ApFJcwP/aK+XtpXrZ09C9zQTdQoKPP2x9C62jz2RSwYJseP+uxMXZf8YO1fmds0ovwjAtCSr5x/VlrB/vTgSwyQes3Rzg5FpcjgRSEJDiNfDxtTf0BgYjI2f7pjhob0MoVsfvzXtbRXSeuADDP60Q/V5Eq+bMSS29Ziq7V8w9Pj611ib7YHqVDke8kUmV8aR3bNjf8b7/284DWz2fctSzRK6v7oKFgzzriaBLgk6yQJzmFUnjleWmOUSMIvFiNxDYqkJt2sctPR5gpGPI6DVY2ptU8hpFS8ar2zON30W4933eS7gYst8IyXXnWH2N8Jz4unwaymbW/96DlGH44r5fHuIuqziecIYwfHXqio9+xA8f/Zl03+vfYPH3Uwvj22t4mEM0amR68b/EpdbI8NsHpFggIHqKgAM5rXTIr9sPsB/te8k97JX7sVuSe87eEv8J4SZRbm0LDUPc4MPAmQMaf+8LgbpG9XH3rkSQTx7560dhDN8LI+uFILfE3fIu9hU3LUR2sAZjiTetjRw6NOv41Q8OWaZ+Tvxo7A9nVWCVy6C23OkbR/OPfP3z9ocj1I+kvAFPmfoowHnpzZyXt56wnHRZ6f47f9rn3W6D6yMrpgJCuUbGTu4NvJ+ETx6FIpOOFzFfPlT9lOxUuTuGdJ1GsErA3AT6yQT+nkMeyJXrGMYmIMOPnTUBa+wZfQvvD8vwqpJwCA2QU/uM7qeIUcj4DAB82Hsx+evtO0VB2M/RgW+7y9x35Xgns3xIkbn6Bp9f+zjpx9JDp8HlXOuA9fPMkQBk7ye7sFtB6mY0OZQY9z8BB0mfEmegcbNlDnxsIpCpuz+GDMfrcJD2jjXJdA9BfZ8EoMmeNLfC5DWqETAgh7YfzvCiwrkZ8C/BVlOK7BD9CUDhIjvDWQpUG74zjDtS9mTvA6yNw/Uix3J9N6oD0u8/+KuBkyisTJlW4HqfvzRk+zUBmEM4kKgPecui5L8E1smA1hrRykcJCwTdYiQORTP04KhqItpPnBJ4nuymKP8SX1hvJRHw/P4RIa612bHp9xgA6GcZVRYrw9uLYORJjKYwgYbPAVld4zWhJ+uw3AYEGC2vAbGUi44W2cU7p859acf97jMcoL4zZVLbwkyy50n7nm81w74ovi/8rOL0GWwz+zoS5A8AomHrN+TVBRbLe8/HLST6G1l15obUmsxVDo1s6f2vRDrDxrjUA0Ttt9C7Yeym/0aWh98gEXz/BX57nf8s4gWdCywmeAng9z+LvztTheV2ZmmdHXqUFUxRy8zqL+s4aW4DfiQMaG2cMsz8GGVcFZMa5DnSCY/p8K8BE+zlbQu+Q3PD6W0O8DQPWx50BRDdy8pieIx88J7dNXUeSPruzc98tLAKYDNYO8InRtVV9b3oB6NIeeCjPe/oXyU8n9OBsG0Nq2vrFYTGBmhOUf7fBa0M89CIeSkvV3vc44OPEIwCsv7WW3aKTvW0Dic8IxkFT+pcArq6XvOmuFNG3mx0WJ34qlli+09Jr1pUxtxGCCNG1od+hca/fyh94xeMt+vKfg3TR/3957jOYLvHEGcPwrGhBSQZUEHayBjodvczcQlcL5u75nRZWIwM6INPGQXcMYf3l9BA9KFsOgwnArPWizW3rGNb5zH/0jdeETIjn9wayGEhdaRodFp3Bs/TsO2B7zz/OOr0stHl0+Sz8HSC7E9hWZwcHnADb8DttFQ/vOgFi2mcVToKuuiNDt5hjjcMTlT09STBZL8kZkrJijDQ+C19oTVYHUiHUNHH0rbDDGK15/7YY1bwl95gL45c8xrFgA30GDv7RnzjaTZvCPh5YAhVOrDsOl+0kgzNxdRPtpDaxsQ242/Dze8eBFzk+FWjjHNW+duKCrqcFkoc3LX7jaI/znCA0OosAd+8hVb2h+XW+sJ/gBX1H8A/c5j2dzTj/jl61YePgPHgL4yzy+uYr6O+uYJWDpfVzO8gxuqyXnCgVnkTu4xS7Ow0xJ7Cn128Mr+YxHI93C+i8j2QDHJDojk1eMQ58nOPnDEbvme7zQE3///3XMfie33m3ZCbtO1/6uRxDnf3f8uSW/6l4nXOdJ6h2OsA8WfG5PnMwj+EcGLnzrTtABxnP/j4OF+H7O4ATeYe+mrmaRoS1gv37B9zBZysLVtEQSKPzFDKxnYPcL/ujnaZdXU9L96664Dw4HDkE0Q5ceR6coFsSoBaXZG4freK8rrsGcU5mdNDqrUc6wTcYa/WvaXyEFsGc5tvuQNV26K4nFbF5yFv/7Bn3B1+ojfngQ5xtHJ3wPfmy7cFtUcpcM/HseXTi40CtwMVpWT82Iva5hzA4PNhqdW6emeC0EygH96fj0kVfI+NYp9OWdBLKCaiiV/XoTSSaTghTqWR71eeYZnXBH+aJo1l4/7vi4afgr8bvM7kGl7/agptnpI8UKEkVy3YnCD2urN+qWo2NALCrMR58K7Y7DmY79MOLrAv2Q/tlXPfzqDXzrZzZ+tt7tzIdp9Ibzy2tzVZZ2mInhw4r63F4Jp8Hc4OP7TzX40bvX+JjyHz9MccB+nxDRYufOzdif+ezYUyt17Se1d5uQnPuA9tjm7cPaQYw9D06YQJNehb4r3V81u/txH8/Z+ej63TEA/QWvggfI4+0XpzxzbN9/ewxLVL7HfqdxDmwzNow+jb66gNfPvTarfzpuuc7FFicZP8NfG8Lat6PjOVvbArW6J24P3MfWdC2N/67To7GbsuzsVu3a8tJdJm9t23K7+XLYp1vf5znaeyUNwSvJxmIwET2Ch5Y21mf6z4XUIxtwDjFmwezTtJdrgexhn/vzzqB7m7xqFvtc3j+L/Z29H8nukV2LWbDNu/EB6/keJ67MOS039U4J7G414b5Zi3/7Qpt4aM9iipJXcKpjVvaJ3gSGGYt0I/oq/bxdeWz8eEUpriD4vhFD7ZzAr7kaRKBs2crExYzTYvh53swmmlgkubiL9kER3A819wFEH6P9VkXKMgv/fepYIcO0qFoMW/oQM93557nndidt50IySQgmPsaM2YMm3RlfHwq1iNb0vI2v/eZ4/oqreJzVAlJo7edCv9jT3UL2b627TXstMYOJxFOhV/2G00rbnyCwpsO6r+T08FNxT6Wh2ufJBoDXW+AR0aMrltbFfwfm2GPiLgDwJFN6+vChu0Oc52osTgwGO1UuT6/61l630mwmsKCPt8dWlr/y8/xA649x+eNHmEvJALbboodMkfP1LEXWvbXkWWifftFFnehHzso1okpwmkEa0Ocq4f76BVthPgTuahLjR1HdnYFsOhLR3e48nfwg/TU3dnuJDW70+D69DdQG5l726Xsj/mkicpyY+Un+AHZ23gq8b3bj1AAACAASURBVIlP3d3z83qYX2eeo2u4z/5PqlufD08HhumYEH0wgfXxV0mWazzCkqJZyTH8TG2/cFRUy4pNXIv+kEwgIU1+aujn2xFt0edJnrn1aZ51x8NEB0mQsp6aAHEnCPzzj+UJ7D9oWuum+dEJ5HVG+uD9DpDjH/FRR7OmHQDOHqRLBT/fAsCNnzLfTRBkffjXfC0ZOnEH82XRTydlnaRY6a/BP8eHIWw5fvQTr/LDVr/oz04AVwdSvevY+DOvXt8TAI7AqIyC5++bQLiGgN7JVh9Q0eDlDhofwhliD9GvQ0IbacfOAI+jyGY3EFZ35YSEQwBPDLAG8yyi32OGEHDe3WXDCTIEQG/LGMAjz3lnz4ZEsCl4KoYdrZuo+gPApNVkGN6QRcFRjV8OhzG2Wt5sADYgpDcYJoMBAAgLCKJETwDDAQcUq8B+CO0NiLfSGiaQUBaj3hVhDeC9n+OYNFiaFjAA1lRmJZPnOOhkkNYZIAjhu4Wrnq096mCBDSU7bDNKzdnjIRj4/K1AQBO7Ay5SMGLAyayhpYr3slpMHAlwAmcxeMIDuBPfTgqEuNXjKNM7+HUcaFQ+XvRtJr4DXs9nKBYnSEwLRr/nciRwv/5FAABYO2McwHTospVojvt6FP8G1L0Hc8YLAMRrJoA6TnScCqeS1by8lXqsD4rxh9j3AW7QlOXK6QjwmeF89mp+AaB8Csw5V6MCIIDErmRuR5QeqSCg1rqzBkMHMXSc5SqAPF0KyPyJMfYO8HVCSI+bLKa+/m49hXwWUJODKIBLgxD9x4CwI+XJ8DENDT3re+TqceS7RZyUUwyaDtA2SMAAY763g5453JmrL3kvuTa0wnkJSTjZc65wcBh8Owg3SUQju6FTZDnvRV6zj/DXMUAcMHnAvZX7GMicG+xJBZTkJ/IQI7kNbH3bQQHLmTEQbvpDV7WxqmvaYNVYckbNth1rgBJAGdncwXHWIbzxTsZ5Z2inaqMNeOSjnkdu4y0TMPb0fM4k6nc2TzrYRkKNzwh8O0sAxT7jR/L6WWfaup/9Gweg79V4T+XU4u4O6NwJNLehm13cRB/e0w5LxtlBum5RyBxTWZ4nUHkgZ4blgY2GWz4qiLj4wgbjXNMy6fDg7LGxwLyoE0ry+eCkce50goqfMxX2XHsnw+i9GhEm16loE/3483eHjBtfvBzEg1ve+7EBUK99EQuA/bKfvJ4rY6Pv+OF2fYb+yXdxHEldtkFEBUn5dk9lOF0VwAb8q/sXb0aH60d4wgb76FgcEGtwj+7xBD4Tt26nv/FkrcfbkZh3YmzwjtYxtIB7JYENzegzsFsblDiQcPI50QUZWJZNDLJxFs1UwLuh93VSJLee8W6w65URrEBWJWs29g4/RR9R3eG5y4Fcurizk3EwdtV0O8HZM9a89cfBv18y17/ZIdBeBydJjOqEt9gH7wBBy9fXebCF5dlb3b/zH/1bxiDjMB0+i5UATJzsXQnRST3J8s6ZR0euyGlgnZ41J1bFupDIGPr7dKRxhpLpQPhuEiK24iEO3OzrVPKtTycOxPz34FMSQHXPrZPMTtJJQ9ObkLpBNb5PQkuwl/EV/KX7ZQterVdF4ydo9jw/+u7tCER2hu4jzwiW3LqPPfLcx+bopEscfp8BZM/y5Qj+sHOMPSbBBnlve7F0yhlfBxDaobbVxH7j0Jf3evAW8rYdmtCOHHVUwN4BBj2jOyF5TyZbXYkcOqIDnrYek6y+ko02gKEz6LeNMXYc6612fl0ll/XeBOLgvaxp6PT9vpdMnOXr4AJOoCSxpU26HFD5kY24yXh+NwmGcwahK5eGZvP9Ytz8vccUHNv0JH/Hz8Ka307xDmRqEVuWxlbf7i2sA+dPal4ctaVWkuAHr9T4d/Q7tBd5OHpgsHYHXTvgnnVeHUilx8rbdQp3ktLBspV8FnqMfMLBTKCxMd2ea7yB+NmkyIDhB+uzwfFv3cDV66jH/vR8nvu2KmX8B0+Fqp4Bzmv+bnkQOTr4aRz2OGwJLjWeC/+HXr2nlu/bXl7vaX8EMp+9g47i79FRJHP8wJyR2FVkP+ET27He7k2Yv/WeB1jJSOAEdQBCf2Lrty8A+vI1r85I2QPx0An+Onks69DBMQKjizc2QeZOiMFmZYfPuk4FPLT9LUHc45F8moTNm5b0vQsEasPXlxUZi1+g59FjQX87UdHBB/hs+Q3+7OQE88YED+69j91JQUj8EsgAMN0L73qn33wbAoz+wI9mu9sJl9Dn+0xt3XKCWXN/493mWT03yTnpwoFNafk9x5e0HfcOADOG7TL4Kmqolqe9puwNSUy24W07Z0ewa0TDLftI5Hm1qK8K9fhlF+snMT34qpOrQt+TlCNccETh0Lf8zlflJ3t7HyHBs5BjyBA6LyHfo2s3SbuPv+gxsv/opFuehQezTp20Y/Py+R9+BeQhfBYboYJq9i+/E7Lwp4Sf3p0U7mpJeAdbO/QZG+EtR71CL7uRQqROsm2ePoHl8p9+YqPwHfvCeBY3vwOuxA+4rhNvF6+vfbxHNEwShDuN5H1upy77gG5OotmRGdGfeUvbOT0/aOZdMJR7kAddlKHPwR1+rvETHaam4nMCfiQU4UO5fX3o8VNc87zw5hMFaw+umPegJ/QveOhgqmctSC41HZb9mDkluTs+sviZhV2NVwLxLRdPdbDvIXi9uBif012gSIxAz4ke2PXXe3VMyDd88ImPxk6SvFC8QwFb2+NJ6OPHeqDstow9iR/ITN9/4iXhpWOveOL5u5MG9D5aNNv3OvxJUF3ygzbaoYPbZ5WCQtOg8KP8IxrDdFMgwQ7fquc28zq+lJkkrY9r2l5XOhek2jgFFEa5I793zLE1O6FM6/3rDx3Zo7iSbIotMIzvdP07x1aZDn7xjycRPzT1LlhobNmxC+zx+Orf3Zt2P4NHg7fCD69xD0F1XDP4b4orJJO11pf+anrR3p5Ekkl46uM2/vG0hBZODEZLZzj85TznFQCGeAE9MiC+/ZDp8QFWn4udPfwMWsZUzth5V5CdF49BdaLZBQZNiJ0wakPyLZg7a+gFSuusGn9+7s3vEhT+mQwoDBzGRQYDjjg+j7H8PjekDbUm9jgUyJydIJgBb6rt7hbNIT793wIHhLa++ylrmrHx/ccZEo+CcdZFO6VnXQP4knGTABLrm6yP+z4UGuN0UGkcMCejgQqEMew6MBhBM8C3Hb6FF27Hw017yqSEURHch560djZwh6Gfv3Wm372PZ58fRStgerfHvHngZUiJlrSeA87J9m9HwBnzFwOqDRjo+3ba6X4J5Abj4YddKDnoDh2bdjYjMeuTtg19Bu2tvA/NzYBpJ6L9lRBGcWLgraFEVuluIq00dW07MxJI/GzV2k7Vd8DjveNRiiDTaY8sJWaa/cyO7bu3xVwAAYAcd0cb8igk0494fIKiBqDPzXZ8XjTL/dwL+BaNUwHtfXuGep8fh/FgMYSD7ll3JSxY8U/Ff7cDXhC6VeAxbJl1QKXo5JwRaTm0ACTyheyitKTGOZyxDKB6ZSRvP46uQDD9DGBhbL2OzRMozG8ZxHoOwYwkwAS0/cWVhOJpFMFUUDtIuDs9fr9xCE/2uSeTjEoCnRtAkgwKaLSToRwVBzzOWryp8ecA8LtSqIzo0d7sQQc4OwB86GDOe7q7JDSvmvQLjLbBk7OxszhHrizGPNMJjQ3omT00rQqI1znI200DI2JaOFVGovRoDPyR7SOHDdpHLmF4aKyAFgbTZ6V5Hcboo/rrNpr7/tZZZJTv3EnWCf1wLb83X4Alzj7ZUc74M9LoujyL5LZXUs7zeWe54pRhXQkq6G+MTI8FOPK2m4/MajmDw5518pxOq/jopR5TO696rbh/ZmY+Zl3WYU8bsMVezR+siZOqqgPDIbJZcxJeyNAnIW0dJKO3DXbDr7pHPP7r12YDu4pRLWwkI6Z6zPOY958AQvF8G1SZX97FmifgufxqPnaATxdPYswEMMRWcuSdisYv+udOyPC7ZDiVYwTHpuZ5HEazaN7OoYc9J/Ldip3nxUAM1r4NW4198UKcxPAyY9K/nRzHWoZuNwny7YTelrC6rvGYDfIJAIfmtzqbed0B4ONEtqNDSRsbXOgW9KHXLBLJccHb27oJvmp74z4LMXPMg3BMdVKf8csEbpeOx8Cb9zOXpl/wRSfcnfuF92Xsw+cy7KRf+8iB4RX4sDtANE1gg3RXBNFkKkRuuT8Z5aazsS+0Lx+YfaxtjYGglWifjhjP9U7gkQGphEo5YsbwNU8NPusWu6mAeOPSTu70GhcmY39D2+kqYQeJEtRqv3CGLBb6Wfa0HOJ38NTbgZqNeTkKbKNt4P0eK8+7bYsjCycx7K5MZ9zMt4NvLUN1Zp9EMjrkJIDN+ni8ZQ+0DdEJPoyzHRwkiMRGjeyj4vpg/2mBfPRhOcE/KlBtE8Veb938bY9fttUkAOJcYq7IJxIIzHYjk7r6jcpi02BhnD/bKwfIJoAQnswadIXL0vS005tnd+JHBAj4IjIxbcmX6r7RtysyxrbQlcieTujQWGJjbsDzzC/Q9WD2Y9PY7k0VhbAjdnefJ8+1jTfWdsi4g9mW7vqzthPsAKygMfTcra1PsAGH+iwNW3V0sOXLc5a6W2a+2+KxF3FevTuHfcNXGccxiPw8BcvMH5WwJd6Gp7iexPAMM2AsnZQiq/zssY+Og9POZ/kk7H48+rzpcSlidRjjxLamVX8cpG9bE4zCXujfrnzHsdcJCtg1vPvGt3bePgkb33ThseniTz4/8Any5ehuY/xZtUkOsO03FaJd/X/b0O1HfOHxLzaLd2WeD++GPta23/nuXmkWd4ANPUsgAznYiQN6Fno4AbKqfpoXwV/YHj2Hrt79diRe00UneJ05DG60fBYmddAgutr49/kPCRMaf3fKS9BsbJ6Rz1m/+DcSHA2+Fy/gdBecXPm+XWbu/Q0zbFt45AbvkJ/TgYrn3R0AHirx5+2zYj8b22qizXvNf+Cn249E0qMxYFEvfEYQSTLW2NHXkNC4cgP+z3qvXDI+dJAhesPrXnr4JPc/T7W9Y+zCc/Wu+BzYywQzlACyXWXWbg8TNE3Jvjz6CkKZ8XmPSvB0sinj7Aozy8axOX380LhZjP1lf40vRmv26x//tH75/bffT9IOQbtDr4MX7wrpnsMdSMMX1YUApk3Pe/WZnvFngVnbQr2GUwEOjXWswOP1EV+7vl2Z2HzZOga9SFDoPHM6kLQc7mcQiEQt4RcTzwsPuFDsWWSwSPtl0o0u2qWTdGL3iLLSDenswejaIZwkcxRZr5347gL26SOP37aPBIIP9F4CWSRi6n7VAGnvsZ8aJ2qllRiPjX5shpFD7+r4BKa9TaNb2l4ngfZlb5juFQCeZNYJANuHLto+Pk8v5pENxIcSGIvd34kC7NUGYJMMm891FNZvHmcnVDTGJX52MK0kwOwXvs7wx9plzbfCU1pjy9BJPGRdztFjen+IIbrQdteKgvM3a6K1cGB0/H+Pns6RTaGixuFgpJffx3hZa7X+keZN1iw24tup9UpwG/kZeSanJmPYDmeRMUvDJBX+FABGr5ifqriIeSGL2C8X4Ewc0Os6CTzwevvS2peEHgkfBkt6TccfEdsqjNd4lA6+LR/0LnygHBH4uq/G5881To91MU5oPO9yYtrY6e40VJ13tqBhR/A/BoBv4UCVAMbeiXLbMTAB4Jrhj4ZMr4IZg/ZH88V1Nsg7oLDRmDuLB8WVNktvAqT1BwtcsnNemus7a5lhhjE2u6EVs65x4HGCqVoTzh5soBMi2wpgM+rlAMbg9bXzvcrgqUpB0fS4qBQjsHwDyn6Px/qsjZ7zbs+bCkL/2AE07a8ugA3hxaErIkxASVTp7LsxXF05oPZinNHyfP9nAVnJI2XnZd4xqNpRbkExjihAUrcHAjx2S2ZXC5RRfpFcQOrz366E0RbaID0LXJG/GRvvvdsbv55flVkdANOqpU1XlJNmCi1RYYEACp2uEuvnNy2i2BdYJkimlg3aBwTSAoA8iXNtYtjGGeS1GGB7B/gwhDTutIfFCfIWdMkM3IVfpRkt8/3sllVCKKMotEEwU2V7nEBl0EMPWa9cvxnom4ACH4j+9Z/w+ZD80PlWcGy7zE6gwCHO+rdxJHonYMx6agNR+j3OjDEAjjFzNh7f6V+COncrGL2XoH3mPQaGAXx4qOVYyxl4+JsDU8/CMA99/sxArTBvAIHDFzCn5247DvHc+wyhsl1M875enemH6M8aPfLz77+1/M8FyOeusH/zyGeF2nHED923AvYzhb9LPjOuyJo27IaGtAUyRt7d7mYG0GSCHavAQ7M/yfezLvPsE+gaHgUMJci6Zyy1c9D0NHSe/W1Dfzs73KANhz8TwEmtCnN+4Ie7GlYBCRuT0neVBBaQItMlmW5/PEG+zn7PPdOOtzLg4AlsHGTaccwcvLC0kWuyGcuvV1KE1gZv+9B+HLqbsQ99MecPWh+gi4FumT3EQlBRa+eWpM+CcYYJNJa5nSV9/dKBpub3s/4nW12tqpJAEkDKhi8GwsH6wi4ngAwfha63bdAOjOSWHmBnUWaN3/JCsgiHyXFMTyeQbEwCvR3MoyrhlzMYI8u0ZrfMZc0cOJzKv55bV7zdOCtGawzdNlb1vjbCWj9gEGfcnxvWeOS1RqNb07pxMKZ5YoLZQgGS12XA2/hxYD16EeeSnityy7OyVzhWuiJB96/M3HM4N9M5OvyWbxtIyBlo0Ciy79AdeIzkgXFSHIfElwQ4PYMEK6/zZPd3sOio++Ih3tmt6bobTK/1jXEaE4WWoiv6XD7PcbB97yFnYfbzO2sePAF+4qiUXL98121kz/rpitpDHBiMkeva+cE4Wa9/KiFh9vl2iKiyLGv8tltOhc9DO6/Wp5f+2O5HojdZl3uEBQ7e46w0jgn+8E+dcXtjM/BRr6lvGXYSL/tYgeko0XuT67a6uds938/rv+EDDHCOzMDZ43eUHZOWdqkCfkVB/uwlz3eSD6eyaRyzuuVlp8w8sXdbXm5yXhx+h1bKgQWdwt+9vqKzEyyevY89k8q9yJh3oCpYgDdFNxEgj5M4sokEnAQOkoAqxxFJhNCLrpWcV0VLQQ7vL0HiBDTyrcaslrdtg3Tbu12DVCLxI1z66rhz7U0nrphuZjDYpccut5x541zW/qMy9CUEsX0mwDj27Rmf9cs7keY1/gJkXWl9V5BbxuDQ6wWt+TLXTgDU13fwsvnsW2JPnKP5aaz7DZvc+BIfxOod4Z2n/fdU/DWOOXs6PhXzzOjTOLJCX3KymmanMhZ5mwGC+Tf4lXGvj6b/PnakaaF461Zsta7I7bsCkQRAOWhP0NAdGOKAc/BNARS96/bvyFVSNqfmkdaKn4UB0e/vtt/bXWirPzqBwM5Ab+6crfu8K+MNHkjFs5JjZ59HtoC7m6d6jzVm6PfI/bIxWWvwA/yp+0h+0oL4mXOET9qdS45EVsSGy7gozGg8YEykiiZhcyec1WZdv66d/sbDrH0CpGtfvhJwTieAEFoHf7GrM8Zs5DnLdbB4tw7W9+n6FwOOtcOXIp3p+T/f+6xXB96ktLMW2FXiC84m9XpqXb0A70rUox8m8cH6ds7KfCXgETgspzdJ7JF/W4HbsvOl3+re7H8ForF/1AIT32jt0UtvPfYATbhudvzGPxlDnnta/GvEQ/vt+4AuCbiIpf547Apw+IdP5pINvV96FgFzaLXpppMsO4FT9+U5i4/4LNV5sf/bBjrvtZ9qOsGMj30rOQu3zNpyX2OO4F0RUPYU+5s9u8+kbz+krpEdJtz++++/+fgc/PzIVNPc+Ik2CLLdNDzXwW1aBoKcyCRa93a1Jkc7qAspRVkp2Hnbl3qe7KHYcuNTNV5JInHj3Rs7QY4EgKuTq+VUgm7isE3WhT5PdWDxfNtvReqvX1uvsv6hhbdfRjIa+4O5YLvQ8fNgmC8vW323CQ4v/eQ1yo0/6XeCmb5o9ImeK71+ZPq8G98E/ij4AnvsTgS6/UYb4F4ZeY+v5dcWHGQSPvJxSAPd0QktJ/g8tJG1j89sfw+fvu2aaVsvXTF2Y2g8ul781PIVH6ee/dvff3v53e79Zt9Dt++ijLZ1zTMk7gwB0YGGrfcZx1NgT2V+1v6TODpOp3XsSnPos+MoKVwJvej7LmT7LPgavPG89rT5H1T5SnCTHH7w8X8973fi/2w28bH28x/b5dlfCgiYleby69evJNX4GaH3l+9neOust1qQTzzB8eXxo9wFA3QV0H3tE8p+venUdgXHk85cXvJx6KrlIOupNfUt4O8vLdKZ77cCGHCo5//8V3E2/Xj9q9tlJ5ZCF38aAFYG5CEwM8xmmrJhEIDbANiYjDW5gUCT/Ti4t2XlKxNiFFsA4fx8aSGzxJ7fPJ6qPuny5xBqrkMJOIjixQ2w9gY970lZvr6rw6DlohZQPogkAI7KMQvlCXbizNe7UFIOAMnQBWmfFobvQJfWAcXRApcKCL1/z6QLA5AtFBCZ9ziQOQyC8XGW8owh+yegqewV1k/XrYGv0Ni0mHmUb76bdRTREyAcpvloIbc7mAynOqNYgYPOzMvDk82oNUxL1BgqOB4AMnGIzvu1EzMWWt0dBSqDhrEJdEhwzZi+Bb7I6iUjJhl5bzoMrZHpPS0KtO4eZ8Z7t5/q1pwEgEWrWn9lBvV4yfB8nfE8e8bat2DWeFj3FtRezgFaUoacNdVCpzNFHZCfxQHQYmRl398tZKHPnBeclgJW+GPYveXDVi7pnQ0Ami7Np8sk4tapCF3Q7LX9EgDuCtns0QS2io/hX5ws52yaCWAjx8jwPxVaM/cYxqFPaCUy5Z1FZ3BAy45ptdCtlKWYfF+1m/iWbdZ7hWLYNrLvM9xYu0/H4VbOIS/igJsW2N162bwi2s4+isdO9vDzzR1w72zKDkrs+pNdtq0nzI82uDeo7g8u2aK/OcNDa90tjRIICRjrMzxvQ+4OCOqd8O6d4YVMMY08w1EA7ea3HmOJtiPXId1DJ89zqLwHkHBfMnDj0LJuKrl8rkFY1csAB7q+c5okTxp0dIZd1m8yw+ZFMirQHbToab78dh5xfw89GvxoHuPUZY3Yr3a2EcyDPrwXZOg6cFAV737mVqYnyLNZrse5VgBreexCutMynqr4BZHjuB0dcdPwOefEVRJpP/VTxe4NlvUs6y5tLbpy9jGto+OI6zPSMYJfxlzTwNCIs1jnueAU1ll8Lf6lIkCvJKjZ2ZIvGrPMXudW6DeZ8yT2cBbmAuTPChUlaXQV2cr2DFwBBeaLEZM2rtkHJQDcWeME3wHZxrXjOEDuRq9HLtswHAdAr+dPAWASXJL81S0Yt+qrE1ig9T4j93SgGCfgzSc7J3PH0XHG+eCp0SHQMO0PT1KH9yf7hJEWPZPKX/3AX+hv9r15sCv5D15+6Bt8jzHfFbjeO+nIZ50J3BwMNB7xvKMMQ+FRsn4v/mHNb3pvDG0ZESh7HKDQsuQ8ZwSBnVIxHmOM+bZD705gQ055Da8OCMjDgycnOeWZ0TFOO6EKWQjmsYN2dFqPpeUL99j40r4arwx+H17x1Adrslap6JqAuR3E4W8FZn3+UEyTl/217ZqXP00v57gDv8g0tJX3k4gg/eTq+KU/G9anwns/7yqc3ZdkyWe9V+fbyf08mHN4oWH4IUkZSRwlALzdUiZxYixXyZScR/o+YiRcsT8ZU+iDFoSd8NEtuHTXJnemdVrf77kUFuQtHbw+Z4rP3N/tfHOH9d+jnziOZz59V+MOjv8mW8HcrB/ygDOPGdcGKLb9WOhcGC9OAvGVZDFrQvtxnrGJBSJaMuazF91x6kB402bWTj//+neCtjqyJH/H+b4B4AQoTqXj0DIyP+uV0Wi/j1ybozu6OuEOMkYmZu/Rr+Il2Xe381Tr0dU9eh9BG6/TyOGzLkXffEYCmO8dHvL4R96j/7g+320FkN/zvEgBeNv/xh/hd2Mt8birghKw1v7qevSrEqix2fodjZFbPoa/U12of1OJtzgqa9RPyu/YQpF94XMwAvujIC4VtMjIOyGVqjP8L8cJDM/ayfY+w7TH3yOD/joJqm2V97VDD6O7G6vdtpQuaZ7XGne7TjAfMibydWXVncRuui6oavx72jq+1zs689NmbLrsPVpdFPrAviTR2/T1iExk2t2hi+pG7I22d/WeTgyBdt+txMdmP3Zk5oNeOFVDD2+ITsKHj+N6EtFIJrwdsnqXccv4pdQKN/6hYAVINjp4f9qW646Cvm/0r/Q7lXIEK36q/G1ebf1PBwESBZgPSS1edxMoNsV2M9NnBIC1HtYJT/JTn30LZosj/m6Ria3/DoyR+KoxU/jyLQDcgUISg38KAJOcEob/rHjvxGLbE1NJyo7cScL6nCRj9uR0hHr4/vg6vf/TWXKSGZDH3entp8BEqm4zCsk3WlJ3MlSPsVuz3hWEmpPa2Wo77eMdzGt88dCl6A/Z30kx3SEHpzz0hEwThSiQefsrmr45QpDxIh+w3zgiYwNezX8TtKgOL5oHetW6w92Xlov0vTr96Pniu7ZdT7K99eu7pS3ja/6PzHjbanonFeh0QrAOmcpaBYAzt3QaM+ld79Pnjb1ZT2Tz7fMgty62+rTtnrGZTWf6rpans9kkOzCHY0PORA/emTEGK66gj354nx/NOJFTFFXp9dqDbwEoDe+P6oSJzCqxZzlzH6GJTG1/euumxGP2WIGW/dpnJ/QPjoZGwgPjr9eWDWbVWO7qT620jgDrpLQPeT+69lSUzlZ0EmyfMT1QcYJ/af/s/Xn+1R4TAD7JWLI/8L/a9zT2j5ll585apr1ucKDxl3U1LZwnHvAw+zlic7rg4EvOEQEhJvaY9ZK/JljJGszB6+0EskUZufntq8nzZj8UkxKml5wf+WO69Xqna8rBG9qvTPlgPloIk1CDPdAJqFyP/9T7PoUVtPPx9wAAIABJREFU9sE8L8HvehKORj7uvP2U3f/ne+ITWYck/G2izghsFQL6+euXJp7iJ+o57nxIMlTwErJMa3cnF0nnn/kWru/56XHw33Yf3kQddAe00VhYtNd+aOip+YPP+NcY3R3ukqBzfuroS80J+jeOmxjMKwaqzybpEn0IJndhTSX955XzLQ73ZtwDLm2khJAPwK4KR4hsAYZoNukIaxAQQAtIPKDmaqmxwaAFS/disfFe9AoAs+kIAkBeGCb/i4AP8DThjqMD4GGhPC0ivhkbrhy0gFnH8A3oj8ASQHBlyhja01oSAefM7GFUfdYO+J4zyl2ffQu6SEG3QXtauc1DjqEnhWflSWCPNo8BW74Og+4B298dwkMHz7rFKbkBUejDwtTCc1rdedGz74DLNsxF9AHUYXRnQormCFRJmD/AaJVXBNBdqd0EbwNoFMphwKFhhFLoY9sh9JqzvwAp0RmMBT29HcmzfuWFaIPBjupJkODsK/8tI+84TQNQyf5hnDi5NdYoY8PM8Fc5Pxm/M+qUqTctLhlvA8y0gVqB0Nm+3QbZmVXjdLSw9TnactDFAOiAQfPjATflIO9Manhzg+ia0wj9AX+Zz7/TaqMCwJn495ZbQ2pnX9cROQ6vkReMX4+SbPvWphl6RshLYR0HFOdljJOQrGY/T4kjMxXG4yEPreGQIbvxdtCs8ywBw/c5nDjc38EbByQ6gUW8NM49hD4tTH3+mQCQ5OdYxmQTryNcCmYr6+6Ah+iu+SGgYBMiNF8qRZVx63UZfpb8DL/PDk+w8tCkqv2cQLMOEBy4OPwcKNB9k+G0a7Znq0WuxKGcjPSAlQZjGJIYGfly2321kfZJv+sIz/0JKBGdQb6EBuJA19P1im+By+Psk4NkwKboPoZMdEj/GBBUy+Zu3WRD4amY6UzJGCVZA50Z52y6Cgh8a9EN7Yd+13kEPevfo3sMuj+d/wfQl7w98n8yh/W3gPSpStP+mj6hqU0AeOv38MFWmr+daHeXBkDY/6ZF7d2K0XMdI6Nla2e7ol9xVrVepnIEAAt9wIPf8AZyXu8W/Z4KyzEsFv8EQPtH8vORB3dL6uzVUhD8z14w3xtgkyF+B1SFVxxIm9dm76TDad8lXhgn4ARq4bN16q/+ux1opjGB1JITGgvzhOd1ncaCwQ9PKGDYAb1O9jpyfDKbwSZb9UXQYPecpAp08E/t1pMNury6uvCdwGM8qrFPy1Xjn4fHpRcao7D+L/ooWd+Bqq7QYL/XIFi8DJ3i0NK1OPBO4N36Pfwd5wuYPAbowSeSZ890O0DDWD+7CCQJaR13Sx/vZLwNfvT8wb/IIv37aj1aBI5BZ/oYXHuO7wCASCZKHk5SmxN0hsdfZ+jIoqnKoDj3Um1FAMHB2OfHFaZ2GCWhgn2mOpNKAzrxBBd4B3w/e8Pv/At/alMIHqLPGl/q+jtR9Nhhw6ydmIlE6ASi2y7CQG8H0qHrsq2QaaG92BefjqbRZcPXy0cxusMDoS/wU/ODficIFRk0rfnd+moFHPecI3Sk+4+Tao3s6MNNXIZecDwYY09FFbyWgET42Q4g67ZxCD+6lQAemekaC/e07ej5acijG5Et2DbofNudz6Qbv4QuVkc2vbD+OHKQa3dnFnBIHApxGvHcd/UM6xoaxdbO71AQ+CAOw6zjOwAsLIa902eYNk4+rdvlvLHTcAM28NeOQcdNhWHpurWjKUdM0aO+78A8vHGqF0W3p/I5iVG8z2szCRnQN+8jIMvf8Ad67U6kAbOwpy/71Tj1nWT+6kBRk8TRR4Vm63ESKnpMjWm9nk/AGRnWeKW7HTRtvYMAm3BNwPWFJwZf6nzoM5/RK4ypneldzdp09Q5O5c5OPv+mD24bVNfbHnjkhbCU5HnLK8aT9Uhb7w4wiVVJHjh73n4O2k3X3qQ1eBIdLXHE5/qPZL4T97ezCYGQk1By4aumwTu5yTaFbAZaVA4vx4/SHBFMBb9JL3Lsi6vxJctGHqlCB7roDglJvHvLI/xGrDlVr+xhOuRNh6wn4QPecQXS2Dvs8cFm4tlyhlpuzlp2cjVVgQSIerY4qG9sbbk5vgDep0ApAQpvzSRGrA8hyRrWF7438g7sIJ2VPYp+ojPNazzPd+lmM/7IwVS6RvKBAhMnYzyPW/6NHOTzTdAawpKva2iRf1uvnkRJdeUz0UemdcCvA7iexwS9Wv52wUEnf6H7TiJI6ctNRMrxWv6ZCmTku9aMgECvF4mPdHy5Cy266yH+5+zBEL2xlZlu9uazAxQ28b1P2dt3K1PWy/TxzCX/5uG275+boEd0M3yuIA+2t9fevqOyj8Y/yP50wrrpQ7w6/j90hwPATqiiIhHeCjY9AZmZHAkgzJWglv5OsstiDPxdqXjcVrHgssiczLl5hO+RAQTPGk9QIEPiEc8Cn4ARlByBj+Itq/NOrfzaxENasx/g6O78+cIqY5OyFrQtB4cTANzg6fqPkJ89b3xNpzjJCVxU45XvpvybreOZn2X2YB5cPr12W2XdePaNw5gT48O+EG2SyPGyn4eukC+6H/uERHCz7dAZunQDmjsW8834bcCfPg50Yj0kwN4BQCWtiP7wWyjZCvrFNlz6X6UW/pbQTbU88lfEQTwLDLd/Zy+1PjlyJme6Iyc81wHnft7YIlT2i35lp38GtLfF/sHqxnEByfj70UfQKDrhTuBGprR/M7wa/7f2YxPoUkznjjaDH0/A71kLy9DLjji4+xle/IVJ3Eli1rvVvdYAXiQZLLI2c4OWywXqz60bivw3oSX+5V3r1fdgVPxH0DP8C97gc/zZ8b2sD1jvwg8N7om9PW33z9F18bN24PfP5ApdA6AN5tnYxftdRYt9zjzjfv07MdXGaylMHf/Ws9/t67DP1GNOAm8C6O8C0bZpkuApPg0GdOLM85DgUoPHdztGNrUj168A7QQNDQRGmKbtr5RCMn6P42EqbCVcbzAWx6LfNoQUkNyZWL1QVoTT8q8/xyhtBzEbw0Z1sJZ7u4WgGWcqlO5NaoX87TlfN/X5kMDfbcDjcCcg8/UMsXnoMlkAJD/aPc4YOQR7Bec/MgGewXOuKXhsDYhxQg2Aa2Oxs9vJqGxBtvQSx0iMnKUBfe82t1WWzj0EKtI+exl4GV8Celv2IrjYh1YQeea2ILkrN8yYk4netMjvr6qUEV5UsTY95T276wF83wMgHTg4DI7TyMGu4j0DsXeSAeDgdvBibDcIc+ut+N7Dg2b2drSH31p5ZV6TzWWlsi0OcFhBI1zXRthfp2VfB0N277Lv3b0l+zXr1SDajNrOc1VuSDFL+H3vEOCgoObKfDUPtZawg3bu+c87ISV8HucvWZyM96NF9fM8Z452b9+rwunQIcbAEEYDRPZC/5K579999k6ytpIBJLQRsAB5Zc1jlOHjRIlRkX07b9La7jFIpgWUHEhyYPTZVpWvcAIAeUf2IAFSEjc01slQfa5RBbmnq7F6zVeZaywAOSpiWderi88afvPOnPM5bQEtQzKWjHtpOk6VMb5MN5+OcZw2VHM2vxoIY4/2vk0LS9YTeQDvQycBEgHF3ucZv2WrWlTV9wnk0QI2FfSWN5PIoGd+BIBNb4CwsWBX3LycsK/EranUMr+cM4JCSW2s3gZot7DsCgL0MCBYAb4ORnegtAFlVPoYiGeds0f6X+g8Bqd+flNr75JZPCv7NMb1tPVvJ5Zfc3i/Fmj4DH6D36GhO3GLO785JPkO46XPaD88MQZFZHHm12tzv485ca7NjYuyYeN8toFSymYGJCNKyVHRd+OcL+fcCebNrZGTRUvKMJxn8fQXtnm+/OM5goJ96eqT0znFGzAVYRm0/988fMtD6CC3+CftydZIuh2W5tEZJEE31grnh/jLlSHGQ58JJ59rnwrKdsA2vsPAuHWkW9S+zml8JxxAa98CwFQ2t66gEnBpL1WdnTTxLcCJAza0v7x944NOGGwHK/ui74UnCbzdjjIM1GDrrYBsLgMLdiUB3+ceddmRoAyuSbB+5J/HL1oZPeiHRZnvcS6LjdboyVj00x0XOnMZuQW/7xrHMYAjRZ/3mUHoJ7eogqdKj+JovANZcvZ7PP/49czns9tNEuYe/P7wsR0nD/kxB5wyH/zyEHTj0jbgwmO9E8F6fO7kCTuS4iABQwoXfMPvBACpYNF9a2clweROQP3p/Yyq8bl58woA6ro4N7KXWocY159ze880f9EyWvIvDvx83vaBjtCJgRxc8a0bTct87RLIa6sEHl0qOh3HSt6RIAiJAd9swuMQcMVvnLJx8F2VNsbDg3We97Qjzu8qB8rRsTPP2FlUYnRrsqzpu8prgtmz3mbLwf13Quj7mJ/wW5zYWV/wzd2u7tYvTacOckzShIbwLchIADiEvC3N2H+6dJgvxtZVUJIOUpsMlnc1n3vPnrXvKj3ohQ4+bVPh1EJGfaNB9of964Bx23rYO7r+fj+038lg7bDR9x0A9hgHb7vS5BkgvJVEwCQm6J1qkXfbuT0vBw0nKIm9byfgTLblhpMGFSR8fkiCuyunsx7TJQb7ymfl7g94/K6Q5Yqz3mMjfzv+AnlK1chxbLmKbt/VwVJ9rsR7dyap5Me+PhUle+ZwY0ta8PHuE/gc2f6qkhT5PjefClfZu3OW36lyHT+F5tAt+U0P8lGc9uyZz40RY3fsUUFbPRu72Zr00hHQq/dQDlOftSPHe4KO+Avww/QRBjfObr44sb2xXXeOkRfnDD9XUK6cWv5Z7MbuwT9JVo3eVKID69DyFzp+Edp1Vi3fdWIoMvq337e1qWWb5fXKx7YHOxDKXOgAwBq2fdlj6sTMG5cevQUmGt9QKpx2L48+AMvPWYFe55HP+jd22mKl04XgS+LBHQDW+3zsCxWhet5022mcBb/73zOB7aCUdZvkhJEz2H0EX9FhrNN5zvPBT5XEjO8E7acCL8/Ien0rkOAd4AHzQXVmO4kYIwB1RA0/yIwbP2Zzcp3sEPBWEh9SCIP/Mh0eJrlngsb6+yc/8aHZgx+EO6bf6/OldUa16A2dRABKD+D/yTzzNBINPlrAzpodjDjJxD9hJ2Ru022en8CUxkVVsq7RHLua7yzs/IL/lP0QplYAp2VLaGO7KqFreFb7ofQZnUr+TA7qkRRSnepj+ZuGlxzIGfxn/mbCdUYnspT3E0gjwfTM9fIvffNP38UGJLB+6yDYfqN7Pb/9DY6ABo3zS9FI1CjwTkJddF5sG628E2PGcYYcbhvU9DdYu4Nokhl97GBXfNPhT7zMEW8qHLH+1NnXg4+36jzMGYtK75PvCJqvIPAswDf8jC/ESV0qEPFZuKCe3IgNpYknwWrwpI6iK3+kru2z4PtInrYtb/84dAQuvfdLiafGcoNVOtGqacQ+bMmZAjIvjPc4rP754B6PxYkJU8A4/jm9163xsU/cgWaSl+1T2XPKM8b4MPUTW2Ztr0Mo2aDZu7W5txBngtXaxbGrXnRohl3/SvgP2yNy77MIUHwc+Yp98PvvE4t0nGH2dWi+C2RINuqCq96PU6g39M1ad2JDfNLyuyfJq38gLejeyzNraD5xZ4b117/s7ynowNdxnjv2Eeviz+eIjSQHxC5snMS4rIeeCtX/bER4gkQj9P2sMppN5JPZ0ec84bBaoa+FvlqSOIgQh0paYO3qeKMuoHbx4WshOXNDH5KNS/UbRM8NUTpxMGqtM59Pp3S3hPNzK5jBOoTYtUEJTrDY/f17y0P8mmm3xcr1uVJDI9vnnGvWFZA4gOeGdmCwhAjouzVgZ06p4svzem6ScLfSmEwAnNoxULeKz2tZVXM4SWJ8XoJyBnMrBN7JGjWA0t6dqqU6Uy+0gdWyjhvOQb3XOOu4WR2d2eTzqC6Hqh5/BPEAJUB8B0XYJ2FDPb8rAqC3TwE0BpXPMN5Aa4/Zs2P5RkAypjUoQ6M8P86WPUOQMzeOs4IHysk6rXdaKABEnRHrVrSbrfoa23HsvJUJAd52sDVwIOC+fMMEwyit2E0To0w17z6IveUD2Yg+s2ich2esVQF8HLyzlhaAD312YOVFr1M9pbWQ4uoA06GDZw27ovUGBux/Bwehwyge//cY3+2Y9XXTiusn2pX4od3bGvWrKHFynQwfVVLOvG6nGnRA8ETvPJUr3oxSqva/i9azbyMGDz9iUHk/H2BGN1Jldx+FaDAGONM1G5DpCqsjv+asAvZ2A8BTATyBmhgSK7dCO9EjGJl3Jjo0qr2GnnhPB7D6OV4SKc0BXYyZoN+rRdS8HwWu+5xxOgbZneGWwbY3dwOgOGq7YsR0/8OhwujmbwYGcwBY3gBewHKD4gFZL+dVyWMPuYBKg1Z0qZ2qlZh0+LR+IWhLyzT2Tf+Kh9shl/HnZs6C7hbaDeh5BfTQiSmp5PjiAZPuGacd72qApiD3Auh3FYXG0+cmstb9r51dI5g6oehtyAYH3Gcw6b3IdT2TLD8qB3Eo8D7P99/Dc5MgwjPg3+7isGfsFbj+IZC0gDmr3C0W27FuQ+3Z/59w2+0oILml9+C+F4ToClm1gHdSiPYtgJYOIzFGFQDOJEjuCl3Rli2mYgek0s5Jn24VDsE/8NKNB8QjBIB/Cu7jJEOXmF+e11DVSFCOM/A8zudDdHyMM1pEbZU//NJJQNA+yT4ngDAtILtKys6XSjRrbP/qRKJ1Ghrsd/50NifryHwZEzKDLhbtnCbA1XoxDrBN/MTgs/NfSSfVvmtx5tO6dYJ7HquN1ncw7BtGa0Mzz0rAQ/oDh1Xk/eguAh/jKCLxSO+katJZyM/fyqTuxJasYRwU3VGBdTJfCQ9NlVwCkG8bKcGgN385aE7Atx9WdM7HyN7DG7d8H7soVVbPXRMwbkc3tsc7Q/l68fVnXHX5IUDWVdOvddKFzw1e/wlEnMeVo6JfQQD4b082fp9TFV0g2ZmzphpD3XaEsfckbq5jb/Vyxp6FPrx3zJ/IHFGP5XOZRU5yGkeE/u0W8nIQfCTyTnUWeuMkXo5sflV9zRmIyMS2p3t9vjpuy0FgnPkFX6Vade288PbwBkEiBbNsvwZbdaKFRd6sBbL/Te8dqIY+wm+MBx5vvfLNTjqt6mVrj8JrPIjDnfe3PchncUzHoUSi842P7mBN6CFYsavP2sHGPVQm6B7b4A+xEEj1Z5Z901FglC6OP9av8Rn2DDhO13awm+DxkUca66Vgueb4bUy+qYxtfX0w9NijBJbtCBafrZEw/DHnus07t0vJrDb2l/wLI0ygX6rW2D+G3Of5NR3Bk+Abjfs+qgG5pWuPrVfV7m0no4NvzFbuqgQCxncC5nxVVkxAnXFGpka/kOTPd7bxxT9TBEGA5BW4OrZUaAfMDS35WbI39J8TeJfsmy4K3ofoE+QR+gCbUPY9/JvKrPW7fNNZPe+MY3eF9WStD81brq+caLwQB39wNfh0g7+j158HKanV1WTCdca6qZaL/fLGpy85ONfSivmsXZ2V7COxTgJRKqNJBMK57kQjVfpaZ2isqxfAOdIvHQC76RW53+x4lm9+YQ2PTV1275E7o/tZe+45QfxJNtD1CaCvTxY52keV6Tp8kNDl4qyssf4H5mDfO4H+pk+Pdfi8/UXtj/nwrTz3sN7HB+SqtKwkY0cXv6uatICqfN2W/lnDTxsQXzAYmQRGBXDxyep9BPJP0Pt5nh7Z9o8H9jUALNsl8h1d7OTgkaXwsv5Gh9hHNwGas+bPM4Qr8SnSgWcT13Im8sEBPxQoUGVOQqb3xskws7b2y02l9knOXvsoSYLZiG96nf2x/apQyMOTnYAmLN9JxLr+Za97bcMEd5JQ4zQSozOOyIGW43luy8MJCo7szmyzL9ljBUvGWT/fdSFIhjSY5RUf4UnBtxTAefxTSdkdhva9MPokBD6L2TZX5p91Bsu27X37qzq4et4x8r7n6XUx1sn7LbOm+IRn+ojCh13MD3OE45EDY4Pftv8Lf1Z3ql2d0P/6s/HBv+MI/63A6tjx6Cj0wCsB7h7XJMB/s1F6DElumo5BQ/QkyWtO2FjtJ9D9oq1TsWwrbyqAL745duHYV/pb/mt3AbHOiC3bdkb2OEfUdCFH/Ab7ng7cn0ChnjldbC1DJFvGfjQNDV3dRQbHtzWxMPOAignGDuKIEYLAFJAdnT2yjud0UiA0qzWTHO24UicOrPwd2WzdMvGC8e9IbncBSu9lkoXparh8kkQOYZ/Q+Ckc1PMnASb7+U4s996P/wz+a1zTurH9oScRcY4bdazoBHh6xPm9+Y+5NS4xPpiOp07XHT+V9FLO9c0RH/O0k5R92yctL4l1gG/xL/7l2fT/ABh2YNtD3sT/TAaA/bpmVscG1TOeU8nmzzdDyS+bVi9x3q3Qb0ZoRdGgBoJqAOGAkxlknYIQvIl5WhoICMBUJ5ipoN84OLIh28qD4JkV/AwCBxOK5jhibSQrsJqMLBv5k5VASTrz0+d/fwKvHaBAuTO/AGAhhQ0QdIYCjuzb0IYpY2iNkSDFrmra4zQbpToCASNGTH8DKICEmXsCwGd/cZTQImuUL2R+WhA998qQbIGma7qCgKyq3LuVmHlvhAJ7gIKPERxnBEGdXLdtp7sFi88TG4cq6/zKwpm1Zg1x+DIfrTWgBdDnNX61hFvwoedsC7OtmvG79b/JjJMD6FVNMcKpDVSEK2PpyjkZQLQzhI4yvlQDQKte2efZTc93m8sGE6xD063f/0PLZTJKOwAcpxRrsgaSKthORpV49GGdBLcmu1UgbuQDDgD2rHmf8UBPMUq8ulHgU8Gf1r+2np2REwUZBcyPZNcR7JZzny3nmg49HrJ1CtBknBHOGZ8Wfs9C533HITRD6LVvAEsWkmtRsHy0ZqPBuiWI98wO/wRGUD52EJ/3ZFAen8SmEllU+eUOffuOYCO1Ww8NxSG/ztDOjoqhq/V4qulmTWlfihwikA1PY6wDatlfHO3Z0wS6fY0BWzL0SFxAX3mpcTLOv12555kMv2mNMCj0OWAbB9YNqOGDzgbuM0VeySBnc6et+rSwBvAdmtF7DQxWvneGP7rnIwBMlH3ew9gwKLtN+BpCGCvrkz76xTu+zmlohrUKUI/z6A4AeE1Hp6QiKIHH6Mi0YyRbU9c2EAJodwBYc06iQ4wRHFSQvAMjj44K/QRQ6ge90oD95fibPZZswWA9AFwg/AqAN97olrPdli9OWlqO0iorepU9IaO9A0fIMl3p9voyNIRfNKdnzjnLMgaj/y1+b9mOzpYjQOvCWvn9/4qca50y8MjPxMGd1RP9JQu0HTy5LvNp/tDf3cKoHb6+dsCu/rmdOTWVg00sJ5cFDkDXq2lHqLkQFCVQKgPpxkybmfruELKtb3JWDo4usA5r4qqxyeLGIMl3ixvO/tmAe6rXpbOe8dmJP91vsq6RV01nWpttZ5b1JoOcebUTfHFrAtwOTptesy9gm+OsrZbres524El7uRtTm8e/VDvo2Zx5c+Pddobpurd8mjMrfeRGgvRZh+gPaAf+ciXmJN1tUs6s3fPPSZgZ/HBXHLLO3br28J6d6CQIrS5uOg/tRd54LsUD3rdnfO+KhTznGNJyQMs5PnPTnH2Gn2kmewT+E/49HZPuFmWXI8pY6AkAy/miH2NUu58XC9vtMB04cIwu5sjRIQfrjQNfewVPtoEvPOduPPD7GL6HB4Yn7nPhCc5C6wR1taCW/8UPOFs6AK95dfC9HXndYt7PHx9Z5vhU5TnL/O3IpWsFiT6d9Kq17zZmtODmEeijxpZ0U+nANAb+yrbCSw6SaqAK6AZrixgUGABzaC7GnlOhRICTM+GxFV/rMoTelcCsp7HKFcA/drT5c9dIY0MnoH9oFaaBUslEpQ7yiQBwV453ANg0qvOa6+x1qv3RHbGTwmrI0NYH8PLhaelXKkVnfsEYI1Ns265j1/z7TJUKJ4KocbpNxcpzAwFg9o+WyUtf0d/K3L8DwN+St5o2SWZnb7XeVOC2D0DvvpMMHLi2vRK90VhVz3GidiV9dKBWOsuV57aFR5hpT3DgGVukC9etU46TTY7JWadUawm/VRX9jIkgoWXdnCt35LnmO+9v+6Xt9vVBzBEWl/NQ9xHIuDEJU9P7qPyGXpBf6Dh/Lt4bmYb+7OAASfLdWrHHvXy0AQONDV4Gg6Hn9UoSWkRB6ALk9xnr6Blhy8ZPGjv82Y7Stj/Ma7POOApJAOb92NChmw2WbYBodNgkayC/sd9FTwmm/rcrpMNbWyUdh39sY9Yra7KdJT6x5Cav6lqN61WNOA53z8FO7M8AsMaEv02yhmTi2IPrlwwNEVTIqrcu8PcQbdlffRRCVwpa51hXZU/NHM9/ZYuchFLJosFl7cjtoModqPK4yjl8Kh6fwVu/KVDbRwoM7YEFwPzHBrZMRMpO0cAk6GjvaW969lOJZOOrjSzdKiroLAH2+AfARNgqbY80pkOXEjA4Mr2wk+49SS7VevMEVkVzPygIaK4rb7vQAV8H+sEtYbVrsz7QZutJbErmZPw7dNrBTToU3YkujZ3yrthxSQAn4DPBnurkxPZ7TATL6ogz9HsnVqG7LR99lFT2puUVgXh/Vi1qNSb8TlQwdsdFV2Uas+R/56xvkkgH2xl/St8ImY7eQT81VmPvI5uGF2fSd2v43o87gQnMwPO+Jah3EojfV3Zl3v9OigHfeL9Gv3l9hu5OEdZ81rpl1+jts8z9WTsCbYsDEgeJ3fMZqBbeMR0+TIksCC1xhuvuzd11AJyH/6TP2DWe8YYGCx7RN4vZAeA+270TwBrfHdn+Q2DrzQsVv5gXe90fIrQ/Xj7WSdAg0MUeKACsAjt+OkEY/050X66B5umAJv+T/RBgqrMOuUXzyx49/gLjq10brT94qDFS5NYJ7Z5kA/a98dsp0hr7qgtetmtcFVed/ZGeSbwEOkHX++gw0dD4HVibc/TBdDwheIlNSNDP9NeOxqEvfR6sEH/9C59O8kdjCeEIucpZAAAgAElEQVSvY99zBvBzrxOijLviQ4gPJ0ns2ETEDfHvQE/SReBUOlpCK7EjDimcX1AR4lW6kkHjGoOSxHwEz8RI2/8HZsmeghfyEvwXop+mBew/utB0bKWLxCRzZb8jp4KXr6Qrx2dS6duJiZlnxtEJ2Po7nX2kV5Ze1dxRc+DxkXt0l1r+OUWhurZkDHL3L097rP/oIQh/vsDBQvvPdgB6kM/bEXrc3w7mdQSlmkVCSuBvy8ozWd5zZ+mvQlkCWGbfwBpOFzaQq1ux0NoJQcs13fIJw78DGFyXig9VzYZINtgt+DcBrqFKA8rnP2IKGw7zEG36708rC5zZgI6MOxc5mKK1qmDmAajPNfcZIxdPn3tX8OMICKNsa+syGC+HV7daWsfu7PUzRrWbDLdsK29Aq4TkH0/5fQzwvx8A2ZlLuhUnks8Y0KLOIp0MVtPWAjjWqJUze9PG78msnAA/zqkAiQkoK1jlYAUVsCthbocle4RxoXceQKwlwGk2/yLg71YBdwsUPacV/3GoSnipekTPdkuKZA1DH93qUIqrs2k9tgE0BMz8HAH508t/BZ3HoAEvKbCkVtT64qMCdvb8tLQ6VQLr7OUhJ2Bvw3VIxsZi2j/6/XIgaS8GYGqifR/VXrr2AAbPMwGc5mfkSFd/QzcJlixIe1fCJusKpxHOQeQPa29MfUBenCUxIEhUCPhH7uAwuKtxP4HYgo6uernfj4GzinyA3RiImes6/KFVgDrOT6/lyXLeAN/yx2MQKtBmGkC27XmPLW/1LJQ2Z3ycyoNhKwIOBAt7PUmWWR0QOjGwLQOuz//pKjT5Cm0Y81Ar9Ri0BB5xgDSgeztP8s4OemTtal8IalzGZLd5PUaXlfRWcGJoyRC6sXOC8dvKSPvSFeWhy3GaDWMB7MlW22QOj/o4WvWXlP85A+T5mwzno/zH8GjjuBOnkoWdFzfowUF0zgzTu+Z8bBwUMRSTna9xTczJz7odYHoe97WRJB5TVu4J6tPZ4JHv2woptClyJUOS+XGmC+ShdxPAjR7f7MIO1GBYGzg+/7XTy89P8Cw8RcAL5RUB0UGYHM2wCRRaz7vyUIY888MBNVt95E3oEd7YVj0dDAlOk2yNA7cTbUwLD3jvTOt9R87J5Qc5EZ23yUT6vp1cd8b1bWibZgojeu1PsGTlJI4mALkTgtwKZ4Ez2cb3+mBUhBZoUZuM0A5k93k1CdpmvgLRBBx3PfRd9pjWh+gODAZkiTIyW6+Aoe/9a6fzK6Bj5wRJDxsAYO3CKzEUqHRBl0ETONc1Xq0PDh4Cf9+qX+8KtztJI99PBxOcP6K/IZNOwhCX3wHj8Bm6Y48sga+iMzjmI0EIMFYnDL4cvBX3a8eNnS46MsSO7WmdK9otfQ159xmB6IjW61rDNfzWwdDB7G8t2G7bCIeM8PqZswPiY+ANHm3aIdBKG84kJoSfW2eeTO6HP3DQWicM0YEXmQc8KPnFeYJJiJA9kWBz0z6yNLQXmjwJjZMt7sClv1sHGzjjTkDphNgeg3WwnQbbJp4OH4e2Bzu2YwD+SeJZKhDbqdDBz65cM25XMHToJHQTYEjCq/idbhttV9xzYnzWGeO4xZkc3g2vtBz2enms6/zB4YCDop2XnbhrGphNig5Zm7MrnZBLJMpknIsJZKsSQJF91jLkp/2LnEySTJw1SbAIvz7dECZ5CTmW9dfmzPEgB0Nu8Ah7JwPIxLwfcrLhMb662YC9G/92dwMeZUedea102tUhgMRZnG26F/yasQTL48DBec6ZeKxr+y78DLyVz+8bgJ7krmfSrwCuE+KDPzaZJ2NvfIb9duQjOlTOJh15IBJ+lnwTPbf1pucgLDrrwbz7iITIi2DQU02pLRStXhWVHwmYg4dZK8aYtVhZt7ZHJcg+19w4vZ8TqljbV497tb975i9drjVnrYMh9py7ecLR0Rsg3Crab36nrP/icq2ReM6JExOAOTj8Sfw/XTcOng5ZRz6FVz8rEpMcadkyUIcKQPw33foW2dW0wRrdn70LOhKAOg7XCTASwNZUUwCxvoGXfTD2bQoTRNcJLuPbgn7Y87vjCHjZuuwJbHbrc79TD/Cr19/AvLxu0umTVORkH7diDW/rHyqA/P7neRtEeVpaz5m8+i7keCdLNL9lH7Av0X3aP/QdOuPtAKZDiNtmHHq0bryiUej/OPSjB1yRCY3IYS5ZXwkhWqI74ZIkU2TiG3tvwNwBE+3t83zsq+Y51gyMwN/gP9bvFCWIvifAgu73qo7MOvJBMmfkfuNbbYGrmY5tuIGcttH696aF6PBJwHy++JuOOpsEmowjeP7fE1wOHa+uRBb6/dZhmzS3AeQpiHloS51DqN5sXkNvR56CvHKF1rr9Y95j72/0Yvun7nkerDUv6wrY4Ej5ZgKENQaOPNDfli/j25yRvI760mfBmFt9aB/C8x+SMjqB2vp+FBN6Af2MPdYVsqwPAV54gc/vTg/tc2A+TsEanunEK56B/4Lr8VO+cPTIsa8J+lq38Yc2j3n9TLPBkvAj/sWbP+4ExpZB3cWTwiPd30lY8K1l7+GFTV5BtwiPdkJFt47VmMH/q8+jU+nQkfPqkwDdeCi8ErqVLXz7JPpM9dYFdyJt9mVx1gFzs2HM+yMBt5JCsN9sb9rvmER/j9E0P2+RrWAa3oSV8Nbbd3c6gYyvFjncBQOZUwKfehf45BtOgQ6x44yVjAXSvvgk7DxP3Op6+Yfz/Pb9Y3/qHnAL82ssanq0jRj83gmi67tcHRg/ZORL9jmdQruDTcsp7CnvvxKCLMe84sY5B9s4UL++VNZgtje7P/aUfk8BaOIrfvZDv+yHvzfNTQK6sQQxmPHH2O8Q2db2Oe/DbxHZ8a4M1kedwB77NjaIxBiqmKRgsKp1ymBGJVC0XGqcwdw7GZw5ceYw+43Mh+7BY/Fl4j901CN7dNZ/aR35pHEq8K61i188GAa89uqoK1qZTjKsGeYUNLX+y6GfX//411MBnKyJ/tkJj4J/Nk5Eqc+/VerSYrYDIxjIgEwJpnaQIgh5LwrRalvAaBYrVKH/7iC/tbAMQQYI9A9nh2LQMTfAIoqwq4n6GWJcKVgcwXq2N0UZY93O0x4ND/S//uZqjAAQFIiEQQCKNpHNJnM+9wE8dY8dUnOI9Ms4m8l1FirzBex3+y4x3d+UVfiMNQZyhBjMxtlZNpDKSXtnOiRzPQyqZ9H6zn+Og6kJD4PTjDKSjoz0AK5tudD7heP5CP8xYm+w1fecbMBxTvid0xohDrJ19GTeW0J/6K+MZX2GY+8TqG3miOnwmYzPTFB1cnEce3EyS204RamR6Z4smYC6Bji0ZNK1ABzHaw/dZM3Pvs9z9c5Xhd3zfM6c+VCmBXaghf03woZ7/Pk4MNsg+lYheK9bG2YS+p2xv3S7yt4CFIP0OE07k0aKaoNGCFoU13DWoW8cLP0uQE8nuLC2bdy0QctadLt4A00b+u8zrlhHzbcDfQZjUnBUK4l32NNrP5cur31+/oxD8e0wOldVi5reV/1uHrLMCvhfgCdlHZo69E7bMF07Y+ukk5sfUWTNL3pdMrXeLQI3Mz2gFZmiMXZgC1CBAvwWAA5I+myP2bzRWVl+x/PO8GdafXcQQ9txKlFmPA0Emd+v58yM14+ybicAzFpr/O1MvmXJ+wHvvyJP9rNXcFT8OPIEPdr6Kdl4FQB+/v5jqk8PXRlkJvuUZ5yM9JoalQBcQ8D2tyehifkk8BSdreuhDclH0+AE9Hot9LlkUye2eC8n0CtdE9A/gHLagL1a4M36iD51hsmGQnKOjfay11yBao3fwAtjevb7lZlqHttMZ42zW8ZgQNCW+t5X6L7bsmu+Db69MFXJdZ89FRrif7GEtH5d0dQJA60Pbrq6g+Psg/TMTf9gNO0LmOs2+s1DIxOY63E0fmlFfx8twfhu4znVlZr0Ojowgmzwzr4EHyEDs0Y5o1ROqlTbZb3kOE5SVcZcVU/GmG8HTu6pqrkyQHGAtIHOeLJXAPCtHtK4TkX5JAN0608SXUwb48B87V21kqJCh3XvAJzuQc8Hx0Uf0dHkYGsbPMsnGjMtUY3JJCemhXHWYvXuX5591XyyD6r+y9mBuW4D1fq7DY27BZNx7b/ZE/YjSrANYTDvwSDPJQTV/Nn8HRmbVbt5oBMh+oxQMDnXg/dPwtBgx1yXuXmPSybcdpD2GX7ReMB1BB5WFmxCop55zpUSLnjeoxZo8CsYW3IZHmRfwFmLlwkePTJ4jNkELBJkelUAPw9JNd/Myzo0wb3+IWjsfR5bh0ql5b8NWune+6iGG6e6jefYEnFc5IfWi9ghXu9ulzbXdSePPaN49n/2qm0P68VnmuDng+PUonlsSlfvPd6gtDMnaDoBmkDhlx7R27Kv4fusYxzLnTxGgINEuHUqjAE+DsnMNe9oecqaa2x018CRtE7VxYIETN67GL5ofLwVRNHZHQDq1tSM56Xfqh03FdgtBzzmqnhiLGKhYN8dHTZs6wfT9yQbdIAO+RgH0SR+DQZKoGMAg+4vutbz7sSAg51tGYbvcsZoZCfOmZYTnInnvXcSS5QDMnbp4DuG1uWnyqICwKbNsrs1lpMI83wnRxZOLK6TjtLZiPwgvzSibkFP5SCyyvqoKjy72uT4GGZNu7rba/7QEME49q0TK6HhTvhuzAot5bpNTOgAtq95vn87erOeVM/aPnCFWzqqkcBkOWNMYNXw4llw9NFLHAOG/sPpbAwbxzKOcye++b8j5+qIAcmvlsvYInfAQ3d3oE6DM967bL4+o/X2v/zdZ+fenP0pmzaY5ZX2DVQpx0n5bvHd+qOfbttgMPdXWR+R559jR1rXvBMrO6mDBB7j2AdfbpB0cET7+EQjPq4qlcjYGF2YwADgmZOE8cgf3ZMAy+CTsrXDi+8AsLvKld4O9g59xQm7gdRTBcwCIOhnrTXPThDWGr06dF1n9+b7997ShaGPuDh21dE5mRufS871OZs88Zu9fdss8G+ChHsm9X08HomgYLWfAsDZ90wqPhD9N3x/Anyj76Drg1OHdO8xJunokc/PntCqtldt5RJO//FzSr53UlDtpdl7/Mat501vo1NeNvw8C1k10HP4QLpGsuNtt4n//Z56V/uqzV/PmDqZJHpuiqZGf/c48Bfms6xz70U6SGR15Ks+smUWrAPM+ohAiGlp+EefnwSlaZnaes6PsmxcrJQ4TwRDJ5d+l125Lv6fyO3+aZ74FgA++vnSWbxb3yPzeU/a8a7PqH1bJFiea+0bWczyStLxeu+IG9t1fOIbrn7ZLMMD+EFYX/CIxoL/oflEn0mvHTnz6ETxFQFg4YDuIPpaVxir4hdNb6aZskexQ7Iu1ybNn2OS+a97r/ue5jHksOxg0Rm0Bq4nkYQ3IjvyjryRAByfef1ky1y65D1q7FboTz6rwXSjB1pO9b191ryuccW/aSFrli5csRsTxM/diSNtq+/m5e6s2HIKecHze23RT2nnPvbH8892UExCBRjw7hqFrw5/Ps+O/30CyGMTIs+OfB693+NrXy38lT0VXlvexs8AGb38Ds8gHFSfxOcjl7V+j914ZE8dGcvebNJsnkzhm35vfH0fvaP7wDl3EdY93xvjh//ibOqCgfYriR/tj72OBmH/7yTEFw541lk+yxQtZl76JzHE6BQ+PDjBfpqh6/G73r56fBp/+b//54//uO2PHpZ9emWUfnPcteMjg3kvMBtyO02oLDst4Aa4eGLTMsPEJ0Yki6sCzyeL5blGggFDEAaDWNqg6M3HyHsZYqMI7sy4dgwhsPjMwBXDn/OM67yEZmwHgAWKZ7MIEp4Nmh0U8dDqBmPOGQPPeyDYV+b0CJy3QMjayVkQZ/wKYnexMSNsX3/GgONFGW9dvYpgs/CqVl8hnm2zxbjaCO3Kms5AEn2ZeCew1w5sBFoy2TrT8weNA6E9/wbsp2rvEzSuQUe7R4AJ76RffDPKtyCdXolDL8YLgfRtORZAHgWg77tVTYBeApj6scJWK77nC7JvcCj03rYgihD6BFd5Rs7Ko0LNDt5u62WdGQdNtxzZViFvC/MIHdPw24FD26ZT4fQM6q6WQJl4XaWctD9Wzu+f7MM6jvVtt0Q9eGXAEkB5g4erIPzkw49RQHHwRcZZKSoJ4mRmRllYDEngVhXBndF8Z9uGN65A4BGAcd50YsAJpIxRawU6RoGHPQGtBkn6/NMxeweAUwGXa2N4YXiHpoVCiJZl//dzbc1k4BUIawPldpQzxQak35zvADzWkfuoDPJ4S7GdZ4zigxqpcLyrPgBcf/vr318JOqwjc8AAJoPuOPAGSHxUjehM4/Ek/fb3376C3n/8YzPWsvDvALD2WnKTtnm9nt/Wz/vv9Qiga0dU9nUrAbVknElCZrMDLQTlXoHjbL0CwNrzl4x7bnArwflBHgKsj6E07yZYKAb2mVkXz/j6R54pk7YdE20cHfZ47pVuewWApe8dpFt+tMzUc0f+KHiUzDna14zsmPaHPP+b0ZIA17a4C/1FJkd2rTNFNLIOzijQt8GXN3XiBHLsONWm1XQH2XXPu6VfnpMEu0kQmaCF1hnDAueWr7HTelsKn/0bnX/k5eUA8Bw8SCUGobPO9p9fdH+fTcy4AJ16BNmtGKEfjgHNaRzrHTxvnQLfRSaXM8D7MoC38dNpcTmtnd0KzZ6lONjkpFayG/RcrY2Yu7q5ZDMnk9LnC89H1pdLe0feF+g+z5kEAhxiJBa8WzAO8H+em0SwebYf8jam/zQAPHSh2wiogu9wclL5bOPjBOHXAM24Kwjx/KF1l3zDSUGVAEc+HBxuQc+5gJEhVF7ruZnXO1DKHrS9kGk/+E5Y8yHslQuxQQypVGklCh8e4IzhnD+2zuu8t2j3f4CJ8JHuaMeUn1POVyWSNH51pd0oosj0yDYl+5wzox8I0I4IKg307A4Ab7Ao47Y89UZGPyODGt8EQ2ndxtC8DptNomzut3yf7ii3gy9jmb2btZcc0R3BieswbAcmOLFluOaBXAZvHiw8tsFtr3jvHTTdZCF2z+uphKLng650YM61yyeJI7ainJur7BhjO8xOC+TBmKKnRqB3tWjLsdUJoVz4JLTE/6KvQ0PaQ9HlniXrT09CSoKNtjdVffA8o2n42NNeo7UvqHaCDr/JWnCkj/EoecHnrfc9f8m059rI+cWHCb6OT2B4yjZ28Rf4SnNzgvXVkjo8FbySnzDQ7RA2DR36XRp3Eo4JaB3nHQBufdqJF7ddvc6vDaq2fY49qLHpiBr9pDNY5t9JdQSAqeYBS5FIcdudTbNeAdsWwR6nMm5sIVeYzgKvY3eqCyeoA5ZOh4G0m/uwC6bKq+055DLVbE0H7AlJl9gjJKozxzgzNxjhdVJF5hC2Ksq7k1w743odfbkcVNX54sbFnqc7rQRj4HvAdmpH273G93roey15d5bwPeUkUyeEllXYtd0NpW207N9bl8p+smYbuUr1V/Y9ciobL75LMQXr5eEMjgZ/E4D2dxNw+sn/wxq0s1QBn9A5FSPSW6Hr6ON9/9FPtZi69RREzNigYfDzm4/WbwAWgI5J/v/X00lPc0nBgY5+Wb9hFyScYRjv57lKVIxuy0/bk+IpEq0PbV/yaAPZegL2cCeqSdZEj9xtJVN1CjbN2YJdecp4s8/bIajt7/aZfdOLtfRFWwlQd4JBvyt001VUO358LB3cojCAsfRRaYeGig6hydvnoc+30nP9EH2e8I0ZTqLAFQBGnxEAaX0BVm6elg4AZ7d/0vpo7GbmYv3MC4ZmSAYLn711L9g49BW/Tcu/lqPIyR/tbVHZyIjW1egI6Lgh6zl71/u6tqASXb75VrqjTSfSZQ3fCX3h8Tp7VFc8E07xSjA1Pm06voS+crSOfj7OAW2inWuR18JtJJbqssYtPDefUyGdh3XHspsnSOKPT0IdOSuobpqUrMcfuxWyd2EO9K/nd6XxHdy1jPwpAPyqMs88jg1k4tizfe8AsINBLg4LpGKvwebMu+1fjvk6HULG/6JrT1FZJRgn4BRbJetdWXf++21rM14SdIzT7YePTx18cHf02QSgixhu2rgSnZom+L2DvwTQTgHBD/ygPcuZr2XzF/a9aW2H9c624f7oj+Cr3v/mW7p0UjjYSXGugDUjoWP3SMFeu2CcJyA8yoBkmqbpHD0Z/W86qSGDUUhAbfsD/4PlyfEnj19tjtc7vv9nnF14sHyalWLeJ0F0xtIJo8jC+IHEC6K5tScyxfj0eOYtz3Tvr1+//H268A5vX3Y5CAD86OfJZzd2rRaqO+Xq+1dnobneNOc4VDqYaQ/pDPfNTwuNrt966Y34BzE8gr1gQY7IpSMHSVAve+zImuxzxwHutvTNWnoWCXd396ob579Zcnys/+//gmyk9BJ0cYbMUV7vbP5vVUh68FvZdnZsKkyy2NtCB8aM4NSMA8uOkrrOHAUYH2E5K0QA6BZMKDOJ2DhQ4uCFoGGAuwz9NuIKP/jeZOJrsNvO2g6E0ehcb/Io4Nxgyo60MfbixMvNrtK1wRviSoveOsPQVPjexgYXKFMBI4Nrt0gNEysAfNa32q6RMdiMAhiXgyvGeZismQZnfBtGKI03YE0gqrM2afNINU5nzHWGtN7Xmdvvmecvnq0AnhjxdrQDCu1oGDo0HeheCWHPb4PN/B6QgZN9AQxKirGc7ZhfbGg+i7JANlceBTIOD86IBCRlzbPGZIxkfJulug7WSPXOHIE/DvCezA+yYLulBK3AO4sdgOC9K0/P7cRBMHvtZ3w476lmvvezx9qOTX2OYZyABs7BBSfNs6y51rIVEOvbABoF3M49Wu0lCBzayb2bSUMrxhvsZ2wZX7dg0v0CIJ7jRRwap8bf2V2Ac4I5nbBwgmselCXByd5acBkF0U6Kb1VJTe+s2/l3HDDdAtdOw+OAXnq/772V1m3ctEH0k5GVfU823L3+/ujZFoKbZFq3Mya0F57Vv27R/7RiO0BmFKhl30ygM7Ly/mmxOcGgbf+CU36DuzLAfE9VG+hvZYUzlkzkhwDwONaTIfc2eNwRYVqlSFYliJAW+vr51pEBp6SrxEp/uCJ35o6TO5Wu3lo/65X08Xys7z8M6VkzHPEtA0427QAt+CJrirNGWZnvs0yaRqGp6CU5yiPjXoll7OFLr+aPf/7rlzMEczbX29CmRQvvWPkSPs++7d4e4I/BarCalpe0y8yzYnAeh8K0KG+HwqlCOl0/8r5XFvfgKjL4bkc+gW6TU8klEhjawd3PZR060QH+ICBKBaSf4QBw8FCD/oNfns878791OPKeAJjuuUH22WM5/KZypR2NjQe6WrQddSTotO7aDPkNAPMuzosluSxr8g7oZ70p90lAIu8f3asKYloyjgPp1fYXgTK01Nm6Wq+uaNb72/nQmafvlmDJMKdC0+OejTiV84O/TImTrNQB4O5gQNXkHQCE5ng+2cEYKK8s1TEM0SNZS3Bct7GdwG0B5VPx89zT+vtg605wEf4y+E+lassB8ZYeqwpufS59hTOsA1CN0UMLCWiCiZIskgAdbVzbsD2OltlbyWACwKk02UQJHJB2jD2B4ckBMDa47RyCXR0A7vF7be3g3U4D0XerI8Tj50gPt0ZPVjm6davtcjZc0+PhweJxPmscxu8/BYB1z6ms0p6O0yLjT/XoN+eo7zuRj2Bg2mBRYcIaOVFqKvxPRjVZ4JhXxpsTFBvscFcAu/L5WT91memK72C26F/aFjsYMclPLfcmNuqlIhE1cn8dwpyhvIm9qV5AN8NLDrKKxlXx+XzZzhbwpI14y/r8D7rvgALdLGyLre/h6H/mp+X+48Gj7oQwgszX3w6/sMnw1zsATAv+tvU7AGx6tZkzdqrnF8o6duK0eF986zSDcYwNl5Z9IwdR8PLb6UTlGGuD3IxTMjgeB2A7AfWGu0K/K2VojRga1eBXHxIA7m4zvs4Bq2qpa5tyO2HNCoR/wYrPnLAFO8GnA8B59jgc7X/Jk6APAoD+TPJiAsA64qJNjpbfd+vHM4axgfOG/RGtEVjlPWA2dFECd5ss1QHgnCE9x09cfHrbjHbqVoLusY01v0kMEqnYAavKz0rYILEGnHvjetOA1nwchwqEkqDw9iUIiFlTHJ2ieW9gd7FsY6QQ+T7/0L35PAF+gkb4N9a5vBh59yPyDMc7lWH408Rh6AcHJn18hWggY+82gwR5YsMn0do+PelVr238SWv3hkdax2ss7dvxdMcmgyZ/Pcd8eczqSoAC1KieB22FdfQmDmhdrzPus6eRTZtEM8dy2bmc7/3eIYzglPhUsNNUrUWnocZSum+DsEm06YTz6Crp21QHf7NLOgCccado4v5hfcHZXp/RTx1wOev9J4lRfrblCX6JzFW8jo1gXSkdEa+e12e798TIi/wNbeOPYP+7s4toWPujJ33zg2BX6vte9/VjjWFW/tVvAeDuQGMajKPh2ETgmA6AoGtv+wafrtY48j8rIQLOsQg5RznBrTkj1xg+8n3tt1pT0cfYWa8ETDrvGEducK+TO6EHzUHzipx+J2F/+B2Elyxksj8OIpEERPBoaB+524k+yBYKOJYmMz+Lv8J7/nts6duGZF4dYNYy+txoOnY9Y+sjKlzFNuvhfZxOdv5d+njwh/Yi+il8A1Zs/d2+/G1t+04Sa56LnTlVgF/OAMdnpHuCJVa2tQ1HgqSx1uy/k/GUxDnPzzPeAWB/P91rcsbornnbINCvn2G/5tjZotCTVJBk2btL5sqKLRpbW2VjMeLfxq7hnyTNQQOCCf+cIzpuP/rNC8z3PjJMn/PM5o+dV/bXOmpanENz/pzaGMTniA1oW+u28n79fuy7fdW1uLa7quJWXx08/3zX13bhFXrIMt/895bn7ScOvc4RgxMw7QJFkvg6wQGfbMcvoI9jI539yTiTuJQj4/psbPb7BJNnMTietP2/JDfie6wAACAASURBVMrFYawEabUAD465A8BaO5L4WNLEK0Kn2bd4/7Gdb11KbMgY6BnI6b4C/rmOuKGDEbx29nVkVeR3PvX50M8z4Vt/GDgXn7fn9JlAGfpDpiZh5djHY1/7UcZD0plbCCM5Z5p5XqK1y3VZP+RTy7AOACNnwTyupLYOr+drT9yJMHohmCcTvrsB8j7ro2lR3vY1c/CSjS+mW2z3ESnHpzE+lY7fRYfI9n3G9MevZ7iVQa3J0lteL7oDUJ1Nfbf2hKhQUhlEGO0loMTU5ZjL9u91BrCu5kh7uLvC1Aswi5B7A7xM4GM94XSJ0SmClsAl42mChU7BlBIbhpkAop8v8NVepmqxwUacfvNXZgZjamDdTkzfP1zeDn6eCwDPOFahbzbbWNvzoijPMLCuxzDOvpZj6PmeM5JoUdHrC8BKpmAYRoSm7HOCgreRjbAKg+4ZUzZALJCzltAGz+w1PMYazvHnYtZgwVcmu8zDKuffzi7hnZudnLHcP+xPt9jpa9YZPYq3stq+ZYkYCJaDqt/J3hwAYwG4LV7ujBoMwDZQoF/oHTrqM9k68/qc+YQBPe0+tvIrZ4IEHAcI4xSm5fkRpNrDcgAfGi8+TkAhDoLOkGac4uc2AEwXMiBGICZjOA46t9FTZuKAMNbVjopHwyGI27kAQNE1nYHdglX3ISPuPfT+PethMD9Bgvtcug/elpwYB64CIqbRRoNzA+fFkCzStAld8xze0YalFOk6FJZKAfWbWf55ZsNWOo/csEiMEqLSIa2OJmv0WfNvgfp27J918A5KS+c8DMDuMTYe+ujWpOuwjnzRz7eqXmim1/sAIznh2iDXVAbw+3kTOJAci1MrbWJ6XQEvq7Pe0kF8hB5EnuoZDfpv2Y0B7ASOefBmjqdSUQ4p9EqcVVQIZy1y3vy2qX3rkOiN1ockLHjeAn8WnKHjNm4SAI4c0w8ZulmvlY0dwIcukWN28IwDNC1Bs3cAthaxDh7bufbXVyXpSyaWAUTgsyusouOzL+2Al3FpUGX9MmPHH/HeRuudj+oPE1dVHz4TsTx5ptQOBK/TyL04qKPPkOW3StHeWfbY4IvxmL93fZHr91miXdHAe3ut7sB9G68mo+d/rw4eI+ttME0GOUkvdFjpYCV01s4q0Y+uJeATnpyWypMAB7/ruztZAf1DkFwG+ud5Kdmw24CF9rAAtIR3pnPoIvd3xajlujFHcGb/dIIA+yLgzHEUd7eOb3NqzGND4UpW0PcYnCdhwms3Y5nqI2jEhsnzjG7TvU65T0fDCVDLITJJKHo0iUmmQ+E2J55skB+8HvoNXRKoeOE3G+XKwl1DMPh8k27W6fo+o1ZrrT2Oo6zkygW/kDMak5M+wRaiq3Iq4VRG/91n5FltWU6UAOgWSIOzYuCm60fO4BtnJLfNgDRMsBhyjfW+W4Dj8EtLuVCZ3SCz+THkplX5zK/bMxKQpmWY5Lq7Fgytm66li7vCdRxyNy6LfIrO6oQKnMDgOgeQH5y1ekm2UDLov3XPWf14tZzSPj/7dhwCCqBNMLXppjttwIfoRmdMy/YSHU9FhP7gnd8Sgk4Aefjp3SkqTtUbE64BnwAFeEjj3bFm9+5qDaoHg1RDxF2VIAdO5FAI4N25Imum9dU6OWlpKthFgC2vbedMW9ruAHRw7jhmOnFI7+tEBdHKOQ/OwehPLMjaeLjDk8Ykg2HZo/dYWoK+AyKsH3amxiAHm1gAmdT7rnX0GoyMXP28dipio/E8AUPswU4M/J/sN/BbO673HTnHWONYh52UfBysreM91rLv6BBiOVcVh6Hv4D3RdzukyOZHNn6zh5smoSsHDCUXysF28F5tzyYgrwNLXzeGC71uYEeTtx4Y/KhXoWtN76NLJZ/SwcnhuGArJ8TLcGf/Eni0/2D0xzd5sHb9dQSJK9+r+9d0Coss3I4nVDil+4XWJkDxrOvh1ZXHcqC+HMTyb3jf117F75NAbKr1w/P9owDrOn2Yi66hat97P5VTDlTZvMqRXt9+kHXCGwRceC8VR8wPO52/sy7B49CH5fkUPNheeF5r7Pk8PzKC4FPGE7xAQm5G6JaVkiHDBOHVnJFpG8XJNo1t57x4Pd33BT921yXTnmShsLEdc8EgtutdYR68Aj7I2KIj9AP/EViIv2GDJSGCdBhpXXBjtKzdOMmfFzjgxREHE1xkn3j3t33ju9uuPYlBTpbZIKLnOAkeDlyYT3YN0ev77g2A0EGm9xP5GTtobJrBP0mmU6JsHNNvexVnd8bn9XjWUcmaBNLMKxY7S0uR21vp7PfO3jTN9fiPzpm9B4t5b02XSQB42erPYxVMJbEp9Pgeq98BXqBiT0kSxv+xwU+CmFsah1Y03tt/xPpglxEwewXgkX8vXBxHPvq9A8DixQSmtcfZdPCSz/MdOx+b3gmgg6m4Hn/8O4irIAhHWEE7G4wMn2St7oTUYC3xf3hYPx/nTj9jhnfafrXscHvbJNHSOQya0MJGxiQRAT0PeRtzuw2qAvip8mt5zN/9eeuJnhdBXBIB/N3BdqKLt3z2PGb/CODd/jStDccMhGY/Oxqe7y+s1jgB2u/OZncAJkcYJMm/f+71QBZ28oPJvjpoIINaDh4+NRCT7nxjGXRy+xWyHu8EBosAcOKz7309uAcMw/vx56Pz3nGU6MGwruR/eNy02Phm8BfXdsEM+prEruxt9htZG557H+Fy3jkL3nTWMpjr/Bl+okee0EIdfAc+ZC1PzEmYZBbNCWynChtdtfGq9rNDB+w5wUJiBnQi3ABwybcz32fOtBweecl4lRhDAssdX5A8sUzwOm58Cf57xQdm/279al/kI8PYM+mr+/iA1jVDBEtgzwfEcdBrN02xxrq3k8+wkfGBHPqehAvjeSUOgMMUL7RyUyeSN3YEB5iGZC+PXcu7GZO+fyWRDVZl74N/lIyrzlYtj0aH3jbXCwesr6VthU0mFUDd5IzG4vhSlICDbgbDRx2t7vjLP/94VBGLNBQoBtsMkWQMHsEkYTKgkEoaFDeM/y0ABKH7FVMBcEDx7dDXJWTLyfCtACvjaIMGpdMZCe2sCUMHIOnn999jtN8gkwpSGBFjAEF1GHSMgjtD2O8ZsApQRlC/jLVpwXs2xTcByJIVdJSmCTaE9i1rx/OQoLOzmRHm31dLOgvxaUUkof6s70+tRSRYPbYTmNtMrg4QtHI4n88gWqCGcTI4CPgEZJ5xCSi00sic3nPZPdnPe75vY3MBaq9PB04O7UlIItDK8djvN+DVWgyw9mHhNuoCeL5VeK0iH6E6LeKgj6Zjxs68A4rfTpkos4ASGzgzblc7DJAAxPo5Wuuh09NCYJRZV/yd1aw2mNDxKn4yz+bqMZT8V/Xip4W5P9baGJBFiHZrLAAz9/vfZ8DOSLWROc4w3TkgEUeininBBoDvAMQ3irlp5HUuat2Asn0FuEyHARH8OOP22fTOmmW+ahWZ398jiXGb9pZHuc9z7DsZIIQ8AHzy3DgiInf5AQT5mtlvL2PJyh4FgbTQFk7QzK/lZsvkVmT/lJL84rs4fH453Xm35B9nYEOfNwjo5Bg5BQzoHExe2U9mvJ6bqrrP3WafoFsCwNzT6yl56crImRPPY+94RvNAV46m0mjoXIBvnFCnmo4HycEx32f+F+0869bZzMpwo2V0DO2AWv3A/8gxVkCOhD6f7nYkUwH8h9ojzYQkGjoweejWBv/+ADaPo2++Qq8dOTYgHt0FwNTfVMhD17fBsPKPSjJNeqoWJmNcoOVUt40cw8DHiUIrHkaflisbUAh/jLMo9sZxzAmonWqBkTleE1dufSqjppMT7Hvahh8H6VHguTcGWQxz/dygk8S6W4+SKHcbUQBynq3xYJxm/gNqn7GTQd66B31MYOP8K1rV/Kd19c2HevI//qEEMQLimzTit+JMGpyozxBbCfbtOWrvithN+uozntlLO3yP83Se4R3cqhDbkCP/kKW0um+8iEOKa10ZUwCdAPmNNd3NYdoFaT9vPgy94CALcSFPXwbmnwSASczRuoMvbgfnMW4sS7JCZJPru38+AWBtw8oijSVV+ZL9cd6Grm9s7e/lUB58Q+Yzeqv3w/MdfOrvh8ZzRhutid4BOe4/NsLzgbPqncEOr5RjCEfOs2ZNx9LjTtSaSoUzLjPm0n74Y5+nucleeVV7eCLjQJDumUAIiURHn7jjwhpmvBMnqQxs20YOKEwyncZjQZPEWq+RMQ6VMDrTO6160n0pFdXQege2vxnDrwpg6RJXPYyjbniZNfC/z3/Uankd6Gnh252QGvt6+CP+mlYI3J81eH4RLjNHKhlUvu3n5lMx+eUsolQURi4G97278dwBYPirz7LrVsVn3JyvOHuv+5JYuJ0fFLglsB9M5Kd/8kTz85nsVgK3jCDosTQ+XW0ePURmPXSvazpDPzw8er4Tsk6Lzzy1g2NL8/PdYG6eFV2UEA1yWd/dGe2x9VbHWT7SrUu/X+rP9uGVWOMjZ6YCXdff1QvnLLrnGvPxyAr2fQPIBORIQpzzif9DQvFWmzMvnFSZ97tS8E3Lsw91hrHu8TnX0zrybPHz8P8pAMy1t77I55Enf/3rBtacgDcB3NvhGIf5LjRy1Xte++o5zqRaL9yJSt/OAT308vySCoflbY5oYC37Hcf/QxKq7NDSl92iP8kLsUheungShTuRF78F+hhauAPA3abzzOEZvxzsnZSxCcqLmSWLMxd1UqNzwiefI6+y3gkg9k/bZLSw5vteq+HEE6y+ZWn7lLzWU4HSONpnPtOkxLinK0pCI2//gZKoP4MpL0w505HaiRxEL+cL4Q4f6VL4SYHnYAUptARqCZ6kcED209tXdSqgpSePTbDtRzXud0A732kNlZhUJu5ZfuuHwZW7P6m4pBMDvjjjoZL/9x69ajq01zOn5scOKv1kT3sck1P8rYijCxI+ndbxTzlQduyEwVwVLH4R4PNHH/HD+7dAR/uwHVpOV7bpmoI8abwArUJP0gt6R847XvrHB8LeqMLp2A/Hzp2kV/nQfvBBeJ+hr9H50b15Hx0IZM8evP7QpYNSwkQVSDn7SoJGdZzohI7YrSZw455gulTQo+fAuKe7grhDPh9dV/uBH0P0hX/U9rlxvvyp20q+u/mEvvdIBeP3mQASn3WB1rH7/6qEAclpDWewiPAt74V3ckTWJkJQGfiRHPHcYF03NvS3LlK9T9A4eoEkZx25ReVm255HFhpDZDzhWa1R9jXzmZnPUWStA6BHbN4EUt4y4FsAWONAPnUFPmNYO/RJkB3fouegbl8lY44OHOy04+kEhK0K7yKqw7Oyxx8+gj1uXk4wbuUt37PHGkP7M9BP+EG/ne17B4A/3jk0xP6urRp7icKYm095zishzzQd+av3koQnPRIfUP6HvmcN1y8+T+1W/baTljHQR69x2h7Js89Zu5JbJLlULCv8vbjqYO8/0Q9nH2bjWi/oaKClSSVAYDPGfjl0ju573o9sg0+zR8EYtw/n7Nfg08iVZw3n7NiO13z4q2c/sPlDL2tTRd9PktVUu9/fS654vpUIdftKmk6jU+IPTxVzdwbTuqtQKzxz+P0iyrviHZv7p86HoaN3PCK2xOCY50u6KhAvS8ecxBf8M/FH0YOxv1vlbsL6q4Pc8zz8scdWeV5IcUN8u2OXjf2GaGt/RlecR+dFZ9x6thNF4BlokOD2rV/Zh6Mzhxjbv3PoxT40+QgCXv7yOGeHdFV993bySwmyQd/OYvIATybKG8D5hZ7onDtAy8ECAGaYAWCvnt5jgDbwPw69Ix/eEfUuoc9GHbHlXwgAu43cnPXzqt7wXDZzg7s/qryKgH/7bbzIvneFAEIuQHcIqw3KMkCbAPVobdpxfIwjpdtpes0kGIaA+p5v2RbHOB6mxvGs6pCjYMzIOzEMDhxn3calph8Cmm0gixzhbN1gp1YAh+ap9wEaRGonW/3KPDaJ2jhtgzgD7Iqkg51hqBkcLRA9vlEWnT2cNlO5eOk7men66bOMWrBrkxPIDJ3omcnYVTXaPA9AO5aG27n6gZvZGmYsx9qsVRuLZFmeFhpak8lgwwA9lYQGM3l+0ysG4GauZNKt6O/9PGRgRbtO3VuQ30G8bq98A4skJ2jtEthjH80nAwA9rsq4v9fC91TgUu+nxcxtZK9jP+/MT7VS10ezX0thKBZlKGZcpg8J+HkBgStkUTsFdAnBaPiwA8cdHGfNpdgdWPWLygHtLLyABzuGRyboMgeQZkzdfoNn/m8CwK7w1xIwr6Hl/qzP5NFlfQ7BedfcfyrPHscCQeqXg0LjP4ba8P2s1wZ/89SueGhFR+CIqrUPg+ABSiQuRfaw79nsz0zHrf4JgOj35w9kBrLMALiyxW4w+6qQmLVph0MCgNrrtJy1QTTg1e/Q/j6K65zhXnLeBsETsHaLlDnjlGeLTpS1fTvvTgWAgM60LydQ5PlV5QO03hn7bZSZ/5/xHqdFA/chCDtxJsM9Mietuvos2fNe9mdazepzzvIyAJsK4z4S4tXi2+A4GZBUoHCGJAGI0PlWKXQA5QSgSu9B1+GzPS+JFuDc0058TWP17iQurL/rOMoBqayv+L7xBpneYcxNSvrWeu7NuyO3nv3pszCpmGy5lz0Ob7xap7bhdZg7gcI/CwBz6U13b+dkDF10UMvT7rAhvj+Jb18c9OJhkuDkwAyWiMxcefsOat6Y7Da6jpPVi8KZ22PEqEXgCAUMigX6m6TXDi3WF8O06amxzFniMQZjdGlz3vqGferrI5eyFl1ZYpqYpMl2UIPhjMWrklQy5D7HjvXycMpZcAyMcYi0s6ormjCKOgAMhofd33rdK3acof5rjMV2jDL/blmu591nP2X9BVxGmGtNTieaTVT424P/kU82hi6nazuuwEB6thw6t4F29rirh1xxNY6vsikwbm2fjGHcZ1FmbwlQx8jdn62QRG6/KnAtL7dLSHTCBDzHUY7TT/JMYg8M104aJeq2Y6/3KzSWEfH8DSQnaNHt4sCncZYW0poE2ODTBBBsD0hJGXfm2k5qaHnd4yUxCP3ZSWrQsZ6lwFsCVQnw3/MM3pkuJrV/oang4PDB2l9ehydxKBhNldvp5pGW3ckcbz5iL2P0J2CDPJxPjn2ha9tuYBxdufR2dEeRnYqlKwFD3/W44OlvFdqs/beWkpZJ9i5hf7e3P46gw1/XGWR+7rOQffa8Zc4sTPDeVpp7rYeOObf95m/W9Lbz7FwxQGo/Ae124xiMAzPVmfc5W8HcQ4e99xO0uR3WGseepZxRpbJl7UmCrKxD9jSz/1bN2zT3rZNEY7m2+8KHb/8I65R3b/BqdeBn9VM77YJV3lWV2a38X7pLRP+6mvh4wTK/TmRDHvTxUysTrWW9bwQMuu2q5Y/k57TcZ14EvDLmBNc0Zvk5OCqEa2nxzdEU2Yd8y37Ed7XJmr1n6NTcseusJF/k5YdNOjTEO26+c+Lr6IpvPiCNS3gWOj/y9Hmund/Pg2n36WHN57f8pmOQ7I9OnpafrgNces8fT6tnjTN2dlrqn0TEcfx3FzyJBXBzY8Lbjvr1x3PWnyu/4rPQ/3XRQ5/lapvIbWeTlEKi0qvyXPbryJ0OALd9RsJC4xBkYB+xoKU7CbmS64XlQ8fQCdQUH2bbhZ24BG11J8UXPnnGnnGSoIBTmLVJ4YcpTSq+xK0Cpa1/7cAfTEmHFtuNnsRixh256B29HOe/eA17rfWwxnCKNJ73YD+cNR4H+j33fpfJ8goO4wtLB6Adi2jmPov281nvAKPSVu2XK1+Dg7r2o8Tva505eJ+9kUDJfJb/b2f6i59+CACLnqmmJQDcgTqCUb0G0NP6UTOGYI7VP/CxP3/4QPu+wU4JlyT+YUduYOGdwGU564DIdnY6QZ7nMVqHPoIOPap/hW2QQUqg05hOwOa5r7s7HRtwKmVF3xsYSQcJ2+kVeO1OCcjHuwLv9n1H54RXwAuRpVu4oXEd2SYelkyZpBo9P0ly+CVBI8HHi8+CHfkBP+AbN28UxF3fTO7oDgHhg+mEcvFD/OIpwNJ64+tZe2Vp1A8uPwz808knO975Tbr62f90FBmnkx7zvK/1Wr6uCWkOknPlF/E8SOwExRXdShasP2/p9cXHX/xIDk49r/7tt99W5tifNOfrMhXth/Vcqsn185HE8XzWOupOAOpkofZbnHWrNSAAHH557KSHbtoeuO1Gj2c6mnitpOemK0evgbGTkoN9jf5vsXzjC/iDIb07MGkd0hVvk0XCX5uUL/m+fj9/Z9ssgWbrD298lJy4QjaIYx7P3/GDvHbPcR26FvY3Szt7wx4lkLWIbAmfta13d5/hWcQztDq6x7R4JaJGBuadt7/+t6fw0/JqYnXYX8Y0xCEKN524SWGU4NRN3NI41s8fm4MYR/Zi4wfQnvdtG1JmrL72zW8tb3pPOnEkcdZ0jrjjUJ/YL0dp6OfoJQWA20kDwbbyz8a2MyLEoWsAys6wUkb3AKaAwTiNo3Bz/lFX00ThqgVTMhJxtH0TYM/SHgHcAnsN2bdjLIHXZib9rrYL75Z1KI4Gi2wIBO1ofVF3gHrOL2zg92aNAcNFoLTFi4M7jHrO0SkA1cEiK/rJTu62V1sVthl3gPvu9w9zXbR1nG4h1q6iCYF09lWDIZiGufJdt2jo6zPHZOGJcOUcCAUmGALJH2AyDybh4M6qP8wyugsGYDxel6pG/MjKfzZuW+5FULSjg0AQ+rEDtZp7jMc5a+FZ1JxdFsGCku410udpvzFCaSbc7/FyjAJuoGdny6tCOQ5CgYI7I+wOWPI82tjSYrOzjrKWS7WpOo6SdcaiAwCjWAl8Aa4HDLXgth2jfZnvojhG6TkIFWMmQjQSEMcAgjuO/TXI7fh4/kNFVIR+uFGVzzgQ3wA5c6IFj5/9zEcO5F+/JvPWzpnJrrRCzzu7ApiKL4JeN195/Sa42fSCASV52IkptzHZ4yMD6Sg5jyXKGWeUxnc7qsiEPOvnzOxhsQFNb0M/CtuO1rMGgN9nbUYxwcPdMuS0D/ZGr9ICYHVGPmvWoGduS+KHjYc5iH7WHjAFzYUvptpmjDscAFwL9Sajd7LOn+dhAO/1AfOsBUFCPacd82Sq6rmd+BI9czvl4+TTj6sWBtT7fO+R581fHrO+kgEJ/zy3dyAsCxuQoh/O3NHv2lcy/PzO2asF7+/xvUFVlH87Wu4gKMZeA5jsQeTQqQoS8B3g0UElHAh3YJlkAj/LTjklzjD4NdS23WUMRPPwAf0yrt9V4XqWjBlX09nAT5WQ1jwVX3/YiGi6gk+hG4IO3fKKdTg8QKmY1+KWmZvIBNjT/NL9QGBwQHnJFzkJup2ZsYeA57SoSQAPxIHeGOD2RU80Pml9j8GQPfT/h1bFU1MxYv5UJuvI7tNicoJJHQBmywise81Elw89/JgoZ8z1txgiAvwV1KLlJo4L6EYG0DHoJkOTAEB4Tc4L4Um1x+1Esj1L76fgr/moHEQK4ATLpl13y/9u9x6aWv4Ktrwclx4bFS5U2Gwm/N2KHP5sw/OWF7e8D/Zdow46xvHt/ZoAFtg41+x5cfkzwao7SxQZzXPpZKO/T0vL0S85Y3UBhH4TGclhi7MWzMpYFhu++ciPkX5TNq6X9m2o6LM+P1V/995zT2fNh4fAs6F9t6xPo46p8lrHKAZY6597P1gXHBuHT7uiYqrOcIj7HhytzwO3k4/4chNNMFz7SI99Dw7wcWJOwJQkBVqwOoD84Bz9nPMv/f4EkC2jzzE51SmnHDGd2f7CVdLZ5RDXu90+1/YQFaBzNp/1JUE4r7yvCz1sAma3vqdqhTXGYeq9Fb6eAIOnM4SaM7Qi3+BfsMfq78nEf4QCVbHH8TpymSMGbv45Y8FsGbG8+GPwpM+ki11Agl1XBGU/dozaD3hD22FH6KwX2dkZf7epjnyyk1t8Pg6orEdGamfA8J9l+2yYrnXF8TPxu5Le9oo6XVSnG+atxE7z9DhM+fx0rGqPkAKExV/Yrm1bgwe32nvtcQc4yh7hPp8NNq22Z5bH/5A5fybssSYv+VlncObZ2nz06qWfROta53Em/evp7mE6nLX3v5NAx5rkXXHEm+KvAPC3JCjuTeV+dNv/p+xPEGRZjiNLtMkigd7/ZrvwUCx+FxE9pmKWeUn+eLjIzAgPdxt0FB2MFprYx7rmT6302l+AJqn+bfsQYOq0DJd99c1RgCBrHvB5q/Bf3w4f6dCAxsWZiWN/6TPRKJjSAVgn0H4ChB+93WcGYxNLPvw5AIyPKoGAHO1zz89cRNOylWRJlo3utZyKj044fnWw7kPSJP58bMvSd7aDN5FD9siNby2ozvdafhL8IvmN/Us3jE0yByxt3cjeav+R18YKLGcCrNCSP3SLf7uAL7ayeei74Tm2YWw/BSLE9+nskLOYDy9PAFhLS8CIpPXwXnjgpw91V9y8AUP8fejn2P+jv9r/ydmPsbUJmtuWxP+1XMPmzZjwAROQSrt6y9RpAd0yE7vU61f4TmzlbblLABjZdgKl41uaJyYBN7Z+AOT123TDHKGg7zq5YUBq8WfWM3vofwNih1czr1Q80no3SRi88qz8BeC/iWzxlzrZuhOxCGrwbI9jApAniUHjm0Ig8CbY5NDdtBNvuRl6yeRy361g1ffes5dZrzOx75dODkng77bvNyAUf6GD6Lr2BFGUkFAFT2ftlNAy/OTOf5IBOsJwFvQkIGsHJ3mP/aFTGeP+LQC8eAv4wlddPQlWkv/6brda1rg6AdB/fw88/tK3oAp0r+xf+a4hHx+E1rYzUe6hZ3eBSHcfOMltloOpaIZuTrBk9pD1MxYy9EFClca/9v1PX6btxmPPeuwdsApBvzEFgpRUpprmq2vTkXmS7+qIdDI6UnTR9ijyGEyZObWuQL6R9KS9N80PfrP0v75S/IubP1cHLz7XRVonAGyZ0vhJBdhGwcO38QAAIABJREFUz3UgPW3PM3LoPfZhbEjbANUZo5M238Kv0E9sSPavK9v1jN/81W2HX/rjLOYdUYyMngCwO8Xs+E+xnOfC/qeQ7dBbBTU1RxIi9XmSnu/4z39859L7ZXuv7xMd6o5M2IBq0T72N/fpTrOv/Gc9OgB7unKMGYEPi97qavIEObdoqnWG6KU7cvR5xNda/BIAhta8n+gJ2cEEnsvWhee9RN8X+4xoz+/DAGQn4DtgH+uzE0eYB+LLdqcbOl3Zb3Cx4F0V274D9hryL77OyuK2zTzeilXoPlcSyLAfNlUHgF157vV9Cp/GprrkwsigqIP/OgCM/9cFAsh4fbvt0azfyoj2CcFsYj9uVxY6cKHrs2eHNcYmeIoHvg38zzZajwDVgD6k5DZScjMGQPYOCgtwSopWg7gNlPscCZhDPymH7gAwgpOfrRQa1AfYYpoHWJ/AzDF8JpLXZzS9wPQuVYgHwILKE8bS17VjyPuXIAEwMPiR3aDCiTnZ4fsM0G7xuVkKBTpeUdxtIYDBi4AEqENIhBCeTDCtu8HzN/NHgmBbLCpwSXCTdgYIIu6bSeU7nUzgQJjYwgBRAAaMhjcLDiHZDmJo7adiJoBOJv3uxzLMm4mhawjGcQZGMibudXEgZ96LgFyDSAbm6TU/AIyzhAdLkE5voxiHMRWwNzP+VlHb+x9h0QGdOMYnw37AJMkIMtWaLuHTJCk8rQZOq4I1HL1P5tkoacbeQrTvf4MclYEnB2yEjg2ROmsktHA7oodvh1HVVkqHk+MAbYKFifgEEJLBrL3LwnYQf42p7Hm3gPjrr83qs9xzMH8CwKKRabdhhfEFmC1gZTBJ+XEWgMe6mT4Nohv0GlDE5/nNq69hHeI4QrMBaAFvdA0K46VHMlr/zQGjzAfD5AoQzthPK9AJYJzKca8bwd+lI/af9SHZx2NSgoDbK4R2yDjVZ2ktBKC2bZw6azt0ljnnbITlP729cn66T3Q114z3BT69G39IUHgz7to5BzAxyDnbcFdDEcQJzQZ8mgsL8Nc6BEQIYMg9mLeWBIPC/AqtF58sH+S3NjIALqh6hL4Zf/NlaCtj7IxEtyoxrSeLj3u+LXJ3/pv80dmrHsNH1qLNI/u0/uL77759nhAyj2QXnJ4X/GgAqeWxlkf822f2kADT4Nl7ni6gtQPAnxPRRiZ7EVpuQCSGdrIB9b9k4GoOF80MUHbo+AMOrnPdPxrgzC1f87VS9pxc0QJYc7frY34tL45jOpurBBZe2CPew9p8AlfM0Z1Dvjn1VQkQ51vwfttzewYVunz504DGJGR4H+Ysx6zlbfy2/j0OqbTB3MOVmXZCQ6faa4CT0K4X7+gBvdcBVMDpls/tgGHHvrYK9EkwCVkHr+LABryfrh3Fv2+G8bFnxmHQOA1MVgAdx+Q4GyaM3NtJRt/akehDQlNoZenzJz/HtmIPW+Ys4J3vA5Ajv478sT22tq7XeJAjOfZXRbme9dhvOCDe/+8PAm+sac4AiwMPgLG28SZdAcq5wmiAkwREtgWfnkHAYH2CyCCCZ9GfX0CwEqC81MhunbtWAdKWIZs4EaEMcNW2/OtgIkPXFsoaHTCuzoB7K0GWbSNvDDbMwM2/A/Iio6znv/8kv7tCo7uieI1q/qbFL+ENvvn3f0/VBuv3ZvN7TBOYZB8OwDc2D0ECAC5d54rvsQVa30LD+7wNoh0bw4mGWQ3sXXRxtynX81r+sMZas9Ufc40BDBKKR65LJ5adCM+djkRO1nn1/Q3Us2eRKej0+ASh8wnufzwkfugEi1dfLYAWEJM5x5YLKNUBYNOkAaHwPbRiwhH5jC2h++w5wPG58XtEaJJBPqrkBOSokAp/hfbHfvB9c+M/VaDqs83sz7XOL5A8dNBjU90jl3JNdBPX38mx4acAFXrhh4eO7va96ydv0pDYCNsZueR76MzpAQBXX61eRd74mdhoExTQ3w3Es1+sPfbd6qgIsn/5ntcBWWx1AOoFMnVW3LYWTxXvJrT5LEnTHPsxwSwFAMd+PTw1VW7pAAComZ/4itDrb9UxkQuTbFe0BVZAwkWq68LTSfBXtUh0GbybD/OCfr22k3DiZJfLz+1v6OHhI/Zk9dPYUL9Uol7PdGLo+pweR3Xxaf8WmwJ51C08nYQ8CdHirz+dOfhWcTRkg23biZfQUfsItKoH+zjr1x0hvjkxHhInkNm0eA3usBUxpr3xN3+j70NzYx9av9VZky+OoHEBaOv399iCTiDoz+9zVicpZ/ao9w77p69v/1jXugJJrardRS7VSh3AwuY+azj2qxP+bAsvpoD9GF5e+dT2VNugm7gbuQqeZPljfeVs35Pgex9dEN8b24S1hId5TpJl18onwSb2a/YH3iABuv3Zh5uOTYmv0Ngmz2n/EZwDG57kDu4L/RK4VxC7k96z76loBB8MLiS74atonwrC4wtIj5YuuwoFnG64FdPBZFb30aGF+Ytd/nMSaiQHEwDa+4O/kEQn+8jyQTwz42h9ehXwjBzBnw9e9FbgYb+u33eOcfu+/+qQtX+y35GN7eHFzn597Oy//9/f6wTXl5+aftkTXXPkluZBAuEkpTW+/xu20Al4vletXZKNxzd0wv99Fi1jZ+7g7m+LavP6+I48o++19vImmHAd89wEz9Kj43uxBj+PX+wkxqzmoUHJYPlJo/Naf0Tu5Hrm1on++Bfer8GSmeNJABh/i4KYE0j85LMDXwYqgo+7Bf6oevsMwqXtL2S9WR8d35F2zWP3fJ9xVnMncS9GB86XeZx9Gt9Vf6N//qng3djCb4V51uGmZezopdHYNLbDxsHoJMpAM7G313/4eVQcek7rfRVQOGk8CdLYpo2F3rwCL91V/eAa2GHoKHQJ+xC5HlnS9kYSFvIkB3+/APQds1KRXC6wvpW+RiDOAMEcrGPG/kqy4PoR0WE/8eU7aUO+YfwPXhSAYZ9Jr7Knb0IgssTJD0OrDFU/ZQ80JnVwLgrmRoe1rH3lE+OKbk4CXi8H/idBevbcfFWJAdf+TOLm4ZMiS90b+Sd67tgKPq7x3ulY0TFC0/jga104kfcXI0tnmeBLGi/+8xsAZg+bLj2GTsL+1tAdVb6XzohuPjv25thWK4+il4wJf4LkP++s7hgu7Qw3MKcHdEaJBYIchj5DSNmLn8J1qTQOKiCfdy8O3lbfDNiWhJQDAuHwdVBNz2+HgABYxpWgrV44IAgoJm8w6hhPu/O/CScv5hgdEMUxeCawdGUbjpHjsYhga2HTxnnHxnpt9vII6hLWCNy3fcSbNXkciu+5Mqp+ywbpgCuAEwBrMinrVdlhDrSNgurMQNbrgGITqGlg5z6DeEHvA+ShsCaYqRGcDKShJ5y3djSoEFJLhn/91hgDhBm0gGhniyxqj/2pgAHQ6ntEwN4ZcefzSlyivdzLqDjwYcp7iVuJwbQNYP4MlE4FhwIM39neBGA2uJL7X3T80ZKyWSSIT2s4A1VDh+Mget3HaIB2GW07uj2Dfk4Do52R6eufdp5+VvHfG2C2w6q2Lt84O7j983mzAW4nuAG8VCmOB5HJHKHsyrvJml1jMNeahr6fCgC38aF9Q0B36zqM7cvYHaOLfaAy3H8LD6q1WIAqSsMB1ScADA0gRghadADY0nQMJmT2SQhxW544pq4aFz1P9W2Cr3ltYCD3Oo6BDVwM+ihf8YMzCMeAlLOBbCRD0wp9ZDk0o3XsAEiSVDKC/0qfvJ0AXgPAfOV7T+RgHngADhnH1Xal+dC08P3XXSE68DTkM2t0B2N+c1D03dP6SXRswOjOOATUlGMNUHEDQtUy5LtHyywBt03aZB+2PgjwkLVgL0Pf97mffHYFJsZozBJmb362XFKFWSqAeSGjf9tLi1rTUK7mb37yHWi95+et/XjDQIEd9+hUzm6OfL6rSgMKhPhE+6oQw1i75MIMHmcffgYw1sfKqLOPdWR3wHIZ6McBIKFlMmP9vTmTPXPDCwSouddNf/3loyIA9BKEfuUdAeDej+PYmt/iBPqZs9bIuqz7KqAFl5f3GNWrB3e0CSwgG9/q0U5W6e/w7M5a1Ht0K6G1TWyMDcBgp3Xl01ttTmCbBLMGte0EGsheALQD/KIPeCDO055H6oTEmQTOCUlw0FvbP9DcsQ3dtSItebKv2ZAGMI6D9X32VgZ3O9B2yk+g3LpxA0F2FDTfjwZlb59AzjigL6iRPRnenvuc/Z9JCJj7zSbWs8i4bl5ln5lj26AdAOY5F3jz3ROwHb3c9grf6bN5d7yZC6D3GwCFf9E/Wh+1ivd4h3dZC+/VTOoFaF5gmedfdvVD+G+Hj55HJ0K27Ety4rZSRrYGTIhfRgeYfhyAD58zv9YHbZuxT227nfF5UmtDAWJIbhyw4LSOXF6mCqsD8Mh5jUNgBzK87SbmeOTWBClI5LFtNoFmwNq139L5wXuI7psW05oP8lefae/bj4jtvGDTC5Y1v1pWjG8ZOtzK47dDU447SQDBNtn4vrpuExp3feFXjSU2Vnw4b0Gts+aITFv9s7L/lfvw6qnKUFLKJEDo+ySZJokgdhC8cGTtDBM/nvX/LTF3g+pJEjs8Jr6aPcw+JfHY/FYgjR6VeTVwFb/+SvC8i0YuWyR7Xs+2/gbMWx38W6KbvtW2k+81utVjPbLhBvVa9x55fbpQ/es5WxUdCcDblSu6dR+VQTX5C/hoHE4yrUpd7G/41/akbEd1VvMf+jt08l8FgPl+yyN4s4N/OQIpiWWqHM1GbwA4/slWNBzbz+tL4lJksHWXgcoJmM/Fv4H13p95Xle9tR565TH2DDri+Damk8WLztwV6BXfKpFzgGb4c4H4jPvS9+jNGcyxzeYs7UNL5Zoyf32Ve+lnn1UOn7deDBi6ifl6JGugn+pyhX+iZ3RSfvsTLfs93qqQX1qgwjnvEIRo+yfJcmPHzEDeZMTQd/jwDTB24lOvw2sXneqp4n+R2l9//RX/5pcAsJ9XMmATK5Ng3DzBHr1nIC6dbiIMcoEAPwHgTqaU34J/Jd8NG5L7scboLfa4K6S0bm+78249CvaR/UiBwL9/R9P9ZsfHn8pTm15YI2iDcdGtg3XBXqbLysEn5Pd+8lz/OEP44DrV4SQ63ynf3q9zhufI2E5GMa0hWkSbM+Cu6A0gv5+BNx484hN/0ZeeQQJV1sUbZGrc2olRQy/wlHWu5YBuMUds1FntrZ9b9vxmW2ZO9zmZeg+7dp8lp3lau8vu0D88ku8jJTIRRMK+9fJIJrG/8MjYRfDAb7jjoXuNZfASaCDrkUpt+JbPXr0M74bAVuf7HnnryLmW2ci/Cy8ujPLYNUd33EE/xkOSYCc+vfbtwQfmS53U33pcNqzuhx/a69Fjf5Ni2ie9v5OjL44+Hd8UG5GkCApQ+gxjHVVg2glZfP+XAHCS1Sexa/RW1l5XhRDapu3iFDrUJdE942qb4qxp2U4kRLOXoY08Dr5sH7zXqWngpq38pfuQCOy/j2+WluTvi4Daax8lSBx5JHnS/vOdrJTjzP4nL80brI75vklc4Hp3gknufmybsmP1fvDHLZLz1n3XdCIR6/DS6WJZm3hv30E8Ih9dutB49KydC6ZYa8nM4etvCThaKWO9O5ixPgR4PU/LpLWrdU0f5wGNEwCGDjg/XF35kAXMS2MjwfDF5vE/zxnuQxuhG41XcaAtFOyjRb2m379TuPP9LvwSf4b5EazXtSpgVSVyJ736Pt9ELvtx9FbodWybtqOka8oXAT+LDxx74NCB7eW7lT36smnUeumxfzjqCbxJOu+K35at+tL7fxsAzubu134zLJJl8TLp3YLZ9xlKYIO4KxtLQBJDRAtyWgzVyAOsZxVOkGiAfJRoZ4+/k9b9MS7ez96/E5BKli2EDbHk2hEiUrTX4mxLl6Pgpr1dDp4PwaLX2di+Bd/ryttWuiHKjOIo+Nl8VyLUZH4AVaFXgyb//Ke4WTeb+VSLGgemBjhh35oROoDXTgGPbobhPbJwPG4DQxIoWzGYvd31Tob9MMgJGqtVRlqDcZbPb84fRslvLSqpZvuVBsZwcvux58YYwGeOAudGABj4iYl5VXS0cRQa5dsTrDH4k2oFBRjeALD4y2eYDDZnQE0Z3s8ZCjfQT5ujyfhQQsYY4aadcoA7WITRBDhDhn9nw7x7zXfevYU2j8PxjR/++03Qvxk3POcnbd0okA15KtenlUXfX89HyXR12iZg5H5p8R3O8c9v3anwuDKKBjhXYEYKQ7zDGRGHzqvFZgeAbVCrglKBntOKNS0EO8P5CrKdxJUENWjZ91u2L7LktJf/BqTsVoNCyl53MHADwOKjdYQ4e0tGYVo2IvckJE7V0NAdYITAkbSuktU82VrFWKL5nP2EkZPWKnGs+sIo9W2tNOcajYOffYkSPOCOZchtzB0+kNwYA1fP6mSaBWkmg7L0nCXhcUCf4K8HcXc8QERwThYVn9BgZN0I3fl+Jwj4eQawo7zlEJhP6jskzrBaCZpMW88xHiIXNqHnBrwik5IMQGbuZqD2mmqNdf99vvhjAAZlKLJnM6XL+fuu3ABDWkV5z8oQeZ2DNqgjM7bayXvpFl3b4lfXSG/tmoZu9dJ1WkNXBuisojG8vcYz0N6LOwMyPKKXAAHsCb8xSU7O9C7xgzNyAo76cIzw12B77Sd9/o8vkUl8ESM7u9tAfwzGECd6LGdIR2cgr97A3FshgK3yXwWAoS1+rh5ah+kN/oa232/mb61fwDH3/VqyAVjR0R5Dw8yzE1i6xU8/4QRAivBeYDQVF18LwzkqwHs5jjc0ZnoZ2aK96IBZZ7yadibAFNkCAWz13yYfqoNF5CzBX+9dZbB35X3r7AUWfz+z7axBtxweokn2Lp0pUmXR1XPNg8e2rCNa7h3c+b07G5m2z8GRCViiDPxxyGzDDe9/n9lR+y6KgxIHiDFFbukcybSaDLC1tG32+y7uDGrGdTLPnwrgEGCusp37HX2g5xMARr5rPPx+6OpzzHk+CR3IL/sE49wBEjW/nN+955tFzP26kvpcO+PE/nBCQrWYhcw9Bs2HqtNZ34AekwAw9mOWMTeWFb/JqncgJWNYgR7xFefV9rkDlwF3f+tkEvBXt1B74Zx7e17BC46Nr/f7rCJvkW3t6RKkZ5pP0ZU6g1LVWkmUuSpQhvBwdi9ZPUcAKRjLC34mYbTlAbKnbQv7tbN+sbkSMPB62u7bCq7/q0q5k3y4umsByAQcFnQiiWjlR3enevVj04n4qIFNxsT38U/fAMfbAnxlwNDI99D/DiA+Afjv2jfr/3RPGD320or50FUPsTd7Dq99/5svyREUb+KgaWjA2h8A+CzcsRWHrKCvDuoW1Z5Aqd4LcHiDifhLnoN909jTHSwIVyXhJH7u2O5jz7wZ/zrT3N8RT08w7o8A5ySyMj7T5PCd5bDIHhk6fl6OE4rs9hl2UcnnX9vhXs/CFrBFX7172qGeIzgUkLOEmuB+nzUZ3j78OPZgt430PKaaJNf97MgF/zH23rdz78c+I+HsyOARhhwx897jN/4CiNccWBvHui3faIUful7fIj49ehA53YmhevZv1VeMqcFX+8fff3//aIp2ie3nigb+kj35dCBBb9DKvRM/d83iH1jvfJNKEkj09Xu9Ewq8CH12azA+1sb6/rsXR5vYfmofSHcfGmu6ik8eedm4ovCPlouRX9UC8bPzftoMo3vmuciQxpe8/jb5oyvc4vgb7FtI4X2exAtfZz5Ncooqsey3TWCeymTWSbbgm6jBul82JziX1kX/7LPmJ/6rucJrQ+vn4ZTTOvXRwb4evTpJkYMzXfaRO9eg+yc5gvMgJe8Ll8v8hw++n4I2tWauaJL/ZB6RDbq6yrJMvDC4J3T1+rAXwD36AnB71z8M7g5w8+I+BHp00tVJuD4tTiXYylkBP/vmQOtP+BtZtXjvHml2Hvr8YjtGQzN/ZM1b5oWG7mNOCLoe3dH3nESixu26DWt8z+268fphep72403g+pP/pEen85sCUVtYgYxjX8Mnm5jlqkrRmCvLsr5vu9gO6pkWxtYTfbsz1NiA+q4wct0HnApf5vAdcuOHnE9LWvyzluMhmATW9WwHeSZZ6WB+x77b1vaWOZjHh9iGn053xQwEDAJa7J+dBNJ+KIVClrmaswtz8qCuRr+C0g/+28/J3mzFPTYtthdyXZggyfEe+yObXxrXfeLTro1+Bb5GOF/FWnWTFzNp+zN+qo7nyUI3PtVB7HdMP+jdE4meaV3E9zRETVPJuaGHwd8fXzN7GZw1fucmXfzEfnaf+jm5xz3ixp+8Zz4OdHBT79vo1XNk6uAOfyp08BxCntpL+9aFlf72fI6YYJ37rGVaOncCArgK9NgY/ZldyU/mTXw9+ywfMq2iSbTRddIbJLx5KrPWvY7pqBb5zOtgKTpy5fuPbii/FUhw375nMPC881seQHfj2e+tEPhNfvZzpJf6rF59pviAC0otW7cw6CqcOjb3jX1AK60Hgoty3MMdL2seRA+9frnH2xXAbSQw6SuDRAbcgKMNbllx/ZCQtzG4bagCUB9whXODR1GisESkf/ubesCHwP0yY2+GvAlIhtAYxZx50i34MGgP4dCWjQAstz4GYoxaP24MrM7qOBT4yy8GFKYSSILj31WxNdcl+0/SIM7dGtQztREUC4au8fBbABjHCDAq482YTdTfZrbjwXAzglwLYQjoj0Eco/IObixhdYbgOjjbVsXzn/34U+DjBAiv/b4roN4WJrSSfgVAhN0XAK4zL0zUpawRgD/b28Qx+w2kYK06gKb3TpuBTxPjUB2D55sPPNHBjABQaWfYxgiK4M2U1Xi74jM0tZWKmU/u1cFKDJ5W4qaNas2gr3ZAyXfqzJXvngT8GiC5ALOqLsxaZ7EJJv8WAO5npjpCm5+1pwWfabYAduiYNf/JbuMAmNZXywKeeL9mbIw/exZkxBnsVvBkUCX7815TXbp7txn7a+R2xU1Xf0IvV7ueaYcd5zq8GgAhjlwHgHUv1rcNOAxHAsCyVxuMZin0HQwC3Ycs9jfT3oEynwmcDH6Ail7vdWQ2AEwL15O1O85OO0sv8IHjszJuz8+KHFOizbZ7I5miMw8bALakHjuus8VFi1SwhJ5v5fjSUgOoWfNc8Rqo0Hk+veUrPN+Bz580O98UDxks//TbLw4MWZlUcMILMY4msUq0OolXnblq/anKD88jE3mNBwEyGNiSG1Sc2tAbAEi69mqBN8ChaUkVsKXv9cxUEW3g+ciFOSsIsMDVlSMLf6M1dFiPybw0rUJZL4K/nYDEegOehpdj5VkWyPhH3s04MCyh8SREZf3SEiwZhgCxmjctekwFcjTGaUywZIMGXeXe+vbVTw2YJCgW5/fN4gNAe5Nk3kSX5dfIxlcntH7/LaDDOrJXXZEMKHbWUcb3yNKz/sNv8BBJfB1o7c/6e6+9ZjkpqT3gwu7xXb3zgj+SnnQ7aBkMCA99AkgZk/q+1Gcz/08CwLTdw2Y0f4xnQbLNthDcwBAJgOioO0t4eRc2M9Aze4mNRiJkV50A8F50X4KoZVvoJLrs2KOHlotPQWnnPpxbK1roZCrdy+dffz+x8XOO1Tj1o/MIANECicAFvNStEq/OQiP/uF7DIfhreffZ1SRnNDCAbIZmD8gw43kB7gBbmaw+0z2hV9ZLcoC2iJ2hvoFkuysOiOsn1fltV7UcyP0rcOj7j306tImctd0yNiA2LLLIezABYFpyem307zzwrnplbrEzbjvVa/xVlLlC9DjgcTz5XoBLfVnnfSeAcF7WDVuhjUw8drmTInS/BH68TppvAYkEgM95fXNz6U/mbbB5bOU7aW355gSATwuwO1D7ApbYczWbmte2cOe5AKIGF6taxWPU/LCVy75o+Yzsz1yyD+h+7+HMkUqZV/fh9Hs844dhswbo25aArBv35e83AOykxzYqh5YCdAcAPpns1e5Z40aWt99zEuRKL786Cl7Qz+5AtMGbbIPvq6TZ0r+pKEil1nn/u3YBv1gueAx/6gqyAZa1ubp7UMttfHCt9RsA7oTeV669Z5I16LRJWkncMDajcX/zo4JYa/AmaGZdkiwRXlsZkuoObJnhtbl+3MpZ2CwQtlj8lKwYSWpNm+gPAlx/CbCbhD1/x75IcIW2ifRZJzkSEG9/Bz5gDfCFZQ9aDlp/UbW7CUeZSF7wQ8ay4AB+42lb6WtfX3Lk3Df/u1Jm7+9bDlF1wcKxp0t/ah0501pjOXjNA753cIUhk2CrzxSMfs/L03VpgRj/wjbrYByM9iQh0Nq5ksC7Ajg+qtYinfqU0Gramrmgz6yTxi55O9OJBrMGaXUY/TXXT8J/V3KzFtnz2BHH1v3mBmjaNoyTt8YJVMeetnWRO/bJZKdPYsr6JkPuo1+hFY5VuLqJlB5rf+zM6z+TOJ4zI3PfBIHXJwq/L/29NAodA0yH/xar8z3BO4dO3/vp9vYRJ3lLO2j8w4HC8t9tS332G50YJsGF6uO0iFwc1Hsvv2Ts8OjSyBbdHxBbdAFed4HcVZXkYCH4x/iOkjfIwysAPIEuVUxpbm/HJ+0pNHIKdSpxDXZOIkEq334LAONzu9rsm2QS4LJXXW3nv+d9KtPyXjY9tm1kSB85wF7HFqqgePFTJ72FFm8boPmZNaIbhANHYxPqu6e1rc7unud1Yk3jj1oTuh557CM7upW651ZJR6aHXwLAfeTDbwFg9IjnMqYFiezQmO4rOpTc6QBwgs9ZyTZJWAuRq3idAHDwhZWxwQZzb33HnRsHZ7uLXRKfON3G2Lz+OXy5FcB3wdvrc+t+fQSL90g2VNmE6Ns8Zo/AYMJ0WnixpqxbjO49Cu1nAFjrQwto4T4KxBGXaQxV96Hoh59MHXsP+UABS+/dGy/BJmP92x/U9zZmMNXIjpWkQEGfXbjUDIRYla+zDXDLKiUY/5YsrDXuZLbuhhm6Cu9CN6iTjRGgAAAgAElEQVRlgsnB0kqGDx2wPsemGBlyd+f7LTFUa03yQOZBi+4OOndSJ/KLdcFekr75DVNjbO0XnHsIzxLu66QV2Y1p109hWfPM9f25qdaCmKDoKXJkj0fsM9KDb6sAZUFPBYC7YEXPk521clsJbTniQWewNy7IusFD2CLex8IZvZ8PhtH0jEw5hQdU15sP7kLNjm+RYPt2pvPzv8Qn2SONVcj3cbC6bLINkneiY2xE3R+5FNsC+xbfOzZa1moTarsC2u70+I32Lx+82QFgLYA3d4I7ImIU4OvgdQawBYWMgHkAjBNGyhJfSlsGqrNbZKBOZuQYEIdIB4DVwlhJqO2YouWT1UqFFM9qg4jMJdpsRAGvg7oBphAErVSW8dmEdrw3eGBGM0iS0SKEmGcHsE5rw6GA99wGGa5e47lZBNms2TjqrONvDjLrhcHH3yG+ZOwfUFRrrnefKjkyLaNYQ1QCNGlf9joQUh6H2aZFMwIuAe47w/NUfE9FR6qyoyhtjE67Ajty1RP9ZBjRemUm97PCKY5JDNPf1+/QlZ7RimLGL+HnmFN8nfMCzGctoLdupwRgdzkEdroDRnVLjWSCjnKZBIAWdCYTA19LXxamXtM41A2ArNBbh1Vj7IpWlBhKwTy0/kgcxXph0OmtPttatLsC+W45AY2l+ijtsv/FMmHn81YyhtBU2fEFwOb5jK0daNPKAKHXQPnOyK04WaKDWzl3BlgMHW2zAKM4mOGvOJkOwJouU0V16KYc5ciLn0abFUcZhAhgGXych2Z6kkGr5AFnfSVzRwbGnslxn/HMGJA7Pxz+Aao7ANwtJL2PAJFaSynrAiaZC0FlK6yzITcveK24n4Y/zsbbNtE0OPOyApOcnQAAZ9b+lmkYw6oy0L3uGQMGLwAwhn02cCvloi9mXwegNBnaEci9cLJ4v0GGIwNp2zv3X7m8Ga/dZmMNh9AOBhRnouk2V2b8ZEhTWdJGAhhqOzrHQJqs/tYl0ZOjZycbNVXYyWBvmecOAwZjuqVH6JDEKkAPyYm7a4LWdfiisibNd3I9WSRv2PIPiQKst20MKvXLaLn5KtU2L1iXe2QfO/CUv0V30U9dYYYcXmr++Zv5x4sYXsQOal2l8cUgDy2JJiV37NhNRXD0f97zMogeZUB+P7W+4hVkpD5P4lVkThy4/E0Q5goAl/0DfXULSdExoNwNsLAXs3+lLjK/BZhN7pZjuQhdkvFljVr/OXFk5tmrynW534BO0u9PBbefMRWj+p1M6Kb9FwRZ/TYO78hv1m3vkxFpKoDHTec9RuS3eO9NJGm+bRuZ+Z4W398bOCQARACgBBCxD3utNL8FZm7dkjnFJui9sc4aPQSN6vM7uB2AH7ZEzr1Bo21RjpzEucjeOfA3Z4PqGegK8YnsaxJBSADF+XfwUXMzSJjx2wyUg2vZnLm+ADXzZI1iJw5fiLfrDKUO/ur6bkPVSWdHPxZfdrJrO7xZ88h5vTL/rGM74c3jXdlzAiUGQrezxtVCS3Q5+ikGX2gHXvFzvzlLH9OdgOcjP7NOWV8Csx18bnrx0QtjPx7ao4PHKHwy8HutsMv98xtkWqphQAZ4ZRxJQIz9kv1ehxQAvo9+ObLykwtHvlTVwhmn9zV/vfK1A/Omr6nu77PUvW6z7zjDyJeuyLTemLOpPKcCzE1bdtrXZrT/NvTrZ0+Ai4CflknP8aNt169OaPn2G6B/qipnj62bqtWfg+Xfojg2+13TZ/6eZLmR49g0XUnCuH6zZaW/oqtUoZ/54o8BEmdSoT30pv2/AfWxOWSn6DgXXvqcvTaFzEK0jD9Aniuqw4ft/7ormPhqQrgGjJ4EjXRtSvBTj4D+mqZeHdv2y+nkYT9mWssZMO7Ez5/6p++fYCfnUN9YAevztmcMn6V1s+c+z8ef5P75/iaVsJ+nve8HPuHrW4bUmY4J+IQo0VPhnduP3D1bYFV82DaA+eT7Ggk01i3iZwf3UmFs2oE/qi3l+a6Dc3mG5FgnpJEsQNC48RVoJ/cZ3IaAhHXmT7/4TYhvW4f5vp1X0OnQa/NOv4f/SkASeXF8b9PhJHOjlJu/hx82oL+AINiXj0Ip+5ZktYuPpfMJQE33ph3zPt9263SF2uQzAbQf35d7INWRz4M/iJu1v5uoO2D9t9y3/7a2ZCf0oz+E25xK/hERJ+AjnGSOdZK9kI4g83zPP3ggMjqtUE3SfrU+dzKwgwkBlpG9lyx4/EzsRNk29tHcsU90/snaCuhSuZmA53aE6oSwv/6x9B1/L0j7nwo0TFNjLyFPobPw6fgXVcBiGWkeGv9O9soEGrUmBz+1T5eA+QGX5z6xd+7OJnoeCQvdae7wm/wBB9OyPsjQxauSSIf/o/s1lpskr9KNJCiN/439QVUkslzyP3hNnr14byUwa+zWR6P/sQHw9YYA3s6AbVsvHhCeIvn6v8IjTmL1N28neBfBRd6sPfLa55tUsbILfajhvv6FsYaxU85YTcurpzjKBX5/6b//fuUhemf189oarH1390I+Jxi9gXJ4TbNype/3IOlGeLWDwh1UDt3f+M/xN2YtT1B0bC0XPUx3nOZP7R8JGAev4YxVj3UiYBpjyZOW/7fM2ITD0L0KKNZnePUPfl72MRhCV/Ti450kjXME4tpPZ13Fc8ObXRAHnyWBQTJyi7OOjTDHAYIPgUu8NgZ0ARQa+3EwjU6gnDhD5Nbgd9r/ipFwxBU0elqtm3Z/2udel/FxcTew5Vo2nmIYE+7Sk/dJBRZfAWHbOJdNf+RngpXvnjPWk7D7raj5zYom34lXlGDl61fT+aAxjd/wh9bdl52K3Paah/IwG/ATX1vs4MvDM/4OkN3oy01M3aMziT2oqOINZnaSp2S1fQ37H/HFtX8ckQiW0OOSjWJ7Vr6SMWjpAPYq89qk6Pzdcie4XvT7yuO7q0rbXth47VNgg8G/2Ky/FUhyjX2d8a8vf0343vef/CO9XvxY69VJNCSEvbFCjSEtwEW7M+/qfKM1JWGEhL5DS+MnuzPXJLCY5MufCr1sPJN1tbwc+84JA//7f//1BYDjYDaooS/IYEkw2CrlGOo8TN/jIW8gAGLVra8A0BC27sj3jyEIUNSZOSKYyVAgw6eV4sv4vQiMDWCIYAsM29Vr3oIyILvyAOazMirmsiM6Z+TyZYxperuH+H4arV3Jl83pSsMFTzAY/hQ00dxoTdQBTBtuGKb6YAAmCDzT1fuT5TBKCSPgGKhDbJqDAG+yPTDAcFiaufh9lQ5n022WVAIMMZw1iP/1r6n25ju6RwcoG5SDIW3MDujQhhaKKAwaCYgjf1ogDXNonx0EFlOsrjVddysR88NU/iZ7bCpnRlGxh53R2mc6EaD0uo+BS2BVay4h3NkZHrsF37RgGoYyPQ24FiNspMdzVlh49Oc9zz45WJHM7teBtHEx1Xx6Fi3M4APunbnkjhpq+GGcEAfCo7SUEd4AmL/whwrIrpx45QJj90+mPfdHQTSd8Hxdnsxxzl+ZCgEPfitEmctvQrWVAAHc3i/RoZ4nXxVA7iQXaLhSlD6TlOzcgKnbCUBBdmU8psIQxc2ce6+y/gBkUZg/MnvKAGOfWgllL28afitSr/V+/njHd63F0BYg95tF2LKMIBYG5m9z8VZ//0fASX8eMHZaaLesd0suJ4+ESPyZnZIFFW2AX7S7QFcbMgG287qdndwb46KzqzO/ZFhKhr1OTUD8u3rGrC5Z8jzHxspksLtN/gDs//a/Uv2U+eVnG5BdDed7jyXtdSivT787i/gcT5CWzW2Y+xl2SGaN5tyS7MMXZH7ANnSf1+dzRDLGuxvBASJarvm5AVI6A/FMdO6jdfg3JVcML2V8EQmS7322sunGrbL7LgtWHHvhCJT7OvgsAZLQAssHPZLp14DUocfRu9JDBOQ3QNhycQPAMtB+M047qNVGredmYCEt2AxQjF7irEWN+09nTjPjtufYs67+xQDFcaXaGT7r+7yV/G6l9AA8WUvRnyYQ5Rv9we96m+jn8iHPYU83uDnZlWPgnr01b+VbRfrXRv8WnG2+bR7rbFKc4j5zz+s4AJwdQYMDyo5dALbtVNuHU9n/2gA3NQbUYg44PvyN7tR33rPHkYckyJwWwlUV+OoQLZlAeIDT2Ib6l0SXrrZFXrwBYAKYosNTuTh2y5vgwP5DF8xddmfmXdV4A2T0Ov7ta4uptZA42kQnAS20293VbHD1rYB+E09UMRBHdJLFxsmDx9m7rpoRr6VlceQtY2+azXyrGuSjlM5kp9qedT9JjpWAozXsltYNCJEIojMSvabDV2G0XROcVipICTgYoHUyEYm7SQxM8hyBhvUb0Q+doQ5AksSjoV3tkdpGf/du+52gHDQDHzWYhH9iGi85QQKi3u/EQtY7NgSBoti86RCwwNFvrf1bbrz80XIIW+rtYMA11zwL0EG/X753t6g8D8k40Y8dAO6OH8f+lu/O/lnuvecfj/1S/p2XqGIph+6kS0rHN+h69qYUrNdWeliJUSOcOoml5VcDVAT4X93Xslm0gd7FvlSLdvtqxhb+7XS0iW9Li7RHkl5HeKzusZ87iU3vUQdvALgT9zo5JPJrKubLpzy0YHtsDZLXz2l92H5H7rvzsJlUftCpNlTbUBIOPh75+weEtm97rYTlWu7TSUKuoBhwCtrRXvvxc+yEbYwBqvtoigTDYs/YB9U4A1mfR0+86sKcJMdy/3xnq8VluYeeX4zq2dWAsjq6xr56JSYOLfT1v+na16/xcCa5gfVHzv9Jf1kvOGBaTxs7lKqvyzeZTe2W4AvezfPHvwZL8n6Zv2//PeMNkRBQgk46mUprrI5qug9083uCXnAYyfyTyPXpgJMsM/QTn2bWvRJoXxuMxNnf/DwCBXpOy463EwMJH5ZXj11HhTh+WyqBQlTdQnr5Zu1N280TUNtEJ+GgSXR7W5WTwAtAmzXPETuH1z8Vs+ubYpkDXnivbpBWLEfxBrY3nXN0zzvg81L/UWf+gOe2TgIDgP4kJrB32N/Xl7f9MPZC8x/4E0l8x0a2r7lzdfHJ+HVvIQw0HLq97XdPYnCtxmacCDF+rOzcxVtSaX7ppMLF2o5o2kH2vQUy7SdrDrSI9tpOF0v0LUEkkll0DQn11l/i1QlMvpXy6LdzFFEdwYf99PpYhxaqQ92hhqfFNb6gAgrssebc+sNyeug/9t8eEQUOyf1ZFwKM3rvRRScJ6TDmTaMvVvBiEYvfbTJsd3+gixy4ne6eoIYS0RcDQWfJ5twjTJ7uNCKvVUkhN7uisUuD0YuWNblXkYMF8H5weLvi0osz7U6SfNeNNe8VEi00v13Hzo09l6K4VMQL0/T6l75JkC74K/qXZ2h+kVeR1Q4AV9eCa7fG33t9O/Sh7TwitJOgQ4FL+2Wq4GwDBGyg7Xfo0fvZ9Qm1P8fE1LydPJKYFHjRCb6ZHrcFr+NGQ88UrrR8Orzk7+1xW9ADyZPbqriOPaij8HL90O1zRJzW+7fXwQqE8X0+0cUPk9DGPr7xiRBs6ZpvTdqWjC1/H/u42PYWRopG3mRq09T4DPocbHuLI4RTB+f4xz8S4AU31bXu2FDxvP+rhK5jk24A9/KvZirIIdafOM+OCZ969d3i62v3tY3RfP7afdH5SWx+sYKjJ488yB4Fy8uOumPIN7esAfsRwiVmxN7zbD2OAhLmxXrrbwLAWst08qqOgDqiwt8XX93Yxm9Y3EV3s5fieSdSfX2pEwA2+HATaYynn4T73020N1APf1tHuPLxe59gnBaJRfD1J2M9GWQnK32Ms27T+p5Nwga0Midb4S793yz/45D+4qxdizd/WOh+jO+N/6gn67cK6Gz2MMVb5WCnf4S5gPlsvNoxaJO3DS8OeAczWkDIkLj6mMNA3wAs6AfUZ3xmKBHqEGlXt/izEV6AGQmaTqB+MvUPIDwG4WZp53y33/aR9eBcZgvDyfAkEM6h2HYMJzkgjJVvNxiLscEa5gr2YSuJ9O7rcEgAXm1+v3mcdbRi4XnrDMw7x3hqRwEllAzTaTc669tndMYhIRgU4Yry1Hpr/qpE7ud7VpM130kPB3gcI+Cl0T85ts2XrGuUeFCfo7Tr3BYqGowFzL/s8T61jXMbjnb3t2KCtjrQX/ZTAMndIoH56mcbATzpN2PNvFSV7aGTzIUxwm+cz8FZy2kflOt+EXN+bIM8ON0JACeZwdLRayijbLICR9HhgHte33tUVaelYcDePQM4C2qw/Qne0vrLjxrT0k6bJ7hnbP3JcLocOgp4POwJACuIioMzTsAPmpr9Pgr7GSMGHOCx2uugFH1WnnixKs5/S+iArkynMqL1j3Wav3UNiRPmIVeaJfilv2nzhZzq9UVvdYsa5nNa99XE+2zYXg/TwecYNAAEKHT0pc9ESzu2XbMsYjvc7/PfddEWn8DRCbxqz//9BCQT+NmKLD0DWfvSkte49k6/53y0EAYJH25/L4P0JJgsmkWAN4b8w2dPlwmM8g6W6Dk4xObJw693AJj9MpVPADp0EXC5WzH7npOUgz0BPf0IZs+5p60LO5GsdazGpgpIKpK3WmINPQAWwCO6GHgcs9ip6MPOCTVdZ1QdAvsCxQ4GBrwkG9KOzjgELy36bwF5//FPn3eL3OukBF3S8hYg6FQUaCfFP9L58+wO/vZnLVexMRhTAyK5z8pnAB5XuI0dguPawBvgIu/l3ktn/fzwYmxUbG/koHnxJDb+/D5jDjBadm6de4aj+FtlcL6f77W+aSMfHU/LysiZJHLE+YvMcqeayazu/fW9xXozPHQwstvQ+FS65bNcKBVkq569rICAdMZxVL9rTlW3VzmvDWYGyCNBDR0snur36O6AziPxhb8NmI2TlAV7ztijO0obFjOWDgDDA91Gj/UiEOvg+3QD0GeduHfW9lnProDbdl+hLRKK+jltL5BoBvhFqyuNETsLH+ToAuT6N05TkXk9Mrbt6Ne+eWnDznZlVPc8qFzu1snJTl5bbxN0FiB/dZloTMEJKs6sz+WLHZsQ3sF4rnO9pxKhk6eOPTY0eXSmOlx8xM5xFVmXEKVpuWyTXn++35Wb7Xi3bdKByPZtf+PfXusfAAJTHp+BZ5i0n1yVlm0BD0iKyvy6leQLABE0k/zguvDuthPNPLL2+l2JEFoxH0fElgw4wT6sXKpKvLILOqDZskLsqRZur6t8gMjhX75zfIoHaGVt2VNkl8Zlf3iSbY99NMkXJKWjP0jMQj7359iQjOHS696n9/ii2ECA39GXSa4EYHr1YO/7bWdIvu0+v3zblabgA003TaeHD7LDR9fw7JefJFubttOKNf6Kt0f/ypdjjaHFxn3aBgPwg8YJVOM/dcJzdzRJcpQSCzeA1XYya5PuDpvMeifpxG4GC9kz6m7Ckh9DV7rc99bPv3WGePfmt797PxpXwV46Nkdc6R/8kSDQfOgHkDiTvUonh89fOHbIfQRI9nh9jsYOLjll2QD/LJd6b+Wbj9xqW7Ltp6tiamikccEkBqQCmGuhe1rQtixlbJ0cdQXOZ4j6XAnSXpkJAJvObCMt9uDqPifzbgLQsQe/97YFLcJsu6BITYrHoFdsqPuYJvkRe4zLWdsqkOE9unpEzgQLdNeDU92YcROgDM43uMHsU+a4O/gmEmMn4tOw793lCH40tc9atQ/AuF66zp7k3e702Hum38Fjff86Q5yOa423bHLEFgB0p6C3y49o56zPYI1vAlieu6PvRPAuXKKDAFf+xodtI4fWsvh6v89g5x7Yz9GrCbppzaiEw47luu682N1bUsU+az32ftNh+9pt0zO2tetX3iXorD0X/QULsn6qRD8niBiPC+1Bb8h6T9x+X+Ru63XWyhjnxEG5T/umBKjAKdwB4rP7WgedPRlbBTndiYgXff7Swp7xcIRM63N8qPeIFe/X0FgCpz/PxxZu0Hpe+LT8Mj0n56Va2ngN26Y4cs4yKrg6upPW5GDtPwLfxj/HPugg5/ckAsDqsKRX+1SsqZJMsMN/w3tPXDbbe/a9eSlrs3P3Z4oNP/4mGFZjSti0YATu+AHdae+mcEIk/9c/lIDaCadhBCf5DO8dG102CqK7ZKR9ujpi5NATldKDjeCvidlWP/1sfR/7J7rytcWOzTq2eQSE9l7Y9gKowReCybriehbaP+e4C2gETDPrX4He7772zybB2fypdZz4CF03TJ+1NtdeifMl9w+mgr4MvrtH9ySewNFod4fM7VzXfKh95VgAfHx93voiR35o3OyreGVkjZNJJqkJZcMcTW/hm1f/NIYieU8itZ/tZI/1l5GjV1zwW+O7m2H27QcWMDaO9uC15VgHJxdXpbv3aFqug6WcgpWD0f1MYOl1/XNBV2SM7BwKV5F7K28inzi6MffNer8yl66zr68rxvPaf0Dvf27JdW7Fgur3Nl6YQAcQJex1cxQ73+daG651Bofe73MmcPhCVFvt+KOFgQhpgmGKXFvA2nBOBdKV/VEKkHHomQ7IlTK0AThBbs/hE6pdwXnmiwCdMTjD/anM/NGCwOt4V3a81arZ2FQjas1l/DcjxOgPU70KxOs4lYIE2KSIOxuvnXzA2D77offqJZy3AphAynE8prLht5ZFIcQ4LC3YPD5XbWniMcxN7MpCqjM+MCh1n+65/rYbYfxau838vLMuWmm4AnAEPo68xkCLWhgv992sMujg/ckcTUcfbUI/7Rht+0JZV9lfHPELaJtD31+aa4c16xF+0z+B/W3s6fN2tCyU53mYdklayD4cPrRzuKA8rVThSRsaIyibpnadMuoI+jmTpxIEOhB6qrrrPCgbo5PJdSnMBzR6BWHzB+tGhi33aaXVAWAJTFcQjtLm3u8en4wqCcxZgwQwIhSoZBT/d4CHsdG+whcPMOMWKONQ/uYwHIeWNacF5gNYhc/WM9Jc4uTDU3UG2IBY7zw7CH0M0jZQ5hk8BkMEHseJlhFNi3evyyhMgO/w6O/OcK+5ZbrbBmZeSdpZQuiqKD4/Rvm3Ppw7xLgwhKHVBv2gWf/Uc7V+tZ4EivUWe3LOCH0y/FjXTdQIf73JT3pWn+P7VuFvQs3qgksfu8Ww/nEGUxytDmB1EoR5uDIqWWsMeMtD8Wwh3H//+7/HUHT1MvRVqLYN4W33w/pA8+0EsaboaI5kCM8nkJ59uBN4JK+Yt/dEnTakfyVrv6AJWfF3u7rf29P7WbO/oYPlm2P8T6XyWZ+hgw7cXBUUvk+fy5Fv6jn//DJeQ8diuu3s0Wf+mXa/BL6mt4Ct4SO78xMwI9Gsq1psFugZYzvofjIIG5jTFHBiE8i+Ae3s1xr+v7VgdpJegah3cOruIMCesG+RTctTVDseP9FAHh0RMl+N5ziG5v90lZA9+Dqg8O+PFq+m2an++egmOus+85B97kAn78moZ574LFsxm6CBXiGR8AcyyuDztMrE3gtvdUvmldkBfgZA8PEbvlvWxfSFYR+aRf62XdCA65nPJCgCTOmugCTIxgZikV9c33LM35U9NOBpnIfMHxCBeYTfk80MQNr0sPb2Z/N9AMcJkpDJbntlYSjdx8Bw2RNeoaqmgO/gBy2hZASvTgg5AYbRrYcHHiBhaeHmUb2vwKod7pErHYRyEKNapK29k0QSXu20osNbprG+Wq+7cnpob/yW95yoN1EBGw872Bw3NCXS7cq9bWF3ywRojiMoDGwee/BaKf9Bood/H51qFviG/uqD9mtomyb76ABMo/sPeD5qaAGuyCBXM4we87VTAbh8Gl+LtTadjw6LHyjka/2nzCN0ft8jvIuZgO9wJYXWmC9alq/3Xbj+duTUW50Pv2X91vY4AOv3i/xePo8smEx/20ABc5MQNeMvoMW22AST2COOSAl4lXkjV4/s+95PS9T44jzf61EJuKzPVt9pDqkg/FOQExvuJPLNkSzGDiz/k13/2mgb0F6ZCkXClxnPVuX471mPTgaER5J4rA4H1T75AGc3RiA6uADwA3JtYuZPUCa66U3qPQCU9AG6uRJUg7ssDbHOVNHtkRB7b+vO41CEqHsNf0vMoKUqPnBXbjSAJtmWMWfFj21suo2/m3WWLSvZ99sZeF8QY/ybrkCF71bPxR7cSjpkaVXjzMY3sNn8njHOGXff767WrIpB6KZ/iodMOdZ1mWgHgGlP3YDltebf9SRiXOdMHrkyAWCfcVf+QvkX0O/BZCS7HvrRNW2boV+OfB/c67eABEkTHchbeZbVQBYQAG4ZC0bVRyRpLzn/792DNwAcOzW4ge5Lq1b/XR2YfJ0TaoN/aC5qJ4n9Y56ZY8XogJJjJzKHNwCs94I9pRKONWwgGXvoLTRhjxv/4l4dVHxbDJ8ktRlT+3ZeZ4HNM5bMSzZgKuOxjzOXBCN5HRaf+xpXLbwrtqNs0HRJCU11Iu5P/BMcwfunM70lf8ffcCxmkvZahnYijvnVR7zEFjvzqeSe9qm6hTjXdyAr7y3/ZRI6dz1JQwSAIw9Xn1/00YCA1zHroSkSAA5GOcnIFfRTBW3WbQtTHACeQFYnkrauan+4/d/Y3Jsgex+dlL3v5E7odX2T+BUEgBPgnAQa2aYjY9APSy33b4vnr4xrnYX/Ev5YP8D2r+wEHiS5JP03+PjL99dzxrYigP1jbP9FABi8WN/pFqxOvBgb86Lx6QbXXdF4HoldFCCFUIPvafzIAifcfR9tAhK8SUJH7ogNIb+mMYf286XvkuTyM0FMz6SyjyMsW7+ewrZvfZSgFr20tmr0pf4tXnM6e2htJjll1yf2QVdZw6fwBYlduqaD1tgooYtN+AjOSrLBBqpO96nPNxOdqEVz5Ov6kmcuyPjCB95W0rH5I/A62cJ04cDD6sSWqX22dezLMIrXYexz/d38Ce3K/spnk4g3Mjb+RPDN2KrTzaAS2g7NoZBET2rjaz23vuHpKKV4l6yPSeJIZW2q2A9+Z+wgxTYm0LgUxxbQM+lIAdl2skIAACAASURBVB4hnEhnJHdR3W/2RMZLJ4fhc69RFIj36vvXAeDugJHYT+4CLbWNyHr0OM57Q9Pu/qHgLPGhsRXxFakm1/2xFTk/t4tE8Ke5fwYFjiELbxPuvL6zv3S8PX7U7F0SGnPciVfpBIR3ztyj13YTuTbe0oUor3/8Fml6PUc+Gbsb3CIJFuuLmEZJOjwyMb6m5p3Yx/erzgBmURB23Zr2tGQVsOUJr6PVznsHhZvQ7ZoaLRnnkUwGGwcBgLNQqoqLYcfrrYzogJlbL8+YuB5Bd22y1muc4rQ+uJ1IBCoGEgGCHkcDbDu3NzPupwPK+GEClIcNujLe+p4mpnGwrWAlCL91kaHZTmyDTgdAejLLTAQIqnme267Z0N7solry87xTrfMNlLG2Aar7JgsxN+7n4DyQ2bL7OQCLfUE5O2GeADExaBuY0GdivAZfO4P9TwAmwuZlvDbst9IpTBNjZs6bGwOmAdgTZP9ujtGfAEZau+hlOlGQzmcd3wCMPu8zGtkzJzVU8CUC13c7ZKxncF4I7QZMJzLI9ayzByNoP2F2ArGnxXH2e8eaM8SkYARoJrkqSm17zsfgHZthHfwxzhhgZ9BqT22Qg/LLcZje9tnfraiB134L8ltuGOQV3YdvDx2Jh7W+08L6VWRNk6ciWXsjY17/jbxpRdZjQMnv8+IQWFAPP6wskvwK4NEBFL2XzKWtuIdP/vbvfwvdi3Zm73FY9Z4UtoW3KzNv2oL+kQ3M4XLQh6F73aFxzr3TWBsctPwDGLaRUwE/74XmmLl0AAT5dAXwqwWY6X5azOgeB6StyqAsRkgeWkehd+YV84EeTc9aJ4ECbmlzB0yi4DdIhYHX9KGHvkkx7Ptv718AuxVuHAHG2yCNQZBzhlbuqnXeQPvKd57ZhuZbGYLR10E7ZDAG7mES7V8Ic53C/TAtjgYsQRbxUwFgDKaVx7EuNVcy4pB3dybhGKyi42q92sAAXSswsAEa2BeMpIwnRsvq5bRHkYw9rYuOIZf11Uv3oqq7HU8+Y7/gQWjDALRpYrKpC7BvcMYJX2NwNYhAQsjaRusI0aZKYxfdkhWeMX/ywwloq2+T1DQOx1SKDhEdUMvzKWBcu0SlDjIKB70BT5tk5o385D4+TkJ8OMDZbzbV0ujQ9Nht6MuztkNvzOm0GR/d4PtMJ4XwRmxFV3YbGJG+GMB29AiVsr5+gnC/VVNB6rrnoQPv13RYGHOtbR/oe7/7M8B9J9jlJsdufSoYs3/b+kj74uBPBZUMnkoPnMABTwdwy98JOIYP1MrwTmyZffCtMqYFNLdFHsAq/AZ4nfvfAYkziknKJMN7RMoEiER8eR42Gt97M6C9D5W8FkBx20qa/ob2O/D26kDotIM7TgwRP8n5LnvUY5lKY62bkgmu88GlO8a+PuPWV4afPK/2R+be6NIGdwnOdDu1OK/r03Q7t3b02n7vBFDbx3ZsQzCcCbpZ91spqc/R7b54Ek98pMQXsLWoH4f9DlasHHpted2G7jjhzfDSe/Z4Z3G3rF4/JiAHe2w/Zo5eabvFw/7+c6vFb0/7jKO2xduOvPZI9x2+fmUU+wtAib9ydX54KpCyjgtQ9VhPuzMHwG6Z3a25SAZ5gzOdeIL8eFvAEij2vg1g2olefN4tMEMnAYFjL2TmASPDY55W6UlkJHQPfUeOb9KeA3QTjDgt7X60RlxfSluxSZepEGEuGkMHqHt/mv/e7leivYAYCbC+tteZ23R2guaxNXhODM6VOfle1uUc7eBuGlkvElcWkE+QQfT6dqwAMIcvXpyEpAye57UY2djtXt8jhAL8JaDaSS3Iod861mDfvJ2GDkBroHKT7bDTTB/f1OXb9Xs+cmpa/3n8rohJIleelRVen3R9JuYp/8oA5PdcfYcKw8ZL3v1iH5sesT95nq5BP7GfC9DFDuuEv7cVq6suJoGrbW2qwADGf0tIha6uhONZDK7nTLdD68Z3NvBo33uCZcglZG1sCQGh6pDws3PVi/McfTuBjEPrpdtM17cB5KERRGrQNJdtAL8rcnzvwdiO/P32ojtg8Hz9ZN0Bsr0vw9OxCabDRPnb4cENwNhftS23vIBd42dwRt/YiH6+6HKSUOA9J1l+YxfQy/6yP8ihLoJxYLDHOvIf2uoAa2y26G/2p/Vp04GvG6LHFoS+6eTB/Flv/WwMg/t1UNU6uHRvJyw4ueGT3z2+zDl3sg1ZiYQnAGzdEr7OPqBTIj/Dq6s38XNe/51q904AkZ4E/2gZgF1Bgv/O9Tsj2pXjOnIpHeU4mqb9/fbPTclzxnwneb8B4Fw3wWTRVCXwrf3ZSZmxWaBx6Npr8pyPat4y3U8C9Emo0uLpw2BOWtpeX4/pu9/aAZtgrDly7rquU8Le+sEjmMUH2Cv6OX/fdm4wSeuAGUfTmp7B3lwJDo0LWjfs99uvbXsGDPXsZ+FdR04cfHblVd8Per/wiO879gu+dUWfp+ilzw+PTfx2K+oAGwVqm1CSgNSpdvyO4hoTwVNABx37konVz7cC8/B+NnfwDuEnspk2QZpgpe89AUNwkfWBNqGo7Y+29w5e4CQJivdi4zBfkkfAX0LT31Onvb11vWMJwfTNaxO3uDpsfnwZeZkjB5BtJGhIHmGjhMa2Iw1n2kaG0fJ2bdjGMMXHb7Fcx6RC3wnynTnYPr6T0jrAqvHwOfGJrOMmnXWlq3jaOk+JnuroCc4x9nuTAvZFjleI/ARjFv6hd4xvmw9HHnzX2R5QovjgN8gD7sF9Xn6LPbDYXB9zd+NtGWXfD/psnIi5CFEHw+7gb/Dr4B9dAAYWc76PstEzRf7+4Maf29c/tuh3Zfzh9XcIcJ8OfB//0E3P6zT7zfygl4NdCL/57gnPdQI//lvzkeSy7YcWALXJ2JN669Zf+GM/uy7767ajY+vxMo/Rjff7HPuL4gb2u7FxjikwJvGNsfn7JHJ2AFiCUpPpqHoTLcKajYIgcBZ0rR6EcYUQ5CcZLzbCxrk8YPb0Uoeg2aTOqL8VezJO+kVA6H43jCUiJJueDK8symRPDNGjdFGAb1UM99YcuwR7DfCxng6Fh8HJMjTAWe1zlhFCoJ53Oe84wGvwjrFlwsNoDMO+Dk07Q515HUNyDYJmUBwt4o8dm8SpyD7frcN67GZhPyMZCgtwEQCWpzbAghj4AVEwjJI4sAB6AxS9Tj/3O+80A0vxd/DrgI3jNJq2v/8Lo47hUoxNFnA2KBk7BmC+P6/Ehe9+yUTM87slCfTKXsTA2mzvZLyqfEh7m4ohhoDB1QG3rMG0OjigOvOgpcGci6f5SbAcAysB4WTFJSBBBiv7Zcd+1kfXev3s1E4bJhuSe741++6MpPEE34xTPUcG5HGUJcyWFGM06lXvvfv7GsTw9yuHG9R+aQxgjLkC8MSIzMN3HcJf3T7mgPica3XodPmXthKM37Lm+2K3aW0wlmf+dwFgr7OVwAaX30BzZ/HbOHNwdGXTS08912SijnDVUpgItNe06xAtjAfjj5fHD38MbawTdu9iy+rsG4aN5GNkS/ZPfLTVLZ2Buuu6wE87F6HvIaeRrTFmkiDhzycQ3UaGRyNHUuD9gDhan9eoD6C/1YKM58gWZIAzUENP+kcrqTbKMtZN5hADYFSbLgZMwFjuoMAmbI35JKPxZIbdbcUZI+dq/aa30qL8BtNCm+jtDWxcTte3jxiZGh/zNL2OQaj9kIHl+ZZs6cQfgO3Tesr7oUBGZGU6eWwbutZthybs+AnAWGP2t6zMV78xrrOXo4v1N8a9PzsViZK/d4k1hhYOdO65Rn7WY/kneyBjdeW9rtH4xXN9H8bFPdk/QBwZewRQs2dagOhiOXU2BieD1LxggGNpO/pfzlTG1yDrq+eyDkpYS3IgtgO6FOX1pwBwKqSzp4cWbNBjrBMA1nNG10yFZa8Ddh2y5u2KwdEffMfkN3aH2PvNaPXajtxQK/QkqEWPtrx+z4TjHGAqAnCA0Ln//re1mbx0ByC8E30yTlpEoghX/gLAd6CUubVDwprCB93hwVWTE8zBrrucm5mo1pIW86ZbsulPC9oIVhKA9HuqBAMuhQbzOY6i5eDIJ/FxgI6cnac10aOP7TZ2GfSevRkQ1n9k/wyeVwCY9VAA6t+Vaf69oUrireQZ+6fOZmo7Av140RmGyvfTduI8l2u6gmWdzTh5ZBLzHYsD6c3hvX5Ot35qmmuaIcDfgIXmd9l3skU/0NJ+gtbVvL32CXPsINuZy+j001rPyXbZa2SZ+CLZ7qu3dA2BfejzpS/k2R3wXJsmnY0SND5nKI99e+jPPl2OltALX65tyd2XGp8v2K4inXnfLeqZJ/5LZOTahDjjr12ptQSQ9joNqPAmq3bnGJ6lFrBLt9mr0HtRB+ZxyUwSmwks9vWbJJN5tz1uevKcboCi/ZQAqNGjHQBWhYX5GT04NqbuuTpFg8fwSuAK+qOyv+2v3i/PW+PTv0pQ0j6bzx9A3Ym0I2MASH/zh7PWu57vWolXHcDX+pqupS/li7X9cyezcLTClZCE3ysSUBLQEKZogjPVs1a1t96PrWi/2+Zr7UZP22dLcq6+j9wT37yYCEDh28LuBIDHpme9AWiDNwRTaDuKBCS35ffgdV3kN/SE7Yq80Ua2ncURUMw8fuXgGmOv7NnpCrBvlbHnO+1UX9sTfYe8s54p+zx2TWg5LVP1qyhMm+vV9HtO2pg9s4z7vuf5DUHqvl1R5Faspr0QbOTjtnj2TUcWs0bQYPsU3Bf67aRHAsD6fjpIYU+uHbH3DB3hh9wUFjpmHL8l+PUxRE/BZIJPV+VJ5mudL73tJUwS83e83EXf+IlvYYSX58Hy9F7OKyxm1Q7ZdggfhKceBvK95Kt/1XH6FL9Jl6Hr1YmrEu5eALdtXmEwp4vH3NvHuXBedY39ovFZdO2JExnHbtLb4KC9X7/tAzzoI/Mso7X2SVDNmk1S+ujf3+7nbmUle35LKmadNuE5PjL4G7TEfd7A+5Gnhz9+p68OVmlIbzUYMr3n8YL03AOa1pgccPr8eBJgOuDXevcqYJmE2vhE65+GL7AqlnN6DcCPu+K9+enFXsCUmx9F7+2DN865LfOzz8j0TujVfDPOxUcZO5XAyHzsb2xPeHXXcP32EFYdITD6Hbtui1828NF007gqvOdbju3JMw+/j/1hn1G6r7AeJ6IM+5te6lgxvd/dr7A5zhEQakM9chuZb3uz8CB0L/rTnbdkx5wCrNXF7IPXUv/oNvPtA3Ybdq6vfTDte61TIZtYSTRQyyPT2uj4e7zVyngCwE5Ak/80NIxP2jKt6bl1ZhLYYhM2lr1Uf8cJ/vb5rycuoL2Szvv27QoA2x7Z7kskEGgb+wiJXg9snk5EUYyEYgr8QiqA+e7fvgroiz4Kr0M+Zi/ig8mFaEzN/DL2U+v5MWX8GH/+7fWF8fR5vo8e7gAwySrHXxrbzulyH1Mn3jD2xRTfuABmfGfT+ySIIR/CS6IPBdOjxw62NIsheWMLpALQ2InLfyvjznnSo25b42JLvZ0swOk9lnluJz+zbm3XvVgSe9RJNvhMKTjKOnXCcRfgIMfe2JZbqH8vMIXXT49vfuvkzEFOcuSKaLptM+jsxZNbno05PHJ5C1eanw7dD3b/Fs+E5rS6H25Rx7n5e0N34CfdSarlri6Vzf6nWGPz3r98jtihBBgskect/SZg+x4UfQkZW9W5NYYeP88izSp2uX5XePT9ABv+9vcRTt/ecEaIrjvBmDJmcYRZRP8U409lrP7uDAQJ7pcxGD9g3tWupoxUJWqSGdgbDJEfgT6Zyrqmg8rnOfPldkq5XwOXEKOU2JWlOxcDwu5aL9iT9Vgj28Sv1gOjbN/WtU3sJ9D12ERW6AWON4HmeVFuHeA/wcoBoL0mDzDFWM+5ZWOAiB4JzDlgnf9djkPPkXXAgUk13mY4RenlKoRBV+EsLbZnMobRBIC9h2OEy6Ek2/1vf9+zDVpwHkNB32PfZw0Bjra3/JdprYAABksBPgAD0BCOOopLe6v1c8vPiU28Qi9niMW4NOD+3d+tISZLjvWLIB8H3gCEjJcISt1fvyAfQgO59spivX04XxZjaQNs53nlrPDef/eT7ONDj3PGNAHEzsTa52xwPg5lFAAKSPRBNnZ4+V//n79rX39xVNvxawXx+hEYOsnmWYC856fvwH8YxcgSjO+flUd7h98qi1ZBJxAc5wNnOnx6jBRn9AfYy2sU4bRiMfAp9VQJJJHzo0BNAzFMdF8ZBc58f9btlZ/uADFGO3zyBoDhtw42MfM46Rs0fY0i09yAAX0mkeZpp2G8AdG/q5ymzWUDDjzrAgwAODVtGSzfRLsCB8clNP8zAByHYoXrO7cfAOVkLMYISEDehnAFzaKXJtg0ldENDK7xoxVLphl6zmssHg4rn+Bc1j4rkOrhO3GKvemARrc8ht/d/miM3c7m7i4I+l70cgI2duSkwyfz2AG/j4BIpGLulyH4jbHPdIKvxXV9xuRv/Nz8eOjG804Qyw7V8IfW9adjuXqvW8f1vH8Lutzrkkrnk/XXAKn3KAAAoPACflNlCklNBSQBum6Bq7kJnNJzsu8DLI1jyt/J/F8gbMG3fIf9gca810MfbfQfgNWO2AbNX0PbeyK+MA0ARgQA75aNqJUE2DbLvuWn5hXAWDedAJZlWL4NEBz6nbZNMzSNXUC35dh0KHkBiXWuc3/bpr8A1qKdv/+/e25e6wz4MXR3txSL7F+w91+V8PVVYPH6DXTMXuYKy5+R1eMPep6bIPJmoQ4IXgCGyd37IZ5fGmk+2Uo/ZYmHVzOA0JgCRie5S2//EgDuxITfEkOzRxs0bbo561Gy1BUbNgrXHl1gfmnXa/Ucz7H3m7nLeR97OetajvcBYqctftm3rJ11f1WTRB7pf3fyFPwiHQvA9VtAj/Gxz1QHoMc4kuJ0G5h2/m9CnvfH+/ozk5m1pupS+2eZbT23HXwuP/CbJ22pOwDcIE/oImf9YnuiB7tqoemLbP7WL3RUAOjoyqdb7mySh+7ZYDvB6/a/rP9M8xGinYh07KTZf0BDxnqq3Edv4Ud2AskL/DJWArjw7bvH7/tNo/rddvhrnw7/UWEXWW0IKttw7PAkPr4dFlo2+fPTzUU6mO5dkQkkS9vvK/sQoFqJK9gW/bnHUYkQl301vEYA7di+TwWw7gH4FlBMAYGfSeJNU/q91+tPgDy2B+tFAhp2+d/+/rf1Jd05457/7tOCfU1jAMCh8QR4bIdKXsz9vF8GgGQ/pTLXcy7QE1rENz/PHT0an+wmkF3ryH1oXj+pWJUO9FqJ7yeRlL2XeKUCWs/toENsg7YrMqKXRrvbCPNl7AHCs48dSDu2SgW/SOyi605XM942u2w5Et9efSZ9sd1fLKEj8q5X+GZb5b+JRawjZ7ARuGr6ZU1J4OzuMQJ4O3nnCgCPvR+++bmm2Czm9UlcY/AEaH8ktIzNp3ErwEwQBJrHt9Lnp2I7iLpvLdkFlvYmDvTCGY8zqBtagh5+YDdjc+A/uYX8dzlxW1dFDb1mrbHtYo9iX54CBPmnB7ivANf3TToVXZW+uoeTjJKgiI+GDUBhyk0V62Nmb/MPuu1rX73T1VnQBTpPa6sx3AkhxVezju07HpttOizqnkoaSSDkIWavYzAbrSRBb2yclgk7tuhGfF79zn52wuAVaJ/1xE9IB8jFgLrrIHQXP2l5VGIvsnN95gSKgmf9WMcKpCmZk8QN+JWKej2PYDPJeq5En+f0884aeIOp4AOo++yiT14ajzV/3Me+Nb1T0BRCXrnMvud9+ROZc5Jf8NU+H9nFHKm+hH/MX+rU8T37XYumq7e45Df6a3olQOghDRN2xwktE2SF/onvFlvxV9vEN0ulMknIpqPqZLl6cn1K6JIEQhJPNAfPezpnIf8y71vvvB2ufM9KKjuVqt/4TueSYhvIj0IWePS3blS/2cHo4eYP1vskSlReOYHK0654EgA0RxLK2l9G3zmBq/z791geVxo+mBXjeBM0OjHIemAq7zsAjD4KrQpbCiaGLPwNb8Hu0nO3G4CqtacD5ayDEor6jPcuMDD/jk7vdUQmcsRJY3PwYjrR7NEav/lbv9lUzR/s8SkSqAIBJ4iBG5kWo5exEzvxuOMhbq1cBUbIoCSADS4/AeLXZtbYOgFS9HrhYUPr4VsR9nZyeOM6SeQIj1o2DRYAz9CFkDUC//8tUQy99yY8dXKxxgNeBbaEHDi42TcM7CP20TTw7SUyUvK7zz+O7Iqe24TI7eDktuHzigwlSXx32nwf190v5EDHl/LByvPfAtjIMPYo9JtCIX+dbi/VsaDpbWNV6MZOFFo94Yr309kzMhAc3HuvCmAEdyuk7XE9TuH3RTs+XoAxtiTYByjKoBNY5NVOe/9OJQ9M4XtOhYcGa8aYM7zkhFj5jEDRvbv6FENW19BeFgOBVkwdAPpNqEmfJepejmhlbh/lh83xKXULjWIIjauNujYYGjRooJuy8rNesxHXfpCp6t2ijcIG7coO8m1OMEECzZbWgBjfWJOZn6pVAsBabzIMMQIRCLmfuD8jpHV1B7lQ3AiDOIlpUZR9HCfJrUQWSPV6DdDShA1zxYDtFpX5/ql0nPkdJ/MEQKZS4bv3G7wXf28bStHVGr4d/CUDj3G1wfyzlRrA6BrEd0bYGrgymKQ0XX3jAHQLn7Qe24oEAWS3ob50sW34urWA9iUgbRwcnxEhfvkFUEewErzFuBT4oOxWvyzow/dxhDNHCSff/zmDuGlxnYd1hExPOKwztT8FMzvrv+kj+7/Gv+dnIbcth9wi45xBu+3WQ6sBhKOAI3T7BWiQgMeejSp6boMDg9cjKeOXex1BLsPSDunIx6k8Zdwey1TmWtGOcY2ixSkx/5VRfw16/vhTa0YPcdbtbYGTrMtUnIt+pCsA4jsxwp9XBTAyswH5pimyVfXsrpxm3ASAX8PFYJvsm1HUes6P9qJzEyqQuCfZzhrnBtmn5avXICDhqf791lOZ4s0DaTmaFuacJxzn6/cWqQv0hKBfY/rVNxozHQL+dEaf9+sbLIDbCbx+45dz2jrEDoDOIBp7wwG9v9ISiwy5Dszp3hgaAI7vmMmUbgDpDa5e7WTQWxWcAbBtp1Bj6yq9zoyOrA8vUoF8jp8oG+M8dyqA16CJTCBAyF53gA+jqtsndjXKa+SHb6IjoIE3MOUWq1O5xbWnBY3Bt2wMcjo0EnnwriE2EoG6s88jh+Ev7ud7KaFjDHj9bFBSn+u95vnXXtDf/1UAuNtwyVHXKqMPtWfHJPKz4JMNsGIThUe5eqxo07nuoes5wyQJKuH/zdK0DJ2FcaLIGAoaS6qVtx1gyy85uLbTBkAXX8lhUVaxdZ51W15vABj9EF2WFqZZ01yPLtNQ0uYqYIfpaAAHKugkf/8mvarP/d3ohWPnlNw36Kj5f8sU0DMtn3TPtOHK+nhFx05ir3t8+3nu0QHgPptadIilwdwSNM3e6MUZN1t9tR1ECN6wRwr0nNf39WQyr8/gPZ8KDI2pO3pAn+jlCwzzONClmvjsg5zrJ0FCn1jOVgIc+0kgJPyUe8CfDYyxlrGL95qcwU5lWEBV9CuVYuiYny3FYqOxN/m5tuNF46antdk1X57L9xpYMNg/tp54FZCagEgHiNY+WRD2N/+l9TN0De13BXy3p3JizgTBO7DcAQ63SBvHFJp77bFbduw+MXfLtv9BdWBfD1jInp0scpGsab5IV/ah/Zd9XwAaGdoN5LAPtO2CHt8Asdfue8hJyLHdFZng+Z8kgQ1C9R6sXxm5jwxO0JOkgeW/S4YBcIrmx6+8A7wJeNyJGDdATwC4QR5WrAHXtuszZrXozLhI7NPvnQG/PIFsnA4wwy8CfA5I8j8IANuO8LN1n7EPnoDY0UjfM5RgHltd8hdZn+Qzr/P8i9+/CRMEQD3+h34sO458WP0ATV6duHxkRuxvuketbPWm+R9AbDCR9YkTjxv9MzoUwCz6o/3J2CXRefmOXgk6ZxL/plbs308CwA3MYyP6us/+NF85MXCOAJoOES2/V//M2vr5eS763hjU0Ivel3yGx7EfPe4ZMDIkyex5/1REu2VrV8jkWfl+Ag/Hk3SA0CP5np/qsR+dyaSPr4TqYA2+Cx2gDHjv/CxTyj88FVrjw9p+V8Kju4WlaiO6JAFgXqGjAJS/daLamelMvq+CfdaoO9gBykdWLH2D3XCP3s+2y1u3ceajn1P4Amur8f7okKLVHb1Ja0bv9dhPAcLXX9O9bD99QLjtr5OYlzU1X1WAs+d0Eh2mw4x3dp5NstrbcpxKX6679WGvcPYCHxP/KgEYunCklbWq5gh09h3Asd7jlOgMhC1F8Oy39cQ/pBJI9+9AGzTl+QyuY14WHXeZ2/ADa0owi79936EX5AkYTPMJ8+vOiOjL0MkeR4SvdOM/e26m9/4C6sPb6Gvr5O//utvPa6PBA/CLK9JHQJNY3N1WsIneKrPY3wm8xh5LQIeXaXj4X/T7z2nrmsTZyJqTUIEI/r4jPk17TiWgRxIxBmhPY9mCqfWRxX8ZZ3RG7KwEaJamfiYivTbVG4hp2md+r34gQM6ZyFzX9qFkAhX8l9q52WiSIsf+HdnJ9fppGhxsXkv3VtLbvhpdJ134BoB/wzYyhLFFRjcjA5GX25Esexhayk+wL6qioYU30Me92p5aeRrwGTpu/7b9zGio2Id9xAsJLtob5OL/JADcSXE8Gz7pfUI/Ni5O0o7XWzwx9Mf39ZNqa8mXxqadwGU/nbWcRHXr2/hEWr/GL6iAxEaQr77VxYpbxO7g1basx1T0FL6adu1DL02KFMO1/eSuMhO47TjXnwKAYE7dGccJuHOPxtNMR+b5OwG78YPfOs7pe/brvjmQONHzeGNuR39ob8CeLf/VPWmwTtGQ7eLgRz+6Jhgfjvy1JT+/az21pwSzWXPomvhbNOZzHQAAIABJREFUB/V1TeNb8EwX4NxxsbVNQ1/R+XoJ95xtPbzZawbO0+uD3jE1mCiGqWWvTHcY6LkD87l+bQh4hfeEJ3WCEXGcWx7f8gueB3PoBIYuzCFpgfgAdk5kSWZ3y+i0DT828uj6xg6I2/3LlxXwn2z4C0jibCI0riBZreqpKhvw3B99CrEDi+tgBLxLdtU6R1Zkk4GcjY4jkGcHEDvKcfZMAr9bRnx3u4LDuk9nVPzJiDotVkRcJrD808vVDN9YWRsCHgvWriJZxriBmiaW30rpqUbBqMp9Yu32nmCwamgWqK6yyUa8QBlM18SPwaifnQmIAqHC24QzQf4FHCI0XjC5M1pjkCXrgqyas5ZPK+czLk2mNc8x6gALdt+XaTPpt5WQbsUZo/78GwsZsMe4mz3mXoAoYcbsexu1vwFubxWFGdGcWEH2ERZ5O0pOxmsc3GQI/gaYtAD/GeBaB74NctZS3+V8GtOE5jQO5hrctO6SI1kVSY9wiwEX+vIWFfiOwdtV575/Zdgu3W170OxP2kcfIFeCd1pLH14fudCB9xiDbQBP5uPQi8abinmQcQCOrFkSEiJTnEGltzWekTNJeMmot6JkwPcBRLZCL4ZBbqyF9rea1U4g1/tQoEA7F+aXjw6o/KDqXbytM7L0egU8xnDmtHLKIxhAlazlY0CL/uZG3VLf+1EyDx5AH2h8ZEqtQ7rgC2x7znqaMzCVQMDyAAAfo36W6bT4lKKSEaTlHFCvW1v08z3nYeQGszbwHZltZ01OlwOH27oVgIq92ySMgBgCyk8wTMBYyY88e7eYcZyf4v0KVDLWa/yTLbzVG0/rOy3B4y1pLUgEuVqJnfMqNsEB/qJKT2OT7lKhvta3K401PlpYtRNtnfxdrDVCDurzsNUuwFUBPozT1edkRqPrTYvff6zv20K517aXoOkn9BoeboA2e57W/QQfGuBuugltRY7ctBQ5hcPOWno9vv9jz9oBjfyTjRDB8eo8G6BTGUEiB8DPb/L77TrCvLRuBAxeQ/1U9FoerJFquSODHfn4DdGA5+iipeTw1HH8a/FbTgdkyFq8gMArh7AfNoNyZHCv+9gDAU8zGgCeSfw9gHI+zFozJxJDmAfyifPrvOca7+jljDtOjz5QAMp7VvbA28KX1pRt69kmnQCnq46tY7M2mgh/w0f5mQm2/jiVCAKemf8kyJGYhvzWPaDVBPzHkZi1ewHorElsYdZLz2u7pnlMdvS/eXHzTZ7XcpLP3BL7u6ABCz9tgKp2oFl/Kob0mfTPtpTNnp5nes+QMdP2cyoo5qqzvkMSl1+Q+4wOkL01c9IjkhyndfNi2uYEaDlBj9E/V8as7Y6V/cgO7AwlEHWwmmfKDu1E1Q50IOugG2RinxGpa6RXsbGQ3a/88Pvmqzk7d2jR8kby38Gr3OtU3M46Uznj/TN/ZJVffWB3oAI1uoaK48jirLlbn9uOjhztjjskEMRnudtnX1nQBKC+vVAC45hpfgaBU+/92La9xugHWlfqy5xhuvLNX54gS2jA8ys6zCpkz9c+0gXpXiH7YlvUrmxbGyn+1QXkte4a/jm6ap7XQaCrJSQDKvpmDVp+8t5pu+xJZON0XexKtWcfPrHt3Wf9lf6cZ/6ff+LbLG0g/wAkGuBqmXPOM51xBBC/E6JenVtTPYHibWt+t1Ju/RR/+JaL7cfqvrQ6ZG/bnzj2xNjq3d2rbbLGBgDAG4SEt3lGknEzq98SMFb/aF2kl5RQtnhH4w50TGE8GX9kL7TXAXyCtG3n0MkitHJE4QHRxZ8BcbNPofcAt1RFAGhLP8q+Q15GzqwPxvp4zUSDIye2k9dWWADib2VG7G/xMAmySYpaW8ifj27syiv807cCvPcGfsddZD00V4HMCsDKdj6+iJ8d3/X4a5OMyX5Ev6Za2feXLKaCex7YAHfbR8euZZCntfpslPZibI03oHD4fuSDExC/tW6MIbpmE/LdxtgtNO9qG+/5KAKSXrG3u5MedqWfXbqB398EhuZrKoDfipfYBwvqJ1iZo4C6cu32D9LtjD3APm76thw3ZpzEeXib+WBvQQvSx4fWay0u2TQO7lUA8z2ItY/fubyB/tYehm/XHusALjKp/SbLkuIfWh63/GO+7EeSQ7pDQ/wbeBZbt+ek3wkA2KyoZxKEDB6kbJKxaX/xecUn0v207zxJg9NhpxNmO0H6tICe5Ij/8+1DzPfBcsZ+7P2/9mTom8pBr5vsGvt88RFTlbb2iotiJlmNI7uoBly5n24X3s8ncK5ndMB7OzPFrqBiWdd1QrNlif4bO4Y56RoFWOWf/IZ16D4+A7zsXM/TZxpnXh0AJlj50orXY2w3bKNeS/aCz5i29pX5osv53kkWfpMuy8fytdU1bc86XjssHYtil/B81h3+Et4m/bJdwaL72XMStH7DajPeO3nuzHNkN/5i+3Md+JNM2mpsjT2TbltFfzd+o7+dxDRHGFzrPXbzYoETixhMmT3lO4c2xtYODWwXlD7ahHUUTgF+3/hb5r7JRo273njH2FDsr+lnDGc933I2e9A+M7S9nSu3C1zTHnx74U/C4FQg891bhUgdg+pW+gREG1/9Ue2M32GcXwNOjAA76NgQ4+yS6PEbHxKz8Vyl98ePkP2DDaMOVPhUuncnY23hwvqWjR/ovshG9kedADRu2xcTxG4dzVgOD9ge+dmRsGUNc4O/wAn4mz31GEa+0DLaPvUkrvUaEcDVujS+3Ofxtr+l7/q5Exd8MYSl+fwGffR86QABtsDROx2vyncjI9eGXi607jU9Lw3fsnSxD+YIRqLnkIBwZNYci5H9uLGmN8Ab2bCJ8iToR35E/7U+R67Z/h/5Smzy+LoVd+gkVK/D+H3/8o9//PM/t3XTHaGGkDDkj6PMWTSziyymMqxi6stYzZl22LMYxMkmFTiVHu8S5FHICQAjAG2ADNGlojQbtdkg65iusBlgYLJzK0nL330dFAgBYM7XfGN5AzYYz2dhmfe3wAAIFwBYFYrHiPB8AKE2e2zJT3MbBW6BN467jcVUOJCJzL5gGGe9I4gbKOK6fkYzKmNDSf3j2z8Em6s8Zy0wfBpspoUGzzxZld8GycB7wYEXsM9eBoh5x6c9JqskrZX3iuzBvgG9wbRc2U5y9jXGFnvO2vSe4mh6H+yA/QS+NJbXAO33bsGuca6C1DOtoMoAYj8IiHRGM0BZjxnaBPgDzLr2egJN3FsC+60MO8EtaHUqAryfA7bJAJcSa+CYe6LkFszTdSNcx9APbSxtnvlfOx4+133+/vdUY56g8wAUmX++1IoI45nbdYZnG0D53gj274db0/q9ODx6nUqb2d/IH8a2hqjHMokCN63dAeA2BNsY6iCcnfQJ8GnOMihTxRP6w3BLIkDA/H61cQYAlLlA51m3o5i++ySQlfUmyKfvvk6A5ID3+vs+WVqsk+mhjPwDGs3g1JKYVytc+OlN5oljFpkISMfeNDDXgaae748W35ybqr3ijJzHWDHY8OPsVo3AkegzfhyJFwTkArc4GmOs5RS0egfQq8Xs973O6PxNPh76GkV+7XcHO7WjBqii2DsArHGr8sZrrtl9gwSEIHs29EFmeOiuA8A25AQMYtw/crTH6XnLIKnW0qfC7wkAw0ucZ9e0fYCkoQvkdweAm2aRC4DqL68Ysxh5crXe0m57PlR2jW651ZKHdqq/ZqMPgDS8wHmxyLPwQbIm23Hp5JdcOw8bud1VY91Jw+s1Rn3zYK/b0Sfz5tGDdg5vB4r7tR62rLLjHf3cYz37PAETZGTTJfckmQNj3pw1AE1o5JZlPQcl5OkM2VzXn0QfAy52khvyoFuY/nFdvNyxK/7/DQCLfziD1+ObresWRnqfRLSTCfrtm3R75P/PM0iPrTsBGnTba/eyJi+4/yNgdLWx3MQJ07GcXlrEf3+fVm3TOs7jr3ZI2YisJvbW2rUiBu3Jty5f4k/A1Kngs8yJQ0yClPbnOGnehnG2BICMHtINVTnf8p5kiz/RPXt98rJgqQG+RcvG5EtNn6S4aVfOWJzp/vkn6CuLIEw5qeZPtlEtJHlzWmJO6zoAxX7Wb+NDNxMAduvNGR+t2eHnBtsAHLyqs2b6XUeG4GOks8fNPH3UCzaeE2V0j483+wy0M94h8JYjr92kFfk///HPAe8XrJU8/L//OVWV/8+/H7Au9LWB486S7mA8Rxvo+is4qn0cemmAo9c4VedpH0slWsvGV5+fBFrvs8DZ6r+n7fc6fUGT734cIRGGkKy6z0BnHPi8Hv+3FT5bdl4atwAs8cdWDVeQ5pdW69iDr937yvz2LzSPbgXXelV7rgCw2VDyyV2JUlGj9V5gPMyEr5Y29Jvkhwxs89S+9rSr9PiqJVqA1CQKWPMCYpaNT+CHoP9v9tG77uh31jvJphk7lfiZx9r2vnb8a9bxtYVZH3+3jLw9Uz2buj5KwBofd2GAMXPtM5qP7Hn4QPfpDgq/YRgaA11GSBT180tfH0Iz7a2t3+vQ17AuR0e7o8YmySTxNLQiE0EVPv3ef8pf0TWHGNKtrPeC5/WetI8NzTGW3+Qnn71jb9vCeuTjn+4OkL1b3fT68Fm/JK2IT08L4SP/NJeZv/CJz3foo2Tan7iSfQATr5br8Tk7mIS+7QTmllFUmxkM/NZf9kX799Dm2sc6h1e8P7jHBFJJ1tB35f+YPkdnX2t6rv+CyV44dRlavItzEXuPnCDo9qvyMT76kB1ZNPEGXPdoCnvjoZUJjNmD0FnfE0j1/vgIkO3qwXidqG6/JryG3Mp3xv8dPnMAGF+n5Lbt3ZE/0kG/JRIeWaRnTXJwnpEvEmD0H93SF3/pAmSTIKYXAUqeD4b0J/tBlaOS62+CJjR8aME0Mn78HHXU5532fjc+pPm0+WfaNi3lG7Ex4iP+ViXPfZmPW5nan0glsgPAg+t1R6W3wjD6cnFQdBQJt9f4fV506Oe38zolD94AsBIguBfJis1z136U3O/nah4nAd60sHaDvn8FgHU00+ApbY/ybIIJBIC91j6Sq+jp+77kKj5j6Db+uYLyTlqZgFnLROmJbZ+9mBC+X/uAv9kLzBk75rWPQnvxF08Cr4b0va/9p+uA1/eXAHB33rla33pNpTtJ2N2OkvITzcrS3/gnyOuJAfwpALyJRrl/636CR5HPw9vjt4HPiZ7csfGcgZrxbceOweC+NZFdHsARO3BbzS6v7PW81/fqTjX43U2fefbvAWD2hcCh+USJaRN36YSv82xjjrsuer8TwJoHsGUsEwrPf/GDv/7KEYPusEFkdPa39efrX+wZwCNHZuJvom5jVNe6ztrD25JDzF86kiDhdQTI3OB8Z5550clc04UiFOW9nQpeWbkB3Ogd+30FiRCgh06lT935a/TUwV+lY+VvVwEStnfb871f0Eo6hSR5sDvlca2TY6bTQLDg7Z62NBpdgDw7616YaNZk8YEfY/lFtra/6fG2P//RD/bP2geb4BRfPbY3uuC1D/F7IUNs/pBv4pLIpKbHM+8ZkL53fDn5PHNk2Q89Mj72CdI++Cjza33ImOgoS2cXWm5vl62N2zZeAA2S2NaxQa77l//9/30VwH1G7hhK7QSlAqhaD1kC3QCe1k0CZQMqcSb1ssz//pkwnTUpUCCKcoHAtBilQu02QJZkMNI9hHnmD8dHCsaOeRzZ3bSJsjsrNxRlo6Jb7TwBYIEzAHdv65x+bip8pgJ5Wmz9MOC+S7aNEQGdZJU6i3dadMXBr2zma53WCcUBJoMRRgH8uQAPguI/mO072/QD7qLYvywVVxFutn3Apu2lTqBb69pEjrMtZkBgm5XGUOwWfTjEIYAx3EZxrMBN5QJOVwzBBbQ622F3OL/ZoPa9Y0CdBIMR4lmvzXy1UWZhZ4o4INzcInSifyPUmp74/TXe2yA561SOG0ZHA+GmxanitNPeylQ08WR0XPP+HpigcN7dZ0bAH8fS65PK6HfszLfP3vytrRzfk0LPvhBcTwa7quap2Ehm4sgB7eDMqfnP4x2ABIfNTgZCdngS/ur2a24dP/vSVSmf2fWSRdZlkkw6kcQgnJzH7zMp3M6+dWB2zlQ9iQc641ZK13yqLK9bFhKcf1mtWx5en8lJteM8rcG/rWH/zpkGAzQepfTNxUGG4kPdnwprzbXbS9Fa7c3apO0p9NgAAWOQwvljYEl0NwCTnoky1PoGAN5MV7LtemO0DgQE4miO3J6gJOsser1aThY/tH4J7f/c+jdbzY7oJ/cNWswc/m3O7QHo8l0mEeTwCgD9nDWhccmh/RNQJ3I/SS4Glv/sAP9KsMMbZG/jSFvOPmc76LMEDkpOfothB0RTmQegH2iRerUKk7z/7r0Vg3u2kgQyMuYYaJ989e8FeASoVsVZ2nwe0Flj+5wm79EAGOLp37KqGbBhx0qAUua87z9HDJxxiB8rKP4akFQsYzN4PYaHybB7z1Z/96MdRdN6BXz0N0a7f5eNISdKZ/Wi2wqghUZXvmhR+gzZIeIBSgB9Q9+WUAE477yTi08B3pknhnjmBTAdquikkYz/TrAjGYxr4bkef9sDVzXzAP0deI88Ed10oGWSQKqtNnvQ/KVvUonKevReKfFwnb39BEe15QPJMb6P6SdtdBeUOat1HLRXvtC68ezN6Ns4ZpzVjLwJWHH0x+hG08gfjlbJfWN/8HoDSr9VDN6BtWkv+T1cIOr//Y8N1K3TMGcsSx9ht5Wjw/xIGKUSgLmoxfUFfiNwvi+i7wwKTwun3C9nmXGe19lv7ELJNAMtC/xu4GVbxTbt9T6bVqa16xssTMJGJSHW+jdwxJl22qrYrgquJsB1nlsBk9eZb9r8LfBz1n+6gcT2TzeKtpNupzK24kuLuv4K3k8i2aHNsbPQu+3TyCR86b+rgXWPtmub9/75f/5xKsp4H/2f7+ms+vH5tKcV+MJR1XV0dZLd/re/7dmqBrcq6NF2Af5SeBjejV6XDYQs6zZjTWft68bfWftLyVQGOLzQqpr716vFahLANgDce63f10nPvsTPC6AZwFe0n8ppZA4JBe+9so7T5rnkxmub8T38rG4r5898RErAcu5p38Nt4PJtrTV/R15t5Qp+CtU3Zy116/kDGXdoUXQYh2xeyJ9tW2kzYj5nTh10yWCjd89r+K67UuBD5Jqs+1sZ6GWY50XWRWd7iGMX9Pr/ptvyOQns6fCEL04FPknaVDr3WiVpL3uhZ+r7WtMOYPUYek3b/5hN9L1I4N6EhmlR7PlOkL8rtHpAWq3vHl3h9QKZWbfwhBGPrxo+Cfq30a21xd7vhB/k528Jt6J784KeMXx8dN6YC+APSegLTuJdnn1jr7WfXTHtvf6uozPDsQ/m++1DAohnnrk//O8d1x6Njdxy6O2cEDs4//7VrV5zrzcp9ujG8aMc7HXAJv5c64fuMOHk68++2BaxoScSMLvDF2u0/PjLkV4zkLadsdn6CIzo1CT8kDSv+7e833vcVfu0r1w+X3/t2GKdID+J+16DAXV/6H/xUeNHWueyPVhzd9RwACIfMkbwvfbjzce6ZmgLYDYd1hZDaRpskPlKeBm+4pnhzbF1f2nPCE3/FgjWGv31j79sD62Nu4mabSfaFuBMRHdk/AoBJuFnsYKsxatD8K8YM/ZZ85E+a50R6s6r+fL4oycpUVfsuZh59je+q+V5/D7G1nvWRx7pcx9nJ16Yh/aY2h59kyYVACbhzjTyVOu/NrfHMslDvUdu3al/FkJrV0cGju0+NjXr+a7R28Fg8XGSaoJ/SvcpQQj7806syhr0EUrIH63va39lPlvw5Mp3Y72rX+EB9lVr2BXobwGPruP7tuVGp+5Zyct3ueckQYws1xJa5k3gW+N3IuAs+FZRT3KR9efu/aGTwbs7QQGZEzvsHgctvo0rl/5fnCKJT7YPp2KcIyO6C8Cb2ChOTxJOdNQf/WXxzCiIoycG9+jEm8Ng8NlsFf5xjjDTeuBXk+D37cvXjt70643PDTRX21gVJwnOsZguz+wEjR7HJtRtBXDwhaV/7CF9jyQU7+np+vczXsMzTiLik8BuO9D6NTxmm2T0xOGz4ke/p8XVnMHWndQp+mJ/glluAc93FMNJZNP3avGMAzuV8WDzYNZ0YcT+ZDydgEfidScbHT4bWdRn1Srx0tObAivbGxTDCScSN808JHPfBLjGD7Rnot/DL8Ipxj7nPXfK/F506ugOaV6FkYWvPkU2Zo2368Sf6Id7vbTdfxuXH/4TzaRdMrStSSdhERxFn3FEJTHDToQE19Uatuw1f3sCoX/oogvFMq7p5PHNkXXW3vwWAGYenfRw5M3Y5NCH1rITyvU+mH+O4KUr8ozCdL/+NPLesSLHedYuP3bm2Ih+Zp8BbOE7jPFWlKZlzLbTRODEua7S5bNrOSvhtK35eNXCT+1pDADNWQokOE0lVS8mgvg2TqJoaSlGRZMem+rBKVUfxgeco4K22xVB3L8dZs9i0YYNhsYgf53rXE9rPBkCWXjuE+JdYIf5kw3bAeC3BU8q8KKsc881YNtBY+lRolkTBPlPgyoViP9mhW3F/gnYOKEzdj3L12xW+IKdN/IcISjAZQIGk5nFXADg3yCmhd+sS+8ljpfbzYhQxcWn7cwS9W8OEkyr75EpjSLvim19l73fAD4VkqEzt2ueLO633VwbCp7fOZcq+844MCRfgYniBVBBcGa+uUcLlAZ0X7rSd24wmzX6M8gjBUA7B9uuc9MbAFgw3Y7s0ILm8o/vrFEAbvjP9DNnFDJ+z6cE0RER80u3geOYAtaCihCAg5OBxwJUgC7yS8ad+PBzTj+S6SIY3ZMsyA5K6TsEgKns+V9qjz3CNQbLVOZ6zOuU01ItBkgccOaDPO0AUGcVxSBM9jKBPQwEDF4y0iUvkoW7AW94tulH4z9ZnUNDGnEnsdzyI/vrZJkKukLbDuhOgLOzfuHrBmX9nKoiIaOO/Q7/3KC1pv4dQ+BLnLEuxfW0ZEIRv+fpNj+8crF5iQw1B0jVAup7KAHgv3Qu0DiPBJ/De3Iqv70cB0W/kxhAxjZnapwzsy0vl7rDU6GJvDZBqAEzB/Lre+iWXbeRkcjikg/I46xRkhHU6veAA9773OmMQjT33QtZH4crmWzm1e8edyLXzqlpXO/+x5yN1K2cEmgMmEe7L89+giamv1M59RPIyxiydpmfQC21vgr9Z683SLlGT84lTwX9VN4OgPauLzMi8cRzsVE5urUA9g60dBLCb0cQnPv+F/Ib0MG+sWV8jCASW2iVE4Ave6JRcf4NZ+/kDBwpmjw1jtttI5x2RLQ8PoDinYDWQYJ1hmIT8OqKK94zqPJUhme8SQzodkFUSOtznGafj3bAu4w959wmIBJndnSQ1tTA853xCn/R1uZ08hi5xvcBeJKUMkCg1mwcRz93Eha8NxMY8Hi1yJLxlu9Ls1rutxIo9Dn7ADD+fafPsES+noSvsTXOYmsdChykIr8DdBwZYF4fB4jvA+x0Zj005PsqAW7k0+Gfsa/6fD5AOGQk8l3PSZVb5mrgiQrgAmRP9f88q8Gd2IwJAOse+BeqYPCY7FtA90ks1GsdcrKX7a6doEHbRgewGkcLXaf7WD+5Ojn2CU4ZGbas5bGHXCG9gehLv/0SAD5JBOWoar/1xJOQUja9+WXOd8KWO6qjaKr5se0Jz2n0m+dk2l5bOe+lhaBeXZlhGq8AMO3s6cTTgTiv4Qgx7H0l5kiP5YzYyJbOqNc4aHHNnBosOfJ+ssVldwegzb6yX2+CWgf2mncA4lp2W59MABb/lsQ4ZEQHo3P9+JSWQQkA/8OJjwkC0Hqs96nHgayPLaCdl3+aCSWLPfPMeXnZs1QL/AQ430Rn5tPP+wHGHFBRdABooiAGwOvqfMm32CKR+fBB703P8/U9L+DU9nDm1NUPm4REe909EgYL5e1O47W2/5fxsU4OwhX/dhLTjjOASvZKcw0/IM9o3Zf3NpOeNW2duoHn2HGZm+yarFdXOOrv2CjhOa/h7LltffEmYxkZ6gREiebvi52s0IHFS+Z/95P/0TTG+mL/NfD+VuuB3WRBg9XI7k3CzLaw/UnDmXde2AcL5Gf8AWNls+Gjt720SRVzF+vaJA0isZrW2h5s3wTfgGAZiQvZz9xTL3RpJzZ62rM3b4LoBlbKXxn9yNEp+j5JQLo/+qntjKNbXYn/yuINYLOambOSFgL8vUeGZa824GG/0PpysbsOAB8/YB69cihP7PW7AdV8oQPAemdpJsGoAKbRzXfL/+WP/8r/vWlrAgjP/Jqv45cIp0p1HgkPzAv99xu/ty2JnMSmZf3bb4TOLnk0wDB2UQcbSUD3vabi9q2CXt8ufNN0+Vs1LX5YV6m9AbgOHB18ZmwyLdc//vqHx/Nvn7/AXhAAvmnptlu1NqnClk/eR3lNy85jU0XWHX7S1pfso9Ib/1c/aZW8/ngnMixW6aW0bUzC/bax1WenYn9wTuiR/XwrfNs+es+IdJLZtHVnb8ArXvlgzKVswSQO6fv3WrwBYHQhvMf8oCf93Xpq8eZ0IABfO1jNFFgQ+EAObQJrug3J/lJAh306PpvwFts2wRpPy2Lp7492oD/swE7oYo37p2iRTjQbjJSQvY+UirxKHCBzHr0s3eEki7VBWq6C1Yn3fxaIrC7Gl+7gbMcR0F96bgoAtm3+NZ+xwxrTA19oXXP8bHV50npLx39r0UeMdKDmyBuCVpJmsxctE7t7TVoKT8e5sSfbv9I9k+SQxKDozC1W+dvfv7GNrdFzjL4eH8hdSyLT4x+u//8GAE27g2Hw7BNYnX11QluFCvQcOh7Zh1BV6bT9h2aP7aI1KZWZ+FG6lLK2b3JZFxxE1k11/KwvcZzTBeIbgnQJ9gW2F/yYTrajy2wfeqaDp4Z+W79lTYKt+crP/sDWbJmxulIVyHvEWuPrkSdgzUkA8doMb4CF22cgoXMBDn+HAAAgAElEQVTiTtoH/Okfsnn2rW3J7lzQZ3wjFzSX3wLAYMLh4SkqKFvjdHTS5+Vferzfhoq346cu3hf7OPfCfnO8DNxFgfDxa488v/CPpfmTLDa0w15g32lv//rnX9ZXsWcS0PW+2qjYjoi3LAkHaX0az2u87ASkh9nehO32l+BHvdcB4I6N6IhWaAu+0E8w2ezBynL93UVn+lv7sckJIqX/KFepjEgRJQYTTneU6zr/nVH1VjK+AjgDrSxolbQLDJHwmSGIsVmkPfsGT2OAUDH1dy+1uoDBWMj04V7wW+8jmPU7oIWc+AYVMILNvMexGYIcwABA7arm+sUAgii4z+vENEN4w0ZQNGBHAASjtp1QfQdACoWA8IIoolwnqDIBmR3POOWW+Ppf2vZlbz5H+VuY3wIaGEAEVDvzK1k1aYWGc+RA1AirAJQ4G+tQaW/0bDlGGh/O8u5DMl6ypqsJmO8fWwxNAMmMMQG20FYFu0YRbiArzNWMGMPzA2j+JiBKYEMArjhCZSyLbkR3jwI/N9P4Rwl2ppVuhH71Us0U/VMG2Zy/dYzfMtaazppeDCo5ESHBNBsi371g/J0f6zrgxCibrL2+lFY6Aqs8LFcNDFgDgDUAqp6p56nyqtvKak3aYLwqFme+ehTFyDaQTpucAGCiyXb4u4KVKjvaPITudx8JehIwSQuTGFAEX7IKWq/sX0C5GEBWQAahd29PMK/kCQqAAFLAZIFEmeRvFYCe24Cd7ElXMGIMWYYJ1DWAui36PGorNZSC5pX97iAVvANtYvhjkOPAhr9jPOIwGLD93r8V3J00cPb3exBrdtqT2GBSx4fwFc5Z5EXka2S0jMxVvm30Qb+hy3VIqCzvrG2e8wZoDPp8/zl0NGPB8d61EqAhg11ghkArtfkUXevJawx0t4yzb9rmOx/m8PUrd9E1mfvyJpnluqfGEJB9r2k9ksVMC58Y6b2+ab2mF8CQ5aX2om6i5wXAVYbe6oqWs4fvqmKEfWDub2ac7ycn+nveC4gmmLPtb8kw7P3mvtYH+mceCWCQyosJCMy8t0Uk52lv69YO8CRouAFSrS2ypBOc2klE757PpU++8YSe4jSkfWX4runBf1qnLRiq+3UFhIERXwOAHB7SPCN7NgCs28HrXE/CxDtmxmHdN44dfHL4f4d7fgPQP/p15DcATDJlY2Aiaz3N0pt9W+T9yo8AO4lJbIAj34+D0wEY8aDkUQdabGCP/bf2TvhA38fAb8AIJ+BHwO5yLmP4N2AEoBeeCAD2M8N3gwZr8x5KiIybgHV4YwHz0M/qX76ldrpZ5wyQ9adzR1cVmv9n/e9KoAW+rYYkS2wPrX3c5/NI58VZ1zOl70KDbwvyDgBDA+0w9plcuweZ49r/2HOhpZB/9tlZwiNvtF/6j+BYznTMdzQ+EgoAzKDLLFrkx7FbLDfShtWyWrrETnMYtzssEADvc7t1TVeIe8QDkOEovvYfYAgyEgCAOWO/Hmop+xF5AuB1AMKhJ4/nu1ECrtnbV9d4jEUfGp8peYKCou9O3ji6TXsiuXtlM+2RFNAmvhp7q+sBRTf4TWXM+jpU5iE32c8rQcjjTNDut8CKrk1G+fiF3u8k37GuHTB9ZVbLw6M/J4GVcZm+JzkhAbEkjNKKK+uwHQxun2iOe5i1Zo/7J/YM4CqfsY7xD1ax/OYDvWfEbuAwSVxHj5Qs4T6xgTYIhb+E/c8+3/b1tmC8q0N/BtdDfwtaSDb0OW6uVJp9Y+4Er/RTgXFaerb86jV8q5jDy6ku43fz35MgQ9C2Ow9oiaRvAA4DQi1gGd0dekP3AHIvP6aKF/suF/t/x35FLjbApN/fTmS+Tl0pCiAVPeaMWjL8NylfMk3Jf+A2yCzWqxP8NH5as+bz2N96kbxFcgVzPQmY02Ht9edS5bP6yvQz9B/gKraS6UK6aPi16YQkTHybZZ98jwQiB2a+/zpAg8zpBHpsWyW6e27DTyTed1J341ndYncWxZtofW3/MfRFJYrmylEmWkXThfyHaUF+KsnED9P1BlvqYAOS4Vqnz48GJ0AHiXjYB/gXOdUVUvhU+He7Rmu3eR0O323L3E3EW5nAsSGvLaJ7QK9d3Z57bAVa69CWx7yPCRZ7ma45638jmzvQQdC99T5z6gKN0P8m+Plv5OC0YPQ8xuBYe7LXx9t84TuRE+GVTrCLLzn+2HeNEv74O0GZ0L9lMj7bjOktZNG9wyOT8DK03gm/GnfLv5dfWRMlWFu+1JFHN1+iQ9dX0XclnzVuVdjaH50EuGC28RlzVMZUQ9m23w6A2JrrG43tOQGMy3/tgLnmXPLaOkGyYoLQV8LL4D2NkWXHJtla6w32NviS10wFQrNHi99UApB5PTZ/+y9tyzkQJR2RW5k/JX8bL7ItbTthO5i0HkdXafzv2cV0vsp8AubrPidJaKqOucdv+IvWniAZ60dhy8FjZnz/P8b+RM223TayRq9dlvT+b1s6sl13RgQGEWTm1vfnsbwz15oNCYJoAg1Zr3sfYH+U/LUsit1DNx9kPfga2OZvyeXHFhusrRP5GxNLMHqBFZ4FPdCf+hvZgq8kQnUHPHNEOelgRJnDJlxZxo/90EHvN9GQOSQYJ3kdX0V7jPa0FDw0HnYKJqZwRTy2LenvivoE1yJ7wv8jq2QXeo+IR1W5Ob7dzC8V0XcFsPeqZGGtmXlq9GL7QWvbbGvtpjEtvu2ffQ9sefbbsUwcfWE8R5jCJLznaNGfBWZtp/i9oyTyrsFUhi2hTcaXPQS9veYfmZr/kdepKI2v2/gOCYaLqQVHD58QAE5RxcZNgn/7GvSCEgHG9l3ZNEfwDZauySgR3TamMke8HvFxYdXWn1m/wZXto4sRcn+wtT3zPfi/WfP8QEfsUbApPYDAod57ChK0h76HvH8jT7GT299i/9u+MP/uWd6/4ReHL319sLWs+QSGLWvWHtAcbl9gdenrasWPSkv8E2C2PxeS6FmaXzr/fUVgJ8E7MsdxjSHg/4rOWp8J1ksvY1vxLPMHBUYPP4Q/I5OIPyBDjiwRvw5eyPVdmOG9I74dnKATYPZ6/2a7obFudLTG17LsP74g03qYGoAI/v37X1+bCQfxhgAN9GPIwF0AXIfBvFny2M5e7QCwHA4BwH2Prmc0B5inHUy1mFyW1lxjiGuCtCpF4WouEVILeunav3+tENgY4rdmqmPA1c55gZq8MEZRZwAyLgzpgNO3E89Y+1/u+3cBxF6lZCxMNd0wA0zIs47jI0DZAYWlGhtox5vNJ+GitbVTPMGHxoB0/XXwvRltKnQUJNF6Sxhp3lPZDZgGjX2R+OyjS86DprIra884JUcxquCL3rgImCi/McYnmE7gJAIbwDWbF0P2wrYs9LaqE7oc4PtTVLrXGV/27nejdtZsALm0AfN6DDDH7/YZa469ZsytBf9vylT3tNOxwngB1ghMzuPLWC7aif5UWsgRMo/E2I9Ru4GNMw/tpcm+FyDhZzrApzOTkjGuxAqMA5xxr7WJ3Rmks+dsyIxBa3A6rXwiO+Lg0wqG/d3GAMJWQv4O6Ob5Aes4fyQZlKE5gaAEHQJ8ahxzTsw3J5xCeGF54gaNWUO973IA5z3ct1m6uxEx/PaaNWDeALDoIYfy7KO5iTU4wPgYA+wt5pt13GD0tl5ZBwmg3UkekzGq+zpAL/CpASnzgZ49PPbb+N4q4Rhez5lhEwAKELZytfnb7xr5cQcvNjs489xAr/7ullE2BGbQBNZPAM0txuT4fsDjx1CuTPYLs2ZdFeF5PjLVj53nHyd1xE/vP5JpLMO+/wcYzT3Msw2D5kN/rir0CZxdQH1l1HaLxlQybbWNjQfrxQ2qK8AHP+vf1yHU35wvhGxDXzaYlcDIGNbFF8jjlqsAaswPvtfZhE6qqb2aayXbHj30XaO5XRVL3wPlaEguEOjWO0678QH7tbRdmdEJOgBrHdxnfJJ7AUB7jJkFDsXhBxuGAcJfh/bQeIzD3j8EgKE1mfR9vjhjNzA0CToYzzOaY7jCV/BdO0/6DjC89WfuSRIK+968oTV2pvbKlNfOuoBu7Z9zLtPs/+F/+DgZppFHAQJWJ5PwYf30XeMEGwM0keeMk9+3siCJM6x99LU2UHTA8lcArw4AU/1CoCR7InNup3AdoDmHDtD3u47xJPO67ZG7RVbbd5v1una0AQAFSD+mbB2IzaR/td8Hl147in1YAWDPoxxo/R1HaXbhOddq5Jnso0kSwcFugLor4E410tgXzvL9BnaCRV6oceQdgI2cQTcrYGvgx0DKBCE/W1fPScX72lVdrUEC6tq6e4RIg4PveVxJVAzYhz4mMPUmS7wtwmOD7hg745+9NhQ9/xyw6ckY6iQxAJO+t/VH+HD9q9eef+9rpzLBvbR6zr4em6+B8mrBCf8CcNBur8H83nuv/jff93glq6XjDYRnLfmJTEkCo35w/PvMvxNYFr8TyDZKtonEEQa5/7cK4Hyte+7VWQAgfE+QCkCNADBgTd6zrY0PrTyu+3zEtmPYs6zj0njX9dVLflUF+d/Ab9sjWm+3050qOQLBrBOzPt0Zxg7voyPa7iawxX0Bmh5wVsDFdGs49NUaYjt5TwdTMO9+76TlZydJZYw5I44Wts9WOYuGD2f+kr0wC/oGgAHSWz8twLdnxf72HvzUBKTrWKvhW4nFrmghyeTag8OP0J/E1awptmUZk6bB4BafLumzsJX0Ihu8K+3P2msdPx6Rz7N037NRz/sdqNGRKoBECWQscDrnUo+hvIHw0ccTABY9roSiSZZg7vd+CDawunr9KGQf65OkKPnbks2xv5lPzPGtJmu70/tp8Bz2lv8d/9MyYuQmgVl9D3//FgDWeytuduTV8RnmKCnJBK1Jnz+KbYyuBcxb+uS3K0D1yT/T9VRqjZz8RVZiByD/O6B/AjMGHHMWXuuJ6K4Eo/ucPHyJzFs6MXbrmW8xdgd9kOWm/9h5rMW4Gpb3x387iTXtRN1VguHXoVFdhj8JznFhAoX3wO/97w4fv/9OqoaHOpGcwEmD5B0wwW9T8E9yjWRe03z8xJ6HZAr2LftB7+0Ap+4zqD92V2NBwSu2BXTbsZsAlORe/bRcr+Ub3rvB/w6g040xvljW9dif3XrU6neT/dlPki/yKVjH4y9/91q+2TcOhig8wNcNT9L5qAPV7TvxzN8qrP3dtBDWGuhIsjx7K3y7YAm/5+yJ8QuwcUKzMGLj4B2A1LqT8H8lpSuwYPx1u2r1GrSuemUHCbym0uMfoh/sFw1hWx6cd3zDVuVY62bjQNUZARkKj9pG1ZpaTyepT9ckAAGeiuG2mFoHONjzP/ht5JjXQrbeVDB3ZavpPAnqjbFcFfbzYI5Y+pm8PKs2a9kYPhgC++O1n6ED/r8S/kSL7E+qHH/ar8yV7jkEMi+fkmNMnPCQhBDktt6HnOZZJ3A1PlJXnYf/tkgFfWN+eQL0G4+Rct1jt/TYrr7uZOLIgnsFqUD3Gomv6vs/6YkkzSVYDN/q/vbneF4HAP9dx5K0qI5+OLbcnwLAE2d4O7axqzfBI/6HPx++ocNPCvdCC+2FDyKcRLDgTBtQzjXXMSV63nd/t0AGv9C1JL76vskmiRxMosWpAlXimcYw9o/HOHLTNv91/ix8Gp00u+Gb18atTHPxtXGKxTNb57d+OmtXMbcEoIOlkLCx67Jr47kNtsNolp7r93R8ieuC/UePvLhjTe6ag/iCzmzSR1cC2SRqaZwdAE5SpfagFjfxDs5Glpyi2MO2QQVYG5ch6I0+Yw7mqVlTimihU9tFnaRy7hmf3S4rfKni2Xkevq55aQAgfNkj27XWI3uuAPA//+/0UKqRWpArWKZBz0s7kh9GDaizi7QM5IE/gkN/k71mYPcboc4kaCJkAsOq3/X0ir+IiNc+z+8DxbUQEEgMQyVSOyJH0YiZ5sHNVB3Bb0X+Zhb+KQCseSZDMWf/tcA7m4kXF40uQ9CMmE35/uj5HQB+y8qhvapI+OnMix/Ps1E0gn4ES7ebEZU8h+/GtCTayhKMPjLXfqtu/h3oiSOGYy5hSWUGQuE46xJMNejXqTpzHGL1Bnody9M7fyqsfO8xkMx94ux5ZJ29I+B1gsesyZtxk/siXPsMjaY3ACMBdr++QJ3w/zqpP1c/n3QF+wFB7NBNdZoFehRHZ4mczBGBlqO5Dzg6E2t+wqljnCSHOAg0P6pSJkOoWxTz/a5n5IPlgAMVlZjxfYYsOVVXUyFGgoeeB2AFj78VtPr8APrfuyRfUnFQbUQvoiIv9uxxzsyREugA2nnnA3TlnTv+KOI7i6mDv22IXoDUx4hSPm9CSQCoZPyrRZx+XkCUKbUjbAU4hk9PeenzvwaWPP5hecBVOgzYwe62HXZcSRhIoAb+87sHgOpn6nfOhsJQ472RO4UAm/+/LgR+553J9yaiNDi78x8wbZJiGBN6jLU6AbUBMrkfpzGtkv7jo58MfxysHWcMneVn5nvAaQc9knl2nr15KP6I8UcXxgkngENgzRda+ec5v8nSBcRHXk3LkjbGIqv2/Aj2oeSReC4V/FtNheMSeq2hfYJAU4nXc5N+MAsULzH8qy15BRriUO07eJ7AtIBHeuI473NEhFoe092iq0BsLls55L7jwIpuquyc4Jiy2Q18jQPsM5XUdlDG9fC3xtGVZ2cR5xdn1H980YHl7XQwgVTYxfZTEmUek+gkLiEfCGgAoDXPdzutDuJ4rB77tI6ZNVvGm7OCH1vCdkq1dw4PT4XkyOme9wF6Rx+3gy+ZRhvf8MvuQ/jbvDFj6AxXPSdAh+6bAPl3nYP3QwCAlsgjCZ3JPJ5kgLeS0EEGnLU5L0fciQ2XeeG4hPftwJSsS2KNggoLkOmurlzZSkGy/qfqbwKpbdORFNFnC4keAbs3QQAQBfu5MznZj70/xecdMESuaF8FyElihOaWMWwFH+vb4FKCMzJKtp0TwHgDrr+1prwy+QUWjR5MZe8mh1kujN0jf7t9BR+5MevQMlLrRdY1e1XyeWXQ8By890sGvMcwaxP9uK2iznPMBwVGjsOl748NOAC3+eELAOGnNAg1eQItvv17H0nCnruAk28aCowBPr2yZ8f5u7/1J5/hTZjSWAWoMk49t+XBsQtHN+n7F0Q78qrkxbEZH2HXfl3Ava0G7AAINnvkWsCtHwk1ovsnT0k2kJ3TtlQc19ErM358GIBQZCjZawl4jN9VyRLaDicAPAkq7KuA2JtIQkCECmf2a9vR6Ji36hdbq7sUdEXXj0TPctvxN9DrsXm/gFSdqfhbC8frrL9XH/h8s8iz7ggVW0KJcap82kQYbHFk3gHlShdQZU8wD5sf/WG5MPvttJt7QKM/7QcCZv3+/t2yxEx425uSdb8lVqKshXf/9/CXO0SoCqtsHIFltEnlfX2MVXRGlNFpIffxp8+MHHzA36li5Ale+aZvfASAO4Chd3Viknls/mceG/+ug676/tgJYyduAFoJvHrfyJXvX61zgL20Ord/eYL8IQJVwySXsu6sU+8JxqfN6bO1R/DToclYji+K/mH/hC9iH5g/TiLZgIK65bE734QL2xljp/DcyITvrPG//d206wDwoctHQM7OPHNqv+fIihzlcwD6kX8kECjBGl3PPs048lR0oNZtW0LmO+yEBkLaNrR9+fil+DLmrQoA+13li5R7sQlXviaFAPohWNnrwe8vXuDPiz7QjH+xO1/5kPvurgm/PefYmpN42f4ygdV+J+95+dIJOhNIbXD48MGcMWjweRKvWQvwsk6CajqeJNPxqeQrto3z2zh7zBt4XT/F/DjAu+TIKdKYQNrBOwvgj10bmao5ot+bFpnfVpHdBRNbOJLxT6J12T8doNokNokROu7tzEyjX/xD85hkYUeTpjLOCYHjg7JP/oTxNX/C/+IPjiE6ybuygZ+jMe5713hBVy3/vl7czg9Zh10Uu+ROZgJ3e/cSvMUcsdPBH34kF2Y5Vl+ODOykKD/T+/fWNR5xtVnfCvit5D76dIJqmtuNt3GW9gaA3xb/UMb7a5JKD+8RuNQcZt1bb/5mx4IN8gwl6qMT9Q7sGfRfJ0r3/uoAMPuy3/cmJXJE2c7vxubfxDECwGecgy8Q9MYOIQGOfSn94Da0NdjIIwJ1P4NoxyY4Mv22b8BvpDtFvySx3XEWeK8D/PjE7cM2TgWfRr6sb3DWdyaxiVs/903zi2j4Lx3HVsqJs3l5F/hT7O48rzvw/FYBrMd1YlS3so/c+ZJUJjnqDWgT/8Fu+Y69jz/y+QnG/47uj22JrG2bhwIP+Kv5jOvpYtc8qt9l9+GfOUhtuzFXtd1gf0T+tu1HBOzYTyWro1+Xd+PH5Hlvq/LoaeGDGISyg3OUStajZKQJFL/13benwKGY2vtl+Oas7Rw/+iZdS04lfhW7G/bogPtvtG1b7sS/DsZXVcCDR/YZ4H0mNPOMrR6MrH+wWbFDeG+fSYzsTqXxXYza+8vrWv62+XMSW7sYBjyFxNPwQ8Z17Cqtte12jtpJQNy4ppO/s2f/4//+37+8kmpR006/DaTJdukHb5DpcxjKwcQAIpsCKWYDQQMbZ2czqPZQegj6CuMonCV3K8HOBpKQSbZEiMCk9/wSfR7GtfDVgA5j3RUV3WLl3wJef6gA9sapAHDT7s1AYW6/GjTToua3LJj7jNYYaWyCA5oNwA31TtQ/e/UyxDoDqQ1qByxFtxEw/6UKGRXADngnfhG9NuNvA4t6bwKCM4LZNwGyx9HLavn/A2Ieh3oY+K14SUvZOIg4KJfjW070a6C/BuwNymoctM4Yo0bgw2yubqmNYd3Cio33ti0xTw/NqVjpjG4qgwgOHwcYsv3SYk6GztjjvqqVwWbQ/AwA7076/bfXyMx+2SqpY0xgQEiIHMUj42VaWLDm3/1Squ1gHUO/DNA2lBhZZ/myh0g0YL59Zif3RUBnj3f2abLukQ+5uoNEtB6T0S5Ah7OxtX7OjPdcN5AGSKwnai06g5E1yNpkHXD6m2c81uGP+2zg3UcCDlYRR+m69dMEtZG7SahIi5Ep/EiG3iQUdFBGhrHktIA98d/VMsUB568F6QTgqXrKGsRgQiY56AbQ5CzX8APrBRDbRp3G4QorB1hOrc+hg36RUsUpaUPDCg0A34BeFOS99lqLKMQ2Rk7mf33uVo4T6PBaTeWeM40/B0XP5ow5AkZ7XVfubjC89ZL5dSra1lGmdQ9tCiP/4B+RT0HKvGeU+tC0AWrmfID1uSb3x+lMZfxm7xs0nA4FADGa85U1Pjq/AXXoKD607Jazpay6aYciHqDKiJak5oHRE9pTt1G8gP2b8GCafzxmw35sTLWht/37/T+DL5Pd3Zl3BIV0D5Xd0JCqv1SYUYGUCmMCwJYHMw+Ab8kPzFzv83G4qZDnTEvd2xWnDc5wj5TA27KF8f00yj/w/j/VbnlIYGN8APkKTnVLMIm8v6aN0NkQlhXqXrEOX9sKqljANmMsZKr2/jlG7cgez3cCEN6T2i5e7zt5qfXvkQnD10vPnwFgjTG2x4LmbRvGeN1ENGRrAN3h5wlQrL0+Zz21vJAs6D3mYw828aSTl0h+ihO2yUuSFZaLk9Rk27MCwJ2g5XE72A2QluBy6AmQks4VzPdUmM6ivpUfuk5HL3A+zPJUnIE3AHx007Tc8/Xl08S+kqP30aGQDfY3Z5Oe8Y7D0o4ueqDPquss5uy1yIfo4LZhci4QfgO87L0qmUYLZ9GMc1NHj4oHLe9KB3UmdgfKTyWieGyyaXsPvHszAZWphngCwHLEnIySqLuHLBr81p505QQZzdOicmSa9WMBRtIf/nHFejl433Xm93mf/R/9Z/22uq8DvG2r6ZFpqb20pyU2vhr6oveXeXfWvGVJ9nf4236TbGfbA6zgTOP7RwE12jdr/F0hUbhC9gUJp+NIUOm5DvddgdkgIk5uJ1n9O4Cb+SywE4CkA8BHT9ve2g5P0D3zTgsu/NAXUDxJALNWr49D5joOPJnpl981Mij6C+c/awDwTMUKdlMngKhyADmz+r0qPjrY8Pkb/CSgtXYTexJ7ole7Ex/5vJO6G+zoirrwG/uo7LjZCy9oYh4f/tsjcAiQxr6Fdm8Q5CTKMcWx8xlvB9beFvCpxt3k0k7k6j3TVS0dIPyX7bysnez/N2FTNNAaEcDoSpFgEzmnj5+2I94AcI9H/JUA31ZGaO/jq4tfNaof+In8/aryBqwmOPCufVeWILvi30qQzbFP0lGPTr4CwAPQ2SZzwiC+1A2kXe/WKwYsHPdqZNNWsHWXIAUS7DWW/XcCL5LH8re/B7FPVDVLZzkfCTVj1BjYqyeB4KNreF7X3QAsYzaOMvtZA/FRZsP/R28aiIjOwzaP/B8gb/jo2DNVodKdfcwuNZeMeXTxzN+XVAD41w54zLWMh8u2HPsN2QboS4vcXi9+/+2MwdfueztE/MCHakMg9+/AYt4mH+IFSDtYTMJIfJ0b2O4AsOn3/S9Ju0k6745XOUNyW3q+chIZ2BjgYmHbxjGVktHx7INZyknKFs9E5+iHgh2OApOej82zslXXJSlu9Qd4weHlsiV6nfxu7138ovD+qVzTSL+/XdgxZpEtKNNp9r+jALHLD95Ae+jTIjf7jv3xAvBnD8268z2AfgeAw9f4gMMHZXC8+Gxk1o0x9N7TE9q+jI2aJEON+a+/NNfx277PqeyHHt4vyKmy7Xr9TiKM7YrYtp1K3Eliug//2WNz4GQrsE+3MdMzLWd/BA5qP7MfOJf9xdvgXQJQjR86ubx8Id5FVyfiDbavBpPvRIvf9L/XggTW74Gyk/WZArThY4JT95qFl1dRtl/DuBrXujAm2VPf87HvJDfggbel7eFFr0Ou0/+uBK75HPsrNvmM7ZfOFrvHpTt+BoCxx0hIXyWVakbiMcidF+OFx+HJHwE4JmUaTgvbwnd/SwABl8D+J/G6/UIiC4AAACAASURBVIkuJGMfkPxIB4Xo5bX/wATM27J9bPj1GbzBPztQaHtYicjWeZFzJBqxzxIQAwcbHho/R9e4be83Z45kfI8QBduRrn794vAXCXlU0yN7IkO36HB8ugeX4hnW9cZYxqkqv504Snw33+GXEDgOzfYzXWLcbnjP9pXmOTiurl8bMmtAIYd5cnBFfM1TwDVyGNyl9zGsZH9vWD7+f8ahZyz9dr+ypsZ7pzCgj+g4Mcd5ge68KrmtM3N05zlSY65lnLdcCfbmebI1R4ft/YmPHh6azmzht/WPbpk48vvxbS5senQm78W+M2bvhLXdD8IdlBh54rbyO4c3xK/4CHQwUUInbemPr/vXPz+L8pucFAWOKQZjMx6LF0FSFW4FoOmhDTAjXDAg5cz0ZnyvBdTLWb4xbJfRYkA3AUz8AdMYH2Nuo5ZFyvWzeebMWgzsa37/85cJG+a+e8D/bCWRBSGrBoOhgcXeBJwBeAXIR/knsKn/WyO/Fbxpr/asOAcV4TcAPhUeUahRiKuc7wB5zxcGpMT9KIPZzDzP56SOEuqgTjbCDbAibF19la8NnCLEXwfW/s338LQFmb7v4/B1CybZj1LIydzW2bwrBduBQ2HjIPRGhjeoDg3PpM0JTloDmqJhtyZoEBbDQc93NvT3DFfeDkB0hN63vwBk2wBBqHsTV+tI3Qddm7f5/ZwN872rW+MIlMiYBO4hoN7synFUNc4hzGZvbp96QGUb9tPzHrqeNmaTSU6A55yx9w1UgEZaN2qdHv6clsasS4KXE0iTMp5MJ+abjJ/8dYIONgjbsFslH42/Sg9ZhLCMcCdgEcP9ZGL5fJgFdvogec4II6P7XZte91RdxADI+yajxx/G0U/goCoprODXOKeTwHGuhk+QATgIfoGSWpThM8CuPuoKJfa3FPkClaH74auRux3QbgANw01j7+pqnNJkLE07Wu+nMbosSwPKXQHnatkGjTqAfuRUVVyi8H8GsLbd3SrFoXsxFDLBrRyn0sBA9Jwp6H34yX/Joq0sUYVEOcqjm14w/M22TcC7M6zV4lIB7lRfi30707CNLnTKe0aM18N7RFUHGySDVgGAqei9q9zaOHdrsHFQ/7/Iy4w3uskGowHIOeNjKqW7Cs6tp8a5i/EfHmg5iAH5Gu1+hwEpgaALwDR4jiwwkK3kDJ+pm0QIOz9joFFBZuffATgFf0e/y6DS1plN+jpADeoCQpz529kPT3SbzXZCkG+szQv+ew6/JNqF1hs9MT/LkEWmD9hwDDmPIUEJJ6ucSoAcs9F81TKrgScFuO7x4EwEgGlAv89mpzNDG95ycFs3I/sspgyExotce0oBtNUB2DLQph30diwJ+DQ4Ydn4zbkTFP0urf2JyE7AbohxgkQOMuZDwK23awP0iy0nXf97AFjXhc8igzJubIkczQGgTYCRyvOT2T3rGAdtW0DzPPirAxs42sgPgnwepxw3CQ3pNxHJOjJ2AnuAAFR/9p5x5Jahms/HbG+mtOc9apkWU7GnFsBIAHgzkMN3oVWSaNbHgI4ac7f0y+fGAM4P8jr0Wb3GBanS2k427cTpmvaDTgBuZBZr4D33vTP2jQax7zr+hZ4lPTxz0rOvivuh/wvAxbYZO8jxofUFqMjLuiwKgzxivda2FpE12NgXtmNPclFs7G45R9CdyuqeP4mx5x1TQS+bVza+g/mzD3zNIgB+f4Pxx3YZnjsVSJJbEwxCdiyQje7NPlA3FOzTE3QeB9kJKXpW2eDIERKYu8IdA01Dxgc4Z1+fZI/b/2z+pgIUHkPHeR0mINz817Z2B8na580eutuqTUxldPB07dA+HH6h8gR/zfw8AP+RmWMvn2rL7xraq9neGf9YAIvWNbox/9OcT7eomZA+bz8je1IerBKD1UrN/3fkgVrQneSe8V97n7pTgflog2W8Gxq2/Ri9n4RB7Ir2tzsIbx3hQGf8s7w3CQhdWbAexQN0CSDzmmYksh/fCi19ficpxgZKIgZYwR4TRIKGhtLnrYqCrnr4Pu8zsF/7xy3qfpF1bzCa8WoMsX9yxnLrL0+qEtvhQf49yVWao/luqgtYc9koY+e/wF+DnCeB1LZa2Y+nxSxH9ERf0Cq0q9b0fI786k4hsbeTYCp7EN1ktj4BFAHCs4gf+ehEh34MAJ1kMK9nYQzQ8T1uA3/jtuWyhxM0l7yOrxc7a95vWzr89NKsbfV8P/q7kvu7hXj7IjxPtMFO1x7ZanT0xyTgWF6ufXD8p5n7oeMM9g2qdjJH9msmBc9nhhPIm987Ues3/EBYBrIBvu1kCt/z2Jlv4kPrGsbAOJpeXYHaGAG+edvxvwXEwW8aG+J9Lb/0HvQFwUNo641c/PbqA31HojrJrK9/AX81PgDmGBt8qkE/+Xz88dEfer7e2R0eGJttjPEPCCp2V5GMO+dOxg+IL0HSst5t+2MCj906NHwS+a1guX7SnWoBb3STPnv3yes/oQf8fj2jzpElYMXadFIcHZ28XqLF6H7wUe5xYvDIusw7tobsQY3PRwwOLZF78IULZnS28iQvSrZ00nhokeQePwPZML8osKEOZf3TBRatH7qyl+tXv8a+duW42/BI5o0vKltx/GNsEPDlo2PHr3HQZnyKLhbguLxgxllTfDrTrOYHxo/eRJe/sqPl5MoBFTGM32obNzMlyIf8axvjtRP67OXQP8+QPl48QLqYh+d97J/Ye/Pe19eW/h78W6z/W+Lsb/Yg42DfbMB0+Fm2mLA265esZSoXsZPXbjNOhjwurFH39Lj19xsg8zUw4eCLnZDm+zXn8SvAf3h2dwXV+ubYiH3mi/94HzmAFh8itv4mMYTKu0aEc/DrWDv2lPQDNDdOhIyt4F2euE4k/IhMpyLUycXff+DtFLOFRukU0XhKF/6gM6Jz4j8mAXo7VCrRwms5NN39m3WK/E53Hz2Hte59fvhlqr1v/UBC+NLzleFH304s4k/YFPyPfNDfmiO86KNx6uW9/0io09dvhzOeq/WgkwL2thJqjn8iGTn+XvPx7puyLb8XaR5any0suJO6fhsrMY4kIYwMG0eBIzbxebubkdlJdtcM3PJ8OrDpPfGvlRAUbO50GDCeGN8APrYN4JhA4kPHXx9dfhIHvydqfvA6eqV1Wu8VMZNx6W9AFl0nM+r7pc/84aY4emHCt3UawQk/Rxtkzr7IAm/WUgK79oSy5cYhsrKtwIdbcH4bytUIg4FuBmUcrGaot4oNIcG/FvgTUEKQuqf3BBhhMI3XjtjXPvmNrIcJtsoNJ5E5ALY10PoaiieDZhRCjxPDpEFKDIFWhKbpRxQDogUIWkFHh48BFjBVDJHMjTXIs2GwLLbVX7fzyXvGWNQaTgsmr9v4DncmVZy2rWQZLWrGjHB9M9sjNNbJbsPuGFg2SvIsnEsnIExrrKahwH0EENe+FWaAheIHNl6enQCwWoyy+VaZ/h4APtcVAOk5OStyBdBt0I3Da5pq8nuW8wLwMaYZ6/JG6ItiigP0ObxfJSc/tDAmAIxi7L34Bq2sWI4Rty0vX8ASvonBM/xEq2bRcIyL7KFU0orvAjSoxVkCJQbsvvtQBHlulKJWugFd5vUvC/+tnCIRpOWT3su9MkjED/CNlaQMewVODrnG0v8u6sxJgwN1zsFrcPuh3h+A1QM0uF1RAhlxcHY8BBPeSi/mjuKOkVEJNs9h8qy9HTLTo9LxTgC4A0Vx6FQJGFpg2E4F3SeTaZ3DntfKas9RSewxymgzn1CZN5nOrIl40Y6DFnLbp8MryYwdwOgB7XsP6/d//nNbe549WC2bUnWyVXLcb3p7SQNw7b5eMNgGy4BXcZayh5KoMGe8GShKkED/BmD+jiz4ewA8PZoMz0P/77mRH7ovwVn2iPjHOsb8x/hWPrbR3gkB6NsDDA5ABv9yRgVG2gKTGb/nr1brNh72fayts/Gn7d5lAI3B0xVsvUYdnLPMHzqxxvAZyV4AHd3CGvkO8Np7/si77xc7vNOqvCtRd83jLIvue963GIEzYhPoa7kSW2erVTtog97g+abLdzMt1poOdgAFJg+IyTpeWahVwbd7HevhBhePSh7dkes5d2sz/3hOy5ceF8HDgMjZ93/K7MVwZc3gmZMA4WQUMW704zqSC/aS6R15WJVvJnp4nnNl9PwEzTGoSU66A8AN1KBnM7bMVDxIJdNxWo7zm7G9RzEcGQvT+Ul5YO+RPv7E7xo7iPXwXR9P6fl2Zscx6yMmWA/bprP3sNHuAFscEduN4zTQ4lItl1wb4ezSDSS3nWR5NHqoP38dcXiGSmYqaSEFvGeHpForhy+SCHllOD8B4HbA226B92yblgPT/kbescFS2x2lQ6Al/2Z/hYd+sxcumTJbjepWyWU7Sh9fQ69jR4sVvusJKBkQG0f9x5zG1gQoa2e0+aVt6g2+BgTooxzgrReo6rkTAI49+V+WO3pO5E/2E3JVlDHYMYGOk6FNpfkJttz2FgE18/gkprD/cPBjeyALPnp+jiygTtvMZyxlv0Pz1jcGTrzH6qiOsr8YS2gxyXofi9ACC5nd/tXxXyYA0k44HRyQZ76/bNe1IWX3W2GLGraH3n2jbyTb3naDPb8XXDjyagKKJo/sMiVk6deRF9gwyDHOgH8rK7EHOGrDVMJe+p7bRy2doMJUCFpOTsV5H9WRzhFrMzDP36rpOvij68QnAqmorATsgpfx06w/7edsUNX3j35+52nb7lsLEuC8fuID27ex3Qj6w3sdANb89HkfwRNaTeBD3U1GL/W+O3JiKox2z2UfxA64W9yzF18cQzxO61m1EWz/JeBegvbYskffDWhKQOEEQp4E3OyV6IrWm2Jhd/bxd7FpsavQi9j2ekYHstrOaNX5m58GPTP/scfHb4COAJbLD+vv/Oavk9jA9ci234L+uobKMAdkZs1kzzSwRicxjjKDtzpBqo8c4t1XksTQkgBrg6VvS+bYGYBZWswHNJgXtKyIMIiWa9kIlhMej//XCbvx05JEDK2lIwgAc18qFj/bVhX+4882TsCc25aAX9uefPe/PZyRu7HzYmvH9sheOWsPnjEy+E0gz9xi37+BMvCTwxfD8D3e812RG3t0A68/7ePfZNoGQ4PB9Q9+OQnOyHiwoPgbe0/reeRH7/nFkGKbmhU+Gpyj0kZGdiUW1+DqccQaCcjsSesrBRFG/pJA5O8HcEbvtT5H7p5kKiBEAkQfjy//zlmTc6xCy5jLfrWdIjkRcDlyLThDB4Bly9A94lQ5VQJRJ93oecKeSKIBiO/1Yr/rXyWSuWgDI9h02KBZ81cSqq6l93i1tBzV1fqWeTcdZfeBR+v9dFro92ySzGLo4CskzLGeLeed1G564jfcvj/v0Dq3nSPZ1Mn6756CN14fyjJlumrht6Afpf/fMQb/EIFjq4L/6iPsjU7wcgLjH34SmFdr87taxLT+7Mf2my584XsvHbWUCBc7haB9nqlHGBM8nZmSwBPi3nvfOlX32x5JkNDHuBTO/wZ/k5C5a+vHlg161mneefCo2SOha3g0mNtn5/397yc5rf06cJgfZBzd0u9tseZn6z2DH1EEFH0Runu24w84WDtY/89On+k4GEyrAtJKJB0fa9hiAmRD6rJP3/E3RhCeX3uDROtu9f73f3wBN1+4dDP/2U7J+iMHzpFWn5/UHTuxK3UtxVYZlzrxyK/8mRAdeZZ1iuz6udeCV6xg6QIo8AVsgMam9Wb4vIOMTjRxhbzmupTj8/DPnfDV9KUbB37Ta/f9httdrc/LLj28PANxgh68/yR69xjcTXB8o7/+uYHyvqZ9zC6Ei2zZWEsHgNuvff16PTtJQeHtlaORQ8jaC4caO7MT4blWpAeX9dJ/H+gIV/HlP/6RSmNwy8XIszY8A3znJNi4nXvG6LiKH3x3VGZt4WnG3QF/rcN/fCDTvGoPqk9gbwA6Izd35ivn0WWAI6BP6448DqW7QMFc602a5zFBhDGgbbJEFClPhdZx5sjwngooM/FHSDn0yZa9gy75PooOwwamoEf3laH/PcdZpV8ApiPrvEcZ/WTSn+d8X7qV0gBxmgsO3HvGHoavp27hu0qYDfVb1noznhY2wKcyN7/2MtXygKwrMVkChWGizprIJ/ePAUobDLsmMZLFiCjXODABS7bSrp+EoPr5/LRFdGbh99POZYynu3W06T2Db0OZ52Jo9MHgMcBCF9NrMmTaCMjnwwtqzfQcf5133efTAvyTOaRntGP4OsEAaMcQ5iyjBnUG3MxYNwCsS1JJJuA+wqEFjUhipSsjYHSFfkdBAcAbZBjgX+9AMPb6/JZdLEPB4TCSBb7fO+O21+WsRQWAoXt4Lg4G9EI5nVYLp0VnDO8EM6fKabJAm4+sbF0FHLBOBohdywmwdHAJOjDeyBsRLEohAH8cDTs1E6B4QTyyaQEa2lEyUPyJzk54uAIAj+FKu+PXmdNYtW8Bnl6wEBr058niHCN0WhiLP1GWzI97MZS9LlKM1XKNQEb2Ye5I+56tLG/5eTL558iAXaPNkGz+sRIVtaeaQc+KvF9nttdZv18B4OGvNhq1R5F9bdwcnlTQE/lRhv3dmpt2K8g8zgBMFoLWybzPmbof/3xHhYU+Ti4Y0OpJgBDdbHyMHNLvnLsCthggf7N81zlcICKtCcdJsLOfoAiGop7Lc9ZIyfjaMMYQIHuV8eAAN+jHfoF27rDwOLu6BkMvmcwFxBugSBYkTon2CWCKAbgCYjR+WkFZHj0gjfelgGQhpZrXAAOtG9pRvs7EcNB3ZMV3b1fu7LPEJ9uqCXC0+bErfFJZVd9+fBKjv1q1fYN0G2FQmJFP2EE38IPzEaNTPwa1v2dsS8ANZNPKRYQQiN5g6Uu7zVqfip8aN/QjIQN6aHKhQebYHTW6Ykb7L8aqhOcmhXSFCWNz0NOJPwR6NyGsP/PcC+BqPm6AY593r9tvgOpvQKDFgmQ3AUDk5/cFa6P7CGhCh7OfhwGoLu45HPk/aw/90moTmk4L1WEj8f/pjDPHrqSTg7JDo3+hpYZ+Mmzn/q7GaP1F5aGBDGTRgFra051dzPpD59gYE+CbpCIlpJkWI1d/CwRRnZLNGt7WmDlS4A0AA1YB5B7dLl7QXMdZ7v3Yv+t6aNsOau+lpvvbWaLlCHYijqPl0Qjs10k0uDAZ77bFpNsGvNH42u7vAPDLKyTKZuMvfxygSR8X88dO5mieJA6cgFefafcHgMr89FTmQE+t0wwh6zb7oeV/J/BtgHGqtM7Z8wBpPHm+xz88YHG+fyuZIwNWEfxWwZE9GRuo1/ANAPcxIgQRjg4ZesVuWvuk5+uAqES+9Nm3HwSko8Oa3/CHWasO4N52y/rFL0/fAZ6sBAkXSXaLB7KVeNgfH72mRTMt9Lx2ZTcpCEaXFwLA9nMMvqvzSYA57o+9vGdHeTs/ftqlx6xrk+iCPUY70tYnzLmTLQFmXv1FgpZoqRbXPNf/VnKI7PqTsDEvYA/rz9aR8PVb0Qk/HSBZvNoBOiCOsic6QBA5FOyB8R2bzgmE6ye07tU96ZiTjhjYTVeQQXtcYI94/SRdRIeqVf//+99tQdz6rkFVZETzWAfG4WVXNA+hLdMeu72TQ1q/mz8KEz90KCbv4F3bq3pdd9diXJYN46uz9ohCq/DAUv7p9dbvGlsn4UTOxBbM/okfeNOj7Fa/m8S7nUTbn2sX3lgIclOv6cqra78XfwlrMq9MwvAdcGj8ZXAzFy3s0yROG0vLe8VTsQ8tR+qG0564jsh4O7V4TThe4bNfm7exJdqHNJCo99KioPYhFeo9/zwvk7h14iafc/1Fz9+eX3qPNaZlZ/PlTx0eW6YBf9Nq6IsdbtkgINktmIORCSdxoLJ8vPDr2P6DKSBvzGtTFPArnnV4kzWOzRy+ji8qnIgOiBK26WZwB5TRO5L1vFv/tgzeMf3sINHBuewrcMSxjatb1IXhSRePvWe3eHS9dAoyqWmRpOoPa60OftgyskLWRolMRSfrjFDJyq6+7+DH4ZnBVPibQpWXDtkbGq90X+Z66e7BLtDh4L+vT5zW/csPbfPd+34x3+aHll/vmFl/gorms9r/1/O/P9jfYJStB14dG54Nr/Vz3+sa/+F9XYGbfSZGCz96f09gT38bt9N/6NGDx9/B7cDQiz/muTvZ3+Zt/OwJAHf3vhPsqWNbvJ6T2C8Mgk4Yke9gkcEHT9DNdB9cqZMTq4MctEEerh/9+gRJwsLP577fAsD73XZU9Geng8UUO3xkOgFg79voOPjy4NdjP53nfnYiehFf8fXt+J6uTOkeo1hIKuGpaDwBYMunOS5Mzx9CnMQF6Oj1vROhfqyx9n8FiF9+xzY48zk2ATjjYoFal3PcjG16jTO8S0erbIR8LhtZdFNCRz5fjEZ/EgBGf/fRTZoHc/nROv17Dl1LsNOlgxOHWT+MOWGzH3k/OODvONg+20MugiLH+mxlEvN51qHvdEB5beWWJ82bplYVeJ0OSx330HpL5078rnUsPofp6i4RCagjn9V++7fiQqqhuX5twtnLFWAGn0qR1iadElfwHManhFa27T88r2XXWRfr6MVsG+f0PFyoeHdY0rtJQFZhUPTexsBMh9FJkV15Gx1QkY8nmZwYzXMkalfyd6Jb4zeOkX0b9evKFAODDNrh9gTmrLmzKfTjczVfw0BfT1AQpoOhGgxpAy3XZZNS2UfWjjOkDHqnBedlNJn547Tqc1eCTMVCFPS2GG0laxvbAn7A2jGACRzZiZdRwhlwAsBM+FQsUuLf52VsW4bb4ViBudkgMA0VnJ2h1JUAb7YrQvY4lBK4EwAW+NXnDQKohbabGXo2heYzZwmezft92RmZ+hyB6+T3T4kQcDvnkVWryD6/i0yF8+xxuIwTW5neAlTX+fOR4l2FI3bz+lZw2I6jwaG7utaOqvvHLxDf8+tK5QgdBDxX7b8JXm3b1FStb0ZrZ9LqrnaECbxcLRTPWapttcVQItECZQFg7EDoAMD+rhxhMouPEfoNl7NuG7B3C7cBshv8eVuQAJDqPWnpGwENzbp1F467ZEHazz5AieVAwKBW5ARO3wpgxmc+GANSd3dFMwkcVABzXh8VL24xM3y2wj98dv9oVKyjqe+vaf+2wFjuaqf6gMKuxMp6RAau8Ylgphquz+zDgWS+naEvuYMByz7sfdIOCfMhoB/jNODgtgEyPLIJOEUKDNo2mgDYvHdlCH13I6NoUUGQHPmZQFjot7J5EkTGSUbeem2/G9v54uxdK0e1iK9KE613V6DlLMrdO9FJ2edOfJDDMLK99QhGLJX0JIg0T/jeScAIwDqgiZ43e34Dd6qUjry62/jeEVKSaJBrJGBQzav3/+u//zL/NRCmz3/Kz7SwCg0lJ1NdGf0YGXICEVOJkuem7VCcbo03OpO90wkhuycGuP8WQNnTWhta7LdDKDBS66Ox63s//7v+VHf7fbKMAqZ4jxUAdeTZd6NkiHlu1ve3dqSS6WRGIj/a8NU96Bat/6vL9P6uqn7l6Qsewh9H3w7wc4CiJwicbMY1uvV7G4ziKa+fHM6PtrQ+5j1JJMs1DaroNSHL0scOYwWbQ/+pPD+JLHVG0bdwoonogxwJnwX8/1nZsfsUGcH7OhDuALCN03grJHbde6uPzogBiZ6XPnrlLbq/wTuPFSBs+N2BZ86INX+vo4ucaB3XR4Ygvxin5tCJftinrDVyGiO/HXRNXfYRra/0zDcADOjdYMwrhwgAZ48jrGkZuXrUQM3YxGfNvTE7YC9uyTN6DugX78fvHewRntPvFg2yfwHMF0CeJfDz22Zj3LTERj+yL1N5Frv8TVjkXviLdoXoo7RPm2Qv7eU5A4g1lB8gGdk6LWcPJ6iXQHgASoLnDQhuR4tNgN0ga/bIC4AB6No5nMBP9lVG1Ufk3ADo6lbZ0qLFqQ4fHebOKV8HojiCkxz4/Y5tC6gvTW29P/uQ+WddKhpjXrgBd4IgrDtyxb7TBLPRn+2bWP7KHxq7r8G6BRHHRh9WFoSSn9jUgLenMm0CrGdPOvFpQaHosFsGIps7m7l9ywV1Vy6z5vblLFNTcd56OWs4/qUSe74gCPpV8/v7PwaQ8F7NiKNfo+9e/xa50eDK5cuKtUc37pqUPSObpALmbee2zmn9uMG0zO9uPRe7IfowvOPg7xOw0LyaxpokOiTnIW9iVQdB2A+Rs1th1r4AMvjV4dpjp0rOa74BO/xHeEG8BICmRFn7w9oL0g220feYid8CwG0zwnf6l0omzqDF38RH6j2eKuckQjkZe6p2My/4lQQ+/Ko+ry4JkJ2o5edLPsufSb7qAZjYc36+bTPZHUIpNzHH9xWe2vLaNrLnuIlTrD+gI8GD3m+X7nLS9H12pJMIrIOT3ICt9wZxWHeSttk7pvsIj5Vl2bdvABr7z/w59nPbR8iz0DEreyp5tNflD8/+tnwtw/bJSzlB1ne/tr2BbQ9/H7/N/mj8w64q9PgIlBA4mAAw8miPwAof04WJZ8MbFDQ0XKxxUExBkhdjI9DT+JfGw7Es1pGTaBoeDiMpCfUciTE+4hsg4ExE2tqG/tFBXclEl4yrWtP+Q659/fisYH50j57ffqQ+784yDcDuvoosQ8YtllPVVshE+TQTzOa9m0S0HUq6yuvgeR7/HQD2eh8bNU+8kq+V2HPJ9yQd3P42OmA6i+Uph66RO40tCdMQn4G3RQe0bRxZEDneiSDsL322geddgy78CI9EV/l5ft/gahPg6QDwRQv78GmxnqTWyNFjX9j32YA7/NItV80v2h+FyWgMrAfVW+Ydz2d9LMbi7z429/itx2+89nSvHFn/97/nKLM3QJrEhxW8XVSUd2EDxb7wz/fOlj9L5fl61vQkDwkrmc6a8Af3rF4MTSyj3VmQ9Ql/eK3GjwDfOPZk2Vi9P9lHxAZsW2ttDs/lGJu2O5PYlMCbgy62adNqvvn7PDM2FwAAIABJREFUxTuQRQSIrDMUH7CPrKraxXuYez9D+9+JWdVBj2MCKBqCbxqr1ZiSZDdBo4mHLH2zfknAINFrMGgSCYd+JG9d9qE7cGYN2h/N2oZO0PNNHmj5jfzT9T7Gzc7RHGk19ImdED/wLX469ujs/cxvjyHSX8emHgzx9Z+1/v/rIiUlFSYxvwPA6AKSSTS/th/9PBdoaGPcSVLYWy3O4NlOMOu90jYOn2MDWf9K1sxFwRrHn/veLSwLObcVwNmbhnkm9gF+DpbjtXJ8qLDbD6fUx6Lfb2sc/rkT0PQZiUVeCU88vMaYObuWtcsz1j73epyuTrsvsYdfm4o9iR59A8DwYY6piz/YvoblhW2b+Dz4D5lL5C+FM+0n5PuRg5VA0X4A8pAzdIU/d7cFtYBeGma11a0XPpZNfPbLrCH26vE3YaTx1/7zs8HduQF5O0lAyDjwVuSF14niu6Pz1t8GvzCN5gg84jMkyBFPBF9nzO66YQR+n3f0m2lO3CsJGASyvf/qSFuN8Tf722swgunYqt8gj3aKERhhZEdxKqB6w7FJaTFjxn4MCV8vYcp5EyOQDGjo2tGVYWrSj6IQ33Yk3bObzcE7M97/TaWwFOo4gDyjI/vtTB0AjawLEyzAhoTaDTBOVtVHFwk3zpOAjxwwsxGTHxRrgy5NP1rgEkARA/5NvekxhL9J/SkDR89xG7bJeJIw6+xMBfDYIDjgDapfAHpVpr7tT9xm5gjBHn0WlswisWob5J3pzBpJqTc98/k+s40XPmX9IlAq82MM7IDOf+WMKTITRJsJ2jSjn0BVp83OOvE+AtyX8zzBlt8cQDZ3C2MJBZydA5J5IBPouQCCdUqaugC8/VlaVMVA9fqPkNVYqbJv56arXOK8387PqfibjOOAjMO730vKVs37xvi6ANXJGsTx76rWNn4dfFBQbSoM4D9aF0QohxlsbM85wwoA48Aw/n99GUAanMZLhWozUgPeyImuSIDn4LcGHU63AiuFpT7gYFeSdIKJxkhLsGPAWWnOnAgiDlFpTcYboB8gxVEUbp0dAFg/r4H9E9QKX9gukeF2+YP5gzXu9v1Uiek7+Erv7UoyzvBpAIH9lTlPgFJ6g84A41R1i2KcRd3rljTfD2BQ64OWIR1AZC3eSoI+HwTnpPePDHbJ2Au8NtfhYPb5smu8EaBqWUzgpANMrA883MFO6LTB+YBdXXnQDqzGeM54P3Jjs0X1vJ/ylqxUQMHlYbpArAF8t5JtcKr3rTOanzPQsv5KPlLVyQDoE+B9QWr4h7N7cbCP3p0MQM4wbn4iMNlJLzgBSRZr4ygBklMF9+2zt23f0auTQf9bJXA76JdBqr1wArGhq4w00YEfgLbe073ezO0FVORwxNa6M1SXVnliy60GJDROZRACRml/0Iq0HSlkDHxqJ2W6g2yyzt3+7Lckhgxm22rpd+1vBTAN1s5Am36+ZwztBg3eOW7FeJ5PAiB81UFvZxlX1xPs1XaiAUBeZ8mO8wAYZwGnctGO0ZzZiqxp2qMv+gwWOkC8zvvhV7UcFVQ9Nq/5x06BiHIDcMs/K738/so6tnxQF5Xv804WePkkPLdOAEEDVVYiP6SX0647TnwD4Nm/qRrUPkQ++yiRyUo9joTU8tyM7WlcwO+PXl8HdQFSv9PAa/gfhxX6JvFz9kAFNbrtVqrUtlKxK3qSRLcdgRYQzTMPyDQ6moS74/dMYhDOPOCQaTsg0wacYnHgy3g+dcZ47yd0R85ojy9kfjkOa7rYeG9+H+JbbUvNjH/tMp0llFbkWfeVTbqXfRHboJxwJWQ4GDrzKRCq+dm0GvrfAYIk+DSwDJ/hiGMzMC59nw43aTusn7TZa4At9hP3vvaort8EpuqU4DXdMwPfoH3TTL9rDPAagYuuCtT4xL/xgeGZDXA1IHPbS5u1HR4PX7x+RJ9n+toAeVsqPhir/v1TZRHypv27AJ9jV9fmbv646CX+iIlt2SS/xbbKuOc9jowlvAnN4LPQ7W5lzHxIWOTv6IFNXuz2uroG/yV7Y4Cx8UeWr+UrJBgbX6HXaIFVZEkSomgjfgeUvG8FH896vQBq+JjRZ18kcXyr6fCNfZVpuX4h8pQ1aP+Ep0IP1qJ1/nChbYa3DWjbAcxVugZ5j849Qe7ZA53U1JUqHkfvJ+TTJJC/+h7+wKZYOk8SzfAXgW3viwFLX5uh2++dCi7rzu1qdnjoqdTt9YntoyOw0mlGdoWTvr71Cta0iqX9Qe/bXudyCpuO+E9Z4xiKb8JnB/hte/WGKh6Rnw+fu9WtEmEm4KPLUtER+wh/PxUmpRx1xUnQ+FnB3AniAIY803N2QGKT373PP2yKc1k7AK/vAGwbr/lBf++3rBZV1QCoeaeA0m23yHNbXiLfAGH5O8USP+2PrF/Z6LN+oX8+7+Q+kmKSoBYg//V3TYsJNkZGrt68fYa7C2EvN/rP15+Kneiwlz7gi8ffLbxOZhHJwHTWaro3jy7tY0y1r6Z16+TrH5VqD2bWSfHQ8T+cqKMHZ41TNDLz+QYi7Kq2TwJMSuB2Ym38ba/HdLkg4fMNYJ0EyOKVgxePnahmlr8lTHlcVd0bPOU+quboPk1Ff+gaM5d4LM+V/PiRpOxLbpvLaznyzjQvPfzKurdwKlRcmml/nATO5Hse3CQ8M4GGkldvUkGeuIE+26oTlDwJOyMTe99dtoIw7l/mih7ueWHLCpc39isafqKKClF0QLBdAqCqRKUby/gv301U6noGwvdlcyaPNUGOYa7u7CBeVHcM/fz9b/84tkNjJ/qOAGwHldY+L4J6PZL8lwQAEWKPm/AaV4cA1p5kHAJhv3UpfDukdqK25/ytN/JVVZDxdzP/PVpxExDxpXTvFUCzvMqc13bazipNU6/zFwA88ZQKeP0W4DtnMFeCb2iyuKL9nXnO2/46Yw7e6eX0+sXw1LgoCDqxu7FTmcebZGW32TJBHbT+e3AKxSGmY+rQjwAxGOaRUz4CbnwwBdKdOPZzj8e+yO7K2+JTbTLg+uAvFtFduXJ3gvlZ/zrrdjqEmZ7f+47/Pnvxtb89Dtkhc23jYeh/fEr2+la9H8IdOfpino1t6x0kfeu9YKbgB3n+4nV0hvRsKyknf28i4/LTYhB+fvki0IOEXv3d9vraz5Hzvn98B9bL/z5xMA2ZTqjYdy3LPdbx2ZMkEBwDHIqCqowvdiRqNNfuUQbIhZNgUPIVf5/4h55HhybWGP3XmP4pImP/nATx2MJ0k5Is8XM+MPOWdEMdDZRIPC9sYIANymJ24PYm8PXXcTKJZnNIPIZ+G4csepTLSIZ5HBtBxD9BYoH9Z8IJDG8WPUywm7uzhdjw/z4AvC0EvMDL2+Elf7YOYQdqoMLJsn1a1yC4fwAFmjkG7HCSxz3LJsOJFllvNbUEUp939FsA+F6d/PWendfXLMNHIOFM4/ihQLlH60mGuuiFv9LCvJ+P8c1nGjNnGJBhGUNeLWQCIrEWcDKGdr6YANUvbM4GtPEgm282to2LMohQDDacpiKc1g2dtYbxGocC8CZBl3bYGfPjux2w6MzJQlxKayzc7wtAON6ra98AMLz8nsGleREg7tYqBB49Tzk/vzDFm/U4NrKvtBGncXwPOLQawSjCGlgnyDwOglqa3Qear9I/FQ3aXxKglQ2v97aAbhAFADgC+wZ3mu+61RmZkgjOdlYggwxwghwoz66MEVB3DODZc2a9UtL6m2pF/a7nJYtq+VMGW+i5iRzeD+VM/LI0YwzHaEtgMyLd+/NUhgIyD10MMGy1ien6AI56Bm07kcAnc2iMDBxw0xswRob8t+Buyf4ZdskkG1D3W1O/R/tNzzipM5kZgVnm2cETwLReowWKE9zZYP4oOIUIbFhuUpN+Z0xNT4J9li8e4tDxgIYTKJuxY4BfBr8C8NZDJbdnQ1n5VwUF40DmdQBY8gVjsJOJeu4ArXFYc9Yfho+u23NuMg8yzsx/Bk2R33fVVVrjV5Wnt+G0+rGcFENOMGmybuG3VtNk0yN6j0wt/oT/Mc6sT6TDBU5cAN3PM0AawL8yvEeGiQZaU59yYRIE3EpSQwJH7NNX7/jz0u/QXbSh6hOeR87CSx28jpNwt2/MO5GytEhNAJ8xvw7128ZX3xMAzr5ZkBxQF6fuVX2AwO3gZ69791lXcc8Jzo4sOCDYBBBdqfUNGmMUGjTQ/srU3yzOtC2M05kjQGJL4eCsPBAgqb2RT9qOaD2IY4bxfRylCq7l/ml1PPsD454xvoGktTvvyj/z7QTEkNmp5lkAHEcrgb/Vlcyt/z00mkAxNuDJf7AM+u3Oocv3/V9/bWYr8oE7CABvAs/SIddkfwjAg4+kB9VRgb/ZO28HF+yVrs4Jf22Fi/5OJfokcDgY+bOC5rWRtN50iIj8DGAbZyty7uiMwsY7gzd2ztrQHhuJTN/vndH+WxU4YBPyAzp08l3bV2+gNNcT4E31C95NAgSju54FJos592dvOEFwKn4YB2s8Zq2f/VMmZX/xLNNA9FRSj+hZwYCAbiFmd3d4A9uth157kbGlpfldtQSfvG1X0WXMR/8SAI6cTHDh9TkkH469Od4tsq6DdXegOfzA96lOGlBjdGUDOycwp7Wad0C/3h+9R67E3icB5Df7GrsyMicJa2/VcvyvDZh3Vyp0ScvwlvnwJTLv2FcXwJmgEvyhf6FDy1v7TuM5dFC/3xcwY9tRQxuuSWu0yFH7TNPdQ3LBQM+vPlyAo6Zt+68HmHlk5eEb6y7s4O6kE677TXcha6wtp52fbYHvP9uM010sMiA8qu+dQD7JvK/+gse59lRDzxeLC0yHFydW50uAVp5xbJWprHz5tgE2BzYmOfk3XkVXnf07vPDDdpiXdoIeY1YCJpVTTdN3fzNuOsy0fWzZ8wSAj88xR1EcnGTWGhp7H1kPR++KP5FnvBP/pul/6EmQ6rvYAdLa822nhWFix7060ib6+KX9XNgSHabr3qPDuL6TcZ18PEc17PeR0dgf/l3BkrFjrwSLY79voPhN8MnD/vf/94+v8hHZ8GO+8/IXt2vb2XvtCWAffmcepfNePYfNde4xzwf3A4fJXLOX7ff6mlu/hTZrj7H2zFuB7sbfXnHTsuC1S3o+0L0/OwHMqcCXvQEmJP8knTHS2bCDsgkApqLzrZDu8Rx7dRgK+bZ27FRHzgcvJgXfdSLNWxjC3/gawf9WsO7+y2caH3r4SixQK2nJxtMqOrhtJxI0zmB+Hj4mIL4+fKhMMLEDaI1HvcfNdAIm/AWtwuPRCUc+PPZ221O/6QiSbBeQ30RI+CJ8EjzmxYpbP8g+Wpv6f34NAL+VpOcdHAfyCw6avZC1wu7RON6gUidF6Nq2pVnn5r8EpXM0VGzk8IneR4Vokllbp0uvJei2duWd4OF3m+du+7jtmLNny2+iq2YnEyHn8RN/q8zv96SQYKiqcUrOgGfL9xgZ27rXON7Ybidw7UkMz1aA+907F4+YD3Pm7rEFv8/An8D9j7wZIpwOfpM40M9819Hy2bRFjm7gue+j6AW/Mc8BX0p17RmHZJewYdvpsZX0Y91oJ2Nso+Ep5pZ1/j0ATAD6xjVXBl32xyTYGvNx8s6dEPs1jpFlqRFdpCFpBbkDFtG+g56VwF9u5b2Rq8FxsBN5+FtNzffQxwFgv3TOrnWwP9gpwfEfsuZ7OPL4JAV/FzWv9+S6mKnxaF3DszsRyJ+Z17N2r30n+bXJvJPcnlX2/2cdW9bA6+vDLhbXBX8cx9B6gbm8fNYB+rw3e8acxlpVocLS5K6A1y0KqPKDTxtbP899u34RAD7rLB/nb7o417edq+dd+3hweNO/bDX8lswlcpHuPdAvGHYVFcy1Ygh9fiWs1XM0MHVU9TsJAL8OiQagw4oP0DuCDCOEDKowzijLZ/P7mVjWnskEsCQQBnxuBfh78Pdx8Eewm8Vm0B3Zx3g8rf20n8YxfbNrPKQKpmIUMY4E9PL+AHw/W/7CbA0woER7E0Ypqqp6mKvPGGLhhoMsqMbJ8OLPzqQijjHH+U8FwDLaGL+fAH2DHGSAZGemtP8w2Kyv/obBfwPfzjNm/LTBCh8sCA1fnKohg8thcn4wJHqOCKEFXqulXrXY2afMb8NnKKjjoNY4uaeVbTJtV4Gw3lTevNn5XcF9zotB0UxGCC26Q4OpuivDBkHSc9W1VAtczvU3/m5r2tVS0JhAiBxdZdNSPXq125r91y09zxrBdxOYsVE4FcKHZlcANwYjGcpkwsADzI9sTwXqWXvWvDPWdR9BJ3GJgqtHSWyS31YUCQz69q0MnJO5JuCotOOV4Vk8p7H+9ddfdhwxCFDYhy/HQEtA+c7ahlepVOMenyHzJSV4/9SZARia0BqlRwsNKcp3f+tazaUrv33/KIgAzaTlATDJuImBuI6lADWA5nLUCkg0W1gub0CQZ+C0k61FO/Tee2QvZ36RR+gDgPrtzEBALoHv0P9J6/qek7a6K/d/C5hcDtK02jDdpn156wTxFIDPArzbAqwVNCykJIM+z7ZlJWt5zvYdGjZA1e2y1rBKOyPaYOo55iMqaQ2UTMWRHGIZLtPuWhVq3Q5FY+YsCa/Ht7wEgBtAaoeJ/aLLHRid1id9Zk14YY1Bxk6nDcmWGIPSO1QPPs7tsFqqNdWSajYUZ5zq/Q5eAFjFME97oWn9Z6B4gzvJ9h0HYu57Kw+6uoIz9cjUZa/nzN8vkPU9Xy3E+Xntn/dv9siZycgg6bdz9k5tjJMMRNbh0fdznuPxVLGf9qz2dowBzL3ez/EN7WhonU4m5+zvM7cBMliHBsaaP7J/cvbKkQty0sb4Py2OZ+tQwU2w6+9/T/CofwACb0AjLdNuh0jrnwQWOkBYBshJ9gb96DZtiTjzkvdwPoqTgUYH67uWX/BGV9/bMbCNl1XlTJY4PTsLMqe9b2ZCNuOGGbDX2s7EKcPm1F4OILCO+02p/BVHJlUHr/34Xn9nRFe1lwJX37wUAEZfHfBFA3CG8x3wVWX7WWcT4A4AJ5HiX+eIlDhVek5GFYAifyQpi+zydab6DGDmwv3Ylb+d6cu12BU4aDdYlAAwyW9OwBmb0+N77BfkGtvQZJlrZEelAjlMsD7P2hiVmxJdpWrJE50X+9xHA/xc6zVK/G7TUM+RnNuKeq0D60Kgpswcv/uM5dl7euePJFU7pDewdgFdU2GBfmBt22nX7x0Y0jXdOu6cmTVzChEzlt8CcqzB8QP6jEz2GM+wYz//K6Cx6Yuea5DWtPC8V++8+kPfbyWgzuYOD6PXsasIGLxr+vJjaIdfFP7sanjfP/a9g7DDEknUzbXtG7G3XPH9jSut1VNNvf5SCLbrFdDmBUj8rElY4d1pibd6SNcgR/LuDUK8/I/PrDUmMc33z544Nq78rWnxna+W5tDGCVXF5OiAfBYidWIGuo/1ICHaNu03oNcPMh9UcheAs+yP13YP3+xK611USoaGseE6+eMcv/QxvdbJOR3uSJCgLYHzVybpeZe+6xdn1t9gkuAp3myaaz4d6GfEXd3k9RCPF5AcXOPuzOag07T4a14KLfTunJdLpQfXXH7rIdm2DG//DGAu9y59NWXpmWAXd0CTjhId7Gd/cJaugcYhDDKdxMrVpz+Tr9a3mhbZk6BvX6bsqTfZ5OVvjecf/9gz4zQzun68R0TsrH/+Bn92RRq8diqAJ8Hs6PgZJzLHtC2Z8tqP5qhnP77zE11p1csoW17z2W8FIG2fuHvIdIiCb2ND7BFuHs834O6EZTDz+wyfEj6nC96L5dhnkm0+e9Y8Kf6qPUyC+ZmPvv7uaZzltf+blq9O/XfBwBfvIoFA/gkyNFVB0fue/yffmRdn0zaHGO/zmAf08r5OpRN0ssn8+NAdhG2/Qk+xLY+drz00Piky49AK3HY27RsAfrG8JFHNsQPYU9+/x+YYzCmJp5vY2dVe8LPmc/zWj2870YIihPBQBEongfne0r9tY9meebFkV2hP0G9o2WugywkMdTGAriHhRL93co3scfNRCbyVCXfnkH4XNl7mv0lK8F3r25XB2Jel6Obdbe/xfgKh0oWdOO4Az6ePDy3Hv7qeUfJ7xwSeFPwpekbYWGwq7Judp8aL/yAaTdL+owOxibgv/B4ZjR7vds+6ro9VpNOCPo9t98k3Hfcxtpb5phJ5qTI+iXd+8ZwJXnzWw3znZ500SVaxLzvoqOTP2x7ptT/77nsoe8sJcsVHF1/XzW9Csnnvwd89m2/xf7ainiTlOzbqp7dc744KbyIqtAMvMt0sj8VEyLgJFDabnuTcyOS/CVfw/o3M64T63kuZywS2hi9IcNAepYKS4xZOKMbPDeFEHwLAncS1nWgXs6LTWHhpFUwXVL22o98hX6jkM8kReb+lcfmSBCiTPMh6BePfxca36kII3uN7vguUxEDxk/xTJ2PMWPraTihov6/nyb7TWv4pABya1HGanzy1PT72v/0tt91ffffaKNgnf/LfX7/n4L4nYWpoVko7sn4DuqyJaNBd9N51bV6j1Xtwke0SpXu0/lqrY8NNvJPVen26N97WGBY+KTI0Yx39JozYWMsdp/TzHZiXH5W3Hj70en/2xgS5HQC2gnnwCoxmbdQLNBtB+yp6s38ZWU1UwLQwaYyV/nmzFX5zhJm4Kx8nGo7SPgbwMUoCcFwZYNMuorN9add0gtHf/Ufpi3U11tPGeivcunKo2xNiSHSmCOMGfNh57+59M9VauP+mmPSMNubaWOP5HaDXZzBKg+Qa055xeStSGMfggTnMe+b68f1S7JZEmY8F8PBBFHM2uCsoBYtND36zywBCXe7+OoNUK5mOEwDWNZ0hcQx8AWhkWNYmOULM41sQpltcMbFTRT2Zef+uhTZGhw3UcrT+dAawQUkrph1/35vzLkLTNrC6VfJx0KqPPmPs9og4wfDdvV8FlA+4OcaTeUTjkqKoALD19cyvA/YOAKsC+zhaC3YhcKQgybyC77rS5keG5iQttIGg96P4TktJ8eS3n3UmCz/hw8wpxn5kDC2zmt+0PlKANpDsNK+A7HtDkz0/Js9eIXcqW72e+k5WBAHXjOxtHdLr4WedQOhW5jIn6NMAr16RDPkEsMnKbRlGBYQrlwugzx7qioc4RaHNng3J+3T/qWT/7lPA7EdmUm9Y0aGy62m3+irc8DCG1O14uoXGlz21RrvOBurKTdF3nSUNvyuXyZIH/GMNUaCd6bq8skGupM+IIAlEv84nZ3TpEgWM2sm8WmgNiP8mkJwWz6KAskqHv0ik6esxWOETWthhrLUBqvGclkBVyf0nw9TGzidvXt3Bfm9wET424Mwe++TH3775i05tRJrHXkDvG49l8BXYCJmp9tXvaUkbvkilWLIfcahkTL6VptguB3iWnvG+CEh5fhyQmsxKyYZvOHZsZ7Atv7knezV749gYBQamVZ8A0UlEGed4dec4KzLIpsVN5iyBg5y6q/015L/+2jNAMTQ1XrckrSBwKjTHiPcezn5+O4QQaCUAfCqVtFZer7RKQpffFbgATdG/5k+f4RODwHaIgonffzmXcPTX93cH+E9S3QH8UlXYbbHQf93WvQFxtyUfWrNGnEkd4CxHBxzwzElB+bv1KWuJA8KYtZ/5ab1s/p9AcY+nwWHW/LJXSrfqGVoXgXt2LEcut34wvzlYk/OdALMZi2V5sXRXxYn+namv52PLMPe0a1IQJ3afx2TenN+175q/pgWoxkurU79jbKMEEraFfsvc3XgJYEbvxA79DYTQOOScak9mb5QdpPvqPX1m4H3e0iYNUU1+nEtNcZ7b8z5OnfhE6/yNtSuAXyBU13T19iVivj+OnVP7PbRohOMnqiJZn0Bc6HT0VbWb78p+x4nHbkFHaQJutacqw5FFvwUo7PdUAupla04AWCM+599q/YaXkReeke2XKAAqr8yzVZH8rjX0sg0sftf8dM+x3eJnbWeUrCn7qzPh9WwqTSxXRxlbD856936OHlkdcxzpolfvb9uGSmDS0Trf8+iM4OdMJeTyedZuWypmo3YL8d9scY97HHnT/Okw1M/X77aPPjBLtJOekDwGOAeQ9nWlhLv6qe0BgETrWK/3vzwWWu55jSeRBPpSycK4wgLZ3/6Zv19AETljQEfZ8fPsTpxgzAS0W+Yyp5YDTRvsFv1L4mSSGj+Aao6UybrFpv1PdQ4YXd72rirw2FevftgAePwk5tQdriIDs+7Rx+tbZLw5Y5oOJEn0Xll8/POq2LIs+P6L7xT56RytSeQx2e3z3LrfazZgdtPKnRwqwOPrtIe1bUamYMt6n87+5xkAh06EKH8aGeHxEFHQMMvn0HfcE2A8QDNyQTQlmI59jLzlfegTv6OrZfSeSUAV7U9LSdPn7iaSPRcd2wn/J5Bf8vFPAWDbS2pd23O1XXnL97Toi/3Uex15JJrgr0c2m9sPXQigJYDy2Zojr17gnj0YGb0y4ASMfYRKGRBad/tbYDebyEN1puco28q23dr2esoB47X/Z7w5S3GCP9+/pyCjbLFuBSk75D3DmyPDGnRvm+61b9e+ANTdRB/uC44V3+B0FpC+Hv3aOt3Ul53imYwqucm2/gBir2wL7/LvXW8CH3iXny99Ovee5I1J4L7lya1rjh566M8zu+qn1+vsO9mWfvfafM2/3rtje3XCD3sfvbeJwLkeeUIL8q58FeO0DMl3oSwJznqG8IUG+jMW3px/9beP/Pt+8L8t+w7OcdtFK1ewN7gw/3KOKW85nag+vgTI573oOvgjA7qxcycPWhFPF4vPFmGd3/M2dbtkbuucTUCbiujmr3nfoYhk9exntvW7ljf1wtfd0YOkTK4zfX1E11av9pE73UWAxH7m1zJc4+mqWvvbk1jc79LvsQO1bllsn+F7AoSLa+j56XqQ6yK7G0fns521j/ewDht9PQUX8D8B4HcOPIHP0YOxV8R/+K/x/dsWDz+uL6BnqVOamPPLAAAgAElEQVSRZ+aE5vhNYKO6d7vgzL4czOE3/W2aTZILMv+i9dCm9e5vRwjAz40joc+0FurcaF0yJO4gacYQv9B8bJmi+U2Qt1rrQkuwStOvOsglaefe6xSGyD7ohO9OrM9zCSDjY0au9j5CllP9SjeFjWnEVjNPfY+L/5XxGDPSf9Jx4rcJVkqnBneM/m8ZSLJ3nrcYLX7dK/eNmQ4fg/mW+X6YOTp34zGSG1qgERHL9Oa01c/GE0aHn+5Zwr+NH92B0Df42/wVe42gcXi5iwzDDyHkT/2QDphOYDm1S6t/9ZzY59sVwPSWv/D5O5ok+vPST6VH254KT45dM7rYPDu/d6zA4x0i/lXdKSHoqd63/Fm8jgQB8Oc858PJ/zHvrQJSnhV6LhaAP2N77YEFmG+fuw5eDD925wjsiByp8T/GUrqLouXnKbKZwkQFgLUxzEzDNCawjDe1YDKQtAHbEGNZ7jgMnbKl54yQXkM7G6oDkFn0AqCkCL4XbmvHfve2iNDrNwAV4MgC2QwzAPIwIoZIslHmDBUpwR9gaZ7fAeDO5DoEL4CE+aDwYYBsgLuC4zIevnE2CHmYUazxjbODpCrVfltJQPO39z3rp385e5dlAbRdAwGjP1nf3jAOSGxmCdkQrKUMrvwu40BZU6k2PZUvFuRhbl2WtZh2Gd8HZFgDAnJINkGXI2DH+NZzrjOASwB1tROby4am+WlaDY5jeZT4NxzRgwCtMiQ68cECbM4YMT2+HclasBnbQX8rMpofAG8Rasfgl8CSgzQAAi3H9b5k/k8G8uwLnsMcqRDc7Oh1YEXP02L2E/CsWxtMa/in3SbzPJ/XfnSw7PtPChhA8cf4pICHwOeMq1HmDTZhKLwAFKCw94f46nveaVOtscwZCAhbrREOQGi64EmqUgggpf0lDnfAwq4yVAbUVhDbaJtqS/YmAW7Agw4GbwA9Ql+7guxG+A0HNvshrTLaSIa/WVuULZWfrE3LBxIcOjjGfhvk4MjnPwEEBL1e+cFa8LwXnMNgPfttfgntbC1ZwXMuRMs8AmnQQjLewIQduugXEjwALBgHmbO+RmvuAMRWQAfUSLZuBwS8pwCvD7AFGLM6rAEF5mYj3YDuB7ACkMz+bAcPIyrvqsScp7WT+I+kKu+BMZBPBpcDONsGSwx1zgs9dI6j3WdGMD/WkmA5+wB6m5cGrLqyZcv5YO5Ud6FnWvZgfJ2zM76L3vPolobhe1e1mT1G11d7pgbEmIv3m9dtQf1eR8YlOZ4q42SOi753hSdG/Br0BDp3b232oZ77BrG6lWvz/QaGtgVnt5oSDbvdzpvktntsHagEcKLvZcAZEJlkB8/PtljADyrHbDgeZ6VAYLWDl7481TB3+yMcVPY0Mo6EmU322Wdmf6XN02/fn+SAkaNnv1rnbUb3W9F4VbR8a98JT3cL6k1ega9PdVhVXDZgC3167eCVzDmOUtuhkUWLvOCI6Jqtck2mJ/Ic3rkC1iOv+t29V94z11o3co+C2uBl/5p2Wv283t8krLz7D336VvKIP19AuhNU4B/rN9PqS+iS3P544NgW7jAR52UBTtmAdHiYc5fd0j5Ase2J73n+3wSiAb71fNOwjkhhPjiVXiuSEaTjO4CnANoEOAlItD7d9yoY/+n/b+Cx6WL7Hr769mDrsVPhKj0+iUGj8q4kKsbKER29pg369hpRUZjM8a3kvlueYquF1guYJDhJsEPjbP3w8uM7nvdvEk7ga42TrHEAP33WQZwTmJ51gBeo6EdW8jlzN5g4ldYEbZMElCuy3pKjOcPzbduoa7oaszPv107XgzbAwufwQQICW7HnaixFlQug8lhmPNGv699ifzaPhodix8uGFC8gL891M0cCMtIXN4ASOfjKBAJWR/5+/JLg+/oOu2+j/xIIjZ55f9oP1XdZ/wQZxX8O5I4N1ed9QXsDkebZO4OcoIxpwbvH/6ZiSnNowEdE/i1Ahr3Udot1vbBdjpMYu/M3/u+Ainjuv935RK3TJVs3ENM8nzXcyhj9TgUm8pB/8WcPQOXAl45AcemvdTgVwHouiWO8g33lNazEggbRupLM/Gi7rRPpF4gMz9xJRM1HqQbZM2ebJ5hLwzmaB3Z3+1PYW+hRWrvHHlm//9ojwm4mMVXXGOBVRbED5wH/cp4uMm3bo2pWdE7SUQSh3+INIkpXsJ0OXbM/qISHFnSw2cqayLX+aT7Wlj0A52AR3gfWYzcA7X0nnvmua1BU47sCuPKx7admPkkgS4tqrbmDI9pj3/NPh5LRtb8l+DI3aG75Np0MflbdVQDYtufKENuXU6lj2Td+QvuO7OvI0sGCSodG32WP8eOvp8IrdpeSD8PHVKy0LdEVTUuf3EciAqDsnQy2ejR8sjwp+p/kkjmDNHsKxdMdOCKTXvHJevcxCFcF/pMAzBhIQMIW+E2XmLUttysg7wFm3xIg597wdcYfGZ35tr4VVyPHTUcH5Hddmo/NQ1PZ5V/nuts/ehIfJtBhXvge1nyfJJc9Cg57UWr2v//n68M6tD8J9b/4F/DP8dWnWvok0jzq7ezjTOBKiuVZFIDk/fm0g7T9PfuZpBOwJd3TePgJoGh8k+Dd+kH7Oz7cHGVjOZeX45OZN+QxnUpPyYXBWHKl//9rG8iOWXz9iSYwaa394Pkkg+IjgotmX6fDV2zL3KxEltZPfcas6HMCbK76u5NulXClabKf22efJdouMo8ixt4GC0a/pTKZCrjoD/2g75W4x2dvwuu717tLSGi7PMHfTsSxbxJmk37+r/+z1dGyk90qegjW8gCfqY8A6wAwGMlvOOxvfoOGwDnOv+FX+D7XebvqEiC8REc8TQzK/Fj2rnTx6f7xrZdxOgLAI0Ox34iPvL4zdnrHd9hf4ZOthCcA9tpe+EHeX2Vatt/JunhHWNdmTbSbsHdbzpIE5LWzzs3EYsf9st6j12rrRMYO3hT7NS19w3dbEBKsBrsp8uftgBFbJ09P4lTGgHy8MJYI+PDeJL1lbvc8uPcEyk9mTPxbxtq+Me984z3sf+zS9blXn3p9Rn413qXPtf6XvpvCgeZx4gK+drpQHH0zOgX+SxJ6sETW7T1aM+se/IFrMoYUhKC3W/NFX/nqLays+N2xiR172O40Gfv6VqzvHS+huCiJ97bLr0jv4Cc1IL7ujsGsMz7HvyuapHMzNmTvXyX3iAYkd7kCmDMu42hFsbgV4GTjXyXO30A7kydGQYIn/OBc628JXpS0rk3WgBxMKuVG+Q14S+BZg/7rn/e5f8u0USQBoyZI+AV3jnAY54PrNY5zxsbHaHG2A/5pQQAhGsjoTC7mZcd60LjX6XsznnuzHMLULy1wLn7QmIoZJAT++c89yw1h25lBoutloHyPoNLkffcxGtxKKqBdNspeeSotxxnlnr+rtZEvjnEtQ4Ys2rSm2mf8ni2UjJHwQR10bgGcXW3e+x7Uhl2MDr05UroziDwcA0V1/zeObifTNHBCwzjOXd1rTvglAEzw5w0Ai685a+w3hwVHuUGdvENz4bD3jEyBQVUaWLaVp0G2SAdzmEt4NkZ+f7ZVl7dD2Q4hPIyyDA0XwGX/ImTelpw7D63KgFTfWNT6z8+x4hwj6RPEv7eoSUCKoOMRehLysz4APw1sEwC+QIXhm15nC+PHAKdCGgOXii+LZSmfycB1hr54UHv9tLIMvXG6+oyuIy/n7AeN47TaqI1FqwxnQR3DdQ37053AfLKVKijYE3iZ3cC6ed/MPn7XEqUGbaLsE7BuZz6/U+kTECaAzAoGsmXbQPG7v4cBxIoWWS+CBpxnkeessZjqP1ULAXSTjfrKEdNyWpZ63eVc/2ixGQULwMJ8N3EhQEpESPTPXrP8ej7kfKJvMPA/tI2cqGx6DWmENvN7E4BYO+QeDkm36WlD1zz0l0DkGqeVRu2zWXMbaCM32qn/rSUg42ugQFlvgAO/gSA4iLq3Awrm+3Eo2Bu/ta5sg8/0HdoSkLoDinHkFDBM0tbSFhB0KxoS7OnM8ZYBzQPwaSc1HNBu5ITG2U5CGPZ2pDtJo411XYrDKV4gkKXPO2u0x2fA7U8BBVW7VmDi1THdwhcnh32Nk6B3ddKGHY6PeXEcrmzI0envvmHPir16b/0WAM7+sPt1dABrv47OJu38WM+R+zGQV15ItsC3DYRfyUiPPOjs51dPek4SBbZ1F8BtQOXVL51IqOs6M7llr12Cb7x/OpOrK+g6ue03vvX6GSCXHlLnh5/nYCJnI3dTweyMdJz2sXfCkxW8F78asAigqB/sH0CT8AmJoANwjzfx2neHb6z31wGjwkfyuttxHRuB/eV9nvUwEFUVANeeGYeWYAxgqPZRJ5f2ESfhy+g2MuVNr6+DiOhCgPEEmAuwBExtYPDn2eZ35R0JNA0MYjO/6wwfkhzpsQ4IcCcAJfO6AxBZ+/hdR+98n21F1wZVoMcPsGbuDd9MRxQjKQv8YWuGjtk7b6sseBW/CFnI+P72X3+3jcveO5Uks84KNhggHKAE2XwCwPK9Kpll+W1s6u97At8BzidRRnvIPkcc7U7wYb93Fru4lwBV2wm/gWxZq3KcTB8y/ieprRIe3mtZNyf4+kiS1eNvIhvzbV0Jr2Tvrm7We/r4BH3/4wzEeWDLvLcltO3lCZBIdhhsKbliu/5LCsmiRva0fmTMC7zcZ4CfNRxZzHxee8Dzk6wePZD7SNxaw1fj0zytgb59IV0nOnQFiZK00jr7CViPLdM6yR1YOkBUHTDOWn72mWj/tgHVCGkl33SVfEtC4/qArJdxFOnnsk1NWs1bgf6P9uZlrYH1QQdP/ivBwlNBcQeAoe24ZZfv2L4t/rcASeSX5pFgRGRoz/X1O3pNwxCb4J+5BBgFl9SWBrAnwa1lWScEvLx/2csDCto/rJZ8HBuhgLHt16owSUL7yjns6NeGZk7mwyoscGLH+D7z+isQ/Nrfb6IMuFvk+MgRHjR2PnrnTcz5k57s/Zw1j/0ATV75fyqAJRsrAHzOop3xmG/FB0f/L97idR09dJIA5eO6g8gm17RvZP0/gaY3cBM6R6d1ReY9dvll8bpEo1PBPvIJOxcamE8fXnw7LHEt/gl/EwBujMkSaKrrRZL3eJUuNgl97vnwbO+nSarsvbN6av0P7b/LhvMztZdk18eufgPA736E/0V6Y3cWJZIba2PjY4NXtMzfJN2xmwcz6cQQ9rnlU9l3jRubf5WIQwto6+fo+E7oa/u89+Hb8r0xCRLfr+u/B7369xydZ7m0gesOFHidZTcOv5oHK7n74FxjX+x+vfGOy8b+JfFS73Fy/8jYrV7LLDoRJfb1/iCzpedc8SpWH7sEeU8yij7maBhXHo9O0zMSOJh7LX/+fnBhBX+vbjLgEIit0UcOLsyxCJEFGAzhfwJCLx+/uAF+jeaCvZ2EtD0ntVtTn2SkbwI+Qmz0DMVF21Hm5gP478WCW69BaWys7OcO7KQdOUf/CSe/E/C9yY6Npvvfc5Wv9RTs8cTvHf/Tuh75Frzhlfc8h2IYzNPotthqsS03Aez4Ww5oVwB4+AjbXM+QnwK+1x0nwePMi9/6v/KAcfW6sN/bP4fuepfH/sjsfo75/KNHMPYEgDdYlz2SrimRv/o5CePfw7PHpvq24hf4N7lv41r2B8aeZxzdgag7AgrKIAAMv7DXRJ+zPwvDe3EK20jYAzMHigOyz1o3BHNqOej3HoItRmu6aC5jZ0YHrG0DT5FwxiP49+iDkanEVPDpG3fn2LYfGKDnswngLphw97F9W3ff0qdtTzHGYDFTqPdNxPd3p8Gxz/EfWIueU2MoYGPS6aeT1FyMfYo/Sbvqo1d+SdBavyv4tHnUCV5gLrHt4fv44FkrOi5CT3xYr98jH84yfzwjvdsJ9LvOwTf1nNP99iPg/8MQ6jYCG6CVMK1V+d4EwHFeWl93JRLEPsIQ4FeO5HPwthe4MmtEnrTO4eGp0O3MegdRZhBUxiGY++xVcYUVx7QQbmDGQm3OLgOcE5FOdq0MGHZIbZxumRTAIQ7nYaBvhWAMAJ03sBv6jKCrRRUztOBWAJhNixHM5peAIjBjIe95SrjFGQeewHlqY67fzVpqCZwlci+51+ENAHv8ty1ixrSBoRahnyJuJw0gKZlUu7YaP5nkx0kYEL3poI3RWWhL3w0ga8J/c9uVG5jpDQ9L9bND4IA/GA0Njpo/qwIw87tbwOqa3zI8G3wxCIWzpD/GQO7zxeAXf20jf/nhtz2H0KfCUNeIpvDDVRX3ZNXwPCvSJwM4PJeWVowDnrVzVnJBfycjV4y3zAMAvBWDkn4BiM9ZC1XBQwC7M/Y6SPZWM7Qi6DVuI9374ZsfFcAJdqUFtIwhg8cGBtLWmgolZ+09ChoFAzDUgrarM99WOVmTVIy5Nbb71IXpTgW+BLOcSSnCacFDwgT71/QPq3ptWmH6aQPQsk7hyawHABq0ITC1LTWna8EnJwnCY8CLzh2Q+u1dGXeCgsunANQ3wCHAQxWvCgAngWgy+KycVq5oPi8QF76kAmDaCw8/EfzoZAqDCLQ8HSCNjPu3bV74KTIUWU57EuasBXiz6X8CwXcHCOjRFUbd9qWDNlz7a0W/92MSn5o3EywN+EzQIoDX7kUCHAeIGuO5W2j73Q6wiy9XnwG+UyFowLpkieWana5smHYWMTbFAS0zutuGAyHi1Wnhfxkw38PFL3Es744H7gRiw3flvXRL2yjwgubDuMJDuccG0ThEsQcGvH90yBtUPPzgvTXVG7MoODfIp1PFb3meBBAq4K6xjFFu/S0j/VFjGh8Z/9njs7fHGG9jtB0sy4GT1EF1RJygrE+e03TcIGmS5Qiw7N6O/DF9R0dl69+JAj1Onv8mPgBCv5mNnfADH+HopR37L3q+jkf4DZh6xw+/ij4H4By6Nu/q963m+XMwI23K/mx/dICuAwyMi3/Nl9Zdeda/S65ow96JRGO2hvZ5InaCP5sg3m8dE7DFdN1J1vzFXufZ/dx3DmdffO+j3edrg+qeropqef0+L63PJkH1A110X6oufgdD+qgL+PDIQe+vrYw/dB96kz1v/hgiykc6iX8j87CzGozB10BHH1tzXrLJJ8jN7VjCvg+YOLat9OWnK/Wcvz6cDh3OmJUUib6SXMVOovpmeb70wcy9+S1rEWDEMn98n9bJ2S97hnx4KzKESgpkTa9fun6M4/vNzZ2bqhMGLZZP+9FJ0oW3Y9PelV1rO6ze4zxFxoUNxbh/8NT3zG7V/HYXor21LYOq0OT5/bxUhezeJ9kPIKsB46VjjiQ58zc989QGw/O+8CJ6DPmt7wCQfd+nz1T5Z2BsbFwCLT1e8dfRg991d8vqqmL43ssREz+Skb7x/H6kTGXUF3+84AWy3+OW3fWLDavvyF4PHWL/0TYS3XwqlEYHdFWZaTRdgDqB0JiBzpcXf07gU2MgAA69ds8l+dyyYyrU4W377jP+2Hp19NHY6w58lO0BzwBwR75sW2QCuwDr+jf7T0DPBto0ztOtrbqsNP+jp39bA5JWPd+nAr6TygCAfdn4Ry3T/bm/C13dSWl+jk37PZ+g8mkXa3qtHOOe2Hdra0TWhx9b93Beagf/YmsFIMweQU/851dRm6RrfrYj0n54+Hps3QQgpoLC8jM0x5bXtmXtUkmV9658DH+/fOjATyW96Z5Tuf69467CusHQN5l1+TWJ8a4k/ib6dgHAtjl73vsj+EcfawLt//oSUuFbwN7++7x39Kr+JqGCFqSA7pvAkbt+s3ONMWCzf3SM7GffS1bpxqUF9gUVxh7baa9+2z/mBSV4kJn4JHp6TLPm+r39xMbg8LfQQyQZ+7gSteseW+LY7QWY8RzRuq1F7Np+v8cgX2fOyW3bPHwdva73qcX+uy/1HTYfHRBC99t/YN72s0YWs67d4YjPsNc1P3Q7vmljIPiLGccGm19f80rGGuzr3yUyd6AduftHv2DW1EGf7+LI/aX8n5Kn3wIT9g00CJ4UXsfWTmHSVqC+ldvsKdNj+BzbQNe+laudWKF7ugNV1jHz6HPsbZeK1kNv847l6NDf+DC+xbSunklt505V6E9XhhlrghSL35G45Mpm00F+ZY5Y0NPBFqHX+Vc+rp+ZMbk96QR4we+Zq8bdydJOhvpRnbr+sJ4cui4+lKp0PVEyPIGW0G5lAzgE49D3vYdP0nEdoUMAijmkk6gSXyJ/oh/SThn91rhe9sRSR/QsCC047hSEdCKBj6r5TW7Z1oot5305OI/kRxIMZO+m+yV2ROsp7G/sG/SsJIXW2H9//mAHxE+AXbpj9DU4lGk8tFaiCbGV4C6baNY2yW/y6wf/DN3g84OZDJYRusJkuduYmLpuaAZKgLGu2vGxFgkqy5i74xSNyVBESEU9BUXh1Z/4OGe8d0GJ3/f9T7Z7H33VfgK68a6Anz0/dq72OBXxmWfx9mD7+Kn5JgvSAW7oy7s7oK3vTrWuOopUkgL4LLSio03HftpewOf2Z3UUJeOzrLOM2hV/5R/jb79Xcqe722Dr/ihAs9DBLlv9h61I/OzEFwfb0mjomkZAGR0eHg/m2x06rtiP7Ql8ut8LpKy/x3/PUVTxx9GLpsmoLGTrUin7+S8BBH9IoPfzvqkf3v8m8P86cHRNaBycNyO1+5ST+eYHf9e/yhpFhTDWv94oU1m3QPGelQDDB1C+MzCOMBrmuM+ZlKEWSdqArgOOEwDug5EhHBmE+/cQXos5QRsM6Fb+LyCq+7v1ALQM80fJyEiyXhjQ9AKNRhhxbTbofcYlY+xMcwTHEVq673O8zIwjjHlW3rdGz2t4h1Y/s+V0X2ivoHsCxFHwP1MRyEDIGRp5F8L9yrqcyaiCy67iBJCgyWtAQ1+ywDqgQZKClfH4m93GqjcJv4cnJ1jh+RQ4NgFoK+IhF0CFgyCnAngddY9vzrFtuvb5DlRaLhiTM04BxHFCWSGecwHzo8T0PrJRUOa0CCUpAHAUcLCDGF4XhMk4pWTcHgE5gFaMtLp+7rtb5iTI2QFgO7rT8iZjSAAYA+wEvub54h3tUb3rzcQ0D49DyxpuwkMU/TnDsFowdQsHjcX70hVJHajU5OKEd4Y7lb7aW3GKppXDOJY9f82PoFYHhAierXwR/4TX/o/mKgeigmlKcuh2hz+6DTg9WuMYQTIPPmv8yBHWroMXAIf6DhlL5p7bxZ/gfmiEYmUOLbcxVl9dwH5okJKsKQLABjhl4H57gOQer+NUA1p+6f0TJH7HRbDWQOZUAL/OFS1uTtbTGPye+7Q4PE69ZNr3PfuARIoN0g+Yo2vGSLyMNRndXs+sL0H/Q7ePMdLGbirMVxhFP8i5muIULTNtmQAsdY0rXQRkKU0Ax8F7M1V+DRa1AdL87n33PetfCp4MeNABNtZc/3YFK5n52mxkFfO+XqMOAHe3ik52aBkJDW2c2zEIERZ4+RkAZo8ZsBo9reec1tDP2bx+oAGP7RgB+RHydhAG5MdQBdyj3RvjbnnosX7rDqDkTNFpbWgajjPm70cFByxqgDAB/H3+tlFcu4b9GFmIDnyTfLQvrLOnihjQ8VRUSAaKX6Y6LvtwEz/swMcOH0c6AeAGene9owwkTvmee3e/Zz8QYAUYxPnCHoJ+Wn8cV8sGO52hse6RjM6z827kgukx7Vd7fidAWoDca2c1kNvPO50ZRk5ZVkzmfMtmHJbYpJOgUkmN8NpWKt4JGsuL+1vTyXJyAB2uuEFCutqYIOPcbgAZ2zSyLjIEmQvAgNOzRw0ETOgK7rwbC2UdKLpuNChMUllali+oyHq3/XFsYm0QZe4OQXst7PSMnyE60lGhncpDGzMhwPHw6MhHaCkGb2AcGWh+0X/DL+bd73knwDR72ut/9klsyU42ZVwvUA5w+tt5h8iK6MUBtdzyMjOTX9j7LLJn242xH1ovod9OsGVoe+SNyGNbIAoFZ9a/j0yi+of5cjTD2pYbAEZudFV2/JGtInVlP37Q954AVqs7M4849fE/ApR3gLCBd9tu3/Ohv+5/bS/2aO+17APOthruXhfprC9dTjhKIXTKhQ0eu6Ws7IPpahUa0NaVauTc1xWprlw5LgjyMjJ39992MBJNUhEaoLWrmyU/NQ6Did+/V7Bj1hT6QgtAQ/5uWolGCihnf+x4GhBd+2GJtwG3jCPj3dZ3gKuMnfVCT7b/ep+hGF+UJNL2FzyvOgLB9gQ2lW22tIQz/QnoT/Z+A4IAWycAMD6FgUbv+8jFt8X+nwLYel9Xp74JgF1t3TKl7fa7/WC6HgC46fno227DiOxpe2vXfHfC6XpmApIYFpvEtFKSiewaVZrJZhybsxPqWccF/NIa0XLQSUd7RuZbGd3yykOQPeKgV9qHvp3JCGikoiK8jr+r+9XiG3+RuSPf3EJ4ztLuwgPdVyL/VJ63nm1g+/CQbdYBk4f90yUh9M3eSKWqxkLBgFqjnv02gRr+FlakJNnzfel/aIVPw15t/fRbBc2u9v7WOBZBK5JteK50t/3SWZfz/jH+pfcItGt+lu3fzVS08LbQWnwb+3MrHaNv9X+cW3dsTwevQ0PsPYLW9oJOgAtaaZysxSava1xvQQL66U0kbH0J7yD/+e71t9i/nqNbKEdh33Z0dFnbBafqzrw3R2DRGWP0EnR/E2R8fN83KZIX82/su5Zlvn+S/hKwuAFweFT/vom5/m7wIdYRmXLJ/8cm/lOAvff5wQeHyNAavkOuv3x7AoUDumOHOUnIjLMt1DP3G2M59kklSLNfWK/2VdsWbVmQ4EL2BS1T8WlerDO+2OrGzPFOemmsRN8ir+AjMVPPRfezznqcdBvBxcwxMjcBoj7qYpNd/51e+O9/rT9MVekmmGdV9I58NrixgmYV2Ok17Q5c6C3Te8Z+kmDGv0D3sCatC/Py6GHrIOuIe/2hD/wTezr4o7AA5EhkVu4n8b19Y/bPCeqPP6OXNt6SBKIhfRQAACAASURBVPkUZekdoX/w4u5KyH77jd8Pvi15NTYxuEhXyFPp/sZnbv6I/EEmB0dQcmcCwJ2QdWTAsXMCfoMVaS5pcw2OGz1mXf90IIAvjryYIHQXWOGf6xrsPfPEdKR697yvqwKBrLvWMbLt7AWOBZH9MHaKrkHXHIzmu78D8V5/yUZfq2MppHT2CAYFWM9eGzu98Q06cL3y4y28oUKd+YEbta8C3sP4CDZLerS9RUGG3nGSDopw2L6JXcTeDW4cOSS/8f1BPneL99B+fRLaPYv+i2cSj8gTD1Yk/jCPRAaj+7KnMo7VJ2sj6fP1R0tu2oaYeOGsT3z1jK9pBm/BnychjWlXsRp0uJNg88zwwmKh6CeSM3VNJ2iSwEDQHt8oCfXBN5B5vX9EH46SxLY/MtH8DH8mCWftMNYz+GeO8Ph4uBKWG/9mrm4Brcmwkc8XszmOUH+4BMFFpsMboXfm5yg8B6equtCtdz560lZiAYQY0R3AOwrjAEj00o4wsDMnofEJNDPUrMyCKFuNwnha4WEIYDA60DuAg5xP+uW7YtWGXZigMw3ezJU1xrcSxMbwVBxihLqFg9kgz2xn2EwnRWWg/eeZJC2IunqiDVpa7F7G2tlwMQA70whGd9b6tLehWrX54AiIyuxdIzkBa4MTymQehwf2ecvmdd9WxAyIIYNeGdnfxDo7mGe0cGzH57RdHUAkASkiJD8D1QjmFngOOJwgLsJpQacowZTYJ4vC0uso+KzlCjQbsOKd718y6MOnUcr64TD52zgcw+4/I6kALHqN/Llas01SgWTDEfBDLOaoP3n+6xjCA2/WUozqGAAAbWS8MgfRDgBEn5FgsWCU2tJs5vABI2aNMNybf3h2J5O0fGlQnAoLQKmuUHyDDK9BTot7DHbT9qMhwXQrzW9+x8DXGX2VWe82wHzvgF72cRswq19T8cI5LTjHSqDA4GtwlswsPe+cQTsGSsDjyKa3jWgH22zjwgd2BpJRjSHEfkJmNJjId+yvdlqPjBx56LO0J8D1gjicNXT0RWWk6h6yZuFbgmysI0kgyOlOnCDhSHM0OG3kJvNr+UiF66ugo/cWQPC56QO44Dxp3L9lcWmN3xbNOCI4KXGYkkHbP51deqqdxkjSGnSW9wY45izQATaO3PuejZI/HS6mghqjkQDKqeAZprBzMoC/5UOde7FVWAP6SqaNCCURBj7EweB52S9jMFk3b4Vu81qfQ/UnB/tqvfW9qFucdcA5Y4hRdeghW8JBS0yonQN7PbJmW80Z1HXwJy0D9T8qcnoNoX/rzysALLlZhoH3hZ3MBdFM82ldzP5ijaw3eInG+EsgEf5PhVpAL5vG3my715n/2jrZL1JA2jJtd3SGMrKiAzDH2R0wV4Z4Kn10xvm0IJJ/MeDD5fCPQOqEgs4kNZg+WeSAg16D7z8cX8lw9rbXsBJDThVz2Uy8q1uks6eznisPX9nYIB1OHXayO0iMbYNzDX/0c3rrAyyzHp2Zmv2XjRk7c22+u4Ix6yq6NziiMRAggaf1LxmlyDrd062pnOzTsmfOO+9Wcvr+zHsq/xkn93v82p9zPlK+x55LoP6tWoBev7UUJbHl2J+2t7Kfs+6bpLjbJLpabWkXWJ+EiUmyO8Bx8Q3zbz9kAcYVlhr/CbCIttUCEv7Q2LSurrycSlrm2esC/3TyzIJ52sWp3gyQLtpKjvpj87xBLOmXUayRq9Ez7WCrBeebdMNY0cntv5wACglmM3g6pUhm4KD+DADnO2wx5Krj+QNUso/hD9aSPeOAT7W+b70PQII/GVtjq0zN76O/205N0GH4Rrw+AIJpNclub6A/dFwbnXFqfIyj5QNr3LYkwV2+i62u4152b2hcVIR2S7croXWS5MI/d8cqxtg0Nx0MNMSeZUxUcPn78WF/67TTOm1I/NEsXZu60hVAqfm7E0y9/o8/LdohTwAAkZ9N200E01yS7Jjxz9u+Z+OfwM8811dMYhUJcXtN7sdOPf+OjjnrLkB75FfPL98vGKX5oTM7ubxUt9dMPwTDYwt0gCgBapLr7oDqJmgqAB9a5HlJNuEc9yQPHBxn9m8nL/3G0z232ByLc7BWBz8w1iJ7cIJUpsWeo4zOv/226G5+QgNzoD9SsCpJSHr3VMKoAmIAOn1mO2cCjCeh4A/HiGivp3IiZ1h261Nsqk0ijc5F1rd/zhLfAF4WkqRU5oSv+9o1ft8EJ73kFVn2mbkG1xeXcLXrVCi7Olr2q23n2K2NoeE/dsAIeRsb85u/z5S/f5ovCeSwPAToPcfvwz6KwdfKvpwN2HhQAGXsyayl+V3JCY8/3L5DrqqzCcfmocJM34aGCQCnkjkgqLClQ/+p1ALfCx3CN0oQARfBH+v5tv3YlHIBhXyXSUDWd3r3wTpOBfsNyPuawTvQ/79VdvW7tM74mCQwSV+m9WP4xhZ9SJz9b7rEN01iegD6g11a/pvDrus7YLGyZP1TcEj2ssaJjkEXp2o4wa2Wabb/3L0gY2x+6vkKD5J9FnswcpyfW26uD8N67nVrH3N/xpMAnn4oJPDa+cF79vnaFetb6TowI+b923jMtXWm5MGcf7EHtUbS73le6MN4CIggf0jGjE2SZLgOsJFg0Uke7kqBHBFWUe2lWUPW6GC61huf/pmAMOvrhizfTX9TBfnwVwc4RBvOE29f1zituo1Mdw3Nz10dx0/pozlOdy2OUxgfiv3Vvt3Lg/CbaSm8qZwr7A7wW8bAOub5lfBVa9320YVlKuA3DNf8jL+gwiV+XvxR/E0hAInea5t6VKb1ZUsMs3FcJT6w5YPOyv4Gc7ppnADeGcL55Zw9K7H88XwfBwJPdQdC84f2oSY7E245AH1IECNw72fVERnsH3Ug0I/iG9ZhHDFUHTTpCADeZ/mnM4oL73xndiWQzZed/HbWYsVJZP9U/KJ/d7/d8qePtSEZEvyCvdpFaQTgG/Ns+1fj4buOWWD/h4+x41YG+56x37wksn++z/BpsP+cEDf4H/bAmwxw7hm/cXEQeHATkmwjfx8T0F1ZWASdMfuIH+Fko+wb1++uYitnI5NfewWGW5th6WD6jf1kuTC2WjrHrN7FpkRPog+SLLDdYbvr3Mr1+32siZ4BbswagmMyVuy7O0Ez/l3WXjYbNoN8vzspi6A8SePaJ431oO/1LOQtMmOPsAldZWNgy/yPAsAfgUhAAysJFnrvqv/4hLYpgLGGI96C+N2IEMkDM2i359acgFO1QEF4WoDbwf/6zPcZirNRki2YFib8sOkNxAIMTNQeByitm6biYtaznULm1IbGeX5dD6G9Wb/PVarfP8cpUUDPAjML2lmFYdrcRStAGMh0m+tl5J4zA/XZBIBFqwbfmAfjKN/THzUoD30Bnl9lyobIsyYDsKpexbESNDIoNiM+BDqB5bKIrrMXMUidEbeK7azDgFP8w4bGSG866+wzZRt3hlivTQd4TG/JSzuv28bkv/7P32zknPNcnlYZDrzX3o/hg8MYR7izrZrO79kmyaYJOIkibcCU9f978RObW/+m1flS4BaqYqafYGcrnZPVMsqAIMbyTPZTC2m+s2KzYZFgIsNoxSEyxjGN4dXVDjYxBuThmXFckDRRXh2UCd/eGdMBNff9dnjmgW3o6aM3Q/UAIlMtEyGZSsgL3JyEC2j3nnFjXpq9m7202V8arwMc3V5E450WcKno/BkAbr7OOTuzDnLkvi81763AjTOcPZPZW+59oLwdN41nBih558SJ79p/fVmaL303sYQA3jrmZ+2b6SQRBjTsMUMTLm2DhiqpZJ7lLq5ruUWQXt8vABQeoE0NNAAcY/HFS2o9z7ogWzBKLapnrTC4w3txivUdQHVaJ68SRJ7bKBKdOeNu5AnzadA/ciuVTsh35sH70G0EuLsF90tbWlixP9GPb7DVgQ/xhUTaAABnfFPFfBzIAQkCGE3m3fdZJ0RkLQKULNi8wd5Txf+0sl3wcQzFCkQx//BA+Pe1I5o/qCiAz7ne/3YwbPYB31NV0Lz08vRxrLoTwE88zPREb7aepnJQPP7376zQzvKNrsn8DNCcPbt6soO/diIqEy+JUdNNY57VQXqe/8q95h0Mwa74XpsncqOT1Hpvho67X/n9Dqo1+LIVeG8A+CS4fM/zGfCWXT+4/PoA3fcao6wFc2MOr50FX8exzqPtaBpIHjB5bJCdW9Zsz0gksDBVdM+419C+dUjLG68pLZisc1bWYs+hU9/qIOw8d1sZXv+hVytZZwMiyzesI/uO/QQ4ElmadUFGSt5uFVSqLT3X77//qiMtesGocsMx/W110X3IRzleWPE4ymeffzQz+Pj9p4B/jtKIvaDMYn2eChZ4NHLqdSx7HK0PJLsIdr2t5N8KWO2xN5D0W+KZ3iUgq/2WdijfPUXbvLYXzvwD2QUA/eYIfs4zkO//mvPcPM86MyjzHkNleJ/kneYTADhd3VnNPdbeg+HtadE2FTQdoGZtCJSo2mZXefV5+yj4fgnC3jZGB9iwa7Sn37PhPd4HUG77sqtM/Q4SbSdgbke+WoFGPmET/y6ssE8bzEZPuNuE1yRy9JVjJC8EJAn42wEdACASQI6saSB8gA/tCwGyPFNjAOD7UxeFvC9cgt3U9kS+GfBo9P+rT/r6AzhNwiPy2OBTgbCvfcF7hlT+E7tespNqcPiA9pVOJmSFxteXXEH2+jk3JnV0TgdAua67hrX9AV+ZFhMo7zF73LPGfV/jGegoXUugh/tiT9znRx4bYwLAYBI8E1rZzhudpABCwPcN/uYd4V0AZtNo9D6BNfPn9z/7GS5/2v3xGx17ztCC9e+EdfhlcZcbzPa4PL7IqbsSNgnTeUbkbyf2iHeP/Sbb3hjTXamShLecT0/CJO9J15wEQI+tZrpEz3XwwOllCqINfd85N77FXu5AfwDc2NCMufcetO8kUnycBq/bBmsexJ7xewbM1vddMNC84+QjE/vzmz69/+9+GBs8FP97K3NFRwP1w1fhl6Xf68NHNg2g/NkV+Ne+r4DHnkfzqdbTFa1OxKWDyoCfn51E8qf04o9W/PLJpkMEtg4gcXSxZ+n5SRemo8zKVXTImd8UAbzJ3CQmd2cRY3pOjIhQupPw0y6+saZek/Wnh4dKB7w2I3QUv1mOjt+b5CwJqsWs+h3BVmYPWZ5t8Il9d/OJAjsjX+Q3Di67tn0SDPz+SVjQPMTP3Za99Tu0iX2hTgJJYL/stpmTxoIcaznDHjn/jk3A2Bsk12fuLDjy+93Xm4gQurMOJEz29Y0JtXztZAjvyQkAe7nHrOgEA+byrj+02SMWpJTDS+VKH30Qu2H866p2xP94q4g7QHISBkf/Yt+JpsJd9Vxj07OPT1LaN6Eu1EHPOsFjqtR9hMEI+sUwN0Gosa5OVvc8h0fftW292wHcFx/QM5wgIhk2R+y1/PHunwBw21unq9VHThcuFW7xdttoXa/58fxR88YISOLSDk1gdYpfxp72Hv5o3cf5ZF9bM0WXm5fixx6su3F6E+wxgIapkMHwGIV43Zb2yDC9dzohYucy/tY7epbWVq3j4fPuENH2d3f9pNUzRxm0H/lbAFjyOX7oHaXqpCH2aWPcb5yg99eb4NP3h4eSAN44mMlr2yRYX3gn66LPXQn8/Rd+WPyMddTmb33Q43nl3YXz6XlOdtJmoMPN8PT4qRRM6ZmN1//paBq9r4sK3oKc145mrAT2e23TnTCdvLwm2msVoGX+dHL6/zP2JgqWJMeN7VAiu///Z5/Ebo74AoAdN4RnVGuSS2XeG4svtsIW9xifTX+tuXTlTLrjcegW9strXXK540Xmiw0vnMTQO/ZI58eOe3RCZN75LiiAl0UZdKshntG2+lmnhyVI8JHdR4Iv30PzSsTuxNoTNJ61SELO0j02Xdt9vY4kINm+lk0/XUBsw0n+Cff57TdjC/iOt69qH+MBx6NjnhsV8Opg6cuxHY/sdigB4ywYxrCwsT4OThsbMTiz4Ft5FcPJwQQbjTnX61a6IkgMhmYoWqDchKyNbIHdBnPf3wZCG/N3MIRAtJ7TWULa8K+WBSe6P0ySgGuECAEExghoc858GWV4Cw7GuoZYDARUgX7HKLkdSxjrALa673kQHYaU3W06sIG81chtiEEn3mtl8I2xytrf7VQhWJgMI5HPaSltwix95rakkz1KxpzeKboyfcrQnEqTDgxlvZQBnAoQ3sM6Hqdy6D2fF9MN2HBXyvV6HyPznD1IGb6AGpT7tMWww7lOWDN49t7DdeXOrdDfoJKYegE/5uM9Fs+JpyYjjnU87ZMvxrgFaZwIOQ4xxsWXZOwxb0DPFqQ4zVTooCBDU3EayWrPriSI/EoOmACgvv9Va8uugvNzxlmHZtr5DX0WKHfJLL6HpiPYl/AOsOP3fJ9xd9oUD//4umkrjaL4qxYmDTRBAydjb4LiAPrIS42bzN6jsAZAZh2Sqb6OzBfNd4CEdbr/5b5z/7BHy42sY+Q4mfmH7nBMng8y/vDtnj+zQBSfef+HNo6TNIGVAKBvMMB0mP8eYJjsbPYgemeDPnqHEnrY7TeINzQzXwLAe38MnI1c9fdq107G1WaaY5T4nQ7U5x53kBhnEACu+UjPOy2bnqcrIGLeeQbxvwXk9dwOTJ698xm+0lPvM1IBbAZb8bhwGCT3TwVn2d+th/V89jlyI8/HGftqkczcOxkDZ68D623cNA02cHDLn5tWP/+udkZHJ5pwcnXrD/S63zMJQ1oXzrRBHr7PiNz9Q74s70EL0/Z7ZAYA4gZHNqDcAbr/bX7QltY29tGABtYp2wqM5+CQ6W9aLPMd+/RlRzEvy6UalOQ5Mkc0AOCIXRN6+Zkgd9554rer/371frP80GUCK3GaCeBpXB0g/A54BEwOQCB9F+D31iWv8dsx33fjjNIOycdhmI4GkPFZ0pF9tGp3NajBsezPBlTeDiSJJNBZO5hdnc/nPd/u3tEAt54luwMQsJNUMpi1K5zw9pEEZBl4EjYRDusQp5IkCZEE8rQGdM9peXg74K6EGnmn4aDnlOHalQOyA35mFodvWu6ctXX17J7f1GedZg9+tuyEzi3bOmFjjGStZcss6PsrgE9nEM7YO/IERqsKOPYnzxv6GNm8AAa8DZ3l3yQcTgu8Wb8GALv7hJ6Av2CAqXhZ69ZJZlqvBOZz0VYjp7LZPCH9bxs3cq7XVXZhJ2reiVve6+eek/g1LfJEH3enptY5LcNSobgOOPvRra6yl0oMxWYhMppEsH52LYdGdxLU2JMTgBzbo69veYPetTM+AOANIjQY2nTUAC3PB9j0mg3gDtiLTfergC/PuN0HqhYJxMGXX4HGnidZ8RzhhL12V06913Jlnml2gpshmA1sgUG8gKGhv3v8v9JXp0qvzsBqvwt+ctVcBck7QcFjHD8iND1jfuOSHv7bn37rxyRsrm4IzQPw7vE9TV+9L/CT7pF/9nW2J7gEfJOxh8vRa3nv8sk/ng5sAatp2fnGELoire2keawn2euP7X4nxMRGzJE7fVZhjsZAZrAe6WTFeusd6Kz4si2t0OGa5pOgJ0AWOeUq8QSolvbXL2p7krVKEt0enXLTLgDav1SF9fwkkbSfv7hW7yXP6cCD5+eLUj1zB3I9psJ/kE9HPs/Cd2XqC0R+CE4V0H97iNsJeR80y/MbH4MuGfNZp2ntScI8+MGxd66EcPQmcqkB1vavTzvJsZVYN3VVsu0AGDp0cAPX8VuCM7ZsFeXrnaeIQoHK2lCfGegWyROwfQIpslP+UPBndFgSNNmn3IyO6wrgL3/EMsz0tP4nnXr0nE7EcoD9KKBsVCfYt126tBzbvjvC6TtjCE5MTjI2wPHB707ChYRe+OM+MolrCUA0LXRhDjIPOymgs+yFty0NLZ+xj89Ih6WvVtPY3ttpJ/t0KhLNH8GRJEeOOcW+Fwaigotf6/cB+N95Jd5o/ODwanwG7ObT0agKStCdPytqE1DtAGmR4vnV9897jX17EdaX63s0Hvs++K9e+yRuwGt/FQDuissX9iWXV7z2/F93lmINWpc4UHzO1k2QUj/Y7v6jOsg0zVNUIbv4DtC+5imfdjp+dBdJkldPIufISus/Kk3Hv6My3mMbfbOBl+AW7Ts0LTFv85btx/WTkB2ad2g/+9eY9E/7LsUjvRZ028nzpjJ83oPfwFFDyKwlmtGVpRa9f88wSUCx/fHIOwUsCQDf9lH7nMiMnjv6Q8/N2aJJdCDQ9eRyvCrct4vNdtbCnuuqcXfQnIQJvU9jvgsYGnsisUDXQt+N13RnIeRO4gW2hEKSNlyygh0LeNNdGOHYN5Vgcfic852HrkL7q2Wo4L4rRlv/sW2tn6X7TodDyZehqU5++7KxOmGZuUCX0GonTJyClYqz3Th66H4LoFiz237aSlTpnHf7ZuvhURacxUwCXrdebxtz/d3xb2ddj64dPOPs2fEfNhjd+3vsj8LWjzzwPi/+0HNzN5bhxW7df+SuaEg09QyTAqM7AOw9eOiczkbcS1dHjUOBYT6/C0mHaJ/7JQvjj9KdlrzbLRJJfDGyKPq9E//DN+8EbHdm/ec/n/IxTyTGw250ljhM8za+D0ihV06VUV6Q69zSaowR/d1ZQXfly62E9AgNiDMg89x3y+Wz+Xr/BJSjGIsJnw1shdiVzZlknDHn4hfoBcAHiOdLJ8uT8xX++DOCMIz0AFVjrHJv3otSbPMzIz/G5aw7hKYARbLVp83QKOVWTAga5UgHgBkH6nlfCzWvoxUCWY9TBTIAQgDQtMjxHqk3vATOZBnfTkKvpa7XUv9oQeissayLaWcyOBCcnrvBwgC3HdCHCeKobgKB138M2haQBwCZFkl+nx3TzTDk3hXmGRfrHyEZusnZMrKsUjGzz4twJ9AV49lPOQ5Dni9HIk73MbpNB2kVmTV7n8/hdVdmz/O9jMyvnxaq5ovJzPvZSiYALLQMLXaWfjssXXndjrZG2oEEZxQPUMC+Imh4XgO/xxh8Huq9lvGu5Rw2IJsbR3JbMm51a/ZoHKLnfgxT78kEuxFmyCdoDL7d4MoqkmQwZZVlXOoeHHnoG8dDgjmJBHuGoI2x04IydKDrOA/htCgc5y+y7Kf8JMFF8/rZXjg8yZwdNH8207w6CTpZn00scHBtHINu8ZS1Xzo9xuTIBmQmxqGee7KeTEsrUyzDxfPPZ31906zG3Gey6/36jHV8tbe1Y/TWK13RSWBFxusJch7QKHKN8bXOaOcnNJGWp/B1Pnn/UKGW/U0LK0AuHAecLnjctFiiveUXlVKmD4MBed+ekbwy23uJvJz1g5YTkFmaFU/LeMixB9HVbUgt2Cia2TXq2Tpjt85YOcGdZzICtrQ2Zj3fP87o8+ddTapnEtjxWow81++3093ZwgQPQvsr9OD3nJeThXVW7DzsGHKi6Qo0XVv548/WW1pn/Lis8bRZG0OYVkg8pAMY7PdXO3CvxYcebr13nll7zTNPss44pO+23De1rt7lmdgEVAJEXqQi4uadY9g+DkZ0yKz1rDN757FpD4YesAf6DJK0iyR5Lx0SlieWOdp4t30wUwLsNi+P/WKZNWuEPWf7SMbrXNOtCduJ13pD24x3E5MCTnltJZLHfsLppOtL64N7T99yO7SbatWxd2wnrP2jMwalOw9o4RY/qeI66ynbo+idwMTR32PH6l04lHas5jyeu6J1bY08V+vjsw7HbGHtT8B4AsANsrVTqvsSLHifX6nxtDOKLumMX4D5tSXXUdYW4yA2oHJApIc+BSjGpltg6qZ55hs+HwC1EgXWRs6Hd1V9JzxiM1s2TQBY69eB6LvalL3vxDBk4FvG7ftbLug+6UVkbdsvolPswpVbZwV+dHTgfTcAiB7UnczrtLgs+xk7BgC4z4yDrxsgBDy710t7i7/VAvnYgvOh+JvsaTqodLvYlZn5LfbFZpTn2rRQti1nYOrdgjL2b2xY0yyJoapQf7bERdjPeCve7+ucgNotHYdnZUucKmsnEI6NhJiWvTMViCRVvkGTvdCds2wjUW2wgOR99hWOv2lr5GPkz6yNFyg81et8+J7r5hr7PtJ/jx3ZVVwKfmhf7RsfnbA66HT74ez6I6tJzI3Nh57oFraWA7OR7hBQqu11ju7oY2vo8e8BtA7vjD646Utz8jECdYYtXWa8r0dBAVCOD1g2do/rloXdaefL38ZOPnv+7NDPYFl8nWAPWwWngOyxQQZAfwHU4l+SoEV3BrVyBpve+9s/fvthe1kmjr1PgjaBFzqQmY5Kh/F3t1wHjN3AUohPW8i5xsET1t5Ff5MoGP6LvAuPjW89zGfbmkDssT+RWe9I5jkiZ5Ix29/rADDBDPYNgFp/d6IIdBR9s76o12DoNGenPv6xA13j01+V49zf9mo/+yQW/eKIh04SbcCaMXz51y+b7Rm/8CnhDl0BDB2zj217mSWFQ7hzQuZL8hQAZfs3x5mfieHnRY4OEDuJL9gVvlTPxZ+doyQ6uKPvT5XZ8T1DZBrvXRGbQOjuBfYE+gtbzvJS+M5jE5sXq2uL7ieQiB7bjmrxebE9NYWvFtDs+cG1RB9aU/s40TudVEGHA8upQxzwc+gKvr3lj8Yj/WL//7kIESq6ogsLGBCV1paZFZDrdWx7HPuhA8CNHwiXCH4Xe5D1imxOADg/0UGHj57Xey+KrjQeywHJ8baH51g/fD+SEv3U0SvoFlU4vat3V0ZIf2I/sp4nSW2IGT+CLWhbrgtoOHZG12Hffp0ZzRmg4DFu0foMmiPautNf63Der+tir4gusjZK5O6fjFE0HN/jkM/otdZJ2H3h5X1KJyyiG9A7FEV063x8SGwJJ/wowW++QCaZzvFXriMIeA+jEB8pABx7IJ/2NSuDR1d8yOsOFul36O+c8atVHPvOPoTWtuICruIc/dxdgL78U8adalONaekb2ySVobLP4t91tyD82tOG1bJhSwLgKwAAIABJREFU5CExDOEdXgfh+u8ESjqy+V2WKdVOdsgAHJcFxVajSC0+3wSJPgL0y9fZEGgJvxfbW5/TBUdjOUesaW0eHZIA9HZI7fV8BQTrHZqX8aeZSwck2Tf2gGDvSUbUalx2eOySnL2Mnjf/fhQhmQQPrhy79AubwmbD5za9b16Ah6d5kIzTiUmsrZ5LHOnwz9jQFLjlQd8BYO9LnbUOX/d4GUd0b3Di5vPYjVlNcI/4DOhJvf8t33UtHQ15luMms3YZV5KqSZZp/17j0H10C+7rzp5r3QcSbEysfXbwDETf2jNr27e97XFLT0perrh8YbFtQ3jvXbm/CTV9hANHDNjftCz4e2EFUywyIju8GjnxlQSReE3sf/Rw63vvj+OrwtmyX5If4Ji9Rp04HOw8AWCJin8pnqZPylbW3w4A//d//3FUQzt8bnE5rSVbWTlwFOzZg+ozKL+ciFc1AkLBADPBsrfg93Of/3QAGGOiKwtxJmVE0Y7gbj/BGTYQeoPBL3BvAjY2Joagm5g9pmEIbdaeKZkKQhP83McYcJ66ZWsTehhmFIWpPkajK3Gfh3Xla290nx/Za5vnjdD1IdMJXHXgu4HDXL+Aw91C5g4AZ78GRJ1WUn6GmGueYyUrYh8jpasWmyk7w/8meM6RABQ00Q9IRQYRjEUwmSAIARaqgjqTPIIypN6VYJpKQCgRZbhMLWcx4GM4qP3Fw9y/hbMRnhpjnyFq+q/M3naM2riBDjQaBbVflZCVxMB7jvCwcnmCkgriqA1dOar6vSt4vgBmD17rOWevsBZWTigy2ZZlUDQQ2kqjK36PoTBKuAX/nZml90jwBHjdaqk2UBnnWacPZdSGLtfv2muPC9gaYd6Z4g2MtWGT/c0+I3dwFGKgJAtnWy1GGN4JJidTdJ6zc9pzEgPyj8J5FsCG1eMUjX1pOQPoEMW355y/5j9O1HH47ERk/KKtbv3WDjf7RKCI9i+3kazn4PjiMDOfe98A6NoRAExcI3ucmLNxa2weB2sU7NeZkqfyVLqoKvhOMpDlX4hY40Neu/LAfLJOtvfuWa8GLDsg223AAUc7U4sYJrQqfoljr0Brkj9OEM50vJ7Y3VKkW+R0NroroIcHTjX+GIHNw20Qt66LLN3FfoEKFdjReHDw9T6Sh+CJm+Y0xlMJKUfXLb3eFZ+icVrmH8PVAC8V4gtYhxeSbdvyn0xbeBK+7H9XZpWnO3yZtchenADI0IdAjU5ECEiQDLrQa9YtemCr19F7yETkAWvVPMReYEi+wcoFh956NA5gy43Mf8eDTmk90JnKGLa02oRWE2SfwKWrxQGil0j0bOlTHFLeJSfF9CijdfYfmgYsOvbiC3XYZ7fx362w2POuJoP/AOLstI+sxEZjTcQbLQ/Q3RjrkdMZt9ey7JatXIn8RZbsu3LP4V8HGIqnbBfu2VqAWkke2/dtCyLodFuEdoLODdAmQCaHA7m2th18saPZxDJoBiByE65SNeIMWNN5/tfylpaf2u+vhLLTandykRpw1Dr1eUk9Nv2O33DWd+xIAL3ji8g2l10+e97PIZDQbSfRoZYNTmDZO7BP26Hs51JpmaDB8t9nBvs8GB77cuRYs5uHO0DI3jVIJ/0ikGmDnbG9TX8jn1ThJVJAtlumiNYMvpijj9zi/ciJzmy+bWQDGJIPo391r4G6WcfVX6FDnH0HLKcFZfhsq695vx3eqR72NQbJJpFimCmyI/I3wb/Yq/Byt5X12j2BBOaj5A+6hWStFvRzIoN00zMGdRjSj4NVFnAL1Oo9yHoHHZ69UAKFn2cd8G9nfFvPGQwP6PGjAuCHbbLB9+w5Nub7zMit0NnkKL0LnfhV6aBxHWBNfKL/zHoSRIK/e19I+Pb9Jwj3AHiyH0mAaCGnNbAhEh+qqyB1Wcth6AV5bK06z+S7BqLab/4KkAC4n3nNQ9omwR82T0+Vn/d5DDbo3zQ8/jG0yfUk0XqP3tj7gLqp0qCFoYiCtdX8o68mic20+4/M+/mdM8DgsZaPuhf9EfpY4PLwmABcP2uD86HLzOfsiejZSYJvewx52DZEy8dXJcnzDmTA3doa+8FrN3ZA7KGR+VVZHX4K8Mw63fb1DfBZrjloN+vp5PRStqZDnaEc3wt7HP1zEurVkuvY3Ktv2XNLj2esVPjp8xyLMoCZ/eycO2vQjWqRMegdeHfnlcUL7paHnZSNfQt+wZzePsx2nsK+ReaSkAO/tv1zeOpZpiOfyl7oPfc8n8VinXi+MAXky93xCZ/0R8X729wOAK6yMBJE7n17vr91fstPg5JTdeX1qUrLt/+QXbwLQDyv0YEhT1XeLe2QOGD+Gga/k+bz5PUVVkbkvOjeD32XgpckQIZ3oysSKIu8TMCG6uAdu56F7PsqwOl96w57ekKvo9879iwBG5KfwCBNP9YNGZ90NnYL4xaNnjNrZ06d4EHyCNjFtgHVc4cYRj6xTh7ndMJb+wHsMIGfTkxIBXv0S8vjDuDpOcJzbMOayaOL/WMaG/06tPTqrNTjKz3gcQwjUcHNOvP33amO77N+2ETxgeOrrHwS1kfi6Z24gB3npDglkD33RQZeSghiFEUNf+u1zQdcwhFVdcv59ZYdJIFhnyHrujuZsSjTzvgzw0PIKVP5M2aKCI68lxx9bCiKm0gcJmA+m3bwNug1n6/dC75NAcLZe205/ix8MUfbUKAFfbW+09P3eK7Yndgkmged/Vi0JM8nwdAwvfzfaXF7fNePgqQkhaUDVPTk7sg5N7n8O/On55R1fuvLJEAiv8AomBd0AF2SPM2xmz3/n/ojvqp069L9dttkztAqAdaWQ33cRnhi7ahOOCMw6/mN/Qwu0MFf/c7Zw6waHdSwLe64T54pvT2dwmyrZ+27sxPz1/WJW6w/Zfk9XUibvpm77yn8i7G1fPM4nJQauYC/0z4nCXG2HRXsK/2S9dszbDmuicDhz/hG0dUU7Ihh74Q77+3Q1k95HOUQe37bTztZ9NmLIw+w6yrh4xxBIJ8dP0qyeILrvPfQy8jrLgLV/LtrInSImXEK12wvT7eQOU41Ca3p0KtE3y5QhBY1Lu7rOAi+Q4Kr2xa65Tf47PGNrKPGBhVfjw/UvrjkF8UzL//jGdAm9E/wWi97HiJ60a9gAhmPYg/T7cS+fr6PL5Jkqq9OrbqwcfH44EtXf/uv/++fXltAIP9uovlPt0WxIiojzoZOndErW6+ZqpUD5HgDdS8Dby7S4jpTW0z3UNodYNJzCXAhHI/hJIDiWaQTpLgMB5gZwYBDbVE3kaDbwfS1z1whxrZjWZcoywD8Av3PmA0KvCvoWhAeYTFBt2zmCN9jyQcEavCws91uRzh7GMIF0E4QvbLUn79uBwWGXtER50rKPsZhMjeYv9p/NGgThbaBZJylw3DzYASO3t+VSf1e/S6F+BXIP++nHUf1yH8HWIaOqoLD85j9vPdBdJcS/hjo+nFFRmWKiSNkQCBImVuE09uZynep1nwbkaMMcQ7GAdO6/Pb706t9kgHO9pfi9KBGcIlmtX44ttDBjxYhZ91jTNwtlxBG7aDqlg0CBrBBWEsenExABUAnVUf00byJ8tY7teaipQaK2GMCpsf5KqPS0xXOQSaNA0Mj8K7g0CsJYjJ7U0WlM7YfIGYCBnpmB4AxCPW5A1Smj7wQwAhDTA6JeFsZ9gGnpgrTA5w2MKN8ZtkDoo7iu3lVBswJIo6ipCLrVTE62f4e2/MuZyoPLeDEeX+siLJmyAtL8fGHcOC25UronGwmZdJmr2bP85aXoX/k+ugG5tn/2qkc8PjMeVq33QAOxnzWfR30Dnx0q1xdR4VEstboYPDRdsrWR56pmWj/CKBkLTNqj+k4g2N1z7wx9EyWXD+TbQP+GFB1RuMrwKb3laOWF68D1ev3FQC2bDUwE9oM0J4MvgZzBYbRHtPG77NGdjKVSDiG7deexeHP+iDL5Qi9Aonz7uSn5gf50S3u73aUXPvnI1//Z1p86h3bYn+f18/9GucPAPCSF9xzVy6pY4KSqsiEXFtlAfhu+W8bbBIIzj5bPyc5SzQI7RjIG7AQwCL09Q7c4qAj67x+JzgRnmPtcYI6W/2vbAe9yiaMxveMJWMa/h35045rv7erITQmDNLsb4CgF8g0QoJW6uHVBfa7pVPaoE6LSZF8OTKvjNz/JdhAwLftytg4y/car9bAwdbJPu7KAebTYNvy7XuvWv6+6BBwqz70Wp8Mz2Q+638CkkTvMbxxXWJj/z8FgB/6A8z2xhp1eWTAVFfh+HbSEfqkE7/aAbKNaRt65KJk9QSAbcdaprzbzt8B4MPPdeRBn4eKTIAHkKF3IEXfy85zpdKcMdj8Dc21o9z779+fadDiCP1GZc9vT4vT7lqEzsS22iSQ2psy8AExGogIjVVCpQAF7cwHPtfjbhpib/oIGQei9J/mlbHj2weiEiv7GLv+JDLN9V7/KwDcZ7m3H+RjXqoDR9tDAGvH9pu2kpuAqeVPcESqIfItM/UyPjRvf842NIAVXXXInE63gM8A8HOfwSbZNmdftNATCKq25fhtulaJm9ioL961ABg2UkLS5jxHcD5jFq+0fZ9gjcZAJTDzCyDD2d3Lz2/wBhlFsrQSSA2unTlp/0I/nKXc/I0PtJUN76Qo5oc87wCwpzsAj/dENmsloXDvOWt5fBJsSvzbH2s4H9w+331dJ8WGJuIj9jllq++ww+Yptodj01Ih52un4uXm3V/aBcMTsYFiH98BuB43wSV9RgAa/l6ZukGztntCXmMXyO6eRGyeT2ISfrn8B33mRGgB1TbpBJBvcAn6gadiW8+Z2x8Blh+BguKR+0ztxRr23MQcz7NddSRLb/7XWBygsL8UndH2QQfovCZD68gW2yrmqfUvkmJ2/4j5s6Z3pV3T3t0yr+1nPbG7B/2KljU2A2ca64zl5Zs8YotqYWiZucm/lBz4x29Pi805F6/bhdImExqF/mKfh0fbJkDUdaIh47Z8e/QaPPqrowg4pz52bHCZUm2Wua+/a2G+9Bk4cooj8Ck+7LrqEqjAwFfgqm3TxgSoqDrgdyc4nMSGnUds3tEF9d7VT6vXCSLuHmxHrciGTeCANkPXsZf6p/G30NfosOHL335fYyB+lfR0fFVop2V8P1vy+wuLY680lJbLtz3cwQyjLtaho5TnRc0P0GLwwQWv/R7jYaGfFAItDiw5qgr4rwBwbFXduAkbbWe3D3B+f679/ffnrN65lT0kqaJtMOwXnmk7T3LGvtTuV3Qde5EHa91PK9Ua32lh+jz8BB7mCCVvv+SoeSb+RuySN+at57PWp+rcZ5tLwW+CcQeASbRou8tzef7zxx+/DgC3vL2TXdtPjFxTwPZtoLYdcIJAEbZHT0sOfAWAXxXrWpryGZArel1aN8+GPs81D1qfJ3kqfPQcGfTIze0ok4RLfJounNK6vKpKh2fdLWDm17wb2o2tRQC4eQ2aWT9q7SXHQZ7FgF7Q67pHGMsL+wlpeD5dUNZ+Pu/KmO5RhHaxt63zJ4CMrjy89KzXl3yDf1+JHJVAA46KnkOkaW06iQ9/nbXrkd64KTzp/Sw7/cYw7jlD/2Fajk7Mm7B3zDJg4c/njq0osVqBdvG1/b7f5p7c24kAyHloqf0D5sQ1nWiedeliBDDe7Yqbce7K/FWCBTKqY0jt75ynjB+LbPnS61nHYH5Z49hFtgUGX//yOfENNjEmCQ+3Huu9/mFPC9d+NuFlR6iTxjOZ0P3acx6n42HCQhaHgi6+4lettzQfOqKGNyeBap57fAj5a2MDaJ+FR/GjOcv+6NbKrUNpu67ru8MVdpVsSsmS27bU9XeCe/CNFJbwjpbBJAhC3+CCHfto3MoUaN9Hk38LC70nHTiif/Sj5xP0Fi1/xWsPHU6yM/TDPv/tv/4rAWBtmgzWzUZTO+J1Amzwj2A5B6drwJ/Kt0kqytcLM8zTRigCtMGjLDaZ7AscdBBK2XAAXOvc7XjvbLhuFxPGmQUcAO82qBCQtGdj4W0YKlBdAUZl/nXrVTb8bmngDR6lwQZ2Jlhnl6VFVqoN9eNKPgN242ieFrBl5I1h0/sI0WFwdQA4xvG0THvWRECErlcJuYRuDMZsmoSyEtNMdHbsYLq0UhJNUNURxZL/cS/zdvvSC2hs5m0jD6HWivdkTCnrQecAF00B/rh3/WRdvwBYFOxVIZi9s9mzAnacVwtd/d9U/BxDZ0ATC/UJejGPCEzoNoYpzt7XGTAYsgiZ0M+bh5LtkQyXu4XryyiZcb8Uv8H4gDBkW9297ztrlIy1Y7xbPjyJH08FtO06A3yhOwcAnrERrOv9BjB9twaNAOtnA9D0jNswJtPqTgpBsSEHdEaT6NxA3rNfXU0aBzqBdvjQ/9qxUsusd8Zpj5Fg7m+Po0JWZ4+ftsetPJN9FnqicvckFYySjLGZvbbDqOxnQeIFzP6sLA7/M2eDwc9HkbFxXKEfgoUnwGRnJIEKvZRqAvE5Rizz2uykbefE/vQ8m05vA9Xj+UUAGMP2Nng7Mx0+Oi1oKiBOwFJjuvVLA01diRzahLG67ewancyhFXvP8cuIN12ejgvRXe2Ainfs+J/WhgMKSLYU0fNu7efS+iOfp2rqXnd0pv6lCwaPE1+2Y38HM6AR0QuATa9Ngwe8t2le9CK6YQavDMqSr3rPORNxzkulkv4l4aYl569kAJ+PnX5ovIPpAEwxzLKyCgAHyAnQEVB/mMS8N8abHPYxsNv4i30jfZ8RtJ3gv2dOvLODv1njPF8k0sEJ5Ms5Q3fGq382YzMA4aUKZhwZT+s/xvZKwpjMYtPCI/tIFNkKzKkAdaVEHGbv2Rw18LY3Is/cAvG5hgDwHVz4TFSbddKzAeX0O0Co53IFCV70MX/gTJzznWS3PMEVvRM5QJuh0x59wH8BGL33WcifAWBa8PN+dD5kYz5+/kg7wzHalQg1wMYNdOU57zNFsXOcQHSCM7P+jx1HwtauwTphppkB21p+mlZnXLFnQh8vehIPTNY6a0HlCfTqZTEglLn9bBm/ZxW5CmOY4zyvKqIyCPHbjGcmpE8USHAmOAkmY1Ptuodv+4e1tT5Xy8HhrWS6D9hnGb8Biq4ogD9PpdAksB2HSPpa9F2v3aS41Rm3g/hDLhw7fbkXYOxFgx9ASJ/LzJ5gpwdwSYD0BGAHMHGLy7H/OgD+rgrw7h658rIztf6Wdxvo1tpRAYgdhv1PABPfzltgg2YTI04XoDrDk1aVeg503uCRxtdASPZmEzQB9+Bf1jNnEEqId+C4CC5Tf549csd7tEHllt0KB3UCJDSo5xOwgL+Q7y8QzXbo47RPt6xNNI1OgD5ZfwLp5jkNE5mAfnoxweov7fOxG8y39Z3vCSH38/y36GQA/pZ3en+3qgQA7QQF9g97k0AJHTYA0t0Kz3onfkefZbafZz1OFacBUQE46bZDYERj7iTptoVeAuJsVGQByezxXwMkQjev+555334KdJ31ih2wNvz4v7STFX37v/E/2FeN2cHe6Y7y2sbZa83XibQE7SvA+/r8uflUVEvO20la/RHyDk2fZTD9bGeHk2A9/iw+OsAYVcMdxOmqj2Of/wCo4rdg7yA/2w9F57WsbL/Uezy+MtfcclVrLHkEX/V6dgDYfrLawS82+CYTy4HwyibN5pIX2Do66es5TqAVWKgE8+FTdwB68AD8PuiAwIi+owNa7PdoRiq5onNjL8I/rMF9tvkXWAzvLU/m2fzc4sE0XrruDkjdiXWRf2tfH9+gYKjYtruX4Z+sNfpJcwGjge8IAB9dPPbgK/ncgehgUNpfy7cRefhD/vuZV2NfO/9UWFrmGP9KcEo/BBI4R5d5mCaeSzK+tflTWJAzhrvTUwLUEwD22DoAPM+q6rKsSz6HXtin/vskur0p+XWW5quKX88t/+TuuNbVi7To7O4Pmfd2n2BfaLWbIHI23vtrOy+bcey0kWlUSh37hDnoDO8nkHvihc/tlvnC9uaa9ucbv7yPGPE4xDevJN3VQXdSlHfmGEAJiHndKwB8eG8SKQgA9zrjdzLvLEACnaJz8Ms7ANx7Cx+Gbh76/KiYZp1tf4gPwVfLbj7P9MVtx7/5kaSw9pl7/N3C9+6wcNbEQfHo95Uw2TTrvSmCoLX80Z9XADj7NnQztkLGApFM4Ipka/vqSobJBVR6WveNLGj74pV4bQaeVtvIjSs5jmN40CesC8lkTZd5f3BxY+djf99rcvj7wh91/2m/PYK4bRtiLj/tvBgP530llzsZ+Mh28ZWTMuO3yj8UHUmE/ig+89rPLKerz5def/sDuf4z6ejQYhd3rb2zHTuSwBn9l4TJvz/FhqINfEw96ledAZZaVvavvZZiuvYfFQAEk8F38bTHj6KATuOzLWF6z1t6jLy38bO2W0j4gs5fNvrzPCUyI+PuWAIdLLprmq28Y+YHV7A/4fWf8dlPDH0keL46m/GG96cDk+zti4vb7gA/aj7n+e1fr3xf/a7nsjZgQ8SPDn0/g0oL/Hci7crfJHKe+6vDT3eowRe6j65Al6cFeHy+uzAnsj+rc/N49m6wTK8biWMJANOZquMzVLz7XSMrmy6w9dqOi19mi2L2Y40z/O3Q3/KS9LpsMjoItX/po57G1kE4UgHseT4O+IMnxJlopasvCaSdBzqzdTIPLNFWgfYCIwggtM4eaHBB33cV016/VjsAoSZMq1wtHIZpZ2AfRiyFKEcBUMPj8sbnM40ZsNDM83zXBg2Gpx3i5z8EHAk4Y+Q663LaZbcxoPslwA7DDQFJsNiQHicXA/RtUI0zZVA2zziZeZZCKN8xrMcw1nUdAG6j7ytAI0ZZITjPeohGwEwIa8Awr1XOKMpP3q9i1JuQTS8qV7cTtgTM3rMeNr7tTOQTKdzs7bbW0OddCXhaRH8YSATctS+09sAZPo6H3/k8tCr2QmMaBMI0lQuHcR3MnvPoZvqMududHPoaZtffX2e8bqA6RgMAqzNMpq0UoEna32U9dC3nTevZONesZwIVM+5pTUBL1QCI2QsbryP4Dw3aENgA/52BojFo3SxsHQDGoZuq8mf9tP5tbPE8vWMFZkb7Uk569jjs+W4z6t4tJ95GrK7tLC7AnVfLSoOlSQwJHb1NVX3nM3UmAeZ2lnUfhqyzUq/7NYbuPGDOOPuvfbsA1AHfuU6tqjtxIYkCWdtODmFd7sqTtIkMUXZr9Yxrs73i8MZ5R3byLrJ828Blf06F9tD9DZbc+91Zoja2yFTDMK8AbMY8bbMGxHYV3WT74TgcB32ST0JApRgrwSjjk4LfFumhvTcSBH9/BaCtpKel1Mm6uz2cYTqdFZjKuiRPbcZhbrCyNZ3O2XjPNf/XiQoxKANiLMDglh7SsWOCuILdDhPdHfaMtci5bRX5Dj6OQS5RXEYrdKRRxdhVkDSZwncmW8trP/u51kG0cZh85s08PJl74zg4a/oduAnA+AC7AsWvs58DLme/mt5ug1062Oti/T5nnte2WveO0824ADa3BfSAFdobO5taQ63KnlvTZ1yTePOjEqXo+E5M6UzmA5ANwMNem0ptjM5cRk92ixsCRm08ar9Zg5d80JrMvrxAc+s2Kk0GaBRA9Wy5Dc85qy30vglGruAbJyxGawIwCRqEoNCzX847Tu0JHlVbRZxj7C+viWTT87/XuT7SfYDiw299reQmRzjEFoksBQDqllKWh48d924vtnKk+cssKTtkuk7EMagzjajQtKyaTFda0D12ha//8bMB4AZUOOuz56V9KLZ+6RwAuk3GTFUQoCNnRHbrQxI2OcssLYjDq9ih65QG8NPeW+4+/+UsU3PJADtMrwPAfEYbXtYvMirtdu1jzHg1d42pHTHZ2tg+us7FRLOg8Kv1mvV5bFO7IrYbY6dbvoz8OQ5w2Ri2V7X19nsi/2KzTnBh9v8EbM0HGVfbolK7rkzQOhZNaAzhuUmwHBnV/MyckO8vcrlavLYNJBD433Zg0xHknTEf0FFzmtSySRSIbN+ftSe7ckBziZ37s6KBvd/EhIAhNgdHxxwQZQBwLfJJNpgAcLoEhPZsW007ZgC7blH+DgbFbr8r6Ns/lM/h/SlwAGAZH0Udq7w+LMecC4kcxOYHAvhVtTg02uuPvdWAVh+X9G7huUEjq5KXnn6v/w+b81R3ipDrrEXz5wQ+i7eZu+V1A/bP9e8zqNcOMU+NTI6c7mDu7qvPVC4AVb+TcIIPhhwO0LGgZWTedPYqHrGOk71awZnctwBmr0kDVUvjG5GirT3y37J+/Mfmuzt4pu9u7OIETbj/8OraO+jH5hkCfP0+5uCAVJ2JKukEf4gweu17PK1/F3wUj+Qt+oxOTejhU6H6yMckkIDn7Prm7qxfVyW+/PJJLMO20LW3razrbZM9/+nEG9ZAzxbpNIbTPG/dZLtoKk3GjkGf3cFK06kYfH7oAtKgKP6L5k1XKdaqZWSLy8wBv3qSTDQqE+XaQtnvdwDYz37pm/UH9d1LJpT+Ma1fAbbYOGv/nyDjzJf1OknOI+faHmk9z9g6+cL0oj2R7nrW6OVDXh3mfD/BzbEp7wSB5tOWmdh+1uNz9qN0v36CNURnifbRc9ge8iNkz6flMny3/swr0VJJSQWK6xndYjh0mz3FlwrYn/Xnx3blY6vYbhhbNv5K5J9p/LmGyk7jVKPb7gBw6PnNX7wLfdIVjdDi7c+DfWzQZMFz9Omd6H/oceQw84u8eYPvfLfYTWi9A8AkGiQBc4OBp0Bm9Dz4GbLsvPehqbsFdNpaqg5TgzSRneDaqQT0OLZA5dD4c/2fz9rHttVegentXrZP0ck6oT29L2018X+jLyah0PTSx7ZkTSw77DPEdiYA7O5d+CWDI//Ua6EH/P7ovykgKf+ng2voQ2hj+TrzhL5Irmj9yXg3GDjVypr6BFnWv0hwymtTAZCmm/P77BmYhtf52DUE8sAPnsD4E4D7AuquAAAgAElEQVT7kvfYKx7nvNuy0Gcje3YPn2Xv2ffY/z/p/50EHHyUrjskV7X90Ikc2CqspWiy8RbwcY9ofAQqnCPr0gW01wpdYJzWGEzoh0KPc/H8chKPKtEvtlHo43S9sq7M87qY5yTvok80zgoAO5Yh/Ta6dY8g4bPV3fCUfa6Jnxx/dHQ1voDpxfJk8ClhXccw0ZeL0XPMXeI7y1vaF8VP9FknD/Z6dnIq6xj6vjuUbMwIPC0B8Lf+9nZcFa7Y1H1kBxhq+CIOf/utP3G5vOe2v11YRSKzMJmyX/zMqTB9BcYdmyDwKJ6QnAytgZW2fLiTKDPayKyclx0HBFl+d6S7ZcxiWlXpP8+El4SHdscx6OF01Ri7qemvE0cz92DWbUMcfTPxmbZPYw8nOUz6M/Zt7KXGvDMW8NRNWtS6UOCo72M/TrzI+zx8Pro7Nu3SK7QEz3XCD7wORkGS2SlW1H5MnAn+Cr3Mwno9Ig8jH7OLJGjrszs+l+flHmRZ6HT0mZ71PMjxA9oLMeFT7lyZ211xp2o7/dznfK3i32wJhAJGH2BaA+YmSDHkCAmcPU9ynFbOxUVBdObx3a7Fm2wQSwuWXubHQTlgzQgoARkOUr0NIAzqblPW1WZkbZzxKAA3yJ0AY86APAz0jMlZhhK2NlCmMgwFW0Lx336ODCplkEXRGdiUsIaDlzb8G0RBhryfLwbS/8agOeOz8ZpKVe/PGPBebwGASggwAyxw1A6Jrut2iT+clXHsWyHtmWYZOAqyFdYh7AHGWSNoiFa5TN3O2TDz15kYfEeFyMlwHqDWTurQymn99BiACP3Nap6AkoPU6zS/syizkRjTt3HTYEePG2c/AeABlCvA7yCFKt7N0Hk3Bg+0lX372T67AxcNcIQGq3rS+5+AJT847Z2kwZ4R2DbIMOe4OYh6Zb8D5uAEdZBJ79Fzcn8qyXf9QuRfTnzO1lmgqwHS3J8ZRCFsELRblHq9RksiszqADbhgh9Fnskwywzy8lf5XC1fGACiKQu4zHjBA+to15OO4kLmFPDzBHFnWXr/3WXt95gTvRH7BHzwrgEfoCiDb6zdOgH6/DYqWs3fWc7dv3wpiaDUZfScT7FHgbkP5/A8Hw/OR41xnSHlPJmGnA5LwtcdYD2jwMHt8yDk0UR8QEGf9pUDvAPcdrIQ+W2bu/QE4+dH+qkIb+oQ/6W7xqwx0eEzPRd6RtQZoB33r+VmLn6UOL7Bw5r4BsOE1U0B+XhnFfkEMDGuP0QOS4c52Pbpj26Ut8Bieo0JFRjoBwe2M8LPKzDaIlan+u3rn3rcMTRWA22XBtDO69z7H1DyIXTGgpK4nUEXlPVUvbuErWYwun/XdTL93IIKKAgzV/PsOusA3/sYBqujrU2k9Nojpeejd9Ds8o/toocV74DHobZOeFqS47QXLnCdpKwDTOiQ8Q/ucrFuM3fBMQNypmminvI4JaBA6TnoM5NDqBvczrzxX7Igu8jkm6t7hL9P1pH+yXitD9GQc74CjsWWQb+38s5Y/jiupCswbYP3jj7UDIqdWJ3lapV9w/l4DnnlH18fwJuEr69uABRXYa1uEFRLsS6OHPebE9GUe3AQ69hMAis4TrQ81luUTne1KsGH0ocZsMAM7J5XVh8Zmv/W31kvO68u5GNtI7+z1OzRbTrfB8gHreEfb9N4z7fm8k4xttzoavWV+GfmPHYV9Frobp+65vpMhURlSNa0fO9MauYCtdts3nBcZQGZB5AbjJJcdsACgkk9iPsqKYm6RQbwO9B4hwv7pfQuEiI/f9BR7R/pAE4d3sOeWfuEbEjHQ/xokNgE0Yp6YoL3Ges5b1j4b5Hrbw1190E636YwAQpXTJSP7pzMOv0o+9P63vYtckZ6xY/1crCQ9JUkiX1Ymr80MXURW/PWRM56D/KHLkOgkPSexCvwcmQ6II9+4q+eRuWnNOEGW14TWeLj19FDLy9YJaKggWu6zfpqxfoEn8BMAmPlE8r4y70+HmGH41pvYQqeq+3nv358zbqnOEJ0A+oTedz56V1dv0TFFfNByvn2Y5lf2TPuFfQi/QwcAiMgqlvauYCK40JUZukey9JWw6z1agKgDoPjvRzBOgkv7u23zeyxnr8WTK1M7QQu52vZln3FOW+HWn4wB+4skuujRHKeVROIAjMgzH0UzNwE6sWfR1/hjiw90gI8WuPi5nYy71V6zfsYgyt6YZI2245s+YnNukgS8hWxvEProNz1/ugTlaIGVTfjkaSWKnNvxEFxhLbEhZMdEFgUoNU2y0NLpY2/s9YtXkewiGfBK6KoEFQF8lgfPs2x7jf/s51UA+Oyxr8Gmijxmz+BnKtiMJasq03b8Umr/pqlAA03fSYiO3d6+duTM0m7jQ9E/vCgFAB3YeCUL276OnwDd+P2D9cU3Sxev23+yjnwdWVMz8p4E25j/e+7P97EFuogh9GHenyRiXbO6OXwaOsr98A56WuvU9j/ALonMd4cZkmNOYtIAunZ5dUZw2XOSqzfAjfw72Jnxvcwv9JI29ZyB2OdZ33YRc4rMmfUhQZ221Re+o2sJALPfjSO0L599yvigf46dEn9i8x2AWnOYKuvsV2gJum75oe+6hedceoJZonsfTzLk2GqWBMjGP/OiZRLhLvdRHc03d5L+6hjhRekAgK9LQjH4xQan2Dcb2/4DH5NklHeA/V2BiCzrcfH76RzpLgjx57APm3/b/8z75/i76hj4lq+LNzWednCtZxoKOrdcnNzx6J/pLMW+ss/sMfggic6tZ7HV2t4++z5AW+M7GsNf6e+zbnMMy5c/xfPNX+WLYF9ZR8rWGTu2adbrWb5TJxi1H8o4Or6CTk0AJwwe+QXuyWeVNGN8OIna4HlOmpz7T0zneRC4Ytt37wBm/BQrj/lBljc9u1Ds1REitoJ+SPANb02lq+WyfMzFF8CPFS/xPEtZpT4ivNE/jAWZ1rIZmsEGbbl3kjoUnzl48z45egMMfvF4rV1shNgktuV92+Ll4PvQ/v1v5p0jyfiRnaMWxo0399ywj/QsEoBeC0EHGvlXz0XIFpaw/TPkcNtch7dnm11ENgnb7mA0wUNskdDLjl/68StJH1yg7VjGfctk4zqVzdcB91tncS1zeBeIrS/HGdMrT1q2y0iYKuBJMmVtPPexvTTeLjo1TU/hm36Hn5F9fa2e5wAwndi0bprn+LrYAS0PxVf3MUQkmdsOOYVhGwPSWrLGjb9nrWPn4g+TjAGN+L5nIb0yX9mUcSaLOdpwfrJxcBKoHO5MoR8cWx+giGxMXS1CARrRIC/Df95/jJUy5lsZQpBvIEaGyAImhxhrfgAWfVbR1zw8b1dDqvw1BiMZex0A9rq2BtGWtCUiInKLEO1EnnEc0DmDRw4+Bleet//rYNKXUIgRsgHg17prDmPkk6V1CyE98w6uNcgcugk4HPeujLaPALAPjR9B1Yoyijetad0OywGozfzA0NDS8f6vPTZTznqy7CJuDPrXfvxFALjwqZcRigKGgRqoZ2/Y3nbemLPGQUX1TZsWbBMAzrOS2R9hK+G+TpdBucdRHM6NgVwGfNPC4a8BeqCfDUiMoz9GjJXbK8MlT2tAUPM/geq3jRD6Htrtccjgx3mKIk1Pe/1IqKoq8gTn58YV8u/z6u5zottJYh8AKu5WOhiaug5FQ0IGwcYet/bxjz/+OA7ni8+eP5qfX1UhY7NovX8pVyQ7pLRtVKwT5ndMC6GTCYqCtswMQO/L7rMpxwDPd5EVtI5qZ5fvoVcAFRzXA3bMBQC1uS+TO6DJ0ADg0u1Y8Q7vMxU/yvytM1Vsvz/PPDJq9EIbl732t9Gg70QH2veXgzPr1sqa5xwDUEaOwYc1/JZO1sA++q6SZniWk6imwuU1TrXgmGCp6V8hndm8G+DUWdTtOLLOvfarcyMPCADfLV7amIfWeb/lxmkRC5CfoEQ78LpP83o59eNIthqDvjE2od0OAPcz0JXH6HvG4yMOFFxWpdEzEL/Xcu2n8W+5iEPhvYszIfrT3tsQwwlR28dnX72uApSOA5XWuHr8aXk5RqHkwN2utc8UOUbXDK0Tm3a8CQC3A+/1lP4bOwS+13b0LOFF/oWe+qwgfQaAbZ/leVc7lV8Bb98j/XgCvHlyJyo5I/Vp9X8DzA1Mac38/TikJ1PfQkH/TTZyV1JHXjRnJNmjA8BdWcC5iYBDWbt1gA9wMY+08zNVI20nSH8e22RcNoAZHJ1O5iFYRzsdRhx54FEcYCfZ3isL7+Qmz3k2Niw/TtpJaFlQQXI+DuRmcHv/x5DhrOEkI+m5aQ1/BxNPsEqt9dyi/f2DPW1akJ2VYRVwG1nY+sU2QTutMymSjeCHfpPW72uP9Cz2WY6wqvLYuxOwv+lr+D0VP6PPaN3rNaabTmjEurRojW4lAGFNi5JFpwp1/Ato7t1xZ51B84zXKI7k/dMyKy2uV46hk9lXB1/HWxft9VrecuB9NqtkV1olvgAZAbiWnXM+nquVLCE06pc9G55axzhJDgnqeo5jB7qiY/wOfA7NMXJ4AyMN8AM4Mh//G6zs9UOCE8lYfMmwXGHw0IloEsC3VQL0TBAY+W8V53XNG63bhq68/0MjyLlOdHt9Pz4ZPiF72601O2FL997J1D1h0ZvtMY9pk4RIAPDnA8J6fyoBO62tf37fut6yzy3imf/oHMuv9+o32Ky9pNqu7209YnBCNqVspQkUKABMcpf4U/t1J6X0/LHbzro/pEUL0N7L4zM9a3EDeJ0gCA3rep0p2HZ027YX2R1A3Pb5838NuDvYp/8YtElVfAe6zBvDsw3WNd2Q4IPPU2w2tv3ojbKlb7DOY37GR2a/9AMB4OYv3ssc0VO37USiP0BQH4lz+G70OuvfshQA2QEmJbaIHjTEkQ3YEf/z7wRA8iWdyn4GgKWf4FA9o4+uuBN/wwt55G2PvgJgHBNztdY/azN2Qp63yeP4Mu2rWH58yPc78Q4aAgspzNxyx2fUzRrd4wdsFN8YB5of8IMX3cx3sq1IBNd1X/6d3stREZbTV0ce3gMmwT52QrsTOobON5H7DPGAzU1/ayZ0FWbu6eSg+HlJ7uof9JFsdR+/Jnu5sKUbX/vyD8Af7Cs9evC3x56NcxlectI/dpWePzRBoYXo6bSL7yNUSnwe8h66ZQ4cp0Gg81cB4BxFoyGNfpY/Ztk+iZKjX2+5A590ccbND82TegMy6n4WtIiPF108NsLQi/bhT521qv0bIK0DwG2vNG722tTi3VTIpwozdJNFbTyQv18YoZKprTTy5PaDsfdPoqr97U2M7LEYmH8SCBMk3wIY1uKM5dkPH410xphAxxlTJbPd9iayufXPyuvsB/Z8YzJ3cn3rsl5nyxtj86Hdm39sm9WRO0qKS7Xfbe/d98YuMgZ0Ovytfch78MuP7Tg+H7qORM0u1gHXv8d87ODLlyHx5MZc2ldGhjCuOxBlW2ls72uZciwVvC/fS3O4jNNb9pr3xna76fuLhs0zE2RkbPhE9xreOOKhtbGvt4PZOwCsDnS8+zyjdJbwwXTFSdDyJFl96IMubgvd6/82tvEVAJZ64DgmbHyPx3pJ1d7g2LHzLEJmneX/6497TdkXPSe6DjsjtHh8D63vJMBgG2CLtm3dvH0SUUavYfcdXvWcw+fZs8idPpIp64z8yph0vTEPJdrNFNt/a3oRBkoQ2Di4CvwGZ+t/tZ6tM+8zXikICx9cx1uN3tL+JxE/dpPl0G7BDzJeHG3jTpE3law+gchMfPeGfcHH17PaTjk05fVafrttPwZlvTz2P7EWZNjxTQeLvT/XPvfReTcO93UE4UlKqLhn8y/ybf3kEDJHs0runTlKjvrI1m/53F2S0Gu/PXbijZEZmzFGIVkfWqPw8r72xd9DkxqrC1q0fxrPYFCn8PMh8pXwNVYDI+7hv47KO0MkAnQj7WFMMiXF2C1UMQwBV+5AHpvezA9jZVEXqG7ji2vE+AJ+G8y8qZtzeF6GyhjmODE4wrzzB4fMWHAMNC4MZUAIj6kd93rIS9DPRFrwngqYybJQAOs+k0yPO0DCT/2ctxUw00YWCoBs+VN5Icd9HJAw+2Zn+n1FJncmE3sGg/j146zGuNZ43338e10BUE7W8NAV4z7/DkBnEKGyhJp2OjDwtXfns1k3zkVIFva7ragFWvknGBwAvU2HbTx8OTemk2d9Q8c/RwZgEBA/bfia/g1kj1OAw9Lj0DMXtK+q0NPKdqtOOmvYrborQk7wrFtY3LypwN0fT3YLvI5C7GBk0wIASlfSa5/IFNS4AZ+QGSdTS7Rg5apspFSLJlCecwitbNSHvH68/lVZwjoiQ8Kfa8wTtEAo975GOaVq/8gE5GTxHs9uY2jXbQH2r+QS3dsyQFVfVAX02dMhiLQ4uh2mzspCaUEfr7ODZt3vPc0ahIZw+LqDgdakAeiVx3mS9iLBuyyOnI604sz3X0ZEn7VE4HZlVWii96wrVPVMHDTmQut7jAbem33LVV0RfvZzHvCSX5ZbaVfZcj3yftuu+h0DmiWQIObuf/VyVUPmnq2m/9ly+a7wTBVEgh4A78dpUULHA5CsozQTnPVuWeHAp9v9Fg2fCpStiEAMfMkn1hjDvnkO3dlGNAYZmbyuPp92Oz8CwFo1WnYfvnwDBLw/eyrrUQGuzTQmeShBqd0fJ4uMM6v1oqqPyic972RWjs7sM0WQlVRnoAZtnE/AvOXuJh/cwd/QRQywMeSmw8YXoAlNnfnOAkgMNVjdIOZxyE3vACttgErW11nuw5dNt10BzL5G9wt8nqQDB9zf1e63vD8g5Yeug2dM76Nfdb8cRH46AAxdRU9Et/VczcdyBAHt4ecBcO916TNv2c+uXKMtT+7bCXjfJD/VleD5N+14Y5duFdfq2cMz40ApKx8+QN+TVf4VAM688hSvk/VaKvB9/djEyEUCmcsfcvyXc25bptfVz3e1UGS27ehZnMiSAA3tfPcZSmUeGmToiqfQsLWL14pALo41tPrSgWOXd1IDSW/+rECOBuSRj7YjfmFn9b5gK/BZy4V3wHXBHAJnd4CgbfsN4gU4vBNy8H9cdTi2Cq0w7zNstW8E9fTudwXpgiDHAbStQgAYBawFYU+n3aD3deWDwYKphELudCUqgAj6La3K0zqfo2TOms9rN5HgvR/QFsl8qTJuXovNcPyV5w/T+/hbXHoDqxr3/6b/9WDLp6qM6SrRpp32s+A3U/K0IOv33f7ATX8ADMkyJ9i+yZt6ZusP8719Ie3b8I/9COn9OPNdydGth6Hnrhpn/e5q+7VtA/JrHrbX5t2d2Bi62H3pM2oDMoo3ZdsnabNlzuG75xfbIxKnAigVINNzJ5Er845iuDtUkdj5I3Fce+qKhTfw/ysZwBzsaxV/Im/W/4rMJvDqsUUUZsxDl6aDSeyxthzA7L5m73z/RuJFJ1GwJgDpmzj2BpXYk/VB5Wun1fBX0hWB1l8FgKkEtZ9ZAfiuznYAeBLJmAkg4WJA+ab55sjzSVBqPlYCJD+ujBlAzc/4Czti35/EhPhY7xssm/3frbK9EzYPsGY7PUHA9xEZ0fMAr83vt12Cjx4aHizsF7r4ponQ5sjWBhbmQmQ09rr9wfFPocetaH0H3NgPj2tkPfIO/WFafha8k2JIXD188dg9fTZvz0H2E3O2nfyzOdHD/xNMwW1p/3rGxvFpyBB4lsr2nsv6XRvkYqy///74A1p720/r32bMSVDQeJ84yRBs+DfA7uCfkxiVfd3Ztv6hWlnfnurRCrQEAwoRnADwGE6xIyU5ok/Rc7wJf6r9ul/ZOLoHGWU8c9qKpmVynvgll0kwzQUEDaIMCMS3HWMcbvwRjeVrn4/tPevYLegXQ9ggUXcgOKusZz8Dv7GTvr+LYZouD/uUyETPYK+xjl8JJqyjrkmi8HTMmcRu+OS2s7GHm33BtLL+o6fmAtHf6zgY+xkUeTR3vav+/c3MjUQJP39a1gdDCC+vzguP4Ce/nz6dpsovu78nAELlJnZF3ktnycznyyftpDKejez1dEb+Us3+hbkEQ9iEYN2fxIL1feMTToLHBApJxMHn76Iw4wTeuMFpxw5qHvxV0dVrnr/yRbU+L58qRnLbELzr+BL4OWMvbiLi2EwT6O/gd/hiK0JPR5CPAHCP+xwpg0zWWk7QMHb8dvFC7uXor3fxAP5KY/SSo8K/uxgrlfI5C/j250MHmQc81p1m9HvbJqwbBSx3IcAt77BVuuracmDmTgU18lb2lO3Eq9Me38s/poOkxvZle2WvN2BIInrrWek2VWz2eMG8lZCM38/Rm8y7A7TNrxrfDzkSU+j1wz6fAPozTwq07At0AHgWCdwDvje3jXzsStbcn65HlkdUXtcI7qM02f+vPW45Cm2Ik1Q8yJqSoN0+ObzmMYqunIA7x6CAszhB98/1q2auX8nsjLF5evk3SaI/3i959PynfTB4l/jQLW9DMxHIltsP/sTe9LV3ANj8M+/Cfrgr5//2OODjqlvuvQyEfz6Vb8qgO6DKI9j2jKbNLOuF2OrBbU3FBNvgFEGRedvZz3oWTrAm0FmCd8UDk9LAEwCecxuu4OANLHVWxY+qr+edr0DVD0bZNmnMtQPAh8iuyuZ7Uw+hkJU9jGNhIMXzzKENyj4nFgddmWw3gZ33VIl7X7MOtDLqt0JE56LI4fpPsnonqKHndaseQO+TLSHmFghkYR0TRL8DZsQ4CDOwXjAMwF1nd2wFX0SUjUycgwkA63lflcihw6nsuoDTdtbeTNpAxzsA7ID0JGhu1VDYheBauGcZ/c78ZP4YOJkKffcxCLThSp7YuUphxtFcpWRBMEaOxzABKhvlZdhj6IVvc1YA3zugUeBVGx83kNptGZp+aZHKeAHKOSPyAEqzX+fdk1TgfRpZAg+Lf08F7iicOBjVhvMR1uHlWavRkgRsbgcRmvQOFchzA1ttpENDJ9DsPUnaFA4c1wNunuSIZwCn3QqG3tCk51nj+JGtWMaqW7jPeJ+dexlhdkTcMowzLhaNOg7NaRUxbSmrrRIAN2PZSo6cb6xx3gFgaFCk97PKcBUT/GrafG5qI6gNRnOAzoN1AOxndp/lm+TOBIiY1535xHmhohP9T5mOtzHdjljkUGWymS9CS9Bk5NcCkKcl0jzozrzeYGZzSP+OJzXg6kTa9bjI8c2Ub4BtZXaymQ0NsI9TYd/8yvXdmp0ABQGvdpiODLRjGHrTVnT1bAOyx2l7rpWME+B//2BAr9Pw5l9XfA/zrO7OU6C9pi/25LzH+7xrRia63kfrcLK6Ix8DtAhsTuDpb//nn0/iCkYRevToGAfq72MPpq0MZ7zWpN/nC0XGvEAzybFZ25Z5IgG30S5wNW5nHITuLNF60+ac78l197PNVxMcO2eTHfMuraG8x+VgmN+VaDGGop79zrZ8BwL0YieoHLoN6B6erhZ+z9prLWNsv/VT1iKZ+GQIm38f+6PnpuvuqtAGFbril/v63MkEMZOoCI0FTNjW4e/vphvFJLIY6BjaxPEnEQCaa7rtQMlZdtbFyiL0xfpjA7f91BXArClOZkgviXR0tuiAXRxE0KBUADOOG5xrUDV6XE6JH++9sQwc2+cGPVizfzwBexeHXoGbVNAtSvoGDdfHSOBzGeoA204YDJ+TvMEzOoAQ+lh+RTZ8VeUdGT/2qFfSsiR0e+j0spV6H3+Cn98A192B4vZ/9O6u+hVNy+f4/fdUMJ5AfLbDssJAteb7BNViwy3Q1sHL6HPJkm1/uDQ+SStDI/e+tn3zQ4ZPRnUD+5lD7LN0gQpwlvctxIBeYM0tX2ZhXWn1zC+8n8RHbGb2s5MR4V/Ghx7l2YDdBwiQPK0978rtd4vI9Tf0DtZU2HlXQOG4K+Pe1w3yS6KTz4+8Ah62fcK6rwoM6Ok488NzvX6d0Iw9m5bNq5d0fXwF2ce79PAldlJnrh8xcSFBrOfyUvjTSUeP/iDAi+669RD7qjVoOevbKwDmoKYwIZIOBmhsHoa/Gau+Y38NhA1/AIqiD9SY6yfgFx3guRQYfndw0Pe0Te0EV89XyacjK6Av5suz8f+EmzTQze+5roTeKwC9yRy+auzttU+3+4S+t6zPf/2j9Yl/r8o1Zf5vwMffD+YioEw/PiKg7md/OCsZ+m4ffhPI/+aErcPbQ7tJmFv/FppNBVq131UL6MEfXBRAwE3WxaMXCLqzrqcykQ9kp8yA2+bS+BKYoHL8nVwrfYM/cyqrPYm0LJZuPns5x9Fk/py5t77ZLVegMH1uAHnsok2Yx8/Q3m5CS9N3EjrjLOq9kjdt592dEqynJzHuTjIKTaglbQIj4v8by0N2tLyHtrCpDqON7WGaf+xhWoCfLRlCTIeDqZwfgBX5x7W2O5/KUmioZb2ez9Fy0D48y5ykevCROzEJUBqfUGt4Eqs0qmet/vzXH2/7ZDbg9i9dBHPO8ZX84hiJQyKR6/ODTa8/T5v8PkJPtud0HcL2C+NmXJKZtF0VHXeSbdsvrSO9V8hO/V5/exzPQv3x5zNfr8NjX8xmUoHWgf6uitS9nXzz8gVnvcBndO3tyxx8Qz7VKLhO3Ae/eCec/fRpmse+iobgsRMcfhYggZhsComTS3frkyLfHAgYO9ZHaom4Rr5Qwab7JTaPHJrCiRNAGD7s93hvLnvTtpyfHSMBHtN4aS+KjiXBOReGTsQnSkzUGEnQ76AadHWf/cx7kN96R5+h3Lr5n//MkWftd7Qcp4ireSN0uPEB6+riHQqSoCv0prtzFa57CsSkA54/TqLb2IVvjDJYDpjWtmfd5LGbV5J4scnLnah8jh/zcqfV/6vDkvTrR1D7dJLD9Rpa6M4iPxL4VSnaSTtdVTl0Ay2FvxJP6U4093ov7a0N0wGuDhB14h7Bra7QhW9Yv5jrPwPA2H8iTKqtE78IL/su/KvRZ+g7OnCdYz+fa3t9Q3PfAWD0Ra9R+KNv7/IAACAASURBVD1HFhAAzqhHV4wN8oWV5TmbXH4wR1eY4hu0fCJBhgRNHT8TnpGNmnPkg6e+4017pILGSFFG+xEqnjG7m9/HN32uhda9npNocYLvWnPRp7s4bEC9O6K2/UzR3Zf+32MbMu+7Q8695pbRwgy8/mPjjNwDv8ImBGsMJrQBWNsDT+C18eD2r0yjzwvAlLpLqW0D0c51ZELe/bYTznpOALh9FObVAWCC1bIp419tt8476M61najULeAj+zbhN/u1voBkH/NHT6yf8d4H7O6W218B4JdeHv8gTJm9/dtzTtfaMM+IbASdTFat3mYm3T3Ob0LQ32SE3CXXJjRVAdUCHANTA7kcUQIwLFIAmncLJGd76GzUySjQs8lUEUgJsZABY/AQxWnQOGeQ9U8DaLpfhMZzaIPDphzlPYCV13WEnqiV728Dn/ehYLxuALfjhByAbggbg4FAN+9hfLz7gCVXhjljEVOcyroZmDO3lXmivZ9MqTX44szofT96lF9ZWCik0EECUydDww5NhDEOaBgiLRD04zjbkCNOHRnsAWXeVXOZc1aTJAK9z8+zARKwOj8TaKpgz501+zqjV07VtAnR3QAOAkpRivNm/9POPrS6BmYEZFfvIPA7YaKDuxhcvzzjb2ZFplcyazTvrGUH0hEWAAQ9fgSiV0gCzgovDw/g8VOwW6FZeHVAehSib9ZN1RoQefJmtSR3GCzOmgJinWC2BVbOCIYvNUcq0dh7z09jna4FCGA7POWszJJlfcrw5H0tj+I4PyDfANm3/GqethE0wY9fvS80lHm246znnApdrdnzH0AIP4szdOzk66CgqQ6Xo/NUPADuBSwYoV7CVL9usk3GgHwHRDQ9zJk8a2RGFmhtOhOMuZ7svslQ9Lif8WC0tFx6yT8D1KlckULnfEH2hr00IDQJA6HRGIOa850wAg3f9KvPJVbbSDpnbj0vVCaVMBoqvfTcbg+7snz4QWuHfBENqbp05By8LvGCE89++1/9x+uMUTUzfiZK0JUgeWgFsHFAwfn7BsORI/c5Q5J3DhxjmB+AdToxcKa1WPm5hv2U/gdApWW/ZcM4rMfwRkYU0H/aLZ1klCuBoww+9vuoS/PkVvWfM7eRc/O+TpKJ/nz27JH3tGzOWDMAy9Zp9U/Vxu202gAfuaR9khHfAH7AtQX7MfAZXydE9ZldzQemI693Eg5i0wAE7NmhjN1nxkltjcF2+GVkiHUNlXtTTQzN+drnPzm/rTtlaE3UMjb6MTwzjpqcpud9nnvp/8xhDU+AcfRH1jl2juVYtf1FDqLHyMR+687IYfi3Ow7gMHRFFPKd9fxKCLyT1agMF5n+9o/fTBe3/AAc1Vhdlfq8CHn4lvMBG5CzW/3BGkW+Wr+cMrFtHWcZMfdD96kG1Dq/nV07NNOyxw+sShLP/3kNba4YIwHgY8Nqd0RvTiZKF43zM3sL7/v91iEboF0bvFyEZ7Cm3QGIDFoKWB67CuCTwCxZsJlvntNgbiesiKxPtvrYgq2nva5ji2asccYa7OvKqZd9XQG7pqkO8JGAcD+PNRs8/yR5tHOra0zrGtcIEK/tOKBtP0AfOGdpCZiArvdO7G3nNUBGZPhT4fD4Kw4ICKT0+m8wI8ubgHnPuytIo9/Cr/p5ddCwvxCwRffrEuxFQE8FjKD9eZ119L8eID/ttubBs2Ad9MqaRh6RHe5z0zTw53+izejrAN+Qy92JpkHptJBbkJXxvvT2+EF0ZiFYwjXt77HPgIwGS6uFHe86143fCV3q365kgceRoV6BC5y528YnAz8+C/YD8q47WOGfIT+Zx9Ff+D+j25HDvI+AtWxNJ+LMYHUdCZ7QL+POnkv2dNeg7zPAdF3sweX5tuvt68keKp7Pe8aWvuyqrMUCvth02c/xNcd+a/muZ3ZnqRcwOP7FJqwO/Q+DYIOx34Dn8Ph2c9HAN5GROfcZlfDcsZvP/i6oiP98kg/MWx0sHv2CzT32aOTO8ivv76pl/LVO+ugWeaE37M4FkO8KbKqHNV/wHPZVlaic1605HJ9NMsX79z6jDXmZygfpzOx9bAXa/+Y5DaBnPwbkf+RG28+6jmMS8P9YH/RZ+z/Qhum+jqQhKNf6qfm3K6ygMdldB6CcbUMWv/Cw2r+v9d0q+pzRjFyzfFHC0+BNWisCVJKjqrJBp5xOR7IGLWTVUjnyWfLl4EmPXmTeJ/AvOW4FIKKAT6nSX3C57Qx4BHsa/RxBJt/83THmV/gAwYgGgsVnFFmAwWn8oRmCIhf+oNeOwo4fFJpuOWd8bzLQjHN8BHgbUF8ZGt/i+HPyQZ5n4WuFHiL33v7Kz6rL1hGWhc8yd4tikqomJun9lh2AjmYPYveH6KxfKSgggb5asd+4FzpLT0gnNsn02DKWCcefi4xBVmD/9JqSMG06s3yXHtjEX52LGL9sW8N/dTTKO2Lj3fiDvutjO+BLaIrEc1paZ8Rv/O/YCM/8wBTw51dnBQ/rAKswxXRgSWAbfLOTt8Nk2G1b7ZU1WU6Bt1nj6L5Hfj32lPBGih16/poTWDF6CKyU51vOjl8VfR5bkQR++1YTAGn5E3rNkWfHFpW6l+we2YYeO7Q9QHX7hK2Pbn+Pv1njbjV98IOS96yWd/CKH7RdRRCxr0cnMmZdfycQtz0cDI+Am/yxDWhDcz9wr1tvzABIHnnhwiOLk4gXW6MDWS1PXzbs8ELssfcxLneSxu5LbM0OWG0nEYrYQm/x82OXQ0t93iw+pJ4NPgRW3wV065Ou7sd38JGGVKW/fKS1OzSO7lZ4Cpxk51SMhd9fZ3T3xs963Ym4yAn29Ry3OfeuTFj72z77JDFBH7qcZ8DPHchTAl4H/tyCfbB0F+1dfpJfP3g5OmULiTIW5qLxpPPYJJDVUZu6LknV+Y7EBCdp2z5Y/5n3gdsi4w+mWfhg85HN/7EJ/L6H0Jlf1rdl3Ca8ih/U6cfjf9ZAtgVjbL9gZVi65eH/ovfPEQvEibQ/UndDw9HR+oMisfBBJwrd9jlyhOuODWs+jc1Ekn54JATzxE797z4vNtJJuB3/sPWbjxgbLDbY1JvWtGdKLtb7goet/oHW0P/dATbzfweUvxICf3TA/Od/16nGwwgu1Z9ggjYqgTQvwwAEAfADVsQZvMGwu8KtBVoL8o5g9zV69lZXKTAy4OQYJHof5f5RhKlG4GcV7RowMj6Sba6zZxJ8AqdD+GLknbmOEaT5k+GHkHyN/SJ8GGVHlN8IkPM5yinBsDnDUFmoE/iJMld71SY0VV+9wQ+CdZzvQ2vCO4BoIWsDY/bveRJZia9sggGg9f4I2mR8Hmad+eIU09IMRXwHgDVfCL9bzXTWLTRkshqH1hmMT2VLsvTeZ975mTi+Pvdq6RPj7xjIV0vuNpz1HJRNA+CM08x1AItpvXgsoW2hag4ZhXo7OAiK0HhAE4ODaq04INVpqTLtOzDwEFBUojZNcTA4TqPnMoHcXLeA3xlynxs7ARL265etKwqHSDA7CRT7s9nFBIABgZuuDn8auImyyj5uGyAUF7by3fqnz+olUaIDwCuQf7Y8QlHMa0/1mullgFi3l5SCMnieTCWMoDvzqh04KkVux/j+Wwa5HU7plud/KETOLgqftUO7hjnPAshC8LeTcmcFhS61mms0RL4OACuamQzDdQ4TrHBV9/AY+6R/70os+PjH+TpkNhad2VkdftQ7kD9tF0X2jwExvKf3xiHcKkiPxVUPSTho0MuAxnPvyewWEGEHJxUQZDwKuDLfDBjpCscB4HEc832cVhIgDJyWHMZIux27pvmmPyp07xbmt14pJpt93CxHWkSbJ18VCxuIsDwdoyV7F93nfSCQ+GGQ0ZLa7//FGWJfTkufj8jY0TedkWq63AJ2A3d9HY6kaJckId3z14D1Bk2sEVxltMbwV4VxZ6gCoG8C1rb+YR1lR2jdumIxCQuqjN621LfD9ttT5XYMtUqQ0vhOIsEkgACE0wGhz3jOmocHVJV1H0kALairBy2DdP1/yFl4TAfxNGfMe4yWfU8LZiXMXGAPuueduUgL4ug7ndmsoUievzoEjMKxrFFVkvX62h1xdt6VotgPHYSHhv4qAExAoRMZ4nTlvJ3IhrTE1LV2GqS+aItb9J3kqbV1vvTX4clxrNrek06Pbo9c8b8DeHXFA/r4yDmth23ZcSSGH/yQ/9ls4WOrSnbKoRi51slALTM8BlqFzTvIcPd3tj3RwQ8NP/a/wS07VqOFr7NsnFQk+3m6idipja90xs8esm/MrQM0b6dFQihV6nQe8rneY88c+0XL0fbIvFfvBuDBjsf54owkntVjA3RQIOEGG5l+sqAzP8CzrN2AvCMwkG/esrHxWGMqFdjvzs5lv7CR7cRPIJbPlGCxiZGHK7zuJ4hl/fTrM/Aygdgef/7xtLr6AiN8ySYt6Za7owdv/9efT6Lc5U/4FeJzkg8MbFMBmFZpR28MXTnxzIkoU7k+dHnWZfywrP8baEAuI4Pbj+QMZmwMrf2X3UmL89OezDIrQHX/9LxukI57acWMrO/jc6CF29d9/T0201a7KHD2Fy19FRAo5gCk4LzLrFmI96tdnxIBnJwkQPJ5j4AHAL4DOJJ4OPTfFda3r896MSeNrc93p6KA5Kle368AMO/SdR2Q48xsfGrTgXihjsvR/p2q1WFmzka3brPsGx+kjgDq9ezM+hvQPnP9OPJJdM5PyxsAKr7rRHY6QOg729Jjv7yJcEEj+Vqpvp+kt2O3xqYXr9hMsJ/x9reaLqCNM6aPhJlb/754c3i9AefXmJ8/Okhyjsh6xuUAzJvNTH+3nWfeQSCTJPG8t+0WjVEVj7pOCV9fWE148D26W8cv/S+AiJ2oZxPgbnnv5/rZChK9gXqwi+52Z38B/GyOXjgB9uc5dwV3j/jPR+4CShLgIZnGfuRDj0kum7NTH/rQWbiApaG5JCHynk6ixJ9CBmEHtq383o+MDv5AToJZNN/EHo9/GRrcfW1cpv1T2W5fbT+1T0kAmeQpP3H4wwmieUeqp9bPs261sNiETMk6bJT1PdbXBZeQzUPg+Mtfuen+tA6uApb7mqZHWqH3szGutH963r32nst0hmr9SgITcq7l2j0GjqZxh5qxE70/pVt+2IO2n9+JeZ2AmwTdlYPh660wfReNJFmh9QYJk7dPbPtzZAFHcjQ+LXslwebpivPvd8cqF71M9ZUTSIxxbLtszbtxtMapjPNcAWD5muA/2Zy3QOu21PgKnZDCXug9fk7d7+RlJ9hVAPOcDfv280MXGwjSTVQSEwD2+l5HBB79ZNklP1ayYjComsotN3lfGPm4AIe0foXvd2LdnWjXicCI+yTGJYHe/o6Nq7wG/77tiS+/Bdvvy25rOcHgmzZfOJ1fGh7UGrWe93ocbDz03IFk5hN6i17OJN7tYu/xQyvgBNH5uY812BjMPis2aFCqLq66Eznp5mNb63km55q2f573KJC3LYqxcV9+v+XcHj9xfCRhToNBksiU7/AlZ71mUU5L6ss2YI1pCR0aBC2mc8Hi3voeeUH1rGyOLlZ8YeuVoNU+K8HR1RFZDwdWJxEp41jjIj5fEmDi36wt/tKldaQR9Mecbp+V8+mRyylUzP7etE1QHvymE0iSILAJdO91nRjFM2Dw7/sIPhKAfhUzMMT1zAs79renw5X0QftfId7pPAgrSI6Az3hv165ARneFPjzUvHQnQN1xPr2KI8cS2B9+rqTeryRTjTWycVvcYyuQ2ExBEXoFXtc83slEi5cdTMd0MmfP2z6SL5/iEZ6j4zfheXiS+zvBNHIeahoxMx8cHXsHgG3cPotvATM3r7Kl9V8AxK2E3bfcEeZzVu4H0Hc2bhicAFgmNRmHh7G30iQMfVcX/f0RxArYrBF+t4I7oPdoDgvGq0XLMXamHSSbyztZzhhc7/VFSYWRMG5jhHYZPZv2yuA0gBwAPMy6QLLHbZRHwmXals55UYyvA8DMqwlQwwUQwLiDQI4DplfM+lFOr2tsGLtCcAJJDpAle8nvMofGAN8WN5vt+zov8pkBFcC6vgMCOXMnyoOfvwoAtwLVdXKe9Ey3fTwtuAM2ARhiVB8hq7M8NA6B2NpPbZuM2uf+zC+G4jkLZoj20MUFwPd5kjhPOF3e96H1E+AawdMGabdLgQ+69Ueff3fmYVoOw6MwkjWTtewgAQ4X+2Z6xZgW7f1C4bYR/G6N9NzzrNO7LXcqGxVwOGMsp9tGqhTWKK12/LKHl0GEtXcCVROgrIAFgCtGF0BcA4arIDdzKLwRcKSdD9YlrR/S2gPBu05RBvCpfGfippVxRiUjaOu16xKDnB8qPfLgyBGtl4CNu0WG9rfPfvsZwBk5Oco4dJu1TeLOBmQatFh6XwOT8TWtkgmPQddtdFQxhIxHiXeHAva4wdnQb+QQegflDUjrAAVVVgpt+IzmZH4RAAYMXiBj28v+8QDflrNzZtyZVxnj0MHqh7dBiTJ+VfpNMOTdWnLpn33Us09rU7dAnFa5R7asnPiVw3WMnZYpMkRfXQsyoa7qYgyMuwOwtyP1yoj+EQAmg5sAUYKIYtM2Qhd0CRJJ0OPoDY3f+vECzCbYrvE6y3AcChK/AGv0fVfc5doInQZ+1RJZP90qDD1zVxW+5PXQxHHan7/lSCfgKDupna2f7UsxzPVuQHD2QP+ucbh8Zj30LBcVGb7+R+eJJC1lfzEOw+s+I1LVOKO/IjpVASLe0sPXWdJzXTEjgFCBmcvZB2DTHp2zZNypQMD6tnvUHrydoND9yvUxWomi5WvbFU6YmHl4j56F/TrP8s6yx37wXk/m9jzW743M3TEQeOSMngwA+s1GuwWcbOCxv5rPzrOvNUK28b0cwK8AsPSh93IcchyM6MJUp6xeydM6MQdZxnuSDEOF0Oh/z2kDBD/P1s7369iP/sLONjAUmZRnT0b8daYiYyBJRPrPIJXt16nOGV0nm44qPX3Xx5notel8ItBRZ8jnrGnpNRJ7cKDhCxJDyQr2mvpMwlTJ7j6tX0IrcMb3SvSbThN0CdB7Olu+9zW/p4JqdXH2rxOENjAc/vS2jH0ZvfZuAd96OzQytqjuK33ot5d9e+hpaOeAAsgGg+vjOjz7AP9HBwU4D1HyT355ASqihfJc24alQ0vTLjZ2fxbAKYFM09d/rG0QYGT9jJc9MIt/8yG+0+51bIbu2pN55MzpXvv7bLo7gL77/fHbMw09T20EkRXZ26U1VzCPHkT+dwDW9DWAETo3yRTVIeT5+z5jG5BW82QPOEuz309wpUHyTRDYswU1xlMB+SyCMvQTcBwqHzq9A+EAc9BVV5HEL14edAD+ocUO1nq9nv81CNkr7T2cs9Xv5KbuCEVrV4Nqw1uRJ3+cqjM9pytFuuIBG/Mc+XQFaKBfJUjFTZt5ad0mWNSVv4cW4Xd0nfSJdNH4VvG7xp58xu0A81RI3okKPPO0Hp8OCHdLTYJpGxCLfa+kr/wEgzh0IL4/vu7aA6fiYUCoPCOJ1/o5/DVJy6e6YgTW0Wmzx72vnwHg5wLWhjm0Pmx8Brlkve4koSTmIprALlTBJnlmwPGyN/yM4h/Gd38Gbej7gIPTeckyRXrKoYhNnvdaLt/keAv8rMUXULORhelsRSWY/j2JgKNHl6aa53Wub2xt0cWp7D0yPPiMKXYCOm5hLWx/1jt7mYKDk3A9OodgFm2Y85yZm/SGO3KB0ZRTD6WN7eX7qsXhmcskWtxnHXYQxEDvEwizRJw1it2USVLBTOKQE9Cun5a53SEOn8SyqhKTPa8C7Fk/J6C6O170KLzq113V+MgM5LFeAbbQ/mnTnR9zdHxwLPiKTjS+pnwRAOvbF9d1SSJBr8c+tFysTmqb2Dz7N93HAsavgWss5t5i2cy0kHwudQDELf3FWNvVi/G2baN9UOLZwaW03qo4tg288qlxmCSJS8Bn1da2SqID94shgvlqrXIm7LFBqkMDld7WC4Nb3rTDfS13NR+9ywH4woddkfh85MC290l09RNEO4nu8zJRcgqSdA7q8JeCEfIFrs4jTsCTX0clfelY+ANMMs/NfnSCffZpKgTrjFjfX136blu214YgI/SofePeHww4dH1ofYXfoZ8j6zVfgwdZv07aj06vToBOcIkcOHQ0NkY+XH0W+0NEkz1a22+C2wRQJ4EpmHjkJ2vn80ldkMA7Y+MYM5YnJX+ltptjEEKra/+YLMyHk+R6+8IfuGuvqcaQWMAGWHtMnahGi+dTuFJj1zGPvFpjIoDZw2mcrsfQwWw+7+DqXXXYdjs2fvtJGnNX/XrNZqw6YuhDfZ/hYGPrA/zn6LONXS3tZe3pcCgaazn38gku3qJDhhNKHtLoZA6/uzqtQT/HfzJ/hE4IfndVa8uJxomla3JExdMW2bT9rMXwKIWPi3OrwliVte8jiRbTj+zQM+Xy9ZE2dAbrwGQwtgRFjYWcRJAI4Lvy1HGwLiozX+ZaEvLcAW/w1h8xwrkefX0HmkMT2UnbBSW3m97AB8J3o6sHV3kFgGd/cyRC6eeRO0dvjb6R7LnjL2d+z3uIH7GGtOiX/6af5gHbA9XZkjkx94y97PG5uVt5NyZ39NsvEgg+45tN368W0Lx8lFsGHwPiNZHJMNzvF9BmQPfAOhD1tSgGPJ9M5EO0OkPH745Sl8EiYYATZeIawDvZeP/xf35/HFiVZcOEgD09TpRkZhQi0fScbXiUSgR8g1lce4BzZUY8gyY7woRkQGWe+xEAbuMbwat/MSzJcJSj2QHwDuRpwNZRUuAOBk/g8hhi22I1SnQD518BYH1/srMlIJUZOmCWBOmCjhr9BFsUNB1A3fuj7EoDptOy5aF7lJFW43VG67T5zOfZYxi3A8Cc5xAGHUfpowWI77USW4cqAN0A/tDuONztj+g+xZpRzEsTAcaguwT3Rvg96wX4ZOU0+weTk2UXZ+Zny2quC62ltZXpczRdjOhtsQYDH76wYf/T6eqM3QUDUmXcGZKZY2g3PxhCW4EbWn9nE9mwNhAwjqX4Zhwj1s+GwBFe7wAwRjuCE2Xcwo7AaAdTkwHKGFcx7dkQA2TYyQnQgjOheXQFvGc+QGMAGKpc17HrDJo2RHUvCR7tsHeAB/rpf28F1aCcV/8Zw50VTlDV+zByJEZwzkjovREfdsVJV84tIBqFeNp+PLTpbgZyKv7zt6OgcFSlbPa9V7bR0OlmE8YpWgUdYCFrX5U+Q1O0vGm63lZ0WbnjyIxTuFUQE3Ca9kVUrJyWUlcAuGXCAQyeDTjZXg7sQ8/WApHpg20EqHtnQ7+cgJqT5yO+fe4XsNGB1aYH9Bnfn3aYdlwnqKpHFegPOCzAVEB8O9TteKAPGWMyAxe0BJhHr5ofho/b4X1lqY1OA5D1PQOIxWAVmL/ZaXdSR3eXcIKFDbOV1Q2AhR82k79lJXyNAYgcgcaQQdJdtGODlsxHZfyzHwTkjqFbHSY01tZNB3SwLvBIQ+NPAJgf1pCAJokJfK8quK1IDF/dFcP9zm4xzpnLHBOAYX7ky/Os/zuVCXQQOAD3AOqKi+f9FgYzrASApb8V2PDMxtFIQgwVFsrkTzaiaM4695mCz7sZPufaY/vBywZLs544sOwNLdYIqK+DRuZ0JyL+bLnOMzehgnlleuaZaX0Y2o2zePZE+nsCl5vhm/N7MsbQaycTYm8wh/MwfhkA4XRH0ZqOfWTZ/fx9Z4Zz6/vYiQ2m6nvrtQGA9JwAQqE/08PQL60OA05k/UiOyntiL+fGXS+JdsEL2BeiB4I7smV4D7znJ0meGrDKfmHTMXeSMwC7SRTys2wvTFDBei7JC0m2iqxvENp2r/cjQ+99lHxy+yRX+oytVp7Xsc9m708Fo+yBSfwyaDovubPlARuSVJEOALJro4/f4FAnGsDf7O/q/8jlbuHmpA0HAvF3BggrcC5zj12XNdz9B0CgMqwrGCL/kkhD1XvuXZ2j590BVLq4ZO/XxkI/2ZkV7dmO175te6+ftg9yX9dPVvwz166mip5JljX7jX/Q/p4BnAFFem07AUqfh364AlBl1n6q3KGp2w/cu/a3A6gKTJmzmA/Y81ymcQHoJrN89QP7sf5e1i3ADKGNvEt7SAKv/l76neN4HiITnREA1jWdEKRnNjCHTNZzTiLPcw9twCUrFABusD929FS7VctO2mmbpgZUBmgM741PI6n/XLNJwQFbPJ/DozNfonem7iTg3va3riQArN87QL4+iACiJwA4e6FEgw6qdcVmxr/JKTleRklQw1MeaiopI19WVu4zlRyRed5+pPdRts74r+6shv32XJ+zUvWGDS5SQdvrugleBCN101Z939U0AfiCTZCghsykau4/rYs1vjnWYGw48XN039KtrkFOGQy3sp5kn0dmElhuAK/pLTsc+YFvADC+CXl5Rye4uvtJdYiBHtDJ0BH8DUjPO3zGsd+7vmzr8gS3F9/yfglgt77PEsBToUfp8djmzMey6flfEtACzvs5z7iz/tsykCDqCSRW0hAypPUk6xZazntD/xu4+hFU0usHPwDIDX4iOwAdHTrG1+3A+84/ulc/vUbLL+M7XcAvY4Zm75ar+T4y4N1qXp9J5g1uYz9N7SUf/3Qeiu+e/SSBeds76p2Np2DD+Y3WUeNb9nmbdKAY/Kj1XarglufhzTvRvfepbV+v3bPud4IJ9tix4Wdvsac9v9Hr8u+74xW+SvtryF4RrPmnZMMWQqysDj0FTzXF2nbb9vfIvxA5AeSha9snShyI/oZf784M0NftC4i+cqROfA0SGNAlrOV9hOBrfGMD2hd89AlHaon/glNp3EmmOHjTBOLQt3oPiUa8s8d65FfhHdo38Vvk5vhvdMoZPbj+9rt9KHOF19CrVJASsLjxBRLswi9/L/p+230HlxMubUw4vBAZB0ZaQfYJArT/3NgXa9K+E3iS+BK/HR/apDL2gulr7Ertifmggt6NNAAAIABJREFUunOGrt64Cu/rBM5OyLTse8ReMLhSChVot69nfbQV+iQahuc2AAz9bYJ68E/LSreQzRqmW5+F6ll779FgPeiQxmSo4Geed+tqd2p67revVPQFbWBbs6bh16wQGKSLDPxJfHl72KVfuyPn8RufO/DxWW/WpTsk6FmN0x2s5VRHztEDsjEdlF7bdfHMvKE7etlsGFzl1YFJbZHLV4MHOtGQ8batHdxv7EXJ98GnO8F478tv2GOmyed6dcXIun7bVnq+7GL90FGwk/SMZV1NdInNGJuwvzhJ1M/f6JezV91ZRz6U8O7nfxusHVvWn2vPE/fhucFwZ3xgARVADA2FUqDDDrhTbITPCh2rs9NdFduYiJ8rP3TiF1pz8EXtsY8iMs1OgYETKt7dG/e4wewN+EX2KTien1A+v3n0IwCc/VzbzOOreMTBh8o/AWuk0wzjuzsJx4ZZnwX75YXXjnzRdQTYOQLnYImzt+9jr+LvNmqFrX749tq/N88qQSv6u3+O/ho5fHCcmr/X9gEdXncC6GyLuA02daZSv8xZRUPo2bAQAz8N6vKZFf4YZb5HA2sB9nwmAXn3addj44glEKfBUzn8++9/f0XXW3DhNABa02LZAqQc2aOAr97qGG2HoakctlOQ+UZNZP5qOYeSBKQMkU7rxlpAmG6zFPZLADKckfuMnSbCV4btCEQ96ZyJUWdW4oBp7PSIt1ASsVeAV1zkqqIJ1tqo0n9mztr7c6bwBGA4Y9CMbEdoHQ47deMJNbjna4fU7FA5WPA2cjr7qINxx8gboyxAXvbDgdEZLwzF6kb5LniFc2jhcbiw0KPn8wYZj0NR3JvWSnLOU3FIi04qwGGLfleSG+QFaL024Bbq3jMEJeAw7mDwGCMBjI6DPEPurLXlywD6m420lhng6a+qWQ26+aD7ZLEAFLD+r5YazzRSiZDVtjKZyd9Ggr7fc3qy723kkakTGtHZvE/AQpVjzqyiagoaCxHdZ+TtOBjLZvC1A4xSw6S5K5agHbIV0bXw/bb727PDO6gDj7chU9yezHLJkpMBSoB4QUEFgvWDwcP4nUAyxv86zQQN9Fyc5RhOAaNm/VTBbdA9NA4P7DgJiLWqiqxr4/5kIZ4EmPe5au089z4zF9bK+IuD9QtyR0cEKJDWjKNcemYSRNq4BKjDQbLjZccoxjcGqh0PsnrHAUgijIKo0Hp0lt7fn9+gg3ATzidkby+b7FnnDZx5v0feMP+sf+TgMbLG2RS/Z200jgUVY/BsZZIAMBuohaJZRtSGIeYsk12ZFWDZvFbBMgLo+pyWn8gUt6CbgPVmQ8bxfPG/Bj5j970ydK1HlgP82wAY4YOsQ8Dud4uunB/91qc2tgTqHQDlrXtYZwDmzpB9A4zrdGGAynCOozW8UIEmgm7IC69dBess452JHMO45QvPJ3jNehjwssO0ICJHRSz/b/sybJO3U79ARwxkzL3oFf1t41AAyQCip6p0xk+CXe6ftsMkKLjqnQxXzTkBIM2PBIQOgm0CzuoyghV3ZV6Ar6UPaFlyDAAKyuHoi5CYtcLRTwTkPSoBNRc/rH1UTiCJUScYQEA64zEoMO869Htlnt863jxdgiDJTTM/2TwDcDAnPRcAZ+e5AUv4D3sqrSAjF8PPBJ7Dh7ejahsa2WYHJ2/BTrJeP9mibzuoz6Du7NgbJB0WOd1ZTtDu2Nx5X3gqlTayRzmSIYC7djRATFd0cZ/GDNineUP/ANeeBvQ66x8bPYEd1o/Wc6kqShKTxsv56ryPfW1Z2lUTlzQ78s3AoQMMkXHNp7qnq6klLxgPAYN+LmNYnyFyTmtFJQ6tqrI+C4Db2R/BT2CjfZAOyFpGz9qR4Ir+yBji8xAcC8g2IJo+n4rvk0BjnRVaOtWn5vEE0rAPpBdiz6z/0gA5Z5D2uzsTn/XthGEFbAP6ZtC//aYWse/dUrWngqLpTBDa9FjHVzVIUAkl6PkDskiGjv7U+ywOS180AK1lsH80uq1HAq+yrmtjb+V4wBCOKKBqZpVpV6r1GP5R43fS3+yJ23QfH2wSKScRQ2Mjo30DWHGe7YJYl2uddn/hvx+290y0g8V3padlvO3Tpb/YQznGSfuv8dwdhqiOMC8MXZGcgr92EjQmwJO9k+yMbta4sTvhp+AGa680v9/2CzQDjTvgYb25Cc+65t2yX4SY7kBmj6E7r63sBclLrfXIr65IXHsh17zl8RuLgQ60J6kYQb4ObvHsN8++K3b0nvj7CeCQnPvVdv/ucKC18Bxsn8bHdSWM/jMLRsD28MGY+5YTJbexF7LHm9DQCQ/IQnzZXwHMnlPZAz/swwmU2X11kCz6utuOoy95p/ZRY45Ps3KEs9tI2O05ZX1+JppBS+xxt/+NvboJbtjKXttHpgjEJbkpY4vdmoDZgNLV2ePGj+AffKSzf16MdEL4+lk8Bhs473q1Jp6JoYdZLxKUloY3ARD9i4xpe9dWH3bZ4f2Mbu3GTahrHmUOR0aOCCUArM/7TMfQ7siliMCj19uP6+eGVrfqjL2O/Zf/3frtljl6D/orcnGLYvZd+Q2ZgfyAfgIvTQBn5MqRZXX0GPq67SRaTPsJ42eRmIrf1XgiwPnyhTdjkvSCC/iokfI32YP+dyvVp5NH2XLYfSTl6z7skxwfkoQCfJ1OltHnFJq0XQ7NeJ9JEB98jYRteL6PS0wwjAKk2Qd1SqqqE5K69ijACqY5iLzHCBH0PAkEs4nooYxzAqwPLXSHOq/to+eDv2YsHQDtuUHLrMVZL9nNpvMNSAUjCtb4OjbPvPfGbe1bEyi/IsAnUD7Y56HPwX3hubaXMofIEv+vdAf8ZZt6/H/8F/irj1QA+4E/4B/prS4QoJtbyxC/exIKCNaF6fIUVbivm/fuoOHnDC3p2mM3s48no3+6L4kGR+eYp73nCZg67mH9FD+59RDrB66qd3YiHlg71dIv+h+fDx7M2iopeujISRZyIvgbTCFj1Q9Ysu7BBm+Zcmya8YmgaWwc3v0u0GCX1o+GFvQNCYH97N3XtZ3wb7z+jw6jOw2ym3vA5SiicwB77DHNXWztpK/nw8jqyLRXkeLY/4dnJv6D/tG/XZEbmthuE33eLzTO+Fgb7HHGdgKMw7v9fLCQjReMXTu+CGtw4nnXWcC7A+FF4lwEtiOzFqeTH9U6sYPntrts164MuwtAmBO2Uo/L6wFRat2MnS+Ooe83scZ/efjtSwlXaPmMTSVmZl/3qIGefcZNAUNsgLf9nUKqvPOm59iwi2c0zd7v7S4q54gi6/BNHH2PbP8CPwu/7/zPnjwO73KvB6rM1JzRkNWKsNd/OkP4yKnnEloVAogwmSx2XrtuaR7LYmmHAEPJbGCDVHp/KyUvzsNoALjHYH8+V09vb8Tzf+0EkUmEoRMgNpH3DgAfR+MZbNrQ7aiZE87CnZnamTxm9qpSs0M5Elfn5YUoFvjTW3o9ezNFwPQURxlH2Mz2zMUYx531BuGdQ8gH0AfwjYKM0G4qiCBL4IPWeWSadKaTnt8Z2bS4ASDx3lQLW5ZTs5cT6XEVYWQOmRD76N+Lic7aVJDgCI367F5Dnt3Mbvococ31CBiEP3SWaxMwkmFrMHwm1AFEKhAUAM48SKBIsK3nu+8aZ7oAJ9ag53HW78Wxcfb0mpuGeHXvra7ts5XIFCMoCzgWh2STPxgHAkWM/bO6tnmv5McIU6+haXc3nfcmq3zXlACwKyrL0UQ+0cKS/etAYcaawFD2aXhlHB6CfeanUdhnfhjLbvuW+d9nfIQm95nsVdMvThYK7OYb+LVljHjNSsNG4gAj1boIp9utzgWJj2XPesogdHam1zdBmYxtAS4Aeq/Q5b8nQ28dhuzXrMz8uwr1XSHJ+mHknco0J5OocjAvu40U9nl1R2SS5pHkjRj0t3I/1ZGVQUeG2x3AXAN528TLccUxsuFsGbMVwOL7yPpV4qxzgM7MuA3nHmcbLNAja4RTQ1DC60zwxQZxgJvOyGVuNu5cgdZg4HZf0LNIyKJ1jYHoY/EHlL8DKYdHahw3jaIDO4MQUIP7F4QjqP2WIS+dWvvK2vjfOtemP+fsE33mwAKJCt6IXHnPo+mS+VjuUlmfaOXrZ8+EivyOnnwyGZ+zoxn/0Q/PQ60bJzFG7xD92RmuM85FR3pR9MGcG28AZ6pQnk+lE++g0Htk+9dtU5kvn//cBrKXxnpcDBy7xGv07zHMcfaqYwmJfh3oPwC5gey1P27A69Y5dkRb6dWEmv4JHP2Yr2U4LSi3xRtnX3+tT1feOZntedHtZOg+1kp2iME3VdaYhkZ++t+lX2Rn27fQXOtey+9JtjsVTR8tvHmeg7NDLyQWtZ58VyP/tG9xglP5vbrVZD20fQcR287ypIduWc9zTg8tDucIlwUFJvHCx2WMYzH8HJrLk7RWWmc6TpwEE8lcA2a5Ns+lYns+nwQFOzojF5f/8vydR2hDOsOBhKiRX9rVp0V6BYABEKIPon9azrA2JB/q79YtB5hWwAJgQPpLtpL9CfSMxh0Qp5MjOgAsfmWulnMf9hat6aAV6OSc32W7PnoasC6/L9d82Y3mDWFL5UzrOgVGw8/vTjC3HZjg/Wb1b9eYJGPqfuv3ERZZh3elruhC8kdjRY/dAPkX7x/9ogoL+RejzxqU+KsAsJ6ZoG5Azy+bu3mdAO49FgWSVQmCnYpcuataWP+3P1lgwpOI0IFDP2cAcO9HtYoU/SKb9C/VNMiHV4b7iIms83MW9NDJ+qYbGY/PnVba8FwDwdgA+Y6EzKEfM+HP5JazXuompns+joi66ZQAVfzK+AXeo2Ozh297DE68ks9RPoAD75a3qfDDPiZwl+qe6UDmVKKWqUlUwXeAn44/MHvD/Jyw+qwvXSYa4PoKADtxas5jbvm2iaVvQLjp7j5bLXKHANPKyxMAr1Z09vcG2O/Kc2T4sdsnAGx7YGiiA8Bn7Wdf6ZLQ6/Gq0D1+xbed8LIrxya+aYyK9rsV4wFmtf+jF4+uGrsiMjkBafjEtt1UoCO7rM7GLqXSlOsPb18dylg7y9OH3kiU3yDS+lB+v2QPbWvdojtJFRrPXQiB3SX6p0IJHalnSc50cAvcjA5F3N8dQEgMZy38nDrqoNstB+t5O5Ct85nzWaOhRdshpfO7cOTIeSUJKPnHgY130A/d3Hp3cZjmhrUN7sB21md90pvG/bcSJKblJ/u7gaW534lUeSf7e9Z1hmL5kE28gsbYTJuArVtIsuIIEn1GMhz4CMESdBuzdtq8fb3VvUlk2kTDs0fl550jUeoc0qalJE2HQtdPnQSCqeTFxumzCu9khaYr0Q/7fcY/dMHf1mVaEyecrK3UfgN+kOZFQpmxBuu/BIA7gPay08e0x/8nqO1xVqIm46ZTGTb2H48/qD347Sk86p9eOw2ku6Igj9kHr+kIOftvY3MeDOPyI7H1bjwk9Bf/BXp1xaAxtXzmeTqpN7QHpsA9d8LY61nja9/3a/7gx4cX5G+e9RMwGRl228ro8Q5ov4IxlXDVtmj2JziJ+WN0PuN9FRNMAm+OcRCBhfC7M0PWS/+XJ2A3Zbz5rGVI5jK2B/fZh4ncCG7V9lO+I/mzfebFL7dSNLZEXuz9tuycSm5sHclIF/Lke+TF3YENjESPo8FR9DXjCxO85NYXtj6Lq+vSoj7vvXXsweonQNV02tgA/lV3EsF27fjNK4h2YTXHZh3Cc0KgVJLkhvlhkm1r7D3Pozemc1bz4m33L7/mYaY/7/lWo4tnSbyAFg/8r2FdtiHXnGMj54OW7+f4gFlr7jl+jp8bC5VEDZF5j19yClpqGyf+wAaAha8dDGQSjLCfc//qO/OJs4mS6NaFI19Hx+E30or6Xs8zr1kj1op/W75nA5a/uJejb75iae1fIVul30UsjbPyrF7nL9xH80kFenhTP12sc3CKkWFdRBSbM0dcUHQBTnQXG93FePvcd2FV7ze/HxpENpUPdOwAAsDHiZLC6Z73006mS9chBu/D86QbELlbYH4L72ktCMB0jRpAYAGeqVx8PlDWxh0U1MLgCOier6wpEWsTaghpnMHJPNJHXxvexJ85L2p8Z68QANaztLFudSM5O8ASis/rWAFIGLmJUHOBgT22Z+7O4B4hlz346fg6u3bGaWAQUHoCK6/AZq297mkAnMqmfC4BGypCAUsI0uKKszXutiG6XsKCQJrbLTzC+bQHvQSL5mOGH0PiCG1PGyqO4rpBtJuBWR8J0rRveQdWurVMmHizk1F0JxP9WaeThT1KEqPG6zsBdhuSJwC8oEiMjK3EyNmL+SHQeSuJWxH1fpselPGmdSmD3tfM/7F2gJMo7QOUFPByjAWv6xpCX2vaBhRjNqhyDEwSKN4BIJ6lcdG6587wzsbS4kzKZUHLk2U5dLBZaTHau2VTjCetrTg/2ds4sQ6GzOIGYNs1PGMEdLYy/LkKbdDo/g1+DYjzEfjYtRoHcMYYA/PP0wKLANW2+NRcUiGl3d0MyqWfdqZfFRVaA+3zK4P9fa7qGrprPHwp0gSaoiO6+wCrYwPYfBAnoOXJW4YOf08wU47qrwIs4fP3/vQ7ZgUsS6GVGIABmdshAHj++xMkwCDGAQRsYZxvGbTrz/c4KzFE5RD8BLFwusyrYyiYJgc7aeBQ1xxAtiqbOTuj12+DxOv0GfCerDPxt88inI0hoG5Z0wabncJ1gEa6HmI/hsJxhLJvyyMBh7syIrp5HYwvo9t7ejl4FlnlsN7OOk7Y25lcPREgOgad9VRNpg1x9EvvX96deVHphIFrOXESDVYQWJY+AUYq7eChlocEuHg+DgNymABHO5h3EFijcqBgnE3/U/IIQI09IYGvnYQTADYj5ciGTpLje62ZzgJuuyPP0QtTHRSn4ZDAj1+oijvG6ui9IyO0bpda4MyZQ1dFY0rs00+3m/6S117jkdnHPtNcJ+jE/ScoixHv+95V+NCvHEpsSVoUEUx9VYFRKXwM1iwQ9Kw9vI8Z6WScIy/hWNtA764LDZR0NRi0JVpKBnzuS0vhMBQOIuuGrdIJLgdkkIPigPg4t15Dgj/oLWVOixDXVtM4uu2i/tb7RI+SCbEft1tAHN+3xPE51ZPQdhMWS3sSOTvYvSLJY7rl2NezviqA7+osz2neA83TCiz7ke8jUzYIfd43jmr7J65imGQjy7KZb2T6BI+7s8UYH4CHG8BJBbPXuRzNTtzD8e7kpFyfEd58yHcnMDzrGr0kRbF2dx6wyS/6M/5AugjRQpRnNrgHv0GrnUmdysStHhH/x76qbhYfAMBrj68AcORCKoD56Q5EvR6hezoirD308rk89/gLd4Lg+kZJNNLak+BoeqpAEbqiq6uPL+FuQv96nq/zkt+Be73bFS0lRwEK7yRXD3VkSdtYM4UEgAfQ815JPp/A6O43AHj0EXIg9kRsk03Q4czRrNEEvzqQegyLPJ8OI21v9Bltpq1r/3subXfmeVuhlzll13ufsQOy39FvAchyxFHbA7YFn8X2OioB/fl3fb9RzKaa/HzJA/RhOmMAFHPHvp+2fLS6m0ceHu/ERcYoGZRE8TzHAdrxFyzz5zXxCyVnRq7NvmnkXofngk4WQV9gY5zEjY8W0KGn7QwlMFG0exL1RkbmyIm/PXZGWjSzXozx3qf2Tb7OCeUs6Ptstez7yke/pwI7yER9Ltq6z0jFRjuDxGecIx5y3xRITEDAHfYL6IWek5Q2tG5Ho1ru6s/nHhI1TWNTOUOgLPS3zzjg+wRi83fjFxucNV/aDtiuE4emSlGSOHq+0yieCbUvhz9HVdRLbtK9bGQndJexi97y5Mx1kxXBw4QbxkcPHTpobzpbvu0zz7v99a3P7nHBJ+2LdMV50x5jFECcVpabjAWAHlxvq/VjL69uCU2vP9E8GJmd7+Sfurym3qHPT+LS2GH+fuwQKrL7HdC5MauR9aF3+URbhb7BgfhtbSd9+RS797pydQHrAK10Emz4YgIEZccyXhJHbhsem1SjajvRdtEYKjfexfuRT33eu/dxOot4Ta+Ed2wfcKsuTPgqOpFclG2FvOEs4Bs/SuBpfWL4FjvBfDo42d26U+MkcU36nUrLc/3QQQe1WQPWqfHl0HJ2+Z4T88i+DH41BkXzSdbxp0Ud2zJnopJskmBwY6xUqQV/vbtB3vY/c2Hcd3JhPl+7Fb0MfaCXu2ik1wd8VwHalh/IV7pfcU/jdY2vKUGM4wO5VrLiTnaO3foODh2eceAxa3vL2Ojv8NyxG9xRMb63aFcB7QSb9fl2SiBBH3vwlj3RQ/inkVn3/qYLaCWoDx+fYPsjl9F95i1di59kGS7bNzznI+LGTsUuavy59fAdRIN26XyKnOwuRb2efTwJhXNNUy0bzx4Pbb/8K9uB8U8d6D12Q/TRBg2zP6a7CQB3BfDtX8X+ypuPTea1/VXMKu92Qhf+eO1X79ud1BDsaW2G8HlevjGN2IHYz+iPQxPSv+1nl/2UqWyBT2Oaek0XkrLu4kuC9B7IrAV2Uu+Vx0DCw1RSn24tVfjDs8E/XnJ+1raTkun4Fj+tcI5ZH9b0PlLnyJ3HdnMc4rW5Wyh06Gp88ntOJDiwF7d9Qevo9rN4hu1r86VigcHR4nsNTX3gguibGz/w+hIANijxXPmqqmGDDHKM0Jne3iySghY4i3ZSn1WSIdcOw2FQEZqueQRZKi40+gtQEHE+z/B1emcRSNoTp49999E2QWPoj54iK7VbtyBsG2CKQBqF/DxbxNEtkTF02KTWg020R9ATAJsAFi3QvJTlrDcQke9k8ablnOGhabPTZ4joOu2PQG5d64DTOBWdTX9nWkHwPQbmvef3ZKE1XwcORuDrM4R1VwF3APgAydMCmvW9lTMBCQFoneWitUs1yLTAYm4WwNt6MWOZ7LIKwL4qcCuAi1NEgJHA9t0qJXuLEYRDp8y9OWunAhUnq/4RfFawVrwBZxZU1UICmJJxF4c8e5i2TXIwqH7nObSyDKiy43KFopyFIUDu65YTFvgGF6cFpBh8eLIDwBjeCEASOMRX2jN9L97znsweWFiMIriNT4ynYdVXxv3/T9ibKEiSHEeWAwJd+P+v3e1qcDguIvpMxS0im9kEszLCDzv0ED3N3wkQVtuTNYxoD3GfhbxtNTrA3oGOVp7wnsa42WNkzu0aeg4jH5xp/fzHHnpjwlYHYFkuTJsK79sDZHTFccAUqPH9Q5/5V5+zHNpmD3iXnznATd+rnUbA/1Y8oW8DlOeFpyprBvx801VubQC0Uz8gI4FmzVsOmCiZ8D30pnH136uEAyZstJo2N6uT+fte018+uVv4QF8/AcG7JfABr7NvOBK8LUNbXYHW7+uM9m5b6Qzpx8HybkfybpF5P38BDK18s5boTRmac3zVgKziXbecDni/FfVtVol+OeOrA04mz5FResY6CDZoAD2xP8kA3rZy2hmNF8PAVGrHfjKsSeBpUBkjL3PBkOm95t8dAO7vX50FrhvvoAT6Ahqi+qJbsHbQLXQa3qKt0q/nvBbOsexKZ/bJ+zD446YfhifHjn6gH/hJ66LOIPqR2nXwRw6/AmDeX23q4IrIT++e7+uMUdPUozPFhxgUtJXxMzUGBUMGD2gdutWO+dZXvR05qjyjpbPfLLrDYW8ZHkcgLQk9rnLoc6Z3V5D5OaaRVOP7jPvnv1SsRg5Byx3MOHhJlaKiRTnRbdCkwursYemZdtbpmpM49jBlV0yyX1mfaB+eeSfIeL5zXvFtpEfOb8IK82TXTgDYGbNpUax7VIGH80frETqMQa2zp16BQ9MpWclVJVeBu9y3csPjqoz9F98WNtJ91q+DvzoA3GcEd4LeCZRX9nwnhuh7J9AIonNMgOlkK+aUiIjOZy86WJ72Y2SMK+Fr10TXb4USKz1OogoAw7e9txsADi9CYzjA1in/qZ+QZ+h2WkCjzzpD+cjqIWzmqoRH66Gr4svGdlUgRj8+tspg9G4f2C1Sb8O55fy7PVWMP+Rh+GwrHKGX8NTSGGsUXfp2Zp/K+LG5dO3B795vPStHQyCv2Iu8I62b0Udyiqb9m+yIDfAkeLrU0g67FwZ7Hi7H59FBnJUmG2EcXhEa0x74mU8nJPkrgh0+IuCN1xzoEa7XPJ85c0b2HQCWTXs7VMAsuvfYRLJ3qYwVLQ4jgKkJbLKnGwSKE+bwjbq6jD3B+utavYdAOmsCfnf3pWe92Q9sKuFIfsA9r+RAsN4EeGIfvfG91tRYeGwQdJrHNPRM+zzetQlaSsRT0Dpy8rNFcJwnxvYThNj1mYTy6YbD+PUO647B7NB3BwRICtS17yBJZARy4nYgt8M0iyli3zMKkQlxInkkHgvrbpozTkolRMuj47A6OwLmD6V0QPOu7OsWtK17eT4yTM+RjU/FSzuWqIrI+kU+0VnnX0+iV9Y9OlzypBOs177N4Lm/8RB4ACxxZMHzXAcwnsVu3OskjGmJjXxofwHrdejWy7yO9Xu9kliEU7YCKwd4hK7vBEUcaehbHIFeE+9nnnUHT/J3HOgdUEE3i6Whr8YVYDD2hgRn+3usaERbb21qGn/+o/MegSrTGgmk+nfJ7q3+fFe+0zkIPwP8gz6899f0Nu/u8wB1vRJy2LNvAeD4zELf9sv5WfgV1tmMDI1vIEUKqd5cRxmVdDiotUS/nxartl8nMRB5aErBRB5/Zezq9ZuAP3XtH78e/VRn/Iaf538TpIZtu+AD3vc6lMNVuq+riaIvg19FNqGpIPbyqZ9uIZ34CflKxbsTxmBPrylO8QmMZr0jf/ixP2DkOgFg6CccVZVr5tHtePjmRxI6si59RINpZnAoMjI4of0wGVHrrsZBLat0HfLpDj6hs4/9M/YotlHrBc8PHVcBYHQYdnCSVcJIVF6tbN2gM2MUr2ocBGj7mCeCKCRxpGVusHzmleT0Q09X1SpjxscqmvUZ2P+MHvUz7BNG/gyWZwTNAAAgAElEQVSvzAMZ48FVV2Il3xPE1lrI34ePHdHTGDL7lv30v8f2W3yaNcpRTOMfsL2yWIIiAORG68Z56svGedEKtuasn+3tCVZ1krHtymF8/bsxA/hlE8TSIYTERWg1Y5H/edYE3x4bNmvQAdAbH0p/Gk+a/s5WFx7YYNPBCxPU9ZBK5xDPePtfM7dSbX5J752++ykA3PpD6xI9wlFQS5vxIb8De/GHrX1D5e63jjbMfP0wOZpIP9L97T/UZ11c2MdAtR2+q/n+V1dI3v6yGz+dOzvmNGech773CLTI1MET1b2r8QDrlzlIcQT/42PL3oQQtE6Nv8C+3UVju92G+O4Cm+7wcuTp5duhOxv75UTDweuxhcaX9yWhxjG5K4FIhZjIxsUnGR8yNuuqjpMTnBxs4viGO+12MoziH4uRvtn37BM0ym99vrGoBzdNzJJx3AHgE6OSnhybUM/A7w2ftn1yOnVNfEDzR+8xPzoQI3fy/on3lJ/tJMNLbo0cbblgGtM6zjyYt/T1jQVFjCTaRtYuXWUvZhcqyYn4Tsf4KIAllvKPZxC+1Zl1z9mSAuXHAH0kBm0QkrUXAUaGqA0hZXoM4LsdSCgxM9dkNIoAAQBxKHNW7lsRsxhsLguiTcOgQBEhEG+H5p258DY2EyjzWbFfFNwLLAEmLgV4v98CYwwsOZZOT3rJPr1jZKzXqypONFe3dX0e6HOPuz3al9ZYzDeZ8qtpyECBQFnD2+Gp+2jhsy1nOEfgncXUDhOMgpyxGwGAY8h7rPEry6srGoY+pDDEXF3tqXsUzFZgzcQ6TgEIuhViDIhk0vd+dcDnlSE+k7chUszh7OtxJAAUDv3Qfun5YIMnMWIayLUz/bS4AADdGTIlpDIkZRA+WdFzDpeADCAFhw9rmfVO0HFbS0vLvANw7C8Kt0F1O4BaoWxm2xrNgIE7MEZQWYCxwUcLs+ZX/ZvzRzZgPpvwAkYBIVQCn43SKuEgqrWHv2yAnxb1cX60EIwDUcYXRnAYj2pQEZANOinEmRBGlICKAnkHkBEYmID/7RTJdZkUSjmKIYL9Xpe+FoBzsp61bgVAc97PKFCZ42PfAcR4J/vaiQ2i8TairDSe4QiAWaaOXFnHhGicYF8C8neA7gYgXcGmJUBG44CNA3wTGc5izD8kO7rdy72GC1je/CeQ07wOoCebFkM6NDFVQ1Ux5Ouf9VDlZrZ/ncjvAMxmqZvelEHvBKGhJ1U6W1bHCaP1+GjVJoel/hPbDuj26wsUQbteP8tUXbDnruPs8XpN4Fs0ah4uXYJcM/89N8GDHZzrPdC9CmL3T9aj6Pb5t1t1PZ+7kkdVJkPrd0II653nvRO4+uxn3ncnkggAJ/FpAaYz7fX+Z66dYNOGewBu9kcyimSLV+tQZ2WHvl/nOBWPYp93lq32oitq3ZIu09sA8PAlLR31NcHrQ1sOkkbvk8jB+lF1ePOHaIv9IXDTRify/pZJfcY7Dl0Cee0s1PsIpgWcrBxrI59OGF3p1o7tyD2qNwaYDr23vng5kKGh0+qwumtcC4GcMd/4uW8DOzItCQxxxG4LR+StZD+BQdEFP+iwc50XSvuXwB2fh3aq1ffzAI6xwJCIszHBK/YkvBJePR1CzOcbwALQ631e49kK8M9Lnw+GUgUpfAjfIW/fCXGTMDcTFs11C2/OPDXNTsb3YpNxOj3fRebR+SaJJZZnJ1P8zvzPC9vR2K1s26HbnV7++DUBA8m6cXB+y/bm/UZIdnxGxmLMne+1F8dpH3mJ0z3JXRvo+ZaUmHXBORNHKz+5fuX62kJZGxIpPQ8l3oyAgdPuZKfWoe0AonoUGuwz1+GJ0MDOX3+Llsiof6/HJy4xLXkNWc88b/VzEhh7zvDhCf4qIWqcDV63aa3WPGt5oETIsbuCldbhbzmuewf39Vmbr6MHpoUk+AsMrZlZHowDVGMwvUt/2cGR6jJ4R59jWLOGd7sufW5HhdZ4dDO8FvoIHogDkM5Lc04eLUyxD0qmUFFru8Z0Nc7U0Se0UmsHCO89SQBKos5koo+cdBGsqx9hHOaV67I+x0nqcUXObaB5nVjIrqxB5m8b17IqyYqdpY9eQM/0nnWFxJHlFUDROzRnVSQfOugIy0n6zViC4QhiZlvlgPe81WlA+5XVuX5Gdgk7Df3FXt/zyvqGlqf9OdgSmfAtgcZOfOOnVMWAy++EROkvJZc19oCfeefdrap5B7xxjo4xSWzreWigddq3BeIeElRuLBQsoFUF1wdP7ZmWq6Ob7pAlOLva9mn5QHXw2q1rR72CqMZ6TwLr6KFOwAYTm9xH/oPr6TTSa+N7H7L5/fu3cRsdYF58I1qad+XzUNZJrBj7oAsgor8yfmR/VzIRhMmeCCNMMNfdRJ4zPX0W+QaATd8TpMehfnfjgVbAuludH13eHaRiB6ZC1PpY/rjpEAeGAWc33WxAUd34Ivu8FhNT7Mqftok7Ae1bQMGt1x3ozDMZg9dbtocTbis5/LTuDM01PYM7jaGel9ER7+DAOZphsaQE0RYgNG7lGVovEgk1pjvhg+Ro7FGKT7qryJ7tHsHX2Aea3OTelc1+X1WYRdalwxXFI++K5qwhgUfmebdrZ++wnTWGPfd0kyD+4SMpYgNqnfClIl+9/KPHbof22cvxn65/cH0G6Hv7G595HfpzwEIVkklqatvedPHsiegt9q4w++r3xoWNrUjCDf2/j5hiPdBPBHMO3i15kwRc5FPWu/2TCbbMPoxdy/reCb9Zo2Au49iTSLq+LWRy9jXJsKGhPdKofd56GHCV8Yv/ORM0dtXYS8IM41uNLNpjt/o4mBQgzXsnKAj2yvxJOF9/PvSwFXXwdmTOdhrK6ruKeCpf0Ws5z3kTrAqGHzrn3tDpO4FNn+HT/7ZGd/IV88BvD87weIfGGr9ZFz/v3GT5TVYjCUrzJEEY/dlV0awf/GK5M3gROmr8Df0H6w3Os62x/uH2M2WMidnop/Xn2gdJbMZfH3wcujQPwZ9zxOUrAU+PxUY/GDYJONiWSibN0S6zl3LbTGDEeGcCkPh3W38cuhNdV9Bs1+YdIGfMWkP2hbX1AojfJu4gO5gEavxtmgtFHr58cD6JzchA0cSrIGPaQjdegI6tfywLEog8dsusLVh/8XsSo04wE4GrBNWEYQ49pkBg8bjlxLOV5wxgVWM/8SW9++7guPGAYGL9h3xpGywcGhllDD4/0Knlwx8jC+UfJVA59tyNoTqhgn3cp867Ksht2pbdPb594knYxk7QH/cOZ37vmOML0P6t/6qP+NtjLTqI73X0PEhaFTPEztsE6sg7/ObYYknaSRV8OrJFLnSH4y4+0DOIwzheNoLu2xGITqQYm51x8DdYGfzZ8h9adcLn84VJSoSyFWhRrDEUA7Lz9wqWf/5TnD5Cb87LOYzzPE8Ey5lR4bUNTVNh00Ic5RchIyGlRY6i6J97Ig30/vwzSoLJI/zYGP0OAW22HGfdeuGHSNnwG8i00dCEfIPNZBkmAPwqd5+JsJ5k6PG3AoMY2AgCAMrtLNKj7sxlDAiMoRgnAlPK0p8sLQk1txZ5nx3jih4p3gE42j+EQlfSNTMBdDGGDG7+lwAw+3wMCgc6BN5QYFEyohiUKusDk0MTEuoYC9nbbRHHmFAkAR91xufM044o3fz8P1oyAzSa7tjj7td/OwyT0BAJfQJJ5oVUHeAc+/Xr18tw4j2cpW1+mb24EwU89wmQkC2I4ZPKr2R16bq7EtzTHF7mHTiiu0L3TpzwWlphxVAUbcTRoIHSViqzgKdjVMth/OarbwYIgYVbfniMgI/1c3mzjuJ4gM9prTOAPI55BWq0VqMxn32+DbSzv+UpEk3RSv6l4CZR5dC/6NNZEAQM5AzbZBKyNfXoznJ609QqpAZgL747Z2inyvwOUPYc+qycrB3QavflZHiVPM6+eaTHsdFy18r2edbtPP2WKACNkaRwsponOLN8mSCu2OXbWdPnOUOzy/NpvUWFzTeaNqgiMPBMyw7FaVn3LZhwZw620aTnd/WMnitDEyWK7xpa6Yot3ztg/K0vJqh/QNEawjiLCCws+Es7sv95OgtIBAjkpF2RaHB15K1TDw+1j32Ihgq/pslcH55hzASAxbs4MNCFvl5sNkPAgOW9SRRasNjO9ZOZZiPjcXhhvFcAWO+hVWAAPQh4g/bR00lgOBl8rpx6HLqeSAVGnndxliHzPjKLBIs51yT7F4f5njny9lj/Y5zSMljlkEH23mt6AqR2XGcOd9eSs4Z67yQWdIBK9/wUAEbWSy56fmPczPTjhBx666qNXtNOrGP/cApq3QkQEOjM3k/QqDLp87lA7hojGDArtwfbVSBU98E/rYM6UeCDNzFo/ZwNADM28UYHnjVeAsDMvR0YvW+dQdwYJ/IwTpgDuHH0TAD4BNpNy5FHet+dQQ7vHEeIeEG6+3lBDLHgh35/9HFhcVfN+P/GUF9Dv3E3cztHbwwpt1OV/Ty0P91aDJ+ePf3v/05wfflwAl046ioA+HWcyIvBEaZP4/xdec25W9YjE9sZcPZXPOGkvuARy6znv5PsNY89VdGuqlBWM47kPU4G/mIsdyb9fazMu4V3vN9nn8axnjGtYcgsSaoL/UT+W7cYu+Uqy83n/3XVkhNipkOB+Rh4MzK2+YfA518TmD06vTLgRad3lWKw4xq0mVMCwGT8N1bTWP/6S+cPblVR01HjdGRP8xm01kmOXTnIOpyjZswfj1E964Ct4jUbh6KDlVrThy6NW581/f17gweNg6Elj3mcPB10Pw6m2Zg7EMdc3GGADhFUyU4GOfvZDr0bZ5/zWkv/pgXdu+LUdpYqTWb/W+d7LpJNOJA/zulMgDWVz2orR6A4CWP8KEDj6X45F9Ly/3n+r3+/K/oJ6vAMPV88BF2DmRJsilNw+SH/Eh///ut3JKYdP5GFtAT1CMH0XtSR70oeGxAW2yn3rX4OQ0VOaHKfvgU75EYu3TgGnBc8kfME7zm0M1TX2x57rpWjtR17YNOXzCsZ2GPQ69ijDhAeWTiJDq1XM8QIBsl/1gU6P4s+/9iE/sgi5k5gtD0w2DKSVjgy6cjWeMYyzc7VdwIS4+rObNFb65hu+vlWWREsk6OqZjtsG7WD7dXSvIIZ6NnIpOnmo/cjN5R4bHpbjO93DH4GT7aTXXPqrgInoFpdiuiE878FgE+FhmjMwd43Xza/oFteibdzwern3W1avqIncRreHeJ+spOPHLRd+az/yN+mJ9aRCuAOfJ8EXSXkTEHIywE8+E1ioStS46TXmbx7lmHLaq2tWuW7olM8b526wbfmM2TMnSiB/UCC3KHBkQcE5LRWdzJXz/8k8c8Z5d1NMP6Q4CX0BL5O8Dk2V/sSlmf2iA+9888//4xdO9iLhDN4mLlan48fpf0vh5YGT4KzgvO32CK6MlIgNLB6lM9a9rbv4MgTJ8tFvvAZel3P4Dt91q1Ojxwbncj7upIdfcZZ2C9+HXz0Ssxu+5KjTeyUT4WcOkQ13o6Mwe586w3T+8OnXZGKrD90YWyu/xeHvTtkHvmcY+k6wKn73oERL7zXPZWDwVryQ6BzX0efXWut51FdmODHO4DW9Mv6to3g2IACkVM17g6GFF1wBMkoCQIn7LMTblTtXEdM9Fmdrjp8MMhn+9oEV04QSnjGttH69xmrw1Xj+0vy79qRKxOyb+Bj8B9yogPepsuxK3Vdd4rRd53UdtNF/o6ywOecCtd/Oh6y84lNZz88Sb+iM/TM2DKdQLSFR9v1ATpRQOmV3DW82gHgrNfudmNx3ptCP80hvHrfE/6cGEoVd8ROjf+DfeFNSSAI7aYIbALlb1dKusJ+CQCzV+ngGd5EjiIv/c5JoLJtcvym68cyTV7v1H3QIEUXHQBmvhaR5qsk4vB8PdOBxhEP8Dl0wZ6JDtcb6+V9Olj8Op0gEC+nqENYdYKH5rWZD35G7Zfh8/McYg5/TOC1+VnXK7FNekLj9rE3ehzy51aOczP04PUZmtT72neUI/a4Ib+DqbZgDf3k78a26gpayRTv5f9J1PbGLS9dcsk19AiYznbRdIORTCYO1/YbCXDYvOBLvZug7U0jkfHha9uls//gpMwt4+/CKV239tXK+Vyvo1GyZvGxvR20GvsfT4eR+Am8MJPEkDgA8dX/67jEVtibV7Qp2Dfj94ZP2o6SfeIW0KKFbhHTBCLBTVUDjp9kb+Ql5wwqc9dmQrjawZuw5IhwOIQwxoauYDOdse5sLzh12rdMBdcBQ89u3WcEURHbQJV3ATZOa+WHmlNJtuNDaf2d4QLwTGA1jr0m0g5MCSyaaWqeftsYsFSueE5zlpbWUJud8UqrjfF7OYVME4f7MofjQJj36bmbJRDHEtmmGhfEsCvwVkDsy8mG8tDGsBzBcZ+dRyuYodnTRvMwWlVCsYYBFJO5PkHcNvxQAFGYQxfPXHp9DyNZY0aBm+hHaGjyCapEiAWQZOZUUrEOcT5NQHoE3GZNrEELU93tb1g36On3k/FEkCsOvK1A6rXvAPYBkdXrPmu6QJQK88x9g6LdMs7KktRckZ5Nt65kUYVdjBqUqsdfWTeMEZBGpV54YTOFDg9PJUTzBfSQNmqTufK8Q+tCa+4DOC7HJvJJAvhugaLvEIi5LoI/67wZ/QZ/fe7Q1SInexYDoGlRq52Mr92pBAYe/h/Dy/cNGILntOSvs2J6o+fffwfOjkw+PB7gv4bSVTljsp8AyCR79CtdnfJ8vmc8xFBeOZurY8hty6zewxvs9hkquo1WVd7rMRZO1mYFgE3bMuonAPwtY5ixHyAlXja9xfkJjyEbOkh7+FiOnGfObfyd+c3ewcNyeKsbgewMgpR6jXUBQSb27RnHqTzJZA8I27kgP6adpeX67gi05sC6AXWEURvJDURk8KUNfJ7bRtRZKzu9IyO+BafuhIBU8rwJk/3e7OXJ8tccbaztDbTLg28PiC2gDZDsM4JYiFfFHGeeXYA0QYc1KtgvA3LjD6195nDzh3n+WTPp+cYGeqberYQr9u7VOvyZKBmbkcN5vnnbwa/3oiEHHeyuTT5rOUGWVB7uet/tnb7RvFold+BDc94OKp2BuK0WvyXSsF5Zp6wbtEJW4mlnPNd4zsOnbRB2AFjyowPqllt2cj2O76cdd9Nm66g7w/dkZj732kAcQ5L7bxy3z40uYw8IHGW/ctUdsEY/Ogt2klt6fUSrnXDXbamgM/Sz9NfJZi7avQ0Zg+PnByNd37f+Zt2oDEDW9TxxOjMG/bYcskN2qwZiBOR90OAtu+kA84FNa++D4fXBtK97HFjfAsCM8du7qOrpyvNbXuz9IxlKj0MnGr8cXl7DkUE4b0jYwtFw4w7+doeG6jCQz0dOj579SH4bw73x0C2rPSY5uYzbg4f8b98rZ19muAmp71ZqzF+/6VAQ3lx64Rqqr3rfdJ116cyh7YBgfiq3Cz8+n7sF4DgQCAYcQ9FzmAD0dFjgCJNDO4PT3Ip4Aok33a/sHntjMPfZ84HzJNpwv9ZQjlKcM7fdwTEqvXY4AftMW+0xmdT/maMO3OL++Q8HAXyyPLcB167eO3RUAvYywU5STwfiv7fzSya61vgkFhAA0RqVAY8+P3Ku8GbGvqtgWnv49KzjFQBmnbvTlNfITkrhq9UNodkQL52UtsPV0wr2CQAnUJv3r65YuYOzVFjBfqzR1eDRlgUHO49R7jnY/k3XFXD+ncCEnyFzvj18byx748nuNmKHHPRIANxrsGtyJzB963CDna0gsX76LGzz+KrFs3Ht+PXez3tF/26lPAnMvt/4Kn4H7O8b/2KThDeTGA+dd4tdrRd2dNsc7Hve9+7ig2yiY40IsPnktL577u0KRyYLn5FkccZlOluA1GeXdgeZgcpL9Brj82EXHDCvu5qfjggEgPEH6GE4oPVvHPXdPS3rE+ynsfcZ4vpbNN0ByA7imT+G14/NwR763XuEA3TOPZb1NdtxEQWPzheSJSe4Nzwr3jwO48EbHZDc/Xgt5VnH6NchVr/LAHfs5AQ4HFh8+y4nWLRCycFv+WMmMBIsF3o8enMq8JGxLdPQbdFvS8e6Bv+aW4s+7zi6Wbiu6BYezjuVrMmKbuc707qO0ZhiBNPlzA+fILTdySy9eupAkETWVEoyvsjd6bQwLR49XvljDD5FIKH/PnJD60/SgHBOClxynfWcE19XfkMz9xF54Odu8Rl/QCJn2evQ6DffzyeefftnwT5gMvOQnPHP7z7S4cZOjbvDV4tjMpelfMu7CfK3H0QJQ1oXEnjYj3RkyjgpcAArx5ZrrtJml99o7KP7iEJwP7+1/np2J0ZzhADjgN9P2/eiLwV2JLf0DOHbrbrbVsWv+yeAjA+FNSOh4fCPE/ZCv9nXd0A18moTmxszS/7cfjbT79MhNDxCp7rB088yaq87Acz657lOSyy8ToA6dk917RiM2fa3xqv3HXr03130IXaZRHhj+n3+0u76X4Qf5I9qWjr0Sie852XbGWyPrcnRXnkX4+ogMjR69khkJDqdIyzQwxRQJJg38RYHauLTbOx14yknsz7j6ARUbAmfl649uTpWWXaNECWptHVdy6zgNs/E41j+mWrLkQ3sR1gS3hnBVe974ZvnMmFAJxTSYnlw5ou/r0TtTbjvkc6cBt86SbqSkS03hz/uooh77h3wdgLGk8DK/SeIbfmzdhg+CuJjpqGJj73Ostb4sCdpDSy53krtWTYSU7MONc85LouCnuixJHmbz4+dt8nCpoHCle3fSUJlKokJAL9XdfDt8PaRW6PXCVBS3KfvpT/pDLc6m24w8cGbBqvQqBNcucc+BmOqtx3+ok+t8+AX+JB9QY7rfa7+Hb/R3QksscnoI49/ErGWj+TzGWxz4fMklEh+xpeL/9mV8vPT8aqTxC25qwDuM1i9Gz9UsPI/X36zO0HpyJPqXHknOJA4xDprLmDqT3m09Ic97HEoAMwG9wtC3AGYcaJnkzZLzLt7HMgoxLtlUJ9B1k69rnTatgkDktxWjoyALDoZ6e2AVqYBZ/KJMJTpfldL3EHiG3AcYjcICiPe/be3TWzOSjLDPmM81W3F2BjI3VrEBGemnQDWGPrHqa/nudXrthJdYyOMwRjuTIFmlPuQ5zZYTivZGSvErCqdMNM6Uj27MYBhKJTnlrwPgHdV2hJ5n6H2Bg0T9DwB4Eg8Am5HuY4j7Q4AA/7aEvLZKmXvm47lPJ45Iiy8X7O/bodgpZusbP3Qdoq/v/Xlp/KSCmCAhubOweamnWcMjIn178oIzsEjUw5GhfZoVxSaiSFxg+9vip0gvQVltbgkIxVgTsUHz0zgK4pE/PPNeD9CbsABYLqrVRYcRDFIEZ/M/eGrVnIY9MiB06JLhqJ5JYYNgCQZiHHm9CHueua3ALDGnF7/KKLQeRucFpwGa6FFG1IYtaP49R0BYWSD93OMhQ6awEcE1n79+8m20rq6VXtWEQMIJd5BVOiU9eZ9VDgqQNkYAlrZaqYEopHBKFfmx1g1FAAQ8qzfSWLGt/ESGJSMvBN5CGS2cba0s0owwG2A1YCZzW4sb6bHmYUj+MG5i/Az68HedrUDNNDGe/gto+rWk+IDYXMCwAR2wMN9bcDGVJjPBI8BOEkN0pWpllq9wjxOluwkp9Dy6ltF2THEHlDo82DPmRqfYIUEB8nI49DHyH3mTCWKeXXWth33faYfdNFZf+2MB5A5WXzkXvPR0aXe59EtM187jUbnnOD6AJ0bI5x22zaCOhA8/KTXe77rDGJ/naH3vL8r1SMn08LyX08ijgI0us66U5v9PIfjGPQG0UWDTtPH6Ch/b4dMkouappDrXZlLazV4Qr9PcHFafttp6M/Tql04qJ0XGMq6ZttJhT9OsoUNhZF7R9+v4/joJxv1C9Zp0YshsTIi8hijryvSROdtyODocjbto4cELpOh+DbiMQw6CYauCeL5UyExgrPP6vup7eHBrxNYYQ/aaQ9mA4zH+H4HDWSwUpGRM6Ujgxqzstevltpe9xjk7ciBjvS7A8DBDZtgQBLWYoKtCL0desKS1k1XABge7Ba4t05Hf/m4l1mrpkkckM58feCSlsc8qyp30f9TBRza19jfTgLm4O+768q1J40XdC2YhuNPTgJeGfhr3GWNjQ+ed/gsYvNtsqZJcusEFXSA97ESODjj58b9P+kj6MDvL74nSdZ7r8RP0bvwxheDnbmbHiSPilfBH7pGa91Z/Y1P2C/waBt8Cpza+TYYfs+WiiM0izcBYCU5uVJt9Oyznye5yXhp1tSODPY6e59qgQpgDn5qjMI4xVNak67aC43kimRZr5POjpyHPzSs30/lF/TRScQ/OTxwbIIVYO+/FKRW67TTElqYcioZh17DK5tYc1c2dWWyxo3+zL5/Vm/781EO0FjbJzbiJ6FB8wlOT/Vf3pXOMuB7dCDrqo1s8eVt7DPOTO/aw9n25/miVQeAJ1kS26D3/ehyB0BUnWlEfirnxR85C/HthGqMb55kbs8c5CTuFrPI4p1LsFL4InxsUvWaLGZoH8M59mYqjFZGBOcFf+39d0UqwXLNp4/maQch9NkJuozrrvpln4wRnYg5gdriL6phYt/s+nWiddNZB4CDCSJjMq7q2qV9HpzEnCV/dGaqscEk0KA7PIdHf0O3wdBUEGz11Tr4dg9in2W/GusFc213CvYW+dT2ld5Fcht8bZ/TgM9OkOoEwtsGCo/FR7UYNGeT3/6A5lc6KewYN8DLZx0IiY4JLoP+uwpWwT86Nuj+DhCbpp2I866efNG+go9U6Jykxrd8hu6Yp56JD2V9E/Ej6Ud8i8yPg7R5ad9OYFv39VFCnPHOHt/V6J9B7uiRbnXcwdIEXkUfk8xF4tRDx8Hpb/sP3Kh5RCfHkXpklmVmZJwCotjXt0wzr4zNkVnnPSI1Ps89qryZI8nK9sTu0j2Np9o+0ney0fDbdKDLHcEV+y4AACAASURBVAOevQr9TxWm8dvo6tlvEtSOvlMAWPdK3kqvm+HizCUA7ASOOpYo1+/eNs/13uq+HAeXY0Hgf68VAYwKCPmJI8f+Z+w1km5ZUoKqtn1HZnM0jtdXOBCb9Lnppy5ijJ7rN3lu/bPoanf4Gvu2u1joveDgW/4wlVegYPyvSlxdTDR21KwDdOUAqnUbXbgmScbX6Z7PgMbtX4dP8A9Kn66/NTRNYLcTgLRmxrOjI1fHNF7kaJPwI0Fd/t0FWm1v6PtbLsInHQBOJZyCvvP88SN7ThMr0EoEu4Qe2cs9s30TE3t/874AltP2d/QC9pWPYnroycl8s066fv1r2Rd8ZsZAo9Q19pMwNRX09vfYXxN9fPsyoMfQS/5q25XP1r5L0hbB3fDWtO3W8+H3aW2eGMd0bqxEucZTbQN2gjIis7tTHv+u5I1xxmHdF+Y+fuOJP3i88/7X8xQcHmX/wrMjm2yLugWxEpLHX2B9OYmx/fzhJb37FIo8XWS9jy5KWP7ZQqwNYLmCVHurM7k5AsX7EdlsWTh7xPrF54YfIzIkPmrJU/TVJn56f5/gJfGjboO8AeD1s9wBYOjlPuop+ChzCR9nLlt0kgQfLbUrd5+fYJAJAA/9wbPtP9bs7Cu2b0BrETqPfEnlascGeLfnOkR0J4F28nsK9UisCD13p6jw67s1csvBb/Ep3bN+mg1ue96TsI3/MAlViw+wpwh6Yu/lmdnj1tXsidd7dFAfXwIfgXUYm2WFEuqn65oLyxwUTjvn/KwPCb3E+8DidwEEsq3fF7rcYqf2H7T+cNxibGa//erAdwoO2a/S5+mYIgylKTkAvFWCCKwIuHUiMFkthGwPO/EPoAqopNqGDJYEIDYoS29rFhbC6zOtBJRExFRmdEWEA87PQ3FuaqxdxfpqAaSFFJM9QoKNRRhEOKaFpLMT54tvFcFH2D/vfrd+eFotTg/3w+xDzLcDwsJ/Kg8a4Ef4DtM+F5kRHgI3cBwi1r2cu6z3fGuXegy0crDDBCi+dhD5O7fW2gAbhg2B95SWb3Zhz/HNSNu66W6V0cIu9JQ2MJx3FcLdgFVXcOB4x0jEeM26RMjRUqJptQ0Z6At6k4ISjSgjxtVYZrRtAUiwgfO1UNowmOheZwLA8lnHbTsaY0WC6x1I4v0JWK/hAd1pTY4QdDAiwqSTHZhLA6W0G9iKE/YFo+w49Yy+NqvvnGFhsJPM+rOnYxDpbxvU5WBoGthMzoA85khrNK+ZnA5WXhHIzYcoe8/LirgUnKpH3bJC9+fZB/w8f1rpPUvkgJgchWP8+DpnvKc61zJk9IXmCWjOPCaYNO10cCY3WGLcGloCG8n4OeBq5ndnbIeXyMqdwEdlHDXdCKlYmA9RHaU16/WI55PVQyYi+8D4kC+3gkhW9O6a5eXV5u8ATL3vWRJa9pGZyHxdtc0GzhoAWtcZnEmg8HLvvj/8sVmGqz8mgFfPB8EB2nGa0Rqs5XLeSaB9x3A7ZPXMpdV1XBHbYj27MhYlzTuQx7on1S9D+wJ1I9+UZBKjO8Z960PRzrfM2zgDl482QWcCkHa2vw0mU/G0PQ4NBNhAn/xmBzohA1l1VyRS9dxyFJoRLXHuFJU5OHc6g+021k8WXGUWty5OpwvoBocpAC6f49y7HUQAH98/wJmsfY4uiCPOgsaGvZ5F9SeBuvJJJEB0HBzRWd6Z5/8dB9jz7xgn78zOXnOPdUCj3osjP/weOm2nZbegTHsdOcEjnGldg7xOcO6Rz6WNcDhH5wcrNOZiXxS0t+PL+OPTYesEG8/1reugoz5DS/rh19OqBtbdQFsc+JpfEg8iC9YBpSDZgnm+R/7l73VoN9+2wd/yGB5qMaL75OTy9g1/nqqO5/ltzDK/4Ms4Aiigy3atbHHgYBySyDx0WuRi9u3W8Z3A1y3CzruHNglMb8XC2ynxd2tjg0j0WQkTrXv7TGuyQfP+aTFn3JfZSqb0sQPL5xPgH5zdz3fG8TN/VZhq3ZARlh+Db8waQxNZv+iGTbRZg2rlR7wY6BDzn+c5o5/ns5Z91AwdjqybbGJtG7Uex+or9PL+7j1a+RCa6IDPScAyjzUNRJaBF2LbbFs6nA04azq4C43dCWqvMwQnsZQExmOzeY+Cc9uxlYBA+LL1NPuh36faQRjNmzzG6WDdDlDHCatKhQIdzx3ah9+PMxaHy9LKtJSetn29/+Bhyb91+u15o+bb/N/5IUjUxi+0y0WNP7JvI0clCx5s1AFW9JLvlSwYoNx4zwmWOj9MdIV8qUF92F2z0F7zGdSOd3j2kS2pCNR4Pu1X78tJlE07xk7qCd/WGYEO4L4DT5nL0h5jd+LA0GwSXjLKxhToL/2+g7gtB7pCwJ9L77XTz4OOg1LPR8a3/D48N2uM7Wgufi60nrMyC2/h0HE7QuOvd4AafBT3X/bgdiAhDxjHVgFe3ZTO/IM9OLN5WyNvkrH2+8Wrh14WL6MfG+OQsAvWTlvMDZTdfNv0Bg4gyMpROewndke3ojvjfDDQXbl8+xI6+G2anKqQEEzst8N3Y/8gv8J7G+zF0ftyWDpoLRsw2F6Br1PV+dCl1hncprE09iIQru83IXW6ZIA1H/6afliflXczcFeATdBUH3EmoN7VlWGpyoy8l/7TT/xTi98VkPJeODKW9YEGCYrhz2q5tpgqgwI3ERjUPeleNOs5uj8279oEHHVz/BPGCbkHmutAevYkNji80AnwZ3Ovf3gu57zuJEgi7LArkKXYrnrE2g1rNDIu6NyJe5UwRZVt9maDM07QfjaF9dyEY7r3TDHLwSCa67aivW2p2+5Y/0f8oeGbYO72WboycnygbRf5/D2hex2ZNlgowehvc5+OTiVvwsO5PknZ+Ztxs/7Q4eI5KgYjQ0i6VBLdG+8nAUTPbHl43mPHgqh01nn8Clt5tkRx9uvlvO8CmsV+Z/63/VUMwZhbtpgvRt7gD/J6jIDoQgN0JUdj8BwCgNGBu+bhuZVlwgmOTw7zOtD8vKzlK/QienUvmMHJ7Q/Tczth0vr0VYAQ3tT9rWfBys1LvO9OKIzMjK7s4An0c9rzSqdQgFQ+Il/nYHOwOfNgPc7fV2AGXeHqWwfLU1mPXBZRKWGmf+ApEZ3prvzZdGUC0yqYZ32v5w8fHHqoQC++KK5ZefLpd8Pn/aqSHGwMRl7faaqee02dIF8tjJG38Ay2bQdjsRl7XfH/skeWjZd91PKzMRddOe71gxdEsiepfnDetwRzvZME+oxjbd/YpHTsjDyJHJIeItl78Q7fg89OgHn8F+BIv3Ps3+yb/hc7Oqw2nSMDJv356oL42vTT/g39bR9HJUBKNsYf805+8zEUJYM5GqPxbmNTaGJt/Bc5j1/33e4ajEhgGJssR5bEz4PP8K/f8e8Qk7PPe9ppa72Jf/FW8GM2pLDX6HfNp8+jP4FNrebwb9rgR5fQNY+97wIR9ALvjs0XTMS65Lu33OiEOse1Jj6gdUV/8747jtH81HPupDqSmdrO64p65EBstgkyj47opIqDgy+bWWPijGPkYvvzTKtjzyBroJk7APxNX7UdBBQgKR4+OXbSxGdvzA/NR0Yvn/Qes34fAWDd1FmN34BTK9hs1r6ky8SzQJ+CoNlEkyIA/GafKJ4z0KVntxQ5DPCDsrqVI0Gu0wb2agELoH+PLX8hwHlvPk0Lyc6YCLnPmZOuAJuMveezDgDbqJ6WBx0A5t13iwwqxPzWiegQIEfB4XQBDOJo4pmnOkxjNBdEWONEgdgA5McBMwHGFnz3Pn372wJEmSdlbB3DxQo+ld1WZFZu73OujmP+WSDNX9nAGsMC0DeQRalYaU2wqrOoTS9DKwIetOdyZufQ7+sMrjkbmEx8DbIDu53Fj7BIkCpOiM6eMg1JcEygEmXcz4gjKQQvh7qFebVbDR3GycRzvOc6C4lscF3jd71550XTNqZzPmZh2hevmY4HVGHU3AYQcyJbBdoE4EGfuS7jQWkcIVwZ21ZYWMN2rgcA6LM4iDILfUQA2Ary2adXFpQV17Td9Q0xbn3W92SrZS4RKAnqb0XRqTwbB5KusSJ6flOVx3qGvzeBwes2YLkDFoB89k/z4Z3KgPPnammj92CwnHNdM/42MExvNt5xyr6DZci6DgA3yLpBjOcjR4kTFxJkvFt7M+eXEvPapIWck4XsgJ/MzS/0FboP7TWNZX7Z23tst9x5B1Mjy5CBnaDDWjfh2JFz8UaDg9ccJ7MVOm9wEMCx7ybQjGxSxVJaNL9pQ89aJ9nqB92HoboycuVb65iXk+PQd4Jp0HcDAubEb4D6XWFJIosNt3HgmD+upAHom8zkXf9ggG8OjE4WYa/ucX372/p/DP9uXfa6Vo40O5gSWOlklm8AGkOg18PLaGNjaPhJfvpsoavvN8gPrd70hJzKM/X/Qp8TkztOf+S01flzk/TRfRYbCWLZh3XCnQD38BrG+DtIGszRMqUN6pXvGwBmHToAjDPrteZ1hpbWSXgljvV3FRzOiyMfxkDOfDawsXuRf7UcaB1l+hr52p1lGLd+Bx9N8GRkUzstxSc47HjvOknXENqM3mSGQx8e22DRONbjeO6ADPpGn68xk5twIBx9+qUFmOdTeJd59x4gS9E/r/0JSZ217OetM0druc7GXDznNg8vZD0TwEU+95rdBo7H+TySALAqw/kJnokDCcO69w053/xzaPQaJ4mL9z3gMOZFALiTEk4AgX2sJcj78j8l4NzVX8ylj7bpABkV9GBq7+E8f9R1lrkMNwIU+tyG/8g7nJMtX9vp3Pt9qhqLlqC1dSw9PCrZ/qXa+Cfayf7st00DBE67ck/XSq90VwmcPuhm80OdX62np2I6GAB+WWdjAtcdXD0V+uO0SNJezpAHy2edJ3nnwhWsP/SaIz1oTbhydi3b9wrduBmdfL/vTcvlQJO6MhZ6d6yiSocKg+aP1367MnwShJ65pxJ38Zd5bIIf7HmcPVlHz7vsX5xt8JVlua/JXlmO1b1J/o5e6w4IN624sxJnLM5i+L5JVMhAEiCizanpwa0wwROR6awl9HNwxpxxFcaKrQB+SYeDWbmh4/YpsKZUZoYelNCbzgz6uSvA8SscvnxeapwnO+IJUraT/HTcufb6yE3PcZNueD94/1QpmQ/32JHboRU6yWzgIfQV8kzf4Vj0vIiD1b3cT7JMB4BP56TZiHZGrT6c7k/WH+HpYKo9XqgdnPdeWO4+e02CkvaBjmLfAsAebx3l1PzGWoooXkkqkMMsmOwv7Lhv6y76tH+q1veNJxY78n6P3+u9CdB23k51qPd/jvZaGhw+E/1NJdX7O/6KXEuHkqwtHchE/6wpMg5sw90k/Wg9G+e76MIdDN44viuAPezRZ7d/w8n0DgoAPGhtSkUd9InC3aAlfLb6RXJndMHIh6al9otkPmFyy9TBvPDVScaaLhfwbx8tEf5Jh4uT8mh7tOazy//6l56PzkNW5HlZR+tHyU89b/SRQIFaL1Po0lWwbbu1PD12b/zsR/6y3h9YaTqUtX+iHdZMAlkv25jgcSdOg8UPLhqHOAUYd4JN+3qCo7aqq/GL8FVjsduvYL1grD6tjEeH65l3FWbkQOgq+kH/l/VffRfd1538OlGsE/9jA68fsfdT/6YCLJ/L3zQVid06vHilMQ2YMhVYsSvQtfq3PseHPnnR3m9ogfVlvTSGDg5TdEOlOWPMWrzlA/55ju6CDm/bA7+O92uSOQ4fzft5T4+P9U+icRI1N6E/e3bsoC/81QUg2vPbz9dzu2X/t65P9xr2K72PSrp+JvsqLGubQP4tl4bHB9nFFB0nCV4q4Kx/jjyBBnvssv19PInlQ468uMfW/Kp/d4cF/U0QsgN4vMNBTd0zAXf7pyeQuDbcJjAqgIqs+El/7pngyHPx6RZDtd6B/rEF8NXrDFL9oH8pvOq5oxO8d6Pf2OtObkrC9r6f7jbw7quQSZXAx7+at90+M2z3HEH2+CrcneO9L0cmGm8ncJpnve2m8MF8p4RTd/dRYuse1eJESMVakHfP9cRsbhmO/nMCWvnWkVkew1249awd9rj1JL73OloVWnCnnqKP5tFOUPs7HMoeHr00ySPeb8kRybpnDCTY6XMlCbeDrMeLLjnPvXwCN41B+/fawysTRou9MPu3GG8LM3ceY++IR+VHrj31M3/A0y1L6SoRGZgENP3gp2Avb/lL0sDB3G8yPJ2+mvbOM4ypF7eB4ehU4wAwZfps9M+OyASoCM4FgKLk0/feYLSOOO0WYTejHZA0Dra+j4X/6bcWxffn//zDpDHEMFABgbrmOODJMJtdd/DuWIv7VgllZcfp508FnCA8tYqZFnqtWLWlbknyQwCYFgkPGfmZp2JxAKg+wxEQIz+Kslsh2NCd4DJEe2fdk831NgQ3g3nPdsm8ybbw8SWmy2335nW8iO7v9ucE/g2ippp7jEE/2YCggm6Tvdug4lQsGO2OkVUOna5QY3woLVo6U3l0jzUG6QJGgD5Br7Nmsz+ARu0z9Iwya6PIreqcQZO97eryrnbKvo8zVAHdaekiIJa5RDisElow4QyUAZoI12RkvXmgDcGefwdi9blXYQwK783c2JmKBLy+7fmH4lRr9DHc+/oEOmaMM9jXmU2VseQhzdk2pkPRTjn7cOCTodSZ2FFu1UpinI1kiLPvBIBt9BV6PAbwnGHbcyGgxLy+OWW8htN6ESXTGUoo+BgydZbwOSsBYzaLdQDanP/bVQR8fxwCk8FJIOgGWOxvZ7NCQzhm9gzcBL7PXMdp3cD6AIapQKG60uOaFsgW0QN+TrYpzsnEsP0/b0HJcj9jwM2tEFnju+qUSo4sXM4IP5nWbUhewRXT2yQb4Ti5nbPQoGQBwLMzqpiH9twJCNOmRoEuZecDXp3oIeDz7De0IHHB+bp6jwCBrlMAX87QNjhP1efrbIjtrIAj9SfDys5hZ/vuPZsVWMkQ5aRtPMAeA3juAEVXMpDQgoPmAKyp8Ne631nJoemsh2idsdEZBAfNAXxzdrCf9eioHisJIu1EaJnU4FTyQHqe/UP+HHmgdVOAeYD+rfOH5EJ6RV8/yeHXOMYouCtquoOKccgfy49tcLYjhee2kZR9WAOpHcHiSeEMO+pHVmLovJP3NCmYZDPz7kBCV/iYT41dknhBhnT2eB3EYv3QbUbfTuJXxHwm5+dMMPHQ0AgRKrxwrtBmqT/vylA7eypD2J0o5ofxJGiZILwDBF+qHbbKIcEXcJtly3NPDB0Zf3n4nrGYAEBj1KYN5r9jkRqdwNHz+9ve3zTejg/vyYwhmHGJtc/Qxkg3j8z+tAPGQRMbcHskg55NhxXRE4lsOCfINGf+dzD2DgggB17HvozDtffobgmOE1AGpA1HAhCcQSVSl+NtyLjU/wR/5QD8T/C9un9M1wDTprCqspqn20IHgKE5xsb8OuM/9FAVnDqDc/Ac+9Rnrbe89r0diOMGrft0g4mTLvQRh0BakWpst1PG+KXaFntfRsSwJv03/04V1jpX24g2fT03d3KB3nEqiefBrZ9SjZ1AcPb83VoL5z84QTgbvsqYccJPMp1tjXUAd4cYy23xPHs6R6zkGXVf4Zbmp2A6nF4CLrOfE1i/K3ik+GNsB9ufbP7nVlXFsC7wBN9DJ/1uRJPwRQcb6BxhR+1UVbycws9kcT6sPkOXdDvVby2sCQDHvheO4SiJl5yaP9ijpjXw6Y2z2zmPraPHUJnxjZY24MEeFEYuflBgT3TfTtrwz+eo4+AuO2CcZcar54y9OGZJYDQPODA9lS+nEin0/w4oXM8fmu2R3I5hEq8WbwufpD1j/xx8Mb4YcOvRoYOtxXa1PGODR/7fycyWt5Wk0VVW2N34VrCVrd8fYUOyOh28In+T3Jw50io1fpt2Impeuo7EAekPZFIqwPADZO9pFdmJb681nbl3QnDTYB4+/o9xSnJ/j1vjYN213gTKQr9bAUmr29cYnllSUMH6ZE6FMwheWQ7Gf4AcNM0uqZ9H9zwI9rStdbDWFztB9vOpfqxkProrUXXOOPuoHwYAz2R8XwaIf2ym2TiY1ryte6wTiwdbPzRvUOHYfodN0NtufodWRo7r/XTV8Rza36BtHB9TO5Izt8Xcva/7703Q/pBv0kNjQ9/HZmm+7e+hu4awqPHA9V74BDl+J6K8Ak4zOBLt7iIVxt7+rFRuJfn32KWqbC6M5AT4wZ7ogZv3Gi/0nvZ+Cn8j3/i8/QrsTwdsF3tUF6YTUF/M0fu3AffIII0HW3QTBTa5Nrhsk7I8tpGDrZ/6rOEXhiz/xR0c0aM4917zEw9Q6NN0RWI1RQ5HHslXUv4Q7L+1v3Ol5CRdBnw0z98kkpK0q7XAr/jN19LFQ24bPscTHf/PCEd0Qcss4wHxkX2+q2O/0WvLEnyozT/3mdq859g3hV2x63TNweFDz9/mqEE6qVEO3ucH/NT03AUGHQDG77xdJ1LA0jQTWTqJxOXH9p5VsC0+hmxafE4bJOc95pXp4ClFIdmxlbBL44Qz+iiZxsqhmNHHz9qRgHrrkXfnU8azY2z6TdxAO74BrvBk/A+d3IB/0rbYc80rYW8e2navAYPktO0bnZ39nIE+gfa0BE+Sh1Iq3rEE2XrbZbPnTSGa5nzbLd6D6YBjv1wdrcicNT7t313EaHljvb7+3I4v6X1dYavx/es5eqAT/RMniQDuYw959yu4aL/jk3A5BBsf9NhAxhSxb5BxnQhsPhqbhkjCkSslY980lkCo71UMcMbaCelvu3q7zZnq5ohX/fsk5VR7a+11J5DrOjq5Nb19wx4kjjQd6x5ihpwZzhyxv3tP28++CWabyEUHquxx2YOeG7bnd3ujfRLe2zmaBX69/YeOz1YL9cbxNy3c/sa2d5qXTkziMaafddhgQzshRURUcYSQ39mqZpoyniA4zqDS4PSMV0Ve7d5LQdto+i70epJ3BU9npsZw1PkNXQWaLLwDNB6juwO0nbX9DbC041UHhZ+KGM5ZUq4Zgl2C7PnPrWJdYfs+P/BMXaDiSwA4PeqfnzkPsA+398elOJq52sF0n+GDUtb12uc14DBA3nv62coTxfVpiNxGexPm7UCyoBhnyVcCHscPAg+lcBwWbj2+DgrN43YgAo7PmSBq0T1ZqdA4QpiKu8P0dqytQzXjTaC4W5QnQJBA732Ie58VyH7p9+0gs3E3QFPPORW9VXX4WZ0TRYDD1bw1hmMCSu+KQ4KQiCZXCIzTS/Pq7HSDtKEPABDZyzgOCGZGUWQsOLbbsSvHiwAy46ON3iqydcp0QLUr7m65cFeAIChlxPLzaos11eXr7Nr5JkNynZe9/71ntDl1R4SplG8Dnr3oKn/mTCYbAZSfqm66XXY7BPycUeDtlG/5hPJ6VeBcAWBXm5n+vmV2BxBtgkkAAvIcZ2gcXBvAuQPADa6bvgxQff5IFKLWTnyZtmei1WTAUWlxZ5R+M1oxJDyn55ntiIHHuv2YA8Cukt9KIGQgDqzsP1Wv2yb9dnAEjPdz3o6+0EP0IQkoepf06XEATQVkzpuZ836eeyZJPGeNCgjbQM5zqLCGP48+/tIiK2A01UzHgPKYVr83sEM2kdjYgQcMj28Z5MmCxQCI7GietT56Hk73hJez3zSX1uSME1mkcdopMQFLHP/tfDv6dxhXUzv8VWeo6WtaxG/yza4DMm/xQ+S55pIzJ6MfT4B6WmkRPMUAj2Mh4PbbGboA41dl2gDyb06CUGOco4B1O/Uls1WJMqk+d7LaDXYxaPUMn3v//FAt0deSEJcOBLQaG64Yh0gnMjV/WadeGaRU7JyMJM1jnBcdSDuG0SQ6ea2nkkMyg4S8luHQruXjiP5uT0ygb0gjyVTi2QHk1lxycPH3gBQManjcgV4ZNd6IrmCYyroJAAcfp3pb693yzmP0M1J1ab3tMzDjiLpbq0Z+TIConKaNmTBS73OG2/HC3E1H3r9k1XotLGiSKKHftLM86zXyrTOZu6VczvfJ1RqLsEL04zqaCACnciqBx+zXu4oQDHEnPZzxz3skk6BfG+E6RkNBWS25jc78xlHkeQ9xMN6zBz8EgMnI7nEKx3QA2OeCK01igpS6Fv3aa57gf/DRC58OxiIRoa+xfhhsbCfUZAm4i8TwhEMNY2v1XHl3OjjgYEryYGTTVg5+02nfAsDaY+TamZudm9lLEpiQ+dgf1j82Vlf/8Pz7LE6/Y2gitDot/SYYfuN7xgH+1t8JfMQm6CSq0Oc67jHgtcixKyax1u/cI2C660nbxOgfy69nfiQ+ZI9zFh1ItOURegFnEHYozhzsyfMu6PPIp6wLP8wpjq+pin4m/urAMgFgqjf3/ninldn/mtvIR9Ol57OVDOgu23njgMD+wBmNPk4CcQLawfxpcbsdTTKPtmu+4Xzm2nTT/NWVXt9aLC6drGw6PDJ0nb+3q0NoescnWhJPUrHJWsuusf4Y+Y/jVvcvhtnRYh/D8wS2rfeRzeMo3bUI3j5471lLErROi9Gh96xnv2+DI8sfkdXoEfDO4t+tePfzrBcSAA59r3xvfM/96J47kNsJctHLs76iJeFTJ1SFdzrZSOOT/0T4WAFvfiI/3gFgJ0j+12Pjz3rqDSROo/t1P+ecLo6ZNR0ZAW5jnZpetBZvB+HIwKvSVDRBAJgCidBVOkkgT10pa3skc+vKLdbf6/7MqTsLnDFBpyMvxSerW6dd5OhH21vPOsIzBNTQ/78HF5pWZi/0b0Snd2zFj4cQ/qaBekZ120XQj/iFZxy7w7gBh2bsKfBGAjCyWbclNXR2ChQqQOd1qjbj/vt5Hm3iSfrGHr8DwC0/ztEuE9T/DGDMXK0/PmVyt7yWnD0JOhPItW0jfDctPvW0PsJFicK2QysAzGvQI9CA9PAelZFPPwJqXyqAdZ39p1EFsbUe04Aj5tqGbl8YWML2nIoTRm/nCLy3rj10ajyzZ9iCUGErPgAAIABJREFUrfW9j9qzQMq99/xMK1NAk+cvTZI01Vi95Vt3eWt8wrjA5Mj0rpi8E4GyX+DXFbR0SLL/YfCn7ZWRaZ3MaVUounzWOi3gQzvWo8KyC1P8+cF4rmZUpmLWKUHaTRTFD24fg/TRkKTWxxW9zz5ZftZen/33+wnaxH7+FgCOPzWJTmAP8RQ+Qj2vZR1rbHoc4hW9wy3YLd/oFfkAVkMu3vre+/XC/1ng6KFdTJ5nWn3+624+3xK04bU+IzuB2DxTj+4EH/HHr8e+wY9xY37wLT6Mpb8kN54qSPsjoxPRhV2ggR9G35k25mio9b9skknWdbvlIFeDU6ZTnm28JDHx0/KbJWxc1xX3p4BFYzFL4Jd+1or4heNE6TiEPj40r7bZE4gn0dM8+zzs169frz0MHWWULuRwhyrOKH66KEp4PThT97P/mYv06rtdORjda/3FXuzEkG6fD4bTGGQP9phYK6+P9vRZAsbXAeAkwEV2ghNDT7v3eo/sZYK08FAXZOkz9K/WPUebjW/WduMUkBXdsgccNXB0LDxTPk2NKT7VDZZbBA1bvQrBHKMShlmbUOPrAHDsau13MGZsWx2PKPmejped3HuOL9C+P//JH6d78Lm94m96M3YSmMhG9PhRxhY+8lGUOonvd1ytCwLeLfHTaQWfVrAxiUSrFyzXnu8SeM4xn3fC1uE1K7Pg9k5CEqHnvvYUhv7PkV3dOWnW+hv+1j34049/ZfZwdVxG9I8//3yimvPTYMtMpzPghgPvzYrjK47JcEUHStKrfV6RiUpAz4YFaOwZRQ0AvgUreI4J1Bo37wREMH6yOcVEUrSpdJqMFbX01QY+QoPMUTEcQtLzFfHPWPsMzM5yY6zfzkbV/Mi8F4N+tIg+AjKALc/CgZ0MmQBdBUZiINyBSubahk4HKAlChhkDrmG+b+c0disWABvv6GrFgMDLGjgLv0aAieoCNSYPz3UypiUUxnGjPWmDw8aune3J/v0Ktg+9DmUc4bKBSYbW1bQA8B4f5EvW9hDzZqtNCyjTx0NTBDTPeaszj4w1432ffRW65zzGdhABXF/VNoe2O8i6C9pAxjzw7AkBJ1ppEHBjrAGBAUh2ZArYPi+9W25odyMcF5A4UWEWTMCdOQK2NmNSY8yYXbE4+41D9K5YYH9MU7qVjSjHzO1AN01LQBrs5Za3Y/m9ZrwbQHWcVHrw84OBiBES2s1aN4CE/5F5uSCGEMA56xKhDt/gVFsDvAHMUBris+avb+JkTNLNqcb2fiezzBWKo0B9/cmwX4cOe9XzYt3z2ShlFFg5nhpM0wJNgK/PbbkzdK1cykB/G1DrnHmNpzLQoUuMfcYaGdDZ3ZFrrHm38IDuMExY1jYilcHaP37+1XIqe5DNuR0ovW6uymAs3odU5wBITwB11jpG41iFz/Waq9aXuei3RD+GJWvVGd/QJ0HAV7W+qn1kjCrAPPtJAEX6jgqNdna/qhsGrPb4m982UL/nc/e50TZsp/03QVKMTeiatQdvQGufXSwC5vkenuf3W38CwGIg6kcG23G0ORiSz7Vf3VGDs1DQ36aH5713lw30Bs5NgBayDQPBtGbnymZwNi17PY+cW1l2DIoBzuHryGLkkenhBGrfWa28NzT7WfGQCs68T//r8+zAZwbkZI0PkKQC6G6Ldle6NkZ8MZjGPPK68QwYhrn9+pUAfOPKNZTfa8Dzuyq1A1y93t1KjMAShhX44jggqjU1fA7u7ISEZL1G7ubeBNB/CqDQ8nErhYMVe2+Tpbst7+KA0eJl/UTXDtg/Roh559KFeIGMeR+9/cLoI99IOMs6v+UbmLf13eLT3dHQSpwY4acxQklwGfl3WiLPra1TkW9kJkPrmUN0MHrZgajnmbTGfAcMMgf2xnL0+Ts4fjEZfPM630v8NedW0qr20M3zlHX0xVCHf7oKjwBMO0zeQbHFt9gXnE94Kq7GIeIEM50hNphI8uSuNt8AzvsMbenAU6k13SciB6ATDPB1jHxz/GhL7wpTr8nVoYW9Af+wf+xVnFkJAN78432RChR+k6lvOhTdx8kZ+bqVD+yj3/EwBY7EXp/MVd9vS3tVGx5j+84cNpUloN9GP/zHkQMngesZogImm2w0NDqOjNBgaPatn7aCFvujEyy6XTZy6naQeW4HHw5tG/sl4ZnrG592UtXhpWetwfda7yR5lnPmv5+A0QT8wLJt891nnjrBSrpJDla35cFBYg6c1tRbgtR2Pnx22/sE16kg7aMxmg5kIyMDeZZ+M14fAzQ6FnkmhxS6OnyxZ8D1M9DDLT819l9//HrpYa07QeIcabCVOCQ4aR3AgydAMF0FeGcS5AVaJuhqkyvrRvKK6Ytg12RUge9e89d+jF7xPaKTslGznm3/5G4wLAk/XXmEUzPdyoKd24EHPbdjnTHd8lFrK/yt/U1Ao+TjVMRD66czmXk7CdrHAQw/2A7K29pBji0hZpTNgq1yxqVg28gKkp31Hf4lEvSNDcex6HlDHPOg9QN82sZ5XryOiJ8XzrJNMI75MfF5/9HBlUyUOW6CBQkB7df57MAyfjLv2XRjG3yMQ5Y1Eb9orqp02gSPfBu8+HlcSPv0WJrTon90gO6PPGeftp1ieDifxwbaADNr3Ql8xz8xem2rc3ac91FA2FevzmBn/8beH/q6K5jAZ9YWvpRzczkjd5Od9G0nC70r1IKZGn8IezStn30o3IJ85Tuuh775211sKlAH3jRunDiW23oO34DdXnam8OfzP6+fgjjiz0keB3do/MchPbquEyRuGfDXb1qNK4DSCR2fyenQQALSVwLdM4eTgGUfYZ6lIKrE4rh04uOdBBb42vbOXIN9ToLSu+JuE6i1rv+Sf3h0eq87+tYJBRMXNraVLT9FP2cvxw7shPXoIFpcR0YbC83DWucaZ1VgA8x/kuemWAj5TQUw+h1MZeUseTOdSrDvG9+fCtta6y7IuWlu6TXtXLN/Y1NAZ8PcPweKc0/+967Q7ufBWxsAjOw8dH866CFL0hq//R2nsnaCLFnzyCJ8SF7X6frhPZ3ntm+gsa+EAv6hu6MBctP0Vzydd45+tw4C/6b6XntFNbH1y6whQSMS7Nr/x17ot+loxoXv2WMZ/elrxhevObbfQt+RxBf/zAZy29+n62zP2Nf07iLCvF+2vFv5vxOoY0N/FuSFkMITYJXw1+p/ZIX9HK7aDpZoOmPN0TuWARME9N4XVrLf6nTWXNvjFAhMQYvfO/vFmnq9xV53grGfP4mR9ucOZn8SNpg79KvrODYu67d+6PDg0Mv4G1wYMuctn7UYngt9hiJO5yUnQUzyTo1V64p+9fWKqWuOc79gfWPD9oV2orV9EvilpkJ7dRv2fHxO5snpUpUOm0kgP8ezGgis3YD/Gf+ybfvnfuGUOyb1TR70EQusFXEv/d3+DuzvfzxCXrKc1vNHvk4yRRJsUoR0Ev8U4K8zsLfrVfYi9JK16CNuumiHBIb2d/eae7yS41+SzPP80Di2VifYQ3OxsaI/TwC4CQ5B/90hKyBUmb47twl4jiFemcBMvKP9ddsAv1BcA+xjMNonFCFDhlfff+6jheEo4bGTfCkOB//7ITDxcCv/45xhDHOeVhv0CJIItgSL7zHzfFdCPhktC27f81sBEIGSlpO5hoyEPGuDKqzj7TjsM4PbwQqRaQw/VXvgNGwg+dqbq3VCOyIOQK9M7713hShrot8ngDBnu+gzsvBOzkAN4Lzvh1Y87Mmres0CcCTYTSjP37dR3I4FLl9nRZwkehwte3TNDVCzNwGiv3//HsfbVl4ecP4wb9pgreO0hwjzNvC3UhvavqcjxXFnrR3H6QgJkhKcfSzX8GQiAWRv0N6G4REUz4t1+DkG/SsI8vABSR7aQwlO9rkDwDg2//3wBT/fnAamlwEHpv/hs6YjaK8NatGyP6+2PTjC4R0L8gHt7Bnv6z20FtSejtGad1dw4ksAmGu6Ygmnd8b56cDwXo0ztOd3Mr/mLNnPfc8nGCDdPmuz61eRNwjq+erfnIHGWDPvDS6hgP9S9tNr7fZMHT2/s4sO/41TVwDmzgaMMtygfWdPsSbwYWc4N9AWAECBH8Cnti0HQAYQtxOsA8ArXxZwNE11lVI7kaBLQGNAM2dPyzmg7OjsuWly6MnYZv7XQfvsJeedJ4GiaTzEmD3Xd0mUCaC8M46bVvQu9LjGSrA2YLOCfXUTjoKuYGN87aDFeXd0iztbbMu7xhTaP92LHLSxR7bcGEcAqTNvO7kXE9y8iB5HD0O3NgQeGdcG+ot/5lxDjOC8L/sP2PKzxiHS7215lYzFZQgCpbqXYF1norJ3/AZnHfod2UTmJMD/np+wheaeszPnDOSZIOO7A8BO+KlqCbItb31uZ8PJ6n0nCrX8g/aEo7pyIPdrIScYUkkqrWfvdkv67o+nBZL5XmGh0Wsxxk1VYYEyjDyGCYKyv51V2XvZrVl9ruU4D/Yso/ASeI/nIdfaUcs82oi0Q+dvAsA9buZhHX9aWK3Bl4lqDWmXmeAeNNXZ273eVG39y1UmBNOfakHzWqo1hA+Pk28Mwcbc2jeqXONgWafRrsnqMqvbFZ2vs3AaXzRuSCUZgb/cH3lfiWfPg5teve04M82nyNHF1Zqnr5PMG8zwou/LARuM8bQc9dEbqUa7f7L/ccxQDfJ3gQ5910fQiC7Atxwhg1Onz5SKTngn1SaBdEfUFfTdYlVXiJ/oJOP1HPzLGZnQMa3T0XGWVbNo6IP7qIvw88jHl5NBC76tuu5zIV/JDCMmTS+DFY6g8Pgzjg4GmA2mBRt80pV0qsD4ZjMk+bcCQ9P5pmW15//8J9tpGqUc/sABGDZ86FB49nFaWOeOAX94oTLZz165a0Bs1chqrd8e+QB2OA6SsZ96r/V8KsTAYt6GWv8O1GDuECDqQAOBsdXdCf42bnKl/X9+mwfSul2Bs8he+Op2pHB0lHXRRD6ObJoWsCszlo6hda+v9mFkyKuDzNh73qXSw7qXgMYHs45c4HPGDb8ScLkdqDfbW249N6eT2K651pt1ztgjG9qhsroaxl18cAf4Gefv52gp1iL/2BaSfN6dfiznr9a+odXAzMbZZ42Hbgmk6nPpO+ZjKao5e3PCd+h4/65gd96VCo48Z34rmFvyqvcH+a/3pFKFNhcbDEx3psEP0MbghzjowRTRE6m82I4LGmcnX6byNkrhPr7hpp3ogk3o2ta/ZfDMmO69onp2ccEEl9tYqiPHcNz3kYLGEvV+dDkYET45zvk5OsA63Z0JEgD02EZmUsF25PDoWfQD+ONOhutWl21fnufPfr9t7/CDeFOdue6uMUcfPRMFd5vkBi/aCTyb0skHvU9Znyk6mYITePfo/ueGbq2pdxEoR+7ee+8qagdNBlP/QMMe7/glGrPfz+M6yW+SldzycoJ1P82P+4YVXz4sdEB3n/B7LQ8XtxIUu7uPiD7oXNeBXcaOj4XzQYXB274MXeXq2GnPmgljjf4Hn908r3VNVfd/pWPePCM4Xz8TPJkvtEdO3P0hAExiFvKvE6hZt05y6XXI/j/044Dq4BklRVgHhfrWaf8EGNT6fWzT3cfoTckjV7P5DPJ3Iq54oKt1wSMv/j5Hr7zlS/uL/s6Hedb5BICjp7dFesaFT1k4xHs482y/x8EhE1TCzkigP3YwPMt6tn9CNICtdQeCue+uRGP8rU97/24dpu+Evy3LRo5FV6RCWfjq/mm8ArY++nmEjfTY3Unkv5/jOg7OqgCwxzf66babM75NaOqEhHynxc8IwTmJ04YWWc/YswnweK3/JgDcWLCxNnRwryF+QXRLsHQS9k0b+B+mi4yfX4nDft4kEbmK/xn/jVl7DzKOLRJET3bBgd5hf9z9HvDftHUmMf1+H77qfylpqV7+Ew55jW9Yj/U6R8XonfDJXAPv7v1vfOf9+xIAlh/yJKXK9/5MYDtEXkWUz8Pp+Md+mF6s996Jfdij7FnvH/d8q8D+KekXqALdHrfWdL5j3p3Abrz40IR0943P4LPYdeujVIA5/vEsbAeAb/0OffN8vQ95Ib754ykYoK1zY3joqe+/MX7Lr9vu9lo+fC+/t7CEuxj43VsEqc842k/8LLsav6Ol0hwRdcuJXn+Cyn/+OUmVxtnpmgkMvn1/BIiRDx7r2FDQAF0m8vfirU46cMKE7vv9pw7TxRhI5kkUfzZVPx2gvJ32EIYAfbdn8Jlu+g8H1wB5G3sI3wrGfCqCqRidACSBJRsQBiD7A7N+ZIiMk4j32YlnjR7nET/e2Mr62UWNU3DnuMYqlRitsI9zYJ7XDpybEJK5QrWlCC7vOUpkXiviIqPxOKjGgZ3NSautM5dLQYnIwkDKsFiw0ZkIB1TNQxqgE5D8AA6H8LKZd+sOsk2zlnkw4BTDQ78JzMTIzIXu5T+gqs9CwcDSNRKIvmem3u0DbECPodGGsvdA9FeqIll7yuQouhzQZ0WMUfbKwoPpyAodJ+Fk9uhsA4DhvW7reEsGqX7eFS2rMNsAJ6j5YYRNpU9nhJBRGLpuZ/dkAEsJKfgylSeHvmctEzhBCW5216fyFRM9AejTinlbXfJu+Gcza9RqNa00+qcVWX9OcLI/87kNB5TOGprIwtTvCp1tMXQHy3gmzmTolCr6bwkrVOk03wEcYsTvuW43z6eVRByT/U6cNndbp7TPWNCu8baiPgq+aBO63+r9yiY0j73XHceHjbSSiUunm610EoKmaje8mkok0cbZq9f3AphxnLk10WShHXl+3rmZ8E0LAXgr7+0QGaANb95nOGRcmSf79a9/Tlty8UQlFByZOssSgBt96PulK9DG44ACvOh7t0SazHgHRE/QMu3/D43FD/X6QQdR5Znx0i3j0wF39v65sQPADQA8dw191tW2kV8UWcUeul1oObN7aADizO8t4zoAjAPL++AkpjkTdDIpmawdc5OVthWtSRTRWJHrp3KgQMvd8WABIPv7bhGrd3HOjHT0MUjHUGdM7SyLQ2Q6bjRtjONZ9zRgPHLiarfpeTzXam+oiNJ4Nws52cKsOx0VjIlKJnT7U60rZzrZ0fr8j5bQv369A0Rn7zXewT5dydbVEq92PiaXIRiTSnAC1WDttNF97YTK2bYxBluGHIN2sAnz/tYSFFDcARTp/fuM+IMJaj9aTr25622sG7A/CUzdOq2PO7h1w1bsJNO5szCTiDhvmxbRMqRjYC+/YACzlvrdLThNVxUAtk4b1s2ZyHG8nOdOZm0HT7/um+VXKtJWB2VchkDzW3SZFk91REDpEo8V/C2yGMJ/O5h31Rl/+CWft5PijQMTWL7lLwE+fd5nQELbWXftx1sv6tNkISdppBMNGWEqcCJzOtHO9NwVBKW/7JgY2+VRY2dONz4dEeuJg+tzsVphp0sELb+iw5C4YN48+yOB8ziqwqOujvF+pfVnaCjGKfiCtSLgtd0O3g7Osy6WK3QaeWesf0uM2R3Pv1gf5Fx/lgs2iQDbYjOwl1986cz3lvMf77yvK8dyX3ucWmNrdQXvy9kC1q8AFEEM/aZdHWKy6fYzUSitL1+BlaGDl00xk+wzq+6MduZyt7TT52BJMudF2wQkO5mOhAQqFehMxbPR95xTTPto05bsxulqQ8IXQd4EuCepdIBl6zoSkHtfz3xmnZFv+pxANQHa3Bec0hX+mfvqzEPH5U9g7IeeQobRzz5SYZ/rd9vB88Yv/3nwqp0jzw/refsp9F1kjV6+DqLFCytbI38q6S6w7P/8/rOCANURh4TZ2MgKkMUB23bFJkaGAW55uo428OzbkfhN/np9x+7oCgK6JfhFFdBk/e+kwu/jjE6Aze6Kkp8cZnnHl8qc2hBksrE74lV62euXSiFXxk+ANDQSnavvk0S+dJCxvB29XuO6H3kGftAt8Mz6hkJfLTv0vrZb4MHjtJ8kZiegzLEDsS9pIbrHi2EHNaZFt7qVto4OWRfRoR/8MFnbsZMn2Yk91e/bkQydiS8b12lOCR4txrjvvf1lr4rEWVd09GsMYz9kPOM8dpJbdGDbQOA1/D0EOLqavp/NGXz/eTog4LMjQHnIaPAM2OkEMdDBr3FUhRdAUfr6CSwRfDWPVZJSj2eT21jHNczXR5ANlcwK7YXGWz4t3toEgfbtsW5yZPdRSfhD74CN3zc4X/YSSQc+I1vD0fuFy/DJPXiMc9LpEHnOZB8+QT8z9hNomWRiJV+ZPwezuYJXPurCa+9AHyuZJAzrJ2Fo46U+/iBHP+DYP9h2Fq0r6dtvybO6MvCFBVj0Zxh93qlGRfvQvBPcB4WFpuMTDaYiwYV9OjRj+wOCbNz2mcBCABjZ6LGOf9T8UYlEJ2gtu2EwNoHj1xietWwbcLutbZfHQ8+Fn8d8nXkuxRMI8YxmWncyUPxFaSfbeTVnb8aO8ji/xBpuP1LP5w6e3h0EeGYP/KP76PMlhVivQOrsM7QAD2ntczTBew/8jsEA3wKmJAB9S8jsAoXuxIeMjB2i/U9cpmVn1iPLnyMyB0s4MJvApPhJ798Ckzd2v22+rjKWHvX6DC/r+T4L3ryQNXDwS/7kbk/tpJztipW9iJzxWsqv+CQq9DEOS1l7DWx5B4b7OX3NwSGzf37PJL7A79FlK0NYFwd4j22Ws4r50b0kWJHgeWMe+Kl5trt15b0KUI69BLAdUWKfnxKVtLZlz2gMXTxToip640os1PXmL/PWO3bUnZ0okFusHRydJPvMfLtpvf11woz3EXme3yPfmz75d2Jde2yp5BCxDL3Hdtf4TkwfT+JL7N/tRmUcNXqTNb47aBw5X0eXnD08lc4bSYJmvRWmaX43PlmbA1tKz1RiuObUWDK+F+9Y0U58hyQoM8bGPnqvcO5JSqQAaZ5CFw3RiJPunsGq64p/Nps1AWB/NkSEg2uutEI9ThbRjgMBATU8iw3ZhUsmpj+vllzfKi9asOMUpwVVOy8haM6I6QALzqIeE4pbFREOWggEOEs0G5BqyzhVzriLUzKWCMTfEggHGN4GZQgzBr8YIWcS3ecR3xWxOBARcp15gmLjpRrv3db5zvo5WVNj4GRP4ijTj36R6eWKIgFJHJEipmr7E8dVhDE/YaYVNAYwxaQN1tn3G3gsc89ZNEW07YiNkTRVZMrckqInY2oEHvS5I5zK8Rmj5obRkfNIk1kmBu6Kad+vNZszUrxW7vEeh6wZfIIrRwjNmhIAxvGGoeRHnqDLZ4uynp/WhAqvOEGiaOy8OKBW9JXslA4e3i1hG/wiNJzFaLpcYRojeav0oojejuN775NxyGoLHCSDJTJA1kD2FCXYQQWMidDhOkp277LOtDcUqyUYGIEVwbcBSIRuBzkJAgVY5wwGvte4MTx0L3Pr84DaoZ85peW2AYsC6ZX1JwdCG7wEXDTOOGvf51IwB/2GB3ofI2P/GufToxA9f7KFRj5XwIp25w0E9Wy3vX/2QvTUytLzsWH9ycOMrfn9gMrJJvW+PQ4GAsAAwCRZQAM5o4YsqeYFzmjsxIJO0mG9CQDHWbhtC8Mv4du8e5Xtochn3lrTtOjL9QShrKh1F87IkokL8pYaj8N9HIXen6oCxWlmx84DHOEvvUSsEFqZJCLrhax9O8697h5HaOVbdQE6DPnSVaDQMbSs8Z0WarNeyeR8J1EJIKUzwejv2cyfAsAAqkO3Dmymxc/tHPEzpyK7M5RVqSg9hwF4jD6cX9Y3MRqgrdto0Xr5zF7rgsj6E6ghKOktLA+Y6T6yyoHw3eJjfODYgra6ZQxrJDmg/QHA6jHIm5VnCR50sL3PBUrwKWNHDoReaaOfsdKeK20Ys3f6bANJkU3BBDGseG4cJpvFbX1h58fbWPb4p5Ldz38WslvQ8j3Gf3SJxjDO+8FSvUfMW+v5kiWuHoiRgCMUWUzWIgZiFia4hB94OGu2spvveRadETQmOUKdgOJ7ksGfY0CaAvKETnzrynQwGH49bVscixpD5A+OcD+nAh1eP/Zm+KyPEtmkHRw52bPThmkqo9umA7N4P4+RJv0YXMDPSUgb54ixhOnqnZTEeoIp2lFwZ/r6GTMf7WOfgcO8uyJAPMHRJuicHV+MGzsIRMNX0MlrKfn1KNk+A7krGYXhqGZtR+nK9w0A42Q9GeoPfbkSqPS03gm+0HatgTvOOpNwHCPtXMx9oSnZTQSAdYbRdjPRM7S/G2BGP71pfHUa690BupWn4SMqJOLwSiWDcYrlyQaAPcbCwhyfg9xa+0yYaRMe0IH3vokOPbdD15JF4Y0sxCHFY2vpe7eC5YyocvKDIMLHkVf9bqp2sPf8Ljs+4vjtChz22tVI4Cfr4cWPZ2+PPZfxghfY/04GgV4O/tH1DjSzt3EEYe/cLVtvRyX4lZVqx3LLjU6KMn5Q23DJtzmjjLO5LZ+feZKQgLOj6Qd+z95t1VfTcBKzkuT36+nScM48G28aCaeM+92SlnWe9aQyfwiigz0dAO7Wix38XXqiBXT0JklT0EO5F172kd73cbbq0Bd6B32kTk5JcAqNdoUyckGEnYB1BETr9tDttuNDjh8npGhN9veewjXZ/xuo8F5bZkf+0bli+Q9nY9YBXXZssGd8b7wRW51gYduo3nP9z/ZKMEYHgJEp6P0kfY6dp2vn3LVjX50sKY37rWPRYS8/C76j6qy2bRlXiHQyhHGO1/09f3gpNJ/VUoBvA8ASLMEO6x96B4DtX7BdOgvz/Mqz8sC3/yu+o1uvfSaEbQIq/ix48NWSsiqw3/g9+5IzubcDk+erMSnJfwII+LM6OJeAXHxT0fFre7d+aKzVe3QwyvOuO1kFTOYONoPFe07x10ygkrFCyCa++CLA00lOXgd7A/X2rfnWEeDYEPiqUpm0tHcnE2ueJGIKzys53cFGdElFmw6mt0ESvSQ7yvp/dI4q0eCp7FMmqHX+65En7f8zHprzxFmGO8H7CzQdX0/o3WdGjh9HY8qOVMrgAAAgAElEQVT6dtLuBgXvQpFggxxB1MfB5JzfOPHjE9xNEn2JhjqpmwCwk1W997JN/nVsIfSf5EIfD6Q1xvZ74/XQguenQgXpasmaOlKn/dPoXz2P/T64oaOF2o8jL+Kb7Y4opqNZ8E1sCG3dPjZdG5kDzltfArjbuI9GB6ZlbIUkdzbdyt6HZtceTovptqe0FvBgqs7ez8F3ZVod2+QjefXZ27fc3DnAb1TFqhqWnw5MIfva99CBcvZuA9WTLDKs6H0yLg2toipeONu+kaED2Snary9HbOldLgi67EPYnt8EaW5/zy2ju/Pp/UwCN9EvSz+xL+Njsn94fA/Hfno+VwA7vtysqHzLXt+qALbMeGRKeDg6pWnodICY+Ez7+0M/uc/Pt292fY7nCKjpkOd3NS4f/uiOkrSSt537zCm+jMhkkpPEAv5enSgGeEFfeodlowKW0+Fr558jb8wH01Hkn8/Yfz+BcfOX/LVqnDA0E92q7/S8rLU+k9zGxulr0W8H6zzXc2QKNK3XE9juI4ZOt6BKkAhdrDD0XrOXsy6nsGoWVvv/+6/f1he2b5+b3EnmeZJsEcnJ+AdJ7Pp7P/judypQu7Lc+zk6s30EJIOBF6DP0EjoI0ULwTvoqLzrHWMyX4/PO3vLSoZyd38yDwLXyI4ukNL30vWsoX3EY8vcPGEaMe9sDDHjT7EF9NlnDGuc4i/L78FLW4Cw+DZ88I6FMKtbP1gWUyAxdnXLlzvgHn/v4g9otjvVpAV0zojG37txymSde53rjG3G17Yg8te+fsce5Qvdd2MHczSF5dUzoR8CwJMxdVXg+sXOztoWi2yMmdYvXQcaRgvOHYzFdYRkKr2xBwy8HIpTcu3NisOFbLoQcBRAdMCeFylhkUDagDoL7fQg1yLBeCbsWTTv12R2pDVBE3mAtj4KMY8wHOKEwNbpO86iAR5t8MKs3mAL4gBgggTORp1X49iysTMOV4AfwkoOABhonT4JwJjIDSbCZJvBu0BeJfUwIxkkaYPFuD4rGON4zHoArgki553syyilV/A5n50Az+wJ48UJG0kfRZAzcrKm2e/NfGyHp75vxwSKTs+IQ+O/X2dUWXEBoMcRiXHLc1/O0hLwfK/3fVZILfFgpEYwclanHGxBiVZw5aTCmNCYT1bZVGpCGbTSukFejPM4+QMKVtkfgTXB5Kb9Vf5dWQuwjhAGkKTCZM7/8P7ESZR3P47aZ44KEMpY6PV1QPAYWKGRu4L87UjZFioSyFQ/NiBdmfHs66wnCS021MpBbfqyHGin+Sp2zhh4yYPan8wlivJuI99ZpZwxbsN6NHL4YVEXNGF6LkGDQjq096wh55ejoDW+UyEoYOGzlyMwTDMApOmYcI8XEItTDdlFq3OMAAwSS6hn4w74t5EfOvERcAY5eb9YFJplWgQ8cbK304Zxr6NzW8RZlkq+SrdUwD38snKhHf0HqGnvn+v6bAbWBkfgyhLW7hL4+dg/VKhh5JM5xvcGNdOOJoo9ben0I0O598X86bVa44U9OLKudEIr+M6Ajm6NFNb/pyKd6w9AKoAu/R0akzzdea8BHF2qPWTMGACsV9Z7A00KgHUHC84IxCmh+wBUTiiTs2KqYrK2zjs+AR6vpasfNuO5Ox34Hi9glIPHO/IJXdeGeyeZ5AzBDVZDs514pnlrPlQWFhmcpAM9nyBs6DFBHngcI66NeL9Lyy7arEA/STlxzDzvHT3tv5VUNfPEqCMBJXgl8j7zyO8OMFgGTVAt65bKAV83clvP4ExDDLLubqBrcbBJJhDMw6DA2D/44nmejwOwEfrGeK/EuwmAh+blXFp92AZlnE7V8n2MThL2cNQgR48BOA7lln9pS7dOayco1AarhQ9/I9ORP1k/fRvDtitLNjs6DzvyeGR+ks/WWR2net5k5874lLSGOScqBk+cH3P+nx+851ci56GxV+b1l7NboQ2/c/Z+n7FjRi+QMEcAi2Uy7j4B4JbPcbpHVobO+ekkmF4fcDiOafD87ZwBuzkA42SzdXa206HH2Nm9GLg4cNs+oU1o9jeY12s1Cuxe5yRCbCUJ7+R6AoTqMKMfWnWa713dHdmad+Rdu1QkjYwzZL4nOUT34VCEPs966FGz7qk6SqKgxzAOGs0t48jeYE+d9Z/rkMGMq/ey+S3jIRiGrbX77jUZB3/Of5qEnePAjPz6FhjKujR3asHiIOoqU2Rc1nN1Puvq7427tSYxrO/EQwKJrMnhVY8/ARbT2TOHbgkMbdz4JclWI4+ln3XvrMWNX/1OYQGIAoKafcNpgFM8VcnvhFY/A7w0cqNpOWvTDu1vR3OMXvdYNmkgbc+U8ID8ywBP67wZb5KGSQTergiWdQqQDwbuqg07qwefsEbQYq9HJ2zoddgN2Nt3sNh2/8PLtELX+JO4jTN2gqHPlCW7O4FNziQ5GrEXIqvX43WwkvjI892AKTRncw18VRXAHZe4SVt8koSiDZ6DpSNPR+48f7zG81z/maC99NRYCNqHNjoRuP0pVCxvYGoCrgPPNU45lMA5GXMIoQOEx+lbCau5anRh0TydghLsiK3YyR9UQIAHoA8SseFF2OfQjOhlfDzWT7Pw0O99FI7WshPsih3PnmqtnHAxibAnSXQEmZ3K0+0B+k4l/gbqOmCIX+xODrn5g7HQee+suWkiTk/zpgOSuVp7iMNX69CJzrl6qg5HRvgeS5iVW8jVQ9/tafY7Fnsyxv6M4xC09BRQtB7xmssnPo7sYOToC5JWXdQw8rv10m0zkxBzxjF4BQyWVvdru6oVuzGO7ObRZbe+41mdVG9an4TSTjBfGyS0ZvmthxOgn6TMBFzzjGxD25/Im4rCzjon0KpjfTapoG1k9gj8A7/Ehlq+w74Hq3kdRw/F55VhYf9lzcArexY7vi8SR9nDdH+Lvo98mgTU0Yv4PNtfI/uDd/B+VUzq567Y/NS929a26aNtx6MDvc+h8W9JD/Ah+95b0/8GWzSmenWAHN+rrjudkoRhRsZbVk4XFlrE+tryd6EPOCIQmdDjSICQxPHonvZFg3fAEp38gh0DDZ11JSHnVL4NLfuCSuigPfsslo+oGFLeuXzvcMb6jhga//rI6OdmigWSfJaOPexN9NW0ap0Hoff1Z/sD9TcVck4Gfu7tBJvWkeAP0/4owJMQBf6WvW95Lvt2jngjiWDwJh28gqXHByRz3jIuNpLs4dAgeERYS0p2fEODIbpDkGjH+kfxjFno1lmiqQ7mgjfvpG54O/MMljlyb2x4AmwtY+03IF4hn+8kaJgHHn5P8tYm87LHK082sZOEIU0jCdcUEyUmoelrXNgv4A090y3j4/x5JfuQ/N20JVn7x9MJzLJxAtrGB4NX2R9koZWBZmHfRNaGn3dCuwDbJKxUl0VaHh8sNwlHYBrsW97XWNd+lRFg5yxh+XjmiBCCi04Csr09lobWf4YZ/1V8HQffPmNgPfEVHP1leT9HcWFD6veJA/7fPVIBe0/PHoAXv8UUUpqedvXpqMTRAZ0AcuMb5v32c6bAxGt5/Cnxm5z7J0GcYOrBD5LxQ6/w83mWxFhXOIuvZr6dwCISs8du/Lm5P/oxdlLHwDbZ7UNPVJGF1sAy4KI/dOE/VYQxrr8OtlMUB21qmTkeIzKNYHJ8uJ7zJFiDh+1/fZhWP7lghFyfZQch6XuAGUIpAaAb6CsQ8Q7wYJQBNNqRfDbaxksMns2gWYazA0PAwUZvHag9zsJTPXTobbwgOiPhEaSMQe+WE0mbqYBnO4qzmOOY8aKL8jdjh0cTvIrgQECMUKkFw9A/wrmyeXgW77dAGiKFYGhr/NUYOAG0yT581odWNt5NyYlRvhiPeQeE8jYWde193QvslBFxxj6Ky8LlubizK4+jw4Jn2wjfhrruJSiA8noTLE7nqWBUlspkWPU4suxjfMweHuawIDuEcQLAAmjsDYFzBLUcu115aPr/cm4mhrGfr/U+QnMdBbcjkfHHeFTA8g2UnDH0/Pz649drD5tmyAQ7gXxAx0hcgglkuHpNZw1YC86oaeDLemyGe96Kw7sz0rziA2xRPtsGntbT76xP70nZMr1+3xTsCSxqbQd0kTnVZpIVgB00T1WXsqrqByCEYsKh47OCLPgl2d/8S+CrK2IAzZEL07IEeWHgspn7uvbf/865iwl8brAPAzD0SRLDzgbgbWBbGXWAD/EThqadCgP6FWzR0MzLtTid+dgGLe+/A0WcYUwiB7KzZQTsxGv8vnonAWDTHJ9bV4QXqTDQGFrfmKaeC3DMe9XmZW2YtGERmVbtnaqtzrnf4CzgAQBqR6Vk7hh/OJN5dhzaIaS7svRFYMNaMUTCz/qhUpw1P62yPEfknvhhF67XWuN7ZdxPACgK/nFe2JEaBzDvSNYkxnkc8u+sa7L04vhlvRt45jOUB4lWc6ZhydHXdabldwBYZ0meSrw640X3AUZwYrCerD2ZvpE3GWsDlwZv917c8gWeOLzx9qW8bt+krAX+nJvcF2rd27l/xj/EjrPKFQ025LLnzZcBdJt5eLK5xzh0C+QLX3SGuu4OrwfQ3y11m6917Z2E0msI/2r+6mDRBjbyqJ1YtNP1GGa83tcxOnU/Dtw70UILgQ5y29Gif/GiEyiG/ADg2vvbeA72jJ4NX2+1D3SNHMk4U+3RzvQ+Y/RVyTn0qvva0GMtNpD2bh1OyyEcBTfNgSmhF33/+/fOIZORkyQGy3E4PB93ALgr0HTLZxVeEsy6VeftzEziSLKI0VNNIy96f/bj1bJSlNtO0tMSNOvVLcj6ORrnqfj+wofGE5qr26PZXep1SLALe0DrA0+tQCIAgwMtNBAaYb+cHTudMPzcMepxPCfwkhE3XfOspauRuZW937YMdBPazP/QU0loyvipGschu3s07bHHKZhr4/C5nXbtlLDDfmgnuDPyW0rY768AMIaznn2My4MRVy61Q7Izlz0nP3nX6qz31ToLoz0VjdK577akehAtspte/rd/Y2e0vcFaHUfpASl5Gg4qnn3jrXYU9PEMPZborWrPNQHMmwZa3jcN9T5gc36bKzQomnFgRzwxD5U8jCMptPJy3A29mL6e+VNtBn/1WZrI36M/phXcvaasZ9vvGnMn1+lvgrzM535OCD90SUCuq1x6nbKX7Fvol/37kGfwx+AF3pNnpJOIuz05QA1RLHZKC8d2LiVQ0vz2LXGdpD1w5c47TqG1PafK46GVztzvfW/s8o0ebC9xRNIEpNGRGjt70TY09A3t6ze8v3gndISTmDEju7yGP8hrV3zOl03LyGzep9921CvxvhzqjYuCi1MNQXLSfQRDB4A9vhmXHcHjIGTt9H1s7OVVcD1yk+ACzm9k3J3w1HrBazm2TJye8THd9JGgzjhVR/7G4Qe+HJ/XBLubdqD9xiskjuc7CeDQJ0UD+px5cM1dZcrYuyVt08b6ob61CQ2NnS4ATgLegovWRU2/h1cti+IcJRCGXmO8cah20Hmx+E2H7T/AXj721lTzdrIFctSOVQcjd5QEGE+L3LGvbFPN0RGs3fG/1CTNf9d1937mvrv7kohpmYtK6dwbPdxH6Z2EL9PMYi32kMry9TNF560c28IV82Yl0h0ceKrwO9i7yUDBcWK+GeUEU2xvXkkH8TOV4TidJthvcG7jtJfj39hpg9JdWcv62q9brWvtHxnHObYRiVgErezGsS/iXSWOnAqtvbs6NE1/0+1HPz3PpJocmlldnr1oXGgZN5X5HaDLvPaMSK33fZZyy2USkOW/bL2ZOa7cP/MYn0zj9dYjliezt1uVnWB55M8kzkpuT/Ue/o/4IPMm7YW7LCoZZuQgsjp+UNm6OHokI8Kf3KvfJJbRNvkOAIvuj5+teMyB6LFRrV/mKADnYtSGdsJS3rv2ZHxSmxTKd9YlBEwH07Su0XvpCtYFJbcu7QQrEqjf3RQ3WT8YJYnBmk/TR/vQwXqhv+W/uyAMHujrWl77qK5aqPBNnoe+PwG4wmfgY9vV8/748KKv+uemEzoQnKO5Hj/B2/aIbdz8mxjQ2NJj27Z/4Ix3OtW171/fkVjpdZg5dgBTI3ZizMgEkr1IHF7f+WI+Fw+gy9gzPUfyVXrQtuEWaHVs4/ZjhbeF59/44fbpMk/9ToJQusydDn3ECmaOm7SaBIUt8GosMYUez7slfyIXQgPNF51s53FUC+NvRV4SBtj5t33Kei59boHkqYalk8IV5NSadGc+eKGT+dv+vW0JaLOxAzh1aWMTS7m+6RwebQwd+aOF1/5v4PwbL7my3R323sC78bzlFB34dHTnDNj23hwdAh1xNnDv9z8e59NTDDPMTAvHEnytRADbAtqn1H0cNupkwMvXUFwH+ruV5AKJlyAhg2awuiuIRkS7We/zf8vkykRIAA/QkoDde7GsVJ3JGbBH5kUrQ4ygNl5YtCaAQxSl7ABmZHF+OtmSteCNklC6Aqm3k4l3aKySEXHu51MYmFZVFlSPIUEGTDvW3oHtOFw1v60OmYy8C4ggiO8KIROd37eCH4fWrst+h7AOgSZTP8QfYUSlmJlJhuzDFAKUBv8vZo4Rred9awmBcPC4qvXRHSBgDRmDKoAJpGmMryxhtx0dh1kFV+6WLpqtlEILBDJDWRN+t2EKHxGwfAWAnxvUekw/v379emXvhgbyxNPaWJmVJSAICnVlzPj/vIGAXgzJ22F16G8OQTeNGbAZRp+MrzOWeWbP9wVIy6Ha44evWr50AFULK+CBU8XjHvozH1zeFuidLPC0IkrAD4AZA20UnIFTgEkUze3dqODbgL/m7cP3YzwRHCFYCc1rzp2l/5Z3hhReOmSE+FN0dpJMpsMA62t5ptavBj8jX5/f5u8JSiHrjgE08oNWpt6HAZF59wKQb1lzXHvAyrQnWxkzTrrBdHY61tkZAG0UF4oeXmlnGLx0qhkbaBZoxOl2AD/BTJJAJqjbwBdHZ7cdYr7fKtPsUJj1l+xWCxvzg3T3F2dYt8ChBXT4JxtwB4DvDPizLzbUklkG6IAPm1+gCc4mOaCZShYbYDE2z7oOQG+HQ95baYvFzDgOnAE68+gzlJtv/rcAsA2a0efWbQ+R29luwkorb2QjOtmYYug3/05AtUHVMU7aSBnDs+VS/zvOgE0GuIFe1iR3qDJgwejquOXJMoZseHi3cs/zf11FAu3cjivz4YUPFIjtAN6dof7CGtJXvHMGhiPvw0EvB+uzn8jHNu5E1za0x0fVxs67umOdxYcmn/fm3Cot3nZHOEdlPGvhFpxc41V6O8O0ZlRuMD8wC46ilSMxyrXimUsnI06VG8a51teJMxsAftFDGUPZPgyeOavahtomsNBaqOW2aUb/Dc7aCj99cVX2QdMKuCsA7BbXAL0EgE9wRLLG2OldAexx0o7oWW/WwMMfjKp9JJFHmeih66HQ5yLtrx1Kz0e0Acz9yQIPJo7DwZnTA3riFKoEyDGKuRdHOM/gvR2E1zNgWQwnyyrTUYK9nfDQmPKr0Tv2w234dWWJZBf6U2Mqn5PbvOrld+Y1dALdsb7taOeaHqOxx/OfscqsZRxGHQB+O0JeAR45sQYHNa1mLYOZb4f72TPatD10Qav9V4Xl82DL0Z+C8LYXQkebkDtdaybIAr395Ki49wiZYwcDCUZDq7YBprPKPdc3nw6PDB2j86DpvvZO3Dj76O14y3G9upNAode1794JruLVdvDqegzsdgR909emu0lo6iNM7nXsueCEZdz6zRnZYIRuVc+9XE/iBTKsK0mMfh++a3zY/NpJafocurvxJom8937dax29uB287mDkq1Lr6FPskG2Bi6x50cvoGJyy205RmDn4IonV0Q8EE/WMX/+eoMEE9ni+5fk4evddtAZO8OAO/iIj3gFgzUF252elyDeaB/ogIW5e9REJzzzaMYqu/4mHwN7dZcM4d3AhwS7sRHAMuOzQVeEr6I9AMPTfNrUTPqQ/Zd+oBeKysR95J//iPDO9TdU1uoCAowNlIqVx7hOUo9Lx8PDIXvbkXaW7HcTQv/95ErD/67ETk5hK2Ggr2b/JOwnqVNCZuwdPZ5FyDFeCIZ3AcO8Rx3zAoxl/rkrQeh3czA18mOrKn3Y9vIOytToy/u7E2bFtSu/Pm/0LHOB/y64Yv4jeK39f6Gqrx1rvZ913w9t257oPXVFFAwkI7/h7lo3bST4EN9wBuLOOo3+Nl2dutqXLuY9diK/tTnwngfXI4+dZJ1lv8Br0xj7G37MJJz/tFnTA/a9CE5z3amnpwWddbzv3TnRcLDe6pwOyM5A+S/edLDp48fiJExRF5r39dWDGnZ2Teaf66J5zr6+tARyQFRB/+V2efaKzWmgR/hi/mfFKEuThHfmFSZKyvWms/E4EhTzvCv47AIwewBert3cwayvGxq/yBV9lv5am3QpYSYHjf38n3PWxIXkX/AZdNZ0hAyVv2x7gWvAc+wD/UGwEf986P7Irgei7M94Lhz56nQKMBD8zN41Zz4BmkGc5kiHdArHzs6aboIHO7uSa9UmFNtve8AcOksl++OcJmONTyFps3CDvi4xsPmkd1baofdE6GkLdUCT3Rj8Ja2htZH8cmp2jr5ruW5e+/A6eRxLcOPKoO4q+7H1sODt19+kEgI8su+IN8Ez77tqOaazW2FHM1AUSrA08Bg1ajj4P7yMfnKRi/sepkBbyJEGANX7GykngRa4bX9SRUIwr3aHedna3WpdNrXdCxyQgftubU808iVq99pz1LL+Gngmeydz7aZHLr8Tp5/t3pf3Y14Nj3nfnr47lnIKgZ1zuMFX+jfc8YrODlbJ2W0GLPLBOGn9MkvrjH7c9Np188PFlDZ4A8IOTxXXwC/wEjsygwwP437FjsSl1L3TXWI8OTB2LY14qiIgP/xPotA7iTGh8CR7fjJe4R/xMSQzpn2/xvntPoH32+1TwPkLkxj2tP1b2ve3PG1uz5wT8G/f62rHLRe+ifcub2cfm3xcemUmIrp2wOIH5f/z//99//gfA3hW4OAAB90eZPsTy12/1XP/Xy6Gt5/8lcCMhbwNnQaG+Q5Dp37Q98MZM0KKJczMQglr97pFzBIA10X89Pawb6HAGWJQBQjgg/JwffDh0z9nrDAQWVxRDtgAbrQ3EqXdaEdiwiRK6BendclXXtBK7HShaO4BnAgB5bir46qzWaiErR4oc1AQwvKZDIEcYD8UeZtRyTuCwWwBGySPB3mfDmigN8jfL1n+f9iDJQM91BfYrkxcjQdecsxWr7Zt72lfxZkDjrokdwHoeSu0yOgCTdzYyBlULHRwDgJmscw7PRnCkwiX0KvpD8OfaaatwgcnOevZizA+gk7+dMWUhuwd2R0pN5eDzTyU4zII6GUA0gCHSDliEjK5gP9r5BT8l806ARecIrwOm6f/04H/o+hjANgo3kKF9gA4ILqWFSdq+tTNk5cibNnz23Ri3XK9WRqeK4flOjmknbCiDzMokZ/jJUXsCyAVwCHZJUeTczBATDvkG/naoq2VJOZlNu8cjHLnRAh3jIZvydtyusYG8waBOhp7vrUzbZZF3ZuHfBYBxnDnDcuQTcoiWoBgwN4A3zdr4tJnl8dxA/mR6zrx1D9WXobEBznOGyMspIYPtnI0g/g7tJpCbvSeoaUq+kBKyjnW5zzb3/c+YyWRdWZbPAIcb3KXS9a1s39m/w9/OxttAT/Z3DWVooM8q5Xu+Wz7YChWMFAIvf6gFtNd0AFYFUHinKes477cCUJ9bfmEgO+g1+uGcTZKqubNPRaIfDqRTsZeL6LBxBxQ6aL57s0cIrKxPay/kswOJSrCQMSDe5YwXjW9knw0yhUiGByU/LLfKqNd3yuwm45iWd6wX+AQDjgCLsxKtQ7f7BEkap4WLnGZuCRgK1bvuzFS9hwp670E5Qfrv7Ns6Rr4mCIzsDbjF8ZhAW/ZgqkEG3+LgbRnUcv3IEDlWx/kGngq9BIC3U1jk4xaLrvqMM4R36/o35hiie67rYNxwx7bjGVBK217ANnskoKoFZiyc4cp8T5DveX9X0Dd+ydiyX3dlAzTGPLIv6xhnHBgV+a21eQN23sf9rJ+cF2CI4E9NZs7sMv18VsroXgf/0HM46iKAz/5nP0Y+GjdrMeMIIGnM+nuwmeQ9eJN5RZ9nffrc5gSkBj8//9JZ2U1n9/xa/67xL36cbPPhVfBw+GW/17M7Ix68prXD8a39IwNd42NPMCbPXiKf5t1gWq3L6Srg2ZUxWC30WJtue+R90pglY0Z/G9+NM7vPgGL+jV+y7m+93/hX36S6d69pZ3mC32nrdhKLSN7rhCnLEuRiMI9p0s/n/Lb57PY4eIO3yo7KT++NuoU8/w/5Jwc5iTChyeiY5Ze8k4ABZ8k2bTSmYq081rINeB72ZVpA3klnU1EyCXFtOLOceubt5Onkxx15/rV4YY5hmKSKg4frhtuA1lfYei0TbRM4c0GOTp0XGUo6rVWvM+u9HbWuRRqvDHpXpo8suR3K7QxZp8zatGubs3mNXZ8W/D7ySA6PHBnigOHQcessHLkvJ8Lg+cW3wcye1+g7faf/nUQfz3llotfSCdhTyW+l/RkAPjZNESE6qpPYcDBaJ1DtW8m/3fIReZKKKLBONh4aPfzw4LNbt+i6OKf7jPDIDAcgJ/Eoz7udj5s0lzOCR86Dowd3HAduRL/xDwmgJMDFWRpdDf0KX53g6NgX3VIQ2iNAyrJi4+VoLI4CCU5zx5JxKCGT85zhV3hm5EXjHI6PCObKWJHV0sckwnWAQxIGe479iK25CV3f6I3902s2oJlAtuy+9kWAM9BbZwqmY/CPJplgvs4KpqVz5hBZ/K0DmOG4VLr/9+YN79WzoQSbOgGnK4CPPJ1E+a4CYqybqBxe46eDL5vUt/QNpiH48omflkbbR+ftmzkdHnj+0f4SaP5uWWvsM7wABjjzmLVsfmnMen9+dw9E3zqIbKC566HdlK0AVjtt2h4AACAASURBVMV/4jWYDiIpPoju7A5L9kkevDbHWu0yvyvLJ8GZfbj5y/tePir9DX7sZPB6/LEBOknRtEfbxgnYgpW5Fz/ahx/uhU+XPttfwzPwuXRibeg5V9D97VyvvbX9OfKogqndQtayu5zieh7+Cdl6L5w0+uL4Vauivv2JeeZWvCeIn6RB+dL0c2hUuLOrokougaM7+RzT+lVBX0EUr8X4AtvXeCcw3XoGGUkAMvwRopD/2j4uy96VFZsAXT4p3eIA8Nv/peNqTuD3gKU3Lpfexy+AfWE61ToPrXanuIP5Cw/m2KQ3trW/co4Yy948uOTRH/woAOyODhW4Nh04CSNBKvZN96zcSEcFkj9CO/IpbBJr+z1fgfvBAua75z8SHdGpoelgpOWj+AEIqKEzOrlKYzvVc2N34BMyX7vbqBIPetGyXv5k5KnXacyWk2g9GBH75u7AtZ2Kdv1DwzmC5sxj7Am6DCQxKPeQVGseEW4SRr/sBz9rZEf8NgkyRo5/dmXwGs+QGi9QwBGbf2k8la9Z+27Rz70cVxj/5vq8bE2PQAoNLo1xhAP2SRY89P/qXuj9Xf+6sZv+k40pPlSydO2L97sKcKBXYk7gHc/D430fCerxPp9TMct6tw8JntR72R/u65gB67Odg4JnvxXsZE82ALyBx3eiH/bN8c98CQCjA6Cv2LBD00N2jXtP0l8F6JkvvELFKuuFDaUxH7q13yTv2fjAnl3+Sq7XfJXA4VhBApwkGDB+eNv2r5NtptBgMIRJxvgtPkv4P4k060M5jPb845UUKv6wLKtOlDN+Knj1J7zS/u/bn9M2yO0H3w6r0W3mLyXXTJEkcs38OkVi+CCgi48AcBMMBsRhptnIBhpq22cGfhwI3W7NFSvasNm8EGgJw1o9+uVDPP49lWWMx4qSTDcvuJhEGxVCiHB7BwS14d0Tv4kToPkNUGRzpmrEymECOBXUBMzqWoA1AALwAEPqew6F97Ofx0lRrgM/7zsOMSvFzRBkfXpMFhZjdJLBqbXqoF/Wbp0OzZAQubfhmwE+DiK2qZnsBrlZg836PMBUTHTAzAJEntkCJZW9aywIl5/zFBUakEC1Y3urUGCAbxlMCwhCcxitvLsDXP6+HPb6G0WXFiO0zHtXWQCMEMSdZUFVbgsJHBg9ljaaoQlA68nyrTOCjhAb4dvCDv39U6aYzzyYM+gI8FPB12227HRQFQTZbOLH4Qfms8ZcFEnmVi0wx/G4bTVjYN8ZYdAfa3MbyO2gpFICPuZ81ZcAFWOI7zlAfga8QDyK5M6IwSCPzJq2FpY5K7MOINU7fN0qA2QAzzYvDqKTE0p8+Toj3GBogwnwKucmtMP/Tn5QJhuBCHiP9yPPlNHEet1nRHpsU0GG7PxWJf+qhB80BB38P8r+BMGy5DiyRLsIILn/zf5fSBKsviKix1TM3BPd7YlAeLx3Bxt0FB0MGoZWMIhtRHldskZ93X991W3s1Xum8A/jYmTKrSibmxLU7QppbRUObGewYVh31vwb8EZ+4dS9STRpZVhG79BAnLbJdBw+Mf3Y4bxbCuodp6X2BN1oE5Ysw53fcdAO/Y4TLnn+feZnfW1BOhi3a54Klzh6odGlkzzwZLWPcYhOf9ebDElaOfEcPQOa4+zTk7DhRKgNAOfavNetsIcudHbXlSAyzm+DECQBqYW0DH/O7JI+hWe2suZnq1hFy458/vjQFSHfjT7PHvBaurdawAGM056uqQ6jzfRSCU/d+o7rG7BSgslxaL4LVOnZwWevUVXAwkPQR+RTJcV816figu4UG7C1I/cNUHPCGf1Nvur9K6M2QUZj6QQo9k9zjlG58s+09GSDAyogC+BLDG/TabWzhR6wjfRvAgDYHQtexhZwwt+0N2e9AcjgozeBofeR3xtwxG7pTNkAGDBmQiXIvA6gYb+9Bvz7TuaIg8L1AEE5QyrnUW83hrz/VIVjHwpR+ej773/L8RCix7SaH3tS9D6VnQSA4RkCwAFPt4KbgFPrh7w7DjJBjpxHRkthBeNDFsiPbvVNK2ycWM2RINfbovnir6F3QIhLJ9r+p8I8fsZv8pMKXvwHgkDvURuhr4BRkg3p0CDHeeSc9WV+xwbdvSWBg6QbQBbO7p1gvvhqdIKWHfC5HXnT/ghLZDtgoD5uUOJNwAwNASh20uYGWFsPNGAASND0+iMByDZLnpVkvJw5Bn101ZDbnY2O7ESsw3ez0QArfB77ZfUH9NB66ciHkXO6pVtjvW0c30oe88DTYSpJFlsFjSzxmZ4fEbwdEiwLv0XgaAcH0Ga+BP5/a3NmPjWhbgIn+COABeseGynv1k8DGHqOQFrO0LKeKD2f629gXc9PAqLGupUpToCx/7P2GvNLq+lc3105qObxwAYkbBtSPK41PXrHwdkkb8pmu46EGPnSCQSync4ZwXPGt17VZwwvSL9th9ufd/BxEuxi301CXq1Lr28C6tuJxGOfPYU+04otnUd2jXK0VJ9R27y7APP4wMc2zlOP7yCyiOgITxXw1fZ97ysVVgBQ7be+5x2ia+xn672yWyeBQUcMnZ8Gzb+xnjPQCijv7lYNTh5swLbado0QCSMz9P5ODhSvcXYwlRjo/1mJn0HcX3wwk+KsHza5xnaA+vFLLj91Jv1bMt0Ge6VbooOxTTs4dwXoZz9lt4jN44svH6L/OwDM2ZkawwmgcMbm2O+e2wCbu1H5TD/Yh3t2bHxcjk2K7bb+7AHEJ3YaOgwtigiRJei/TD6L23bzkc+DGdz6ezEu7NkOsvG+DfQlCbFtopxbGRl45I9k3yRsI3tYE+7HPkce4IciQ6mcTOB3mQ6dJdnVtmdoSwkBSXjluk4ukC1jm1T4A+Pzvm2LVsaJHkgyQeyHq/Xuc4ZoY4rBIzfBV8/spGkSw6STHAT/9s0tIGsc0lEdsDqtz22byYA0FewRHeOPZx2G5sbv7cBY718n6OVZfz9+RdvJTTM8X1RIcijPTLFQ+NA4xPffFuFElm2S71w3R0AhA9CXTtj6ngHt6bnyR4/9+skucLT/EXPNeqwulu80gcPCxbGv3mCa/QYmOkRw7K8K0C99DA8Oz4M/nO99dEb81v5xhfMM61rj2Xtdy9g8v0/3bxLudsaIbot911X618u8EfFX/Ov3jshHjT10/Rbx5MjFxYes1757ftif87n0Kh0oG0vKGe1VIfs9Ez4KieCzZcTgVq8+V/GL+Mm6UIniJX+620QH6qgy7QSOq4ul/S+6fu04cnb5JqAwLhLwWFvWW/tEwh7yzzOzLbMFStx3y4hNnFqfY/lZHQ/X380TSNrW7232tOzsAL/tkCpA03XYHPiPGe8U6zhBWDp03vfx1cFQRBOSa7Y34seAV4cWJ+FCNtnoRGS59ppkljdoe3WQmfvMhuPDvAkH2HZ9VAS2BD6BRp/z0CO3NSfw/vBcetstxkbCYTpJ8tP4UVdU63kElJsmbt24+FPz3nn48wuyH/l2jtjpFvwT4M/zqgIYv9IV0BH+iLLfEvA7XmZ5/d2ihFPT2OPTr42680F+5EUhlvgRSVDRu4mPQX+9Ng6gf/p3/erYFM3fv9oHI794Z/sSHsQc9fhbYmXLXdGi6CO4ZHye3L86oBMS3o43PefG/xgz+/MmBRy6qsRuv1by1YHr/OmKfH+PTv3n//4ZoSVTG4BEN1wBpgEt30PuCQA3HXaGPi+ltz2CuQ3OvwLTCPi1kr2yO8ooxrHIQqTyjp823jyvySCmKg7C6wyTBkVEiHvGYp6KAYDBzQbQClv/5kzDa21mc3JGTLJkTgbBBGi3QmmZIhs6ArIM/LdCrY3t94yarrhGoHVATOMMwNEjjiCPMlpgmvX9bT/uu4cnNE+Ba+Mshrjv6inK6gHg2JfXmdDnfY5bZ7ske/oOTr1BkN/ad3Ww+wAI58yo7D9K5g0Av5llDZB04Jd1oSQfA4AAAXzTjr9oxLw5jnWU5gTRMX5G7mD8kIEUWohDyFlfl4JQgsIE6869v2xehHtlArryU4wWoNLzHQMhfLMB4DbknYBwQLahiwFseC1nMLkSToaHDD6XrsVRAPyENlzx6/W4s3lRXL3+m0CwzgXXdSZZy4/bCBkB+xuBz2eitc7Qt7E0AWD0g96piuUOTkJ/tOUJTfzHB1Bv1TS8TaWQvpczqktzFs5d/WiAEoChKkxb3vaaaFxuiTk/GEJ38EKmLZVq9zkh3KdxXgaks6wTVFheneA01izywBm7dzAzskLEnCAYGVsG6B8DZse+hi8K8YxPIuL7xyWLbGyQCRYj5jiGMlL1/Vi00PQVKB7HRECMpnQq7ybBibPmmnR+VLQPnxpoGjCJqgrTvZwK0fnHY+k0kcCqjeZjfExgYF7U/HfOipstPvRowzaZpZGtAfuPHjJWpAoiGTsCDjAmAuB3thy0QmIGlSFvAMjB1wms6l0xtL+WlFPJH/7+2+nAEKAQsHszQ71PBtDP7trRjJy4qzQtS5wFG/7nurxrDN7RSRjQrffe4AM0cmSN+PpzuDKXO/jLO+IAM74B6mw4f5V52n8zJIEAxvk98wuEnmxD0QbB2dEPYaPc3/qpMyR1BRm4R+5NtnwC/zffdWJB1uFnO7C2cVp/MV/sytYfLX8AgKHzSzZ9L/3tLDtj2d6/n2CnV6EihOg73eDjRUanYHugG//44wP6C0xwULtAmXY8oLS1ATco/+r7lq9Xpuyht1Rg/TZPD0dyR+w4+tcOzgDpDVZcrWnHHmg5RFb4D2DENsIm5F32ueSYW45qfkkcIADccvxUgEgvfF+c88dHnmldU6E1K/fJDP0u9u/Elj0DKo7cW7XJ/cit0FieiT9hHlKS4Xexfhe9t4M4V18VXkmwzDqQeOK96kQgvwjDOLoFZ771+toTcqxXl57zi7ShY5cdfhfNzh5EXn7rzBniE4A98qke2e8VwCX5HHsvZ6v96193gpYBmjrb669aU+LYQufxUdYes9wbR5PEW4/vlwokngEAeGyYWc/4JNHvO8eapPk5T7nmO/4IOlqPa8AzIHKeSwWcg5yWcT/biXWQnURZxi57HYCdAHGSbgiKZ7x5X3wa/Rj4GZ+uk1g0tqwnb5i/6wzyA7KaWIZq5QP6JWOb2DZeADmDCMC39tfO9bcAsG5JwFgdN+4AcGQzTJu1/M236YqWV/79uwAwiYvYAfZXq2PO0k7xeZPGVN28OsNHcYiXHeSo8bN+TycUAE7LYdkH3rvYuF3peLWZK9/K/GD620qlN/EUPcw1zI2xvwlQ7efoWipOevrQD3LyHBHktosCJ6djwGGcqWAvmUlluOlt5B98FDBO1UBRuOjo0MxdNZHvNgEF+scWsv/28dGfarX8XaqjjhbTGLv2dEQo/2zAuq4YaduswbsEEWPLASQePjR/wkge6eFVEknQ59gEhzs99zzXVngxLj6cPjuJW/MudPUJPk1hg9Zkj8jgmKsNiB66Hz/Fc5oPzTNuZ35X5olOtQeR/09CswJoOoPRQY9H5nhe3tFjL7/+0nPHzr8Cxb32lreSS4Uj2Q4a+dQ6O7SUSk7Z6wT2dM1dbXPzMfTG/rYNszQQv0JrQgA4c1t7wVX9gxUeX+njHY5i+Q2bFP06YdB+7iaY8l7W6+A6tmU2sI1Pkaqk1U8cIWT8a3AU7YufexIFMnYvZelF8VXOht6j7/Qed/5xQCYb30U9x4+VnfT5F9h0P2zYsU3oOnM6fZ2CgH2+3uL1rs56h57Rd23Lyr6ZJHUKY374xTNPsJG24bGxgo8lGcn408h9HxloGtvkbQLA0A6JXGBYLZP1riOznwrD0NV253mLjRgn82979lc9Co4zAQjTwCRt+l6O0FA3FXed2WCLbA50tbGDkW+LjWWc+ZMAcO8LHesO78z3x5f6JQBsHWO6vG31+CdTdYefM+8OLd/BPY07vvWdQKNr5V86qWHoanlrOwn5FXUEmSsKvVaRd6z7+mJKMpdMn05gQ5fmy+kMBG5nGhl/squT/dH4Z17JsUVCyxPEnMGy7i0P0E/iOdG16ch+yOJfsUOCE5oO6Apk/GXlI36r9hz7UIG4pk/WXIEqB4C1H+PDsH4H57Pfl6OojvyrZLEEqSOEvF6FS1EgeIhrfulCuB92ifZi7FiwJWM1n+wWWWSuuiYP+00+8T5sir5O+257ewxp6+rvIfKFOgB8gtnfvElCUYLwOT957CPiE+Y/yQcKBE7HmQ0AW35Mh6guXGR8b4Eg87B+E1Y+/PPq9Hd9ey/bT8J/b//qHHXltbwDwHqu82BKT/KuxjK6wOvI448ROk6WxIZ08iNu6ITSD0dq3zprEZpELrLX0SWyuRaT9PXWqbEpbWdJ9ksfjdzrIs3mad27dmAUy1tcA/7/Vj3rWvQsPE2BVp6blVo5Elmnn0s+lz3OXE5CZHXAZV30d8dnWbu1K6cL6yS1gH28CezHvuEM4POBhcG2HSuf6QSPPImPGymFz8KNoJgNOQqPzDkxzPdHm0LWTivBEFoW7TVq9NldMu2rLgO2ATqA8TgKyYLr4M1r5PeZdEfwfWPdjN+MCwPsDeJkfBF+2eBIpwbYXqGj7xtoBbwnI9ntJHQOTbVjwlhlvQE9cbpV6dkCMYZOjCqUGE4BTswxgEeRdAWgCfHbE93z7slpRSYDGgNjVqmNAARFOxtaf87L0i0o/N8SAt6S+s32pEI1LyW7MeAdjsQ64WRYeO2G6TCAUOaeJw7BrEfAqgQ6+DlG4WRxMjd4ea+btXvoevcv9NJZKqy/DNOu1qAC9FV8EqIy2FbwFtA3DrPWtyskMFS7NcHlYO1ULwf3XTsuYz0JbPVeZy+yfpej+q2JDBPo6+UfhLrXZyrTr0zTJ7MfQ8SG0gQyCDg1HzYd4wiYBj9hxFja0H8dUfhHSkhA9psgQRAj7RdusBQebF6XLDGYpGdhIMuBmWrsBX8SAPb7ynGvBP2zaxhsP9sjTtDdFRJ5SO/VodvXWZcxPEKmAQ/ogXYbft5JTthA5FaJ3jx0BdEMIt1gRWhgjWDG6wxOG6TRC2Rok4AA4CAZcwx+6Z5yPF7HcvCiM8Doqtj1d9X3DYRSwdkZVlSGZHwbAE7uQlp2ODGFdbazMbKnAIn/Fl/PZrdBZDr9xhWghHmlZVJnIOa7G6TSBJNIcicTJCN3jO+hP8u+CZ74zBudAao18T4lMz70oAFF7vidkwDSupTxX8DYyNgfMn5AFQHGdBqQHifTXjZ22wPZtGnJ+8hkrUd3Icn4hvZnbV+axiGCHw9RfLdR4W2npMAijOTmKQLA+gygbjkgLTy1k8g+xtGVWm8AmP0+rS/ngYCOPSYHgMdh5r2HX74PfvBtdwCpxCnkYmgnjjjVEn7+yKPek3fNdW/sptiX0Mp7FmiDh78BI6+8w2nrAAXgC7TK3HdfV551q6gOABPMfnWIQYjRFdicPB/ey76OzQTQZb7hz7SKquB9bggNk/jUNlK3mWsaij4KogqvpgoomddeAwdv1jntBMx2EPt33zf7zTNi86E3wuv/8e0liY7YSG7TK/342a9HzkhEKHbwAJZ6NnbqXwWAyfR+7YqMlwVO4Pas+8zbAa3pQCBaxQahGpg9se75xtxgT+YdhxL7xc+vgSAHbDeOvP/NHuT7jHgDtOh3/33mEhkL7RHw8L0z3Xct0AkBovYMrk5gzHNK70uGOdgTO4Uf5tdAMd+9yTpZ8Oi1jI8BJphxJQ7NQ1gnnP8FlkwN1llJJAxw1z9l+lyfdwLI6+/lfZUU+D3XAWDZF0OQXTUAvaH/ThJD8VH2K/Tyj7//8cN2CZ3Et4lcyL6g/xucynEyk+jzJKyQ6JZ1HSdEz/3Wlj3L+qXytTPVQ9vL91fSguXw3SJP14teSADrji2vfG3/kblCn8uR1xalutd8Nn6yAU6Sn2NrAIwePTfJJjypq+d+s131aPNayRnbpLKnXyNP9DryzLay7B1nzmd8BGL1+9JERoI/hb/J3Em+O4Hsp61e6wwqCFqe6DkrT2//nTVoICk22+2je3yTGHR2oALdXv/BF7rjATzB0Tn6NzI9uI1aiO/RBNjf9xEdIweckMnvScCjkwBg3e8BYDrmDOA8PHP2f2gHXb6JN9kz7Ir2J8PnqirLNVSszU4eAJx32N6ff/zLtu4q8SRjbnBisYRNFBW/AwZ6qbU/jSeUEeNxOVi1Z4DKPzi287D8a+8yz25RyfhJ7LFtMO9lrhrvscMeYXpjR9MSXAFD2fUEGL2Ah6ou/zHy4/HhbB/cSTYdrISHWSMSQfoMQXxk9nffnt9YK8mSHxX/E0AD46Fl9u/tvLf145FT3/2i0+uoiXknell0rZ+uAG561fiwO5pusav/qgVn9jwJLNEDyP/pWCDZOV2leN9J/JiueV0haX3xDZXKLLttExDpNcUvwaf5EWQZO+5NaGwfz2Qy+kdyvXUoekbXtI2vf+OfYMOedfRKDBVP4kPesQGsK8lu3v9bR7MDitvGCu6yiYsETBOM5/m8i3ubPpMwE/tp5cHKQQbuoNz3H5Wdi/WN7KhA7On0oTUSfkcCmYJVIx96/SMPopfcCeyXblck7rGm3q/BV7z2l3ycRFAFbN5KPj8gFY+W5caXg01h57L32ev4J/6RvpqLSLj4DV8hyYGxXvab5PPxOTfw7gSjETXxeSYQZEZLgBo65LlbgBM6YPwaMp3bdC1JEbTJ7gCwzLerwKL8YWwaEvXb5syah67htd43L1cbOZMAoKRO4cO6E/q0De+OdYtzvbTo59nmU1LpZwN/CSvdqrkTUFZGy3/KmaFtL7J+/Tf2MsU5OY4oRWQk/WiutpwnuP4+Z+cz9DeJa7JTTgeHz5d1B4fHF0KHtLx68QLdkgKZ/QEHkex57TzGqXGds28Hf7RtfRJf6IS5OHdjQsF8o+f1A0bY4yDofOFRFXhHlh//qRIy+zkkZ+oz1pNEIuuhSS7w91MgEdq4A8CplI6NHlmRfeRHXRIIgL8BxjcIHfpMJx3Lv4/+dPSVu/lWcjXjIAEzPBA7JglvOwCwpO56o8/okqhCiS0miD56O+r9Sn+VgKyxaa+QbdjD73NeHODe1w38w3+vHsk8gylyxDG225nzqYxOEj2JctlHOT2x2TjaZffpZ/zqnI393//1mRVyfGZhGxwSI8lnOhVF3xM3QzetkrqVyhvk9ISqxQYb4J0YJ5+JQ/QttM5nEhiTFfN3t5iQ4CsFO0QSIgsoDZiEgu8sAogqSup38CNMKsk1xGdhc2f765NuO9tg4ejSQwed7Xsy0tQ7fsYOkXcAWJm+J+ME268cW9aTAHA7WGJUMkTDVHvehP79Bq7aWGPdaQHq66eabVvwxeu04fFw0c82zfcVVFTAwAGJAsxHUWSyybxOtQlB0kPUI4nkQEUQx8hsRlXl3WllMsxDlq6ZxpvEuaJR/haYnwDAsdL1EfKTQW2AILTXhksvQQMQfI4CdIu0MQTzjGzoW62lRb3P5IsDfYLkY2SQMZY9DWgGSJLnrkOGAudMDk1Yc7DiZl5DuKclyZX1PxUNFsgrM1AyOJYPOeT54rVRNhg1bplQrQuiMFPlyxq+Rq5pWe/XPo0BhNJmT82TUuZOUkkSw9kHiZ75d/gnoFRnb1t+DDhPy488OwoEY7zPW0QxkgUHePS2mCPzC6MR5xbBTYVKgt6Re/m5A8BvALPXaQOik4hyFgBnKQ7lCYB//3wr0JVxB6zbsuGtotDIui03Rg+ArNetjAz2ARroJASvbxuG3z7R5pD7Ah6FHzUtjPw18HM+sg2uqpb7zTG7nbu8oXXd1dFgjBD0BY48jh+BuqzHOiIaw2m9Os569EqIMHuQKrgGJcwzdmAiO/VvAHUMsda3tPzeSqQkIAAaNxjXmXmp3hA9PAbgmxDkM/AmWWfWYs+jvFuMEBSHptqAXE4c8IGWlvNFjCBlfH5OrDL6DoiYC6j81e+6dnxTd5T4zUGJTUDl4s8jIzqj1/Q0ANZvLdoYO3QjYOu1K+wgzl69SUm6/z3DkVZXXVHegFZhj6GXk2E69g86WO8cZ54WgICG7UTitEBPXXGKzXBldA5gcTvHCVqTINe2DYA+cxWTAqCeM0DpEGG62wCPxvRW7mDcxxaNnoJHt0IydgMtrgB0er2gF/hz93KdpPBjwFvAsa4WQG+jUwgs5NmhM/0AHOUdE0DU/tjTj85/9zXXJkGnz8i1syrbXgkYTm7IvnclKyC+gzQkP42jhW4EWDDPTBeKN4B9wNfhrd7LrE3+6Edz0e8OOiX5+fwk0/hfk+k7YA2giLNaV37nubcdFnthW8kG3LorAqKTdPckqRjwHOdnHFV9r/2MPgyQlr1aG2OfEwdVPw1Yq5LWb4mIvFr863OcQyavNWl748jvb46buavq6Mjn1/7ZVSzwZ/Rzr0Ns1bFJDMBtICjyN8FXgt/is7TWowNH7u3nZC8mWKl1kn+noHHZS+8RIZcuGSKwvp8K8JcXsv449ap2GNBdBGW7awPAulCdOU5w9gkoY1eyZvD93all96MTELXuGttxxIsu0K/sz9uS33Pw9fgdX0W7aG3m3zKaAHD0WJgnej7nNuknQbXsTVfyOzgvnrYuTuAJ+1G82wCeAVl/H92JPXgHZNLxgkQHZIHH4Ep5DYhIT2QNskLXNPjJHiLzqKCRTXCChKafTRB6A8DwYQfcF1BLAosr+EdY/j/5XeHTCCL8RYIPoe2lJWhGz6ci7wBM4yu+HTJOMpl5LXKhW9Ra/o79gLzqZHpkJL6Nweehf8ajvwkAh/4Wy9gxL880EO3rJ1Ag3MWJWuM/UFEtQvV6kmykJG+78hpLWp/TcSC6ZEf2VgAjj96KT+ump0IuXX3neBIDwknM0foJqPOzRr/IhsXur9f/AI3BqnTvG5jGLwCTCccujzp8gU4amchMoe312eFbbJUe1ejisWNON4Dv2UrSiFxOcIafrYvr7wAAIABJREFUyK1tPdp0J37pMzTbJlswcx1akiehNwozwgvYy4dyjvzYsUivhcbgndPiVf7XHLlBosS5Zh4AHhFdG9riGo1F6NA7H8YWGzRzMa87aDOBtAKF01oxVVtXQGT43eD0gNQ7h3ivXvfd6qvDXqqTK2jUmyRasa39Jdp8xPsjADzj/q1Fda8RfmLz9xvw6iOC3N7dXVGSYAsGZzoYpA35bfkzusRrOpgf9vsLwm/wIZXQ4F/n/SPT0FWdcI/uZL+20m3wo+/l7APXXPLWtsYWJ1xy3p9nhfRcySFX65YhdeSpzITvvw+3PliX6Wiqqnud4bO2HUN7YcbQXwJ/Zz6VFOXxjJJ+uzKILu7uQqN3xkA+Y5+z4xkXdppoMkdABbRv2yRydu0/0b/5nK46k0jLft/rFHt82MivxUeVf9Tz93fjM764x9Hr381d/YaOSYvxJF1KR/1N8nsmufbijfudorHxHaL7VpeyRtoL4gromJaXum7pZY8kUYUmupW1OUlfJwD87Xflo8iGst5TnOLdeyePZ83czch4ZWbZ/vA5+oYK7ZENlz/1bTg2A/uF/Rp7mYTP8ALv4Yxo223jH+oITqOfswjQ5hv0J0FFfwezDH5rjHz86W5pTQC4O7S5uMhv23by7d9oLUQr6Kbjw4+/1fhrigwWt4D2X5nePgM6Re/pjpDbYYgiNQLfIo5NMP+t9W3bK3rufazgxgOgxxSsyZ8lFiAaSGAU+RD/PPoGvdt0miS9rhDe1ty8p7EZPuvK67b9xWyx2UeWXTZybIv+wY77LdkCeXjtv2SSkki0j6Nb0zreEmSqvuVbj784BQOe8xMfgV6gE+sJ47ii8zmeZi7Cfl19Hr/bvh2JckWAWlcS7vETwP+1rz/xZVFz7M9e9+zVFsYc3eEAcJJb2Fu9vvHt7qj6rq95eZJxNtlmfRSC35Ypo8Msn2xPrf2fdZ2kiG8fNLcLH1an42+MtmfATMe/947NdNdeHLvrU0L6GSdrhNAYrDbqHqOogzgITBRMVxn0gjZISgAFwd7COAOdkX4Cm2xLCYScy5R2aFTIWCiejQzBd6UaBsdfVWwELE8ghJ8WRgjQdUBzXVrJiBkUPBrH4tstRd7ToiEE1kHLVmCAMlEIaQeTDJFsuIMs36tOC2a9gmWp/dCwQ0Bb6UqgN4Q3DuF3O8IDAO8wvRjrlz1uRvbvHsCulYyRDhCfBdSMBjRSRqT3SIR4gPzH2PFydcujey8w3vpvgnbZ32hzMQOZr8gHZy6Nc3AyXyzMdrQXwFsKdY34GIfQut9V66VpQcs89ao4Da51/vxon0cVmQHCzaIzLY+A7+QMfZ7KtF2nVUJxhAJuCZSCr3t3AJNwvDJAZz89rYman94gTjLsAoAxlFP55EdC/7M/hYxelT7teIrCtKdjiHXVsmnQa61f4iDxmf7Goekqgjj/k4E2e7B7lN9oJQR98r14yvz8tEE+Z9y4xdK0aSnl0N0FfnOIwwbblk7ZlW4l8f3ofZ0pizOdNSbhJvRrntJ6VEII2c3mlaeNBvOC9pvus47LR5aBv5xR43WWGSqQuM5mR8nSJvYNQHXG7aFEzrgukHmdC73nM7jkDNvQXfrtoAv66U5eCm80D+pu1jLyfYAKGzIkmKwhxfpZnoASzTPWaL3P3D1BKcukjHeNwZHP1eLLLYkn8BEnY1oo/S062LTJmRbShd/DLgPh+96t0afSQs8KUILDshW5u3r5LYDZgj7Hue4WZB5/+OytjoLmjPMdWZh1Pfp3Muf0WeT0vHvo1QbUGI+b1Rc5+7aw9T5b3ux5UHoa8t57q7fLwRg94/Wff2OzvA5og+PRWb8b/9blKM5Zv23HNcbh4OYaCy3PsD/axknCTs4UC2ml08erQ/SNxoTTdNZZxqfW4RgEfa5jDFjsrRryRQKdRdk65zU4Q8PZv84+9ZYPSA5QBV3R8o8Xvvr1Cgi4ImGTVF4Hqd8p+lFCVGgmvCqHP+sUXuPsqqxl9HS3Fm/QO3PLKJGljLnljWWS9r8C711ljRbGDqXN4KkoeGyr6Ldtn7r8A0CWJZF+pQo5Wd1piep1lvwa4Eh6mTN/9V2C5KEP79sEYFr+NegaPsnMG7BoAL/td69VBnHWHX3EM04C0jgjvZ6dLCBd9yzP2Y8F5LJWyCDJY5Kydv8yZ12jOStbfwOHn0ycIAhniIdW2f+/tqPwBVqeH7lZAU70sNU0jvjc9O6v92iSzixvtPYzBO0jtqbpenQVAZV2Zr0nsvGnJbHnNDIMOlYAwjzwvUTvuquecSZXXsALOcv3bvHLMwPwbKJDy3ZsMJ7jOXxjajlLpQg8G7ka2ZsgwFaBmo8nEOBnVTcQ+Dv0G7nfHRu0dIBorCW2Wc5oyprEP8kG5IzAtane/dRVKSJNa39da7u5AjwGKYjsfldqzd/kVT2BCoxXRr/y1vQyevL4dqNDBYI30KsAcAdsI7u2uli8w/oK8HSm+XcNAe8/fVZw5JPGgX/XgEIH2tgDEk7hKbeQHNu4Ewg6+cn0OnqlzyyNnaNxLZgWeroTQFiXbaceCm38ID5f5uHjUbbI/ey71v909PJa5wxT84uCo3msf2yzSLYOvxJgqUs2oWMSLkxP5QNm3vnD83y/eX0CjWMwRB/mZU3fqeTj7Mutzugz6UhcbrtF9L30mfb8gMEkDOhdbwKEP3NQYvXKAoyqpp+F/aagZ3aHqbZFDPZNNC7HhQT/sCxwksPooI/e5bdxRDF29NspRku2dluq65tW44N+1VImMDCbyIo+o/wFoHu/jg3xvetUTs6Gc12D6E2D8BLdoFaPKEli+cv7XIEmEsDyUXzs5kfoLf59ZBl7ZB/h81kju2IDtf1LACDjzJOchFTJsjz/TZbnPfl+W1IiB/W4+yiXnK9+7IfZ48UG4vNgJ8fGXyaFxrSnm2iywLbHE1hqKosiM5DhJBTAb11VGTof7G0CQsgH9vXFEllj/U3CPvziz2b82hMqnVhL/obWLJsHV1r/Nfwjmbayanwn4RfnYYstkvzn/bR8AvPL8RGpEMYXHVkyeg+74ocNKn12AgrjF38DxrYPzeWaxvXgq7XHo9t5fgcGGidpeRgZkLaprb+z9jiR0sPbWvXtaMdKhV43UKv330HbPO+1G/RZr1nbgW3jvD6b/z34yNJKBbfN8xSasCd3pemRRSNL8Z9JgHBl9CR4vYmTrCO06DFUHEhjPwl8Y792AQpjDj7QNt76JHoG+PVWTuY9SRAL7QOpd2LJ4TcFHyt4BVmzD1Qxx69f2fba4+Br+DZJyI4diV3XnbewgdFv8U1FS9USu4LAb7eb7roFLYuCJJ+le4gXgH/z/E2AHv9t+LFls+2ebxG7Yp/9tC07uiA0l2SY6PYUuRBzIJlH/z5JVOYpS4gLi8n6rf5g/zugJoyJdX+78YH3tc9i2hsfPdWMi1eSdNndOEVmrX/bNz0YcxUn8vzI3WqRPXJ/5WxsifcHfBjfODwSvfEm2zXODj2Buxw5Pv6JnvG2PLYcsSyJnGk84jd89vIdKjE+8mixnbUj2Nc8W9IHXdoyjDXw+lcL9cjatQPMu5oHnf6sTzpoT7V9bAxaiMc2jxKVXddnhL8JqYzL1CidNnY99jBHi7Vs1e+SKd3Bh4QEPYcuMOiLJDss/SPLeWdjtfoMXJHOP8Kd2zZqzErr0Qm2xvtGfrzdFNCPwcvTCQV/uX2zTvrtrsqJ39FlcY+G83qUDEXGitfcjWTUpI/+mSNwghPJVs8xFdDz/1IAuIlljcpxrL+XHcFLJskQZAtBL66IvCsGPdDbKG8QN0S9ADOGgv8+AYJtR+1xEvCQ8evIeojIGWVyAKZKAsK6siZ3bUystEqFQWA0M+t45p6jhUscYxPDVLCQIZhxJVQAeAfw+SNr87uIFgReV2WICUz47u0sA4NxBnrLa2WRpyoh+5LM7/6hVcLPzIMIijO/mRf3Ngj+74J0Gca/PqD+j+u90JH3yMbGnW3RYEsLqozH/x/gyYG7DQrDwP77u4rWp37fl5kEMHYDlWvsMq4fg50PyEyHzvvsYykolGBniFl4SmkPsx3n6BeHBGHSCmAFXwwHhIBpf55ZFv+lJMnQ7PaevCMAXfrqNz3/1dzXIUnL84Af24aghfRv67gOR3ggdNP0GCeLe/O8jOY3kPwoywFhWqgeg2gAA+bURjm0bdDtIwhA5hV6SYbQs0i6eB34jHVaV7EX87JUJNxtZfU8TQlB/HcJev1bRsU4eeaZFryezBfE+K61ki35kWtzP8r+gE8fjyTjL46E/wg4nWSPTlZBcaJ0PK9ZuzcATCWenVcbogPKPvPv4B/ApJ5LsCqGkNp7bMa2eXnm57nZ8NjkhAa3IvMk8/fMtR5zG4vw4KtzMMTaUAJ0QBlnLUZ+jvHeeyQj5j3jnopb5G6fndP8BXDHWmbO4QsqvAE4Fxy/A8CWlWNcNgh4GQiffBUdwEd95vzhDV+xP/AKHQ5uOXTrN8bwVwHgwl8qmDb65furW3IF3F+Axw7Tt0Gy0c/+TdIBgT2PeuQF1TeX0/1NzEGOMvSPgV7AA8agwU7ktcYy9+GwtKNz7efwLfsY2rn11D43tshJmBmH9Dzvm4+A9gV4QmdN11zLM3ssnfCBg3kFOb+L+2xP3et5tjCxfNnARzIc1wkio/GMowDT/WxH1ZnsAF+9HvAeThf6XEBCG/Lw3/Kmhh37R05uV7voM9HJATi+fVU2dwcHXwfeTtf3nyuXZw3e1twGCablT/b7ZwBYn2MfnkqwCbzr+tYnHbg4vDZyYLDwDSiMLM865B0An1cFCsF32x93AJhdIaibtWwKWuDJOur70wA8wUlaOrVsbiBXrTHTyi1nAaPXqWjtzGuADa+bwIsxAORojZl9dFmvuW2ikQkXSGmgfzNdmR3JF4Ax+BHcC7DhNSndeVXOfGMjox5Z004btgv38yytg3X0gB+hw1t5Mo4A7gG21nEOgJAM6NxHNjGJpvhbtG3OvHNma/YZnZ3737aLeqzPVbfTxKoB0qy+j16NDGuA+ayzz51csAEbBJrD/vd+f6/awI3ekcpOdW44dMlYZrkE7jrpzdNL4Kbl/gGUWacCghij/n7tuk0OSkClaUrXX4lHevXYYKFp/XvX6B8DkvT7Mt8N5mR/A17w+1n1b/45m7cCGk+SCfxGhckVAB7/6g4AS/bHLoQX/N7PRwoPDp9qnE7eCoCYYFwCeabZaSV2xqp7q5KX/e0E4/aNXn+p5/GCcnpvV7x6vCWvXKE78sXkUK6FW6dyLubQwtnToRt935UAzAk7SCKmz46Ehvs8OO4xf9suG9/S9mPA365mwT7syqlOgngTm0I3sRGbTvLv9Z0YRzrK5LxS6IuOKW9l3c43ewx9rnyPDnkTJlnrHpNb4QoHmT+h60lmHdBN9ph9nu+aTljR87CLEpTKvFjvoz9Ogtd//F//+Z/RL14f+TeyWcZuCR6jsVCNctNNwGOt0bxrEgqQCZ0o0TaVxzT/h4+CT94dX9o3F85xQMSS+eElWxrf3ga0sz+qWk5XbMwa2E8UEv5TZne1Et1Q2NPf/u65YLv0mrEnJDIIx7FsnUICksw4+67xjZWXd0VzNjLr3DL1tE4cfo4MjdwVLTiAVLSAf9B656aPn0kgrMFr4xy6PzL8TgaEPrVFJGj+CABX1XHjUeed373Fopef1eNqWwy+2kQy2ea52vRlGZ0AMIH5dH6K3sR27jH0npPQjl7ZThzQ2iQsfQ8wjjY40T5vr9NnBCrAxDopeee4weD2iZNItjZQB/h0LwGW43eNnI/+2sSnpvNNfM16af3fs40lVLjuxcFanh3M5eLZn1zF1+AQrYN6H7Je+UR7/tpBrpQ1Hg7eGfrpVsPNQ/JvUs3tsN6R9ciNDjAiozZIniQX6A1754x97OrfZL/lhjoV2u8L3TU/gYO8yb6pUo7sh/40nm49ffTHBFrf4iPoQo8wj6gQw7bHBtJ1zbFvJk6g+bkbkar6h4eyDwlmY0Oe7ye49bbQb7mwWAlzunU0Nk+f/UzSGd0FTBNDz01ZV3HL2GtvsPyiRPklBFOtP5IEIj6R3eq5atWL/q73jVuBrd77yX6TFEniWzqIrMxtLNZ7UIyAL9lzSMCrfcM9w/j4RnOUG3T6oyDwG/ef31Fg78+xH0Z46r3/8WGWp2PYrOlJEpoH/MZH4KenFf/YFlcHwMFNwSd3/aLzOgC8siuCvTEAxt1tms9cvuccfT+tr7n/zF/6yvGR5YeWT6H5rPnrl4Ez4+8HU16bOviIzrS/bTPeTYGnzw3/eCwdg5JgjR9re7zOCJed9Xax1UsufAIbz5icM2z9k1bGSejwmk53M333W0vyN0EwPDF7IPr4iwSLPc40PqfwOHTyhTt8Y5EsoRKdhKvuoIFMOLENA5gecPR78eebIHL5d98t7vA0Rgk4D/vKGuGT6B3HJ531ta9Pbqb8LJ1zPToZPfG/vkz541IRFNDDCXQgsL3oY+C9i3J2rH65geXNzu4A8FlIGTxap3GsDkA0Z4d40daO8FsMLEx7gow3DhHBQxwyhgSTtSOrAPCP3uXlSL7zlHCywpwMZQSH3tGCqxmwjYUIw+mpfxygcagUOKnsMM0vhDVAyBX09RtnatsOyu7oBJNM/AXyNhhFlYqNAt8TQAjgOGC7gOk9A5iKDLKjTzB8BFGcjQG+K9jTTvMLuISmqkIUZ77A9d4/BF1Apc065ixZruWgcAyH3pvNiN7MY4BWlHYrSfGBHO7mAwLsAjoIlKFoFtAMsEFVJoZwg/U4W6dlpRyjAoGar14w0QEq2neNELfj8A0gY5mze36zVuvBq5CSwKD3J3NrMulKQfT+6bGb6bbAyGtg61XdJsl0KYCxwJSXz47sGAO2nYqy1X8EnVaRZh5bpbH00gYexkkHIw+9/XJ2UXiKlrIBOGQkZeXyQ9CvM2MJSGJgtGykm8DJXITde4/Kgc65DOGbuy3rZjL5+zrHYAHtdVCc2CAeGse9x+8uCzY0dl4/gghjPHQ1ofd6jNSugjlBT9bIAHL0YgebNoEgzsvNt3FYlw/WCHoNN+ZCsBSAn8+dwap5O2FhKspGZp35TACYFTjA2Ue8HsO0djKAUPtD4k72KCBV6EYvTLUnLT70ucCjOBBxXN55q+Iosi5A7dte2rwkOV5y3/tgcGyNO0gUHUHg6/D/dzF0qnEQKE/sMMFoDPrQV1azQX/0HuvcvNoBYJxRVaRcLSrHKX2BLjvJWqOHz1jjwyrjhbTBrd9Fkw0yx7HLXceJ0Rxnru9zb7mXGw8wUkdceD3mGVQI/OrQjN0xI7ha07qC5pMpPwD3M8ld9+jcAUUFEMz6kHQH0PCbY2M9AZBde98t61mHt/q395U56zMZnHGGEjAA6GP9yBjvcWctYx/enTXCN5sRmuiFcdIZALzCePT+rlqhEnXpg0rIbb/LGa+9vJ2AEOf4rkrsa6XDJcPgja4yybyVhBRbQ+2S9PPb+XM4CTzbeuZxeB4SGNkyCUEjqJBXv4FVrBO2Gvu7bR6XfgFGkGFd5ZcuNZJJCR78449vPQ/QOud8DrAo4HttpwTenCA2LUKZ02sjEFwCoO5W4Rn3dLWZ6h3e73Mrlfz1HR2CPoH+2t6yjTd/qEY4MtqdJyKz38pj3v2CYsxDPKWArLt50J9+5ALOvcdTZzt18Oyqlp3Ei0vGf2NOoHgSqD6ZaR1auprWtVQ6wKP6W2O4rq9Mc/baLRE/R/w3+7np08+d//sh6z/y6HbRWTeyxDWH6JDoggkcjE2pZ3rtLaOK6n+R7z3mswcj3Dvw0bxz0YXPS04C3hsA1j3YSfFNlagb/29IxIAntKk1aB8671z09O3ck+8XyDlHRShxcdqOEUD3lX2GneXSA+CMLRK5TyLoVmlR4Qw9mK5iAvonejP8Cc+gS7FbGtimIwN7iy3UiZ3an/fIiUND82Lmino/Qdixi1jrHvfK5VQb/zt/pzsb8W7ko9YX2n39vh0nCQhZ8yQlVeI1Z27/RetofMB997ZizNoNwHXAHtmUqZ7cRLEN/hAADk3ILvuH9QuJWJ1w0DJfdMs1J0A0APtf+R/tPrpTkTsfhaYJJup3EmyXjtp3iD0PLb0BN/ut2GO49aIbiQu9auw1KsMSaBg7TIm65Qe/dintID1GySS18/Wzs779gw6JDbPVEsfeqKRYrUvjEeHFDRTsc1eAdYAilU/hvf/z3af2rAZL5T8N2Iz+t8+qwEYFdHrcTbcdMKX6/5WDyD+CFdj3JzgzE4teEpFp7bLe0MOR2abf2uvv98iOTQJQgRrjwu9XG1PsQfah6ZeAD9+xXi//ekzzf4ePH9/kt86E0C82QNO598W2dboB9NE7flXhLaarmRxB4ncc3MNYbRdPd7zeR+uVoUvOJj2FMN9CcDZg83TLLoPk4w80f2stTTtTKJLzM//XKYD5gS1dxBX7kqqnDjB7n+3TpnBAhOIqo6GVzDv+l35YVyc1Dr+3j/wWCrQt1IHfQwPfAyP743O8BQXg1Um0HD98NrqDLhf9HjtqW7S3bWN+lbwS3jxJfs1/rzyBZywfv39s54FcmTWRrh47pF6WI3aC5zVmBJ6D3MQ2QX8vj2RtmrYPPjf40OtnkjjjBI3v/S5uGKzGdtLwN/4te5qx7Dg5EkLf60iYY2SUvGi8hzF3chX2uL4jCYL1pLgpa5i9veyjeWD7JS9/5mioll3h+3NEzveVSNUdTXhH7Y8wBXD6pifG1HZH27Feq7E5X5ymfXI9p2n6BFQ/2UqnEvE5SdddPRvew5/LcywCJAvGZ9o1H0zTtLKJ7dpPySH0fdZ41yv0QEfUsX0rhrPxncEmJ9mI9Wnay7OXe1qPJVEyP4xvcbXt4iOz5BT3jK3TXRx4BgHz9305uihJZT5izonaU2gzOhn7XvTN/pg+paMnwZIAMONtPGr9lezF8U2/9zTGqA492UP0Lla6Yk1jfzG24/TPnps+fp537WRK9v57XM6s3/XjiMmWd7sj8ed0fTD04J6a659/fon8TwXwsSXkMZ3OZexhdGvWbTvYdMBT92PXQcvm+UMYKSrqDkPav9OOuSaxa7z39LyEj8UHzBoL/4lNtHYpe6i/nZgj3prvu4PASbCb+4+81Xx0tNjQOZi0tre7y3W7acvNsaPeBLTQzuKXTX+hO8nd2OteZyfyxO/A5vHf36L/H4yt7uUulRnnXIsQg84P8YaG4mQUuvC8Ao3Ss9mUokpNev55qjK+f9NS53w3oAaL1oBzb1jAZAEtEcxsViLoqgqp8y01zjHMLfwUwB0hlsykalGCQVEv04L5+Zmx/7/P3bADOZsKoQJgeA1sdI2l//1Gpmc2KcB6qCLrgTHRAOABHyy8H69FmzubyjNpOZbssXW8/Bq95yNEE4+DOHsGpCoXtTRidALAZF9TLcW7mrDZv1ZeGB18Z4O6qsNZ4g6Mal/domjaCyRLdZS76G4MLt1Ltkdn3mT+CRbISbdj7D3N2xzonQoIB1ycSZMvaU9Btgp72QqetSezG6D+7KUMuW/tss4foPQBo/2jsbEOVmRTucAan+DRBEJCFqlwa0MZwygtcvOTZy9geT6vFnqMq1twwBPwqxWHqghGuLcCEhekvUv2JY5pBEoMsoxhDbLsHRUrmidZkbn2J01gFHqsE5TT8zBgOijJnJlXvzstttIKCwAfpdQVor0nvBNlIH7U920oyBgRHf39b2kX+Btga4Fw9mMrDH5vgRfnrAH75i2N6QAmmoto2w/f9irs/9XydGgoe7R02ODLbxUyrSA8d8RTOdXs22usopDhB+RQG53eDwU24i9ejiA0e9rSjtHl531/zvlQprHMyRmm41DCI+gj9McLpHXL7XYKoBUcWwDTw1uSR9J4XpRUtqNMNZaltWiLGErbKlIZc8quJAMvMvjfB4BJQPFcJ4MNPlrnZo1DaLdbO6HHATI0Zuj+BI+/z+gAAQBsI0UyRfOeAPCRK4fPo99uByigfsa8BnTWZwJE3/1pj8kTt5XLMR1mTXUFlfRXW1QTxm3UdQATu6YTQV7azNizHqe6p+Sv9vlt/4sM25Evn/yQw99zqVbUfRqfEtcCIMs+WH2h50mmt17hHYxRPNP00626vE4DAHkNbe+EP5whO0Yg+uuAcafqZp1p3tvVsOv8bGUgGcJ6Hy2LW+Z0Ip5oX4zcCTcd/H1lD3KQVm7apA4AH9oaGUXVYtuzWmd0mNtmGkiL/ePM8Mc+8h6MoZ5roP/Va73vtO3FprJMnQzYWMd7jiZnFGNH/lYZaJ6RI/kXAeDj+NYZubqH1lb6HRs4tD52Zullrre+9PgWDG/HG57wc06yQPav6ZaA+To1kRc3f0j5x6nqDGF0tvYyyXSi25l/lzdWII1npBuPOfi8avkvH7X90oBM61s6WWRtA2h6jSYATDJMWsjfZ4jlHbvO+veff/5p245ALHPsai5a9/+k+dupQ7905WSq/VIl276Paeeb2LufDaI3UJcFimJnjHFgt8UknQ5Y4J4rvN0ONv6V9sHZxiOHmhZs4+s1PlMqtgA+muSf7X9/lha4bVcA/LU9fKpetGd6cdMrQZMBojUe+OsNkgIM9Vj1OAKzBoW+ByhB/OgMAxkA3DfN6zlvG2qdMw2IRScXEsgIFHZb/oA0Y09UALh1f3g2tOvkzU/Mak1JFmR/OGqgfTJsENvzc0Yr+9/2dCoXw0/Y4AC72ENe27ETO9H7rbw/WfC2/zO3y67/3oStl/Umy0PrGcAkdvkEqLzv2bUj62cT/6qV+W1vH+pe32VsguYN7N7LPq9uDNhAtJBrm6KBU+iVdWA/cqSOzgfXeqT99JDzscOXHrcCmOo87CtmQxIW/kWqvrNQZ704PmpsOHyksyKjNzRGOqYxz04Myzrd/lDz0ZHvjx/BeEQWM2qRAAAgAElEQVS/XV1t+8gUvYl/JLZRSZf1zXnB0GbboQ5SnKBtWoC7O9Z3I7Yw9lRoZ2U+rayN78wGdVck9sWcd+yP3P8GXI98rABfvwv7WnYq5+XqeyW06Uf762fYH3v16iaQtI+09j/8skD+niUXPCwYWnaLymDPa/jrBBa+V+O3axgE/dsPRIfCN9ZHwptGRxII+9eXhJvEhRtraJ8R+mkfFPskY6UNaq48iQlqgzj7eUDjt6VmgaG6NnJ6gn4OKi71vgETnv3a+m+Aydd5XEtbXY2Y5+x+0q4+CbjrJ4cnfw8AM0rA+CuhdqcQ+pkzSqExAe4dmGLP6zYPHHvCNqkw3wpKgL+1T0nCaeNbPFO3/vcEdNDhJH/aq9a+aP4jq5BT2w0liavtW1/yszBG7D1oBRnBPEn8ap1x8KeqkAW/oPoZWwX8EBpmjuHV6agk+8bEr8SxTVqnfW7jB5zR27a1ZDiJCPhVel9oD5+1ZcKdDNgB1dDbEHYd8fWIFCeeSk6qwyPYAR31CNq98g+8EP+esdovVMJO8VN3CGwfqG3TG08Y/rasSkeYtYm2e2IHgJE3vScHl5zlSjXnYpjory440WdvABhd/g8dKyE+LRDjLfA5tq7W/sjYDQDzfeRpZFrbQu1/nhayn522XTC30Cf+0NjWI/9aJ3cHOuToizu2/NU6KzGh/asr6WsmpHWIHbl4ru49raS1X+4QsliH9uJU6/4MaUTP2P/SvWP/fvdgG4enof/EqZAJW5BBlfS+l2SWS8aNoBb/0b0E2fRXAeDYVnkKiWlHBo996sfORYf2xh+pOPo8I2PsoHjzjGWWMZZlJGTibU/LL1RHKPmBOd8c3oz9sBg8vgU8TsGf3nW6tcxAjV35yJl0CHWr4fkhQH/km33y8d+eQC/3vJ1qJPOtjyaJ5FS8at5zU2h5OogV7of8kpzBBmj/A9po+mi9Z7uzjlGlKOu3ALCGIj6EPruDQGzc9aeJv3nvHJvMTOC54Auxz7K/c95w4T+nghn6HmMEv4lnxy/zv8oeFe9GPjR+euIwuvqf//wvB4DJaNAjGmA+Gc2iu2/828JyFNAwfQJCyvba1jZ6lu2O2UH9TUZN3pO2l/e5lwNs0G6r2sn+piwknBCGB6Ap7nKgWK0GNccJ+KGwc15aMqSk1PuMMJxgCPa8e4JS+txnzA6AxnWs1zo2a7TrGRD+Xq9Fyr/IED0OhQCQyUJkvbrChWf89jcGOgTWxhaZhLQu4n6usQPz/ccZAgC2/sznYm4Gx78TWH0W4l+NESEnRace9tBEaCetcCKgYJ6oo20z9bRSmvXSVQGONqiOA3gY7kpUCG13uwIyxFZAbiuSVpxt/J7KZJ9tJGmrDOW7ZVJnxAUoRIHeZwFh6EnAdvsNDKAGxhiD15mM9O9X7T/7qeG8rQlXOGaHml9pP9lKTGvUQCZOTxupfs7wr4cjg3UAOMuWciR/tlRbgdh0yTjfM856bFd7g2/eVirjsDSYRdDB+zqTzrw3mN0AI5Wkpp8J8Dc9MwbRjlrm3N+t/OuxhN9zTg/vbQUXmRzhjdLGAcOYWiN729yc9fhaiDDPAzBO1jFr+FYmNKCDgmwHBfo48mCU0tmnUnIYZ6+B25mbYmTx6Ssr28jD0YG+9fdbDdrvfwHAPoNC12nsCgAnKEf2ZGQLGXhhBNqEp3qvjc23xXQr9GOgaH/n+Tb+7Ah9We9zrlwby3EoJVtGf1beiPiITK6tOo0cyrpFuetH4zKAM4kaoW9Akv9wu3Hzo/CNcSBxMGwc9hEH00LxyI/e66dFZGg0zwb8OiBb2QOd4YjzHaBvA+XNO1Qw8NnLK3EYkwQAnXaSBcAxCTYEVnE0zYNe933rS4taJ2S65InbjmW5L6eWJ3Sbwqx19BNniYvnnMQhB+nrsCHQyfkck1jQmX4EKkhgINj72znhojXmBaAY4CIBUOalsXSrcNHhBjhGx86CdIZlgL/IS/aBoCNyyGfCjODATtlMz6zztmWmRW4ACxIXem7wpP7G4D12wIzx7JfBrXSu4AcavxJjvi9VsaqrIm8DaHUwgfMiCRDTNYQ1PvRYgI556vtCPL4dF3Lmplt16rvP+NX+ckRD+KaIb+gF5wq79FShjk7IPsxezT3IAH3XmddvNZ7GLvma9k35aRupAdZen+WQ/a31+s1DSSokWQwe8/NGVjWfwSfIavPWE1TVZ7aHZo27IrgrTM4+fM6kn1NedFdgGWD/rjm050hy2lpTsYQ+TiWqgglfVe8TAGa9tjImvgR7e/TWcfzhsVrHccoJCvANur/puW0BxucM5LFlAVYI+vZ+/pZk1oEz5L/et918JvlQ+qYCJADXr7x8s4ybbsKP08pwukx02y636rVwWcCc8Z1znqY7EWD5VgJsBUroKR1SoAGDxui3WW99R0IfAK3lgm/CZt/qfwMkejbJkQNW0DrP+yWX2z3RM/OTOGt/JDLnzz//GZkwevNHtw6P/wbUPKcnaIH+s3yatZXsQke1voXHCMgswLY6u48OgJ9P8qnsl0newoY5gLVnOkHw8dctUxFtwwT4Fg0iWh6YtrZS2WfcfRfTkWmTFnP+dGgO+23967bxM9/YdC/wC00GRF77afluqmCGZxl3bIFR/k3Y9XsnNDX4vonTuTi6UMHe1Vn4uhdGIL9XMmnGInrymebuAJXWjwfP+GyL0yVnADKN4Td7//gJ7NfwJX4HOsf6ZBKNb1/q85UnoRfbCzD8tcEzxq0YRg6957rGpsXOGFB31hYgDLv3b9N5hT1vu5uzq8Mzu/8dAKa1PN1h1h6Wjo78gL+wnxKAjl+ArdX2GrI+GFB0vS1w6WvpQ+314BHR7ZkV9uAffySpWD8833aizqQbLAg+9pqWf4iaax5o+WCA8JO5Z38d2f4JOOue0N92mOoAqPXJVJIaWNQZ9B++lo4b0fkRfsPPDnxFnr9n8AaQlb7lzOJNYJfNAGjZILzmrX2k05nXdpQEOhB6Nb/m0Pad9yhEWnAjG07nNfNZEqu4r1s+tl5F//a14KNO3P38TP07lZwLXrvl/rdensvgM9Dqe2zD+suRE3te+qxVRJj1jvejWgZAf3722IvQrz47+FYckAtjwm6Eb/FBSKDA5jcdyvb4tj1nDsaX6cRc+AJ71vLU2NziYgnGRR6iv+BJxiI5duTvE6D1Wn403fOPLZQuhuGptQexrZLgsb6c5mu9NsHyxl+oUDv+woMnt1+I7unEzNVD0ncZVOQ/4wsWDd3l7ylg+B7OmoNH2B4bOcI4HX+wLzJ+/zyPwMipoNO7v03r4gPW6OANtk/iw+jnHzpyZ9YS/ALMKIPOHvwfBWmGHjuucIwiz+v1e3aPMo6VBeHxt5BpcF0nEa5OTgxgC8DA7fP0vLdtaPZfa0pArItQLL/HhvC9FVsQ/ZKMxPNPAkYF2JF/0F9XSjd+jm3TGP+VgDydMY3zzJy1/+JtbNDWR5FLa9+0Px9+S3W+C+bWHWQq/ruxtp/2Z4KftolnPwm82X7zs3MkxOUnHDt8g1W8FPrvQB/0AFYOnbbPZb138CszgN/Jc2LH5Kit3xJ69Ew/T3+sq1e/cj1d896iEeFDBLtNtzgtouPvP/shY8NZD/xSCMf8k1ATuYidZLodWJkCB/Qenabatwv/jjz/JiJ6+a8veCu7WvvRHb+cgDv8xTzXb9/qXMkairw0HY4rwi7Dx+cZb4Jbd7wKI0aetQwSDVp+W6Ytr6KzIguH3yeZIMe7RJbIFjl8eDqW5LP1O5OEow5XfHb4bZ7ZOA9yp+Xm24EB/yt2dmj6xAGrAO/YjycJMvjl2i+xn+i2oXFDS6/MYOzwlQPRT4V9ZF/GQ2FCd3LyNvzv//2nA8AyqHuhtAte2JLTr4MFSBOhN4aTlbiYR4r3FrYwLoCj/m1QdVr4sHmpQJ0S8Qqo/Gbw6h4ZoChlTbCrOKOoVrq9z8Ao0UL/VnEMSWl2CCfAfAnhbvXGpsNAvZ69di2kD8FaaKTdCk6LN1dAxFx0/OlfMmYwzFuxwlAGpCYglEwBzuncbDrG0YCK90fKYQBkM6ydoDU0m4E93wLHEwCOEkCA9TX7zsO3w5Qb8EWg/s+/MnuPT4J9hOgB9WacXRF1Mlcr6xgl20Y7a/a2pDDwLyduBLoyJz2KcYAwTLpVHfvsgI53VGclb+BFt7+B984MRJE5c2MyR5V5rYzwPtOjz5DomGOv8/+7tb4NMXgaIQYPZ+0jmDlzrgNcOGSAYK7cKIPpZI0ONR+hZ4WcDQKw2yD6Sxe5lgDEfpvfMFaOofJ9pg737SCecRxmjqLss1k4w8zrJ8Nhzub5rz+XX+ATxqz96PNZe2xRhvmkjSHT3Tga8FlnCL8K8srALQPz8NElq+M8eN+skKYyfoA2su/aGAEoirM6WXu+fwN0lpezpq8+IMspijrXsa/Qkz7pDMu3wo53/cxET2YjTqGe+1u1zws+SZZ20K4DwAGKcnbInsm7GWbsf8tUjJ+z5iWLyRBGttjYmpZeDjhMi9yY7K8QTzKUwY4+Q/uT/wt6sp9JbGkDX+P6xx95ph1hG0oCcgYh+OS/5FD7XbDACUbj9PoskHQewEC55OX3PU7hWYc5s6QNfXgVORy6SgX9+ZlWqD+D/gPoK5FkwAIcN+5F12ictNdFWWrPFOhkvno3LYLFcwzhN11s47TPZtQ6AKSaBkcve2nTuutfn346st8O1Wb1mY4YWIEQCiiYBCUXynhlfq2/NF6Du99/XeHHtZ6PnIbhefjkbYtGAJi9198ccRBZsUKkE4wI1MQGmDFXdqfPo79VyQG9Aj7lS6o2qKazzTNV8q9jdvSrAssfPdswLyCgwUg9Jy3LzquuqhPkruni45NDk7/g+R1w9xjGQdJ+tW4CbDjy8nMqQnedwbGLQgA4LegJgBcrzKaoovbl0/53B3Zk13nfCFaMfcc6A/y0rCbY/VYuNF81/ewI11nhnVRvJOiZqv5uIQsfWSdMAPEA6hNAPzQ8QWkqrfz5JP7lfbEvT1WPvyfwVJn8+niu01w5Hqb1sxMf/qn2sa4BuIJryJljy/p5BEIHuB+6uFpSfTe2/IOfvM6zgQFGAph6+EN/7cDnvnz/2nO+Z97tZ5Z+OADhAO7Zwx13PwvAx48YfX/aaalSe2ixQcutylHb6Rn/PJ+5YnvhYMc/SBBAz+rnJnF3+aPbsgIgbOKHkS7LPz/DrSfT7Uk/PxJvP7oA6ND3SQ6Mg81Yct9UylbALDPLBr2Z4fkMMGTPq2pgMPvC/Rm3ABI3QLC8/QAavcFybwPVprtZDnRy8/XanBkhax4QJ4R0MudLzzQonqDq3SELevqtBfa+KTpK78F2vBMIfwaAW883/cdO3BZ6PwKGk2B2JVuIzj9/LGcTyg9LJwfpot+Ash6396z80gZPutX9LmoASyoo+lkELfezteM64eAElL4NbeDUpGtZuGehay3oqiYdbqBxkgugoz1aJf6MwB461BxwcM4Mg/6gF/i6K7EOH06AlDUBMG+aIaAGTebemffxX9bP6KMc1veS3Z/OG9gPvZb/vh2k7C/Z+9nE2F+7//oM2hCvaV1e31/X/BYA1uf/+Z9q+ZcdzTroT8Zq/EF7cY40CNAM7732I36O1u+0pra8HvxC4xjd1HI8fiYdvUB8YsubXwziRuj+lrClsRIAM4homrrpPvLz+xn8IhNuey/XB9RfILPxtJev9E785fgugPozX/Se9G21gj2YywSAF0ukNaTOq8v5xHQ14N2Na73j0b+784bswuxVn0eZzhJHV49e8XXCtx7+/M///MfKj3mhZhe9ueeLQgtadwLAGr/katMSCQZ6VAc63gQ45qaAJAU26LSWH9BtByabRvz9Y+dCLwbay7/indh/8Co28fq2s79lx7hDwFmftA9uf+R0m/Ia38GfBDY+vPCj2z5SxPynoOJHp3remxQA3+q10P8boO2gz7G3yldhrqGTqVgFi51xdiERc2z/njVmPMdeH1sqcY3l6678XvsQzGyTVo4d5KSMal1vfg8NvvL2t/3sff3NtoT/tN7v0TnsueTT8f1cDBH7J0Hs1cVNb51AtsRR83vszB3n8Ocn540ZVPeKYJI5T1OyOp1m2v8u3vaeZrPBqsPn8ybL+Lbpdo/gq7wPeg/t8p3osTs98qzuRnUS2LRfgyWjy1rvwT90atE73gCwPqNFreehDldl6629fs/r2JXfxcHRdp7uWOIJnR3y96LLTvKzbLSsGLobXXESzC0Us97Q4FXwoa/1XLUPHr8AnuPNxBrar+K7c1TIfBCMMfqibTqwsU6+0vd//PHHod+d6c/fxAvHP5t1ctLR90XHj3Rn8PBNMsp8Qh9vh5SMEwz49xEQm+m4W1+pseXo0rFBvv1oO9C2xRwdhT8o/f3PfwYLtAyZQCXPlf5u+w9eSueCzOdU1koOyWP+iCD2W45berGE13c2PjfPCqklGP3Gj/ydfbLt8uO1NO0FV3ZF/thgJAxxH7xw+Y0zUWwJ/dOdmJI98StdtJ9KDBHbOPLg3j89alxR21fQCzbedYRVd/0r/IL7O2nRezFyvmmcMUCnnTzKyLJv6erbP/aXkLv////fP/9PHLLvPL7J1PBLvw3qMzpaYGSxf1Yg7cbqt8121L9iwIdoE5Akm2aCnq2QtUF13mMvPIKpJ0TrQX3WoADXoIRov3xnyUyFz/d+Kl7baOmMhnZYtOAIOlrNen7fn5SQo5y35SWKpLNA9a41QH5mK/8W0ENOa8leIElz7nuUteYK6A/kytmeS7x83uCFvo/RtdqgM6JirMRwNYF9LzsKNgkHcSIMykcwNrCwwFGBXLMG7Vixd+sYZDyhu7Rdy3lVbwuPcZIESN90b/0mpsehM0O5An1bKfctGFdvyy4956cDIEBj21XArAF4dEMUKrT1V9mw2b8NwOjfyYqJkeXvvf6TmWbevWf6K2g4Sq1Bc4RL09CbxPBmCWruew7tVlh7b8qJLvIxzSVIXgZwGX4dAH6rtTJhL+35aQNj13mAk/OOcT7K2c2ebZYl2VmpBp11/RzDnO2cDzRuAvi/KaVDp9/4/oKM0q6xMuwkW/WDUm150Blrx9DF+Jx9zzvXGOFcqx/KtI3boZezXhUwCM39bIWDYcd6d7C7W90cmi0HBbClFR+y2/LRBPMz0MyzDnhYrZOgg5bPTS+MUwJIe+t/j7HS+0QCkhwaAdVUtGA84ABFDwYMYY22kuMnsG5g4tto9IwMs7ejwGZabrbYcRonAIzggqtvvsq+Rw7cnQX0cVhFbYa3cilz/yqAJ7DUxstxfhQ4mhcCnr1n5NgG+K5Ra3QZ3nbGn8AvuuA3mvKW42Ay/nOmyJzJLpoVdbulfNb4BXo1PwJLltEKeGMQl9Tvs3wM9H/6KJmaSVjDoM/6zMpZQK5R23Szj77fj4PafEICw2s3sQaA4OwZtkV3WNC1dKWwsz9z/BXclHyfwQKIG6B/HKTwQ87sStawKprjMGP4M+fuOoFjxncE1gjEtOPJ+/WOYzOdFnypVN7rcZZu+WkbxEH0rZiV/UKixq6rtbqHRbvqfX809Zt085tjFnqN7ZI9Cq0egE/2kytnMy59l4DzHjPQyTz9LD/v+6PEqV1jvWwNcdZV7zDdFrCmNexzsQkAZw2T0aqfN9gPPbZ1cHSwK8hi97z2ghNZpvVut9ftd+j3TQbMmlwtxo7QWhDwbgWXzxUHWhu4bM4SUq3jPQZsOOnySgg4Lf8PRcQmIGj/Btb//DOVdOecvQImef27NlcQwauX9bdo/O7/kYDkOWauZKwbyKDqY+jtptlxugdIziYtgmvan6Wi88Kp2JVNXs9mv9tBx6aG5qB3jdF/hg9+0HDZdwDoh5cnIQ2+xvHF53kr+9lHT20WuwMW+txnYLI+rbRmLbrSvgHxrE9aYS9gmao8rVfby/A50vNuQ2tN4f3dyr9N4os+JMAwNgJz+d4Tultd/Y9/xP7/5xcAZl2olDqg9dwP0O31GXpu2iLZjvF3hngnIOt36705skTP67XqozRIsGvabzAMkCEB5MgbgfYa4Un0ICBPlcMxYpbaWi51cvG54pf2lJpnJ84kU74pOL//5i/z+QWSdIB+aLADtfhXst/iv5QDMq9dWp93z1wtn5+qJAJRupIzM9UtAxkOwLX+c+iMH2QIYlW0fLqxiT5s3yzWAP3r/vVtHtr1ek3STvFXkoeoyF585ux54UTBedI1QT+d29cJmq3z8YPjX29Q8014Y+x+bgUA6KDRAQnNXcBnknnvTl2s4RsA7rVt39z0cvZy+OU50sC+zNPBSWOAJmT7vGfY6bnY20oCb5Ax78yay2ZrO5qqEJIEjbs8+uPwh2khY/vj828soo5hOPbNBKWS1LSJe6+8x874MY8BkjMf2pEGWNYzbafNd7LXIicyLgXy/sPgbex9/dBxg/fl5k2s+JvORh5sSXqv2+Kf93j9gim+8r3389h1p5Xm2qO0wLeurgSNrijejjYZ31br75FA7LPt38/3P0dkDPNG9mfuJOppfXwGdLXW9HMGDNfZiyl22MB8VyXhL9tf+oX+3wBwV8/h+3chwerdjJM58ftbFZ6klU1q4QzLc++FJ64sVWLU2tThXwIUtiG+eYN/bQLUrt/rX3WL9xefZCzYOcdEHRxC31MdFppZfDOY6LQonbl0C/Od571W2FMtv0w31cr1jGuCGh2gOXLdidC/n+vZvpuGFlvi57VXYCvxGP8ftEhXxU7+uQLVlbDJsVvBdOSvTJeKj65tR8zz3fWsqrCXmua3TkbRcMo3DNHN2agnYWMT68JHoSWS2kwj2quxkY+O/ib69+m6kr3N+yXzBFO3X8feh+Yjk4lXsLZgbe545TVc+69pEl5fWst4O2GP97DuBIB1z1U9+9lFXcHJ+vDsXtumuz4yQc/rSvp0naPbxe1jaBzdoYe54J+ubPppGyVYG9+7aR16ydrHtkLueL6FU/Y+ND5pG8++c+Qn63nHdYLzpyI9+saFPNavs/chldBB+T3QBetJUBWABb8j+7YB4DPerv6e97UfJp8i+FD8FH5Yj05i5zt4N2u+CZ/6/tdOhh+/dLxA+0hi9ZtoT+tl5uU1+p7LOdOtU155qzV+k/deuaJpducc/OR/l6hCq2sSzBuH8NpNYpfm/9tRmP9PAeD/UVLJKMXfEl/PPCdBLsWAm0TSCSQ5lqzsrKEL6wxh0c8+82zOeLf/ZPkxtPzNr7G35mtspCT5bZGgeUB+xwLMfm8Sj5GZS+eH5nwGsAXctmjJACUoFNmfljdqizKGZQg/mfWCxymBNjE6u8O/jZMbJgGg7UObMcY8+FkoV5IItJuJdNYOk8RRYBLv2XMNQgB8EJQ8TOo5JBiE4muGyRxlzC58RgY0hklXDub6rGEboIwNB59go8aoOW45uZ9w9voFVD33KZHH2OsWWbXvV4sDMTcBjQAiMZ6yJ2pTtNUqTcTZmwznt8w9gk7e6XMAOGu6hK95nEzYCQyH8WIw8wPNYeSlem0q0zXeyYLwcZ8VAD7VQx+NW1CX4Y7g0juanrL2AS1Fr4CrzLl84bMGgCMO8GjfOJdnJtCZ/DlbmgAR65tMXrcYnI/+S07gKLA4lCNgHKOIorozRO8AMGunFtJpW/PT6LPTaNkSARMj9r8TRPo+MjD0gM0t5H9rocNaYiC3477ZKqGbbn0G2AM4CC9C6/Bf09tb9fweuN40m0wdjJgbYIY/D7hhQ3UDv3xPi4k2HAkA8/wGipZ+N7PdGdZTuW8n8MtYaocoAf4EtjQeZBT8rWdaLoxOUPYUh9uvYsh9nWhBizEykHtsb5YoWafHEF5WPOBe0ybOdfh9z+s6IMZUEpwWWN6LBUAJGCfDbY2eriJZB2/5lVbivKer7pBPZIqzL2pF221Tt1rWFHcy9gQgGUibZBH0URJXaDG48rLBYZJVfoBwU6WiveuMw5MUc1oI/gwAp72XzUNvXRtW4tE3E22rn2gvm/PCvP8DuKQaOPvQZ3yYF2cvA3j8DAAHyLyNe12LA5CKhDEuDmAYB9QrbXkX56hlyoImujagDXKiz/A1rU1LJ9Pp98d6rip0CQYxDt0Dr0D/utetiCbYbzB2Wlwjg/T36o4ERjuh4spA/mjd6zKOn+8TQKOKb2dX5s3YPYzndQyzSOt06Z+St93R5M1wJCjOs0IvSRhCt78BYK1/KjQDDvVcqX70WksvKpA36/XqwZv+M0ntb1fhNbh1OSpUehuNDojn+49DJgdFYOA6+JobbZe0vr8FgAEAoDcD6VcFZHRCEnrk7O96a34dDG6bB9ohia0TsAA/XJmi80qPfXs7Q8in0EKM89an6JMjQ20bJLDRgWjRg8c5vBYHaJIjDPYtvb0Oe2dNY59yhEBnmoc+xKubcW96meDl2owrD2TnAiQGKJm2rVUALb5pObUJO5F/2nMAgMibdAiwT1L0qn2g4mJ5K3yHPQzQ6nmMipEoJ0ObM7TYW61HAhC5+K1K8Wc1F/ONWl6q0sW0ozaoWX8A05dH2t6TGAaAYc+SIT+BoNLBBjOugPLS7Qn2iSLcCnVvZO7QzwFI5FTa3s66riyKLtfPe96V5zv2VAKhm+x5Wht/z9I7/7LV5tjBneTG+hO0fjs2AUrad5rEOeyPAAHxL34DfI5tOQFg7MPQ/kcMSihzbt/K6VdedzCW+9njBqhCv9FfY6qlnev3nzpqBeSZYxm+AbgDx/duBzK1E167JOUS8H0TcLuKqnlbL1QiFnyJjGFtG2A8Lecn2Nd7RQBaYw2QNDLZlBJQoUFM6Cu2ahKMzPtTRe95zdyWr9eHZJzIlk4630Tkn5UW8dOTEBC5MHrCVgxjDC12EBj6QScYkJyEWtbq7MUDSKZt2rSy94sXAEIG8QxoSJe1DOiKPQLzfWYtycjo3BPUNmi2ibjB+hsAACAASURBVNjYSLu/FTgdffcmxtDS+zf9sPa07LlUdmlZwsuT0AN9D4+jH1Mhmn1A7hHgtk94+fU3iN3YDDoj9LW2SXhtZJLaIY7vD+2QCIA8195KLqMjrgT7f9MCGjmIfdTP8zpLP/jdGktk7M9ksuV/qpAtK2ULznEBfv7IsXSvCL/oJ/axeEn/mvM7JdsqGtf2FbTatMtegskcX8vB8HQTwb6PHE3wOToi82ob5PijBps3QRaal3+FbWP5oz5nH82k01ICwMjhg5mN/Xba3evdM/dD0w1gVmWM8A3eTRvKnj+/v/id1/exRcBvtP45HqV05yTgIis6OYVjQY49+AxAcryxzSEfJ+IyLvC9y0aepA3Rh9bvDQBLZcW/1URiA3SHKGOU34CxCW77chM7X1C/O9C0/4VfyKpor80npf+Rsfi0VOieDhtj08e+WoxrZdjq79gjYI18Hr9PPydpcCqA9bxeZ5JesKGofgd/Y5u6+KcxUGz3K3FvOlAgk1pmNb6odec8Ze/3I6fgVeTvoeHxF5uEovui95oGzrmYkwDg5KFv0BRRnfaoE3TtIIC7gcz528u7vfYZAfT4JjmB02ZuI4/fqm7bOOvrH54b/DLJZz8ztY7/+hRD0OUqQeX4tKGz0FInAGtdc+Tkfg9eeOy1SVYCy6fqz3rKhkLwIORtJ1Lo3fAu8s70PO390XXBVF/7eIo8jjGChZg1b/sMPcRnjUdf/lz5V8d+R04OD4k+wc69/58stj6XjzG8lva9sS0ICrZNyBpQWWo+tq3H0Rixsf59AHgFLwm47U96P7//wz5CBrwB4A6EWe6MYIIe8PfBZ6haHbV29FAS4uK/tK7r35tPGxOHp5ADp3vN2MZU0Jr2TbcchWDmOrbMW0hmWwL9O/iZu1TFTRu638QTZFsKHoiP7HFwx07/btf+wgtg3p14jOwhKc5j/yZNtyZkO/KOIPO5bxzM68iCkRPBOoL9479QSX4SRbI01w/YgAsTSLgf+YJ/Ar7WsqqD+tgdoo9O2Md/RHfgB2jO6jjBD2eYR96F4Hhm64Mee3yS/GnMR88kVgLOad4fnzoJCbknfypg/F1HIlfbMMKvSDRE11v+js38VwFgnm95Px0c7ed+Pc8PonOy0azJBqAeocMCtfLv1pR2HkT434w2M5uB/QwAx1nxcpzF76ya46A8Z/SJsMQkLBrG7augWJRX+XoBhvD6jFczwNWSrkDsCpDpuS0s3wCA2kzSUkHLeGfwTPavlUVae54WfaNgvRhPf/TDdGMgt8ONI+aV9HMFomaCCQJMZvAI+27V2MQKwzYhQzRhgOxvgs4xzEz45ezpnVGwY6jOQjsoMQ4mRK5r7QhXfGG/m5Y3DpJ1654O8OXdB7SS41oOs55P5VjvGbTZChgHq7NOjgGsOQ2DQWv/+gAcZf+ZwatSBrqycB6gTUKkFaCu6QofFNeh90m4YP9+C75jWAOGSTDh/HUA7lQ7fzegvDYjSnRyBzlCK+38ByRDSLE+bSzrOxmZBnoHiMjYA3jLAe0MLzKBVAWLkW7hbDBzAcZj0AtcK+M2mTshGgBsZJKVmVtHaL7JbGtni3GxVm/reQPylV3FuFAQBOAsKyZzFd68ElucLJMKQ9O0gyoJzHX1JoFaxt/BLxSr3snZOm+rbNbht6A442r+OkaWAyKTdSTFJRo38+au8GE+N21NKy6emQ4HuZi/u6UNZxhESW+wGLnWZ/ygyHUlosSAyawdDnrkUjLTODuoKww62Jhx5TxS6L4DhFmvqQSayvzcsxmI7xlA+p4WPX7mVOQjL3tt//U/AXiTIYzyiDxe+ozRoQAI8uFu7TuO9zh+uhYwBeD7yJsBNTWu94xKBR38/G9uV0Xn7F9XD/L7rQNi+MfIGf0u/TJGywKAUEf0DRmzrd9DMPrfBq8aYE4ACP5VIG/bvb8VD3pUwIq8S/uLcf+2sML401hsVFWL7SQYrAGGwduAJPoBXoqBu8A3BqLkKQZ8G3XIuQs8qtbXrBzAqnhG9KuBieKPE6rlGzshDpnYa+ynaomIvGyjr/VL1g7eiKaDlpgjNMDY+lm5fhyVuSC8s05vQNW7EgoH0LRs50fn8qhSbrIk51xD789kfpPFyxmdrXsw8AmaiLJeQERLpLXU5zrf5zLIvzF2ZZX3UZSErJHjO/I7/ByeZby5d2ytWbgLnJojJHQPSTP83rZCeCnA7N0NIkxGEM7AatmJbwat5YsAxXFMSVBs2dT7uHxxAzx+329n9NieZY8JfE5VxNgYkUFZp9j4aevXrcoSQM+6peI59vyOP2faNgjeCQzNjwQiSebDh3h5FZpF/3ofTvLBbePpu4sPNl/p1wDwnXAwTtwnV9CTPd61ebZiL9XTaRXZAB5jznjKUB6e60of+LT/bn12+H+A1a765x7sZeZPxQv2S/MvLe5YQzvODnzG5kIuAfR01rxpQ6RdoAfycgE4z/4ATxLxkhXnp+Qen7UD3bal+Es0CE2yrkd3z/4S1Mzz7mSOtkEjJ5ZXAYuwD/U9oKfmlQSEBXZJCOqgXidLZpwTBMI+03MqcAyglblkxE0ip4JVrdoqIdVBDwVtp/PGrp3k+Z4Xy/N+A8vavlvALZXw0EWsx/3pBETOrI7/N5WQnkRAylQVRP8jX+NLb0AUe45qyUsW1hE9VFhghvXxO2sbhr+gbycIKFA/LXdJSMcmgJ855oZ7Q9cT8FC1TiVMUCmha27QZ+0/3t/HQhw9P0vZ/raDbdNC1++eKtmuBm8sJvS55/HFn9iW3thybwIu/skd4BhA3u99/f34jeid385NbnnGPnSyw3Z0ia3B2oY3tvUo8p7gd8/3JPaDh8gW/gISLRvoIKHPOoHPdsMEf1+fI2D6dB/Dj5p12OfPefHj1LyymM5g1h3fC7CZG7Ng/Y7+bozI40vSFTqNpJgkfGR8mhM81glfWkcKAK4g3eAT8D9JOuLnjGP1m2WPbbUENGi9TAtDzkz1syZBkqoVfE1kV/Z16fO0eKwgFvikrbSqnDItjX5oGQgeRsAP/+sUUFgWrox6K6S8buMfUHVG54tNDMj92FIkkWleJNC+GFlIYmmaApqc8XtX9ZAwIHvp1heTKCcbdpwjbPIrODPnPnINx+thW/W4TRPVdeA3Hn0TUd6ECNv0SnTyfgZHWGx2MIddcv92cCO3ziQJInSr++kEJDvR1498Btu8MK1Pp3DmMrTViTFtMx2b4xCBGH5wBiUGCvuqowz7ORpHP+sEKDU+68HogZ+JO/m89Wonvms/8HWT1JIxZd6hD/GkZGCCxWBcQ0/GGCIfg9Xm89jX8SXY8zfR7WzLdMXhPv2Nb6rnWZeavrO3yJ1cF30S+l/c/+4klHvy/EyOtWz5TEBq/fMzwgQ5HWu4/fer4Es+Kb6lhvw9KLJicSHjS9rnMRCgJXQxNAetaASMMXuSY77wq3jHb5V/up5AP3Nnjtda1Jnob0FTB32yduu/v/iJfTGdF2ycJD/IJ4JWrCj+uObSeFRjt8i0uyhu7ZfdnXTjIqnxLggI/UQfprPViwGFnn4eKeX1G7r6q6RVYlKdWMm4OsFwx5quFXyn1eRM2V6bBBQjv9Bv2EM6etALPMfScF8nUGTtf+Im2FyxP24sBpliHht/gDG4AMHyaem/dWl3CO31Z34arn226qCFrKJAzXaJ4zyTYFkJydhQ51jM73k93sPXkyTfhT6dVN7JmrK30c3ZaxkcSaCF114flbW2fEOO26dInEU/2J/tI1wJEJPA62snISv7lYA4+4vcbJmj64idLU3RTW/1KRheJ1RH5v28NsfKja6rApjI8H1m7LtJPh4Gv+x7E9w83zJg40BH/xAA7owHPcuHYT8G5mtgIDTIpMHob0HQikCESOVZO0q6HsEm0J4N9yAfoPRUc2iMI5Ut0yd7l/ch8t6sPBPWOPw2UKvC6Q6wBCwkkGcw+mS9BOzAIcRBioGZc2/dn/4KQESB5yyXW/kdxTQLBxDIOt6AVwC4dlzCLCEmAnIIJ42NqkZ9R4VYnpE34Jzks9touTP4NgAsw0zr9/6g4BAQVDJ0ABgQVhUbOK1ag81e0HPTHx7nL5mfK4jCoAtCk+Vy0Z5pIvsAPTQQ/gZSOkvl/5Jg9MPWYUYAKAB8lMm0qO1AtOhgjbgoyDam31aETZNk3ki647jZkVE2XM0XAQ/QdhxYGV9Dp+YLyVBv7G24mBdN0zKipuWklPIEjA6o8d3v77U/5RyEbgJAEADud2m9xQtS5McJvegrPBsxtzz5g6DqA8dEBMx8rRttJHhNUikDfZ0A22R+Y0jcylEGhgxt3h5e8D7pv/IKO0PoJHQo0DAGCjKvDUTtSbdI9PxcIfETNIQHG/gFRD+OHAfajyHw2xpFNm+73FbGLRut1Dm7YdbPVP4NxEYGWWBjWOs5AGG897TafIBxHAEAwkN/Y0i8DnaUWZJhzM9jGGLwizjYodLt4cpxsEI7035Iv+ueGZdbb4/x0Jnevmf2DwP3fWYHQNB70IcHMGcGdgubdbxTIabKCgId0McGOH8GgHtdDw1WJfntLD16rDMCh68WtLiDsq9ObKNCUzuG7rLHIbmWLV6zAaVYI32WOQ6oWsFWL9v3xerNdU71XQevskdxhk2TlVyS5+A8TrUglcjfd3/+U2csru6ALyQE24D3c0am8HtsH9ojJ0u4K1qY828BYFoCm5wldw0gLsDRZ2S1XdMyBGftgAhqB6jwmXj121fWGyyQFs/QI+ectm5vnuDzY3h7Hc/2Xr/z6eHHvezw2W1DVAs4y/102ngdQNsk0j+WV0ncIujorGNVqJwjRrLPypR9g1aXI/GseegnA9ZcOzjjD+tIBckSV+5Bm277OQGj7zMAOgLA2CKtJ/p4Dey+k4gwjpoGhH3VlcrQc4851aK33YCMP/sy9o2IjSx0gr8/bMpSgC+wJ/nZgeUs2laMQz9rm9yOLM4849qq2ASAXzn45399/OlKzNC0QBa6oTRAY/4fQiV5wkGPSlx7gYwi0Wyz9nYSEzoIacC6zmqm+u2Vb3rGnYH7s9KsfSd8IgMGSjqYdp5XVdrQJTof0FM+kPbRwUrLD5zDu7UT63IAg9LD8CM0BW9ju7HX0MCx874b3orBPlrnbZP9tqClwu3Q8HE8Y3+bRi0QfcUFmOmsdtneXX3R40K3dOeQc47lVJogo06CRwm1/Jqz00HCOuB6/LepavWeP2BNAxUvjZH8aBkzNmSOIopsDYiiTV9/CZ0EW3YCLs+/qte+W3V2sPfeRst2UGr+ROcDvsLX13qWfGVtVaks/9HXTYcafC+uQff0sRaMFVvPK30SNguUqUUjAExnHY2/AyoGBqdagzHET+wARYj+3wWAuTcX5n7NgTNLGRKy8gV4OLNd170VO/osOivM3Eei+L1VRRae2MSY1qfBDO5kWMlDXU8A5Tpu5RjEGb1o5KrCGLsI7EJngEFjnv/YzRuY2Arvk5w79sCVYF1J8J7vN26e9QYz8FM76K5Hth3w6pujeydBJTo2/JL11P/iExMctM87/krvJfwgP9GBwZLzdxBbo7qPiMgLa6zlVwGMhu7yRlW/4t8yBlfoKDF89FfstttnOQkMUwF31sb8fXfeCG9s0tx6zeI11iCJ0uITEkVMH9JBwj8+uvdRN7JBRidGv0wAqWyAdKaaSuXT7jnJmD8Sc6eaWO+iYkyyWQlt6pQBznBV2tru2yQB1rP5++2whO1xii+eo2dIdmsaX5qYAI/sTsvi0FW3EMeOOLJ0NtiB66cLSLCC+0gr3hX6KVzsFNKMr+M1N2B5AoWnu9e3f1SQ4TcmACwCGJwDeUPnhZEryN+2RTzGabHeLeE1xE60bXzggNka7sgL7N/DizXZ5v3sI0fgJcjHETPIEtay7S0eB95lPfQ/tKWNbBU9/fFHAvZdUCqcOp1CsuaynRwADnMe2dd+quc/CbyvH//q+Z/21GOLna48EQjo9cYnMpR833zO9WCJ3YFF3zkg4q4Mi+u0rY1t3HYgGFXshOCjbQv82C9hWYMtHizE6z9yogpc0qFs1vTBBnivE52miye8qLn8FgB+x0IwEF2b+/YYjyK786uxVnTT+NpZaMlBdc4r53boU3ZY47fo/Q6miT9sbw4Gdetsnikajx/byarsUfimWsxLl4BJf+t0sOjRYejptZ/ynjehq23driz0tZVAv7jHq3t2JdG78Gfs1cQYoCH8eAEa+Gz+fuy8nFFe6yzs66OB1+fQPZvkJT5KkiVJRmtvLraVOW0Qj0BaB4C93bJr5Ktb5og492ikK6nF9J75e8yVSMSq6PbMc67TtUVnBNWSTJOkleiSOyk+OOuN25/1HpwSv4k9DXawnSk9ROn+Sv7y+L7/A+u2HWQMf3HQthdIajm7Pvqp53/W/nsGHTeQG91Rr/3G7KfWSgpyO0l5bWu8yG26OfwWAAZ/T2JH7F/Gx5p1QvtrQ7e8Rda645J0vmJxY/fqO/g1uvU7TxjGG5pv3EF7+qcSQS33Ngmr34+tip2a41yiq9Cz7X+9ifm2x6bF/fEdJgBsv2G6Ch6bc/Qy+0mCQPy0RzCPH3Kulf3c8/1eHl05NssLgNyKsioUfFOY6H1pCDIGaQy3O/O0r+cw6G6l9mahsfCaGhlMh4HFYlO5y7yI2FNBdAh/NhgjhABwE38H2boVI+0+4rDtod+MG+P7ZAeV4IdpMDhbYK5AGAPRUCftYdO27a1AsnFup0Bb9yqYbUHde9ktgLqa6giYCu4dY+3bv7sN1TobWlMCyzgz2adUIVsgm9luAF2GGEa8Kh6OgTubRCZYC0rAIQj8VQK/OZM4flpVGNivqLPKLkDwZMc91v6MC6DdgsmEP8rBBm/OAvTjDfro+wW5Tgu2EWoBMJMQwD3w4AkEVotS1oIAEXvmPZhs6FTAbNuppnmerep0DJJjfH1joDUdIMm1XgjFcRDbaMOY6UqazljzuH85I5T7sp8ZaTsu/+7fruKa6jHLme9GKietRAY0Z806CxJ+6OeffdRaOmA4FVSzN28AuPfndWJZcxu+dqBjAPLT57IARDB/spsP0PQpECpl4fW3Etf7OloBGdYtkrfaFDrbIIr44ATQZUzMed16Xlpb7jnm/V6NV4AtkdkOADXPNv2JVSRruz2u9iLn1GrvBfSHFvznF7CJdWqnwu+w/lEr1uw93Qb0FUBMB5NaVt08spWnIcifAZA+AqAdxwMMGTjKU9sejmGKUVRo/QwgRl8cZ/QmiTEYVhhhaXlUsmYAxDV8x2Es4C9rgUzexBmMGBv9rsrLgNCbV0bi8ClAzG+VKQTD0QumB1rwiQ/cujlGyul8McZMZ0UfPnLAVq0z021B43ztm95DAn1vALjtg0t+Fa2ddwpoV4tXkcD3srcNC4bqcVIH4NFzfwRQ5gxIsojfADDjIlCgd3aiE3SInFMnAuRG80H0X1oP2fVRpupN3D/+9UPesr+WXTKYF5SWDGynvG0e7wsAJaCK1k6Oj9sWZ9864NLz1X5iY9C1IXuNQ7kZrk2jgGxyNOP8ZIroANPx2B63HTS9GAe4yT0T5J1VclLUANHtWPRngGJt/1pe40APgPbax9iyBICb7vidypHOhoUeuf+turK9VbY4173B98jEG1hXZSXOyiGU6uJCkpWmRBJexrNkFUw1vkA6f2znFmQ6e6MAkOiVlvSmATlA5TQeXTIJJMzvDUT+Jg9IICAYaPn62SFXAPEZ/8sgsbECKHSAhbMmpbMEeN/B4QVPzl6MHiHBFTpFvr8Z/hpHV/TABltBebfHbcASX8u0L3FrO3z/wFcN8DTNwK/Iq7dacjPo9cy7nfm7fq98gb4WiA3AKz6W/Wmf6LGrofkkKiZZBB7PXObfjw10JXyeDHdaaKJ/05qzbY5UACMfIj8YA/TOO5vuOKNbw3kr5HVfJ8GwB/o7fsMCtN63ebA63dhPmOGKvzhDPPSxlRSvDa3n3NXM+TdnjAoAPcCygK5Jrorcl0E2YPpUcx/by2+9f9599jqN3//vgiSAk9GbCsJ5ZfzwHFHzBasmkc20M4lECgSwJ9C3/obevYYvnejJY5fFd46+zM8Ga24c4JkoV5+IwAZwnKylIBsqywPcKiMSuNq2JaANNmK7yHbdtkW87cYM4MhBvWL8bdHD6fo1NAww3C0xCUpm/eAfKrgC2Gp9Wyb8/Tu32qrw2fgjv87ZjLlGuoQzB5t2u7Wj6L4rwh1osg3MGuTf8Ucb1IqN7s4KCr1OIM/zkZ/52Ozyd10lN7q8dxRbMnjOAt7Q19qJ2VSNTUBm9iA0nr37ryuwaoqyjr0DwLonuNQtU9bOqaChqPMbs84Mj85c3eh1MtA77VFH57OfrU/QI2mZHT/L7ys6TWeqBcvfwNVWGFcnJ61ByWrNWXvtBBvN/3vHSV4b+5i1ty077+vADTbi2it3YFv373Fm2o+8C55Nt41NEHlxCvEBtjVjee3v9jHR/eJL2vy2b3e14/c4JKuz5//90QT7bH+6Ole03Sa6zDiT4Ni86rl9a+oW0OWbrYwKFuv1HKzVtAmO+/FicLNNaOcIuGOjzkK8gHTWNV9esnewyU4YbHlMYO0c7TY2sAKZ4BJ/hfM0feTFdwIMAWDG1nYPmCx+khMutC7fRWBMr95e+y5vfoOvrGXLdD2/gXrL67kAuwYZCD3re95l7PBSEku/HsP49tn3wUnr6JwTPJ/EwASFYg/CC033+Fm3/tykQtYcXfwGgIOFreCPrYT/Hvo8+zYYvxOPfM2NozauvnsdWaGffL9BwaY/bDTo0WsrGTvv4gzQdzybeMcbt9MU64U/sf5GsKjEGcII9qknuAfO/8oK82XpfAct58iRvD0JdqfDw/fJb3EE5tj2ZfZPxzUuPes68Nzc08bH7gvy4q/oLpJn9e6bMHh8Xtk33UHNdBk5wdE2/Q6K6ZZAwgfrQ6fas5OnLqylpiM5RtyndYz3sHzOs4ffoDqBO9iSeC96PrbS2m+NPV3+ubH8zEB/v0UIwnPAFjWu7uzpeyb2tbSyle/biaoCp99LJEdIWPttS/UsyVN0B/IdvuwgsOyNTgjHf2O+L14Qf+w7um4Cp/L/rAeryIP9PHsNzU+CErxsm86mhoL8g89Oh9aOL+l9YPqd6AB/NnbbcZal8I0v9mf6vQOnWbe7mK/5Zvn/p932559pEb9Jk6sfHc+qDpnaB97b/k/TZidWWhe7Y8v6NciL/I29tzgY9NgJmLEDfo4RXxhb2fw9ctxrTAXwbwqSBTpnJ30yHaOys+p/M5zOhKsy5wgXtW2cmxZkXUa7KojmOgQHxno2OCBTv1+fd8XaAaDF+AWKdwDCC/EEIfycz4FAaPz9b39YCfgcolksb/ZUXHqrqsVQG/owCz2/X2Cllc97vkVXwbZyb4cq96cCuIMsYaIBYAege43FOP3rYHQbJgm8zr7BGcCoEi3997TJgmEdsJ5zGUw/5dfgNPkMNe3fl8oXgzltmWin0YG6C0T45hLAF1DrbjFzBNwIegyD+5zRcegMoMgAT8ZNt0zw4AZooNKgK3e0plu9kQzjXlfmnQzuPQT8ZXz4y8FjK9I4tVqLNrygDwLACADowS1hJgDcAU9fJxoIa/0wGFhzB/TqpwPAXRUvOuH8QBRO81RXsfK4Y4BcZ+0E6MCBgXZYD/4+Sk3LcxzurYpyIOkB+f8qANzyDUPRxrwq0SQ4a0/bkCHxo/c0wdKpYLLhCjCOgTyOk4PRZUD7DLat0EaxEmjr9WNvuhUKcrEVea8ZfKn9tGIZBX5t7tmYAC5vCzURDC2UcGIamOdMyTg1f214Mi7WvQ0by+wKAHOt5I3ptwA85NOe3UBnihjqBv6GfOU0ncSjcby8ZlVNyFlK4nn/TLvAd42oLHkTfBYg3sw+ZOyh2wEu9e8jA+asW+bheUk2OtsWkCngiOQBAJu+IoM/gakPKOBMrGBkOZNSFPnNCQOZ+egdDY6SDUfb3N8MPJJZfgMWMDg7cO95Sn4PL+iZtKE7joArLicreQBiaIgsuSMHnnNxfaRC0draDoFOukJX66ZKqThcOULgOLbfpx0UiqxMMgNGsf5NMgQOSehkyOX7620FDj++ley0mqclLhV1BgJcWXBnh+oNb7CASiJ9RyAcJ5Q1WUCb6oZPtrod9YBkFRxl/5B5v/GxxqfEImwz08go8nZCT2D1Gxs0fPhjHIKm9+zvAvSe75zRaln0jZPEALoJINN0betxJQ5CLw2Aa5jsD4Hck0BnniNQOi3mKugIz9xtFTO3tg/tJy32c+xBWtNz5ixVwfAHa9RJHDwL/eZg9DeJikMxrAOQC3cCTCKx5HLmrraQGT/2s3lzHBacXarGtRcn+bLbpMm+tNeQoWyAcnWA56H9+xbmWv+xuaEVdJzovx1d5Eds62oDP3K6K4/g/7ZVNa5jH4veP70LGG5dqpb/H0gs2yb7Gb1/2S/HvtngX9qU5QwzPacB9lR5JtEVWm7/pJMNJcOxdzfgNns9gYxOyGLTCbjTgi/+TgVprL/WxjgdjXAIyz8yHTqQ+EvW8/g/3t/Rv6rK7uzvDgCrBaHkkeHrAgjwxVgT0/GQDvx7AUXfe/dcp5F/k3zS++Pnfn9O+/UBv+9qkRvw9X6dzOoEgGWPpavEdI1BP8q+/CUADMgInXTyBHT4tgT0/Er+hXYW7KRK4x9fByRPy/Zjdly/6x3/+phRR0j0cT7yPTuhVs98/fCWb81T3Xa6j9B4ddZ1rq/0p3Vk6MucOcmXGkfvY9vqnse3nu7Uc8e1RoYFnLef8/3XRwGFxz5gTfs0/Bn9s4lrDMZrqieMTG/7kaSk439NxXS3I25Ax7yBseoXBFhHrqaKs6q/3MFgq6zQB0dHVTDyWiffE1rz/k23FBG3nsGZhodmnJw09uHYlWsfU4G0SdZdMdiBZ/2S1wAAIABJREFUT+y8t4Ueup0jbTpAFR9Ecjo2Uv+cREDtAcnj3zU+0mGSSdt+Ml1a/iTho+kCmZFsscjZyLjFJhojkb7Szzn/02D9HrEDXwKat33YWwy+AV4keww+aayF37uS2Pc60Ktq9a2sjcyJ39f+Vcbbtn58tCQrZX/5AQNIpzB1x0hyJgk6XWmkZ7Q+QR7wbj2TADAt1UnCzJrelbiMcWV9GLgB9fw7e6BEFe1sywnhZnS14Cw/+Iu5dmEDtK6/DfRPIkRs1ARgjr9YeIrHMUmG7iJigDerCL1gIyTBOl++30F/2NPIpcxzO+90IUbb6X6HxzL61a36gw9ovnsO+OAnevB3A0B72+CXHTc8QAAYey0zXPzEcqxsfD/eunKP1NFnSrhj/pfeHvmu77qTXd6TsSZJY/UzAb43eNJJVeyFZC77TWcCr63xt7GtGf/ZwDcA/CUCmx/OqLIKliuxT09XprmosWX2lrV6E2k5QqTxGZ7PG9suN/Y7SQf6Hh9W82S/2deuhHw7RaBXvMyDDwkTEJZhXp4AcJIw48uzv0mauxONsFfoQGI/fdYs9sLqyzwnwb/GnRtrEx3/VgHOcVD4Z7qHMXtPp/ADORI7h82LXXbIS4kpDkxkLi1now/WRurOh/AKOO9tCW+B0tEdxgM6WThjsI0w+MyRa0OHG7NIYRP4zNLPFsBdR0vJ/9Bxco1/D810AZreT6HU+nSb5IkObr3FMjo+MUd5tNzwM+cG9rd1TOMV8SfC21cV5ejgtheW39SVbI56mU38K11Nl6/cu3vJGNc+2zbgXp8hD4K/4Q8l3cY5ad8OOuZvMIojz/2ySTCgsvubQScf+HfbO9GHGV/WkeKcYJ/7feJD+Eh/S+t7JwpUUeQP+g1usQHg0N8mJK4Mhl8ZDO+WPL18sUrobvkrXU4yTtNPBw6XJzNnzf0fk+imhKtYbT9/fiSnu8PlYrLckWItxcliz1GIyF5p7j732/5YOnq2rQ1P0LHN77VfssVj9vFqiK+NYRoHb+6AlDd5Yx/H7hjnNeNIgiB8RGc+5Bnd4/B/OGf5FIocvy5ElTVaWdgFo6xJ721o5Q7+XvJ8Kv659+VXfd5+S7q9TsKQxvMJba9dZxMlE0eOfVYVYUKmWK5fQj6g+wBstBNN9kEERYM1MkjZbE9wNhMBQSaqvlMWZPfY7urgF5SDoVGyAZ83Q+q3yqmcvfazAg0Hx2cMiji/eWilzjlMU1GAAM1CL0DxbmbWYgFOA0Xfv7vnfgyAD1SajOxm2hZ4AEk2VEtIdSYfjmBaaEz73mGczSRL1eMaR7chjwGDwOge+H63DcLtVx4KT1ZPB8ab5yIElnbi4Mjh13mAOjMzgNpvGcbbFizCGbolw0e0Ar1iYGDcJGa3QQoHTUc7c3ZNK9GmuR/z/17D+2nZ0HRwWkQoA/Mw0WZnwMBklnTGyLF/x6hdZ/iuEOxs1M6Ge0H7zjS6W3JsZrcBieH1E+Qdvlzg2Cs7Va0xWtrA/ilo9nD67NQo01qPPPH3DDTNSQB6C3rZiOdMjwEbIj9Q1tsq5HXyALYcJNOZxaLdOe+X1lWmzWk1TjDCvF/8KOfebSponRVNcAUJMNJxOtnTW16lRXaMmi/ApbUoBxW64SwL5th0GcNtjNgCiawwHGTbwI1eYGU66+1WPVXh0cFowFutrat0Z8/s9Jyz9CpYMHzPPl9/VyX7KtEFsQlg+BEH4Bo+FuBWLYigUwPYvwD4OEOe5xibXTmS968M0PrhXBy+k0FXAqsDwAt6xWDrrFZatJzgwhO48PwsfzeBBZ45wQ0ZoBPERfZucDQZpCd77qPJqyL5exgZ3uYr6aI546PBlrfCNDokNNSOF44de4l8aP17ZYd+jyCwZWegQC3uaf0UedAgaBxAgrINmmIQ/sgQtBGvs8cCDOh5nGFuuaBg+oAj4e0Y82/wUNc2kM6c2zju79XCdg3WbbHIOZh9Tk/GYUE3VU4BDgnsIBPaGfF4lNAjh/+bw5swhUHr65Qp7o4kMera8Qs9xKj3Wvu5W9mbGzh/tYAEv0CVSAlQYB/ocuQhAHbAspVdrJ2vLWDBeyPHRXJ7AGVXN1T7ywSK8u7zrk/O0noMB2IDqapMXidH99jYdWtOtWX62kl7HBkVAR4qQlmvlku8l+9ExgAgnXB4O4lLx70Hb4Df+/7RK+uaFlFxBsU7Crjx8zrsLWsuB2AAnSzYJvXAvwT8CKyf8Wl91KJeiXAT8GPtTEOf3NY+ef4TpADg+PuUhDVoAFCh9/zXfysBY44bGYfu0ODwPDaVaIQAO07ib2AGeuJUipVPsby/nXkArJE9llUCRRUAHnmHX0LCy3veUdOy1630s/cN4JcA2eFxOeixpd1i6vMVGoS67G8llMqGHvuXfYNf1v4TJVMltzJ76TX6aOVzgIpO/olc3mx67IH4YutQQ1+2kR4Hs+XyBS6N7P5hL5WtD+1Flm4CHUlcfWQD8zr6d2SYZfi01e6xsFcddPJ87aeIr3D0I1uADKRTARCZb2g31yOXRZuAAYytZXdkSvxcfLsEMHddsTGSmb/nXNP60DT1Xa/7g3Ok+kzkha48st97id9u0vb1AVzis7IWTlpWoNuB7w0W4mflvVlB8YD1yfdAJ08dQOYGCFnvG2icDmHTYjp6LlcG5Iz/i179zf7Cl/GY/O5cv/wTfRZamoCLz1jOs1+A99gMAqF83nwCVuxhJ1gzp87Ij1xTYt1dYQiNwGP6N5UwPEffaTzZk9Vp9xnpka/6Ofp6EuT02UVzI1M4YiXf71wyhvLnbe/OYvkNsa8y95963fe3PvGFnOmY59huqfGRtIxt3TYTtNNBRehUFNF04FeN33/rt8hrEoaa/v+qwnHlV95xnve9A59ou5ok6Jv1117FDtVP5Hd2E7seOuw9bJkNroCu+PsXdCMgZHzrCgisvZa35CcBW5JZivZn/7WFBFtIfjsJD6NLHBb71g3eyZ5HJjT9IJPwL2nT+AaAdT+8QuWWPkuQKrJC69zHBph3LefBZcreG/+NdfYaj+/FfvudsiGnUwMykCSxrnzUu68OO9+94DqZ+wKhkVmffVMFJOjb0PddBQSAKrvN6zS+JeMd6XucSYJZ0ivY+RpDJwrFvtouKR2Y60ASHdt0P/Zn1n0CeZKrXufsL7TOfLtSGRuwQei2tTQ+fBe9I7J7eQj/QfvdiZr6t/jkku+iheo4R2JyfNLoPmgSXKFxB6+tdf0URXyBrj/+M+vvsTmB5vbVO6lI36H/mq54Fz7N2rcr51s2LhYw/tXxax97YnhN8yJBZf3NCBHRm+iBJEESwPaMyqla/ugvujMJa6YvJ67d9oQLNQgATyBj9aTkWPyp+KoEYEaejl5r/ju0U8kE2ERgpZd8r0r+0NvvAWZ4m3tf+759gN86IyGjmu7b9tqENvwp8UJs7nOm8HSI6IKOpiNocWVF7J03YK95cq5uOvytTXN0k7hGOuv7A0aThMDF16F1PcKVvPPz2rRaMxLgWy8yNwLt3I/deux2+dvT4Ym5sR/LfxFd4flqTS2/YPB43wOmNLTuG0Sfoq+SPcK1u4U/HRS0Fr3OvZ/+vAKILetbPx/6U2vbSf5gPkmSCL+kqnnxkf9QsZnntz42972FhPi1mXOux++kk0HuFY0oWTuB0sX3xlbSOpn/zvaedb734rYDol8n0D3+F3Zo77OeKz3gI1W0B1VQ0LLxtyJCr9HYgEsPgy9Ogh14J+9s/bLdX/Ot8XDT9+3vkPjnQLTeN5g0/MGzSfbs4p+s+23DdIIbtuzZf8m47x9/VVlvPP4YYEnO2p/wZxJARufYhtKg4+sT/O2kp323fITIWuzj6K71zbLeq0/vDkmJVWqN4Ff2x3Ll+3MdUVojPwnYZR/W11diMzwCSf6vD+D/PzESPZUY5WauZFRxhoM3GWdCGTNz7VuBt4p1FNhkqLRz819/JgAcwH8ycsqhJaCndzoA7IzodaCOItEohkCoNAJM0r1s5hv4Rdjh6EloOri5yQBno3oh3TJ6AI2//+3Lzj7AWa7ScwOwDxBHC0R9V+DRUYDfUisLEKObQ8QdcJpBnrMYlGlpR0gtAmQI7WA7wv8CNJ2JfgkikZuBgWk3LYPgGw8CX8L6VdhtIMRA03osEyFoWmmYid1+bJkZpvEefS91K4XveX/84w9f9waAdZ33KAmM5yfKNQ606HQ6hfp7mJAsmAO4a44noJfzQwCA+r5VFCvMT+bG8IevH8UHTXmNJgOIDJrsd4iFDDP9/ufHB/r5448PqBaDT6avFck4PV4/Ca5xTKiQPPs8AH4m/f351uM1jL3ebwXud5/xX30nun0cfz2jFWPPz2vLB1XhiiETQJtURTzo2wDtFkmsIxvbyiEyIntwGUfDO20UNYAHj10G0QeMaWxqpboBYDk9Wn+qgDMKPRdllPXLPlDZiIHJ2FsmSZDbWfwe0mN6A8AKJImPu8Ut8+xKujerthVD6GODschoVejop7OqjmIaRWgH+punZB96sWUg8yZQQTVlAil3Jul17pHXb1RMBYDZ34DS7GkM7WuP59wC6yVVSg6wJ3krkM0VdpNocoLY0yr0PPc46YBicYIS2I98+O3ndSz/vwSA/2/G3kSxsiUpsm2K4tb/f+1rChreNjNf4RYhJd26FCmds4cYfDAfYwNTc97h0Owq/VRcXw4YWhCOAad9B9hsAkEcFj476vsh0HoczUO7P860njNIACxteLVjCL6SgS35QQtV05nHlxaNPCcgJ6CfYOZlnA5gMW26Ivd20KK6GuRf5xJ/89wKAiVrLCCD3zyX778EgLdFdAcsljfXwPFcK8Aoh4cNtdHrXckAfTRw1P4pIBteuFsyxdE7Gf+0qnyM6T4PHgz0AkvWl8pMVagcGhqDPjgte0Km+Csje0+QXWTdH9of/mwajQCcwHrxyamQM84ByK6T+QbU0dk4FvVIV9oUwP11r4wxJ0hjTDJO/TFW2jiL7JtrBweeebm1rM4TXi5HhrNe0D369kCqOQOrq8XfM9T6PEA7dr/X0A3l5a0Ewke/OAAsBarOJ9pXZVNrjn83DuwfHCOs43G8Sw6M3j8VqeNgMB5XN8yRr8JIaR2bVo8toySHtKe/BYA1pu4mQ4vW0Gben2BiRhy+mrOfPt2DwfrD4DAOxHgmOBccqHaj2qN3z/L8yHFXCM3crtaFWv/JyI7O23aUVFxea8szxsFMYgwyo6vnOumln/EbTknllyquN7DeHSguZ3gdu2DHJIDMEjfBuMWhK/9b19rw94LdLTqjL0QHCXfZsVPBonYWNIZK4iiYbQ1W5t1yAvpEXuAAAcOfXD/tn/DCGL+pqt4KAl3vNvAT2DXOVnJaLXaPEZzZ/NuOSdPL1fVDT4ogiGMqTq50s/lf/+sff/3l794AcAfPD+7QM4z5V+51604tHRWFlgPSB9OFAtzWZzOS8MVUtZVX5ezIS31/nCPSV16vTb69sPHITyfAaAya62zGsdHuDo1npZEX+qC7SCB33ySIM27bLKxLAnb93sZRzUOHrkYmvBX22NKeP0GDkul0kIBvd49Du9jJ4K6uaohsGqdkdSpzwlU71L/3/tYmn4RF86D2bVrMQYu2Ib4vCHpkbKpwSmLSnZm/XaQ2sVrjT9CaeZ0A3uMfOPK+cDl6bZPLstoEuEwzzzzxp0BPdOIggCD75woGPEfcmG7sBNzEOAfm6qiMjCt4PONZimg6Ni6bCn793vpca0SnKu6RX6STxUIT9ezv15aBoc/4D/SjgFyqhk1tl22vpZJ8cmKyuvCcfvSxa/We3/wwmqsqF5vO0eO/2dGWHxMAbpru/XcAeBKR//Vv6RLQ9lvk2H2EB+/HX7GrMrp45DN+kvjE7u+sSb7/I9jbz9DvTlz5BkLixtnfwW4kZ1oPTJC1dUb8EBvwR1+8iYwvzejvDk6wbhQhgHHAr7EdkuDme+0zif+FQH9397C8VuWYArbHF7G6MfTXyVfRuxzZwjq9R8AQAG69E94aX6cIsfhLzyMA3d00Gm8y9+MHoDq/NitYYyvZ+Ir9SyLTh0cdrE33GGPQ8Zt116y2t1lLntd0/OqnDgDreusH+3oiD45+/vYJmjj8P/ZH8weY4xSODB2hq7tiTfYi4wnNDYCfgZMoxTy6Qm/1H4JlMXvbEQfTFO4RvfXnDox97+8AcNZhA8Dglu4EBzyL/T9JgQp4zrs0bvl/jPGchNaJBk8C5Hyne1LMExzf95yk2pfh5+/YJ7c/Jzy5mO8NIB8dyX32byZ43sFReLNtxe5KCKZyot85tmgCrbJ35kiDPZojBSD9Ez24gZumY9Z64w8JAJNIhq/m9Xkfeh87r+nPOrwqkYX3SEq79N+sCf7BQ49j86O/Wcv2Gcs/56p2rekkr0WHjbCTjTJ73+v92+/XWo0fFDzZR02wF7HzN4mK9QZ7Ya/w3C5MOlxVtPybfb54H1/BYIlS+Em4+hIa3TnHRvEV9FvcsFjFfDC+DXDTG/CTfLiq1M1vmQ3yWfudzg3pyofP8dhEgxmQde2ff1sCY2f+avd+z+kWxVv8mIQtZGTbT/ks4218dBlc4t+x1/7A9ueM8jxnA8B6TmJDUylu/8cGnMWn58hBKu9LTv3mm718N34fCa736HRvY3xoHJ2V9eH4jMyxi4xYj03ki51Hwh+0ytqI5yhCeOMFf1o3j+WTC+DioRxRUfxjOkrsBL53j7pTjWntG2xX7WN/9Th0XeMebCLiSP/yz3//P//drSy8mePg4RBrzuwK0BTlbjAWgxLm1/1tPCT4l4AWTJCKCohzCdHtKYeRIqfkZIwSOWewEoQeIvDzZ4PsHBrH9Evkb/DjMFVX8kofGwuUs8SEKyB2t4BywFEOtO96SvLb0X4CtBPMCNGlnUYHrcleytjvM3NZg26ToHFTAQyx/snw8MpOKzIydNgnCFwZRLSMPQT7jVlM0a25jsAohzYtmHRfA7gIXAL8yQrV3wQ3XmcNVdW/gpVqnXoBUByoFdgE1LLX6DoLjxG4bwCI4DRzPwr/VC6sI5EAMAESWnwmm9isNuswWSsVNLxbokyb53lZ6OtnSzX2xSB16OMEgItPfsua6Wq5NvRxDDrYXwkMPrdmeAqDIoZAKt/TTm6cX+M04Xr9e1rWfL/j3PvNkUsgoh0C/Rz2oQEjjmvxdrckpB1xAiGTfCGnmMZqJ/A4Rj+eI4Buh5taJM/enIwiy4Hws40JFOQVwBmlDl/NRV0dgOzDQdhBMuSgKUUybWTpCWLOO6821tVK582uYpyhjw2GeHhTBfI6ZcXXZEjBt6zHCTAcQZBf4Ik2sn4EgOuedo76/koSecEMt+EQaKCcl48j5tsHBVGSeaYM4t3jK0txwHzz83/8R3QIBr+3TXtswhsHoMFh5mqD82nZrLW5HAgKqHz3sAdkxGXuez5Ty+7ei60AvWXFZriFOXftRIjTGnWef9bue+er9DdLPfKXxJBX9jbIOx0WpoKn9TiGKAlW2wIuvNVGYOslbX3wQ2RHdxGBtljDlhcjfn1fjl3YwE/uy76JPvq8mResv/MtMvXe2ZibKjz2B2O2af9UeNfZuJ7PODrRq5Y9E4DrSgGTpXbQGZ3JgEfuE0hhTt3poumu551339VR6InM8a4A1HcyWn+cvzc0Bh1QHdCOX/aFBLhDk6MPqPRoR4pxis+4VKAze3Wcr6IvY7oOAKadbq89jpGDHe1kjaM1lXJj/I1jkjl4HR0ATmDHe6N/TTehHeu0clC08ax7cTzvmge/MY9uhf8647ptNy26vCNTgUdb15MdPvvFs3se1sXffwpAvAbGkVWeVGWYV3DHAR113JkzNT2O2TctiFtYTvWOdcjw1Tr+hs3wG+heyUIb1+tAT8tWKifvVqmd+NQGZ4KbnNe2bQxJoINXMZoTYNEuJuGvM45fua2aGHjyP57AOs+NPIoh1a2bW0bBN6Gjn2e4Hb6x3E/CUnD8BKyeZIJ2rB0e+PaXRNqtCh/cSYB96FdBiG4tnf1EDpDsNPz2Df7IPxN/Zt72WOt27b14/Lef4+idZ26FWPP13UnJ7xr8JHkOXtbnp0PQYBe32fqlQiI8Eb5t2nEAZBJtj2PEODwBCAI7tGJFL3elAtUhdJ3Qu05Cq+h5aF3vjZ2XBBaCAMjtg0N9/yaCZLFJwgs95h13cKZl3hsAbixFdUyCP5GfyyPDF49DNclzcShcXbsmOflytmpsE1jKHn3Vi4OVIzc30RA7naQ0X+8WeXGkdiJd+wiyJjvuc9SO9tkyGfrLYnEUAbrZt886huffRMR1oLA2XsPZS2Ru9lwsceO/gwWmaj/zKgf6VGRQmWj58K1ZsOmNUc7mfL8ce8Y6LpVcVAaLnvyZjvaYdd71JbA4SXTf4ioQpJ/oz1mMeRnj0efq1HD4z7SStQ1d5z7uh2+yvtVivtYbP8PVYa39OCQojqIK3/xMUGuMzL70WjE3vcd8LJ/JN/6/vkQNQ/ehLxKmc28CljlPOgkPx/lXD/9RUXJaxCO37wr11ybqv1t2vjiNV3oflPBV6/ibgxN+0XUkqP2QsUp6xX49+CmY6eyzthgbRrL6+4/qS8Z7jXtkGwEWrfMJ+DkQN52EStY09oQXHdydpGMl1CsZ9RTbmFbvo9lkn5JAie4j0TOVdRuk4ei0GkLW80nuAwN0kguBYXxZa+8/yZsTMNFzT0HIsJZtmG9+FJQ0f6z+T/ehTTDYTjfQghy4R75NYCAYZY+WeLF187cSCUhS/NFtYIKnYFr4+NDhs39vAgbrBB3+7W+0i57qsu/Fk2d7sWrvcfg286EL5Jvon30TVZJA9WFt637k4n0EFDqBTk+SYugyOulcOmxonwQId2/49BjVmsh7jSPJv3skBjji+BGHN6Jnt2VsbMyVu7lvz2rET5lk370OnAA9kWyg+eeM46y5xWcleGasVASmGCRrnX/DRxvIXjtykopG9+HzepPBDg9/44hvRcGV2GPs6Z+SICGGllXmIem34qn23x8cbUyX5O3QhXzOK8uoGO1Et37f24HtvOObUAc3nWAxnT9IoDovrV9Yn/OOwQ3gDBFL8BTJXnvOaMb/86ntU2rflp5DELHtwMZ0jWv5XXsFRomsiBwjoZOE6/brgF+v1r9PlwPG/wYo33mdRJvCHb8FninQQLbrOQTN8Zsw1vus5PLtQBdjW1FZ37bAb2tumjVe/wrLPr61L+Ir8rGc/SUh5u2sYJ4qY+NqjS1bzb7lSkgsCBb5t0kdWb83ACo7e+zu8i+jv0Int7+h6eItzPoRAJ6kEI4uWnr+aUf9aS1fH8Rv/GKbzh1kp9NvdVfUZ2dfv/URPlaCt37ovOmkjD47eHz2+Efed3IuevvpNH7k7SZLa323jToY02Py8UdJwGCvSEjXdST9Mn7pX47yavrR70o49LNvCJ4EJtHfZMcThzjXusDlTfTLEa7IwbPftT7rP5vimwcQ9Tn2nRDYPv/guxwPp3F+AeD/+gLAY5xK4TmgKipWS7osFgFgOdBpr+eBSvCM8wGw35um7zGo9yy4AYrffS0c2AyB14oXfMpuPCB1JtlFGAMUk5WTjBdaulkpCriVUXoyDCXMvzFQ1cZaZhxxOOsn2Y5CaT/PACJjjR7hdwk+zjQM2hh9bbS007xbcPd43/OlIpzujCsc5ASY2Zv8m0BFfs//MMpEDJyNhpKIY0UV2p/xXyW3EHmDLTIGyWhiDTswqrXjbwk2Miu59mr5NQKgHW0Y7+x5sFgMBAexJ8EAJyNJBro+YDbBsSiBgIuXYXVt9j0M2EEbAaGA9L3vTpDIyNbxd1fgNKNfLSFHaCww+cDf7A1JAgiYtwIYEPBm4zJG5gINd8KFFIvXYUAh2acy3hqEr7NIbbBi2JBh0hUoOMUvx8o4oBN4T/CpM8JfYByhlwURrbbyyY7sDwEo/mUu2ee7XTGOwJOJOEFEMqZb4Wr/AODQR++5RtAJDxhmCXJgKK8ByJzeAHCfB6RrcOohsHsOZFJDn14f0S+JKkOTjJdkFF//tAH8DeQTJL/OlMWAcyR8DQ/4FV7Q390ipx3E0Hl4qYziSc5BDrXMNZHUD8/7TwG2+UqfrSNtWzxtIsN2nbDjdYJzCgDrR3ouY1qvuuYeGROHxVn/UbytVDsA/HZWIABMEGtbjUSuRP7EqMKIDY2Mk770i+XQE9h0ky/JBy/aOul/OFf9zAAQnFK/VRb+BnA7gwy1e1cYLo/2Xu1xBptxyPepYhvHo42nuyq06SqJHHEe2EEwRKsAFnvUdBb+Wfl8Kte0QgP0OzjMmPqcu7/+8eGGanPeFcAEqKBj/ztOLsZDBnDmMa3jSKxxpXycPkoA2vagZG1rPZMUtg4R8dwa3oe2h2S7QgogvHp9HeInYD9VdbSifJP9mBuJNdtu72eLRvHGaa8zAWzW68jfck7QkhxZsTRD9lKcF5H3oZ0F4HGoMa4OInKdjQ85z82/ERNqI+v1tDOhzzyb9mrCrHawENTJWDZxcCrrhmc38HA7gCJPMub3XMnNRI8jRT/gZo748LoPfWRd8qymTdbLOO1bb53N08D+GOOWsZkXCWLcS2KWjR7JntIZWi/tJ+tE+1DuxXDF6Xh4tfTPOnnE13EeH3wycySIpX3iWeswj2zGGWZ+mqRJvQ/+0jNzJq1XKXiiWk4xtmzm97zhF+/POPkx3P2E0XMqugVfeReqzV5w1AT+5jtoDbsmsKWCe3rvZ8jp88j9rajVOtBisXG0nzBryrlSduzIeT9BnDinJjhwqj4iJ3B2geU8j0mmIEDWFUEex1QASUy6uqlouZ0Nl5MR/S0Moj0T5poAXOYQXmSPmVf29zaIbeOMfUYw86Xf47D8JqZrOBIEmUjL6E6g224NqXZPQh/2zwQ31OhixnOw5ji03sCYsN1ip10n6E06BwyB/oAFAAAgAElEQVQK/kq1ZJJMCBJLJm3Hh9gYvXfwQ+hVZ2j667on6+XqPzlq20j2AmtTNgDJvoXmopAav/rZtn8TJMRRiT1mB8fn8W9sSEvLro4HA8Yhclexgq+zFtoDcMvoP2lFd9/JXC8soKu9R6v7qWjQtYspcIyPHBdm/WgZOmDu0GL26AumfusVLKJNCo2QpGCamMRL8Arj65aqBNZOO3sr4plL7c+bAKPLSGSSfEgr+dzofS3aOZUTHkD4f89O17V7ViaY7lSeCEcczOhVM136maO/u1L7TeZnX05wcZI4MsP8gL+wJ982j3pfV9CtPh//y2DyptesdTAzLab1WZ+hHt25wf/Yl+HPd++bvuF3xo/+io5ajMB8eq5Hhn3L3h3Y4oAf+UxLjDki5jj9dc3gFGyo0OTM89NtOOdC31HUXSDQZ2R6XafzmZ9jfZMEDgW5Gif3UR53x7aRwbOOli/ywYxT2nRq/bdnxvf6dQJizuGTU/urwp6K5NbJ4EP2tgME+HiMEyXr7bhZW6IDZ8bq3zX28X3/10H+6Ou1I9eG/M/TDrgrjI3tqr10ktxv/WU+BQh4DyMrml6X9jdBxol1av/9BLS6BWWObPi6pcx+eR3G7kFvXPQ/CZXsNYmVB/96/7eFq9b6tX9e/oN20bXt0HcAcJzS0jny/9px7iyVtVEuHpn1X/rbMfV6I+v0Co64iaP97pDVybl0ayK4DK2ZpuQm0LBEhQpizlrqb5zdfUYt+k1E5COljIm2EpBgQidncfxW8y/BA8lWfM93AKC77ixvQVKxWpSUv/41AsB356nVc4vJbvpFHiJz0sFjsE8FJZqHSf7UeNyJ8STFpsNV84flUjP1bDyBiU7U9f5KRp+irFy8/Kd5R/9HJkQWNr9Q8Zb9ZR6jYOfddF/Bf26an5hE6H/k8iTvvdXQ71GFGof91fChMdJiE2iddqx/ySZbkfMjCHzCF9+wCQhd/pCqzj6ycV6yyYx7dAP+BF0Subn+/Xy2uqCf10cipvNNMBjYuccUfHLb/9C0uzB9kwIfdSeBtj+6ArjjJCRgcDSlZHiqsze5+pKtJ1FNNnCSczrQR7I9+9IJKYod0XnTtKtktPELwQPtk18/e/QudAnGTaFh9tvdikwjdycF8A64qouX4C3rr09Hti8A+UVlLPoPrN1HhqKfY9sksYqExBQjbkLxypmzQoUN8hnyzHjP094CSGNTgCCPgD5ddJQ1/a0FtNZNMvfIK3dOiSDKOoVX/cb5DHvlyN8pptA1Lb+h/yRTjh9mup6wt+0fkx4znnQxyiTFeh+jyyx/jH/yP/0ER8+Yi36YjzvOyL0zfgLwRwLS95n03cGh41eLl1OAlrXoLg2VzV/rD9Zv38zZxyrgcaHEFLjodnzQXj+ZjD4DuGSqAz0D4KQQTuWiJUscNaGaFiBRY2RdsTkSLi+wP9nPctw5c2mcdyVE+5zLBXQSHSHs/mE4lEN3VpCJ5hMCd+vSOvtVEfyavEFqZWfr/pNJNEbbm3EsBkm7yukBP+2+DiB5FGaClsnw6AwCBDSOEY/dG7dg8z6jcQCPAXq8BQIwGE5RqNnYXZt1hthJOoyNkY8BTPvNbqUnQgMMt4MaxonSCENBIxrLWZ95F44mDALanbRDHQXUWbzadoKMKPjbGS5FmPmREZL9XCORVgxakxfHvA4VOXFxkPT1yEIEawOiWe7Qwre/CARaOrSDBBpGgDZosXA8jvRcyVp2L334jGex9xin7ElXt0AnK+RmfaY9cgzAFYi6vgP9OOx5p4WmzkcjT0N7MGDzzUa9MgpPid84/mdhW9dE0WZ8OFFOhdK3P2/lLOudsSFMocdUSGHgca2WOQHycZrKKYQx/Y2xjVwAmdd5ZNFrQL0VnPDenwIsGI8YYNxvB9XnzKCTdpy/e96l7pNgbwDraUghD/AhY1nrzl6kujXCVhn1lg/ar1JiBjzjsESenorV1hVW4pMBNvI8miDBux/niembcRK/7dxN42PEHf79PtM5QKgGvRq++K2qDPAObepfOagwinHY6W+CcQSKDq9MtWx4+NZRnTgjvRjAQPZtEpvaMYSuAtS18kX+/Lb/OHbaIG0e5/c/dVRAT3fWs+n0Y0xkamQH+559fIPJkU1ZfUD85ayRfP8eQgLU6ptbz0SHx5lwV8CtQXkqin1tOTGqM0InFqgy6H/if2RQ5nlX7pGZ2JV+JCl1h4W06qQ9ueTUOLCrAwrzyXl0/+n2jmmtKz4kIUHySx1DvmQ6sgJHzsbJLTmzQBOaSHLTylPzyLc8v3XMgH5/8JwdOGvMEVBrHukEI5LL0vobI3Nk6TdYOQMjGz7wa+N1g6+p2Jm9mwQG5G1yAArkWe6sMMEw64DEZVDWgDVXkhUO/hh8Qnbpdg4YQ84JTFsVLXL8zy8xRPgKXtjKNLJa9V0S9/qnk/jawOvLTsBnFFo7bY4xLfpwwmWcw/pBVrGukiduef/9EADrsVz7PW3xwVh+3meAoQ84Yxcdi4GGs7GfC954g7Zck+S6GHEYtm/l7Jtt3QkmTraBPwqMKeiEE/jtdGM84KBejDnOY7od/OsIBDcQVAf/gQs1FxLOaD+sz1wt5L2IsXhsHu3BtLlFT6N/cTyEzhe3+LzxcWan6iY45DhIESnloDtJTtJAlhvBVxkTQbS8R3uJEwaMIDn1VjwdQ9teg9g14CvT1hBvJzNAs17rcgY2XriCMJN00RiuaYq1YdwJdoWO/Nk3hu5ygj1BC2/hgiuBYoJ597mFdzt/74VphgSJBHoI+IWmJKeRA/D6VvRYT37PIRDSSQm6/8YrCfQil4JJfrYWtXNKQbg5AukEu5UwMAuFTdS2ATpb9Ic+59/Q8+op62PL4WArHMptk79VkroGvEJiL/vpNt3f901vtMX1uyuBl3tIqOvADDRBguNvDqajzyag4bUoAYt8hW4jE7L2OD30TjmH2A8wP8k43VoR+/I44Go+bbd0gKrH9NooLTPMXwPkgxnX/kygL7YzcjT8sc59Eh5iFxI8T+De+GEC2pu8EPmYdW1/yej0qbSHlvS+Dgo0/7a7Jfp4nVPhgw2YYUM03sizs+NXBdK8xA43BSmolBPeGQIBf64DMeewdZvnrjJDH+j9ts/EhxJ3swSv/6D1FzQZnsy9YC++UyIpznPhH/Y8fJeBKyklP6z7/k3C0nnX4G/9naAnAdjYa3tdnIn+3u14k6wap3DWBJp6E37kxwCnWe8d/fGOjwr+2auxxfTSrg5vfGc6HZ50u9FJnkLepMJ9sQ0BVo07zvw4N28b6L9yJqbt33xPgo3UMUeoxO6+z0RFr99J4oMVtE7fS7sApAMgjOOS204wXPyP/0DjRf6C0/yZHOLiUWTWtzZ0bml/IPLuLe7owg745qVv6B8mab9L5j8Jp+KTU4lf9o9ozrQVGgv/SSCFT9FVer/8k43Z9Wx0LbqEozZ2/aa9NwGd0a+0Ve0EYLDGmyBsehiZeIIvIw/vlpc/A6qbjKNncAxG5oZfAzOE4Pjv+HAA12AljYdWsoxPczZGGTz6ngGJvsG2JLhBstfB4cdnE8kHpnTHpbG/37Fq/+1PHGFJIFprib/PlV6T6Ad9Nn6Mr3mTF0nW7up8ZEfo8ZYF0LECUOhCFzQ8+u2189YWkgxau0f2l4/LmJiHjoo09w0AAw953Uc8tt+g7bS2t5AL+LLwZSfOMDJManjWUklnYFXRN7ob2aD3O9A22Lt5VY+wfNYYLf/uxGM6MumC2H1pEcwPujL0vx2W8AWRpOv56f11FpGw2JtAsX7kLJhkYORObJG2O+nAg0/euF+do2ZdIh9yvE/LTvYbe52xvZWyx6YyLwarbQL9YPLxMUi/Nt4DT4mej4/U81k9QpLs4c+n00z77xSgeys4u0K5x0XCSY+XY7lOUqf9W/iz1n8g+tGewWsnQUfJapMsxd43vqJzWOvXt/IXXsY3qwSdxQTxrxydX6COOMnS3E++Xt/i4qdDpJIFxoLR7z8SQIRLf/gHREQTM1S84HtA2x7Yeocep9CiE6ad9KeYmHxMY69p/ZFx8DlnIhsjTNKAebYCoeunXfv+tT/h66b/043w8/8Sq2v/YvtXkZnRjWEieAf+7gInjoToxC4wU699/NdZw7YNr2sGGGiNjSHss4t92EkT//K///c/D9LESay2T9oQnx0mR3dlYZyX/BYAnjNAmHArj1fZrcTbqiA+87mtcrR44fT/dmoAqVdg5p2PopeAkAKfHuzJGu0A8L9FWZE99lEQAPE1Zs+zK8jZjjuELwEhb3biSh4+gl3P34rqtHQp3qzrqprNk8t5wRAlmwqY0Xs5YyKCegT+KHiUne7vlkE4rgAlCPhmkFP1IAevDdZULPmc07EjImh+tidpZ4MB0FQaHMflONMvmtEzB5D22uyZJKMwrSSzTnFID6EYjM8+VwChW+gAmKCjPKccc8pm/eZHNXlnFiFUT1DsBNqj2EK7mxmWoH8Am5XTncNw6A8aPnwgY/K74XWwIjw6GKN7oK0IsmTwmRbcYib0EDpZwLFzTpWRrxmeOJmM0xrm376zih3QPMHpVRwddO4AMAYjlWI9dxR2z7uBf3hoxl1OcoPZCs42jcAfLR9iFJDhvQD1dWBn8uEzwEoHgBHivO/dx1V6Esy1xn5/5gE48jmB3iONaxWqqx/9gq3U1n2Rx7uP4rsYaPnpgJf+5uzrVTQfcJtAOuv61z/+OgaEDaSSbSQTQDPt7EIusx4b7DjDuWTBmffQn+lz5Dtj3zvv316+632NTA7PvpmR5ynVQkOfJes6AeAEVpSNl5YY4ZVts7wgN0/DoIszhmBSmBmn4m86L0BpM5F/m2snAPyWINQghLE0D/QzWQv2O4bnVkM2HTOnNwB85qrzUMYx347/EzQcQ4VnZj85gyd0bT4x6J+gio0tZZIvf99VRXMOmAeR9W2HqNf74f+X/l85Y/EXjH7O3ggvxhDRD3uHA0tnzHkN/TAZogOVHuxzaGOcRbpfbXlONaflqs76TtsV1gTcEdqRXC6g47UZuvMLdofZXxK0wBAEgNr5/NuxEjxpMVno97q2jKfe28z1ZwBLn2Ng+fnVGvJqrzwvx5hmn8BmpyPLOFZwgIQIsg7sm+RfOxdwiibxYenGtw4N896uXIW+nHgQ030cIxOgmYWy7v7+97Z87mSUBvhnnUvfgwnBLX1ER2Mpy+Pv/72t1CKHtQgzGFHWYDzrRWfjJuHAJhf68/sSumbNrU8qwXApbOhuMMNbeem9fgw87r2N/3UuHWfLjKOPjGiacru+j5C1D2+yCOuv61NxFHwfAywj6CDD7ittHZnXb/h4k72sV75LCay865LAWgKpnYAFZu3EBQLAYF+TkvbHY559NH3O2KTn5QCfH1d2jyGPM7odI7qsEzK1znI/0eLq0ODgziNTBl+TUNeVFDfm2vVl/TG0HYwq4+yV+7kumYHgIRwgJKW18Rz5HDlrsp09PTw1AWYchATN2p7pNmFtn5x8Q6911j2YB5tl9LmxpSlpHHSbqIIeBxO6umSSdNCXTXPBJ/fZkkpwYPxNV+tQyaR/6+zR14PbWxbn3aGv/UmwiLHixOUdjT/hIRKMrmxxyb0KAFOZ5rXUVs3NYA5sJ8vkcry0I4T7EmxLJUsHstCfvab+fWyBlpdtA8T+vR2VoqxLNvxyRjy0w9rhA2gdc3Tc6Jc3cIqT+k3UYNxGAvhTzB8ZZ7e87UQ3eO61NRgjfprjMJyFYD8IRGbdB1A8R3j1/JrG+L1lEzyg52O/6DrRxklu+/giFQ9jTw6swW7esYlutv1rCCnyBrnQDkbT7Ld2CrRAq43ZReN23Nb8GrtsMlQc7/pJ8GYxTWSrfAFpW4iTj24kvsn+j/HFWOjX/WfOJIAnOKJ96ARk3k1FKMG/3mc6HBiFODE5tqKXaQLAaXEfx771/+j7DYxE/sofwTt9/2lNu0kTHVgHf+hF9mkNs2nvkkTM3iYxA7o2vcoBLAfxtLZ9k3XbNn3pegMkCQA3v2x1at7dSRWe40AicDDBetONXvR9L/po2RCn/gK04CXRcnxL+bFQvfB/+wfnIv/zs0CElvR7FXPWXF9s/cqx1U8zku8C2wnwFCxddMGbXhvIM5nrpLfSQWf1s+3oSrghYQ4MqXUjKW/1SB5IB5estfZi2ubP6oXmMjL+fQsTGDe0bh/EPDtjv8/wBNPzzBf75fPRp+KPX+5vn8jVyUOHy+udAwbVdl94uQuCet9tVzw43+///keFs4MV03oza7br0UEtd538vnLhBSTYL/t+785z4AxwGUcuEZwy9bK3I6/O4wZzsb5JiNxOep7v8PfV6UL7PHqMatjWy9jbet2f8A5jQIYnGT82sn7wk+PnbNl3BRtnLFdx0fgHwrehuaNLJScnmQRdQQclta9Pct7476SjVfVqu2qTTggAg7M7MaE7JEJDPa9///cct8d3emfPLXuhBGVV2+b4H346APx22pPeIgDc9PWbnxI5E9239j8J8LwP3AwfbYFLdCj6MVh6goLDc/HZxH55x9B+PY919ocERALvHazXRen02h1aE4dIF7fgepJ0waaey9PBVYUhbxFKn1H8G801vXZiTmgsTq50dNnCQeP/8tvqGSQBtx3BelAl3na5Mea3hvYfjdw37lMCGFD/+1zfdwyj7Q+uC82AsTKjS8aa//NQMFjLTdZF3xNs9pwGu9/4JQUkeZ7WJ0liTac2o4c/0QtJfIheap9cx+/+bwFgxk+yr9b6pV060xx7d3CUcyo0pj/IXj2bjo/oT8uG7x165tUFRes7cSXN88SMZs4HL3y7QEIPiWRgOOiOfwkAJ7G/E71Wt752t+kG2NC+vX/+M4iRNmBsMKBY3+IcgOCsFMcJ2gGSVDoO8UwQKuBxBcAxsiYwB2FnwyJEJFwPEw+gfBcBh7nHLqYbwKG/5Xw1UVrpbzl8Z4Do+/dw9QjCAUQG1FEeOLARcgATCB8Czjt3pO2U5ndtXtooBpBIMUBwOJBu8Jnn5dpwf8aZqH7WLdnC/e4OAGeNtC8JbjgAOAZAK54ACDJR74PRbVz4/M28U8/hjL8d0wSIa7OOMJHRbrA9LatOMGq93Ov0i7PyBchyTIi+qLLSa4TTFMjBSclenIBQnSVDy22EqNYI5+lrXIix21nTwoDMrAaPmfKur4XnJBZ0sNtZ9VPqX8v0R2HTQTldf1osmkfeDMhNYIAuztnCozgCyCKE+Ykit/q6DBLT+bQy0HM4QxVBDR0kW2izRekgcClqtRT/DJcTEPpuxgHdmTeAwXYSMJcG/L12bTS99Ay4QQHpWrdBFQ1Pht1v2fo4ovo9/P6n9/H9gpmfDmnWjMrTdsCRVatr0iIlMhFlpIDUOkX/z//6xxfAbSDXTkGf4T3Zn70PclwQ3FVCxHt/8zfrbqBvBbcGovhzZf+Ca9agneC/ruHIZdP0L/xw7imjEae/15AU0E8PCUDr59//+U+vD9myVCgA/N+zSAkkRYlmLVKVVEbjOBWQ360XvT4ay/eh177OMPR3j1H+JycesgX91NWDcYiHed/EHfiw9U8ygNPOnR8yFzHaf3QbkMHnJJpkZJ6KJuuDrAWZvfodR/Bx+gqgWlfuO9G7PW7OkPUD52xnPeM9OkFf/1Yt8pu8e40LDGazzQRbX/pz5eEEsLpt5puQkQBw5mQHmgM3242g9S37jXzTXjrBYOap70829owL44tA32sooz+6KglAjC5U4hNtqNoA837YUR58gD7t1uSb5fpLAHgWzTQGcCyaftfUeyajehzv6B2wifHcsx8vf7z03Dr5OCGK7+W4U5cEfgiihP6FcfINY3jpKt92oJjquwR/osNv/nN29/fctFqKQ6r1EokJLdd7reLQ4yzbGV8lWGitDUHP2HMNBic8Jl1NQmA/P0aZ8LDk2TrKkYE/HIBHmRdw9QMX53WWbd8feVKy+NDMyIMJ1Kx84vOsQSoqcbSIv2I88dM4TevcFdzYCd5f74P4VGO+55G2lHRr0MXBjAQ+wX/vO4+tUPvf6/x2QDr347iZBEzorzFO6xLm2HqeLbGzfQzo05GDQMDoJa0D63uM5nEgXuP1Og0tKZCHXi17Td+SbIj86Ipcfz/q8T0zuR3AVFAHXwUTNx9lFGn97j2zEt3R4nh4MSCOFeSkriMAy9ga9+PAbv2oNTD/Fa7FQSHHeng748JZgqMTfEbwyFxShgHBwHy/jkcq+DXurmB+9wed1E6W0PftLA4eROfuvr7Py35uMiDf/whaErCpFmqxs5Rgk8AS+w5tngAnbae/Jes2brqvz7hLBZgmExwJZjoVraOvOhHh/zUA/AaU8A108qn2g3f+hn/X4UrA7nY+ea9lzw1NU9nBWrbTLLS4TjT+hq7BO8Y4tHs7dqrWTQtuEjr4nL37zZl7+ztunP4/BYAZO0ffQC/YRr873nOmfOzBJIBDG//8KrbAgcgPPbPbKZ4KmJkQ1WZg0hMIeRI38RCfCsiSRa4yH/wt/votOVCvu5KOyi/QckbjdpXRJOWBn3jH2YfRW5w7aRw7QSY77r5F5Oz5XRPZ77unrx/hTQDs8coO8NnPJSdpsco+gvn3uDXx5CQNs54KGFtuhUbZY8b1JgGfoMwoKmTglVBjnq4zYseP58DX4N8OAlumjV+t/Sr4n5DPx+5R200H6hdX6Bl316Av0EoLRQUidL0mOcdJ5J3BcvovQezYHtiPl3/wFA5gxNG5I1Wz25fqxhtOkBcuOlXAaaW/dLNSGj9B5EM+P3jg6OpxtI9MaX8ptihP7AT+8xboZU2zOXok68NRUXtW7+Io0YTwroIS9sWRgEVCmmX+PEd7M8lAtnOms0WPw/JTNmV1MWldtCtz/xbsulWVu5Z3C2Q6UbXsRdbDm9BNj1u4Mv5mbUDwoVpzc/wftNrt7S/cJn4aHPbK5/hMJ2F8cD7P877PmoQGVmfoV+gI2u1V0TNIysBPhDzALyz8Q/Cee5du9UKvxtBdEktDv1sk1RWqVEh6PCpQ4NiQOvt6g7D4UHZd3/3NeoYwRRPdThjM0wGTXttUA1KQlLV4O1Oyx9gN2EA6SgZ50vobfJYEn+Vr/PHxF0nOfEkk0+khVZfCuH+g3kkwl63K+AkAp0AnRxW98vBgeiXvIYKGd9jTn2fX3gHgHtErZxvTrS3008fEuzpBAXrsTjjojReztd1zjUdLOTqg+eAkt3/6tf3Nx6/z3YNfwGv30aAKFq1v3YUtiToOPHf33AoAx993F2M1ZuzA7OGb4dN33QjUHrtcHTc+PURSkehC+KzlHHGpXr+2+QhM6t0k2Uq2b8Vp5E3jPl3bMbPIk/B46Dd+ivD4+oSYX+tzqlzZZ3Cr/UgfEfP3G3dDJvJuZD32lWwq0aySHn9LfOc+EpN2n9Z/RYFm+9Uiv9cvGf/KRxsukJojwcbm0DsUP0Idxo+QmB/zhe5eem0/GHOTnuif0Lt8qBNTsf2V53e1fvb29p90ocSPTi4Y7IyzjivJuHcU4HGqh5F710B5ztcGz6KLqDIXLThcQ5bsk6zUZMQMQWRCc35HLeZb+ecMPwFDDi9XYHMCFVF6bMhkJjo4Fedhtwp5jTw7gL7/0yKzoW+2wxsAFjB7jWEN/RLmVrT6cLKGpp1Xg32Ewk0wVUVSgo4AeGfs+owTCat5BwAJQH8yAQysN2jpfSsHPX8jNBp0Z22HEBUAs6AMkPVajoboNjQA1FZG6YuemdK6AiPQ61vgbgMxAwKG6LutaGejYHjq2VQ9QNw4Tsmw2LVOC1KCu1zPeVc48HtvnL35vZhKwJNl1MB0AsCtmBtMwY8A/tBNjK0A4K3WNm+YqOJUbUGgT/1+AhIz0Kz9ZuPo3YDZzPHjG2UE1cT0/U9Fncx6BEQbRgh0teBS5lJXDMIHGOyiWynaq+WIFyGtTjsB47cAsPZB99v8mozCCMbJbJ6JaN44zEIHnBEZBXgqsr3ekwQx9Mi+toO1W2TCT26FqfsfAXzzW1W5fe+5WsSOAZQ1qmqe2RcUhZUEhmjtU+TYF7j8FNHKtoyHn+N8GaPkKHLPOYk2buE88qkTYkJve25In6GqfcKwkIPuBa7N3ziq3mA4dAb9QI+vEqKSK3MKij2G/BiLekafaeYWczbcc0a8TY0JhAvgmS+URDK8KkCDAa8jC3YsC1Ya+GcsG9w4zp9pWdstjKJzxj/N1mg/Zl/h/dNy5KlQ8psmzwI+Zb1ZKz92wHDoaej6ST8jAMBaSV6EjvJk6KUDwIDSbtv1Zo0BqKBjslE7eQWafDtB+HyQeXdobivdhQ8AuNA4mZBe83EMdUsw3oO+wQkHX/S17NsbFLezQq3R1Z2iLEbkYge4kefovjYK7Dj/DDv0mQKt0A56tecMjZ01Me2kkoCfPk9613cucEumcVBVi9jFS6F7jZEOLf+tQPbQV86+2wxcHLDWrzYe4gA9Lfy+QelZ6JmsNUkAe3xBJ5nhQEMP8fepyOsOK9UCmnUS0OAeaFZBdbXLtjNjeIv973a0VHt04IHA5K4wWdNJ3tJPV8TouZbHPpf+DXjOOpkxd50UoOzzpIPFIgwwgDKXjKL171vFp7tcFeNMvyQA6qf1M4ZFY7ffHBdaq84INr4TvTkr1KjiyM+u8mw880fHxbQN97wUONF6fMQlh9hvCSLNny0DmIPpxfQ2suqjb9sKH3Ok8k+Zs8FPp4NC4Lzpk8TTt+VzHEBZd84Y/ZsrwLI/3fIt10QeO5u/gtNHFo8cjt4OluszpPKmjDN7Pjpm8Ax4OR1XFpltd4N0WbFeefAesjrPzXswEE8LZCU8jGGpazyXwhddQdHqg2sz9rTYFD4Fn7NWr8PxClrP+2gT2M551uXFtwQLvP8TSGfd2YO7bd+tQ5CHIoS004v8wMlofLx5jIf+s0nhrzeAbWwoDJv0lOcAACAASURBVDWyavlbgYAsvByEmkvjn917aAAZgHMneP9NigPPvuMGI75Ozd5/6FCfRVZHLrUdLP7EEQwW3P0InXW7OioyTF/oa2NIBb1C18eBbMckldLbKSOYP4HSlnEa7+kg9U1MASvzZ/EVY4Mmu/PSu19N/80foeNpQ/jxA3acXoSu8zWyaydQnntWP0rXKQEcntU+aJ0ISGcfcOZk1JEd68yhEwSJVmCxdqCvHRjex8kDzss+JCGh7ZMz3pFDmm8n6LGO2l8cgTlDM7p+7w8my7P7aINdw8WUsd+7PeMboNHfHQBGN4XO93xi9G5oN3xl+VsY8Tg0S35eDr6S0WfPB8vs/mau4Bdh3bbV0Hde5+F58OeRL9yvsY58peILXP12N4Met0o0PNRJipGVkRM5I0/ywaZNgrBjf6ZSdTu83Yk6y+9gmtUPWc9jC8nOH5nnNRmvLvK36Y/1O2bNwS8bHIk/LWey7noj92LLNYYxxpxED30eW+7Wg6trR0ePPmw8jHwGKybB6068xI6CpzW+1QusbQIiBBUsgz/6uCvwkyAGP74JCINYPC90wtLz7cBdu+CR07Phb8UX7ySwlO9Dz0sD6w/B52gbVd0nJI8GT77yQVtPIm8/D32p2XSCFjinAzhap3/7zjjlLNZX1jc/W06MU9r0Mh022k6LPisb0fNc+sjM1w/Sgbvw+O1ftHyeY13yfaKwLz/cRUnrzw4GTSELMlNr6jOB7Ve4u3UQAGatPVZw90frOddzK1h13TkzvuwNZOah71oCaMJ4+HH6sz7ZzyT6+Hfr7w2A6DPW5W0h/qcjNlq/UtWm51C1rN/vM2yFl6bKe3wWuT5jOnLvkdetbwkAoxMIvED7vyXEme/HNsB+6bVgPc7ejKDAryNsd1VIi1Rn/CTw3/Iuq44Npd+FE5E/+pvCjLOGJMXNhl1dgr7P+mzjTnwi2R+d0zLu2JcEvb/n/BoAtg66eer1DbI/er7o5E8BYHxMsd/QY8F8/DDnS7dfHUaCixn/+7t5aY40wH41HSmhSHGKwY4kj2BLYhOdAPB3TxI3YhAk4Tw+c+PjpwIY3NyJ2pFP6QR1dETIbWmkJrJ4UvOT7M77lJC/dmniWQngkmxxlu/gWD5BXh7cPXgp6zRdIcd+lF2cdK78nGOxpoOJ9h3bE1chRwqyD/YUgBcV5DZ9rh811y3O19+3/3cC6bLRBosQwE6XjMRn3Knk2w/5LOynfY4IY1mVNCd/0HtGNQUMfUZyF44Ee5AUQiHeF+iVf0kB4cqcs4/z2NhvwWhsxnc/Lv9hybi2g3ZXg+nNx99/fQSg11J5fGObbNJssDt4UmtJrKRjTF5/Y6FtLR9bqor3JNPKLkbfOHZYWNx7qzOARchkT3kSv5xxp487awoHRyvpdkDq+t4gD1zPqDbCZPuzKFcFyawmxCehnMpZCb7v/BUBDAPoAciVachGdGs8nC6vw/s4MorpCR7ybhaNlpBhirvFkRwrFwHoPEiDkzUidYkE1CnPHs7rc8R87rIIZ+5rAwwHwG8Z6Hx2DKhh3G5J2uODiZfSIwU0V7VYus4klvwcgv0tA0OK2xlABlRZhwiwEKUcAQgZM+lkTwEaCeAokGhBNwqmQUmqTNO+J/uSQJbp8ntnO/4U4CNb7Q0A80yAZ2fL4pRCubwGNa1OPL+qYNTfve7MHzox7X+0ep3NN5XWrUAbVLAvKIT++8zBdCJhGYXJOHh/VyKcILd4Zpz9dybMttXQ51nXKD5ab2PgSqDweZw7AdVUC6yAW6UALfjaqZT0uoyC1/04VPL5OniQTZyxwlp0ZWvPede0Ah6ffEiiyZ0ZpnMgCXKz31nHaQE0DvAEJVPBoWe8geU2MjyWGSSGVoPUTlDRdXreFTwzfQXgA+5ZKwnxDuiav1zRH4PQP5/8PgHCM5A4J1B822USfg1YeIMu8K33pg6nZw/6nMZ2ZiIOO4MTgLU0MwEvAfpxHiDjeb4d1Xac/csFtKE3OYXJtjtJH8NIocu7tSDP5V+1+5HcgX6QlycDKxt03SYDgCxSvmh6XVkXQNg/ycoa+ehAEPyTtYD238oiPUdyErDslnRGxbPldjAN2BGIHd2jb0na2ADRgvhToTVAmWsxijBE10kx50lPggzJHocnq/V+eH07V1xONJ05boAYnnyrNnZd12BKtv6s/dAiAVFdj4OWCoLQe9Y1sn26gbgKI2vdLUPZe7Y7gDYL/N824AXq5L0joKHPb72f5JZUKzIm6+1vIU8F4wBA+KFp5IBtEckYJDZ6Ri9aBlfFPDK6k5iOrK0ACEkxjT8ysc3oDBPMUQVez+0o8TM5KIZVG0tez2+9YvBsAGYNpTEiJ/mj+QIHlHaFFo9Lg5NM8H2JA173/pbFiwwgIQn61Z4mSB6d0Jms3ieL9zEWNY9xnuo5JCS5RU8B6OzbOmFCJ3rWBAgF4YcHkCCndZD4eVr4o08vZ+45p/HWV7SF9FYNRszvu1+sqzFYOWB/C4htUpvN3LnVWivOuY8+TrW5z9zblnCh3wkwzPrqMxwcHp91yrQqmvNzuwUv+p/kwbc7CY5EDSwVoMmkDx6tgM4klHIkVge9WQ/o8MV+jWcaR0VG3OcMdlCz7QNdSusm08HwO3tDZwmwUhIa744rfp33tPVA8C373We6EQB+z7AzPQ+d4yCQOdlVD7qGyr9DfzOmvOxO8G36snyZo4HoCuJbZtxUYsCLTY/wHYG2N4HnyKdKEEIeiw67g07om6cvPZz3lfzbz4Itzbv6v8+OTNJbEnC0/hzBkADRBO0bAoz8jw0VZ8m//k3OhnUud2uv1dEjK0b+dQWAnvFmiv9Ga8glEjN6bfUeB6COQy3fRn4lI/0kEMhh7LZ5u8/QWLdIlVyGbsDPpu/B5/r9JABNgDQJyHt0lAcBo4tO9L/ZVPEpCXR6/ut8TZKHxtjlHLvn51iG+Ug0SAUtCYOnEw6VSq4KzPmc2idsQPAJ+njxw/ouPI2hq8j6yMwTlJnEjkNjA4pFU1SG4IuA74QhtPdJlr8rrq0TjE/n/DRfcyewptWuHI/ySSzGj7zTYgdzOtlqggqt/+BB0QPdY8BNu893Aie0Ar6Lro4zsXFNYyo+z1atXPUSzf0nyHMds7HyEP3rNfyWRWPOuYDZByrYoBA7eoXFxs6kCxDXsgcUQDQPn2eMboXu7YOYTkpLielk9CZIdReT7FsEFi3x1+7bFtHIO/w9kVWbMHb4x/p3K1ywq21PyhczSRqMu201WBJatyy1PKuKYevvSUxkvT/DkYRS8FnbLVqbQ1tyu9YRE3enn9V9mi/7iR0NRoPOep3zGXS2dhDtHgnoLn9twsq7Pz1/PbeD5tHvkTtblJE2tcP2PxKwwKTNA+374PtefxzUsu9KTI7fZYsAuuBCc0vb9VWAZ/8//SI+0rs2QSG6yXsl/+5UOL8O7NPa39dFroEd2ifB+PGdeE+uo3+m48IoaK+jMNL4/joRRvciR0XbJHNorNAae3Ds4uGH9vFaHttmiV1Mgjs8JtmEfGX8jcHwy+CX/HFGZyWQ0OKeZztBcvi/8e3bWRA6tj1nPJ194cd+VOET4erSsU3/JBwhq/beLQChoxmFI5Y5DkIlAfFNuHBCbB3Hp3cjLyhOIghnPOHOaylgYC3hy/BR5FJ3aTprYZlsKXbwm+bcCdLEAuB/VeQi1/xC67S0XH19n8FVt0/tHD047ZwZf8s9Pcd0OQExtwS2iZc5tj8u/u7oHJKFOm6CDOw18Trpf7/YoMT63ZXg0MTaltCI8fF0BTq0bBxMsDMJkrwH+XZ8g0Ms9idNAUgXnHUrX+1XjsEJ5ml7cwvGNglg7UfP2m86gXMfWSRJ8tnh0wmSWMd2YFg52/aHYz+DVY+vZOwDMO3ahHcRlPDh3/91/Nnjz4BfmA/4tQPl2gPwOD4OJ85aJ4xvR7Gnyd8/dr6P9ktSoteITreSZV3oKP4o7P3ijt3vYLZXXkTWBRP2GePM7WDY6WzYdNh2WWTsFquRLKXrnXRagdN+tvBs7D3ZFQn0kszJ3qHPtG4k+f/jH/KnaO7bvvgkRX/zfKtxW1+2P+r2fdxBVRIUsyfBGfiDWr8i+9W5Rj99pFiw8+rW1gm/0QuJp+v3Fv7K/Y0xWO+m1/BN+MtYYMDFdni4E07s/y/7+8igDlyPQBEdISfSWTlg2/aJNPv//v+c7nx+AAgQOgvYLYMB3iaScXQCttqJtQ+N0MOoyH1RRoBIfm/jk/stmC0Evmzr7z8FqDoA/AJkBDWbDTNdGelSwHKmTisAAJ2B1bTCgsiYG5m2YSYyWzD6781WsOQEgHWw/WRtdAC6HagiiFQchTFaOKGsMQhgzmMomMpCaB2I7PkdoTdA3tmZM2kLFyqcpIiVVT2ZMK+z2feJcMYxoOcex6odSLdD3IbpP/7tW2fTuMeJYZ73JpOpDRkcI1nnGAdaAxzL3SJhFd9Ufgi4jKPXYP608nloXM8eQz5MGoa34J+WAG+Vdzs233aFrHuf+5g9/M6UEJDzOonBJ1AuQwutP/SEIdX8eBRef9j8WtViDYhehdIB4PBiMh8xvOJYz969AeAXIGhPHIhUpuTQqu4D0HY1e4PZ7GcMEDoDsPb6l0ofqrnznnUsEFiWw0SOjgSANW6JsEFt3ssVaac6wuu/Z1b7veNE5oxkKQDmpgAw+3EcdROUcdLJOHra+AUE6NmnBdSsD0FMfdetiN+Kgx97P0aYZcUEjv7z/6SDQuaZSmI7emUUawvHOP7n1xKZ/RG/+jxJBQ4HmGTsk3ShQJ3P1+BMqIN742jxedQ4ogW+UxGZMYmeFjhnT7MHv9F0z5F9sPzzmSdVMukvk42n+VOd3IYTYN3JNWN08P7I181QO+99zjelQqbBXWeCc5/n9C0ZlXf6801a8JqYFG1tn1ciFwASTZdWxmPsoROQ9ZsMo7WOwZRgyR1cjj4a2fuL8/5d84vOtMzaQwcv84Ne1jzeM8SzsdAd8OWW0ySIaQnEz7Akhl6eEZXQgenWxywfGbZJTgqNEmTTevWZ5ujKt1LNrysHBXQZ2r6BPbIz92gxKrgzhswG1m693wEsEnC8l7O+OIqheweTtf+fo6yD/tCwx2A98vv58QSAub6NhXaOLA0r4/FrlX5+Vm7yURzJCfTbICggnDUpj8X3dwykwTgTlGtjB9165HI5GpBPe6bctOgPJs7aT/KX3v1m6EZ+rtPcRsjI50v2DN+G7lY/6Bpo5uCpwVJZjxiC6bhwt+paHskeoWNfHKan4DDSdTyPFpr6njMGj9On2iG/LfLP2YA2bPaoEq8zDtyhmxanrIfGuXqhSOGsi2h66UK4+zgoHrlOhRuJg/pa+I79D38Npr0chPverON93aFXWrCL96eNuL6D7j1fxN4nA3UagMiTgID31/J1nS8dAD7Zz5blyf7288tx6fWa5bD8NT/npScB9qMTcC08gjMlc5tWyKOz237Q9RfOm0p8SePgn6XXo1cHi7BOVANQ4c68eXa3YOYZ3fo11/3ugEEedoY+eML20rTAw0HsIND3vD77rhNFWMuivHUEGlcG3/x2rIuf87R24zmdEAAWe2Xg2cdZU+kpWpV6347OXnxl+avg5BODRG9HSiz+sa0ywcZjzI+dnETCn0FXPUOGfSof8qJOVjlzPHQZ52djB65ph9ra46lQ6ABwV3Yx97Z/TRMVwDlHhozOeued6+Gz/9mRbcfSkDUy72cAODgnPxOA/IErb/3b+CwtAWPnhI/GueIW+Vnnbh8N/W9SzLx69NBZI+HRoZMk9E2i5uDzc8b32C5xjMmuKhqpeYRu9wzyFzsb5Y8gpxL8VDVOpymNrROtjQOEKb5nR96L7tKOlOMBsK2hm8bfP3D7VLD12HrfYBtsNvRQB4Ch5058OLJgtllmKMcYLO6Jzdj8GXySdaOTyfJIfBttW3XLwE7GRf7rXsn/k4z/0Bl6VM89Ve5jX5yg9PgqGIfXSvLFHRcUTE0CO3yDfRAfRpJNfutygx+D55rPpsNEd6O4AoBzTiJ6phNnxKOvDD52xf9jAPiSwcP3b0I28uPgjpGBV5D+WyLbPBVIOrRUOrf1L3ghztJalaGRtgeOff7LnG9slOfgFIa2Dx5DFBT0Dd7aYJ18mh1AUmJG45A8P7Kn7b/Y4/GDgSmPn5AjKL739lmgJJBdvg4nyMkPliCRfyTz9N7/E2d4kvhJit0zZjmaADrY4/yCL3/7edcmwRjZDqFncDB0ELpdv4D5e5LSex87WRdcneDx+C6+5xCYj0zYxBPjzenSoPX6ze4kQPvygFgT318nUzStn8CpAiBjI515odcVaB7/yI+j5b4BNTbL+Hd97VtVYHQGLnvyrQTGl4RflL258JnwU/nm/YqLdn+3O3kv/jn7B1VNPryIL6hb9ydxbvd1yG786DkeTnTXHdqgHRL00aNgbTpfEXi8Am1WXNthjPUjEJb1KH/g2N6dML8B4KXslx44ok5XdEW1iAo7u/eOFuiR40nmWnqJXyvBmC2O4u3ICfb6rM9gDQdSx46hI0Lz5MGB3/XyT0nnXD9dgT7PJFmrOyw1lulkY6/BJJ/p9w2OXmB85pgEtdjukyCsWM/sg49a+fhU9KBx//VvOcqu5Wm37v/HFz/o7mXRq1NcN7KskxApItF1Is2/Vwt+J6w8Qc3oZvBlVg0c7D2zvI4eZx30L8kHb/dUPf8EMiv+YLw5yXrE1fA5vjTRvojfuyZMErt9umu3Mq7mY7+jtuk//pkYDtfQWQTfSdYt+BgZk70JDd92zz54bdPIgj5aQcKHOSU4/jMA/KcOPK1+9OQ3gaJxrIaYhPUpqBk5cVVCe+9Cl/qcAPBffymJN/v/W+fOU7g2fsujW6TTJ3GzZYj4Bz5pOdFnft9Mun/9htG89sM3XUHt8V6JYOE19gr/ueI1lisTM7KN/M9/zzQCfGizsgNBqIXh8jlKQRv2ggMTQTn49myJgI/OIoNgYCSCbw6CTsYJDJKWJ3NWoVc5DNuO+lZ4bKJ10wjczR7TJMLYMEeDwVVO93zfAHCcDJybMAveC69sbIOTZF11FgsOuHaMkDXi93+G3WUw4vifger+0zp1nK4INjOoWu5ORjVn6TYDktWX8w7kvJyzQWfrzRyP04PxmwY4A6fmG+LQ/xFkysPiyImDWORhh7520KgiinwrexdwrkAp5+o4pWn5DX3hpKL/P0Caf2H4S2F7/9aYh4kukFoK+HKEj4O2s7EXtIsWRoCOcyBrhqNzszz0rhVOd0UIDLzc+Mtv1W5kDesClGMHtGDz2kOX3782pE/F02bh66MVhJuhLM1OAGqNgDiY3nbmm1XpUE8czxJA33/Hafm9h7OK9DwyL52BJ9q0oZC1W6fYZOZOpe4b6McBSFDsNwckAK/BdoKkq6DWCTFy71urdhiyI3oGAWQry1O5sHshfoUGEsSTVfo9QXvUMrO2mcCIaETywPSsoO0EjFj/zmxGaQuwWJmbz9I+RMd3OSFhCEL/aCyprkplc7cWCg1uVm4qwALAeu7wX2RAZa+69cdNt8kCzrp0BVArzNYbyEqP5fvPWaVzZg9KWP92ZtRbgZVxrQ1kNVUOG9o7MdLfAsDwY1eGZP1+ZotJV+kMio8rHDwZLevxh/c20ACgtVFVDmDW3uv0Vo2eyr5d3Bh5U+1x1vde+zg3yQbf79rxsfovCVpUQB5Hjl45+lNPcCbjp6/A2d7Hyiuj1WjTFWvfjqd2jLCveT5dC+IEiQyos/rKM292GnpF9jPLI3d8ZszyZTt8XzAP7Z6A0wFarPs4oMeoIIR+gqTSxcjgSTjquWc3Mmat+12dGrno/f8G0oFA1k13/0lvdSsbAlZJpEiVhg0llmH4OQ4XYQtVfq5zizUEQJqdhKugw+85OKg0F3S9ZbbxyCxCkWOwYirUXwB7khlu8r3WQlmlknFkqsOfdrI6o92UHkPn+/2cmSucO/KP4OHOL7rwOI/LgIuMjPwjMNL7BY92puqhvXHUQxdxqkgH5gqSVxp7cG8nLhFgkf7t1tHoFd3P/L0/j7HLn9Zr43w7BlYFxnvZ09llHEZDzKs/YmgpACaZTBVdZFF098FebpG/SWehCb7XPiVpsvee1qhXa1Pxy9zrtSML288PB7bj9dDDQ0t95lhoJxe8fHiCBMJvE9Tpo1dYPxJVdt+i74+un2ensjr803x1/ugWck+rcvi47yVhDl679k4Oj9L3/q6whgPeHsbjaPy/VACLv5Qooh8nNc7inWMCcIxXp4fW9WfeE7xH/m3CyZ4xumsUnU0HhlefL6bSJkU+o3t021YPZqOp9H3p47d9QSYeecle1h4yTjvOhiaj75PAZrpysGdl4RtIaTnfAS74+650XPl800Mq9+KsXWpofIBNbHJ45tCOoE3MiRNpAwzopXTE4RGvvvyj7D/R3x0fzz+JjgpiOXAK1v99vubZj86YC0HH0GYkYFe/b6Wgzou95ehvjp+Xf06rPevrjN90DytJjlYL1BMAVmKV1pvAlok+MsCY5Ul+xGYBYzYfUHm3dk7we29lko3DL46vTWAIm+alveuM3N2W/DZ6cPVTksT+ZZJVsvZ7U88lNJNEO/bICVGs19yWNVislwT2e06sFe8Dt/446sE2nDYHAbN+Bdv80lhjU57gRmCC7St+dCXvRJYTxCXBlPt/BilXZ4L3U52itaKD3I3f9SyCIGA8WoT3lhy9XrBqq13GOe0ARPRzV/55PvOw2rKT8Ic9Yrr+1uhHByH7i/ZoNj/Psma7iOmdHXDBn9dzQAaB+38RpYudZ6CL6YMb+oe8xNYzL757yfoHmdcjW06ThHiqlSYBvHFRd4jRc1kPOh22f+gcvzCVrIFLUzU7OqLf7z20PzEL0fzPdXRoEB10sLTPqcQ/Y5xo/0Doo8+mxxEfwh/6LEIRT6IjSADUpbJP4lPFnon9EjoYe9cJm2E05EIKF0aGzr16xksPyHHz/gQ+hFvAhp0A5mvmAdbBI0uyVukocSeSRVaegO0fOvC8+A/6IbHLPFMB/g0AU2V30ywdLIThKKg4NDk2FQE65vPiVvw9HQBGb8vHZvN4sKufXTi/E7z01WXPjL+W7hSmu9GXdEtc//rggem6xTpR3a69vgpoZg+bnk9BzjdWxQAcByDB6fssVYZTSPa0QG1bnw4NSTxfW0/zWHuQIpTHOVUCAV2Ejj22THXCO0c8yFM565ok79U3Xc1MEPX4BIbewYVrg4ThiMm44nLomdbIb3FNeGqONxwbtv3jTE1+fe1bZNcERCe+k+Kv2FG9pn639kA0cWwg7XnZDRNLuBMYk0AARsQ/L5r1WchT4IGO0jtV4IK+tF91jOR8N4B25OaLD8RdXdwW2bZt2bUG8SuHD4k9yMa27h/2RPbYdTCyj/gM+Ak5x7py3dX56E/2WwXhdL/GuL6Mfacxkbv9ZWD4D/q4pKZxMMpJAHqKrfSMq2V52Zqtb0gYQ382LfyaePrMU++h40DoeAuf7iO11i7rM8Zzz30EC+vcnYu6QhgM3fpGutD7P5tzbNXB3ZKN7xEqHYu4K23xV9zJmvanORnw7mBke3wSxWMHjk0KUPF+lsCpX+GxE5uYe/TMf/6HCruSYOIOHaaRSZD0dUkoS4JcI7z4Ni7fzX/+8xMBvjgC7M1AtLPru8lne0gcK7Nlgv7dc/0EIqaFQoD0EG+1MOvna744W2ACTeRtQ2QAOkEFZ3w6GpSVQyBIkd0tZuK4/usfYezDQCPIcEgGWEWoXY7gUTTpJZ/vk+EfRvzbNwYlakNQr4PTgZdq8aFnYGC1kw8BpWdeCnxaVLHWb4amiEkZvwgzjEWILpm/ySrVOrhKcJjgOAjLIZ29uJ1VBg8cfai1rpZhYjyMrj6j7ADMWU9nPD4ZngY0FhAQ8M8zpUxzn+agBUyDnGQnykmdvdUPfvkYY1P2LzodgY4gbUdzA2qv/3fRW7n5tk08bcI+hwPnySAcaUceWogDK/OcQWoN61wg0/xz/sjVUmcMgj6rrTM7/NQnANz0HJoaY6ECFN1CxmvnrKitSug2bFvh+FuLqjZE4hjvCjdn40ywnwzngKnIlKxfHLgEOjSeZM+Nov6WsqvJtjo/rX21wfpPhvoLiPqMjBZ8K79yRks7UWhpKIfSKvo4IdhnAKYprYxQ3gcQQDZgCLc8iLIaWeI1Ca26Ettgl9a4S5NdgYaviGz00FsCW/f7yQ7L529ioPzt4p0NRKyBAjjHcdkZ5t2aM2swrhNrrgS2Y9BKa4RLoWPauHb1mpOKTKuTZTaBpbdC+rTykXzWW0u/pZ3VnKUg+YvS/37HQMM5CD1YHejdY9Cbpb4P14G1zPu2ZUKXwWfIOir83FLcAY7w/9tOEsByHC5TmRIQHl1DYN+0NrxMBXeeeSMIHEih1axPg1k7oKpty36XQQLu0BXdAlfy+vCi5UYqLbL/ORMoa5GAEYFyfYbBqO2SXvJe6T8bdQHkOEqyWvsDwLHMKHnpNfE8t+0PPAtb3k6iyb63vsfAWtD/Puc4YC+jh2DmJMTZuboBdRtVmmPRXrdw3YBA5t50CD00X9BeCgPqGMBHHk02rvf6Dupd9DXLeRJvBo9soDqqkoQdBUvjENmK/PN8r0eC1awje6PXEPz1vk8gSL9jkF862EHQdbJuxvDKIdao98N0pmqhcyTE8gFyAArqFrnaloOprO9zFevrFlskQ30TaZ/8G6BgfUOHAfjHkNVnk6zmF1TLOo9d+GxkD+vVLexPhci3DGDuNgo28LCOLub78jj4o/HdOjXWAGvHUMaoThe0qrrLH5EP3u+ZN3x61mPwb+/pK89+wxeAtsjhYAp+CM57z6YNEk4skph0+cpcstWHxioA95ssaT0PXXQyw44D3d0G7J75qOtceTi6Bz3WWINn4VgKTUt3hK6mZAAAIABJREFUrrNHdHMSBAefch+0xplfyPz9Hnw2NH7WMUmfxyi2lb+OHPPbtCnuFoyd2AD+Rv5b11Qy5QaExw4Z/S4h01is8RN61xjgm3dXyMexAT7IeAdyTGB17IlpcdX5JpZVskMmgLnVAqnMxGGQyppfWvCOcZHATGwqArqRG6HP2GjT+qv4vfmvKyKyK2tTgk3a5uuqRNuPU9l1HEGPY0hPdHctOfgExYytRz5pf7QPlVSE3CsYe/Sp6WsSfb1G1nXio8iEYPi/Dm9aFoyYaEc5lR9Zo/DNO/58OE5Z223plKDXkrjTDv62ifzc51xusFiIJLadxze6Grrz2jhIPOOyj2OCFeDGGq/Xd4KSSUSb+80zwVp5R57RlXwdoMmYdXOuC31nDNwT+3gTp6NvYg8gR0h0bJznh/j5kxwzAWDxNPYOziiupQMbuIyKBhJur6MEjD0ILOYJyM0TmLLjTS1t09LS86Itosb2VGjoGvaXMbXtjf3PMxrH6/rm91dfWEbVUQgz4iRbft0hj7009td/Tfen+Lu2KoS16GQ6OgyxBncCxGAk80kSF9OxIh3U0pp6ZMdgdbm2fvJQHO2//Vy8dY6e0MO2kxfVJLYfjM0rqdDO0Ty5/U/gFRzNJLpz5mzmu851bBPmRwBk7di8E4cta7m0SqvG7WgCDbO2/ffeN2M3/oIWFy/0XpkGbehFV1jfsBbzd+smrm9/Hb4J7EVaJuvabpHfNmT8leF3KmuRfyeANPKpcRUdmWIv3fKrcTXjA0eToHgqtqaLA9W/x/8x8jVyfgNWWhMSYcFYyDw6JrRc09zX2X8nbMSOTQCY+bTNvjS99hg2OTRl2Xxs6CQfIC+1LMj0c97uPPTCqMhsYx3ZgX+/EmrjML8DwKxL+8OOvfmbHp7Eum6R3gFgjZlcZfnOk4hP0VX0nauWRafqqvL952rO8TtjfxHQXdslPowu0OnEj/dInVPUZYa69c8bAPaRPpNQi865CwXQWTm6MBXgmxjMXuvfdBPeJK7rDFsnKq6v78gjxR0GV9oneDqCBCs0rbA3Pd5Ocr189YM1/oR/wA2vzL2SivxlEhDQv+kiBL6J76vlKjITvNXrE32dYJ/hlvhy8JTtB2P2dBLR99hb8H8SUPJ502nLtNMBRvjQBT4VUBV2kc1rWbp83PyaZDaKSjLe8/MEgDWG0H+wgrHRNz5iCj8KcAZ/S7aAT0SPfUTmCa6OPCFQjazrDinrYx7/qvkqHYZaP90JXXfHg5e+8M924LH1EnKRNXkL5dZGqnUb+UnBjqlqEsTAZY1fUzhE4d5dMAcuP3x9ElmWLkg0iX26Vb3Iy8aGq/vGQV0MET9L5HZ3ZLDNa9kWOwS5/1tXJH3/Gz7UM+EVZIETHD7bRhXMtM/uqvQr8X7k2ukqVPI9U4gOET1S4CJ/beYSPyjXtc1gerd9jp95Epy8hyqyupMNfgugM7f8G9VGS20SScEXTZuaq/gv8dEEgDluCdl2jfV7CEcBQKPdzdF69DsD879hai94OeMiCLIYB0hN4FEP9HktVelzou2DVakgbIOFw9gRgPtvCOZk/ozhqQ16W2JR6ditWL1xY7jpHTZ0KsBJe7fj9JjIPGAiRBalvMHhEcIYzgoCz8HbUrjKtmHzcMx6Ux2VrxL3qt4SY5xKNQnFj0E5wzOBsH1/sg2VBRHmbQZirxqcspbZGwh4jP9xxh2loYyEISCCT/pOa3AYYoL5nLvm9ZmqRQmJF4S+DhaSBiD0Y0yO4XsyvjReKZURJmaKmky3B4qDJQaRwNJxngpcDLchZKVojD1N/axhDIBTzj+CJpfEuG7B1udgHKdGAWcpVBTmj4ysebaD4ifAFaCjACMBZIxb740MxJn7UexTWqe/XwE/UupyvrXDqe9pIEAL76udyDger4zfqfyBb1jbDqx0dprWY6t14xADjAAgI4zSuoszRDv5orOVde+pCKgzvKTgkFUItz8FgE3XXlP1wB+amQQFgAMCvXmngecrH7YzQnbAQeihX9aPcaUamMzFPROVden57jqs4+o4KKdKtxNWNulgHDKVdMLzw3/JFDotjqY1MrQCyIsDB6q6HXXpdrAtGHGsdOva5lvoDUcXAfA8P44h9tefjMh6HWs8xwbGl2Ws/zCsAMh9JngyRcPvMYYXkCBz4AscbFTsiE6kVAPA5xnz76lEnfVsA13jh8dpP0wQB2MfZd38fmgTwGTEJKAakHNAhR2EAdS/8bzzBlxZn70G2DVQTYUUaxHj6fAqMqcCJJ7TtKASDZLhzvgDJjaIuZ0Mkr2r1v/aC1UDQ9cEKzAcSLTw3n6becuorH94L8/AoIO3NIeXv0gMiVMxfAddti7BOSm92pWKfuHIwq6sDz+Fh5qWExiYcU4iweKM+5wu9i7OP+1FjN5wRAx/5A70B21xjTONq8IoQbEJFGodT7eEGHiXA8vAcQ2i5fT8Bu1KN3V7u9DCtIG68Ex0tdd5PHA6p7mxjN8vw3VasnWLR/Zdzw5exDm5GfOWM6WzqXTR51Q6tLPHYx355v2agNLbArUDqtDKcWx9N6o1EnTb7/dYpdccAKANK4bQ3cLV/F1BjwboGMVNO8cBr5xH8fG3HHZAGZuG/i6MOmv+PyW7HCfDBP3bQZKEke3uE9oPfXUwPGPdOfL7yuZxSFTm+Xb4WP33p9bgcR7NO1yhHXqMI2t+91oGn3nMdojkvKXwSLAHyZb5LDJABAid+rnfQiZBcqoldUnpPTvn5n69f8yFE0g6OmUCHUcODT3gONW7OgGk5VfzNzoRfa77m2/gUzuCTYwZbCeLtN7OHO/AFxP8UQ3mR0YvoBfhS9Ywsu/nGZGMy2Qz9pZ+fysrew+dHMb4xEfCAs5oRsdJmcnxs9WlODi7shBH48HJarFrR/bSi34TvR8Du4z0rnjUM4QND6Y0rUUm/eepvphq6m/P//IxRMEInvv3b5/JCNYVe4Jxew37bDDWEHzVnR40xnWQVCXAN8/sd2ifpE72qzFGMEMSOI9tbOdH1oo5MA7sNPEXGAZHxBt4AwMh406FnPDXBLziCJrksCHSloO2u+Tg9HXbDjY6/8MdX6KzZDXJsy0rGm9mH9iQpbHmM89XdCZdM1i3n9E+EK+ug8P5IcDEfnRAWusrR/tQ3sEcYtc9FihYBBpTa32Aw0ngFu8IV4090QFG0/Lgv7bDqIBjntDZGxTN9+Jhdjp7dPjWWCoObHUEg4aS0Jd7F0upzb8SeDNnZI+usX/je5l4JLSZ93VV4qGtkQU849i/5eD1lmrsZcsTEPN9NdHGTjzT/q0zwNkh8bv8B55rWlbqOW+ADpnQWOG0cbZOfBKjvufQnSjH7eR9VGpwjE3jIX1v/TLJhNhkjH/levQYchybbmaUNR7/gb5zq0HvOXPeAJc+SQL8zL+whb+zXIjObLzIcTkE1DVW8afnIH/gBPmpiOm1jUyMvDmVMROcPAFHXVPJSXouOIn1yGx2Tn53KT/GnmD0YJbR9X0cRZ63yejMt9cV/wXvw5cTXIcMGV08/kfJ5E2Km64mB6//11R6Zs0aR/EOuqC81U2NtV5fpfepSDFO/Mw9Nn86tNk/g1/sG3brUxz/t46No1t7BkbP/pUvyvMYvD7y5F80X69vJThNi+zf9pG5I58T/F19FywUwaVEeNmdLtaYOZK4v3SRAhz2on0UZy8fZ/3VAYEOIh/dINfZ8z91tdBzk0Q2667xV/GTZJM71BRW2LbBW+2WRLKhKeHX78X4Xdsepb1o++uwRzqgj4zmeo8ToTyL4SSDWe9NTpCk2YQR2UPw4rFpRkZ0AG4x9/gkTD+xZe6EqGA+/WBrtE80sYXMn6SeTYTYwNGrXzrp47cgMUUTOTrt/tEeJ6lYmCN7cOPaTZ5p/1Xrh/Yfi++wFaAPArh+NnBF7gBjHJIvwF7xuWEXSK767F7TyMof8YeK3Y7vd75fn2iCyWAFvRt8dZLfZjDGwnN0YQe3WakcBxfFAtawHMN/PP4M7bfxzwSvOxif+275GdkanyBro9+3YKfiGg7gp5W+nzN6z0EyyRzZjYrbjOzqsXcyrj5v/8gGaKNTppl1ktd17cg9+OeV392GnDhV1jr41mswe10qKzyA7Wy6GH/u+DGa37r7A7LmxAXm3uzh6pjI7MwJWdIt8i/jN6v/q5/BNDzYgED9wdzFSlfC89A4tAJ+emMrnSBIwtDh+7LxI8fiG4W/eTZraFuivvf6VnI/iVfab2R0Hx3RdDHUGOxclfjIyR/xD9X9gafks9TRn7IjC7uzVNgUqbq/bVfs7fBCbKNg2XRc3KQrMN7EGArzoU89/0+e7tEOSRB0ABhQinFyB5BKaA/F2vj1A+11LkG5Ld5M9Bb4d8bqGwAumhmBMNH9af3gALBan45DXwugv/0zICzME0c/ShYBYxU2IKQZAjCVxc3/3gBsG4ZWolZiASFiPI9jNpp5vO/9LVMEYBpwvQHuCLJIv8uosQG0fb31vcZjYIJhZGGauWKxNqBtgxGF1AYA6yAhQUk8Qt2ZstMP/sxzDPIWYpzr3AqZseKU6wDm68xvWsBxvYIwew4DSLH6LM6jOPXdVisFiCVI3T+n/YAC+GS/jk11DF4JSQcuw1A/gwBr2LFXCAP+btrpzKwEppItjvC+eGDoHOY3Tw5QBRj+1hKqlZ0dadZWj3Izje/h9GEhXTSGyDheGxyeQM1sNI4teO2titS8WpDhOD2tvWayp5p0FHQrffah//2P/1g5IlAqB3XO8Jpzm0boJRgUZUvL5QOUvqC79hJ50lnIOFpw+JBZ7+DOPJsEDJxtAOvQ5fLeoSutr2XUGjK6tqvkzXcjzm46nXsFsiTb6oyoNuBw2Hqdxz8gYBR+juZd+bbBqLQgm6DlvMP08KISAKqM8l8CwFLUb9ICPHs9ayqZGItegyHp9USkH/q/wSFzeQPAx4ByRdAY+9+/pwXjZLixHuzdVrrmbGSmLfqhxQ77DkhPAHUcrmP4hJfz3rQa2YDk/U4Fr3eH12DIZ9BZ9uAGKwSBqS790QUgT7CBj/HjvZpFPVn3AjBq6+vJTqb9VHr1M2+9lwo000o5GDR+n+nTrV+ONZXg2L99Z2okALyVcehuZStnrgRTcRBzRlacRYh05MfrrG0Afmhkxsu+NV+9vKZ5KMOaPTzr8MkKvUtGLw589kZOsOg6+Gx5mMw9KeYjN6qKtmkCA8rG9wQU4R1fNwaMficZL/J3HLHDK+a/74wvYQFwQeSOR3yqZAGRLbfe9UiSQdoqa/53wsF0bXiqvIIF16t8WlRZh45M+cZGJRdnOKNbPa4nAHwM95G9zKXnr9kBas+6jr5m7fX+DgDjoHmNMGRRG1LtQE2SQNaXNYMW7UT0eYtZAwIWnciiz7t1G/IP2uTv3+hzHfHBP9nbqQIbIif54iT+VQvf3m/dmzaUQ7tDS5dDyNnFakkVRz50w1hxAsEPOImDX6crgI8gmU4ezxmxxuSjE8FY3R2DMzT9/ApWmA/GSZ/EnRj/JO2ctZwjEtpZ1Wemt8H6ypOuAG358baGxXHsBE47xjK24zyd9X2f3zRw8E0bbN+2XJnx33fSK1R9tGGZ9Y+c77F2wEbXXGvre346nhp/MQ/GnuBU6IX5dWtgZCfOpRP0El+Ps+CqalP6o89xH6cISSnjpEiHoDXwM884zs3nWM3+IuPCefQb/7xnU8p+1XXdCi6y/guYNBazHh79MDJKKu5v02b8JPWN/ciZsx6j5bRsh+0wBb/Qwaj5Sb+TAOEEv7E9OoO8K5w28HQnOmd98mTzxgQ6u1sJVTTs18BGhnM51G47ObYQtAb96sZ2RltvSzeVswzHHvYYFWW8GyvtQAiNX//7nqF7G0NEx2WSTbdnAr0G8lWOjdhro4eTmPba+a+c1lyav0zLkqNzxnD2O+eP5/eMK9hcezCYkaNvxn9BABgePt1t5qxL9ErmuQmm75Ea+t4BMOkhm3OpMgXjtZ0fO7wcqbpqgha/2SF3BcN2GxFuA9/1uosnpDeEH7CzDj1WYKN1CPfvmmm9trUr+3Yws/VHaOO1u8+zlFRiB2BsC+jk/der9The2/ei58lR1jq0z7JcPbr+GToE9D3eo3LYxz5dGrZtr3lNgn2CoCOrhTlmny4a5/thGhzDyFX0dvCCa+9Mt/ocrCKnffQHHbVKN8xz2RdsTfPLabG/LdpNp6Ovf6OlHvvRnwqQDG646Sg2hBNMvvH2GbX3c/LXSVbUvmvcjH0CzPA4eKYLAODZ3/wB4Ato4sXXXWhx+HQwFZ0LPcBqxejOBnKdjo7oAJEx8WO/tPxi7sikxrnd2SFzyiLoKBftOwEg7ND2qXYAnoBT3rUVjiSeZ57BAlzbnYC4L2u+3Uzwx/T+vb+bbko2X99P1ZvwNXbW497bQKH5aPHHJpYmmIa+b6x5nUF58PEm7DuAQjIJCqvWWWPdgEzkEz/YcrbzRz/aBp6gNjqgO+T03F++SoB8unCUb7blNbRBzgiBz7a7YjP+XPMTRC2bn6No/oTJ4S0C0qbbB8cQdBQep6Od5hnfdfxzl4018gR6hx/F450oZzr/7PIfeH7wyquDqCx96Q/7ggCR+WjscPbu3ZcXX+CnjS0kIZ074Me//qKCdwM2yJ4TKHQCVuQ+zyf41AmFJL+bnj9/+FmTwIGT8P9fTqTdDq+/zfsKIo5ctggRHxnL5i6OhtLvl1x9/IObpM78Fxv98AdLxn/6sP2Ava7ozmWoLzGw8HrTvfX5JKz1PNvuO3xZwK79LaHJ8Cf3QdfYT60veF7jtDf20zR4jWvwaduP6G5wUvYheF5Y+I6dbGIuurLHQcLt1X30e5YCwI1rL7q2fN9ixHu829HkjO8XH7bpo/AA+oYEbqpdebb3eJIf3wRZ05nWAF4aHdsB4DDZjpRfoaPLDjydD345Iqwm23ixC4CkF8PTpQjmPorgNJ/4CmOfnwDw6H1djinr/R6cyjvz/NW1+vvgtvIvJJExeNH/K3vHz5i/ZT9bvgymMv/8858f25dTuzPclqjzWzuEgiWTKUIAOQBjKsQm462rSAA3DciZ5BJBDAhagGlCDTyYEIRgIjPATfYMwHrsISuVzgjqzKjcO6Xqo5R3vJDPCoC0MJxM5XIEFr1cDiuV9HeJeq+nxudS/HHUkyG9gBKOejxg3tBktpxWIAYD4/w/ygbNjfEZA+VVkLTdWmeZAsDpwa/PZEwqoEUVcAvaPpsCZ0cTIIKyBZ/ml7OA7hZvr5HdxkYLwxMAngrQtzpU33vs43zp4Ntl6E81E0xDIH3pSQd4V2/3XzJ3dK+r4Ksl16Hjk7Gyhh7Pbnp5lUI7pmF+nGevgLyfE5oApKywvVuUAnD2zNw49+zcnsqx0xZE/DGt1d/W2FrLbnG4tB2HTVcXxFi46XMDP8lSbgfh4XG/P09u/s46Ln9SaRTAU4F7ZTjL0TeVw6blJwDcLUw4YxdQdc5POe9fXvp53tYqAgPYEdyMnXHpb74/a1TKMzQqXh25JqfOOHNsTI2zxms0si/vULCGTF99s23ittoi8s4yzxUhURh0NWh6yhrfyo0KQAJQZ25TCep7xvHCO9tJ6jGPktKjOfMhoGUrRCKvk+3U4LkzMU9g6gNo7ZAgsL2KG4E4LXRG475Gt8Ym3dcJOOiGdjIdXfKN2U6VedE6FlbOAhx/C6Cug9SL5t2cgonjPJT+4EdBBubUCVv/tz07VUUfLxgAmYQBLwvqaTl9nmfDMNe9cgUZ1WeJiB//9ukyZyqOURu5rUpSHJLJ3tYa0opw9YuOFNizV236mMBDML1f75pDq+9683kHcAHS4i/AL45cHDKh65X9bwAtZ3D8zDDEKQI9mm6+D8nePHupDN4hS0Dlb3TUiQkEgMNDb1WkjOc4eTAEMaS034wX46BlEwaOdf3IHOk9VwBP5wLGnQ4vX5bxkwhw5DulRQ3U9dyROdp7JycJr0xkvzO0O0P8X7/30PmE9794Qp8rAOz5uR1wxsf6bDutyBPJ99Y1osHgwbyB/Wvnc+QjyYV3gmPzXidnkaENBkX24wDTM83/I+s9j4/eXufHmffBdyEau3JpYX7w4+ocDFcSHgm+gKkiV2+LzbxTZ8Nul51UL4XudsbgllRIZuzmm3GutUM5n/9syX87DxIsy4syvn4fb/ZamtCfBAz2MKNIBng9oI3ZH8keJcN/CwDn3ujUyM60NdO/xsbDD23A834MVzv0/wdHUu91jhDIhOIYVPJQMFo+20A4lcZC6iQBrJyPrHiTHt5uSO86vwHTPwWAkZdUnyNzkuCRAAwBYOwCbd1nc14JDATcdM3pFvGcQYzzcp2q2/rsDXB38EF8+Z4t9ba1hk56HY79KIfv4K/gn2rLZyf+8oT0oYMWnuyeid7yRfvZFfje3+pcBZ819ArfJpB4Kq2KZrXuVL5brw1r/+c3Hjn+oMHsxw4YLCbdH7y232EnhP6y1u3Y1Tgle/X5b45lsNPBUIOHCRq0k3dXcH/bBLmtSocfkpiTRJx2Rr9BJ57x+g94Swfk+Ow6tqkwPLon8inyx/jsyNHpPjD4dvcguDzj3SM9rG+N7VeXHxkwerx5/eD22if43RLv2Al5ynEUabhzD3Ig2HvtpMN/vznxxpGMzjqOWwKHDlSiH+bolO8ebBu9C6f0CdrO3DNSaG47AjFv6DPzuefYmBxbo/0R8BVdd1zB/P1HBR78JX2SjmwzB+yD7wLm1ZUqGotbEOLY9L4W35Td/ybmZN0TpNA9Soi7+fye42t/0WK48dehmZFztDQ+Y3oSkZjT5QshUXTkUK87e9GdUSLj0uo1sie2pK8th2/z9Rs0AvoYKg4Wtl6r8zXhd6qJWz71s/m9zxhtHQ/vmNrgn2kBq8/A98Z/0/74b59fc8/BDD+ZlsenAD26IOUTvryDuWyC+8+RSm4IN3FEGDYA+rTxVssd1pgz5l9f7UtLh2+kPJRA/u2RklSQh9Fr6fSCnCYJKfy+hQ4460vdZb9HVhHrfM+UZfZylL/Jb7/toT5jft6v4i3jLQUI3YFHtLZHIvAsMH5sjCQDIGvZf3RwbOoQn5Nwq0JM89iWoJk1xQVNR6c/RLlK2o4kieFUUY+TH/kheieIjm/65e/WhfvuzFh7dOjXu7k/uzdhypMcjj6Qrx4/tmn/Z9J9B8U6ANr8rKmTWL74efzqv9iKkresLzwWWvsZADaNOZCSoJf9ea5AVcKe2v3sfLs1rD6lW8mdfKgH5h7ROGvk98jbbey98s3XjS8ZePSnRKnlz02watkjfhcNOQA8sqbjEVvcNGN/AsBHtgzG0Ni668xpdztLQiJp/ozdojmYDx95zTr8luDJWp0EtakUbx0CvvG6qwL+sd967B53xSvgF2iBQF/WLtu1RzigYOgQNHs580nQLfQF37964096BFqHLjq5p5M5obg34QC/D5WkPOelG7rmvokO1j9VxLYFi4dk/Yve+9pex7/86TW6E7E/7iT46WvTVx2FgS3zK137PVu4Ebtj1x7eMmXdTVCWIb1v+yd4vWXWTzqUfSSwlg19MVBoUQzAGd63HfDafqGdyCInRrO+fwgA/ylIb2xifZP3ryyNMDkYeGRF+9/ApaxE2+Tod2jl4NzqIHzOva6VvY5kwa8wicle57IPSRbCv0pltBIufg8AKxB0Ai8pYbYh7fZA2Ri3Ofj+owovTrMBWG67OUpzsggWYHB/nNstpO1E+wYuBj4BYFUoXedaomk3Yg4Bk9lsQTIb/5bGd4upBkw84zUKOSeWlnBWE9/DA5IxGmScAyTWcUUAWNeZ8MYwckm4AftktAtIi0HLiHudVCayAUMEn34Qu5XK3cL1EN0QyWsonrZ7ZrZcfQxWTU/AbSrb1mnp0Ww13KMgUSYB2+uQMHHL+e9M/gSAWffeiw5ivs5znJicjbbOt4yf5zHvgPptQ6MxvZXK51qPb5EcRs8xoGfBCeDpviic3wWy6XtaInNtKnCpJtqWF6+jJEIlI7uA//dC090kWHT1hd8xz4Y229Gu7/Ue89ecA3oF7g36p0LI788AOJszBtpmBb1VRwQ82P/3TFz2wkaegKszY1JVAJBbd4AGewuyrkZrh0if5Zd3s6NZQ3jibbEXg1HnPApQboUaQf2/q8Lce3wHcQIUfhoWTXut7AJEdu089glG27gFhM/+RMFEBv/e7lOfb5upGGu0erqV0dvC5YxxFlpiSevQcg4n68lAtPxSW5ythm+eoRXwC5R7LyIvl6b1HY7mQwNe6yge7Sn7xn4mseBntaCN8wF8ACMbGJ+qMWkx19Fpv52fhMM29LL7vQbQKvqs91RW0qpTlDQRq+xfrn9bfsLPGLB27Hr8ceDvOU7RKZEXAXDwG4CizzCnBdpbHfx/DQDP+sCbGd+2znmBOwEJXfdWEkGHDTzbIaC9k4EuPqZNUidIXQGUebEcMZZbJZeXu0cnfteSaPCuucbSGbORgVpbTTSOcwKd0Q14Qdch2TrK8tPnKKeDRGeFZk32TJ0eJ7/rWVTIMpY+Z/fwleS4KlgmezAVHMvzubfAp/TcyOa31ZICpJKlyuBmfmdfpwLcMmr0n+Yg58jy37znCQBzJuXRXd/+xuGRtlX6IXChazrjG/5ojNABYLVy9REbI8vZg9fYIADMkQB0X9D1BJPIquYokZj6SUgCf1qljr4Jjgh2CegnmWYDwI2Pkd8WXcJ4g5+Rf+CPv6ZVIvsOlrl0WQXYO2NWa/OeIW9eHdnWOg9nig2Nbx1fXbHvj37ZI1ruhJafyZK+0/uKbtC7hCdytMJGEBZ/bAIa7w1dEFTPBHB6ohu1n6nwrSx58zkWZToPOWt89m6z6NPCLQb0ZsZaxj1y5Lfqm05QRfc7wcX7akTwR4fp6YZhB8j/XKlomvue1lnvfcZVy4I3oBh5LWs0spF57hpRAAAgAElEQVSsahn/6GPoA8erp/79T/KrneqNW3QPFW5vCy3kM44OdO2xR2YfWq9bX4iXRR/f+v3z3/c4oazPBtBxQIbAtiUwBreTyzzYOeKn5DVnr8lpqytIaJJ8Pms6C9pnzRuTTCARXkgXpU2SOk5iYfkKAJuOt+nQVqFZgOjIhM/BXPQmOXF0XFUYvQ7/lgeWy5JVrpDZrh7tEHsrVrUAcfaEV5aHIg/0zNOGTThrzhtsXSxSEX3hhGr7FXnHmYO018ZOkl8gezVdRmaNb/m+Y2EPPNbBvH3UUNvwGk9XuXSHovP+eh94ZWU7Mi6YvB1MyNeW37F5Y1Ofyk5XAOfMRpLp4NXXNhcc4Mw1Eig3oTf7mjFETnXQ0DjFel90FpnTMvZPHbSQK7rxtBzWSId+NVYSck93AfPc+H0mwJ0Ex8zstXmxB/xdOSLAda133hbosYfy4G7N2m0Vszfry2AcjXleeyNB7Yy3MYnbw85Zh11Jyv5320Z0JvuJHvPfo2t9PItMxhGc4GW9E6fx+x3Pa1/ED/t4eI7xZyLRgV7nKbBA93pI5cjHP3d8JHP/7l98NvgMNB0/WbpY9F0JSvPx1d2p941ElE7w8X5OQOokiEn+zTEx+X47P2St7yqkt1Kzaavn9VYsG+99vLQ44radWf+sWXT4D/mkoCFH77iiP/gzfBjaOkEQz8tC4Uoq2C5h3YJz3y7dKLmq8TtRcOjV4xr9uc7ju6sYcl14S4lf7T+75newLPhu5Yu6BnYA2NMwn297+iOf1MJ18K9lzyma2KQVdOdZp8F159zPOYKpk7dfed9jj5N+E51IWIpMU+L62P8TAMa+yPrFvmRMovVORIH24KcLB5gmkqxj/fvhvA7QdyBX17X9yvOg3VuGRGi8GGsr1uuowPHvdmITmJY1AhvQKtmQzv6p+LC6gpiW+13R3fITX/jh1QkAt23WOqb3KfJh6ablZGh67YQyC4yXKPB6/Rd93vhRKeI9YdYv6ebqKDT862echLfpbjgDfWMLGpHPzxQNyecm20h8PbZg+70SwNykzbWzwgfGpOaPYCzojPhBrxW8Zd/HJ6N0RJLmJFljjD3xlQtfDz17Xb9rY7ev3gQv6D0kvnQA2D4WyZnppJodCX4mAIy933uHLtwE4+1s0Z3x3upQfKKmdcdsEge5EhQ05+kQBY/cdAPeiH2+2ExrMHx0ErQSi2o8xJp3hyuSK6/9+IMv6fWbJFlx4zJvIQf8BR947pbLzD2+JdFy6zGvsWkwhWpH3rtjbnUxNRNsK2bw4X/8ZwoQSEzTe0/cRwFgtcg3bm18OwHQKvZsf0Kw3nQ8naNMvu7AF57RWM0jz/nZjUEa/zReaJx9sNHgQM1LMv/QuejGuPidw/hlRn938QC0jG3SvhP7ZGaR2z6PXB5Q9/1OZ87wcPbBtuu0cNZ4wE/fzvl7urbwHOI9i0NTYKUxvJjQca6Ys/7e7/U+7NnKilVlLOtbCS3N+0ffuvDxk0sH354BxM5pXGXZJWwtX51aQG9rrZxthAIic1oZtxYgA1Zg7F5AiCefhd3IIOszgD3fAeQIgTcDjwlHAE8m5hwk/gYE9Z5ub6UxOkNsWgC8AeDf2vl2BhUb3z3kER4wus8AnKxovvO8H8d5n0sSgzZODQvgabHQ6xZGHsL7JsH9p2f7BKTyrn5zDDc2GgdNj1u/Y3D4PQLq3qjNdO0A2xu4aOd89vhundp7Lkf1ESbfPPjOWT+VbegAoEcQENPBzFW4AbGmvxFSfvZps7NBZOa7wTccIYCRu6Uz52stYNzAj+b/BstbkbdwwkHca/ZbhRMtZrx+n6Lg+m5fLgOm/+4zDHBGduZnCxqyZ6Vc5HDzmmE86rlP5hYADEEUAZQqPJx/p6J6eFqPS8XPni8UZ1MqgvUDiG6HP3uTOQR0iRfEj5dhN4LNvAaIbPQ8Moj7Tdd1lguKAMPgKKFv/LS8aIWVAP4ENyf4g8MNANic9lsgysDqW0SyzWkrRIvBZAjnKZoXnRTeMxD0vdbndZhkfQOsMFp/MzbiTEmVB+emHEfIOMUIXAAOcMDwXPaC+/p90rsE7ZE3yBLx9XEwSaGfqusYbS0bV1ZscoaV41TzOkHjqxzl2cdJP1UHXYlyDArNXBsrUOj5R2m2w7bPqwcDdsAUPRB5s2cQHrlSa4geAsibDj/6l4Gt2+MgWp15VXCi0757Doj0mSVxGsSRmbe2wxj52Gd48A7oa2UlxkIyZ7WmMeYB1kk8OCCkiJxnIg/YP9MvQRec5pLbM1jGrG3A2SvgnuSpbfGD4ZR57lyhSTovRDb8NJ6hC5wDv2XQt8g4eIYzxK17RyccEJq/qQJP1qA+2TOgcO7E2FYLorSHzrqso6gDCLWs/lV7iJxAh/wpABxcs+fH67oYgtlD5KPwGTa3Po+zfoJnqsomwUUtuceAws7oM6g0LV2r+zU3z0vG97RetYxTJeIEOJXgRoA/zpc7FTSyZPU2+ib0tetv1i+awQHT4Pzw4KwfYLx1tBw2b5b6CQoqVjbB7uGs6B8nt4UOQ7MERNGfwWPoguDXPIG1thyfdR2VdXRar08n28FjxyAeg7CTgcCwbRRK9qkF7b4H3DcKZnhUCUYKQPk6QNaMGQdy8OLSB2cC+fgNEmpIHJxASBZju+LYcBm944z8+mm93q2a+Lwd/r2eTRv6HEP/Sm6camXa0uk6qpEvY9OV4Ulo0Q8GKokQF8arrGJ4E4e9HJrGhIdx7vbF8AoVRB63nDuFf1kaknr4mzkgM0lokj6xJsJop8WabY/F+3Ik2SH+zVNjtP6RfBCWmATE4LZ8JtqApjuT22tofBYj/zf7jGpPHGRte7EGve8kX4AXO2s+CS5xxuXdcf76Z84APa2Ch1bpiiCZZIeXOlsoUWqqLGl320kPCiSd536PzvnmcSC1/iFwHSeHEgIlA1XpmYTkDuC1gwUMBZbleuTK7jPJzwlUND5g7RTEUaBRa7hY4NWRaxN1dxevoQl3quTnxTkSZHUtMhGM1w6s41heceKx9Lmnu25JbO7KIo2Z5PBObgSX33bRnSD8XmO9pulIj5SDG33R9tQ66NGZShLIWboarxBIJ3uwJ/3vdpBY+xonGPg0OmOdRltpIv5KYkXLOgIo5renAtgBdPJZ/H3qUOEHKsVDG6FJHFk4iZqGwYBen3Es/cdXbY/Mk36UWQiu03M7CMD6h45iwzO/V17qu02oWqx7HIAlc5fO1w7HwdxHQrEXOBqbPs93I8d5f+NXjvDKesWJtolo99EiugZ7AFnhPSo8Ck/ybrAz/EJFF/qlKynZa+bAM478HDnE+178A+9LPyPb1oH4M7nCezY+r+Y/ibKWETgwXQldmAs5zZrFbl59qedvcmRmo2chv+FTvRt99lZIHTr2L5tgk8RxyYJJths+oVBCSrA7CfrlhUFIXMFWgA9aD7JH24lkE8v8uAd/on+0CDzP/GK5ffvNNqFjA8gEXkhahpbeYgTowt9/etk4evyt7SuJzrr9Z0sPK488RvN/AqUkoGTsN35vjCNbOf6FDUhoTbhfdIzPs48qYPztV5DDW5jlr8/e4Kc7wDR+XqwXTGP54QuSnNn+C+wkWkCzpvhvXvl9oNr3OK1lV1K1bu4Cl25N2/4fFywokEMgYZLvGt81nVz7Orq0/cEeOzirsD+0qH87EJF9Dc8QpPP+Sz+OPZhW9XmzC7YmmaEDRcgu7tEzOcqwq0lND7NR0SUFCKYTTvvC3mQkEoRe/XTwwgRYD/3M4olfSLJgf5FD2Fhn3WZ8JKnl+owTmf5WWR46mPfbhraPYRN+swdTwTwYsf1iLW+Yz9//NcfArA8dB30Sbs7xKMcvtEkEfYazn2e8/x1x6G5p20FEc7GMG7yMXD9Hg3wyUXtt/6Ex0ySYeY7pUKJBYgvRYc7+nZlnZHp4Uf8Dn7SddO9P1umyuWYthbmlVzp+RCIhyQrsP3YwHSfN/yrks5BKxXR4IP/ydz6rIOkEKf+kf12ApiSA6WDR4+YYmaXJ/JbWyaEJ88u3vpGNSdBhjKGbOfbl+15mQxJzY5e9BUzvEZysF3TcXf/0GV3C4j/+As1zxFLkhGj/53Ew6GX7N2Rfjf8vfqjEZkaMTGFY7B7Nj4r6WXkf7ch6kfDQcaj40u9g567lyo/f/DrMufeAsUfCRV4if9vmYvza1zeh/42ltK+w8UxiOPDHJipkv/EFBYd4n/3/xWOROeiK5vPYYndMyeLpu1n4S3thPT2igv1nfTwXJVDp+RMAbh3T+CYxiE0AoqhIcgQa7YQJfFf/8hHxf3Pmq8+1nfMEbPR9RrYm/I+//sqkK+iIwj+KYVqMnM/FpOVwZlInY2ayaDogi3DORucMOtrSrTIPAGtgLUYC0EJIMV602lkA/XTGgK8bp62ZQADwZJWN8eOFjwPpPF+OFDE+hIBE0ptG8L0KS+9K4DOOFwEYCFnCl2ABzBLSGoBQGSCcGfNb8HcDElvtmjkCWNVyZh1Hv4GVPqT6rRwUgZ1EAc3zW1cUQQRQtXUboqXKYA3acUAVw3QApgFtZ/41+D+A8eoBv23Z2FcxVzvWw6DTInLudQsz/54zptf5m4AVPx141mdSzKGzXPGCW+iJsWi/okQ2ME4AXdd06yJa0ejz96wn07TpOMEchIfGked/bUupUhir5NDKd023OsUweceKgDqzB/hNBpZp+2NGQJeFkBXLp+i/dbFppM++//c67xxAlAE1wSMvns4tlQNv1sa8X4rGDpdvLg3kWFfu92MGDB4n0lTkHwX/vfs4qMXvumcMHOikFRP3UYnK3nXiR4OHC7j6LGU5oD5H+rcOMojJYNPa0JIVsMZ8DE50prFa3I2KMX3ZMRrZsQZR+BqAnTUIPea6/NsVc+3gYc06ANRBLCqKToXjtP/ojDsNCZB4OT/G4GIsrRyTpY4zMsDNOsGKMXLa/HWOENiMXPPqBBJ7v/VMgk+d+OO1GV7X9a50HqDLGgFsey+9xlQ7Qq+zoAfszvh07R5ZkIBljIWAlQ48nAB+BYAln3FGdyIUexld4uhV9lUOfOvFVKz3deHNbDyBJ+kcBxJmTASOQhtJwOG9u1/RhZe8t/yME/U9q4W1XNnc1Jun6nkdnMs9GzyGljT6dCjYAArj6n+RfwZ/I4O8LMfxmApeHDsxzuQQ1os963lcaA55Lz0vOdlyg7NraXkNLpHBjTO4HSAx0Lv3VZxIv1VYgBVYiwaTXVknEiCxRsbR6ic5Wv76xGi6nujn3/+pit8x4Kut7+sgyMQH0ApToce/XxSwoRKyMxg7AEyrWY1ZlXf/9m95Bi0ys+95foJKXVl+Jw6gE04WNC2OkevSfdDLtAjuNdM7aDFdonPeHR5qetMaRj6ULPIas/cPfcw4CP5TnZogW/Ya3UDACUMeZ9MJAPsss3l+rT/0/QZCvE3zfjJS+1r0//ls5Nd7RtLKpjgYroBIyRPJ8oicxkBxyiEbj/ydPXHHhXEcMI7WR3y2Y8xvl5yrYFJfHwywR8343b8EgDsJ8gSlBr8TIHKikmRElSUQtLBTWYj/JM9NQtxgCbUldwC4WtwnwUiAppTvN/ix8zLHJ1lTgR87PIThbFuM00YJGLKZ/N3YYt9jOd7F9oNwzCf3OTJGiU6i7b///ZMBs54J8ARrUx2qvT9HPZRMMG1+/1lvjABhfcEXvyYlnDXJ5JLUty0ad5+zLqaecUq2E+EOAE/FU7jpOM1Wxo+zwnhXc04S0z/dkpVqn0mwHZvu5SXTkhwfD0H6XMaKxuk6HFecb/tWzOgRTXNO9Ps+03446CiZReDx+40EROmX0MU647pS8ySqGEdvssUbXFwsGB14qjJmf4Obbz7efZkkojm7vCsx22EcfHcHgMFAlvviFYv2DTALy3Nk0Hnf0PZri/c2IJ9w1CcA//uP3kGy9E9ZEXnciTPSx28A+NYHWqe7RTP7e1o9T9AJnW8+Gb7XeOQvif0Ve4U96QQO/B22D54AMHzEOBLI20Rh5pkAfuyBrnK61nIczSJp+XdMz4MXWWfToPftp//Dcxf9ViLQadH/fcc5dKyh6EzvIsjRTlnGBV1fLSJdbax7t6MY7/7j5s8XZ+wX7YGCot/PHAtz81zhTCWa8pzwZL5tPJdnyG7bo0z0mfDG69TV5zh8Mw9hNepFxk+izyboc95dARav6eAD7bXHqYTrcm53YKXHrOvDl8jl1bHoWv8r0h3/V2yDyCQ9V7/jC9P43kpl5LESb/7mca801b0kZNMhgD0wPYn4fMfiYwLAwhcJUMdP08mVJ3lp7u+jS5DLWW90UcZEEtRtJyW58/iboP+pwApNj9MXe2rea9+EfRSTPHHnvJ110wwProDgvn87WaY+zq9l/1rGHiyteSkRaY8YaF9F5g3dx87qykI6YBy59F1Py16/9tDVBqryufyWkR/sYfTn+B6euUNPbvH7jeevf/vLYwGP7PEDe2alac528sjsqVAniI1s0nXQE4lBrJ940L7I8uuc9Ri/NMmB3IMOIwAKv+PLPNeNjm5/1h0Mna17wG7Lj/BXrttEpcFFpsOfGNGyVDaL1qflmOzYKRJi3+Er2YEFa71v+q7tPuZFsuGxJ4yp4tfO2m0AOLSQ5ACS4/uIkqa9XTcSLOKjkkw8yex63h/4C7/GGWfE0k9eehJAQp/h/yPnhvZ6Tfysb56bCJ/nk5x82QK2O+JjeZPmkHG9zyd5Mk/0/48u371GR+ojgtT3mb7TIeB7L0cEdAvZ8F/8+Mc+x18x8sP2wckECC6khbvGG12mNvQp2ghdbhD32NGzCYpHJ5gc+++3wp4SP5n3odPxf45x0XajnqVxxn/MeclTFfs94G//KhoSPU619Tf4TegKL2WN9f0QytnL9TVDS9gC8r+i95t23wAw971Hu+APCr6bc6cdYF9DT8uv5MFPkx6/c/v5F7tPAH2SOHp9SPoxNZn3YlcYF0ovf9ibpOijFglAT5K+7v3TkT/th8fvdtk9nMfr/ZyA8WPLskZ+zy949lfZ8MjKfoaOOppi96HL/vbGZyAP5k5nK2Gr4IDSiRMX8eff/+MoED1dpOMuSGCTiV/xZjo5IcOCj6aCduSYcdzoCu19d5Fkr4nfmd9kjytYLj6e9RC1hHeSaECxVa/A+vAHtw/0AtNxLeOzWW88s0f4nGv0OWcAo9jb2MdRQUbAvRX5ywKlAzozuRaGiU7HoD+BQoJxZvQ8p4WsAEGytrMoGCINoGCWU1kSDBDggjH/MaYJ4/tQgVeDFF0zk0FhtAOyq4bfTPQGCJ2Jk42bNRkia2XvQMMYbRE04SQrowmoBQjvcyAU/RuDKy8gqMP8AUaAmotgJGStgMcZMEpS8w4zbFDEAu1UGySTBXCSgEAc8xj7VDZyH06Yl07ImtSzOsOO6wAw60TIPFF0bw/1Bv9ejwEY/d4OYDDm08LGLSoiJPihXYzbX1f2lxmoBImV1giT26gYIPcLmGvHOu87AF7K7YCugOHs+yi3EpZNb21oW9m6jdskGHzVW6+MBXg0TXpvhx7OOiiDdypqjwEye94tZeCgDqA1ONHwASimc6/hGoee4xig4jcMEp7Rwpsqk98SUBrwLT1l/aiEYz0R0jj/+RxHy8s3ZP4gswAsnX0MECabi2dsV4E4JhsoEgBWhlfTUJ+lJoB8zsTw+sVBSYCcFli/6dLfDArvwcgaxkiG0aE5ZPD3HtGL1v3vBHXmpt/24DWaeh3Ne2VEvR0AQgcTBBZ9fFUKbjVT+sDZ6XIY0EGh6NNcIlobY5REobvSJLLudZgCBvSIBpAe/2RT/kg8QGhUAFjj0xq88rdBAY6NKHaNeRwUAyLRj68u9djs8Ms6eQ5TyXgSI37I9E208VQ+gmDufwRkj0Gl695KJgBuV12wHF3V9v9z9icKuuXGrSbaPpal93/b4yrbugtAfAyQmSX37Sxt5fCvgUOMiIF63wHLrZBXv58EkFpH5qjv+hzAIs/Jxv4GLL6ZtVQ3hP5yPqdeL/BI4dEFfND+6zC2LiCjnLXrzOOjq+QQK6O+ug+EjgCeU32OfMIeCji4e4/uRK9Ah51Q4msmoHMqNYYGyOpHvmgMBIA7yEVmauaUFeov/gZYo0sY5znn3sGqTSLT/ehzO504HXVG4tKeglZrtLZ8PyDo0HpXPkETAl1cCTPO9AEpCkhULCK2Rmw8bCn9rHsx+gJyfmD9vwwAszqAyAteUqmhcSdxQYp0E4y0X04q0iLanotz0OfGN2jrpJ8KOrKuVGuSSNfrlMz1zNXXd9v60euAYl6K0bXokQVg197QEAzuDfAXJyo8ki8CV1NV930g3d1dPI5NPok2bcdga7TN0XIbne17TutLnKICjIuApZ/83+ODaJ6WB0Mft6O/mc8OSjp9OmANOp7uA8kYzuwzNwn6BRsSwPwZAD5DxCfYWzbIOwurdy1gn8WWvBe/WN54/zTAPIQOQvhL5pFqpZl9m7a1R/cOUDHzQI6FNgJ4oyM8V+TLt7CuEJmvY7P5nkwO++hUyJbcO/bC0FInWOT6aek4a0wyFOv9m43tdw6opf0xb8+8sB/ze3Q+/hzj7YoRXfNbdVAnHXYlUdZm+Ynn6xqCAoyFcbJ2JG6e5OHv3QuAqWV0EksZe9v02H1uW2l9mnkpUITMI7CcB9xnZJ0Hzw+vf+yKPALH6jJg/h1fWokxc7RBA7fhlbTdjH21/gQ8ftHU42toKMiW3efYHdGt93nzvl5gzTeeDta/vhLjubP/dw55Dv5VB6J+DwCTyE4C351UGR617S6esJz/bPdvTeyDfskJjA/+ILAVf4qxiMembfd0ugm9Thcb0dysMXTxJlh7XrO/AL3RfQG38Gda/7PHGwDhCYD9tVYnYWF8K78wsoH2lnQVg94uoL0AagKci7vExms7vGkHnmo5fnxokXv5GIDroa8kjWZfRtcN4QGMUs3id4yog+d5n+S8+OvgI5+8/Pvf04q+bUfWWevaVfMdSHCHG2MW24EA8I95vgnD//El+OiLZHPvG/wU88NfHsvIh1y/xyv0vr8JlOzXsV08EP0v/J1x1Tu+Hx2UnTN7AzBGfrVObx70eOiE9y8CwOID7Ze70IwN1YH27BMz5hiPzL0rDDPo7fylX7FlCZJiU2nfUzQwSWAEUKQfpINlfzudZ3wp4ZdO1A7PvSZ12+ysredvR3GTek6rVduIA9SqQ+AsduOrBMHv+a9feMva3beWsfBbCgaQgSNnXJST/cP/bno4tp14TXju8Ao80xVx1sODOeJT7DoEhCW5CTln+j0ydG3bxmZDh4vdtU2JLMtz9m3Bg1dn+nPJhe8G7CbNE7zqLYTJ9amMDE1N0GaewR6d9ypoNQE1+wiDD7BvHdxmlF5D0a9NmQ0Yc23mvfqYOZAsSOD02Cazlvq8E0F5H3Yczw1thtbpKPPiGap89HXCsWf/GAd64MwHYTGdskRT6xvrqrYpxVmx4ai4w+Z98Vee/3YAOH+fH/S+dODbjltcc+EpU3UPnnYqXaWDj4xG967eo6PNLVPZvyET8dLIae+L5VNkCbaE53x82sivtIb+2//z938EB7MOV4HVVAySIMa7jw46+FiCqL3X3udZchIDzHfTaUeDo/r3nBF82RsTh7HNp1jOHQlEjiJrsAWhL34/fm8rTdGUbLpvsv/8n/hmkS0KUCcArHHSOdHzosPZ+EjQYcYRjOW36m/0Ax0GD/1+PyRZdvADzz2S/T1Ggw5u+F/gkzne7LGDJwHgt7iH5/Ek45LQd/wWEuFt3yD7Vm7nuYeyrYhcGDLbI5lsneY1iZBpvj56ZvykUyAziq2LvdJRYhPMkFnge3v8QWivi/tCB6+WZI3z2Vsg0T49PzducnTZ6ey369kJDdBEJ9x2UkjrQs1FGBdBXu61XadOb2Nzed2tVHZePf7ozQ0qg6U3T1JAcdbmSixvvGN9zpNE83TIOrbg8DmFUI2Dk2hyBIOu/b//978EIx3i0IcbvEjQjwwijII2mjqwcSZnYspvrcD0O4vS7fjuKrZlQPphwxRhVv//IWIURBY/m2EDRkabL/6YUpm5cig/BpVDpk2W4k92WpxYng3jZeximAUtX6MOIduVOm3sdPah7iVrF0Hj9aAaYATrX5Wwm0gqQ/mHA/99btBqXMA3a6wJRGNB/m6rjhAc5//mfdPOYAxCQP4YThGWJ+t8Nv8NigPcIwzSCmGUvVpclsDVI96sSVpyHtoaIIwxeJzzDK5hL5sBWyl0hZL3xRlIcZA7UMP8+rk4qAlOL0CnBcWR1Fq7lZvgGSnLMUZsDLZl6gfHMkA4YpS/oAb7oe8EFrryOK1zFvRhDRAAHUh5g8DtVHcGr8HtAQI1PhINAqBhDIaYrOChlwIrmj70LCo1WQYqL0jweAMf0Gnmulldr4OeCjPa5q3BhhzqbLGWScvvt0FjmTBGbozlcpZ+ceDSMvxo4l+7DWhPGmyUXG2VSOALALxbtkNTJwAk+WWFSqYlhuJUw4zx+ib02I0d2egsYfHgyL8EcgNYaX1pqfrYaqbaTcTJumE4t+EJ3/S5TFengFH6vt8tOFRdmspDy4IJWAfESTuMbrmEASY+M71//wHutuJ7QSMc3JaDyKmu1sCJxfFi3RKwPixw9ASyq2ml27wfx0+BhjHsdC0ZfZvduFlKDVZvu9Zuzxmglq/MqYHFfGKwtjIUz/UknwxN95xNj25NvZVKx6+bdzoDcWhqR5H3BQBYoEAytgPA2fNtAY8d8gYHozsBJgdE+l7WLezRzdsWOu2SNX4FdH2+kM6blIxSRfQEtl4HrlvEsG7M6z6zaCtwALw6aQH7QvfyDgfpBDRIfz4Ooa6TA0GVsX5v/u81yJmLWQ/a7V0JJqoArjPeO/M+41lwhWU9PDeVxraRDMKvbUSi0uF121pfRuociYroArkAACAASURBVJHEgOnGMWckHt6bDFnecwevVgaJllx5PhXMnfwDwOQ52C4LyA6Y6eCc5cBW+9LKmvNSbbd8//33P5MUaNoGGHYwMA76fqEX8uxTVe4Am5gNUDkVfvoi2N+VFb537NOXXwl4cz3vfoPGZ80MJKQLR87eDXhD9X8HmnfPBnQEuJlxKzEwdI59yf7NMx1syXpA560/NQ4SAc/5UWPPaHy3/SGQYVpzFvjNfHFuWNd2WLE3Wsa+LbRMF6XGk3Gdih30ZloiFzhSjppBqm8hDwh1AJDS/T8CwFn/07GCTHTbyOFzA5BrGhyANTKrK/nWLmdNXvuJBCLbkifZxLuTPRrexqbFsVZ3mJXtY7eW3RlbdhIXvI6z59/gOwCchIeVaV8C8bEF3gCwdcCAhs5X+P5td4XIoO4oAB0W8/keyRvtWAMI6OK02cod3THnyFwy9Oeh7Tf4no+YoTuer0CR2qwzV/OG5sw+fj+71bcS0+ZF0ZM/j3BIlVz5tFWpcGwDV9zfAWB4GpuSd3U7vaxB5qDr//zsJX0RZDkJSkPuSVLTQnagTS20I29Pgux3zR0cuAPAekQHsTkbjn1j7VvGa/zYA3yOzoZuc/8GgLW2b4KVhto+Yidn6bmpfBP4tIA260979qaBJLhM4ocTEpLIdPyxoXfR7RsANulNoAG/roEizZ+qj8imrWzchByS9UI/h3+/C64qzwGeDlg1QeKr+lGab6p0CNRjp5Ng6HEU/56AwfDQ2sr/OgDcrQ+1B7IToHV0PPvbNrXe78Sk0wIYXy2y97X9CLqEzXd93oCgnsu1rV9PQFDvndbvRxd8G80+N6ZlKmRfR/dJjtEOPMGjBIBPctzwOPYusv3yBb73WS6P7j54gfV3Havg929FVpILAmy3Dap5JslZmxq8ymuoxBDrH/kGt1+bz9MuMHx3dxHS3/bM6lQuK8kKGRv/Ak6PXIB/ZGsd+37sa2wSbNBULyopepNd/NnYJaHfYHSqIPVeyJ/5nve2oG5aRjaf8Yx/ZeDVwH7Gree7E9TweONt6XxCtYxsw8iQfo8Txpzcl3arAMUd0LedpPn42o1Eik+0nhzhYd/PiXvZL70v8q7woEksannWWEb2cO2ZE8AaPruTVTL/7Ff8un5WF3y0fDpJqcI4jn2T93bXF/CLrNcmAb80AzF11XnjSeAa0FV4s5ES2QTQ7+pWPTdJUbkefO6qsBx7C75UIE9fWpc+3/nFyKCBEEP2J4GfJD8NCY+t+Smp4TuSI0UH54isoWnW6dgWsuEnMI/d9p4pD+e1r4ltKX8Re6HljmgqiQexSV+Zz9zeALDblBb25da3sw0XpjJYmbbkqqTzxLSuwXTaXl2chuSKbdlP8pT24LSsnRdvAvCek/kGI80T35hiJ9wJ13pMdMy0DRYu8OCZJFvquaZvqSv7hp1EGfytA0nBz9ih0IQxy4nlxL5GoOwRMk3aeofiFbLn02Fsbe3cSzxi6b6f2f6BRhK9MTJMNuIn+xa7S2clZCN4cvz41csOII4/EHmzCSrtv/h9lnvRMT6u6GDBk3AxsRm6txgjH5wm9876TUeMf/8CwKZPxXFmcfH9NcaMbfEpbEO6FLRedVeWw0CrDzLudHUAX0THnflMwit4hO5pepAeFX+o7XPDB2r+yPqblpc8JqloCSb2bpIe4W/oNLftMRY8xjyLCQAmNEncHuNnt1rfCctRd9/i3z76wmtchBgbZ2htbIXmAWN1wjtG9iE7Gut9Yz+/xYYoajFdTXeNXuPGeOlYCJ2xBhQIpnMoycBhulNdaxsinVGgyff+I3O1frO/8IrGKX40fmF62yNaPZ5KXFqMK/yGrOwOdeyvaMJrbwx+O8S2TDuY0/j71otjD6Kz4Nfs49po2EPrSyQxgq9/++M//+sbezLld4PGMf5eJAJKSwGYO7fuS2gfcxuamgyAbkftNXi1VOoWMCwAmzXFEBYGZkwZTiO8dG2f2YDBy4TI3NbvgF8YAxYYA/CdQMW3/uk1H6Chq6xoNbJME4O7gT8TmR3wMAtM/psBcZhqKg0IJGDEU/LdQYw2gq6sdBuXAXUg0vesBzb6Xv+sqQTL60iLLM7faHclkJHMLztoA4R+rZMINMAAvzlguWaA2REqAdnifEVQZ/cAMdkDDKZ1OLpV0TBNOZKHqsWQI2lxQPQZwqkBe+jEhn+BXhiPATi35fNmAA/wW3Pr8UJLEQZRPCscA0z63QJwSvBioIfJAmjQqoMWLDyn56Zr3lZNMUiy9pehXk7Jm4F0KvcKtNz9uYNVrTBOFbtsvjGY2gkGGOm2TmTWtzGpOTSAgNN2+HsEOHPDiYG3kr0mLzVEhQIBoGvjxXTb3uy8BMX3BgN+o491YpI8kH2LcUdVV94TACMghwSbDLwoqYv+x0HL39d4ZUwAqCjLTkLRPW+CzTkzUmuhDGcs1F8yiPRR01/en7OwS2dMpl7WlzXpQCG6ob8je3UPAaMFdzj7KRWGONC0LL/3vsHUtI1BRtKaJnSHqRWjKfx9dzXoLFjo4GR+Tes97Rr65wSgBqy45W1GeQIUXxCKz3E62EONjAoed7o4oN065asrNoPVwcmWwQI7DWLdSj8ON0lS+TkO7maVXU74zMf77aBtV66y+tGPXcXZVYd71f6EzGn50QG0tMrkrOc4dNZ9MmDG4O7nMi+SdNCTncAFzb2y0Trne3QM7AGcKgO+6ZMMXejK/DsGXlfdAKhbXkn3DzhNMtplaA2YxLx+Gycg6qmSmIVD/0SOpNpIdNMV2Vmb0P05DzOROu9ZB9DDyxiBW/UI/W7AL9VH7F+3ST2dD77Jh3fkFN48xpjIoD2dWrRW5SVt1dDdIcZgPvQ9OoWEPXTMS4PwcezGGPsn6cwOOXr3Adjn+UloyNqQaKWfw3s5Y0YARZ/d3fIpAak4G81vnSBDIhPr03ylZ8lpsP4Y4NJD/lSGHB0c56zlnHc5DiOqbGkrzlCDQd5jBezdxeRO5Gre7rFREQAYAUBp23MASqu02VMqnwy4t4Mz6yL9uNXpoTG+OCqDM7Zfp/TY396f5YFuZd4yQ+OjdaIB99EBWRf//6nUIkAQ/yJj0jW0UMVBND2MrpfTz1y6dTwBGALAO8PoTOutAaIizxbEwNdCbxBYB6zGfk2W7/ot5mrmZ6BLm7KrYVB21lr3ldnpi96M9le+cE3sAtkaG3DSZ72+7euctTSIFj7iehIYbEbP2be2vWlNvPj58U8zjnmGmENibkDfPHdXW0sMKNn7x6pw6dqvk0Bs2zmAzQuwi147uZRnvaAt9i16EFvW/PgN0S15v5sJ6vX4XBmNztAcJunHNmW3iy2AD/0Y/pvuFMe3IqgQgjiJ06aT/K07G3UgTp/Bx0tN+Ps37WKLaFtIGD322RfQ8ecHUM17oxO1jwsGH9k2vr/H7OQkCGIS39wurUDOZjQ9e2whAv0BwhfoO+c+fxeaFi1Th/dnbA7+zRE+7YOTYOK1G2aSLO+jb448E3kPTpCz1EZfl73f+hH+0bPbfgJwTYLUYg9ex++Zfc5lFjf6uWnrXa+W9bu/+amToQiA4xvne66LzlmQF33Q3dQsfwY8RidlX27shTG0P+u5uQsa+nsTtXjWby0cO+GWavvXluN9Hl+ZyG+VnKbaFd05ozEB3V+7dAztdYIn+ovuTwYldWZjyTn8g9z3AY2ja5Cjv60BfiAdljQn/KHGAdoWaJ3T9iEdFZQALLY8/rjxuNu36KptrZ2DJt98ev/DH7RSlW9sirn8jOWHrzUpeKT42sGlJLq8Z0+G7ho/2tbCwhdbf8EfCfJOwNXCiAriSQSaz9zCXnaq7EjrzdC45tVHovy2nn3tm8D1Bhh2PBrvFhF4vOa/Wv+RGZwT3/xE0ID9kUinuwb0DRjNmDu5WPKXfUY+H+xE6//pGemrrmTDnmgbrQPQv9kPLV+wU5FvO3ZVAm4ChOnnSV5+g+A8l+Cdx6QF/CbTSax/VbDyBsJPUL7o62r9/NlvJD83pqT7sNdsD1Ur9/e4C9at53/wm7HV6MjTdIZcQvY2jqv3HxzE9BNbO12woi+gY9HySQSRvh5s/NgnPjpqAnoneBKeYV4nv8TXxa9DXoledD/8IHsRe2oxvsWk2r5NYKvOLPU+UKi2+gKd1IU1rcP1HJlMPtJmbINb92wxGbrVeuyTHxojXZQc/Hqq5tHn2JDoKGgxa71BYtu+yPInWZAEFvl38fESZJUOJB6SvdjkkMi07XBz3jt+4ctr+r2Dlvh/TX+xKSyebb/Zx6tktLZLgivFAGCdXHU9hHknzOs6fO4dBz4+Yz3wpB8rW00B+hzT0PvWcu7ib62v7YwN8FtHOGB5F0tER23S6+n6hw1wunPOuttHW/8iR3INVjC49MGMqxiJ9eXMZfmZrKP4VVyB/9IJVL1Xx4YTTczZvaGH5QX0Y/uHtn+m4M76XOwblXo67bwJFPDSm3zZAeBjc01shE5g0cn41os9dLC5feuOueUopTimbU93V7yTrD9z/z8fH0Wfh0/AqtsusB6fwgZsSq/d6HbW56zfMDS2jQtcPn2k8aVoJXaJ6I4YpflyfHjWGLsr9yfB4D2WCz+rkwZM93VEHTZD+7LoRHwN6EB/3zjTXQgUTGxxJe/VZ9D+MwHIGNaZnIyepLFJ6L2VKLoO0HqDaY/nVYZVG9W+d3rwI8DagGBhEQhWIMOQV0vqMcY6w9OLIoU/QLcYziCzsh/mkPZupQhIaMPG7WzyL4sbB/1U1niwPwPADTiuQg+B3JUYYQz/s2OfQJA2ji8MOn7/TamhcJNdHBCErz7rgex172llcKQ6RULyPgMO5juO/5Sja+0IVPW72gjBeWgAESMyezzz7WCpzhgc5YiAxIA4QfhR+Hxu2pns2ZOR9Jy9xvtuRXULhg4AM18rsqeClsqAG4CH9qH3CATeRza8+KMzrbS+KKoAHTn7sytZ+zleayubCB0qjlMpEEWmjH8rOtPRAs6dgYJx2FmwF3hVLSguWlL7pfqK0dgB+I9+9N/wjI2VaYeK83fACk8lDgRxhwjHVBi2cRsnHpq5gQEMQAv0byymEzHlASEi3Hp/X4fIy/qIKmhm+TA/0VrlDbL2eHuNIhM1nAD4p1pDdFtnzMU5mTYto/AQ2i+weKr+T4LJXaX/yp8FeiJYcMgZp8BQt9af92PQHCU57TDPvCSvjLCuoIqcWwDwt0oFTesEQ+WMTiBZz0WJdsII1yfLP8R/OgUMQd9nmOW85HPG+XcPZ+JqetvGaauCe59jpKwxDU2QaLQB7ehE0ZT0luli2iF2gAO+30BPMiA9kwFyNS1+ptIagG6NWxJLhqi/e6haa5nadIeTBW91NSj0H7mxGYCsRRtr8MZv75Hx4e4QBtrDRHel5I7oJ78MLdBWeyrt0pZ359tGZRtwPVcDMD5rLyAuHQsO755AYdMfej1AM/cauJsW0yIxGe/hGZIMlj5MK+LB2cMYw0Fk0Ptanw6CrF7bLiNHhlaCCvYVcs9VwOc8EMm0tJrjK60LJwNx7JUf2Zbz8pvGR9aal5d/I5Txjvc96CxopB2SbvmVffsZAG6g/0eLdd1RoE7r/PBM2gxDB23DHNDhuw7HHKHOe7DttKbak3NeZC1kP59kwcifTcxh7pZPqqKUHpujRMgk13gbhEEnNb9dwUE7/1sBQ9CAgA9ZzdcRHJP9ibPWgdDfwOe187Kf7eRJfqW7g4QgoO7tuMV+WXAEByv26w1CQDHInb+ik0NZ1UFDdNMBkz7HFGdpbc0b7KAlk2VZ8UvkWDYaPsWhxI6JDtSF0WuxX2ZPhkb0DXnjNawAMuME1OtksfAcLZUjU0gKwb/C7pFcPU7l2HvYb7ovdv5XrT4B++7oQQC4k7b0ubOcO9fnLPz+wF7BoyNGzgWdoKF1YL2wL/S3gHlevA0ijuyMbE0yXnh49+MPznh3sGAT/rxfDEQdBApg6SlQGd5r0QEUy4dVn/btjj1Qxl+Azt1/7DXWpJN5j51rxz8JZYz3jHkGSaKRRKoCRiQ1HkDA793WpJ2UfGWSVyUZOv6Sfd8fnYBRAW9dpyNGXNE7hBR5pAiGALjsHIlzva5H3n+XYuvAG6xf5qr93LO6sMfRhYDMBFd5B90Ysm6x7Te4lcnmzNQJJBrITPL3Hfw1N1rkH1+nCdjriy6Pnmtg7WWHIhVrwcj67aQDkL0tgzOmbq8H+NPJPBobwBPvBBDW3hxS13AlV+cfNtviCblb49xzj7d7FiTN5xc9VgC4KyiPvWs7OAH+gzd4PG1xRH4tgLufWZ5qLwVwefwbRG3s5Aokf9f81pnqTVhhzUiw/42Hmwell6lw494kAO3RVe27dbGArt+CAc031a+9RwcQnD8q0GIQHExCNvH3eyfeaw0AfhnTvT+fHPi7KmdvqkTntRw2HR/bdH3jQ1vfBrQdhc/fgQfswd8Caq8cQ2617dW0eft4SaA3/qaW8BMsXro/pv410Zbb0LgW3ZWHhYqKzphP9mr9eOQ1eI1xgkkcDH0sfZ9AHzppbBFsvuic6O98TTJ34RI/ziP+rjr67ePSrnzjqAI/aY5be+V1Ev4CYC92s0dYdSKt5uIAtKuokwTYPAcdS+50hWISFcqH/6jbfscvdEeHPORg1uHDAacQRLhTJxrsHueZb8LnS9tLr7HPXnzStu2DCx1ZSHKOsJ/yvS7eakxrEu2x4w9uNDx89m2edeisMFOrE9s55Q8av6LafqtBJYM5Ks/8BK7+jZtCKu/RFZDkWbp+aelKoK6kL7rNMK7LVv8ewHvA4UJ74aeVf4MFTAKVrlnaT3KG+I3AQjDIJDv+av9bBywuxzruGJMUCy7e9um2Nl566ABw09eb/HIKEL4XgQdskhGJc0ko3CrWHEXXX9o3FVSdL9tPG9gkkbSxRq7tqkL0RSdCoEpXv0hRhn87wdk2znRUgG6ugI10LR14BufQGPTO+1iBjAxZ3eu3ehfG3wQaXdc2SAr15E/chSo8L1hG/JdUSqsC9q5oPbaJSfs+hgbe6y4MqRLX2Pc5Wd/YHNfzRtfC26bzCYh6/hpcFbJ5bo+8c0xngoNJbIh/nwUcn0VjHyOR9dHH9mM6bja2VAa6iUX267VHU7D3JgH95qtJLhKb6GLFLrTaPY4tQHzhxIi8lndCRpt1HFPVSXl9XM5vAWB0LLK3Y1avb7p0l/XzPmlpDm0ubiL9JEziFNiVLXN48vqh8Ss9WxXY+56z17Nv8ePjix1/ZRYQnKPti/edl+82H3aCwxb+JImL4oGroGo6ADG2F6c9GJ6NJ0CIKWCaeMdrl4fWtKDRG8avvqVx5wmhIv+LHfWdATyotrIdLDEyOy2oTf6PEQ+jislnXGdDZ2MDOM3NLwM8hUfJyB/m4oWl+EJIybboL2fLfRKC1qmAqQTauFZnFsOggCtqOcM5NVTgRRkmY+rt6Q1wiOOf3KUAFCb+OsNEf78yxiYTQM8wsU1lHcEcXd8AXgIsC9K1UdJtUrp6EuOjGZHMkKHr7GMJPISKM9Se8Yv4tS+BuCOsYW7aYPReQLwJtiyNbFbpOkKM567eUPucFVpRVptYoHveiiGUwlZOPpmzQ348B4aGeZvBtS7JVipFOULbFT4TsDsZPh/9kElmYMOxCynPvBSgWu9oByEZeTnr9QjfMSQ5NP11vG6qD83pXWoxKTrlAPNkn7xAyp790gFMnIEWZKazMZZ/gFgSYucMTQIlAQlehdHgcjJ2M+au/KadCnOLI/PnkQPQ/N++IBWJQFnHAhuqRdoa8g1GKAi+4GcAUsa8lZLv+v72+7tOV+sPAQpydL/1wTAIT09QemSEWz5MdVZnoncAuDsF6BkEPc+Yvv1xYocdEIFOKM1bAbrCcTwtANIGkJADHQCOfNhAJdV0BHQyhspQmUH1WWIrf/LhG/T5TWGde56MqbuC6m5TaYBereMkm0pObKBH9Boea0eknShloNIi6px3NxWv7YR262PNn7aAyDwAbCtcZYaNs8T6vRWgrwze8Yc+ta9NBxpzG25/Bep3BZjBtwpQmpZ8ZtnqLdHj0lXshv76r//+M8HGEVRX4GX0e+sm73dblPWwzoZjvp1h2c8O70imCg1I67e/MpJOtfR00ZAe48y/tk0207sD6slOlR5tJzHzyOCxa/jb0Utf8O9n9t6CcOwjxh/jB7g+5+kK3PBDqZzdVus4MgSAj0ycs0feYA2VCBn36qHYEqnOQX/lWSQlJWMyDDubNo7MPisGeWcft6xD7/h6230BBk5SF+JJ+mkSMlrH6GcyUnmWnrMg9c/kjKbVw1N2rGKdNcDBtYAWgMDQbIOEpk+DI2vzoM95TtZy1nj4jM9wOvv9uhb5r8HZARFwN3ZuV6JKT3POHomItIfMO5Xlmk41rs4Xv7wJRdqBAQM1Lird9HPra/hMgbeT2Fd2k67vtpbM8U1o/OFI1+b8Fpi0P3HaiCUBoYOysZOxshNYJJAED3psE1gk47iTvUK7Q9avcBOpj25ovumzxFqWkZh3ZPMICGT9rfe3o0u39m+AUnYibck8ZtOcAoQBncKPAZud4Hfs07GjBGQqwDHAD/T4Ansan2kJefZTfft9XibTYm3c/Hj4ofy5li/dTeaVm8iw9gV/6CUloU2qfyetZv9GX3169T0LvGnRNnAHep/5Mi69hgTJM9NxmLPwaeVpv1K6r+SW75UtZ9kQ+Unb8TdhuAFGEozgJXgbm5J52r8afvZQ9AYnct5+NnRtfxJg+huXACWN60qE+JaPAHAAlfVZQ2fa9CQA3l+ir/G5xScTOCOhGl+i9QlrrHG3/GxQ1jbSN9bI0/EtS//tmcIanK7L+I6/YJ4ViKU90Ih33HocOUQOyLq6fPzzE0Reux/92fP+LQDyglzdFSU0s3sFHWRtM7+3y8DbVadto0PTZX9c47Ndl79coKDXc+Rdjwf7gvFwRMG3eJ3I/763q5vu9weL8cqXrGj9uH5mAoAd4OrgnJ7xdgPrMzh/+D6a89AO6+slnonf9sgEID8mIXBBsI+AEs9Axri6akxiqltOhzP5+/bvx98YWXiSjr+HKeEUDKoTszphr219vT9nCU9AehZUeFWDtgB63vPx77tqm7/rewOm3emlWx+eZKdZTxKZQlRbxc2+x5ZNkMR2bNEgelF/e2mGAHAnGlx09ouuMU0MSNkAsvzcK4giH+s5uqGfjT7causFHbvKKGsXHSP5+D8zIR2Fob93C9emOVp5Yot0AUbLNvOJk7VCO/JpkeckAtjuquBCsNN01WC9jwyaVo+n4kh2g7og/IvAhj6XTdxHZIAX7ppNQv78ocHopgNMANGTxmd6nODnwUZnPWOz7ia/icBta7QeY50T/Il/9FYAW1eOsI9vk8q2v8IXmIO+03oTXMA00Fh1Xcw6v3gAWJjHOnYHHcrASaX3NUcCQweQt6wefKJkOa8VXSxfxQ50i24FZ4uWQrs9syQMOA6F3Ws8J3twVRAeHG2TalueS0ZwPIv5V/st20T0Nl0q6LDwm+2/ePDibd3JE3/80IR9mcylkxEP7U0A7G0Bfc8+upa9TBL++sEZ+61DYsPJboiN3V9Nf0mg2w58l20x9Hfkg64bfifHomXX6/daXlQF8IsRpiPK+ucUNsQXEQHGnlICGvZVCvXSfUFfyFT8A/1NnxMAlk3z2tcnOK+A5feeP76jpPS3f/zjP84enf2xP7y0QbwI8kQ23Pw5LW4rgfjwTunaP/7gKXFeIj8jT7VnmdvKypYrK5tmpGNL4k+/9ANP2YaZc6iV4BlsXwu+8qx573SerSOgQsx5w5vEmD2ZfXPC2MrKFx9kTIz1zHvko/7eRzr6+vEbgod6BLM/BJKlP6WbsoYv/gYdQR/GW6egK8/PaLQGFMCwd37b7E/8vrHDv+/xZ7eQkiWyTHH84k4m17om8eyzkwYv+W3PkgC6voWusXrAXpltgzYIAL+JbwhOzSvdFkiIWDnivXOSQDvT8dGQcSTqvd1aGxMCq4jcDa9i08OnyMfVf/vOd616XVgLZM0//vG3Hx0LQpexo1iXf/tA4n9isEe5U1K9zprBsgn+NrNBEAhyA+wo1gmmaUP6zC3aQknAdmssl8If5sHh0PcNJOpjGc8EeH8LAHcFsAyE02v+W32fhTAOfcYeZ/Hv32JpU3D4w2Ahan3eTss6s08G0cwb547gr56VwEaEwl+1IGQzcWBhqg4AWyB9wj8G4M0WPLedbH6+Kl6/gfz5x1dR4IDmZlGHsde6INjaLa9O1Zr5LG3yfN+0GIhiQwHl3OXOcOJMTwWZkyk4WkTG3RBWO4EEgDE8NWMZNSgEDEVo8hjn2jO1PJ0WaygqADgEKgFYaAGlLMZcgHVaaIlh1bpLY5gWjdYPZZBFICR4Y6Hx0XTmmnVuI01r1e+HOe8svawnLZmScRyjr9vT3Zn0Eyiz8/Gn9+jKsGJslXp7gGPxgILb85nAudBvArWm39pTFBpzswP1SUreiTDq9hDpNpBqmh8GiOhAAuo7c4jKnbsFWQwtfREgoxUy3PCvAsBHO8/F8BNJD8gz87yAJNH50KbmKD6KIvlPG+icUbTzX4NI/OPMbvPEOE1KfBmliAKn/WNXAL/Vtp3YsckktwDo1hQx3AHdMtm/DAB/8mQr2joBIwbwyUguudmtuCKn8o7ojxh5GMItE3xNOV4NhIWm26AkCWhbITYPieb1Wu+PDJriQ49jxnsHgOuMsXKgf227MoYdvHuMpuGHzFtMDeDUwYsxVlkXyYJxouAtjlwgYNbjJ0BAotRfBV/isGzSQYL5STqw/DlJlHKWAyyrnSlGooAqfaH/FQBOS84Jmk6CCZ0KcEa18AJkyeiF99hbP98tagtAc3A3YDsOz5GHIxvRtbQmy+95ereE6exQfcZRDU3zb1VV5jwZzJJzAzR087yrWwAAIABJREFUJab1wjgZbfDS5s9nnJEcagd1ggtWPKEHEkUOoGd58a3ryciLQYdtQSt4aFiPujP8xQfbns1Gs+7//gG8eq8nMefQq/ZIQI3B821bE57R9VtNcvjXwI7u0Ri/oOSnb3R989dfBUg8p3KEG0Cx/u1g0oD06Gfdy+fd+lR/bx2i37uyI59DfVmXBAvWaEanWy99/wF+Ij19+4yvA8C7R+toxr4Y3T7rDe+81YJX5vYMkUB4rxX2hBaaypF1crelIXKmZRX2bzsGlr/fGnCcSFc5Zx+UfDmZ+LJnOsFqFoWWya7O/IiDCuWsya636W72Egf7As7kVM+aEQBumcD+ihdaXqNzOmCDrdHAQvR3xtOyJzphHOChO+gqdu6diX7PKL9JP2MHkNxp+lMnl7FP9DvPcgXPvFN/B0j+t0/mtd1HMpFo7s9pKRfAJ4CDuz1MUMIJinamE7CjgwoBhFQAbUYzCRTYy6z9OadwbLe205o+3nWAb7uqbBM8lxYOkCf6OkH88CD8ou+07DZ4O3vQwQ/2FgCsAzc8J2uU/c3zbxABue4K7KFNePkOzK2tKr6zX/EAHnn2yHj2aGQc8gowmnd0CzLWE57pAPD5TDrp0ZMkNMFbGgNVkOgffLEEgKOU8L2d7PLRC4nN1p2jNFLlk4ozxgxdN9/Fzs056cdXM5+tADiywHIlOoMKIfxR9tSdjD6ZeZK1OYOcCK7b7aU9LH6y5qz1pFNQ25Kqz0RXM/f205nbK/+gozN32fUFRCMjmxcIavJZd3bqRK6/AuuxR/eZ4Y2sUdnYBFaMeUTXId+wH83zD+3jX8HXzBFfDV8GG6rpEpuHCuC2U6JXQidUjjcegYzdM9g03MixM0Yz6Z2403sg++v4GLKnZPNVW2y/ey54MSj4s5MCuwL18I+JPx3PMpwYxj6bcvwz/d4ty7HP+0y70ExWT/zffhZr6gqdSZwOP4aGscHE2wQCbZMOf1nnTwUY8p5569kk+L5VsG/3td7bDtRlHbF/sifQJfYA96ZySnu/yWPr48aO1u/vET0d1GCt2KPQ0rQ4rsBLB10aa9rk7Yzq8vvtY27b7eOv2F/oBPWsWxstVIWd/a+AgvlnaG/l41Yttv+p+zuh76zdKPsGmgFcff7mNz4FnjsAbHpyQUFoCpyBikRwPM5ypZJ3sZ21g48MmMAxupJ2xaaDj9jMowVhbsCIyrX44vjx0A9jAbfAB9/OVxuQ28SRy9q+5Nf//JOjHPYoIOROJzR0gjQ8+KNb2sgdxph1TWBMIgR/6F8Ff7ETCbbFXozPbN9VtD8B4CRKBkOWHtY7HGSzbbOYedMGyXDh6dggkQ2rj+91WxwHWyTPi4zVWlAo0Qm4usK6fiJStDBl7u6E5c1b/07PRx8wPl1AZXAfsXX4Wz/gVwztBzPbYyO9DyN7W4+QMBCenHdLf0yAKrGIkdmSladj1B2IeQPAi4GDJ+nZ2rQcV3GSB70HUbHXOy18pkOf57et2VtmXnpM5yOPsr7iBrIf7bRPEHPsPboBwIddnJX5REja3yj8OH5Q8IPWbxrybwHgTlSUP9+Fz24JP5X2wUeCcafQKZ2HSBRGPiAHjm0s2h87G/vsOjrpuxG7FP8mcvT2o+P/RI79+Wc+01eO2MnPc4vv1fgY69pIuc5JURYSoZOuuO0K6JYTeTZdBSLzw2+b1Ab/uYjkGL+Lc/Hu4GLh29/wig6gvhXgr31qWShG3SW51mK7LIo/Mn8ncEzgOvig/pqEEuuDC8Na+YI8Ys16LNn3bATj77gC+6PPCIJGDlRSguVluiaQYPHaOBoD8Z3TUbPkCrLR7xscwxz8rc9T1H/WCbry0QmWL9FH2BT63Fieqs5P5e3u+8r7xZW9ooV35f6fvOB1E6/a1sv+4AcF70mXhTeRL1feeItIwDxffm3bGW9C/a8t660j82zL+y8o9882BNzWaFpcIsgg9tfgMEBig2Yd0BgN2eAQzWakb/VaBtCZ5Gw2AAOGWJRqWpVUzIr18cJhKNEmjSwYn9MmAVQMe8CyGZ8rNCcAvIHaDUi2YeNFA1Ca4OlrROPMo0j1uSt6rFwhvj3s+UerGhkEY3XRK15KnHE32GdnbfYAB2czCCIxvH7VkofWVvqMMyo7AwkC9b1jKJqBvt+TcZ7nHgFYLab89+OcbiAQWalbHZD/nsfYmQ8KQHMPo2Zuh36GYBGuYpwERkNnptXvu4RPFE4Es+dmhRGhfQcY71YztGw0rc08adXsl8hpEiCnZ30PpiL3CmpJ6PtM6QhWO26iFa3foIIATd0KnazZzhZnPKIfvYMKvtcROYZwVTMgfN/e/DAOxp6+d0CmW5DsnoT+AM+7tXk/z0vUwnoU+mHW74cNvKR9awNKb4CoAe4YZAERtQc5P1RG1VZLaOxkX4sCtGa0tLgqHp6211s5lf3yFLSW7imR0R+ng8rwUT5aEzKcTtauFYHOnAgozH5hwPA8/S7jmlZb5o+N2p1kkcuhOZ9vmwk9DwXSPHhaiKJ4AJjKmJBR8FcB4MirVPW1w2dgTkpI62KwagKG5u89AwR59wKcppEJwEKngEkaP9V6fYau/g49ZEcKRWgCm31/M6RDm6FPA+jfmuQcrgUSpV/kXKO/3oCW+CxgpMaf+2NYJRhHG+je3ziHb3cM3+VRXy2NPgPEIPlkcXpf7y7/p2uCZFTOIR2QY/RLByCdJTnLBNmk6n7k47dvC+ivXHcFz1QGoF9+nvG82acsfwy7GDhZ1xiAnsckhnSFyGmZPMwFnzQPvO/NPi7Qk7VWS8EYRjh4BCK0yvCGwDed/7vgUs6iD21psSJfWh6+89fzSIzQnndbwm7XDr2t/aFgGgHjrwOHAzdbQS6dgSGI/n8rcL2OE2B55cpv48+6T2a3ErZGfgbcqP0e+RD9XEkSmqscUKrtis+SoLOBNOSzZalk3uG3NYzfCn7vHfYC8nT40bw+Y/RrK2GjaUB0emhtEqP6zBvt6anqKXtGtNYJf2c9PJ6VYeuohMbytYEMJdJpfeIcks2a6yQhNzFvbah8uGczEmCUGD3VOZZV7Mc4sqNPXvps27AzeOG/dq6zljiF/uU4LmZD2Sxjw9Mmus9ezPxnfsOHvL8BXF2F/e2rK5PaIHidFYWfkcz8bVOPvE7QYSuG344zoYeA+rZTRubE/srfOnDberj526vxS0AOGa7xdYKNecBt7NdWzvrsF7rBtPxdx5lenYGdgG6AntNtZ/Y/SQOZ20l2G/sFBxw68fgHHGJNsYMU9EjAOFUAbXeTcIONk3XMvze5kDVivfWe1/7JRkQOdGDec7A9JJpLFrzO5eKLc7W7Yh0ayDXhr62Ob3sp9AFttFw59OnM5+hrvmLrxS9pf2cT5saGFFBWR3ssr8d+JqACbfU7ej2PnTbyjLHp3dBi7L0KWI0vAZj/+ifoTfx2bHAF15/4RwDn8S8TqEqldQJe4Z07M/0OqLwVcpnbAme/BUHbX1GL55xhGXAM+0nXSCYg5ztR+vDfJDwsnf/cRwLdOvvQVs43H5ISQ0Eru9b2TNcg6M90OroCHzT3hk7aP9f4OYpJ9j7BHvinZQ306/WYZwGU6/lvwO7QquXYBNi/cZ0WhRqT5dtwx/fD20mFFQqYvsAlQdD2X2yWS35MMBK69djs02x19TLQ8i/8Dh1hD7LmVNqzn3qGAsBdIBCfKPoVvweQq49EYN7b6UWklOBV4z+hlTA8yTQdwNf8bZdY166t+AaJm9/1rLYF3iQDve7sZUADUdQnt7bDSdu46LzX/sOuCW1My9AB6Je+3qBniCGVxrctp3U5NtjQDQnZ2vQrCV86zfwWeYm/Jxp4g9Dte2a9xzfw3OlEw7g2gSo20wLC0E38D+RhKI2x4V82ztDJptAlelfXY1PJtDu0MEyDngQnICDCde17d2Auejb7/IM/tGbTWUuvOUk704FqZpRvlp2hj9yTABj+Gvoh64peHpt27I68f236PPauAG5butfg4FTCYkaO43cbC5qEn14H9pgA3i3fBz+ugJfHU7Y8HU5yNMMfCTz9n8+Xlh6mAOHpUNHvJ0Hqt3bOBHuhAzqAwEudLILdY/3w/Yc95QC8ZYGtp4MH6RmdJEZBi21onbFrXrmT77sjoNdtggb6GV/c/tLciz8KTQWlT+FD627m56OAxu/g2a9/oGt97MuHV2iPfcSMaXQwiPmO7OfZHoM6gUxb398DsEPGdPQsvkrgKuMn8Nv8Zqr/iF3rwPy724bG2gHM7O1iTX3sERXTeibyKXhRMOGd73Q2MI9JX8a+MfGJn8f/ja+spLXwGsF/7NHGOsIPi3c0loVNhz5rOu5EDALA2OZem7HXSaYCX/S7PnkBTyML2/Z6A1KWL07A2QIbAuwtS8GPuB+8w7jX2E4HY7WPsPZx+07Yv+Hx6aylClTpmQmunntt31K1MJ1oPf8Eq/TP9qE6fY0c+R91ZFNnxEnICB7Rcafc0+dVd4CTPdO6EAjM38TxeQ7yLz7H8rY+73kw1w7kgWU3T9kXlR02CQZvQlsfI9Q8+AY9tQ/aS9HkweuHBpnXwd0mQYXnyS5QPMgyAR/ceiTrvwlQ5SR9f289dHzHCoBqnl3Ao/lz5AvyqAsywU/fZEYn0I1fwHj0Xe8kMMxc0L/oYv7+2hX796o2fvAkko3hBe6hIylJBh0f1TUaq9YTTDE0ExyyZVqPwXT/0QLYL2snXKY7vTTtrL17qnoOzqFnd+Ib/mh3sDJdlO7xGonvPiH4T5xdP0gg+GQORSEGuJAhwEu8MQMiiNDaIeEZEBcBvDaulxiTmaXB/L8NAJP10kbMqaqyoty0NhgzY9pg0BHCNkBz1i8Go/XVgEBZ2BU66+Dc7WgQlm8EHgJ9W/8BMOKA4uh1AEnvvrLj22D/PmsHNWNkVfN9lcKeZfw+nwzhXicUHE9DwGqOagkhHQBxm6gm077f/lfV4n1N09w9ctGfQOuZw0d7aoGxDKSXxqinBRo0l8oBBBcZV+Mday/tDMQJsmlXBoJo3K02TnYEXnWCXThsLSBiUN00os/fszZJXtjDxtM6GJB7AZQSujVvMjlovctaaKrin+PojdD9r//+WnfIRJgAz+XE9GbXwjf94IS/Qh9HiwyS3sMONpn+hh5xZjBeNRYM7dDprt8LcJFJCT2HXwawlkKY1qhMQ5nVnOPXxkUYogKGI/z7uT8cv3HgLtlYLYqoMhOI1mdCdgU0S22jwsYSvLkL3wFg1mpbZUbuLu3fzj7P1ed9RttxXktBcw1jODT0zXMB3A7g3vzzArk7pg84dZuiZPK/z+f3OPqAIcvDDZ70Pr7BBI//M1ioalfg5ZXT60zn+chXjAzoDYfjavlYNJtEjYAfV4u46ShBdR2Z/uwt82++1jvZj1RvZJYdsCTAbpD+0acYjfjPWkfO+EmF2H3u11sptJQ2tKdMNYOBIcY22jNW/d8N3Gj8jNeOzBjmp5pt1m58veuVS/Mrh7kAYylyZZ07gOyMZ851G8DlyOfEmr+vtJLZijvpO2VhR67IB8WoPO2Rho87UU1PIgB1O9DK2l8+RCb+/e/SP28AmNZSShKKUUZV6b/9239cZ7R0EFoTES29wVfkPU6op/td22cGZxPz99guWV1ATsm918HuADB70QASOk7fD6j95FsQ/MIp5Dm+R5mNM5Bj230DVMIUMmvP6C6ZPgAzz2obb9uCjq1G8LlaMEXn7dnhpwXz0GcTJkZ3gwjnvadVsanCC0tnD/Pq53yer6dVGH8nkaSzZEWvdKRpfbOAOLyVDHrv4wAY3mbJo6oQ7fm89l8D1uugdgeE2JAGr+SQTNX0AWg+PtfRFZJXfYZgbFWc/pUhjK8r/CMHA66dSrmPVqm4HAYOCX/P7W4L+ltAEYEHClpmtgT5uMffDShsADj3jhM2iYQEgK81s+COfQf9H2dbayIHSf+NP2AgovjAYJqDVgtsZDz9FumtBF88fulkZfTXJVRqdHC5A4oAcAdcrOzypbeVr79VuBC81Hz2HNG52/KDjkx3de2b0NXrjZxQizjLO8B8b8AdAPaf5KdoTWevTzXNDEPn5b5AbNPItWjfPQmOfz6JBVrkwguKQSene4X3p/2EvHxyl87anKqB77Otts0acwQRa/+vfJnI+U3kABTo1uPtyzkYayH5M8GNoEIHgJGRAiZsGwE8fGvyw1+QKCu7XOPXGlJRbvr8Hq778AMJPB0Q0rpzibd1hUGpOtPZ9PAxFoGCTjTmea3P4QPsNvYuTicpc3k3PpXBOo0bw2qH5oCu3qmOTcj5+vgCbd31aQI0vyUCcB/rh62j7/An4zUdPrIDkGr1cxKqO4kjwFB4hGdJbh35PO0MBTi1T9dB4AaQOdN695l28zKm1j52gni9851r24vm3zqjeXX02I6mqRzVRSVI0xX7pmeSeCBbKhMOfUrfdMeXK6m+EhrRLR57JQgfwHFshNeX8Pgm0PR//u1L4Bq7xNiX1l//pkrYAeIqLTl8YZsw1704Cv5AV+fYjuCc+rEvGquKEdf+1yzJRzjITSq0EqjoblJLDwf3sR10B4Dlp/otBGhH/4na0EeWVRN9bPu4bTGtVwfRJXOE2Rxs5KMt+wn6j0THoa83EcsJFUoYrQSUOwBMYHJGeHzoleEdAG6fWOtP0kOfZ8x6dqVdBxL0ufXe2C0tM/Tz2zkP/uK+BJv2aCX79SMz0c34X/vsOwD8vlP02tU+fp7XIokuJAr3PnUL6EvuyabT8UDTDcYkUQEOAsBJdlk65BlvYnTLC8vD6UDRMqrfv8edCBOQDBR2EEzudBkc/YdOJ/lNv5NofXyLsSu6grHfJ1/wai//PUO+yIGKZWNLxXgdcqer8bvl58jLDgDjwxHQ0X0tRxnrWwA08dZZp6w9AUbGTaUcR0zZ/xheufay8Dwnb7l9beQoyb8krP/j7383TSthafXltitv7NMB1XmROxY8+NmhhXn/VcjxEG/bz14jhdgmMBX/Qrb7BkyQt9pfilvAVUlOQ8bqaa/vCv66svoGx9HvHdR8z5yGNuzPOg5yV8w3zfvnOgqw6WCvixx38FNrMIBOP5duCLqnE+XPfkqejWz+bb3htyT5vPpk9M/353/8Iy152+/xFCpA9CZXGMcYwiUuoaG0vC1SPBQgPbCFTzlezLbQN5xOuIt+DN+dNbPOCNYvGwGcOzymwr2/HzxNf/vjjwRu41/EzvfXJB93DMjz9YA38an9O4o9Xjscmco8Rq0d3BOdf9oJe11nGLPmnuc3tLZrmtYv244XzHhbx75+iJ87ca5dxfW7oCvidXSYij689esru89758HRcdv6PHJ6+VX2JZ16GYuPzhQmNsL27588aj8Yfs31+wk+KEcgXXN7/BloiEJD4yjjF15+8SQLWu9d65buo3zZX3dxRhSEsdCJjwbrEq19nVnnHuz3Tv5nOukWNbQgnTO2PnaGZM7/FgDGf4aHTN4TG4T/1saOH5JrgmGdeOvYuVcAmAfFcYtAEM+3UXEq6oYgEVTtBOeM1GwgCwiBezCjsFNhEAcZZZ5FXifIDulkLPwAGWYMVJMyzvdA9OMs+j0bROlqCWdSaVwDHJ1AE8h7VQ3G4I+ixVDoLA3tCI6+vqPEYBo2hPXFGYZBTP4SYnX2nwnbQHeCBHyt8mvAQNQYg1K7QIbtGwDWOy6AsozrN6PgB+A7AE9niHZwfrM5f3fcGf8LngSIEbA2hCulOa0/ONtCTr8yoN4zLsIcnQBg1j4AHlWMr+BVgF5/+49PybwACevOAe7S3icRwiSeTH2SA/SX4yCo+hjD/zhWMbgIcHMGDXu+DB4Bq1dY3VX2tq8tUPJkHo1Q27Y6YvisB4KnBcchIn1+DH0yrRDAs35mzCh8BI2eeQyl28bqR9uZal6DruH7bWMVedEggdd/0Lk32IBjz8tkqLas8lo+Z1332mG8vFX+3lUbKdsuQX9rg8Xy0eAwBuLIsLFgupKwF+PKEvO+UNWylfptTCKTtVYZ71t5uRVc2ecFWTtg/76XdZA5Cr0qw27bp8aQOmccNOpXE/oNAHElB5X53/qc4PGAKqF1QK605l9A7249+AKEPqdGm+PWy7RN2gERfO022nfCQZI5jrNUFoh4so3Y/rlpmCQDMhmhI33vYMnZ25Ff3U6OdiTsQ4NJ52zO4UvrBQIg39zJgIZ/ugV/njeZZNJR/n352/w0AY/QeQxy6Mt/Ixlz9E1aj42jNjpC73jPxH1lufgle72LrDXp1u9u5aZWtEPXzb9dIZTnrDENP/L8bjFFC9Sc65KFM8hnfl09al6pDPdzREBVQAOotsOVqpEbYKPFrff4k8OduRxbYLsBtHzDnjotSx3S36BTV97A39hNUH3vHc8WfeHoEpjBJnFms0HaqghiHQzmxQsTnwkosZx/A8Cjz45jIIDA7W5JzOH4jAFKR483sMv4Yxhv+72XZo4S1D5+SVoO6k8Lcp7B+VWH1r5rOnFsJUTLivycNd4gYmeaau4B80PHosGTrPj97E4kn2wkm5N1IhB1HHyxgu49VSC7oE5Es0LJfpgOR28d+0721r9vi8CL/i0Pd15UMBz6MOASQLMBKvgL/YuNYRt5AsDiJYBx0QXg5tEzpV/jeO9xF32uUuthyY4XcHlbp7e96UznAuMA55tOrkqVsdE4MoP9+avENfseY+evk8g8srdt9zRQlgBw9pKWoG9wi1Zr8C/ByMv3UeazW0INTU7gcIPzG0C4zy1O1SEgiwO8haKw7jikGhsViy9PAApqrleVben+6F75UFOV/A1Y+opEJRLgsIuZM3y5AcXNgGYcPjvv+yKgcpKlvBbbwadlHIGI/xWAtM+GDbvM0roJ/2rlUqoVGjgyiPcNIHxtqfBTtJQfFR29gT3e9wbRAqDENjGPKrHktDyMDD0+1cjLBqEk/7CNunLkN/+qByz66oQAz+u76VTEfZ+nU8rQpUGe7bzUz3Lln+2TVN7TMQpfFjn+AhWsUVemdyKJr5/3d7AzvnyCmn/795yj2n5MaI/ge/bhHu/IWjN31phkchIA/mr9eJS+m/dsn88gRw96f2QHe03Ll5gEu9OS7vvsArHPWXQBTF+b1kCln6cJ5520MEfvWB6pk4yBppFvRYen25JsxFEfr45HjFAd0bzc4B/rrO96Ft0dvB6TrG2NNmeesU/y18S36HT25gYxf54Vr+vOkQufHIJf9Pw+2/EcOSWdOp1ddC98fuxzb3LW8UfCi7tqKVgUYND2wOBjfm91MupOCuiU9yzTAOl3AkroBgAcRxr7wI6mafNKchg8Cn5tOaV5gGcliJuVDcA4uNDQ6mWbz/zgE+x06zPTcmQUX415UR2+e7i2Je8g+d7LbZ2bZP99YH7mSJdje4883AuXlyOHp9vbYInS5eB32DQcDWX5UPhiA/z4Fxsc0YLI5gtw+iYt9nj4GYxJuNMJ8M/+hT9uu9h6Et+nKoB5Xmg7QVVX3tkGDa1Cj/+yUrcSvHedhSeNrvmlwvetoHwTyhoXxi4KX2yRTbfGP/SisTvY2UB4gmK9frFVYguBW3SyN2IW29yJINKPszYEmI+M/h6uJCC+Ljp8NpFEMAco57NOjsRO9fqPbrctLEn/vX+r4eN7q0nY2+2m91by4G8fDi651V9ayxNI95ol6eLiPxZibpT8sz8/evCtuFPAxRWu3yTpxiD9RKWlBkxQG1q1bpCNIFYo3s/nsdXQf9gr2s7uvPfqCt2rR4n37QuM/wVd9/5xhJHukV90OqZ5LBgFu3JJhxif32u2GASd5baKOHYW8o7vKZyZboPW6w8uVAG91z6499ZUcWGvppvvX3ecabxl6XixDmyajg+svfvi/hS0zRE4FFJ5YJHJf/9HcO7Q7waJuhK2/SF8PQqK/kN6/Ni499rs/EM3oZ3wHnYka3Z3XCH+EvnYO0ryDhWyPNedW2svEmeJPRMbSSSSWAHrfipw5wXECxIgi43ilRL/fYkSqx9SQQ0d7vhu/JW/dwC4JnNkBrTb8rNpve95f8YHJ1GiaRDMbVk1vHD8/m81CACTcPB2Us2a1fkAdT9jyRhG3gx/NMbcnSVtJpV/Y3n6/f4GgFn34yNZ9iTBUuO/9ntoCz7orom63liF8XvJ1t1T7SDJ4l1A5p09NI0uif7R2MGMV3/TOSAdXv/K/wTv1Hoi1zLPX2xNkevEXFlnyQa/87se/YpvomsaH2862aOY8te3YyB66gSAVyCMQB7hSgC4N7CJoB0lCIrMwYBZy5CU8MPAybwMqBYiRRitUfiey4ST3GPojCFnnCgQ5M1PZdFLUNwbBzLvekvg+/lZ6BVKbxaYBM/JkFZkfRy4zG0qOaoNBcZp3pugF8TfTnAHZ7XRv7VIw3EkgyNzTQDmBAJmfd8WIt6fyW5if1kPjNJ2nHCo/JkzNtex1f3sL0QcwygGrNewjNdkVCTBIHufi1DOgKy9V8mqVOVfMlYauKBVKBUdvM+G+GQ+EERJZdjSXc5c/AkYIxTIFAuQEaOCIDDrz1r0s681PfZKDEONP0ZzgpYIVILJoY01jLsS/dDmt3jv2bHhuW29pwBwnNEEBLrqojN8WX/NJwbvgFzjrGrtUKoxCrNnx/GcYEIDh4yzq39J6GgD5Aij6TYAz8qx6SCvlpB271mfZDx6r79vEvwBTO4Wnof/h9gAY9oA6sSPoUh/23Zi9hyHRtcAYosalPR95qsI+tB1vnebj1agtKB7q2I6Uw9e6bYZ3QKtnaSzpuNwaRy/nVHQbaLvlmGhlQ4AW5HPIFivtx04CvucaTNy8wIw/YzJBBsHxIG5MVa3QjfAY6/tMdYFHE3mfhvoOKIXCD5yTuvfoELoZ8+qSeXBymNfPy2tu61x6xveg7Pf5xJZXqjbgPhvAjDH+ZikEfjce/O0gAaA64xqWlxhI2tfZagaACBaAAAgAElEQVS2bCUQB5DOvKFLfed+aDTA/X2GsIMwH7hpgH/a48H3tHhhf/zMjYWY1qUvMJjgQb0ngaQJ3o98cdBTvKsMwRmcwZ054xIj8qUHG6/as6+So22N7J3GzznokmfjCJTe70AFiVIG9kdnEfhPJvYEekaf3JWRtFgWwSYAfLd9yplLAawWvGnAv/UpsknzIAjktfz++8dXycEeegwjZDS80/rH+4mBXvNO5orlkzOx514yzR0g0pqOvtK7pNdJanvlOwbuVYHT9kyd4YQ9yJygfWRoZ3tDz33eOLSn4HvkTIQriVK6x0lhAwYhHyJ59yv0NTaX+E42m4H0OMgdxNSlScAgE1mV2gnokNxIxdLRBaO2D5BtUyeo58JK2ZMrAcOB0bE1qwUilSoBJdZu0Vybxtj7zpJvm89VFuM4+d0Oii0tAV5yBmPaFWcysSHGRhs61t9feQcPpmpMkyEZsh3K2Bd+rh3vDbC2M8t55Qarro4F2Utki35ubIo5KnlBX6eF3fdKy/saCvpV9KD920DzAyT4fVmH9gX87EqG5GyvBPRT7RwQ6j4L8pXjcUyHFs18AbU3IBEAwvaB7IqRk5KPJ0N51uRUXYfCDo0h67saBrns9YRvqVauAGRWPPQaUCc6R/TztgwOaL3A1ALcaz8p8bErX7OH+GLTfWT4aPl8ugvMo9sfsf1v2zf3pvJrA9mMPz5JqvY8nwJeOzDE9elmQBBu2pXOOkODR/6OPYEcQIYvKMxT9YBJ9hg7sUHbJDxSybD2A3RHgFZPg3/xhTReJ5pMS4xOKvAaDw5+ZO5UScaW3z1DlgQs3s4NCexGf1sXD1/42aM0CQA7KD2Va9DZC15cVVSzPBqLwEL0pJ9twPKmu8h7VYBrHRQAjt8TmSjbLmC4vny+68IKZyMIqrOXxgQmwPcGCkhyaMziAr1OIGNf1Inl1s8DLkvfdAVwd4SREhCVduJiZC9g3rTQdteQTerhyKgOqGhe2Hpeh2mvbL/YRwpMNyol4v3wD39W5LFwr63C36OXIxuolvH+TWTFXXPGpveZqE66XGB/eQe8JUIg9vMGcYQ/pDqaRBQZVSMfJwDi+ULf9hfi07Am6/OuPvqZoBagr9tKd8UfSYPIuNBRViN2f4A7fdnvFHtOABT8ycFxJ0GSrBD5H1tk9I4fuMlnp6PDyGB0E3wvv19/a1D5DQC/PP8Gf+R3JBC3SV3tVzY+se9fwBmeZ23c+rfWRi07CW54gQw8b+eCToi5E8gSjI6/YCBi7LHw/Lbnjn2hrysoqAQNDzPrnK/oVcY3f8zv0vv2hXYfWVs/ZXy5tOmFbrd1fmhhgyGRH2N3zRmcHoE7KKQdPfiI9KySnySTxDuR5yunzUMWTKMzK5iaOUR++6cTJJ1PbKNtwjg8ra5X7Au4AfP0OMd/P/Ji7KIrUUr+koHxJ+mwqpCgC9tj2cZTsY2MjTxJknAXbrA/Lduw1alQx19of1LPpQV15jS7P0sKD7CNb8eZxvl0J0UpjEc0IupkXOLfv2rtmrVMpTj6nz2Krot8JPAmUmxbwmtUmBb023gJwXHRsHQqNhZdePCvTbd2PuJDvolQGutv86BDxWvH6/rI7O1Qpn1u/R+fQhuQhFDmogBjeGYT6jPXu9iCNRft7Jzjc2RvlDAxNvv3nbPXve7D6ARuDt79JHsSAEIuXEVOI88ZB/EPJ8JFQtkOwd9s3da2LjpJ6+WYRRUOsQ4en+QL5zrjc4zcGnd2bCS10c2Z2ubfEwTfBD0SHU6Ww6w3/kb7BciuJL6HUVgHfDfG6cD2yCfb4ZPQqGeoIhT6VVFfFwhorzcROzKUPYfHOmiGny7ZqK8kYuPH63eSUcYWnAQwbPyEJURPfzv4CvS5AXkFgSVbNZbgO92iP+uyMstjHhuU8+4pEoFG1u4mqXzxRmQd1yYxY3XmWXfNd3xwntfyI1W2BGjztN/ozWtOvKzOII9vcgeAtzAoz0P2tEzu/WEtoYvwYfYEf4mW9Mcm+y4+RwBMa27xD2eQU/jguY6Adeyt7FZ3j51YhOliEokYR+gsNiMy8GAoHxPZRq8zlLvIMHja+JfC13T9CdBGZvV+6HeC0bIzOEOd/f0vtTRvBfZ9kHhG6N8xpvEZOEpD/PRbADi0sfY6+3cwhO+ZttckR33t2Mq0gI7wCgDRXxi4+tv7Odlca/xtq7O3ZZ/vr0rANlju6PS+/82kZ5IEgSKkckYdDmIcuM2wbAfvEG4ZoW0coHR9nYlhs/O4tzd5bE8LEBjhALqziJ1h0gGanIEVJusqygPqTYDVn4vwFAAe4NFCd54vrMYCXgDmqarLGv4UznvOBwBrX/Pb/va5OyawKeNvhx7niIBBA5Giq99awrygEHTHeG7nbBm+A4LdqpU90LyduWPwZ7I35SSVUdv3iYQENOKw6v73HJY4ADHIzD4jzKg8X7q6z/94M/oBLO9WPhK2UwVa6GcrYD0fJYwgB3RM1ckoIVf+KfUpYEdXihtAfbKZCUqFlEaxn2qPAchstOUdGJhN90OGp0J59y8KvbMij4MRX91fr9ILXaaVnAw2AEZdK+GeQFkZCBbCEwTW875/KKvjYPuZEd67VwGyTuuLmYjPbKms5COAZ6y/OYmsAfug7wn8hWY6yeKqWpdRd40t2URZmFUotLPlPacSfpwmAruAyuZTOQ8KWnxzjkO0yS4E4PrMEM1LCgljUZWTAf4wxjtZZs4fEV9VQMJ7NDKKrM9s1SZMEOBG6TrwNAYvY8RAMDBUAHMchvCggUllRM+iIPdJCMC4sQE/iRJdSYFjFRkx51TZIPw5nmMA29CYM0w0qwEbzT1j9L4VPOgFgLdjHMOr373IhTwnoKVkKVlcfYaNxyddcOR+jDjfOzab1kfAaDLsBlga5BfjAX7WfWQov+f36TMCwBnPAuDwEeAYgRScOO0LPN7VuT8qLL7rrtYkDrhH3jUwSDtnnALxB7rSY3kSkkx1ppfYNCQl+Zxw81gMOV3DmfMA7Mh/5hT9pWSQnEuPYxmHuGT+OAh6d/ObAQH9N3Pqirn43WvziN3uCu/Kqv+ee9rE2nhfQLf1uZwi0aEr1acCpw1IAEe9CwdR+wJASsuyBDhzFo7pa+h/Hdlx0qkYFr8OwCMaBnRHXhOcsZyYNsroc3gbWu4AyMqH6BTkXweASYTSfp9KVcnWStxrYCP0sR1D2ANkhXgMAz1yI8559i52bmcmt0zu9fntnDLGRAv5EWGH76FdAhH7efS710N60DbJba/bMR7AD/oHBJIDZZ6e/XoD5PAdn4vebWEf0Dzv4vcE2++M7a0C2Mzok6Q1dtOZj/mvaT82bFyU8JBk4HGqR2bGVuMpkZVrTyTILr0uIEn0TQYxCYSdLYzNih9heeDKhCRPZL55l0YqgGMB1QeQG+cfAAr9tSON/tJXO3F83vKMDhedtAU/hm9vP+kEGcZW45nIec0h9klot8FDzxGiHfrQvohesOHaxwldbXIe+iqydNqjV2WFx/KNmUCifiXBEwCxEzIZO5VcDXrqeom1ALU8Z+1BACrdq90jCAiNYBN2YvBZK42rK9Jm790iNzjQyOrQZOT6fTQO9ha89LDnIQV3vsCeKFpuQB/Qm/XyMg74nj3b89RYK8st6yWSBWIvnDU9ZxXGniega73GGXtVXSjbw3pvgPINeCp5JMAr/j+2Xiqj03WAoCsgdsC0jGbtg+r79/1d8koVvZ7vd21kqGEL/+106hh5QvV7Vy4TIDy8O3zdydZZT/goAQZ0NMkwWm5sMhIO2p73PhtNzJz7iyAGlTvIgyM/FRyfQB1rx/2ny5RpcOzT76IG0KTfA8TmLnipK+x6PL/xy6mo+j5sX1/3xd8KgN+Bhvec7WvSGqOIfvh96S7Yg/l3koq6oge7rpNCbt9j/TrkKwDilZRqfypvbUAytCRe2M+T9CjaHvnxBFNCo+Oj2SaXvh0MZQJcnUwMvea+Vz5p3vILZ3DivUl4hU503/EPJ4Em66XBh7zOOYjw6PdBt3rnTPpOQKbjA2BljloSAB//10fazJjRT4sd9Hq1Lb1/Z95vMgQ6BXrBrjXNan+ermZ+zrcHnKMtv7cDEuwzPlAwv/FLBvR92967w9o3Oa3Haa9v6hh846OJ7UD2F0Hg8ceQ6b77G+eLH2h+yDsSwaA7aGl5ZWycsePa30FmmT+ocB/6bfsuPkbWEX3dvAgfHDt/BAV8Hts//pa/qsW8Y4HfvLV8socsW3TtjMOX98844t/fqLS0fJpENeaH/0JCsZiV/Q5uYco4ug399FvAoQOdold0+6nEH3uMoxFW3241P7TL99NZoGQCQWzk0dqjO/bsb5Zx6ST0hI3L+KCJUyEuevp4nACi6euXjpTtOzddIfdz32KdsdP2zPqT9DZBDOjCOnb87te+aNmk/U/AVrIwuAkJ7uKh94x2XScadUL/+Ofu0OA10UO007fO7E4Z2OKd5Ip/ORR71jxzgJ7zzFzLHmQfWq827kLCJgVP2Jd+EKpd73BXMentr/p0GIz5iOcPVmQHZW0WyZs3RhBMchLhZ030rMP/ChANL3hvJXM460rzG9sB2tV6IYM7MJ8xTeLD9/xjsw2GBA5yfI3vrfhgu87pxLl+9iReVfAtGNwETIf3LJ+GZhQAhjc6EQueubqdfX6g/dXv/sYHT2GHO46FhvTVdBj6zAdOlPpoD5zPNDm0qrFA+w6IST93N8LS4caLprOe/Y/kLRz8KHYteMl2hEFnsY7giyQlH1k1+9JnzDrhxwmDufuvfBjNQdd0RfUmVKQTBfLXdPTN81w7RyC1/RV6Wr7R70kQWXz47WCE/OJMYtnv6FXmzr5wrCz2OkmqjMl0NImBy6Oxgzqpk5ilxztjfpNtW14cPTcDsvz7/tjxRNH9OXrN9l54uvHFJJ2BEUyAfmJvrN0mcMUPQj+Lt+9gPXsrfy04Mv69Oxkr6eJJEHoTPP3O0dVJTlxa1FBV0AE/nAKk7wPjPwSA5bfTyuEQQGV6vUBlXnoHALoiBuARJ9Wb/w0GAtGCohg509CBtXE0xb7tuEJEBmwmCyYKeQJXMk7kqByhnAyINXbGyJfQLYcbgw375dhC80IbPE3B9TNGftZrBZV1m40zTWYz+XVdB1y5r+J+Zkxa77TB4TZvc6ZLmFNWaeRfwEBJAaotMouuZCETlDU3wKVgRimxrubQ/VeA6BFCXancLUu9z9ojtWq1w5WzK7QORygXJzJHllXD6SBi6GbbSBxD+dvEKPPNTode/vM/FQAOYEvrzd5znzUmx8drcLfozrzDiBr3MQhMd3v2n8bxntEMjR+D4COu0+JzWiqsQxmq4ozIFxBsoc9z24CErvjMRtJkyLnF0fCR1rercRAoetZpG/hd8wK58BVBYyuZ+Yeh3oGLnhcB465abieddWedFIAPL8SoJCuSALCuJ5jeRluDx33/20K3eRilr7+5RV2dsQto8RraGZz+Rxb5OvjMIcZXWvTEECCw2DJpQO0BgWMAboeCbu3YAeAOzOIgI2MsgyRXJjAIPXSyjTM/7bxFLqQ9RjKJvRezrzjcuobzmOHLpu3+m37GkUyr1NA1spe1QzZjrBw5NPKnA4xtrGiNOKOY92oWgAftYEIDbk08Qpu1w2nLeJIht/Rj88FrIYAGgxNjdXVKRtDyGj7LOmywrjNLBaAm+2qB+6z5AA4DMPSzkzgzlZh6JxOatcWo8N+//zW4rucoAKwAufYYxxJaY34YIn1GkWiEVjd6jgFtAPBv4TvBCfrtDFZ3Gvje2fJsQZHfEsz2XGT2t4E7jDGqCZHHdHpoAy00uo4KS7ZJCRNAczBkDdzwuxRcjDpVMPlZ4yABaPz9P/5+EjrOfl8BYO3DTR/D6kVr6SrQBuKlF79Xu8J3bCFUpWXLEFt4jOqHzBnZGR4IHd5niv60Ylp2AfIk8LmgEC269Nx1Vhb8s4E5LXoCCKSiPg6JKqF/7onu2X373eCmgjA8mSQGy1gZrgUgh0YzHoJcfr6DD7KE9zgO6AO6xT7rZ/jnsXXejjVkQPN87CtXhnijJpFrjPjQyOoF3k8gYwHNOWNqAOgDbD0JSiQzdgAYPd0dD7RP0AuOi2iM8Yrf21Y+VVmiOdno0+o5tMS/m085X+w9I+mVU722JcJg9fDZ0MOuT338HDXSz2g5fGTHU+EIffrzAThpgcU9nKXuygPJ6Aku9iAj2z+H7HtpAmIBX19w0Lw4XQ2Qt+i863kF/rPO223A3k8AENHQ98wGy0lmyX23P3MtrO61I51/C5BFP7uyVfISPTQiAn3QYPrbNSeJNNGz7EOCy9uSlf1ER/UZ4PEFb/3W/grJWsgo5iXePEGrSUpqW4IAMHbeu/bIY8bWFZRNf+t7iW+21dy7vhLJtK7eMabzVPYuf30D3IyZ4OKhXycsKOEo97/+EXRsG9M2XO5EzgaEw4uN7OUL2zmVnwkMh99zVmb8cG3o2qw93+jD+cvrKPvP+WP7WtixP9Zt7senQYdp3URbCe4xt1jwJ3FmQF3ozu1MJzntrNeczX5sLNteke0dqCKY6ETQGlP4Kl072CMnNH2LcCpzraO3Xdw7R+/f9z75m7Tn5qxH7VG32I0tvk9ooFe2HTSm+wlocFbnaU1rs2BbrNbWnwfj29hOmhcCFjeAT7D70GEFR1s/ZNfX7je9jT3awXfwh/hGd0XpYhJZyz5zd4GttR2pBGb+6ASqGpqX3s5ZAfrXJuh9D2/F9//R2cg8NrJNc746Duy+Rc4m2a/5MPK8kjHKvmuddpIsSaApe9AB4I8Gva8TAG77XKNApgKqarokuKOXOOJC/q95YhJRdL/t9wb1CbI6CWOTGDupqwsuNnFi59qVs38VxAqvRCehr7BDOxmLlWbNfvrdFWD6LqbaR2N3xf0n+3KEz8/WnbznxR17ftHvmdt//ufKaY0L3CH2jCp3Rx4aZ7u7WtguHN2r7yQtkvSDzmefmXcDwubRoTUAZq9jmfrozy7u+MuijzlC7EeC3PgDbzee2NhRCPgfSRj903NP9wz0YK4Tb0ear5+R4HJ8FqdVTaIfiS8vLtk+hp7pCuF5D/I+9JRAh/XJF3yyeBxfu7FU5J8xtL9Ee5fH9dPrZ2qdb70yxRizNu++3E/bsR68UJVrs5FXYKxuXBtlO/4Zd5kOVhlTBTHmeZ3A9I4jftZtM7R87QBc86ue8yZl8mzrrqlQPwm+k4AtX/UNVraOeDsMvTGH7MX4EBNoObzixJandf582PLjN58CH4AgVuxGupMJJ5ggwg876O14REK7LZiTwHfW+Bf/xqQsWe8KwTg0bePqOWB3zBX6a53fdCM9p3N0Pdc6goLguiph0VnvvjaNIG8VmG7858LEZhBpNx7/1ziezkod+upCBz2/q8vxodru7rhPFmRbd4O3RqpErp7OA9KT1/nV0e8kSmidOfoNOkBGRI5jdwQf0pcCkRtIW5yOBN2DPWip56Fgr+I9tYX3OCvvsf0Uzh+WzHp1EbgRa7r26IMtz9EjdBVsueh3H7lgqvR4Wr4zHhKBTrCbGNTj4zZmenTOJJVAP437MwaPny6Mg7dRwdw0n3jNnGNbHTK8R6OHfvOVpE+3gnz9mti/mbdYmONqbKdN5zDeT8eXKxlP902SlJ8hmpNtYPvlsy3Gv2+MgOTHjDnnIdOi+vVTpbfSgUX46/qf+POs6YuBNB6NLOgAMOMTPdof7wpgshL08LeFZ5+DsC9fg42N4DMZLiiaIytng98AZ1eNnPvnhxPIGudIzl6M3PKW6iY2ge9dwZx5LWDhjcOhnWf8Biq9Y+J3mPGsRz0b8FgEIGfiPT8EI7cDfZeyrh7sAR5j/K8xuvO/xuHAZ5zWznbF4Gki7aAIP0P0+h5DK0zSSjKCMUYXLcJ8zQwJR9lC5TO2d086o5Mo/L0Byawfp3sMWdalGa1bfvbYdE0HgF8aFLf/Mb39obs23DCO9cy3JWzvj95DoKP3P2OMQMBY8oysVeQUalJJDHDA4XuR+IMzQHAaXyO8nylFigNhRaf/vu9yQH4TggkAa2SSWGoF87UOq8xAgS3d+vDQd1kT7bx2oDD7vlniOHAtDzoLimxygsS6v88wZf/Ft6J3zlKg1evhRRkWxbx2gHxW2QbVmm9fwXhak1QA+FLWawNf7K/zqlT5AM2cys9TOZ3LASpZwjaiMfJ13WuM6/pjiJRT0QEqzhpEUfo5ZIoX/ZFNDvB39tWgVRJwdB/Aa1caA3xdk39+QdEjW/pj78MJLg8jD/ByPWYqnU2dY5S0gev1E/uYzvZOkhrWodjPJHPcBt2Klq4Uy29pkRzA71SA+8w9GUHryLRc/d/0xg32LAhkWpjMSYx084zm9OiLa34KAM+5Rdf+fffobFPNzZ8P2Mbz9GwtWQOT7dS1IdiO06ENjBiSSTz+fEqQnkQYO9Ujv/T5e6ZLA4D6vCvrvQYD+LxGLnuGQU0wAOBOcu4AlKb3ZOh5jGf8AUKhq1T1bYtr9tYOjRci7c57T5hPZ7DuOeMkNC1R6l4HP0VaJTtf4xu+uR2MuacBv9kUj/X72YGBs1F574Kno6fl8lqITABY+rT4BrtEdC9aPzTw8R7ZvV4TJYzoMVMh1VnYgFmnksPJd9FrAtjuADoV1slAzphjPzB+qoAPKO4PNjHGQJDpL+BbV9tS+Xb4aWTmAQ6q1app9HvvAfBnLNI/3U5+xxi9yv4rIIds5r04zay57pUuV2UXwYYkckT+cF3r6QPED6MduaqszLJzuwVa+Gft15N8MvrsOCRKaJgOENAhgPBZ/wkIZX3uYCPPSfXz7p8oMmAuTtQozPl2dOnwI5WbS8D5aRMhQg92R+VAfR94rXzW+90Gi/3hWa8cfT/fluZxNp1QgPNmHZB/fv+xOWOXUNHsJI2hJXUQkB0XoGHm7891fx50kvHmmSdYZUA9a5wExU2mgP6TEJKWUewJSSLYp9jf3N8g9aWr2Bbri7u9PuvHMwkIvlXCDfwjs7sFNGvWZ5RBt5e/8a1PB39+SzjVamrIV4KT1zDr3Db7G9xp4Ir9PC3iaD057gY6sR10+CF0MMmIAignqQV6Zd2gs9hhWWiD2DPWfN/Kj6ZX9uu1KwB/Wv61n9agCO1CtWCyR3H0W7a8eoj9aGAE+40z9n4DFdpPZW1ffX5auLrVK3yRWTd//bBz1GFj1tzJKxNkjf1WOn30KwlGvQ9UlGGHbQu7JHWh2zSs6/z4CaQ1GMdY9F3rdBJDnHAQOXXax02lwtkLzZXk25HPBG+1Jgk+rZw9+zGJTr3OJLrL3+sqZweAP/udBI33DOJOgmCNOvDdulz0ib4JsBm9cnz4AVqx53leJ601j+vz36ouYq9OJxHJPcC3CSp6zcfmdILcEEyOSlKALABbf3UgCD1y9PNUuhNkCw0mKNs89D5Tv9uvd5Xs2FSzj41DdAcu3gmdN47WtBT7MJUssbFIGNPkQzedGMBcKZDQPYvj6GiW2/4GJE9i/N+czJp1H90q0Pb7Twmd2s/3SDHex3zQiy1nO9iPvH0TAl67fmXx4j/7rlG4tbFgV905CBplLI0p6FYSpH7oh6qgxX4kGEhg2q82wBz9/xaI+Eg55Nk3GfGjvv7zj6/9vBNNYhd1UpWO9uJ98D3P7col8BJsFF2bICrd5iJMLrk/iVecof3y35V87XvHx5k17irLTlBs/vM7R45RFfsmisWe6K534U8laGjub7tqbJU9r3yDNeBhWce0+t3KvwX59fnVCnQSFMJnS0Rtb2n/upuZA8Pyr6fwALv+JEqgv8X/pbhOUGlew17h9ynZnAq035IAM7ci9Ppx/dEErHO0RxJfXzvnfkL7gXR2iYxbXZNEO2wTj3uqR1+7l2evHr2TfbvDGXR3WrvX+jfeJv2Hf34Kri5++opt5gOemaSAJKbJ/uoEyMZoW0aFZm8dwXEfnYgAvqQhQIutd1kDP3uS3jw8JVb76JPtHLXXxv8NfQaHvbs/5QiXJM78TB5F5ul+8BAXL0wA2HNDJ35zjF0SOaQ/vzqIfXUiif3z+wxVJWfTwQn6t36ZpMxj99TzwTxNG1Ng1QV+gbij0/Q9QbUEGHOO+ur1xo3OGn/3BLfKfKSnzvp+S3uOc/DGjMztiZu/tuU4Y3k5jiQbjrc7PDB6/varg4WA24fn1zbo2AFy9+BVfvEeu+Rg7PdSncEcWv3pd+rvep877xnPzuh/w3DSwSRFRBRJ0SEmVb+Sc58sMf6Yo3r0xfFkGcPK726Nvwu/q+e5EhAfX/gtKpFOvRL056jLzOHusJi53rR79rvsRfyoPiKB6+hQAUbUrarRNySrdQcQy0cl9o6Ix7biua1DCeifQtVZQ56vvfHaTOK86LYTSKI3Ulii/Qx2TVed6bT5K0aX2E4X0zSv/ytdAl1qHu+aZC+mOPYzAv9pw2ScLYIx3crNGwVzzop5IDxkQDeuyyLuGRgNINsgdUvFqnzz60McFu5S0GPwUxJ9FvnJMMcQJJtdb47dLkES5uuS6aOgv51wAOkAP8mqaYe8lbIXzR/6f/5C+SyL/MycFsNwaLoZUsLbXJ1xJTMkQusEDCVAp4d7V/ZhYNCjHGLIOPI8jNgQ2ggvCeXJPgLIopoHAOQK0n2CSkSDgxHHKcFD7utWQZ1JobXoNtGnSmDGc511tAv3y0/bBqYBoQVbUiHxI0Pmu9gVpaOgAJdhltMjXj3mp90uQLYG8Z6x95cV7N8CI3wX8Gm6CGGh6CQQCFpdoFidAXK3gKFF6WZGuprv24ecn7A8CUh7Mvj93tCnwTztXdG5z4wrCy3n1N1OAi1DaUFEoBCaN/j7/XfaIYr+vCa7lXJqRHdvxqnXZdbmbQnbxp0cHAnpVNvEuOpM2vBTWtxoDVShlzVfhXkFfs20Gd9WsMe4ZK9MAzI+R969ANMbnv8AACAASURBVAEg2Rqy7PmO8YxzjBFWBDrpar4OADcoyDq/VdRNn7qmjQ2MSOStHfxptSoJ4Olj7Qyw0wHgPI/RYkhHPrE+h67G0HZngmk5uHd21mWckjjD+/cFCNcobDmdsWa84ZcYzod3vrU956Hw4qGpZB7nfqpbDqA7QWnmZL70ixIoIwh45sJ62YjdGeKwxLjNM5o2mz4waPmb2VEtIC28Rv57jjEseeXpllFMFTAhWdQysHPGxU8QZQG0uysG/MH6/nbsA4H7HkuvB4FI64dvCkf+D4CVNt0BRpi77u+kFY/jCQBfsuX7BYAvhud2CSAAjEwITaQqr+ljk0zkjGwAmOXkfQYYJ3s4AFL2gVap8A3n1nTl6Dqc2yLo8UlWHpkeM0ZAowtcGx3uQJvo12J77ITv56vSzAkL97lY0LvXYDI0L+NxNtHJNAIC5zwf1mHl1OgPT3z+OnbPVibFYiVLPfogxmwfCaFnY++pNSiJTrYpJsjXAVkyI9s+jDzedNlucdxyAoNcfzsJPsNM0IUzKpX5OAa39KhBhqlKotURzN52ZZ/31fqys40j5zSCnK+4QbVqK2wgITqrgzWAFPBdbKztnPICY709JHwQlIH/pa+0z3QOE22+ADV8Bv00OB++jVL4+z/SkqtlgeyL1u/WyWrtWLqPsQQo2oQEAG/e0QFRAtoBwvLGyM2sGUEM02AlOcTxSuW5vuwAjf1DAoh4y2dVfRu1wO7Oi58UsKB7Q+R77DlX2J8AcBw5AsGumDeIEQC0HXgAer/b9LbOO3R87Jnv+VQA98iyttE1kbMgBE9LuKFv7B/vyzjvLSPh4Vdmva3FGcNWpfysuukAcLfM0rOP3S8fouzuTpx6k1B73vij3eodgL3H1vOA7pAFAZVTaWmSsF2Z79AKdilymUS+9j9HZR9fyPeOzckxJVlXbcLqZuuZ78XxxdaxX1m0PmCfK23alx1UwSs9lopqfL2uPGBNOnCBfdFyMjbfJvvQboz7WSfW0rpRyXUG5EoYDPip+1avpJWbaVsWwSxFV3+gHzQ3gKrmyTcAnODZVt2Kfkh01rWdTHrWYOyMyIoJQpUg6316KxR1PR0DNnkqY6WFLuO5gcGANxobgU+Ad42DM82PPf6tjRL77uB4kt2T8LtrLfvLlQOHj7rzUOg7Oj22Zezb3C8ZG39+af43HUclKpWu2GqHLoYevbe1Hyf4G4ij/Ik7AbD1w+5TBX70fNtl+c44jj8wvsTrn6NXDTzPvrf9vQGaTVp+gwaRBTuW5gUSAM4Ze8efyFXil97vbpvZXZi6YrEDjt0BzuOQve/W7OvPJIidAPCr++QzxJ/98JEvgUg8l0R20UH0BcD6GzSPjgjDLs4TuZM12Y56LbPiD4w+G5o0rY0wBpPSsNxCdWjx4CY//JetLrvl+c8ENfbGYx4bLvJw/XECIKGHtf+w/aDFkwjV9sb3HPNbzYvAy2+dCL3OHxEIeOfryLXB5zoA3Ef6aG3AHqhG7SNMsqabNCbZANDfcg+5gK9++Gt84h8+mQMcv7dAbZvBSXycqz6+TMuR5ZMEv5NklCDV7XONTzM2Se+hr7Xc3MQUbEpo8D4Ca32+ned2RdFay/9YGUXwM/6dBtYBi5YF6LHDezreqhL9EwzKOKNXKsGhEk9fHQyGfAeahse+h3H29m8B4Njm4e/+ujuCTSCSUsNa/04UDfYcnQB2Fxtb63Kft9sJu9nPKHNdb701tMWYRvXY+qFVusc+drMxoZEDCozYDhmdchJLJhhpf7/0Xydz4Yehw15Zvl1DUvDwdoxreUAQJ2uybUJJ9DTWYR+gAmFai7IvukMVQZis1yb+wAuxNRbjSnJQZD0xkO7s1Put9fNxRPZ39pPX/tWy4f+4Q8HYYC9G/9Jvnj/th+f5zOcNAOvaJKQmYY69xRf1nLzfK5ehOY28zBPTgDE428ihLzB+/UzxwWuXUKl9CpBE26Yp/Ow96gE5QiIMa4Z/SYc26DsB4OEVy7QsYvtUPPNKoq+NyfxjdzkBa7aM/e/4ivXHt550i8mzgweRwGbbsnSB10ry5/s/vUe+p77+/ONLvvg2pjvPJEGMc74VrBx58XWes/9TvqMDlfJTx/74NQD86DWOIGme7vV544G6joSnLth8cQrZOk4Gf3zbFIrNkYuPfG6b5T1+UbEFjiPBVt3CgfhX7I94VcVf4MqXDVM8ZXttOiY2/3crbzqv5IitJDxAKrfeWz+neTx0mQTyYH16gDZO+mnsZY6QHByGrjnhu8U9/u0Llv3TABwbPOeD0WJAL2aAB7DS+yZQ0Iq9BVRnXvYEYaYGvsJMC4D/7VMIykB1tcb0QefZDbx1+2IW5QD9NnzDDBghTWgvyBVQdoPAMPgBaOtcpLutyQJ0jLGNtqMgDwOvotvrU0kdRYFgmXNpv405APsI855jK0AMEXPxdy0Vw7zHrVTL+L6Urt/jWVtoArCRkf1WACFEABNEf7RIOuCjs8w6WyYAB8BXGwFnf0dgJ7OSLPxdl64aOBnAw4DZ3zXSfj3Tstpok8161qQqxBCm/18DwAjibtGU7N5kY5nRKwASo2LaL1r5FXAkZ+bbaDK1lh9DSzgL7cB0NnC0VQIU+oIfDv3V+q2gybUdrPReW2TxHM65aM7PXpHJrPmjjPg7LRVeEKCd7jjSf55qrR/0NkaJ11kO8TgNb6sl5oPxl/lHsMPjnZneYHaCMFnfN3sS2YTCfCsI9GwCeObrcwbK78au1iaZn3EoYmQB4mT/+uyzDmDg/JH00CAegAktU87vMtb0kO87SrAz0sxLdban5gA/6mcCclT49/7k8wEORm56DaQcnWygFtS0LQqQrS+3bi7l/hpYh16rOrUNZECLzbQOgGb+HvonIYRnxWnT57LsA9y77dZkGL4Z76GZuy1P728bh5nzGm847HZIp4Uc6+LvM6///p8AKnlXDL02+MiM7sxa5uPvrnBeryBK/3bSkCGn1Vg9IEGalT/97Aah0eFUBma80xLntMvZijuMqZwTmQDxnXCzYBOZuwE4AMZTwad/b3IWQOdvnUqWbu4WczjDeof1ijLXbQfQwvpeg7Z1jjN5tYC+j8S49uT7xQ7MOLVdoXTGZ16MHu4uC2RYn/Z/c8OlP757/uvPykCfPXw7MrQt9jquAhZshwmsH6+r7TK9Fn7qoC37LtuhAUkM+DigBP9Y0xiQOCsEsvQ7mZoxmiUEN0sVnoKWet876N3O/nmPA7Kp9F9nKrIW0AyAGDAfNmo+XjrfyjX47QU3oaU8p9oOHf2TH1qOdWY3NqtUrgGnzwFyEARaGlqQPEmgl/bdC0xtQKBsz+nQo9s7gQQZBU2an79AqG22AUEJhO6+j5wrO2Lt2OVp3pUA0m1n3nwXOcIzCNiFRyOjjy+i8dt2jbykgnl5anl46X1pjEDbb8BRg/S9r8gBWts5ocCEOfJvKt06QfE48N/E4pSrFWVkMs/rMzF7/K9N4nX/eEoJcqaLsZNJtuy9a/rl55wTmQ4B/R5sVugPAMbuxOMHvvaYnkOFnHlZeyIZhD9Dkl2BZb6n9dR38dFHM7573ed52ucJauz4z1TOeobjYkeyv3L6naH9FwHgTmJkXxp8aSAUmtN73oqapk/bMZNg1H8//EwyygDIHbhiVu9Z4n91xNJJkJV9J/k5UJNt9u9/8DrgBH9H5++eDZAgf3DkN/wLCBPwce0M6Q9okcqCbrGNvYBsZU1OcucDTtg/NSCdVRAdimQ5Z5p3A25lndNaTfbFntUdoF/j6zWBNluvd4WT36mz6HQkg+l7nv/9cIJX33tIFDvBPvly1S44/Bo51LiH+LoDziSf7XhivzZ+sfyxwL2e24khLc8Dms45ZubH3+Rh+PA1+RLImgr4ui98uwlZr891fJNJeg5/rN+T9Qh96Uvyk/ef5IDvM9t91eJW62CfyklW0waz8BHkDzxGwB3d3QnWtj9nTi94/GIMFpNDiy8fAkoufUxb3E9+dUcqz1n0aaA8DA924l/FnqbfqVL2OZO5jmpIgXuW+X5YEgC1myRA2FYwvrHHQRFEyk35erby/B3+0R+OPp31j3y4g+K2ob6bToJV0ZcDD+5ysZ1fwKPYd86Y9/s8qK0ei114B7ku/6E6o7DftLZuuU0AEMDU3aHmCJYkT8/RSOMfNt5zdbSY/aKSCvyTpG3m9AaYWt5rnrQtR4/gqyvwD010gQzJXrt3q1PfZ29SXHj81a1nXcpOs72kNVBgQp1gCPB+94sWfTzG8CkFBvD3XbCwyY7xbzk6YYtqqDin5afHeHRIEhTAJzZoOpjT0AO07nuH/n7abtF6Mbkfn0g29PhYecZtk+N/vP6p1q4rfF/9i40gOeyK8bLveI9pZYRs2xnYB7rOxRnfdXpO2xemjUn8Azflu30dr8Xag9Can8m545YvN/4MDbX/c+Rn2WpKXJMMD34rXTGdLD4aUWvh1tPso8fsBKRJSJmASvyJVHh7fKV4XvkYv2CT4tsevG2PPOvo72nl+vpjXbjk9XMgLc8n+dLjHlm2iZ2DHRxbbTtgdkAl90aWW3+ZwPXXlWX6HNndRzO6A90nn9o/xdYhcJNZ5iv7f/t0/J1r+qgz/LcEndYOQOfavpnjNeOv35hf06nfcwW+N6H2DfAd/4ajpQafShxgqqUVYJuEdD0b//34vQ7w3YH3TnRpG449yHMmWPbdv21+F4/trgapiJ4A7axtcIJ0Okgi0xPPqCRIfd48Cx00TRjb0H8zYOxvOmkF74gNQDyqA+DgE8Kq1r7JXh56+34G5ySRj2s7jiMhaXtjfDPs11NAJPn/7VkC5cGKSeBC9pyg7MhHJUZ3EU3b028Hs/AIvlESq0NTod7l5fDPf7gTWBIDFv+4428tE34rkND7/vzz69wx9NvnLPNM66DBZ5uX/xUuypiDk4yv8PFSZJ8RtYN5X3Lr6YpJvMjz/2wC6KTlVu8zMRktyp0gnALO2JUTdxtc7/guctP/7//945/JPBkFPoHdLBBiJAvev+vBAiysqGxhR+ny8M5YfpU6wnWfXu+xopeA/PecdSOF7bZQcRrYOJOEhTTEsqXn7nH/ff3Xp2gEZwKMdET+N+WxRsfPrDKf1TpOB4GGCKl7XAlGhTnDlWmdh5GPAm6gmiyFEH3G3iBbG7R+5GSC/AbC9B79+UdaaLDetB7gGc2ArrCzYo+hQaYriv6qwBTgNFvWAZvOiMSQhllbIbZjxl5xVlRnHnucY3yegARggAVBlDIZpt7fCTxxXwyIzax6zxrgHTg4KGCMYhR3M+JrVPyrTBzd12eYaviAn6/hICNLTl4r5+NYTAC4nb1ZmnGewwv+N5lTf7hFURS1+WZ46c5wukH7rphNUkgWXH+n6le/dwCAd3KdvhMAbofLn4vGn7MNh5RMdzhEWv8EgJXlfJ/3ULZLxqY5llPzOkbsMTTsypx5aRTCghnmPbfM2CxSz8eOcMm3b3zdooQ58J0e/gGdZOQoG3udtzfbUeNvA5T94nlv4LIDwASwAeBoQdN09I7vr37fwNqdyd4GS4ycZJG9XzjUNvBnvpobjrKUoyugvmdoTQ+A8D3oPVP7NfiaTl7Qyev1DEf7anDi+eqzwzRfnbVCBbDmRQC4dcS1lqO0W8YowJ8M6bzMtFLjCRCXcxMDYi1PrlMYg/vP//ojgSoBuF7DNdaZisbdFaEXwOgzjldXkoSBDNYnJyt+nv+bvPzXradWNnD2FfLHINQk8ujdfebmcTKmQuMKANfZs32EhI2waZf/8gUAAgnCr17trb+TrLI+4jkSD0z7yAU569DvGJzQ2Kt/u5uCgaYBJS23RJdDDzj2eQUg4O6Tkgcsu53JOYb5d7OBl2NgM8J1wMxfMvK+9WN92jnT3/J57JJjAD5JRpu4tsFZjbPbB7FGr/7/wWTfH0TvZJB2oG2z2Ane3fStscZJylMvO/Too8moHTpLRU72jISWOCm3rYIde2QDiR4o0+99qfrcYIlWHCeMecLP+r27OKDfOwFM9N96tenIeyPAZzJ39bvkIF/WT3MWOM6PA4LfBYDB5t1vHn//3gMoZnvq+7PkrflnyIbETNtMlWzTmcVdYa37fnYFWj1Yy3bssF4jHDz+xt7jE0CvfZ6s6P/YFMNABnKrleUPehvAAgeZ5573jr3ov8tCn0TETsTpMRoIrZcwzxbFyF8B/bthc8TI94c3AJy9/j7/zz8+Gk0FH3Sl5+vs3U6E4Jm06731yT+/53wJCNZF0hNpCUdAaYEI9EyepvFHPt8txvRZJ8y2TfeuNcHTdiR/7Mezdu8ROIdGZmHRA9CLx/fLGVis4W8BYIAzfArz/wTAOsjoyokJAIsa0HMdaEeXQQTIfOiGgMKhmQF1aF/M+uW+DcJBl63TTwKe2Pi74JzFWjbt1bbYD4lfR+D59dV9yU/zzMMN0JHEjPZljp8w/HH52wRcvjF1peqRa7Q+t8wNgJLkzOrwIhDPIHjs/M7I11w2YJtEWYBT9tEA2yfPZB8dRW0+SyXk+9WBtZZTgPc/6LoqKHpfrwCwkydWb2lvSZDxOD2wDRCz39KjHajQGtHCuZPwop/H5zK+8D+nsxG80Xt2ksObbspekVy/AkolB38L9rdN/waA4YnomK0U/U1WdJWj1uA334d5aB3isw3gPH6n1Zp9+gSGpBexYQ8fjc7HbzkVMJN83mP7LQCcFvEL6orG5A90pV+3YD4B2qMQUinSX/pI69PdVySTwhdUbPzebY4OcUqwbbtCtHzaw3vEWTPwjT6egffjIx25+C+EtP2Vh4WSILk3gUl1xfJvj6QqDV2sAJG+3gCwjjj4cYRHBVjECycRcdy42EP3Gen4+1oDz2NoAll3qrfAQcru8TWWiWOHj81/3lMT1FjeDgm+f+RdA7Oh+U165Plgdv5cONozFv29W0uTLPPK8k44x75bHy6DDn2sn4DN1+Ol2ENyWvaK/dehA9vIleTzBoCNf9JpRXs1bEDxDokrzJMA8K9rOJjmDfprX5YoU7EVW1a0dar5/e5bvuL3N6aL78ORIr+uqe2j+OcUmGQt1w734laHwbavtSaiz/dIIt8yDNZB4PBvB/X1riTe9D3+uVtjj/zhmQtzSGgOFvjqf8klqdVZP2jkkLiww9n8xj4ykNX78TcSqLa9MwnZb7EUzzV/fvLK/GncYgPAjRHpengVudbye7GpJHCyPlcHqY8gs/d7lmeuy7wvewf76vscvDtj+Km/G29qecHzqNx7fSr46zrKZ+wEEkDx9cWf3Z2KdT77Mz9ofK6Y9KSyyb72FKmlIxp/Z/13n5NckAKQwQxkn1zrsPyUZ8/dow/ii+aPdJfAdrAcmI562IfXMXGDTyWekg6P+k92pcf82U+SK7HZGV/8JfupM5TLTtZSAPW5kOOnPdh44NuhSM9UYDB2hoLw07rZFet5MPZp1pVkwOXrc1TRvJ/9u2IkSlB0QBl8CTwG27g6Vs0c4h9kPnTX6vhQ0wcJFGBX6HWw+9DCxE6ET4HrjxyyTzpyHPm/dOPN8VewlcyBAoXscQrNnNTx7XMngPY49+g9nrV2L/5QJ1Ols9wKtOC2kSOvXd3vMX2C5+v2b1h9fBz09bfPh5ccBtd5EzYvuVGJD/uuojltFXbKXPDjiDotj+2b7Kt16Tcp7Q1xhU4Ks3z6LnUs9BtkFwx4P+oIPM/5N1nyLozu+/OP//7WT9k9AZxXSBYAp8GOU3ELuAWHIIr3HRipTfAInR449yUjJ5kULEpWaAVdmFvAZBxCM6MyJsaBsLE9jicOeRY5DJSveZ6CtcNcCLS0SCyFXcQOaNPZZ0cJaEDfSzro6oxoP2sBRRRnKjfTwpMsp7QlyfnJVB1eZ5Z9z4IwNMbXoPS4h08IAFNtCsDstRhDQD+L0Y/AVOaqKoXLcW9mR67+Bjgwrw7+6vkYfs1E/8oIbAMfusg6LpjAmLS4csCoEsH5OXT3zYP5v1nI7eRl3e4zIk+7lBF07Rw7WDetDqNMMwY7ajqrWcwsJVkMDfjcn5sSv5s6kSC0up4Xc0mSBsZiBI7ue6sW4AfPryowUfoKACcZInT+ButZcz2ns7lYDz73ms38XoB7K8U+Pi3BbcWuQLeG9gQg2tlBEBP4/M14a1mEfAJMJ0mjQcoe/yZxdFVe6Ksrx/sd3pIR7pEPWYmXFwB0WF9aqXN9Msxzb4OOod0N1ECTVhQTVFp+mCyjb48VSM1A1rBw0EaBggFTSLA442UuvZnfz4Ak0FzmuYZmV6JDox0A4741sCL3METe9XxbQ271buT1BiEl1MYYnEzYBv14fn/HSegpevxzVjR7EGdLm0mb1lB2AusE1WIVxfBd4PQ+QyMyQI96+QEDTPsS5b3GzG/8i74E6G1HlnFIbsfIDC2c8Y2+giYIePeZfef5szjsJY6XaIdq1YdELpnCPpM5eQKVAxDGQFyA7ADpx8HdlqB6D3uudX8ruvP5rP20MD9G4nOWN0lVTQ9ZnzW2eFYHGtrJzPolK5u/v34FNKRnveAFgMNpWT1yr9dTBmxsg/zTz24TXRdZb39/t8yeBCcP7VvsEzgxqI9ts7IV47j1yf3+NUCpoECOpIpJZ8h+xvGNcV70/dqG3qdxLJANxyGVwnrOj/nNyWeMvd5eE93uNruR1b9lmF5jHUfU/DEAgOSGgnfhnZ9RkiSMxTHDBrV9TOsnnCa5rd8z0FHH7hrgTMPVnv7/EwB2Bui0qCZ4dAU1y+mOTEnWsuSJAFXTt8G00ENskm13qTF10gU81xmmyNUOEv0GXlFhYlDbfHIHNKOz0fehaLLQj9NWgSxnzqqN6wfu/NY68LeuEnS2WCBsbZ7WWwAWf+UstnxVqyeqrM8cZBeM03Z4cdY/IHUqytD9oneSgUzfYyvoebZvB6DSrfFLui3rVFV5c7bVO8Fi0ZkDO1NpHDmjluNTyTB2afO5ZEjAvwlRfQEGJ1yFLfyFjWUQYQCi5k2ehwz/DWTh+tZ/vYamgVkn/ewqsWkRF9k89PJLAJhnarynhW5FKE4FwZWgpSrLgC7YUVTFRSYusNK+HbIYXY5dqTFDm90dB72JXu3gT2ztan06nXh6f/hZ9vR75rDpoyMxXsPYInlv5oD8Oa33KmulbVQfg3PnPJ6hICsu+8/Pn4Q/+Vv2D38b/Y5Bn7uCbmjO9H7OdNtKv04sZh5KhD0+ruZpv68Co5/M83yHqV7523QK7bmVshKpStz3HAiwrf3Kmk6lqXkuPhMVmdgEPnKoxtMrI12lxIzmAeS14ILY55VcW4rf9PnRso62aVs4dMtEsE+nVTAJiNYBU0XrKM5cP/5yj9F2cnWI0nqL/8M3u853kHEBr9bR64fFdrdcETYjW2X0J/zgz75rDh1/Y2dtGZ+Gxhmzb4ertr0a8MTmy57sTMNHU2VY9qKueFs1Y1e+cpqA/+FX+WZPpSpuLWMKccxazHzbH2Me6LfY3ul+RWBBj3hb7LN+klECz7NXGVljLcjV13bNdb9fr78SAO7Eyd/0QfY4z/lt/7vS+scZfVosy7D4qho+z/Bzz//l+b1/bZNQCHDW+rRA/Dm2N/CHPvP4rUuZe2S2/300nABkAvd5z3yf+beO+E0m9XuyVoMNDrbKVJW4T2JajvCYDo3GTH76ltpDuqNgH5+Rma/v1t3CN1ufYAdr7u4wMzIpHYe2GEb2mfUaSRdel5GTktMjYjhmLUsUO1q2c+R4aJSEcK0hy/gmQoaudpHxJRUgcrHJ2L2anzDA7X4z9N/GzW7VtKaWH3+vpXREsDgR83an+s33kt0tesCnaI/NPgNBxOeow9BNmAXZx1mU+ptxZSWE0jGlmLYLJI4/9wTawB9j7y7mnBe2D3lWfWi5Kr0/f+8UI/yLxC/sRdbrLdDKHMGWs54u8HHyZeiIzmRsT/tz8Boyx7bEkyxLcjvLROFJOubRRbL4tB1r/myfaT84HUYmWacLBnRL/K74VN1atZPxGkdwEPixt1JRmoIBbEMFfpCVkQ9FtPOjntuJp+liMGMf/M9YwlRoHz3WHRPKfmobyv70qWi97YvGh8DJwt+DizkoRjxCPL7H36Qrp6k7emns88al9PccdRC6Bf89W0RAe+b6Vv9q/33Ml2WNCK/kxvD5KS6TDp6OjEc3Cc//Ftf+vI6qGudN8ueVB9jjb+eBNwC8yTErt90hYJIX7DdWp9P285l36/Gmhsjim0DgR+/Ltw6S8QcfGv5/MSrtQR/L+dcd+TAURlwMw+kbNkqeE3z0CgC3rTWyb9cmFeD5yvqDFx5dL/sAXGQupZBSd9mfFLbmBfjJM90ppeVM5FNuaJyS+Iw/r0Idrn0Tg/KcmQE/+N4qBm2caeJ7d6ceBi4dnGepU5ie8Ld///vpJOBkG+kXTbWeD77GWemni9Sa/V6aMlkybwWAcfgNTk+kGUBDK9qGLE4FmXm0nNHD5LhCQI78zyL0lhwne4wqsWIWOpmRnQmuv7dC4Dkpk5dhFGOCdomnxLyyQjEqcNoXQI2hcwISUo4mtK/9dAWAu5LGimj+xbGN8EbZdxsN1iyOVECpKKvsiO5NtVzOoAjz5nmnL/l3nYQPDvc6CttGCAeajPR2oF6lw3pmHbdFW2fniwklyDqzb52K3EmLRhzFY4zMeF9FSGWwCU4C+lsH1ucN4jkANcBz77f25QJRvt8xTrU+WjNl7l7tRB4H9m4xsQ7qqRp7WkCzXmd/7ZCt4YjiTVVAaF+CGQFyAhgV6GygwbtwtPyyJvMEtGyjIIJuAToJAtrOxnjc4KLXr4zNvwoA6zKqYt8Kkp5vG3ysveZIz/tD0+Lt7z/m32dCIj8IWHmIA1ATeCDTFoOcAGIE354tjmFIYJ3gZbe5uDL3BgDIugcMes+vzVpw/ozanyGfxjCfDEPP7fvoB60PsobjQ4Yk0tdnTD1M3AAAIABJREFUxI0Ro/09RsORCZtAwv7ZMZuoBrxoI6kqBQ0EjoMG3Vrm0WJiDKKjqAzax0OyDK0NYc1Yb+SFvktOI8NjCM2ZEzO+znj0uCeQAi8n49677v9HkWnPUkG7LVpvQ0tyMwFawMjWS8wLp4pK5NeAsqFZrS83KBpjHPmusVEpdQUSxtBljTtRRgGYDj6RPc1YPOv/H2N/oljbbhxboiVb0v3/r30lybbejIgcyADI7Vs8lje51mzQZBvZYOQfNntnwLKeZAjaQRhgJMlCkj2bFU9iTWRI1hMjco2VPULA8mEWqg0F78N0irj39q6EOFnWlVTSgT3OKlMAkwoR07gq7scIX/oT5a211i3gTGdlmK0DGF1rWi8HJ9XMOFQF0Hi9Q20tb/Tmzi5UgBNaR6cxhpY30Ba0nP1c488O1PAD11ABfWRTZczrmtgEa7fi0B0D7rE5yBZGN3QWLAHi1hevU6HnviDcSytxwFJFrvcJoEA7lX17lgFd4Pk4UIps2taTkrfQJx1SmjZ4GNUj/L22x9IKAeDDg1ZMCT5aj02ABWCLvYxTFAAfG0bvM09Kr8/L2q/qKjVkvWSlHcWqMjItfO9/K4u1Fjg0BBCoEteiImtbjm5W6M+A/2ULSB9+gTyAsFPBITmgs40NCK898NrX0HPr1exhdhvd2AHku4o+8gR6opWn13vseT9IfDHypQPAyPIOlrmyY/Yo8n3tItsXJsA9w+itMNTVBOqt3YZsADyRc9mvaes2PGz7f+Q7+hWbPNfHESVTOPRH8CcdL07bxTlS4LcKBwIu0MX9jtsHus7tbft0glEag3TEyajWmEhMnPEAjrtj07SDNV06EQpOy1qJFgAoAGicZDvgc+sc9qbt/9tXzH55T8xfK4ev5IHx+9hfHFu6x7RsgJfRn75W9qb0uioJTRvZ29BhABxoHTuK53SGOgFCdwTRfmttxzeDP1tmkazAs0habrmQNU0iCPvc3Sy4lzl24AAQsaseuA6wDRUKYKXvuzrmTe50lyE7r/FDOwlz13mDip3UgQ4nmQ3fBTpAT2fdYy9vO90EgJGt0NobAE52e/S5fg54I39vaBvQFfnw2vgnidA80vJJyahL8Pi4pp9J5tGz9HtCM56JlXxswPCH5cvsq+bRR8gkgT2RrAQ+P/9Mge+5foOfWX8wDP3Od81Pmuvf//73gKuaj0E20Tvj20i86bcStbA/qcT2en4P2jOai9+daLL+aGRcAGFsHOw78R5JFQExAQHD46HppfeuFDp8MPNo+u8E7KXF2OH66QCw12uqE2MT3jq85RrPQs95v6fFH3gMZ9CxNhzfowqlPtaFxBv7NpI3FTjYecamQOZ4LFUBbOmiYy3K/u1Wo7LplCT0BoABsHV7A34EgDnrF7q9dWf8vU30CqFc7VrHz9R4uxsEe3bW0Wu/neWw9zKu7Duy/m2vHbys5XX4pP1X9A1BwuaHU/ky8usNEllmfjqA9onICHQEYHX74IzZ9IGj8M1D689nklPow/DqU7FO4K7sf/bvTmoe3TL00VgFNEMBRLpAjfwYej+BudmMDsCE8bQJKxMCyMemYH/UQSEJNdsd0bp3MAHLcdNAZM0Z49g/BxMZu7v35/j/poUyLsS/Yy+LF+yXfO+0vT6XvQHg6C72AJpJogBJIWqtmQKaJM5CW8gLvIY3ETbwzQSnhT99N7gz2WCTmhrVxl7WkWf6PfZVnmz6mGAt559CN9zHmI6efBLA2j9ePGTopPw18O1efxKloGvxrTpf8i7JqGNnfktuWWqCH/to8JjjkwmPnoQDJ5hXIdA5cq8C5/BR22OsPfIFfML+MVj4J1dDktk7eAr+tj/vxMD1R2w/DX8dX23s8d2jsV8n8N7HpnHNsI73judtwmNkbwezSRDHBk4nohh0jXO8SR/YQMEQghfmrObo2VGdXhPsY8ZmOTQy6NLpCgCrs+P3o8Qw8+lgisb/zE8i1uwvRS9XIsXwscfzvafxvg4AK1ShCIXXbfw5q7Ji61fHBO8UfQWH2SMZ9fdWu2NfaJLbYUryaIpWTKsf/c37rwRyjWHkWQcs8R1N7xVwa5sE+dlyk9bmmqfX4klwMU1OIg0+3m/JDshY9kt00p112QsXGJquKRyL3fRi0dJtvwWFvSETTyIO1zSd3xMvWVvvTrokXgRv4jP+6Xxt1rCPxyBx128bvS+yPcmz0sMTFGZ8yM3ISBFWMOAMOfqGjrlU6gbvS2K8T1AzI4YIf+KneYYfN3EF9NN7JOjhDQ8kvKPnIWf0WcfBmAN2cHQmn+bf7nzs8blAVfy4/pb9U/sUuT92IjZj1k8/whbs1/7n304xDgFg7W+6Z0bWO+FC91QRCGtq2TK67tXJf/nnP/7L7o8eIEP3JcI9gyIL/oILGG+Z7GZNoTABAPRi2uKwZGt4ZeFYmAtAfM7YY9NNZAUqdwVDB20Yh95FhthvwkPz1s+ZzzAo73tsGRPJz82OUojxUFW9pbQAuzCS+18yyn87o7UJrc/f8Zj9zsmilEKdFoH6rgOsx/m8AHwclbQ99D3jKEC4P4HDnXvesRqhmY9P5dATvPixnrxziCL71UbyKpyuYIOGHDiaM9hOJvwIIxzf44iNIQzdZe3uVrdau799Z1CjvBsgEuM3gKD7DQLRenMARbdw+b5ohwGnygEd8cIJwDGT/fc4AJMs8J6RcQNu4VvNo9cHcLOBNirLUwE8WYjTqo12ZNvOLMJQErqFhgW6svpsuGUu7eC0g+LWiNMqx7LjM9DbwPvNQQ0dpxXKkMEPB8HvrCQC6ByA/QUkudZjECgzwpe/oVkHmr8PT6X4ADiAgPDPqSapyhVoCuBAQtsyZ97nd1UVyNmLyh5vhUQL5QYR+llH4Y4DoutkMJxzIMdw6sphZCFjgXcPiEE1lrN1N1EFGYNcaBlmBWbQKwoNfgpdxIDHsW3nUMCKn3sA3DgCDgJ/X/m5cj4lD0qhIz9+ck0+IYmn2xE1vbCevtZgaO57neTMeQJhnp/TCnPtGAmcGQId95nkGAdR0nF2m943sWj5i+CfAc5yYEKnfebHzr6ddpxY5vgm2gCYZe4e0JH5GIQYJlyzDkF0Wta4nYZ73aF59pUKGLI6z16OQoXH9ZScTTkg5OgF6Eef6yNXJX8/7ahzxp30QCfD7Cqxj1tVzHesVVeLExhBF3WFO+/m/tegOgCtznCzk9cB+ASeA9IEEAk9rSGJfUWQq+Wrq6qmmq0dVhuPYws1sNWAZ/MAAai8fPSA5IcTnDaArvmTRdr79AZvLvkxAIKmqFZq7Thp4uvAh+7V4r9tq00cDAEcoMX0ulV80CG2j/6+WrsPWMB+0Qnm6B8b1n81H+B8Mw7myvxPwNy0OVUMBaoBkIrNz3nsolFdM8lEBBTRD8hE/bsVYlkTANDYmJuZ33rs7K0CXLKvtJaV8a7qXznTyDfZJOHtyGnWGTprXuGICObf37Xu9Pdd2ei1mYTRsYWyTwHJ/G4xtGViAnam3TUfD2AAX+m7psm28+PgDW+LPJ4zCg+P+5qf+pe2Uth67MmpRKyqXJ7lAMpnH27wIf2qWx6hezp5lPt/tHstJ5UADOsvmqGahm4zGqNalKHLsQla74XmV+8ynwYg7O9N61L0tvfKOjF6rjOd4ZPXPtd1B5SfSdIqLXJ5kpagu3l2jy8ycFoGD/N1C8Zj62gfWxB99wFsEUDIEFamsafIgQ4AmLeGf3T/3/+uNmBpxe2glv2oDZwgQ/EBOuEQ+cNcDu1FzcY28ng3iXFpYo/TaP7X90yXIHAHnPJ99gowpnktY9E+RqZLdb7JzVmXYsDv7wBvAa86OaPnxHu1nW8Hk9VFaVXoIX50ED8tCbQBfgLWtO1FogaVQyRq6hmpcpsMKgCVkSlX5UxNxwlTY3+1fCSY1i3kOiGEtW96e9epk+nY900eXbnWAbSdxxx3I/k2QduT/OxosWR36JjEQiX1xFaoqp9jpycBVFM/LcXFCXNMl/f5W3djNBPAJtHBR0N8DHlaGUvPznMb4L+rQ9JBQ/r7f7NNSeZhfeADuiPdwHTC7iHH3cQkDwUwb9wn9DDJHVWJBE2/MtF7etDGtfmjZxd/0nUdKG27gIR/9oV7/dyxT+w9qbJr7Fkn0Ek3jg46gPI82CD393/oQ/SqV2Hapet35HfmF/+MqifxuH8/WMza6E6o//5zgcf4EeKryx/VMyn99FjjT776uW1i6/rvP3U4maKmBOJ0Pvvh8dDwJk5tS3LRtX7O0Q7fywyuKoFQazXrl/tzTnTbmp1g31hgkkg47iQ4BkEWksmRkyQAsL4e0PzQUho/EfmQFr0TQJ0iFPYCfukWwfD3nxJ222byOGxT5QgE7DUHPb+K3GBawWuxkboaDj8ptlv0mD6TTm58AbwwOOX4+scX/u4RSUrmfrSjfTjnh35r6SMUJvkCX9iycOw6dIPkvYnehLw06zmWD/lH/Oizc0Rfx86crlBtO/vRIyq6PbvGoIRIfl6sFr9Czz+t+AeTa3uo6YHfO6Hm6MGP5hIYmBaqSvCIaj5JOwRt1rbdDh7QL/6tAozgUEdnT2DKQR1aMI8fH7kp/F70seWmohMS2+KfJNgYPtjkOfbDSedKkpJMFA86gJOEo9inW6FGgprmCA2ToO09MvGFtsASjSecCtBgfO3vXPq/MEb0HnytZ2Jntu8LxoSv0wUajJN/mZf3sGwG5Bp8sfbzkHLbF0poMe1nHhRgsTatR5RQwJq6WMhJC3SL3Mwt8f7hoe+htIQ9SXV07JDf8T0EPn/x6Q5AU5nJuhEXKFJZPjPhqoV28NDwa3VY1d/FK1nP0MDi3rnmxs/pkJcErKwNraZll+xxhMY6Hv/BvDT+poO0Qx/Y4+H/xXj0/PbLuN/jnWM6RSfIRvvC4LEngF7JJpOMYf6dKs5ZHv+DXOr4E98fu294DhnQMbPLR/1eIXvssi/6ZVo54wshRt3b+hE/20Hk3mSN8/sPPETCU08gcIh/hExln09MTvrA7cfjPz6uw5F5WmGPx4ywwU+N9U3q8BwncKz73C3CMEEqx8PzKbAjAA3eoevbx+uEUrA2PgvelCK+UVfPmk3RmjCxGXMXXHiP5f/P+KhC/lPBRWO8LfeQSSQ8QTvYOEnYjkyiQ5Zsh+jslROsUWRvOiazj/r7r47zkELxRKqHlv7yj3/8699igGMYPSBWBAUl/CFyK5AB91nIrjzqdjooQTugxZAQzkVAI1hv4bm90V9HE8GTBVzusDy/fVqfP3KE6jhBx3AwQISiWwCrA28h0hH2JuJ49Z31386FBEwquJLB1uXet9BAeG52U1fcMMcu0w+Glla1/NjIH2c3Z4bd1WhRBsPo0yrCzOgslATyVljdrRVPQKECXl2Z0PPhWta6jR0Y6CrZn/OSYMxHxtWYGHuNc8CDruAFdAcglYIBAOh5oIC1r//4x93CC0UehtqsUFcaVwa59+ZbUwCj7JUAjQTjcVB47wYH4xC+NIoh4xYfEwBaYy3OL4pW7yKzjM/vSu4b2AlYMVXoUuzDmFLEbrk4YCCZlVo3jDa9qxU5mWZkqrAObQToMypQMaSuM1kLwDnrJqPRdP17mzkE5lGeFQQeP8f04pnaMIvQC3AXZYWBidA+ArOSA3zdt++02AUYfEFklBCy7WQPexB7/k/WJwL8/KjV+lTgtPG/fJNglmnEiiBn0NwJFgOof5dQ5aPnvxX352w1y7CM4Q2qAmB43wQYVovi7M+AmPMvtNvynd/FD3qeeaBbqVp+DiCgALANhKxIHAwp6J8OAWPt9lu9lMmWjFwAuMi+Z+38j7IZy2nV9xig+t2OjbO1cm2elb/fnyheZWLecmOdHt28oCyK/Nr+CZC4mt8vDO0nMBtgOvSVeXXgCpmNzrYqWlVwnDfPqypC8MV/ziifQId8H1oJeKIfABG+Zx2sG3cjLxlFVYeufQEswAOe9xs4DZiPJ0LSSY9Bcq/BqujqCRabXicQN6CU9xb5N/8CrGivyKx9HcvWaUeXTGXrmANlWCoBqIy1oql3/TWE4/iOTmsjufeW+HEAmu3Ochw6bVXx6quHRQ8Ckk7nlWnVbbk7D0FeJyiTK3e99r09DwfjJjGI5J1U2e5Z4KaxYAsHpEiGf+QtBnuM2aFJk/8AFXIOlPj32Coam3Rtg3m6vyvh9BTtB9VrGkRXzbF/ug4n/T0iYmku9HS2V/piWlX2Nd0yk8/bGUNf9Bmy8PLLq63fMsZZL9k3E1xtnpBccYtfzCWPMYvaABZAZWeBE4DMO25q7U4BflYnNT2EbRtnAOk+mxv+64QZ1r0zjHncb0cy+Bkr9k+gu+Wd7zefrO0Lz2je19nfw0+AKQIPSQp9q4ZJEPTz6+xTxgTw0ZVvrNN5f63VArlTkfLIbJ111LYDtP4CLPgDb1Z0A2xyyNPaP62l+1iUTcaK7iYTGyCJrP3mP00Du9bLYVkbnpcd+7Za2wTiXIsOCS2lDZv1wlSAXEGnOjqjK3yhpzjNkUN8xphw/uGHA4ZXAoXse31/2/MJju39d8IjoFcDyT/k9ch3gt6v7dQ08Rv/c71k5J6NGwK6ZOEEkvgcv9MdnQYgaj7sYCX0KZ5MIlbOifstAAzpxt7PX5voHZsje4isT8vpo6+O7bPCBV+727y/ldSyt875nj9ApbGT3J6xK3hnnUYOxffcyhJX0o6NAM3EZl2DqoPAv8mxQ2OTzBG782c3M/aRwOUBpCZOgv8UGzlyXWvmALCSQZJrMvoSQIdETa0lwZbtkNAt8l2BPcdZ6DmiJ/w6A6GTKCCZxv55TcybAYCv6j99963fv8Tnuv/DHJhjkldSjYV+a9pu/itROEHvaLvIh+iQBIptORi83ZbWewa6xzoKi3XSv+xfoE7ZuYshQHf4N4yRYJ32gTfz/OYr037hKvE1U0X0BoBzf8ZDgquehWznCIfzPA82lafLc+EZ+J5kAKpddn66bzvvSIcQAPYDJsHgxWdIJvMlY192otaa+dgf0+EEOfDNT34qtMh6SNbE7vslAKzrvy/PWX0OlKh7QB1NVv5okkZir6JD2lZHJlNhxdph49k2tC5Z+fPqNF1r+81+C/QfuklAGP8sfpMTA0771Owb8vMKAH/3ioKp4E+A8zGyZt/fDh0krfj60d+69MYphz6ks2biB1+Yijr2xImP5TfajTZ/aKNyc+zo7TgIfa1NNGsiOn4wjk4g031U6LX/+puuPNVpJRfjHyW4c2zawxUZZ/yI6XDxfUeCAbKA78HoWHcF2jPZyFfW6x1b5q7WnGmN779HPmkV0uZ67y+X+MIikDWs7+ujv7b+wa4nWTcVvcHFz1EYTUN1BIbkpquAjfnlHO63q4fHwXwe7AP5whEMJOj3Pb/No+Xn2wWHbWu8geH/TABbHo+fvEG91jUOGDrZLPIU3fGnAHCwh0m+H//A+IuSAsefbP5IQDLnTtselGU7+Ls1kpNv9ghB07s7oY2cmZbUB2Ma5jx+L4lcDthsAF/jP2eCTjeT+MkN+ER29hGP7M/aFPpk8V/2AIzrrP/x5xIARogEC5qkoMHSQv/LhOCzTmg2TS19drCSIzopdIrslb8xz5ONM3GoTiD1mlLhOLxgX+jB5IXzUUyHXO9E0dBr1lixFq1v+LnOfq4A8BZFFc1UAPjVHbLVogO1fFsAQKLTrpgvSAD6kZ90amm5dt33/XEfyVEYnFbTdm6SPcBc4Q2SLtEvYGWm6rHNSbS7E30SF4oNvEdOwf89vsjWjXH0kQONbXFvbFsSAG69HL1aiUDwt8d6r0rzdcty6Lvt5w2WbjxTT7M8rtb6HNn4JogiG09X47HtTM32GZc/flPxm1yJvR6eSUJs/mUdt7I3cRliL68MPUWu3xfiJ9uZlpvBqt+fBIA/JkhQcYBTE+9E7evsknZUXwJtAn7PdOKlgN3OvpoWAXz3LtBVKThEyYLivLzGH8TUwGgmv206dM05C+gImm2T105qgw9aSASBGXscpiZ+zky0QKCa7v8SAG4jQeAMAEgCohhgyZgha+0V9J2J/jL3MWJs9G7m8M5z29r1+kne40xhKB1nYbiuv/8N2PpBbKUteKYEcQz/Pd/2pQn2kM8J3sHMJ+t9Wqtg4Ob6PZeNdyYwNS04vnl+PJArx+HEcE3G3GZjdQC4FWeYTmwfC/pkUkuOjFH6W2ZuK0/2CacZA9/Vvd9zBNq/7YJZD6q0OjP8pWOMToTi4UmAGe/pZpBsADhXBsDJWijjl3Mxl2Z2t2NIbcUiBq4NZyxNGTCj/NrR071a/26/c8Yqg+LKbowhpn3rCkYyiAVM7L5uJnCeR5tnzn1NAPCs6Tfff349+PVsgcHInG4RZQd75Kbu6zP52gg9rSgaoJtqJWSY7m8DVvvfLd00bQKOjFHjIsv9dW4971GQMVhxenO3M+rtrbC/W13h5JFHs75B0VZukitHFn/PA0C1IT1nGJmGB8jGMU7Cwhqyeqb3YBAXO/JqQ2XiDV+1M8c6aN1PFvPQT+Y4IAbzHwcB4C20Ow6zlCoO5zy4HeiljPz2Jn4cQ7MUmd8zWfSt3yQv9HkDrd0il3dtxrnofhX4b85NB4xex7XBEcvGSsxGLoRe1hFsxyFnieecsR/rMPJt9dgDqtR5F53xJhp7Ozoc+TyJRnoXLer2bJFNVjsO4GMEaiy0HgoNRt4v7dxnYDUd6PcXuEG/ArxwfbdwPXs2Rl+vK2sL3fQavgZ+G5mM98yzfD4c3m7xyfMbQCCDE37QHseoj8PQ2cYh7DsZjLG+INUPwKwAdo1Xeyt91XpH8s1B8WpRlbVcQI5WTz/pTDJAhrIAjYAfONeWtV8F0HtGYeuK/5RM+8bVRnfmmw3rhLDfbMZeh9gOGwDmCJIeM5WiCgwDQHdHDa0RiV6WtbI9RHuu4gpBX0kdz4LA72+iA7Tp1qHTIoxnJfAvww7HIEAq8hDAI4HiPXIDkCv0NfJybPL/WwD4pZ8jJ79BoD+h7wv4rvlSIfjaLtm/XNjy9ZV/vz63AsCZV2hjAabYhw7sU708Dqptn3n3y5t6TkDIjOuARN8AO8HFe/LdLNolcNvtt1rfdkJX5JmyoQVa3Bn2bwA479iFjC06QdaPXzq58N1HzkFmbVjfPp8ZwMxVH0UX0U/RFb9VjOtzKr0OfYytfdmHvm7PUpad0U577k3ms9flA4LgMQelZ0y0ZuyEHN1JUBQhxfpfiV0DNL084vsnOz3zjL/2g2e/NVelZSq4b4CQtfU+PQlCXWHBHiJn2mbZQPhW80Bb8O17xBB0iQ3XiY3r422A5aUjj1tiZHQIa2EAjSp8ggvnOgHntCtbu4gKdq2dtss84ntSAYdM8hifloAkL7A+0SN77MBZh9JN+qz99Ne3/W1tl0bXtjmfKSnJ9J7/NR+dyrJhHoCbJBjFniPI/frP+jvtOtfuggfD9xEwt77cAPCOeQSA7GclOPimqWo3PzkcZf0p1dwVtjwDXtE6vwk2sYP/Zfqn3SC0TAItvNM+Smw0dQgpJ8R0RUB07RDLSQFZBmhjBxDY1tgcoByAkISlxhcOTWuPHr+m94TxYQejn1mHxj8ahIN/TlCS9rAlfwAUeVbbYMhP+XPmAwLKWo+qVNK93dEp+xI6QZc0/oC+RLdhL2U9N/DY8xrX67S1tb9gMHPBXPi/6QPaFA3Z/1OwYVBKgjB0r/H905o4QPXYIFVxHOAygPBJbLd/mEpnKrDan0nl780XfyoaiY5+fJWe0Pe7E6DGv7e9Naz0r3+tz2jZY7tyqm0PsfwhACyMz5MDX81DoftjV0/gv4NQN86XylX8dMYZ+0X6JLzeeoWzQ3tfTFPjDxLotSxyYUgm07aV/nYCoa4RbYye7+oz/PUUFq1fyRnWuo8ClQ48/kh6LB2TSqif9K95H5B7ZCLvf/1V7HoHqj++Ait9uyk9ZHD9+VsAWBecyrA7LreB1VvMnQAXGNir//ulRz9/YxbtuCDhu+H4KYeehvbHpo9cSZXoG6QAQ34Dv+e9wxrbNSQtfDsAHD4OfRwdHIqZ5MwEbY6NbLq8Vzdz23hDf4st11jUZecPb67/0B2mOmnv5oPf/CpgRdE2HTGcQFt2WScGBj/Upm4iSds+mkeqsdcAx48heIMNFV1VBQC1CKJ5+9F/sI+5tM/P5TPa4Idn9Y7Qx3ukZHfCIzHFAduZuzEDvf87l95Bw4++jp2kdRjciASV0+p93ptikC1mYN4cu2D++Z7jhpHIUyc7VqLXTOokOlU3sDeRxYmS0okT0AydhqDBbynSEh9th8cE3bw/Q/+ad/wBEhHYz5/H0XkegzHcBVMUU1UAe+aD/+dA7eik127fY0tv3mm8owubsGNaD9NyGfs0+7H67QQOve8TvBysKJ1F1r/oDhT4t3cHFQp7gmRoKadx3yRuxfddvp1EctsMSaDLWu44YsNsHGLPEM81kQuLQyMnsIFCA1k/4cXnCBXZtLZxdtPXXsz1HQDW3xR9Hv9yaJuuan0sGzsGHuD7nwTv8AOYi2SVChpaZm03CWisbWk9m7/RFRwd6HmPn9YFqozLAWBnws8iEvQ6F4zRnIpXOb2bBSMFy0Lzb1cCNwCegSQj1Irkax3E4BAmDZYA3nVlqCdCltkEpjvDh8wPqfffDBNN4QB3mu8oL2drfM/mjMPOgmAd4lyG6ckCJmOcecBEod5tVwghs9EHBPs+INDqABYtJMby0ng7aNtAWAMEet3JqD0O1ALZEMdvAAIVeg6aTTAwc97zzMjsQzARgG2jD2GCcX4M2VnABpD7u7P3TwAYJQEDekQDOnYlbNnwBg1ilLaV0QJiBXCDXwTu9A4Z1Sqd14+Am66K6H76ZCYd+igADOMqBvsmH2T9ttKqBQ3APACdHAQyb1EmylQ6xsMIM/a9BTy8Bv+xXqETHKTfnbrTNkhFgmFTAAAgAElEQVTM/o2352/D3U5HhJMBNFqnz0JYf3/XhX+nMmvWs3v62wH6LqYqi3XUv3/7uywKQCZaH2RPcT76+puGtoVpOxxUom0mTeiJH/32GpoEFtl3yYkEnBvY3ZG07NOnnQjDVTieAO+dxQwATaCpwU+tNXLKz/rGQIsQ/5ntOtW/8EErWhRZrp/2zNoG3edAaxy7t3W5rz/AxGTOTfBbPMKZM1rP//MlBwDUGmhwICKyXvM7xprladpTWJ5E/wXYmqAhLRpx6AgA61mtdzoxR9eS+RvFF9nuypb/JQDMuGizlXVLyxCGh1GI4fIaBh7XyAEc5K5aPjTw8Yaeu22H8x7TNxmOXvPNcHsTH3Ttq/t4PgYG+q2zIbsqgHU0kF9yoYPpJ6lE9KYz5sohsgPq5JflpQSLI2NiXP8840nfica66pX1ah2HvqRisQH0TsCh/RjzZ16vHscZFU1oul312K1jurKaaqI423smksb7t68yBwnCs9swa2fVY/tslq4SCGgX0j9gxBBX7LGtiqVlD4Ac/NRGcgNE0G8DhjhqrGu3F+62NG2s9pr278hObAGP53uwjF9oBrnpqVvGJAD8BuiyttG1G9DIypL01lnk3O8M62+wZETjgGddt0LFVePWZ8ufWb8E6tpOpWUoQdjXbgFI8TbZHl67cNcnGZ3Jvh2b9WR2bgUhlQRtVykw0JVv6HcSnbz/XTH2vZSgCc9x5dgEgA9fzfq/+gYaOLzw3Sl5LoeXMw7hI81vKzizPx3wOPZM6dVO1oMvu/Vr72sD3y9QbwDwkz3njOfnTHtaLHHmkt81TqPWwOOWPB9Ug+NoXll5JZ5qrQVAG4gInSSpIUBT69gQawIo4nHpNv10ouGlv+f6Oyg5qIPGboESG552qdBXt3Nsu+9qBTkXo6tC75VANxUJ2ZNuKTsO6IC3BpEmgQoZ2O08abmX9d5gNoGpN4kW/cYROeHxDPYkP/ph+VDrv5VY6sqSwBlHSPBe8XLspdBlZNAkPOj67yWhz5Era/qxrMemOEcKKHFI7RZnbi1r/Y4JAAPoG6x75Nt/fcEC7MjWX5axA44yf8DQBdfvI1aoQiFw0fZ99nG7xBz75dB7aAt+Qwck8DDLMnoc9tUz/u/+Aj6SFjS6vyu8rGdnf9teeisv2bOVJ1+FfgWAoY/lu7VF2MAXu9DnLVvxg6jO0Djxb0ieeEGSln1dCdxric7P+xcQ5kz01u3wY+Mb3baSFpJ51oeVfP/lbOvQS/Z5cYNXTub72Oimoy+wu/jKyL9JwLJ9bD6xFT6+aQDQtq+PfUW3A/tAkY26U4m2wlvgFViLir+1o/NNB5wCSq+/fvTtU+GURA/JcG1qAmjwCWey0ZLPcx99252eOrmO92jqaVZ6A596hvRzPBQ9UOuTBJOWqQvcBSS1bHQnoZLls77QI6ho/JOxvcdH0bNp2axnmEa1j1rvkWGvTCcAnOf/7NSTCWRMCpB2W8z2N95AL1Mgwf63zn4dsNa7HaBV8s2MXbIkraVz1uPpyjV02TbD23GP+eAzA1on0LBHbGm96W7C8xh786ZpD//FsjIJ3mdfWCh4x0b4fK9KLifn6b7QrL5O4sqN8eSBg/85+DY6Sfpi2nHfZwIORvXdhi3H/d2lRI91wH9awHYLzuOTGmnP+N5kAQLAzLntTD2bI3h+YHIFp5HwkbVMpzCed7Xo/r7H98XGkm/tAhfdpXvHTvdygXn699hu0VFrY77JReeaWZdNQgvvEeiyfp1nHRvTbe53HPAHvl/L5+Y3ztjF/mi9Eft0A2LIbJtybW/EFTnrfToReYzIjZ8JFyRD06HtN78pJJxKaYoi4qdscET6z8k+E7z3Xo5PQaUnHTD0jj2jNR1jOoBB4FTzawwaefW/2VvcAz2Dl2UOY6/Yh5oEOuucxfeyZ7narKqxjuxp/5eg3tJUbmp7ju+078azvvcqgZa10XB+S0C8/eDFKjWePwWALZOGxhvHb//nFJCNHU4AuPUR89YzUhw0RDY6pPUF9p74rwPAYD96d3d60L5iLmefkrRmmaHuFhPR+4+/pFhE81EVNDbSwbPGr9dYkYOse9sf6A6mAC21bZCd5uc+NoX7tLPphppkr45VeAzHuA2Jab891lmz4z8OXRl3dULT2pIZQTAu5qnfo/OSBKj7/HcVM1i3gw+OfZJgauQG9gD867eMffbaebqPBPvgpJGhzZ8UXFHQE16uI6Ukq2Ze2Pn2V7sQarq4wE/xF2JX/lxfZKrWqgsuCNz+HjRHxndSF3Lw5d1uAQ0+evSP/D3bxnf3osabviNvY9NVfOXQTslfntnB9+b1124SbZNA1XEEsDQC5NARnVaaF1iH7GNkBL5lx7lMeCP40nkpdv2dRBv8ybGakY2v/2La+5j232eyNqyyiAmUhhLQXQlSqYULTvi2uYUBGlS8DY2fCsL3PIfMsxko4FeIdQBoHYssVoP3GOwYBccYGWOmhS2b2WdGHFlaihtlA3DfwWkzq5hjAtTv2VdHIWhtjyGfFotZhz1zpZXxcQ7NcPQoHwfne2gbFoyPQ+K7shaa0fvcmsitCbQY2xKE859vR2nnBQN0pULaSAV8CaGNgPDYsngWGGVEQlFU8fiiaTl8FMBJqNzqbILVYaLchZHo9Z3zLaywJt3jVQR9Rl+Pb2m+gqxWEHf1uO+hFYtaXRyn3KOJo3aMqXUOaKHisVOpPAYoAgOaBPwjg5HMkgOm2njIizcwcBtA7G8DrOd87zZ+B9yLAo9zgfPcBnoEpvZ0DbBuqx6HqFpkoCDV1ncCwGQinzOO8ca8JtrQalFt8HZB/A1QJMvXBu5k0+Ig+8wcPysOhAPUw5MxJKK0nVX98dMq0PBt9gaaTTBUvEpLU6qD2K+c3xFZyd7oHgckvz3GgDR1T4LFkV8DKPzW4vAov289u10PVY0BtTI2ALETqPzeTxY0xolJ1gZOy6jMUyJe+0qiCUoVRw0ATVejoPQvoDAJOcfhn/WTTIjjL/kSA4u98R6Mg0cFyPLzbZx7jUemGuAWf83FKDRnbBbt/f0LQvMDWNqOHQkiyCp4iFYwBrS8pxFaevbdwmRbcNwG/GagdotN5NS2e95nLuC49AnAhUGn+++s6x1XG8zMuY0Kt2z5GCGAnfR1HFT2QP+Smd8Z0dBTsiljAKND1+FPhnF/J+Oq3+f1m4G9AZ737HLkInSLQdyteKlMQ5aIbRu0xUEy8DQgg/WS1nBamR1HyXubwV10or/HFtJ3AmHYwz5T8AbEVvb7eZP8w55I9lyg4FEcqxjtmA1YEL22jkTvbcsEr285ky1frta5GIGWqQnwaVFM+27ZunLd77bs1MMBJDKCDiC07aHvaMWt36lwahvQYx3n1+s5MiBriz7bFfP1tTdkoKvVGoAO8iHPhhYtafIu2QKjB/JOLXD0QN4beULSAwGIphHGd1oUDkCO7UEXBvR/z+A4NwOwn+4tsi0cPBYYsyAhZME7m++z/sqU7oxwTaLnLgB2A5a6pzOFWX+yYQmUEQg/9ttUEbCu2KwNjOk7gmxyQpb3Vj6xFq/+W4A4wLp+aCUKeIRM7wQWbH4cPQCCBvxJUIuzOPr8CQh0EJqjFthP0W74MKA7iUiiP3U/AcjstTGvDPPaPv6u1RpjK+jrlikaFwlNxy5jsQY8Zr/Px0PfXks5/IeG4b21uW0Pf3RgeW/d2Pp7dWyc4TyoEzZSeZUASPtZBHUEKphW5mbJu1RGh5/QdW8F0wHo6sxO1h/9YFlMC80BwEJrkeF6ZQPIDmyoRe0k0LZcoiqMIxWWN4dGxxY3v+GLeR8nmDuLvJXhTwKG+XjOIR17bfVrgmvYL1TihDZGX1SyhGXFIKrwoe6h04TXYPzv3ZMnW38A0PcIErp4iOa6OgHbeasBpi3i9663tbftign+iWc1h37WWduhX8uEj87pXAQNct3aXx9fzXlnnVDiym3JPPkotl+zlm+SWPgwOrz1H/zZ/uxJ8HES+gZHG+A6Veh6d9mACaDFFgJfeBMc/uRfYkd3xSnjBtQ6FW72H/FDplp33ttJa5d/NvruyEXrbkuQrI0CAHQdKtmuWFISKAfrmSovXLP2oaCVtk+bbxYgi+y0LTjdY6hYA6yODNvOAcjxF/dp4KuDr/DjsV/sv87WfPsEnUSGJohgsSwaLpuPI57it2+A4w0WQLNtWzcY6b2k+r0TtP5g1/yQN3N/YxL2m0Y283nr798CDPDL4hK3P9WVQjdeRYBok6Qsb47/HJ9Pshp9tQnxd+IuNGgZNcFPJzKp4nzouBOy4U+CyXrvVriHuX/zzzuAia7is9+OepLf392t7F+Mb9TrnnlHX3ufvgs5c9eVUNZPg8WNfjyJ8/I7ZDN8z5Wucvtd2fWDZ+z8k/RL0CD0Ez0eHRf9RMI9+3mOXpu5QI+vDwC9boeBzBU/53yvbiJyzyUjxpf67//R+d74i59vUAEByQPwxeiDSfAdpmpfDCwBGyBr8D9JiKK8cAbSnQxsvZcSb1uNAAcBsTg/8PvaKub7Gnf4bX3dyIVgO9nj6Dt8T+QO8lrDoZMHNGEbZIJMb5efYxvNWcB3AGfPKT065U14KR+lKypNJyO/jr1gWb8V2y2jkBd9lJ19rcGfsFltuX0Xt7/hPRgfMdeH5ns/o9NvmwHayjqNzVDrRIIS1+H79VE40LtkQrde7iKA49dJtk9g+D2aEL3L/PBX0K8JkmwXmdhqe+yHeXCOU4R+wM+Dea8+QR9wFm9aQK9d+batx17h6ARkGPvjd+vYwfE324/Vd+DwClDazziEERlCAt29Hzf9QH/6t2Vj/MG9kwpiJTiqEwfYvQLAnbyBDU9Fpd2iwe+CAQa7JNENnRD+X/z3mFmj/zp49RZZ/Bbo5VmawZXMMXg3PE/3zDfhAzz8SjD/FqRt2dvPiGzZ4onoGngDGn/1XwJ4yLvV1cgY/Eqei52LT9F6qxPgmR/YRORRdFrza98vXjNND54EbzugWskiyKARDwm4D8Py7PUVttMqySW6n063xH2gNK+pxA54fPGX5d1TJd2JpO076BnBOxerjYzfZJL2IzymgxNtAj8+h+d8JRRMFwy88KHtTlCJfN7Ywpnj+JxdwNN4OLSbwoZZq/GXD96BgJyHtszPXgTzhSZ6z2Of5ca/fH+YMny+5PcrCtCGWwmAFiJyJjqTsI3S37KAUCyvsWUiVQB4QIjXAM+i75uvVozDNL2IfwoAn8yIepZsO1pS8Ya7peMqNRidsTgjpECIFgQ8C2J6nZYWCP7drZcysI7WS5gAdvg7l+tvRRrVbGHGyQ4d4caZYQiNOLHrUMZJ3QAwQu3tdd5OIJUfel+XuHOOEM844EcRaBtzrA/O/7bIyPjC4CLeKFeCdh0McXYULcormMH5FhZMJvINUKCkOpjwjquBggPcFEB2KPF7v57zV7VsOsH8YSgSDCYAcCUETOstMSUZN7orZ/xsCxCcAtY02VeVXKD2NbO+2qMoep0ZFSM29FDVehZEyRLyfQUwmrY0h8keAtDpdlHZ8203xDr81hKFcblVl+6rALD+jgOh1l8R0KbfAcGOg067CUspeCNZZtqXtHC4lSXGPPRHiy3TwTxHZ8TFUAqQSPWMjaDTUi10SMuLZNfEySHYR4Cf+cfR3YwntY7WNVS+5nkEhWbvfgsAqwq3EA94BEPzrpy6naSTVPCNBTnriYwD4l+tTLpi4w4Aj04wz9lQLsP+dFRokHQIAfAs79gAoBJqOL6qM0XbwICWWocwVtZ8W4BlnTEGL8C2xkLrLp7DOxBJGHVpyzjVDB1YeQKFoY9dHYCQQ2viqwYf/eLN3D/gTVcITOLTOghPAFg0I4PzqShiHU1TpZ8fe8BGr2icdzd/iAfFelcQaBK/8tzok2Qz3q1LLZsGaDc/i4/HSHsd7rPuJGOYpvKpxg6AxFmbzf+iWztIcwY7NKb71CEAQEXM3M636ajWZfdo5UZaqC6w0YFIHGDz3oDN3QrKBtnIY83jBRUJvp0zvsZofAOiR/4PnehZnYAWAKnOpGleG1nd6z224snM7dZTXYWejNdJ5LloILLhBHgJADtwHRndYLc/KyBCw5NcPw7AE0A8dppl7/IS9AatHBkyxCk6fM/y7Y41fwoA/3TMMwftqWif4ELLhj+1Wuq5RyZNMIIxTgIQgUfPoRJcGrzs1mvinf/6bMn3rDR0RTvnh/4/eu8AsOhsna7oVGiQtSUA3Lb0td4zVhwsP+85TuO3yogf9Fe87XcPfW1ALDq0k0QZh2wgJ4aJp+y4beeAI9tEbwM4cR/qstcYnoyzHScQmcP+dSa07AEBS+h1AI7cE5DWiVZaewfQ9qiWyIBpS8mgvuf56AMnLOXDFwAGVLLvpcqYCQhmoAGekd34ZL/KV69HHFvRVm7Uhwngpm26qohvu6DtJ35XcFtz5P05QiN+B+MVYOPPLWejOwGwYncPeP6tV+xKXUoA+meAjnmiswGQtAdUP+may6Zhnb2wk3H/LTB662zDCKjW38yVeeFfvPZk+zP4ndj6h05m7S/gofYvG19O5xlYADRsD2xr898bAJae/Owoy8zv/7ZLVuRv61Pu91yqYlGvpbpL9sTbAtl7+FWQMC/OaPvnv/6plR86zDzeQEzbOcderDMIz1EmlTRDUu1lX0q/yLazzt+WtlzDdxpDKgF/ghOedvl9F41/iwcghF3ZyQlszcrtBHrbvwOwZV8vn/T7kHn95u+aLMYW6ONtzLuuKIzPQYVNkzjBpPgZ+MVzxSS4XCxRupnPGTt2D2MUuaXChaSd0CWyxPw8e3Lt7wGk8obYhZG1v9lfCdjEpnGr4/+UstC8tY+7l/jn4B29L1mjfPLawbJdLJfQQQD7Uwmke9ADyFHsXwKp7f//oOUJyPfc2v9tsA0+uvVe7CuvFeDm6CVkwQJ/X4BM9vdUzjJvyUbP75PvByeZfVi5tvvRflkHoLorBz4hZ7pC08dXKsdC94l2/6HK6G8OrnAH3B/6DY2ib+9/wSc0QvmTurZtTu+rnuf9BcAkoShrt8m/0S8nGftUpIVAJC87MGH/fvRqKsZ/kctDx8KWIkvly2qu6GLpwthG593PednQa3CKf31rlDMmW/+3f9U0nfknEQ69IbmnBO3w4QbGwXDoINK01kdGZJwLwre9zFi7q1vGOYEM21vBXfghCOb1G13vYJCJM+uUBNW1ud45diLAkdG/0LGeldr8PSrj+Cff5+mQEPzUfBlo5xrvjnz4YkB++cZ9ZrmoS887dkYdhaMx6L1J1tykIT1x5UTsHK/DJK9Fxv6ks/YZta/3Wagz4u8ZR/dV0LX34eAomfrvP8bh8q1w+01uuvU5reZ/rFfJrC4o0sev/R/6ve17Eu9S4ThYXAW3LQOGdhova7sGvcHY/oQnH5xFdDMPMA3Jl5+uGKFFGU53BTq0GyIOLfMMAqMH///83OixHFExwz/dafqoQCUlHWyRwI/Oip55617r9Fk7/Kzjc3wvtc03tmbPC10k/d1rQntzje89Hxedl/mVvfT9IVmVie/c249ubF/yOQmCJJ2muEA/bxI1e8AaU8h1xi8+nn3Cx2KvM8b8hb372tvRvcsBb5eOThbT3LJWuV6Pftuhew5OlvmJv/zWQU+PAyfbpJBvX6fwSXoPPJXA53/+R4576PlhvNj3fo5IZT3yrgSbsXWOvD3+sTDmyE7ia/brTGO3b9l7023ENwFOyRDTQW0GQXIA++f90H/ms9msudZ7o2jNJMtAW28i5dspjESNN74SX5cYx8a1ugsHa9XV12dsZcB1MQP3aC5Nn9gB+v6+fjsq/IartB+BP3b28AkAmw6L54banUSdcYta0SMjt5915tn77x0AzjuqRf5UcP/lU97/phIBYPdH5tR3IwIGAcKA+XyrHqdFiRZsgJww1FYiXcJqDGttOBnS5xzImlVnZALSUqWFsQEwE87eygKIC5vPmzqtK3vhqKwxOFQHgp8y/5ExabG3lbztUHRQgFYEescJsGH8a02qLZ3okv+FUVdxbJl32i7pHdcB88VsZBW+ldJk2J1sHAJrn0Gvw97DWHu2x1YUDuEMaPs6CCbQ7/3dN96KnoDaBFhopdPr3UQfhSjHpowqrdswrJTayf56zhA0fU12eDK6dj4IfASTjaoBp8lQX8YcpUCQK65IyEmOJGMp44JnXYCl7prx3ADtgD6irsNIS6dv9iRr6r2p1g0YNCi+0+LB6zDVegWgttGfdaAVQ2au98oI6eyfw0sFJDVwQYLDjrkN3ayZflzdJLviGDB7pgIV6B0Azl26/64oNm9MAFgB1jjCoY91ctYIgA/JcNfzBDKO33LW6WTUVOAV8Ntr863XnzIwUwE8xlfJG6rMOmiOIP9N8TWooO15lVkbOJwlx7xf4wp6PApvAkwEGteAJHM3bVuRhzgdnaDQQILX5ONF6IZEkk6wOAb9d1YNAeBcH0WHIdfGwlUpZNmXdrFX2+oJQtFK83UEjsM07TCw81p3sF4YGIdOK8Ghx6jv36xSGRZ9DjtOsWhy23UCqDVN0l57jVrvt41NuwCRMU97KuuXMoQZM+M8zGZ6zV/HmR3DWLQIeKxgwcmMky+kffH+rFzqyrcfRqP3YRMe9D506wsWmJsdzOxRigaSsUyFmX47DpwN4LRUkdzN+yVHspYn0DHzbQcBXro+G7mhYBvV3rT68RpWIFTP71Zpy/858xWD3fPRmaCSPyP6YizGzqECvKvVxz4/vNPVd/7QAMZmmdJhASAkNwKyxOl5HX906u8dMJL517TLM92OvQjqp1xPpxBslF7frmA8tFIB4K7UkI5PQDeLJh1AJbiX4JtQA1iectmf+ju0PDp+OgREX4T476Ma4swJKAp/5fsGzHSPtqzPoue9HiOVQbK7potCssDXPtEeOYhVapAkJGg/wGEA8mOMj11hflCwbOzA3kfWNIliCYDw/RtMD4kUIPDJ/zdg8ieHpW1OjS9VGqlWOM73BPaoyusA52XP2Q7zcAOgFo/1db23JOZoLVvnru6PjMrPUv6fAAEqvzoL2Kxpe+o+K1RV5dq/TgbJ/k4ARAHgsTU6gN0VNl39JxneGfWhsQFKv2eSoKex/ABwHvuyge6ZfNb1u/cCESw/NOiRn9VyswN10ParP/UsWmybPu0PZJ1PkPKjrmN/iRatCxfM0LXYm7Fb9siTK/BfgVGtcSepIFtY/8hVtZlNW/L+oWvN0R3fw6CpBg9WbtOJIfal3i095ATJkTPpdHMD30ouxg5a+yW2WmgyvBIZuvZv+w1Hjo+zz/PwOzvbHB6GF+xTfcSZNVAiy2+gwa7MT9to5dsrHwh8tQ7X89GD4eH1fzymb98JKv8ADCt5BNppvexkc/zgMn430XITxbAROZ5Jz7sritdueHmDduFNG28yVPNWA+pb4bJ08lsAuPU7QaseB0lHfKa///a3gMZ5R/7Fb9V1L/5CAJhE3a5Y6gQD6JJACPyjf52oPe0O3wqu2Lfj+0ruO1Ad2fffQ9/tD+S5yN9VeBr3n86WxEYWv4p+0wLes/XS3LjSF4CahHdAzpYJlwDQvcNP6I9rfCVnTjWqKx5Xf2Qv8tQTpK3jpF4fi/1xJ4hldcu6k7A59vrRm4MHeK5HziTQeGhj7IJUmWZ8YFv63aDv3H9umvm9/hprsP7eguQEoPLdtlgFSG5eXblDhTj+e2y3ns8VGJ0BvvbQ6SowLRgzzlz8YnJ3QD7X7NiycI39gcnp8wSmg7t5jGK0kcvyXdSuPH5PZLb3RP/Zpt4AcPCyxn4EiG8lpMdk/2LGp3ebIENj9h8IBIxfe7oKlP3udbL/qMDKVgA7kczHToTOTycq6QL5Yd934qnTacTPkJ+T5xkPMAAfG8687mORNkFZI0emZpF/kakhlV98ePzXBf85y/rIo2vfFtu8dGUH5J4W7xlTfKOsdxI5f/j7Y2O+Puj7d9YxBQAlBtzZ8vBLdYjrI+JM8xUgZAydcBu63OpgbPrQ5dDJ0LzGkuBQPjetjg1BYshVtc41DhxmXc59D75ynuXxbBcYj+PYLTUe27d5oDEoDzbJavgDYO6yRTo5/cjv7w75RkGFYzd0IKYLifIujoVUR5z4N0cPQ/NTFOTvvJgldJ8EuxejzQM9o7O2B8/yECfomVkPRlKJit+n7YugQ7pgjhbW7MPb0enIteocyRwlp1of8wx0Gv7dJce8Rrvx7A+0yBr9VrTTfu/Rm7N5xA7ADigcg491r8jf9sjxLTYwRaLGpXOGnhrr6IRn8IC0FB6Z/r3o4HRjH3mn5jgWihsOPXiLtyUxPL12eta4i+awZzWf7mRhKpjYS9Z4W03TbcSfKlZhn3A6CJQ8Op1aTd2JhWQfg7u/fqETAM174rvwnPGuMTRaRlmGT+cw5n8lqxrHmFYoev9JXFv7LvfhRy1fXG3EhxA1x5NkpPH5+XvcRfMbgVnd2tgu/Ibeo3Onx/EkEra9HP0f2fXKhDeZzu+0IxKdd35e+eBnbtGIsIGsf63D58/uvNYmRDaSTLY4hSZS75x172Tey06vADBr5SI144mh/Xy+cvqcWTwTO9cMFo+dfPHEsePj5y72poePX/OdUfRvgK8+D3ZXcA1WMkH1HcJCv7cycIb4nK3RmfzanPOej7C3qiPZLwRDtdk+g3WMDQzbZAqmHVsbu29LlxNgAWCUI99KcoysBbgWVOLdOZtylQyMCFHbYJwV/61SAQchmeMbDOVMoLeFaZ99outpVwFAQbANMK6D7TvfKEfGQyYWTIelsMGlCG6ttXDFF1A4AljBie9LBGz2fhd0W9JMZY0IuBnQwkabmXvIXOkMzJ6nAdbJvGmgU3M/Zy7XGUbd8qsdBr2r27binANcwkBkX5txxrDkdwwUXfvbeZVm0o8BT6KDhTORjpwvJUHOfOr8KpMAACAASURBVGhhaSk1fNNnVcNzmxGctbbB+rRu+J+vTWFn5OGEdJtT6J5MZaqe+PzlpWS0ZRSih/Akgax8vi26okBO+0sLq7m30sy6XSlOTAzqZKYCiuvOGBcJ0KOgjzIf457MWsmHBA9yfrnHXDIYHtkKxgoA27BkD1j1/RcHmfluBX3uET1orNKzaqcaWkob6K1GzHWMjYB6OxjQK29+5ZSpy2fzTmuj0zZpW2khmwAHvZ7f4HBqHUD79qMBnsxhA8DZ7zHYJWef9kzQ40keocWf1yHyOwpmgXU90+dpf2AXP4BeDb5AT53JLPKRMyaHQLSLY07wxBXk30+fUdlZ9QHUNKZt5448bFkO/ePU9LgOj3xj6fYzZ62msqorcmyYqh21A6QxIjo4AcD+VhARAE52OeDbGmzZSy0yyQgLer1jhgd0TxtkJ4npW82uBvI6Fc8DMnl9v4HyPIzpK9jyDVFJOf3jdauseDsLExA13Y3uSHNHfRDa4fm5RgyahKBNfAn/6gcZ5b04MieP2yr5zdJHNpqO/a7I1NwfYP0koH1z5hz2Bo7hbxJP7BtXABgDlXbaGFjIP/OHnZl7vnEkthWi1ket/3W9AsD6xdJl1i2VHzIWaVMTQ+5tYcTa3K3wAjh32xy1mQ5wtvK8E5ESWNU6xXmhBVvzMmfkxNHPprpy4vvvTZ7ROsdByV6KhzsALN7gPDd9v+dkI09j4xD42uSmBIA72EkFeeRnAsBUunl9ThAldIB9yr4Dyrcs8P5SnWL5Tob518bU+5YWsTw/zmT+fgPAcfZiJ1jPFj01ff4p4bFpvx0ibJK8tQD62RsCzejjA2KNnQFfNCBsHrI9S+uj0J0Cp2b5AUFpB7XBt12fpYeMLJ055vfJQiFD2s8ewdQO4N4T+dHJUi/wQLAHWsk773tafgqoBcRox7bXn/HyrrY/AA4A8N7ENMC+BEIzP/lcbuFWOneTNAFmSRoo+1L2j/Ub9mFkAhV+BFyOr1SOcANyrJ9pwAEMVeeFH/SMDYgMQP7tSwCvBH8zBwIBkcd9ZhzA29no80vTZeypHyCo6Eo2lX2QtGfsykCN0QFgyZNvPc5ZeuJtbKYBedc+uQPAGo5UGIEuAepz8pFHquf7P8vcrHl+Qn+rF01do98KoJT9P8mw7DH+H0uB/jNtaq4D0gMWNY3abx1d0NU2R2YNTTDffgfH9VChpO+uwJ86ezxnzl2Jqt9D0WfaK9FteKz8QSdHJ1kCHsYOZn+x37oDEK2CsQP/VC1JUmz7t8hgzeckEn7j++c/72MXGId0AGDIC8Yd+2am9Pr3Rx9VB5/XP2uwFt6gCsgYw2cTt+4hGUX6oxMhL7xh6M90rYDO8Nx21omc3RaDkS8aG/OmEqbpR3Qc+xJ7c30jV3x+2AA0Dm830Oz9Fx+M/E/wKzYFADQsE17V0TDpkBB/L8FpACySgvNSjSXjwm8/9pU+M62vDMSW63VrgPEEKCsAjB3DOqBfXho+/lXpd5152ImNHQBmf+HD7by0PiSBPfSxFjLjmQDeN8emv06MW56L38metD5sHWYaGPCzZS34jeQOZ6j/FiTgWbHJN/nt8j+6MlbSUH5YrfUmAaTivFuoap3oBNT2Z3dBQ95mTXcd23ewTBsZiX1zgl3jt4Zm418IR9mqrAQR3gAwNrABelH2F0A9CVH2y1YviyYJcuea0KfWlKINxoh85HvbVw7eigjA5+oMYfHKzLsTLd796D1hLA7EjeMk3ivTK/bn2PZRanZuzH/WRWbEFFb0WMNvwQ4a8O+21QluZpHQCdaUowysyvQqTdn6KHZMV46iH1fOlowiGXv8qyRRqYJ+2/PSzbIxzk6GQUeiUzQQkpH0zsYbwAS5J0EgydoY/Y3TRX/HPsNnJYEUX1RyrvHgxlhC7wmMHvtbnSEdvP5rEhbHhOb7tg+8zqJxJQsM3sP14HY93k4CMH342XkBmLf3fDqnSXd2lSNmABWBWaPtwIOs2YIPbf5WDJPgWubECZif9Z5K/pZ/Hh/yYDBc5OGV2OB55EnQqxLvkSXWS6Lx798k7y72FprNGacOGEpeTVGOaJz21e1vax7BCVP5jE7pltJn/8be6L9N77pv+POdp1dX9vHsCWvktUHWPdlk/mqw1Dx/OvXMoqNDeRYVpBpDErfie5uvveaDNY493Dgi9HuKxhQD+jCN2Dl5g2zIjS9kcxarqsKnb9wcE8K9BGG9l0p0/qUDyYie7MOcQZ51zIITU1i6CA/zs0cYJID84ofiq8Wc7i5pekbjQfhn6ggR2ya2lVrLWwxahkle0rlqu720jutisOhsaDr8Du4XHhnMbPb3dA75xi3ZJH0GXcU+mmoT6UfpUflVisfNeMF4oS+9gwp2YnjwV1652BT67g0Ad/Ljwbc08sGTbp2Tufaah2ayn+Gz7J908du5kYKN3m/jPhWzQg6ht1ZX5R0c8ei5279MorP3e5KI/vM//jbjHP13FaRmDpoX8tl2/C9J4xRXkIR2YxxJAmra6CS6xpK5pu0Lj/sf/+/248NAvKq2zkpRVRnwXYvUwbNkvUTYQQgwPkawQESCPqqQFHP89T+zUDCdM2RPRWpVkpaA0vVaCIGH2vfOktxg6RIFCgWBEYf8P/6fv/89Z7g2YIHC5mxKvWsXrx37bceFQOIQ6FaKXT3WIE8Ce6ONQg8HXPMfI9AiGBJIaADWlxBwGSZuh3seecB1/R2AIfsjNnHbuzFOeV4rIK2L24ja8LszUjCm/CQb0nHsDIgNgJ99YiTZs3ZQEdxpPYAzuOeUHGBpHnECc9MCmv1kvdrB4d2bMSlpuwEURvVDYFooZ75tiPA8jTlnhajqYdvqHSBOxpnaxBjUpUopAp32QVYqY+AvDYwF8F15G/RZQwwa06MWYgD5AK3jgA9Aq2veChN/ZgPnrubByNH3MmJ4lkgqiRAxMvwjR2eyZS4HaLf4CpTHyc+9xxlTQKgB9Ap4tSDz63jtE6AioH4ABi3HOCsZiuRMWjVKtQLAHUD7D/RZ0zjv/i/Lit2brO1e2dlylzM8e7J0JqNys4zeFrGp8l+gw7MYAHaN223Rj+EWI4LA8wSFBOCeFsOrgHp+/N5gFbR4Ei1mDFwr+X0SABx8T4BwDTKqfzLPkwk8+4cD3FlOANS0+AttRzfI8aEyEd7WOlF9d7XMlbEuI7UqU8zD2j3xqR2HCQoOwJ1M1Wxmn0H0tgY5SQ6zEBgAnuM3RgVB4jAk2GkHWHtS8hYApqv6TbMy3seYjuMcsEC0L4PV9DvfO+FB1YviQwUCxyFpYLqBqvBdBHA7/Og/fe4EoMkkJmEJJ7wzcv2s0TetEwDEGxSEj+NMcJ5mggUvj2AEB0AM3fiaShjqilqPeVrMIVMyvzVk/QzaKQ4fNiB31mPW339/64kD0a2AoTv0L2Cb3tZV1BKUcu6xY3DEGzCnmp12WF5Tr2sBKN94/8+cYY3xegxgg6V3hfGQ5AFONgAU+4KqO85cg5bj0Is+trIRfcUzWx7jDHQwLnoqRuwLMC6AcBuoG+CI/YbMa7uj7aI3wQ0awq9VLOroy4+GVN3BGcHai3YAupJXc5Tj1T9XBZeCaT4fbfQXvDwBUOlv9IkSHp10MgExO3imKfTStvh1kmUlODV/Infa7ghIuS2H2+Ey/dxTSFZygW0834lE33+AgG8QCh46DvzYh689cAKwp5rmW6NqddUBkvAh60dyywb7kkm732c+mdBrKx8bvATZCzaceyX3q/K0gfBThVoO2UUE2Tn//8i02HKZy2Tofv+eRDsSoJ4A+angKoASG4WMYxxIkk/Cfyuvmx4A+M4ZunLeZKcW8JgEo1ShO3hrWx/ZIqAmwD2Bpuif+7gHwCkCS7+dqQao+/evw4f2hYQmnFXkuPTza0O/a716Y0H90GLkYld7aL5ddWL9aLmb/UJ/AgK0rOj1YAwNEmbZN7jqMQx4ir3JfeyTZZ4AsDMpgAdbHWP/T8eDj9444920NDbky79t31BF1C3M0ZfMu++3zikQLDwf+719VOQDtqv1xPiX8gFOhaO6K0zyyvtsvVd03AmemlcHUElQaHo0/Q4/KeH0/HzrAR9Ex+abBjy4NjokfyFf+M5BywHEAlbdQeAkeScArJ9Ln6FbvT/ZP/wlB8VmzgRoOmhyHVXxh0CbErsdELoShJIwr2efanrGT+LQ+DeZ8Mx76BNZhf36nrG9C5y1Cp6w/NXrh07IETupeM8xLnmp1ozjd3T2X1dTh+fCs1SOaX+zjrd/2pX50t0n4DWtUzPmTZzwX5+cc6L695J//dfXmlyiwUGr7WzDGPO8rBUBuex1MIzGxLEfsF9O5zKNe/ZR98b+W/9B13PkWLaF4GFo6odefjrgaN+y9j8r6d7jvZB5JGDBv1CC13fo4gC0vfHQc9nEu1ZrfzY+oO9jX4/umxdI7+VoGSqC1xlufApfwTqJc1Ztv+oM2H/5fvRDj93jkm06dukLuOt7rQeyrYsRGHPbreAblptji5B8wP61PIJeLd8sq0YOTPcb5K79Vclb+WlqSVktjL1mYz92hwF8Nm9NVeDSOSYB8vixxjcn2GL6GhmAzeQAsGVmju9DCVlHjo+IjFyZPHpyKpzOOsmfnKD++pKbvNy+HTyPb+EAUDuX31jxb7L2v2BXmj6VaU46W/nipRGE/w0ePPNgSObDPXvxyOjqiPF2yhPPgmt57yag1gGy1sWNs8H32BckeDZrtf0iTsE/Y+xZi8gi/UJrWd1n/SdSwQaWHnYAKHYnvmYKs0b2uetAZIf8RPaYxNnX//+tYMNrbLrWM7fzSeP1TXO8G9nCnDvhN7zXCdY/q8jvZN7Ij7cYSp91gnIHXzSOk4A6uhk52/EDY+ucgQm+88khJ6wV/sk+dgJz4zPMe2k9c+yAPL4ZWEkH3MH0jM/NRrk4Y7oOdKBz35VRkaTDu7t6Muu2SdBrC64lij6Lvi8ZXbrCNkvJ2Vdu6j1J4I986S6RrJ1kVq67HdGsQ+Sjk7I/mSR5qwBZt84meN34AcP1Xs8RodJ5TlxRsP2je5JTN8EkeiF2d3Po/p5ks7UH21Z+sVbo3xj/9zKwzqaJ5du1D9q+aDwN+5mkOj2fxLfeH9Yb2Ubiht7busFy2vbMygbRQfDEHCFBu/r7+ZPo7jjbVC9b7vxcM5Jd2kY2pmKMIa3wYyMGk2xZxNOsn6zv74TQxnWuNRsbc23vtR9lqy3OxyZHFuIrI4dMk5Jto2csV6qDXdPrHTAPHZ1koNOhZhcIm4JYZvNxY1e8P/bA78Uylqnu+JEVo3vAJtzHN4u+yJnSkQnxJfo41tDU+MOFz3R8VPtHxwLvSQeA2TQyXMIEeGJZ8KPL9DI7VxESIja1NiLbZZ2NbKAd0IcxnZE8IBwLp8GS2aTqLwJpGcsCJLvQGNLJhPTP/AsBkwHG2RNexI8wFADWpf/8zjTp55thLCinXHyMkaNktHDlHPBKOXIiBs78aIOjDemOzEOwbzUmBmKzZYijApNiumkZ00ZEO/EQVgyx/E9OlwyGc+axcLgKsvFOnDMq5HBsLATlY2nvJ4QSAT5bfFWAQbAreHusEiRXAHgMtA1Q77iPsTUAaitmGaK/gZoLDt0B3ZPIL0ExQInbStZa9Nrze4ygBIBb0ThrbAB6Az2jGHVfKnA3AOzM3ydAJ4MPwweD5H0/oOh7ltEZ21OhQ8XvZqUBbOSOFoINBtmJsJO1QAvCXTsuQKDPQmgDGkV6BLJpZRSMldNtpLznQVhWlpz4jS5XON8Z0g1OSx4l4Ji5JotustLvosWzVxiTfv8YSldQzPJPD9xAFYY+jmPvWdNYxhA+a0fvtwCs363/DHAETIjiS4AXOXgpGA1Z7Z4ss/S2rQKO3A2Dv85ajxdFRQViy4zfjKred57TGYsAj6yDs/0+AvkNiMmaTHBrHkZWZRvHZLDpEgLMjFOfCSTi3JUfwG3t/zHKJxHjDfoxHwd2tA915tw//qEkqDE8PsXW/J4gi4h+5IFofxIevP7ff5zBaj1kPkw25VsBQgC4A4Q2jJzBHXnaDqt0Dw4gsvoYDJbXbeVNZqAccAOiG0jz3D8D4jr7dhaEzFjRZvh6HUg6dNggGr5/AcqjoimkKgJ8A8DLK3EEOsFHz+ls6qZjD59gjQ3P5TsCap2AAV+0IQnPdQeGBks743hyFi7Z1gY/c37BCY9zDOPjVBugTscJ8woVXRNgWp0X4KX39JJvc/b32yGjx93zbkfCn3+k8laKGMBWkBMZ5ja6W30CfZs3Fdw1wDB2gm2uBCEDQ+en/4amuoXSb5XN2d+53w7G0OBUMCIHDfDVecOndfuM6zoPTUMaMAZg1g7S2DroFvgreopOEAFFMy5VcH/AN/SNHLARP5VPTrKNXGeNWHMBMiS+sUbIvEgLBbrSXcBqaubyrgnP4/uWb6GZGaAryce2L/FwKtdP4OPW3QTmRJ8d8H4DEPCBxtP2Wfh3A+O3bLoDwEmmISg7+16yLDKx2m+b5iKb+kcrdlU0PjZ8Vwpl/bJOCSrdZ6S2U807sP/wL7wn3719Jv1p3zUZ+lTQdlb+kZFjh3gsY283AJb3Zny6pwMb0rUG6k+LLW1k1qOz3nke8scA2QSKoM9TOToTZa86wSvVS+sP5j1pDf3+eFnjYiVA2fLkOCxjr1Q1KXuSNf26SJEgZTr69NUEpE3zecUlJwiIM54GMC7bb+7DXuszC9nTQ69PZnd8R21W6AV/QYHibjUHPxJI6MBT68E3aaVtnT07Nglu5rVKEgMw0n6+bf8JiKO/TwC4ugB57OpCMT+tf/Ftu73669/3vvM+9lB019W3yEu9MzoqOwifeVm//+XYlQV23sp528z246bqZmQBYyEA/NrmOWdwo3QHsFLAVvw1NKo1pkXrC5hnbncSZNY+uvApxjlVRh0Axp+gOuD1K5Iot0mXjSuETxMgIcG4fW3WPnKA1tZb2cf406Ep+y56+vv/SZtM4qr4c21LtC2SMeWMxD6DEBpgTpoLLdw93pGJeVn8l+W3VGaJ3t6kFeE4/GxFdHgfAJLnnLPX54YGFbXP4AX6Gh0IcPwGgCVjsa+vhG7ttfy0CThm7dbmMS1obLNObyvVbkWre3+zw9EH2GmZXyalyvfs5e1rt33YqtG2rm2zPe4h959lHYC3WqOO39R68OUHKmvO2ZLf4+gQ6AS6z76KX35XTgVD2Mo0zev1+QmEUgHXfm3bT7YzBlN6/Yd/fEdJ8X7NNN08dp/6bNbGqNICc0Hn2BrB4s7PJDN0ABg8ze94A8BjxzV+gv3tvfE7tk01clci6211L/nXa4CsVmBAP07MEL2Ubqb62Pb4Nz7wqeZBaKqrpe4K+1079NHK7/0uz8nfKRq5gxjob9P097/GjKi47cSc8OcGzrMH0+L6P3LmuG2Nb4+2Y2FkvXivuxGyf9pPHRl0/OvvAcZFHntG737tDD2DPSOxHT+m15Og4RLN/naPVYG0nzZ6VwATAD6BFdGX93KYeOyUTZqM3FenpmC321Y7Pp548h5PB9Be+9e+yeha4ztzzm2xk3Fn7G/RDVh2+wF6Y2PcFGJdNnEtGDIKjPP4sdiR5W2eROUiRd1PhTdzokMOtqutkcI62LfYYllfgixblDQ4XSWaUXn/3z47dwLkk0jM/NYuzCDb/oGu+BybyPsCbl5C++30w7IxffPVBIq6KlnXtezfrk/CJsIDL06O3s3YdoPaD1aiihJNpA/QOWCZzLMTChnDjiVykPjKn/jmHQPz8Tu//4et8lsnpHfNta+uuPf5X3lj22SWVdaffsuVUNg8zJjwI/V3F8R0odRvnfv0HneEqx/0pp/lzgfjA0zXjet8eNMq9tCXsGScInv5YtyHTh69rOljX6If+jm/7sfgupd/eauCZ07r67K2rN11RM7oD7omdiD0uA9Dx/0c8TR/w7+dNMM4/zecLfRE0cN2uevOAbomsm6FaB9d13NykdnQFv4JNAsOqO+7cr75s+ldn6dz4MQoPvknnuWHgsfjH/y//7+O/c9NU85sYGW8FgubVggAEgpAKqAoR6EykvTCBBorSv0oT60Pm4ohDUHp/j4D7yWuVThR5G6p5qpNFOU4D9XWjAzKAO4VAHaALox9CBWgcxw6Nt2ZF991XSGKkvqv//7XtNEh2BKGO8DSEI437GRjZrwSMjj+ftdxGDbD7q9/vzM+TGTfCxSQdEamWqd8FKDACY7XCdSOEQnRa1sT2N0WGDZqC1iNwNizrzJODIrh4mlb+JuDS4Z+K8rXcNB9tPZsRZY12vYoEHnTYRzKrC+OQNaOvY9R04Z/nruK26X1RVxvwPEy+GRAOmsqjN0MjbMpAfl7AFgvDqCfFhDTum80JwEOxo9hYXo0IBcjjR8Z892y2bQwAeCumCOA0evHGuRdO/k++1IGAQrD/06Lgjj2qVS0QvicoXOm4iiZbiPLPGPwAzzozm3//EeQUEs2U0bgrTOYcXeVTF9zACWqsEwjMdTePWWecjrzzGnbNO9WpVj4kfbzdDLIBW+bOK8rCuKRm/pOa/Y/OEAjc3AYihQ9Vq3tAnmbgX7OAJ9EgrR0jkGHHAOIpjKmDaB+D7+b5sbRWToLsBuHcpRe7QnPZC/6uRioGIyiL/GjHP+rskIr+5HGP/+5mf2hVzmGX2LRdIRoB8Tv+6XlS9Y+cip8sCMCgOtKVIyBDpAMZQ24I34OkM21HQA2GD0tmnruLZuuAPAQ6Q8H6vscx930WQZbsiT1/lQ4870BivrZFkoBy7pCYc+gWCWMIaut9XoNwhc6EKD+918BfK+xZe8GgLETDrD7SxULdOC9/SUw0ODd0uTs51QoUeGjIfbZsy89/28BYB9RMYGRPwFYbWCZngbcaUcZGv2Nl/jsktk8wzp3znseOud6HCCc5U4og7ajG1L138ArFRwJPCSpwHQtWVSBIMvU58wSAKXo6oDYL+ilFlaMR2OxDPLzdwUchBAANUId+dDgWAMOADVZy2SQN3i1GezbSq/XWzRDYP2tYPEa2k7NADsghSzJmmaNMvYvoWOC17wn5yem1X8D9KI/jdlOEXbRN/7/8/HNGwB+qz5/s6cBfqN/tk1W6C+t3xiD/sXBgy7Qldjj8Dd7Gnq5kygBiNgTPQuwKXSiBfoJMKzDruzusbnl7A3IQ4awHfbpbND6h8DXAlJDRNr/seOPbJ4A3wFopMNHB2kfr2D1bBqJKm8QGNvIgdOxd9tB7Axx9r/1TNsYrxxzEtPMn8ohXRNAK2NuAJK9JBFT10bO3xJFK8M6icyweajAjH6ufZC++MbizOtfAsDia+3Z1RJt7JXwYfy+rUJ4glozwLTw3PFOjP4A0pp3n7fN/AA4SLAw/Ur/f+Pl/SegoiNWzA85/ufw8pwXl3kG2A7wOB1x3jUcX+Z0IJqKPe9P0RMr3/oJPdr8v52MtpKFfWveRj6940L+2B79biDJA9ut54N9bPr56OPtdqE1bnsHYKt11puMd+mHkQnsF/KEwMad7LRgfc/3t3W7qXhpGx4hANxr3Una4R3ZimssnDa4A2i/FUQkGP6QKzUY9gLQLb7btrblUuuD70sqTmJXboD1h1/57Y+uIXEdWj6JRw9+QqVn7PTYxd73WZAFpHfwJEqeThfzFbKHK+HFnsvZo0fAdEJIdL/muJ2/Wj7pGdG3YbANTOwRCmHiBIBf3+6Vb04ycPVhElQ85+rwRaA6a0ng+z6jkYT3DjBzffZDfkUSMq72m99F0u1dRRpdmS5ptLI9Z5pPgi2+C8mEJCTcvNtnS/6U6etPbNeB8Pd9BuyfEjG9D3MGcfTYJDqO3OvAIHTYLf4PXYz/D4Bt+8YdpG7uPUDx06K47ef7LEWMQtH1Ej4Yxc8zU3cOevMbrLl4TxdMAFq83B3T9NWxB4Yfc+9iRMhC8EVm2mcgHjxu3hO7MF2dOgB88LLvHVfi/i8B4N/0G+NtParxYpO077GgcwLmerfol/eGd5J86QSD2sNjf34XSJ69P9oXqs/EI8bV6gFpQYmNvDb1GwBu26SDnQ2ErxyKvKSN5dEnHZj2eu+ZltDydjpafz8yf2+OTf/f/8//IYFl6CD09VXJyc78/usAMGPQuKisNk/YtvixbD8+uHGn+GlLI5M8JBpV54Kym/tB8FonDLd9zrVd9YbsOIUcdfanfVDOeJ+b2RvJXOy4pl8KsQBHo1+2O+PB2U/CXh5snVlJaN6vCRha300S8H98BTSm/W9sTb9JoA/ODe33Gae9Tsgo79WH4Xfr8fYb2w/6YVsX3zKnTu5YP2Od3NuvuiudW25oPPgTZ/9MkzsLPR97hPlK9uHLht7resi7ngFuDt712zx49s2TevgvlfZj5zROht3j5GPv8z2HlxFeHJ3AODLMBVGFZ4s+vxS80E4VW7S/RYfVHxjuvLzx77+qk83I//A76dMZPEklP3C4J0GdmMql5+rYwfZDe5/QOYtBxr4xX31xHPPKYGjZ48juTaLYTT/P6gSjuQf/4bREntuwCeA//GH20R1VuqtFxXXSFSDyvoPMtosA6Wr/rk54yJeJD6LHHEQfAPZNhPwtMfDFFzVe+yPPmcZ6neSrdcjIGWFb9ru+RAvkjK+zHF/dCl2c9X+IGP9H9IJd2PyT2AzyKp1lNG4C9W8i2qGP2epgU2CLiYe0L8q+48u8dk0PF37zsSSlt0kw51q6kJwjNr9swW+/UZwbAO5Ks16gbmWgCYmREODdktPKdxbdCy3FYAM+ARiP0U75VEENcXeGLhV8b9XKtojYLH9lWIuJtl1nJBTRfSnbBJw3g5iIOq0ACSK+2dRkWv/mxGs9ADlwXgEsxNAm5JKWALZbrbfAZkCBBILZIFfYTBDTPfgLrNBj3wCw1oCARK9fG48hhpxnIIGrd4pZJNxfw6qF2p1BHyHWxhsMCDEm756/UwAAIABJREFUQ3/2YYgSYwtGCggwI9L8RxB1ZmYDkg2utACN9LyB+mYQmP8IxAHIkXuAqW719L0EJa/r0XUnu9ofTpbcKCtoOo78nvGkS48hOQ4kAWLIglYXGRtgahzDLt/3flsIij4UmJKD/SqKbRGK0aG5Z73XWKHKg/XwOCfj0fs6Fc4RUBGAoQVVKiYIFXqN0IpCTYDK1EVA6bTymgro70bOk9R1yATuYR+PoUBGqoSt94VnZ3fbCF6jdg1RaEB0pZD1VSmkcU6AOBnFG5TpVjFZA+1NGgZ7DGN9doavV2cAhJNVVEkV+h4BTYsfFBIy+6pEHeNwM5irhfGnCFHmqmDXGZLZ77XMALuRcxiKzVsrW/c+2p0wH4zYDjBhfNtRlKz/JdGCPYXWGvDy3jkBZc7w+v5uRw9Q7C/fS/uc2XaKqHBvHniNsFWw2T/oqtvQZZy3nM5nCSD3ORv6KBmjZIHPWVZjfLT8QD4fMENODQJnCJOAov7sM8QQOreRkDMhMTRItEAndwD4dQg3AJwXJ2FqDaLDJ2rxMrzwBoChUQcGKgC8e/k5c5+zfp3LrXl5brmHFjJHR5q/b6f9kr3mp9yHMUpg4rcAMPITsciz1kCi5eImi/XZjAAxbdibb2WnDI3fQde7Bdrl1Ix86gQw1hlZpXe3fYNts4Z6EoZ+OAsja24HczscAPCL3ELzi150JebaSxmZQaDRgX9Vos84UeGPBEFbf72JE10tHx2Q4BXAfCcwoM+OTWT5tedmhU4jl47T7Q9DVKKrrk5MwHqrtQS4CaCCP/6mji9+VnRIWlvFEc3n0aUcgcKad9XlOXbgI1k6Grz2aVfskICXuW6CEesB4Goa0/EpBBgcoNyEv+zNDXzrPVmj7B1r5QSHAa2OfC0+ytUJlKF/+jnQfjt80M+pVBw9Q3DX91cA1AHgqQpo/dNVi129w3qQdBDZmZFyRmYSh8YGMF2l4tR6ZBw73zB2N7qYfQXgjCwM/7f9SlCuaU706uTvWeOuRkkSnORC1j4+D5uRCpS3QjEz0hgzuQYC9TcBkmNHfIOSLYFN6sD1OLKSf/odANzt/AtsT3VddJhfOfwlniYAbMBtbAddYxv3+69lOE68eDldn7rl+/Im+0VAto/oQf7HX/yXefJvX8VudyFCnyGvOrnPa3NsyqwbGdd9piw6YgO9seXZm93btFhE3rPeZ3vmu0N/Y4d28GdW1f9ssPyRV9+f//pXgOhk/4unQ0/SlcgTv1/rXy2LQ5/hU2TloZ/5hYQo/alrco5mEk3fDHTtO/LG4IaTWQOW6CeZ4usjZK04XmTf3PL6VPFE0AdU9xErM27LgEIwv8eQuEbFHYAQwU14yfMHNBqFjv+O3F59GV5gP5GV7H3bP11xiF9z/BkfC3KDuqLRBtC8Ek/lzvpH8fdsK4wfiQyRXMoROknI6up7Xd8tsUn2uTqADGbC+uX6UYbizW+Q68cG5ETXAcwvPUWXSK53O9m3Qu7tZiF5gl/RQHn4JDZajlsRLrIVldiMy2ebSEAAGMAx2ETadPMO/C/2OODc3SHlxgNC67qOlsMdAD1Y0DfUbmGY9YrOQTa9/vvr88F72gnP5fvl2BKnVXB4AHurA4fskb8feQ+96rquusI2Owk8oyPRO1mf/M9H1aDMxclVDIFd0onHsQfWv2i79ehQknCoAB6+PHp51u7Ft5Ae6E/swrfy8EpEFHUPHyG3txptjsu59F8CnzXlso2w+7IHdHuTzqEE4FR4D56BfZj9ne4338PxRaDF1x/xWP8/VADruV3kgOzatRq8pzpI9fUJ8uZcbX4CEt/yVt8FV0unxkN744+hz0VD1stzFJj9rvF7Fo9JF5sjV03Td6tN5rUaQwso5TOGSH3RPhVHhnVCkOjUdvxsqvXXYAYESplfF4GcDjtuAT28Nz6rRsESdYJgFzuFFzV/AmQk8G1VcNtNbTN2AkXknZ6RilzOundBx8gnr9fwbH7PAnFk0G1vITdv+ZfxItP3aBCWGhp9/TX8LV1H4CL0Oy1Lx89iPB04a3yS7i+6900Y6vVY+3lptI9gfPFtEpE9jxlL25JJwontTUv519dqfujxa53foPbLj033Tc/sEX6BvsNfSsK/OluO72k7JvN917/btfNM/LfYfyvPD+YiwhQPjL2ztmdwEsbU8Qo9+3QfmonEN4kOhQZ7Hm1/IXfvttWZU6/F4QMYzLowtJn502019jf3H5ov+zXDDL13Qovl5EBGWpNOuqADVVpky4aQ/5TOCawH+4hNjT17t4Te4obed/0uu2YxsPW7Xyze853OPEd+Db5xgpWmm00sjH+xtpFxHMuNWY1ZqLaR2TsChNnDXG/6NYiz9KnPec+R/fi3c+PiuWvLNB7Q9reGNK7CwfpOnLgYhDV47f3ABINdFX7T/p4LBYbPM1/wuz2Gxuuo9XbS8F+PfXv2e2hwIo7x/2u9dd0rH7DrG+fmLO/WRU1TjodiS81e7veRrUmE+XOBomnHHUzvIwHgheiVpUz24NiP89WFxQ6dmS6mo+Jfvpf8m0zys5FaCIFVszEQjAc1VQhkiC8gHuORH5wsBtlGUyL0IWxnks5EMBpxYhqQcYWb2zomiHye+43nzVThfhZJhOu2iq4WgZPS7uZt/6E1oFItyjGZSl0mzjohQCTGwpc5KDyVLCi4rMk6LhlDC4Q2UN4zi8i0DdEngPXXr9V2lMEaiPl+WtXNNvxWAZO5BMxe5pcS/bIl9Gyf4XsHKhBI934ErH1BmpcoW/B3th0VUF1JjcHjBavMJL1fdNdBGwnQU/kzwgCnMDS4CjLBv6yfNsrGv9bg+58A5EM/30VyFgEmUGYAKbcAyv46q3hAN5wq6CMB42qRORXAct5s/Bk4DE+9Av4cCD64Pdei4AKw3ErtCMBfhG4bqL22nsMIXbJmVjCGxgD0+syeFThZbbV+t+P+fXECFkVnDbiKLttR4VntyKzRm/2R7IbWMKLIfsLAOMZltTV5lbyDeWLp73n/VOXIOLKix83ADy+fxA3Tymbo6Nsrw3AUrD7nfQDlZA5nbwaUeZzmrOA4HJXlBX+ZrrUAzoyf9Z211ccJcAQEl+GjarUYQJGTHWQ+Ffxj+LWBu05WxoP8DOgQ+e5/iyavcymGlqjod4b10ASGowGZOfMstKcWyiNjy9lvR5+gmoAqVVfgsEPTNrSH5sPnZUBp7cqBjkEU+QyI7LkOL7IXrbcOaKY9MgCWvdBPV0RGPq6cclVOGYBkhPKO36pDTS+ffDc9uK1mAMko7BhJnTmM89OOrOfvdIeV8V5rW8qRR4CFrFXoL5/jpHYAGHBW19HSsIPToguq1ZkfRNQBGq1rKqjXsDTdzXr6c8F/Y0sAFOGUmn8HQG+jzPcNXyEnzNMDoJ/ODWPTnDOotFalx87e2GmJMyV5RqtCeISOI3Ls3qCWpzPqPzx0B+4yxz27DvnlPSrwBhpcfTI0N3PS9VfrJ5079tEHLXktN7arZWiq5Kjvn+8FUugHnmJ/Xqfp7O0YsexP1j+ymgSoDtB7vaaF4wuQ2Gi1I/ezRf/qxdWVTV/so8YdQCJy0HPRfD+ZuwBDaI4El068wnmyvKzq9bN3H/91gNlrOR033DrU9yVomyMeFIzZrNesbcYl+Zzx1pmEluO55q5ojK3A3nTQ4O9/+3vAj+9L6DB8kr0kwabl4ZVgNHRfZvvlOGasOOwB3rZLQPimWy/p1dhw7CX7AljHOWAkmK382sz/1x5o2wV6XEc/rSSxtkOHWWfkceuebgn+2q8e/7RnE111RSn7F4d8AddDi9WyNGe9Rscc/SoAZjoleV2nNXkSXmf0kjl0Wvmep7U+bWmflpsGFLXVPg4lcj4VbtOizTbLAhCRV9EBnSRxkpPGie9EFwCaDla8gDAAleb0+i43gLX8q3VwAtx08GgAKzS0bQl/ZkSHHrWn2EXYfVS+Ik/FR0kSyz78lujDvrJWfnjrouK9FyzAPoptFBu4EwRs84oOYXzzZBIoudevG0DrVMf5yySmdEXVG7hs/YC+aQAjfLOdIrD7D0A7/CpaXH/1lsML5ITSjy6ajgiAh/B1A9mtS7riwwkzv5xRpdF2ki2tY1s+nTU6lQAZk3jdCdJ1ZntkwAjdw6jRAeIVABaC+lx/fI9Z1F7bF8D0vk/7UY9DfDfBltD3BKq+6xT8DT4QXKHtAv3u4MzIWMbQwca2tY9O+KTRVuFu9aNlw/A0ib1JIN+jGfje+s60sPQrkMuJ5LaPSp5OgDy0sM+Dj/Rvt87FJpM1qusBNN+ERPGK/UfTfG3WSHZ4yEkM42/1+K07ZW8/AUprxyGBbu2JrCeR22OTzLbVnCB2683WQdu9bXUNI6aVuOw7cAHG+Ru/huYip7OGS68A9OcMYAdXN8EyFXXb0YM98b+ziG/C6Qk4fO/Rs9oO1n1Uq+v3k2zhgYUIoMtOTDm2ruZy/CPsj0nYGjtlk49jqzLf5jkSexoPYH11HdfS2rA7HXgOolnT/l4Lv6zfHiPv7fhh3hw8B7nS16HTGc8pWBkZhP2mhB8H0b4kDZ73nhn97tPrh+hZL1b3276yhug3sY9slJYdRy/YRs7oE/y66S4FDOnQxX7H5ttihK7Au4JSWvsjrNcHh/5Zs6zrniXJnI4taf9u+OB7L4lS0Peht/GteG7+XeHBddjzJGzmqqU9aIPiBetjy3JV2U/SpmzdT56no1JkeOORzdsOdH/jxu8Idqz37bzapj+4S/mvPScSOUjAP/bNJHoSsL8DwNnkxq2hY02OJEKNCftLeI19eNNF2sS2D/EGFzT/Tk4mUREd5qTOucZjKfm1iUaRz21/BK/KPto2KYXQvE2CBnzeWH7zBMdfkMTVONcbANYed4cVB5PkUxbGrHG1Dc1eNT5+aHXGrjG0nM8zgqexL8KnxcPwpN85WJX101Q1XjpC6zttmfF3vB5zdvnro3VnCCq/m9bQn+2faox9Lj1ze32J9+x6ntvxGMePHNRdvxZ+E+v6iIAPgz+Js5/eQWdh0/j9srs+erUNIv9JfrPsl8JPvZb1N51OWh/TOSd6KYmveh52byd/Y+uCq9p+8/GRDw2D0377wvmu6uj1yiPNo5PMoUveo+9dmOeODFtM1/t16HxoNEnJ4Rt0f2M4id/JZvxrzoL9fvBrPJ7ROabPGXDrizJPnGxsU0x+5tjZi9Hv8RjLbyH2PvLiX9/xq6ctvO1J+fMbR+xAMmfXZv5JMAwf5blvgjCfaT06dsP6xT9dHtTnm4Cfq5SIeHc2iQx/5epvujr6ZHGA7mDVYwCXtdyrxIa3ZX7bB71Pmv2F8dh2DZ7C5/AL8VsK0P7yAWT/Tmn9OgYSgP/9KRec5j8KwDF6rhYkMzPRjhxdnUdyOYJekg2A9lk1J9tlzngFGIzBtwHgrnI7mcbj8IgIACBDECFkZfHLwVljcTMO2Az+7QAwIJ2JYYhd43kz63uO1xkZU3nTmY1XoFMMUQRPtumOaZlBRJ8KG5T0AlExXAUqm2q3GoNLtB/f92QnZz7dDnBBl4thbSBMld4ABhjg15z1rHFGL0MKgm7JoZfTw13Gng2DPQ/OAejHyGoH7GZUAvkxsDDwExCTQKl9V1byCHiMBgLACM52sBhynvlmoBBE/rKuvwCW2xbOXDw9jeUJAL9nCJG95MqfAQQJvndLP2jhypA3QNmBkhjMr6Bjj9kz7/sA7dDAHzPwFWz8hCwZ5+9ZRBMzWMOmgLNTuX4U/VYcuVV6nbcDX4k2aUn5gjAxaLISNgREI3YqM+8rKDjj0HhjdDcwE4D/gAW0xvku0j7mJwHVXk/kD5l8JxB/GDVA49mrduQnEHvmVMDe5Th8N7+K1KNxsociJAkAdwun8EWtjQL2c0Y1irsNntBlWka2I/dj3FW1EQWaK7wHli/JFrbeH18NufH3aXHis6gmkcMOpRyr73JanQIGUMnm55cCPIv5/XKqnSZjOyBQACsCwIyp72tD0/v53dNAeV971mDmisGpd1NRmTVIMFY/ZAOyT3uO3BqfyC6dVcZ+d+VlDMmV5RqfjNU+IwSDXO+BXxnvn84obIOyDQQCC3YcqRivlvQG6L/17RZ+ZGLrnV15CD2JD6VfroDkrNUJcoxeegPAIaw7qHLk1SS6MFfsCoJlV5XCE9ASbSRJZJIvhogxuHrvf+q0NfLk5OK8sv8kwOlvgFOcLfPdioITKDyOajlt8E5oM//jdxwjDOwDSs48TXPflyeZawKw50xW8adbyt5BRI1DOpr3Ne39Bpq1A65pYXDHEI4s8Lp8805rysgL8fme5ZfPbQdVKzXkSqTYzp29YV9aR2XcW8Gb9ZqF8zgkE5Klm4DBOEMji9wydaptWZtOBuHdAQySQZyEmpVPZ3wD3rYzr31TclF4VrYBLV6luLxrTXrnLEzkdKr48mPAW87/t5cBqdeelg7tZKjTCrFAgxekwnnh+QQEVq5rAfP+dKPJ+zuw33bONZHvD4IUv+kXAAzdowBwgJ7dc+QtdNmtHV/dmSSnafk7+3xkhp45NKL12oTStbNCrxXAVoBmztBkfD02g+EDliIz234WoNiJSqzL5dBNdx9/N3JNcjMJCfptzmCcThUG6OkANH7EAmVRlIxFssH8NRU+8DGgFzZ87gl/wkcNvpG01AAlPofWg6Sblz7199UCU++x3wXYA1BABc1vFbh5Krox+3k7t9Dv6uPt5IBDL7rSXp5A8vg5/T176/eJh0dGWI6ULsL31XXIvXv9MuYEgCs57McZmUOUlkFb7dl+zRsAfv2ry+Yd+r58tbEP06lmAfzYyJL3WXv0N0kZ2rfe77dSkL1G1ztQNknOgFWbqR6GZuxnDm7Bu76sAyRDIydpwXZu9K5+GihiDGe/CuDSZ6c9WrvLc5PHUP4mz6JDFbKt33HmXLbg0Tl6X8mvf3wgFnp8ZVCqobtiXMCmxzoBFmiZe34EXbRrk7Ch+0h+bLroMccuTQeNrG2+dfWs+Sh/Q78tx7uTBqAqwfRei9PhRnbV90Wp3e1MM0cv9NjY77xfhuDIr8OIAbs7MHHJ30ECf9ur4AcLJPq98/x3fZLUE38qgZVU3CCHaVP6gpbNp5IPHdjnHVYPwkg+YLUTNT2ckrf6GxpPELQKE+Zh7GUHxTqAElk8AHTbPiXYGjDEr+R5ss0Cju8+mA5t9yehKtU0CaLeiXY3KJ/XbyVqy5J3/VePB39rOuVa5FKfzdnPZC+UONzBmp8B1MgSUSr2rhNc7TzsGdN6r+iC58p+ts0T/NY/YIeHv89g52zY4S09WjjG/wCuf8TGGdp9Rne3pnw7yHSxiGXESfBKUUPGs/Kz19jraf9g9aZ3R2qtfBJVth57pvRjgk6LZLT90nKj39ny9R0Lf0OilkPSz9XtJjb4dCJ48EJ9p2vxX00bE0hkvwj8dSJP0xK//+MfdWRSyR/sNiqII9dEO9Ib+T1ylUTzBDZXRuQNR55WAFhdk/zz77slfK9T21/6HPyUwKz4QNdcHY6+Mf3XJ7/ket0V20lA56c71emzq4Dr8cO0rthOsq/5aRuoO6sQeLxoYeQcwWKNm4QzApSirjGlb7+tCBS/PbQPbtNFPXsUA7Zuy+yljU3ogA9Yh5Zr+owEofapG7+67H3T7M1XHQDuPcWGhY9NK7aNg4lGjgcrww8FG8M/1T1vANjPqASzDia+R9C07+pkdh/xtEFJ1uu3ziMX7mzbLzb9y2/d4r7n/5sdh9/fe5LfFVtRYhI+sI4WVSLaUhlYATJQeOh/fV12OtnvtZFCh4PpFsZy86E2hoSI6L2TqDt22EmGMzYQ/CP6ZJ8Ezn8S8W93/2Ccnu/wy8YtYvOxFpIfabudz7CPWw+1TeShjF3AiA4u1fyudR7/svey1/D4O0Pnm9wdvxn5BN2jf7UY7Q+8e9FH5llfjl18+OIJArNO0Bfzktyj00avY9MlWEJjXKxt8yCfdQBY62j8Zvj0xV0ZF3YY4zr2vJNJUgSArQ+Oo2vX/oksWbGdFtzId68L/pzTE5cZ8AnR5YkBpvCreQabilt5wl8+Av83Z0UdB3O0NRmIbaj1gwPC3uC1B0uF1acwaWmMoXkUqmec4GwIbRZBxPYBIRJg3YJF9wfskPIdJ8I7cEfw2YSTDTURfL0uZ36Mczpn1PjNFXTQfZ3N/GZ96/kxnjGwxuGdLBDmvwroA/0dlE62hJlY05DgsGG9GU5y3DiXRPe3Ucq89C8Zkk1MIlQlREBIJzNvAEMi/m/GI+M8hrmE+wBQvLOD4G8FSZgkCuFPrTxWEPUs9ncbxq4gzU+M9W3H21VRMlwJslgR2bjf5IXDwNWiS3seY26ccp/lkjMS0TN6Du04f2Y46v4Y3K8w428qr1qxvYLht8zhDqJulnOyrjvz3e8egITKJapo38qLXmWMlh53WvMlKcL8PPT/25lwmpeEudbrbW3Z72nF1Ou0QBSgRAA2KbQGzbNHUz059Gfw0ppVfHIDfdov2hq9VMVcfxgO36O6xTiG46HPdp7nd56FQw4PIyNeoOE15s8ZEucsvj3zI+u0gGcMxYCXCe7H2XFgXP9NgOc3Bw36OFXGMlhGqWCo8j4Do5ME0I7VRd9PALgrpySDWbvTSsLjS1AeByb0HGdJSTk4cvCoA1pPoJF5HGVoeb2BhSOnBrzXfuIw/0yeiYzWT2dOH7Awaid8XUZaA2N6d1fy6lrHsqW3XqPQwaCRE5VY0PQIrbVDfByA+ZIzGgHvPf7W5v57qR4504G6+vZyVgFANKa3xbPWQPrBZ8prX2Rg1bsA2eIQbgb98k8M1EvWqKvEp/sYr+b9awD4YeKL7y5LRsDwGvKAVOGPDej04w5g742e/Z5//0eAkK3HlS+hl1zAHocO4nTidPlxQ58d0IeP85zbyHdWdAHDTI0gRI8butZnp1KSYGutyXEGxoGkQvxPLf27veHbkqplYjufZ48LXGL+SdSTDaAkmthzB5QdG/E4jQoIVZt6HJs3UNb7//KZ3ysQaCpgHtIZAOx20MNvcV4lFx24lv1VDm3TurWObASfhYPuypsc4J57L/kfk3bkFVXuaVus978tGf2w74Zucd+yOrIt7yQT+J0rAfjLjqsAcFd8Zb/WzqKzyaEzDz6ypen9N1mn9feeDf1bj8mWNTiwo2zHpgPAskdJpsLOOc5aB+O0RN9D2uElQbBBdkDBlpOdsQ0PbVXRJiQw3nN+sWyjOaMs9+3ZZ9jcv4FNfSbub2BpnyXblVu2gxq0HfvH5z6PXXwCFdbLq6wYh+XK6KWuyj2g0cefXQHYgTbT9MhztwT2+XgBLAncvK2kWn/luvDjBYTYxrwDwNBg8xQ6lkQWzmKk68+b4W3em8q3G2gL7QnoUTUACYI4zL8BIQ7Y/KjcDf32nvjvouurOs6TSgDh1VsdlLCvPIEs04oz4kYGTcvbAwRVgKJtmO7c1HZguJrkkLQgvNdaCYoTEDF9830ChPsTIDI66o6mNsD5AqPcD9DRASPW5HR68TpFl7pCaCpY3iDZK0t6lPod+e99td+aK+g6kz+2W1gDOJ0A9KdAs28fVsOuVvL6ObvYtvrP4N1vayP5jb2L/WR6mT1jj6me0rvf5J3W1dtZauW571EXCvsRk2g18pm1az0beRua6E4hpxPHKJ/XHoYX+n7hMwSe2ZcOMPn9o1/ufVwao8NZk53e3ZWKurcBRP39ry9AIlzgxktkeO2bONMOfUtSM/4pfBpZdJ9FLr7fblB5pjCHMY9DZk/yQgeI9M6uxNXeHDng5J+ptn1su6uFZwW+SG6zPqlksexLCamZvjuSjF73XCZg3rYA9pn2jKMWPK9Hrtv+/Xy5DTIlua3lXifQvGf9Lh3Gjv4TjwcY3k5BzMvvuboFrZx7AxobZI9tL27TM7MX0B3B3pHF+o5EwTr0leQe2yFjv3pMn5x+OzrkKIOsidaJADD2eOR+VuLVY76nOmNQsRd+JgA8PPstEvTbPNUFJTev5a8EWEYvz1ywrzoZB5rpZ7T86M9htZf6sOni92zS+XvWu/aDo0J47mJjSfRnXnRjIiGWxCLo6TegXs9UIPXQfPl77Td3xeC7duCD4DD63uRieRD94zFPABgM2u/8JSHlt73RZ92K1uPW0Wzfi7I+oVO/++M7dze89Plt3y9fyt5Y+0Oy0oHZ8ofZb8uHr0hDP8dvm0UFP3jxzt/0SuZ3+wN/SsC47HZ3osx9XbH6duQ53dFsDy6Ojr/g10/iWfvS5oE6aoN98DoOtoBMowIYn58A2XZc27Hiw79dF3qf7T9UBzq987cAcI/pyL7xeU+wZ4po3oRqyZ/W57912uG4BmwFL9XYAm13QNO/VffiW3J0i57hDngH35jOOzixooaKteBD8F7G4NjIZAjQShubQB+/x1bpO8VNbtwxz+hg2VZ33wkcofPFatyhdoK6xAfexLPV99kpxquxI6fB18ViV/J+rQE0TgKAnoUcC+8GIxVOor82niYcbI/YsCqa75E38D5dPSovJHttv3btTO/fRzi/JbccOW6dFt4kAHw64Mw+B++IXGp+t1/xDUIB+7b1iWdELS6Ox/OhQQqH4AevU1fIT2LQHoXH3qz9dtthy5m0CT9rZl2VbgBOrnbi4Gi3Ud9X3MR4iHZJc07Lf/t2HwFhf6WYYGwlVbZPol1jJIxI4zgJ4FrLSuglPof90fRHADi8tFgOzz2yYvyCv3xG5L9p2UML1HPOVznwzSR+mI3WGK4wrpXFgLDaTNo8N0Elkz5a5xAmVsP8i0C8FecGgLfNkwIl6rM/DKtnjqRgoQVs0GJNjr5ZysLlO+viqxBsgyXG7hoJKNYOCMqIo4UZc+izJ5KhN1mTfpuqTVJRFcE4mYV2ChLYmAUMcPEJsl4fr22B6lljEcQNWJuRJ2joaL+mOA5eXpCZvi2qe/8bAAAgAElEQVRlupWPvkcQYbx25UCco6mm0RMNWq2Cv1r2jBFt0TV78hJ6guhx5PV7t2iCuQDAAFe8r1fQPC0bPLdpyUiGJ4bhZljGID8A7igTnq21Bejqtrc4ulm/ihRpiWV8jKF/VWYa+M7K83OcbTlZ4/yYhkpBjt47whVBLcoFtMFhpwUSQqqdJASZePrm5wRjaIuN4fqunx29T4ORvSIh7ZYLVnChXc0PgXIH1CXoyXhMa62tRBHhJMEDw8R0h+JRkHPoZYWgFjoVNmQwO1jlMdyZrHEScv4RwvBO8JjM5lFQ3QKind0LWBw61+QxLhuou3c5fLE/nMe2n3RbQxs03/87Zzt9SqYduOMAfs9U4Kszq+At+MqG+yc/8pOK9Cq68Ke6Vg6FA7MO5I0DPFnxGBgAzmf/qxUPRqONjqFxB6i0TcOb/NtgFI5bxpE1Cs9N28oZ+lFcfl7Wp41FDHWwDn0nY6tlJ6u9TvO7Szegq29b+UMzORdnW8KZXk7gY5JfyqAjIAnAQFWy5zkZlxg2eecG+Nkf9r+z8V70zDJORtg3mMiIlcfmpwmu917hkNLiWQFeZCer062OG6AxECfdNPLvPROUvQSUDj2kKpj5YkQSCDs0cPFLRiLqsHPETQJAvv9xZhe6pyuAU6m2jngHORLg2ADVGrTbUlTvjS2xIFAH0JDfVG3k+j1j5uL7SWB6k1w6QQn6XZtlFUbzD9nQphUnse11t5y6Wyg3vymgo/XTvaIN+KIzI39r90zyQ+8vgbvobpwlyZGcrbYtoNM5I/ZSAKcYw0Qc9FmYBxl2jfn7Tjro8KbpfYH+7pzR3N37QKITepU1hzaQb/DXyncUeKpMLdwsstJBAN6lsmyBliSXNZ8AjFNlde3Z98x1EIb2R324Wwtr9b2fMyJ9v8GRuzNJy0XZsdivLadZa8Z/2yihK8aHTqbdEftw6E9jn/3BMX/lfu8tQfs45tsC3dnpo0sMolQ3BPYVh3L5Ppm1XRmuDOEOAvT8me9Wqf4MABPU030ERHUfYFDW15Jpgk9pl0ib/z4ig/e1zXsl2E2CUNtwJEvtnGRbDhCGbvR9a4O2HESM4hQHSNmWrKnAn4o36YyR5VnbPV+5aYN25QLSct7z0r5kA7JAdHRVTgwd/QZGt95umwu6EmDuWT4JBR107dalzXtJXMpxP10dplG/mdwnoXJ8sH6O6dY218qb0OZUngxhQpe0NNcYT5Xk0IvpaZJGAB5PEtH/FgCWrJkFp/KraVFDOKC4feoBtgTqf/uFjfoGEuE1y28DoR3oDUC589oqEXjT64R/pzkOH3bCGq0buyvLGwC2Tvj+60qJtvOQRfhA+rv9Uf29LRyVUKpxbUvk3E9l3/rl+vxUGU+nCNO8bc3BJoaZ3ErPPl42nM4Gs/3Wf+i3rXAOf2I7dCAAmbTA4vp/bxJty68X+PRs7I+vPbAtznd+bwKQBzYBivZHL6Bc8nie73WxfZm15XkNDONv02Ix95Qt5XWL32l+r+pF+TRa2iQhBMSdU7c8VLXN1hyzl1GMJ2Bve+gL/mLrGqTb4wDyLtZHNB67Rzwd+y/7ajlT4KXwsBNMEvj66CbA3jfBmP0jiP9W4uG/e16D0Pf+vNjK1RJ3aFP3kfhEJRe82r7OCVh7vVJxZ130/S9+0vh/nt9iQ/qNFpfI6XMGsuXZHrHxtqAG/2v91IlOf7JPtB4UNTCXTrolQcp05b0KjuP9G99Mv0s/CeuzHzwJF5I5tJTsoCP6g0QnYr3x32Kf7lFga5Ns1R4tOUNP/1QXAM8jneJOsrbt3uGF0bdNF8gXeJdAAets/T1nObO/occ9w9svrh/o2+s1gos9PokoU/kuedaYQttUspWuRAbo1rp+zg41Tc2RceOPvnhWF7qgT7v9vmxqYbPSA538YTxP2OCsW3cKg3/hI+//bwGxo1DGZrOtYyq/gjLeu+/z7gDwtpB9A7ORv4uH4qc5QWASuBrwb78ETPL15Zq/GDpdG7GL+ixlMNfep37mqdi1/7tYmec7gTrLI9lA37LsWbX3WcdvEh5yln3YrlAhxKa79TGmqtKGQnAn+InCDPYBWUUnF30OhnKCgdZLd/zB1ynUbdmQREFonwBh5svZmsuf3elG1+TRsZM3YS6GwFZCb4K75c7oG+bWchj/O3PjWMNtEyydan918OyLd6cgw1j5zJnKb1i/MXMSg/SMG2fNmmmNOsGIfeyKcezW1+496zmOShfM0UGA2AP+dPu8jR+zlsj97H9ku+WmWs+XfmKu8E8H7DvRKTsXubs+Kcf6hWauQLffRYBVCbCxJboCGLoWXW2iXmI6oc/w0VavDz498gubn30iSH+6LlViAO9aXy42yzmi6PtDR0Cho6HpE5+oI2QoJBJWfvBLr01weHjrvHN0lv6+u5HtPOHPTp5940FZjxSUBI+O/dj2PskD2EF9TKKWFR7QuKF97OLwuOTU4tAa81//84vrZaj+sY23QiifDT75Hp9ijNB4PzZsH4G5JdTBs/J82bP20ycALMtAgWDHQMV/vk779wSAx58+8Ymjm9Y2XSzk9tFWNgw+Ng5F6w/851yb8fp/VZTyl69N57/lwOgHB43MOwLCVDC8D+gz3lg0iAmjOX/vS7v1CMG2zkzQ9RE4KFaEQQKfHXB8jcULWKNa7ns5AgcD3W6nd28XZd87imGYsQMk4mOyEHCYdN+bXYTBZxBuzpqwIP44MW08/OrTnrCfsdmuCVAP6mjiFyEFUA7lNU1DaDHCFyAOg68DG5IdR1fKZhwcE3KBGxqvAS39N7TXFRy6vjMtYgwtOPJT8d7gYo8dZfxWUCAgf7bb1aokIMjaZ81XsTN+VZV2AP5HRdcIwFOZNY5qV3s1XbF+Wf878eBtEdd7BD/EmMsZaPBKV8j183s+GBS8V8AcgtD7SWDG4ORmeIqHG6BgvzfJYB1rz0cCe+5XwJfWSezBaaENWDJAUAzeGOvhma0wSFBF65XsMFfwfJ+djNBv78iaTYA+NJ75qxV96B16W4UWAYv8AqDVvwDgztav1hd3UGRbtJE0wXmOMYaTnZ19yv+8/p8h3a1+2bPO3tdn7fD3vrY8TMVNZE6feUaAnWQYzYkWJm+rFWenqXtAn4HhMwCSqf0aXzp3AYV1B6P3rNIouADhAEBdzcN8UCYNnrfhegWYp6Wq9poqCs2vHUYM0ey/VOk4l7WAb2WO3iejuc+TwME4CUmzh+znYw/8MBC61RZn9+LUGyAZGvjP/1hjIzJwAMQxAM6Z89/7f2QGDkDF1Hp9RSMkLDXthP/jQJkux/hs4ECfSz50ADf3VYKTMmMl+50ksBW6VLSsvNmg6R2cAVjdYET4JIaQwbxhPPShvqebgH6Hn9/5/f8ZOxMFR44jyS6lUev/f3ZHbB3cNDN/4ZYBNLWgWlUFJDLj8MP8jAbQd0v05gcAP+BOcbo8P85cgNmL98apz3qAIQ5v2yHImbQTACgw2F0aviW/tWFPNU4bx+iV5pEGtIx15ehglEnqkqxzqkUB/A506FmqwkV+3C1dM+8YhSII+E3kSrA+hJU1tONZ8lty3QZq6MZ7OZ+zDnK+WeYQIJ3vusOMAkw+gzBAvgEsvMbcqSS0M3iyLgn8E1C3vHbC12Idf39wFvJa8wMbrJGZzh/fMrVDu3Ec5LvjHJYOmsz7k4Q098YAaSNDVZR6RTZvEMU06USErQxGn+HIzvfSUeUlSyebZyutRtY81+a7kyTmvVu8BfaAxllnZOC9hiSNnP14nBr3Czx7aGFu1pnOWcm0YAZDKggqgxCHZ7f+cxDARnjmkv3Mj9DfJix15wfGdpI35o1OGGMN4qQZZ61odf4tPc1nM2DoBJ5RcNFy0B/EWY7TUFiLygXL2mfdoiuSBazx8Wwcljjbk3i5CYpxqs4SeE3Ek+9KB+wyFor2bX3m1qkuEE1NBVEnIGkOOXrjt6dSaY1MgnnrQFwswVqyB+28aZmYYFnu2dfob+6h309Qvo7uQIb72iPPNxGMe+j+zTd6Hwd4Y+7QzugHcNw4Dk7geogtNs/btjANPvtHIiQ4UXSJ41nPW4dHdDM0GzpQQCv8HzkqhTXBraoARh+gNxu/4RBf+0cLRDJIMCcJOFn3UEfrN/hFP78FnYJj9pzyu4WjbSW3xA9uWFy8AXLGrERlaOJOyMXuaYcE8q4d59APFQRu0WqHSviCIAptqROcBvQju0KHSX6bs+MUuB4MdPCCZXOC2ro/ybVyYEmvtb3p9asz5lmnOD0jRxhHbNwEQkNv0euR/RwzsG1ojWkdbBtirb3EAY7/5TiEVVEwm2H8yDnjxtIaDLpyneZduU5As2W18PdZt+cXxgRvZQ+m2nHoXd+37Dd/vfWQ7sXREHGyThKZk8EjJ9tBrO+Dme4AD2cqZ52zZ8d5fnBL6cJx7P1lqssI+OOnsf5URe4knhjHaPhRZMe/QIKgHPCNdXq+H7DkeaPPMoSPsYPgVScDO8irIxLWyci9aS9NolP7RnAIN89r38EX8D06SHtJcURsg02eOEG7kWn4lbCnG183/bVsSWcdkjizR8bs4sOx+7S0yA+SHLwW1wJuAgEBvNgyfTbxKwCuhPLxlVlGDX52QoqSM+3722T4c7TTBHDAN8uvG9TtADmB9ejv6IwkAGUlOqkSh6xlPgFC+0U2AeEObODfYP27cACaaV3auBfegz/089DL2H92rA++a52H7KO4hZ8Uo3DvLaYI7k+QI3sNTsp3+Fyb8dYTwitKSk83yE6wXtmisZMsh/yLfgx+EVFBX7/Sdb0eup+xTSU/+WgYByyesThRJME50Ur2cnwiUwABvW5F+Z5hHh2wHQZvG8cy1XogQdEjw+YZGV8CCUeOWz6Nzh37Z2k5Y8wzo5/vBLjDm1VBLznTSdQEEOJvJjn3LYdYX8+hZGVXnd7085IL2EYTgF7+33VgHiQQ6/uir5Y/fU9kHu/FdxQ9+6sXvpOmcfjnDtKBxboACH/ft0Qvjbs7O2GHtqyDtiI/0yXv9sfRjYVE404ma3uo9wR7FBpr2jsJDg8t4d9HjqBn8fv1Pe/z2PHh6icFRvbbaiaDWcSXndDBPmCf8Nyl2RS4nCCyeODRSW3n3D6Xt3zeYDG8AOKhMK+Tmdtf77WqAjLLksd3DB0furJsf9NU/BS5oumwz5cO/SZYjLyODTnJdc/nXvfnc1r43tgpuDwJAJIbP/7+4I9Z68avehYxLgLk4gXLNc3rwYn4h1omtl4Dbyy23ur45ld8w37m+B90n9blJEhnnYLvdr0XcxizXpX5rPUpinkGThzBFbpK9B1/HXsU39bs0WDeD19P2QCtPztW8M+nrXjGOTbacyG+TXjf9s0kVPD81vnQz68SfhrvEpOhwLP5eKjr8AdJKdjV4EYwaZKn1l5Gt3MfxvrbP/43PcZ0ow4AEwDIxmYxqaYQl2txvlUWArZwXtzBXd2ns7+4ngF5wf9LAPhkAI3ygWg6g+d+bhN8OyMimN+BYBgtc94KOTPZZOB8C0BmrTKTY5wUwACgMH5aUnv98XRhND0E+g3Qs04ImreA2jMEej19/08f3uuSMCyVOQPkKnCGsXRnCN1g61S/1LwjhMJMd+UkisQOsTqTgPvimDOTijbc9kSgLBUkeh+HVvZtA4Kh57T0bqFNYMJOhmrV2hXp1sn1umT+vbxH8GdsAYptjOv7VMw7w3QMgNBEzm6G7gF13rfZaM7/QCj0GR1RVKi6OEu7QvxuzU0CwsckzHv/cascvbpFrPnHdLRnbLsVupxBY2jFwZa2DOfMrcvZ1gKxM9AIIFpByln27EuCRfZ8nv3WuG6w8/PnnK2limVl4D7fo42tky7KAS3Z44DE5ZyDb9vpyvrcMspK71QprdNUe0nVlL77LSEgvB6aPS87URIIZY2jWNdxSmWLDXWCQE2fPuOt31gnV/OSeVCB4rm2/Ev+8g1w4/2IMrkddt6LmccGrLf6LWuA0z5j+wZgvwWAdyzJqO7XHQD2c+RIUks0rJArw9RjHWclPNSysw0x71Et5p3p78+fwEbOrmAj057LiTgybAwWwtOcRZj1SlAx+7hZqAZHKrAvuWOeuOWQaGQCwG89ttXpXqs57xwHZ/ZQ1Z/qthAHqY3UyXaXIehscOvefag+j3Mt57DsWYkYnKszkHm9Pw0WO/ira9XKD//ae3+zDgkwZixdJUsF8w8B2WDoOB0mUMC9CAC/gPSs/3E6ZzNfMiUBz9wlTok8w/oFMGgZFcdN02c/y79P2xsqlwB5x8H9POMO1H/DLuaHCUB4YPcRBwbB47y23l7nVifImDS+KLNT7fbFXm65wrpBJ7Si1H2VoGJ9fOEGV2Y6YBCd+OqyMq1t7n3mfp7qYKK7UoHPNgFgHRWuQJt5QrdeQ4PiVM5+XQd/JwHazLsDCJbO1m/oeGTX29kuGbh8Qaa9br1VQlsZr6d0pbX3d5zO8HiPlZaDbuNl/LOBmA89NrfyPed1y+y7DXgnuugr7hjxFsHnXscRaMfdu1NCsOC/3Uq+jb6fP3+eALArS3U203N/V5xMkFvrflebeVnG8QUvJhkiw8Hpxu+NL5rkwWHIqVcQ6EqC7NZL3aIwdkNoM+3HqA7OWHBMKqihF8ldaeuU9yT/MJZTeTQ6ewKnbcQJz7lKSvql6Jox4BhArur+4OGTDDBBzcYeGokSpzSOv/1oUPJpM8CH3Ns4ZsZCl47WSa+Ax3R4YW/Yj6zf8MqXAHDTarpx7Ivgfc5c3Iq2u7KBwAZy/B1gyv3itN57U0HsdthjA9qp7YDvJjTcdpWD/BOYMM+SIHnO8IotEp06WNkLOq0AB79Ivpzq3wukQfuubhj9jXwgw96BiZkOMseVH/NsnLv5LJiFrPih4KzLM/e7s1H2MFehG/hpetT7B7Pt0UAtwxrP/rcA8NGpI3c7AKwxPAWb4+we+vARM6OEav0Pxuvq5fHc3a31cIYZI3ouyeB3YIhAhzHndNQQrnD3oVm92ccE4MaHMDgidn8WEPlwByfejrnI1nbkbmB6HvjcTnjI9xxzWwmhbFKqvMeRNcnxnaBuuTFn5HEPdyyYJWU8oqE4qvdMS33WmHFbiCfx6QOXScaeyhPWNx1EcIhpDCShJJC4ASBkguQGuAG5t/6XBELOcyb4ayfrlRBMghrjJpCftVs6B/PYHyY5MK3LGWv4IQGds25zA/FztwomgZuEusVVKz86gRD+IvG4j73y+qtDlysg3+ttma21HH5srApeg48lJ2V/kxBGMlfz3x0APjaq9Mf4bxoqGMYIN8/zc/8EYNvu07j3DPWs+8FvcoqX4xwc1QG85hfLVuvQ2GC88GFoTJZf2cYEvr2nG3Bs3LXBDhJ3VlGAA5CHJNCu32bP5Au/6/+0KZ9A+7a9Qn6Fb6Yo5Q6ggAEap1tWDe110uapIJQ8eIage7VNgw1LkGH9JHRyi0BomoiNH504VuFgsawtAWDJH3Tiy75+Cl04XzI20+4ZwdezH0ML7cOSuu1Ea8bHs7ZQBZmb+zuRvs4CJqGYAL5wBAEQXd8BYC2t90s62LQd+Qqm9F4PTTWuOLRom2aDwK81Nf2SOBUCznpFqVtGSo9f9i74LImA78ownmtaLttEuFJE2RixK8iPnp8bNNW2zgeX85z1E6wdBv0L5+b3wUBfdASYRet64gwP/d8B4Nve4fn9fSd9DPZZyvpMiISPkKFedyDFs0zbPSh3ue0TjieMX0DJoO+OOU0Hxr2TuJC7qSX32q96JzI7NNVHXfZRNdZnB58uHnvTWfRzY3Ppuq4g1pN05miSkzWOHBPImrz0ey/ioc3VfZIH0qGeX+018vydoDry5Hmuz9ieBJ3Vu6s39dibrroC2DQlma/ryod1B157H1o/EAD2OglBPvrMfqghdJJ7bqyG/76XRV9pu5m5I5OPXLvsVxIwkswcX2oH+o0tBoemI9NI3GecTqyr1+liQsBV/iP5/kbAOk4w9GMKnHs1FhEJ3kndWr8ODPPI7o5DALirr/HRLY+Gv6DNF33WPKLPqzvE2NS298e/Cp7evSF5JWik/XJ+Y2yAVxX4hRXa3nz5p45NEb5tnKQx3Ufe3XKj90hYVLzi9Zpq6eDrd2FRf6flVCyTyArheRWNOuHvYb2WL9Cf5zFH/NiH9fs/nkOAh8APkTaSmCd7Ex7FM4UjdnrwItO+gTWfcW9XnJlBI0j1fmdsepPmlu/KnQqwOMPgXWFiRpuA1Wn5Knk5KLQVxMsQnspcC7vLMaLv3m0NYA7dQy2CLCCdwfQW2iEuBYgS7OwMJIgDR0QzSRN/QFDOXPXtLsLUewSMXhU+1xmAvaa3UzlckV2KQ0Gi6d0b/1aEGBFn30dB7F6H0TozU5t+Z0LdmWkYTVSH3lnWrAFBaN2f1j0kJQT85B8V7DG8nQdmWsPxrMA6ghQG1t9NP4BQC6gxWNp4/BZQT7XFmj9NV1pLJ03cEZ1ncp3pLSDscxQqA1H7ZAfdGOgYXRi4ZKVkL/dsnQMIJ2sJIYrx00KF3zdA+tfjUOj1P9dNIL4zKE+7CrfyCn+8XqazqsCZjChdpnnLOZrzjZIJL8OcMxiz9u/7QSfwvwL+3OvfsgqeF4e4x6KMkCXI+a1lkL4D77ZyOGe1DXroxIF2bHUAOEBqVwDFKiPMPFGfbTuQyEb9fQzgkVHbbnEDVIf3xsAmWafbkrQMOTL2dFjo8aX1Rc8H+SCefbUkQ8Behizy0bjmuUZ71kBTyr6rihqkEEReefKu1OtEJO2nAYDAmuS39MrjyD4B7DLs+nvaDyvIMd54Fllqtw4ULf6QY7z3yqBlnU+Rs53wsYDFuuSqoMO4wygRb9+tMi2Tj3FpSk5ihV9yiMVhvK+0Ijs65THykCsnSPUAcjuQtAanRfveAeCCMe5PqFAagyAtmbN+0Vk9hjHqyFIew87XTvDSsn4Cp4CVlhHQ5wYYc/+mSfTF18A8en8wwOqDAEgC7cs3+c1fk4iY77H2GBi3zkK2Zz02i7PH6oDYdGpoQ41nB0dgBE8S2hddbzgg2VVraINxWsjI0dtB3pecdCLNZpmvTMawHJ5/nvsKDNU6muKEzbSfM3joOjRANwtdo0TCcpA935Oj5ciyqXRjDZrfLC9qEA2kT2BFnDBJJR7XjLMxA22yG9vp2v9maDCm3H8z79/0FwDNWO34GppBRsaROefX2WG17Y47AGx85X1dgxUDsSt4mz8YC8/U3ycRrhzb7Jn4HYP7dhhx35vXulJU13wEgE0HY3gObbFvrm6c9UtQc8+EcgBT9KAA8ARFJDe3uqcM9ytD91vQuhNQSS6w4S/59AgS8ECv1T1n7aWxynNRsmivFut19k4nCMII0tPCH3F6pHqF5JWeP1ntBIDhe43bbdSn6nmd1zoOps/ySrVWDLi3I7q7KnUFKLog6/QOsICltZMap4Opqj4RC1+w7cirsdssKh/940AoNCw9N4Fc5E87Ersd8ZufvgSAf+zZVrc+YCx+/rTKu8+KhBYQJchPP3fmhk56yY9R8/Ck9eAkQFm/f3HA37xJImPjQ1qDS2Ycx4kqMHSkyrzsQB1cEd6NMUzHnTNvOQrKzmg5o2vcccCOq+3cEfsu2OjGdiSiyvZ5neF8tXjOnu1s+R2bq1va6qqTkEAgthYKfwE6ras2Q1t7MQm92F6ZnwRurtG1P39KB4sQ9eZ0D5gOGb5AtoPl+SSy1NxoN/gNk/r+OIBlvymgaufJdvfR7UnKaP2JvsKuF94SvcYOlI2X8YOfPjF32ZHg3Fn0Tpo+9PN8dvTlafGc9UlwJPzP2psWqwKuqxbY67d/wm6mYADd53IQuxLDic2a1NKZ1lcBe9bR6yXH5rqPZgrBtyTcsbctN/q4Et2PAA5r14kf+j6JfODNtok2UFxnzU5g/FvCg3HkOOztJxjWXfm0jtk4kNM5iRfFCQfTT4Imaw3+hG+wq0VTfUY2GPAbvZA0QgcAeDPrvTiaxJnmZ1ovSoeB/7GbTtCYpNKpgNQdj99qMKrnM7IMHmUvdD1O9Fy3AuXo36vCCgyH34/1jm6dSnoFtQhwG4+KSBXgePRI6TL7zOChwV2RjUuMt3M/+5Nx3hWgrC97qJ9dgEDSp9Y7AfD1r7H2vQfiCZKCb2c4c9IzXnqj5tGVnN8c3PDUz3/+fDYuSSkHl48P1PJp6JwxbAeItXP4DDvIeTSlH9aXmyqkOOgRprveJBjJXdN0SmJ125ft2+gAMEH8TuLufSSIfftEfn9wKOugtaEApfWPafe8kf1D/3T7U+zzll+sN/TROJRbdmIEgYK3rbt71OvX9qTJfXAnHUi6w2BkUALU9j1MUpuLJCYRHH7En4p8Xnt4O+Pgd4E3+vnMue3upbPYnGCWrHkSz+/XyeOX/hq9Lf1wd/RrvdJ6R/iru23d/pmeL8l/0U2zWsKCXwLsfU/8Wsg7+yuPT2aqHWULJcZu/sh4rSRfdl86H+Y6/Ws/8l0ggR8bGiAB2LLMOl028nadMgZgDcXzkwSADZI928IY09/gp20J/lmt3vLbftUJsssvY75xMDf+TK1/ipi22xyBbPZe8Y7o2U3MwO/dshZM037zYOIc8eBnXwFgdW76Jp/Mh89HjskMtqZQITbtFqBIN4a/NpHS/vbpVHbz93d+Xj28fJnfUkFbQXfFj0oYdfeH+B/CN9BLY1i9fwc3e3740ODNbv1verB/b32QYE5oBb2c5+w40GfgCfisj9LxoIfX0L8UEnzYJ5M01ImB0Avj7HjhFlLSOXgxWNZqZM0JAG+SRsaasXUnRNPTCIYeH/pC9n/rUny5bF0fK9Bj8N5WnI+gv+iRThrcw2Y/Q786/DpeIF+xu60lCfDTfyoFPb6N49N9aO3n7y6VeFWxIEg9wGo1ua3nHma/KizuKgQISNlGaXmVKkUtlBn8ece/2eEAACAASURBVLUAZTNdVWiHxBrHbPgdaOYZbEBXkB4ANa1QIf5lkvWWuapxnNYhcBF+HHjdxtWK7/mPjNF2gLgCZLI1xMiRw0t8FhTVcmqzW+Mcv8G2HA93ALgd6TmTKwKJyh87s6oNUghXwrcIfxYTYeXPJaCfoXYLUgiPoD5n8TbzfTLrKpIYnAnaQTcIcT+vbgRwa4ftDZBRsvqugEsq0uLc3jN9ctN/qW3wrKnpUuaYW93ECSK6Q7Bmr0XPT8D9R7IuvDYSBpEFdq7LgSLHCoJy6Xt6/j+C4z6T8BUArsQHFLf3x2STIDUJBeyb5zeZQHrvBIFHEJjJT0vJvKlxKsDNqzOm4sDf7FiLjOFjsmUJAP/1ESS0a8KZRAAg+zgOhCYIrZn23IDU+SUvIw+hj2K0o9lBmQesKYjxMEXzG5mM7zblZFzmGZuxnMqM7H8U52mz5/dSrXwMnmecd4ZUHMfZjzx7s+tybvG0ThVd/KK1zKlA1X6hTbzPoXi91/fu6qNXgOcKYKJkO5OvAVjuPUGkoQ/2iS1KlmZ4HW3SRpMBobKPBpDbAeTEkLy0r2e8lhmT6W7AGWBHABgg7ADwnLXeCTi6HwA0ckLPWiXH2NkPXz+Ah3Yu3ANZ0YDSDpjhqV6bfCf/lDAX3bQGyN12lew+5KF+dtu3zjR9ZwjGcONMqn4Oj9O9kF8XGx3wpffvCi7to83pCRxFlk2AwHrnHXjhee0E4tntkCFBJDJxKxizfuGtzoZkzDdNsj9tuPi7w1cJdiihJdlq6GaCag1glnZ3jwjWn5aFRe8bFF8gnQDBBoB3/ddpRyeDtOyNEWF8NmCq2/ve+6Fr24lEBWXWazNvXwklz2fCOssDmSl0hvLBoANgYoASAA7wCz3oGmd4GiC+ozh83k6idsTzbJzY7aA1PciguhyAJAHecogAsO/xfBe8Z/x0yU3kMfq4MUUCOYtddJ+W6VnfrFvPvyvd0MG6z0eVrVbp2etuYWVHo2jyuW+3cIpD5dOBhaFs3eBEDlW8SX+QgLTHDDQP3BXc2beqdNHSzeP6zMTOeG58cegGhjEtbcvak/RydbC5Exi7kpl1aMc3svMdHJhg04yfCkvO92nsq+F1ezmscvAofNSBYz9z5ITl1gQQmmbA78Y7CqhOABhe71byGxjU+owxL4fMLDiywDxRHWL0tzBRByJOpu3zGRVQGitdjvSdz2MQFv0e/PdMjBZa3J8KPIxPBRITbFqeUIcUZJMrDkZ3E4TuFrZ3i9XIDmGvwUtT2Wgn3TjiI3ey/iTu4tDplrFxwq6TEDL81ung7WSfCtFxwuAIizyK4wg+r3iB9yrtWjeh8MgSJR3IoTZJBgfTm3Y053QQih0S29e6p1u0PQ9Nh4+8CACTNNgBz9bnqzcjRPQ8zkZ96esx/F/y/nkOFX6s0Yc9J/2u+45eYZ30M7aJ9m7siWcN2D9075mP5juJNMHqb3lH4hfz1fcKJm0gfcbzXo91vn6rRNIRBa6wHYdbquATKKAt66GfZ/3cQWXksm0k0bhtkPxzYNbfDV9F/25ijrsrWYeN7fDK4M+T2sHTeqorD34+gVutU9vJ6En4Muu0thiJMXp2J9g1FsuYF9905U23CV37eHEF+kf3AJ/vGb/osfClscbYXFqp4Jh9bqzdt6+gK9z6CC7av/u5AzVWZz64ZuZDRTr2MroZvd0OcxIcf5U4ss47DX7a2X6c8biJDxpbYzhVRYKj1q+xZ6yC2/qMusZB6GHZBNyL9bp50oGVWkt0aQeAFcjDd9Pft+9qjrgS5qDjAGtI4iDPph0hPi/Jm/VPBLudZFP5YyaBogPkOJSPT2nW6o37390P7I/SWIXrTFD4kiKfTmVo4XONmY5I4JfMIzyY5P5gprzyZX2Ojcha0cVAn9/0JBl/J5haJ4++T5J57Bl03Txwn1fBisjpzLU7SDSu0BXYQvqdwEDsKd3gFwFgTdG66R0A7gByxho+7grgjGqx4gmiTpXPXWGua63XJgDstS27WuvcAWDN4bTfHHuTdWps3WvnMQ3E6c4g5yxS296TIPnsrxIuwCu9ftn39SFhp/cZ4fgMXnh0umKEelRdFSAd/90WEHEUVs+Hz9s/u3PLfRwQt31wJf4Wfj9+AbW+LjqyDWLGWXl8/BFkBfkpEaqx89FryOqM4w7wMGb806xdV/3rWdZDxqgqhii94/Fn71ou6Vnts9Lfp1Xv4MNTRS7+EJ4wXtygYft2u3shCUKmmQk6hX62cvi0+L4CwGDs+KHowpPOZk5IwoDyWr0TdbN+6y/D/gCjEQOxD1Nww1gjuCr+cp3Bqs5GWT89iuMhqQiP/yfPRf7nPtJDK3+CP7Vu0wXQ494OMI27flVAEfm5xyV8s7PR/7GFCxOIPg89zPwevXofGRP9vt9r/j/8/vxi/e01iR5INwH5e95HNHAvxuLCrOc/5FOwXtorhybfuqxbwvNZJ+wTA9gq1Mi6w0UzPu0fMjXV/510kedqXC6weAYiu6xf385YdkxJRT6zDo3vuoNfJ+vfyW83JkAvNj0mIRhfc0bVXVr1t3ETOrj25GChyZLiOtYHOWBZMDribofcPBQ9l8KY04FHz5dcsRx/LdvB7+2TatswuIKudps4gD3quYrPLVM3uXHXZ/R7ydvM41N+MjLGAu5rjKJrWj+RGEUBGvS6vJ4CJuR9dzfrlYD21pds7j8Bfj9X9IQ/zDI6sRuKO7QO8huc7lTwi9YGmj56Pn5808Zzk7Pmt2EeQREHeQPhE3D05l4PeAZGBnaE0gaAO3uGM3TvM2hR1sm0Kop5BCTg0OBtFGm3IGyw0EqPysmubMLZdmeOvBi7JG9XAGWMOaP3VFfhWBvhAfBCMHLfm3hRLBg3ryy+50stAA+QtMIbhDU3bgULQJKCl4MrUmjXkmlRzYWQaAckmexysrgn/ShnA0S1sDphIRRphGYzSJ/p++EwHGXuoWk+o6wBNQ0AGO+3swM1h8HPz32inPiuwbodQRE+3yo7Na5XxbAAouidjbOylwLYShaULU4YMjK9PxOQD3dJsSwjc0u+H4EShatXO6DasXCymQbUy9F4hPNZtwnQWCFkDgFGe3+cOuIfn29iALjz0hg4gxrlQAU1NELbk12epsOpKtMeTAYeiQrQf0DKnt1DhrM+R66kNVmUVlqHDgmPIfWqlnmssd3vva7fC3BZI/jMpSoVbZ7NXpimznmPBL4+jbfQ2jrGXg4+Jjw/O7Dh753WugGsGLd0HiBAQHUBSq2DbZ7H0GvmlIfxE4Xs530EXghyUfGkv1MJhMFnQFvf69Z3Zz91BtqcFwP44oxinF+3A6O7K0BPpr25TweFcJDfc+11sUy1rtIejiNxzqN467Q3GMq6rKGha/uMvQZ25jf41IA+iw3olsLW/O+2GzgLmxwYL6AWgMs16ASA8TqEktRAgD7nz0W+d4DKcyZYh6If+Vcq7QxJFX5JbpC+mdbQ+tuO2Wt9JjFiz70JwLkdmuyXVqkTClo/JAFE1tUCq04YYn0BggyYDhOtX6B7O1HmDPMsjDZZv6QCJu+9Abyf86gO6PV0Spigkz5vAzf0mwBDJw9Ylo7TnbGCedBFOOTZYwcyrmxd5gL/ej9Hf98AmXV2pu4zP+kynPbtKMNJ14HqrryMcbtGMaA6IRIq7SeJzQZZniVDlnaQ0BaVns4w13ftrX+jfyr4bnp0BWZtD05ZjZ/z73oNCYB3BQh7bIPXazuVV9V+V+MBwBMYbvlGcIJM7GMAXRXdwLAkLa7RLh23reeW+0+GvuSsszXR03WUwqtF5RufdACYu97Jg03fduwaA6XjhDAhNIRDAP2q+9Gyr+9NwoUCkJx1BD7pDjQJMKYVIHto3Us3jhOQWqfTjY+RD3bgPol6XR0IP3Qil+bCOYqiX8lv0/IEBtCb4ZPw/926rbFM62LLhTEuW278eNYh/Jt/jFnraCPwMcQ6QdDSp6OXc1/fX/c4Dr6R7/q+5mB9lDFrvYUl+144g+wIf5a05Yiuy9jyE5mSMRY9Cv8+R2jk/C6crW8aQabda4FM+zZfdDjyTzTkRLCi97R2TaY2FdQa60mwev7oPCT4mA5LWb/BdQ6YGKj7Pc0FgxzHA0Hqpv8EduMUil7uxKEkAUp+YUTLqaOtvO2VXW/aQIbG5eS6A8C7+sFvvDoZS8+kc1LjhWAkU0EcndK9w2zpnjMOq6GpV/WI6SgdhkRzqb6ZMxeHxrpFebDGOLEe3eZ18vrEwXo7qFreMqfmLTk+CWqwXuzF3TlJFb357hu3g0+RK27VX7YweEv3tb/gmQMBhpY1XofBMhnL2GDDHNgPBKJis2nfNzEuenFwoe2AcaoU9mw+6H3X/XXvdqTzOfstolSL6Q0ArPzq9cXOO2ewjf6ggxL44dZvhol6xtUNiDPIvPrHfox94PkMfkK34Iht+XySC8a2gfc20S5nVG7y9yZYyV+DMww5CN2deQ/f9veR74ZCyJlnjnLckswVnTc0LNkxdBz5mAA5/hM5epHxTSO7z9lvqqT0+wYEV5bc+pAEJubyPhs4Z5DqGXQO8JJXUlHLL4Kg0JElw/g70EHHJyH/QSXG5D7x2Xhfni3gOKmVb9mndk4zHyfcNlYb+u+29OLPu4rMaz3V1qx7+GsTr9u+uPlGPKj1kV3ZPN3yiMSIla5jBszNOFfyTojsYMGdnH2vbXyHw5PjS+gkQ46MsIyYdQLvhu+U8K7Kv7El1R1NtouJbiqYnr3kqJtvtAUP81NjooIuWEadgiKnwp+TBDPr8IEdRxbS7QL/GbLgJDhNhSABAMaW2767qPgtXx984yDBQ3N0iesz60VTSYKaBK7xb/S6WZ8LVz4B2IE2z9/Top/gb+H7FBykwvLuIIlfMo6cwl/j7/xYr2erOCoj/p6p0pv5JWC4CVAE2vGJH6z4jAXevTEn9G7s+vwRnZwW69A419z+k05kav0SHTJFJtM5haC77yWfxjDLCYL6G7H/9MJe7IAL9m+S/6IfLM+m0xM+UipATR2XzYs8aZl/1qA6RnHvk2A6BT0mr2f/UlAmPCdih+bXfwENtcwwT7/srQlajl44sp4vz8DuzkbYi6w/QTn2Vl+jyMXLfbXo/lYh77kolDZyrpMpaOP6zb9NwJU1zPNCl+vbCwYkwQN8Ax9Tpd1n1HvvHuLI2cXC2/EzH7zifXj7HyP74h/CPm77Q+/jz5GsIq5Di+pvBTIUELA3Pl7Hsm3PrRZBs2Xi/9bZbYrFBkn1P/bUwbHjm9K8XfU7X+yiGdYWnH0SmJ+Js+bvQPkmbzKmuzCg8cLKc+IDaftsufD4XzT+LviCFzrAT4IYn4Ef8E90kYL5fBhC65dj45av+7z1V8K69znXtv+BQPDbzlnKbJzh5+kek2Qg/NMJB3wLO9s8NYFRiR+9r3tsAnq0A/vFMZqh45ULm1jW40oxGnYAtERcrAtjTwHB8/z2f7S+tfyuznhv3gzf3J0iuYaEbOOJkVWd4EeF8elgW/b9dsUcf9fwJzaxK4AtpCa67IeqbW6d0eKJjCOhwacuVdZKByPTvvZ766q7QqsZI448DgB/twLEmUSA4JX9/IuKEohdP3XotXi3K1ao9LDDeJi7DUl/bwLQmf8i3TsADMPSg93rWYHH3uxf/c4c78BfZxEGxOEYwvE/RqcVXypItP6tbMIEua4dyIfARjmcz6tE3OswQQGul8EIk5pcBmiasWadui2CAcUAz2WoOAt53UqZ63L/XEVgKYI1bfv8zPPlyeywIJgsHrUeJ4AoA14OvQIgHQAmYyfrdaBlHj7G08kwsmMwzhcJ0rQ8eLdYA4w4w6P71nsj05KM/SQhwo+aRWEEZyyn9aT25G8zl6k0+q2ql0eYYGwfPouf8DhoWU8/bs6EOc7IWVsEzsmcHQOynXRnE4cWvCcOrKsSG/qMgd8OhOxtZa3M92ivm+rtKwBsZRQjF6Wr5fwYD2dsOfClQFkFwhmwDOsBCs1bfu44cZr+SCLo93ru/z8B4FWEodVuz+l1O4618FJoKEBLLyrFeC7JCgTFHVR4AeDHoNLA/tiWZA68DZV9tLx8nkPCjOhj9y9y5W4VkjFvFniAZEAi4LEzvyTnbATJGDkBgcwmLZkCdJChfxYAvit3WJMo3lRXfgvIQcvfAFjLIeROG0R6hs/KfSaCLLWseuhU+uJXAWCCYlistzHCc7dSILKBMZpFR/a7qsLdH34RAB4j+FuL5UOvJd5UQQP9RG5fqXp6NnlE8RkdGYW+erWPnIf02Hu+R+Y91xF0bUdfjJJ9CGCHsXeLIL0nObDGafb+s0J/jgPwGsaZHT5e5ws6g3vZsLmzFh1gztEOPeY+r814YPYqGervZ7GXgN/uKnH2x/sdowaHEN/ra5APJzvVbfTjPPEYLny0Tm8SQHR/PewTH/T+ea1GJhpgP1+K8yNBVtaSNUP+7/tvR30S/DJHDMITVJwkDniNe2jsff6mHzqOrXbwer2mG4rpa0ip9R1nXmu8ZPLfDnQbhCODcdbcnSH8/Wnh2/uje9HBhf0KjkxCJEZm5rY72lgl96sjU6aCQe+Dp+7M3MikNVbPs09AtB72fPgtoNxy5+BFOb4442/WXOO2gW86E2YfJ9HQv+aI4//QvBzNTpwIjRJgIBkRetYc7rNWmx9ummOesSPGMWtjZ+d7AsATAGB8OMe6S0dX+Z4gzOCvOOxTBbK8rN9Gpz+fH93wOhpg9xl5z089+87wbb6Hhm8sG5nFOBbfmy5mnzyy5/53ZwbvnRwwp8KyZUI5zoyR7kTGqfIyH79lx849GdB2WrrDzg+PFawVfEolruirFItp/22HriyexEYHDLIJBBq8FoW1d8Wjw95JpLo4x/i8+FD2r/C5W4Tk/FXZO3GgpaKjk5kTgA+ismNh7DD4dI/ueNuR0I5lgToRDB9Ffu3ROfqTFpuaw6900odsnMnf3+HsVNopNo8oQYRK7vcZcWtv6vo4GbO/PY9O4H35FLzAwbfiwyNXJtDROC93XFpkD/FTqIJY9q0TRbHznovuxA7oWkEWbHTWrr9/ZMnhmQVHzV+Mo2mIQM3ateOA/jIe5H87h/fYnKbUkhOm2QnaTDezE+T+zGN70UYq2FcWta3lxAoR7Pg22iGWbkdbfcF+SM1vdfJ2gCJo2MkGv8RNI/BIGtuEVsmBBNcTsF9H6e1zitwenhk7vBP83h1YPgPACXAPhj/26dt/onH0Gcjfdkd8nkSKrU7pQF/jR71vbD8+iE787rPlhUV+KiHnuZgjDHg2fra2PTqIdOyZchJ6HpzDOknHBGiOHDa4305trWNOxdnDp+cIhJlHAserc7RPxp11LnnL5XdbyLf9d555FOPqbQKt32zn8HVkLgE56JXENejHuEO2r+zCSZQ5iZ1jY3dicQeGev95Tip7Pm0lXzvy+yRQ2BbdYMlxJAvnzLFX4smPALDt8Q10x/eYdca/5OeNn0v36BbP+igJrfvs6P3M6C44ObwG1nc2RWx8vbbTQ1pN+tEjQ/q73/yMXhbpDgcJVEn7HHEn3Tb4AZ6z3n0+T8XbPufej+bP4BOP5pXQpbH9fI6G4tlZj61SBSPBCwScvDbP10gI35bsqljePT9BjyEQ9KKfZ32SfWpbMXos8/tmY86tzg/agvusyEq80gWn0Oj5XUeroA+xL8Bb7NXti2H/eBh4vlvogskbxyzmDxEQ+NE8aQFMJazl1cOjkmemolGvbfeEJjeZrfEBYwv+SiD/xnJ018xGC3QmAMz8vVb4gdt+0eXeqzwFXwPdbm7b3TLOMmSTOm9dd+8ff/cRZV0hmT0wesyl1aHk2zr4kjmO5BTkeOxbcfuZcA1ODj/j55Vs6LPpz/5XB1Q6YjAP29rGcZ8B4Hsdz76WPz1nnAaTHT9B8Qlr0P6rozfHH9K4rxOBls9WJ9+tmO8ObZZBPgt9j0nxvnvJUgxGcmx3Z2n5RxDO32ib07w+SWejN7FPQnBje1xqhMRXzUc6ITGY90Wnk+50WGR/SKRiLASA2++mz+jM2Ha1ZdM8B7kFL8j2ASd28Df0+z0AfAKllx3OMxhzy13skxR6Lg5dX0Tp3Wf5cnb0BoB5VDrspXxc4yYRF1sgfPSOD9wFKDdvJ16Y+96JAOITil1O8h10rwp4NWa1/Rv7JzSG7bydN26/G9f/+HsSfL3exl2se/xUJ0Efveyx7rGId8dlz/8f//uvP5L9PZmDkg8Q6uxOAA9btT8ziQBgvaiy0+8aqBXB4rgTlPT3JoMEpwdn0HaAgfYeTJQndzD25ICtzfbhNF+nUu7QVcd9bypBeY4WVK87S9DBT58xkgpg1itZxWso92HnH2ByNk/DjqNHQmKBGYKYfbkz0RpgHSX1jMW91u2gSLUHr+OUsVYsy7HOAjnKsj6HUNUSmPYg7DX7kIBZ8sSOw3QCdLrnHUBBwbXgbmHalNYgAWKOkNoD0M0QhSxOeXvJy1YgLeREoOz7t/3ude7D3vU8KmgxSGMAiWZiUJ2WWRN4bcGv7yDoAEq0+MMQjmMiDJRS/zBhkhcijI8x6H1c5dNJGXdFG6zSrYBuwI4z/OhtgbhBbnHy8LzerTeQ4oymXKHNeAeAyUAC0HEnnLjKcNqzhLcqG0cmzpkEG1N5dOi9SLwzdTOHT88JPHSMxedmnaAAjdGS9S8+N/A993cAmMGU42y+8O183klEi09mwDDGVoJkyY7DCH5XHuIgoppwq1hQHq8zRewgiMy3/JHTXAakz/ZSVuADhh7h60xcMpHHEG2jM3SfNYgR6LvZsJEc6HMbjmNEq19gsB1sCThvm20ACKvMHpGZRaUnBke3V9N34POPat0BOTbWJhjTmc4JZk4QkrmRwPJcr0AIgZzj+JuM5bvC9e5wEf7dYLzXZQB5guJbRTgrG30mmT5dJqjg13dPC9Bq5XQcadWh4k2p779WB073ji8+DfbZ6zqfh6/GwTZBsNPBY5DKDWYOfwKAvE+rY71nxiNFB0UzLe9MdzibHjwhOaf1fzvTJxHID07Qnup7z2XOKOykgATFBqDZ0IsOw1DECCdzFTq9EyScCPHo4K5CPbwi2T3tmm3YGsR+BvzFKnE0ZeV6PaE9DAy3L3/+M82NrIHvuVb3itwtvTL8z/rctLL4Ys6Xn0rKDgDoOzj/kee0xEJ+eQcGR/Y9afl4us1EmZ+AFTKCLOIXKD8gOAlYVRNQbQQzI9FOZJqS+57q0mp1n8SaqZYdB2r4DTmiNz+PBhDtdmeZZGlLTssR8uPoCOOF4V8qf785fwD20IJbFE6whQzPpqHDT97DCax8aXFKpeNJuMDx/TpPRvS3GC4Eh9M/DjZw6VatrhK8cfWN6bSeztLGihl6bkcqyRyh9ZsSJ8D2fMDa4Qhqo1Xf6srkc5dz7k+cctgmpx2h9NkzwdN2F6Ak+fSQTTuoUh35FpQY0mK9zWyuc15n3EPeX+fneX/BrXlfiiKzOc7WWgsM9axdEiR7DfWdJCyGwJPgsI4hAhqccY2dxvphQEN/R/eNzej3xzBlrV74eSrej50xN4am7Gu+xsyzPwJKQ+uMnxZ/nq9xzDuAxbg2yzr4NY7YpTPvzQTAgvWyzxIb4PmTpDXyoakUfHQSRmZ9ueYY/vUlrbtkINn2fOSWYZ5nkpFtDnh8Wed+pSpjEqHKScBeNR1kb0aWD4+1Tsce4vzhYNP3A40Z9d+cBR0MsUY4LY/fa7N/fdJ4MEC3mGs61++dVIw/QtWAXQXVDkjmHn547zG8EH4vxwr6ZObS1Z3cIXb+VJX8SWeOTiRjfbo6nUSqjC8DvPdV7yWAJ3qO38F491RIv+nAf2G/ey7P0Uej86TvXgnME/hrRxa+EnBcdx5RUt5xcM1+I+e0jvf5jD2ydYiR2BgZdAcaPPzRw6d6zHsx3VaM3WMLbmc6BSK1fmNrlXNcX8WvouRMqtk+7F3JnUncAL/EkaqJflnjeUv3IYBr+29sm7cuzFED+DtSEbX3PPa5da8COWk9/z/quEHgzo7KfAfalT49OMr4N1j3W5VIV+YQAPb6P+N1S+nn+z+ewPvKgUlWA1NMALgrKB2wHB/TNz8cdM38bK/oflqj0cWHd/8kaSdzZu6s29oq3SVi93US7MHUg2MkCAjedGD5TrC+zyyEftFd99Fa6ag2Rylg+wwG36ri1ceNJU7nhisAfOzdKznIfqaHfeg81zIPjNkBoA56n9WTvY5NK7yK/DngJHaCq82e90jottx7/msMZ9zjpE2MlC2EuPnsrMUkAXYxRu4TG4bEq3SyC/aSgx0b7AQAK0CAHj26ZWS5z4iXXPEc0yr4BBzmGmis/bT458J0ceIlKB1ZjU4Bq2uue0TPPA/9MEIkiZJbYHBj5BvzftNn/ZzYjmolH52kV3dfACeffZc9E/P2BBDYtjsBDVmZe2bNdO3hgbG19XmS+vN8daqhW0j0Vr7D3EhISQCxdN+sH2M96z5vEHAUe+leLW+7Q4H3ZmIYPJv9ih5eGer3v+Amy8WuHIU/xr/FuG+/vujShWBzROP7uUsfdwD47I99QB7UvPYM2tBobEt8W/Dt7ftqv52+d/S56TZ6IvZEqoA/aGCShUjgsUibMbmz6LHjt1COdfc4K0DFEVz2/z7P/JsTphI3uQPAzBE7sNfXCRnqHjDKs+3ozHED4F15ehdzbacQJV1eMZKPTmVv++iueM54849q1bsClgSxDxumwzCNMYzvtysq9NlzZJ2wV0km6fEEI4WMwFJdPS2944/1fxr/FKS1LnCH3dGh7XtCp0OlJHe1vO/fobnQSAZ1+/FZH8vdy0/Ec/DT+T4lLNGJHT+87/Py75S/1EnQCphZTqUA6pa7LU8yhhwp2q87wBx6zBXSXL7HMBp2+Et3u0sp9EZx5Pgsn+8pAHy7RBKQnkIMt4DOc/TqIlCvE4aPcQAAIABJREFUz+jcTrj67efPPLEryADARyhoIlclSSaSrP/7jIgwaFp8UBKdZ2yGGwwKc4iAoiQCYAnYSRC8FvL5nIV/ndlkkBAY2oGSPt9Ni5cA7Z77tS2uPrOzfQaq7gtoHeJNu79kjYQQZ8GVEVkChUCZCeCbU90gbAwin+GY56FgWX8cDl7Dy0l8Z/Cl+ifjcavmA5yn6mRa1bwoV2s216UK4jNwLAcLxh8AQve3U3ayKnVPHBGaA0KJfVnDDSWU+WQNxwB+np+Msfz9zq7dtl5uaTgvKjfOAepDA1n3UTRfMudijCdokGdtW6qurIFpXxkWBqtTbWYNkEVPRUMEBPugqaWtzcMTriCIAiYLPQI2vEKg91bwocNxXj8CCgfA3XO/AzAY+9Dn0lXWXAFgBazbmcjvBDOyN1lofYszh31mxfNBwMMqqxbAMg737OhU4GVdt0UfY+pxA1qTwIDIe4s+2q1qXLR6o72cKXjOrg3GkfyK4mkaCQjesXuOwwj3+uez7IGuIQO9qxzeiQ6hB5+BLtBmuRYnRsBraA5DCjlAJqOeddot5cpsgn6bewCCkQENbJCb50sV8NH6fwZiUMrLm2/5L6CYa9I2hUxbxrVyWdfYMBmnJcAtY9+M2HZGS6Z0hiT3aCV/O/kJAJMhvdXR73NXWwawpgTcuv0JlSD3mZfogGyoKhSik7QMWxE4Dq1LV7Qj6JZ1uh3ZibtPu/7trPC6Dyg8Wb+jKzrBIUMkUQQDvnjYrP+9LVLhKevJG/ixF4jenMGTyi2Jt2RK5tV4FgD+Xc4sT+h7cSRkDga3TrRY2r8rWGlVlMSb6H4yWuO8o5Wk+H+q4B45tAbRtnG2nAaxTTcS6BAeRjbhgGjnk+7fTlB9R/vbrTlz7pIn6BfG3B0ARi7eZ0ZhBG/Xi8gDQZFtV7z7S/Y4DtrmuciYOORIAMmY1vRnH4Op3gFS4SCW68g4BcYmo/99rnscSZ1IiDF7t7jr4OJ9Ru23wIHlyjgFXokuzzwIiusa8Xdkhuby6FvR1hih3wPAi5+Ef5D9hw+s4xO40Tpx7ILpeFpAIzND2wnQopdNBuiGCa4KP7mLzm9pz4psF712RZC+6+SCCUKCYfx30Tc815UUluvWZd9x6Td8bd6aZ+b30Bi00tVfIwIObsB46oS1lus2qCYRQ3TvDhQ2gheXhg8Lp5b+pMX0nWjBvjAe6T2yoVum8H070ipAGhmxLUF1H3QZ82+8g/PHx2Z4faITOuFH827DuOmDoMDBa9Cm2iI+D/ZxLJM8tAHmONtEx66IKfsDHcwzw3+RqUZhDwHY7iqD3Hw0zjPrOCphn+vBv6HbpQHzn5JXK0jez2T9cdjcAQrThYhxqvabNnot3s6F3DW0KkxVesQB4MGAFmBpmcac880EgN2cB3x74cHQShIuLbfcIjJrbVqQ46CSbOEHnC66piv9WBPmd3eaUKf0Tm72yCuIoADc2klvPNprfNvvvk/N8TiKB4v153GGzPmMz5fO8TZKnjq6cR1KWkcFJCG7BM3SIYO2euaBy+5EjzLuJFXt/HveW/knGTu0N19sR2zwWBw5nZyxVaYTuLBsiWZ7O5EYTbCMqeT2uGjfnwdtwlgSLRaDjx1rHVP2xtCW12Jassbpxrn2kRV7jnYqzfUy/rQsTJISZ7xCg7lKF2fM//lDra9JHl5c/j6SCbtn7JTaW/SOn12dw0R/tx/j7Lf02kN43udKQADzstYEvkhQaXrvBBSwOPicZGFskjjrIqvWrh08MzZXt6/EVjoBy7LzPDYHI2KbIcug48atXAuliI7wuVg/TsIHdIN9Cf7Kfjrt9BBbB5TS1WcDOX3etO7fsrPXPgUVe0SH6WB4arFiFD9HX+gaYTQ66vQZjcjy00pyEixZH/id+TIH8CZ81etq+j4B4yRuHMf1LwLAGl90aeT12f9jYSTQ64oyyfxnYNiYe7TH+GZmfzUOrSP2i/awcVTzbXTgyAKeYV7BFg5+Pmcn25cziWTyjcwu34EDumDpY5LX2z9K5ehdaRWfXpJYaXnb/tIjuwdP6f63H0g8DA7vCujwO4ZJEldPwOV5WxVjfSRHkiOzJ/5pekogEB9X26rwQr9H21bW7MO+q8CyHfMXHTS9fQsAJ8C0sj4+kvif9D/oBrrC9uwA2jvxrrDvkc+7598CwHciUHDwBtIbE2bdFl9Be/pJ1bf5dgJhwXhJYMImRbB0UvuRV8jNeQZJGUcYiTdG8dy+ZdpYc63kFDolXTQHW3LU0sggLbSxtOxUYymO6XoHgC2znJxWR5BModi3JIqsA3o6+q/1uT8fQg+O20r4tkWavx3gl5/LWCT4uG2dLbzIczuYkvGnEjtHDKV6veXW8fd/tICOH/1Oog1Gf3cCxP9ufjXhZk31wgdIwlR3/nlft10FGV/v9/JwWvija5fGFjf0EQYmnekgy9g6AGwbYnNivV502mkaRG/0tfgT2C8SFCO3Bj9OPIUjgNi7vveJY4yc9r6NQjuJ0sOHXXh3Bz2Re6wfuhCfr+6rTp0c8RYcN/s0PHbzPh0gtkvWBvRO0ssqwTOtnCG9vqz2CfcRfF1EB8aChn3khRMQNjDefuLbToTek/QeDHUnEzYOX0zdxVwbo/H95khB9i80HVrVXnI8htaNgg/44Pa/Ob4yeIOq/dhoI69lL0zM7hwZ9TzLR4acpMng8LaJQy9ZejpDea8nsQGMFl/BJLxNQaB0T9ZtE6w8x+cZd0fH0NXKQu7ftByfTALA0gEdvO4z0vOMVHdfAeBnlfShjejNILQx5ayeLxbQcBzBi7tPuysLbVzHYfHOqKwzEzQgC5dVEF1i38z7qvo1te0CtsHRivwO3N6gPAuyhtb7HIsNtGCY9njk5Lnn/3LAcLZVVQl05urZdDs/AkgIpPMZAiZMsEKOcVigCAwOSPV8RMDjgFVrz+N8n2B9Z0t/kSMv51QLp87UQwFh8BzDSUGcCQrfilhzwDFvAj5ZyrSoCp2xz1JAOPQgWDHUyE1f630ZTgTE2wiQQPJ8nXfx4eB5g021VYmCRaAgcPKMAAAC3beC3oDFVu/pvW5R3Nl5bSTHyIpRJj4TfSa4RvA8a9KAUH9zZgoOvKbLBivfstdDMxWUVCbLOHxwgJLhyVo37X208h7hTIaxQefQvPakAVToeDO4I8gi4MhMSoblu9c9e/3ej3ybapU2OPT7ORu1HGiWGQOW59sfTuYYKXH8IOQBfRbSfnOFssG99yjtLI/BLLlSYTCcu18d9rqjjFxothTU4LuX820mPoZgGW0siQNRCnbonuu0uQ2Lt0Ny+UQK0rRpWgyCDTDa7G0cQ3uwvZT3G9ykYmNbrLL/3sdZXK4xJRh0y2vRlblBi9/kCQ7tbdWPub1AWAkerR/o0NAtXcWfCiC2Iy8BsZqzaffTwULVIrxyZPKcB4tDDDly5jIZaF09CE1C5zy/HQRrrJAYRbJO2hLFwNACD3CRMeaN1z7u+vCsv9hZ/s4A1XsdqFvgl30AQBEE7+BP6xQMAORnz09DWv25ct1JNWP0Rya303uTNQ5InSlxL/QU4+h73c4UG/s2rCNno0+SYfo6u0S8OQaBrmv5i65B7pLAgcykO4Hp+2Trcb93AI29XSf/uw2i1+ORjce5Vs4XPW/BelY6gZVUvcY5kjNnwWO6ptvywZ841ZEX0CO0C63jrO5xt9Mh65uxRC/PGTEZnd41DfjMP107MiFnwI8zuQxoqrvJRgajgntaTzHmdcjoLDRVWT9V2Q9GsR4ag/sYZup+oPV9tdCftZyJUL3CWsTRHvkNDjpGx2BbGxCzV7q2AzQvDPZc8y+dxz0tyrvzwx0AvoOF6KUb3+EE1TEodpGUCGgslVmGH2LQDfYYfU0S4jkD6HVEQjutgi8aV3v+hV9p3YoMlr2QICaO2sgj8X7TEOvcgagOVjQODf2/HUTsAccDhGeD/7Q4tLg+33VV+CS6SQ3ZgB8ZO62dT5LfRKaU/d+Obda71x3M3o5ZPu+s7ePcqWQckshIdjrOGRuQFUAcfJ2qvzk7Ts61518CwFnjtnluR0/oQQ6tBARz/u3ag23QwzO3A7Rb0H8GxMbwlZwqJ5dkw53shYwZKhUXXbbPHDHi/YqesnF/An2bMDocPY7xlf845f0sO/BWL5qnp2rttIF+7KuTpOcKoe32cHhpgoX6G3xNNDpzHOfaLCtOJMsJr/U7IfZUcLY8Gr5t+y8Bw7Ffzr3g7w364wzfZN2tZHgfrVDdhuZ56Dy1ul9sSUeEtzOWvc+YYm918mRkMBnzG8Rh39/VoFq1Sa6YwHL0S+hfv3cy9TnHrNqavuTu0DlrhizUTxyqnZSEvd0JnbdcJVGbhIpOgiSAa/5Tso8DSyGADb5nfrIujh0ywU4HKLW/8wFBr3ac32eUSc4xl7YLe32hWc7Ug/+P/Tv6DF0QrLvHGN22W5LdVl608/+VTGr6DF6N7hFPbjI2+6H7e52FWeXwmuQNL530azv0ngvvlnftQP3mYERPe97PPzn30LNnDCfZvQJ9rzM14y/Ab9YOUWwl+PquqNMz3CXD4DtHJFCtGNpYWtGUCd4gO00vwnk6a+6ZgPw/novpZDuSyakO/YQGs+YcgUVHluzv+pA6GV/3hV91f/xOFB10sKjxD3hE30eONh5lncEL8G7bmVxz6F86rY4Tk0zbRKkNaDXeWQyb+RGkA7ttYnvOq1XCIGeyk1hqH4F8NxMAJpHJPDX+yTOfsh+ydtj84wAX9qujRL6d8Wn6paUjnfvG1mc/NsAUWyGBr02C1XVUxJ/EK7HP4BzTizFgdERX6MdW34KK+HyCjzopiiAe8qDX3UszIgF/CXYNtJgxBgtGh8fGZY/frYjXn9yVvZ08SJDY/DH3VeKwk4V/bCcgvnN8aDPO9h9QYU3CMfvbFeS8p58kSMoniyzpea4/LAFh9MCR5dVhAh+l1q8TlV8Bnqni87O9N6tbsrehO/2yNvPyeNOBacq0EJ/ksTsr0JOgGL6ITXbetYxMjz5UPCB+HnwRnRgBXukENOkFXU4A2Hs42I719byGXvN5xtryyzqlAqwH+2p+fnB2Td87QRSvVQoT+IwAWfSNEj+khyJv9ZLoTsBTZ6qPL5PAg949eHQr21lnVU53LCX3W5tZcpLuPblPCPROPuuEIvgNfMSasEYZdV72p502E+G/DvqtDZvJGmMrMXWSUvtem4j64PSXP2c76+n6PX5p5jI+xPjPU0S1vpTYCfCn9AeJ316HsvfOnIgPjEzW+8IFPees4Y7evDx/I9/1aSdy6FmNF7J+WcPcLzIL/tO10o1ZT3327ujo+z+fdcLoXTnc8h/823ZRfHNZR4LQen4XYSbIGP9KcFOSNvydXoRZDvxb+vOWJ/hf/Vn72f1GdHD71naFs1Yk3ae9dd7r4yrevi55x9+xrvyd+aZ7ZWgGnCtaUWUvsQEC3md7NYZnzrc/QTR1joudOF93kUQ2h+5DKi4KLfnCfGJTVIKQsURopNfHNDP49bWeg6/7iNBsFsppuyZJDqX7wth94udJSNQYSKJ84aDHuP8Dpx2KLsTwDgB3VlAL7f4Ok8ih9bMhCghV5txWvG4bzHOtMuYsyLOxBtLDUGziIXjOw6lgEQFCXRPBMobmbIzkpU1qb3yAg74ToD0Cb9Z1HjvMFED0ckKMMyBKOYLoWwCYIMvHPEbCUGsD4DRU9w6tAW1BMw40780IJ35aSVfwRa1SHAyoCvVbWN33aZAOo67AXyKGeO4xIIhFxF3VBmjAMDkFCn0mroAthMo6VxvDOK5336jMMGCqgGJWLcIPUBnhsKIHhRhhs2d8NYBrR9V57ihi02opdAdrL2BBZQ6gWIDAtDjf67O1GB+CpIba8nIA1DsTCwBPcLqdFC9QLiE16ypaOS1a5glqvSse+NUZYsiDFlDwZgcrZvWv9aHdR2Z2A2UHGwcZt6CG5lkE6MYAxkGNASHdwvIwrYglDv5+QRedAc3cvvHXyVS0okz24v06GXfP89qgiesmYwR0iV6/yRl474xhlFmP7eAy8fqzGFRWs2adfQVQRIk1cGE8zdsfPPKM+yRinM4PWssJNsq5fBkmNxDxXj/rJaPsW5Czrz+t1V98ipD7zhHQQRInNnjN/pCF9bFh2o+ZBveQvpJBZ5As/tbOHcfVBrXvCmvWkvUDZOf9jP8A+lIo8Iw+t2NwMmLftDrfH9DfRijXdRa56M0A0tU3ej76DEMh0lHO14wXAMHfaruxlVgdAMXg6grQY6iOjunKhF/R2IK+rYxp2ez1GBC/iUtxehm8WacpuLQtXKGO1UdZtwQ2F/zd2YvN7/07Y09G8/J87r97cgDYvGvDRAkcxjtxkhxdNxvmjggDSNmDrowybplzDe8KmAbfZ+ve4s3P+4bHtJYEfm6+cNXBZEl2oB/AewJ3opmZB8/oiv2Toe0sVGiPAN7IQdP7HgOAg0oOR9b9rMFjoLSMWKfMu0VP88yLf+RgU8BZAf1y4KXCbWho9hc5YGPoSlh0YBrlDF8X9osjeQ37zkrNnOJo6X3ehMgF6uBL89UE7wgA6z4d6At2ScA59/+Uf+yb+EktJY+eMF6VVT0B64tOPdXn/+7ELdb27MMrAJxPcUpwBncM0qniL1qV7uqkEbrGkMhD5j3Y7mDOeUYbbO2w4roOUCAX0LHaz3+p5eVcbDk/IhIHr+XHGIbHNhHOVEDa8ilnjBsD1XmHIeLn6Ju/P2fdil80Z68n2LUSMksf+Hu2TVYm+97juGftsSX0dwzddxZ/jxsaEuZxqy/me86Czl01dbDUfwsAQ884Gs54fZ9qR/o8a7PIt1KgZTBz8pirysfrUPiHgJAdkIO/0AcdTJD+Ez45NPcwGckKedbKpPwdvUeiqXiCbgGRO09lq5ImzNsT1Jw5ptVXOvi0o7aDNfBRBy4dKB0+SHVeCO9OVL5xZvPj2pEZA8c9sJ4EbS1PapG/tdr1x6ct+mciNDYEiUTcUc+NUzfr/eM53OrwV9l/0Cv0clfPtExveuB3MCo/z/mYXrUN6DcfJPk2AWAc7ifxaORqtw48vOlKn89RLK7ZSiD4oNccZ/rB8kdZDrVJbvjoqK34830Gi+aeGwDeFq6pbNSLavUbCwJNXtVTH2eTRhhpbf6qSoV5XifnmyueAZ2jq7zO7yQx9A0+HftQahL62w5F6RDTxzvxgmT3+AtyDi94rrGJTPNXcruTYpMwodfLB2Vhm7XsJFxVr98+LSq/4iuK/+Bu6eq9eP5xRNLSY3Qndj3XneCXsfycuTYBuqYVZHDbY7c8aAc817FHfUQOZyjj+2lecweN5/UKKEr+iddlL40Myni2VbK+A/6gY8hpsT+2HGthWhGuHN+C1lGdgO4gF4n4yBL47VQPjo70vOVLsdM/+NnPcEBldcvZiwpCnXGfD+N8zqsSm7+YkpHtW8mIDKCds3WK9I4TghKMUmJDcH7ohO+bF8bPIrnsMxaHeS0XZk7xrcbGxp/k5ONywJNkS0KfvksSSbBBJuOOAA+dv2RXTD2/9D7y0+v5vNFHrui9TnBnCe/CChIcN9Bb3QpsnyUhg9fUMRw5s7J+x2W99kzKfDj6+fhZnzlEz69twPjzVt7XEUjWS8/+/HjO5j14T+slO3jkKwlzjI8AsILK7Q8icPlnNpaecQcOPgIguxTHD7K8MXa292/9F9g+7cdLZX8q687aPgNYnbo+hvgSsh6tW5cXPsfd9/SqXjIRGiKI+3H9M7bt4BRngFvd+4s3jk4Sql/jt2vfDXaUbXwn2qzR0ImKN712gL/xn+26IQjs07uAB96wXagjAp437qNOTtLr4B7WyfPwUZDptKZXB4C9tw8NN33Zj2esnxf8eTa3ftH031WMGwBGjuryDgC33/fWfUlizJPvzlq+z9jLGVjsC/9K0Hr+/oZPO+DJFLqT57Hln1tiZ4FRoYFOENc+oGvB4C2Tvtk+vZ699wf7Dv4TDue1OH32YxIJlGBmK0By5LmI4hAXixh370Z1vEDvfvMn6f3TLeicUf0GnD6CQapGdHsFmMHg7loqHp0zaDPnz8p3d9B75nJ34dX1rqR21zI9P4WUyA2v+xQZIAOhja80eq1Fd85pPX77wjRH8ZWxuo9PCI6M71Xy69GfT3JOMMH601qHjtnuYb0wcRe6VAJi7/k3nNZYcI+znUC+C70ShGbNO/EVH3foEps/NoXeexVHDR3Gp0ehzgaA30k4k5TxFc97ZzKe5z/J4UN/R+5txzESDn0NroZ//OPnHziHurUQzPRusbDMoBtY4ctocaYhEfgNhLBQGOwo/AwgrQV0f531GcFbgb4BR1RisXkAKoCZFhvhi2MPwbPOqnI4j8MrBPhUKp9Mune7pqNULKzfbduyykMYD+VxVijl5NkRKlvHAfKFSTMnGazJrOt2YmuYx9ndDvYW/qxxB6i/KXEDt28AeBzAEG4/6zBMGakoJfDIcfxaKA0gfgB79hiQOiBHNgg3vX7+fLKsWEfOoMIYQWCjoOKQ3cBiA4IOptyBrzCK/i8ALBWO65xtpXF6qY+MFo3fPd+ZIweHv8+2iKEVh3MqKLgeAQv/7IfvRYmTKMzalYbQgo2IZ1zmxedhAJh3UEFjSAYeSrjbcGgJFCh0pchkMn/bomQfbUtMHGrcM86gLNa2IdF+I5RCA23U61rNxW0U7MTOv85abCDeGZrbuhDilMNH+xmFqPHprAkRHA5hHEiv1mDlmO55ExjZQOADdHWI+/VqANcAqitfQnLJMtY+dTeDrNfKnl+wh98+zotnnp3BTrbctseIA+z330N3atHXytzZl6pwLee/Px/m7NYVB7i5ZeLur2j43e7rvZB8L86LO5EndM3Le6/Hjyy/geuv1iTyfhVoDLNUEOvMchz2377f1T6hm3emLPS9TuUodipMvW+j6LO/+Zt1Poao3vtCY7fjj2SOHmsAeBxy3wLAgNezjs/Dk9Sid6rPTt00yRYbGO1ODO91iv7SnouWqIB6VecLqI0jApBGVwMNgcAe9w2oCk5ARjUdcN3diojkFL2fYH2MQ5xe5o0Bj+icO4B1d3fQeprmyilznm9jMO113xmMQ/8Gve+q4I+9sPEXBwR8Fn5ZYgi9L82cdmumrcjCBvdd3fkrnrjfb0ea7m/jq5Xw4DcjuDljfo2A4dMxWG86VgDY1SqAyRlzj+EE2OrN6Pm38RN+SgIDFdid1MLX72QR+OgeGwmMr5bQk2AI764TO84sn38+WatgrNVX4UV/d4KfJJB92wvoMIbc6DZXFu+ZSyfJZvQVCUroz9wj9IJhj8yhctsO+alKOvKnAmgSB3cAOA5NdcNYucIc0LEaWycrsD9rnLzpX59H/l5BzudRDqSVDLwTFUjchE9EGVRpd+Cb5BCSCOCNxjsHLwgzTXJNBx5vRxbzBjPvOoyhJ7tm8L8rHUwYu+N9xEPWKA5FMEfTBglZb/7Y7ODGy2S6/xltsSehye/IWuP7ZtDnOzE6nbD5zEly/saA2qufPpNpEjdmQOvYznNfcqqSaZHvOAbOERyzhmDurubSvUWbCchmbD0/9MHJFh/+gT+FOTTnVC6PXj8V7e+901846H7+U637+DytjUVPJ/FxAih/exw1ejnhV9DByj/3wUEeJ0b0Y2hOR0fU5xOsIoDSe3gHpOIYA0PdYKKMM83WeieVBN9ei+dGLpUDuvFMaCt3aL1NEpgcDifpyfp4aT4OU/DUdstpxyprivzSc868pwPDPf7bQQndvfjgGXO3JIT+UrUnYSxZCnaYIMF89HreJJjrPbGWj8QYnd/XsZ63revvEWgbHAB+vzscgR3Br68ATwVQ8VvGhh28WYGy9q/8nz/2aJ9jLzuImiMyQm87ExISCMi204395+p2zmYPwgNujT0JgS1Pu2KLe/yqxSSfY/ve1U0d+O19QHd0IlUnGX0EWscBKtnOevT9OlD8q3l/W8PGLzev5foN+LRNdmyXeRj8xDMih/9pW0r6nsD6VkSlA0Kur84Wc7/YsZt8B8YTW/goj06WHNzZfPUKfB8H9u474+2OMs0bN08msWd9BchL+wGfgMrSVRKElm4moe5Zx/jL1r/G/Lt6NthrZFmpSHAOdlfrl7SAVJL1VuucChzLdY0G5vmFXHj0VoLE46fqZwsnDb5q2nr9Xt0kPP7ncdLTh6ZI8J1jWW6/XduXyFq3qRb9PDfs7h3Z57c9y/p3wJjrWnZbfk+CY8s7Xdsy5WA1BxdWZpDwcPtLtL5JZnrb1Dde6MQzjiIAuzPeQzui9VEI3aa1E7NaBvzqd/R+f37bKuiDxqheE55fQbVTXPUsLLS+NsMb10lHUmCTAge6jlR1eA2MCsCzn/J7vhIL3/jBlO11H39u4TQ6wawPXoQTfK8XHaHy+OHLOqMZmtQS4MMMnpCdmzOexXPy/6aoanlH33n5x58nEPBv/QS/Y++j/zsWcAeQ46fdwiXsKQJ/naDYMg3/tPHq+Giwt0J7SYDtgOM3mtqzY4NNGGuelU423AsfQNO4m+YNNhG/2KdQfg3ssk4CzHEObyxpmURChvCc5MSQR/w2KX7apIyM7x2Axt6Nvmq/GmvHT/mhm0c9zqrwPbamMLgT+wa3FC7198v2ufGBbAQn3vm6EPMdAG47/nS+ko9qfDOsJe33X/Q/G/pR4Pa837TXOP/FH1R4Pm/+XWe8HtmYq/i7Ywh5/0myGBmSvX8n2rUvofGm+VR+OLltxr8oDHQSz4Zu7+pUy13ZMcPE0HzTM3Sm9+6EIK7D9se/ri1N7GLthL5nV73r/VDcrM0Xv+riz12/e4zq0rW8gIx5J/fFdxD7M3P9H8cLO/EU/6D26G2L9hPDD/0iIAxGhmbRbbr2nTC3iXaLO97P+IsT7TcxAczQMpc97oTL3/73//7+B8GXHw9DLtEhMDNUAAAgAElEQVSOYTsM3m0gaMuozZEySg93CXVVESYbBmPNwKSctd0ildYkBPz+JoN7iP7bgh6jgkG6iuHdPqnLxhGgK6DeFR4toBA2IfI4sVoJf5THPwAN8PNq6TQU+AlownB3Kwtt1AaoIqDSkm7aEk82htaaDK84u7dFohljDDCAtN5rQWcajN/v+DhsEjyP/OfjKCEIDZA8hHM4N9/Xd+g53o41aPzddi2Eb4KfAKH2hxaax3AcB4kdw89XNB5/T7TzMDmB4V8FgDubqQ0QKkoYWwfQ2Ns2tG4B1g4RfSY61Trh8KF1Add1sgR7SqZJO8x+VSWm3Q+dqR2TwFDEnfd2MpNasPp8Sdo3SHnqmtmvvVdoA6WrjMc+KDyB3WQtR1FIHST7qQWtr/viVLqrjgNw55waKabJYLwrfxlPB4BR8A1y2Ls28DPFz8xeAASAqc+8Ml9NhpvmB02Zd866h1bNF3LQjRyIuFEAGHoOH3VQHbr4ZtC0w4SMY+gb/min32m783yYYFeeaxCsMyzNOBMYKOc/VYsoDzluM9etIkjW3Tro2kkypDMOnTW8b/CMsdgJD2eAjPUFTsL/h/bkUHuG0MZQeCpo0xUaIytvB5s+73YcrKMeC38nkLUZpMjGU0n6fMrZQ70PMTLeySvsTytk1kk/CXh0hT/nCsVACB81/VLx3gaOLqXyjfs32Ob+BgvlUDx7YyMq2WJeygkAUwRvAPoQbaoFNaJ3S8etONnZRb/t0QS+rycTPWW5UhVlelcyiWCBAG3WF9p9B4eOM2Me2ZWSyCxR6xpXmzHe2cGdffoKIArEzwJg5OlRCeKUQeGA2Hve4iXJCNag99zOq+e/bu/j+06yDzoeLLT79XZm3Ykf0T/bnp811s8bkPM8jgzA8I1xHyy2FVehv3YggcsAjTH0liY09ugdQP9k+cuBORW7ST5aGu/xL11Oi13TQSputsXgLro+g35DM9MC83m/jcIO9vX6rH5dXuuEvLvlo9eogDkB4O42AiAngaXluL5vvTkGch97EOwWA+3GfGkbNu13y7H5msscAZAxlmFn/DaBpVm6G4OZ16bFVJKhaEkWXcL1zrCtCinPw9cPBn34Q7ie9sEeyyRetM6A3uCPkF8cs8YGkyHP5769z4gaw0hOBWMcPT5BJfBt80fkO0lo1R1n6Ol1f01lZDl75lGJntvBMPR4Y/I7oz7fHb407kAfJ4u65Zj2q53djCv8t/KP93fcW9VhWhjaiT00uEM6ogLs5pOyKe4kgSQf7J5+GKKzpsf+cgBzMU7GkQRB9Aa82HqHMXSQAPz0DZtHzi/G6vmi30SL36pZzhlG3t/kY8MT3zrxZH29iq8l7+MsXEH1fGo7VnvtqO6cbTs6jxbrfYbSRwBYCRUSh9LPxtzgxAkAa32HnU+iRe3nrQ8YcHDN0gSV4cFh05HI2FBBh8WK35ICvtF/O0TP+EU7coyqAk+BeAUOJlG5+X/ExfEbBMd0otPaAnLQ43OEl4/dLaxxDI4JJD5//6oCrs9obIx4H6P0yWfZm+gbxgqNFK89b7UjFQfVtzaSnRyR+USPW/ZMwMM0Pvrd9W52bgcz6NWYNkmMeLfG3nwCeAoAm94f4qH1om2mWTd3+hjD/Y//BLtwHnkS6RMcxzZlr03z40Q+1bzPg8CnnrvxziSlzRma2Dw9dgXOEpyOrj/BDQglHJaxyTqUo99Josj/yNTWezjiAWmdYHxaXQ/fIbNY79t+WLnFfqQiEozKfnQLy7Zxb8emK4KGqLEJ2b87ERtaLNhhWYN9Ar10pQY4uDsURI6HPrqy5DxPdOUOOKGt3ockvsbGoRVmb411Xx0R1Qnyvtfgf43BMv50nst4OqkNTJfvhR7uCrzGfOyV/FaWndLXI/eYx1n/kv+sw9Fv1T2uj6Jg/bHJwo+rk1knkjI9P/Dv1fGqZevdkcT6aBzHtEc9vsSxhTrZ03OrjgbZtD1OAHqhQ8W9rq/WluLb4Sfm+xkAFp7ZwF8nxJAYjd9Be3A7lrH7w2OhMa6zjtAZ5+LnkXfNg/i+2F/sVToqsYdgCWxO5nB3TDJ/YIsp8enRVZa9bnH6vYoQXBrbbjvfwb/W/88+fetMgL/M8nSwl+avcXXicn/m55Q9xnWNl2xryD/1BZ8SsDfrKfFhCmwIADPOO0jkPXmIQYFVyeTQ88oFxnX4Yn55tRB+3rO+GBzYWLftOfPg+Nck33/7LVWWwWbi/43WoJfe+uFJVHx0gf2l9hW/KxHFA8bPlk+hORLK3glq8d+JZlPlmNerinVkC88PjroLXPK9Yy8NHo8+y13p7sJYwwfbAtp0YX9rQB/2h+/r5JAo7nfL65y/uj6iB5seOb4dxngWBU/otU+aigzrfesOU+2LpjrZ45u56Hc67Xy3398B4NaPnSjBOoo/j5x3+/XZH+hT+1u+w9k+/zjJ3/Mm7aO5puU376Xl8XQZGLu6feYaC4E98dPK8uAzAureJ3eVfXcAbdmfZJX1tSLjMpbsNT5P79/cCx2qCmBeyD32+c8CwL77i79Eh4M/Hz44lbi2EYa2psI7Mbi3L/DI4DFW0D+m7ScIGvn5BKyfiihxguHP7B8xEOgAPZB5TLdP4dBnsSgGYY6vwqjqgiYa5Sxv5HJ3jvmGY9+FG0tFWkfWO1g+PkowZmP+xsQueJLv/bScXnwLdtR9Ev/aZGl4Rp+1vyl7FnmB/AGPSCzYPzc2sm3h4YklkAH944sFV3WyCri0C2T1ffCC7u8AsAdjcBalGXA3jhjOOKugJM5DT3gcljjY2mHshRWR+54RmzbqzeSZwAvMFIMCHkxYE/D04K8WPBBPdAJOFEl42g9GABIU8vcd5CKjch06PRayCLNxG2SGWTyZAQmn+kmg52zUZ2svIv29+b4/BtBoKwuk2QcENGvZyoJ9aMcOCtIKwcGsFUislZxZ+V3KdDbG4xAYyr6c9fdfHqXfDG2sYZH1mWonEaoZALV7vrx3eZ7xt+eMms5MIEOei1AQAJw+A/MA56ty+4y5AJSN3VrbNjayB2ugiz4NMscgOAB/OLSdTFJiZh7NuxQ5At/vP8ulINe//v3eS3iB9ceBzNyjYALcDAqPQkxv+xasp5Xl8Je+u8b4fvcofzljnyQPG5gDBvXcu0IZemoA3IIc+sXJhwOEM9Pgka6svB2I8NppAW3DZc/MaAVo3SblNQqYtcoe0Y4p/N4BUoQv9BkeijMXw+zwy4C6lm2+XqLEIFaO+1SuMfa3ERWHS2dwvseZvzqYcD430Eh2rrsi0EZMvDUGCvQNgN8M+neCzZu+Ivt0b2jzyOvnDSnw5bnlVRQ+AW7kBHSJwlUAaA2wrW7RnVQxcQPP29jKmMapMHvjFsXOMI9DqI1HeKYruG+gdALwYyTwHf3s75Gt2kG81jnyfmJ4dVYhz2M9oY9W+uGP0W/jBAOfof+45iU/tG6c4VOdCaRn1I7unje0HmM9zucEvbJ+rwpWyzYFNaMPkNAfiU1DBk3bOTMysozMXKilM+7s1NX4R+fb6H141w6EcgiEETYLncHIUHX6SQGje38JvmLwnP191ittHwP4qQI76zwJVDH0Erj7Bs7uDgWmm4fvCVjYGHpawKKf28GLAfwGmAmqaL31/mldL5k9zmLAXsvk48gdnXtncR5nRRmLy8GRG8g4vY9TkVZ7AOq/PufhdKU2MtRtgWTQXwkRN77rZ8I/yFS1wNPECSBkHTdxx/pt/VC+FfKzHT0Erlnzfub5vdrq9JlY0af7DdFmQPLiTz49DoHRNy/DaM74bJ0f+ZhvH4w7b/A3+Bd82nsBLZuGhYdfrYHiIEBG6pp2ICSwKkdpBtAGz8Go8Bl4bWjOWnOMzzEjcGmM4yEBXL30jMacTYe0ALesm/U5jggiXbM2PaaXM2I+J2B8y/vQW9YBJ2AWXA5SybKRZ9Yl0RcHv1iXloPe+nkcTM9nvX67f9lPKtuRzySGtrz2ngw2OIkA4unZt9DF/BMenDNjPcZx+N7zXafYtPa+spyRt97awYehn+D9OwN+9dTFaP6+Fi2dUyKDovPW4A99g+ddQWTeCa54JRQIu4y81/d1/uQ9FpGhnJd3x5ysePREy0LW92XzPCtHBa5kIFUL4p9ki6vzh9Yj6/OhPwoXkICMvsEJ4CSw6wgaxgj2Wfm7mC7Og02Y0nfkBHO3mllX2xxjYxHYBT8z/11/nro/GT7nupNsJilAIja2SwcfQi/TEn8C3KbPoRnPXbp6ApZgey1g9j8dYLCpQnMZVxzXccR7TZXQcY4OyUV6NjbAO4Ac+dX6juudLPPYK8wR+yzPzv30bQc+hx5J+Nqg4fKgvpdx7hnT4DdWmG4nnTRpvebA2Z5r1kld4Z/cAdlz+MN8lc9MC8PABE+RVyQe6TpVKJBAdDoQzZm3wse09/PeEVH/cqYc6+SfCpIYJ2bPCRYHb63MuvEziVjYna7cmCRU5krFpud4urzUGXNHHq5szlqx6pds12cTLCx2DTaAL8c+sCfHfphtYe59Hjte8/Ycx9l+y0nkg5ZRMquDQ2mNuL6McwSK/CqW56EJn5k8L7fsnKOloPf1z6yubrmMndzJBeGBT53Gc7BB74KKW3a0Pgz9J9n72Cfy74k33eIwr+gk7VXsRnSYsD3HnYWeFWwLf3cAM3r4uVb2MssnG7ccyrFVcm934jM9ZAT4IYMZgpuD1TcZ1OMcH4av0zAmaLpUtfd8O1Cn1aS4YioUNXlakxZ0efHsrtmOE8wxi2B/UFeUUYno+XFsRh2hhO699xP5qfWmCtYJ3l6jJBRtRRw+uzjyX0d5GX+Hrp309KzVSe4cAf4qotHxfTa+1+eJnNUc2ibW3ySrt3+Mji9to+S7280wnzWmFdDJOYqiHRJARD5qLe5AzsNXbQObBkx7+zrH7Ey1n66nq0nw4wagGj+S7IR/hBa4LzxkmktQ0Vru2YvF35MAgXwfo6Mx6Ske8bplLeEtsEonoH8kbgy2hafbfvRajLCETrVeTlibJGjb5gjUCQC9E3SiF9v2133pkAJ+TYFSbIPb39S4OfSx+Ah7+01Db/2v7yfZeQocJGtng9s/23YPGLwrSuFhgjjISQI5psdJaAVz9pEe//WM+MGW8ECuH2z8R44WtL9rEq503dEvs1eRubdOBEiEruPPGBlr+Tf4dmwZ66fpNkqCHgkYHpsD9+OvqMRiAszGo17vsYdftnJ0kH3ubl0d/IM/sVsyC6fE5zI0PfbOmJ6H1rXb0pv2oTzXUn3/4R86FeQb9KeDYicRvpMu3gV+GTuyb20jAmskfJpHhTXdynuSs4ePJSM6vnMCkYO3mufgM3gafxBnrzaPIrV6/Df+1/WWSyO3LOVGnxrXHADVRUKbRCL9SzCRS0kiuhO7SoRaRtzJDdg9B9/MF5IQG99vj/PIb63tyE3RT2SX6DjHxvBqnMd7fN7nYO+c13aJ/RbMYltl8GD8z9wt+sXXlZ+FADDY8i606ARN/A/f5C82pJ7mY9x85EYm2Am2PV/2/t0dJWtPJ4CMN7ozr9UZ8Df33AT3dFQF63LkaK/xsVceo8RLxIZDpA0QEdhawExIc0vA4z+PsPMi/TFWTgGp85AvQqX76muwVL26ZcW0KArBZxFRXu08asd3Ew3G2QHZDgC/gbyYkoh+Azs218woYXZINL94EWNznBd7U0l1x7FJsLUzbfiiz0KbQGJ/VwagXidSPwZHn7n3K8G9Ch5QGGeNbf4hJs7YiuDbmXCoup5NJiD0cCq9RlGEDkZpCMybBja7bPdjwam/I8ebzuoYBw2Mo6Hdzvc4pPIdAJrGfM7utVEQwW7nRlfUPN/r1oPfnOthqjDUEWCjMM74a77M2RlFA+ZvAHQcHc+t//VkrOm8OPYKoMG9cQ6xxlkfBXq191FEMLX4rQPAnDetvYQPfL2Enoz9Sdx4rcuXAPC///PPOINl7Mmp4jUfoD7r7vGNs6ed6bwPSLhb1eLgwkGj65vXDoBFWA0g5n7wAApVAKqz7aNwK8HkmX87J7ze1SJY90mQaqpoZzwN5Nv4ZLwkHTRgREkimHUPMjj5Xgcx+kzBXof8vmeWkaHNOoWeEsyBV5KR3xUGy8PIL35yf2jDBs4oyTsA3Ar5tc+mq032cVrJZPrq/ij+j2xCPxwHQZQA96XFW77filo7OkFEg8lN0OHak9Wq3T8GDcGSBS9tnOG46MSTN9/dkh4HTLiVrPCsI5W2ayi3XnrROfJjHkxOamgzoOQk6ijHZpzaclvltRU0bfxqDCQKNX1kTpHHnS2v96RD/+yc73mgwb54xDQ3RgMgOe3nSqbXGRt+7pUAJD0qfb4O+ehh7pGAqpTBu0UmY2m9yP4fp1MRrACXAkUxeHK2CBUsgFfueWemYoiTXAFdsKeqXHrptys70c5Fq7/PTMqT8a6dnBZLzB8auPWCqjfQv40Bmn9+FQBuWQbv3EHqU9UgWnn0P5X50A4AFsO690tkScsvWK/BL/fWWvgMtOfLklfSmT+U8Stf6RjPnaFNMKYDwBh6r4qDceiyl4dOSma4sgWMdqrVNZIEtOwEonK99HucO1OJNuz3ja9flQELK/1M569cePceK0adzxgsXuC6g+2SbzSOstDPyrTtjOJ9m/+js0F3ojg6t5zqXcnJGIxF7SxfHhUPMU6f7fi8cM4Ej87xFk/L0TWsYkz7uUr0GHkJX90y3XOqCpt7TRIwy4Y4kdN7RseSrHlXxzDG7pZw6KT4VI4tt8ISrVyBVsureWon72zAZe7I/Ma++KCXcbp+0EAdjdFJOAQ+vo2p74E8zZoGJ3reGJ01n15/9uDc65wVv1gaTBXsuASuBD+CmVzDfbo9X8uDxhQao+iLlqvqUKJFNr1XYm/vhfHa2EPQceswff7zZ1o304EqfLgO2uMAnipH6MvyWjzvMYxDULjdc95MboJzN1+jZ09S37TjbPtVsSAqEM6aTxArGC0dErqd2K86bGDXsudNI+iDTgT5M7o+jqTBBd6HcTAGJ0/1nQKOYP/Zp95T5kSSznGOGHeHT1906zknQTb6OZ/meSvfmo8kz9s+M42PfEcHZU9zrxtrs9+9/icB9ESo4mTR+gkn4SAlEabXpwNEN197rTgq5VqoV8KM+XZ5q7uFpMVn7LEOAHv/lbwtR5oDOsHhdtoPHTOek8BcCbIHe49D0bh7bL5gvSSfMi5jifIPpBpGAa6nCuSMXUftbKeX8KsWgcSc0La37Iuc9d4L70je4i2eSXRCi96yz8jVx/E9eV8Hn3YAuO2wsx6FWa1/Rhfqc+QnR5Gxv1qTV5LX8Dc+G8klcA7PCf5M68teR2Sc5UwlqMj+jvxRosMmP5Jo0wHv8M2V0M9anTXLLzdubjqNLZCxv1oaqi2oN0lKMszUvq22H/aMvLnzzBf8yRm4d7eADsQgdzvBB/lxkocnEHn7gs56j0zvivvmTwKNL9/QyPYkB4ycGlx74wBa0rbdo2cfTH3xOvbbxMUtT3i2xmUZU01dmj7d4a8Kavis/XLZlJUb4dGhYfn5FAB2IIN9SeJ8vhH56o6F8M/wBbqVgBmV/H7cJceaL7Erm3d/PJ2f9Py2UfQ8nOvosY8A8CPXpNvlMyPx9C+PwcAZs9ikrB/4BH+EnsmxHwQbtN4OYJZ5b7w4gUamhn/xFQAeTKA1ILFZv4sHhWGYR/PIrY9aZ6+MWFzFzrwwoPi8kvFYY7AS90Gu3pizK746YbExctuElheQ1DPnfz/yvV9O5BX1jF/APjj5cWVnmT5el58/go/SCv3uiNHrlOdH/7tgYTa4sXZcBDNI49LxK9XDu+PfjdUI5IiW7wKr2CMZ9vHtjH2o9zoZ7N5r6w771wvrjH+AwAsL8v0ohU2++iYX6MASfDudwJyzQzJr+NM26cQrbpojgHYSUCT/xg6yPvVxnNudhvHG57PHMvG+5cvzzG+BOdNiBdhIZOtAOPTsJLlnsN2N8eDAwR3QdtN46D5+wTsATBD8DijfRyocPT2TEv+Jzgmebztz4ZckJCA38pV3siw8FBtnbQ/RPQHg9s0sxzTzVAHj2YTpVDN8RCyk/Zhamy784vx6y20F7TV++/TXThY++UbXnsfIR4aArDh28CS5kSz34ykkevGq/Vfh0dYd61fI2cRZDxlreVLjw+NHEVa5Cr8YV8d+6NB17I/CiOzXsUUu+jTfW6Zl/buL0EkQK//DeYZjT8N/1dlJNPzurBf/8fLV20ZBbqGj/pjkA6eqyp80/P0tSQNfWuIa49svmws5fcvoo7uejTLUQ1ib6fXHAK/OajgzkAErA2UEfAyJAYxHeWXgN+iHMV8Ogw4AT9bM2eQBOAhmlE8IRsQTZQyY3GV+G5UtSNoBxWa20HPmTp27eFodilCeueLQvsEizGOCejaEdrgWF2Nc9vh6zABGccOr+moCP/oeCpy53BVhfr4E0DF29HdAIfuzBnqMIJyedsDrrDYLiVSRfYa/7/OVBlbO/VtIt9Mx6zJ09dz/70+rA+YLYZrkRE8VxO0MN2/1KK3X2c2isXHiAqLsxn2e55ZjxZhUzGZ/EiiFjrTfoefJAhZ9zX27dP8EZI/huW0VyQ7SuqVlk9ZxW8p+AuBtcdQZWQZ/Iw0mrn72VUa4nOiiSYCMHSRT4XYyzD/O5NKEPiuAb4MjAnCzqW9Q0oalV+9gsg3E3oIORwNrTSYqzouXkTi0AmBsvulzD7U8ythdeg59dHA3jjvkUhRMHIbbYlz3oR1FMm0WDDIP2l7cFcrNy/r9BL/GwWejfxYwCRgb6GwDTLSiPZXchw7WMEhyQwDUVDnLwTLP4P4A6Ob/u7pV9yYALGCmliPNh60k4EcHPsnumlbh7CMtRDcZYc9CwZht8IBTPWuV1mvd6v/IreFfQEVnSJ2zsDUu82h24Q6IOcAzgYJ2rpHluTQaOXe3zEXW4JPys4Y22lg5Yy5H2aHzMSBfgOz5EGdGX9e0hHFkkD8OgZxB1RU6+SzAdmk8+xkA1u3+zDuPLHo5B2bdPI4CKG7jPIaYAbGNjRjwN5C4x53zaJJw5CCNOj48CT+SE7QS1Cca953wwxmJB9xqXBeTaVxp18ucc1aN/jwOgEm6afo/+61ROUgd+d5JTK1/mj+FLwhW3HgBpw73R3ff1bdejUocAIO8golzE9a/5Zee44QxdN3owqYPyQTOKonDOkYSe645t4MXnKfHIvOt/+gQYuJPK+isdwA9eOs4ZCqI6sQEBzaTGep5T+Ay3ScyyQDbyGxjxPm9M3ZpzRjZudeBrdpp0tijM6sXC00msYPAwbeNbdeQjwF7O73Y3wbjgGhkpf5mfuDc17hqnTrBzhwL08+DktSRxfqY74zvffzDdnURDRwn+HOtE02ef7R20z2/Bkkmqe3QmPhP7ZprbGddHqvhlZTpioKAATuyh/bkSH4H8JWcsUlmup4zzVhj/fzV+odWP7va8N3IqjyDQNwxJrXOQ0u6TrKtOxj08zWT1i/f9ohxvhJKZBdNC2zW4y/PGmYPFwvG6RJ97j2W3TXK5jbMP8bvwSyeITjGfXRT0+mRFdEV9xzCByMHn1ZYm+jbK5Hfu8tP5p33Gf83enrtI0kzokNV+TwfSk6QiIGT23w+dASf4kR8YbmSIyQo6HmqKMB5g9yCTxgvNmmOK9i5vjEAVaVKkFnl2Pi3+bIT8vocZSWBUkGLA+K2KwgQdwUA8kg48E6sBJt4fU+CVoJ3PdezTzbwZ56XQjVOm6Qt0REteU81jCvk1rb3HEb+tH6N3N/jC6gcPS2q5/HQ+Elc/TN9ZjqLLYV+EJ90F6Qbv2ptqChs+utM/5cOv+ai79Alo+1m6+uuwJkEET+j2AU9lb2JvOGlI6duudaJSAQAQy84Nz8QkNe/7XgSmbv9Wz/nW9eXgxvM2+LJSTA9Bp3WIYFc840DzsGAvMDBThoaB6O+7mDu4BMww7cgMGujCqVvHTl4juSYeCNtuMcuH8HD3x087fPkWv+f+00gLg7ITTygGpMKSc9b+2CfRCrgNQ6WgCCl9dno6q4A9vcPdgp+F7l/HIHlhUj3NdG5O4dNq8wjC0c3CFNRkcd8lGQChrp9Ut8Cwca5ZVcwTuNHgoeV2JnP8zTL/WcdPs7sUwD4+U/rkOBdjvz5SD6cIM9fHn0DHkG+sxeMJ7JiztEdZ2s7wKExAkfxFWzFlvXm2Pz30Qntb8m8QmPcPzQfe9x+I+Ox0P43G4h1t05wt4DxrR06TbFHVxj5o/IVdAC4j+T5lhTW+0rw8uzjzKd1dB9h4ASEGVfjOc9Ntn5V+XclcN8/PJmuZXQ8Mq0/73eCqPdUATIFpud4QOQimCgFRKtjtA/sqQL0W4EcLNs8fSrgnQA8sqr8eNLLCuwQkNaS0/3gLspJ0GIAQbVIdZeRCjjSwUT3Quee/Z+v50i1BImhJfg1jvqtHv6K/SshTlt1n3+rezHfu4Mf/ixo3LadEtueDhRU//c6olsZn9vHYqs4DrB81P61myda3y3fJQDMq319oScRnX7JFfj9cvxd+HKTmXKNcar8t2Aa3yfFK3yO3+rMaXQSz9D1tw41XT3/SyeVHTP688zPR9igO0JP5zmeCJ1Clh7DB2tLgWs08ZY593iNA2eiBJvwn4aOo7/xTe0eniG9bMEcrzYdW5AB8n85AWywzCSYKDFL7zhRm2sHb0qOvWVq7D9V9rKu4ArRLvofP0b7+jpR9+C3Wv+bPxrbvPCU41LbIYhklkNHQ8fa4zsAHH/AHhlGIJpiOeGjdBcIg0t/YRMhZylQ4nmm7ynU6XEyn+gT8F1oyPwxNjf6Lz6ldzGcrmV+6ZAbGnh1CfNAInd5/kn+d4X66LsbYpqfBgeb39461c9Grj8LSaI/bC47gO6Q8G8nltMBCfr1OhnX04H4jTfityogPde3bODYimNf6F5e2ysn7LUAACAASURBVHJsEhgdW9TPLb8t+JYEP9b4XSiaDhUU5L1oQD6skTO6h+2h8UO//Yzr1z2f2ycyfo8ZX68PCRro/SNSkZuKHWhPZp2ObPtSqGiyULKUjnBTBXA7FU/70QoA27l6Za0xUarjmAjnogLmOgDgjSSIcAWYabuFgMrmJNuKAcO06wjQiidi38ogDPgm4g/A47vm1Z99gAIF2h7DjSwot+J8QPJpNTXC/9WO6hk4FZhy+qCI70qtPDvPXx0SIRamngxfO9SyYX0+ABlYPYfuja737/2kLdHOXUIqjiBVUAXsjDAahZq9CLjj/NjjpK/x35UM+h6E3wz84wkI4NQ9iloCZ5wRjK0DwD3HbrGD0q/t9KJKgONUglkU+LPihZhtbEWg894dAG6nadZzgMcwKUJLsmadG5GotAsNPY4zfhILln+mbdph5Ai64/wVABjg4OxfOyEmK4ixTwsGWrRkv3D+p22fq3z1XV+brNFuCSMHiXimz5H1OLa71QbZ7L2PYrhfDURC22/nJkE5Z3+NI3izlyrgJdoZ3gfgWClVFdQdqNacVD0PPzd/oKQ1dNrsmD5F02M4tKLpLNdTDek9zIxb3vDeOX/6VL2SsZ2KB99/EgwYI8+/l3KVewzKBYyjDMtxpXt8q/KB1pGXyGrT42NYuaXjCB49o1vA49zsM5sARfBMKjPkmHkUnUze4S2xF+3uyIJEfiGP/vJkvCuQ1MEB1jwZlQH0ycyLEdLrJ2AGX4XXtiKaQDn70sY5AbAGZMdQGmLvz3q/9P4amXk+8rZsgKOEzSPPxhMAS3Zi2iL7u6U74CPR1dtwn5alPkt7z4ABoHVl+J/xhw1IwKANAPf0sZ46z9M6TvWL1t167goAtzP+Nhy9DxMAjkMvNKWW/3YMUiVn98iemQQvuIXzZAlw9uhtMGqv3NKI5Jw5w8O8fDwza5B9OFzH8OsAMAZunx9/QPozfiqLbYh7gtmtPoOJ/YMe4Ml2WHUAOOMd59YzgFeiks6xep5jYF0yxzL8kkHd8l50JZloh+oMspPZ4uwPrx56Kz2BXCObMpcpmDgt+Oa8SfRPB4AxjiWfU7G3AWADWRsK0THohG6B1vwtfkG2ww/IWwz/TvrS79smEGtmnUVNp+tk3LZJHZSmFRDrc9NPB+yTsCOdlUoq8UpnUreOtYEzmbiMoZ0wxzA7OxMM4Mzj0qOhm+AJQH47Tr1jk8zmW8Wn4RfyATrKe8UrVQEILu1q4BqacffBrpbXMipGB0wrX41RzunjPJPT0IHh153+z++/b0v1ey8xaJbfNL9xFo6zMmdiBi/bUJ/uBdoP6SGwl+4h+sf5Hf019kVE1JF/pl+t/xwX404uklqDib1ultVK9FNV3jifZsGpVG4aN7Y+mdxvg6rPhupjWKDdtmfc/leJP4Mpg+lHPw4+whn7P5Mt36353g610aPPuFP5+v1l+qbFcwW2Ig4/v9dt8MkU1z68E/q6M1PkbHZh1ukRiqlMHPotJ55Je/asA8Da0w5u6Tqf8Vt6lfs5WDPt9XK/dTaKx8je34DPmz5i/AebdGWbHezjr1h8o0nkzW8BYNP3yG9YEqykoDavtRdzL8sC/d9U4N1nY+n5sJvXP7kg5+UuReM0wAGGLLe+c9Bt+M0yJxWoGW8SORzw9rU5fiFrOYlp6lA0Ogv5kwv2nD/W64VhqUx34CfP7+Cv/zbWCB3AH8FFleDpNYpz7PV8j1H/F0x1HJLPRS/8N85/1k56SQkeBAvyvtZhO/RkLO/76O9OaiVRLB0IMj/4i/3PeHevGK/oqJ2IYAKPaeRg83jWb3m0K607IKUnOXlaY5fjdwLAJG+DP+3MLX+E9c8zTpKWwg/YSBkrSY9er07KHqxjeil/w846vzlZdALAbwydz6GBrrLqgAD3i1z+HsjmmhNAkYg/TvsEgLGhvVKa96y3HOjoDwcXqoIp+0sCZ+af4OIm+zcOp7o2iTKjv0avWMdZTuaVCtXlx65M9OeDTQjAfbPPj0091UJ20I5+R5Zqf5UIk6DWBoBf/hTRz7MIP38+iQ6yVSZoyp4T4MyapZUoWCD6axOVsqeXfTKM0TZBJ6GFlidgNdgAuxvMedMVuDE0WhV2Q78kTePnAad5HQdvmPZGJ64tHCKHfqKPH1vWbXMzith/sZF0v3t9GGv7Ivgun7Ves7yeyu4k/WkAm2R2Eowmwcr0gb33XOd20xO0xP+Qzkers5iP9k76WrR3sOLI+fWnVHLFw3dU2GVdBo9WIgIyK4F48MzKLam5tq96vuIvWni3LvBxX3OEUfPbHXDoAGk2Lra67kVik2lyAty6Pr6kpy31JE289u/5Iokkpi1wgnxx8u2qg+bY/+1/btmm50V/J+AZ+R99iC4U9pW9pxcJt+D/oyNGXuAfRN+4Mlf3Hx2L3mpdcZ9p+tlhb8FE2yTQKW3jNXSvf/kObR8MHkYu4RPBanlXeGbuba+FhlfHwHPGOabHt73R+Gnt2jAkVbQEgLUXej4+b+iWDgnBGu+CoW6BHBmvf5u4BBbC7wbWx8eLbm3/cMaWeSBH4seSvEqCdttxli2OQQzYs54SE+fYIAeQJ4B9EkPnCJXgbfFcfMSd4BH630p+fISML8+dIz5F88/z449AP+U4nz4S5eC3kZ9OJNSRANNCm3iF5z409H5e1t/zH1z6979vxTq4yy2qH6Lo+IX94ieQgW89etzxjsIq5sVnHu6OZtmfjikkbUnWNpb2Wg2tNp7s+I0TtZ+HpYNpCtJY/2ALzWts9Emw7kBg68vX2bQjJ+LT3dgGeCXxnhSukedhBmDMU0yGXwH6uuNXoX+dtw6fhY92/7LmoYvprCZargSkO1kPPQs948vtIxzo+Mq6rtxiFp7JJFVvos0mo24weRPAk+DZ/huvv2IKU9CQuWDHhV66e6AoNHu+8brj8xx7gK6lJO2wb/ENzzqOHyWx0swJfe7iFfG29Yn8KSt/X/yoMTzfa1v4Wzzxtyco9gdOZAIgMJMe0GfTSPAh5MVQBAJS4fdkfj0Vl618PXAL4kyiMyTiEEvWFor8EOAjOGDM+2yX7YcfZ1K+E0HbhNYGXd7fc3+aTPT7EaDPfV4VazZsYMw4EVAa3KMBid7b1gF7oPghZs13sjwtXGXAOptIuxyCsjB7skZYC7cPeMaldcRo6EPL2zj2XBzoexvNx4DTfs6ZBNbDViiZCb/Tmlvv0ZrhKOEJILQBl/UbIVULa32jWc0ebaZeWoJ6T8aAh4a7wvOAlMlSsbCx8Ua78A4QrkHEfibgGQFHxi0Z2J1p0sHVVRYCXWugNOA4AkuVNfNBB2FYS8/PQdZt89jPzecJ/L+DbAlQ9tongCThEEO6g9IBl5n/q9LGBk2uPSCl9s/O6UnGQLBrOuegexk1A6BKxozjIwHgZPX02ocJbQCM0+gN6FZ+3EAwPPwOAJ/WGXZwhcYasHh8I+g6ieUOEnQFt+8h74R5KnRIJc622x654nsHXJAhD4kvkIxzAhn0UrK+dxxhHSDp5A6Pw/PInTuxAhrpVhqabydaJIAsWbz8kftorXeOOJhbPjS4NrBEecnAGAEBD7dcJ1kHumFfcAboWpzJ2rqjEJVZ7PZ2AZIto2PsZxGyRxFMJ0D+3OdOEGEvsk7hxztAG4dn9tPZ3D5fTc9KVpxorls0duuljCXgZelk+Y3PGTPjQT57/DIiht5IjmItATVt1MRgsqpOwLsSHqyPr3PNew02GSvCNwZ9HBEAtQSUYpgDCJiHAymV7UlrYGgdg83zmiMgvIYokRnMZuGFf0iW6vswBtauz9whUG06kZx5OawJMGZfAeIZ04si/AeVSA1muaodTHpOJz9Bn3dCmNsZy+B+rv/xt5yhvbyxDr27WsAOg8qs1xp1RwHP0fgiABqZ0xU3dyUctHnLA2Qh42IN+wzSs1JuBfSu7M5ahfhFL6lGSeWv76V1rspQ5Kj5doIqdnbNGcBHPozDjL/dJri2DIMie5mz1JxAMbyt908y3WkxGsOwaQ6HdxsIPMZGpDtzrFzogFsb0u3Q4P12KDjZqDJIkR23vgRjgMsI2KEz+ElyAeO+u+8go01zdsLqjK/N0DqYaRzMd1LRK4FwEjB7vu8EoHZOx9joJNA7AdAYmqQDPziG1+5N8O0dANaeUwGcjOQkrLWeY96vM2J1b/171v9Ui0g+zhlZCazgZF0i6zMQCWCxp9IvwQ6je9yGL/qIygn4kffoZBCaxUkzjpqDoSLDxvdlnUIi4eHRcsJ90w/MoM9Y5z0SHVtfBBdipMaewsHV9Hn4YvDgCeZWhbz5Tveb+YgO9KzOUO65Q5+qIIAmseeOge01IGEo630M9GesCVgEg58xjnzMWKJ3JD+6OmeTgcewGQc79ziYY3QrDrp20oAr2VNsWPBH6HqrwtCLXh/ppGdstM6TXZcgQwf81wFx7BnPf7sr6NnpPBO7+rUGpvsJ1FWGdxYxdldkqd5IcI5AA3hsZS0Ve+kABVbDpgcPaM5K4Lkz8d29ZqYW+oNXxn687MuuPDwJBeYxHP4bJG/cHvp44wE55GypWW7ss7NvBRpmbdt+IOEVnZr7fzqkk9BEy8sJJE8AuBO74xh6v4LBxxCejzrYrLfWwRrH0p2EaVqzPBKQhaa1Xn0ETG7eDkESRBgRWP8kTl3fB5+wP+AxJ3aOLPe6ktD3/E6r6jvBEfnlMUl2TtBVf3fA+dafVLZqusYYz6v1bgffNsF+sbnXcwL2+h2+se/E9JXOZnfFFLiUtcLpGL29ATTtj8bljjbPiyTXrrD5rKwdW1K6ofTfBqPiJwIbJFk7R/yAL+HJ7PF03/NcIwegQ+z1H38fO8oO/K1awj4jgKzgcRI2R/5OgmkSOmIbOf7nZ8QHRTUc4/9WfUZQtu1BB9h89uPKvm2NOfpR+mACgv3d7M/at43zNb67w0zwafA2dLR+iPD5sT9078Ettq8qQR8dPcvzokfzwvimwA8ai+zb228GD2OfHv2uxadFp3FuArIezrNgOLqX6w835xq9FGTBpzjrRKGD51m+RNa0E5T+8ywSzuhNONX+jzweD3QHrry8g3VeVYBXZ5r4CUJftmeU0DXJI98SIJjUqyBpns8z4xtLRVrTZ5ZiA4TsmX6Cd7rb2F0ZB1Y89DcBHvPc2OBevwl8m/8fW0fJRpxjegeAwQEa11a7Fy4ZP/eRr7LZXQUXuqUTwKk4nv29297SLpszTNlfZDp/fzsDeItWkpi+XSvXN+a1NZZef4TtgaH/Ds6YL/xZyFN79N7PBAjB0SQj0aFjq13Xr3DbduAxWpt3UoJW99ZHcI3HA7b/Qr/HTzSBMwLpyBDiH7oPMnN5NgGct6xW8Vj8LG95EdndtiR8hD/P+Fo8OF2Dsq7B8Vm78aU+v0WOTxD8AvfIOn0/sjt6KLZT5Ds2D/6iTVBq/xMJUJvEC331+mZdpgOcdOWDKXX0hf3XTjBOp02OsXDcY/YCnYKO6A6n3/yj4LmXXfystTrJtX0CfWhep5uO9UnoAfrqBDy6SPV++mixGUgXnDS/tr+uK4pbHuE/bVvSZ18rgXxaI6dzVipIeSHfFBKK/Fz9ja/fYxEWflxUTevQfseCzNdvp9nhXXRud+lD/nU8hGRLAsrti+pWyvjt72TLV3W5aZMEl5wFbl0pGqfyepI1D0/O4rC+re8zdvRPEucsh42jTYQv/yrxGfwcdPaCHoUnw5NvmgHjCpNr/xTfiuyPzIwcDHbsRKDGtgT/vSezh3RsyHuhg9hlgxefjejW5r0G6I+mR+7TSRW//eMfP/9IxuMQzAEWm6F7BNUEgHWjrm7Q3xLgbQgymFv5QswxKOtcS1Gs76PWkOuEkSM8c49hTTsWlAzPQQllcbZd5TLeW+DuOPLbTVC384w5k8WEQ8NGuxyZFaClZP+V/Wchl00kA2NIY56/Z7xC9Jl1FEFnoXPGzO7LBoUaYMdB/hYgGMsxiBD+jIlVCcG9Wqo4iDFtXMqX8QpY7aNOIIt1PYalDLCHKMQodsZNBjTZVreAYm86UMsoO9B97+G2klTWZZTOt0rFQwdeiw1AcjZOsusXgh9DotpEdpLErwJ5LyU1DO6AwKO8ORONfaZqBgGBA4AA8N1OALoiOM3f7UCmBVBnEBEAjuGT9pyAzqWEGP3dnsoVeLOxpyLGHvXIDIAGtGGanyVEuPVnPAsA4LV6/sOQYk3vCuceo0GlW05tMLadVZ3th3O5Mx8x9vq6blvWz3LQkDOU1EpZZ8zM65DK8AIs0Q4Wy7nJSm05831NIpfbgOjMUQwS0/cDKjEamXvTXVfEQ3s77mwQNKffTzb1s2lxvmcfaW3uzxWqHCHP5/ruBjcHZMz3lnffz4OHAjzW8dBZ4qf6/qx17tFBW+TNLb99z3GGcOYJ4/3997Tma5p+V24lG+9UQFQGfssPfjdfjeL/NjY+Q5d53XEWijbsgJkzwOW0wgge3roTcNaZBNBIJSLz6TXB8L4dVegS1j+GwoL91qPSb30sAs9pHrE8ngQKgs52mz8ChsCLrkHX35l4yZ6eBLIJnjhB5TGoqPiy7JlAVhvZHgdtXqiMslNt5bgN2AlUHR1lI2pmURVKyCyPVwFatS59LszZJ7m+19Vr51aw/sZxOIYvtqTnrgDFKRXZUHhhBvV2jiXZ7m5t18GJnWOcVbrN/2PsTxRry3EjbbTb7kq//9Pedpbbvisi8BFBSsf+dzl9pK01kCCIITCwn6EBqnLlt4AQ9qD2QQKTyfg3LUZ/tWwJbcIX5m9lG0/rNegWQgHEKhs5dhP0C8/c9JzV8D+dzdgt1Ni76KJODPxhx1lOBkTFQXoBNN7ZNuGxZ0fUp82ReLmDMyQLTVWYQao7icPPFv0cDM9kkUMGqGuvt4PwQxepDaMTEfZ8+KbVD/k3gAJJIleLwW8ArGVnBbM37fiJT54uQKybaAOtjhM/wHKCkAmIafHFh/gJvv+7V0mH5veRN20r5JpUHOEv2Nb+vjN9Pr7stnS6HkBeY3qB33dt+11UmPFOQC6y2rGTWK/s5axh22QEHN71OPa2Aguzv+HVMjF9WzuZ/n2UBrx+5q/5yu5R28TitdXjCV6xhp5TraMr9+BpATXIyGrBxjxIPup1P0cyjFw49H329fu9XpOAe9Yo/Dc+2mRWY3/AJ5Ff63w3YJd9lD0F/c2TlbTc6+HEAdsDBNjWyfZ146yfDP/vK4F5BjQFYpuXOzgd+4D1uVso6/s7AMz6ILOoRKM7ksZOgKwDCqH9AHii2QRtsndSmcn6HJ9+7ukM81MBUvN3AJjqTNlLVlV7zpo7xrSOHIKqSv71x0UnEm/9FOnwSbBIl4/thpJ9GrtSn7b5WDNkTMtkKu/fAHAHpVpuXwlQx25IQJDPC+zpe3UoEKhI67rmf3R2A3Xh1w3QwxNvUhjvTNKtfsv8o2ef6siJC3EPwDAgme8e/3X3eq5OlR4OmAan9QivdsI7AYyAw+XMz3xYmysA+kvXgE5SPgmWU3VIVZDWjk4GHqTA4klEa33SctH7FfuJCvFhCALVAUxie/beTXV0zuN79Try/PId7IeEZ6dA/qwPAVZsYN+v1xb9twI4sjfPHllTLQiRC+iPrsbtlrm7D7JuGVfWVHZI2+DawyeYLnt1zlCHL7EL22/b52stNPm7xSkdfcwzBqoDcMJ3XZWLnWl+GRD38GaMnysI//rAx0ofuwK9xhhpgR6cYM+z9ZFfyD/7mwLVZUtfEM4PrI856N9NgAld6X7QfjF0DN9OwsrId/FAEioH6/vGiC+O/ZL7AbXTKvskUQ5No7s0hk2G7vkzBlppO3g393LElYdXOqm715xnfT/ciSz7lxePWBvvpx4Gd+2E2fYRj305voPHv7kAPZzzs/efkw9W3+mP0kN9vEfWL3Y2f/fcxyaxmTh2JuaN6HXa3g+f6Zo+G/u3JEQKaPR8FTTh38H/nYTjwUyrVc6E3GDpnnXb8ojJx7f73vF1LXRlr/SxJxI7ZeV5AgL6yB/FN3sJ6kq26Y5n3pwKwA3YSN/M0X/T4jj+tRLrNyjNcxOgTEt84U7dqQc77MjTZ809Wq9Jxu0EznWLL1nW+w57fIuK9r26Tglq+vcNhpJkd/ypwsWDxf9kvw7ege13ALjvoFXy4bmRQUoGoYNHy2f0Ta916znstMjR7WYiWao5dFCSRA3u74BdxhM51JXl7T+RQNudeTaWkRHGLpMOS+CpK6K9lO8+Hv2BXD9H5CjZZQpiRMtUM+YdkpkKZF+JohWc/FM8Jnt7+ci48ReA+y0A3Pat+W4K0KAZR1t5QFFTlz0NXg5do0erg55l+h7PgR17TK8xqejG98aNqIzN/pzg5MRvOkkMHdcFC4w5dniUx0mMtf8dGrWf/3J9ksu2o24XDTWvnqpeY2pjW449xvM7IN34pHmxHNAkvO0GPPvktK7OGsBj/Nw24vv3Xdvozui34Fe24at7pJ6brnixSbpY68JxPxqKPyL3Ohmt2m6rKPB7BgHg3hvo85fm/N576Owb7TuLp10773+PM7gKVjo6DpmrO7Sf0GHHHym7xHysAHA4Y50gFqEB4N8Apc4oIoBk4ouoWtRvVG7rWMr53RSa3lsW32canDNyZuBaTAI9YeiQ8K1w63OC/kT0/v4FIk2cJUneMRmKDcY4q20CAlIEp61AbYjdPOtU3YBArtBfvw4N+bkcedHZ7U3kKDtrfgMMvtYGwRqc9/v2PDvWE2Oxq333OYAw60CxnspwgMHfSsXXiIny2rL/BfrDlBYiNvBmvvUACyKu0Ro34GFnqug4SiKG94I/54D66oHfGcQncDWCPnz7ewAYB8uOF0BctdHhDN7mp//JuNW1CJhk3gcQw4F1+61SbqwP++dOeIiAJ3jJtb1/4wB/QIbPYSQ7JQKys/g1BlrKQOcW5kvXBAj1IeioAeMgHlqM8d0CsHmn+QbHEUCGSik2R2fE/AZQkGF7+HuqTXtdCMhRRaL3/+Zk6B47ZnJWJWhrP8qQ5ixyKsVNh7mmFVIrG+SHn/1LALjHqZ+TvbRKOzyz1lZnvGJUoghQ/m/gG7mosbD/21l9x8DvAZkznoC2ye79LQN89z7AB4ZRgJmuCNDzUxkbGjNnz78cs7fK1A5RBUsa+IVf2oDL/o7sJPAHUHydCa0t6LEE1IQ/UpWmDMY9V7xp9SY7AIxnLy5v/FbFfBzNk0G9LQnlZCbDN7KtQXjmpErAdpQIsDYow1izfr8DaZ0NuAbnBg95RgxPnIvVL/uOAtWfSm/JNFd+jhNrvWDZlbsPWFrt4fR9wDudw5IWrkcHYLd8NAZA7Ll6vuKVAQe6spdErXN9GaJvi0r2o+c+3iqZ39z/Aqhvi+h23HfP3eNz5cdfX5umY9qNwTmVERjY2Ft0bEggKsZ42nRmb4rWbok7QeXmWTJ92/n0GjhDWO17A4CFt8R/1crxsY0MhE9ABWfegFwHmyTPtNazWahI9JjGjvvNjmAPvnYhc4Fnzu/eu+HbzKdnvTIGmam9ShXwb9d7n001CffQ1irXy2FbgObw8Ther/Hd4+6RueWj10//5S/tsHVgu9esadYy8f0eGwyAP2BCKsDTZUKT2aQPz5GjLj6514Hbw/MO3Hz85UB4dfCYAEsyvFeP6XlKmGpZ322gutohdCTwlgBwt79EVyDP7szYLHqCTXrQgtG9xi23XyArc2T8K/+PkzU2bmc9N0By6e/hBQfgpyK0gTKcSuh6wKq2dYeO8AXX0Hmp/Sz4hn91D7ZjJ5P2ubHtz53OCWN7O0AzdqrpevbyUGl0ZYMdDL0BtID2CVT2+bg7Tp0XtkGT3QeRk/gCGo8Tl+e73kcAOeHnu9NIeD/6Ro71m0jSz8HmCb2/1qayJ22TyD5INcP7QdYQoNnqoVz7AoHYh0kA23P9oHFXw/daNgAMn7Kv/Dt+8diQ2Obm6OkQgJ2GbqSy6kdAZmx43ft2KYAXCeB1dQAgWtNI8okWcZ24kCqUyNK7w9H69hKz2v+cD5jnptooOiJ2wm82qebUrTwBwKUzTzXS9wA9Yyv7su6pABa/FUYyPypZd9tei+GQ4ZXoZbCmWk3rMmxbyU+xlUSt7F+fvzjdeBwE3sTLrrRytcEk+Z0KrzqKhUoX8eFVEWgixx5tOundbb/QUpz1XWBOnU/Cy+wH1veVRySKnr+Lx79FlN2kdUo3oBBSzz8JqiXnXt65KvRar8wzOnng6J3vb5G5m9Sa/SV9lSO9+Ggc2nMuRLCfsxiTx+l9v3YFMv7qsqWW8wfzYn7zBndOif2KH3LN8Sj2dEDIO/uK/HyCr/bjNDf01Mf/Xen0XXuSUewcro0RLGCfbdDwVNrk3Stfc/adPpKvSvpgDPKHpS/eTirei072H6xHst+Lsu9sHcG8Rl2fi2jrjV+WtdvAV+MU3Y1Lcub//GvOf+WTRF5T9QfA37TW3DohjPsPGNu+wrM82KN0owBPQU97nmXftU2DHyQagWP8dv5rxho+/C3p/WBB41PCb72PF0XLBH6T+z21tePuQAfXpHXsttE+NKsAkVlQfIBtPhc1voK9oPc1HsXzOtH/vON7Lp1kmKOSqaD1wa00T8uaTbDhGgcPx3n5Yf/UfeAG0Z85oknyQsD/ewZ4vwt9a3vR7Xj/+wTYbmfv9ZHMmGQ+upbhL+jv+Fu/4WuiqRLdz1p9iRP9MX7M0Q6Wq+EO+wjq8qF365bRXeJT0VsyuxNXeeZbkdgBHD93eOLww/f8Xj/eL/38ftCJJAbo75toeif0wWfY6I2R3vNfO9G0Lh38JrL9GFDNh7/JTkpALXR+7fnf7Pus8drp2PPYfRQKvfuU+w5OP7Kpu+e0L8g+NZ6tIiQfmRP/DdrGds46/a0QkSt4NbYb52S+Xs/qCma/af54/JIqENKfglshw2QjqRtGkhA6se03MOS2UAAAIABJREFUevPdixlCi/DV7TP8qQI4/BibHszvTXaOPtgE2bN+1Smg/cDwUAyU4xNVQFs/Qutcu75+xpPxL86/49sK4C2UafwvNNik7uY//YydpZ8Xd1v7+CSGzXjf5I7eU+97ke3BIAv/PRke+R6b3V0UNsPujJtiQ3TjbwHg9odYd2iZ4H7iG8hI+ZWch948pUCp9qv98bGp0QXEH4mRxCbMmCl0Ozj6yIxTZT7rmMKsKez575h5rve6aA/4KI6Np6I3rFOmU0liRNKTFCmtViepMNjcHR86/Psphf+KcZBMhlNFWJOxWrdVtm1vvYE/gAgjD2O1N55GJsKRNdwBqTBfDIau7OAMJ33fFTp9FmOfD0cgB6uyWzK/Qd0GgpNdXpUPY5fSgoVAkTIcTsZDBYAxMjj/wfMYRvKkJvMLYxABHKFUjs+hQ1osxPlcY0yMbwO7vGkctxZw8BVZAaIsgJiHM84XxqLuxUC2oTVr0ZvW9x0gQYI5zrWyoVuBHxB/rtUzADO9jgRpzah7XmjGdQsqjV/As5WX+XKcrXH2fgSCZm5StnJo7DMJDBjF1oZvG3gIDzb8Grec1ZQz1vSh4jWZ/4A42VByCOCBdfp0V4y1bLQVhC20oIXv996LYGlHh7XLWqznROUA634C09+7eEfvNwkutaO+qrImA6oNWubrGdjoi8AWXVHkdqIk3CcDxYKz6A7AkLHfDjTj7bk0KPbb91qGF6B4A8CMtzPdnPk8Di9/B6DN7xkbjt5m1KS9feY16zgDJ9gG33CGivkc2Sv+G826YOae8RMQNEkQx+ASACOD8QiKPOyuCNssV49/wDLTZ95tmXDAh9vw7AQQz1vZ+2OgdKbQn9YDQBSgLXO+W7gcfpQD+4sBILp1OxBaYJ37RnEzBhv588eWBZpvzxNj18aEMw3Du8tPcQYBOGSgAjS+jiMGTre1pDWS9ZyzFxnxGluHx2Zs8Fivj/jlHGMwctLy1+MmuyvPxNgIwPgzABzFPmdUfETyGaNPZhg81BnK3WGjE7+8nsjqQ/NtoR/6bUa2ry9QdCmSTDiPTwHeklvd1ud8PY5Gnh+HD/BEiQa0X+UsR1RhMgsD7unTGfb6HVskWYbIVXWECOBHZmLk5cp7g14F0rXB28lqbnFsmmXmbwAY558AlcGwyabW9bT46YSyrpyV7HTF2bcmHC2BbKed+NnHQ/w3Ex89b0feRvlr9+DorwwBUO4M0wAiSczqDGCNnQpvrUPsNOmgnGF8t8Qa/W96Vxb792T0tKYRvZMJHTvj+5nK78jMU6p2AgdDgvknPPgm72x2eJKukP9+7wR1ThBHzujII2T1eyZ465sY4sloRT++9lQHO807Z/8E8G2bNYl+Y/9MUBv6tB1x9KPl/rapahpfQXfTPrpBsvU+wiC6VrS5WxDl/D9/viE1z9PyXrquOwtEfw4w7eBMwNcO8Gx1R8bjFqM+d3zW33aqWmGlY9C7nuaRNYtu3SKOLflzMmfHnmj+8v793tFgK7aP/nb0itsSB/z2epvfdwBai6tzzgCEq88ceTT/Nn38jnpOn6F783V+o2K0+c+8XdnCuk7ADiB+kprWEY3+TGIN80c305JvK9KSYMPaOzAy8td8PLoen+Q/v2TDlne2376bfATDB5rIlugjS7L/Mj5sIuQ79O0EJd5J4LBpZKCssrz5m/WRqw72XNv4vW2fL2jU1T7I2Q1AR+69WeOR5fYSrqRkAl09Trs4I4MI9J5OL5O5vgmLaZ342mb6nQSxf+gIJl6APXhkUXjUdnP+79KPof+egdVyNzciK2P4HLllGyTPBljKvpjrvNdi66LPCADLX/Oj5xkk3QFwtf6ObR484e3khH0Ve2kBY/QSMgN5dvwj+5dvC8Ll5dfGlMxrUDV7JsBg+2zwyOU/jLz9bX+Z9tZVw3sTaGvfVNf0Gd0EgLtiQUcc5VnRj+zJ02J/fDl8hcMq5Ttsh5A9o/JNIpW+0IpzVmLztPlAAcLRH93xBCwEeaPxav8dn/cbWCdxhzfydHw1bEqtGwl8J7nvuf+Vz51YkrW7A8AB2CLr//Vf5hxB6UizVHxcj0NFC7J7bONmfOixJGlGj9OG0euQR4yMD4/evJe159NHJRybYOSXrxp8CfvFsmj4R3aakxpsV+8zg9Os3SV9qvs3aQPsI3ig5+X517gUDJoWlNgQu59TmcIHvC08OuNje5bOZn25Pgme4V/ekWvuDg9H15DcyfoLq5hCCey28NJ07hosDP30JikiQ/F1mM+bGIK9x7O3tWKf0TqBg+9i5F14OXa9+KZBbnQ4rR0t04ovWrYgLyE5xSfoiEjMEJqkeiqiYuPNObczwd5rZw1n7bElX/yuC1nAP85xE2Pjv1XVxlZGJ3RVMvhZ9njGrHsJoHseM1nm3r41SZn4m/B32z+9vwhmsn63bl3eP2D597IfZ2x/vOcESLX+nE6Df//zb+/PBA3C995LYwPnSKh0SPJndMOOI/qgizw6IVnXtZ1NwUwnVqKTOwlWrXiPH1Cdi7rbWcaQ/9z5ZvwPdxdpu3ls3+44B/1+wx+btwja8S72/28deMClmD802nWMfft+GvvWGLGvNigSOZ69sdWSZ627Y8Wnzw6OeQys2FC7T2Yh54tNJBj/uvw4X8m+Am9BJskmOfxSLfq/x3SnQfBQ7E2KZVpecLSd+WUKGGxTzNy8p4kvWN6u7c2aiLR//1MMEd3H+dzuXqf9aZ043SK+l3OmuOW37ePElehAqefiH3UAWN+Lx3TOfBKW2qegipMErqxXZHvGBU9tNWnGpBU+MrMLOL4/0EKc9WiZwvz9r2x04+cF+p2V36M+X//k14DwsMl//lf8o2MDTFtu8+PYyuxDfQePe6+KP0ZmiE6tE14fgWH+SYaJX6BhJ1pxn/gKTO6t6n0Tk44/a3plb7VMwP6AtqzfW9Tk+XyFEIoFYsNcleGVu2KdoTjM2G50KnsDwFnH3wt4+mz0xscYb/MFNod8Lulz0e7gx/P8S04anw3+GN2RzY3//hs+Fp/26zD4HTEHRrX7enEtUVhFp+Zz7c9fZAlra16SHPhilFeM5XOKEgCerGAixcrM0GZ0YMptfmK5HQEyZ4T4nDYFBT9j8u2pHqJv+TkBZIO7A25e7Z5l4I01tk7aAi3eHCMgu1rTjDIf7mM+3m8jvN4Sfu6RoYRzcrVINAMnwMeZptoMBjGG2F1RSXWQmX4MgCOgbPRtQMdzmWd0Znlnhh2QaYKmvaEw6AyOAzh8m2DPaFmnyQznnb5nL6wjGiegFSQCGyYNg2VDy6BRC6gOAHNWVTZ7Atk4W1bck/Hfa44D9waAs165P0HkzMPf67/jjGxrMsZ3AIxRDKw9gMd1Ru6c4fUCOK8RbAX4tWHJeq1Bx7gA6O3wuQI8SuK//lMbXQPPvjHgJyFvRb/Z4C2wnUk3hLUwnZYf8CnZ7TGwA4ZehtX3ugSExJ/V4mv4THybAFY4BgWTf6f9ywSQ2atXizAJ2zk3uFsvHcdnHBoHCo55FLDg/lCpti3zHOD6xnU7nBGWJ+vMGWZfMESVSb98XgDrtzMUvI7znizUnaH1tlqmLSHGIgCTE1V+qcTPYrPmA2g+ANgabWvA6DaMqvDMBmoy1Yc2k00H//qKMlTa0T8yEadrfXRIcDsbpnlkogJwrkb/PnvWlYDylQfsz25BLgWOTLVumOtxeo+T+hijyHXtF/Z6OxQdUEFuETgQ3TqYFjls0vkjWv1oITf6iXcswLdc246hH2nnZzI8j3BaorpVova5Xq29NkYq47WRSjv92ZsEIxsUSgXFyAwb0so62zaN4r9uYelqvgkitXxOhqfkT+ih363zDaKFNgfYzq8H0LRTUDq8HU+t5QuIzu2eM3NiTRK03MzrNuIjgwaA+iiXqsR0LWDtND+9nwBu1mGcAzkMA3BiNOm+DdhFFmvMOCANmKBPHWydTM8XKGZurkQ9FY5Tle0AR43nu9gBE48hvHIBTrYF5noDWOKfOXZDuu8Lgtmw/K6jBWgDpe30/OL/Zk1Hb3vNxsFkbQNAhV9+O69b1zmJagxG9FfWYoxNr9dWqjTdDFDW0QF+3sy3HaPWf/CZ5hbbKBuXLdYdS8R3aunjQFQpGPYnYCLX6VH//BzZBov97OHtBvcSlMkZu8QTpO90bd9/JeC07MVWmmzS10FlPxww67sAQBCw1+tnpzOTa8BApHkDutCokxrggTj6kef6sGehVeg9yR3fS5EhqtB8s3Nj98am4/nYQE729H6MfImMuc+XbrkQ/rT1PcG/lZUJTibhgCrKrvwwVUZmvEExeJzxXUEIjdxg9CgFzyKfPi+R/Q2tqHxEfkBn7dt7bRIoiK2/CS04kScZ5WrBulV+2NmxL3eMb2u31h/o/VcOhNZUKK58oZIg9Fk/of0A/Q076eL575nQZIHa3aedINHyOAHgBI0S5BHQE/1GcNSJhp+rJbmHH/hby2dAPILTBN9YUnRu9veuLwHv3hfwJzoDm1jgZ9u+G/BP63evu2SoExaik6n+6cAw8uMniK/qmX94viQOheYZcAOI3TLtmBuzbtj7vrf8HtZWdtgmPuwZt1AFACm02ur/w9/Sq35uZFQHMFfWKlEmfs2pprWPksrX41v7zMRUwNve13Nlk449jl7xWhx8YMESxnglZ419pb+dCv6yv/W9K60+FuV84sinScBQS8LBPnTtkTuHcfZYCMZK+0L7BJNgGh4ML9vM+mhl+ff90vvzxRcA2KG9xiB/+gIH8X9H3rlN6SfPqeBkn3cnm7WvF39pIKuTTboNPfI+AffYcKxzkvK2SogEjdphJ2jDd7JROQtUPhNY0/n7Z0oR4DkBqbGxD+4guaDxzPf2r2x/rb8L/3cAGfuwbdtjk4xccHcvCw4VKsTe0sTZh/oFObOFB1tZsnMP7qFnkSAXHl6AtW1cyw4HuNLWkwCyeVzzncTj8HzeQlJ7g7kkcO4+GvxhlAF2HgHdk9Az/qV0Ofpgde4aVAdbUSXb+B/ijNZtDSh2dVH208oMB8y//23yM/yVoAcJ8JdNWDqQPdKy+tYP25VhAwGhZ/RxkvParu+OhJ6rOKFkSj9feKhzpfQsXTj7sQOei6NmzSwzK0Cd9YwNxd+pBLUtW8D5b8nPwYi0B7NGmhv2WgPZC4QPODw0CCaShFff++kfbLKjc8ZG8voNvoitivxCp/xme8tn6zXkWj2vz4Hu/R5axF6Cnwg4tN3vxDGfLbwJWOh7/Lndk/dPTiD2GMZ/GxlnnOPY7BG2vx2t0xWEbQ94vIP34ndIRwk3Pra2+XvO957r9R4SqRrr0PfZ/5tE7WvtO2d85mfx6+HndGhjb9DKujEBBxGeYAl+R9YmCeWOURhr2/auB9utKknWCdyS812Nj58Ex/gBLbOO3aCxDDqYjgsk54W3G9fvlQS/aLvo5cPWb6bXE2B1sie4yDcg8TXFCebd8fesGeQjzgvwu8ArGdflJxE89mLkil23fFE5NZY3/m46JsDP6C/sTRJFJD7AB04hgr6Tr/RAo9A3PlZ0DhXNa+tmTIxDNim2ufy8ll+b3DryZ+w72SPgHO0PQcdQITbh6ZhqXkxXTSqBobX9krFHw5uDqY6Rv+uZ6+y/ftu616F5hp9F6sTghubN4xX0Pzh8xYZaz/Wa+mzgwZ4uPq2jGXQvOE7sHXU6moKN2R+8kwS5K6FXiVuFqe57PgxvZCbHHdhmKzqZ/4/e3YKmJKKEDocHS6Ywx9678X9Hn1oHhsOw/8Gjez/iJ74Yo57fNmW/T7a6fy/sMTZO76XoV/BU201TYOGhCYsYvZ8Ehk0gy7PjZ/RYX55pOcvfXll2km1IsPyeK6qyv14/VWt//AP7SMj0xI9shwxeczBWqRiNuWCL4Hrje9deMT9+Y8Bv0z0kjKC/2W//+1s4U7odZf0uwcLLDAIOOEnWBwHRvleA0ZqOIdel2AhamEBSugCfq9wYLAA2RO+JB0gMqKpPVzX2AvoZ9JqX8nsfaoL+BIKaEd8AsBb7VKJ8RP9TADjnTC4w4tfIgZkx8Q79SwYBjAXAbfqVkdkMSHawvjP4MMHHrkb1OtrY2wx3P2N69LN2pqcE7DharyHWgi+A6ma+evyfw/q2ELcBQ3aQHl2bDeZvwZCxBAyIgbAGbvOEFcNxEG+DkRZFUjC0GQ0T5ryOKyPnOeOx+eYFYTlDCYfewbEniOZ3fBuParVToSqnMEQ/9+BcapynYuCcubNnRjZrat4kW4j31dqIv2Os4jgGCPieYwA+4AeGbzs/Jk1lBDcN0qrxe0fNkwxNZ+jW2Ttt7GcdA7Qn4LRG63n+9+x3HICAGRMJB5Od/41B1RJk6m7rwB1xKwddRwbQSTCZVrE/AoTzCHjvGNBjrG/Qfg1ZrR+OyLZIzYMsT/4QAG76IopYQ61vWmnNOQUDcED/H3OuAHDv781SW2D6N8Mla7PBb/YfhlVX+YmvcdrPeYuzru1AX63Da3yqCHjHcPHa0K0rKJEnLQeylUcukKjA+tmZHWYd/spa57tk61ORqt2Y728AcuXkXluJFKMqYphvABgH0BXHH+8S5Ga8CfzFaDoGKjzyBCQwRsQXdwso7YUvOPOPOIb6JAAM4IOuSWAXMBi54blOYBWDpZ3JdrxfOfCuFb9LtuippxNmqVLTbypCdf05+2VuDr/n7OXWZdCdds/I0waWaZ+Og9RyvZ0G038c5ThKkYn/+GiojxJJAMjjsEZPdeWj9cg859hDBlEmw/R7Aa3dXnltcH2AcKpoTkta82+IER5PgCaORBy8jC+g1musvmbLK6fhUZIejjz+3kIiB2AVmdckj/WzDMq5xWAqgG2cjiMCHwTYnUoHORrHqagOB8UbHfh+7S8/fwjTAQI98k8B4KaFfn4DzXYqNfpqNdQ8jWOge0/l8TcGnbGL9v5NHiH72j45mdEF/HvvPfaC5P+1Zt/7ftBinPmuhAQ8vByIx77rRMczzzor+w1YSpx4/caR9LEtnz0ZeX7rb/Tb2wEBR4W1aLvznbsqEcRFAC2WD0+lRCeCHVth7EP5Iq3HbyBo7Ubm3ol1XotvkA2mMWZVpJ3AySQg+Wxdy7LZrB+dFPA7jhQOmNagnLAOhLLHc6TE2rf7rnHQxBMz6Obpl5/H5f5hnzVPR7AEaPr7O8O0P//2b9vydC47CZ1tU777hXWg9dXl2JdeZr6Amx0Q0f5oEAlH3zwwwbiWv5dfMeuPjdaJmZfcH9sjNMC5Do93goTtpuFv7335KJbZ7X9IJqRSguCBAeQJAOsZtF6kI1brtLbvQpcBbtUh4WkB+SZM8ZzOEn/XWPvwtyMsjr01dob0FUea6LmdyMUzA6SFPwEiJPMzjiRZ04a/j3zS90nEAbS5UQDsFeiTdcG2v32+7Ovomx6n/I0d5ybQWvaOP3haEp85y1n8X//r3+ZsxLO5iojIYexx7Redu6izNcMvv1T3fvrvjGXGhf+h7/F7e62OvV/BPGwd32ObbewSqmustyZQ9K0fCb8kXJ+OV0P/3g+9piZ3AeD6neQa/dw4xctfRx4MHpQ1Zn3Cz68t8uOMNQO8G5x7kzKsDzCG3gFofIM5vDYOl0pPJXAx7YZNj01o9vzHrtA6dav0814lFk83BM3Qx18UmiVZ+Ne/pSKjz2XdcZP4noo/7LVdh2A/LX/wG374z9pv/x8CwHp2fL/VZ/AUgR4H8r1/I/MXjJzzJL9t9SYAUCF20W0WGVs9hSLZ5712nWDJ3K0/n8hE+3VJdrjPEv0Nl0M+CQuwHDWmN2P4xsLxOF7r0cvChGL7RT+zFy5+k/yoiAx2J3QhENvHhMD3P3CgmXR82R1bv89rNsEGXf7a961Xvcal96ApxzXoWZz3/K6F/gbAHVk2VWzes8Inw6foRWR781R3ffTzDr0fTNG8mHcYDxzePPtOAbUSFG+nhsjxqYierjGNxSAelKzwA4+ede1kg7Pv5p0d+HKnhF/wC+5hn/TvkgWnAnOC781nUjQdkO0OSH6ekw826A/A/+596Ka5GzcZHwA9wNqQXKJENWxxAuZvMVd0eqo1w/87M/hX3wXn1LUpwFGVon733pkLSXIhEAM/GJN06/v/+ipG/zY+GHn8MwAc+nY18lRCOki+7fG7Nfq1Nr5m/fVMaq94ZcPpHDeBGV3ZAWAC7XuUY+QLWI3WfiAXvyT4bWSJkzE8n+3cCG3Mes95o/AxR4Rhv3jdH6yVcZ4OHidhLkHpPqO06dP7rOUsOoX3IKPAW3WtbETJOZIpXrkFjsM8kGPgIceu1HxsmK1O1iJZV1UFZ+Y4utFyexeSZCpdQ/EWMpz5itbYx//8e5P1+PtvdkXL3qYVuLzuIWlei4t+1c9doME7/v7sF/ae1xEMYjBwKsy7S2HqsLYYIvo0DiBBTALAyNA8e4skw3/BNVJh+n8cnD00HV9Dv3dhk99T+4Wx45v4/sFKwDT1HbKKZPnmOebt77oV+CRI0inzTXSxnJtCCfbAy5f9Ho2h7TzsGcu8sfG2cw60WFuleapttJaDjGOTfLZw4N0PrEnbFiRasD6mHYldxoHX3n358/BjHckbvlOHifV1jq9ou3w7rYn3tFf6mJKzF8b+PGMWb/8pANxKAkMLwfZu4EwwGxlnLJNfA8gG6QCHAUyppkgrn67E9IAPOJrhtyNCi0YmRlUygjz3j7H3/aiAbUfUue/NEvzvApCAAmQws+DvmaoYUXIgqVaOIshbm64YkQhTgKrfAKp2HLQ5AVe4tit6cSRTbbDg2m/Gqpn8G5eBGDlpql572ny2EonxCkyVzJGzHmbaZElqzhgiDV6HQTfDXzTpbLtTnTVWzW8C9zC0lLQEJ8DuOP56hoIE8NHfAnIfoE5/u6sJVyK+1SHv+SEWgHbQwqcYHDYYZgzh2ThmZyCTTcT4e6/0nDAKXoMAYNdBJrWX8UbcDGXxmMBJAwETwNXf2Ts4DRbkk+H2CmQEUFow6AzHXWsCwGT47TwCTvwp++p15uAnV/lNtRAZdcgMjNoYvFMFPJn6Ns4UJC6hmvWMMWAFNAGa34Auxs0avQ4WlQQ8Kxl4ccT0SUVBnJWAgvvEI9CvBIM1en5LbIlsSVDxVE1MgJIn27kBhPZgtl00ewSjmsDcVTVUQWnn9o8x05mIeiwBTJ8/oN9nbubV73daYMM/l2FRARYcIAy+4ziK98oR7EQiaNDACEkd/1uZXRX0/WHkfuPrFjktU7PO2YedAR1D5tZZGPoNxl4O8Vnqu8WjDZNp59p8iax+K8u1vw7/OYgah6aDs+Gvzp69K4DfJIfL2C8l/RqW0CbXv1X34S0+fzJQCGiKD34LHOrv3jdD95bj6NLOeOw91J0OxHTmoaluEk2QzwTG3kBF1nWMa++r5WOdY9u8nTP3Eggwv88eYK/RzvDV2y1/4mD/BERSBZ62lev46ey7ZEifCtDvfsu7yWo3r2j7zd5rxx2+7ADWSp/9ifUJj3mZA96YnjPXWf84r1Pd8F2K3s5+VJaunpIANbrpaq1rAO+JcPq9oYn/VPYcrdp+A+R+AGVe+/x32id/z/T5n9/YUs259iG6+G1d2Dyt2SzPbNtCwArobR4+FbjIwwAktOxsBx6+RjYhM70GszSvTtfvxoW8Lme7XHai+fL7+9tyiWANWbJHd+PAjp4PX+d8I73EMknBypFXlzi2SMi84ygSAM76+zMJNtgRcF1XfP7Gk5mHMu+rlZaer7FM4OnMc/j/BjCQ4Qsw3gDDvpU5YW/yHM3JmdcH0CLgdXdfkUQQjws4T/WvmCydTZzgBphXldWdBf7yH7z6tjg1OQVoDzgb/T/KVrtu+KOPaNFq6nl9ntEbYGK/JQCcdXPVUOlJ7I67RXQIT6IKQZBzJtv3iAY71gbKBjcPtv746HPO0pV+s0pI8F960nJ0hCOJvAGE8ry2T7DXkU9KmEui8thlOlvasm78Tk9wE7+6u9RrF+oZfS6gE30/IFvrj08ECMu+MP+rqsIJXttJKWu6gU14EXqHS6PHrmDYtC0N7dNBoW3aa09NBy4tKEdE7D4M/VqWSs/peS+A9KcW5h1gaNlO9Q2JpbyzZZ8Btjkz7iS6fF/5DN6jCDbzfQNQA7z5+IVFCdtfyfsKL7Be2+pfza9tTV3tAP0Ejd7gI3L57IVvDVJhh7zfY5n03MYMej06AEzV89kPWu0HdL+SHb1vkjDePmHmkRu1D6hQsm7/7K60GNXNqX4hAdMJ2vpfGVUXPYc3mCN6oEFubkW/UT299BdNf/ERLB9yVYKok7A4+g2aWe/5eIUNSnlXtCE4+0g+LbrxTZzSPUksSGXp8mPJo/kSG11HDNgeIrhi/ysy73R8wOcbX0lj1dFXopETVGo98/hUu+fomeWMlssAikcXfV/8loDdsuiVD52Aa/6aCiz/PPhCg/D6PqD96E4VPw5/i1oOaHsu94Sgg9vAXnwEjceGfBxIrdNbINB+DZR5u+Lc/nQqVOG1pWZsJAUB6TbI39g70Itzjz0z27Ap1sj+Qs5EP7x8t/ZbsC7xC+vd+8I0H3L09+K8tRvH8GU22ruyi6dbwmUja6xz5Mi5fx5MYD20XH7VmjsRccxv1tb61Tr2WJ6Z9zxf79W89r7u9tPjy8ApAJpfnCz4W7dG/Z3E5ZZfxndsq8dXOp1QLjl724KHVwaP1O9OTpRfPG3ynYw/gdI3AHzk21SFYWv//fe0aJ6EvE78+uE3zCBiL09LcuHYrog3YfyxnemigZW7fSbvO7a3Q1ueMX7k8EZXajavQRexRvDP8EMCI9nT4engNZJrSdhKBHSlJE8K7hCeixyLaE+Hpz5uDfwXHzVdBZNcwj4nAEzCGQm4Xd3OHsQed/Xw9wxh9cir+E+Lc7VObtyIue5sgqX5eyW+PQkF+p6ArX5Gj3UQCHvmxfeOfNNbqMtgAAAgAElEQVQz3B2r/d7oj/Y9Wn63TIo/ncBc+1+m4/gDGkPWBfs98ggdQ8V//Prb/25a8fOL09ifPjowBQbRE9GF6+NsRWnkxhfoL75v+ovuVCx3Anf8mLGr7B9oklkxbB7Pdx5MwlonJ5Ec0OuMfBZT30Uy4Dnja95ieGSwmDy2ZMZxV3rbJoD2B+NpTN93nWS6jvdERt/ze5PuuvMMcyKg2XggMSXGyH6D7hxRyd7sI5SI3XUBCjrC9wufGrkcmbx20xVst30kPlt/K35qDLskWaxPcxK0nSi7yVD2C1SUab0UPOn4XSOYLEdZNvjBiVx01Ykf4+IGtUD+/pdOdnS3QI5mr3ThgPnXrZibizz0yybkr3p93++91jGeSWxae+lnEoOfdeah92yXi014GHxtbGr2x6nU9bgXTzv+Qx2himzwECPqw9cjT54Z528dAO6s/gZevIDTQ75L+AkIhZFggt3Q+r5bX2luUUY7ug706PoTBLEyDN0QxiE+TscC6H7PF0i6SupPBmAceQNFk90CIKnN8baQbCfs2ijeANPCQ4KMYNBnVFrB6VmueMq4FADWh/PVMsZRTMNsDYpzaLwXZeZIJkNndKX9U95Pew/dQ/vFrrRCqXd1Rdq57uH0WaMoeYzr7o3fQdLMIS48Y9B3ES6iT1jsKLU5KzNtZGh3qw2ZSosXjDgKwOucLG/o8SrJvGkzg3zdZFVSoaDvFAxNK2u1+vrGYCcp967xPoDXPFPvjZEZp7I31irjgMAEEzZD6Xa8eyyMQxR02wYL3/Hg5909JtEU4z4JFrcWE99RnQw9qEwNmK05rkESQTwO3QCvuq9bIp+A8LSOk9Orz2bDrILXfuqK0euMqic4y3uyZtkjrqQ5Z0Kv12ylP1OV/nU8ZED+E5Aohuh2IARtpWhsAGu/eB3vtDPAAPgVfjht5L4vREs5GtsmbKvnkE2v/AitVklsNlJW6BiWusQ82KDPVOsXgCZxkmDOtmJBCa3hnTOLUZB9HvvJQp4zTbMOrf02cI9M8xlfQ/84FnEUMWAxOBu4Z27HiPiUnOb+OqedvKI1PsDy0IaWvw486L2j9EWt38560XtZH/FTy2wckqbxGjlUoCRb6jVomU/+XcCA1nzdooQ1B/TF0Pvt7JkTlJ8AMMDMaV3yGKruVjWD6xbQ7EfGp38JymEctRPwW5sy3yO58j3/t04dLZ+hAc9mv2R/ImuyT6k+kJz/x//5t5PglXu2DSUGtzshVEzo6NDhU/iv58y8tdU4qqBpIX5JUln2HaJTv99Ap5J2fPUYqncLFoELNm1/cVbaoE87nQQm877I+AR8onA0HYGHd4us0XG+IGN9P5bjY8Q1MN/zRc50ZTrrF0faV1uOwxf6ZgMABICVyBDH2fNwEoLuDjBwOgOMTajxwBOdgPcCWzianIdigxlbrgDp6NNNauqg4jmTzXotgczYNlPh+z2nHcZbXizA2fKvk2rI3LwB3Nu2ScDpDwFgURgndxbRvCweHRCmZRGy9XK6Zq26I4vX/3veP+XslA0geUPFHHKP6m7bYw6Qhx9jCwSYFN9C124zpX0RGzr6ngSLsI7oMEBEHWHRCXg8kzMCzV9kEk9CRrcJjywdcH94X/Koz9Qke589kWqiu8X0b3rhZP1rzmPzHHkzNEmAd/br9+Jdo8xdtoM6rcjBJslU9LsTYEc+aIeULn/HhIzC2UWesDb6lzM8oxNSFXW6K2gJxEcOFH9yVd1ZZn/mGescRq/ufxzXQPWGHEn2Y8t/9P/xQfX878JONkFeAOT2GrNG3QFF8k5AKOBpmHFtZEAsjVlzOsGJkQ1vq9pXFgJ+av5H1tbzaU2n52IvWV4c+3Jscf1dgPBMXntHclp+nAADya03s1t7Md2AEnqKfZ096nboU1HfAXNvpe86Y7EPCNFBQY2bALDuEc/r4zZv4zuRKU9L5chhXbN6vZNjuQ8dlefuHoUXScK1HrfLvYrp7KVJIG0AE/e8gVRkGwmi3ZEH2c17AcmT9JeAgfenZGIHUEeWefyj/897Prqz12Inx88gkeJUCgxw0kFMr18FSBJ833V6aXX4fX44R/vQFlF245zRBdBNlTu2zFbd5Qy+19YhAVLzpCuKPfCxj/v8dgFnWipA6Eu2P2e6YlO+vOn9NgsJoMm64rdli3Q70szzrTDKcUEhDjJk93fLpxvLYWy6720p7LFU0FN60sdQ+JiuDWKFpwL+d2JyA/SMJdhFQLn8fdpBa785sWPn97be3KRPgmbjz8EThzfWh4ZveO7LR/5dYLx99wEztQfKnyWxxUGiUibsVWwcy2/rWToQneWddQmGYiDcSeWLj1zv0xqW4dxnBF/jH3/xnVPrEXwJr+90KPNeHlmUdRm7ZVrOok/FeqpyIoesAwbNf72/9DzJ0yQilV0rPG/2u3nUAbQIF87KS/X5BP6sf2MPnyPOzGeZbeTHdIGrzgCdEGzrVrbrBDCp/j08MXZXB4CPbTeJEIe2YxeaXcbv0p4j8CKtFP2eI8P0ceB8gtBOhJiPfZOxL2MH3Hr/yKGxk5Kwgq+ThIjYK0o+kZ8TvwB6tw6BXgTV8ZXMDyOrGRdjarwmeNXgrMLgtD7QrWy99Us20H26UPwPR9S8lYYEPLWWqozNfFNogm2dFsqbHEgA2Lwxdu1JqJvEwe6glvVZOwM7xXbf4Df2aasQIkmxkQEJsH92zGffwddUYychelukHn4FDzRfCs+LzUlQPAVPWQ1kHXpB37mYRzSA/58AIHtSPKG90Zi3dbZ0Hn7gd40CwHvUmPbUVgqHn7aSHHtJDBf9E/vN/u7IdOmplmnnyKxJEnxxlzJ1POfr2MCRbbTMFzZzJwLdAeDQ7Gwx07E7B2Gzsu4kOrf91PyPPsMmuZLIKgCMvED3tU1gVeECmeDbJ4lD9tXYVaHf4l50D2MPi6836WBtac0Du/nYbxV8z5Fewlc2we/CKMp+Nu1O0DU0PGet1iI5MWY6umEPR94G96YYDX/I/ufsle7gxX5oXUq858XTdC2+5IsDwmvwhdfq6O5Jwvb9t944wXbFBnxzdLauw0YkcRmbNXwTf5616QpXOE+P03MWy8lfTjKB/P2xna5kg5HnjDX67T4SZbn7jfuEoYIJxS/yPhdfeY6phE0S49ocSiwiwVZ/Q7/jkyKXkTesm+lU59tCD/kytovLqe3ulu1XIKM0RuSl+U48o/HbPqhkq++7Uygy3SffhNqmc+T42Fqzye94THzU1o/4I+LLf3zv0G2SKcQFSAZDNsBrIH68v5Nv9hqJguH4BXzK0/LqTiZFBXQoL+5gSTNgM0UHCk8AeIiFYcZmB+ADSD8MLGFeTN6MIUNFn1MNMkZzKwCyobWBEAg4lbfRGQNG1xAcfnuj35U1gA4Yf5ut01VI2XwLCnf1npSu6Hn9fQRMFm9bQGas23q0mUXZ8Po402sMhNBlW0ADaoXeoA+7vpvFLJCe5ylwGkOxg4BeOxvqdwtPj/lRIH1OTTZsLAqCn28GXtZ9wTkLoBkuAjoAcBQqwrMBnhjEX/DfbSHihXJmEspAm/FUMD/B1eOoKtA+ghgBmPHhmIUG2qjbWiKtU7we2rQmiFocfWc7Kbg8BosMdIwq/b0DE0v/CAQMfPYZRhkZaj3eOPBZnzcAGVA3DgHrxL93xWgABxQY+8GGgzXK13Jizt5+Qe3QZ5UkP/M9Z2iaF5w6ElpRybQtAsfA8tnVuQYh320rjtKazEkLyG+IMXL0gx9+rbUrnD/AMSu5Bs/JtpKDYIB9EIxeS2UA0dpiDGgcTAwD77vv/p9Z/ZED7RTCg+goG43DP+ZhnQn2v5V1t2PhDMB2rOCBdhCQg51MwTrwryszpGAmQ9rrYmc3rf9PG/ExCrfLwZ45y7NOVmIBmJ3Jqv3aDgNTss0zhikAcvMuBilAQvbfAPXTNigB+yjYbgva820jITw3LbjGF27jm5+116h8IYFkAf7wlT7vupqOT8Cmf0eP/akFX4Pza9RH7qx+I6C/Y+j56tkviN7yFqOkkxaOM3kAqGwhHLiuXGoA5cimb+BuE/+NU7zzBnQ1vjZiTbsxO0TK09J+NgT6ERr/Rm/mzB6x7BPgMw6hj+11UtENcGEojS/q/d77jPZq0GkruReAyLjWbmoAq51l9Ecc3+yrGMm7Yhbdw4uu+Px+OUEw0WbOwskeHRnvIGiM5ZOxqnmO/OFaxhgezvVkoluGTwJV86N11RjWByA85/4MwP1xRwOOeh+OdfNiHIFNQPK44hEE6KzxNs8c/TIBbO9b74E8HXBfzt0bVOCaXlP49Dg0AOpzhh/gl+lbUfmuqsPgPo1GLBvDu9jH0Zmxo/SsTtjp/QuN6IKTZMABJA+g8eyLSXDCljqyXw4xrfD93k14cDKJaZiWZrZbjv7CRtK5pOOozZygYQIAAZRPogM6toCW2CpyUiIHuB6dQnutVHwOs89Y20ltsD4yLHuM/dU2AX4KtMSm0frIPugM3bb58DUChmQs2A9UNyiJkLFoT7aebP6+eT12IXuUVvasseljO2pbo8qGP3ac970EwybX6PkdUIPfln/Gjipn31nSI4ux77vV3Vbyp9qUvcUz26bA//BeeisOHATdRMq2S35rYZ/3jP6WcP4+2h9vwBm523L0TYZhbwMcsvaRIRsQPEm7nGHVPpnXPWBheAwwNtZpQH+SWPP35jXzfAUTNP8GrAj8J2M9NqeBpQkwJoGYZJt69shk/M7Xv9M9VAA7s/178NHvs1d0L/eTIMx4f1QAS37METen9WD51J1M8foWhx4kK9XRUV0hTfeTXq+l+R6j89p/TW9+Fk9m/qGn1ki/iwbRiXtGfSfaeE+MHmx7iKC9+fGrKJ8mCWMP38HyvHT1PkAhwH1XYm4nmIDUsWcB1MaPdqeQ7XACH4c2+b5bieZ9e8Y6++C1z5ab8hx9wEugGzaH5u/Kd2Elrpzb8xHRNR6P/qcxfX6J+WsSnH4GsAP6tjzQ/Vs9uJXLkqtJuo5V1omFv+lxXfWf+NmDUVCFl721nUOggav5xyZvbEo/K9DXa9P0PwCmaSdnH7vbFPS4TwXQx3v//I5DyzxXnkTexydEF4LPtH5B5vrJ5UOCVUF/ArvwP2vJffgayAW9803SdhLZYGsksnRSxLEpv2kkwTaUNCYxOA+0DbDL8U6JfHRyOb/rX3Ry2749P4oWeF+3TMXeQ3/4ecNjJFhEFg/mZjAgep0CFuwTrknSjroZRd8eYF98dOFpSThwQYE3ze5Xzd9YxAh4ZF6PE9puopASdtYBcKBwzgE0AQdnYG2bH/x6rcG88r++caWNeTqUsZG0J/A1u1sS8pL1/K2rWttcHk4pvsiHT94qCXTsZCXMZn3H15J+833LN7yP75DhwToXv6SAhXfiIxAARoYQZGt8lETtlkd67xbaDHYxfJy5xcYOny5+tf7Cyk5fo6Dq+ELgkQRc9fdU3Y5N9tHhJLvNur5rGVwwNgtyI7wdm/3CkzTeCUD0mviIo6lYT6vsCV64m8geDaXnbsJVF0jcgTPscdGm/Qr0RePL8G0HDL1mg5Xif3YCmp5rVh2fgdb7Wlv29Mtz4Emp+FsbW3yAzmoeY6wdzAWDP8USOt5oaOyglfbU8EP7fVpPydPI79XfvT/D6eF72yHSTaPvj73yfWW72LImNg8Jb43fxVeCh7b6N/YiRzJtILdtDuGz1iXWg+E/1uC3s0OhU+TV2icnYYQOO+adyFbkQ/tfqQD+ZI7xl7ZPFrM4xQqVSOj9OfjG8YPaP3wweny69sGXvhM3Ef/BXxMvEL3FlyTR4k8sNh6/K3skuv6dR/bl8h+yCZ2Lfw12gb0Nb/S/2IHmmdHH63fFf9HHHZ9GXulfjrW0Heb9PXxSMk33YWte+ND4FdqbtGAmeYXEaDoGoKOjZ+JvnCMlJhkbv3b9CgohkxzSGOTi3Vkbnp+1m3iN4gtKCDZWsTIUurE/z+/ej3cL8DvZz5QIzjR2S/twPKcxjk1aXF/9Jz+vbf6uY2O9olv8jOxVt9ifPYb99rbwR/64WHDiQ9hF5r8K/oNj6B0nkcv2QWQG9H8LJK4AsKujJhPSzGhKTYBwqJWNk9LrzqxsJclmaCbHWNJ3AVjSik0LyQbsALCv+97VQSmCZRjQef4o5clUh3kB2FzZWkY0Qg4BrifEQV4njADwOXj8MMwGPTOPKGocyD6z8XV4llGl8RbIkgO1CuXO5ohAUGBG7Q7HsR9/s5lXc/X5sAPMQU+oYz4QY6h1Uac8eI2p8Awdj7KtFrZ9FsObuax7OCeROb4C1TIUws+cenM1n4Tv8k3d8msAuI1lCTLRyQbF2NMCMKT0sukDjMawZ67DQb9JghmUN6wTBzKoI8gGgJWiC82SmYdx2kFpHKt//sd3Noay7GQMnIDHWPGBmZYUwyMYNGSuQ0fAJulEDBTx44LPUfYIrA5mZbwrCJv+DYDwPBspAC1jyBMAPms1oM/y+e9raKPJWVi/Zy4bKJehIWo42Fw98yfwKnrSFkxToUVDOxBnHEXSdibdoviXM9iuAIU9F+aRbNbItg2ckIAgOfPXXwK0S+F+k00mUeYC6VoxmM9HwZ3Ay9NCL0rpOdN3AvC9R979p/e9WZfv+uh3zg77kSBhYCcAPgo+9E4LTgxWDCx9J752MsroDeRXJ4+8Z7jmvuV/WkQ2AIhMwWFgLT0et9TN2oSeJD7cxs+lkL8bYxzrbJ8kAuTe3g0xdPXUt0ODneeqrtM4MF7ase5KsE5i8pyZhPTLGLerq8I3GBUtl3uEzPtN6DhO4xgBbRz2/QwhAFbkdK/n4ZcBJszPBCVmz3eShPaDWwSJlnMzZ6vpV/TsyYxlU5ge93qFLwK8k7kZZ6YBkzwAGYtNckA0GZjfhNSq6SR/zbjSfjQBSXQU9ITe6BSe2wbYoU05sZ1hvkxVFPe1kSHNPzfXhQ6drNAgyHvtnkc+tJi98AYsjk00881zqsrEZE0g7PCAnGAlQCjJohJsWp8fMM33rsP3K58NWNxtxbx+pkmM1fy+d8cQTiUtwKuu1/q1QUsAGF0dvlhdO2rv8CVOLBV0CW5qE2wSAPbR1Q6r7AlGeTpBfF/QnppAPzzVSSkEuLm/A3VkwEaORK51pW1oj11epfPzMPHscdqGN5efslc0TcAxJ9JRufI9WxneABbmiNmjJxPZezDnUvszPDKd4PY76++1QXgW7xJAAZhru2CCMm9m9gGG6xgDyTvm+LfA9pIj8FOGFr5JAIWuEqOPZ2LwXmcGAyZqzQygTrWMzqskAPyb7mWOFyhXIMahwYB6HLWhMUhvth+lZzRQkzXbjgLZF5tMlmc/hPD+HhDoewcBR18rB3SceqmfP+09ZAE08Tt+AabdSWNYgu1rGs0vnWRMpbku1/nKY5GeYNKrX/s5jB3ABrmAc617CUqlqiWjQid0gqG+x+bVfVsBHBnQcvfsK+vr7IvX9jkq/buGs9X1jheM6KTFhM5VxXSvXezC9RU9Pm062ZPyY2yDJNAse/qvv7bjxRFysx6mMbqH9Xj4p0EEr8sDvqzP0dWJeUHbRyE2wkHjHyYYe5pA4psAMkP1PwtOTwLUzPW1TZycNxn+BAxFD8Dg7PtMWGPkOBf9HvoGFO+kHXU66Bb/ADUNMG1Fwa6P1/l7MYmjb1KY/v6272vsIfNWJWYCVegN7ECAYZK9j99p+3wTRdqGfdz9n4GYsncBld2hxDbA+M2DsCoZ1HRjf4kw1crxt5b00J21ZT9h22O/6++Sq/p0UNCsNPLb9Bl86si5OaLgeFezhbpzCLgMSflp6b/cxr6nksjvnP2td4NBYfu9PkKDkdi1HUDQBDqxMLZqeJJ5HHt16MvoALn53d07rH8jy7UE7xngpqGSCSag0V1bomfH0LY82Q5Qtg/Nf9oP01llVKvGT6ck0YQ1avvqh63luYwPcwJrmTd7ycCo+Mm6blqEzmTRyy9g/Jve7eQO/v7qRyr00eXsjVaZyPSu3FtOCb3p4APW01W8/cx3nNDiChw5EXRbdB+dNi/tABd7r3HH6ILYTgTf//rHXxNITNBAZ6M3bdt2DzD9OL094akEphqOP0U/6774Zsd+BycjAGyfcrCcwWip0uRZAP8kxSLnQgvNb+WO7sme+HNg4IzxkW36/hyDJrzB/5e91HbX8YGHd1lHkjzg81cO6PnCG0+C/HcBFcLe6/o7wf05GzWBIhj+9lXaN+8A8J/oA22UxCCaOoFrbGbpE+TzyrYk54SvsJPGr3Cbawam7xSQWYI2DY6scxXMLdOalV59YpqUHG7ZmeB/ngffW0Z6vZLY1faxr8E/rYCR4wvfMxKvaKGfqsnjr9ZZvR5Xyf/fMNEufnvneG2f2d/wV9YlCY/RO9Fp+pAw0FiteXaCovjHrD8dPu4OPXdBVOM53TKajojYfKJRiwGr9vogF7vjoed0YhmLy1BMkAA3PLQPsy86nRk5YogYSPu5IVL26J8+kl9voRJ8D25pOk8ldvydyBSSVfRs5Drr8icc40fyaR0t2Ta+eWj8h7tqFHtmZxT+vIOX7Xdga/YZ9LpHAWBkYweAeXLrwau4a/bK8Yeq6vTc+6iEtiOtV6dddB9lAI1jbxGo2jOgj44fnKcxiujqbUkun7XtyXf92+bCRjPNHx8K+yJ+c54SOXz7zWe8Qxtkw1uo8tLnT+PArrpwgOFBxS7guR47NvydAJJxcja7xgO+hV6nMpn5/dYVFtuDf/1+yVNaQOuLKwD8KaitqAphcaY4g6MzbyEMmaUIFpis5YCYRpvUh8bb2YpBDCCnZ6WxmsNrVwZEZwtkMq/ROIs8TgP80IHaDpqhffusxhgsa6SymTXOBgUImEDU/y4A/AK4ZNUE5LvBfguh2STQnIOdUQ6AKV43GX9uN6lWaz/7m7fCZy44TN3KJ0YiDk8qJFuBZINh0Kedh9dKBtQvAqMNcBg4c+uKod20HajPdWsQnXmPxeC1mKBkNvmXvTmtIHSv+OsGUkNjQPXmm96kr8LS3+7WQcPpY0s44dMeamjQ52e0owegcQDlwW37fewRtXrFKOgAMHuMdcieTUZOlNy2O2kgqmmJg/EC8Dy7+Vvfae6iq85XcPvwmbeDrQqg3uTYIQKOlXHr/WwDKC3Z2U/XvJ797LF/c2sB3QBsFPcYsZVBep754KEBHNJmh+y/Tlg4wDyJL4bmMokTAB7HQLRK0kqM0Q4Au3L3M/RoJfHKKfYh69/Gw2szsZYoXvPbVBC+Ga67jpFftAD/xQ7zpW2QvnTtdpvmhTEUaFW5BvQaWMeQAiD+aKWzeSNXstfX2cr7L161IR7jobPKzrzKMLW8HeAAcD/33VWV6JU3AOxnfnTsAPB5z/eDrqeCJOs5gW/L660u5Z7OMF35vQ6egBrmfjnhYyjyHOZCIA4gueXUq08aLEEfif/gy9cYhE79vTY3Rv1HwZBn5PoBPmKRn0x689BUPp2sznasRMeRBVpZ1t96XNtq9ue5Zn5/16zn29V8J2t3JtIBYI9/dLZ+vqp5vWf1+oAjBNRwUungoHapGLummZJP5AiPXCMoYmL5eRM0+IN88zOcrZmx/bYvW2+23GM+h0+mPEl8Iv48mYQT6Hrb+VlejcM//5iPGYf9Zo9r/7OBKtBwWpNRYfEbsIyt8hsAvTJsAJI/nFmEswN9mOvPgCnV/rkC+zROteRRpHbbS21PmG9nXqFxAmXddpXW5NgS7Nkja8bGZIzoTgA1fm/dzLW977A3X2Aafkv1hhL4FjjYjOtt/8Sz33NmzefjtHFNErg+/T021gHGvgsdmBkdZ9qaByQLt60f+4TnJYFi6Z01yX3Z59nsDo6MzGYf6/kvyAEPNv91a2ECwPr731+Xl58VqREk6F23m5oz3/T9lbw6gFEHQEMzPSMb3TJV0kIJhRNA/23/RqbEZ9G/6EieEb5bMOr4RydInOAaAUwCrZHvSbDoCq1u4X7Wduad8Yc/urqVqhUCwP/vrEeAUBz5TZ7MurasE/0byNJ9f/1bKif688oCyym31k51TO9PaJNjbj6/aDo4HF1RD37Be9ErSSJrV57uOubFDea+djK8B79krcb/nPnodwGrnLkKf/9IGKt8DPPu9/+6wi7JSEn09dqfTPztFRj77q64Q1FiQ0EKd3IYJzcVjPnLb+A0NGPPt57JPVNhIplQdnPLzV8DLd5Pc3TC3LhHrpCosrxIBTAdhHpvMO4+0/bI3VPhs4yAbGt5aru7qoGwh0TX7vDDUzpx9ube/OYjkYognbDJ9wdI/xaOiorWefIT2L9UpndiAvoH236rte6EPPYgie1t//wWx3l1HrzRvMCc7U9XhzHLgu8Br3+PXot9nLslD7r1f9MRWar7uhNCfNwvKZsA0ixiV6wiE07l0hD12IPTarf9K46RYAwA5UaZpH8moLR7aG06+ChBtdEhA8AhFzt5Cjnw7rlgE8s3/xPGsHpq/aOAfWlheNbI+nkrgU6gpwj++gKaB+1+ff34yyRRtx109NHoDHwpkZ2As8bD0SjvfrHoGtsBHe7nVwCY57T+MB0lD2cBehxas06QlWQ+rYXHfum9ljFFfl8V/XMcy6uTzpqPPWh+tm76GXqAl+NXSL4HB3v9cORS5hWboNu1H709hRYEcdwxZQZof2oqHJvOb6vuruTUdfJnW06/CQJNY1PKtkWSAV67tNdEZ7vKx0H+uYPa93t3uiBJAv+tOybxrEOv4RP4738KAEMDJ2LdJ3pdbIjdiX3WNob4gQB+39Q0IcGC9e9g5w9+BxIbvn/XoquAJU3o4Ci5x/7LGhyWHbs5tgNHmXGN2zNPRfpvAXLb1MJaJkBDK3kSBzu42NWiLy4JBnP5z3MGunlagdXZe42fNa6h68DG7Ab46JxJYpv9fuTiN+ZTrPL9TNKxjw6pbB3iC6Is26AAACAASURBVOe+8iM7QbnXSWP90V2lCpzaB2+8Q69lnx7eneQbAqGvhGg5/9ve4nlUoTa9kOuM/fhmKpgZX+LtpoO8YJ2wQzSO18Z+A8DIVf3bsgm79e1epnHRLZBx8169T/a6ZefIEfgUGQgP2+6EP3V9FS6dltea8ZMQ9GPvjdDvjkwdmITXfvPTXh3QXRfw2aSn2g72+L/vOHbCaz04p2gIzqnrjMu77VwCoDkqZn3ituNl7+h3Oq1d8xw/oGnHmH4EdYeRF0OJPGc92wfabqWbtPibz8BYiPu0fsDneivXhUNh522nDOJKsYmEUZzjM91K/XYcT+fbJ37AeIwbj/35Bn2vvT/Ekkx3FyavaRKrORpW663nST7hk+non8PHv/AB+lXPBZ99dSitoxlPEojH5x1M5sQ8p8K3g9Q9v8YJ6IhIUYz4a4/tubEN78vBCV/ZbJ7qAPClvCoA3AQ2ISfQpmx4B/bGeMCx9QZyBmGm3kxDibUmflriWWfNGSUytrXxx/iy2ziBp1TCGl75UWnyE6DIyzsArHHIKG/hC3ECcN4OMJvHzxGYZcahR/u2FOa6/64ldhuwndHY9NHPyWaO42GaBFU2nXOO1ihRGcUDUnEusAyyH9mNI0gXyHrbh26b3zPPAfukkNmYEtIJ0m97TyvsWSc2VuaT4KwF/axnhGd2cyq4M8cWhEcR/RJMPkbc3Mc7tu3Itx4yUA5ws+d2CugU3+pW1kjvJ3Oi+bMdBo+1hLfHO0AnBn4AnmTXp7qCFk9ax6QxtFFh43QEEGuPQNc4DLwKaJzWCm8A+BhAIy9/CwCjuFJBK8m2xhWC660E71agJCdofA5+KzFbzs44SBovQXxaLPfzujJUq9zAxMmQHKDOTDAfgFV+t6DWHijwjvXQNfDXyRB9WghB17NnxmlwhcA4bar20qerN1HsXYmU/Z+syAb4fwsAm086MF2K+ZWlnWH0ggR/cqTJsGtwGXAF59Gy+GPWbrPXFR3ZjzI6poLWRuDIAoG9E9RrJ4Fn9XnDV4W59peDsjcg34BOG1Q2TEZOsBfCK4MqmXfWcPK342jtmr38s1VOcQRvYOE1miRTBWZ0Yov5bmR9DLsvEca0WpmiFijIlE5K6sDCW8n2nueSNYhMbCCv9Y6e3W3bdO1pCSw+s/yZJKqRPdwvA0T82q2b3vZ3GDlZlw0AB0hf2uo9cpyzTgkUEFCF3zUHWmV3+0Dfo/8ZNHGI1IAhABHjtVyZ4CN80evVdgW6jzZRe8bVE4HQrGY9//FVNlq+Wi9N0siMC0BnA8iZvALAXYkbY0uDjDGvZ3VF/AI5a8d0cPKcAVq8zHhsrA2yscBq3mW7B0ByNlFXuYhu0QXLC2SMtuNxHMQ5g8oy1zSIPGC/WBbZWV8g7VQt+13T4ufxGn4DXVgruIlAjUlw5pK//qlVPePuv1t+zD7l2cepVTBX+necUWhwKu8OyDbBuu85dhgniWpbCqrF3ZxfM+ugd7nyTkCqyRQaYQcH4Jxg+5zV+B4FwN5qoK6dYuaD46Ltqeryfk/2UmRHz7/fxZ6CVqa50ZgEgPO8lffuGnKd6RW+wzGKzZf3uYuH7fHdz/oe0Mf0/IghXnH2/YAufUY9ASwqj17QAX3hdasKYPaJ99/Q5a1kid6/A383P2fd3u4ILX/hzwV82dc/q91Zc+wnt5usQ3yxQ9DV+f2zsUt+E1wIfWM/79+TjNaB89/s69fX2PlMN5zpMBJe+N5xdN0EmNU2e9rFIc9ewDWBh39qNNnDAirUgWdAm98AWmwKgnDYE32t3ptEK53tlySrzhSHD/RebKdLN09Gvte1EmRax2BfnMpQtx3L/l3b6mfl8JugGvslgVxaVyNz2I/hT+lNztjctrpef/lU3yIIcODDefJpubpJfHrWjxZ53+QjX9WpZfzuPncOdTgi4rcKxeaXV07JPm6Qs2U5+rwrXne/3Ah9v+McAaS9saLryDb48g0Q/ZYAYfk1dkrGhj07ZyJ+9EEHeD+N3iLBS/f2udy2809ybmTjVrhlsFude5bssinuM5ZzT0R0kjtsI338+1Z3HltH1VdjY5FwFYG79nUDa00DKgE7gLy8mLHYVvgm2vNAB9xBga2Qev3vyKdKZNGRLx+t6HiE3JZcsD9qW3zbQTvJ5QlwsV+pWCVI3VWR7SOFJjdYAO4ELzB3eOTVsaIz64+NcPbh8XdFt3T4Mv2s8SQr9R32+/yN4bBWs/9e3y5JXatbsy5lcM86RX/eNm3za2TCVmDGj0iCPfJN+rF9sL8/3E6fvz68xO89+j/PQk/9huMRcKarBP4fdgz3ikoNoF8tnOeIJvwJL2PJbejfVU10UgI7016KbtWmj42sDx2vutUp9r87m/zy8bpalldgYs5g7q4hh6fnGch9/dod7XreXp+pOKeDRPTGtmO9Kvh0TmoBJpxZ2muCvo19MQlF5c8Is1k5rQ4R8dt4bgcIwneZkO5pXbvrkP1L4jfPkpzTznAAWPpzHtRyDX+O5yNfkF/9bvzPdACLLpbc7IQNzV0BHwqHSCj04M1zi4uGt+9kcHx4Wph2VVr4cBRSB+bHR2d3HjyvKq/pzIFcAzdNu89JgvqeL56PLPgXB4zs23+/h88OG194s20T6bHv73pUB4B1B5glVf/vsQSSU8d+HXulg6r46klMXFljHYRN9I24fdf3OKgOur82xvJueAxsqnmaPWSkYHz0dHSKD7Fyxcu8erzkxv8UABbV3/Vt/Io55F3xLbVO7b93XIO5kMh08U/JGexGfRX7dfSw57p6gCpY8TaJs5Jx7WtfeNjQsl51cA3NgQrYP90TmzWJ1G9rWM0Z/Ap5ZttqzkNlr8Nz4nc6eCyGs7ES2wGPLQY+1bqJOCA80PhWzzPyJP5MOnsOzeairkxtGXPsI+nuGU9XXIJfNT7V7038Y4+VxP/BT4/MibwkEHrk6LwzfDA8QPB9sNg3/nACl8Yesn+6lXOPjf0q3QhtWi+hQ7ERzrjKVmg4Ryql/ZsNjEcStg5rO+Acl2f86E5WyzoFowI/BEfB/htxG1muHTg2FfuT5OjYyJU4O3HDOHPRH6/8Eh/KdsmRnNtenQJFuksgiR3TGXkEft5xUumRLsBr/CLrvzJH9oefFRE2NHy52px92t9Dv27hbPt9ujU7HjGYVWyNxQn7yYuzbatw8+r3B3PibwE7HnAE9RiW9ODPJtzXxMFKINUHfZva0+t+NoWvUe/0uTEKfVrBjUL1355DzfWWBpwfW/kYsS9QyEbTORtiLDnQKDkyRxi33oHQM+A6RoUAX+a5lTbTKmeqIGPUTRa6FzjB0RdwavDeC2CGDA0zjmT7GICv4ICvHWWc7OYJcH/jFABtQcjZH9+1nQmkezmLUQIBw3U39L4/Si2/6xVvn/Eri8QbMIYloKeeTWuFgNYR1IIR2NgAB+0A4mw0PZqBjwM69gmb8mpFLhBq+uSjnD2+5wxjMhkd1P4uQHjBmwYjLRTz91YQpssvGXgoXKpEoXFnhyrYtgZWgsN6VhyEdTD1jv/8AsAdSD384aBeEiESaNsWTm5l5jOHQ7kWBgGHxln1eRcbkMmzdyPDOx08JDhgY+S7VC0g+XQ1A06JeFUZTVI6TtxwQDHvOaA3DDEPavAzNBgHQAp3DPOuxs56bYeAw0NlSDOtlhcNuh9jWfJG5LGRsxXKXZ2/vfo3UNEOWtO/jcNVwlkzKs6aV69WjuN8RChknTZbag2dnw5yNkfI+u1zA/PbXUCKOc7AfofRr3WRgmJZu6qzK+mRSXrD2zISAxENR6uL3sd6X/b4ZFAPMNQV9DJg+OBYIUd0cytZDMZuYcz+RAHjnMrQJJi6AdcNMtNKq/eC5v7XX38d2SUwxTrOsi9QUMYTeXwMuAlWaA91Uk5oFIA7BvpP0MfPGR3pJBwb6pFF+twG7Sr8k7lcj/RZTOMUd7CsuzDwPsu6eQ+gCe9soytjiNxsZ0/0dnKVne4Y2G/AsWlrLp1red9Zd3m6Y+yic0TibmOFDOygCF0KgK0l1XKGRoCx1pG868hLt64Zw1zrOwH1yKyppDPoF3vJnQTGOMRG2gz4OCfM62RETsBZr+nAk423j36c8wKdGrxGp4QuGQ9nZllUaEwDMJCg0OyFfQE49lZg5e+SuwIIw882lucDPXCilh9lbA9vfjTTTw1m3nyX6xD9PU/4Ch7XXrLz//1PwU9ow3je7GzsLUDMrqTnPfDjBtq3lVi35YZGryOI/Hhb/MT5mnOHyta1Xfj9P2t780rLvwUBk2y3utE0GPvRToj4uGxtrStJiW+FIbYYFfkEevVM9gz0MEAl+3ZEbuTzgjBXK3kLUj/F/NF2egMjBgrHfm+A4KzvgKs+Aga7edaa52h+nHEELbzuouUEGn5zsOaSuXSqlnG3ZAti/35TIDGGPXwY3a/ZtQm/Rv6Kf5JA+q+Xrcl7cXD1e3fU8P5W4Gf0V4CutPZOBZwc5TisBOGO/TP6Ju/47KkPuLepMr4U+jnAb/wWgz6s43dtg0j33lyA9QBVdjA3wcNjljgQ/8rkHPsRm/ecFfu9Ez38o+LE4HoS707yzegbAhW3/fDzTDT7XnNecNvGG7zKBkmb3+jXBApi77TeXPtcIGxs2t/AxiPrVGlYoDC8cnzZSWi8A1Bt78VPQmeSSPoGxfRcKgdiX+hIhT1apCtZkA+pFIpc8VwHMAGYN99MpDU6gxZkc4b7GMmRYbGvWmY3L70tx8PnBKHpMKGxZK7oxbxideLb0WGPDFnjpRNbkAFOCBj9q3VzK/rZC2+yGHPptcf/IlCZ54avEwDSNzlzS/96rzzr3nbYGzTE34guvQN37N8XnOQe/u7jnMr/bL7tdtce6dzcleV3p4TIreAZcK0mTRJ9ZL2fNQFa5Hr75LGfJCuSVIN90AAXa2SrWC+zyhtbUH5uHUEFDbvFbTpXrB/cSZmMvCtF/IxfAsDOK5i5ehgaB6AslerqMODjFdYXOutjeoQox7eVfDb+FXpRyRcfbPlff+wA9pK8iG+dZ5FzgguW619gq9ciZ1mPHVZYEoB8zvjcBI1TFVv6+9gf890J8vzhiC/9PQHDnJGqD+87PHLs6VQ9xWYMr7Pfi9MsU9Jhb6qNZv+iv8Qjl19gPXMnrvI81tX+CLbKGJMLJ8Q+sa9dHRn+FCCjqi77f1opmz+GHwcEpnIa/xr7noSOg8+he8U/siOOv0jxxiYtHF39fZUjy9S+PrIz+3tA+O8H7Fna2F+Vb3bYweIodkgF2g8b2xO4fco3cSR2WXymJHYlAExVIbTXGDtBVttGPOEE+I+WtBLHXt0OfJknfmTzC7q57Uv+7v0heeZAWvC+H0cvaX/OWZJ6h5J4DalaJsfGJijb8hM78D1TG8yj/RquJRhz+N7KSGOM/aJPV20C3GtdpDfVxhN8om2/qPTVz+hm9J/32tFZ2Xu2Z713bhu+MR3WOffH3mRNlz7BtrOhIwcdcD8yaBPe2sakQxGBwMZmCChalsy789zIRa7Vzx206Xe23dp21+GNsZ0bk8g7ftrztg9HJoY3o7PwmTwO2V/V4ve3ADM4GWPYf2ND+eXfc4yVlV19Y87CcOI/JqF2hRY89CZitm4M7428eAL4HcR1FxLbeHkftLGeIUkB/GNiPaxv05F4wx7jsAGr+DfZ190KOHZUMI+j08buMP1FKs89uCL767cEV43F5NT6jK/T68faIUP/ZN/oupPQ//2c4sDtqEUwsGlgbGHsm2Bc8R+CQa3PBb3Ofhv/QPysaavA6we+/i17d6jh2tjf4awkYM1xn99+j5xOAitdOTgihPVp3lw9W8cuzL45R2pJhkhWPp1H4H/wAuxFPV8Yw5FtXp9UPmN/La9t8PzsMfPvYtyMd1uj57gpH/cyrcP9fPm74BajZ+UDt72C/dNBb/OOMNGJL7SeaXz7TQz3UVDeJ/FDI2cniW72Vcd7sD2Of4xMHd17zzO+attBrB+6E/8J/4f713/ZAiXij6ijTsD1WrDPvyrej0ZSijHW36Ajiq2VUzs9HZiLQReBztl6YQ61Eo4R3oEFK+Xvfy+IiWHIwkCU0yKhQEkCB94cFUDGIKUVlTYRjuq//3vOuOkAzG+tgWFQMlTOBnQWTIBuG2E2YKNk2MAdALbDIANuFA6boTNvOI+Qd+rfZJPVYo2F66w/M+9mFHfF1VmzEcZkUmAYbBbeZmgwplXIWUetmQRBhOBIIa9vNq3HKQHyjelkOk5mKQwahmtHO4A6AWCe3ZmDVMC+WTpkYRwDbDJteFdn4mQCO07W7++/08qmDdB3UzF3nkvgk+CGjQVn8UwG/yg9xtVGt3n/+08BAwIMGCDf1vhjCwHIzX5jX2z1y2ZI9vsIDKIYEHYoqDdDsHnuVHaw3uVU9L7HtnmziiwAhZV996dVxhd0/Nd/uKLEyroMjQZown9zrouqdhygDvUD/MmZi1FNizX97c2YCj/GEWrw5uJFSbwJgAPuYOjqun83f0wCwAkCJUATvlieagDD4NqjgOCrBSk5oyMZoNCReQRo2XN5ujIbQxVasW4HkMJoc4XPABsG6wPwq7IGeRtQNwo6mVAJAB85bQd7gDDLthhbB7iZn9dAx2FZ0MsGgNcvAfwjL8Qfc/aos8xMBOme0FZirlu+6b2sV4OU418dYxFdJLrgTK9C/5f/9W+fXDJYoffNp887JcOMv+EQJIs3zCgj8bejD3462XmH9kOfNcLY2gG5eRNnZXitDOrKuTgJFQ3Utvx00GgMudbLXU3m4Lq449FLvzlCyGHkdhsn0D1ON8/bThMEKODbV5c0P0OL8GcyAAkAu23MnMXZa9R66Xx/AlqTLWcPc0ADt2LZufv9Biy2ImP5LPrNdFrcJrJ8HKpevzcAjAzzPvjkl3XvGI7Iaa7pVmp/ymbu+emZ7AG+T0JUAkpUAKM3Gjw1XypZKvasP/Id3bXoS957A8BtGGPb4YCZ/g8Q28Dkte4V4Gp6vvuHfaJEqMivT14qQQVcYsbMTk4XjsjNrnhg3HoORm8DbJc8E8AhG9U2RTL1uzKlA8qh19i6A6SITci2hqfYe32OWZ9R3Pzua9uBH8AF+6Ftbd33BgjTHSPO2+ucce/b2UHz/60yhoStBPSmq4KBkuWPruQm+cTrNglUAK7t1Byd/K2pj5gxiLVJmdlnsc0bWOy2h9ghV0XK8LPpPv8PXdb7ExmvfdKVVCRyxWkd29T8RPBX1S5jtyoZZCr4DABWghp7Qu9En/J+B6zGTvQ8h57Nrx2sjK04QJLmNSBVzni7A9SxPbI/vEYHHA+PNhDePN+BIfbKAumrG1qXyGZCH0snuapm9l/WOmBhJz8BrlMh07YE9uyVxf8ccYFvd/y6b0AOpgocGb8SOkeOkjC1AeADDNp2f2yMCTj0/u3nXfb1bCbAQvzUgBh1Di+86LW+/RCeHb3zVbowOPsJOWoCefXXv20CWmRTlNuu13Y9ObymRLVe9N4EHs8EXUZuo++4zEmwpVzexF/LRtuqCQJ5vCOMu73c4bXRxy3D8IXwA58hnuBWzxNZSDJA24UZw/itsmkGbItsytO7Fe2lfyzXRnZa7uP/ThLl2OTw7W/6Kmu2zyEZ/q3wvwJFZVNwf7qkzefYU7mQZ55A5IwTsMq2Kefyzd/ypLV34oMlAGw+Kj/r8EwloOua6OFJYpAtPIGlxifgCQHYSQDZQBZyYhOrEqBzoG4CisJ3DC56f06ibC2SZees6cq/zOus1ze07njTa+x5TLCSM54hc3xz2uUPvczjYB13AFhjvKql6YRggiaZxMm2v6xvbNr4IVq3rFmCWfCp9jlHxrx2ImOmtS++bvx76b/IZ8YHUK2/nXbSkuF+/xeIevCalufkTm1QKfvq2FLf/AyMGoydwP9yr/19vicB0z5x+WBZwMjxXY89czh8h12TK35L9iAhGf20ydZ6PlWQ2lB9bIYq13LUWfgozz+ybHwofXc6VyjQNh/RmQBwTdv+8ox0v573ShfkbNgbU1NHRRI70W39TMYl/RY9M37JwnI7ru8njtriy/adkaOmZdkSjZvGnk5nPQLA+i5ju6tKO3FW+882qPkrb8fHjB0gP6wCLZNIjG3Wvn/7FZ1cRfKD9ky3uH75Cj/SRSC2r6Oz9OlOjNBD46Yi7Yx77PAO9jZNsy63fhePdzBg+WUKPiYAmaTP7dqErY3cwcbwPIStzdi5j02jGdGZE2y4u894nV2EsUFO6yXr73Q48zxKf2X+8/1CJrrqrCnXaLwurPk+OoM6NPnpz2Rj3d2ZkpQy9gQv1LtHzmATHxqO7M1Ldi8So7gCwBMr2IAnE9kgY/yl/zhJLNYxv9hH2gudYMe6r/23GDdjNd1NU81vj4W5u4Q8yWKjv0PbDai2P4Ocgs7Q+vW13gCw+WcqILlX67ZHdsxeneNmmgeYU/C6Gzc6fxsdIP2KX8M8miZ8B37YWHU6hC5Ot8UaG/AtNjHvih5K/kd+tW+wY0uCT/v1ThAZTAl8Hl3wBoBD4+hq7S3r6u87H/Xw/YisA//mvW6b7QD/JFc69pHETubBHE6CdrX+l6x1Esv30XFHKUrZbhbHJh7WVmwKnP3Va/Bjryu+HTI1+yqjv/GRyP5T0GI7eWTp+IHIVn0LtiS6nXdUherLqych++M9/DNjKpMo9FsAmMQejZXAeLDP9cPQObJL7aO1gzuJYrJD4TNP38kISa7T2MUL4HNX/GSOIMnazn7d2rijN9v+cPwg2ZEnIV3jalmvMdzyXvshfmLHHw5vj117kqvbHp11vDA89un//b9/Z6krgxkm8WaaQ8xfELQFkG+H+c7GjSXVjC9wyo8so0oDbkfEj9GmmkxvBLyNkckgzPuiyBsAvQLAA6R1iXhXkBCQhYBXAOYxzLoqwcxk4sVJA3TBkT9M7QBSQGx9uoQb4UZWVP4eB4sF3nkTeJLBRcZWAKBd7M2qaVCCKqzOsPe7qDI2Y4zzfgL3d+USAgCmw8nTcwB+N/Cg1dvAXSus8ALUHqNzgsCp8ktG1glonKzrdYqcvffRnbNno7iT0QfdE4zeliF3sC7G1w0iBTSzIBZfSlnPMPUV/OiK9mNwr4FAgI5gPDN8q/bgAYwwDFMXumkeMopGG3g8o9R++Ek2ytfifw1W3t9Bkd34v7dOf9fFrf3GCGKdyWI883OyRQElI3A1BYKezaNd0b5tnGKEowRToRoB15l3drZPYCMVAKvYnuzhGSAGOI4H9GT8GNhNS/Po9wdnUBUw5jMaDLxtUG6fM+JzHAACwKbbrGEr9xdggRaAILmPDM5kIP5wls2n63B0sIr7O/MXgO3NnueMdxz0lq/dSaEzqaG742nfJ7wqfszGwYEN34gAOaMuDtKMeQDkecIKBQJ0c5aI+CIJCXfrYW5A7qBP1pjKWY0+6+fslQSAXwD1DQD3fgPkoRrDe1hBPGcJouVHz82Nx6mnXekEOn4CnwD7ub9bGEe3rcdlcF+AwfBT+DSBk5ie+wG4beezdROOaldA6m6qdU4G7ACAPjtTe3L2KfuAyt3e79dAZoydqYvuCHgwwN1rSMxDfgNYU6F1A0UvYKP5wxesJYEFZHhXYpGY1Fg5WYZZlwqUzth8JuxgtA2q6D04XJp3y0yvwZyN4sdURmiDubGXttWXl7cAnibXr+CifDNPfOUqa07mbvZmAih8tI/lACEX+X4DA6u8WZteIyV03PduACb8ikcxQCevLrtRl3SSQ7dcF72QrW0/Mk6OdjiO+8zxBIDHHmw7ksr40GO5V0NSlcUbmHgDwOxD/dsdCNruEZ+cc5NsDwoU77VZ8Agn/t1HABuRhyEY8wSA17xa9/RavPZCJwD6Pp/xcNOASonQ6x6z5y0ayZaSPzzE62C7HCq3CJST+P3X46b6DPpfbcXsF8VZptIFmXrADCrwpyU99Lg6o3xfJmAwOucAspGdVNJh47Xzl2q6qT4ve0v7Wzolzj8VOglW9F6wb/A9uDtHaIxk4LO+rBHxHsv5byle/tF18PxWpI1dcEDl6IjwUN5/gs1jLzRf6V1/AjoBFPr6bN8ERPh43YeApukkkhEA9hnT0hsVlNa9J0l2/KztOpG9wByVXNu28Ab9knltGSaf8AOckccBgnZPWT+NTfrqT9YsSTlJYrXueIK1tMP2Pv/0i4Cbc+8Al/Age7X3k99b9sFFVwWCCNbP/j6+71zYZ3K7i1D5O+dcve8dBkq0j7+f+6iVV540+L4ATu49QVnp0Tkzu5PMWvazLwFu4Lvu1HV4vXw/aIMNafkgvVXzanphp7avQOcfdFv7Ow4AQe/pxKW5tbx/E6deGm1QhEq5+9zJo89KrvS+5mfz7FT422/R+nz/z/bBJGz8eHclsnvXyR4coMn2nXEQAMAA+rHf7oTYS09LToxc3QDO4Daj+3S95dv3rF6bs99HlmIrej/MuhlA++Re5P0kxxvgzMPbJ2Sv6N/tgJCKzyT9BeSMv7IAf4O6nE+OPIJHvf8UCH2I+sO/v+RY+F56Gp6Gr7ZVuOTYtsq07jNYEDtH702i47x4Elg6YfEOcEk/5uw5kr66FXXsbDpGbPDS/pW44dvr6bizeA1nzJl+Uy3DfCQvZXdEtmaMgJZv0loHZFa+r0+aFr2LudjO/YTOb90BWo+LByj2+IPZf1aNYzcIkp/9pPdeiQ0zl2/BT+B/EsitSyTbrWiXjxqXa5wGG9D76HsHCZSc5fyeXX508uiPZjn8MjgxvDxVlA4k3QHgTnCKvzftIss+zn7LF1pLjotD3jZNORrN8n02Az7hVp9lxNghsQmSfLQFLJsA+1vCHf5gy1/xZvM0iYKd+Kh3Zi6RXeKNiwZ1tjd0pQCocSXRqe0Yr3UH0OY5JFG8XRkIykQmYRsuzsPfD28Ij8DuJIjdvOWOALHv26e4eMM+Wr55N/waGwAAIABJREFUE7gvP8Q0yliwkTzG73cCWZwxyvv0r+3p7wXWL1Y4WmTd49U+Q5F8oaDiDUBdnY/mfq31G9TnYey10NHaNrx19qp+JwCaMdg+lG0oWeXuW11oROW6EjR+T1Rqvcg4UgAUudpr2nvb4zr8lzHybtvNMgG//8G36AL00w+/2xsoQctju5d+OZ2Mhi/jA648Mtw496Y99O1PdKJ+0xta377BWV7L99fXfPmLdWs/zs99jtPLd6JV/u3PwVCsy4KvY69IDmY/RAi5Q9t0+Dt+oyeQDQMGjtwn6eKVL+OynmEEJ4zsIu6xzx9esF38+XCn42YmwvnHWieS9Xiw7GsKjpCpLx4X+Wmuyjxtay2R2mfCTxINfutGF96szkETRxIGLV1PENLJtZKZ33thJcYXP6aikLVYmnoKNbImbdN0LOWyp+f+tygBfaP7KNZ47S7dqrXpxP03ZrMYWnQNMgG+hmcbg4f33yKRXbftIHLs4qmsTyLH0KcSGU37EwcjxpOufIuPZWM37tfjjJ252LzG/Pe/fwkWwlC//7V+eo9n7M5Y5mPHVKJLvG5zLKh4kgTLwy+T0Lx+CfgqVf9ZmZ3fYPJvABgjNBF4TUaMupmMVgIaCA7JxwXJgA/B3j7eesZ9phHtyTA8cI7JyBnASIbuq0iqFROGWxvYHQBuBxCmiFLcEnGUwNvyqp3PE0CQE2bli5DaeRA47Ey6AAp3NjjjQJESAPYCj6HaBrLHNw6kFKqYECMXIfGeN9QBYAMkkyW/NFiAKN+FUVrwkXnVxhGGw/v8+ywiM4yNFs0x53dtSyfPWw7IGCFvkMLC8bQdGEdllAJGpegRHh2GHkW+GakJEpxWj6ctg9rGBHwi8y30WUNbykbu56WYvNk1+0Uw2klE8d8A4JMdPO8RnbtdUhTJbPDv3RiOFpbiiU8hnQ0++6GFgtfNBqlS+24gdjPYt6VbZ6i8GWTLm1s5IF7sjG2NN0aR9uwt6sm4Ea1w9uNIcaZQBG7vtde43gBwnOLL6B0li9OAgHwzB886FFiBUUbw3XQbAw0nj/mfBIFqYakMMTvqKIdyQBtksWHnbKXM+7d2EFfLQIEd8ywbTTbYtF+2wr8DwOaXafG9RscCCK2gAyzEebCzTsUzE/3+vSqgPI6hOeC71nKUEAZ12rLCU2KF6mzwXd/nxMqJANwOndJaSHx4HKAJcOvvBJNpoRa5NGcM2TBfWaW/BQDuFm4ouxjkOKzer5+cI5DflZZH38kJEOivoEFZyRsID/9uxXnGQlIOZN1sxXwDOIeDe64bg7/lRoAXPJcJDM+caRmU9Ywc0/rKkOmOABo7uiFAUc7gANj1mGVUzHPg07O3h19wLDFqcYJ6jKE/crgAollf5kalh959QNzZf5w/ybiy5itrT9s23SuQ28HjULEdEgIAzCd6aJNqYpiJDlS2dyb7BD8/XlZGOVXO5sknAJwjJCQDwydxCiOHTwsd8ckktiF7NF4Hjg+yOu3Phn/JZGTq//Iv6wyjDwjkd5ZrZyQDMDb/Nn91RRhOJTzKWUAvuPYDAJEssS2URfiTHm4HwzxL4FIOunTeOJPnLJxZ0wYjTdNpuUQCEdmbSQabPfKNhSBKAjh6n/TYGMrSW0PYBv8ic1aPkajC/vEEq3LkNfrZi6HhgsMlPg6wrGsIqHTwATmYPbqynP3wypOfZ2wHEMW2zT6XcJnKNcm+UtXdpon16zN5AbYBAC87QvtPz5u1Ayj+kVlqR0uZ1bG1mRdzPZ1INNJvqErw8fi/gJ8+thEGlIl8373s/TTzoVKuZTY8Dt9jK1ouTrDNZzjJKR2wroMHkSwJGvrfSjhRC1MHSL55QbM+IiX8MMmh3/2urCj6Eyxhz6w9sUleCZ7s2iHv4I9ud3iyjkueSza4hazl5FYP3LJY+2M6LAhsmABkV1q0w47NSmXf0miCH0Or0554gK4O2CxY8J8noUsApewHdJt4Yee5VU6sNwHg2M2KlK9vuYlA6/jeiQ9KzhnQY8aLTgToO615lYE+clpyMbZWFBb6XGPCX0EetqxsveprC/S65PPwJDTtqsJ0aFkgN/JwQGPLriQ4JFsde3OrhNIKP8EpPvHFqwJuEr2ouuhEaOTVuXdo0IkZnRzCfmTPORg//p7o2YCHaamhmI7RJwBD2Ce2SSap6tB4pmLfopJ6kGUkI15AiPVBZL1o1rL6EOb7oXW1eeN7SRLFsfXi/wDA6N5zxJST5MITyCj9HGBSgbxPZnx+RORvAntdIW/ZMbxgGeJkC+gSQBW6xL8NPxLsfOWDZRcJAd5AN/92QLYTCfVOJTh0MK99qsYTsi9iU/2XgTSO9toOAPD6VZVVRBf9HCC3XTC8++kuPZNOJlxOoMhx19mTt62+vsjx/2ddwm9rM7Q9Hd7BN6+97+rV3TsBxfP70aMD0GodkH8UTrhyZ4Icfv8E9gHI8T36WAmN47dgedZ3W22S7NRdMoSFkfQku+UEqQ095nioxVdC1ff846XRVsScCt5vEO3fnnWRjzH7uQNapqsCleb/795vfL2G5vnxA5Dx5qdvgdlXDghINozfyfsxo7sDmfw7fyYArB9PMufTop93d6IzvlPWNziTPqfSehLPG3ODD3+JSUOeE9TQHjzyw8lpWRfGgt8Rvb3yhCCIrtOeJnFAcuU3sF/7dfl/u+bwHtGkA8zsb8mV4zOPvOkAEgms0IlE2qxZFrIDOOavb1/omdpHtKyWbWHd+dG4E7Abn/uXSXDppPUfLa/9fGEMm2AYnqNyazozzkp04cFZnBkz/PceKabv2y5KAlYSRVaPZkKaUx/BFj5KMM92gxIHhadMsLt12I21DhuXbmS8R699X5CYfzpjDt/+8z/+doJiWjtH8rtDkh+yGId91Kokb8yIhHT0BslT0Tvrn9tvHcwUPUlCXR9RZhyIWMLIssvXc3Xy2M9m1Kyd3tUdHcLDW8X8FjBlj0QRY1sef+57XgInPDs+O3gDtPD6DH4mvoUHOyGx+cdrMuONLtTAI7fC/4PPTlJ/F43lPbvesburuAvGNJ9uUBHft/XYuw/0pBsvHGGr0Y1fsj7Ug29VB56W0fx87OPBYwjaae3RbwSgwS80nn+qglU+jt8fXfrbHNgPlmUuuIgdS8yEM8AtK3u9vuspWIBX+l9dT4eqPqLn6H8mOAuseAAFBW0/sBZxt2P0dQeKluuHH+aZsXdi272FF7EL94jHyM3E30Q7bF7h7f9QpwXGKfuFGNIcpeHdY0Up/Umi2BYU4j8wbuzv5m18h+AQg5lN7BTMLR0w8K226JHniP9jfwcfx7c0di/y+dmpoLXP9ulv2ymzX+HVxREy68ZjuqsjsrgLhHKD/8/PN22mkIf1uRNdw5v/8q+y+QbTd0z0TkB75b15bRLw8nPsScnTFCbm/etfak+HNrQXPzZzBYA1d7Afy1/pGh8ZMtXyg4ehH+zfu9PPYq7oaRJeTIr/+/+bKNMQtAWGJ/DddWUIfr+71z8VPBeAvws8e8KCNJVzGwi0AWPHYQVSM508IYQ3QG5n6IsAB+CRkhND+nkR6L8Fv85337qeFiUGmWLo9b6PwxYCntZKk91OFYj49Ec7ynLmUfi4D4AsOInHqRohaIfnP78zNpwVLK2d1kC0XnWg9hPKAtXaCDgZEw2WDjERMKVDxgnSGUMwT9bgALET3BFBG7yCPg2OHsdYDukcam6eGfBuBUyCWtcZQDJ9Rxmj164Avh2vdbzFywbuPqCjgYQYDXDPZsMSqJYw5Qxgnm/HUgbuODQxsC0S/KAWzu2YNB0ZM85o8y8GeAyDzRAGZPn772QqOXhzAoZPsMJrEoSkHTACDsy7jcg8c42EjCk06dZnMeoCOm5gu4yLUbh9ZirzO6257FBulpH3+5yRhNFpPhAJCvzXc2KI3+0QA5xG2UYp5I3QvNcBYMS8aJ5YOdL7qisXvbozHnj0AKi1sJ1NamXlqsOMB0d957Cy5gBUJzi6YMS7/7oC5jqjp7LuTvDjnMGylVgNziJDyWAkIOTxjvxo3mww8ID5MrJGDaCge185MGujfdp9EbTSOs3mIxPL4KBk4wAvR2lLyUmmVgCPYGKekfa+fcZbxgBos5m1faaCpITBQ+kp29wxCPVRSy0Nxr6aA7tj8Fc7uw4eoGAxZjpwCQ07QAb/NH3bMH/ldBuQ3qtd7ji0PEG6aeHtxBeDkAHxqJAIMBXDqduXo19eAx0ZeYC42W92cD5maaOzAc+dQzTZghF3hWfWfIOzvK+BAfgoe3EN1uzzDVbIQKdziMbF0QKrj8tusIOe4I4NnNHprEmD8tCGVlUdPI/+ipPeOs7rRLuf7+dTWSWOlf4qoAZZa/lC5vZU5rB/OoHA+8Gg0ozdxuUGg2LgrhzR/DjftoHVDkZhUB/dOU4nuge6dNDrDjLeshm5dug5Bg323dkXo4c7wx5Z83Z8aAcA+QVwL97DrnJwbY4O0HtuQOGtuhyHqmQTAXl05AnwDL1bLuv5V4X28KQrR3AcvK6ZcSfJQQMcmFQ8JilS9AN0DVBDoiOyjUS5tV8BJKJfZRdOa0pX2QQt2Ar+6Fe9Jy2Vc8xEV+ivzXkHTd6K4TcLnzkyP3RD2z5rw0ceEZQzKBR3C4KdPQHAiWz47Uw772XZAxO8cnC+qkU6+/jQVPtzWnyZXyaZh0Cg+WD8A9nVBvNniMexrmCZFlvVpej/jCmGCe09BQiKbxaYTvtoPpyvJpph/2KXcNYrts8SK/JQn656R/96T+KMz3j1/LdiHvmh55yOKmd+UzUoi7paU8dWlH08FRhjf+4yChDbBGDmvTy2QRb49MgQ2RBTRS26pwXaJihsQFDrtF0/1pZYYAyAMjbg736kxvYmPjWgrffJDoX+AV+ShPDuM+aPP4ycfe1b/MVXtrQc5W/4hNjmesc5r/67yGcvGgS57S/rZIMlCQZw7rvux+fDL6SRVsY/+1PyZPwv5Jn/WrQ0aOEA81ZlsMa0GSYAkLEkwAV9TENXSWZtToL4uBmSDvksII09j18WUFFrvvvpTfZ4A3RbTZ73whrYiRlXOnV0lQnjkO6JLbwdWlLhsgHO8KzA/AR0D41sI8uHic/g/W67JHTnyCkAYa2Rg3ZHxq38sg06th2yiQp17GLWu4Or2BckgNj2LZcwlT75Dh0V0DrJbPCDc9z8y9Le+0PycDowmL7eQwuis0/0L62mOxE2vLBXiV6q3OFYhgvPGGQce7RxKPyV3zAKr/HoyQ1k5J1ZrwT1oftFH49Hx0UkYIWdZL6e4JvnMCKHfd0VjJxBDoZE0BhfiNlv8mloaPtz/CaSrNrO0hUk9brbg2kZ+6DlC0H6dGSIDZKOCfe4LQtHthx5NmCsxojuPQnmj87J+m8SHXyJXoM/8U3hn9YV9t1s3yyTao3+3//7pzto8Hn9W/C+ttWxiVq+xueScbr2I3/HLuQd7OMGebWPoDmViL3flg/MFUdvL0Yx+21ovwnx3uFXIKTHg3wyjU83w7uqCRnd4Df6B7l0Aqx6//csn/fp4DPYxbZip6r40GN0zLHXbVve8uCVt9gtBw/5ntEBAMu8SaJYuuenF5/LPstGO7Kn7MG2pQlMHptvZFR4kv112Okk+O1co49Od8SpDNM7OALQyVfB3k2/BOI3SUdry5GA7I03oattGToMNXak+/5kQ2C7Ri9Ip0xiBDj19/V/KNgy+z3VYwRZNL/FN6/uTwR0JuiZMUQ+en5OVMgrT4Jl4f6c+Zt1moT9WTP4eBOwCNj9cqzg+PCs14V5eB3R6W0zDO98f+vqNnimA1is9St3199a33OTjO74BZgZe8I8avtg/LepgI0dJPtMFerBe/koMdT3fdN5Ezq55sWZrgf4nQTN1n5GfkCnPjqgbczwwcY2+tlvxW3bSa/cbP+ev3WC0RUAPvyTDWTdOIH4Y4905xM6ME7Qt2Wz7S4d6fRNWHysI9ZInmPd9W93u7D++J4lvSn8Xfv3r78+/6N8VPQXMgy6dEGT3knCKD6u/advD2Lf0WL7YLM2eG58Hft9vOYridNHxh3cd/WHzCF1o+ATGsb/6cSsU5Rh4zc4Heuv96UjTegfmypU6ASfLQCZ/TXO2ZUQZPssR3jcY4pesw1sDGc7Ksif5ZiqtJwemfRd34nAXTjW2BVYYJ+x3gUwjOPEo0hkeAqiSTa6Cxg3Ycd75COKnv0mALS/rgS/ji+Z7xSIn8TBxon6/HZ8JfztNxEAPpYfvvgFvnXkH62xLUtGdjoxcfCgTpg6dBm72Hah7JXfAsBkaJ1FfWJKGLgA5ABQu2E+QSoG+Igu3lDmQiYU5lUmrNoNMskG9iyAxvlPq98oZpSCBWO1eKI1oKSKrykwoJ3XA3hqUQWq28jMGFqB6XdavZLdrO+6TR3AytvqyrbR7E8xAS0gY/hXwEv6m6DYACBWBv/vbweA9XwtEJkqoWsCwAbqK3iG8GxgOobRbihdg91mYWZJN3Q18yRQ57fMePxzOXqsbf97Aree362AUUIowpwjUlV2I3Ta+aLCyRvs9JbfLAYRN1V6Ahx+tkQNP4UHECDOwp0WIuajkVUY7ro+glV/INNos3Ogb9/3G5jTdOn3EwCOMRZlfZ3dY6WUCtMExG5hqefi1LcD1dlebUC2sIyjdQeAAzBprln/0F9wzC0hdS+AwIKmAZrhRwPCovcY2R2swMn7rS0Uyqr56+WD8jMOab0WGfYZuwCiY4R/80q2jRJR7ox83RCAO+PfCmbRO4ryPHf2zzn7e7Q0mXrwWf/7jnerD+9ECt3Tlak/M8yT0LLVE1slrLkniyojxblpEII5nL10ZbAHzGNtLBPJ2u8zPL32yerWOxqAVPD1bXPtsaCAnspnkVZitnF1aHVXcOScC4/NGU4TTJw17/3H/un10s+iGxm2JNDA51m7qXx5zh96nQQysW1kT6tJr3VPYl7+WzvX00bZ9JvMt29wXYGp2zuT3KMbubUgbl6yfBf5l44ctRGG/hnjOiSsC3Ti7+Gd7GUCwN3WDwMYPgnIkqesk8X7Q1Ptafgywd01VK/OBjMY8y4/jxPt8cmB1Pmr07qsA8DH4Z8WgXqA9CUOQGgoPco5u2IeDVoPjm7T/lGGtJ0QG8BfKx2CKEVSnN0G5KCj+O/IQVWATNLNlc3uAKBoHLkPOdZYRt5QFZ+XL/gE/8eoMPAwdGoHhaq8N3C88iwKr7PYs/4BgNteOpVbozOyF9lBew/2BYl3yKHz3HHGO/jO3yLD4sj8CNzobDTJt3Mmz7baDm9Mi9bv5w40w8+xy4aOn9AhMz5rqZncRyC0ztEz/v3fb0c9vJ69RjVr6NbrtHLhMvC9/gE3kXfdfYZMaTJDHUCZfcMeo6LltJ76mFhGe8CZ8A8JD+JHjjihvbH5z9eH7+Ev06v357x7dfsdbIfvswb5T3Tof7nmTebzPQY6BTROqrsvVnAuvLnz3VbUgBm8Ez3UCU6+189fAEbPwvZDL96tlrCntKYjH4qOHfS27HbbygTisD2abwgAt05kXNF98QP0obsIAeBUknz2fAG8djZlU40jB8/z7j3/VQDk2my/BYBN5Sdbmz0SG3orIXqN5XckULQAdduYBIABIk9Wt/jigHhr63fXoH4PrY35Tnpu7cYEgM3XrmTZY2/aPwh/3LqQ3zs7u2WUuCYyQbYw1RnZI6x1dN7dhUbvegMeDcq+LYoNeirBx8HEPKvH27b5C16KB9JadfccMrOBNc1D9qR9xrHNCcwSlHpt5uy5kR3SwwMgec7HPi79Ld1u/yX7Pmd+VmCYoO6svek0tjjzPf4c114+wySTfc/HT36DfW07sX9iw8Cnt2+Q9Y506PkjV34Aw59NGBto/f/wJWumF0Wn39+H944N7qBukkY4+83j+C4DIAT7yPeqcIrPr4+7ujxBQK5vfgZwRvb1vmJ9TfsHuwGsZswLRGXMBKdPB4/BbHR9JwCxz/OcBs6WFnl//J/3OIxhVQ9b8ubttLL8WfvmwQzwCVhfnrm2TXQvcgwaaZ7okZduuj6tJAPo8kxA0+zH8FTbydD5t9brjSOhm7tNLPaJZBG6vYOMJxgsWh8bMCNPksRWuurv4ieSX8SuVLr0XJEVYHKX7neQbjsrdQCYzgt30tA+WXO5casZZ8kn8LulX7qz+fex10ULVbjQKhX6mu+0OtggM//uuGC6PLZ8n5uOvf/y7Ws/5jkE0BMIxA7oAD17AFndv/f1XeDA/lv/cBKPKqGkkw+gcNsDyOPuAHfA6mHclttJ7Mraysc+CfrftZ3QwrvaZ4Ced1AjV2oOyOQOlnBPB4Bj/4e3frOnvO+/57nFu/yzs9duWSZadhDO/pHnMXvz0Ul/0tPWIfavBhic+QgPQ27rjHuN1bbeVNLJ9OL92F6d2L8JmvvcH8lJtj/CqK2P0O/Nw/Zrp7XzK7NYA5J+wrcVcBJdvLEmUWQKDbwGj37g2Y23sFaRq7GL2h/toxV1LTqE/dNJgsislT+7UV+dcvhj9nonTywtC8sY1Qy2cXDwSfYyncbWYe8k3hChIoz68NQ8y/rAHRbFs7lWtk93TULeIBP8Hq2BeWnkYS2azxyfv718SbIK/IiMfOkV3yR2mddF86hAHLSHlzq5Ny2K1ZEkcRDdvwmsJAys/Qd/dmJC+5h6BzTkvfCkxv/XX8NkLZNnW7Rcf3HznkPb1rku/oH4gDPsO7EsdI9t3x/RzB0pvj2gddhg6X0dclv/Nk6tx71nq3OnxuEpTgvgNyH3fkN+W5kl7EJGqyo7q8PpyEPj3BrMFJTxLI4lEH2M1/sP7VcngEi1rcb3BoAJMP4WAG45/Y5fOB1VwL3uXPcb7x5f0XRMQd/ZpxQNDS87QFlHlJozWc+Ph1OAsQHSHl9iblsw+BZrbrwsWEp3riDGCH+BnbBeLtYkOfHjJ85jxmbtAHAnYbS8bV7tJBvmgJxN4uxd2MfxgIe+nuvgueP3iK8cAA6cMLyWf1uv/LEC+BDzOQ/pDaAhfN6MFQWAtVYnk9Q93vWNLPKAY2fjaKAeWRTMfzhjRkBgzi1hwDmjbrPsesF/Uyh+5AOU6z3a9DH0R4iM1D/g4SiE68zgOoM0hmpaWrWhTjsFGIVMzNDhDgC/BrT3thwAG96paHKg6ARmJEQ3gMGzOwh798BfZYaDofvfsyQ1VoKJzL+B7GbUs7HLaHgzD17g+TjGA6T99gzTiwCSs8a35VU2YWc5/TTyzv1hoXFI5zkSjHOeSvghI0BwZdOGT7OxcsbSbxnCOMtunWJhdRubjANF5hfN+kEHkg8wUvQ7LU7SXnQNxr/+LfsCAMC0sHP2VVNLIVQLNIQoVbsnweCcJarIUACT7JUQwi0HPY/sx95HOBPhkVEq41jofgDE3pMJAq9z/AaAj8J72knAF3eg/QbatU2pKvdaMuYBszDAU9l3n0mJEryDuDKeMv92gKHzaSml+c874oDn3QnqM/Lw3ZnHgCLdzpFrnXxyGLACz8+5G1mrG5DSe3FEI3uT8WkAhRZYWscH4DO9xDsjD4/c/i0A7EmgWEfRhn1yBsU3Z9q1MSfGmnUpx+IY5aFM5rM8zrgSpMg1fdZGn0WDHKMKvQGEOO9TRe7A3lc5Omdk5amRn1nb0IIM6m6tozW9KmoqMeJNKPKzPNeMHYNveSCTx1Dh+waObp5Z0FlEfo0vjALvg3MG8dBVdJ8X/ObUvfx9AEedlayWoXretI3dipSMn4zHrN84rMX4MVBuw4IgWWgU+uB0HTqIpwbQQV4doH8MmgZg8v6MiX8lo9gP+X4TbF5663eex/1JEFpgx/coa/p7UFpsx1k70/1+YZ3Nc5Wh57mSnIHDbiNWQEYAhZXvdIa4OwX85If/P2Nvolhbb9zo3iS28/5v27Gd5C4A9bFASsfdSn7raO81cKgBNTIOvJbLBJwzv/muEzg8Xqp5FjOdxJvhZRwzrBMt+i7+5Uu9yXrybm3/Gx40zZQji4RCZI5k0GbnvvJPfJyXWh/KETSLD/9pLXBEteOEjNzVMRuk6MqftIgbx35hGVVsIZdXt0Q3tvNd6+ag5r9yUE0CgB2wxpOpnPqZrSp9rg1DZkfnXcGkwUTQbwJDWSc5pRrHorO1ZD/bBcO7YKRXp2fdg0fCs9Ajv7faJPdqHV69UyRzHKam1Ao6r8ESfm4M0tneJJfGoBGmXfro9+jf6DzRAQaaPu9K/eNwkX0hmTVzJHM261pJV1MtxhjzO29Opm1oXeMyjRQ9wS+u5JQ8mOqA1luiBxwVGIskA/S+vmvS1eztRInOU4sxrdUOppN0OyDhdfvm0PJNdkRaRJOEEl3pgOZjKyXgMLxUWIi9AW/+PDpmnWisKT7Y6PlNsqFionH1VrbtS5GRJPS2g1jvEGZGz6TqUbIlDmD9qCI5gZPFnZw7z3yEDZKYPDwkGhAmfGQBWAmet8yysIyzAX2Io+LIs8Ki0OJWEIqu913Zu7vinEpb9mTx/rQL/sUxLq/Kad9YOP/onEmAEY2wNm0jhhc8mmk1qd9ZMc6SE41bVgytbFeTwYuSf2ObxL5ePKPd6aNF3has0E8HZU7l1Sd3wfHgR/bLIzYPZ/9l7+851ux4e8jBrXHcNx/n7wl2njl2BeYmJ4WP0uEr9ua2a0/CyO1XeNc86xp51z8te97gKODwdZLeuKL1CUlGqZzRTweT0Adgug5WNdbcblo5aqntpdBvMIV2uwNO2StaSg8tDY7iOe+z0KFusTdB0d/8JypAWExxryEBYB8NNUknONkpDICug+vuSuIT5Bv/1uLMzK87cb0BrH9+Va9eZ1WQu0Pbjg0Z3bK6fRkklOX+2L8E0rLOt3DGdwHvtL7E7wVe43iwtmVPhwRXuyNUogtdsT8VlJq/nndj350Xet9z/f7n+DQ+x7Dm0f4qcamDlt/zhW+1j4ub1vi+/DJr/7kdAAAgAElEQVSyWedsR7/1u4VEDPiqE7A6gfBIgDg0TP/aPw21u4psN50JhE7Sw01Z8Tm9NO3W1uZ/2mhPy1Hb9pHvr2+zcXzodYsG3qCt5bLktp3hVA5lLNZ8w8icKb4dihSIUJeDtdu8wuXj0J/pXDgya+REy2E9nqqtc5amqpAHC7+2RgeAQ8vbMvQ3+Xbj05/J9tEpd8JodHV2x2vsRMnMgeTvPvolY0iSgq6/7F35tNWtsbAdskWyQdcTXADXsR7YoqnEC7+im7pyO8Hf0AG2zUsTx5ch3Kf9nnlHv42favzv6GRs1YtOa72wpxqb61oCHK0XzpEEIzO7aAW8eZIDio6QcY1hI68yqpaBPnu5/Kn5Phv5+jd+wy6h16VnbBn4/08B4BQcrP9I19kHO/EI8Ve3MWY9wTPb6Se+M3U2AD8iY7swA9z/2/x+s5NCx9m4N6kau+S19Vk31i7H2kwh0tBhrytYFLokZvAnv9KuwR67+adkA7+n/CXZ0PYLxI4//kEV8ihWIvvksT/Pex0/qUKA+eL4f6RfPoK0rnviGaGTSQz4NqqT1xSIhQ5ZE627lp8jZuArJwAOz/Z8GCPru5128g33e6yzLqFba57Lj4Y8wJY1N4xMyvND78cf98mC/zE4Dz3rmdg4bwC+j3fpMfPctxAHej3yT3a093blFh1Mda3iGt0OHCxFodZZX430iXVQASy/WifiME7rWiVRf3RCFe/RS99FOgeZwrE3Rug9sD0Sm207i0TWgLWQ1T7qafC4nkkCYXdQis95MfuVLDJ71DLQcuHbNO/b9z/4KT2AjslKv3ou9w45JjAFeo31oIf4h75H/df/+U7hG2mrC4+xRLBR7ysp3BF/CKEVlz5rIRGHpxSQCM7k8P0ZgMgPRGHcaMCQwGeIMwSvBTTBkAGJBp+HdAC6l+LdXAkSdfmy4T3ny8FYbxYA9yJ8MCDz/CaMfPIGgD3+4WYA89Va4/v+AvknQJG1CbDLWSxe68mAQIGHsfOd3vXzbI91ZFhQPC18UFBv++eXobpcvR3ch0jtxW9DOevR6yeHjhwn+jn2gh3KA2wGWTYtYmARYLEwPS2NsnYGsX5O6IrAOOu1hvDdWhOAsetMO4QJ6jx7I/J9ATz7C4i9MkDEgApC/qEC81QoE7gzIydAwBoosySMunRvhf5VSkqApTXkVpAYXHyg3Qrq++kgNUB4W7KtUGavaGn2OtA1htP6RXT0BJ9yvsAolAoy6rlvS/Zz1nTt1Z+APeDoOGnmbDnRD7SEbMLZ6gyqaU19smi0F+7Bv+dxRJHG+d4tn0w33rttiQatdKulF6jnvhuwRgGNo7ycBeJYHFpXgsATANYzA/7XwNNnzhDzd3VWiJ1raQtmQ0MGnhVYFDB7jGzutfF+V6DzOC2mtZDpewwm0+JUcslgeg2RcH7kkflzgHyvTVdzdCATFUHLnPDXOkIsfyew5HdozbUO+kzvq6SCyIQ9Syp7ep9BIXmN49MVOt/34oE+i0GBIkDMG0DPPOc/B2Pus1veip9zfQGBXZ8YrwuoadFeCTDiQ43ZqjQtOiP/yEzNecAYWhdfDRBNZumcPaLHNGBxks5WoDeNvGftkGGcbgI3zwA44V9/byN7HfCujNKeGRuEB+/2jnvtoalxstuhUY73brGna3+2jF4HgIM7OqN+AOVfPqe/HEkNoEgkCD5IN44YeaKfMALv2DOWPUvPCR1pA3Gc69nb1XeHR2ZO2RfRqI6WSMBos62TMJdnp+1n081vrcpFx+2UbQOux3cqI5p/JsimMfwW0ALDoP+ZF3PSGP8kH6HvigUe+cRZN+y3wfTXPQYZvwHgyNXgg2Tn8xNd+SU0ODs6gdLQ5+5PMqA3QQgZ3c5GZCt03wZ6WqAmsNiOGpzs8IN1ruSQhXHa7nUVADKygT+GGu/DwcZ6KkjVjhsCwHlW8DLBpSRMZmXeABX03nhD1wWLh756XfUdwSqwJPiss2uN4QuTvtiIM/nQN8i8tjHeRBsSIAgAs5/BfzeeBNN6vJLph4DHeKPaFlmitRk9Zd0iPp8q3BBO1g9MtJS2+jXnqgZ7/asA8GVgfw8KVlVHgqlCNQ9Oa+rv+zj9sncdtNIY4piNjmD9wUCSWwSA23bRfQm8lX7W3JoZjTfTgQEDdpPGZjG85llP8InHMcGAw6+Dz+Ugbcf3wfUjE7Xmoll34qF7A+eluf1+bAvLmTFAwQ0v/YaGk4XDvsIPp+vA4Ein7wijfw9uJ/ZxljzrfNp/z5mXGc/PADD6F3zBPtHykT1GT5ouJolAg26HSdPDSQArIiOwzpq6MuN7RgeASTri7NpOouiA4EufkSlpddwYWWOSa4e1Cx1E1zEOxoU9RtJMVxayR+wTfEYCB4lzeib0c5KqJVsH34ow/F7LLToebfBQbdqg1caPft84p3Sf6CbBq3A5OtN8M23zNsCy+OzdrwQMN+D/G/4W7XTFWIIF6WAkGZ/AVhyLcSKug5H1zigzzh8tcrUnCliMoEc/vHKs9fGPlr+lT9AjsWmoKIscuGS3xMLoY9Yluppg0u3zSBJNEhvoQAI97NjWu4W+J4EAXwLPIUFY8itHukQWgD/R8TlfOAHcS0d9Y7FtNv4M8JaukXw6vFS6/KVfsB5j8jy++9O9LcR1dVqTvTY4IXPWfDcpgH1G5toXEZVzbJNXNuma4M/BP/ZD3MHExgTBKJMsNfqffVl/wI3RwQGnu0gHOCsALD+G6X3s2KbbDlj2eZzr4O0WiMszeobxnYNng7Ns75GgnK4R/+pcTOT8GwBG3nX1KfID3H/W5ODLdHvImFZP0mnv9R/9xD2j4z5+eGV329isVycSdLCtA6bB5SmEyJmAgznk8yBBx8QfWmp85/WdzkaWfzr2QfLAmGWT8N4jca6A/aMfSaTwEXviH+Pn6XJR/rVNmNxkKbPF4ITwc/CAecxjT2dA5Jz3S3LHmkrzvQNR4NTuVEGiGXvdSaxgYZGX6C3BXMl4JaqFx1r3hce1p5F3yIgUOGXxKXAy/Xouax+C5fve7MOTFONOOh1gyXomcOCVGt2QCtYMdP2kr++NxMy0zN05tf/a+mYehc8cudj057eXHaFbTI8T0Mj6ZGPXTrsLvFh3XaojvVhr+3PGP5W9/lkBy54cu3LWOIvw4Pfv77ejJ3uGH17rxxEIut/jGbCAn593cu9JzBn7L/u63fXQq/gcdf+fCiTOmH/x57HnV6Xvd0NaE2e/Nnkm6418Ny26EEnyMmvTeG/lf5JgztymerjlU3z+q6+pYCSZtOMHno+SUuwnv+MnrvAvP4Keiv6zvTT3dTxFzzuy6ZuvEn8am7HveW8CyO4WOR3HsJ8ORtKaff/Hmc3suXXtdH7rAsUNGqvQ7q+npbJp4pcOm8gqeJxYzm3fD440/WxHhCTK6MGra7aYSwPfLmF6XmIXSSxvm6kTcfQk234Gnelsd8+vV3B9scgAffvqoqalY/dMqIgjkVjv8NDaGvhbo8f2qBXJy+ODMX7r7kfRTfh/L/40hov86fhixy870QB7SONaXWKiOH590VAnCEgfvgFgd4YbzNa8Aj9nVScpeNZm/X8m1vh9yz/rdR1fC9iP3Ym/co8Na9naulvr/2///Mf//i8ZJ93a4ARa9awa1DkH8/QoH1D5XeeWe0UjMWxDoOvUWYLFcEE4kKEdwBzB0Jk1b0AlLZtux/lpv1k95BkSMWMYnkXm+16oLHDmlhZNUVVkSvZGtuO6DT8940dp+fdZVxaiIDHudU+3YkzWWQ6RtricjMDfzqqSourqoHbsXOMdxR6GzX60QgWQHOPT30/Vi4wmO8GzIB3MyXxj5BzBO2CY9zfDiFnWgaG+tz9bkMmphEPHgmAAkAy7nh+gQopsjvHyvDph4TgfvzmcvX7OsgBwMF7Trq8P4Os2JN32xms5ASAb7N+1ceQvR5Ah1Aaj12yqxroCaVtHp1WiAwkKDkyA5xSQWhjhhEoG6tLgz8w0lAxW+gtyAagA9Je2X2NfQug+M7uci5KVBl1xZIqu36okU9IsOmufNc+9bRSes5vcfufLplYmqQ2uNQh4Ru8VMiIZnluFR498j7EM8zZQzP9VQb58GuOEcXrPJykEB6DmQWZoeCNKuSuMjrdkHD5dVZx7DY9HfpqkD8jpM7X1OYrqzlhbQPkGSM0f3ws4Y60VaVrrj+D3O8PyGHwG796jO5EAWXL21K3rcWAvfcJTAGAbtPMHWWEAAp55kl0myaCdxpJF0Owa0Hv+pgzxZNouQMhz41Rogx6nGef5QIdZ4w2+HeNkdKSNLgIMI2OWPrJWzBsazx5ErshRicw9emz4owPVrIfWpw3C1pfH8BqASOIM8lo0jTMPh+dxdg0/dYIBso79aj7DAIU2u0IdWQSdrMzeNjdZC2j8SYoauND86aQN8cXICANcJ0ok8cXrY4dHAKx+7Kifan+tZe/3MZinBV+uv9uz8lxlxev9GH/oYeSa9ZsqTH6RSZf+muADfKKxx+jO2Y8KUEbWhKainwkarU5hP868Dw+xDqvf3wSwVD1GBmCMYMDDF+1k87rMGTSuYJJ8GoOx9WXOztuOJ6tTz/ZcuI0AKcF1nHrCJgap8wD0pw1XVR1MJR5PjWwfB4MN3zj+3zVqmd380+e1dmAkPLl69jV4u4W43zUJjscodxucGLTBg1vpjzz4kWA2Bp8MXXhH8wmfrL5rfdYVpHGY/AwgtoGjteljEeDfPvpBEz+VoN8F5ygUt9DKES09nq68S6AovK05+KzuMeYih6vStpV/7VljyXf9PF7r1PCDlt5Ojgqk9F5fbWnLIEcvLEZdByeORmisHWHmh9N6CQdjHK3cp+s76P/TgTetBpc1TutyfYTOs06SA3SMMRw6uoaEMLrCHAeG1mcSRppH2Gf91sr9w0HXlimxv3D42rFZc2KrkB+NAUKfI7RtK8d+wpZiz9pOI4ik5x68N+9Pa+3ZX5K6XHGUc9R+CwDjOPL8vofqaAl4GH2EjpfT163Pvmd3MEsz6CCN6WjoiwQJMrSPLnnOFjVNWnb8TMT7Nyry3FYwGIrKO/PYJz/fM5LRHy8mt6769IX4VoFWO7bG8fyld1eC3FZStE3vdSIIhYNE8x/72+s8ge7XLoKuvAaTgJdWdlM9PjRMYJrkCiWuaFtPAM/4GXs58h36y/uXj/5VAoz5oXCr9eZJVugEvdib7A/zuOZjug8GTqXeVoOgH7g/LfYyZvQO+3+SYIun+j2MD//G5YeYQBq0jIP1R2BXCWJPVyUlCZOUjn73Ppk2JuA0a6C/92iZ4AICe6J986a7oP3swtb6uR1M3rc5I/3YA99ekLCXZNINJuPwQ2b3bz1L8q1bXnaALvPcs9EO79lROgl0FbSFnlh77/FgIQczvr1Kq87Fo+3/ab/Uiw+Ef7GL2bf+7b0nCeWbJBXt+NxkjzipdYLrXjvbzxPMbr/LyFie/3Z4m/j/sW8TCE9VTO/vS//YuVfC/Tig8Q+54MAJY/BIBaiKbgmsgKHMd1Ng0smE2QOC1PHRtD3s+7/vFXTrADl7qI55JErh3O9AVdPT6rANyJEgzHem+/J9mgalK4aeek/FVzlyJM5X05/l+iRSjXqFH99CkNdnA/12YMvyEHmkNfyef2GoJwGagAS6Nvhx5bLHj4nvtX38LcJtIrzBtHr/myAMFtez0BcEHNB7+o7q6Tcg0zo3MmbPMMx5kYMZxz+QNUhQ1+f1PpX24A+tb7ciDw5IcnT2pnxTmqXlZ/QjZ1SGHtdmj/5NSkXkWXAODnj08nUGdvGM80oGDxx+/UwU6BLsgy6Fhttn8d6v51CJl8KgL0F0AsrQkPxZYHjRjxNjyv5Evl+V8lUgkTmOHQlDZRmvn1f/9DozliT4KUFx8Wbk2/qa2AewAS+54gPTeYtgvIbXlfA9MPuEv30/sQjR9cyncfQmWhqJnEcsH0+S0thfHOXGXnID+hW8yLuQ3+tfX1wY+379FWDK9hmB0bobym9YsO15BzhVRPeLP4ICCeQKdMg8fksgv7txhl/PvAv/HrtF9F4Ba+26eFDYJAmDxFdSYR86+R8X+8l/HhpaH6PusdyTnTHyELuh8YA+i0/o966xrPfx4c57zO9DmwRLO2mxO8TI/u3j+OgcqDn9x7//9dihpo/P3uzuXKGZzFd7k9jBd5TL9386+iDrkE4mBDHZ696n9kWgQ7DH8Dc73mW7m1iZnz52+WJwbPNhjav4spPfMubtGtTy6RT0naSY9b/Ef3XTomR4OhBy/NPoOJmgFrRZI47w2mNVu5te/H1JbFH8JwkFnod1SvCOdYYLBESzg+9GFrS9cdvvI+OLzpufwSfQW+uvF0+cxA7bAXf8CnqwzBevaqzlXws9TFcUdyyMzlp8E74S3iCBsfF0/BTf+iihum35LzPqf92z//vpDHaEiBznCA8ylLIlCMhxTspxSa93La8CCxL20yqpHTW5fwkDgkaAQ2DrgAiTtFOOZ/z2eZh0FUyel7YfODO4P+OQlNrrcXwDwn1WVRnIzXTNlC1kycTJxkZYoWCoeBZTHSE7xiNAElBNC0SEhZ6n8eGE6Iz4t7rTuzSA8c7yhwkimPQshNwh5DH4EYacFXpApwy3GdQRxpPNp+UkqAKIYb0FlmBiAlh5zhraZ0+8bx+wVkb00Astb99WIKxzB4DbSNf3f//Hnv3oYOAE01Gyr+HejrQFaZuB9waAqfjKHqVFeCdAvG3Tmgb1786mJADcWT/t+Oi5NW0EJKRdXxIHkgnbhoz2J/scCQkAzLij1NNeKQ5c/0wgiT3nY42DimPz1mTkHOUm3TPGhQLzCObmD/a7nQRSvq9zpgGmrrWM8hmNeW7P0eBmnEjNr01bZHxiwIeGAqg7ixf+972jWBD0vYdvax3kShyF2Q/WCHptAxcaNy1M9fCp/JvMOwwc/U62VtacH73DQv4Xw67lH2vCOZVnPwU6Zpyuso7+CwkcJ2g6E4R/xA/6bvkXcOV7rhbKAQ2i46YjgZxucWRHjrL/vDFlGCBvylCDXqPs4wCiJekr12uZzpy0nw3k2RfdS2sPXzzrECdY2nTBN789F1rphAuM+Tg21sHm/bZTO4C3A6/NU6GPgGH2iOuNlRycjlxeB9Uwuw3PvEc/Dh7/lsE5zr6A6gX3BAIXfA+/SdZP5wIWVQb6cVQMQsFIxnH5p33N2Nbp1vqI59PF42yi1uybFvLdOu+jm1enAXppS8j9ZEfiQPSaigem+rvP1rGu9Nk50QO0TuvzmdS63yDOzsdJBhojjMr8Exwb8ibRS8/lzFIA+WsQy3l2ziAp+d7BKva5HSSXge5WQHGIc0YcBhXZ7c5k/OigW/GxZnoXgZPeB12fs/MaH4g4w0DI7f0+a3n2YoLRSf6Qcy6GMXSRh6Sy/010OWP7sJT49RiQNRbvSQUJGVN3DjE/j85CB4XvBivOiwg04cQ6jpcJAEfGJlCuH870PLJX45pKCK/LU0FzqmPsa9I6LEbdecRA9jzK2aS/cZjcTsI4ufRzHLnTkp9xgS1ZT93/43wp47KcMaOfDngit5FV3jsF5HVEwfjNMDLBsq8MDZ8s//T8Gu/oeazKcbiIrnWGoBK3Jgj97jn4Gv4giNrjwADXu99Em0NrlUAY528CW8i737Cxntt8d541sv1vf/taEccePj9eX1PT6IcJPOsD2W3IitU3uVV7eR0Z4UBycKGH+22Jk0/+ewNCIaafAeB7RKkwOwmgJNz6oeMAP/P528Ej0MlxVrytUidJgjO+3gCwExQVePglAIyNFXpcp5HOIIPewAlKHtTPXyYALDxDhUTWLfoj/846iSbBzVRWHZxu++4nvoFPsQNYQ1Trqcr5vnALwm/5/mGnlSpBi79mAjH8N3EWu0kOBVV6/P1L+vD8jz2bv1kbElBCl/pi5XLuy9+222ewcUbkvfz8hqnRL+95W7bzFkrMO25cx/FHp2JdQ9N/o0eNVb7/68AbvEqQkTERiIG+Qw83rurE4NemQQ9mrjvn147atTjLYn6gwqf3Oom2q7N6/bBdOqFzx/Th7E4qFP6QPJaN1+DcrcWzz3dCcdoKn0pY9rf8IwkOKIFgZjyQMffls3am7mzzr7Xbsj9/CtDn4sgr/bxnReKw6gTafle3dOxkp4wv/NxB07W/qMbOdoqvtQwd/LWukd4gwP3tVVcE6tnof+Z7kheewNnfPj7WtScwg91iGZEFxZ+if/d7LI8/fpFMZi65fseTsd7dpXRNr/3r+8g+zWoOxue5vYest/HdYFxjtc+O6yIO259PADjVthPAnQCwruuK1mscDGdhzRWQZM37t/4tR3njR+zd//qvDQBbvhkc3NhRa4fd5mcpyfDpsNUta5v+TGfVApR1A+ecDiVzhEzkJTokkzxJzCN/17dahna9VI9o/ucokt8qm98AXOPMdPTIGH61V2UbTscAdGXPneSWNwDsOQ2xdRUktIXKUNIHHU34jvHxHvD6dnwZOwrbFSf84AvfN4mS1hXC0MYcSRbqQKwu/U8dqbZqZ31Gg/WpqtZYL1xrOvlZeduJa72vBJ7bP+qE2Ume3c8HWwgvOjEje23aHrsAv/mLS9tf/V9/l18zHYaSNDbta70mOtbgn5YN+tE4+ogr+MiFOxNYy75sh7z4AgYX8HuIpHXnvwoAd3BbdnYHgNlH6KD90XzmMUwHBsaXxM3lZ47K62fHj5jkU+vg0Y/g/k5YhS7dAWw6bi0PZH2hDexfdHCvQ9sN/XlwydifyO/HvwV//yufElgIv1/TEzqqE/0bBzVPN95gvsj4rorcDntbgZq1in1GEPX1TyNrSWTn3R1LcIGXEonLqNP1Sl7u2EXLstDx+nf0N52NsAa9B2MD6Pu2DfT34bOx2Y4Nbfq4z4T1/bqnnqfPIu8zKyd8fUeXBldrTRJfwN/1718nQxLfgrt7JyJfpPPta3EhSOwXOv01rvPajx8aP/XrP2h8ie/uqP9HBtp2lE2hSVg/Bqd0d7PoyQHxsnHlv5Qvt2ILZ38dQ9hiPj6nEr/9AqdTy5y5ru98hI/wWXI0/ZPfiXvdslmxDlOEiw5CG6EPaErFGj+SPz4d8re/fq3Yf8Eea6Ou/+Glv+z/z+6UyFN+X8kD4IxJkD3rNXt9cKUK3EZ/4T/PmqW7yX/+519DHxMADv+tf4giDdPt4IzscRJUk+A/dt/3j68CWM7OZJK/wFELFKGSoMR99g3EryyOtFaGOC/w+D0EB5ufpfw/t7zaSpxkqw3Rn4FPVusT0MhmxoBNNslMpib7tkIIUd9OwybYZkcco1okbQSHjDtQMdViup6KES90MZWDEnaKj1EyVCZnBgJTRNrnuOYZmYdLxicAonlQgQhYvAXrAAZnROVQ9/xs62z91Zk6+rsziJMhlfU8e13GPko0IKWAqrdhHQzXHksAOwB5V3qFKDPCDtQ3GFxwPzOpVjS7ZwNIKnCfDJMYwMfB8t0A8RMYlYB1Jtxkc4ZJcgZC/6BMM+Zdn+NcF7Bw0BujbumQDOPN0NA1d4tQDH94jtazjIEKyDZYXofrrtsGcmUMb1biN9dpcaHnNn+jwNO6LzR7wPzw3CUPxinYa7SKh4zUpY8AlDuY4zF8lxDwy997T4PmazP0pCfDPQryVgh65bbHnv00UAmdInPufYug14/ohxbEvr74v9evk2Gg198cgNzj7HLO2505u51nyQ3WZg2x4rWZvwW4WsgQYBrQfvhCMutRkvou/HBnsxokOYi7cvc4+azkczYRP7IfHRxQVZqVT+5NIF6On7SmpiI8PLM89WP/RlTZqfsEIbi3gUzTg+RQn+VE1r6MfsnrP9131mkAlAb8dxtQcR6x5w58TUILASHoto097R9686cOSIsgg7c5A5Z7rVsMNGdNDbxWVp1xaN97DSHp0cnO7JNP/6C7BeSh9xtEvesSRw90tq20T6B23t8yTv/GoMSgaQd3Zwey3pGDN734mUd/bLangeKsBbSL/joJMcSSjCcC6AGAuoeMS2QnIsZ/V9Bq+Sj84XtnMbd9PUwags0Z7MmiVqtVj7GctN3KmKQeWvfiiD5ZkwfhbkDWD6yzjmjP1GCYKpEYDCsPpFPdapAgQR+Z8MjPPqPmdvCB9SIXkpVYDqSiUypE2OcXYP4mi7oKQtcjhzzt731HB3zrK7nVbQKzQVPRc+lkU0F4dnBU8w3jy151wkmy0Z04UucBbVKAdGbJxxnfbzr/VJ5NADhYUYultyoASveAu5MLNHl1dHgSGHr84Ql09a1ASNAL2qgfy/qttgod39UgtCLu236bJ8mUr/HXAewr8UDyYjBm9jj7jE7uQD7v/lMAmHZKXNc8cYy0b+a0+EROtZ47FbmSzsMfVPb33N+EPpNeyWLPpQKY0LLo0L5ncL/a6h/H/9pSJ8n22qYYwB0Abpx4koOqwxEt4fu4jeXHdByy7jrVnbK95JDYijKqWeGvY4wOfv8t+dAJBmCaDgD3fKraDDrvILAWiqDL7XgZY36cDNDNkbvf56Lv5k0cF1rqDkx3IpDpxQkk6RTw17/8TR94xLFBtzqEtRDO0CUnk3xoNw6T8B/25ZsAyXNXP+b6V7+KZhLsXhzwOgF73c78ePdUxJDU5fUS9jgJeBWB9YDXrvSfxgmr/8D9eU4cOvzIHnyDJqyVfndVYBIXxI+5O/g6CTovL/0pAEjQH9zx4qF2NjUWb7micZwKW9PcJgi8Nkfjl2PDTiLJuyf4BPwMY5E3AW/5Xbi5AyisJ0kwffTIdg3Y1rmefyUetuzLsxbfa5zdovI9wmNtru2gQDWLg9jS+aq0K4zeNHeIoXAKCZj4S3TNnlG/Z3kKPx3n6OGf6O0fwZfRFciJrW5KJ5Z1wC7tXnLmG0N3hmHcweTjwBw8090wJO/elqBgN/Pv9zr8BfEvTGLGJ+GHw/UAACAASURBVBPo8mR6KNs2fCZZszaXvscRCW1Zj1arbewzjoQK5p7OTuLj6oTy0z9wdur4y5buNlE8QdTFEvCLAyS2MePnEP0pOYduUwRf34DIW9G39LItjrGFuoJoRzsUPWIny7jYkAC41kb60oGtr5AFuQoO6kR6nt1nXUoxvklTdGLwft0uIV9LYPHIDdnE3+enw9vgz9gkeatsBRIP3jmaT6rDQXcZQU7pmm7JqfX4EWjsDgzzEmMSbN3z2W8jyBF7jb81XvyVOVc7QRkSCIPjNgjEet1y4u6UtgUvMdyaP9I56NMVPsJi/BzGURnvOz5msYkJt5/z4r3vGf/5nzlaZ+/bf4e3Mxe9jncupovOtgfUE49fE8zf7fyNbUffIXdf+1myTvNEnr8JYiQpv0EWxs/4RI9//7uSfJJYz7FcHZSPDZdFDA7cTllb6IWfNjKg9WhXb7NiwRZ55vpN8m18N7u2BAAJMMV+Q16vf4k7fuM/PY+WvrluEjvO7WtPNAbDT6cEp4i3dNKS3zByewL7rcdmIFmDvAB81wHgtcFmRCN8rducwLqVqrrChQl6p7DnbORdILEB1lfu7Lp7CjdWGx1D4q7eS7DnFN5Vq2BoEXvNq6l5Wq9kX9ifVIwvXtuA1m1/dtL+7vz9L/Sknz/d2Lwu48/MezMGOsaceZceNS3bBzX0V+Pu7gx5zxHA9hfqh26DLfd7r7oC+D32LxQU2u9uaVSodoGL9BGJprK3lIh6fh69go2nPXltLXxUB3uahoZ/PjkSfrsTyE8CwxTFnKKe8h23/Ga/8UtmX8LH8BA4lW4Cv9EoYzzH4VWCQ3dm7PXOHiV55xwROQvVR8395j9+4FXx3Ng0Hz2lMwi0svad8FSvtV4J36K3r8JJ6Gl8lilujK9ZxTIUx+DT5Pus4eKMLS7bI0KpSkbOaCzh05HHjr1FqXQAmPmTpLxziA7jP/MeSbTa13muW0DL8DDYFRAmE+D79xohYvbsCD3d9W/xnz7X5Nz20BMdcDvup84+0BSolFkhNNlA03M8yre5IwRuUFEGlhXeKBp953awbneWTXVFTQWVV4DvOV1xfue5mofmI0CLANUcNf7TI/6XALANiVFCbSAEOARQQNR9ALa/G6PU73GQE8EtMJmHEgAOQUSB978XbKV9xDoAQjid1WvimAc0w5PJgkBg3Jl/Bz7z8qvn+2cMIGQ7II5y7IztjHx/OjOoK0wuJ3DRQgM9z+P773+v1iExID3PAzDy9wHVZtoEDW0wOKt/DWvWlrV+ExmaNjXOPwWAmWWvpR2Dland+6j3vWdI5/ucwbWAdAWbvl9neiqmQncLMNSKQvderfK8JFkHrSOghoAAxrGuaqeqg1UVjE8W1bbX83inCmID0Ml6o3UOFa/Q2lJDlMDdUmRAK3v5GDimk6oAzp5HGHssVtJUVQa8kzUHmLcg1JrNO9ym2mdH5d3JNGMcmkcEfeTEbXAg2C0XFRQdBcEc22i14eoA8O4tMgHnmta6+cJGwfd/Put3QGAD+13LyZ4aww+Z0W1ZudaVSKyXZNk4fLdqbPjpe0hwV3hHmdDwFQaR1s7BsaoIfVvouSXNJCRgzPypFU3T7Mt3eifVQYAU5nfk8dBH6DLgkjPeABail5zZENnfbWdcTU0QuIDQZpImgKv5AOB2rwP0W0Y0vSDjCCCb1wb8EqxYh2eeGvoQbW9g3T7o0gk4kOHdt5pvjeKhu+9eGVZZX87ZkJ6Y5B0Mx+GP5et1fKNnN/P2cTaHkw5gD90MgD1OnaUzVTIxX+bWZ15F9lMBMefNGunUebEjN733Ayd8SQV/9RjkPADeIx3HYJxsAl3MNZXfopnbgGtwlxaHDYRVmSw5TObdth+U7JkxV0Uu/ORF+MZMxYzWGYcEhqv+plIMPEMA2Otcjm7RBu2g/N0k/BDIwMHUdEr1Z5wIe4Y28qdb4OL47DMQ3zPB9N77jO84FqFL6O7w0bdHbYjkuujR7G2qobRXv1bgQUCVKERwkaQReNEdOwZnvmUSJwtaOnAcpTizkJ/rMM744jwNr0pPEgAmUUH36Z3Iwz5CgjN4SBBhPcAjzL0NBK4J74xh+D1gz3BdHBA5HhfOnmsdniRR7lTJGmflSIvGIuaV8t8gv5g3NMPeJokAI/hnADiJk8ly5YxXY/HJ3D8BInh4bA/0KoYwNNE6A0dXV3qbzmUjOBk1lf22P+b5nRDnhRn7g3X2+wi8jTzrFt/sw50YmbvBRB3ApKKcKgDeg5zS3+x/n01Ny0LsiZXxe7aXntEBYCckTGcd3oOMFX91dcFvcvOmxwRCoSnsA/gLjFxQ/uAXLVtXsLe9cXTktKxqTA+ufgPAOGWwP6hsCR4bvO4KD45zCU26RZjxXGa2NDsy/3OgKbEte7kJSj2ON/EJ+qMTVp58Jzftu7biIQNIEsHVzUW8OY5F7JmDU8dR2Q6rPAflF94+6+V2aTsXOfiZs595cP0kq0yLTOSgry1ZmLltghTzcoKFfQF7nmNXgnXFSVf/OnlaNrmSmqtcl2Ro9A+OIwI+e+TStLkd+ZSgGrJFidKzHiMnzZMnAXB9EKIbnKnQccs8quCRPYdmB0d3l5XjwFLAaDCb3puAa47z4KcTpztg/lsA+De+lU7psVEpZwosRmz8SAD4H//8u3k5gcWfic9nkEPP/I1TtwOnfwoAn0rYwVgOMJo/b3/Kb/ucNU4AOPhtsGTZyabGkckEPLrrFwFMyYeu4sFfo7moMin7UPZDdWYiUNF4qZOq+nPoC/1wAg/fF3R8aTlrn5Ttla3M4X1sX1hkOwe1HRD+W5wt/rhsjdHppu8Rem557TUcn8kcaUWHGPG78FyfBxsZEHHVncDAJd6H0d+swR04X9q3Nh3ZGrqMTDrzehPAx3+HjHyP4DKNjV5q/iYA7LHNw0/A+Pusz7y/fZFVAPKLvtNuuJ3ltx5UcXUAtws54nda2+3gte8zzo4nmMF36DZs2S6gILEg/B1ZFnR3+2fgVTBr0yuJNEf3TbAX53LwRYKWCSrHJuBsyTx7AuRD17FVXzsrMsgYaFo+6874Naa15+gWdIKu7QDgW+UZH8DPYH7Lqq58Ag92MGPxk+giPiB4M/wUOdMJAI3Vwm/IcEBqEnvDV6KtkSWP7+j1V64vaavsjv/Ce5yApoNM5t/4VfQ5/gOv6RxftonOewwCMrDtTSX+BNNk5UiyGRfRWU5kkMZt7e4PFtODO5REFDyxWLuLhsSfnQgZGl/7H9rR+L9YRfl1s76bs3J3nFoMHxv+1S8kRXQAGJ8XdpGer4TAQyuuzGt/3eoddLjHdPBqlsu89t3HvV1gQuJ145fml3QimzX8MNq2Tt7Of2+wn/Ef09f/2Kpr8F1oGj7eVuv4HLUPe2xfZMob6G3bBH0XP1yU86l6tc+w9FEdx9WdCfBhFBSyz/mNobx+L8vITz8k7tNcn3/r+8YlkRcbn8m+DU21ofLzUUdn+B505XR46S4cex6s6PT3AHDTYeu/3hv9Gz1EfC02cqrS0dlvAnbssRvnMj58r3QJ8ztOItN2N9SeNv48WGveG7vpLvYDH8d+bvtux8Kc3mQNfN98Lz9taFRJQWkh3fE4todCF+w+eEa05Q6PFSdiDm8AuBMiGr+8QeA+X9dG0PC4xok+BXPSIbDtsvbHTJiUx0yQNpW6+tH91pPWbUncUQDY7xx+OjLps+nwbeH0xHeWMWIDyfZLXOjfPqX/v6qA+utXDp3sFAmrGPTZBP4nS/3T0IoxTbaYDcyJVKM82RzOkGmC5tpMNn3STyYkgOP7/D0YnY13RuK0zTitWwRIB0DjpOvrnV1vwv6ZwU77ic7Ia2XXwD0OenqX+5EW0PrxnAW+0KTfZ2RAtMHhTBcZPQAiS751wCQwvc7ONnYClrYdqd57KisHQCGwRwd5XSAo9jMCeIG2rxmwDQ2gKAAyeoYCPQYAo2lw8AXYLujxe8rgZT0TSMrOtPErIfdb62iva60FQtwCyCAra4xgD01tIP46q0/vdJsCVXKlvVHOCR2w6kHfCsLvHyURg6oCMTXBFyTEqYzjcx0NmfldJY0wxWECGDgG0XeHXCpkk5J5vBluGnMCTwGJ64jO+/IjvsMBeOjb63hrz8uZONXOAJz3/EDzQwVIqL4xnc5GtwO2xwONoGzWWZx9JbM+Rg3GbVr9SCHgPAYM6ZrXsO526r9n8m6A+ATDFmH+CCDeskX7G152VYzPJIjCGlLKbiNfRUvfdzKoD1D7PjPAmw/cMUDBDTNfQMDtYFjQG9AeJqNFrpwvgM92snqcpqJUQGU9CahmVzAY4Ht/NoTS4Ol1YDOZyJBtNypjNQH5u+qMcXebGQVKvFaSLSU/z2czbrKRORP2chiLlu14SAJC7t1qik1k2DYtqaaMcYsR7vUUn4+To890lsPETsqfSaxnD0kwyRrfCQN59mSGmjYiBzHIWi9AI0fXzUtfuRrjf9Yu0/7lp3k8AVT23PTqbNEY9/x0cPp8ZhkvaydKZey2rPV3wzEso15+VK9ET9yOEK/JdHBwMtr3nA5oEiz8p3R+0cYJ/pjmMsJcmzUOjhF+0VC2gh2gFz7IuqD7khxhF8Z8nmdbBfloi9VrnQHaHRfWAZqWxOCj5aWtpsbZzNiPw9n7Gd2+jlMZPJmQA3NDnzgb2KN2YKcF8dJyePvmicUh+VI0cJL2XKGTagvkAnrJOtsdOPYctFRh6jzjVPw03XA2mtezDC54OGsQOsZAfDOum7CPk0xBjTHAf8McnfULneo3Z4C97TahJWRy9FvWLbjjZytGfX+cK9VqE6waGktb5W6X/u4HvNBVNuJMElZC8z/PkmFdoJU22o3ZlNxhjBz9cc7VAYt9+wauzBpF/7zOGfao94FghOlBjKI9PF1pgp+6BbXoB/7kDLI3kNgJUU0vyNPGKO5CYb5fXZgEgZFx33fdEpgWkMgPVyrPURWeeyVdmB4LI7F2Pf/+dydBQjPrcEamRE/pRw4K5CHXt4zROtkOMr8kgAeN4Ejo8+w7YMX3PyrvTtBrhLT5Lhgm+7v601pBThNjRPjgrhrq81dzttOeEdlr03gFDJGg040PoDFfPyIk5Jj9vHQAAd6R/77i+x853IzXhzYal2a9xxn94A2wrOSP9vKtqjgywMlSmwmudlzNl22zNSZiPa6OKYOZ0jIYfWMAPPprKy+uQJ5ktekzAYCs2/zj+/cGCbNmxz6brlgtW7Gx9Iy7s8eEFGa9QqPLV8wHmm1bmfFYLo7M1PhI9GCo3Gs7djBIJ2ea3se+hxca26K/aHvJGZKWFZ8+78paPasxcxZ56cHff2tFQmjGezuoQ5fw5NKj/SEld878C/9m7ZKEezmFalw/aXwTerL+OwfW3/svHhbNPu2jdU3rAxyp8JPnPDZK/BtJgEd+tKxFzra8zf60jbbyDWdkt84T5n0D3A5Ew8MONDGz4Gfhin//BXS7DZ6VSeYQm/GjN8+nWuVLFnx/I5/6bF3Nr88O1T5aJpUD++afBAiwz0jyZ8wElbz/JZ8cRPUkQ09cL/o//i8ne2zSFrqz2Hptx+9CLRMywc8Z/NTVQle11XePO9RMu2kSYfr5p0udnzf8ITvOBR+SS8GT+lHF+SbHjR/s+7L5px3QyE89B//eSQiZfV89pPfEnuzuGLbp9fnsT+9f0ycBoJNkMjTV9HwHUrLu4D3kr2V1Ob/h6/Di7QjXZ312erctR8/37zwLbAnumoGaFyeYOut9O6xv3xiyIc/bAh44aat5177leSSEen+nwtzrK91fCRB6lngnCXqxG22ziba/saaV5wbMulNDgkt/ThbvLj4d4G87guDD0d8ztui9LXDwWgjHHbkU/8yPNvLitfG/cCQBMhCe0H4RwOsEqg6wZoyDjwr/6xkaAqLrBKy/L7RmYCXtl0sbRs/ybjBIZHj8zm9hh2UKFWpOXlk8JUpK0UbwU47qCUUs3ojgJYiHHIGe9JsCq+ieJGpJCGi8qTJbf2djuoOdB3ORPLBVktvWd/2gWyGqogPHur2O4fmXf+Ahz0Hb8L2LDmcaN/cxH+TL3dm09Bd6pHwA8BC/FWRxF9Vvc38LkK6ex7ejcUd+vokMjH+xZXC47G7v0xRsHN/M4ELvywji7sxEwmAn7sMvulz+iZZzfcYtZ3Cjw7oCE3M+vpDsAxX6rEt8fZsAIp+NNq8xeye0sSd9HFzoJ8WJsUHz9PaHhK3F3+JzdWeLPj4+PvGTaK78kYwRmtSY7pa+e8xm01TzCz4v/NuxB7eqNEmHKi7RPivJNDKhfavsaeNoklE9T429ZRc+r0ngZH2zJiS1akPmXUNjidGlixv62u82T8k3u3Ya8uatlNa77mSN8q16YWLzi8+wPbQGbyt+4ovNL/FZih6jQ/G5SY7u2mRP/qJOauOj9Xpq9LO2sWMifzQP4TECwIzJ8vX7j44q7En7Xym8uxPEIiw7BgVtWLcpaXC6sbwJPbFVxs6nKlNUa1k4WE3b5j3cY1s6EfT4NEaPbQFl+daeo2/tXxr8/tp4poVvYF8L6ETIj8EooOcM4DiIGniS7dUKsRfJg6wS6SjJTPS3M1waqLZggslzJp7OMcjiIzwauHVmZEDvbRi1wNF9Ah7/o4obCyQWb53dGm87vxmXwfgEsnh/zkrKWh2j+hvEayi18GmA3cD/CJo6Q8QVlmOYev7syXBxO+rikKyAbGXwRaEg9m6jsYM4ekYqedIuO+9cYMrY9VvORD2S+w+jDiD/rfoXxdZBlRZIUvKaA+d4mg4m670z28hovjJwhuH77DsmbUeyHNRPa+PbITzgxyD2dmyxcu1U8dpUoKSTI6DrVeTrCAWg+pn/xvkcC2hEk6psbmdjBPrQqtu3TRYIm2p+JUCwAuFkBFYrUHg054UsTSAI32DPq5w6ANw0pftxmr3rdSoWxC0Gb3kx/BoBGsUtZS/aQ244cKO5SZmZ125jiwBwzsSNzHoDzSjdY1x/r0LuZRxSjAkA8+8Q/4xzxYM/7mzEzHX3RwC4A6vJMg3YewPAus/YRrzric3KfR/S4lgfd8vst5JA3+Ns8tzdblPKfTscXPuhFjyHbjjrJRml2o+AJfF1fsN/TSnCIbfzdUBzB+UKECN/8vwkroTelgBP5qE7OdxAhXcH+H2o9WmB6a1CmU5wQ9flrMNx8Np5NO8dwu8Mub/JYJ3hwAOvToJEDaiqtfrNRfnLazz0w/zfVvzipdMaRQDoMbCzSM9aez531NmA/LT52UrY38bVGbiukBpasHE6ABE+4v52AHY71W4dTLwY/kSXmF8UvPTztxVg9n/WakWWWUB7F0ffv/uMtNaTBrqcgVkThPaRvYdmhlYlQ6KxkhjgPToJENr4DCK6L5l3Tz6MecTrPBVSJwDolr0j22prDIDHqYBDqiuVjUfGuGNdkV0YVxqTeFnOpwuXTIAAWQoPMG9kO8lR7xmyXNdZoKmUCxPIYNGYMQoJ8P7pfV47+OdbS8lXAqtdTcq6E1B88dCfdBItMgngdBWc1vFat5mc6WawTwfYSTBDn/cZVwdoS44+TrfmJ4xgy+c6GiQyA7m2CRZ9b/ZqqnKmNRX7x9mB0OJ7Bn0fFUGgqXX02f/Zx9cprO8xBrojw6EHn0H4tcd1a8V8KuOeCpTcP7LqYRCqxMPrua5bS6MH3+M2+jgU1o7qDJxTfm9VA9PB5Dc9hPOsdSNr/lsrzc7+d0X04JA49rMGx9H9VV00zjjy5sFSrUM8ju9/kgAi9x7YeqLu371U+kMHHbTTo9NdI8Gm65z0wiY2Twwo7sSkyr+wLG08ofdxHMGxdcCac5bjJqItXWdVRmYOvulqfYJwHRAKzomD9LXl4uy59UMWPliEM96yF7vYGwDcM2Jbr3DmHXzZRjV4B2fsb3YaDs/TRWiCgOiktPTLmkMnKxsWb0D77djVM+D35p3teBEb4z5OSPJlEyk0B/FIkiYXNxm/DZ6DTdH1cQQHw8S+vs84fPEha44scYKchYPkgpJ87rm3s/rw82DrpQE5U+JEah57dSbv7mz2peF5cdFEyH8Ta/38wbNc3XbLwY3oruIdHFgk9JAga1odvb16dh3y6PrGUfhR+qgKcEQnE2uML048vgXoXrLE5kK6AiG/QoDpzBS9t0miHfB4dS4YIEmhsZWtn76Fo6XzoWm9Y+Qia7e7MLrlIzgnTJwW5BlX6zI/xo688Aj2s1vah+1//CRhR2ft3fi3bbYriXn8WthE0QehN3Vm0X19Bq/eK9yicXv+ZYtQXcHe4PNhkK+vDN3pSt2xX18HLGugcXVMe/H27atpnde02GO4HKuWDXmGSOe1Waia9dixfWvh4TMdI3D9PGeH67s+u5hgsj+fM0iRA8iknz6zDmitHd4JHnpeqhIzyCTYxvZDZnVr5KX/OKa7w4RZZWRnkjjiB4iDlzND9U8JjwTv3EFquvZsMknL+KzSCcx9977+NSVs/tYyVXNYHXPLxbO/tQ1vUkb7pqisTdewVFH1D7TdNp/H/fn0kmA4/uCHZxvzmnaNfeWwTyRIdH4c3Z/dhrhKoGEHQQBYz9C59Zf88sas/w05i974E9an40GwfdZvdfTYfhYs8jOJHrKYJN/EroztLB8ONsKrU6l0x0b0cH/ZF/vKRUe47YSJ9d+IrtBsdmVlxcpNrYlGcu3r8T+H/vE9H/qwsrv9O/gP2i7RZX02dycqeDwOlm6L/FcYQ3u6Nr6n/M5aaGLtT592uZOYy3oFH8euzRokAOxn1nFpdLjS51fgcf7ufWYdMi7+gz+DoVnr3jcKkfwOb8omLuSzlcNvm1qtY9s4KSJT3GRllJ6RM9PVVQN5lX1vOsjcN2nqPWLRtGCZ9ZxJfeTW+nBYi9OOV7MqOa89VgCYBG+vxwAD7aUqDRmf1/Lbk65w7bUWNpfv/vUbZV/XZ9u03AnKeffIk8/GaR3uSs1H/QQHhN5Cq/qt92x3l05mfxO7/T7TyMRLvj9oEQ0NtL5q/vZeTjV6H2cBJmwsuzg6uByfavNPJ+0Gc+UIL36wGzyuGS/8ib0GjXI02JHftad/Ol/a8bLyv+lZ0R9r2/Vesy4nOWpoFlnfAWDTc1d+a14jf9+EicaS0YUpUFrfxgaAr2QkM1DHL6fw53u3gsU+CuX48UNkWl/O5GZub4IN9Hj2s+yD/iyYMsF38XfTKjLuFNZ+L+uOfde64gst/u8EbPY4enbiBR13kE3wBIC1F04styzcQryD9f7r/3wlwIUO2FwWTAYeZxP9prB2ox6E8Y32ai+ioNoYnSgiMpwREG2UsDAQBe/WWAOuQKlxVL2ZIb2w/W8MJpg8gZtDAv4HrVZxpOg3Tsd+lhn3tPjbwOup9PHgo6RPZiNr/f1uBvJ7x1C93vEJVjLPWyCQhdCgqvcxz8t7qYJto/J1GPJ3nAILUDEAEhyKgyHOhmRY4FhI5pct0vyo97yzXjZLxMJgiPA3Z633ZIJOZ/9HMAHwT/CherrvuoTmulq81wSGf4OBHtf44TLfEhh1dgJrurSZPf/rp6DItqYKXde8yj2OHrKiBmD4wPjNkoI8tLZ3he0GGAFYTVMCmq6y9J5nE7rSIQpckn6p65w5VoJn130F72llSQVYVVglSygK3vzr5IWMozNl3sQJfQ9tQGPsVbfW0oAdjB8g3PfwTgLSyvTpyvETZH6cP+x/lNyux5vhBs2ZLr8/oH/dL6Oaav88YffnOGDm0c46/G7yLOwAXgfyOoJDSwRKmm9FR3aSzBjWSMn17QA3jT48/7t8L6PVgSSB1hlwOwBmfQgYHDnRZ4v6XoB75sg43ixWrel7Bhx03OfK2RHMeILHLRv0zzdhCefZAq+VxWSCmce/cZ1M85GN3jnfmAxhpq73ODO+6LSdiJrHL0UIS0zzrzaYrSurGs409fFUGzicGQugabnsNZ1JbgAzL/LYvOyi08zltG4b+sVZj1ERwzoVKHG+TRCtDDWenfVLxuBbAfHusUcxcubI7amwTWZ4Vvl1KEZX5kc8H37+WufoeIr66RaSB9hdcm+M43kYgYOT4OEWoFSlwj+3fO1KH+ZzAfsBVCL1DUolaeoYCwaGAbJOBNA5WgqwukJsjEP/Pesxi8Z5wVmkTFzyRmc9aT1y/TpIVNF4ybHi32vhhk6uz2aM0GYbXuC0gxUe+R8j5TaoeXb4/BvvOBVTSVyOie/CV85jzLzOlMw/OEg/rrz/fqiE/Q1nsGf5naCT9cjIJt3jCoX5aXyJQfy3v8UAjl7Lha+hxHtskBv/3JZq46w32SX8Lwf00rfGQUAoxv7/2EHdAa1LFk+Ajnm0ga3P+p36+zdebXql5aToKRXjebI+P8FwOyB+DwDr/X2kiJ7ztnXCQcKzc81NG6yb9glHFe2aNR6wS3DNLZPuLhmPQ0VrUIF99l3P5DgY4wbr7OkI8zgf+qzm/1ALb74fHXX24gnMBm9sYu29ZwmwsyYaF/PqLHmCJa8D+XVQXI4y650IEjDR240JzLD8kOsbbwcD3bI49B+d02e3wXPgNRLJqGBo3NPr8AaA2Z+z97bF1tjvLiwt3w8fVGv95o0OAuO8fB1SJwFxBvhmdUOjneH+2s991pm+M8Yb+iNB4rcAMHJF9JAK5mS5rzzJPtA2N4nZY6OV/kYP9xEK3leiYAqUfs8lwOxn6qU25X7KM6+R5OkkyQoDtXzyuB3U26NF3FrWdFJOvjmHEHyV9wbHcDQPdKHf3X0AHsE+6n1tXYUN4t+zJutY24TbJLsss/6PApdO/FGlwezZ97fkWB/98FavBB+tHGvcnaTqyJSWhz3Hdx6/zas7UOn5tj8nUacTufiueYvnvUdRaV9a/oJLrSu/PfnPv33d4Z4zBDsptPU2iRovjrDsUbLjc97fJX/nGC9Xkn0VcW+ApemKAG2YIMED3aexv+tLozzv4AAAIABJREFUZU87s0Vn6nynsTf9UhEjPY5NAwZQh4r2pTQ2v/TujIejTM4e/4LLNKc+Pw6/CrYG+o1nEADGl6bPfXaqsI1NxFu+NA5nD8TWnQibeWzAA/6KnIj+5og4ptB4JHIowcOu+qfDWOxaMO7gsbHpmRcVjehg4Xqv/+N/OTr5e5zo/RQAVGFG5iOPSBdiSGfE53Y5aL8rVYHoqiPZENb7Sr7P53oOe6IpyIbH0Y08p8NbJw91ZwF40fuj+4VpJsG58WQ7aNNpJ6tzRPVh5ur8Vf4xZCiVQR14/qm3t8NE+0m0h0qMcIDUhD/nlldikcc01emh3+5Epoh8BtXdgiIXMwHWiaMr+Fxy/0xxfFiZE3sS2Wp6+vbIeKMwFgkIfRSgaF1863OFRz6wz/uu+EgJgmaMsYVZU67txMlOhH354fCd8Sn28GK85jH4R78JYuNXxpeHXbE6JROnKj8YbAVM6x5dFx5cHaTPkGvGmqW7vD5dDDF6+WyOnidfzMib2Fb6sK9gYyZI960vnRTOWk5hT7fURuZK/vPzr3zFeeXY116PHYPGl+Sb/ezfXNG+CRG3rIud6LVTQGn0deNAfdUdW7J3qWrF/x36kl+YJPPgIT23dVqvFjweXby0Kl8h9O9Eu0Az4zWqMfP92mqWG7UOba80JgovrX0Gfdi78M2nu1nEj5GuFSrOalprvPazkvr3QirW7Tf/oAOSIxiTuDQJBCUPkSfRdwT2aU2flW2ceHVCGTmQa6pb1DHk9P5dd/BN75f+DZZs//hveNYU+gRYwcL2SVYcad8xk504CtjGAWvrkPHvizfnpqYL+6MvfkzCR8ssj8s6aX3Zh5aLabxGPMwY/u7kuMmzkcutT5i7eXF8L13os4naU/n7PdtdXIdv176Lf647dF3Hc06iYfs7tC4kTXu9h5+9d0NXtjlmAd8AcO831/3mm8J+FFZ5jzyLDJrNn6rtt4U1S42+bz9z+CQjSaB+g7jNy/Ftp+OeE9S8Hpu0j6w+cZiJW/5bB4BxfBxhpgVUCyA9M3afgeMB/AJEM7fDYCMMYfAoVjne8gwCHFxPWTrEyHsux9nZoCiyFpA4iBrcvy21OiDRLZHfLNuz4ZVBxXh/y47k/FU7O5yJmACpW/3ZIL+ziPT8zrTS9W/Ls9eRoyDTOee1AqqtfMlYlCQwMw7BRZFvK5ETGB2A5vmOwxJlQsarv7LgSkYgAEJOUQKkDeTYvxO0PIIrivTID+3fGP+0UDkZceNU17PIuhMg7Wrh9ww09ozs4Y1EZuwEQpJx+CkIPzt3HTA5H9D6xkDUHotxhrQkqH8Dug5omZZBoeFtIYGA6RYZAHLO2GA/zTemo/vME/gpRrkkwayr5jMv2FYe24ronOU515xqtGpjxPjSGjUG5HUG2Me/BigVrOoMpuZdC0oEFpXbE+TQvNh7rbXPXH1a2bjtyLRgjNLYTDeUq94BYOr3iVagHdZzjXQt7F0hEtDbAcs7ANbvN63ICe42wQFbnHULny1p7NmxKHp9B8jW/mFc2DiQUi+F2x0X9DGBWf0bgxwA1vzNPoSGIq87m/DnODPillMnI24M1d+rdzTmRZgY1Sh5AmKvg0zv+ruzse7OEtmzAFHoFeOuA1vG+d+9ZHgjm+HlkxU3Z/wloJv2bdBrV2OSgNRgFgXZbYcJHhFoYvwB42t8sP+Hn2a8uT7O/bca1NWmlTXmDGxVOHwKvM/bfqul1AIP2jo05i0JD8jBsO1CM7JDZ6cVSSprrb8mANxZ7UfPX8B7gy3et3Fmh3yX/6B36K91ES3ccCLq/d0i/iQTSO5839GJQs9EhvbzuoI5tN+G8Bpsp4L1SWB5KwwIlG/wcnZWcueTae1M/lMAGMDfhh18eRLLtGLD98hFXdMVKaHt/AfuuYN62yJ76XKDTDGktB5RaJ3kQFAGuhU2oR2XaajpUvTx3d+6TnzBGSWRydl/1r8r5vTZi32Mk8ZhTss1WihdDoZxFvJc6KHxl1tKf2PASN51o+JweMBYLaCVM7+NHY9DI/SitfxTALjnyZrvERbrkWr80fSqdxNkpsUke8x37InGhixkjKz1W0nJPf37tyRDvgf/gFtNYx82I3Gkz0Rqgwms/dsREKKv64w/Bz3XEj0VVeinsh/Mtv6fyj7+5CAtmzuYTHsxeGqNuHsVujtRaGI6hEywFbWLbA4BD304eTHBI987+LSPK5HjRR2F9BMnSRwztPOzjhFJjO7eYB/JB1v90voSx79oiOAU+hUMeFWyVvLSxdeDRTlbufmLBA6M28agrOKZ64/EBmTsBryCi2YtpoX0GwAm212JLK9OM777MDp+GJIMkJEncPrtBw7H12lLC7JDBZOceO9ZHFjWe4O/vO3/FweBE5Rm2tBCt9R+dVLIOTYgWCwYcrutaB5vAHjtk3H0KTgxx9R0u1nG27ypebz6qRO27ir+8GV3UtDfxqZj/+T74l8vQHgIvd0Z7QSzuuXgwXLr369Kt9uZ+McEge+1yH3oVWPrqnD4O3s5GFO4a3gw+DuDgKakv5JQOf6JDzf9t8/xnABItbhtR+obIMwzx/4ePO+W4w8N6Lo3IQZaRTZdvo+iyZeOvFfTsl7ypTtygRHaNoyzNF0tGjt6H6fyLba2Wv0tTve6T1cy1k9niF02SwX4lOBpO1L+ikoMlVxvBxlrxlhkd8f2nHZ67sKyPpTIv/uIFKr3eNZv64sjO47lWW2f6f0P03rr19NdY1oIMrYkSSR4YF0xdGTfy9ijlx33fabELt4HPm5fhuX0N6Y+0qFbbouXHKgdPwT8Dl43nX+DcUe70aOdENO8jmyHb2nLzDEB8ESvtz5rndv42dePPkRH0kKR4L8SP0IHW/1EAE33v60Uvb8HD36JZN9adyDjwHrjcDCckh+f9vzTwaNxs99XiV/wnNbLncPGV4SPQS9un6b8Idjhr33XASz4jud1B5kkMGyy7etTZB7hqxwPJV1AtyO9N0GanwHg5aV8d+x4yemS32d8CnA4efN22FMBfI5omUrQyNQkSIMvEozArkzQK9fldxfN0E7U/CQf6ciLMtX+v//6ryRcR4/mGZZZ3wuRI52EQyIo+vIkT5u29nx76Krf28cBNHZsZ73pugIaGtHpxDFr17Ka8cKXTScvzbzXwiPSMVnV6Qw3ib74+xozvf6c7vRDwhx4rHFvBzSTPBO7dgM5saXQ4dgJiQWsP6VxPXLjdJI4gnY47XseHe1e/+AJoAn/jb7oAHDvQwfa0QdeLs1jvmzMdbCLC8ZEfPGNrFzu5IW7hS7r28mWuk96inXtpE3NlMp72RCqoLUvWbhgEky6MyF4wbtdOPEfXwJGZNUcTWhiQWJt4UFj0PcoDV3NPp/iLL9n8Rb4t+MF7cuzHWP5MP6H0XnukDSFc/+j44KsWCNHSJaB53bU+def5GPrSbAYeMfyz/OJ/HFCpOy48ZGJVo15v8/il9yCKr1TNIm86aO6ZkRVAJFYCdXnobtcZf36/bsroL3+oz/Cn4s5Lbckq4Uryx9+Ei0lV2bPu2PF2wmmsS5riS4/7fCHNmLHbxIxNiQ+nSRmZ0LXM8w/0zLfvv7147z+5UPfuqVo1vtBAcn3Do7Qu2M3eW4HgHdf9thKJRgQANb1rYd1vfYa3yF4sDsRQjemt2+6jLmL836X/x1c/daqlBP74BkYjy1d7BFVm+C4vJn5Zq0GE+MvqCC3ngatWbbk/68EJ+OHSkLtwgdiC+6ca5yctdYzb3l42z//9pWyfy2gU5koR4MXbFr3kCHEZDnz1QvLaMV0JZwkQMjiawWF4cvmiHFiHIWxUa6vgPIk5ntavMIIVPs1UbcBeUCD04AiJN7zzpqpcu5BuJWqW/3dBnJXtGIcaL60q0TAA8gzvw2UR4FovXVmXoTxr62SRWdjSDKWvrYZ+LTqUBDF7ft0BkcA0G/VpTvn7F0UQbJKGvB0hgUZaVpT7ZXOrCAgRqZTjIU4T6lgaycF4KWDzd2SxzRwzlAOEBTzQpcaN0ausxscBBmhMplb+pvAstYeA6YD82RfJuNQRl2ccZ0F3Ydvh5HC8V1tEjAR72CU7H/beW+BY+e42quu0esM2WqTkaB0wAgMTFCqA+Dmt3m/5tcGB7xouGhm18XZBzn7XoB6HJSf44NsWj0DMKXr0zIAB9lkXfrMlDuDO1mVPytCDn9+XwHK+wyLy8Ex9+fMprRQoOLntP62UsoaJCt4lIgV9DoI7uDdKo5+31VZanrb635m9G9GIIZIG0xUQZg+7CXewLv2z4pBwPeXFgz/twDw2+IR5z/V0L8F6sSvnWHvFtDjjNEYu+INp2FoKzsGaPvhcB0A+APTm782IUjPTHVu9IMz78uC17U4O7wubkE+YM1GiGh75vB9ThWJaf8DWGRuEgiDzjx2B6wxAvZcTg67N++OoyCTjWPwBff+bmQ2SvxU+Ay/v4lD0YWb4tfymDlJniTILafOZpsbNE0LRXjQfPXRU5/Rw1yXlsMP6KDew95T9idyPutyyYSpIES+RJ4kIQEQm7NLRkefSr3pZIChbmfAgo4YZKkuJrGmOzBY3ok2556cmZ01TIvWkbfT4k2fp02sd/LwVZwOoo+lYY/fZ8GkVTjG71XhPLglexz50hmSZGa+bfLlcMYJSKb925Y2GGdlR+Rw+Mz/DR5wK/PnZx1QY9Bo30Suk/iDXnrvI4B89MTVOmcY3HvruojjwDcKY3Ba2Wn9o+doH8wqNmC3AtR7MXvX49lz3OK0gdZiSEVPIHc6MGd6nLZ64CdwycFz3zP6THfGpevAm/rMDvEx8NkDfd7ykrVq/Bjeu7vUtMOwjbgO1vd6syfW4XIQ2SiNw0A/MdAW1/izkUEdyGpjqnEi2Eo6MngsuAHe9/pqDkMr6Ny8e/kDw78dg+jcBHXDhx3Qs8yaYAR2AQlQyJPw9x0w7SAx+vs6nsAbmbGFrzLQDqh30uYbPOkxsYd+5BhAnZUfmrkrJXrPvNbj0D9O9+FXj2kqnLyeWGjfTjugMu+MU3Q6sZjuo2cMy+TM9ZmLwf4EYrxvwt8z98iPjKz3rZ37L64773hwKnaaZdQvHVzykuyBcb0c6+5Ks3ZQxjFzKWJrvHBkrPS51mMc6m1/gHH1vE4kYS76nERN/fulnZbfXjMMaCWIGHNMgt84YmKH7Pm9fu8E9TWN7vTjOQ4v4tg+nUFqX94E3ejz5e/FdXcLYj2/8RO8m3nm/g6w2KdWeIWEAvSy8Y4c43U+a8sBr495oCpOXc01jvFySrH/HoT3OrTKGu/YF+tlvYLZ9B7b6NYTD77Qmg++IWj2e2VVeBNs91a6Zn1+2rNdWcb4+R38ksRf5hBaS4s479s3iRMgHyxjR83h29yrNSEh4azT+EC6M0LWPU5K9BX3tz1NgAe+34R4dcqI3UCC44tRQ0cREODnn4G1O/kc3Xww9PhE3r0/idIHT+1RJ7TDtr0837fNRavj0B0O4Vk70Qh85ISrwZiFP34kOU4A/fLvVAcd7Ock3mwib2gTZ+7ilq4YP8ke3zq/CSehlZngbLax9ifXCYLgJMVO3w5ig/voUDY0gtPzL3LCjt30Blhw6JFwhK5gn5mXGE3J2m8Lcmj8N4dy6w53qJrxkaQQuUKlfWQVn3Xi4V8mcUq8L1yD3O+kvCOjtOff9SQSEiDmnuPrk74bZzrr5ACYdcmtF5FxyBx4MfsRjNK2jN7Jegif/DgPb2RWY/jm2z8lv7wJ+o0r0H8aWyf7GKsaX40cLfsTffCzFe92+Hr13yvvej+6Uxr2zfHZzo2/Vd+RvKFLjP+tJ2OntG2C470TwYNtV26944tsvJONm7ZdkS++td8y++/zKUeGk8Bj+qKCSX6GcagHj2wHgGDRO+EFbNXJqYeHJ0EInwXyF33Y9Hs6P8qWKh9HbJnM3F1q1vTyZ8jpli/3ukbuUPEnPj94fBJi3v1s3Jj1DP+uPZYPem/WD5hEA2xS+7ErSAg9ZgyfT/Obk7sB6K9J6DpnqX/xAwLYTRfHnyTX3ewl/qymI/S7ru+KTegoAcY3IWjkfhU1WW7MJiTKsAFW1qd9Qb5aOMBzKj/O4A3snU5IvCvE8w6PuxKUtE7tU/6t81B3CjAmVQLut9aaA8cl3IHetSewd9qOY62OL2ZwXNZgZOrQZPsv4MP2r57OB4//T3NnXoeO3VJ9A6Qa83v2assfEoNat28nutBr8x+BW3SL+Ws62JEA8s/vvN0cfXFXujcuPoG/scmi57Jq5nPvweBxY8B8aTn0fZkEc9k3xAsKK3z3ipdIXmhbQ/ylttHtOwx2i98MX9uV1DvjOfaZdNXoSXxrprsnwef2iW/BxiYkZr6NPxir1gf/Y8ePiGH1vqNnz+/SZ/huoWFiQ/AJCQPCo1vUl+No2sY6fkJ30JuiMfl3JvmMBFwCwLazv3W1/SRRPLLQ62v6xL+wcpa9x57lb2xUnmM6MG7dBBDiJKyBMemcUQxtdVeg8PUm0XTXHnj3TaBC/ySBjP0Jzml7U3MEEyL7Owkwa6//5sgirdXnxPnff3ytaWUQqTUjhrErsZRNMEBeN3f1EoPt3yiYDgCzmHDYFdjwbuUJUtwEB0w0l7EQxfk63sjGgCE7E7ABEC1HO4AFYHOBjJihAhkRrBECnI+kf78C1HOzM1cPIfKeYDMZFVmTFTK6VK0cIWY2MQBwnOV62ki124l6Z0tnTTMBKt1gNDlm36oN1voFz7qfdegMqxiimVufacp7cfJQsWTQwVl405O9HVBNKwcwa33EsEjhMTy4Vvcrk/Yal9vZbZUl+9dnKGIYA4QAD/rbCl0GzFeNqH12wOGb411RNI7CagWV92yrpQSx5EgYB9S0wZMCcEDhU1B6ficddL//PdskDsAjyF3CHwb/LYuoDbzQYBzO9l0OPxFIS6JFPmxFiFBDQDYw7QCw7jMvfOuA4DK92GDUZm3GEUYje/db4kYbZ/l3mCOKMTLnb/+5rTmhTZ8RjNPAYDbrcwx5mcTjuFZCgmI/V7De858z5ipm3VVVjJuqxdPubd71m+OqafoAmLmeFqgyBPiBzM+6zll4OKvIuMu+7tO3Qm0UlwCMHSl7jc6mgW4EaDlbxev8/f/bavTw2FGSm4Hd8xJwOMB4+FWPJBuUa2lfFFrTWm8bK41T4wFIeTxfazmrgJ7n7K0SQUy7apfrbMO9CIcEjj2NJZ0p8t44OHCQbWsczu7Zea9Tm/V/1z1B6zlzeADeG4SI0TdnBw1w7cqngJXwn/XYtPgJoBw6nu+OATEZ4JlTRszvpqHXId2OCHjn0HUHwA9BboD0rMsEgH3/edms/wHLWVcDw++abkknPs46zsCHHn5tdT3fBUjF2O8AcGSM9EoCxkk4kZzQ+R4rewASup6A89ua83Wg+FpnPqe9sOixs8ldif3jrOUkyEi24WBvIy5r+LTCE54pGtcVwQFqtZZ1Mr/UmYLI0j7i4TcHUPM/uIV5wYfXb+/JtkPOGSMrR60PPL7Nmm0ADB22M5/vCXRSiY/8hw7BN+iONiA6e5ZgAgY113WiROuyv0+WNfNch/9W/3awBOctGME+6GPQbYAQ3RIdiTxJYkHrMfTg8s/H117T4D6casap9ZwrI3UwBPybYF0qr5gX+DgO+NXpJBuyN41lf8iHMZygK+TeJtdsmz1aZ+q5ryNU972tNnEYOiljxncyVidDHINEwWPub/0UnSYeHk4aeRrZucEyaJY1x+h9HaisHXv5p64/JN4Zc/0hp82tzoT/0C3m26l6NR6a0YDJh0hFe+yrHNAKmjX97L5FjwVj7r43/zLf9/v385635c0vAWASFc2PdaRKO7c6EbazuXUvuND8/WAybAN9hy0X2Vz45VufNo79jMH7uu+3ADB8zHxXtvhfcRCiqixE63iSugn8T2KhvuqgNLpLOgnnTGf/n/V2sC8O8q6m4/u3WktD2grdXMUa3AHgBJZpqdfvJjjstXV3rtWz4EQ/99NpSrw5fKquTN/E3xZ+vZbvv1u/mKYePeb3TGJE5LM6PVSXl3I6ojNOJS/7NPjIephK1HG+sjbN75otST4n4WUGfvZtbIXGvcc+8TrEbrOzyJPUYCJ0pCIJ4uBbA/vfFedZ9/Zp2Els38GXuPwlOC5fTCUCCzoV9Thqg9tj9+M/odNQ67rGft6P2XrsN/C1KuwRSKeL2aw3SYi5Pw9o3Kiz9CJPM6bb9k4Q9GDS2kP0cPQczvqVdeBEfBZ5MYG+GcfjzGR9M8ZN1tXfskdZjw52vAERX/M9Xn4uP2+OuJq8Rn/GWYhDRj9+WQaMg/s9R7cvPttrP0b2p2nGfghXmd+VGHo+LXNZbxLG+/nb0eOWdX2NA4E64qSAAfZyZOzK+74PHuMM5ui5OQt3sHzkejDwdRRCL+Z5qHBwEuyx8yyfvJmhufXZxF+11Wgo4TvxzI8ufPGb/RM+XkGVjoAb6HptaTBHkqhuuxr6gj+id/GT3u1NwbUaYip1N0EdBzq00N+xXHr0tubPp7dzfzuU/Uanr/1tLDMLhB7vqtzgWv4Dd+TJ7sQ2CYwK5LjYw3yTfbmwuX1qf279yViRGanoQ9auT/OuSs9dxmvyNXzPb/vmJDBMQHGf/ST+f/dytucly4zXCodVp4ese+Re61OPZ/zCP/yhM8m1l/OBbUXb+MGvL99jE7znfp7nTCdFPQv75072uc869hxHJyhZmaS2nnsCyMEX2jfzp/Sg9HAlp2efxz4e/5zH8WFYqq+ZE7hMMquTwAiUezHGR0IA+cYqgwvHRkoS3gYBsyebZH5oCqf2EwBG9nUywR87+XiOeWJjKQJm8dGk28gmb2ySZAcxzVPfc8D4/E1hE/bW0bszkftIl8Q62BcCP7p0EyPkM91EU9bjpT9s8d90OQHgljHv/ZYh4584ndu+xXqP7MmZ2neFLAkpWdc1qroDCXzRfvW19yPDkVNa2eio4Po3UHg6aXyVwXQXczDdgcl0U0D/xaeYH/T06t1J6Jx5w6MvzrZtW3Zq3qOCwTthJkktop/Vb4fWhicYy6lin3vOGCeg2Xb4mUD9o6tWiTs1brKO8jqGt6TWu+On1ksJPzra6MQeRqZIBIiOm0Z6TZA1CVhPMc/4gEmeyXqPbftdKJkGDugjhHreHZuIn2wSVpwAfCfc7dhWr4h+XDd27MLItJNIIxovewMbQjiofSsu4LF9Xv6fpzPWGwDWPProKv39ty8+gW6huv3q7FDdWaH/n3G5rNDaJZu4Q4V000fs7qlKL//u1wL6W7LZkHV8VFbzlNljCPPQs/G1AG00L3dl1VG2b5UdC3G19hiF5Ml/t4vokrC6kXcmjwFMRoAUdFeR6DpabElxYUgD1v73fzI+AY3TzsEOwd8rBdiQzEnjK8fgad+h+8c4dEXKscXG8fszAGwDZYBWgOgIzBEQb2bIMQTn+6NQjkCK4zGANiFAFJWUy6ncEXM3pcy/j7GsPRilzD7CdFmLzULQ36fN9GRwYlS30NA4ML55Bt8f4YABOlklLcz0Ds6oaOXL+Nagj3Hu6yUEJtWXZ8lg9VkNUwF8wM6APK/pMdTvM0QOz0wL41RDx2huekfhm8ZG6Pizj7Al/PqnFaY+p93PoVk5QDn7AfqYB2wgdATdGJ9vkBCeAuAKrUiwk0HbjnJdS+IFmc/c7zmOUgJwihP6LLEDVsiKG3pByXULS6/nBO4Cmu9khyiQBMnJkDPtnRZj43T6qFkB4FM9LKxg4ZdsLqq/vR8fWNVrqcJmL9rxKJkTRXjTOdcCrA2EpyoOw4sAciejNO/kGSMfTT8JaEGfbwA4dBUjpNviHifItFYPAfZ5cQFx8AqACme4g1lnnSJnFxR+AfkvQYLg+3HIfWv5t79+AdxxELX8NY18gK/bX1EJ3s7zznCUQXg5xc8Z7z8rdUIrMexQdmQI9lpnHOEHMsFfx3uf2UmrzVa2DjpMtQQOks4S9Vq3ADXf3WdkLIANP511N+iIXGaMZObSYvAA9zLs4juadjO/BCsuw7b4lEAntGvHoCqkLOwzbuTISZ4YWlgAv3wJqAJgtgPk8MeAGWu0kXcYRe9Zzq+ByDMIzkVG6f3TbkaOyomstuPtn//9BVYPX3WiCHOMzrYTYzoy6N/Qo79zwsJmXzMWc6w7Ichozqc4UaA3nNLItKZzniNdoPlHM8fhzJlp+kifOrBw4avfz2g+WOC752RUOxN2R+1A1WAV0RxGejJm773XvDZDHkf5MNM4TbwTswBUhx45OzKMoDdGHol4TSc4Jk/1nvX+rOv3y8bIANMNunvFNlg/yUHsKUav/m5nBAkpr1MnMnkw3+XojAOvg/e/4aJfO3J89/2ocm4i+v7NObbBHZEL8K4THCZxCB1+Bc/K8c65sCLEyB5o6nnh0LUzbgefyhikNVt0yxip3yP6DOAkVyYxjXW+DMExWKPb1wF7gkGDV2hZquQ760fo+3usW2bq7kmgCz/dSTqp2ltHTVcaELSBvpD1XQVyJdrV8hAAPkFOjFTwnJ132R/T1DhE4R/27SS9+LoY2vyAIQgAhu8XR+mVvyUX/XBA1BE1x06YlzR+Rq6QYKkaNjAlHRK8ViNXz3prC8XD3+CQA9hUzGWTOZLUEJyL03sM7G+denzv2HjWRUffejuwI1lWdJp1jXFDR5VzvwlyHZ8kTfi5g4MYX+aYdTcNytFrvRdMznwbxy/W3yDCefdg58s5BPYeOQaeoDqms9zBteHdSfz99ne7Y8w7EYrfi+m+EN6I7miHFvwNTZ51ly7+/q8TEn9KiPsTsEvrGPSTYZjUx2BSOp9cFRQtz4cVGjPqbThBSK5YnTCV5PMO+Fv3pNMDSSErN5tOSATrymH7BwY33D6D1eedQEg8kg4Wm7AADlq/QeMgsIzHOlXnR3aY5wo0Wt8He2HfhM6TCOv1qssJFG74AAAgAElEQVTZC9ZR12B/UDHXuAHHWu9hd80w+4zu8PuqhSv4M9esDZZzuMNHi6+TKHz/pNuBZZDt38XuHA3Gu10NMh3AMo5oG/RZgg2RAY1TPbbZqLclp3XrALRO/OrKzK7sJnBAMJC10RjTISZ25A9/y0z6f4/HMPYWa345bi0v54YJXPj5drqOY1trPbjm6P2qgNfd6BH4EBpJolSeL79dFuy2ryIT0mb0BM/njFxVsOhnq5rziNad2JNUDOl7BQj9u4KE7xFUM+tLbsQ2UIvt7V7S9quHP7jmSvCZIB3PZK/6b/5Nx5TmgeafN9GlaeV9XtYr9jXrq7l3gAqc5H06gYTwUHf74NmdrA5+/XHExwQDk6w3BEQioP2kd+Ip6+Z3uJBhkzrOuhhz3E59OjWFbTijMvbRq+fomthyIvuQeyXZOkEW3wbB3vZrHgw18l7PAe+JpmyvjS9J+wnesE9n7hlW9/Quu/37XsdLgOXbXvyVXoxnMvbeV3xXzItOBr89A5q1np62pZvgHZmvznFXVeDogINhp2tLr2+w+PrCNabVU8O7Qx9dDYjeFj4ypnQyxnYjI4EgepyA2frPhb9spzoBemhwOqxcVdTd2cuJQNEJxipmuuB+9GHWbnREjRtaYW1PdXolWL74V9eSABw6DJ+wfv6r6Po9WznXbTHJBg9VUFGVf59fxM+Vv3H0tP8e9YcrDpl8+S7xiXgPovffjn8HC4nua7/hF2zp5ceNs2S9Zl9llw0Gg0eyHuu3aHkEvR89OBPQe+ieaD6sbkiJlcS/YNpRUuK3n/gM8z79naKOTsjQ9rzHop39Glsc+6V9ZfDv+s260nVtF+kw8ORJGHOBVQWAvY/3T+tnaL1tCLAjfoPYEYMLxj5LgDUJGvqvi5jO20amt0/84KE581nXCqO0PyG0do8aXwWJvX6H+MwEzxsJqgsHb8cufCLtf8Quwqf6HvnEPvXKxR9fiV065nECqWC07laHTdy62MOe2II3Zvi1bVGwoa8d/8lJKBcmPfs7PnWw6iyZC3u+Ag8SEHsuLT+S5Kx3zNnE5b995w8mxS4Bl7U/EN+w7iUp7DefxMZzfum6pLWZ+OTaeGsntP/akmBwM/zZ+NUBYAQChrOExwKMYZQnq303/QX8fmXRhNMufmT2HoNGjMHZj2aYcup64eUoTYvqznbW+EyYEjpSRmOIEwBeA56WywLMydAggzP3LLBtQQwA7LOMGvyE8OKIRsC8ZwTBoO1E1PveFtByCODwOFmb1aKUwM0tojDItDZai79+FCDBTMZLjCkylryfbgH2lziereATgIhDK06QN1jVWf8wG/RyZ6JFoW/F0t0itM8FNYNob+Vs5Pe3MBoPLSj+qfOApBhpOaRxkgXjrMAouG5fcgmYySzW/RienVGt5SBoRDAtgiQZMGZQvztGDbL29N0/m7EtemKo3g5j1r+BH7d2xYD4oSuZUDaAdgBkn6H20kPGGYlpgFhBl3VixcBEgUr4cHZuv+t8/21QBLYcUdnTTRRZI9GA4rsqVQvRNp2IEeWfqu3XMD4gegLAGocMKvjKdDd738YKoCR7OXv2TU4VDqvQ1sH5WwBY9Bo6y7r84+97BgJGLsomAbQEheJ8s6b5YfBmH1C0G9BoftlrFrCvoxZh/laMZR2o9A2g36SDbunxOmI0ZviLvANaRIefN/invfQ5G1Iy334B2DpIIRmPQdiOCJQ0Abj3jIem2aYFqj/PWEZBnHN9hp+3tc1XkT6tn44DZ+TbC3SRW6nobE+ad+HQ628VF32mDWvUQewG7nG8TOeIj34DrKMnLLvGAd9nYDSovUF19hX5dzJPv+dFrqvNf4KGP8CT5bDGcSctkMzh8X/P0b3w4p4ZEXpdh5UHvpZNVVTF+TwA7DE4DUJNP+ssa57AsdAAzPqpqsbhe/3eVikJMIW9UonQ8iHPTQDYHRjcLSI/Ld9CE3crI13f1R3CfiSPQZdxHIaGjEFOu+GsA7R3QF3NCYca++VsacmUCWqdALBmOPzaiRmvfmZer5HrtbEu24AeldNgnDW+F7+9huJx4ODULN4h+Ms4jaVmqXVZjH2T4HFeNy8BXI9zuI7faB7tZJeWn1q70H/2/65QjTxjjmCqd38bM2p9LmeJhj5Gsv0Xwh+Tcfo6Y4ynlPDyJC1pXBhtfc4SuPBPssO0No6f0F0MVNb3fDZ6nEz/8EH0mWlU45+bNvkvVaxynGh94swJJUEvv8m3xUtah+D7vGedaknWFBFsAJgWTegj3fPXvy1eb/r+23/m7B9XKI1j86qAadk9xP+2WIvOitOjO+Cwl2+r0K2o8uodB3zzVNa1+Pv7m/MjtS75bw01ZHbW7CceavzV9/r6akEXOkhQ6DzfsifrH96bNu0zb2jAv6V/pgUiMse4biqocBRkPxPcoL09DpA2uvXMTQyZFo0a24yvM7h7vROIW3rxcyrZgXnOll5ntPVZdhiwtPHMHFvuUvFP29AIoN86A2kP7PAU/rPTItWxXYXEfJsWOEPZ6z+xlWMr67OxZyL7ch72nwLATmwa/ZSqiNEH/xOcEvtsdRLYb2ltA8CN92wjVEU360pgz/ZmrZvXf2ARCaZgWxxYPAMHUVfWIGcJ5HRLN6qWmuaz3+Gp10ZF9sPDptsZW9vqesYbBEa3QftUqJ+E0bFvf08a3241nHer52h8CWhlEP8qAMz15supzO5OMMGHROZW72KjaqI4fvUsOZaRYe0Mt509AYCuxr1aTI+DHZ5m/9hr+LtbxTG/01VsbBz0HRVDkhc+Y9Nz3EBkHJy3zSJbgwR4fU9FH+fjduWueAV++C2giyONuWzyb4AH+nuDTIv9TBOPHKUSqYPKPCd7mTOJTX/iF7ddlq8mtlSeKTm8Ds846L3KByeGHjPqg4uHqOHJ48/C7kG4VIIwPKFXv4lDrImek/8ICOhYpXVC49eKfyCtdv9xjt2aY1BUsDDzCo5aZ2V3bPBaubhhWqZb5w6/yIaYKueMLb6m0N/axKJZJ6V8Njtdu8APb3AtlV8JwBNkPnjbNnl0//r+YgdlT4ITD174xiJfYIKzGRf+HzCL7eVJ3sj3NoTGxqOd6nRKvGymOzlS94KT7+BU3vs6gG8H9N0ZTtdjg8SnlnmxDm4h+7SxxcnOOKJbsGFSKEKAoCt/wS/IpCSyzmJl6A6yts8Qh7nEZey9+yzl4w+Qn8h+y5xzahYb+6l1xZtMhP+LADDne+/+ZVzikTfgQuDcNXCD17oievc4PlG3c5UdO84wfD7tWyb51fc2QJ/1ef13yO752oU4Vyccrdi3Hqy5+IsCFe5hX9qe/lNl4LHTTLsrvxAvx6f+4e0uwmJ9RWuMT4UBslGNv0bOgDsamneC2tF/lgefb9VVqwkYJnA9tsTQMbLYvhLhpzm+IbQ2vFDJLARQWRv9lh4JrXtX+quDX+nOSAtX08wk2CjmwB4bu1pWJFHm4HES47+96g6YvUcvX3dQx+Pz3NEjIv7patlth2Wn1Ry2qCaJuviIMNGRYQQjb//5T9zwmvbG24PX33hHEucWz14JJyOXw1dKZtriEM/VndYyE/YHDEqnQpJoWMMOcMauS1csgr66TnQXv2QSKC0bJzHwTSDl7GcqiEMjBPtHydufGh3l53/bEx/ZrPfYvPBPnzGdxIHsY8Z2H++p+b7+a9aUsbS9yNFh4bXIhUNfI2vo3NW2rmWH+SddEzQOYifLDNsdAH9+Yxnmx7FMWo4/BYCxf+Cfl+e6W4/e30dw6W/iL+4AYt/E6nDWsTGvaWyusR3y7Te+bGsSy4epjFECCrhDuKl0vejD7N3C63shhUCt/3IE4VQrz9r/FoC/sMT3AGiuO39oTop5Ro+H/9m/lhkks/7Qr5IaFV8Al2Ar/b8EgA+P6QzgHsASyGQJDXLtQCibot8AW5ixjWHAY4ibc5puAKG/YEJaK7bB3BU6f/kMojh2fneq2IE1gA/gYWU6Do6UvadHNw5Sb7KdEcn8aQfIOkmzKpv9lb8P2NV3ZHhRoXCI+J5vhFVaREUhQFgBmHqms3hPxYTG1a0uX4N4+9WbsFwd+K3TN55TZeGN2lZL/61AyAkAR/GbqRQIm8xeg/rK8oUuCAxiJB8nyBjIXTloZpgKiHYq4hTZKs0E1QDcEl5ag1+rDr4BxKEb5ukzhDf4NEaJHSgJhOMMeyt6tB8NhnFwUOGBwm0Z0dmhPzJmBHwxDq0MQydX1auNyQATBFUbo4CrODg20xr6jjMt+wm/WQFWNTpOjz+1CHgNV3gaYcMc4aMDmC20IuJjoN0G3WnBOGDxCMRJKjlB3TqbzXOQwXoyp2glclcBa8ziVYI6J5N/eLgdhFZ4AwxaQb3naZ1g7kf7OL+gdc6wXWdVqpZOxpsM2SdpYuXn8um5f4LjryGBHO0WWJyB5u+GRqlU7lZr+r4dzvo7RtM6KSyrJmjdPGWHVFW3AlxkcGCYYywGrN0ZxgAc+Cf0GfBznJTljO+14d9Szm+SjRWZHLTm28hv5FFn7gMgcQxhSEJzDbA9xrEFLGfHUeUzOKzEAiSQD8xXuh5QwlprbfS4BD8WELeD9i//kbPAj9wcRXmA5bRgaWcIxib8oO8AeO2kwjgkAIbsNg97r3GEaz7r/PkNgFIB2AFmnAnQZf8NEFz9RQuquyLZARM/YBwrDRRmUV6DGd3bzi1o6Uc2fKjMdJL2YAK5qQ4k4Oes8TH2vXeTfHI7zwI6RbvwHBnlcdhuS9zXGM+eBKxC794DkZplfz5f/kDmY2QscNV9zfNpdy1G8BvWYTH6YLHJHcDl/dDd235Gn3eg5sVvDWB5xuEnydNR+EevfHoHR2wcBTjG5m4bg8FAr8FHQoqe//OstXVq4dDt4J0SILynOpNKyRbDar0Pff2RRzbu0J87JtYNEB2DaRzLY0HAVzi2dM/iuVQmtjFh3T/GAglQ+l7y1fS2W+e1CQ7Nuh26cVVOgrQkaiEzuFbzvI7RMK2rFWucPnpWHG16xjq03jOVkd+s1UmAMj0v1gcvxlk4eyu3+DjYwUyh0cEJNkhXZi49hP8ih6bi7VoXg6Wzvys/1/BHt7kydNZP7cqcJCAdPfoE/HTk6+gm76P4dPgWp1jvJXhp+YoWnqtXQkNqYR/DG5qME2mz/I+B9l2Us8+14Yv/PZ7v8S0PpAPbGab3dDCWcWUum8DbMq+v8frbyb9JS2CZdvKynuiANwC8dJtkgl5rEjzR38JTb7BF49i2Zbtffi7VPjOIptemx1T4aR1vB2HoeCqz4OVPfmJ/REeJYMYB/f3bxzNE6B4+XDlwVwB3wi84HucZjr1//w+tyyYker74JibI4s8Kf3aCVickdYKY7vkZnAj92fH1OD43kTX80PTpgJJ5JAlRm6i0SYHQThJG//GjQw9rpDHdNBL7xZKIZBQUyvdZB5TMqwcv3i3Nll7D4HpUJyzh7P0pG3NmlvYzyXKbwIo8bftMIz1Ome+hgsdgTvCTxzL63ftwdDIBvq2qMkYrf0NXuDrwa7mTpOHGZ413WS6tK05zJUxm/7cLTgdI0XGZzxBzCQD4hwSl0NMmIdBtTQkIdkSZHzfZYx2km+QQez4J7pJx2YskavI+qlE28XD9F3pPJxAzXOgcHeq1//wjYOOWa61T204HL0GnJHy9DrdOAms6duv+xAJMxx6/CSG0QFcyfC/4SZD1myySJGI6JCH7OwGzq0FZe8+RAMHQsM4UPHPUeLqqnCIMdzi7j9AK70fuab2U5Cj8LDlFInT0Qo6Gu9dkOoTMohMA9vElwnEVEAx2zoXtLL39P1k/vdeyYBzXncx8/APzTuRE/ryPS7C+G/naZ+L+rOAn4BPZG56Ocxp/YSr7FrMTALqS+b69kF3O/U2LsTMzJ/h5sdE6fU8yFAkqB2/mmvhZ4p+MfFw5T6C1+cn+xUkAwN/SyRI4pRlzJ2O99rXohEopJ+VrLwdToftf+Wg8Jrlnh/mdFL1YPnzfCSxJGJ4CisGbBHE3EXr8P8ML+Ci1S8Eb+NqyJ8yN9bdqH59k+/bAaqYoiHYWqGkYXmjc83bUaJmCTQtdkITN30rgI5CHTtE9K2NIZoOPgtmoADNvHXw+zOY5ZB2Q02/FNYF6yTVfowDw+Kc0jg4As4bxj8RPoh/JB+mHjAEe2GQY/ENgQpL5tf4qWALDtj3VeICA0iao9v7mnQQVz3r6ZcLPG294/QzdJQJ9pfux3wqerPwaW07vpOMTPMX4TiemGUwnHOmjpgVoChmh/Tq8OgscXbV4rZMNmK9+95EH4r10vKSAYJM9bKuOIjIOcgA+T9rEjBzDkfXYo/hE093RT98TQMP+gg6arzoYxZwpGIkdmWSH+Lpkx986o7uMea7yt5nU6thI0bs6uH60fI5/sv1+J6x24ZGe0PZpr6efPjI4Nmt0PbElElBfDHUlmI3dnjXR82Jv2X89xVl6Rx+HwvfmPxKgZ9EaG0snEfDOGboEpzcxirXi/bZ9jd/KlzSJZD2+zGn1FfdnvSJXWr/0uuGP788Wb629in+Oggf4TYnsx9ZSUq7HEb4B25KQsj4KyaPYb7bmwBulo3oObXurTXuw2O2/w7d1MKMTF2iZnaQVy0HjZZPilWh/6O77rru8MjfwInZGJ6FrLbrTgDAfR+eJdbGJsWuh0058Z46YgHrfSRj1MT3ZS68LAeDetCMA8U3MJMN290/ryldwopj4PAuTN3dAUH/j4DgA4PuMs0wgSAEQCQRl6HRWtwX6Ry8EFP08ETLv8iDllEnUPRm347AygjesMaMKzCGgmNtbvWmHbAHDzvLF8c0i84y05VowSbBFhETL2jDZVFyeDM5V6vqe8edazXPS0DODZK5NFVU7DLoH/38L2Dt4kQBqMjs2WEHVFtl5l6OSyyZw4rNmnkymGC1kp09AYpyDEfQLIqCmNpjkWLGCeoIrCM8QUMCNBb6V8wTOv89eR78CZgAmqlYkLNqZaJoZBRkAtGeeNF13dqKH8f3ndm2PwGZeCG4rWBMFimcCZWW0uVVC0W0Dhjer46zbDMKOhcmM6+zYc9333J5HB3xMRwqCzCYcsOybU+GM8PJHTwtCJ1W4LVE5Cb4AsDLjjjCagRwhOIqoK4REZ91iK4Z+eLvpBMOS9eHv48CsDGYt+huI66oYnvsGf99qMV13teies6HfbGwvzyj8HXWUP5mR+hynBjKS8wUBbu18xilGJn0b1n7fOM2OInUgJtX+3sFyVtgQsKyLsU9Wvt83mWuc2ZRnZxaWawOokMeZa876Rd69AaeL/g8NtJG1csdjHaPFnR+mBe61FjNJ/RIoRfWz1pFjaTtnxX7x1zgjNY9TzQdoiNxfAy9ylwQkjF7J38j0W350UJE9fVtrNYizg6zW1++qtjqvw7aDQ01XctoQOCYrDsMq61bt94zuIn/4AXhnL1dGAG717IDu7WzgeU2LoQ4wN720/3nB563Leh6dyR0D7naUN9jGIZL2a9IVk+lYCTBai9cw/yGLoOnJBNxFSVA5NBYckQDVGtQajyvKqxU/mds2WmzkbnZ+aCnOoOW/8BSZlQ2WAbhtWNugpsXOOJZ+q/TPPvgt4d3Zb36Do5AX0GvkfhIacDJ0EGb1ZVeWxxCTU6krUb+Vok4xDnRBAtPeVhy0bAiWid5lXFSXWu5QUT5fykHNDxnYvX+prv5Jb/1srm98o8902z+/vZUsEYAnMNnVAO8ZYBqreJG1bNpuzNAJZ36Xdav0JolFm1CQfVRSYs7WbId2v4cAcMYeh5G+TzZ3zqsBE0V0pRLLToePfpP4F1rpTNU2aJEBusaBfmHlb21IxsSI511LtytTDr0NfSEjwPLdGrfXr/+NHoKu2WKNlRZf6F8CwDisOgD8WwvWTkDr87e0ZqwFhhTvv1ocz4S6xdk7j19l0DwfQzRJZtkPdLv2C+dGz8/XlE6EptrR85652mPymtApaLo19D40LscA1f2bKLh8a/ovrMYZlsidt0KYcUx83H8igyIr4vAj4YkKpLX19t1OPBn530GB387qYxy/neXJfBnbqPp1TJRNogTbE2itVtPZE85mQH9mn6xHKwDMPPU51U3sKYY/Y+mAs3ASjgNw2Z94Rp8TAMk1ScxwvpTG5CSq6FvthebFDzI6ex6afM9AF9l3ldQ1jseO5XnwE3pO9/x2Bhi07lGPvg6dZO+dODzA5T5Hb50c0tOuhJ3qEcbXAWBoz2s1icM4amjVH5kafmldTSA361xtQ4VPvb6xhUlcbbwOFANT6+8XzzNfdTnairXgZtOZHVCZFcELrQXBltdm5XnoVT9ndADrfTDisWvvSsGmj+Z70RS2qK/59l8JMYzxteVenXYnL24yGTy/PJL9ZM7G0oVR9TkVbfBdJyccXDz6steNueWoLDpR5VPsfeQrtnL06FYovQFg/m5+38DG6l3efdnbMzfkm6uvlczls1TjOxtr4ugCyUDT43edqmt//Aw0Mr/Lf/HpG+0j9qx4A3zb9rKuvwJk0zlB+MDJIR+Wxh4MHaSDBTSm3yQE+rNxKBpvDjM05tU1TrIfkdQYNPsRm2Zlv1ZC75NdlApu7OCmd8aDg9/PEu77JQAcGaUWsF/Aq8AiuurtmvGuNfK5A3K/4qwJAHeAYZMuojeQwTh19Vs0art0qKDfHzmffQgBT5HLJBQ2ftLXHQB2Lct3GwHg3P4TUytQ9FsCi46O8ppWVyxwK37L9p3a7yc5pKTCeY3tBfsDMzb9XPLFNHSfd515Ls2Dq0Jv8VW9eqXpuqtmO/n8575Gvjcuw8bBlunvmsZ41m+dOrAjfE3J9tDsynr+9nNH/rc+wWeBzGH+4Krs9waA2/+JXaBrtB4JPm6L3+zD7wFgxhU7N5gCeWX+nRa8t+7LipBEqnlHZ2/yEETRCRu6Z6swNwkVOcE6X76XsUWzHntU4otfXyzIs1IAEBnc8osjF8/ezgTfQHbTkXGMfNfT0QP7qXERPONK/fnBtu9gttda/PIl9DB/jZEgVMuMI2PV+fO7Ue3RJ+bm/cLe4N3BW5N0NnaC9r/93vjN8b29dkfrRP1b/r0TkJyEkU7aBgd5j6cIJMm02/noyONvgOosddZ+sOLr62Jd9/PbPxzaHVlp2h//6egGrRVH0Birfd9vd7rsJRj/N3vWfuApUoSOX5vQSSJfclfTUdMvKgja+4e7bkk2p2jgCsCv2Pe+spZdGd70eOjrgQwvL1heTrD+BHTdTWzXLmNandEFepabdQRm9MSNq7GtkuAf3nai7PBB87hp2B1pMnDWxvujox796XQgHfsrdiV+j9A2dsxvMZRDh+PDa1zV69NyVLwnX2KvK52n0EusWVcDb5e1sYsmvtkFh5moFvnZwToW9k/JGAd3/9f/qR6J8xyyLJpAfzBSGWNiWhsc2Lxa6nGwZ4T5WeWfEd/tKbJBNmyVMTpCCGB4MuAEKOcsYAiANlO0I9GTOtM2hChFMoemq8XcyYSoUvHvnypCaIbUPLpFSp8PhKC4zm6ZuRLw2QjKkCCIa4IturxbSBwhfWVzhokwZHB0IZS9N1NBqecZEM4aYlBJYV2ZpVMZRlAp79WmBiQRTPytAraJ2QafevccwCWlHUM5exwBiUESIw1a2fDNG2g6DDy8E0fVnBvnDd32PXpmtxV4A/J/l6Nm1i90uPNzoOAzfNKiIorYj5ewcfu8W6i9wtpUO5nPVJLnXWP0fO/CAUDGSEARVXp3gBVBL66hdcJZ72Gl14juwLgV1FTScN/7+zh/S1mER2JCuAqCDYCeB8z8MExHcTf4IIj7/+LQ1dr96Yzuf34Gl/jWZwvZyFt6QfkCVryvjwHeYFzySUFW9v+cZ2FFtplxGPRNQ6wfynso+2TEmQbOfs7ZiQPUUYAau2gKudTnkun+br3CGL3W355zRuORnwIRpQSRQxiHAYoJAEvcbEuczJPWUVTsyMDKwpCJd1dehx92jsdQF8C3o0mIOsS5Bh+KuFqS6nvzS3eD2Or4dq5Dj9r/BDRCl6e6fpRw9n3eXYkKVE+9WZjsgxwEZ1+9SZID0VELequC7bvmTRy4DKuhTYHaDRj9DEIdA/s3n8zj4Mx8E/TTuzoDtDsZ+DvPfQ2Endw9z98M+M5E09yFV+ArEkUYt57rCvSpMCcTjve1Qw+nAM/67d0YH9pC1l3Pki7v9v5vZcgGcHohp3XTczxACFOEchvP0GuSh14UdR9hcPBNPQf50g4O2hlxNIXeAZjsJBvpLwx9OVoyhuFDDXVovmn77Kn5bPVLf74GSAL/PBMHs/lFcn/aXSHmoR93JJE+9HgmQ3fGdbJinTiWaj/treb/F1X//TIusGHem5GejFWD9uko8RgAug75hHPmSkQq/BQH1OLMyKo1GlmfGAl5n8dtQ2wdQsGaBBake5L1CQZAxoO3WFMqmcH56Kbz3iLRBF3yzWmJORc2xmu80tUbXY0DfxF430rKdWzgfNUz3NpoeODMxWepjdPN+7drYP4YvHoM53G4IgvfKk3otp2d7D3Oqxe/iJK1Fq6U+7/8XIbWyG1uYT28/naQb3tJ1vu3Fqx9P51V+Ax6oOJOC2gH2pNcgF4JzcRp1YGcF88SzMIZp9/uvAHGrSNMNBYqlIMPx5aYzkYaE84oj7fwDA6l5j//uxyJxo/TQeaPFcPmi6ypftJeLMkLJGK9LeI4U843TAst9CvrYbxwZG/kH3IfzJGWxpOQOdXwYG6CgNIHTt4FC8hKVGLPqMTmrcx/K85Zjya911nFfu/z0wbc1SvmqdAu9upNR9qvu4Wdr52xYbt4jHVWNsEYL1/hVJw8DmB7vyuAJOfYJNHhYADLd5eF6+xs6/yl27Z3j6PwGxuBUBxJoUsWeHl3k+RuGdy2zXH0am6jywgksA9No/x7+W47V+l6y7fPAUgLep9JN0PKPcMjI4vfgFn4GaYAACAASURBVFwqzXKsBgGjVEnlhiReZ2RyKO15Y6l0u7pNjIzUev2G099uDXei+uq9lsWpCp+Wj+ps8n15JaNwpvusJa1ckfeNVbNvmUsH53B2sta+RPpACQOcz1q4WV+LbtAr+puzD/FKdbXEG7w4tpGxzozH+mexWPRJ5FV0emz5nOma73jOHajcSjQ9GYdj292tL7sSW/JIa0FiUjtVj77Df+TgfsDrWyEFHfObBJokLeQIrsZffX1XrZHAC8S5bPNvqf5u+00pd7fvKgGb3+neWzu6Hr+FK/NE5+qe8a3B3//+d8sjB2ImaNa8n7XfCnPRuvaHo4HYxnSZEv5YGUHSGvogz90OEGfN7PhNh57IcLqsLFb2/npx7rNsWaeuuk3ir/wbCpquvXewrHSNF2ZsYHDmOUtxbWPvnRM9l34ZN7yDg7bxuvhJcqoxnu8b2f0eYYWjWuunOb2Yy4lC3+dUcCrwGubOHqeyKuuj/VUHRHwZd9X43e1g92DWf+Ra5hL9n66KoQ/zv+zQ77+szehE7AeIfeaqX11kIrygZ3bibsY/mMN+wxTv4E/U2qRV6nQnI9ngJGCNLfXd665K32+1n1+5sT4JbF3mgh5s7PBWa2l80tOSGd162Lb6N31Xr1mvZy30WSeS9lnX9lkIBw5OZ/9spzgpaZ7xBIHhZZ7/2998xjqdtS/ZSxFE5KoCF1PhptUWn1vMbYGUntGFJOe9um7mCr6zbTgBmCYDf/+cQa2btV4pLJENmzXrDnXYED/883qP6TJrhQ33Jl2dZOMRqrr6VBJyluswwBv8+rtw31e5zRFkWYf4MbF/SPT2noyOmHqMo7/A/oyz9UyvEc83rpdN4/3Br7yJ+dB0tz7vI7jynG1vnQUKH1PEwx5qT7oAybbqh4/chaeO9UocJfSRRPmMr/3mbffZ7vle0no8dJv5vEclGStZ/o/NM+PHhxE6XowwW3aSBXts7Yc/17V8Mf8lWc80ONjCPCu/qfW2cOBiSz3n+E+L9rozpNc0j8ySS2ZUEmhohBF9/DBH00R2xF/K+uiq7nzD8/RMbF775r7K/DcYy7VZ7x1L6yY/v+J4vZ7822MdiNZYWPbI6zd/uxZlv+bs4Yg7/9eFQ+A6ybwbX9z6fVcM+kky1BuHPLHAx78NjmRvRdv/lJyZ/cG3eWTN4E94qBN0W0agh7NXKbRsfsbezn68WDc+qiQ6SArG72z56XUKHdp/vbdavxNzyv6Gn17eOAkIrnL9rvuE1jzmZ8i/jViBJrc8tgGeawNow/je2GknwWDvCS5YJ4OwnVlh1HXYEEDWo6n4EWFbsM9GvsFJKyMHJHZs3bJDqyhmstGqAOI4QT0XrakUtkBhBR1PIPcsarKg2jhYom6S3EqJbnNy+qif807VyigcxwYDQA/zQSTf+AgGYfScdm8TAEb4QnAdAD7gwwAtQixVbyvsTnVhrfFvWR3dHglDeQPiAZge47dnlLQnMDig8FMmZFpTddROMYg4mWCigYCNbm93BJJAycn8WKCl7zUfnOCtODEWxGJUYHcAmGdHkYUgLsA+IMdQ+IxvnMcjsD0HHFKnZdcCqMwnb3qzZH2v30lwbgMJVwXBd00Hxu3AL3rqypzQ+VbPsx5Nn9qzBjKdDaX7uyWH1L2cdThGpAhTMRgne7JSo/qOc3wAwM7vDgAf5983EBmgVyWMMwLTzgonP1lIWes7A9syZRZYNIaSMY/MeRZNU807h+VGUeKw0nw6O6j5EBq8zxi/W+JcLTimdRxrk2DKnjHs9TYInmrECWrEuMjA9gzNrfzCoZhWo3cLWgLAUiA43AiwAPBf0Ahoo4r+AFeDDjJI2dENThOEbQMZ+fcqKPPqZMb91hIaQwGlBn+GL/MXLbQbHB/erwBR33v+rUSDcQjwvMwT/bMB4Oa/zvZiT7TuPOPNaKQyowMxmUMmcVfaJVDeWZ6m1zGwI5fCX9Gpc4bMBe7GeDJ/TDD9OEFzL2v0ZgVi3HlnpTtHFKUCcFv2WyUPT+IE0hED4lWCMrRPe7sJHEelRm/6JjFGrU++iPysTTs7aRkVYD6Gxzg4svfR0cEK2kCg9+58AzLN800Y+83AalpjTbTsZOZqvh0Afg2hphVXXHyOmta9hQU3q/l70X3MAfMdepms+ID+xXB6t+nXjuNxUn7PIpPWtObqCPRxHChvAFhyggxP6BsAz2riKInRI1z1/3P2JlquJMey3XpkD///sdK6PVxSaWa+wy0DKFISmodVBSQyY/DBfIzgC2Mty3uNIxndXWmq79/n4KbSN4R2HFmmgfC392AMzezBuwOBLxjd/K6QybUdcI5TYVpYDn1vkKQDKRhX09LPxm7JX/MVxkzGiBFjw2zIzwZatSXu7gud7XzLsaXaK2lShsrzYBK2cE6hT+4Mazm+eKG3NM6uRnlj8sUnVNphzGwrokyujcjGYjZ2kTfPdW3g8z3RB50E2PvbaPoIwI0xdGOXVNlzbqdoLxVJep3z5P3galVuh8WnE8FV5KK7yT7vlmgk47zbr80Zl7PI4DCLIdOXgpizXuBj65gNfMq5lAWNffLml81gtvF66HDGXjTI/tA2mX13UPR5HoFLdVjx2kyFx8E2Wg8NI+yU8WvNJwBzcOUELNu5ghjqitWc3Tg8Ixk9uB7MY56ZwHbO2czDI8O2O43ezp6PDTqfU8FmLKp1IGA6wWX0Krwl/UXi7a3n5tEnoAIEj+7dNqVaY4KF4PgTVLK80lgGnDy/avpt60DT4LXIjHS50su6c9b/7J+dYZz9FiPemn8G0O1Vvaajmztgzr3Qi3F47ZEFOEHsZBNuts3893T0KWbWFo1MRt61XtVz5CACX5DM5vV9vofdyD3OeeTgF+uOPXJFG7IJCDmfUS+tRweAOStUn62dKsLIXrxlTPSk5uwWq89/aUU4uH0CfeBw0at0PLJAY5DDHgzd+EbzObpxHDIE5O7r28HXe/jGj1OBJce81zbHIEQvj40KIZ4Wqcjns+v+ZZ3PSUCGf1tvcQ1yBv3P9/VT69KJRY1h+jnYzu1Us/9oghv3c5kX9Ot7yT5ytxYRBgl6Sazl/mDYdqy1fG1sv2u3upuAgylv5GS3CD/d4KYDFEnawRKfFcB+Bv6kSZbHv8OeI2d7h5zwUvZh9HX2TTxBAry+owR3CT34Neu+Z/w1Pj/26uBCnhk8k6AVlVSqdBf/8rIfSHQ8NHdwzfArjs/okA2Khgc2AIxdZfqxjHnTJmvWTlXm/0qSFB8MvRMAPvN5vuD1te/hbT+3Y9T4hIqg2h9o3Ws6tgQY9J00gW2xwWtwPvg/dBYZfXBTdQ7KfAc3Sv5MxTYymwC6aFP36Y6EHWgh2UT+LL+kgyyvvie+pysh489XoDme0ff3/I2982rso3Hp8w7shw7X/szf8+1KZsFnK3pTEQo6levfbfN3Pyl8ODr4+S76gUSBxsQEarqARs942UTjb9H7Cure54R3tTdz9j2edZHc7uO54CWCIIceSo85kD40zFgVKDyYQ7rJlZY5CoYAR/tKIxPoLJX9xF6Gdt3dY4qyhDcITMAv6ET7Wy2wcp8uGkoF+meA5WCMCpCQ4CLeZk30fXPkCA5+Qp+hvY0TmMYUXKeV/NCM9KppYzB0V6hzTweOBj/fmCR+hnFmaKYTeGR+4kUHVGZxnHx0Ctqm89eD0zjH3vGG8d1980/pNozB5G/f//JdxxI2WfzdYe6/8dXh2/GfnISD8YWcfb6i2VuBnmQFJ2cLXxoHrWDWuP/+39gm8e0miJckxm3HTJEd88Cn0Li3A2SMi445rcst043vdy1sh8qPMLoR28r3Gdz/sh2kM0tHgMGzDyKiLRaE/5pekFe9R6Hh6BStBRW4ockcZwAdIkeNUSeWgA1I0VnoIwE7jYfW2iTAkyDbCWvYn8duHfmraemIFoEOxokfKP4ZPSeLpedgzymh4QRmZVYMe9jnYlsTnLm+Desi6UyKkYbWvDdDOtiAjR1/ki/Hv1R7a/0sO8j0N7HGSv7vDgrdARS6cieTR//ZVzrfo9V7B4D1u/TISX51YlOSYA4+kNyYJDfRzm+//Xb4AXlEcs/Box8dZKb72lWrc2Si9E8dmXbsHWOYxVR6HjaEeXKIto8fuAPAL/z86B3HUp7MzvDLgMv8HvD7Bj8BL33GSZx1pdQ1kEvocl/dqw2K+2wRNsykWRW664DfCPfLwWvm2fG3oGFeYbA8QWP22SZe6GRJNLDp86FcOm7i1xJpA/I7Csg3fO6bs1JWoHdgOowTIyBKYjMM+8xBNvQGIyJcGOwoqDPfVdBZt4j9k6X+PBwBJIVMRsnfAwgDKmLwbtB7spvHYQNAP7jtBrImygXJJsaZa1oLrQGB0dxBu2OwiaBHKZtmBmYmoFnK0veTdApDnIqnEWyd2a2x9BhacTAfM/5kRH4DBhg7tDrsfcY7c7cykMCJozk0z96AnCEVzkC4zzJqcEJGle6BUoXG46CsMyon28TnFT0CxsBoXrfx3hXODbo2SCrhF/pGAHMv84sA1ggk+K/XOvfMvoUu18HE3kZIJlDg+TmDKMpD+0oAOJmRm7Cx6/duGRGejoJbYffc+Bkv7eXugJyeewffBxfA3p7HzZfMr9vR350AOrMRB7dpsgyyrpqhmv6AnNE8vd9Uw+Tsr2hZjJTsg5x1oTnRi9d4AhQCKqy19tUKQLLJPO2VGCCSnwGC7EeAiYCfHbKXAusMJNEsyR266zvBQ63F1IY6basMoq5suFMFZfJLBf6pqhpR4ASmMQCWLvuM0jj972QjaAdQiXzenyuvaMUJD6Pb4AcUMMZTWsPI8NBSbusiMhi1prQ6Rta0HGKtMFA9ft1vHOfoUgye25Dynk8Gv787mbM4h9NONu26eKlig3Og28DrtYU+mgd4Nlm6zAMHqc8rG4NVz5IeCj0qIUj6N4k1DWAxojpppRNQZhmMD0SXeua3ALCBXrcA44szaWTRh0w8uj7BStZ9wWxX/mUR/8/zrLO+g3HywdyjZCSZueG08MidMcm691EZbVQGc6Wa7OxBJT+BNUhc05q2HCaYlbNFfj2dQrx/A5DbiKYy2lhhGLWxnOSa9lTXJZlMcjoVB68WUa40XcPt6EVhh+J/jQP6puIsdL80i0HTBttJjJi9JnCmbyGHNe42HBvTECzmKa3b0G84IsCEPiO+5GdnQX9W4W2gbRN63mcydWsp77907OC/3kPTTzm9Vz7N+k8wk8x58Gv2Z40IZOFxWg1NoTciP7Mid8cBj+EZXx8bcePAtNDMGrHWJI/QYq7xoei8K906oeF2aL1kROH/tLVe7KHAlSqSoINgzwTwg+PjvLizqn09Bqfnyj0JOj3Z8JalyAGM1OD73H9lreaPI9N4lsUvuu4x6nd9XwFN9pG5OOgwuq+rOqFdOWEwaMF2neh2nLCe/Zd0bzva9v1OoiUYKEwVPL/zZ0qboFedVcrhdZwdy9IvutTbBO64hP3W3+GFOdrAax2Hnei78Z8d7pJLD11xVnXL4ObddwvRPRPKNI3+1bgmAOU5nODCnm/VCQnYfBoteKPxR7dS7sBv+G4Jo5MTTlV1BcDiJIt9DNY6STvtcK2AiV2x4huR85Cj6CLrI6WhwGbO6VOlM5gU3NstpeMkskTw9bvWCpZvkKYdY0d+eO9iI9xdxLjGGNaJSG95qbXWuLDnFdBfPPW2jU03xsGaz5+hnwkMaSE64Ia8inwz859rwe7YE1TKZKyh1iQs/NsO4vu4lq5qaue69qBbx5Ms1MH4XiP0eyekLm9kLIcfRz7ytwKVdj7Kdqwz4VgfEg/sjHwufMmLkQsEjYWl2uGH/X0w4yRN6F7wPfR8J4NSGf1yAoOjxgnYnZK0B6HZyOS7q8l7HxP02ITV6dIw9kSw53Ns0RM8a6yh+5K86L2dZCDkAufT4WQkwYyE4cbJjVeRa/zEYQidtiO9ZcbHfjzyu3UhmKhbWoMJ8ReYVp99d6VJyU/7VZ71cIXkBD0+qvNq4NnP4MLW8T1GyUhjhCtgr9vcCad9Dx7TwXPkE2vEPLJ2pUjriCrTxeBs/W48+8zx0OCrchN/mRIhpXtDX8h//DW9dwmabCIG2KmTmPl++5fsjy57gbU8PDz24/orcsQBAYbI6OC92465E9Alv9MqXjJ9fJ7P14MJ2v+RvQTXtR8TnR4s/g4IvOzJaUveiWvH5/BMrsfaDurIzV3Zk6glWvX+Bn91S2WKO8BgpodiXvy0yz+ffivbvv7iyqdUHUaO63lgBt0nRy59+l11C2EP5qDxd3KrhyU9O1NsPXVofT7UczqQ0P6p9lmbH5DPdebz8k70Hf6Ko9trH44v7iGEtmfYD2Sr+WAKptAPnezEHmCfegwjSzooHn/U8qr9fw4iKKAyXaWkdz4bkx6MiL2IbMIeI6mR/Qyfv2UTNHJ3d2gas5yYZGj4EfuS77c91pXf0BpjbFnRwbC2p/28wan4uVRt6zW3/zsJaWB57tn65BRWVbV9Fw70OPb7m+Ar0tM9bJ/N9jROT4ApHzD3+INyt05gPqaN8dPo5tG9Tlic9ymk2wSbdydGdzCEoUbWea+f/74VfGko6GdaU++8Iz+xZTaBOXbON7vYR9Cd+W6CXfPCwVRanZFTvdYnAOzOX1S1x++JHDFNeX/zTWRs4xnwnH5aZ39p9xx6SILckbPlBwN/K0FfzCncvLErjgS9Ezzirz0dMWqv0dcddNQaWO7attguNfi/PX7b4Mz1TVOsXfv9bNONj7rle3DFdikAe62/TgHu2o3psEGCFHZ67plnrK8odCH7O7p6kzx6DJJ76syReX23Oe7OEHxf+4vdEToLDWHDqRCPa9F/tq9G4cL/pl3R/owh8bHFV/FHv5Nxj/x6HhDTrZQvhBTGoJJmAwBWAM/1zla/zvjpdjEGDSbWTwOuM8IxsDAgOwCMg+ZkKI6h2MwSpllCOobPjBMHra+T63WyTvmODcnJ9mwhK8W1eUA5Q1jf+e33bQusdUBQHOIVozsYR7ZFPulMMBm0yUpn47c1Yoghn9kB6L412xpKBhyGWwM41mFBeRCHGVFAdzJ6Xq1NHqF4n9Wqdk8Kfp+KMVDLEGnPF6ffPVfoozOdqOiJY6YIbnVLcev8ikFiDTV0Sra6MPDs8Q1Q9W2fH1aZW2ol7GDZ85mC4BJEEla03PkWAEYxcPZQA1jWO2eTZbwE+cmcRBgxseazOwAM3bbz/78FgHGMdiBBz3BV2/bjOuvagTloTOtxwOFR/jgAP88A3eAVF4dOlR3TPAAdZ10eJTL0zPvmv2lB0oYn66oW0KLvjDOVEV1NQEBqjewkCwAEMDwRqtC/HosztoFLaCZzAtw2MGzBvxNNhYLH/2QEQQftoInQXiDaVQGrlHNH67SQul/QD3LmjGFaoG/G+zhNny+7EwMVAZwF9dzoVY1R1UVZ78gh0+AY0z7PSemow3ftRL7PHiUA3KCTe90840C3zofyBFONhDNO86UKGvp4GR5DcgSAzz7MHODTzgyj0rF58YCkqg4FeN00rL/hSQzbb22LqLBDFoXup4JpAnEdAKb1ea9PV1T03LRmBgjPmw6scUZkI1DTi3RPKOgOYKdC/nEAlM8/Advo8TsADF0wj1c7w+e58AbVVSfx5+FbgZDjbNNonuup7LJDYs4eRb6eLD/Oo7zmpTHcZzcdfjE/i4b3iAcCEx1gCj/lKIjIBAURcuTEi45aNVWw/K8/Cfbum+xdt99OwkK6IPiZBnaVySxavVolbQJWZA+Bt63OyRhPEP6qwIZnm5Y4V9xjmEAPeMwVcCWvcPC3jIP/lh92lci+V4CPcW0AOMkHpivWvAJAXpsJFrM+LedSBRmZ0IYZTzc+7Qxug/PCfwQTcBqrfdVJLqOyJg6lNl4Y6x38xQZFbrsN3XO/DlBvIoIEaQjo5ZgrfnXF1PPqShFJ7G9nyuCYvu+nv9vgjFEavN4ZxkkYCu2snsxKRq6mhRVJBX7/GZ4coN7XcTClFf9kfk+g2Ibcc+9vzk7t0Z8KtIzjl2SlnEeXs4d/fF0dfpgrz+Hv/JzqduvYkUnjYAr9Sh+qWjC4n+8SoLUhriQbG+cZ0Ukgm7OOvVcDbXDait/7TFrmkrOnkwDReEOf0x2ADkZ8h3OCMOiQWd0iPo61dM357fenw0QFgFvGmSZmfzox8Q4Af3MQnP24AsBeE63BJB1YzlYCrT8ffM49wKAnQfFLAJiAj77z7gTwDvThKGLvvAcOeObBJwDsBKd3wlpaQ79bcHVQDkfD1+MTfPtNbkVv+gzY57PYxuuwyTpsQkvTN/o7c5Ct9zbu4yDZhNFN2lonLgFlyzLhllFbXRkQh/Y4gOwQwBnwnGVOZdgMrJNl41hKRZj5ZgLABAEJWGSOSb5CT7UjuOfcDsQOYr/kVulaeK/vwZ7j6NkKuiQuy56nA8KdiNsyGXoXPlUlS9ulYAEqLl44sRxI3+xWy+2rQw/Y0o5b+T9Q5qIZ8Y0SdJ95v5K8nr08FTdj37oCc2QWeKnPT+WzO1CjNTsd1ObZsc9xFMmvsW2k45/JWfB66QfVKPqMZAx4wfdvx+74KvR+J1LddAE9QAt//BEHayfRvHw1Y4uROMZxVfqOdFaCnanwCN9NMkrEQiVDiFYjs/p5pq2hv1vPdnCSIxZM78NPxrNKnLf+XDzZAeDTbcl2Vc6CuwPDL3456y+dmm4sHwUNI0BUKQmdte/rxveRw1kPEk6gl3bg0yI49DkyVAmkmnP7amrA2c8NAKM3CV6FDmMHYC++MBH7W51oVp6OPYpfRUG3ZyLr79DxRhlby5kMb5Pi9Zc+p13jy8/5fKagzF35RXIm34VO7K8hOjLroPXubigEJjoIvtWWc1btYJVvQaLeSzqQJDgQe0JrK5woSp7l80jA9ZHdG/jCDxQfCh1wUiCQ7xR2ng5qp+uCE4amwONK0vYqmx+Cu0mi8+ONDTYBGrux19O/ly83tnf2+CcZ0HLWfDcFJsyNdYAeCBzkvnPvs2jxO5BA0/5LOltqQKIN+ETPpNvDbYPA91mLXVMJmLP2r0KWsvPGFtX9g2lC16GhtU1jQ6fdNVjhWwD4TqzIXm2iN+uDXkKOCB8YA89ekKDTgajg5cie1uPi73dCyfjEJglqE+4v+6gCVD4rfuiaYMqwmX+A0TfAM107rNf2u7gO2ifc90GnmR/KLwfvucfCzO/Q7BXnOPcTTUzHRcae77zll94jee9gET87+2u+ma22b2ySWAgAh19qFkPTNx3CV/r5wlxjLzC28Nvyf9v9LaO537dODXcCV+D4Z0cHMBr00r5x9Kl0/G0zfGuxyxrkqI99Jemug1gkpsI/e4SHvS9j17ZfpCtINdYERwkQv5PNGquvXN09wj5T0q51/r8wLpNgZXrwURPv4qIXvVeBz3vfxIMpOmzshz+h+VLjx4dku0Cc4qCm/MEaW+gAOrctOgnGjMX2yvhruTdFa+wfYvUkzWh9Ne/nPyVKg8113etI1XkINLcYdH0z+Es0Su/mdPVrPyv6w3aK9OR0k+gER7oWvgo4zyTDg5sgPPQzVdO6rIvHwrORw23n3/EDMGmgXWjxyKdjO668yAW57x9//PH8QeUvcoLOJpv4lQTcDYT/FADGz8Ne++ezYdn9OsORyeonDm9N1i2gR2BGAa9xAwABiLehgnADQOFY7AxOwKSe6QW9xkMW5rZQ2uyS3gz9frJDDGDezkKcc5oHQqBbTWKrCWLpd20cJfhkGXYbkBbAx5kw2RwAaY2J6j4IvSsCAb1rSAQcxSkrZ0+2qA+pR8AAmhDoISCqr0LEBBoDxN8tFTSndgw4cOU2b7o242gHg2mDLCN/FqEPUfuB87oTBAgAd/Ckhc+teLgPjrDD5OU71Hhb0TcYh85ez/AaJJnB9P0IWSru7jP57oxiDE3GRTAhbfZGgFQGzk894vl+Z7STELH8Ns7+J1DgLQXAF/8lg2jmMe+zP85gG49mHLUT0K9sWPZM1CWBaVGg/TzhR3PTCLqAYZykAoFewyvz8ACJ6z4tH5hP0wpGw+18WaM1m74OlQF8CqSIVyfrSTKF9hi6vp0vd3a0Zze024ZnV1+IX1j7roA8Y69s499+/e3wwWtvvX9YUBpr+CvKaiofNJ3F+r5945lzrscEjuLY3Ba7Vk7TZpzzvxnjKmd4f50uvaYEo0nAMYgd3LIO53dFwCYApQKlaWRlEmBtq2lEaqK5DpYkCBzq6/aoHVTmnhrbXaGJjDWtVdDDVbHTVsPrWtiROa48xaDdFrB8p+kCcNO8cq8fOjMZrpnbfwoAA577DCgC3ZyJ6/2ahJ4AkA6kxJkhcHheJFiIvL4EgE9gxB0ftoVd0x+Z4mTqNt/yO44jra0D2xOgvEGqrjcfHUdKonSZexigOxfcCUQfThMDylS0uIXj6CSY6S0vsj5yAB/A+Tz3BoQYIhoLuk1zNw7oymLRKsEmYNQzLxmEBLRNr17MGM6bzb2gu1ta6dI4dvdseAwM1i6gWwHIVCDiNACQ2jiZJKBjGA39rXyeCq/ZwKav5pF2NrSeF004kD+V3NEvm5l7Aoejd3ofwXq0HPIQrC+yVur80HqlzwTLnrydTzc9duKaHRbn/ELdP0YXgvo/OalPUsJUguJc+wVH8xi7SqxppxUyrcd1G7/sJV11WFvJ21SZpTo+yVbvdgttLLV+Y/1xZv39V7jsW4BQz8cQPwldB2tErghHt4NpW3zHKegz1Z7r4Ffh6JanShQMX+b60NXSfdanvRoTOO8W7vfm+h6LA97Ga57TFQbHGH70bevk5ZXJ9JUTqfQvWHO416MQi7OWNmyng0bLpA7MQs/3+jMl8+nIC57d7b4SdIvzLk710AGti2172Lmwa5vg7CT6jDz12CUPdIzPyI7siebe65/5vRwIc48zbxtz2SfaF8HRfgAAIABJREFUS8NOrBkt9F7ntpcD7XX0jnX1JpvGyV3aYfYEh8tPAWUH3J9MbKZ8At7fAsDTxjo0OTiygnRnf8q+4T32ugO6zfs/2UJvWTD7OZgtgbkE4D549RljZ7YT0BFj95AlkmwHiUaHx+gWo2fr3q6QNROGrsBB8NMG5NeRpnt9S2Y9CY7HQf2mIz9TyztnZPJ348kvrJ23rjP4PORxYH5zVC4v7x3hmbVfNJjMSwEe8BgyXWtyOrxMdxn0MMGMDkDxJPFe03Paqg6emQz/2/7sxIdDV21Hj4ML3OXkhH8/NqZ47mlmgHM890lnlXt9j96Q3BO+0n8TrPv7f/98ePc308nrCKnakLWVFu8bh8yzutKk3+89vY+zAccgL24Hsr77Ldh4d5WLgy8JzsiFb76Du5Vs1ugysmbABLNMS9UJw/Tyg745NCAZ9vyj+IFESIKnjctOANk8X50Gys/CEM/PT9aaAN6VCDeBt9tm62RnjZlK+yQrEahLFW3b4fZHkRDyhVmzn58BwnZEr/59V6oeuTtJm/hgmLNt+LEJnPiipOFJmkliYM7XZj9dFXO2NvzX13N0lPhcyaLWq6N7mNorAHAnphhHvr+ztkboqgPyxk0W0DvvplXZePhSvsnB44ejBb06+D28b/X7gVOqElRPHB/PwcnPzbqbyto+ExicxH06sBGATECFVqJrn0FfTR+NGfBLsG93Z7i2+bEB4LHI+vBTeG/9Vlu9t21q2z6JEBQuebcSNk6ayv2z1pWkees3dGw7833r4S9kAgGBO+D66vpQ7UrP0VADDCN/M6I7WGf7Sh38ns+VwKhXJxecc4+FlV4OjSkUmomCyewTKULDp9vr0ufGS3/IvrN+Ez1Ntzbdr/nOutQLIj9qKlXjH07yimXhDIJOIW0LwDe6hfzDL7v5krvoDxKBSIgzzBD2GZvXayX5Ou+xX0xfa0FHsu6u1kl5x85/bn4SdxwZn+mKLseu6WpFntF+8Q5aduDxToAQvwr/x64Kk7tD5yQMex4d4zz4fzF7j6UD5sgT6MiyVd2FHll4jq0qOy1rtrbaR2HH83l3SFo7IkdiHBn1TOOvxx+ETxbZlGeL/mlHHhoHv56KaOmXomXW9+4QZPqePcmN5hx00cbcwHtijPwZAPZ3phhFeoAEgH/+49cT99r2wJvAzBrh/8p9Qht6HZxSCc8k4ml1xfevqvnnvaZJ3+5KlAkubL9/bNdXAFj2xPMeBYTgP9NUxQpazkSffVacWzbrmSOskIN0YPAYh3aCp+PnssR5/ucAcB1LyZEQ2cux+fX9Md7gnZaPXGtZXclIjXVIdPO6l3FEYdqdIJ+9m0DvEFYSAYvuxwZXo+S1U2c0D1M5QeqMO3t+kpisi9445Y5zUAwFlsB/oZ/pvPSD/0QtnCnofJLYSMqdaXhd8YPhR/hDR4WM/MJv7ACwgUkZWK4cHIchjvM7y1/EBSDqFmFUq6ZNI5UwEcanfdUzPDLwvVlkCc45dilZpqy6hJuJbI1XGBkC3MnnN2d4jfKHkQIO8jnnyfRZULSe4Iwp7S0JkN1CQPdAub4CRp5bxmwg5PPwknFHW4kAwR1t7pVzCCmfz7ooCzRZxJnPp2LrTKnjPCgHjaRnHIhrRWBk5XBptUDGCTLBYjNulH4H0zSGt8Nxz05DcPdeQEfMlEqxbWmdTEavTy/ItZHdE92XuQI6F9kAKeXf2cpDBa9z5wis6zOyUgAUJ8g2YyHDF5qjFZ/XYZQNmfGaWwtgXSOHaDuMzjqMg8G0OQHjBloajw14C91tQ4Gh/aa9KIJuBZTMnifYoQxlJzKoEjoCASdt5iBwti0RW9FAV5tB8zYOcUDhCPIYpkUM49N7ZIZ6kKJFn+cRniBjMOMPKkb5Mb4GIc3LZEZGqEcuZD4R1B3sbXoH+C5PEYgNuDrtfsYgJ6MoGbNRhOx/5rRtqLs9D3S4458AtrcrFUKutDJIzu/cv4EMsoJ1JLhnh+ccvrzgPokfNuRHyCHX7wQaaFFZQQfETAXZBoC3muUdjN4A3jqfEwBuBYfMIwEhlbhTgeq1DP3369DGs7ECCgEukTN6naoOtdB9GD/zDbD7FgBu44V9awOkz/fCQIcnMAyXFnekt3FoUpjARYK2aQsJMP0WAL4NY/gHeSRaczv3CQJ1lf9fCu7Y0Tiy246BtKzqtlZamOPUvwLA3UI+CSifZ2i/QPXIDFbBBkudWU1C1+cZwcOf2r/JokdeiZ06i9/O1uc/daGggpl98RmBV+Gg1iH8nSMa7gSEbqGWoGlatkEDdwXwCZwOwdvh6XmmktIZlS/DaPEIbb+Wl8f41bo9E3V7J3G/ZfECABKFyMo3T9QRDKt/4rAjiJPEBqrQRq6egM0EwwZbgGE6AE0SHE7Jdpg2T7L+pvGRKzjD0SeSmxlnyeLJyjUPP3Soz7qCWbjL2bHPenLkiMZE5ShjcJD7cpCa9r60CbN0pSpExruc8IMBO9mm2y+Zv8u40d84/fU7cig8vscMnP0aJ0zAu+TU5T0034zOGwOm6azPtRfv2sEyZ7R35TI6E2PP5stgp+i83XPkIdWtrKXvNzoreGKT16g6Mm1OwO44RaZDgNdmDA/xhAxk79fzMt4px0ufMYeR1LoYB+mRJ8MTGIDeF8u1NeLB3ODSd4LXzL94a2XV92C6HVUXfshD97zNNjJ9RtbQl+59H+HgoOfz309nWrXjjbXEERw6jaOuK9+P8e3K6SR+8TJOG9vNrOlxN5+OI0e2A++PfRARF/0BvmhcBO01TvO1k31uJ5IrV4VjZuyic/vi/2EHJhVSZKJnzcbotm21ScS6T1qqNo4LPlp6ThCbyiR47p8mkrMsR0aLrbsdPDixbTF9qx0GfU71sX9Hlmk+7xabObcwa1E2lh5s/oo8NC3r3/M+dpFbgI0j553ItfPwekn2zZYvDu25hk9sHzq7P39jW3Al8r1lNHO/g/DBuXKUJen7Prta33sfRbF72qPH+cAaWN4/2M24UfK5nFF6ovCBnYKPXDIPKNgz9h0mYju80Ue9r5G141CsFsdHLttBhaxIgjP0zzgXlwqzZgOx7xo7aJm+Be1b3q2TcPVY20U8U8+Ah+X/INEv65n11XHmpyJtcLH157NPxrrXGeOsC1VFogECwKbJ0b34GW49GFtlHWJdccKagKHbdstn8SfwQn9BE62DvwUktnpiecgrIft4AoJZs2X8g7ef9zuxv2kyv/OdzA1/YRyXfYRNnn232u9uVKyjxkGCZ2y5DTwhp/B35JnrVGwZxViZy2v9xQ8zf/ih70MLfN/fVbMJyPD8ruTKZ1mH8MziZ4LsxnUHU76DTTgru4pOfCMdiDwkCd16uzZhEwLHL/Ek75zuGXMlwUGv/1REEkDQ/RS4kI/jBFqrxWfwYewv4etd09gs3+bUCbLYzV2hpnvcR0i1s7rpHz+B9fnLXgCvb9LAR1Kr9kO8o+MGhn3En09+uWkqNL8yHhvFwe3p+kZnnoPppJ8euvHcn/+Qb7qOgN6ejZuHEgCGDl3JXMnU7mg4GLwDhI0hdJ/jE4ZPX/gz3RQ/5mWaTQCDuWJfYTdvYPTtPzQONk2Xv2DwN8EXAigUb5TqLl94ePSNB1JJCH8zJsaID2pJfW0B2msXGxx7KTy4OFd/O4FS+vd5YGMLgpfisf/UiQysbFttDECtGTKA9Wn7G7xiXTz0h9xGZul6ZLP0A4UgORIEmoh+HRfV2cPT+e25ElxJgIYjT1gffKCdlLh0RgC2VlryrPxJNyZbGdDFbOGL6ColrGa/hD/MZ2Pvee4lz7lXy1XWx/Jouhh1wIoOoFnvVP92dxqPoRLIdD+dx45cOUldGt/gG2Q/9qVhsPDM+EDNQyS0je8ldl9wu/j3+OPHEGFf0MnQdktwjhnc/Rz8Zx/S6mvxKvubtUwLevSLsJ7ou+1NY5npQNXHhiBH7/bdWqeXH9FJiZmf97LsAgmGtrfEAx2zwjcTvZVzUrWWGvP6G+JvOnQKzTzTsE/2CgArkAc9LbXmN/ujyocmvvoVDOexBSOc/dXaPd9Tlwa97mDuXdnsgofBYOiZ+zt9hIFpUkHLSToXnRGPQLZhm/7UgeHugKYAMPIYX8yu3wSAy7/zsofbPhz/6o1xoW/w5vphhAElIwcDTQLk2lJKqoZG1qa+A8Chr3dA1e+5kGWTdm9MIZrR+nfh4LcAsApm4qde/0V8ZcJSGSBditufbH+o/N6WXW/dET9ACB8ZsB0MzRXhw+fh/3bmDok8A6yOkTPGehsGTaCJUIepusVoHixGnwziAa04SBwgVXtRB6gYLJmzY5goADYLoAOZD34Y8IPxAlNRsaDnbgUYQZsssIMuB0CvYaN734DdC//M/zYOb2V/O7IiqKIkv1VCNzARQURhxNDvdpQn23uIjQDDYQAbn+PgQSxMQM9bbKfrAijGTcaPz3xwEIr7rCD1dz22DtC/jd0GaJ8GUnYF4/BkGkt4eb/3TFecFXeWYvYkNHEDK4SihJMViJ5VAKCrW44R+txPwk2MG0dJgiOtkLp1z32mq55BlfapUBojPAbHOrM8R4FlreEIGcC4KzQHWDoAIofW87fm8XYGS/DHiOmWqWF6DNfN7lyhkYA/jvMTgHu+2IDjBsj5LIBoHdTtHH9XCFoI6gzRo2Ay37ezanm6A4Kazxoc0Mqe0aA5ay/W2ZI93ozFzTD8yaHQ4Ahe3uyqMcCqqhmABdBoAxT6QtZo+U8mv/ZSdFQB8PsMz1f2arXUkkwyqB1BftpUngpWC1LLs+P8qQCD90tGkoMsGV0bM1mzOIi8Blf2V/MlBko7VOzKXazjexh8TGXp7QDTGLolBvykvScYy351ADhniU6Fcju2KhAXeRCHawdUcGi+Ms8nc5VWJexbfq7x0NU73mMSIuQ4mPOS/I1xsvd92kETp3+AdQNuDFu+B8CLcRYHK5nj0FsDGu9nOaDMX6Nre58w8ACU2y5rOmVIXFjHrB6VgXk6PVhXv4Nb3U2h2yseHhgZJACJoRrjY4yoK0CPozLjTvJPd11Ix4zJGtYtZo3ugDz0rce4WhIQ5++Ow9hy9V2ZmYSLcrrLMpjAVic44DjqpJoFigGUVDh3oIa9OsEKZ50PxQnvVMvAXBuG7dZm5zzmZ6yd3BCH0Aa7rV8cGE3AB9rVz9tJe+9X/s6XOgN8jfqW+W09ReblWQDT3S8cGMghaNxjGj3YQYlOvGOMWpNuHcw8PeIxEghwrGGKAzO0l+qLkYuzODgtui2c7tljvJMccd6xhwSDtsJWvDv76+SlXXvmgy7hJ+2v8+xUrnfGrx2dwifjgGgHfBKFoiuWXsPfmndX4J49f+fXjIzddlmuWvJZd0MVs936U9iICvIYhu/2c+zrH0/FNnqo5V+vbTDcp4PmVAgfA5AAogzuTW7r6B56nYTC1Rtra9zrz/N9RpTNNlrucmV+EiAH37kqprpHHKdnOXhEh53gar6uTgHfHMAE5v1d1rwcltgFcsp37QYG+iY9biCheQTe6Con2z/yT8xemAYnEJdg/rak02c4BggcMo91Hud6xt/42wG4Zz56JnNtnIjc7NZibS+JrxLU2qSGvj/6n0TV1pEkEzLP/uk1GvtxZc7bsc45r+1IIDBEAps+c4XMVMB2wP/c1zQ9dvA8s8+ti8M0NNcOdBQa484arNOZCpum3KxHgjU4cTuAiD2i79wJtRtAil3Gnop/c453qpNFpouX9jiW93zRD0nQy3pn/HeCbFeqsQ5UzuFMQa444VQYTHLWBBf9t3uYoMYGbBJAvm2Ag5mGfy3DPM7c0zwhufzI1G/4H5uEdUJuZhxxfpPNf5w1WrfnfrSCbf57YW3GNDS1CcnhAa/lo+87WA/vwUcEIGka0bKFauEclfF5NqL3YIAOz+jgdp7/Tvpmvc74RhZiP3aAIrZlfCLIL2x/bA+q1jU++aXu9dU6djvBlq29d97KZyydQH+IZX5hjrwvXgXzNm2RKHfbR3eC+8u5J1nuAGww4LFXxt5kXiSikEC+YwyWuavmkvSXe5snAL90lNKcx5epggtpOgI86DH4kc5wrKGefXdLuu2j4x+pzl+0aATL91x5ZtYgswt2DD/AZ+1zOHpHHW6GgOerZ3mWLnNuZWQ1fqXhRj90/V+hDyoYcfhugK7xpa4lOToyKDwIXqZK/NgIJU/MJzNuKsBiZ8S534Et3ac7AJ15Ggt0S/60DgVvxgbU/oofUjnZ94VXWeeTRCUZKlw3dm6wSuwiMHr7Vbu7iO75tl9D32cPB2tzZiT0xJrhFzBPlL3c+ji/T+KReWX0yQTojn35rCf2VPN17IXPhDH2xMFy0+CnP4T7tMyRPDwBrB/kF+OHN3jGjT94rvmNBF/L08UfZy6jjjpZwfQ78hm/xqFHMN3zPVrMQu+xp3Ln+CS1BmvHbQB427l7rONPleaXLdpFDZpb5OHb/8cYScQ+NqHo1fJoEiK8f0nOxR+dgpVgRr26cxP03AkszO/Gn/hLlweaQvJ7y0Q65pFkErpN0F3jewWkxqbvNvHtJ0Dnf8MP4CkCwN3ZIvhoeNqLlqSddPlizIvJO2HwTkDLvElgTcJQ9oWglT6DD94JDl1s4fsMbms/IbKNymjRksgLTI993vGU4M/pOsV4nvc2kfMdjAYrtH/lTtzppHD8X5141wVcjEWfSwbD46Y/VdrPK90lopeC13ItPN54g7XpoxadLDkxsyS3j03ptdwjXs7zqkuMecpJoUmmz6t0zryZmNS784tpevgV+aL3OK4qexkfH0clmSasZ5IU1NgOHxjJn+C5O3GI+2bO62emmyM0pKF3Bw327p0stIVLGdvqqfOc8a/q77QBT5JJ1jn+PvBHArDZv9j1FYsUL9SRDs1POaZq/NWjfzqB8mBuJ2tko4496lWQfJdfLwFa4Yjose0acJK+nuv+fBLZ8HPhn3WCxPH3ZSyd5KDrnYx8klOD3TvoCwWFDiR/EwhnrOaP//v/+p8nAPz0FhkC0DD7bEKI8v3FKyJg4kJ47WMxhACcBv1aGy3+RJxRIih+gNy5yzGwF0BCuA1UEMInwFwtQE3YJv5xtghkDO5rgxZHUm+mCW+Y5mOjR6kmSn841gss4JW1C3AE4GL43JkdNtw2CcHTT8CsMkAmmL4B4DgQ24hspsk49iw9BDOZG2q5oXXHYX2YtbfXzLNB4DaaIDYzY7VYYQ8XCA3wnuxEjasFJfvJngPi9u9dh76G3wM21sFI8PestatOw5gorZyT+g6adYBS977PRvY4FXSYQ9H7+Vb8xXEcRs9bdqBMVclPLT3uLMQA+ggHAsCcYZw2wgC2cQ6Mk+jfzyDJYqkhHYFk2hoHW2maUykBrUY5VIXG1SLW+14tRDq7sIM0Gh00FnCfyvYWXtBQZ/i9s/kCDrciijkn8CqnAgYoih/Bj1PICQ8W7BhLjxIV0ANgjVKgGm2VYi7IesTJpP0A5N5AJ/IuChV+6UqQDeRoYZ6zOB/5eztEqC4Lb+ffb791u64NtPceH/4Y+RaZGzmh18vhNBe30dRykQpMjF/W6R2AwKieSoFnqGTNZR3DFQC9u0KzAVWDJbexH4c0Cndl57vq/TYA9DxlNjNeztrYLgOrBNeRl3E20JWCJTiLDrvXeh3x+X7L+ruVL99tJ1jW5nMHY1jlgwQsQu/tAOrM/87q7ZZv7YC+5UvLsdv50Y6fzmznHveYOyGls+YB0ed7BrerK5EfcZ69zzyz8TXJKKeKYXSp1sItaOosmFdlnI2LrV4ITcxz+4zW66gJ45jxnjZtEthy0PnPGGgxFqJDmkb1LBJjuIfe09mdUhJ9Brhp5oDy3Oe+F9TRGfd9X69ntRrDOEe38/1OYojx8qm3+77Qc1OnDSytrZZgxt0GX6597zHzQX5Gn80ZepV8xrO7A809TwIAliNl2GKkiQ67wo59v9u13XhM3HtXk57M0TKcdL/bwdo00FiKdet90B4gk60LfQ7QBl1iaKh+cpwgk+zy2gPjyu1kg04lUHfjyOMjFgZ6/m2QXB0GknR2v1p/e0cnEc+/C3dUpVnObB4n4vNFHCqGn/MyvhdfDG8hIwiU4gwJP2igCQCz/6diSKQuh4MMoEmosKx8rnUC5SRTHZq/5E3PExlmbKh1GZnBHH2tzkKtTi6aRKbQQaLs6V9PiyWww08BYHimA8DsCc7+0FgwByKrA0/fKu3ARVm/z44ZrGuSYBfgswbSBV0Nc5xFs867nhsU/BzHylsjlsGj0r/am9ZL3dEj83wnmsUZJuNmKhsduQ79GGvPvqZVeWTwt5aM0GDbdIyrZW0nahEA7n3I/N9naOWM8zhsOiEU52LGqcxxkYuMT5PNeXWA606yazp1ItPwbb4PJsxV62h+B4C/0bWuv8+sOhUGJGs/eyV6wkmu79y6UGNYPJVxvCuLNvMEp8YdAL67Eb1aMPYCeMbvzhtdYZM1WAdY/g5d/LcAcDtv9T3zmR2aOcqhzPqTFAt+ab0GTX1L7LjxcmN9vpc1zjm12A85xyyyEHx2P3Ox7+rylz9gsOPLIT/y1eskW8hJSOiGyMG7FXPf83YSw1u3HUECArIep25XqUaeJtAJXwe3PQHg62xF2byhXyUkfMfNTTZN/1RI6/PYb9GvYOt2fmYv3sGtdehnzfRSQKPlRgeAqdT382Y98aVBr9BsJ6Az/k6sbdn1wv9OSpWNEHng4qPBj9ZHT3JkJ1ghc8Ej0ld9xijjAltAG41Hz7nUkwCsOSvgFGwXumG8v82Z49C41ur8Pp0PNoC6rJbEzXc3vN7X/l3zo8IGudbddegk2Po94wvmSTLE2lasX87Lm7PUfd0K7tj2mcvBbtN15Jt9rSIW4bw+u3cDEgkA0x2RtVsdDQ6IjkOHKuj+p48KIQA8ju7Zg6MTpp35fcyMp2MstfR8aK+DxJeDGxpvvdq8Yb6QYx2/7QAY8fQ5y3GW8sbF4cd9tU4MHkg3PPQtDnboVpNpuzT8/05i9N5Zd23XjsYx2BGMwtiyuta17Dv2h55jv6ASwqQ3dBRK9qvv91OAhoAU8srne44OalzhuV8B4JYtrMM5S37Ws9cN+iTxmwARPtu2Rdqmf1cFvpPEbnvWa3f5b8QvBICztvHZsb7N02bH5/9+Sj4KL0cXaJ3gFeyavA9/y1DNdf2Cn0VjOgLx9mf0vkUXxL97Y6Ws+fqRmy/uz3o9aR17Wn9jj+Pvn9baCgAfP2l1vXgdRYWR4HlnPHflf89dfgRd07EFPj++qaFdvQ8WvGXg8bPP2A/PPL+4g9soR/QeegTsFnretfvT+igSoH2oxBm69bivKTuHZH/jpxnzaWnu8chuiT+t+UN/dwB37Yop5hhc1DiNeVo/iu/H/tX7dwDYuL0Kfl5EOPNsW549ad2z+H6DtFmj3K19kJ2gtbxea+r1yd9Z6wlwz1oujt34gux5Y4kCOySo33bbPb+zVs9Y3a1vdOrdMaID/YwBPIgdgl8LuZvij1TRO54hDDk+v7swg/Vqv4aPMDuAmsB7FrXxtrHNdE47HSxFN5Vgl/u/ZQyY+xQGXknj7F2wQBJm48vT5oxeHoWIXwu+sA/m8o+/sOgMJez0mYgAHzgAnJumFYcW08BiMvz+IaNQGQdTTQPIzyrthNvYaiLoLI1sbGZEhgWLxhmWNhK0Bi9DaByOAlx6vwKUimq7SrQyGxw4Ohn460j55WmhYtqXwNIlAgeTCUdFmxQTm5mxJnofIpuqRCkdZwih+DHSduZeJ1WZaj4DFlEOGEasRQOZXrtj+A+ozv0exTktm2lLqflsxS7rmzt15fap3lHW3jOXzvZEOaHMzhobAG0l1b2f3kutSwk5wEQHgM91U9Wp8f7YrspZ5wnWwQzvVp6+21mqZP3EqLuzEXXR6wzA2QSykVqI2qArJNBn+PKwONHVNqMMglLAXSH1YUSXg4X7NS2/9t70eQWAn2lqz7oFGAEe2BGjrUGr6cD0uBXJ7bxhzA24D3g2uB0F8l8CwAAxsoESAC1FZaDQCj4zRkC2EZ65h//0ImPtDgBvosW0+lRweQIz35w/GNBlzx06ayWXio9UZUMHBFCUUZkK5q2mpJVKA4jjKCrlKnq7M/1wMLdDejNPRylY0a2x1sZT+LxlT/b7J2Dasven+wTYpFVu+Hkz/1uJOjNMcnT4v5VgOy74/R24CJBvJ1xXDPSZbMwR0NUBCWZ+gvPPeDsAzF53+6FW8NmT5edeHzL047yqNe4Au5MpPMKXfkrWXNbHzCxqnufoXudcqmJ8aAx5p3FyJozH4CAHiQBz7+f7B/iPbI88mKQTVw0GGAOuzrjMWwN6pHePIRJj+wYZDPUnfXEy3nXfyaa8dXZN9ySQsL539eqC26zvzkvyIQHg5rPWd5Ebi1GOrH/jtPe+SGYNKQD87kBnHC/Z648At/XDOsPOXJ9nksHfupLPPxyQs6ee7+AdA+JpaflqeTR7DWD2vGftD6CcBzF1rcXp2GLMWQZzb9AksvVbbaQdZ6HvtxXPdH7JfuXb4CfoCsfL0VlzxpsvniNIeO5Jr5q9gX92/SIDOdbjfYZwFvBOjGi69HcdcFqnHvvPfOUo6GQhJ3o+/8B3OKBOC/YZ3Fc+114+/86RIzrz9+Fr0ZZdVGz6k0Bzy9a3cZIFOfTgs7iuqhev5+5gV/Xq3e46gt4/8mIc7cGiyYrWsxoboTdpuenHvQz5fXYCtXR7iAOdzhl3EOzGyS+yfPaJwLUdP4/+SUukt33gsUzQ/fX9JSzvIf86kTG0uzIXOtaZ47YLKnCvMZyKZU9kksZKr3hNnnF3YCN8uC36TstMyZd5NhXe6OI7sbKT9DRmdIRlvP9lvOHJVOGd1zhqFQAW3SWxIrgta/LoZ10/R/Jsi7Enk34c/AkyjIpDwGiqJWcbb/U+xLAOtugOwD/xAAAgAElEQVRKi4w7wdOsc+TgXVHVhj7rcCfTdjId9wEvMcaz/+NAtxyYAaFDOH5D+0DV/MrhddSn0nkCwz52QNUzWtDMvPWV/j5zH3vS11SAy8b/cUIjp9HZZYcowdTruElJPS9tqElwgEAnSOX3cSo8P1/HQ5iJ1i5uR37v6yuRchJX9VXwLQm2YMG7krM7jrSD02v00GC3ExZd/vbbbx801vuBs7bp7eDTLxX8wWuLMUgSuvfjliNOMMTx+Hz/2PwO/M/VwwuN0+89Jsmj5XEHzcLbsWfh8+YZHKjICW/bSw5H/tgBes5ujv1FEILAFFUM3OPQbNkCfvbQLLLvJMod/8rbAar7WD+BaQZHa5joJdPHnIlN0FKf//2/cdi5Y4pSpEqMsScnwerIr2AC4SYqczqZ8Mg3ra15PvrD7U+fxVCgBAfsR2L53PfYWgdjd1e7jOwD8+m4ljkOhzGTpBu/VL7XQRD0/jki6oHotJ/XftqnIR/R2Cl//KEzRGM/Nk6D7tbGXoo+HdEsbzdswlp3ANjfeq77/dEDphtk59zunAU7NoVkGBVOsvvi65tWpE4K34pPeK73td9DpmsA1tkkbGhIFYxte4rKO2i6eSP+oJWbCgCHTj6T4zyO6baA/+XYFhdNwu9an86zC717JOeYnz+fTipZf/m+QudHXj9XRg8kSURr7iC19LOx/ruiv+nNPo/tgv3yFbSfjxjZjjn49MjrZzwkuOi5x6Yvw9iYdiqX8RtAx7/9ro57a8/k/aI9202b3H3bB+bJ+QLy4WXfIW+rGlt8T2DwyDCHQKYz3dAceqwxS+jkmO4eaCeR30e32E4fv3XbzT8FaOCfrtiNb2iCm227jo+RTkZ0FvxoASxfdXWs8Zjly3omIn9xfKWamJzSe0ZleGsr5I5ffs5a/+Wfvz73mFbyNa7bRgpvSIa+E1ux8eA5PXx9Ee9OWdxjKSO/dfJBV1sz1jsAvM+KjXH7Y4PH//Xw0oMjfuBb653BXmc81hM7uthr/JvlLfzLPDuhVfjQ55Z7vd48ED2YM8Ttfxyc/QrCjVw/+/ncAiwcuf7239y+K2Q/+gXfAQk9jAi9TBKBxk1nyU58bn9S7rn4t/UPCXbd2h0+67OI9f18LyPpAkTmDH69Ewm0nrEHFTzn+5PYr6ENtt/1eleaItds47avqH+fBToBYPNTbEL2K7bK4v6bnrP5W7F/sFeB6vanMu9O5OKe8NfpgjMdJ/T5fwpA6/O2v/ELqbOEP5s4jfSAA92ia+OCdAXqqm/0h/dz8NcZ3zNP+Tai3+KPRIYR2O8jrPjeSejXWMqfqM+FW2PKTLL4gCYKvVjGrTIOvvOajEzEz9J2P+vB9zrpozEb9+8Wz73HnXRpGh6ME1mxV7YNhczqTjeM93Rjer68CeGr9zuBPbGXgMiWg+jk4/P9n/9ROUscgAjYBIAzQC2YDT6BOGXbSTnx2bQ8zZXlYapVKP/HOGNvZhtDVkK0zwDzRsURQUvAtEvd84i8MMrsmEopjN8s9jWeByBPoXNGW8beO2CcBeuFWsP2HTD+pw0RrYlQwhr2mX56hh9QOQrDgtJt/jI+qhgC2CLwIY4Q6Qo/gpYETh0AtmNmQdq2OJldOcG7rLM2XoqcDDgMNtbEIzeTwihv4ftZwbeC9SWs7IzYTLEWUBnHVO16l/cFw3crBhzfL8dVfSfEnPWU8uwDx+8zW8wUcwZJWtKu8m6nh0RcV5Tp3lLgJ7gog0cGQjFaG1m+3r39y0HzAkUrBNoYfhun297R/DmK67QJnYAuAMN0q30zANhsmCPAxhC8g7836O37afj/XwLABOObJtlvDGn9TWty/Y5M6ewz+8tkJJ1M4WjyDgCH3ujNP/wnw3VomArWFoDao1+e84aOA3D4ktbeh/dtnOrDtHJfkKkOCWqpI0X/AIzi6wjo8Yrom37IOoIxUsXHnAcSp+vn2aYJZmz1v4FXJZRA/qauMpyOc32c9Tayp4oyoO+dZdctJ3yrcpzcTos+79B7ocSQ5wvInOxXV4wHINyVVR0cQpFxjwO2q/Knwavl5rBU6ElrvBKE811luN9A6T4ztAFsDL3cGAXNeuk9j886sM5M9l4PovQYNuh+guSn8jo7dqq/r/lBj5H3m0EtOXza2wz/ttOPNedcxqZ15qL3MEiZp362LPfeew1mD8/ZhOEDeLcTZDpwn8w+P/FkVBo8jj775qwLDW2iAfscvsuL+Qjq4WzJvDJWdH879/junVDC9/beuX+3Q0MftuNI13egwfLKiWFpF3QHEglc+XmjHzRe4agEj/Z1nNT6vCoau0OKvrtLEmB+9P4JzE070XGgxLmWVkY/VWS/qlTGEdP6Knhq1/qnhJropeCg1hXwNPKHAHDLWBt5NghKJpqQNqDS+3ayluecvpZfBIBNMwQsyiGCAbLYLHKXQA/V5Mh6eOGcUfUY4rhEmYN9CNofyQYFUWyMbKWCE/amYqm7CaAf9yy8GLt/PFnQdiiMcdW03oYMFNTBwVybyjfJxdRZF/6w4THHT5R+gL7AxObx52uN33QXslQ1v8Ojz7y1B6JXjuIwci8HPzIHA0gJjAdrKQP8OM4zK7Bn66u7xS7rQ/KR1jMJWQEAjSl1z5N4UwYgch5Z0gb4cRYO/1J5rjUJDhydMDKq1yyzqApJiETXPjRCAC18HPxjZ8+cz6bF7zWgZSJ73i27G+ft54vdOznLY1bnmwF8dtZ+OUf7VRE+HTzOmaSFHxTY07rIMfDbc0Ahzt927GtM6cyyTs2u0EJOpYNPZgDfmRbMW2vj+H6T4NtHbvT3usUZ+pnkBe9MBzaGUPzMwfSsYzs49F4b4HleVyJHVuo+2M+sMy3+Q88rIz2W5/n6PMuz50y9gzTbCjR26SMvR+5wHEYcZhnPSS4bHcnaBFvIA79e9+ar13FNWotJiMH+8n7gD5h9AjOgA+gWpRaJuT4t5tv+Cx7ReHESBiuTXJJ12cALAdW2pxS4U+eyb7rXKzl2S9tn7P2eu5wqj2/y75bzOHg9qdF3XtdnnbpVbGgmdijy81SKjc8BOWi9M6ZrJ3R1wlCCRHpQftwOvj5vT2uPLfdBZ5Z7wa4EUOfOlmfwfJ9B/k3fM79bPoHjSQwiQNdnoEI/OepDWLoSy2fgm2DydjDqYyWpeL9U1fjQO048MCJtbO8Ap+XnQxDY83I44oSM8x5bfo844jumoxFMYGjtZwcgEyjOaub38eOMDu9gAQEe6Nd6soLxof3IEXxYnEsYrLRHzIiXt/uc5M8keY+9134cdDBYsDtVvCqQOLbkxwSJSXSiQKTaGh/5oilZDm2Vn+ZEJyYRM3bE8Vdp3Z7/XrTvJIJtoY08uXmae3GUndukz4Zon6KbJ9gy+p/KMwdyh/bAcdCP+LpxHc+NnyX7dFdMtnMX2dgJamJ4ghIkd/A80SVjTfBjEp8G/9vRLMqX3fHscRcscObvZ6BEHUxiu7ZTHjkB3XYyR+Tk+lbjU5MtJz01lZAVAFaVIrgfOdYdvyKPczYoogx8xvNZZ74Prfc4v1V4oqPji4udS4VheJhnXnaX9vC5OfYb2N00Vv6SF743RhifzKPf3DHl+Ns2IG7at124iWtegy8VnPjcG4OSeL9dYOY4FOv8+OMPbQmDnGDG0kzbGtz7Vek4R38o+IxP4qcAsCqbk1D/GeSE5z1n+buHZr8liGNftJ/4jfXAzNi4a8eFJje43S1qwXPdtQT80EG+UwAw+IcAojrwmTreJDK8vy2qjWV8TF7ooDEL+r4rBGNGxT9k7Tv2oR/1TBz/5KmU9fzW/5/rHrtKCYRzNBA6+7ROLjuRz9JNY7pl1LE9fN72OJYSfKY16gQ/9JnPdff4VN0e/ZRX+Ojov/3AdEnQEh994xzowH6KiXVwV362bsp67BX4xRgvWEnBb+nMHOE2/lfr00nqmnG1/wb92P5R00XTROE+87NDNo/9Mx1B7zPk7yMWmu6hAb3323POs/ngSv7oQDf03112/N7oBo/n2fIz/mmx3sf/3c+Hn9ufaLqeGMktg+E5678KADOOszNjfyM7WUM6/ICl40PIEQ564YvpzqCiIeTWKTAbzN6FfdHdOfu67S3kSye4Rhe+/SKth+CFtgej89N2uRNDNW77Ax575VtHpGBBMCa8kmc37oC22x+ZNvTY8lkHjiVt+dp80WNovSB7jP3U9eYF6UydAezFHydvgNpmYfkzCf5x0HFGi96HwV5Msvz5MuSjiGPg6icMsA6wJxNCrRgsL6O4O4CDw20FwjoFIlhlMO5ZSgyjFQyOgTYaX1nJE4xxabkM8xHGbcBZEJOqafJdQxWGzbO3QuDOvjHQe5aAAGQfAn6yJseB9m6xuwYA6wfATRY+2d/AqwAvXu1Av7MR2F+IQ/SQLOAV7oAteq53gCqGZSowEkyLwtAcu/0MihMHrxnhMEOyBxPMUOXlr0egRaDH4F9m0fy2ghDG9ef699BFG6BpubbGR6qmCdps1YPPBKjM2UOr5hOev8EeglanYlHgWY6BSpYotjjPvCukNWY50+zInAznJF1kPF4rK9vQu4KPOFrbEUhmzQK/JG0cx9+4htvJ3O0TyKiK43EzSQ5YPbQpY1A0ktkdACln3uyr3he9+2ys2qAWfi3MOMMKhUimKWemkM0Uh2+CHtz2VoY4ODEGzxnaXQGj8Smz9FkiZ8Yb3MjQCi0rEwrFY65WQooCwM/rPrNZY27jATrtrNGT+DBrhmP5TR+AAQGZWdtnclqzbd+3dAx9YtAQ0CJjnXuj0Lq9iOYbZ9zSdRybVW1uOZBMMc54BsyLX1GKuf8EmKcSDfFDhwfk+BmrreB1pp/zOIb/OqknumkdqMfxU4lIx2n1DFjzohqmZQbr0XTT2Zm0wuyA1e+///oyuPeM+ZW1C3aXTw0sRSs2nuIM3+yzd6An9JWkkbeRFGLpM2OYQ+teHBNLS+FdB8VHT7WxQebxhwPCi7U0sXqN9m4ycDelPEEofWfnTTYkTjee0XQeXSDgGjxw5iwDbeQd9BJ+y/m+PXfOhcHQ+6nKG2ca+9Drdst7ZcuHvqM/X1XF0h9lcN88EUMiGbg4DDPe8FTvjff7uv9mdl967Tiqfg4A3wA/ND/7P/IDh3dojTNZNyFmx7cZuO2EOUkh4yCk84i4gPlpPVe+x6jNWMqBXSsRvf52UIUe8h3kuvbkGPlkQNso28oNQdfNKFUAPFWP4NoORMUADF9Zr07yC2NNJnbpN61hOdIzqc1mlb5P+/tHBo5h3PKeABJ40AbLnSAy59J0YGbPMV8CaudDG2S02m0Z77mNAYBsa4PHaz0Ov+OAF5YsmyB0XQlply7HAXJX8LOWRwebDrOv6OfmCv1OUh70+wrezXOPkSaaulr02Q54FrkTsrqyROvBPFVtc1e/MR7wkRxycXC1TIyTL3S6OkB/vx2I72Au8qztEgw1ZY7jKGLu3+5Pi20q2+5A5Ytfj9Pj0QBP8PdUrVjHS5ZlHzzumQ8Jpve+0Kby0H3NO0HM1V19rnnmEj1PYI15nWc/fPWqkCi+Yhw6mujIlcHtN42yz2WihbeH/nluy8Hl9+1kZCfFONegV9FBAkdaL1UzicuTZpFM8mBFV18843fnLNGNeGmCw5vAkvdxhpwMdGEhOcqHPzy2AdjBTNuFAF3TAagOvLi9/NhLzXPvJK6HT6g4uhwc8GjTiX7n6CD0I5hCRzgce4sKx/EdNF70nl/4oluC4zhEF6LzGzvtEQybZMw+Hv59lpEgC+/dMuxUdQ4Lxwm3bWzbdtj7eseHFuO0jg27HMMat37Up76/lNRgJbCVbN7I5tFlD714HOWoyvxi/6U1vZxRZetPAHj1engbR+dr/CWDW8bgbGv9czDYtPV82+DbYrWD/R5rYSgJ/Ojx6WAzzs6u6HvJvOHv5lOwAPvciVbMoR10+Bpszzz+JAIqkgYkIGtM2EUdAGGtWuZ9S/hDziTpL3QTHox/565q1RwabyI/em9+UZIONvYkz7CPHQDuRMPF9Qmits0K3WFbkABiWTpyCh5r++ol/0S7ExyG/rDhSL5sutN9sVVd+TvFEtmnxZ6ccdnJxOC9TshvOwAdQIIjOsB6d3RZ9jz2RWOPrpTVczTvPeKMwN3ylG4XHLHntUOnt444vGNpoImKCeI/azzm1qRjY2xi5wZcmw+kC5Qw50QTF3zI7xG8bN/fJBxovzvZ0wnq06GMZ+BnzB6o7W0CNC1vV4Jl3nQcil9GXRjGVjuB9L3Hi38v/bmVw9Kd8Y2aLifxhwSwu3Md9j946eW4/wh+UbgTHqRABj7Ed8Zz9RP5gq7ze3NOs6seVUk3MosOR9CTrrUstF6O3NYrle7xxXqtL17e5+LLS5I+RQGcQamkumCmsa38y9pFvSbwB/7xb9VmjeG7BfFi0eDmTnDRZ8i1+KvXBj/4Y3jNsn3m3HbEu6NFsGb24m3/0iLddOR1zPr3qzv4cbQI2KoT/Hs/QpfxFR9ZMIkU8b+lq9FbTkCf659IwqFHf/zqmi8JnEm8S4Cog/3gNs0q9KKuTqF9EonQGQR4oJkjN64OPMFPXshTZOF5Fl7Q3JT8scVwmwCmvcTetbyVTPZej0H63AudAl7L2k+nxeOzIYH67bNiz1pnYx+89M/wINfDo50ghD647XM6dsmPtfg2c7A9an9lfzbdCbB3RM/zOc/X98D55r2Rk+HjrPXRlUp4n3vxfem5rTpOJx2uIQ7CtdgqdyeB8PLnESZaG/gbHOsiizmOiViW7r+dNd4dxPb741eZvbeeq4K1+4z7th84Ygs+fjGo12k7CVDYomvs1zzsHL1j/9+z5tiFes7BDX3cT8XZurK27Xo/478UJCGfTjD6eTJxhJ4H69EyofefeTQPORFgXuhN9qz90E4MGLuRpEXWB9994z19pnkqIdcxhzkaBd5q3dX8AxYlzmS6mKQk8aL9dA+BWiKjvMgaPBM0MUaRAYb5uw8ov4kAhzAK5DC4mSh/WehOhpaY7fff04tfQRcy01nIF6OVg3gdjckMFYPS7gTi26BjhIMWJIB0g5tnfM84OgDewWJvUmdxzZe+OV692BNgbDCuMenMtD38PC1Ksged9ZdFCiFuhsRPFbsAs14nK54KdhEAbqBM9ikBYH1HhEGrkW+GOsKgwZrmQOl9zpDOnLqFxavCZBwoOEnIciXDl2oTDF4xBsDX6zLOWsbS9AsYMgMAxp/v/DqVnw5GDF23YcF9cax5T4ZYEfw4PVoRkInb+6fv3q0BjkHlrN8QzwGNbrWTDE8DoflA82Q8770dp/pk2rdD4aPy8apEhtY6ALwgb9rA/5nzTNyOqIwEzm8CrMKfWatxJD7z++c/HiNlDDKvj7BcyZIzv1Kgeg/HoXnNAZgEQsA1XYGZBJQA7BbUUSibIU7FiOWDQawM3/CXnPVxyFRL58oKzi7t6w4A3xWAfa19nk6cCdCF/8hQjgG+fA4t2Bn/TPjPZw82uJ5kiq22/QwAew8k0yb4gALwmB7A2GsEDdwAZh2sAfN2jlhOs3ZpJ7UOvb+ePUumXTv5tP7vTMLsZQIFkY20lmTNtEa0mjnGGgaAjPVngTogw/fgOxJT0Dld9YXi4zvH+KhMZj5Dr70AshxyPvMhNN6JS2ccR1ZsoMuJBFelfjuLDi+y+bp38UnTEwYWMi/fXQPzptWMM/rmI6D6fM/AeQCZ5YwTNajcmeSKMvRPYObRv5tYIzkvMPc21Dg7s2m6wWDvwydGeFd4QJPrUI+u1L2pKuA53fnj1RJpDBavbTkX7SiwcBqDb/SYK6uG5r3Osw6dgIJ+JSkCZ6DnowCwupWMg1ZBqsiAbXPX+4jxejL+Ru7hRJDRCCj0vo7c/Al7dACEgCwB6QbznTHKfXPPGafPrR9HhsTVGO04cdiHrFF2tbsp6G9l0t6v4yy1kSod84163+/Bj+BG9oTKAg0TB37v2fhNcuaU126y9aUlqrsDT0vS1WRIms6Y/wBXMshFS2OY0KI0Mi3BLr0wMMXzBIAx2HRfOwD03yQV2CE2jmMbec+tWid6jwYfS9YbO3qCMc411D7DVNfjuGCveq3hyf8WAO6d0BqeRB/tu3DmBIu97iOTuLdpxnJ/nBbeg71j8//Nn+e8qHOm3CediH23M0j4W+Mx3Rf+A8c0bdjBN5VKYDuegPzAwdN0wDMy3w3aoPP1Pg5s1ib7Od13JoOaZ1EZHLxQTphZJzpQiIBd/WNMl0QZ9MLJTB78EkfIOImdGf3LOT5Gz3VFDe1kWy69kmzW/nvx9azbyyHSyVl2dsnGWo+l6c7nmX4mOAkvcJZ0B8LO+jhwksBZ9m8reFh/VzuPQ/zWz6fqU/bn8JfXIAJhbip+/LTFslZpv3kHgPUZDhvJRFdJVfs9BEHrp9P1Yb4LDTFXcPTL+SDbsKpVl27yW3TOJis5QGD8GUHU+yT50etDQOqVIJBl8ItAE3hSuJtgUttRzMPjfmSkWjTjLPsWAL7njbP/tun4m0BdCGDP57ydfMun7dfI797qSTCP/p5JDgnoGchPMGj2geT1XZfg9w10HQj38N8GWyT31CloHZHRfbnPqfJ4dBLJOXpf+KODRgenD79rPCRW3c4o8/WjWA5u8rOxM4IjFjeMU64S7uJ8jRB4V/FsMcCxLcausONNCfO7PNHpJef7w4NLOcrp35tQaH4eGX77X7j9sT9LkXQAun0NjDW23yZQZH7hk64g7IT94Ik49tBzrzHN/DSM091n6PNbAFgfgcePjVNrpjVqXJ5NCD0oiaaTkDz1R56y36/bjE4Gr6EH4c3lkSpgGLr7umcW47u7XVFyJwSctZrgKq09bT888ogz+9ySVraqZfIvxzenNXBg1sHGPBN6xv49Aa7RA/EfLVbTd/QefoNOFLK/YOSbbYg54uzQnIpInw9MN49/UrgNXmw+it4JzauS+LQwPTJXDLABYPZHFX2vc7DngzjwJ3A9PkGtmQsXnv8S0Iwev32K4EueobEJV1vc6d/Yryf5p/i9v+M1FMIc+YMcwCmPTjm2+HyZwNNLZ70Cgotx2/469uGQliGN6L06bTkQ85IseWjGul2KDv2PrUQAWGtxV261zCSh1z6M5+EJAGc/KQTQPnQAGBkaWbWdHjUGVY53O1OeRcW2/RVX4An/6+nw8Nyn9SdzQ65pRe4Wpb32TkAZTA4ex1SwSHnWuDG4rylfAoFJJ1AME3F/rY+S6+/vnzFaXm1AtY9QO0k5c5TRi16vowG6orcDwR2ENv2MgVexS9/2YI8jo/MLHSTyOzZjeMvvzf5gfx268rptZwPwBIGzVwcV2ZA6Y9TySXbPY+OCidWh4Jk/axTMmcRC6LTlDGPC/tUY8L/gE8CX2137ND4nbUzCGYHXVPOP/3j4Lc8I1hO22GQSHERJKMGW6yKFu/Ol6Wv+D/5Gx6J/et+tV/HL6unu/DDdBatDZ/uPNA7hNOmeYx8Ljlmfy36axMDRD7e/5D/5T9SZJGAx8rhbKGOfKiGoO/NxP3fIUUXvrKvpfRJFCVTDf6zhXSDI56wR/kL9HZ9S9onkmTsAHLyT8d8vbCVscfje+OU/BIC7CJICxt7DtgPgA3ActIwPwPOb9TEte8Njx+qlOI1e2JuhzSQs+feKIX7OMO9Ef8fvnqMfElvj+Azr9OkakaNkBh8PLtB3E8fCvt+E4JYr2Gr6PnaDbdCJa8ZeHOUm2WF+fPyxXoNgn+DmxTnMqQtIzjqJBhy/XDyfe+33j60wN/oWp9UYjb/uALBtt1IEx4njhzwO4mfQW7m4WU8dMBYo3bO+kmHnQc65HwQGXoT0PFPnWlgxjYPrGBn+trJvqkXEyQzaDGAHWBRcWEx7CK2FbQDnZ/YHiiTKcY2ku+SbzzWqk3FgILkZAPqMDXwZFOql/iWzqQm5iYrS8i5hb2b0GEbIAGRCtDH6CIoHLCTzzt+fjKIWXNmjOIY0FxHO4NAwwmTAZN4BdMeArd+TwRZO0vPOWWE2tLZC8JVhamE7Je6VDZe5KMDwbomT9xlv9gql8RbuoRsrQwvOgHXu2+vueR3lk09wfh8/1vOeHUHjNDxj0Lp9M+xrXXDC8J2eg7dngMw3+k12raRmxnUbIr0/CCjmdhybVqpmsKGNztjb/VRAo6vcXQ3+fIcsFpTFmz+X7xKAniC2lXIcIve4v+1B05jWSeNYoy/CHN48ewBGGQAn2v3n06pELz07juC0BtIrZwU+gljn/JyoDS2Wtyp8aW+ppBUDzkCSFtpA5hsnaCHRMGfwEQD2/afSux3xpsMxQDpRJJnWK5eg85NIM04x8/3zH4qVsZhHtPmz/zur929bcbYKlLXo9ho4s1EwAXkJ8mr/OzMvNBjeT3bsJjlkn8JXBFh5HskxGKLHovXaRendBhjrF2fwZtm2M3QrhdfZHnC0VVKMK8/AUfROSIDGAPC0X21DG4MFMCx9eLLxZ+kxJG9ji3VgnneAEED3LajjsT3//vxDFeu13qKThx+ottcykmhykpEmQNHjAdiJj/psKE+hMnWzh6pQSbsg1o/1xHCMTFkHXIyD8Kde1hUDbJJ5miqLAzCdmLKGHhVCd6XwRyt+A5xZnDkOAD5bvb8B0D5vqeUPxoATkySrnNUbAQ3W2daKSR74ViGp66m8cCDRLWWUiT7OpXFYdavGIRv/SGZlAP/qxDyPSkhd9/82AKxgs+SSz64kIDK6n/1E9nQGPzRIJqrX5/kP/X8nAICjfnLy9hwbhypA1nx9t9RtB3v2Ik7v33/fQHM714MvwuNZz0722EDDazyzz7RCCm1Ltj2Bx1MpeFUGuJJkOksMxvTznoff49kKie0ecO956+hucXhngQfrRh/c5xH//woAy1icNtc23svRBG9jQ+j+dM0huz17kn3BkdVBMX3eAb67zStQaeXptjIms2vs83EAACAASURBVLaxCdiQ9Wt8Da7kXHUSSPp4ANNDVe0xvp+qnfU5GK7PKD/dLTzrtDjlFdqJ/kmwchJSZoPER2Tfa96nWnYMZ92JZBM7uJ+1/VuVy3ZAb/JIG4PnGAoZx1P5EToOL4BdzhhtUE+SkBIOpmU1iVevCs3hu4OJCpvEThtnfbU/lV3kjParQws26avlV8kj6AD8cBvAyADmAfZw5ceccdi8hS6GBu5jZNr5vZ1AtKnpNtC8gd16aHUc/IyxbRV+d0a69IkqQKt1F1VSh44vO/3g/Arw9v37bGTsHOxizYMztN1fujo/kSjAXmrvPs4VG5x/eE0B4KeCiXlHrr4rMMxHP3bQiu1lOTJscgeAWQcHOkaedOVtr5cwwDoKM7+VB+2Q2paPL5oYeiOpsGmMxOcj82wbJ5HaSWS2FZOsGvuazhtrx3VlN/jwlg+NjwxfRt9HHu0cqG6wDpHdW+CwOx/QltHfr42KHd2zv/aCtvBmrEmqqoSB3G/+OZAXXKROCx3H6TMNu6NOnHVbQffeh/zlJC11apuXxiy8ourZ0FrWRz6F3ivx/qsSx/sR56dwLXKwHYLotLZFm6553mm3X7LuDvTo2p8CwMid+wxPL/Ox+7W4tTlXZdjb9yGaWKzberD3u/0RJNBAE4fnZ8LBmdKy41StxIaM8z6+YCuj0bt0OGs+UEchaEb74SRh2QYxCYxlrZesH8M/0mWyM/yiIk7LMziuE3ZPojZsj0xxhbX0YzDHqYBUEoV1fipr8XVhI7JOdEK68YaGRKUOiUkZZ4bblb1e62fM5ofjK5Xsi63fVV+5dipdZ0+sx92aeZM+2D94v2Uh/P3uLqBFmyPNJlE7Y43dSKWrx27dHb7R63Q4M86Y7RD2n7H7edJ7xzbKZ9E3XL80Hhm5x6etTZZr8eNkT9QpcO4ze8pecJRS2/R3EAlasvx4ZDT+XO5hS8jzXxvt5rFuU4svVnsHzjj4ZHyfXpfBWzf+Nm4bbK3E2bbrNXUw293SvAsjIkcqQc6B8mDGTkTy/QiqPL9zNNrKu7OZ3q/jf6zuHrMjR0dn74IT9WJdkTHYLN8S6E/QXIUkE0NgH26ccGMDjZS1JAHvW7cjdOadANCYjf15FahBerLLac0+CU4kkHSAtbt6ZiGki5PA42QKJ+5sR6UEwDYAzLreNnPWdBNFvL7uGDnYwjy4epHCD8vx8XX4KM0ngNl6TXxO50fm0QkUVKRuYsYw7hyRZ0w/sjkyYTug6m86tQ1RVPwgNCY5deTlrEvej62gdZNsPFjQGx7Z0wnqrZeR6Te/Mk6//0VvsPYk5HwLAOeaFD7svKMT6eTkdXh4wYkkzxzuSmWe0/El8CV+Pe7RHYJ0H+j4/DT9F76+Kud5lkc9hVrtD/Ie1ZGD3xJsl/amlbZk/OD3g5cOUAmtk3BnuTYxpcYeOSc5BRjujFGxO8sR6YGHlkR/d6fAz/bgWxTVnT5Yf/SEu8RNEFZzUndHz20w45lnJSG17SMcS0fTg/kroN0dXtCd0p8cT3h0y+jIUNLGJ3hWJ9Wzf9iiLYMsW71Wb7uCDin2QQ5mbCzstu5//5Udg3EAcBgUTZBkznbGH4L9X/9WtlSi5AgdCZqcj7PCQp8T4ffmT2BIY1ALaC++z6qZ1iRWZlFgR/D5gHSQ3FbU6NFiphbuMMhL2Hq+cUDcWdWK+mcN0r4H5g4RJvMpTLkg1IbdDwGM27HCOR+t0Jo5Y+RtsIxWTKnIjRM3AdwFYACkXkscSN77YPZyxo+B/9yGStu3wNl+4yL0bmV2FPk4hrulQLez7Azt49AXUK2Am+b9Oh9LZxFNeXtnNKa6cDMwml4DRKNEzl4p8DOBsm6F8MrAauYb4oeJvL/YWOUoEH3p/WQY5Xkd3MGQvJ0uBkWjqDBylt+y+xg9zXeHDqelCODSzx7n4beWODgaDtgpJ4reQ9B3AL4dnwnKvBMgHDccmuuggMZCxbF+z/4mAIgACn2uZMeBRmZO0z/zOoGWR1lRQabnkxXUghUHcTJvUILrmBZwVUDDgY1nLTh3uwPAcchOhd4M1QbGBL81RnQbmb4EgDPPOC+7oizOb4yfGHRx0g56MQ29z/zYIEQqThrAhQ+3NWzGRLZuGbAKjA1vIyeR6/Drbbx1MgctMXX/zmqP0Rb5Z+ykZz+TPGe8ab6nilSOlji9oG9L9uf6bvF5gEMpMO/tLMTdCqbl2Do810Glz6F/j/+jPWjGs9lkYXRk6K0PEFckj9BBAppd53AAPMcMIOdOKxc5Ag1k5/kF4vVO8zPy465W6Babt4MMudF0mt//dRxOxyA1nc/Zd8dobi7cMZ5AuXiYM5acIbprBpA+85ARUg4ivd/rhzzQo21YFtAiozM0E8cGAX7r/0ou0ndjFCQLlM91pgo0J34XBuk17pkSqJV8MEgbesHxIf3ZNPzKTPe+TUb+8xwMQc/vamHowPVgjpb9pyXo6CPNVTyk7yuwLEb22rk6ILzvufheYKJ9H1qmlQxODe/Bl0AdzmI6fUQ+SPZE78tpAK7D8cP6tQxIIG2dtgSobNhNC7vWKejB5DRN8tG1Pu992r8wGCzTnjEirzKe0KXWW591YLFb4h3HwtH9SY5JVaX+t8G4BuRUongttVc+AgEHYpgp+0eSYd4Ldt0AF7oEBxR7yj6Zfm39r8DImqWK1vhILYHIBB083EkuWgOyXgWgpe9cDQwc17jGiecEl6ExZKHG0BU3VioagwzfSWbocTNPaFCXp0VaMl4JAIdPxbiebdZnABfBPxxI0CxGMsFkAqjCEkkKyTo3jWbNBxtq6M+16e6zQf0+K943eF43FvJe2KkVZwMyCPuB+XYyhNeFrRvjsM9g64xnEkyCC8ZAr8o661ntpSuHAk6wZ7R+WjvR7d3iWUdVOHO6sK6+2+d0YpR2ZwL4tAMemaP/35UNxnc28JeeCNDxPOy28E8b59F3xusVoEC+fbMvQ/Mj/2efgl9XFtK5KY6hcUAQoPD4p7pqiF60bT1W0a7mH+QrwX/OHG58TaBJ1xK0sI7A06+KZ+EZ8Lrw9+nolL2DfkjiaYwFjmB/cKRjjzpgLhkw2Bw5Q8tbaEPP+O1JgLl5P21FTXUVGBu8/LzL3GWPN48hv+5E4HVEv4/sgX6OvtETvcCjzybAatqefboT+170VVXkabv/6fwwvx99vrjfDrBqzerZD7OiO/LeBF8SR/U69f2gcypjjm2HP2CSISMnEuBirzPPt5PU743Ty88n6DzrEd/AVohusGic/Y9o+Os5Q74xc1cKdqXoys9hpvkBnWIfZB32mnSIEW8FP6K/j57iPoVPONPSAZ9y8B3nn9ZW9v3o/+CnHE1jbVPPZzzf9oKEOfbFVtYUHdhJbHoTn75veOTKBIBFH3aOyZ5TK8YZ88tenLG+q88/8ekdANa4Xy2gSzaz322/sPLtuNP6G6c801CnrcaB4Bq+p8raj1fhlXMu62Cn+9oT1H4+wG7Wuv5LtD1yFBrrYGPofAMVvu/4te4zqC2Dnv3H94N/QV364ksYWTGD033Rh3zudveDb8EKp9Wi+W/pVbcJaU2l/tgQes/4V/w7Ohcs0D7BHs/y9My32oDL/sWhDTYlOVEYW/NFjuo+nRgQfBlZ6PGODs0SCO+kg6GLNYzR4784+1728+1IXnrZ650QcxILkggRWZjArXnz4Rt3O3rZ9OCCGdnIKq/RyK/Wl+lml+f2+qBHs7a5l/d59sFrMJ20nBxFMPXBIQeDiL1FLlMBbN1XUwS/vroxqKhpkvt8ljF622u+8qfxR/v3uvqx8UknbnFkR2hg9lM+mvn7rO9MHLysBOqXvjZuTnEO+EvrQnW2fqdLym1/6qn4ekkGMH+OH7fvkzFmE8A1nttZzOXJ0NbuGUnQiFj8Q6baCuyRGKf3D79jP2r/pkK4/ShL2yu/KWg5Ffp+cMbnKteSQdin3tbBSy+dODIdfulOU/jHupMKNAqd8tyfArznWCz50CpxJzbnZwBY+p2EfJK54Q3sEY2LRH72CJ3n8Z04iTZz1sU8PMV24nFXaydAmU0PjaZDwxSSzYO3Ijb+EvmXwOHe44pYs45UsMYWXb8FiQLMUfZhaG4LkLaSXn6R7noo+TdyepJLHNhWhw9tu3GUZFASecxj8gJ7DMKL8hX7aX4miR+m5bLb7P8cvzL2zn4u+SiZOJRpuZQOh/gMHC/we1upjC7Af9ryeY+1SOIJ9vDSmOzopX/vVMmVU3lfHR7AVfBPB4Cz3vnkG77+FoTUtWuXTMxOcl/3OL680Nov0oGK37ioMy2MX5hUiXxzxGX04SQKPYNC5yWu85ZVjDtFaSQkhZbjP96OO/jrObome5piTRICG0sn4Sv67rYNtVTuBjFVrXf3Id3zFJxp/irikG34LBMJaZ2QeZL/R3/jb2k9wVyzBvH7nPjHxPfkvwze2uSPLdTVJmdd30lfz9t//E96gHW2qduyjDDM2Q36fKssqVrrRTvEVZthQmkA8dzH4G8YRoH/GMN5w2efgNNl61zMaCU2VWLHMT8a0gbcZGADOAgMuqXHVHaG0AOe2yGKA10b6wpCAesySuPAzfhZaC0obR4T7Em2gl9zdkTmEwLOeqwzeh0/85Xnu3z/BgXt6IZhk7W6VSYtJEzcAxphEPaIn6dy+PniqXSdD712GvvzXwMMT83ALITWBIvTuRnQtDV72g5yMo68DxUUyf3jUGX/7nE3rSYoexnSBoLbIsHrXkFbGJA1xom6CgbHDAbIti7M+Q2pQsvcNpuvHahSqBJ8ERbvNgSsCTRxMihrzxDkLvcfDQPdAUx1n1eARrQwAvFtOITmERrd4gwAG3C3bcUYG7Qm/miDfTN/Ysi8aKr2w9loZq5cgWLU7wesmj82YzT7RYsGAZNkQhKgR8B+O5P2tC4ZBUgQwMb80Bk/Xy0vpDCo0I2fIMp8FqANiXebwM1IPrTwcvZR3aU1miCQWsDMArcTuSv7AQnaRwcUxhERILoBvF7Hb+eRQvcHID/zscNqnNKvKjLT39uheByO0gPPFDbYm7nE0Zi9dRLMqQCOcu3zP2+lZnqoYETL6MjMtd5ahgHgJU/avmvgD0T6WzK5zp/+ljgB7bbDkfXnM8YS53joWP+6xQgtDFs+ImsAJnfmr1QRCh3AEUffu+U969sVLofpRFlDoAvAI8N0T0CZk6N8tsjy4YK/0u+jr1q2JCCaIPaRCYdv9/ns2zoh1/Gp8d5nPDE+fRYH+p5pQrYzmYp2SBTAkcEeIyXA3/q4zkM5ezby6Oxz6WPNEVCneYmmurWPjYq65zk7ZPZf91zn0jsDE4NH1xhyjB60Y0f8Nw6KzjA1TSGrFVyxfhwAXHOnYkik8squFR8O0MOBvfNesM+Yeo9FHyRriWfSBjuc1IEeZHHLqFMhIZ4enew9tdxl/MEZx0E7Mr8d/hjY3Fv3KjHgsazDIMKDCkTagVM9EL0UCUEwi2QhZNVXMG5MlQAXY2UNW4/qzuC+lue6htY/qz+CAbpFVPYgyXY87zxHWHDowPd2pvImwS2OjONznx+sErrgzJjcNZiKJ2yCl97xnk0QJcbyu0L1zr7VdxSosqgaYfvT+ex0hEn18wawPf/n+9AEAWvkqve25A100EdrxJiMHmhnSNY2TiuqBaAD9gccdTvczU9TwdH0whqSgKDPunL4rkpgpfley66D7+WU+EJnjBVHmK5PhnQWm7XQ+7SolMPwOLBHF+fa0Ih/f/7bKqcJxD/vt6GfcW7nHI9Fb9kxF+N5Exw2kSi6LB1aLMstv3a8dkzhGawMdZ7X+x3+f9Oo8W85LE23Y6NBg+EDe4GPbdT7oN9pNa31uo8M8D2Hf14B/3lWVz91wusLO7gCN2OH33B6sF96jp7PPCVrc3bnjhYH2b03OEmCQaadaMlJkozlUDsVvs+DXi0lRxZ4/uZ32c/6VcHr7KGDAEr2GBzBXra91hgN/UxllrEiOm/Gl/nrjPjYNdi1rHtoLWPoCgV0Tlrhao+3YkXj0VrhOE/y9iRKPNfiYDX+0TeHBu8KH2gz8mqw7mWfvm0GTS7jvDthWC88g8o5zPDB2qTttOJ3y+yp/iIwLtv7JHa7c0sqTFh3WkmiZ/FB6HNXJo+DE336jX+aP+J0bPmy8v1dsSnaiCC69TN8yWeNZzguAwdtKinD63pJZhx7x0B1EP4EqNqnET2f0TemCC0hd7Arg9ebzlqGknwS3QONSS5uVTHBjW4p6DGfgFj2l7HczlNLJjmrB6u3g7GTWZgPuvEtZz5tR+TV4b+Rm8y3Mc7Kt3QD83470Bosk72bNbUOif0JniEAyNqdo9qKiJCRJD9vUk0uih0y+zP2TwKA4ZXGUnXb16+ssfThcaJqLgr0im4GF0OLepqe6byzsfP1Gftl/Wp5JYy1vgY78D24xcboml4r32sS6E5ARzhyZM3KnPf+ow5lY/z1Z3ihdZr55Fi5B7yZLq0HvG+x80isb/uudeidYJWAXC+raEvyLHpFogPbUUvQRxmxRvr2SbzSWOBjy7wQ0urmyDfadUs/ERzt4CB8o1vdtH9XsFpPnSTIN7UYLzBB6wEtbmxM6KEDzNiuR058YIvFH6HVYLeeXycIg9fvJIu+/k6gCh+Gx0/A2+uauaUirio8ddQWFdDai7Ff8fV1sku6dw5Y97XScyPr5kiPeYq4NLz6XH77zz1GradpJR2N/N7zD/8872vcJyGjKqAJ0Oh7JLa/EnTLn97+5NY1L9vVe4F8XxuTCsLXUSkj31ycNlgndPouCkNnet39YDBJVqn1Ft/3mo0/DH9Wyyc9o5M47w40Tmieowpve6yTDVZ3Rf+Ipuzrwncwdjd+ITAjcY/MYOWffqdiunmbRP4tJIldCb7Y+4RAu7Bi+XgDcx2UYv3AqMh+jaPlVvNL4034lYRUr61s/rFlPZYJejNOXSM6O75+44rFuOgu77a7KmROJNi2/w752TbqK4g69jryudv+48rBPoWejIc41nEGzZE4K1vbploB3rgl9xOwQgbHVu11YF3bn3MCyMMPHUjd65Og0Xqw522Z7MTg2ObiS+Q7OHX5Z/D+yLv2M7z0IPJvCH8T+7YA1PQ8slP+fmIgwZPvBDPk910QhfzGdr3lc3eD0PMOvYyuOQUHU+3PfNvn13i/u0tZhljnxC+ie+ETZd/6aJnbBr/nf/Zrtv2dgJM7ngDwoQy/u0HMo4hcCTNOeWcDB/DoIXdlx25uAMY3BsAAyIJnhBKcd4ZNg9Eo9MnmOGdvTEa+FVbGTaWcuNcbPxUozLEFt5V9GXm6Rq23JsB/gm9UGYiJ41hKpbAEwla4qKXse+1ONe+03PTylrH+WnexyxA4IMTjeQYD0IZI/vnMn6AdczThzONxeHp6BeghAo1b15RP+TUUFEbaV1X1Zhk7VsyTbQPxbYBiKxs9huffX8rgOQ4cPB0xts/eGLApwJq+6Ldhx3XHgHiEpYNW42zI+uQq9/Kfe7TzLYBinbsENXzW21n/HMJuupRBUGCyFYvudRxqYwCYBg2MMo6e9zH8TYQDOsRXI7j8BZ9RBajfFtqZk6cUtPW8uoLMn+N8HuUTi2IzWVzVNRUIrOErM44F1iO0NeWQOu1nNAR68itQ5VZMee3a8/c6wthmAngCYC/ZIYfqCRZMJf5zsbNornEEzG8FiNdCAJOFKQdjDMI4NvTaDOFtM+RK3DEM9XmMOQuvWb/lTeYKQD8gU2v2rHeAievmfGlISr9jYecntMPvzUsN8OLwTgDO9/c4N7DWQTWc0iicV4RUIPEJmLFf+4x1XGCEL0gNTelaybl1/s08f6CRn5wgrfxaNnmd7AQYuikZyb0acFie/LXOEH9/gFOfFe52H16/MQ6G15Ze31le51nHUR1HyQG2PYhD9aNnlNw0MphKbfa2HUw2EOBfjW8ASmiFDDi1UNQ52iUcRUE4j4a20MPaVz/DBqkE1lbsIEvM5190DyC3DWDtwx0AtitCOu8xuO/kqVqK8A68yNkes7Hfknq6ssrrdXRM7tNJBKyjrmvDnzkgv9FDyHroTt/LGBK819qcLg6Dabq1oOj9HGFQFZKHZ82Xm4HoALFl9z8/Wv5818Vxshx6vOgrbaFS4bTOqgRs9iy1pW87sqayAL27Mmh5i/fOHj8EeZ89R2u5k/lf1TvwatMJ9Ev3D+QbPHHTOWvYvNjBulFdRybounZgkxiFfu5AuNaU7Ms2dHhWDJZ2pGwym2NHc2EoZdatdJDpyEmFcYDd8gFe4nkrw9JFATmnm3cXFq43NnMAPoJClTyd+Iaet1GpAc4ge19yZmmyiO+z5ZxENE66pt+Drx+8emQR80eGCvNM5eeZx3NNV8extzi56a7R8h8aXPp4AuGSXzhNh69u+mVeON+avl7tPUUvMqKEE+QkGcdu3w/aED0cnKqOAVSDDcb1d+SMHWeArs8atI7fe0C7u//rNINP2ll6OzbbccU+0Gq2A9bGpbYP/tcdA1omImuxBRiL92ac5IylkyhJsFtnSwgM/EEgN47UzervAHCy8d8MgzMJ2tg1xcE23WQG34YHMmqCaBj1d2Z2O2EaK/IM//R9komdypTgVvaqRW+Cr8J/G+DqCijLvXFSbqLwBBtdIZkW2TnHUnSxgQ2qrmldzHPjkNyAod4/+k426vNGO9tx0p6qrJEBnWl+AlLPTr1w9Iwf+ZVOM8jD1Ud6Ruy8tJFvfHbrM83z6KnJoGdfdK3X2cHaJOw64AwkRn5JnuosMnW6KfkENt7krJznxd6Z9h7dmwRF3XhtttDK+geQRR0AbnsbnsjGhfaYRzqaRSZblk0iMO8RtIbXWr7gDGt7vHnSvFz+DXQhZ92lgxHdTgZATqtMJ2o/egXa1n273Xv7W/qZ9+90jBjSPwl3B4PNF7Rd3TLwvs+xz0tBHHvTZ0iu3My8F4v5qAsH1bWHIhAUnFHeKyEd/EHQvn0GjKn3C5mErGcvaNXfDlDbQo9d2BX5X5OcRsfi+DcfDCshuwlwQjeHPkrXvZM/4jsjqIe8kwzFeDj8MfT+g2nysd3oQbq0KFE9evcLZZgfK9H2WRN4OfZ38Mc3R6b5qIKTjK/XyYl47hpVPAXOuGy1XjOC8PDfqZTz+PZMPa+3HdBJnrA8e+Yp1dT2dq7b+W+CNAkk26GwV6m/0wGfriBqRzbr1EFxyWjhlqcb4zHX1x8Uu98v/8zvaeG613fiZNNB+DjfQZeQJJYgyM5GZBSskADw2aehAWRvJ5rr23Rl64Qd+3UclMv9D3a6EiRIsENngZNJQHsXR0TmdsK5762lmWkgbuzv8webhHY6c9ScX3tZC9cBdV2DL5A1YE2/+Wtbl+A/twQrPNv80j6Hw+fGHTtQcHHo/N3Bpm0ArTMdr7I22A+7DqaFCRbuHgd3H9/m6cyhwOAmlbJeuuvdPZJk1uMTJSA7uDvdRsA38Y9qyaXv9Y8KvSOfHrlgXGr9uxV9VKG2TWW99cA543i4xBhniqqoiBS+eh4KX0SH6xtbRIRcuDF804q3xthgMQyfM/5+hj8bu5LP8UN00oBpzTHMJLZ4D32jdBf8VoGsa4K7qH58B8V+Gs/6KifAScJe8eyNVTQU+8mf59HhDxx8xjpz+FYdefxw5Ye6dW4SIylCjFyWrCKR3Es539d1d0eNsw/e59ErVbAlOiMA/K0Vue1Jr3nu5K6O/vlNnt0dMCnYqYQzyVN9X/KwimVWVqUIgeBld4CFX3otW77fe9tBYNP2aeH/9q0uH2ueWadeX2i1xyg26ZjPrWey/7kznzXW8FpKHo8doWcSH2Q898/Wnd6XsdN3j996m/fx33dc5cb4fXSYcJ35aJL0v1VeZ/yDd3zddj+I/TE6R/PnOInCuV08wFoZ+1ZRaPBeOhy3/H85pLzOipFlP0i2ufHLvZZdJHT44s8/nl8PSHgHKGIUhui7EuYQT9mJMdSXaXuCEEQLVoB7M6A22C0Xy9HYk6DaIiBF7VUSjO3zuVqJ4fz9bPkTZ6peMmz6bD2TAZtiBsoiA0QIAHcWlrNanguTiZIXFZILaAhMX+hjtExnEtCiinvRGiZruoLFRu4T9IjRljNMM3atyV92cOAQ6j3LGYNpg/DNIW9GGM/LKsgopXOOkok8ys/MLuYcx7/WlgqStLrJoejvM8IqAFyb3OuVty8nEgK9zsFpR+83548zqXyw+2bndoZaBMtWbwWoPRnqBsI7uDZUCTY1A4aZY/l1VSwVwAhz08cIU4TSDQJ4qvb0Nr53L98tem5HYVf6NlBtwcL+NrA4+8r+zhbcAWB9h3ObPZ+53maKDIARlreRxPz/1BlOz8VSsHqx3nYkV+unTkBg7gd0zHlL95yabnAAqaPqWbsBMij5bwHgrlB+3c80GKMtPJmEkH7R0sqORDs3tECpLEpVdCpAzj5fjuQ4mnXtJEFMC2uD/wkA890okDi4tA4KWLXh9Z+MQAyzUymigJgqjUYI67vI17uF22vC88d9P1qQnSDkgKA7ueDOPve6XgHh1/raKB3n6kQ1mef7DI60rKQFeQdmaN3Xjt6bjjCgOsBzB3c0Ls6jXnrYRKXojIsfTH8bWF66BEEl2xRjnfW4W4/ofeRby2zRA+eh0YJPRyx8A/SAaWRd1nEDwBlb6MvOW8ukp51kJf8w/jh4JwA8hss3Osk6xcjF8NN735wwgFGcy7c8AHRqbCT6rKFBNedm9rtCarCL+aVatb2TlDSgBOI9r68BYI05QDsVPzjR9wxsaKLn1w6mNvp1jehyE2NIKMl+bIbkJFjRkWI2T/OR7tlEjfde4nhqByz0/+vTOhs+RIbjhNTtv+Gy7uJCgKgDwAB+zYfKTQwTBwB4oPc+juHWub12gOVv+otATfaCIH+AeJ9763X3TdcxhtH0LQP6G54Y23+M7ncAv50SdjxeS7xqAgAAIABJREFUwf1g3ARk22ln2igdijPlJHSdM7kxDBLgdlLTYJSXk20qtwkokcW8fDqVUXasbAJDB4CbR2/jSbIkui26TPIhxtYaLjKwVqZErn1Ws0f3nyMfPJY4ZQ4emLOJTgDchmMMdLADhh7nVnNtEjymM0pBSRz0jE9Os24j3wFg9sW4ZBIxDr71vm0ySQcDcW56HQcHIJ+gYcsfn5WePUCH3WesH7p61uXVAszYIwZj7LRpYTm6U/c8bdw9zjcGbkcLtGF0M0dXgHsiY4N7GkdrHbo7AAGSHgv3ZR3MUzCR9OAcE5TA3DpZWk4bZw9OZJ3ezuHId5silyP/yE3x3sE1nw6lHmcHevr9tHKLA/E+SkWyLE52JSeFrzDk9b1zbrNp5m1faMx//rEVHHt+ZHCEE34efhIGzyvrJDoWWj6BVmHw0RPZ6wgHBw7dJWOdMwS5I6Oi33PxGvYEMj7Pss89aUmPjtbXUyGS/bLemP1QhYqCTS+ZepnDsV2lQ/uM0TjONF5huVTqXZVXjmSo5f3oPjCM+U7rmgQGMuw9TlejMY+yq3Wntn9Nk6mguI9EoapiA7cjv7Q/4zjUs3JG51YQfcNh5o9j3yKTs54/JTM1Rs5zkMfbmST3HTtlWvTtkTy718guAuuhj+AZkpyH+My/JPDmvbedDkY+R2yMTAfr0LZS3zRenACw/uazv/48Plg/wWvjzjiLb0z/YyuZdJ99ouIjNtbj32k7YSbQ3RraiUrAAL7V/frsvj6HvPfLuri6La8uji3MtbsusbN4deJb43HgkVg0eyjeSieFxrjskddgcMS5+ZdfdF86IeDDOElBEhklJ9gjy5VrLvC4rml/A3449EsnWfZw4jMSbt4jUu7EIXwj7avYe8SXhz7Hybr23iYM2Ac1/ir8jAU/P1YJfw8VwBxR1xe2LFvZ7F04PsP3fOkCtsFzzifnOmzu+FBCI9lr7N0kJnhfZEP5Otl7nxude6XFNk5pqm7TKSJ77WfUubHd+USPtlyuowu6kj/rtEdTac/19x41Mb6ME97O83SdbVydqTjtXdk/KteYUVc/ckZ9Bxe22ji6mer2rF3+daCK55s+bTMQCNxgL+t779/uh5ZuFo81vI2XmeeNaW95LFnVib7ntqW/bV85gGnymgrrxUt+tPCeCysy6uWHzO+WRXtUX4Jc7Q/2usj/74r94KpjH5b9RFCok4+OTKnvIW8I6J4CmSkE0XOcWC46fPQJeIl7aT534Jy9aAwaWp75k4w+6wgeAl/k2i0kuee59gs8MrQLVKpgadMJfhCfe/oohp/uC00S/AumGoNuaAda9bpV4i10jR5m/U4ldI2tgz9gud5PdA5zuO1e3geDEZCWHIj/KQty8MscYUWAHB8N/Mj9LJ+ma1B4MUf+4eeyNS/effbxjj1AbwlgZbKLd0vnOuAYX7P45/fffg9GNjHvMSy9f998DF3Be+v36M4ozU022jsaw48vn3WHR1/+W8fQ3qC4eanH2HTuudvvNj6wLwkDL7voGU+f8Wy/EXS65Le4EXz9TKL9ftCNY58TDLoTUvU2xzFs0u3EWzi66j/IzZu3WQPHsRyEjc/nfqG/O1m4ryEADA+y59/8Zx2k1T0oMKCozHzhIxvnCT4nfdtdo4c7Scr30dq4gCBH42ounF2PfzQ8E3ty+Wb8y+Iz+w/es2+51b/Db1ztM4AxkKkW0IcaRAg0gcVW+E14J3NrAhyvlhBjdPguMs7HYAVItlDQc/Q5mXlk8pyBjvKRsPnzsQz+8X9+OQGYDtQAHvuszPcCfLbp2baZK8AagDSI3XvlPqfNz7MBCTRgcE9waDLhvtCn3yKzzIbyONRbMOsaAsDdcsSdogxsaEWSJ4gRk+kmAJYA00fG5XOR21aN4dTAIHtrSekXGRooJjKtbiBgx56eP2eAngzHZ+NpOXszGqDoZJ3VIpG50o6xb0HSGIubme5buFVdbpa9y7p0FQp7yiM7C0nvwaj32nWLrRXM67zrADD7mD1JdtYtzHDItDOps1Y0v26Tc6r8RuTdZ7QkMyvOkc7cxRHd5yJ+GlRIrwBIxvsCU2NpdXsP09gEMBUE6TYkrO8RZgNc7RCbFubM106qaXnWZ6iEDrOhJxPKtL4V24dHpaBOhtEETUbTyhmg9QZ4EoA2yUiJjNPZzqZnzyRXHNp5vtCBwDgi4lzguQ0Y7HjzmZjZB3hSTBU+iVOlM92K9MN35dTIZxvgjXN1g8/Ib2RPHNkLgM78pFxm/wiKbCAqY4pD+mmty9rOWYQe73WG18l4LmfZ3RLJSrjb3k8W3QFQz3fbkdGGZ4ykBUPIAgKe7Sgw0DRNxImcOQeTYbh6FZ89aSdUr/u95p19hmOIsR6g++yLvpe9vhNGoiMc0Ju4IIaAsr0b9Hu8HTCaFiLteDOQmn3h+RhT3jvNX9Uzsx8KrOqFfuzEAF9fQQL2nhaLbjHma1j/GGYtq28wkznsfRkjQLvXWr8jkzaRYlp+BvPHkAclez8TwPjWVhzHGi0Um6buACAtMkPw0U9U1XWFT+il2p4b5G7y2DFWTWjr4M+805qLF3K+9QkVpG08adxUiMYB+7Rbfd7D4dMVsO1k65Y1ZITr+zx3gXqq+Rcn4UDa93Dg3DL1m1EoHEKCweGtCSBk3NHPrftb73yr6DUWkrjTsmJoywi0IbEVWPAztHT0lWTuqaRK4KOdRf6eAwjbYeQ4sMaQEx/cVe6dACDaD44to3f0O2vdLWRZyw5QH8dDOWZahuAUNV95rIPtRia2I/wk4M28aXnWFTi6D5n/7zPCruDjc4/T4cN8eMlgG/eqWEnFYl5jgDsInPd+ea4Rno8cz1VaG5LtwqOflQlZ12TYyhjrM1jfLUQ3g/jIQ8l3B1sm4eYKmHbgBacILZ31rNPtoSqAwfwte7tFdldp4QgIVh89hEz0+kcRINc4FznvjTNbOvEJrHq9hjbAT/rbcqVkpPnVZ6VvskM7ttup91OLUl1DJ5wToPWYsm/W1w4oLo72mGdfSSg5DjoZwDpTbxKfhkgKl4Sm9fp2xq7GQCem5p1uQRr9sM5lB17rDDD0RycFtX3qeRVtSoNaJ1eFzV0hQACY42zACNgZkW2jx2bdkMEdcCEA3HpBARToguo+5Fg6PsRmCx8NzxoT5Kzvf/yznvvc+JwVOLIO3uP7Xp/n/9pB4nlMtUTk3zvLHduy9Su8iqzvALCedQLAdCSYlrOmHwdgG6tti8vYV8HlWo/Ifx3PlKwXeGKTQTZQCbaBBkioOg5U783KNd3vbvdmDFLXcR4dQdbWD/DvnYBmuag1vvim7U9LK/PfHn8Bv0i/as19DJNticiPbqW3DsXPc5C5D3Y8f/PzJNX4nqEp/BDg03eC1FSxPPN5B4DRUVlTEnNuLN76nkBv9miDNgRSwcgZa/Dn3c3h7USNHXo6jTxz+f1JVMIOZizm8/LdIN8PrYz9pj3KueuL6wlWW3ZcwVAlaIhmcP7zeaoRt8IOuqWCKjYKib1b6Xb2Snr/WZ9qxHZwaNufS49badT7fbCU/HByFs9xauA0XQt+XrtCjmsFjj4DaMi+DuS0rO41Ct5cfE9gIAGFYNzbP4J8Dx6YhLVJAlpefeOP8MYGX7UfJMJmncWOkpd53mKbcPt2sCOhgQ6De9ZqsEzGs0UXb5pCtvb6L/2tvNPn4okTIDcBaW822H4MWV1sYhU2fQeAjaOUGK55VaDOiZdzxuKduKuKzBT5jE6ZqiVk+3ncTIKgzKut5dhE/R0ScfFvfMMc2FHu3vclALwJKtnPte+FTdMBLbsQnQANJ0FjqkbH/4J+gXfhy+Cdxb7Mt+UB+whNUXnua8df5HGMLoX+uFfw9mLRb/iV7gXCdbYdtMNqvT5JEdDQKwg+b4IfGIOTwpzoMHKYycz1lr9VCBMdW4UM1xEbzFM/wXgdADp45FkL5MkZ7ySXcv0H/YxNh3/iDgC3ncAY+8iO1t8cU0jnJGThsXNHvzC2Lkjo/db3CSelhW3wC7Koz3POmi/mwu4779kHmwAwCWz2A49PMXhsWJr9KUzS89vE0lwY2ohM4liKxGm2ct8YSP+NH8Xjev67OyomcGikczB56De80XZ//KJPodsjN0hKa/o/Z8BO4jwd7H5KHNB3qShOlftnxzMSFO9CgVcAWPhgMCF73BXTI+I8dloqJzGQq9fWYl+996NvQi9v+yr2WvxYBw87mWCwKTw6NnG+v4UTYJ7tZrFJzxovPgnk5zd/m3YN/Wu6ePQGLbGFXQ5eGlrD/yRawD7QOmh+PiJmigjBZGAV8Cv0FdoyyZhG6DrwLViLXdtHYuBjkpz/XL/19+sRHCVz5NozGMluugy2DxT83TKtE4Wb/0kMz1qPH2z8BXeyC7zdndROxwLJ7MKwdGmAzpAv6IGluPzWFfW6lgAwviLiGT2Pf2vPxk4lcA/NRP89dDYP5vn8jA8tz3YAmMCahJsydPWCMU4Fwhhpx5k/UoEqUpx6giecixUlnwe9WsU4i3E+mLPNPBgp5BFCAHS/X0ra7R+GYM10/t+UsE+LhHvC7fzjucewl8Ezc+4WV14DGW4wr8bg8eGI3szYs7CurMWxmO+bR0qoryCnsqeErghJwQSdWSwGm+8ByuXcUDsO37Ns11U8OPjWSaBrqWxgTvrJXO8WK6w3gkLnkqDkO8NIzwfEZX8jOaKAc4byKtCA0jiB4+TQ3tHrPxTy+WpnqMfu779bcDWQv1tmZJ12oVZIr5OS9wjQdIDI6ySemDas7ZDKut6VVjECAKjQXQzlURKiNxsoY8jLyTmZ+QjbANqp/pNTSxUHzF1BxHJeWwGZWPbAcZQ2QTaNtQUjbUrVMrCBO+dbshOAQxyDFjBWdpuZ2vfl81537n+MjOGjNoa6JbUUCDIFWsQJetoqTKIEAo91w2mG47VplAxYXbsCszPX4rg77bzH2RQ6TeD4MygbZ2gHpJj7JpWsY9xyQmtnZ1OQB4Bs5Wocx5BtA97cO8kbva7mucmQg+dORe/cyM70mUfWdRX4zXnIE8tZjXXo6wQcLKfeDuuzV2VQYIwkkJ4W223M/f0Y/htAiFy9M4JF177GeiKyWj+lxNqAY8yyaWUgZ5VjLC89r6w/cm/WB+CSgI74ZdsVEcB9Oe0G+Ova04FiHL+AD8YE0O/vmyfL2MJQOfLtCgAfIGYHddaDF2uSsWTccQhs28aXk6EcBA3uAdQ4WBkj95MjpQ1Iyw/R0g7ljAnH7gEaunBeAC7Ts4F1PtzfaddG0IH9z3V9PX93a5YGWrr2bpEl4JQzTMJnDaDPGX/PowjgfpOneq7l8sExMwf2YO5/z01XnbbeAzxf555I3o/jwklB09bJ1PwMZB3MOsc7egy6enXCMJBcp+ob/L0NvcMf7MPgs8VFc5Zj7bN1v5wt+mmwKPkCdpy2W8+7fc6Xl+pktyYb/dD1CSQO3pvWRbeB3Rng7bzGQLuNDM2t9QFyERn6/1D2Juq15cax5pUty/3+L9tWybZ6RUT+yADI0v2acvmQe68BQ46RAySHZfOKrsU7m1izNhSfmR8GNF1i3kVpQFRzhf87M7TlNsEijbkDBz2Hl/behK/r/CHR3iQtvTzS8gUHJa38kjDViRvmqePUZI8SzEb+BvgkyLJ8vR1JWHfssw5cvXaj5zgOKudLZQypooNOGuA4yTBUOo88PvsynUHMpxizlZighA3LnG/N/vjjD9tbDQjfAfI8FXuiQfKTIDZyoBMP3iTC1plUVp5s6e/5CXApEBAQ4SSlTMs1qjVi52xySXcGoBMF9Pfuqx3/j847wGwtOXL4Ps/KDPsExu4qRgJUTW+vzZ3vooeP/zXrdfjh28dk+G/wAmCKgA4BAuhF/1KZhJxwgmqdk2x/wwEdztTbM+vYUyoE364+el/bfJ0Qds5l1QpNkB77EdqxbJtWXhpTB8y6dTAAxgFFJrovORAbLPa2O+5UMp1pOFtkWukAMGvdZ3W1vfzTLlfb1A2AAKi3D9b2NDIKsL/PKNeYTiB7dILHI992KlgI8P+vKoUNxMeOcDvIzy7MnKb18hMANp8W38PzTR8tY/Lu275/ZddZr0OXo8u8h9EFyLK26468GR5q2cB7X7vvnLv4XSD9CD+egMLYShljAkEnmdQ6MwFF7F+9Z2Vo7EOSM8FlDI8CZNv3vBNvkO8v6LuAYsBQy7Sh9+5mIHki/pV+BiPB5mC9fqveen1ozQVxTYtay//vf9hjfO8EJOMQt5/v9R6ake3HNYwH2uiqQfTP8T3H/v7RPeS8a+Vi76/9rC/vHjwBeYst1Xyp350c//1Pc2GvxA8nIX0Cx7IRScBtMP318/ChLLuERXjfIycYJ+ug97etzFih98i7AP1cy56bH8YPPbblJKdGdmyAEt43nXosCXhGvt6VpZJxBLo5z7T5G5o/vtMkaoUHyskYnrB9P6oSfRIMIwFpdzsoXypjDA7QNGF9Wn4KY9L5yfrYCVjfDYfWqyKOcb0dLPpIFCdDrEr341tG4Us3jqIxbQKP5hOf+K9zhqi7FYzvHr7aVvZHFzz2E3Km39MBP+wK6GGDEx/gPKbwtaeFZbB+BFPBgE7QcrC9BG5it5/g6dijkpXRC7HZrWNHP3pM1eEgBU0rG7Ulxppsm4cv3i48oaPs7qvv9BnvR+9CJ1wPXfAc/Els/ZYnnQCseViHTxLQW9EuFaQ1aX3c72I//O8ksBy+mXnaXiJBdPilfQ0H9uYHeT7q8HyuMbZNufZu/NF9AHbiT1+B9SWAdjD2wt/SlnZwy+9fjjV68bDwyWIICaZXN4EJiCIzr4Df7HPvd2OgXmvrten48tkmJLJgl2Xfct41/vnxxz/iU5JFnjPfH/pcWdWJBJofOou53olqWeG2RTvJADly/CPpwsEbk7gxSWZa2ylKeDH12z5Rhb4Mh00seBMW2HP4fvXMdgxtXkrXLz0zPBieTeL72jF5quSbfG79pDPh2or4Uzn6Iwkhl13uh+051aJOElL11dsJTs/vte4CkyQ+prtaJ2IpSY1Ejd6TpfHMgSBnVzETGLWs/XQQ9uWbYPGvEmiMH3/rdvZHFcATkH79JeGUsd/Cp7xXfE/BEliiZZOvWb8N2YMOdpzC+NokaWuPSEAYUYD84N/mtYxhE8C0V21veP/lt43eJSHE9F/+EMkf+jy0vBgatMm/6Ez93d2mIhcyaPAQf1IJGt0Fw2MV34ufJkGOOZ6OG7ZlclSNjOLGRI+vZxsoNkg6H8gLG39jsJmeA/Lr5ZO2O374G/MAr/33/5C3Xse///2jYI8vh2Pbej+rFSEBSCdCpjzdpfYt70uh6gsycQz8z0JEAU0Li3pNB+4OGDoGvC5rQJ3bpGsUkLMAnsAvgAnXQGwdANZ3CSAHUPXctSize2349MJz7Tq2uQ8DgHe0coQgfstAkLG2WQrbflgElRaQEVYerxT69zCfGTWDwthqI1Hv63bYzEXr0y32GiSiFSEElQVZgFggr5WYW71lvSKgsmaqUPJnf1HAN4PrDPrXKF9FPBUHdkqLkHrR/bDZowlaIAQO4DNOSDujGQSB8n32GcuTAefLxxDGic1nqQaI8UHiAcDhti6F+Rh6B0Q0X2X+b8CBLNgNTKnlBT+ZX6rcvCes6VxOVdEq1KUTBGHfl3nsomo1aFWuDE2cDtGbgFCAMu/pGDYdAH6DPWQCBUTcoNa7p+wXvAq9RQFMMHz4uBUmSnUBaIAMNMw4CTIMRLo4Id8jj0N1jJckH1B1c66dxATNuQPAWietx1+/FrF5+mYmIRNRWL0uZKE2jQ6ml2d4jzcJRvsvxQUNOyt29r9ZQ2umdUDhYEBIKPisVLWy/fYMwxlZFQP0k+9fNjy0EABug0cdBACs7xYpGKnIVOaBItPfMRA2oxS+SOtXacEhxDHQTyLPKHhARxk0//gj5zkfOnqcdN6nawAK9dmV+ap91/ce1zqCkZM/k3v+4zP0M68NpGovvG6zEciQ5qnjyBCcnxZGAdz0Hv0bwOgN9sHH/Xycxc60/jO9hPyH1pqG7sAXRkXmSHZhV6nRwswt1bRVl1iWXiIxIUBxO7MrYfJb09n7ndfYdkW++TMHBFmUNQxtvfrEdCBHfxwD7YWDKOh2G6jZ/7ZtLpkoJ2OCmRl8kqZIZAutDW1937WB+Nu8qYD6dd5a2HJQ7yMw4hARFHKL8AkAs79NB2+yWVf+ho5v8Bjj9zeH8hprBcoW9L7BNetDy6wxmi2zNjmNwAv889taeKnNAOE57Bzoo/f74o+RF51EZKdHCSZjkJNoFqB7q/Pb6UIX0FoVcMeBF/NAAkfQzW/091YqtB2F/Hs7TbAWHRgj0VJrESdsHV346bV9kJfwsGi4ndHcN2D4PI93r5O+OvPHHj1OXHjtvuq1LfQ+g+j1hfRbB4DPvotGNd/hVeuScV4XiIy9ngDlJmh1xX3mmWBxeFU2wVaFWBbUURH+uwLA7xlSXP9nGdd91Ive13aSlsxr8M0fumtgl8BMKnYXgMyakGCXpEN0reQA1ReZoHgG+3vs1DIUAnpOgKjsx/aD3jOGTA/DV5E/22JXr+yzZ3te2ubrzLnHlm+bu/e9qYj1e4+rQQ50AsWRAxOckM9xtR61r/n9N0mTfgZ699v2BmxZ8z/+GB9mAPgkcK5t7K4aWu8JRHnsEguzQT8qc8Z/Qm/ZR1VQZ/gzfHT7JQa8O1iKvTGV9ZGPG4zM+kHvBIA5C/6XjCytw6dz3w4ZrCe0ftshkcsGfUd/mq2H/rK2/5P1d0Ay723gzNfAv94bXSddOp1KDHwt8Jfr5+w/yW3r9fyXAM59ph90dHxdo+Rl147sJ0h+rscn0hEK3+/4tj++11aL3bxdVfVXBNw22KnYPlll915En2wSs3wRztz2HG+j6/gd7U+lQ1eSA8AuGnzUXF3RUzQaWiHwlsEjX5gff3cFuysIFZB/fo4dPHT66vnbvlpb5DdfnwAjwQWvtGhdU9Cej6/EURwMpVudXusjeqmgB7jQwWacABj+a/0dv2CQT7WaLv/YYxIPniDHyF8H5O+EOjq45AU63zJHlrFXti0GfE/F5le1/GcB4Jms3vHOn2e0L5k5LUbR/EGiye7zbmqD6W0fuiXnVxkUnRo/Uz9v9bswIuiRBCXsn5Zb2Dz2SPVM2X4fT3dwUvfRYeHPcATmSVe39l/9HXrv8du0zkk4nzNI3dXotm155nDJL3L3ZgbJr6YB7Ji+Kj7dHAkiWa8AJi2VlTTwSwAYmhOldpUUc7/t+Zzh7qDn9yyOcPiN3wCaQ5/bEasDUbbvbcNMK/taImzVYD9WCLZHoKsOAO8+xdZ5f/gI4L5tEJttJT6hPxLu+0gFeGHpP/bP0V3fF9Y5fdb0+Fpgbg7TGdT/GSg1VvuNR7Yfic/M5cX7yC2wPHFHLqrXk9zfGJVpZToEEKzCDopvRALLXWl61pGE2u86ztj1GlQHmcY/9J3PmJTMMg9ux4EE0hIxlxo1fY18s/0hfWN/+j5j1narrvslAPziSuwv9HklVRCscy1RaAV5LDzMfNDvsBxKUtz7HOig8XnPvTqxDfmfpWz7yLznNcoZ8JojHVqIgfDOjQMkccd+43eD9Icrikd2vvGS847ve7BbvUdbYPxf6//D5stw0W/Wk57XFFWNHAF31rVJ8i1GGvvA+6ng8NgRrJkSITsJ6HRc0ZocvbkdEfSRKhKhET2H95G4lbnM4s/akpQHVk8AeO2t7DcFQgSA25/SPOnohn71uo7f23uDPkImEqiDALrDDp8de2zMddGzjsrixzRTSbtZQ2IkuSp44q7pSWQefyvXYI/c3Tvatmx8hPc7AHwStNbXad+EMTnBvSrEsak7PnEmdnyLjIs1879jG8lula/4H3+rsxW99qHdP7Mz8ry8KXw1SRIuEMpRN+8P9mTfRxJYbMXxX3GrRseerjaVnMR6W7bJprcc3KDxK8/ZQ3DKxhO8/jVe6HFbkSvJTw7Uzkg004niZ/z4kxPTehPCQteDExyFl4kdLH2ecfwC+RSsz/hRvZ9/+ft/RSM6Uv0lUegFLIDP/HQVii6JA+EfOTBPAPXasHFwEKAEHDW22I93tlwPKNVsEmZzNtkY8roGQ17/2hgopdOtHiJEQwkdvIpg2ZYojHlBCu1TiOGqqhpDjUUNsW3mj53Hx7aBYA2ka8nm+26RhnAi6whAr4HUlxFOpcgY0HoxQcFflQXBlqP4NishhlqU52/n3SIwnaE8Z1YxHgxEDAkCVh2w1A4YNyh+bkb28+us16zTLmQbQC28O8uaLF4zwffwHw7DMe6XftvB5X6ASGhLWjUHg4+TPW17GSMGf86iXoHW80eo02Kw6bzHQBWO5zD00qBL0wACYJ+1+697NGatoKrMeu3bIZehmCBj2q77Wd97owgiSGlx+LMiZMGrBsQj+La1AOCUs9X1/I9nyPrdwFQ6BOAIqSUWP92O7TVgAXiSzTWtEsdZYJ6c693Gdld/ncCXnc2ASvCjBC/B0a7MeukT2uFZjJ3zDrj+Rwva6fmf73Nmr94HXetz2kc0Pb+ZSedcBSWGzPhj0N0BZvbpCigOmNEV3HQeyNkQyOhUnmSsS+fQp/QDgHicgwAdh18tp8+umrb+5zufvPk8gPwNHiar8W4PbToSY9q4WJAjmb4BETEQeCMBKkFryHSC38fxmovJzjNNusd+gA4UPIo0/AIwOfxjJygdIOwrMr6Z+wvgsr6XYTXjEB/Y+R1ReNZSe+CNWKNM4/gtQ7DEaAIL5Ti9rUHeaj4yAm9636MgoIXf5Pq/ChAd5p5fMPS7A0Acm8gL/2/k95XMAD1WIPDSr+VoSD5wZiYA4AECxx5oQI4xOpO+W1WKp6aNf7dQOvw5DmsqomSlrdJjr003ZYzxN+sM35yzSL1nISDR1QELvr9x6qBGpDwhAAAgAElEQVQTx5WHXrpVrWSkAAsMFJLRuk3eDfgFpBJ/vzqd8bYd1BWpb2tu5JkS107V80sEsyayZztz/T2r6cijsge7w8qxyYZfkWEdADbzzJ5rGAFzPv2tlvkjD1suNR8w7NZ5AAAvPx3+GHn021EDPE/6kSoNtcw1mOiFzhXNxwSvkYvr3OZay/0BuDTvyI27ovQ8c2il7YLemn7v+VzPIwA0+9YtBGfEV6ILZ2iHdnY+nc3r+6YVIUApOh8QxD7BEwDu9XAG82SI63EnAfWbCE7vDRBs0mdXxHp9LFd+ntfpYRbgwLoArHcCatv95tGys9inY0NW4I/zPtGvyEh0gPdlAnB3oslt3zZA/8rkAKk3YBf5AdEluceZ/8y5jtsIDaU6TP921r0TsmzXTzZznQnNfU1nApsIAPO95ghoCt0EVPspP3tP+/m0l0Uutl3Qa6nvCXA58dYELuB77ZjwVpzsF4BsedFnTSPn0V8BAbet59EJ1Wr88ObDK6yB9fipLNtkKJGP9lj8EZ9pdU/T3gs85LkDTk/FW+8N/HXO1R1auALAChBOS0BkY7eBa7vnDjDsXFaObnJVA7Wv3MCfugLmA1S3ru0WhV0FeNGf/bw9py/8r4nuVVpyrYWD9AXgwxsXYPnJc59BK2DMAPCezxy+i4+KrhftdyXgwLnn5QD5J/FciRmzz0nCHx4dTEI3xn66AQknIHwDCK+Ff9teJjHffD3dHQD/sZPNayzMAdq22uq3swVZG+j2X9lxb3UPdL8tJ6e6f6bW+FTzYfbwJ6aB3edz6+fn377JairIw2PPfe9QMi0tdZEB59ihaunMs5qOkUskQhGIsD4bOeB3fe/RuhHEYA30lf3pTz7CV6zvKycWFE3Q7gcG8l3gZDfZYfJPHhpm/ARALp/zu17+aewm/lv6jS/1v0eG2n7Xug3D/daxBXvpHM1jvtrqVPjE+z/0xj1vIlkH+l+bxeMd3IaKZNnGacOqyr4ptDi8Xvhm+b+sz7GTJ0Ey+/CU7friSh4cWgRPOdWO4qXZuA5++/ZJYMn7tgvEz4rr1uG3/v/ZIeHGbw/NujNXkpvgmdhcd4dDfbZyIR0E4Ln2VfXcq9OF5MzY7OzPb7q4O1toLG81XPZd/+3RGtEt2M/ovDt4wLnv3pUFIjx9kkXfDj0E/MA425ZqXdQ4+REoponI0PBFn209mIETeDawG183fm/4Z+xszdi8G1/Y4zA2Vz9gAZ/9SwUveAq+NLJe400VWtaxf9iTLppwAvLo1cb/CWC17/l2d5BfI7/zrd7L2KKfoAuNQx3XoCfvvc5mHUwl49SiZC24LgH+tT97bSJbZ01H1+kp7N9v+xi5U91JfUNwUjpdhScPoDVzSPJbbDwlmAQ78ni+z9Lpcjsd/Gaz9lo0n7xdSO89KyNl6O6qAJ5uVWC9J4nTduTem/V84jtDECeR4BGuHYCOPnvWZJyhLlgisYb9S2HI0IF2nE4NWnbzdugvtn8qhInnxA/KavBqaBW+RW92lbvuu/GR5YMrSD4L3fakqfBbJo7jEB27y9o4GeJfkQfyi7HSic12oee7NvfFhN7DfNK22W/6nTU0ru6F6wQcrRnzyr6QcGpamM51ljvfdcbFB88E0zY/Hx0oWbU2k3GHj0fBd34k5jkOQMLPFvox15ME7cS+yAPWpQPU4dehU8nL728XOn32UvsVjak1b0Fbx64cPCbPJV6xfHAdcchrsdf4Wxtc3cU0KHdxqesTw5x91HFZn931w/+fpEb4i7Xp7iOv3+5xC1ocuZj9CT6fpPv43Ne6TSD/PP/l46/F75e8kdGLuA9I/j3nKnm2ws91YeQ1fDBej4K9Wq2tAO0s9iZwBtcAJ2em6Lu+z4ZIdMHlULt19Yw5C7MGDUG9bNI6rPRIP4T5XdBtSTRGhMsGwofhBRJMGxsR7THmxrh+A53Ml8ozt57x3D7jf4ihKwn0Xd79ewl8ADE5Of8xxkE2/me1cSoRCv8/gDhAVBtoMH3/C0DWZ4vumv08Kw/B0sKT9UFwxamc7HIHhSIcKas/RDyGUhP1e07N6/BkHVBIqX42EOwzEiIofYD4AFhRGMkm60Qp6XE5izbQFeQ3zaUVxNlvBRimchCaTNB4qoa/cQTgnfZ2YxTYNRkpESOBNkuzh25ZNutTtprewbup0AQs1bwxxADW2mnMGs4ZDkN7FuZTLdGZVPBfB4DtPNmo4DxjBVe+NrBjsCZgHgW4GTDixciVk8BxtXC+W3wcWTAES2CPewOgyIrVlXd1FwoCY6QrfUUOVA8QcMeY7KqINhYwJF4Fs0kDdQY4A//+xRCnLcnJ6BR4jIE5wI1kKWegGtB4aKIrb1o5mqTGOHKF+tCkld73P62FsvKwkuAHgtH+SkrwtAxWy9sxVCf4qSlpf+GJdsw3Y/EOAPeB9FZUU+kZgzzAMu2VvYPzcFpivvtPu5GVN1tFS7DkrXJr3fICEK6SHHp1sG7tmuOQpN3LAtMYTJIj8JzHPvKD9+XcUBmykTGdlcz4HYgdR6bbmx7y+e77mzpxDK+eDFxnd9OCb/jse07rJfNyAbmpfBIv5unt6Gf8azQW+Zp+aQmzgHf0/5upjjGHk9nP0e8XYGP9TAXBZh4DwGt+3SKnjare/85O7eQQjMJ20GSnbGLMJKGUgy3+SvbcVL198nnPS9d6TiBNdsOXqagxwq8aEy2BFTBo+4UzqgB8G6zu89jtx8iAm8nSAu/YHSQVCKQp2d1BJ2gluiHO9KG3T16rggP9/7Y8ezO3U6km2+amb/OMHIZxCoaiDF63bgdgZO+7qlbPZk8Z32lHNB1FOoCZa15newCSoemj72S7zZhzpljozPa6k+TGERoeSaBezoQCwGM7GRxJAMCBPtGGP9ukwM46fVvqIQcOv43eboCpO2Bgj0oQ2x75aIv1fQN4byYw63fx++i4fCdZkaoH04ftyICs6NLYKwGMQx+71uIbHD18Bl0fftkz+0T3kaOxk5y4Kb4YsM36bRygDjbjxJwqtnFY+8wl1qJbJ8bxj+Map2faAFYAuOeHbe2jE3Q+7AA1VMCib3/zN/T+N7lLy0TFkgGAEfJZr98SbQLKJ7F0wUt41XpCcpxuRo8MtJ4/PDfA+wCIySrHOLwBYFPAgP1HGGhfZr8j7zaJybSo8U/QwRV95di2HXLZ9cO3ft/TYlKf/XZm911dsA4rVdO6z5UTBnu35Zrp7xsfVeK6DiefOXab5B90Iz4Yv3HEx8j+/JX5ilMCcL9VbuiXBpJbrneA8NjolXgbe2j4cfb0rTztvfKalj95BUZccZWqWB2HGPBYfBFfh5/Wyz+SLuaithvepC4SKSP7F9zGtjHgOS3FX8DF+18+QQflwv/sQgZyrd8AHfq8/Tv9zhE5LUv7bC7mzhmrvaav/vHzbO/GP+kWdvAoCQ4d4Pe4rCM2CEPiSPsfCVhEpzgA78TGBbG749TScNaZhKW+PjSv/6cBrH2td0qPBb8YZv5+A4AFA8k7su56x20fb4cFEqJe+dhnfUd2T1X02MLwLc/XQK1fJsCEvaN1AFjf/Vn90wHTPsOU/Vkg7OmqIyIyLd2+fORoAuD/879pdRqZHVwg890Avb8XvqJqt/ke/9H0qIr3StzhnWd/hm5PcqZ4UmMSz856tH5Dx3rbBTVY14rnBhcZxkxSBkfphGbh2d8SPDQeqkMUAD6g+Myp+f0OAGesWq/Qc+RNd8URDWq1wQ3Y805odxtiWlI+gUDxFWA6WuzswUejsr0b8Nd36JN37bVg4AzWw9OyUzZN9GBAWmx0BZj07i8HcHgh9BHuqASBsYOwXWOn33aS1/gSLJu8nHcnmPUWaLzy8PBBBZiZLwmf8Jd5RzQruTyB4jOuKdBZHtTcEmBBPizOML7m8Gfjn056GZvdtDrBx3/89x9+N8Et9shrJx/lC3ryA7YIhoBMbZ8hCbjYNglGm67HXmq9pXXoc1hP9ftJyAglwU975ExGlODM3d3E9vn8xL+TDxhaeRM4GjfcIC8dRMY/NwYgW0o+4/CvZUXWhaMuMp7z6vHd9GLZtfs5mKnm3p1lLCcoUPn2F986d8YGeIMf8ccToPFVszGca9/6T676dueKHGy5Gnsge970HVvh860moVXvgR+DRU8BWcmDxjSjZzcplwQk/E/h9gkaRUajn19a03vfhBHes/blJsREvkzw1rL6xs39PNlvHd/QGiqo5i4AsVvxPTOebqG//Nr0/yZIeL3AP4f/rurDIQ2SLE1HY092ABi+kf+lH+S0faCnJbXlg+yf6dByZGUHiku3tk8Y/+8+dztjiu45ezAJvPCvkyOGBqD22MeyDTJmCkFEz8LZu3jI9A32PvZiJ/oxh/YrxEvGt74vrQ/psDNylCQuxuN5FDOmMGDwAmOw5qaDpWnfumU1XdmyFiRzhOlJksq74Md9s+gRuXnsx4kV9fgiH+SvLJ6XALoeO/phgpZvABj8kACwde4UtGXM8Hdk5JFFH482prwxxL+4kGyPhBlb81f/N936eO6V4D0ThE/wc8VfvW7oR8YFxgk/sJ9YxZ1g14l4ul7+3+lCNfJX9EdBB/aqfa1hgG4/zp50ZbnWMgHrPBB9eoo+p1OD18C8kGvyd+8y/sYkPM1eUJgJP8re6k4bthEe+oUvTJs6A5gSbBMlwa7vdwAGNkGBhs5U1OT08GSwapILPGrDuqIvU9lF0F8/hXMbUsnAB4RBuOq+N1iGUtd3DejHKdZKIbizsDBoHyru0Y0is2KRAnd2x4x5VlgGl84oWkM6u4SRS8/vtgfZHBRqb6uUXQd9UMBWRnqPBI7aweJAjgCQYFWwRT8NrLaz/CvgOpZ21vN1XhnZDSJ0z//M6ym399rdzrzXRA7XJAr8WYarkwpsRMQAZK5tGLEHCBzehaPx49VlAOvhnV24rUJDazlvJ+uAgdsGLYoNxdKGIcYMAUHTloCrMR5CUwEqXwAWWlUGYwcdG9DWuqjdCiDOUcoeROgOAUeVG4CEz2HWmdEfz/7mICJQRX9UONr5+ni5q2EbQEKh015TClT3AkTFOY2zqH8Y26k2+z7s1sZ2xk6HgRWqUGE7SIDyuodzNTz/yYDhHlptkGXlIPDkqsgY1/1k0pouvr3q9kqvc2CjU2b2aU2Zh12thouhkykYOQh/4tRrrqdaZs4QEMhJJTbrv8HtPWeKvW4lr+eeQBFBSxmcsyemv1EA0KCz2qvijc+zljFYkUduLTKtnZCNzUuZdsB/iXYZ5p1w8N9a36F/ALYYNJEvppsRGz+6F3AehNrvjJME/dMyj0BcA3TNK8wjskWZUpmj9+PI086inhnNour5XhPruQ32+ariPytcy9NJypnq+xP8m6ADZCJ6kqMh+kB/EvzR3hMA7paR2f89v9qrKGOzDMKuCjWNynj5kem5fKlr2ljwM0W/U6US2aFgWgANBbZDPxjAef5vGdLs6+XomxbH4JNjYyA047TsV/uiAryLrc6vL+DaBp23pZTBMQq/d1At3wBCr5/G4gqJb37dkQMd8xpjXquP7EkewSjtYE/W04OawFNsDNtL55yxSRYYO+PQ2yROoGsByJB/AEvMsed+kp8elRxAZSvl3zOGcMaaFwnIt/3R4OyV+S0m+P7vb1/FyAIDCW4eg/wgMxtgNm2PLEO+AGB0q9S3E0QAsDWIO+En5wdGznTVRc8R+sfJwuFi7HfAJQ7CCWg5meXudsAe3EkidYaqjfsFn9A/jI+EkBfIWN0XNgCYit0x8qzWzzzw/e2kSF8/VWcCtD9hZn1oOkzL5f4J/+xnf/1kVCe4dQA4QILO//k6RkwGMUE3eFpr2SB622oAOvAsYBQAUTtxXR3mORms2WMCSOAAwNgkn9CB5ZfHO4EzyTlHERJ0Ny3UUTKAqwYjxoAIjbK2aYmJTaT79e6uhr0WVjtVgFcDKJ7nOH2RiciEBYwILumZBs2tVzdh7Oc5hkiMrWSWfvL5qjMW6Ndzd7JAAsD+fvZt+ThjIcCaucbWZR/j7MbeOnaHRILs60pAeAE7vS+JCFmjXD8VSLZhx8fS+CZhh2TZXuN2yrFvnZTg+aGz9Oz1N7DVuDf+5nreBzA5QMidpPcmA3Yba4JUrGfLE9s/opkP54oc/smHlrPTaWoDXtNRx4F3P1mzsW7WFDfxNStDYoL2kQ498FU2Okl5yJHQxq6qdBz7+d+q9M3rfJH55k/4J3u69Jvn/qzKbN/ut+TLHcnIMtHG+Io8j2uwDxdwtGOZdZg97UANPl8fy9HVy7pPd9NN4iRdjfz0fo7vSIDF90yLzSSATgAY+fz43Fdrd9+7/J9nZXbYrPGr8hmtydtew3c1L+30zd/HV3BSmYIJsX1/k396/m/HpCBHCQR0cJqEnN0PVSSQzJjAi/zNrFuqrl97zXTq5OwtMOgK6e5UF39zbUoSXggu43e1nERewe8kCLb9oeslf5wwVEk0HegU3XeF+dJp1j30P+MjGapsn7Zv2oZlzMffOlmkizNBI6ez3tBD2s3SNSmAcJKLRpZOq8izd6I18cYc7dUB5P/zz6lqUbDDtKT9kP8ef8gy/5sfx4uJDzpQBe1uACm+19upyUsyMkVzPtdLLhmgv5NU0flX625s5wlQei+NPQ1GMvqUPQlDhbk5ioH9+1klmsoz9iPziu3Q9pfHLszFCbjB9KAdbBGSTfP66LVDK37Bjhs6RZ53scLt40ZAtAxjLg1+k4BxEjiGJgnwt+7VfWsvLb5IlabeD521L9B7Hl81NNRkf5IoKuHv7UCEXD485fVWC/Q8r+31xu5eX7blXyR5flg/uuXpG3hieXd9SWyCY7MN+aDfkL/ii9D4JE44gLoV/Iur7HnJrYvd0p4kBAQ/3Tw+euUMdCeFODAY/du2zUs33X2uCwxYh/esbhJE9T3VjUcH1dnY+IN5TvSUbWF0ypNAz/FSh8+0ePZR1ldMZ9HIlK6Qxh+A92h5y7vfRDKO8nIiguzTwXZ59+0P9nnfSmbb/SIAvHQ11ajCv7XPE59Yez22IcVZ+XyLe+CP9xiOtnt2LRdjj+32BZbBlhWkexJOM8dgMXfS4CZxcCxTxjQJ63NOuHHRD9exTzDHk1A8YNv9AUB6zuxL8IUtsOgW7dA58vHshYlrbPOhnewrvuvy4SbjJqicCvCVoTe/YzttEgd4PYkSf/sPHW2QkWA7HiExvzQ/go/SKZGkMeJMsSEW4/3R2eF7ZhIm04HiDTYfOhM/jR5nnXuMzQ9HppVv2XNAV5GsB8bVcYwuUKNzknl57HffO3vUtqJkRct31vLuBLqjQSdYH2qvR9+jS+Cp1hdRi+E70Q5trI+cs18WXsHeaZvW6yd9VkloxEqis4NN9RFSfP/6L5y1vLQbe6UTjfUdBWDgsfhPvS9gs4vfpbOP5e+YvsfWHxahBb35Q/8bPMc2o9Z0sH5ke/Y+/jc/9tsnSCp98pfPAPrnH3+vrBdnOIT5BBgcwf29xJHs0QZEqllECaT//lp78nJaJxhYGEXIwckopVYK2dAokPws8MICcsYBLRVsqJ/rR7Hb0RcHIQDuVqK9CQH49xOUGJ/pbCiEOM6mrvnjj8kgHUsEYuRJOAbemFGOORd0N+K8dVqAYVA6aCuBJEEy1Xmq4LEDp3UcggUA2QqECP5ajuO4v+B1mD/E2z+AL85worXUgLpaUhEMxHmYIP6BGSyZfAvwZ+1SEdIGqOai9//9oztXkw4xuwJsgt1v0IdMWt6re9oQOJ+PM4TfpPV3kPG74K2U1T0ilxe0w7HS96inCxTRnO3cTfXMyTYN0MDevNUj4Y2h7u8ZyjzMeWOqTMkX0MkxDCcQdgJE5ssEgBsIaaGVbDtasOwOtwF4ALJvvdziaX4MrJ4qvZumduyhzW798O4Xgi1KcWhtQHP4+TUazxiQMQZkF7zz+sEHGqOXbIEh75cVS4whFAqgHEEBAN2uzOLdZBa/Tnkruh73xUCj1Nwi4qHP0OHt4DadeF4DcFpwV2XqoW3LyMiQBPdpI7Tr6/dWAFjX9nNt6Km9Y4GcemJnj8YgHWBgRJaVoQDnF8zo88yc8Tl0TDUzrZ1lqH1zNA3VGeN2ei8gbV6o1thuHbsrbBBUY3XVYfRUjOMCjw2+yehnAUmgiGP2GlRXwsW1mQLaUz2aNRx5fAJ1GdjSufiRrgz5nKxXr/lMBPm9RvgEBIe5JIPlwGibf1Q70eLxGSdjINMzfBBD5D079wJ/xT2jb9p44vEYg3QC6Qw9QABaUOPINSDYw/xN3zAWggPdqvncW/TRhqjXXrbKt6fwIxn8R2ePYeT1sLzNGUcCvNpYSgBLDpD4Ih059NNOD3Kl54RzwF7qOzIU264InWCPhN6xDTKP6Hauw5jjXT/1N5mkMVy5T3zVzqTko9mtAH1d25VIFw2PDtKa9hgXcI6DSxA9cmUTKJBNBIAzML0vSTv8AMa/jm8HSHAAM6cy0motsycLmnQA2MG5AWDbAO79ewOtzNn0YvtxgkXD87TmTpLRzxZnPDt2UP5qJ/W1NaV/CPj1PnQSEgkT7eganj62WwJJyIC26Xym0uw9ASSchT+jAe/hADEZ/19zhs38RFf8I3RmwDWBwKzdBgNzb67BqXn176Hb2hTs15bLAdXuaicCwJvsMHJ+ZMJL8/D7Sbb8Ru7drQBW2+2aD4karO0LKB87YIKXGiPr/5tfcgKh33wSsFu6Zrw45u0PHfqdLO4OAGvpsAebts/v418ABBwHXok8A76xD7T8e/kiPt5muUsv0SkAuoVu3op6fLquPO9A5I91wsapKqj/1BlTs1TYmb2/fAbfZo838YMxxhbdSqNcP91sai30+Ula+V6Mfcx72uk/fGHfNQAm9NrfXXZwJIOnpBxeKv0ynj1aCDCN52DH+Tp3CHIdxwYEKxmMe0iQ1Pt/2LvfZ5zn136j12vs56YpjU3B0AA20/WKRLjhUWiJ7Po8K5v3dhzR896M/gYpFxzJfPsHYOc9uoh1fisDdi9+8cHny5YzXmONXbRQSbHYcqdyygHd6Au6jmm6a2eVfv6e9SZdv0lN1yS/Pwjayg5tmj++3Ky/E8Lfo0NK9sfuztODu2xiUtuE4X3ZF+EV0WDbdIdf7ZdtO2k/V8kZCoz58wlYFgB1jlgxsHhXckA3+tdgdyUu5rux3WUffxV6Zz8HwkCU2u79gH/mdPyRAc9/0MG3fui3y/54gh3aY1e2nAekQwL01vZc1iIdRt7EnH1A9NUcufnjOasHN+HDNCnfdiaLftfYzpnas1aSLwC0JN9r1cBBgstlnZQQ7H0GX7K9kwosWj8SAHYXIJK+ZyxtSzO/9hXZPyqq0QnoNWzj1gUkg15+t2kjmFyCL3eCCetDi0aCDdg8nZCDPgQ/OOMuTIzx0Emg7XL2p+nu4DFDnq8NogDf2h+TGKFAmZJpJqjEMwjkIK2g+Gs9bKNmDToA3Ik2jLOTrqADzdkFENWVoPdg5zOBHfOg3pmqqFyLkMkKIkPhh9/ssGM3Sdd9F/ZRLssf+1tkV+zIpi/w39YF7/3QVtve7COVygf3nJsjAxd34vpjo43f8wbdT1LvdGjp+yxbJmHx6ohDV81vgL8FgE8CzUcfBIBPgM5Ozs+kadoVazodEMT+Pn63/JvjP25yBnvXuIz3lgDjBLrB78FUsBM5riX0lao6yZbf9qL3U5g/XTX1+fpwEvJ7VvVlZys4aX0T2tDcwRHeo3eaNo4cHXw19w52Lft8NrttkMPr37UOVA89ss8kN/Ae3dsJRAe7lA8tnLsG1H7aDxoGHzhCIHZE9jcfRsaDecbvezFZ7C2NCewcXvT+HrkVDBX/+U3w72vPXB+MAbzlsi1qXR0oH+NGXUxJMgb//i0AfNblJCXFh6NThefnop4kPxuDm2Ic9qLjCEkwWruqfWS9K2uzCXmvj+YtmEp6FVmD4SpQV/kmpzPSKSQxvr70fNHludEPj342XrtAaCquZ/+nCwm6NDr2tpVJgHOsYbpg4WdC9/gTmyC0R55lv/NM9IMxr89u6POPwUq7SOOsX8nUVydQmNX8wtqbtmW7KWT+jd0d5b4HmOcn0Zj1s7wQ3Q4dgEf0v7qWRMRjYzmpuJlR+P0mLvqbb/oOmOKHju7FtoIXtQbET4JZ3Htxxqriken6pYeL3mULtp3f/NvJlb/JFe/N2OysWTZsGVNj17olOX86Ufz3H//8J22aJICZqP515mspiIsAqoKFTYapyXxFkUgQh0ADkLvX9jeQCJmpsLLxWe1iZrAOGogIJsB4DJRyPBlXDIGA7RhKIv60bky1hsbAM8j4Z1MgHIAgnNgGREQotKzkPpijlUWcdxktCfz0OYf9vmRg3+dNuW3O96IYGP/rFo4o0W5dgRGrfx08JVO+lG2RdUDnE0j+Cdxq3udclr7RTJNWbO0+t/DEeOn96fWFURoIWrqIgBFDU6ECMRMYR3AfgSIH52nlYj4dR9dOkdcvxuvrSNByD+HQ030za/WsV2ht4Cq0zb6YVgZco9ImIDggwb4pffbjCJ8sPvOBkhYWnMq65FxQmJsWhgecFPD5GVrn/JWPrnIGR+55AdB/FQB+nRsLtAq44XS8iqYdrOWNOwDcc4UWed/vGembgRo6f5XbGpbIAfOn5v+ha1TXsgbLezjAsz5D2Qh+hPHDBoeO2nAKnUmeBUzEAe3sSz3+7QDQjhprcVoyFzD9jgEw5G7XElClK1bMD2MIvvLTgbAhjhjukwn1/aF1+y3RIxnmkQAt6/Q3nQ+wahesTAt28RSBzcOnoksCfOaPlS6pJlpw8+zbgG3Nz28bW+igjRV0Q2dSd6XZu8bMqSsqAugA9IYOV/YnQz6ZuVQPxLl2NvhZ651jFHlk7svH3pNPD3RHi6O7JhDQeqcdDfYzrd8IekcfYSjGsIzhwX40EEBwVUZWknsAACAASURBVOTcAWDAF9b4zVDvQAGJPgYTx6HodW5gWJ8jqy5ZC32UbXDo5BubssJP0gznfX1T8npMJjHPs2H+/diRFpAxtNTOCLIb3co8f6MPj6MqQUK+kVFnDr/gzdnT5aMGJw6dz33rlOWb16kjww/Q4qbJe9SMybp6jOWXj70+FTjsJ6DjZYynGjYOVzt58Pk7j84GptX8ZUwPiAmgBFigZ9uh1359v79JdFQKOoA/Mq0d8zfZ7ZYxAQ6gOxLFss7ZAObWnV0MME+Ge2ew8+wOAL+AGCIu/D3HQ8xivXI9Z9OHZu/q5gLgxg7u1snw1ZtQ0YGyBPHiDGSOkV+ewyQAYhsBFlwgWqnhgL0kY1Yba9tCy9fYlj6y4KHvl78IwLKmWv9zJvckEF2A2SfnepwvT4n2ldDJD04UjrTe0wmh2PkdCGtHkgz8dSKHP+eD4zBPgiMBU+gp+m27s7QsQq4cHpokzO1q0mDAOJzatmfS7KXswPBO9pdK6LalCH7g6/SjoFXLFgcK1luOXk1+OFV9sXs3MefIMPPwnXDZ/Libo7ksPXXi6Y8A8NAR9hhy24k8pu2Xsp6/XWkmMG70eSXacmVXgP8GaHPdm+RyjskYPXOfNRgwQcBRbKDMV3rySrSt+b0V371X7FHLYr7X+A4oXHTyW6Bg9yM2mzvAvAlEA0BBp6GzgAvIzuOnVfCXdeo2qpHv8W2wlRJETyUdNPdbEg90d+T9yKSWHcjUP6OCPis3ANkmmgjgJgDa3WQCOIcHCZTmPWIQAZLxWUwPT6emrj7Cn3FgtIO1JB1OwqjeE1967fm3EvJUOHgMvwcwspYA6/jHhhkvx5650NZSet73llCQjdstuAGokC9UR7V9QrKenpUq37uCJ+s5XW1Oa3ns02A30aeRLdjmr6zC3qTdre7ppL7LtjP+tElUJ8H1/xIAlp8I/iC+JhhuWpwjCjoB8w00sp7/NqC9xoSoupIxJ8EWvzTPmbbGnRxrH671W86Gw47i3w6QBN+a7jufzZfqJcDrBIDvHwEhadu8vJ4rtObsg3xYEuBaHpGg0PqkAfzgDEm8tRs9+uJESr4bxVOxuXIuJzjIjCL/lH+Efdb81brCZxmWX9vzfe2fkzOtoN0A/23HHF0TczVDOby8nXD8+Uc/rfvQo93yu/0IAHvZltsBURQzicaP3YENqHFojh0Mg/b0LwnA6HTL4+n0mBnQqUsymU4lU/gg2ukWlmMLXN1aIGpk87fFdPA69pxm8X1P4gZ7wJrobzr1ifGzf7cf3Z0bTF/yuSuIZ3oqPaau/6b173PpWx5Hl5NDf17h+17tRR9tge1t1kcPPPeYRwbjWL/9ppF//JEEGugj+mR99t/Oh9Qz30BIEse3LXUHnFk75PJF78lcChY7evu3IwKwQxNQzvpw/elCMHLNeFS1yv8z+ynJ20nof/3UHmN4KsQUfEN2+2KjXPtbAko/B/qhmjq8EAL5VwFPjY1KvMbJGq/WM3g+fgZ7zrjUHOS3Aqb20d55Z+7qDJoAYPOH7aPRFcRXPI5vWfvs3y6c+O35Ib47AJw1uYvluPc3P4v3KmGK6mtwFWQ6dCJd9tdv/5SIqJ+NlazcaR3i4T12yNpe65u88lT3dRAV26vXAKy0ZfqZJ3Jc62l8WYurD2MvOpFrbKsuqAxdVecLFseJ0x11HNt5+K998bfTmMb+dq5ALsanGJtpsF+9Etzkxc+Za+N28dG2Agk9uHseu0I4kZKGQx9j/867XpzmwqcGF+B5JAuALbYM6EA1dhz8aXYdvWI6n0IgL7H1xO38WW6M3bhHGE7iYm+FaQzjquOFd8eC2DFLQSJhy+JfsI3f4kd//JFW/Kbvjx6+gvRgUTWnzGV95t+OoTn60D5UjjXLni/O13zTftNf/v5fXwlwLZQIxJUO3x3uh18RZBbWDysB3wwpxUvrjzxXQSnajm2gEqLqSolfq2SdIbUOiJX6N1Gyg1AGtEAg6u5FGZBTAjsVFDGe9S/m9ku4cgDIPtzMiQD12pwOWlqoHcE1insCADhk//n//Iczbk/m3+WtxPl6FfRVGTKBLJR8B2DYN56dM1M2+4dthRmOwrAB9ROUP+Xhh4BDiXfm7mQbTmVBZ2K8LW4agCAAbGE4wvQEK4eHOgCsjwDsN5t4webTAiM23Djf64Tow398CuiAqqcC786WZP/uM1zMPmNAhoZPgHaAmgN6XEg/Zv8aRDij5wB4G8kkKWx7QreEOBPJgpg2Q+7mAECQbgGh8WO0Sgn9/TMik7o+LcLLGbkApFlzrQ+tdO3E8fkoD9FJWhoogLce52tQe8XIILYSiwNqChetjYFi4TSCqg2tyJY7ENkVsgi5NrC5p/8N3aSy/A0AYyzPFCconr9gS/ugpv+0djhO34yP1kjnGZ6bBK0U4MippxUL1/b65J0BQNhnjDVacjTAwjOceTvKqgV5xjzZ4dJzU4mitfYujNOErNDVGETdNlB03YfWN02clnAT/MiYMJo3kILaDb2GomRQAHpDD72Xu+556r//+8/Mu9c4zpx+Dy56fQeY1nsAHQmUGvz4HkjmW1hvz+fifpy6phEMRXj7bSH4Zh32OajdmsxUZj01Vevf+w8AaR7ZLP04RwEoZaCfysBvMOhf6ZI9pzjzIQu+HVxTigNmU+k98tgtn1hU7azW73vGCQxXVT3r0TbWMUy/sVOxeAzMp9vEru8NUvVzcRZ6jwliI38lkxif6CuViWX4+ewrHMYkgyWAmfOuSXyAvzTftl9IPGobx+s3E1NijmQEGYQa81u1nj0e++DYL9v6v00CQDCdWcbn/KtZUam/FeWbyEWGds/l3Sc9K5Xpq6ugB+6jIkbXauwns3NalL0BYO4DTLk7PNwtmMzbc+b8zb8aT0AAbLQkW6jSdtuEJZFl23RlfmlJ52d73WZuozg9j0pCYO+65a958SSN3QAT7xA/EMhjDCQ0Pb7GT3BvxkDQN8Hq3YMrQc4BtABiBIC7qqptya6EATgmi/csQzmvtNDVOste3CqKaTc7Noeqtuna4oXVBEe//dDblie3HLaDXS2V8SdMO1/HkQaID/3ML0eejWx32+Fvc2yHejOiGwSERLaHbqh4OjJM+lX6T3P6/uX8tn5fy1/sIOTO26oNvg+oMwGgb55vUAd66cTRyJrIJcAawLHVJ+sn0JKqM/xl03UCHdvS1T2Z25yLPERJpxbtafwbsptz9dtGkcQdnk/yzvG1JinhBbc4D8ny9wSAxyYaYvxXQVn0UdZfa8H5jbGDCZIDCGHT6A0JjiVrXedS5xzwACXs29n3CRDo73T5SEcIXyfy0gqOfdBdCqRf2WsHPMf2B6gnk533vP7Y3VI3Mu1UAA6PdrJpZ3TDE5ofles/Qe/MtatKCcysfWsrIaDDsQ9m7qMP8wzxTVqfJqn1rN75Jf76fg7Y1wkCb5vcbde4Y+iOYIfnJrDwZ/7ZWzmmWVH1Af38Was89Mw93rWvyMJHRkV/ZG279Wv+ls2ltRy9ZbAv69UJKgBKbSt2ABja89pjjzX9fvPLeXIApaGDrnK0jJmkh/c8NXiHJBBQdmSmKJ+5NVjnRJgJCnJEAfxEUPokt5zxrL/qxOhHXqYabNv2aX2RuScRdRIX0blQGUnTZ29Mm5H9/dMAvD5fjGQrOxib93GAPPgMW6p9lK4E5+w1+8dzJNibwO4g/QQKGds7rh5ztxK8gtTjT/e129KwW5huVzLOtEcWiKbS0lUBk03O8fndIwfsl3vMovWAiMf2NPmnymzB0wRg0b/R05/vbZ04vu3sS9vPtPtnb9E3nF/H36wBtl3GkzalocH2j0bP+30rlCgoYO1ICET+nXdfYPyudBcZrB2uwOe2hd493QRFfPssYuz2BqUpgHk7uS3uNP7X6L0+v7MDwN1RivWxDCnEWbrw1U34urw/sihJdq5UG1rBdz6BnLGlNCcqBN8znn/TFW3jBJf794M7wf9vQil4JUma3RHr2PDGO9NNBRkSfu9K8fIHZ2vfxBRT99iw+X26P8pbZOOHH4Jf5EG/J8z9xC5MrxOMY61d+e11j30DTpyAwCYIvK1kO5hgvTRBBO/796xg1HO+qvB8n0E5XdK8Tm+3zcGL/i8B4AS6Fl+OTtwEBD93bCTiA8iW3/BreDi8mPXspAfpz0qLyfe1F8HdkrgJH7MvnXAOrx+urq518EzvCX4Z/umFAYq2PhlJB0SCxj/tg/O2Qz8kBtOO99/Uxe+NH1y0Fjyqx2PanopF6OLgIyQLT4IOOt8JF7PvjRuwnswPHxb8JIVN2JRd/bg+vfy5iz/GVkxATp080q4cOyX+ZtZGeys74G8fFgMcobyFxIsSWxmS/D//I59fXDGYVWNCHd+wjUIhzmzBmwgC3eXf2CHYZdvZJQbBm0Dkc71Zz2njTKGK9ZXsJWHw4gzZPRrPrGF3CNBcJO+0FL8lN3LOdI6hSBcW6PjF/7FPoUHHBKboxLKi5MNPHCv2ZuMX8b2ir1Q4Cc/pPXtmb2RBt19vGdzxlOXZpZshANO2deGsQ9Zs5Ct0UoPT3LV24Itml8F5iCetDZe03iTlhRjY547bea5VKINuMX9UhfUm4GgvIkMpMtQLclxPurp0QvfOlW6UsasEif7DXYYT9ZVdZh024+xOVtDS2yI6uihd8I4O19ELs57vEZsneYbE///6fyeEb4oNwKAWL5vRMlw0XMPGbsZ0lG8bbRb+0xqOCLdu7zP+yN4xwPgtQDJtKyvVh5LnuS3MWwAwsjBe2r6eCtLvs+OAfUHsKKIYNyYEFPjtNxwm03Wn4mUM5DDAZGmp9cYAXBgebgE6ArwNlFrBo+h27LeRzSHiuv9van1mApahcQMg3i4r8rQmzXVpvWRAQ3bBMA6KB4Nqnb57bW9wPZXJrvI8zCMQLQY+7+uKXTPEtHagxz1C4YBM37PuM73u1AsnIEyLp7dFuN55FNIMSkx0K/g4KQA33V8+JDyOvAOS056wAPwh80NzPNsOqx2cadv4jdOVFSjIxwE1jQ0N8k4ARvbO9PQpSGUUndYnlXAhPrRy9l5G+J7MGtop13s1swPwDs1fBuo4IgAgXdmgMZ3WBVNBT6uATjrozFLWM85OiIRgTNM8v5sHLVDXIMfBdvbUZEjaoYxt+WRt5UnwW3hYUevNkmRMx8GbylPLFgW9RhlYZ5hep7Xh+XtH7ljb9986qGlbEtqKTNnKirRwyI/A7/Dn+akz+0wPVG6ZjjbKL6OA1pNXJfk8yAaGWpHV/vqNx8iIA3zmP/KAcQBs/rY/DWjq+9DDBKhnKhgHScDI/GOgZJ0Cvsdw70q/KOe0qbvAploj3Xr2ds5Ro4WQxmMw19ess9eGIHvfBkCf+U1yz8rrZLDqBx2meVzdGkYnNhCU98xOf7/EAP3+nnbuGJU+ewvHZrw2Mrh3H34aiOss3QHgAExjIFXmmfXfGAAei3VhjO43EMsaMW8NHP6NPNozw0hw6gAASR0/A6MJzlBRKMMxnBDD/bcfZEmDue/zrxYmJesadACUT6JSDDGtwwEa1OpnAFnkN2ehdGXIoRv03QQBGPuViDQVKjhhVsHWO9+6q6pLYEI5yN3KV8/DyWoH4ySsucpBgeXJDiybokFLrassrROU0HN17bRP9br7/+ZoCK2N9yQ/v9kBVIXBV5pIaGgN3jex6+jItr+sl+8AOy3Kb1sGGwQaGeCiZCtnYmvMrlJ57B3LhkFwZbN0kovk13s8gic/QaAOZnaV8p+1bsRGgib0d58pE96P/cs8uZaxvxVu/ay3Qwpg5tJm1ok1F7jDWeFv5Uxk1LaMZJ2gxdZPBBzP0Qe6c0yztLyu56ht2tiaLYszLnTAVJqK/r7/OiN4qwUmmOUbN8KEXGBd/LUTVgI2dICRtSAj+q3cbluw7cQjM6fDke1EO3Bp7dnBxh7HBjQy3iN3305JsgG8RnfwDL1h/8dBna0CfiuaW4+tTI/8P5n944h28DR8krOm9NNHdUSHptLUc/5AjLaRec5v54NDi297vNanAHi9fnTAkPQ5vCn7peR5By2bb7RenVDSweptC5y9oyMNYFcS7jZoe9qZCnA9Pl1sCWi3E5gPX8731xmgEiG2Q0bPDmj+JhQRYMaG1/rT8SO0TLu62Jr8NIAgWqUDkGWq29wpwfOu0oO2zlw4rsO2QNtMCyY14NoJiqfz1yR9WZ5969D7S2cg1kHv1TVU2mM/NMD4tkDWPci82F4DZEw3qLMe5ctuF5fGC2Jz6+cK2h+QJjr3TV6JPR3AUT6eO1h8/icBQebUa2sVO/44mMUBjarzkvYwAfuMCZkTYgv9i7Tw4/2M7+Grr7qzwszN/tP6zPj7jIckbD2zEzmxRzpgtDyw9M8advJB9G0SgA/9ad8GjEW+6zq6TjX99n7USRBDT41/ADxqfgR277Z7AJCXDvsWUTbCqXRaNrp+AzhsvjZuZNtmfVIHRQfc/a2yxcD1gNGSoye5e+wfjhzyfh87ffW2t3/o/ugD83iuQZ6yrvf41s9mHiTo2/USTjBy/yQXH/kVH+xvfwvg7gDL2P977FsnFK7dnkTZOdd2fNvwK8fHTWB9gGrzYeFjtxwOr770yVqsPll/wnjYf8qwDh/nmJ9NoE8nHnDEfI5tzTqRHBEfNZ92q+nXPlg6iexsHjv8PPjTTWjhz+20QbCYaiLZBuM/y551BfmevWmIYnzcYyvzgtKH3XHCPtwokNdXBVvpMbLGW4mXtSDAZxptG977H/nZxRBycZKwHj39G/6YtUjAgwQUdAb2M+M5+nFsMd3LPnaHuCQ2Db/IJx5/oYMp+tpBiuoEsr5LwPqf9sWeCYlMuHCcWsTfzgCPX78BIMscKl5GF7UtvL736ue3C2MfRXVosgLGlg/YnyeYFT2GPNkun3eCWGTG4gfohMMzEwgyr8hWHZsF+mjMXvSjuSUhJjZG9Gk6EbpyehJOnEBpX2GxFOk17dfkd5QPvYv+7gVYixNcptAquObEDka/H7/B8jXrIlql+IG9dqel73Y9K+3m96xu0/okIHtuTjyK3OsOISo8aZuS0ZNIFTmTtfy3f4uueysmV/aEL+NLj+1u7PqT4+7skytbf8GfyAe/bzpWCKPEzhIvymYmIZQjPIWNKGgYWo7vZbqYRHowwJYnO9498xgsKEG7TbzKs4KXGjckJuPuAHSgyD61P4IvFb04+MJ00bK98yUWM1Zkea/LSXD7rr0xgl0/AtWdMNayn06Keh+FAoy/EzjCL+nsCl7Bs98EeX8/eG6vaSe/dcvvzD8+OPydIODGv0K/EpLRQ3uUQ/SEY0Lj/52K4ccPCo/c3ThEb/Fd77gN692J6qHLzKjb/BsTtH7LWODH1r/rJ0pMiAgz15bJ3pehy9YfFJv1erOuJI1zjrO7HM8gGcvBBGd9O5kK3YrcJMB6dJGOLvzosNvt97yYs+Od3x7846sC1tFz+PfY9nQ2OWMb+4BkA9P/L/iknz/4QPOv6eTBTz2u//qvP9byHaLtCo0WRJdhNo51Z7mfDRe49jkMfWaKBMAJaIkgREQjYNop2zNQx7m2sVmBPym7MVoZDwSm+bWD6vdPi0bTkAkoAaMQ9yrInieVDpT6x6iJlDoO1jgIOK/hRJ6y//7fjAiPXbw0ihChqc+7JR1GXAsP3rlG+DJUv9dBWWfdyohbMEDvtfFmRrzPBDLA8CkYO6gDTHSA7jD8E2BijZqAUZaMF0eys0Quw+3Ew2Jw6uc9Eyi0tqCksyhsdKzx5eoYhA1nlTxbNNMPPTDPCRZ2JjvPPXTyraMU8G8/liei2Tkbj72Q42WSm0oa7/0YRWSE4uzpnreF89Uy+zOQ+3vGcYz2kwm+2ZEYJf1+Whnp/veMo9/m9qsBZmGuee1h62c8I1yhvc0SooXJDVBr3r2vGCIBubO3adlFtDWKqBV9j1vyQAHWAy5V8DlOSwJwdgZ+mTCCWYK3AcBujY9BJ4PbNPStxW/jseHkTGC9aGSPMt1k4JUj+QaAMUA8z+865Fqv6R2kCzDdchUeBtR/A8Ht2Ok9JxgyQFWftabvup1Kg3rZv2T9mT7LqPB5EaO0D1A6ho/l9tBRjN0oZhKSPKYPsJCxxJkYnbnWQFzLOa+092M6CkhHzBiSf/cGuH8GgMk4P/yjfZgdfEHbJqEkUOy8zO8KZMyZOJrfCcRqJI/+0rXdWrUDwNACBtapnBiZSKXYu+/RIwLaMtJb7mazpPdsWPlM3HzGe6KLqRKITomMThXmaaFXLVSyB+us9xrR2qszzHPG1CBnddTDG3js50ReTqXoGKd//PGHHS0CIJ1Q9FZiNxDO2r6OOvsf46+C3XLwVenhBIDHAJONM6BYy04ypN8MU6+/En2+6f8M6myFYM5ZkryZdi+A/WawlYm7v2to41iRWNaBEviQfSQpMHqpAHekpXzRWRgCdLZRRo5TISIgRPZfeEC6cduzJqgKfaSFZmguGbWvg4KjGvmWTPluRU5QLs+Qnp5qTdk7Gtc40Lq/M0G7EwIA/csjTXOma8m5Oos9cv8+y4p77JRN8Po+m2V5Q7+tAy9HaYCUckYOgKFpfa+jcqJbimFbIesaoGBtkU3ek0oowWnss7ROgpHpIPI9AEYqifnBMWpH5AUg4aN/FXD/LTiI7UuLTfbdtEYGL/JqBOsbAH4DIJf8l2OtCtmhU+wQbKrjNEs2jj/AGDogsYl1AxzjF0DXtrtjbaDzSFA5gNTMZ9d1K6p17akomuuo3Gn6tP35vaYTD/X9W2nyawD4l/bJJ8A6QcGLF6bSzXs9gS/z51wLfR06nNarekbbFq2vzu8GoW6ZGx6g3XiCv//+Vyw47KkdYfTXfM8ZYiN3GoBwkpqBpL2XcfQZjuxdxl9HuDxOOYEibJDYoQUQ02r2WdM7ABwArRNnpSOh08iojHfXfwPfLe+5pvfO75rlOXZEyeMjH2yfJHCjnz77uyvlutV63leOcemLTk41QOy1IXgyARSpswm2YoMsT5Q81z4MQJkEkZVJqRTSc+JPEqBjXhnvHQC+zkt0sA/bIgvlDglFJJFBmpyCkX+LnTtDcBXM2EML2uwZ1UfOyHazX5mkEGhAb+R4rAQTZo3ke1eiKUkh8HN3FqO9tp4FcN32bNuxoacEa1JxG75ZOypHEDTAhkzpivr4GJzZBgAMkD1JaTq2w3ZTOqmEiNcTO7xpmXkH/A8Nf2vtRKip2mty05a8QfI/4wHP275HEl9JrGP+2MNaNwPXQ7OpApfO3yOsztjmF/YSujAMNXtsOhxY6nxffnP2I2NrWqESiI4t/v67FvnSCUh6Pp34aJnabR8JLjSPvfZ2ZCxKLGD94kz/OgDcLXPFIxozdg5r1b4pfk/70f+pALDIY+jE3011k2yJJHVOcGDkMHboacXeRG9e0DnswQdOkpv8xQl6NB8HQ1sMkES+d69PAua8K/SXBJr3B33wp/hIyZH3Xukjgg9eF3ys317089Un4Z4KqC7QCS9kfRsr6CRY/D5dmw42EyA2AE1ShQITCST82lbU8rLay8q//MQxvKxn/+Yjtb2qYWLvNmZHdRldlVij0/lqgPIjpwlQK+RQHQi0rm9FafzNTcCis0/2cZLCRUNHGAVneAN9bXuIL2RLH99r9jT7Av/rw6BHd8LLJpKHZ/7tS/TYoLKx3mHu0xVg5t+k0VgvSYrsQdOaZdbplpdn0+I/HabWByUgqtf3EWc3zQa/lW67jkZBIJV9ybtf/fUWbCELsEeQXSeRVL7M2OKdQEwA+I9/fPjBZ3dpnwmwdaID44+e5JjLj56/IxtfFkSvJGg3PPV0RfsNW42sTLCc4Gh8hgSazKelGzwm+WaiD4rV/EbNIzLoYKHfoCz/fCQWAW8FhP96Fc8hC6xPTM/VaQI5MUSksV1nXPv7OxHz5UPbxhrvJCRBj2+8om2UE4swRrZHi2p01qulP9njxnz4/U1YzdiaI/I7Pmw/9+WH9g9+FlJuQlLrfc3bBT1+7/1ijkbpMTlWNGPs9egjOF0040rojZv10QK6v/HXN86EP63rOiGQ91rejn6Nj7fj3g43q++gOeykPqLhTcjUO4x7loA39jT+SNsD2ELIzU0AzrzFBa2/82z8i/iOHf+I7xR6InkLXZ4A/dIFtljjCeyh1hP6fBOC7YtN8pdkpHiUooWdm9OG/LK2r/pYStYfjBwcoSmXALA+6yRb5uj16wCwHgLRMcGomhhKqygX/HwNFy/SVEtebUe+BewMfhwmAHAFWEVH+lvgoBSYF1QtZ+bMF3TBpSDH6GDiZqLPwW8D0pky3wVikveHFrqeo24dBb70F+HSGyLFC/DdC3+ctuslGwR43w0BUmlnAp1ArasPvZa5C8PzzWo0kysw9l3XxpnGC0O042RimNa2VJSSyXa1Z5sKmQ70MP4ow27hdZ/BkIqRGIDNsFnHBKFxrrbXumc/+75n7O1ZS1Ta3c5hgwh6F4FijLDsawxwAETTsYwRZ4zpfOjQGmuLoZIqMwKNu3tmnHHUD905sBKGbWCAz3SdMlh/0S3HKHRwayQuGaxUYEuJUUUJjf4amBonMUZ3BOBmDw0tNdhULaqUMXb2SxXu2ic7lQuotJLKtWvotQNipeD9550biH75AJnRn5/3mL6zV2rLI0F8MirNF3kBtGZlof3x3OkisC1vyFY1XVztOUbOHX7Lc67AgpJW9D/N66n4MZBsAGCMblh3ZCFjXAdlgiFLzrGU5CSMM7XKgjWMsdcB4Dgik5yioMr3P1pE2bA6a7GAA8ZMK6cOGEr+CuBB8bbDZC4dRzhzEl32JIRkhCZOB4G5Ljolc+lsXv2NHvEzJ0DjPRJgN22HaL/iVlVzbtws2Ri1k1mmwNhjTInFc6ZmDAO/cwwXMgs3+ahkjBItqtKG9+X+zCVj3j1ijeClt8om+4Ks3c4hEwAAIABJREFUyH0/KsVmHToA3GfU6R7vkY2czAeH7bfAf4+xW9O1QctcyNKWXiBAxrythyZ4l/WjVf5Uw48MXDmRhfnVTvCY81Z0egfkjizy9NKRoh1mG4lzVrauRb7KsOpWtyTqaA6dHdeyImPcPe0AQO85awQt9xkgGqaylzGaZf8QdH6Ne7qVeO8lMwC1BIKP/kw7mdUYospuJWfAa/aeKtBXPrdcPN+pgvN7oR3I4Ulsgff+01XlG8sNwC7AYzk77ZrsILZMnhaB0uN0SNC5MVRwB3gf0SfgXmtovZPfO/ELgLiTpdiPNsQ1t7fS8LcEN87VzatyRpt/8weSMZwj2vKNN4am2SP4uStE0dOHPyfZK3ZfCY95JNeR+Ru9PRVxcrRmr9vm1KMw6M/3HQSdTiHMawM8auXY/IQO3flTQUDwYWe++lagynVkQM/xu8E64Gr5nbWE9zTFreQMn/v7mgOABp1hrJe/93TXg67Y8qqd6set+tN93dY567VVum8QpOcbAD2Oelc/m0YnIQaaha6y5gsoQOfWM9OmDAe6Kxiss6+z9Ra8Q3cxNun7BHQmCc+Lt0l1BBpC2OEnbBp7Nd+kDSzNnuCjadzIZOZ1AsnjG7SddcYzQKPkHsmmkocOcMxFfTaqPnoTXd7gV96fu6l+9d+2XRNkFrkgd2O3hC8uGX9su8ifAKJr39vdkoM+HRzQF8yNoCAgAmvmOUwQGPtGe90gicZrWfxd2yA1R7W8QMUdAI68eM9MtJSqIJLH8/1t+60SOjrp9wLRzGqyZcNL/XPzpOg4iR+2vQQkfhejpzpQBMjTfl+Ia7tj8Z7uWJX12grgbbe2II5pamSg5Z7WkwDld/97RI1nJzo2OCu9tHZpJ1ITANZaIs8bYEkQfyt92q+1LNbeTnKBvnsDrOyTxzPLnHGFDuGjrFPmgfmKzED3tr8b+stqsq/dRaBtegeHBxDWmKl0Qv+zJ4Cne5RIgDKtn4N2nz2SfUrl5wGzvmu0ztjlGzSabhEnM3apjDXQJ6eNotanAsAAdAQw8eu2tfLS1Un2mQSA23+TjRW6/U3Od7Adumn6Yl+7Ra7l2gRB6IRkPl6T7UwW2+0FPLEjc/9jC/pLfJXgV66mkt0xk8DPJ9jR2JjH/NllTl52u3ZFCuL3ijHAPQgunSAtZ+gO3Xdb8Q7O+CxMCgsYzwBnbe8nAaOS9W3XZq7wxA8w2/J7ZVK6CVSScFjl/OzZwJEXzb/YW+h7Y0OnojVJ227P/8k30XNjW71fPQe9XHL2zyr3amhjJ6bire389iGgmdi40dG8+w009LMfsb14y0ODf0bzXqdKkOmOW+zNuUa0V5V8tN49rTdJZsInGVqIfNsEAc4qTVKhApWLH+qT2B5JQn6TN0imley8EzuTjLB23/DNjLeT3CJD1wbFnn7xL9sCv7Sc1bqAJ8BDV0eC2SDT22k3LNnTmwLAvz7HkW2y6UrPoZPQkdgYyAzdp3Whkhzd2wHgpTUCILFjrTs0zLEjvP4T3GHNuvL31V9eC+lAy65M3GJmBtn+kL7rIx6w65N0jK6W7ZsxdaIWNB85neNBWhbp+z5qkY4p+lz6XWvUga61KKuoq/Si5vDH35NAjg1pOv7GqvcyV00zZ71vsP/tjmQ+kii3zB2ZN38vBlf0UQncf+YnkrjCumCb8reLn0Yn+7PPfiQALP879l1iG5aruoTEsu/hi2Xnied6b876w8tzk4z2Pek925hChqzD8GXRjPbattDgWcyBfz3uX+xcfS/scQsWJrg2+LYSYCncQ053cvjbgSK0u3ODPvU57+/E3ZbLosuuDu5Ew05WQc6j2qJ7NpGq5/4GgG3zjn/l3m9aQ8dUQl/dnRUflOu7wMLzRIh8v//ZkVHZ99l/0+vaNvD3WzhBEBw9QYK87VfZ6mOvY8dzpu3hEeEwrrxfOskIYrMc2Sd/0te0/Ze10DO9izPe5vWadp76hHeg+xP7mILC4FQrv70X87CTHC9ekm4Zf5cCV5IpTUfSaVdnlMh/CmJP3LPiTuin+CcTex1/wwnL03EAGdM0BDk3PkDSmflNAWAyV1OxdQsoHkCVnB4uQo9inMwov1lMshlg+q6zaCWArhZumrQrkQCIU0nAGrsqXhv0Tdg9tYcv22nwBo4iDwEF4Em2Q9pf6iFkdHcL3SVAAjF6QbI0CCDbWNaiM9cn8KF32miezTBwaVDFWz37ICG7ytZnrPiqOCQy8N1Tflo0KNBlw2MCwIijCMkYqO1gZD3Smsd7U5VTDRg0wZINEEWQM10wLrpCRs+TIGlnfhlzldrNGJO9MZWD3drN6yVDG6fdDPEzwAroaUd1DjRn/A2exEALeO6S+m9/3rVgbBlHGTx2EjjfdoCfAXEIkFmB2jFo4GF25LtfjnoLEN6v648jIQB8gmlukfJJVP29jsUEcD6lqgxdMXPvY5x4jOKqJhtjGzqjLQMOuXlj7ksrCOgyfHp+KrMFRZTx04J0BF0Fii8l+Es1CMYcssLcMEE5jYnvod0AKtNeSjLABmH+i2LVPugpkhW0I80czrmoM6FuV9kGfORDgUYVKH2rpXAQMaBuh3vaOP1oSZEzFMP5ceAMHH3gN3Pxevgs3PA9RjnggWeotZgAKO/FAIWWT8sQyZtf+PdqeTqVtPDyXf2g8yzmrBvLHBmNCf6ezK5vnMdoGad0iSdrKgcwe6FrpQjy96kQGDpkD9696Od5DcQvQ1cNYjV/kZHVmdWuMK7AAXJ2Qb28qUES86JAzY8331ZRMZoSYA+gPEbe94sDlV6zdV707A4w3usUGdJZ7+iy02ZOMt5nGK6xsZnzMbBbnsKvrk4ZgPldy9OOzo5TvuVMbwJc3qtpU0VLO9PLtASzcTmVOTLGkeHtSHtdDWhGD6+euA3qbpfLWH9rC4lRtVVPtCLeeRxg93uQ3kkL6FMBO8Zyr+exL5ylXElFTiyZlvOzD0vDGSlyrx1W4aAYXud8Djmz40RbXml8M9k1xCMT3zN92R8MaJwf84xpcM9nwcgH3CERY6t+YwyzF3ESBIanglOBcfTbVZE4stqgxsfPe+ZYB4Xy3H8bPsUh9jjHkQxYk4nTSqiDiZEXOefHdqZacPqZvccN6mS/3jZDL83ruThDVEj3NbYh3EI1rbo0xtg/m3majOm0rWt5wXOsI51IN8c0DH3Q4uzIbvTjyPu0l9QcqUpeEJF24gZztVefXA2/oRujM6Bh5Ec7VZ2NO1R7gJLIrz2LrgOVhxfnnNgEwGVcRyedM5LGeeF6zmg+93eVs/d9Eg0kHxT4L2ATmfFnAeBuDa9rkR1vBXCA7chM5Jj5VbQy/kHbsLY3hvcBigi2ex7S3WODmG4HfHBruwPgxIYHROtkKvlRMPxp2+axoPOjI6PbYntjc0K3BLS7JTj2wmkhPA5n04PHPx2YeCY2auvPtYu3MiedVbaSUjSYSv0w8foTWR9kGfYNz+/9wLdo/ovNsYDwG9S6AzfYe/2E4xVZJ3OOLok/I3H8D0BY7OSxz2ynzdl1k8jnZav1RKYDBFwA8rh2kae0QN2q8PYJfgNEkM9e10nQwMnPOJD1+HPfdfafB2ENkWarLUN3bRiTOyMMKKl/O8jeYNbbAhG5tYm0JOsGbCGg5BHY9yxfQlc4e35t3gOS1LlsnYV/AP6Rw7IlWZf4weK/CdJ83wEoi2/10x2zjv4vUqE6J4mjYydMm0eCdyTEGVQ9/ubYMBGB/mn9gB6K7bWgTCcRM4z4N2v/9f5SlalrLQuGBrn38pXo+vF9qDPecu34tIdmosMOvjF4gd6ps+kIIBIA7uoh09L4MB6zzXiOPYqvzfFg2J7ska5cnTvVFd9nto9HZrYfZPpRIHn0kRLWLQel/wsSQDcE+PppfwBih8bHJpn7eT7gWsDID+Oq73+rbuyEJexv9rvlmSl/yJ9q2vDkEuDxnca2ODQ913TSKfbnkdefcMtZusE47jOlwxvwn3Qj/onHMPJZ9/51qnYjG24QlurC0PfY+XWEiOgbv1nb2ICv2/V+PJk5gT+NLyg8xn5kglOhrUxaNIHfhd1FcEU6Fbse/0I0iC73kssewb/2+JbmGx9DFlqenBab8vVCe2JcvR+fLTR8g/H4sIwTeau/ocfL5yxeXx6eeXcF9dB/9mwxkb947WOfYF90lVqSc5e+bp2ATJYTlms2yB8aen9O0Ex4xgT+u2NIJ0Y0HqbnnNaxk0AG/a7MuhN2eLeKLjZQ+9nZk/DS/vUmnq591HiyZDeV7NDEWe+hM39+AhgZC9WC2IXghfluzyyFXt726ugzdf1h/9u2ZAxH3o9P2XoyPJErJccZv8ZAu+fQ22BWc/EJNls2r02GjFGHQNmr0IcKO00Dg58379PFh6Rq6Bt7AB1NAmfGGv8hgbpNDo/cHrmHbTRjv9b3m+sJlJ8W+xvojbxe/Ms0Nrra7x98F1ussSG+X3ssZ6fqx5Xn368OAM8GdUCwg/ckQGgsHA3RPJMAcJ4S+0dJ3pEZ6hBxXTv2S9MnuBbjVYeMBH3CnByB9SYS874N3I2cNdoY+wLMGbwDOWl6+PxPF7sZQ0iHCx9rKBvim499zu9L5PK23F38N0dcVsLm6KQkgy1+gs3MWiA3MoesHXK08eAOSp57PzrvDhdnfWcjFUNKy/HYDaYJhXDMY+lEix/UPhpJDdj5XnvrpegWMPr4Z9vVjesXU1k7HD3E/H7Ear4v8L9Z3yT4dxxsk98by0emHqysjrBCP7ydnRrTAzh4i8II/qY749IwQUvRVorS4me0bNc6XdX6g4+aducMc7eAnw5pyHfk5VU0MBt7Va0P/0ArjXeI3uwOSU6WQmx8rTstXoxZfzQe3rpu7bY58tWJ4qtAJX63+CK8iK7o+BHXYd+kuHWLMJv+Wr8mfrm2k+aKHOcM6vCTEqE+HEv8O/IxcuT2m3vvkCWiu7982TH/dAaFAMGvdYHBtxHeESABM18lh/LvLMlmwH1GjKoAGtsi8YARUymKgahFJeDLvrZBrcFHeEuhe6oHQJEggsHcu38qhky/3y0WfsPc7bh4ngY7BwAWo05WPw6hBIHPehnnlsxMCZ8opAh/BAM01udmeJO+sQPgmCi+8Z8WBp8C6V7vGL1Ug2JUsB5NPBp85jF7Vee0bTYDlZEZHQoMJrbBMYZFr0eX40NcjlFlWU8Gib5rASWnQO1t+QHApnURBJw1SyZ/g4E20iZgyL57793CLdcHIMi8tP+agytjbaAHOH3bCTDfdhA9LwWC6kw2z0ftaMbx9hiq1ebbds/BSi9ingVd2aiaylXzks/FHHopY9WrMH+/gFMzOAaY6W0cPWgj84gLoeswCqDNBijgaYRgZ9BReQkPttOBQdWVJ+1cwPu/BXaav60QKkDJGKGHQzhe9/yV7yREBULGyNNHOHGakypkAbJo3caztJfOMPpuSCvyKHAMrhNwmrMlREdZW72rFQCexRqD7EdoldZnAXX88z3HraqqerXXFeVKyyLLKBltdZHm2+2WkA3cmzUK3xh8rASGDjBEdtwAnp7tLNLKUMqwowfS5qz5eeTXtF5D9mW+CYA3wO2xDBjAXsKbrG0bUe2cNGhJwswBuX7L0j2Zt1uFlmz16CMMbioR33U22Dn7jYGl+zkzSfQA8NzyFaOjzyoMv242MbT47n3oUGsqehtABTr8vsPhbX1otWUajSHU2WhDmUdPmi7rGtO6WszqGdJrpttJovr0cjpDLH1Lpsj58T7OJDoAnkzP8EWC1esQcS6SnLBUxa4zficEDa9MgKQBQZz5Xj8DlabPzQTs1mRe0wJOhxF/tWug+xjkdPmYQN1s1m8JF9EJcYA8d6/ZnjEFTwIg29EfYK3phIBXApTRIW8ClUE6028C4jg85tP57gBeFdDQkBzQwYE/RsSAtXrfWInv+JEnAAC2pb7/SE7qgK359FsrdAmOwOsweb2s4ENJVGScFtqz3ua5OiMnhjROSdZbz279tzzOfmxChXiRs52Qh3pVy15xAsBouk9shaTHOjRHu8u2x5IQuAB8A762T7/3y2BXJZV+tKYC5sMzCbrGTtRehd+6ugVa6mvaJiGYBv2J5o78GgAHnddjQ7UdJ/K0VPaML4f4TWKBPt4EhVn9U6mR1nC7d9Y/T8KI5+dEUhJrQh9tA7Pn2ecFtM/no2/fLhAZT34agPYHqOhvvZIgIydNOn9av47Ae7N+M96RkRNwO63wZOv94jtlRf8nwQiCI+XA9f689qj4gfG9+rGrAAisiY4AWTqA4jF8GyCa81n138+rX+IvLWhHx5mzhiOQA6YMzQpAOTrgPgMZm4OEN/jI/Fd2cOy73Js9HXDRY949hGePvWP7P/fmvgRJOkirz3GOuy2pKz2eblPZ6+gz5MsbYDBoNuvQwQLsFT2iW/dJrvTfooO3A9GRRTrBaDoAMB/WieXq4ICuQceIbvXd3To4Mp4K5+4Ewqrq3QEK11d0q1fJkQHWCBC8/pytgu//XBn2BNl21whqb4Jgyw+OWGK+2Mrxf8q+mMBmWm8OADoAbB9bcQeIMyjwBewY6DVA6PihI+M7AeS3Sg0fRzIdyjQ+wCqARNEa/i6y+ST0ilcU0Jm1phMXtlyvmQjfsnyqN0UXv9Eb9hsBDK3t+qIbiD42ZBmTBPiskweo1VhI/pMvf0C3kdvsE/42iYjYY+j9k/BcCcP468g7wLs+WumqSir9hY8IH5zEorFj4QX8Ft6hNSYgGv9zAn4cNTIAf8sq9sgtkKUTPjKSSYIcs5yYI0CuPbOsGcUi3pwkZ+u3jwicnDD+Gb5VB+bRl1QTJVj8VIxLzo1vsXMeG9xKPXhaZFhsCvgFDO8C4QcAZx4Bf1f+wavic8mF+FTr20C72pdOCMAfx1YbmOksFzyoMdlet8xPcCLzynrnZ84vtI2g2SdojLznfD/R03ZQyp22vQuTOvPRHPUO3TNgw2sf4T8i21nv3vPWB6ew5tPzFG/cwdzbH2OdsXGvDgn484ytjqDrOWAfHCB8AvPtJ/g9nuvrMyboTNI610E7oR8SwmK/6/HdWpxEUPSeaFf81nob+yXzS4ED9sPxr6fzVnDhjJcKO9YJ/6fX/91P+Bg27G54+I3dteD4k7KbfuAgty+ZpBRaho6Rgt8y3TI6+bjHCaZChNr08THqwWKrs8BJGJukAJ6ziVbrvzQO0PpG93QBlG0/+Y+V+J39Hn9Mdsm38OBnv+GPtkXkj32Le5KiZ3BgCVu0FB8NeXuwG2F4ktlnLSOPD5Ykfh1MliN0oi8lx7cS1/OTbCvbEx4A42m+f+U++uFNcGu6jfxYW5ROaG2v+5rBZKN7I6OSGKwkpcFUPn3RSVQXnXhZRVfBCuGp6KvFeKADv/+7h0QKB4Tdeav9j7twBru2fU6SFfErMq88Jz8UhkTnkOB9ElIvPRBMJgmYK7s3OZ2kxNWPL3+gKxYT3wTi1R+fP//FYBy7Mf/kDOeDFU03JGMjFN+JXgebcnLzt7DS06KPttcj37YoEXlfLojXRD/oSXyKyK3MrW2AtkdvvDSzNwZrpzjyh8+QX/18/DdjBmFFF+NAj773ewbBXApd9DlbGrk7bbRr/0hkz/tnHPi50gOzAeunD4VoPauDZXdw6ASOdJRJ5wfm1gHi3zrkdXxCGx4MLbLi/DtYBfGCTibMvLN7wfOD04F9si5lsnmdfvMfAQx0bXyQ6EIXG33hp98q8vV8bIs3URQeoSOQrqX1PPKV8ffeiP4Ut/V3g/+9XUsy35vP0JN/+RbkCwDHie2S8yjObal7CWUxxjywAREJOINqcoiIjxwHeFukillpMfS2UuVw8Ffw8vdh7gEOD7D4vQ9nwQtt8CzZ+yzOu8F8d4DN7wIMJQio+5V3AJj36j3/+EMBp98qWdc45mB7xmIDwMHAFRI2hMbYOcbZlKAjYHAwmcsye55zztmYLE6CmlmF/DQ4ob+bSTbQluv0o1Y/708yzTYQEFZaA0K0YId240V+xMniezLvf7wAB9Rg6gYT7vbfW4EnYJVqKhxIwM8GUGP43NmQEqoW9LM211gs7MLuLSh1Da203zlyfwKhqbLsSiSfJ1wtIDESGkjXM+A5mBUHRa0IeZ6EV1dFBwDbChbG8rYl6cxnAJ2TlDHM5haRz8boK7dMU4DGAGkcgTcA3M5Fy44+KyyviVLXD5l4/n0cy9B7FPOh/TkrJENb0JyhbpDubiEE/UmAin6t8IdmTwB4vOUXiOpsrLM3BTbgWJ+9/+gWB1CftQBuIFV6tIM8bYAcI7mCwFcF4bc2nWGJEeCgtQILMoyed3vFxrHBsNRnDaQTGNn1VFeFUELPI/sqObABEioYWjF3BnuC7xw1cAdu8oK02nyrG8+6al4uu1zB8lYQ5dyyzeR+z8oWbaHfNJ9O8Niqs2S3eUjzqty3OlHfdVuyK4jy6QXTyTht8HiMhdC7Fbv0ZYHfZ+znDKVdc/gUoyk8scB7V37iyNpAtfyMsdWG38uLJJ0QcGM/DLGUztfn6P137AtkjUzAWi5BEh0QXeH18cDY4THSJoHJMubRIQlYh8aZD/NFI2HgZ7+yBoCTJ4FoDEf2gvWQPHIi2TiaGPPet2+c7XjyfsdkHUyPQenYpmVX5tUOtOnmAGsFqqBEZykA1liZdgK6yr6rvA+AVR04AFiQC6ZLrYvB5+xtt4jRnA4INuDiBhzpNhKDlzEduip7Kzomtl7rgLwfeYIBH6CSjh6msRnfbwFggHWywJtPWa83YSDvVQv9nO20+iT2LJWufI6sI1v8PFd2z/ffnSAxiQia8Nheu28BAajE66Q4z3MqmwLIiFjms+9ZWg/ZnT5HUsDCODyav7nnW0cCSHoWuiQ0vTy1duU60dB906g+c6XY2O+bwLiJll7H+b4DzNgn+n6zrb8Wf19AKIHxAAicT2Q6ewLAHoucds2F4Og4qV6r41jM3EboXm1156sXSOoKJNYHvmSl4H3WplvMU6GX+a/AOoDPyEjsuMxvFsq0NzrBgjuJAACchw7GAMeu8jhK/jnjfdqvAoBiH9JuvsFw6RMAgjeZ4RrP956uqPEcLQdyLEh4YgnqJFZKHn6OvLaqAapzzy9rIj57O2ec9mDWB+lAw4/t/8Qyfv6UfpHdkDklqSWy4U4AXf5527uHvgkOvZn2vPgFdO3HfTTZfPkmSJwkH88jFf3ou+7G05n2+l5xeWyrXYvxFw02LE+2v52jZFbfk9SHblJnAyeeaL3qrGn0nDL2Dz/Y3toAMBUyfN86WJ+Jzzsxtr+HfJAZvZntp9OK8w2AhO9uErC9XP5pdObIW63hVOfoc1pAIgsBcEPr20Hk7pA0fjWVqjOJta/2bNzeA/Tn8c8ffdzrGznxJYQocG4g/JYbjO/QoO33AZcv2RC5GztlkyC4v+Uh42q+fitoj0yy/s65rZHP6KftVoNtGXv0brVvGSZb91t4dGv769Al/pLOUI69phvD4I3zeFwjfw8OA3Ax8mD1xALfzL8rHNFTjUOdeZousurY2kcWy36VbXOCaBrtQ5wa92U3UwlbeuDbJweCv/FD71QgS3fweSetv3PvZIv2a9reJ+ibYPXNQycxuIHzuQS779wz+3KCcUPXr/2ozZOvZx9KuuN7HvOJvZ/E6Naj96gGTL2q7Sb4Mcm90G4Hqe8A69qf59nfq2WPtB/UsqeTPCxLJtHkxXia19t+srwTJcze6Rnt76OrdZFImHMvkb3tT7F/7G+fMSn8hzV/sZduZYxtiA/HM32Gedsw2qOng6PpvnysO/iE4FmaP9XkIx+kN/Re8VOvt5OLCjtpHiNA4u5TpYcIAMvmfXXwa+ey1wS5z/6MWtP7pCMTqEhXgHcPCezqWUlU3QRpfdatocEPXh54n9n03Trw8FhE65E38PJvNiTPMi9JF/jfjBFMg7GTRKEK4Zf3Ww9Ezo0/Pp1JGtsD/4hsXcVzYgFOhkvyZmz8DQKiF04AmKM3qt18Fwb1EX7sz6VXpgKZNX6PqTn6YvAXfFzmSCHY22IZnzsFUPELf6MffSbMDH59O6Gg06QTkE/WadZnkn93IcJvvOwW89K7k7Dy2tfe3yrI4MgefQ7G1Qkbt3zFwZszuCvBBJnRifQkQ/qzShDDv9ezLeummyi0C755xYkGH6FwIvfeo0NF2ZcqX5P3DLl7KVNVOclAWuO6p2W7j86bcRp/kBs2Lw4mmUQVkgqhlYvX5v4z2joqE7+vA5nnfcN4B4OaBxCg7WDxe2Z52xAdQGb/8e/0t9zN7tpk2TCxjfZL6FjSSSzQvpakjxU9a1Tys33b9vVIeO6jw3oPwKdkb5HstVGk7Efe111Ss1jdoVR/Jz6xwW90K3I/hWopDGnM1XuiCmXjJ0m8SaLC2po8S3vJcSdHpti3TGKG5YCLBHWv4p+hox8JoN897UcTZwQzOXhojaHtUPO09nYSFo0nWVarQj5dY02vB7fZ37Fd4UnTzcRs/vIZAv+MAUorl20x7HJsHlgc2oC7jWAJ+mmr54wvnxEUaoEgozCicA0WjNN8HJUxBltQ+wF6jA3tOftkBn4cK886i/MqqyaINoz92BEUXtiPTt6Ky7OgI4kwnPqZmd8EHk9A4jGMvve8rYLZKDKQETyAHBBwgOsbPI1BGQMWBdvl3m+GiRlxQHSAc+Z2zif8xRhr4+X4VqPQTUCTuffb2YP63tmyZcDxzlPBMC15XuH2tqzsijWewb8NtAfQnkqGTzB42yzgFwQQwOW9fwIK7EcbYpBevxPBnmescXDR0vDLyYQcA7qZMAJ+BuFWlHH87bcPP719+cds8LwcAK4W5/+YtgISBuaLOm9LfwcoijPjuc5a+btv0rRI7+xXhFUnhbAWNiQ5L2ICqS3kzVPHMV7Bp8/datfSbsG2jOluxy0FHWWJ1tkgcwCaak1YbWL0XGcmK6u49Y3YAAAgAElEQVTLGaZTaRZyOBVwtLiGrx3w+f5HBpmcLYKV73O4hz1lvm2oH3pXJbABm61CuyrqH2DIzsnsZ/ZyzzazUgH4ULV8KQuev89O5tdr4DMu7/20fMRh4No4cln305LjAZQkzy0jJujFc9cxWmDUZ5UK2Kr2oA1eN4+xR55PyaUdN0B6qpX5CcAXR9PGyWkzlTOGGiSB3vrft0pU9/9G+7PkPwzW3e/Jcq0EF+hem9nyGeMd4x/5gi5qwC7PoMtE3nacn3HmMSK1AAA+6FwqQpoekv27GXRXZlm1OAec8Ho9gY9OBIPeOqu0gSPWiACws+U/HSe5jDNw1ofz+j7a6XNwM4ammAXpsp+4DhvQyzpq7TBmFiDdJ+mMnNB8zvTJ75r7376zci2fPrmHPH3PrbTcViblBIlTTTYZjiQQyIBzpDj6E6eos/54Z9P1+Z1EARmTc/bJyaA/iWM3/eUc53lCOVkAOwZjxsntwFWfJ0PbxNDntiPOeufZyEJokvVYOrwBaWjc9DkGeuhgd+SquPrlzFxdyRkyfwbQ8TTLTTvgX0Xtpz/vBKPN1j0Z8CVbe/37e9btkFyR5ZnfJDJIXrJ9r10U+3MS02Qb2w5ot+iYwd93X0BuALTwguysbPCfBX9NUw8N/laZwN6lSnr09tBxO49Mk/2xjh1dou8I/LNWCnibxgcM2Yq5gKDei0omaJ2CHfk6Sj94wmuRMb9yE55CPh6HWWutYAtVYKbjEDT2AcDOb8k16xhXYF7JFAMkWA/RMeb7nErbgHZz9EAlqb5j6TOqvK4zVpzZq8OR55+1T4sojsC5W6hRJdHOLGv5Zpxji1JBETrK+mjPyYyWXSmbodul236zXKFVet6y/uTKjuM/zkAAkrCDtFy2wUQjlWDSdA1AjF+pfaTCumXU2mg/nQC/xzZNJ+VIP6WlN/5W6GMrw9spx27J9ZnQBeDKyhyZy3pmL5jYCunYMlTDrNLD7+nqcfYQG+uv/76gAAF32cWSEbKTxHd//D0Jgh6H92oTvSK/U4nXNmcn3JybfT8AxVbvm8yZDmb8+DhdpdF2tP21SRjqgOG/CsDEZk4FYCd5dIW3xvq215Q+v/gAnjSIOWc2zxn2q69C++zL+le7Gu0nXmtUyRB8fuxV20Ghga7SzOZ8/9mXXTlz9B7r6v2K3euf8St4T1ca++tDV+uXUAEPgJp9j83qRFs11qr3HV9j6JxzkvG53ypgeEY2EpWs91gy7sihBc7bv8ZuQU53dVD7VfiPu84ZpO4LHjL41Klo3J06iQLfJewP8275Ez9jgpIVELnfqYSIn0mMTRd5zs9g+i1XJpletF7no7YNsgDjbZe98jXB9ZUzYBnYXhevmbfiT4S3AsyeAPt0agAMhZdFw4wNXCV217ev7iyUFvXvz+XTCpT/MCR0Bvq0sT+99/hFJdLbXriSw74pvAHgHkNXmWr8byJWB37NmrOMbxB2dY7aak5BzNBTCPEONLTsRW5iR9EV5j3jtG3llqHInw4q6JVv8ODlvXRt+tcJ/acwxnMXpjSrZx19+2J+p+xa2fdekD1ijyCT1vO0/R3+1H2/BYBZ017zBrxfWsLP1OdtG8euWezgTfTW9f+ts0UffKHXa7tFBf/mB39Yctj2W8nLIxf0/C9q0B0cTEvCAJ1IHPoAEyQB69xfvgn6K7Q4Pmth6V1cwFFdzKP/Rf9jP3NEzhuE36SBO/BiHVyJbbpPHSDxL0Vbbd/ex75sIPPIhF+SPBrjlZ7Y46EWFzte0/FLB/+UXS48afajq6FZV/RrB+W0fkcuDv924Dfr/hPvPPtxjnq5E+LRK6a1J2lOn7FW1rtT4dkB4NBLJsMeX4VcsrOER0yHiQ7YZ2ySz+FXCpmcoDOFC+AXh7A1zjnuxJ/NkSSrW9JS+iT/Wb4tb7Cvb3ynebr1/KF1hUAG2/jB/9jqEwDu+M8rF/S3AsDHdz52xiRPzD7qvZ3ocnvh4cv+QW73UT2/BoCLZ6EZP0ey0R0v2u6/X9JB/tsXSwyiE/ETsFxs3PaOMCDZniOfNRTZvtgluSfycLvQ3MkbJeLWphed1r2vLf0W3piuCahWAhgyh44Eocvf7YfGPt4OBU0zJ/4whUCvvDn2/fce8Mc/s6v6eA8RgK7jqE7rcfndB8PI8YDtHzAu+eXdtYL1ohNMriNWI5l429sdn8E28R0jB36La5lVx3XEztRnBKAdAP7NANVFtIg6m/EoFggZBwxQwxmW4wCvcr8DwIB+VMCySHfLnBgNAB5Us1ogfC+1Qz7ORByUVCwesMuZtAnsvBV8h4lFbAMcsSENdgFgNtiD4NQz/qyVRD/fBuehzvyiZyCc3x737RS+AWDdK8OiDb7zaBvrv5yhJCGhtkXTIoPWBtrfzjyFKUw03wtO9uAIj1VK2/5RjEYG9u2AD6jw4Cy5Xr3NhtCnfStreQTQAAW9vifAMcG/y0AXcDDZ3qwPz+RQcQkkj3EWrJ05jC+3yPw4JsZtynFOMHfW1/v3SwCY9cGIzj5Oi4kBjHQvLeBCBwFksuarfCyszURSotnT0P9fLYDI8Nd9rsj9fralywbD28hspwRnuVtm/BYA7vdAt5wbC911drKdDFP7zKl4SzR/KiBMx/cZyn//ezK0QncLiJ0gxQEf8+YAcl+gzgFGBTzj5DC3HwHgcZ5971Q+qAUfPwYeJ5hMANjANsCL8oYmmgIwfBmVYzzl+Quge04TANazGnAmEUBTht8APr3ek5mm3608T3uQjLqB/DaQ6UiwzteZ5iXvoOMGKZPAA5A/8ncCMKcF3beWbyIQ9IF8JLOdTC3Gt8o9Dnb2fAN2OXdqwPzhARwUWr2JL7u6Q884rQlNF312YQJLBLB4dnh825DAfyQzqUJLtIzECAiy7Ym8J0M+zOlUflQAUdfRaol1Nj9P9S+2XxuOl2M3epdnoK/J6obeej/gD8/1+x8VsYAA3WKFd/XZEp2YFTqL1Oy2mG/iEbT6r0B6KuvJwNP2UvnSxisZwA4uIB8NcI4sHH56nYIGBtGjoTspFBxNBZ7DD6vzlCggGpR+SoUodElWa9rrLB/hzADYXGdCPWc7AoJxRIXorrNiaUHeYBX6tJ2n7MWOvZ0mQK+u4E5HlWnBZuBvHaqdSX4jm1fjSqZyfpCJvwWAAeeS+b3rSbvCA/Rg0Jfe1FqS4CVZETrI5EzjY7uFPt+ATYDIvl6Tu9ohj9zW85C54mmAbXiWrHXoG1oP7+yPPn87kLxr2PsD7+Uz2uRuG/0jk5Tp/S0+QKYIFYCVRAG9O3S8Z7ZjFx9nZAYTGiWxQ9b/ZkfrG84UPmCPPpRunvU8ctABoLWdX+AtrcijhzNHKrzSevb8WJbrHQEASehwG81JFANMxLZHfnfFYewrAPef+gcwgn31mCpDnn2lG08HTJENWYOlNfi9efWa8zx/K/9vR7sDwA1uecnHeSdBL2Dotlz2vg6vvwlUuv8NACPTqHAHpDwJIN6rAK6ew9go3YWCIwhsT1mPhqcWXEzSoPjuHAXy/a09JVDA+rQ/0K3Cen+6TZ1pQMlys/wc1bDtQZXsgF255NUBK1dAUtkje38uA6Tb5Lq7ojn7kYu91gQhK8CAPZ9rFrB57ebYndshqeX32+2l7QXpExIXacG7LfKzZ5eOH9/1BY+6Y0InKjF3EuVEB6vXw8udCG35UIlsHSBYX2LXTL/lmeP7oadKdJN03LYqyQJUDmWvRqbI9jFB7X6Hvna/+LvluPawWzRCiw2m+tyzsa0swxQA/ojJ9i+640tkoHLkrbgPD2UsyEAYtoMC8Bp7Rwtuxh1dl8rp7MHqna4wYq+wN6w/ZQ/ZRs2Y3wBwBz707FNpP/q4W4BqpU27UwmK/YQMc3u705L3Z+cmALmA/TnuRvIbm902/je3DR6OzhAwP3u6R2LEZl3bOChW03rzYRcx3Mm2K+u6402vBZTVyQN5V/QT6x3+y2fgWxDmpe7mD2iC1pK61nJV+v3bb+R+0ztz5F7Wao/I+PdJ8NmE7sZt4idlRu/+tb2KD9F2FcdvNKdZJ419Eh6KPdD0jr8X2k0V4D+NiHKMwuoLOg3qyzdwpudQfYUuYB+YzxvE7HOpkQmtD37qr/sMTz939kPj3XmNfm4bU/xTQUF0JL5pjxXMwjRa7fCP/zObJL7l2h9JpXqf28Am+G/7e9qYhje2zavWHaAf2mYfkQHdPhTegZ/uAG1sg3PNBGAo9oj+lrxJxxr4A3xi740820AVmGBsU/iIACfr6OdPC+imRX5vVfAblmc6lO3yvUCywLa/WnSOvx2/4064uHhbNFFYSyZBl8DXbthAKPsfu4kW/be/hV6Tju4jPKBvt8U3/pgEPvHkWR8HMbclLftwdS6yfxXM0PunfRr5iq8GDzUOwz6dBFcdUTL2U/vzjF/k0foImmvci8p3fNT/vwFg28fHp4hexF6S/+yk/bEV0O+tL6VVOO4BmUiAMz7uXTF9bCuR7ej0t5uLaO+/v+BZ7NTsPXrC46uOP+atCgBjM7HXjIkA8Cs/oHcH4a3rf/d/COy9/hkJJN2Bq23sltvmmW/8LSNIhGIcfT6r9AYB/sjMBIDbfse3awyyA+rYTab38VHxSVs3sl7GzLTmFRBOsnKKbMC64b+mHT3jqiCdALDxEBbuF2HTuh87bZMg4l++c/K6WoZEUnXFfPNM/IwNvrav+voMDK3pC9uNALAhrrElwRd7bOhC+P9vf9MRRHkywf9gXXOcaMkwdBT6ETujA8CMX0nq+uFsWsZOIDL4Q5TiW7DYFeTwA/t901/2rYssKHDsgCcyDt4zDVQCrnSz6PwEpoceukNf+xXa2SRCpMiVPZDve87Ulk8xL2SdsLdIHiXGBP6tvek91++vPYD8g1659/jmtl+y2jqv+8V9GEPWZFrvfw7Z5VohrP0QgTMO2C3oxGa+57BlwjEMbPCMwNpgRs7WOQ7JOK8Yzg2gQBgBRefQeRu2d0ae3kk7NN0Dw5Mt/g9lLg540YuJYZwsVBZMDmCUGgBQ2uWQ/TgOuJXGOv8NEerzMOFWVZEx74AMFqq3ZpUZLYtbIIrATBDPWZZSgCL6E+Q6QHiMDkDBcwbQAK5idAHYOPgiehtCY7AzpzaAw4DJqkZQUinXLdxS0YnBOEbfEOMrW4+SrDOKV5jcAr4VmAZghRTSmooSwMnZQwuUGMy9lsl+rn7+s4cyDjCKAsZu6yronFbBKEs9d4PsAuE2Y7ID5NDiWx3wVr7rPQiR3wRimDnBMPFVBFMMRMbkzBKfYZbMSVq6twHVAkmLyDp5j0cJAPDzThsL473QmvY1yrQe8PtvBk47j6wpY8GAylmk/+f/KACs79LyJTyGQrPBMY4USjlOUQzzDn5EwOfiroDLs7qKVoJ6WwV3dk5nk0fQBvD869CgqhT+psAUzvYEn1ceJIiqqqfXqRR9HiDkA5gsFoZPu+I9iRoBlC2HpxUffNn8+VZiSm50C+813DMeAuD9XtHVG1TpTH0cNEAznBz2NeMZkOQzbPqsO+6BtszPPoM5d8cY2rMo4IvOXscwaYPtUrRVncTaYDT6vd9/onuBBncF4BrxyDL2RLQEfZJIcgNMoZ+TUIDin0DxbwH6drzaSLVsmSxLnzFsQyLr02CJxqR94QxSy3FfGKcTftR9205QNDx7P9nPJE4go0W7bh9j7yetWo9TMXTedPQGgE1zVY1PYhDyuDPdCKTjoJrGZQyTZTrvhza8BuUAEqAmQO8zk6lGn3FAa9rvf3wZ3abvsXjF33EABZpKaQcgwIHF4TeoOZ0szvmoVi6pVOkMzMhPziSMA/1mpW5g4T4yoh1Ut/uVcTuVncfBH5o6LaWK8fp+75HXYPoJiw4mOvRTL+04ztzFx1P52U4X+uE3gBU7iyqRlgnehwkktIOoMctwpnprOxLE7nAwx4HhDeS8GejH+R5GeY3oSzYZQAkht5zqa5Y3Q28XkDKOkR3Mb68X2OUJZSMWMECgoSsh9p1LcwRYXoM+lWp3BTu6mf1p3evq7T5iY2y4M8pCq19HBds5vBO6Eb1RodT0fI7zGPmXdY29GIA7NtdJOpE9IZkiB/67x58bp4oBogr8I4tEwiNz2uHfVm9fxb74ck3xH/qxK1o7QYG9p/2i7eZP9qiV8f5M2ux8IJrvVr/6GCD8BRDaVtyOBrEV9dNVqiJHvde6beQHZ1Szll6hWYx2mF/wgart2IsD4Gk/RicTrPIYCqwCFNJ12e+AAAA44e2ckduAAjTC87tCqfUXgWJPfvQZczuAo3ymCS5AY1TGnzO4v8VSMi30EAAwNpI+e+Vz+y7QZoOffJZ/i79mz5FlPrdt+AH66DXNWmZiyI8ipPPrlSA1LhMyBj40HbpicO1fbMK34uNUSFcw+jf95TVSArCPXqiWhM8gX98v/mT2jLVcgPU+O9WJRh/7cPyKknA7iKv9oYNGFiq8gG/D+mveyFX7Fgrkzjnf13DV5Uhhz6FVvmP9AUW1L61fOmET+j2g53TL6o4jHXSh+vkFxAH4uqLRwRHJuZkjOpkAMyCVxvD6SEcHlb6KfN+qiPi3CWR43+oM207s+GGfHNl/0wGJz1o36dumx5NQNjbFJnVl/8Ad0EltL6HHkZXoU2xCzarxIoLfBvMsuwJk+XPJiJGDtKsFO0BXLQYk/2OThWQnckYi+/5bMlFkwdKlxtudGE5g6LsuvDDO8xAgSa8kEN7+yRw1oYCUgsEOLsbGbjmwQPbY9Zbn23aWM1Txxwhy/cTH7oBBt/hGF3RCAMmCC7hGBwYHW4Cf9clabdtM+Jk9Zc9bll3+2MJG0VFehwHEq4uZ/JTgiUnuFn2rBXJ8V8YQOsRet0lv+80M6IdzLXYFoLZp3/ZcuvK0DdnyAvwMWbN2Wmwezxs9PYl6x7/7ZEv8n/DrX//9b5bxGpoS+GPvb0LjyjOT/48EiZZ3rPspAJAeryqw33RtV7BG70d/Na7nIGUdA2Yec5WgEmckm+P/eB8k37+jQ+hwZNpwgGwDpt1OO4kFKXc1eTmJJbocfb8FDcx2+HL+1IqvPMiHtwzOnnQi6eEVFwwt72YMwRVFK63nAO17LqsrN+FvR7lykSCB1rjlEevTCTrYZLdNXsGEso+aPqILTOhnPTrJpv1FjYPOnrt2281w8YYkhGn8JGCDK2ad8aOy/6yX7u/Wq3rHb0fM/eafXAm2w/8XHjV7yfu7Kwc03glt7xGQfeyAjwAazC00on2/j8FkjY88HN5t/Aaa1rUEqLyuhZ/gD/R55HQ2TLIV3RXyRsy5t7Kv158OH4dOx9/KOoSX3ebdvmrh37KvpqK4fSdiPetfRBZ18ijYBkccRfaPQV8dAntdTUPlo/Xf6Oxf8bORK/C45bLa9SqBeLpCcDRSnjlnKxcTvgn6BEiPPzHjf/03cK+uqM56biJ5d1hJ4uLEBT4efOmufXP7vcKesBvkZ03SwCaA75pBa/1vJ/ijN8zXZSersAl7DP/IRzt9Gx0ZmcQQMNhOVIYPX772Gox+RN+FF0Njf/vP4E3WAbZX4jOyvn0u7nUG88y/C2JITsUuyLv1suD3snuxk9q+gNa05j6CYAoZkpyY43eylnRN22TeG+/J92sPBD/1fHU+unVf4gJcp3+D2f7EjZAB0P+Y80Wt+yt6FvsGO4HP35ua3zqhWteBwXBPYzEeyydU/vkKGoxDBr0GSoJOfO6FHOXfg1rjEoDHQ/kBIPQiYIgSwNRzfXbYc/ZOA+b6rjPy2uAQgRG4/i1L482GO+99pFU7HO0gk2XeWcG9BhiXRCzf93Vgt8+sBajlkOoYxTF8FRjTGGgp85tg6THGYOGw662QjdC42xL9aDs1k2H+vT7NqIyhly0GyShVsc1EWW+Dec/yuOhJQtkZmRuog5CdHXKClRFkBEJhXgyGNYryfgK9Z48EvCkQNxOQ0o0jMJnGB1QR0BhhAO0bFHgc6aPk5aD0xhRRXArzrG/2J/t8Z5Dlnas9j9M7QhXFaSdVVffzI0GLgAa4SqB/EwC0Tr6nlDNBVD2GAEmcuKk8nQCKHUnzM4ZnwMsY0HK2SKSIQ9dVj23cZlFx2nROYM6bI3MQwQeA/ts5Gcy5A8ABnwPm6hlUWOtv6JLOAzIqUJStPACmdg8URKqWed9z//NrDdsBYACv16Bg7f2s73+03G55oXGZhguc77NztLb/mErviybGUOoKGwv5J4Ozs6KaH/osG+gbHvN6DQ5+PvM4A9okiHobr8xJ36E33vXgGrcinOfLgJKDtA60AKpkR/deXCDQa8BN22A5o5whmAC8DHIyB5NI0WMC5IQ+4GUCbwT9DbxU4E/XA8D9aDFSwbrXAMbw7Qwurjl6Y+QNouRtS/O2Tu4AsPcROalAvFu2B8CJzs6/HaxlPbTfnLFMsM5jGzmRxLKtDFq5VQD+iKIYnOIZrf8T8HzWx8kcFQBuvUWWYjsMBjyVHHUc0TqLehxl5G2fkds8x36zr/0dwYhugSXZZifIwm4DwL2/BKgIwHTA7JZVC+4BOABaSwSIDt7W4G7tL8lrsTMJQKJvy41NFojhLh6NXH4zBxP0xsG/98UyaoC1d+ydINQVbpETLQc2eNaBM13XNKe/abUGuGL9UNn2sgXaodKw1wGPTn6BlZYR/ftx7NZuv+Sb5oc67KAj+9tyUXkKbbdoLicjvDFh20HRgWuoj4NuZppEP6/7Vlf6XaIDOTIfH3lfkHedCABQOkclxPG5W5hz70v7vzkOJB1h3wCankS2Aekuw0FycHTXkSPex7Rb/NHib+R0J2px7f9H2ZsowHEcx7ZaLPD/v/aKoGi/jog8ldE1A9pvZBrATC+15BK5Vq9x6Cp8gjODYJTWjaNvIoO2EwpjIKHgVMDrec+zkP+uthArGyyGn5eO3zTM2uNkDr2unH3zdgKCp6JgHKzrJJtqSxnjksPTwST8MEdPjEPjr7Ak8hkd0Weh0sKvaRdZcAxyV7lm5O1MX10kHPgQeh1Tod9uxwj71HqN9dH6gpsa/5/1Kqx8AsCln4Vl3ZliOjJ4zjoXe+xC890VSAl23Raj4IfW+TcO/YZRvq3JV/q8AsDNZ2s/Vrs25IPWfmgX20P09+PHExywYzBPAkNDT+iJD5vy9eJJBpvg+D5nHbudeHoqjb0fg5f0x/zTOWFiaX83xwwIS3SnDJ8tLF2kDP//8r7FaSJeUSJIHCdekwoAZ9jrYAGzQxp9diHyHBo8Ab9Zr7ZH9RrJ3qa/dph1oEvjFh4Vbd0fKuv1/a8SYe4EACdRCKKc/Y2D+Q4AG9dPR6ybblp+ZF5hVjt4n/XD0eTfOCrn8PIGJo6eMi3lGZLrJ9HCwTL5GBKI6jPFzH+cnTc2sXV4JSjcPoeueCTwn3e+28vq2XeFVdZY8h7bcpxuktsDBC1bRlciZ+4961b3wRSbcApmPfbaBAK+4sznwR8B4DlbjuRFsIvHPl3VLH/EHzrq42rxKByeRCtsktGfow/0vHaQMjeC+Q7CkcDoa5Oc9I0XtqI6AVCtw6ninjU2FqwjNpIA+sEGsZOnQ0OJ7Q+/Ra7bxJzPJ4WUrXaFjwrrBr8oyDtyyn7AtLPvdzafw5fW7c9aKGDV9q55ptna7U91JIPkmNpS69//ZX9Idy75q+BvnrkP7WQz/UaFKdfpPU0va48+ie+y6595//gtnaosXz02+ZKw3cYHNQgVnrvxwQtHz8K3DjpVaeUQu/Wy7ednn7+dxe59qA09NuUjv79VaIWW6QxTdqlxwdrTHXi+OwoSkDi4X0728gtg0zJ3098jhGK3CotpHTMOFz4ooUDySEta+JyAYtOv96/wPOvdxR687+js55363fMzPpePT/6t6D9o4k4a8L5P5xGWuGmM6rzI/7eeetnoxsuxU6G5JHBkLvYPvhgi/IGeMP06yBJ78/8aAOZ+J6YNxvf9avk+9j12xLuzSBIJzMdU0HYCyEQhreaEtZwE8p7/N/67faLdeU+45S4KQ07cGM80PwkLHViXHmzfwuuMWcZ3uh49/OQOYuEeup7gf4QmoOXEFdbfrd/vBLpOps4zR85N0Cs0EEo6suei5zM3xVIm8dzX64zTsXF4dieiG1OXzQ8OhG71560rDsnNGcKW/4+fMonA70Qq7K03ryw9ilfFX0sHe5RFj8Fzmcp/cDN4st/xusfYaNbsWoNDQ7dNNAmOog8dOffNniAuhr8Jfap3a20JzLeeY1ztF4zvRr7RON2J5dDxxvtVAeBO0Dn0Ox1Y9RuyNLgqdgpB8tBjCiVaPjCu7iCTuIDevYUWva7yY1AgxRnMoa3BtUMgvXb6iqT0l4y7/NLgxcalLkCaI8bwu0PveuUdl7qx6LtbziYI39jz9pfTpVDz6g6s93Xs8/FRSQYPH9OOmuMJDlbqDgODwZGd6I+1vVfOf8MJ5q3nHKD/QUCzWR2pN6GNUlKvbLdP0+JZcSYK3w4BnIS3gPbLJlOI6zGsMJII2DJYMRKfo3gH2WlDIeb8NgJkBB4RfhNAZSjpXRgHCBczYAUp20EeoRrivw1uEb9KrcnibGJHGGMA7VwvA/NREDIwwgibYcL4BYy0zvrvriiCmHlvt4/LbwRI804cIRovpfYwtabf1Xaszcn0EKiQMND/LsK7sITf1Yr+ZvAE5N8AuiuUUPAH8I1gQsC0s0KBSF1HO0IyPVgTgIzX3wxG1lLoxaAtmmgDTQU+2rjrDEav14CszrA7laPnDKY5M2foqyvGnVkoh+rQV7eGblpacJNvEVSvFnxfzltu+tA6RPGMs28yWFroLa9lLQIgY3iQIXd6xz9jRqHl2tBbfzq4SKU5Ve29rhgJBEr5TcKvnce/PO/R+xfnE2dXCpB4bjYGwr989PdTGVmZhlF0+RA0OTeNwyWZe3Hc//bbVEjKn2VHctbtVv4WzGOwvzIan+V+jlUAACAASURBVOtxOpCd9pFhNYKkK5V3Hnrxu1JTl4cXPs9ANj3MGHFQt+Gl3zGaDi24VXb+ZePBQbDJxOOsQz94rplrsS81H72jg9stP2ivgXy9swc7Izvjf4MF+OkYos+DLNumtdahXRsiy/PMz/rKreMX/EQmhv73fRYULyfEnQWXZWB8oYN2euGU6DZgXKN7SXhgvVH6H2vwgDvAN5ms+fe7bR7rJcMhCRFBTeIjKvvu4KjeicMdcIdxiMP0DgCnrUqccpaRY6B2yx0qpENj4ssZy2R0dqAyxoXoLv+1oUaV+OFL/2XBvw2qypTWfNqZDh0DGOHNruDO+JIgJP4EuAFgzePj+G4a8HqPY+JUQ5cDnjF7Do8Rfnhsgpy0hmTfWXdo+FQ/PKT4z3/0GY/vM19ISjs4SzRumbD80w4/xtF82XueeV0ysQyg914ERxxdQLBv5CJVVMihr4HDoRE6wPQRA/DOBn3esuVDPpS8QL5HLwRss7c28Kd7yMqGyIB+fydW2FE9RthmjydAf57hFk9JQAstRR8hX+4AMPp19UmqpOuJ41QKb3gq1ls5/5yq6ea3w3PXRsFXL9n8PC+4NvsITgvGep8ZinETuirnzeFJPSu/QcPrAKlqrsE///rxdgKQud4On8X14s8NRjpQ/jgEPnTvI0fuowEc/JhzeqwHhQkd9HrL98i/txGF3PTaV5Cu6Uh2jHGdnThrOK+hN0kbo1/CEyGabpEPv+Ko6D+hI2ynk/n7vFl4UkY4vMb+3HzqPZG8GtxG5QA4N468KPR2BsE7/byDK1xBvNn4XdVyHLTldOhn3BXw2Cvsf9Y8gUJ+i/N123ZDa1QSbvu7MuC1Plw4A3jRzcgsxnYHgPieR8TwDpF/65jSzknwHs/4cIw+z+LsrMUL62y7K7TuQOqZB47HsgtIsIq9MwmgtQG9pjzHekBBiYNvbz4fe0L7MOZ6niMnUhI6TX/XkRjHXh9McgeAwR7IlZYbcSxG/q2NuNhW71snyHYw43sqIc3yY/eKB/7yPPnnWieAFY5Hn1BRlaXM2Dgv13LU+ld+iMga5Cs6ADnXvNDYx3TldYwtCY6LzfW2Z33NQ+qxndLmNPc3lg1Pd/VSs8NdtdEBYI3L+tBrnxH3kUTQy+ERBXoeOjhrT2BGNDG2SK6dhJpnaDjKoUfuff1ZSX79zg38xSfwwp0jd2QHJNCSN3diGNjr2PGzTh3UxpaNUz36AVpcHTS2xgR+GPtJaMOmito5/pJDA3VGXr7bdrvezyupnuff/NoBYNPN8y4HdMZe3oBGxnvw66lsJhEqnf1oE93yIAnFi1GQ49+C+9g2zFPTcGBsuumEntIJjDkRAD5r4/nzr1wXezYB4G82TWy6uUfyfez57jjUY/CKDxxpf+E3+76rbLZTE7yK/t/uC68EqmdMvyvB7xmPzjvu4yk4s9L6dvwweChaHrISmzAy+LL25NZvh7cIBKATn3cpaU8fAsDc+60DwsHxD0F8K/TwOlbix61HNI4+gqLlfdt+8cckAHR23nrm6gwwBCZZ3joEnqGQpm3s47N+ngXGuH1Gsnl7DfuezFFHFVEIkbNUW35BbzzjZad4SulmAl45e8q+P7+ds8lxdQ8PiKzLvfX8Y949ATq/kwRRM/mBdc1Sr79f8Mi/UXnnf5AwMklN28lgfYXMlQSAY2trncd+1qO67evBo0runkGkI2CGh4/vdLw4+x2Zjg3rBGxVr89a9X7hX8jZn1kL03Gt4/F11KqQ/I0MoBoV2/HrfruVecafMeSBr2v1XgVFNcfRiZZlth/2GITX+5/1u9vl9gbmfdsVAXvl24bjA3PA3zblHuXjPRjsYxlvv4gWTXJbnabCvySJtv6wPHtEiTsTmUeCy1r+EVinIprxNV93IN/yYuIPLgA8C7o+IBLkDg8Rd3Jyjc4CToVq8/MLa9BJcBQAGErPewWAhXmnS547IDzPdaKJgsf6XvtavHpiEc+CC5eI/qyvh/74u99Txwny3tg6W4wG7uzW9ncCRSeFdYemu2Oh3oEeYzx9xB682McedAKCk+cx35+1PXip8D++iZYfbYd5P2Sbl5GEn/OvguPhp/hZPmRJdfgER5AEQ5AVfiYOB+8n3je4aHRD4onv4sWls/A4eJkq4buQAh3YGLNpTM/jiIDGUNgR2Ff/ms6pyEbik+coGWH+sbu+2bum3cep+T8ChFZYNoIGHJ88rwoAPwFZ298YTg4wLkPHSfhksLsEfDPqEXidiYGCbCVNxRjXE3BeUN8tMt+ZZVEOUT7Z0AjO2+D+VZDTzPrcQKCrA4leYBsm5dg0c8cBd7IORIizJmYoC7+0ffmWIRNltQ7Gu8WAnuEMjWnZicKB4O6shxYwvtcCY4PoH634Rvic5w0YPwQtw+Y4LDFC4wzyeg9z39WHqfoaI/xRVGTW3ZXYvKdB5PnuyvBirTC6uE50RoU0ApL9aKMEiLQt4DIHnLIImrS0GV1chpnWvp3BvJ+2ClRnfwsAnyyO56Y9A/LdskJLSiuwXn8EWngiwAHnBkHvPiOmAaSN0gkuWEA+Dly7ip9JtyMje+n/f8C6/6WAqpyA86Et6NsYXgPsXFh/aYHcRhjOD+9BpcacyrTnYs0LZU3SwIcwHQOADEfWaIPkGf+2LQvMM0DyvakAZgwNCk7Vk9bx0KPoLWcAuGJgAkQtoyJsQ1+Z8zqOAHQ9zgNAvb843nP/t4xIljeZ37QiWwOXADD8cAOdtAFZ3t73D20NADINuMp3nDPPXKlQEtABwJBpmvnikMr5RHYYYEirBaF0jAO0ZZBDXwOEWLfXOZJzzZ2tRptkVS9oncnKJGBFe0/dTqZcZ2IJFIUv0hIIBwcJO13xEZ6gdVUG1Od2hJZn36aa4k4awSmK04jsfcmw6JwkVDU9tROHQC+GsCpr2ulgB6SHkHFoTZJ5LGMovCowtdUPcy7ZsPmpLhgDA1rTGNB17RDW77SkwbHqBKpxTAKyOGsZxzxOTN3fPEECBwCVSgkhdvF0twnnPT524plukuOERIMBWM+WO9AWBi4OIM7U4oztppesY8A/7UCNX2q/WacT/LwMYzv65Xc6TpnwVHc+ET/dHwxUYxtXVsXpiAHcMop774x73vuR0HC97BXkmd+aFl9JMdVyUvTEGt2JHmOrnWS93mvTzpzD6PuvBKIOci0oTxuj7KPWMAYR+rtbkd2JE6aO8RzipDQInr0RcD8G0wgtDE7oAv6kcoBMWaqW7/ZPwX+pAjDWmzZ/h/6qVV8crMv/rKWMkON0cHXk6hQ7qiYA3PvDmWcb3Js9utbYSSe19jgRkSntCCOhA7JZ/QI2GZ3qd5AcFR2gzy3PaYnNGDl7/hjNll17Bn32O7yuVySQuwY0LYG9z0eAtiNQlVOinRyPcDCB7ZbM6ujbmeSNv5rfwFK2WydIhtPWVR+TeX4MtBOQWUcVujnOv0oAHQc8dHIcW+PU61bMCpjo8zbIgzka/0uGosvZw5fNNPqBAK7WHvtM7MC1VDKeSjHtwziN9E7wboK/0Tk4epExyL3OIAd/3njFmPAkVGbfwRx6LjwcOfDGFVtNNIlJokyt9XFMdOeCsyr8xfKCs6xwIophCNhrTY1l7QCJVu7xL68MtlOwxLqJ5KZpoVplpp1wctZc4xY+UZa99oJuGR8OinnjtDNsZ1u3yMYBdSZ6EtdEzIs/bENPpVR00LvyA96F9trhhbygi5BpXM4vkwTeouEFOahPu7YNBpIAihzuFvVdFWE87yABeL6OyJnOPfFVgI+QERv4ugPAiBB4G/uaNYPmu6LjyD3RgWkBTL+OIxL99JzGO6c6zH6FTbwM//j/+9XgOI3Prhb/uC0b0dkdAD44x2Uwptqx9diHckRebfs68aerf8GQyBnLwZGFrBH42js+Du22H8FVwa3hHx2vk3lmHfz3WUfOcNsg4x5TwjoxBgXsJRtveUKrX8bYSRUkddE6sCs4PFZ1CRtHeezG8RcMP4MhULNU/nn+pQ/QN1QlYSNmDsF3up72kN2CnyBh48nW42AFPStJAnSjyIxpodl4K3bb+s9Cx1r71VXonA6OfGvPDh/5/RWESCABf8IQy3ONEnC110dvzPmsur/PSmW/2GcS1JgnAQb0bd4/mM97xRM0hj3SwetVLWGxV/UcBS/AFZaFqsob3O61dCJKnut3obBPskZ+VEVwrn8XzIiH4+NIALgTTuUPjdwTj66cyvyjywlAMDPGLrnQ+PedqFrHUhW21DM0FzrtdcAgvyUAgXxhqt3hrPfozNcYNTpr2zF/4nZ8H02XXUXY+LFpGv6WFDQet/tl7Wn259hwE1QLph+fr/bGga3sF7R05jOFAuddpqtKEnci/viZqsKxC2H83El0SDFNnuHPjBf/iXWlguoj3/VvBcJadobmJgn1hIDF61j/5Z+ohI+2D5FDrNHd+Se0NkMUP9QRVfl2zzqG/jcZPTR71mz8YM1v+p3gDviC5+bd8ekg/+3P0BiqgpFn3C1wu0JX19BC2QGUxz8hPSCei9yTRty5MO+3LNljG/EZphtY9Cmf/Ab+mGMNjU8k60Ke8C82DPfuMW9K5EoA+O62EYzzjH0KMNqn0n7MLqoC94OZbp5YeRL/cBKb5Sd+OiRIXA7OTHLb2MzSr08QOHIhvov2rytQLF1FQhe2b2NE78sUYJwFnPWBdtqHDA5kf1rXob98xNtuR5KaDt5Zfv+rQjbo/J3Mms4b/kg/G4+HxjsAnE5t0Z9JVMwtHcAX/enM9tOO23MeH5HsifJL3/5jfOCWz9NpCj2ELZjOAxsjk9yI73KSuLvjxzC45nIff9KVwJnn+iK8n9V5p4OM/D32efznm5y+hYl3FXvr0PYPGNMZo7z5DLpGd7wTrmWvbBJqn7mupxCLwSfE0ZOtz3O2byWaOvHwAIkm2ZAF8mnWqv2/2BO6DrnfHQXuRJmmPY3pWwDYRSPPZLrjDR0bRPfgP/jEsu/5T7TntXpAsleUzBrar8J8+vPnHz/NRDqrqo1T3cliAQpF5CYyAQkjVaodJAj33CxNnLOmmNwdALYBoHtcRpDF7QUjmzZj3YXoYB5GEzvVDMx3L5AhUCCgN1lrPDsMvA4iFjTAdUBeAcAYf0uwkO1WCKUlkZlqDGwR2wYtYbR1UEB4rHky9NMiMcSXGbkF4ABHHO8Bs531OkCniFm3p61CGBSw0kqQPQ/RBWxtBmSqAzuTSIGiDgB3QMiDtVGQcTdzszf6c0FHnCZes18EDRugpiWNXhEnqRfIwmgUgioHnn/rkQI+coW2QxggqvGLBgkA2GgbAMiYCcQ0eIVGFCj0sGcP4ugKqOlPn0+r79upkiyzbDBbprWgfRL7f7eQ6cokxvOqqJmHtSPHcGaICYDoe6msG6FO5nrGQW/9TGoBzmawebslyGf9GPNrDcoRpj22M8DbhqObZ2Qfb2fbTatRuts+7BXoL0Oux9AJDTjr+k/azlNJj9GlJYuRUehjHvwZoNjsvM5YzjNyPwEbFDljbIXUMpj3ImNOZ4cZTsvPo6DtlEmr5exPG7Q9D21cDPh2kh8H48tBuw7W4zTQWtvBjdxfmc28AClg6TVGllHugDgZcZHr4VODr4fGBLaXHzaDvcEvoDH8FvlyB2ChWe/Js06u8KoKVRy/G1RN0k638SHTEdlI5baeeYKO47S96YFAUM7G+9wn6C40k983YYGEKPHPZsg7UevR06ok7feBA7QOnP/0LZM085H+SdYyDqquEAjvxUCQvMPxeXTniGScYMgDO+2nCksYYhMMEgC2RB8gdujf+gjnUnjoW6eJt8EQgHQ7cch8NP/YKY0TZxNkCoe26PjAKOAIG2mDX3CkcOM5U/75YhMK3sk4XptqreNn0Y7aD+JMkjG4r9bAHeB6V+BvlVDL0p5fwPfKtujPOUNZdDL44w4Q386pxUwSclO5O5VJwimdoParNjuiDYxT5NWRi4PFGGtk8YCLLOAreLzB3uxvn+Gk8TRdmpafeWt/OHuWzG8MiFQdTHXUy0EUvIAO69bep3LT9FoBYBkSbhm2GNJ0My0YyWJlDYKhtzUrFX43nb6cgsK5o7zWcUmAbB2WyL+umifg1byDHEKeoUvISG3dJp5ClkemRT5LXxwHt/VFV6iC/aJf9K9gz9DmTbPIa9G7dHYSn2L8GBNa14FXQuP3++42aK37XgkK2B8OWJNINedtFV68k6W2VV50cAewNP6uaujAJX/X+tM5pjO4qXBrx+8JpshnMbyBQYhDzfTkwMvaL51MhyOb6+HptqFMUsK6D/12Ql87JJD16OLW9XwXmg5fhvazV+1QvGXALd/j2NvKy1y/IhuaWUxwY7ckrFl2XAFQHJ2tk9vBfwejdd2pIHjoPZWUGUuC7UOT00ED+eXnT4AgMiTyxNXiJd4+sPDs4+rdxkMrj3Y1YitFVObBVNRh70CfG5DYxYzMnoCYnmGenOc8zA3/A49J3uv3sz9Hnk0lFbJP34O3+8iQvT6Or05ksSPk2Tzka9MPDhLovp3RjMu4dBzx8O/B5tVpppMBweB8dwfKI5vGKTjKWXJJn5apr2Q72mo+8yPBbsefxDCPf2K67XBCbiHzMv7sHfvQfLE6dDs/GBOq/fOsR9sb3V1jeWkdYry3K5qWvxOQg34I7CF3/DzbHtHnnVD/LcnG+mbm9k4YjM3YnR3iJ1kdcKpUxsG7LVsH/1wtWrF/4BPaq/IcBRbBB2kNubqqcXC3GzT/PePKEU1UBYYa2990OjQ81+KIJmH7W2IX/qPYWYuVw/CxLZBPBB3RGc2X0FfzROTBtqGmi9591qflx+he84Dk6ukwuEnxGqP1x8P/d5Kt3gP9w+sSLuwV8uEVoCshc+Sk8aDm/sZme/8bD7DGedTbDtO/+lgCjiDoxK1uAa+1OwkUZT81/0b3/Rw/aoIy3fUQO6Jt9ub9GxMxZpaCRPCzNGMztD8R/W35aX/Z+5ziW6Z7Zcr/cXcqkS7PWZfry01S6/tYBycwToDlliehRbDA7kYSYvaYM2ijE1RjF+r1aXPa57ImoT24dG2kJRzW+V7j9k9+dvCZhNWqtOY5N33ie+/5Ll7InN3t5Bzt8/ZviC+8Llfw535eBwk/8NIAij0jc3w5z3rJzLP9XcFq5EJk1gSYniHgdy62m73ZIoMkhq38/Z7A9SmfG2+ROCSebf8p9v+ReSQwjj2h36FDjTHz0rjjq9VcvJSFFd/dCOHH4Ju2JRoDajnx7xM/8PiFY4xpN4HJ6/c4rXp+BL9Z3/z59stBr4fvqoMlhR5WoUXbmyi9Qe2TTCx84cSI+HQ/8O0kdAQTZocbx77G/+hizqwneQz+SRe00Bdjf/m3Ri+DT7BRkZHc3+9PMlpwlD5JQp2EssGF7YvVUiLvSVhUJaiOMUnMYOkB/cgedEBR353ga+2RsAhHdn6jzw4AR96vv87zkgyUbJz4hBOQLvugq3yV9EZhmO4/XRtk277iVxB2VdpfFfEkT7HuxNvoPAqvDAW8kp+6oAV+Cp+9E+g6QJr9igzpTl8nZnZ2VfQ2CWo6TkMY6blP+0gCVWOT7kwRDLvxMu3pHV8ixkmAPTJyE4hPQrvoqgQENnkKxFj7+DU8t7LVvBYTM3nHXNePE3uZsUZuts8k/sk82/b+yP/2xwXfJK7ormf4+W0bXgHgdT7smQ3t/O3qO4xbBPgdABbhOnN6BviSWbORFgRjWOsrwKurXsdhagNynBEI2btar4V00cgR4iGsd0tPMso7k77v5e8bANMCZ1z63EIOJ30/4zjrxpGhNUDYAeRZg3fwV88n62ABsMZKNqIIXQ5vrc+Pf/04rwU4s1YosijIfv+WsYeA+oBw0fUGgBGQmfc62nCU83IJOsDcES8DyjDIUaprf6yC5/m9n1rtnz9/HuxKVpT3dJzH+ns7lxA491l43Yot94QuUKcdAG7juas71J6NuQF+zZjlqPSzh4b1jlNF0o4nFGcZ6zgEznrSXmKybE42vFs5lWPYTtA8aDNsh0YVVFIrlOPwnICTWkZ+CVTGkF9HZLeYuwPACULECXtnyR8DU5lGdtpsO8QG0B0Mbj593V9MFb4LQG950AaBhZ3W/7mUjLpuK9GZ5VZuBjn7khuUQU/wwe+/b4W7aAoDgyc0ULwrd7YaKuDqruqfhMLQu+TeJZTg59BYlArje1drfzqfb2MCOeZAtpyRV2D+ZXBOReeH85Vq4crIbKfBVrusA6WNQqZX+Ryn+pUqy29Z1qLRj9b7U0Gyzp8++zsZuvrcAcfIkj1ztcdyLf9xvPYZXQQJjiPeLXEevnscOEf/jSN7qwcms9Og/521rDOi+eAoEE33mdA81zTgDM3RcUc/LcA78tHJVAmOG/g4GzBVx6aF0bmiE8nxPbtnQLSNlhjrel8HLr8FgO3gkLHoBV9KHtJ+GVrwn+al5VAbOMad847V8lj6LyuTbOvdHRv/85DFDpEVlj0+7z3JJKGbHQ/0AB8ZhNae8JZvDhD4MOu3uhHeMm05WrZjBbCfPS4jJTxPgDv7Yp05e8a4OU/x4JBpAXzozU4yzf891zupAn3ccgUdD1ZBHkZf4mQZkPusawzpBa4hptDJnS3p8c0Z0tYfo2glB+/z6m6HC2vss5YqgxU6eWGq2Y9d9VnD0bsdLD30oeSWqSCTA6PbF3d3DgeBn3ZvfAhKp0Vbvt/WnAP0p4OEnc0G9ptow3Oap82fFQDGUUOQL/gvfIoDuzOM5Xi+W4SZG8oB0o6E6P1JlMtu+v/fBtri/hn1Mx2Lu9Gf6NwFVamg9JqMU0V/78q+PGkcyOP0Y02+BWQ1905YIuAIffSemzZGr6HiO3Hi3VI6CSamy8ZGrYQ9h3wBjrDRedk5Zvls9Zn77UCIQ4/Etg0AQz9+h+gEY62ehazyWvqsI96TWS4eeiOIZMJv4J/7MPbPg9RFQTTrVsI6H1GdoUTL46Aq/vM8nD0+ezxy2UcPjKHejkbWhDXSO1su6VgdV3oPXW0lcubWAZvcm6SQGw+GvteheyfQ3nTidW/fmtcx9JME5KXbXifWuitr+P3GVDjUXQEw+F7PFe+unRBjHycG+1l+rdDU6Ju2K33tOM4yn61YyL/Xfm2n5b0WVJl2ABj5kvlmc+hOkDFuoJV2alT1xl7Z92tfWu/2+7HV3d6vHOd3QhHVmsabz3/o/eYZ8Gfo5j1Lr5uDw+vkPPp3eNe0/di1YB18D13ZFafcVqt6P7157/ehz5LIt3gYJysddbKWe++hocG3Xuc/SQbEKRT+6xayv8SxA8DaAUsA7eggQbwZf1cSvaqXqztUKrupSkx1Vdb3fV6tr/HePxUIql4w1kpF1tE5leRUxvmL5ptX8UFp73w8jc+iy2ZbHymhUPs/1TotB4yQXjb4+ImGP9mFluOvJOuqDJQNhe2p+0JXK5/7SLM3dr5ktPlKeH+T0BobufLreb7nVTQm+oK/vyXvv22GdYqH3sAtmXHLwZsWm6rbT9IYnja0jdNIrMVmcWLG0Ij+ToDc4xG+mQBwj8/vHt3UOuXgo6nwbzv1rlC1E9gdQJ41/PlO2MLWBOuyFm3HRle98VF0QwVvpsXtG2Nt0EdVv53AToeYeKM2OK8x+szaq4Kz1+Tr/ox8aVzW12Veqx+z5nQFKFvt4uGuSITGQ3frW9xnh1Js/0meDKYiIfDmLfsTh6DpYBOssv4l7kGX6JEk+LRN1zR6V7a1P69x+m+//Wt0fJIUWBPP4QQcPu1Oxh089+7ghf77NrbmHb1Dz0kC6WAO7dHoePyzuo7AE2sen5/sPIqFQj+NvXo9kOGNIaFT7DH5N7boIeMQjDcNgUOXTP34IzP0u3HyvrXtp+jn+L68xnNddEVwXCcK8ZRXgvHzZboybsJUZG0Gtboowh2MLsx5aNX6KrL21RJX62i/SIJ/+q+Dd/o3VbIEXdqm7/07KyA9pOTQau17d8R8JfB6XZJw9cm3vZv5O52STGcVAEb+dhAsi67/GwxmmwBwhF5IcL4TJO4OkFno91hY35PMrW5wQxgcbeLb8LF86WwQmnjbPWBkyQcVzkG7L53z3Cesot9b7t2dA/z88k2wvq5mfv53H4nKeJv+vsnBbttMct3f/6EjPvGPBOfzabsuNu2XAPCzT8jLFw4cPN20fgKN8icpkHwSX7Ne8KBtC+IP+EyfB9Fi/l7T3mHjqemy4H0F/1RL99OB75nUnTB0U64fUfJOsFlxG/tXi/DbpxccvR1+Jad0n6r5zZuVsGnekF4e3WN/veMh+2m9o2/5HYyeBGTtoXyJiTuEN+LXQ1fsxi42oLhGv3HsG3YAPoaXPTuy07aP5iI5bP8gibTjf52XdXCc40iEQ1s/plBv8RXYJtt3KoAlGNeI1vPdguK5+Sb2fXhAP2CKDKxkYaTihz1EcdxKLxs0UfyhPJuXz71dCYRQoCz6OD7nBWTd25ddu+vKi3EA9Rm5tIDokvcIhqzsziUGS+YZpXgDjnernn15C5lvgJq1Qbgxh4wAAybZ77z/XTUh+RvQ0ArTzpwZZ8DuZAXLMJVz3S1B1xGOY6rBKob3bXR3oPt1vUbcFSwjYGCi7N/yNMEdMdUNBHofpDB//pxgwDAfSrHPFmoFbAfe0C6ZrXomBhVjMRAoEPPnIyiUXWfj9QY3z00/f/95zmE+zC7GtuNYSHQVlwC7wKvEcBuct1He77nbKWkeos+c2aN9i9DJuoc+ODuihRAOhYzxHSxd4RAaCa3neWRg62XHaBoHTPYk1xuUGxzFSdWOKQT4WR9ahQrUVYWl32viiDEL1yT4MlXoJwPr3frBY5hWOhrrOjsD7vpMKpTVVwDO/J8/22HajjnmEdCX5//UmT1e+4z6nRm86/pXgVAqaciq+iu6+BYcbfqz/JAx7UziBU6AXq/JVCaRvWmDrOav/TcAg36FjQAAIABJREFUmAezjueaKwAM/Zm+Zh1uB4v560VjeSdZ+1nDvLDlbmgj/70co8/3AUk557XPeGE9OssqThNo52mhJDvaF24rzJd8ip36Gk+vs++sIF+DUABW5hLevyt524jrM2yOLpvWe9qHZFe+HSQKDENT6BPGsPu/wWPGnudv+9mswBjOI4BwoHMPiQkG6lM91zyi/W+HawdwdBYSa8Xzvu0v+9zGSWREnFsxRlVxGbCXvcfJGNrJOmSd9NH6dBtnKuzU3oVMVAK53p8WPkNz0IR16JwhkhZxc8bxvLfw6aGZD70xAHeGeXjugEDxyFSXZj1ixKt90qmAGfyy+xkZB+5qGkX2Y7jpPW/dGJ66g0pnn4YBkBn6vg1hfZ+kmpzb1s8HR2TzY0Bj2NwJFpuhmTd3oJg9ZY3Ab9CQ2yq/zsVdWZwWVUblhwZvPoXuRA909yAbfbuX5PxnPvfZ0zmvLRfI2MJxcQeBdr3e3SraQXtwkegK3KQlHP4Hb+pdWRP9N5WN0quPAg5/3C3pNogWrFNn9Z31CeO8eVtffLaQOvRn2TSObcm5Sqgw9qrgqcYpuUVllOeKsesA9zDuBIDbgZFzLIO3ceh0S+am+2/6k8BOV3Hpnj7bzomOwjHSS9gSmkMZ6q/3FNMzJgVHPeXnv9a5mtrK53c2PWuOPYPRihNZ8obn8/6ussv92Qd1pOB5t110WqR7MFJe2VtkYOOinGG19IDekONms9inw9PBnyEkWsMdGhn6hYfPNs8F97+xayQzOBPSl1oGRwYp+Bx7RgJxA4pgVeEBnttGtQPR1X7Va0VSwJH54k/4q3f8/feXI3ACraGb5W/sD/R4P2H5MN9yHqnmr+vbYRAZWRhpeOc1IvN1JWM91+BwIlARnB1ZtZV/78Sge8bi2+N4GtnCcQ7elnO21CZi2toxvvtsdep3TwWn/h6fwr616UF8i9MmZ6qlHe7d5g5d1/iT6o7G3ryF97WsUJcY+Md0MRn34NpUoY3Dp4zFTlAFc9OScds4rlxlDHZuTyDytuWT3JP2heoyYR/Q2MwHPxV/njU1flCL0HSv+b98gi/zn8ljHPx2aAGCw34fnwSExz8h2ezsCAWkxy6a8wsXx8oKDrY5dDOOXGwq7QP01WddfvMXmf5kG0wyk+lpnPVdAYTsFf/fDuW/tjsWT4ZW38laR/eJXsYmNt0/mxQH9Z49qWPD/vPIZ+87Hd+EUaerATKeP5NcGR3atIIdlaox5P4m/sADjaVZx/+NHr4lCtzJjOhtnnVwysgnr+fgl+Dnt11u3mp+L/tG3Tl0vQLAdzeidarr5ji1zZujH1dfxUGrD74tPeu0vZ9kJv/+DAQnv+lu9iJj3OQ8aCTzycz1XSqv3/joVI77mjiog1uWmQjQaYsXn78ZNgUvncwUXwf6juRc4+4vvO59M4MMX1t/Roe2/cI+drLrN7l97L/nuffvSVDMk5JI3zjy+/fmpwqstXyxbrSMGAwyQZrmVfy5llt2jDO/0JttEo2nMSh7Wva93qXOlp2gIPqzXGns5wS4SuwcuoYfNB4SUgmgy193y61fJuPMRuh64VKCD339q/PBwf+hr/2s/y5yb3Fct/DXGkkudHJZF9LoeSd5ax7uJPTncc5d1RoWDlk5kDOa9V7Lv9IhJA2/dEmtq8f7vKvPzgQfhG6jn+hqA9ay5qmjzDRcOjUhO9GftVAvn6/8cI2P1ie23ZacbIv/TPJjsEjodZMcD53W3NsOpRUyY7kDwPhZ+F0+C+7nkayh5kkBBHquO6h+83eaTwvD/PhtA2HI7E0AmBb5x38W+UEHkLOeQ4Jv/MZeafPmLPRnAu+jTfboNYurC9fgJ+wCvZM0M/zciSSmExZpWrAzRuR3AoWjIy57IDGT7GVjcI9tbPJfBYA3iVBXr5LznJ75t//qJVueq28/TNMv47/bJPcZ33ofYoDOZIyZimbLRSXYvxL28nSOugAfNZ+0T0ZYqztQHfuYrjRzhIJ13gSe8YNiA/p9hQF0fKbGb3+NaWCrYrHLTbOlE+yn9P6v8vP+ao9UDeyEqYl3SR7c+J4upvZZhGbelfkT7xzfVXDpZ6Ld4qxWwkMobgG+CfjMrWm0sQWJcV25refTQVn3nyr2SjTl++NDmb1Qwv3yc3ieAPDBDIMP/v6fP56wr6hfRHIZwGT8AmgBhbwQYdGMLSUQwPuuINWERagnkv1QwmktNgFgBBkb0wHbEOtmxEAs7YimZYiJZjKJumq5W5J9noH0aWyJYeRw5vMtAIygbWP0ONMKTMJAmhsbvnNYg7orBhGCOMD27JoRYsNNeh8Zyd2LH+HSQXEH6OQQqQCwQe3V7qEDwBAabWDuqsYFbGlHfTtXWD/TgA0b0ULmcGd6Qbisp8XJCIA4xtdIOJm9k51nZh4QchTKI2BgHgG8Bs0BFRsM6kznFoRaXz3vdR6NeAWhperp4f0NTOYJVjrzI079e32oQl0Nto5RGysTAE5lXDJH9UnlEi0qtprqrJ3WeoLmyz+7P++W0wsgqbDp9n1+X2WJbSvDyX4fp67ebSAnwOixYQh9trjEIWA6H++M9t/Vfz4DKWuY90ZJpNVB2ut+q7hoYK+Av99Rm9kV/Id3R2GZHgUMnkDhHaAAiOj5OHhwxncAGBnWDmW+a5oiAHxnSCWZYLN94A/m0NhSzwPcvBXEGmIBqQE+7USDz7pV2Tr88pZujYHCxVhGtnQ2PLRPJVCPDVmW/bwSg7S7Qz+06mStjrFu2ZFvSQwSQL6NYALAzNtrZPUmwyfPYM4xVtI9IZ0Vlg7h+QamDaob8C6Q2OAHxuCY48dQPi0Up0LyBB0ktxykTWUwAeDwaCae4Eccrnz4jbU51T/jeFBSV+gkDt0GYwSMXgFYO2bjXIduCZzybu1J256dhUZ15I0VaEnnILgByWbSnb0eeRb+y/ky70pkGWK5OkXL75a34kOBP6/ZM4DjhHrmonXthKEE/LpCPDRC0lrzh5/zJQB8NkG0iWExwDJr/jZs0H/I51QkLyKO0br7i2EcGl49hSHyLQCcIN/Oy3Ma/cietgML2lAiCvtLoKnPFtV1kF23K9VccpzHZAwfBozeEqYUhpL8cuKQ9FEFX/q5xkO0/KwMcfOnKnO1C+M85ziL23B0IOpxhMM/jcv0nGM0P2PojEzWYbvgTCZ+Cdw24HGmxcnI2bKhoU5oiz4TmE/VVxsT7QDw2soRMo5RdMC2s8pAjjFUDsgOdoEDMaDYs7SQyvonazWfW0Yf2fKLM4Si16MfSa46fDB/wSluPnWl1+PwnrMYG49r/XHUIU8jvxYbWo5P4Nr43zLs7eALDWVG6AMcatB/X3O37ENX3AlbBJN6fu10Q74oACznRLLHF7d4vxzE2zZr/azmzTsArDPbX59ZIHjY+Ec6U3jkOSsQ2vZfHOidBMGyQfRTbLpt394dezhHyI+YwAbdF5AJ2i/hOwJlt63DmPvMQ2jw7UDZdqjHMfNsoYP+SlAdPud5ckawbwkATwBq8LVkkB1m0OAQuPHalwCw90YJEw6ABV2dFsx1L8/rs/EISnQF+Jn3JGHo33cAGLmXjG7eqWNOgunpINDrBaeWyn/NEb7p7llUCCaBZGyJwhs8K/J2QFURW/C4EthU0p0foOGDmSshMHzQZyznHrAGZoN44eyhWglrG8cRkXFs0Gg7MazzPc/cVntHv8/Y0Q29Vi/5YZ0i+bFtF+8EijuxEXmjOXTSEfgQHPSyDyaRou2zpY9Ut5v+nsHdlQ0kUvC+xmunmnrWFowVp2ECwMaiAynSPaaOALH+TQcYkgtin3rpjyOOTWeOLbMT/Bz/ziz0sXGHVmj/S2cNm3ajB5GHxt6PfUZXnuxD+P5u2UqCR2yl+I1MuxUAjnyK89GBWNPw6NzpkBB8FbnJx0O2fF6do6/uTin4yPb4huqSNfzBM8Fldir7HOINAItOzEuVrNsBr/zenUhC/y//0dhK4nnwPs7ZxuI/nsQr5MOZb33B/sLf8GxjtO60IdDQiVGRBRGW4cXwfHdkIFkfmuzAGHv4LQC8dLK6/g4cxscnW6QtfHOWx2S/gXxClq+pOtSnbSxjslnHW9+3ncorRDs+s3c6C4GtT2cHr0M5qGdoLhaiRb7GNLT7ste8lLphx09Vz2cHhWA5+9OcOBKe1jjuzgnIya7wBUcwf+99HfHVAX7OOBdGaX8FZ3cejP2Mg2BH2wrHx3ZhkfDZHOmiAoSu3PF4toMQgW9o81sAGHnr545e0zMIStjnObaQrlEA+Ng8c6Zqt3E9HRyRp/YXbtcd5Og5A34qqAkAQzPHH3fx3r47MtsB9fF3gg3B6yKL9iV2Ak54Ox0gwoPRq3zafsefyPqBD8BAWkNwi3Wz7ZFQpZ4bv3GevLp1WpP7or/97bcfP46tePT7KMqDn9u+MObP2tK+NBh/sRm07oIty6E3JunEok5EMF3reumDkf+9PtivXTjAurV9RlIa9t3bF5TF7u94b/MZSfrfnq/vTsDOdu62fn3Z1+MPMn1MEQxJpxR3tT/V4xi+0xpwfJ2+p+PCwQtD32d8zw//WwUwOGKpDfqbNbFeXl8IeAZbgDVj/f373IOeByPoyI/GS6HVbdGsMcSnJb9R2rnDD6GlSVqevQIvbnLV+ICuxBpkIQG6Yy/I5yGvnR++9laYY3xoc1QZ9NzBTPam185zGGzQexeazZo6fmTsCIYM8jmyt+TVfebvu1NNdFXj6NalbQ+TfOv3D8FwX2IB76Me0Yd9vf7eCV50rqLjoX2zdIG47BXe5T8lL8ZuAL/GP/Z8+fz0Q0dnzAd8f/sHGNfS46wlCSGap/yRCpwXzsye6OWhLXlV6MCQBKl8L1taOFZizzr62mTtJDYDdiHnaYeOEwBm3Df+i+xdPWfaGJkqvu74BZjNZ8hvKCV+8X//v/889+JcDPPRYx0D41vAEiCgyeE0bQGEcjsBqiHsABZAUkbT7VVYp46Kd9aKwLUzcoeh2Ryu2UBSAod6P60zWbDbacg7TzbGGCwB6lt9AJjw9XUeDxt2xm4DJGsZQqMNWSqI7vVk/TfAFmHVCkWA5q/OwNrsqKU0AjrtFNs2E3OexIwxc5h2WDbEZ6zH2JosCIGACci1IqWqaM9Dxjlv13KW7Nn3m7D9fTlcvjnLer/IQNr9f7eZ6yCu9l7r2C2gyKC18WHDOevV59SFId9O3d4br9UzAJzm7D803w7Z+3xHm0xnvsmVAaCmdcUGcg8YGoEuBwQOFN3jyu9pGdMZjxoPmdAt3NshY2fMnDeQPUgGrcbmFmX60kK2wM3QPPPNuBM4SLVOsukscJ7nxCG3FXl3BmmU2NCGDbWhP4G1Z84C0g0MmBfJHQvGsofeU9Gw30/ngj20nrXlva8e+s5w+gQAT4LMcVJ3dvZpbfu893b4Z5xvo/SdrZnx3tlfBijjDGz5GXqb7PpZ78w3mb2Sn6bFU6GdQB80nj1MiyAc1AC3DuAib7o9z5FNAh1y/tCKYhQ+VVbWA1dWnd5K9Zoo5T7rgD07xuIEB2NcP3J+ABby/pWkMmd0HYeOlPEET0LPATbtoHPmvOVBKsyh+3aEeA2KzrNTmkh5jXxjBEec/kmqcEBjHK732Vd5V2Ss1in8u47IdBDId2/9sKAd3ab1kIxx5vF8juyZzLiWzacbxMh6KlWQtW38tUPjALwRkp100YBMMkn0pHGToPNNPmuo3T7mNpg4rxyQiMMVo1+8eBxnY+i608MUQoi2vxnfei8GJIkr+rcrAY/8Cf986ud3RjpOodPisWS53vOtWwp7H/5OsObI1Wqd0/KAIO5JtpqgDbIG+X4cRHrm8CfykfGwzq93+0zJgHYq/45DogzGQ/7jaNK/JV8Jtm9wFyP+HVCgVdanrBs996wJLbmbHhVw97oNzcKvqrpVbMiV4PMbFdRn/8Yx1k45+Pd2MC//hDc76Qmdf4xUYwLkcMbHudydZS+914k1XKc/bzzwrRW09k/3twGAjCRpox1Z8Pq9fhjSGn8qsCMXO0CgMd2O9NZV7XT1Xj/P2SDs2wDpwO/NC9Ebc0agjSQYJ3qq98E0NvLZYhFZPXTpMd+Bq8Ljbg2noHF7m0VL805k1wbX1wl87wd8Cs+eZ5aB6goBJ7EufugEmI+z9kzY71Z3GIFOYLRNtW3OcLhp+GQr74qVLDkdChZT4YC6n6/74bsbf3t4oz8bP4ZWtvsJSR9c20Y/LeD9nnHEgEdMG5fus8wyhsFUjhyxDTdJSdA+cydYvMcq5N6Wke04/8AnY5wbJxR+ObanOyVF7xOwbTyMg9qQoRzwTV+sLWPWGjQu63XeVsKZdycInef4Ly1jJ5g49iEJLrzPTr/BbFQyLd7KYI7ct5MpFbH9HckG0BIt/Nkf6fR23oOh+n0nwW+y6UXfPcZXxf3w8p3kmbXrM+tyrMMtp3kuGBynIWvdiaUSLThF4/CZ/X7o8QQAZl14P3YUdEFS8zpr9qzx4+QpGzfr9qYD0wwVNmWTv+lmMKv8Jw+ejwMtQSDhe/OZ7abFAtArf4pnpEOPA338G/D8jX2x7c5e2cGaNcdBG7lgS9b/Ey207KWijKQt6KY7AeX9g4/R66OPPfbTChydW/6KUiDQ3o2vEhhONbn5dexNbCjm14kud5Ir+4O+ZbxtP+g5p7DBnXNWf9HiG/7H1mZdCNDpeV3p6fdYRokm312abvnMvNvuOYxmORbbeOlqki7KvoHuPc5xfnalM/vnta5EHNvjj1yXrUqxwLcEZ49xdKXux0nt8xKlF8rUkg2gABYVNXd11h24yX5ugk3rfI4qQZ8SwNR83HnikU3fgpA4wpGbqrTLPocHmg9uW+tvj31xAgzjINbcCSR6IYb2+8/IlNgkpq+xbTuhh73XuDoxsn2homF069G5tpXh4+1quMGB8SsM5r+D/i9amLOjraedgLs2bRImQ2l59vx98AC6qfn71q+svQIQ+nz6/zYoBP1ZHjmIkj0i6TLruYVOeZf+Cx5NEl7O0OwESvS7MIBoNXrpCQwMBj37QIDb/sO1b6hUbT5krBmjh3B82uh+9BryBIwR/iP4A3jeI64s2x7GaBvd85vgN/gGPAXPnG404/ONnIrO9XhlPzRvzjsIgDC/31RZ6jXIOL0fHxHW0VfY8RZJE0uYe9cGQMcnuBKC0vOF8fHPq5PP4rTFkdmLyJwEVdoXoEd1fKGTQAgAGS94LfAZZRArayehvfU2lf91RqnWT0HMfFKQ0RWuh1eYo8e270RvxL6Pr1g+rbc9Frrrys62FU/CxTmybc6a13zKf4Z/wUlM4/8xFqgE1xx9xHZoI/OP28+nGfT56P1745OVZ+FHOncofpP1zrvsQ6oEHPiDa+CfyPI8C4w/i39oGl2u7/GrCd8e+3RuaN9n+1eaDpALuSVyBZrusdlX8OqsmZEubsg6dkKj9fAEJ7sFPP7b4Mfw+L9+DH2WzjgxGMveDYyzpgWhTocL1oo/kSEd33jJ65cdtH6z8xzzn+JfGR8iAf7SGE4X1CvB/Rtv6BkdM9g9zHFKm1yeBNV/jC7VnjQ+Ag/CXyrEgRa11sjaW395Ds+Dol82ISPyNwAfm+HbWh5dZAwxCZAjYEmA7Y6tjDO4czqRQJ8jo4nf8t7Gn3cHVie+dQAYIiKC3ll7PLAzc1/VV9q8aVF7T3b4wF8Daroq5Q4Av5773MMZa7o/BJ4WmRkTgbxxyI+GaMIUwaFM78ywHmsDIBToMTxQ7mMMkhFxO+Jg/eMwMJCbLIBqoWCBZAAxmSMDQByVLyXbgW4cTAAwVVprgwMQS2vMpJQBiiI+gZqT2scZQrm/QT+Ap9emMwKztm8h0oeX057QazGVXtl8OeufTH2NS/NVhm7NlwxG9s73D2FDO2YIFnkGeECBruc7vW6AxN2y9zWv5/kn63r21rPTnl0Kn/eg0PScb+2rDSstgCRIrgwba8yhVTlCp3WCnqUMbu/3tNV9KaHnoT+f/T5KUnc6WJTn9zq9aPoZNMb+K5P7kVkYMlEI7wDweYbPm3oMz2lf1c/O/u46f7QwUcnlGJE2lDAATgahGHirDfuMgn/8c1quT3Cn99grdEDJZh69qsImAHyUqBx0WttxKmhN+kymZNhECTf/RdBGYTc9Wph6/37Nr4BJEkDutbuDIgSvGwjFoF7l3wA1WU8TKDEPr3JHNrrFTcmGNtAM7kYONa11pnCvBfv9TRmT5csc/1vGgRNJVi6R0JB1zJXIb/MbQW6ST+wkXrDQmawdkHUWYBkN7RRkPF1R12dCtPxFxnCGBf/WGD7sl2rTpcwqfZJgNK0+v8hj9KAcER3A6CCLpztL9pmksQYsAeBDY5OtljG/adLZwxrbOHMIWn3L/r0DwKJFnOA4c1jrs7YytieoE8ibdWjDqjOWb3Dd6+6AurM6c06JQK8DA89Luw3T4UWdMTNrfbfQbHo9snvoTv/us2TBJQSAdW/AZWSGxzgY4FVBYvyxtH53tLh5/uiGSRS4EwvEM2EMsFJa0nWrKeaeMeHAixztc8jagS6aosUWY+I8+z7THCfJx7jHiMaYEv21YdZYrO9tQ3wzSqsybY6AwKA9josvAWCe5VZH18f7NE5e6c+tnB8L9X9SUdmOl0NDYxD9/w0A4/TSMzm2QOtMALgdWySY9RlVvY/6+1YwJMjRtOiM05Fxue/N55IVBI49z2qRGMM9Zy5GbSrYxjmUE1AZR97Nmx2oo/OFHNl8cG5GDq1zQ7/LWY3sCAZR637xsq5b3Ov54EgAGxzj9c1/XqdnPi0/4+Sc1gAzMObBn42PbkeYddDweGfl9rhY87YLupqM/fDaa58Gk0k2EQB+80IGeozxK7/orAf2hrFoMHcnbbEPeU6SAm/76WxW/eXbep9nXWMxxVwVF8i5thFprQ399XzT9WGDjQpCCW8hN1o+xx7MaE6iy1xw1v/5TcZ5Ozo7EMhxCySStE3RiSKxzdaYxsFF69ATTB5b4OXweAZ5zoysAHBodLELc7sTkNn/0FZhpQdbnPf02VrQ9uEzv8nfplJ7sHCd6+WzIwdsdUY/CWu/wrvIeQL5JIVDI8dx99C3K6nqzMvWpTd9v+3IdWK/7LyppFpZoQUKQdCVDGeUV2CIpZ3OOG3uxMv4OHat+wzIzI3A5tpod6Z+sdFxQPV3/L1tamEGjwk5d+g7MpPgLfZE0xmOWX0XHCtH2o9jXzJu05OSQB47oB2u0BfjcpeuZ7F4XvMG1xw9/1xH4Mx0dnj4wphzI2Pt5KskcKQTF/dnrNtul4Q6klJOApV8GxYSaQPOWiV49+motby/+OfGbdmHTSZsmkZuM47e1wSA5X/YY2+Ofpl97evBl6wvFVfIAZKcJyfwBDeaPvt58kdo7AQcNdVohXxaFkNnXdFDS0eqlpir7/2SiOj9lh4b3X77Zfq+pldjHY1tgmCv90hPOfobmhePkNTUCZjMm6R3rfO3I396fTrgFL0SNI0MuI+PsL/i2TeNQTzTCQqHD4ZG8VHqeyqXDq24aj2y9y5ISeI1O4RMCc/fCTLvvQ6+62AE9qWua7l11t4KNZjC10wyBj6E09LTGGK6jI3/oLsRODmt6OHWeedceb9k/Yj2N45O9zo99NptRHdN4/eJLBduk3AcPTaEu8lQI/crAIx927rkrtgnAKw9b7+SxnB3ael1N80/45Zr9k4GPMGz4ZcOBL3W/JzVvkeXffPP+r22F/bcX+ZEcJZEipct4DGu7yTjfx/h1riIsTVmazlNgl3rz/VF4VOKr0s2BHuMjKcCsuVc+ySRV/puE4MS/OQTWY7NG39m5EeuCH7M9V2Z7QKt53sSez4SMLQytp/1oOlU9XQQjE9EFdd5JnitO4d5vQor6LqDe2p8GftnS+4Zuf+QH/jHE5jTMHQsAAFg8Yer90d/NHbvJHr8EGvPZNwan+inq7Kj35IAa3t3kknRD074prXzw+tqGctvx8/1PF7xhXcL+w0A0021E+gJAP/48Txvtjb+7MhgaNIBzPKdftPj3br3dTb881wlluAr1BoQEP0orLPPYgPAB9POPgabxqdmurJtqkV944rmSV1HcnbTAzg33xWeVwvsiXP4N91v7LK0f+OT7rwGryUBTIUWz365wv5d4NO6mQSM0N//4ePxrk/B8RLGPRgL3/ILlw4u4zuSs15xnEmUtg4mQUC2XznRbM8OPY6p8qzTdvlMFwR8C5kPfHD88zPNsw4TYNe/Sfo3jQ8Gb197nicZnCA6gXYSQNgDaBr73q989tGdBa/4ADTd8qJ9K/ihXL0/9jaFGE70G8wMXeFfaFuSwsbeYb2PLgn5PsVGnfiETPvjOVr17z9/f6Z7Ss5zyLGBUjmbCB5qMDjXbYBNVRgDcDT89Bn/9CKwwH0mqgXiZBCf9ocCh5cjqA2KZJRuhVeIZyJFEIKEvK/aAAnjhOESoNvlQxCI3lxZ5N/jABeBnPJuH7C9Z4C0EY3AU1vAdwaCBE2q4FwJO9lj4ouXgK7xoBQ0RgLODQS0gQSAt1KSQN4/H0GRuemaVDLXGnXryRGAKMpfGbwWXhPgwDGgNflmbLdQP1mIOrfuuZgsLPPPzPeAinGmH4YaQaBrX5n9Iu1xsrwYswwxnv0OdK7g9fuf/wHAvFZ2PI7idHB1HK11G5XuVFABSKlYg3aaMdtBwtocYDbVEIefRgH1GuKQQqGbtiUXy9l4hOJDWxjL4o1k2KY6zvrtuUcKVmcrr6N0BSBV3FmfnPnms0kKsH0zfLe6PG245IyENvQXsmVbgCZBYMEslRj/sDCOoQOvO5Fj5IKUqPnVgj4r3S0MTS9j2HmtKkCYfY4xbYE/wY2uUD7GhZ7bAv5ZkQQyI1T1amiE/Y5zYRmZc95a1mRM7/OGOsDF+urebrUpmrCj77kXgAaIOc7IWU/NwUe8+xy1OM/+QYuvAAAgAElEQVTaoY9cMZ21o9EGIKB6Ej1m3R2UfIgHB1wrqJccqIqsdswu7S/oOG1RriquA+ietbpbQ4f+AW6qhE/AsFtrxcDYfVAAzNW3tREvAPtm2BdISbV7Z7XJ4Sqgu3rQTqkTwJuEgXr/ycJTwIIWVQNATeV61kmOuCv0Cf5mP3Td7z5DY8+LIsCu6XXXB/Oxdcg7Kw+wo3FZr1cQWfdYL+sMzzpb8Ta+WbI7aem0Mi8HQcuPs9QVSBedBF9ofttRIHs9reS1ntpSyT5hgNHz5vfnnruCACMKGYMRqnfZIKlWlqcCh2r3cRDx/jio3rhH69pnI6LLW6+x/nnOVtHHyB0D1CA3dHFkcunlEr1eOvDQJtKFzk+m9alQHKNa752znFl79DByEznyreIyBmXWHp4nACx9aCeAjBIs9pFvetcr8GDZVJXykmdPyZLm1/pjK4CHf+csSO/z1aKJ+azx0AHg+XXwzlbfT+LUyHPRbxxsMc6RUx3Q7wDxXeF42rOZ9wK6+0MAGB5sw4DrCACHVnM/a43+Oob1GGzfsvl9Y1Vm6Ln7fipxE8Q9WGWut7E6PEVGs97Z414nRAVShKM4Q35wXht54YFdkxs/8FPLrXTDeOM1MPpZ30n0UpvtErVl2H965rvyF978DJJFv4fes0Mmf/N7HEgOqg8t8lvLR80WbCHaSuJNntVGJff4HTON6INcq8RaB04GLxiVjYOnE1TlILirxu8ELmit38PcGFcHEt5BhThxTlvPwRk88+YPvmfvG89iZx7H1xjCJD1xPntXEqIfkJskXjHu3aNJvhRG46yoWfjGfBpDgmUbDOpqCgLRtnud0PnmabAUFTw46N94Z23Zb23rm8/PPJR0eYy/DSD42mfNOeP3YOtZaNvVQzPg0ua7W5acYJydK0En2PoO2I1+JKv8peNnPbVftASPU0pjDM+1A6XpyPJ/EjwIYGcKSSTroHoHddhftwi343SrOT/otDp33XTYTr9THWR+Sw2rcBRnA1IJhqOmEydkV4YWR1bMi5B76I50Bwhuo90sOrHlTieW9XyYdwcgVIFGh6s7yHd3dOi2j8GrOU859HMn6r1xdfZxZXDkXOR+43PT7syfID20B87oag3kf+RAzsSVXL0Drx3oIhCdQPIE0y6bFP3wUbUovtHZnAMfSVC8A13ez+e/Hkc7iDWnP//7sSPke7D99/aVfchC8O/zfgor6GSkZ6ATSjXmEfBxBZPMIePCAUN5f57n9B5BL8iHxnPbwvp78gXjbz27frEE7T5k1tjQ7HcfgwUf3bo/lfZxwHtNHQz80zaVkyWc/JnRpBr680iO5utv/HLPvxNt9Vuw8p4tbpk0/Hz7r154bhIM8l2qlkk0/wwALz8d++eyc29s/21eXtsjM8Gpi6lY3w6cgqlFGxrXSQDQ3CdpFzkE3RMoMw40gEk3FX3EP/zOXuOnc1B1klwk70KX2VvwY0yclRsJckp++mpfm3fN+aYH78T/mWdtJatxk+2GTeDCJ4Ouhr+Ml0jyc+Vl/C9vdJmVD21EZgMqO/HMeqJwafZV468zqkcXkoh51qs3d+aTluTvHzKnDcTcQbwOAGfv0+EtdLj4cP17nxXA2IN9lNYGHQeDXIGNdPmSngy21ZK2DvUeTYIacpSindOO1vN+B0zNb9WBS8+xf2t2yHP0WJhn6MgJItPCPfZKOg46zaTop3nsP3/+LFskwSjWtzFecMLaYZr0Xeiwlc1Dv6dgJZS1cmR9bx7v8zP4Bd4DezTOMr56OiDcfqr1o6UjhALz8B/v5cgr5nc625RdpedELo6fbzA9+kXvb78N+hofOFTrvXYL8ufsUxfHvOm5Ew6aLvoq7kknvaWr6P31t3bnO93fNg/P+5bg5XUZI/HoxCGM7kaiPT/6quIkrInHb/w1Lfhn7c5aPH8hwSZdF58q0jFDrZOw3TygLJRoVYnt2HpZo0mQGj3lBOrnXdivllPWx0ixkdNPIs4tT87YviSq6TfHh0RHzzsdL3l0lOQC9hfdZ+lcsfhgE5zxMfh5pwNB4mbod3wRbf93APU8t+Z660ebGDPl7mLQtLi4LjYC7fEbU3RSSQeApRtex33yYMyr64zp298f/nvvSeMJ+FOJ9O/Ejcia+NI2vvXmpPyLZMoXTrGduv7gvu8VALbu09FRDz398QSA5TyJAIgwkDDxIAdwtBFugTEtuTLYBczZ+BhELEA7iyQgnPX3en4UHcKWtmJs1Jabx2lIdNxZbQewbQAY404qKu+OcdFCjAyiBnww4bYrWydlQEdapVjB/EIxozy1Rt0y7AjrCQCLuTYDLy0pcPDdbSa8xjZKlvlxkiUoEsc36xXDWoaUDqGekvqpAuxsJs707MxGLRfMZXAlp2jHjDWvYew+I5j7uhrkANJpc5Fsq2nBgdNsQD7r43U7Fk4MLCcFDCUbAzz/75WlNS2RjgN3zvvpFmOvlmZlzOqxZGBFMIex+sMZA3ynnxXc1zjuAHBXSbSRtADxDZYszLU+cn7N2keg5exL9lYLkHOXIvw70wll1Uaez9KYoI1b2kwAmDPGdD/tVGkhLYWeys8EoaAnnUek6qau5tFaxEDYAAZCrSstI6hWmRJgbQXbFeIYbBlDnF12mk2Q5tv9HQA+oHk26w4A32c+vuVVAdBxjrzmNAEVDGhoEadXyzna0hKE35a7K7xveYMhc3co0BxEv6w5zjj9Gwf5yzE8RrONF9G0A2aiszdvs79UDN4BYOg9NBpA4YDywwCmJytVKfetwIZ/TPsV2GuH+wauNlu4s8w7wUXv67bimXsSEeAvrXX0kcb25l+ciZ7LM14qILk/jpMaRwWxOlDOWmhaVB5oZTX/dkppboceprK/W/zcDgYPy0ZGAn8xgjTH8L54GsdCd8kANLjFViUiAeK7SmOmdERaV2G0YxeAan0jh6b1XI4d6Aze0CHGzcpjG1w2yNPCGlkYffJO8niBIWUaeh8ChFMJIhmsQFTGQYYxa4Oc8FjGqRAnURxhxxn0XEhnCrLtO3BqHhpZ3vijW1Cv/Mq8mv9Z1PdZ2euMo51rgzmAPWvcYBZAf3ivneHj6KCyFV1OsOFuhQl/H/AscfAQAy3ckVem/+d/v+qM0g75yJwRMM/fZbCQdHF45BdBksVzubJ1eScutOHQ+7uAPwA5+xwZtzQLP0XmeT0Hr5xA+wRn6XKge9+Zq5skcc+9HdsEgO8WXuGZoWWSPMa4s/xwxvpg5rmuk0GQO2AhWt55zYzt2qmwwaXbEOqECRLcCND5rPM5I4mgwsmuf4xtqmkJAIs1kV0Zx+p05Je+O50YjFfzn/WKnR1QyO6/9ZPxjiYVOWOsXccNvBxthd02gJJzw7LXIYb/EY0av27XkeaPdpajszA8IU7JVdPGcxTB20hLi1x92oBrmpZu0FBIIHUQ+ZlUjvgI1mNNdR9Y23Q8lbaNJ0iq/WgZ91x/zpJ95tqJWRnPrMczgFPhYByufUmwiw9yJONZeX2qulVJOnvVOv/IDd+T1qX57IafBBDJMOu5XOHEOPasAty3fXUGOXNKBw91IHiOiaijkl/21+jiO3CAo6OrwloHdKIGDmDWA9nHvXcAuI8s8F4+c4rDcOZageY7UAUf4TzTMlKhcieT3J0XWB+9566k/LCXLvvh8L941bg7zlB0eJ89Ba26BfRcTwDYR3Zc3WrQ623fHjl1HOhLJ21/+F1jf4aOQ5Pt2LsD0+2vgAw3EbaceqLOCYIyJ+hC/05wlGqlDRDpN/QnR94QXHUw4RkgyRFNs8j8dkjz+939jHU1lpwAGfJKcwdriK4dkPni0CNhtPHg4etxiqNPz5oeh90G5U4Vu7HDVm914jV6vOf7wiJ6X2ISByu0vrND+el8pQ8VEIzVSXplPwpre19GZoCbl/4HE+h1I0866IXcxaEQ++KdFPmy22etWndpvn/85/fstZKiKwAsKoVX8Zmt435lAGewi8820LROzaU9fZdgNPh45UJk+nHQ4hSaxWiMfCf0Yd9zzZ3AcCfxdSXkOWJJHDm2y1bYxb8HbUUnb+BOQzs6aeQHhRWRC/FbWDeOHrQcfTbKfoIK6JwEGTnY5QOqBOWmxU4IvgtP+rqM7R0Abp45a/Rc1D5J2zuVtHsnX3xL6LRVPvN/FTXIlzeVxIemCzch3/T+b7ak7uljDrD9mNe3Yo1P/5PWILZUbNC1tZWocQLEs+B6Rwp3MuL2oYGD9X0CztcRO/4e/ptkHtFVzTk25fqjFl/EQU7iNxgJGgGXtB1/23qdPPuZaJb5CHJmvaPHZdMFK2XC2HgOIEyCcMYbOUXg/fii64iv2IXxAfYcWUtXAl6J9OBj9NseKbNHfBn7Dj23n+TufEMyBz4MyS8KfDZxjiMGsh5uOfzI6+xzEijMOyNvLTuqxbzGy5nC6M6saxILWn/cAeButZ53aFYJtG+nCx2RFewSmZxOExDkKWbSrWND//z57+ytsY6OqcunZSmYnPXDngRjb3LXVtJnz0MXyw9g7CkqUneEkTMamwu7BouvP3iYSWOaAHB3ivRU5gWWCbYpJmkCW8tYO4Gs2HGhMfxpsl9Fdxt72WKU2w/v+YztFXrNerkSF/z+zF129PHfSXaMfZf1iBwx3pzkExLDsIm8x89/XSELpsQmVbXymcM8V+/0MQEa28Sm2h4M7cS39vbfEkDNHuFfVqxl/dhKSIovgfGbJqYjCf6n5l/0d+REumeexAo72iO7Qm/hH+i0k0Q7AJx4zeoez0n+BPuvQvvYat8C8HYDSx/L/nr+10HkrprX+tBi+xVYp6vKkHOSZ/D/JFEb24m9jo5La3oXCUi/l67WHM6xlqcleWifYsUbT7MPeUcoBr+r/nW6MpzK4+gm79PENY58LlxBkRR8mxhK7PXQ8ficLBj22LnWcXn/JO5UJyF0UvRHij+JH0mn8g7oC18lexz+8bJMN4sN8vJ++1tyyauIZL7yH90hVGuhKv6///7vPx+/YKyIZLTHgWpHkxUYKYcJyGnwZN/6ZdmFk+11t2bzj6MMV8BlQumHn6CuBByK0ERtIiXDN7PftgbJKtDQcCBkkcIEp5Q/r35V0In5aJnAwgMeyHK4W1bArBAXjq0WKBauo4g6EJrpj8FcFcCbgbKZjR3A0LMjtLK+cRxHadFSoJmhAVgblXfFyW34HmOKBxTFtGBmDOtQlcBPAKg/DaK9JwPaFUgMWAxgJnEAB38CthU4f/7ufvEKjg4g5IxNqrdMszrT4ZzRAPONwhqOQIl3ZirAssf+OmPUDPw+pwIBemcStoMj1wwoGMsAZQ0NE5DV+qFARJfe79kHHAAaQxv0nWm5AP9tnEuxiMY5b8LVss9z24HIXOXg1OcGzOxjGytd2UD2XWer6DlvgERGSoDHApEFAx6XwQmCfxyiA/qVbd3JJJ2pF0fDVuFgfHh/JrB0ty8jYAi5rxJNq4iAK1PuyZK9HX7hBWTfpwcGOcFZF++A+mSrToC0Mzvb6NX7AWebgTut08dBHpCzZ2B7/acDQzu0CSTeTnhXrQ0goAV4V57oeVTqMGfJEwO0p0pMGWIoIJx1pwWtMtsMRpeHds2W63AeWK+MUw6RgkPI8vMBGGkxtQG+dpZrzwhwRGAqkan3Uy1/94wnjT8B7HcGv+mBMzrsvNoEFCtvGS0DeiP/MAQ3sGNanso0nHBaH+SXh/fM5zaQ7+ytNl7bEQs9KRMSw6d5k8z2rjJhnMdgnL25wSI6FWdBA4+mKYyQO8Nf9Mw5vC/FYOneBmbA+AGvfmDOK4wclBM6xtJ9hruBlFpMP/zf7YQIhkenBAgBDtvREpmzZ19FPwxYVzu3cUgm4UFB5ElQs/Gzxvqt5y015NCczhFvh0OCURjwXUkUegjm6mr4Dow3fZ/A2rwv928VEg5sZOqRdc9invZ1OOCHDtpJGF4fnTFBdfbyBOzk+Jw97QrfM/4Zm3/TfjlLO4aHxzOVLaK3u3WQ5c68V1uDPMDpgDzQdZLvf5VAAnjHUb6GbGTbx/NtUAVwaJydOUryRPY54KINFI3DhsNEpSyLz1EE0idtcD5HmejIB9N3JfgMjQDmcUCBl9kn8Y3orOEX+CQLPO3Oni/P+o7TpvXt4jBNKut+koJE7xMABStDB1SQZK/iGOwWWj6XWQbWGKcYfqb7yaANvW/L/DvAeQLW49FqGcc4/P7qRHTL75XPwWQdvAydbwciMDfOWbArerOD93lvgkPQCg6udnKT4Ibtwzq1E5779ScGOjZHB8BJxjnO7rHRwDRjimVNh797Lp7v6K7QMDZG5jBTSSLgM8DgxsX30Bc8ZCqrYMw7ELBOH3Qg9ko7PjqZgDWNgfzo54e3X3Qz7yMArNZwd3BmExWCyzop6FWFQOcFBS2rG0dXynegq4ORxrhjr2Kf4OCxuCtd320LtReSvzduIEjQBrrGHt7EflwnXAe14APsGXeRGdltm9GO1kgTHKSNR1N5qRZm6CZVJWZdWS/ese8Cq6dSw+s3djXOL+iOAPyxFzSfosF+NvY0/My4m168LvO+OHBJPIv9jdxE/pnmhR8lmyubWY5f712mUo7oOwF2q12P0/t5ifXO4EEcx92KMLy2z+2gaK9jHEvRN+vLiIMo+/duwYzd5r28WmGg615BkufZ7AX8kPfPxE0X6KWlsVy7gZ0EC3a3wDkd8EEnxtmWZIL+sB7duk6X6EgoPrSWJMG4W8x2MB/HsH1LZpLQr2c2cu0Et8yP3pHg+eNPEK+8u5Zwv/5s2a5/g32Ov+zR830mbe+3ryeRsZzPd7eYtolYb00je/kOivqZ49R/72XsrA4mg3fkd+HzzQH+2fliMOjIkKxDJ/k+Z/I+dofwcvwXY/+MUx9+pNq7341+uLFmf08Fo+jzLiiI7Teyx7JRmy4M9h7fcUD75RNsVQc0BV+uj3XaN3nkZy+P4IuzHaH9ee4hELw2UoJ+Hah+46Sl0dvW28THN1/baT1bmLHmaBBTs2jfMmjlOzQfes0UoLFe5x7jkYOeV67nEzy1HU/ujgV6xx0AT4Bngwx6Vtth+OssO8YhfgdQD143Hs5omD/4yvQwLbbj8yF5J7gSHgF/yF7GTiLh/SQtfaGBtr9vnYTtYD/5yOrWX6yf+LXHv77mrZhmj3qfuL8TKNj3vT7+UtYjvsHIN74jcHl8oCX/vC+Pzrz93b1u3n8X1WyFsdSO5k3nTl0fesqoI/cIlG9CNFjG1yM3JvGI78Br+ncqPR876QRiSCxd+0u/g9/av5txKNHx8SOr80PxkI6s0KcLGOAjs/34rIv9M69n0pqbqE735jtpFarFSXRYubH+tLUX4v8OTxiwzOXGm9aby4fGs4qPnPXdLnG8v7syUE3eOgRa8n6f9WZdp4J6EhhIemwM0T5a8K2elQSq6SAyATzkT/YaH+nGh7p9froVbHJqfBzrV+2k1GPHPBdF7gc3aQnT4WC6tZbf4PDAzPueB7Yv+K1/b78qdLDBPe1ZB+FShb2+kfAfgTz8HcgJY75JwG6+1Jp2lzaSMVveeS8lE4f2OnGfvQOTtCyHHqLr4E2t9eJx5NdbpyBXv7dduxOeJF9psd8+LuTgbbtqJlTse2qD3Yx9x75m7KH3xvjvsbct2VjBa6aKXPucHp+hkzDCdNGda8M3z6MHKTh8xylG546tDI9JniYZIcdC6Nl65vJ8/MQuZLV9WxjDPGMHScY28Q2vy+hxut8Qz7kLUqwjq/AgfLoJu9Zpcc2bP88ZwLrwx28KuAGw1riPoAp4OgJtZryBmwUh98aRtevBaGOf1SBTB2OVVku6BiFhIGfQnpYd+iQwluyVsVuPsouTZQEJmyLH/7EMn+eoFc+tlLUYfUgyxJvMrwSyXIWJw2fOWDtjfK5xayo5kFEOAgaz+BZgVwA4WRTZEM3lrj71ek0LZAuT+zyCAWsQBwKUeUM4BG1wQqXSIldB5Dfhw9gBhynzZ/8QSLTi/tW9uh4QBQ3QzuEEkocecBRsC3FR/WRuPC+IgZN9lPLlfq0L7eI6IwkjgLUAHPRYUWYWlKa7tPTKRLdVbBvQWVMybgJ62qjU77ew8+MGgGgdcGARKGJdbcSW4YzA6RbAuhb+IrsQYNJKkgDw7WALDYSe04JkKqWqtdOZox3kWz3/LQAMsL+TJE4mVrbx9UFRHieH5MGXvp4BEalyz55AE23IbUaaLjmtSThvQAkCw7N679mrASgNVM5aXWfgMPg7+OPrqwUtdMH1VCbxb2gvCS6f53O0wm5Bzv1UWEFPAOoYggv6Wybzd+15Oyt4ZgNjnGTeFzIZn7WjddkG2DX+P5/vf7yemeBhHPpdIZd9+d46DKNUzuYktyToSmXKWfsnEEFgrsduJYbh8ezHoUdlAl7GY5/xlPHv2Sc4O7VePmu4MtI0RoNZQOZU7hFYN8+XrI+siVzoDwENeOMNLDcr/Bu93brBZxs9SoNnmWdlWOAgesZPhVXoFLm2I4ockTwRusj3dDjo4Ec7+fKedZppHaEx/WaH5WNwQaPtwHgtBmd6zNmmZ08tfyujfJK8cMb5/eguve/Tp+NHvWjR9yQ7tME0PJbvEgDuhAfP4fmpE3C+yYBcF8CqD6Cuz556JYtdYy6/tB0inUVtQ0KJUIOc74p98EiS6AbIjrGI4+OsrfZ32pR/tNadRWXfqQLwnhYdH6f36DMwRa5bA24DlSGsrE8lbL2IIf9oBypjx2Dg9+OEnbzEpr07g/zGcMcgNeaInDE9zX4gA6xvVJEq+aHfjJYjwzbgFVz4do6mwpqzlYNl0hq5k/ugNwLA4F2NBcdgjOPNWL4dqgqsZg5rHJBRnzlxXuHyyAlgPL/TNeFsQ4kqElWCJ1S5Srbt7JPW4pvD7KxnAuEZT7DbO5AHpg5dpIpicNXzjDaKDu2OfAKzne/Xvx3Hl5wSc8YS68e16/wgMJiNv/GV12/4AeeO8ecXjNRBOxJyuB89yrPgVSfdjEGHDsfI5N4OAMOTXe3a7JO1G2eU9yYVso1bm0/63nYEH2w8zpVUNyKs4pDv4N3r+UOrBz7LeB3h3PqZd+N4eOkS09s6eBRQa8xijDP4GccgMuemE/FdJ/tBGxvECU+/1uJ597bppqrkLR+sMyywN/iPQyZ8lyce/VMVVPpeOkJ8f9Tx87ytEI0zrB2ywR0ZKAGMdh4if7XGrIXxy1mQVTbSXSQ5t6Pt1SLYeC+46A5gtlNLj48c20ANiU/n3eOoAqOJfyQ3Wk/5OQQwrgqxt51QAmr2rRNGNP+cDRd/gTs7XT6rioVd/LeYIvyXGTS2bD2UMb9ph3/d+gp+uJ/77e6jX8Z2IVjxPqMv8hI60Rph/zLmMZOOQ7ITGbgG+U3QEd3YAb2dEz6hDTaI7sIrm7R9kqIm0PZN5kQ+VzvWKwCsRDElRDkZV7Kg+KflaAf+g+M2EAZt2uYZhxe6Hd9HaFECZfljsc92wvK+zSUKTrecvs8ybLpYuZ5VxDlLIkCvTTtRsYmZg9ZUdhYf3S/dqvv7TNxUim2CawI2ouH/PQB8F0wQeNY7OoFGY3Dgx4G0wU5WyEbsJ3DSOJBxt6OyixLwB7bjN859tc18V+33mrFOoUPhq7d9eQKs4zOTn032Y9u74Lr2ObXdo7F3ZwBg8KHDsi9p3Rl6CW6D1wiaHpot/I+M7YBL6KWCeePnw/48FZvjw2Du8OTxM0zree9bCDIyzfbBylP+6j8H60L3SbLeQA4y6XY8d4tpaDcy7/2eqAwlnq9eGw6ZoPFiozOu0UXYz8FVKO8UanB0AziI9WynvQN/R+fT9vZLUsGM+yOo+dyLz6ym5eGnzf/bF3gf26Z76CLSnQfhq8bvx049SbOf6zJbGp0nW+Sp5TAWvALA0GH2Y+UZvIlsDJ1Et5j3p7Dm50/5qhKwxt6IHFjbv4Plfi6Vy9UJprGu9uEdysEmmQD24HhNpnHF0vb6mZhH/OmfNHcniN4BYM1J/PsqXnte5Oe5W9L4np9nG/PKa19JMYu9d0adPMW6958a6I0hTgDR/KaXZWZgPHwdjc30e9ulVI2evR0A0r7t0HU6iGgc6Qa5tCE6hn9aB4BlXknHBIEtJzLgYPjwveml5E3butCJZZ19HNEv+Sz+9r/K/osM2QDs2u25ufEO97koS/z5JUBMbAMfy+0X8PsdiN/Y1DnPtvzLrw5hzz2tn+2jnSQprxGV8wfL5vl91B1HYzF/jRMdgF2G3m0dLvr4OKN59iDyPzStD2K0k3cz3y1aDL1/HjNBckJjXM2Tqlb84fDfjY2T7Fy4np2fACn0kfnrSskl0YoE3Nw3fsQuJPL6Dv8eajJeSWJSdAWYdqhN6zKyET8JCRlWiVaf61+m0v1F86aRSZB7brL9Oj7B1UvvQiFXzVcQmPEeH8x0PukCHtYDfyO6PHjvexwRPGT+cCfmwRf//n//eeYQKrwDwCaQJnpGx0ZpU1jIeUY7rpzJYgMWp8wKiGxiMhzDEFhrZKzm2nXAbNWgiF8OJSemGQxo5+YMQ7VpHEWIgiSDzURUAQ1+34j5tpNBOKNM1UrXDp4BuoxXz2sDWmOmNVyX8+fdc/5tG6anVSGgJo5oHNIJgI9yrEqHQ9gDAg/hVPS/QWiDxAY2QXxD/GX4WlCYoLIP3eYSAkyly2ZgQy+8q4OugH4pHQzAPJvKvwfwi8FohXohrG3PsBlrN0B8G4EThJgAJqDc9DjvbaekRkKL2BDerwPATeO6tAFG1ubXQCuG5yZU3AGU0M/Te38qM0UHG5g0Q8x+ZbNOIoUcKzJ2Sljj5AlYDl1BhxbUFlDbxvPj3CQbMZst9DJ85Ow3iOfMylgOCW4nGGIFiHwvOd/BGY0j121mNrTstRyhejJk66zabTmxdxx5NQDUCQK02tQ6POOwwJ11RD4BonFqWmGPdoQHyK4jIBYjdCIRpgpY+J0AACAASURBVAMpls2KZlQYX1m/GGFUwN0tClE04hEEvGlMgNxgqlcn66N71oiF7rF0sj8YSNzdQQ9oVn9qP73W52zSKIqc07X8+S0A3ECMFvO871tniDZCbwOeNef+OzCXsb4z+ltxG2LNWqF829B3MKoywkM3245H8zcQFF0+/8uaRN+5pZHXnKMLlrgxTPv57BGJGlG+cdDw6XNYcW6gR6zUCQzODVttURm2z2/dwqkzvpuuW2drjdqhgDGh/bPBN63DO+Dj5wLS6ry/u2Lq5XCdvTjf1dlm3uvRg+sAS5KN99ngbwOR34zYl8wQ70o2CTAve+aM0kvHUQWPfDSvWT+vg5+MyG8GZgdFMILXSF2wpyfq/d+c0qkcvBh7ZLXu65YwJEZ0S6jsR4yfDlAmQWs/kggnMOez15cAW7ZrHg1sDzCuBI9u3Y/zrs84Zd9Oa3PL9y/45zXC6BR9WrdzyYuPvjjg7wCw73smrU4YnYmNDrRclOHZWZgjTwHTA38OHXaSUAeoMBDFPwSXJW98hvZT4SQjm73xsKYyVkcdvL4X3tNa2Qmz62ASqbNnGJeusZp+/nsZ13OGT9ObnOtkSv+XujeI5CAB66Ss9Dvwk4SGllUJQL1pW/eSKAQdEojyuX7PA6yRBhudPfX+gIc+EzDa2dF832Ns2tU7fHaYAs9XIk47EO1UsRMn+McdaiyHoL8xEMfQjFOjHdLYG5tI0NW7ur4Dy81rrYsj20tIPa9f4zytL/VpB9s33jgJPAoEuKIcIzeM0u9n7XHMQOvnuaWXQqtbqXPunTMZtW6dqKDfaV3YGfDel0e/6rtu6anrcZap5d/Zy3FStJ481Qa6Rwlhw7d95iA8g6zr4yua5oL7NhDFb+jC5r0O6gZLhFmwI7w/4xDsa2PPfAbNsIt5Z6+Z/s5RLfo7LdKkj5GvoqsTNH0G1AnXGp/l3diB2b8Q9enw9VxzElLqPMvQw4PbqyLTATt15ZAO1rvGORyaWoed5dDY+36nVyjXTEOk13p3tQ72eRKE0s6VYP8epVQYa8Zi2rEzI1iPRO/uJNMBn+abDbyAkyNHO5n3+BZmHt7bshvYvxuTL51tIiVjZT3P3h+5+3luvN+vRMUfPw6WhSbY13R7Wj3fuP7wwEWb7qxzyZW19zOyu9JPv39LRH47DiVIt6I3Onc7hZhmRNPTHSL/fvD00JvW5tjHotfHPoV/XlhlnJktr7D7GtvCy9gBO0dVaUxr4rInNR7aYrbvgvd0dc63FpCez8C4BM5SIQ+v4uiLYzTXErhduoLOsatjV2JnwsviQ9oFn+eo0OF8ZH+ruuYdAEbWtj1xB89oAYmO/NbhLDpz/X84XDXXPjYL3m95av0gVhp9KjtHv39r47tn6dXU6q/CV51E1LwX+zmdULw3Mvu1H94XEm5zFilz6WQrjsnKvWpVHloGh529VlLSg+/4kOiVf+951X3Was8mdqvuz5gYL8kK4K10X1x7zU8fnjl0YcyzdtOdiKkJUFEJjzOWW/4xLulZ0TFHn+FPyB5GVmhs8Bv+V57brX/Z93P25SyiebOOINu1zN+OH2j06W3PnsSq51oX01xnBrPf61fQXm7Sgt7RhUe7h9hVm7D/0hHDXsIgHeC3nNcRfc+f3yrZkCmhx6xhJ9eZzMb/dujh8v/C99D20UPaqzqq523nNeXN2mrN6Fo4+v1g7edZCgC3bRvsFLtF6/lNVn6+BRz5PnMeXK3rYyfsnQQD2/aAh2+6f/k0hgduPHt43z7LCYDM+7ReJw4wN2InRg9NcpmxRo5eIEHY+PjyWze27rU46zpfdpzh5RetDj50jMGWaz9bktrfQZ+WP9IbGr+C3t4r+53sJa4AcHhG9JM6nJVl0KGW6Rwfpbu1xug60brbQY++t36TfWWJdvDZvWeh22yA/ugjLe51OnKj7kEuHPukeD4Fc0kIAAfp+l/hdMm3uPvetq6HJ71hfv5mL9SRX4VrtNaduJdkkD9ybMSsD+OHPthH2xe239cvrvcLsxz5NS2oKUIx/q64Erpr/Tj6cTDFq0V7bpLOuIPz3pvqZNjPd6GJ1wOckg4Bfl8F5+8EsvYJ3tW3LQcZ9/rXQ2z2rzvBKvSK/NRvf5WgnJuFV9bG+CvbgMJP6HDthdhCbdsid0n4wfaiQy7xoZf/YXCn9fkUzBw5MfKbOBEyVvrlThaEh148fyXOnefOX459pDX8979/Pja8WEQCYVuLZCPDMK+qTL+xvG+VQemfBpx3ppAe1cSFo+6d9b7Uuy2xsukraCYCP+15AZcH/OjdEmIVAO62nTZgHcyg6vYN0KmawAC1s6qqbrUO3aISIHSXweMwc0sqgaPKcO4z3Uy0thCmwkwL9Xw2I3ozCQkYiRA1B7KFAAe+rxRBBzw5//O8z4wUwQsYlqh8BcqGWO7smN6zOHPWANctd5u8MJ7fbOcB2ZpupWFF1O/dRAGqB6iw1LW3Q9vj5/Fey1aE7wAwAKYrrPS8YxQ+93f2ze7DOuY703C26hhyKGXWNIkL4rAJOGp840DHGY2B5dXBIHluOO3F9N1kgHytKvOzU5niYFg7UCpzs+mJ9nqiDwySzvLsazWuO7MIQTjkcRQA9CT+INuqM5ffgHcNMBzwrRig5QPgJOgVCDYvZZ80fs5K1SZ2uzEH5qZFJxWSOB26YlzvQYaYTAt82nk3gXr26x2QI3ElYOcGDtAH9MZ4WDf9eWecBVhHtgqQbmCuqlFeY1znMXSS5+5FrRRjUML3m0EHqM66TxXbEyBgTXgcTsOM8QEorhTZQOvtlG95hBLr+dNmuB00gAD4rzPDyVyCX0Kf00J/nIYnAEoL92FfkkMYryWPwd1UHY2j8/DvVUGVtcjaCagGVEZe34HsLJwcD3t2F8bHZlYmUcAAYxwTR8/OGfGusK4EjV67dmzcACPjHPl3MqWjm5PBvQDfjiRV+Im/ypmAQ4e5xXhYsA7wEr10pRdB+azj6Jeh6ejfCWwZvO04qPQ4+qVwBY4iV/aM4dGOzhMkmgVy35BHpzpYWpmpahnagE7DwgmSrg2b9cgZOaw5xuG2Y9qNYxrt+IqDbIMMmoMcnVmD3Uldp8QjArpLS1mbAPutXND60oK0Ay9NQ8eAePjTGtLBxrxT88h58jjFSqDofZarnHm1jkrdexuo7Vjw/AY/njWbRJKuxqBlMuvpzNKBfnl+grUa1WZPvo2y5j3TWeErMjMZgw2ncTiGJmdd62iNztTNmmdN1ombowZYv9DjU+n745F/tZ90cdHt1svPA+Av/dYOt3UKQwzRiXyoABUfg8/tIFPgSfR9ztDcABw4ACPMLfof3vZcbMCuAal16gQY46DRs7k+66Q/uvrea3Alo6CzxF9n3Z8Hik7vM9vRk9YNz3NEa92Zwfi8K3W8aXkqcuBlQJcM4d10cEjF48obsEO3/LrP+N3qpziGf+VcxjDF8KJdV+gnI0k7XvHfOBYqcME1J+v/ub4dfdCez5Atm4rpIo+RoEpQzbvfhnzzqH8fHcDf0UEttxsH5Trw1zj+lMku3TX6oDGirncgrs6mt3541kS6uTPPW/95vfo8znEidBZ2ByLR+5q1W8rKDhnHnwORotPnfbTqw8F55MMsnOJApl8SmRxYiX14f644/dhgwYEnSUdqwbQaeu0AVqozQhwEuv7rnzpGI3zGGDtD3S3FHv3wz8km930T1Gn67rFG76xDE5nnBCRhwNnPPkuN+22jlUMCpwbOQxw6un5pMXcvjhxH2fgP4hxtef5eWQKLvwoA25HnTgKSGVqnJAq0I0PP13xa/t822XE2mgdGnmgeo3Py/jlSyPOrRLKHRprHkxBXx1QZf0Z+6zpklTGiaHMqKCQPcgRQvhMOla0Ifj8yZ1rjx8egs2bDh173wRbYKO0DaIcqsqXPXROvUNnfLejAc6YJ2ZIaW8kdvVd6tDHbjRGz/3vkQPRNktOgH8ZKQq/eA25A5pFsrr0o+Poimsbc0J4TriZoou98TrOP5UL+hjeVBLU2+LtMXLIs+AqsutijA8CL1+bZz4NxGjLQ+FYWn9g3VbIFzI1vLIlj0VdeM9FGJRhnnthvsVvonIWt1erwW3tb9rQDFuBWaCBnb5KY/8aJmpPey3s6sTcyIXbrXtdB4siIxmPeJ1fkbIABGXM73Jt/O8h5Vy+x/rd9ha9rsZVst60ePoGsZ58sa+zvG8z4jM+dA0svIEOylm8crf2LvTLy/iFufBH3M/Br4CPL+n6uc2yIyAw+VCh3G9wt/Fj6ax9pd5J4d64aPSZsfApT9tzGHIcT2csxJ8hdByKefdfIlCzOEO+El03ETCCqW1Yv3xSryz6fh0WnvavCSZKXTCPByVj3zz0eyX5K81MdQWNafYmUjwQE/dpHHOGvww6GX+ABr6vsNfRrdaJJ8jh6IO+NfM7f96gS2T9ZY+u4CVSa96VjKHoq+uAM5pUB1ign2Q7M1VgQH138IO+OgHpXBxtT3WxUM2POntxBTmi2V5XvItPiUzs22MwPn4gDZkPaBH/vPfIaTiAcG4Ljwyx/RIdOWA0PgfVb74DHvaYjy9ZHP/L15bOfuIjWBSzM796npaU7FkBQkTXxtXrvfMH8NKfbvr47nHAT13mfhj4Yf1fu8k7pCPh8/fk57jOBxfERWD/NHG2z5AmNF73Gor3Rj+BJfMirV3Q8Wu6N/s0abbebXefYq0lMOZ8RIcay9oMHZ1NkQzEGOMv0UsFKngMNQIe3f0D4NnOq+V7yF3+NO0vZn6JJBesh0/V36NtrNn58xpHCmicB1sdabgVqJ4pZNiKTZi7dTe+FP2ZzkEnsVWRRusZ1opXHJFotfAT9+E/hHuY3g0b+BJ+yj/CWEkMiY4//D9uS6n/J9/HPssaNH0WrRydaPnz6FggmR4Z1F6pgBu2NedL21vpYOo7R/qHbfrnxLLKl6X5pKf52aIn4jnHGM4Y/fib2gY2dIzK2k0fzt/xvyKo9Ai26LbR4dd1VQdIUsjEecdDxVem+8VcIR/S8zvVDJO1n+PvP38MBbOS3dij7AP62f34T0LcQP0GIi2naAMUxqOe9zoh5ZAKHyGPUs6hb8SnioE9+BSRkVEvJnqrYKEUc3mRo9QJtoHDO1qSFjDZEWQ+PcSBGDeHSQndBbtbyLfD2DNat5NV1CZZtNgFMwnrpOclIlcEyRuPzb8DXvRut8BCMEkTOsCQQMucUc+9ptfoINa/z878/H/CkM5I62ItjQJk+Fgiz8VQ8sud7xuSclem1iLBnzTLPCmrN2LTvBs7WGslkdIWBb0/wvo1gMpIQDllTnKggdYzCBGpQUH7/GFwEV8loi9GV+9fgipBsA4zfj3Lz+YGLKjF6MbBw8mQvExyCGbvCmtbBGJDdTuSuvGlQ18ER65ICXDJY0xJ2M/CWhtdhtfu6FYrsLetrJXgc09qqbVUJ+O4Wul7I04Nf79rzJe/1hC67FQ38pN9k0KvCJZlAmxnd65CNC48GSJde1U/aWskZJWiM0KSKQLfiODEPVQsyHGi3zItzMxoI4M6YqbjScxuIM6acGRngc1eBfszJY4/LCNrbTOYYC4YeA9ysEB3Y0/Xhi/uZJ0tuEBDKMpXlcaB6LgN8LZ+fFoNUAEopkfCCAm801Vmtx1lu5RZApzU+QXn9e5xb+S0K/c6MPe2FBD6egbHHdwCzs1ZTJbSg7dA5CT5VgQov4shrB5v3cRzfx2iYBW+wSQvsdo5/C7C+f1/ZQZs3rT+GHbzBnxjyACCez+9taHnv67yV0ELW+A4ge+27xdvsUzuo4AHonKQpOQhe56I+tJeATMB7O0EEvqHHHO0Q+XrOYC7Bk8DrdC2Qg0G63SS0AF5t1b0/QxMdEMuZwtEBjBnAbvp7jKH3Ga1ZxZtfOnnn3o/Ih3zL+oju6BCi99t5MmeQBLS+A7p3UKR5+YBcOw5STRfcFr1IMDnGUX5LItKAdMmp0lENKFsO6p1p1YnO2zmhIxejrE7sdrjo6T+e7HHtA3KRtpF9Vvy3Sgfpl6z9yK0reMZaaGRUILQsMjYUdpCemo36qFaa7+Hv8O9Dv5N5i1ELr+jPW//yTvY8vv05Z8Y3xhF4JzghO5rG9P49UiFy9yQQGQ/peRn0GiKhKebQbaKcsDYVdSfgcRh3K86Qn3pfHC8ZRxIxOXf9doxI9sbJQieEpSc9JFZZAuHT/gpatdyJk4o9oYsP8uEERrV5eEvMV1uJmL2P0dwOWOReVwLqWvDlbPvBX3cCEu9oPC06Qu53JVzL2KYF6GEx5Vv+4vDpd+ieNphxECITkPMdCMWbdONO8CV7xJzFo40zOiDglnD1ubOgvd52QNLaOxuDHqFLRFef6nf2YSCG72GN83teCmbFWZtnrxMBeck+4PzuCi7fg352VVLkyB5pk24mYDaCU8h5EjZYhrOuDmRVpZj0lI/ymERA65Wsxwa5k8BJAgxn9EEbCTRNJYbXJP+RdIzDPWPJmW1b/ZszpHBoEZz2EMRfDpRWUon0rx187/MymR8Jq8gCxuiOESO8kCf8lrVD1ylgGKzWtOjqxXKmfjpgYrPZVnrogPkQvNWttgllvzz5TPr3fxTwL1+CnGSyS1sXaowErz3e6njRSRA91u4gEew/ARTpBb3Sds7Q0xRbcka81h17FB3X90PL5vdx9P1LZ1g/cv1VWfpcSOCTIBd8D00ubY7DS2Nd6Gh+xClHZyNwRCcQkNB6+HfaKDdv6l0kYkU/lZNy+PMOFB8b3eN6OiHM2ZvgP/OjkkFG8HZARe+jc4SD5nUGOeO0rJj9Ed0KN2aMbz+MxzsBI9P12KnoTq3zvW7RgeGbti1MT9Vmmjn7nZI3osscNPzCjN2K/1TaEiBysH1a3ovDK4Eb+l09Gdv9OPyefbgrhNpu7dbWTeNnfGMfW7KMvNRa2L9lH8q21r19grRkRd5/2GdFqE1LyGW/c/xC5ns5jot+uZ198vjHP9U84PFO4A8653cwPv/u4JMS41pv4290gqb2b9QgCYmWac//lHBuGTMBKFeRj3zqhErvmeeVADA2DRjt+CR8bzl9B+MafxXdag7pGEP7yswqHTFs8fvfcSOsHjIN6fmlt5I0tLoGf9DB/+OTApdIVvWRAJzXuIkK0yHCNkfeTQehnif7QILJ8ZMMT7YTn3cfHGd7LpvSncKo8EbfOuHS409RBF10lp4mkGn9uPqiaQS+x4/CGOC91rcZp561xEsCLf4SApnpDhOfsujsYJ2W24O7s4upYGzfn+0B6/St9HensvHBgOsImoRuVibeNsLySmQQyZrmHQU0nFi3ycAvXTn7fPRKrYF4+13ctfYJPC26ojOQKxtnHtZ5uj+s9Xw2Kfa03Z2EqBNAH2B5B1tD/+PHn4G+fQLg17GTrW8mcPzMpzsMdtKGcY9w3aMjGq9ovLKv2y8EpmCd7I9rYTf70x32vP/cYL5OtS1fgbkOf5T8vlsdk9iJf8C/GwuS+DLGlTsmRYbUqyER/wl+pxIV//XLfyS5JbtOWHOAPfT0rUDklYAyeiB0v69uWloalBI1o0AoviHyJ3IIvHAw13Mt9pV+w/9784lx7Ogc/cb6//dDS5ans3/YJu0PPN2cpoAh2EArEjomwXDX4hc+zpl+y+skCiUWJH1zAnnlj2y/yvGleYIJWrdvrveUv/fcWL+7ALS7DwZzrd34FWuMHOp9ZK9eAVLbLMi2dOBDfsVeFv7MwpyEp4nhNG9AOXyHfu9ODO1fcDxDR/49zxK2SdLXHidzF/gwJrALciJHkJIcvX6KTpKAPuj8qbHCP9gBTVed2MF7Ixsiqxa7xz/q57184p+YuG28vz8P9V0YXNs6gizWKFUbrwN8qJriPhY8m5p/6am3sDuVBOMUs2EwrfDaUaVWy+uQfLek6nfF6Hs7LfJuMWnOayEQ5c26DMzOeMBAJMCSIFeAarJOcICt3PF8P1+f+Z8s3WRKRElvNoCukbPcAE6gUps2hgTraKE9VTH5KQKAALCHVGcpRjHEeImSkjfhb3/77WkhdUAtBMp8xpASlrUTXFkZZFA5gBiBJ2EjQ5uMFY0xjoEJlHrvN0PDrXkGEKaVKhmNb6Tfik4GO8L0r9YWGlDGheansaFT/yoA7DGPBDmC7hkbZ0Jbwf1iP4+jzZlGy1SbZS5Ddytsel4y9G2fjmNG94fehleGFrLvyerdvQzAvMFXC2rW41sAGKHbmf2dlemtcVBx9pEARuEuPb9bc3luV+V/tyg8ARwJ8AKG8Oa3alj9pn3E2XQyaCeD6ADNq8UhweTDn0MIGNO/oqM/1JKTxJABs8cR/CjrzjTFICYAfHjOE4rxipO794VWoBlDZ0KvLFGmqh0Rzw5QycJcukIL4OrfXi08CPyuIZ91HhkseVDzhFa057Rnhe66lY/3vMBzZ4RKPp/9f4YD/zj4PwGmptfOENvM7XcmVSd3ePwlP0+w6aDC93m5rfCYN/M82Xs2qN8VIlzjPyeDW+9yRaZksg2Cdfxj1PV98Gn2JQDG+ocW2tWOyHRSrYLawPM4Rx7EQag2Q2m9ROZz7x0ZxRqvDN584my2M2yAcWfotwPqNff5xysDFZA7Z9339XflDTymcUqntqND47gdgOw12ZensvgEMWX9DYg/ThFv0utMSM45iQtkHNBjUAlg0Voy9C2DenU68xGNK+BnOV680vOFH3Eyep1Hb0Ln+pNWdvBf/syaZI3yfldKVoY9xgYOyg5IgceO4084ZoAfhtWZi9sMDV9Ni5ken57RDgEC+rpf89lEqE9HCwky3/Ad+ikB9uDEM95zdEYCiSRDubKxLM23EbkJWLee64A24Ffj7yoa0QkOGxKfQgNZqeDSOAbaeENXdjIiuMJrLceEjZTIH6+ljYYxpm1IrBHqOXnL31XfHgN2Tp9lxMtGFp1/Cktr3/UcGULjoNZzbnxqmjtJPxnLTSd2Vrst9iTBlSER58QofxvY79akxwgZx13W/gILntM4U59nNx9mzd4YEPpF3mrM7fwFR57rnjHZEHZyIE6cydK3Ry5YOcZzfr+rHcHcJB/4osJnjfdb7uvvK3e02AsYjd3GTvIYZpqrk+aLsX/6He2g7sRAY1LZIIUfrX9Nz0PQ198/HRSsXP7kKAevK86jy+Gl6+ToUcDwPqNItAseWHp7ywzGB718q/TxNRfePnZoBTuO06avHRo2rZwE312PjCv2BAGGxhFTd+n1iO01uuHo0qwVfC59jnMltKPqwnSaacMcLMK9IkcSgLoCl2QdPauTomxSjX3xSliYlm9r18UOpKIQu+ztJAjtiIbMoxP06XOVoYw7QSXjHzwjXnLC8ybgUplMgkjswE6AHXtiWrRmnUceTYUZzg3bq0NT3wLASaD+56M3k/rYnZq0XXIkf/vkzFbZZJrM90SWl13VZxCPfsf+zZEgezQCCUrrMFUiVwJ0BICzhlsBi/4NPhReSAedd2X8tqzdvVw8HztgkqKO7Fu6f+HuqRgggBWCzkqhi9lnZNXNS3eCrGWZdnq6TvEsy9vhtftIhZZX0BH7dYLFg/clg6mQjnzblrYl7j4CW52ETIvelql9ZJfoFN2PfG36+eYDiFzaBPOTRCBdN0G349wrGdKttifP10EjXdKtuL2O44D89v7mb7vYhdce3Hqw4rGXtruW9/Z0CtkZdmtk5MPBdS8aCd2lInjo5hljtxD+q+Cv7jgVn0Nz+i525ttefdnU5pvwiPYfLEAg0nbKdBqTXKBTVmg5BB77LfoFuwbZqZbqfHSNWtzq8+O3tzJCFy3GYA3yp/cPHFitxF/6d3xpH4GoCswy3ix98NedgKt1EP00nsFOFM9oT9jLHCsm8Jn18PpNAkySkJJIgyx42+rbXTDfY9fcujVroCt8dBoBjyGk176Pk/4+ki60kGQV6PicfYhAmo3qRArWq3le45DcOH6uwV9gdt1Dy1L93es4vsOWK433F7+9j5rS/fAjAeBOKrKNAynNOFz5OIUPp6BJ+vUYAuGJ+BFE+5Pk2fw7Nv3L/zN0l3kuvmx/GPg5ftKVD+gXeE180Wth//hV2d743/s/79T3JIBqHncAGFwErel3fP7y4xIoX1rsZIvYKVq/yL13YtCQyP4xPvHMC1vCUvrlR/1GR57T4KVOiPzAqWWrxW+gdR3l+DzjYPOx7/AvXWTtMbvr0Ryx1kmGTOhOsDL9TcKFkwouzMq8PtbF+5VvmeNni/1Nmlx7uWTqw6/IPd7TdnS/03O95n8XTXwraOoAMJjp9VzZ99NdtW2g3c+t9G9+7mecZIn68kW/DrSCV9Ny+B//FA/Lp722wAab5yihsc07sSt21o4Je9L4evTAt73iu9t2ku8Cnj6YcuicAGQne8CzHWz9q/fxm3nyGSMJz7yLRNZf4aRec+b6KtazrAohsn7295X6hU77O/yFpv+5YPVk+EjiCD0D/f7++ybm4X9g/ZA3SUCfrjGTJLH0tMnuBx8/D7fMM++mSJNESd23gd7p6qJ8hfHLUJjguc+cpQZSWBU5ig+K3zm+a3luCrPGvvO45rxyF/p8kQnh+9ER8/dXAHgJMso+F6cVDM7Bw9S0mByQcTu5LAvnXW3IeAJjNBucjCMQBYFjh3tMJGV8ahEBdSfaPjut97UT9wC3CURRAWWHgCe4C5Js8mSTet51tmG3ULoZ5yZU/t0OzihSWvRui6k/nsBw6mzy6YrFrH++93BqoxGQOPe45lbuEMurEnKeWTEDE6ayF7ptbpxhG0y2wShH+awb9AHmoA0HAR6Y7/z5JbDIvHquxj/DLD33XvdlilVM+r3bO98BynZ0aW8PIzzAVYwrBQwI8d47Y8b/509+WyAIM7PmnBls0CEAfoDZZkX6yGQrxVXELSARihz+Dj/egTr2NX8mQKRPEhyuzKdnoGRI4vj55iDOs940p/dDJ3qHgP4mHUQ3LQAAIABJREFUQ9TZxL53nYlOVhgstNmnctBO9tIYBBrX3bIEg0rjeWUkHvqntV0I6g4AZ5cUXNizdDw3B7n3k2DlthXpSkybPShyg7skOnyrAD6G84DGAKpxgM+ZNhoRIKD3DsM0TLVZ0CSfYNR10OHl9LXz9vsZzVmbCUxPxmI7sKwsTTdRxMnIzJkT+ayisDFN8s/zS59FITo/Fe6/CACvAR0awUDQ/ncWZcaRtY9s4Jy93bfTiughYvOwMrfGcGpHdcDb0jTnWmEgAmb8ZztPKrAQR+8GiVjTIiP/VY7hG3C1/MGQuPfxGGDPWkvH3Gcn8Z67U4UAh9ZNZ13qLMQDkmfr9D7tr0CDnP3Q3MswvSehtXey0To1+hLtc4MHy8ynVavXpHQyVRC8U1zXVeroIv1OtqpbAA5eEEn+YYfTdEiYjNTWCy3/fcaZaSXyBd3dwDhjEWCataj2v/oNsPVuORdnL/d0Oybo4K54Qwa2UyzZhbOSCvw8g3dbn8msJlmLRLVO4sFB2FionR53YArHWOTfBsSQqS+af+bWLe1bF5Nswh5CB52JbKwlQDtG+WK8ycB1QD7X/Pz503xKy8kb1KcV0LZLzzODw14AnWUcXUP1qM9GORW/jV0xrt+OvVTu7ZleB1sRPNfzTwVyZEjWIvO5z8rRbwo0OGvfDslJ7hLOcKZ4cETLp+DjBENbPjbP4XQW/fAMyWEnmQxR3ZiR+19Z6CMHM4lxZDtRZ/ViWkC9u6VkXnHEvvDTrAUJSms3lM44gcWX1k2GbM95nOd3txnmd9sBhyafx+Y4FnRK1jzJMhJIwkJ7zteralbSRUE/7XMPj8WbAJxtkUcmfrbtXFy8cj6JD+6GUUbdC7tPF5/gAxK3MkZdJ9kZozKJR9Z/J4iZwZFkxVBxAIHx9L2ekzPcq3JAa+PM5t1Tr2UFgPk7yR5q5ayf5WDvQI3W8lTKIge07sYZm/jZtIwTS98JU7a8wZ574+2qXhXvVDWBntG2kfgR+Qyf8nv/u7uJdDeMtlGOg2wGL/KAV7vCjxZe2InsWwcw9Yg+W44EZNtZj3wj45tKxx3H/D7JZB7KONjRb1pnKoCRX9BP1jhnJGttVZhomXW1lev9+V8DwFcigG3Gqdx57fPFUF31dzD2w1/H7+31VTJK/AJ3AH0TMWOj6fHdhu3/Y+xdtGTJbWTLJXWr9P8/O7Na0lWPmxk2YWRm6U4clTIzItydBEE8DA/azp/IWusgjcnA8kzMlaTfxdEVkX3v66oALrCGQEuO5lmgXfvTuXbaW2OPZs/dYFaCGt6955H4et63I4Owh6EB9hEJwcg2dKL1hv/3mxDLo9pmy17QBS1/uq1ermGvUqmEPdOAOHqw5TPdLghw5F67Dl0xhK/dAcyTECA5cqJTlWDz0bX9W1r9oz8PGDv6pRMo8Mc1Xq0jMgg+wFdgzId2FQA59iGgdu3LDsqgk4MNSNeEb3nmtlSNLBYz/tsVcPHfk+QVWWo7qHS99X/Z9NjFHkrx7J/ZTbu+8EL0aBcgNC1ivy2A2n5s22cv3gKjN/+174ostKxyotzPSpXM6UuMFjD6fa4jcVIJtDKAyh14FPuidaiu3Y4mSkLcVrOXuBLGoC0qP6E6QrFvmtbezQrSVcVSxrs2K4FuzVtzaDzj6PvTaWn8F681ckIDih2vl+Sfg7fWtdNB67s+Z8bj78t2lj2dpBjk0unYZXwoHbjoPMb9b7CefTeV8OMznTUkYfobCwn/0Al8bf3zTeY1OP/RtxNZ+qxMgPAzplmgnwHgJPR2FRRJnca5Rr6bzhMsMq/ZzpW98BNXzp5fe3/XeDr6RNyGroUPhSZJVKES3SrJxgP2w/I4WErs5mmJbBxyuzmJD13hfYp9k2CVMabNaPsNpk/5mnzW9iHviReva8fP0jqsXRUCIr9O1aoJNMfbfZ+nK8J2eHoLQdae/dkdi73XBQWvbvvvj1g2573W4efXdrdtOnbo8f8Hfz14hhO4utPA8vdbYYuN/Z/wksZQSbCA//HRu0NMJ3TAL5lrzs4Wv9CBzPeZmAX7QD+btlTuuxJf/6pTKePI/qNfYNixfZM7+Dr8pS4D7hKzzN4JWfgZ4HYXNqFLbld7+DWBeORwfJ/INQJqx3YzPpiN0/qi6aDvgvuQiDe70j9+63SX9/Ot4H1J2LMOs3EWfPfsG3+uQgRa1UtPZffT1SRxKfDHubf2tI5pmcCu7oe9ceZQ+mUDwL8QzhcksHjF8+rYOo/Hc7oTvxr/wQbHtnhp2XQ++nr8E3FN7LLwR+ZTxaB9s19+R6dY3s/eFf5Fog/Jc2vL/vkN8cMO3qkRed8HA/QayyavFvB6rzHJ10dov6rxu5ZD2MPm3yqman9Z7zd2p72fo3uEByVR78JXR2+3PXN8gu/Lv8UcTTNsY3dEIQYSnB/9gHzsJO2XquZ/Hefw/XJcoQwwmxUjEMOVGxA0UAuBEHdLtq0ADaAPaKSN7raP2TjH2HoydHpwRyGK5YrryQIn82Uj7F3FcWehs6Bbwp2pNgN1UCzGwg0ii0HVsqODBP9pAzWg+7bmaAfTtHO/wM0qjkMpR1U7Ooyddip5og2Gamf9s/JtQRME9cvwF2NboSbA5UrsylI5z/uYAsbcyuMNMrYSeSvDwivLS/qLFhSaY2eFtWLvYBPr/TIwBm/z5Z0BVxUhGsUoFipcoINbMozsPdVWBmh2XWxEG2icTPgJhr0ZxgQZs3dibLAXHGBzi6EbdGygVgaceEI8QDZJZyr9phAFcv5TwK332jqbL73IQG1wokEYvg+QnlYsaYkAQCfDcffkZmbrWrfcGRq3U0V10AKAuwd93TMIHN9kQ+dMwf/UInSzqnNfZA3VGocO38dR1kt/zh78bdzwB4aW+CGZT10FkHVmvm4zbMcxAePwy35OG5Bck4QDt9izApNSxUJJAPSqAMageAzDk0FluRYZwd7tKkXt78vQtfOhi7L/fwsA99y4p56BzNc1Ahr/pjNkxwDvilOM2FeZesyzMIz3OLDTclCADXugW+b0eZRRhmOUHaCcQEAeoPvqezlLcfev5+Mg8d1+jPZzrFFXCoQGR10e1ur2UGvkruP+G32aNtyzDVBurvFfFdffB39IjhjYBViUcbHnMi7wK3kSpxHDLfJmQIrv3m1ovAFgg/zTMjLrm6xI6GD9Ns42MgIQGoD6twC65gswK06QQYh+3RaF2Wuf7XRskUv/zabTdKgQOvJvMFUqp+OgJgDcCQjQOA7PVsbl/clArmBVqq1X9yHf+/ytgHm/Oy84JhxBAQDA/o/xqkBpRsD6srZ6rz/X34hPZFAM7bTl4cgDrvM96aHz/U5FuO/jYG7sthe0a7lCBUGM8eyHDt7ZThPNJgDsSjG3AP+rK5+tVirBS+MxIPH9+0Nn6hpQJ9s7gV2cR8vHoW8HfI4OcHB2QXaNjeQuxqu5kgyCvQUwwN41f0/FxLEbJGu++ep+nTi0AFRsney1sXXNUwlS+v1JftFz0XsEhQEwY0OUYW/ZPACauPITK+oakefQHrd0zIint9XQAdq9j8Ojmo+dmO8X7TV0uLlf+umRdf0e1ZVn/NYnefh2ecja8XLip57rCpW78lH2rta6wam7EnbtBhwb/JVOOowNv2154fG04NsA02s/kkFrULS61SiIYHtsEgQPWD4bbu1fzXOSCj79pu/ToYi9uXsl45NjSAKT/kavGpTQmnybAb0NjycIEYq6O8RUsr/AxW8BYM6hfkHqs0Dme6raBZRqb//LLSCPnfrxixM6NP5PUDkBceTG2r8rIwlwHF4T34pSNe7YQncL36MPBiClOwyB4GZNA7oKDmE/zYR+UdVxoM33oe9b1UoCcvh49Z/+dsvPeXH0DboUG8Ayp4Ch8OPoYPyrqoDdlm1kh2ZskgGAzHlkZIJ1TSUn4xebfz46xFdJApDsiYCZE8D57uuq4TkX3PyooY3M+M2/oAW07Qfs8TFttEb/UBemQxP5CrvfQ8O2f0mmTEiL50niae93UIh74o93B48OpAKKAuQdYLxaVyKP4Qfsfu+xp0U1AXw9v88/NkD4AbXGBM+MtQeiz7LGCUY3wK+ZOnH2L6rWHjlumzR3eflG72F36zskF8bvuPGNbblfA3p+ffU5QSm+pmGcDh6zh44tPmMEYCPQpGvh68tWMN8G8MS2kTxl36y+2vl3NfqfVXgcefjRAPunAyTw0RsA1v1O0gYJ2fYrAXIzDzCQ2I8BN5kjlVvZX9N5qGzCsy/n3E50BQkVTmwYeyC+CPaHkZED6muL4i8SEA3guPYYsq+Did5jk3CgZwK0QpO1D/Os+GwLWmv+VJ5cZ9aNL+nPfab78KX3989EBgLszX6vX22emeoaAhb/t6ok02s6Arpl7ARx2r65E3syPvjSe/wkVOX5tOGMbbk+ndbHtBn5fHigJnUCzBPA4Nxxvkt3GK9LYZ/s4/ap8U9CWxm+e9Yq65d2lBmj/Egpz5bJ//X5323/hi4KksWJOLb5JBBF/20xytsNgsQegHHtqWCaSjaejli2w6fzWfnrnsfDH28FestrxteB6A6swnPBMrNnt4NWAuZgJADgR36PkO4EhnSE+fCyj5+PL0aXhMetT6A9copnilYHD/BY5sg602WObJnkot8wpcwn+sL8MkFe86pbkE7wDTxSHZ18dJW5KXyp38QD3zob85tEQeRY+xH6bvurfqZkSl3bvlta4r+dGkN3AtuiC/5bZHyOOAIv6WBVWpQTHFbL2mCU/UJG3x0aopP0UtdMmTzxX+Jrgm2zR3xP+zUE1JNAfNkzU+izgeyxU1woMpjR8Y0i3yjAuEf8/aVL+a73RvA702AwUPin/S7NyH7XBNSi1/6P/WK+fwKHY0d1MvnuHc0zrfols7nPe76sxk2l7BZaKGC8OOHaV/iosWH4ju7NEV7oh2O3jY5o+th20DxPoGySh6ejHV2bzn6ZdW6+JQBsXi/dhhzM88Y/HTmkdyQHw6f3ivV4O0Ctqu1j0w++6z3lBKzsb7qSUq2ZPZ/7Y+czruiPJGL86+swyV4iYMp19hMd9yHeJortkYs3PXOmdbg/GFyu32C117kKN4LRByvB5o0eFI1in+plVTG+RAcfTS8FgGf+oV/sIpKDPZ4RTfEj8N92HtClMSLtXcVBCAB38kgnf94rOCs+/IZ9euyjSXxhnfH5eT7y7rd7el7joAcD3O5uXmOf41vxrurgaC6UzVyJJchHfYbdBMYKvpoYR+zku2hpE7uMAkmvOG91ZPAkvmWt4o8ExwHLqcQcFVV4H4/elMyve3pNhBl/m+CovjB9uDsOdQWrbLxOW2FNXIcY6yaT+XplKPvzGJxsAgThtQGHECakQb9tYRiDJ2d1ILzMtN/ztPE6oJWFCEOfLOip4AyItBIhs917opAXgI4T3c5pMyyGpQyvBCBSaZCxLYCq77HAh67Tg70NfNENJ2Wz3AOI6JWzOGM4WGAA4NZB290yGGanggWgBebH4ZPBKfwpAMFWQrLB2TzOsBimj3G8GTqsBzQ5oB5ZmgYrlvb6rTMosu7fA+YrPwPaGTXGB7/HwN3AP4I06Zs40FN5NgBkZ0/BU6/zoQ3bGU66l9aEFgiAzsJBzmYe/CPK/2eAKWu2SqOB653PgqadSRKgdjJnhsd2fGZj71Fl6EZxhdfhlUtQjifYZxCkSj17Sgr5DQBkD0sIJkDTICr8dBwVBeBk3JawRECbjt/YjiNs3bSVtW3UnQSK75ooMiVBzHm/HsMYv+eeOAapimIPreHMSCOsW4GZ/uvLHsA74uJnm1cMvHaAA7SGzW0HlpPb66E7AvDipLg6pLJTXQnpMU0QaeSWAAs7IyOqt6p6s53C95nr7t1tJQXYpa/coL2MnDk7h8y/uhf3y88JbE1lW6qIMc5vWXLk58whHQLGaBoDRAC59n6UVAZPtwRdDz2Qe+wvxgF/57rZ+7PG8DJt7c2DCk4Nfy4974xSy8MvwGIDa+6VtQ1oaUN1KgBw3HzvytKjmwItl04Lyu/mqXbUOBY4R37qPrRnA1gSVVDyR748RjFOajKId5+RUZr7x5igHWX4JcHXDUKNwwvo7uy1zUzEKLbBMRm1Pz/fFoUn4De6K3wZObJ6ZPnHbbIqAPnun2MwuwVODDO91Ho/a6D9sAau3nNG+QBYb+s787R0ycjWAyqOgUVgWN/DMet19v71pvfjB3CfM1HFOyO/8mnARRwMxqY5NQDZAflkGbd+3v0To28DbM3Xpu8YWklG2WQSgnR+b+w7j8FAW/TIGe/oE8u0sRHIVtZ27aS4yPDIWNtyk/HbNkvWZ2wlyTjfYFu4qsWSqw2VlGIZmGQa5Nnf/vuP2Ijf/Gzk64Hajn7uOm12KiqBRDqMOR4dN62zOoDSlRWhzw2IuLLyW9N2lt710nNaLl3Z4SML5SJaDqiqbnivdQNLAEDY9pXm/Nv5N6MavHSuoK7Aq9vg2j5B3/202wncWBJ/3+3gb5+BA29oXQB9Xr2T76CXSagMoIKs6r2NT9DyRXeIgz3OzwAF3kcj/9hD+sk+ynt5ZiokYw/Fdhk6jDwiGRBQHCDyjGdsDWwuwFd4w8816BTdmMqMtOY0cHpsw1AEPibol7Om8aLJtI4Po2uVEMGr7X/zwzcH0dOUni2bc+6jo7qbT68PvkYAgQC6ptnICXRrdFd8PmUaw1/62S1B31ZTyMf+fgP0Hq8c5llP9ECA+bWl8mxkRGzBG7hknup0EfuFcbIH/6zSkzHAGwCaAJYhIpn/AfVE4rRRDrE7sImNjl+qz7vTBbyJfQwAY79geAQ6diIsPMMaR/bFzs15kHcCwZWQWnLcjv7IZQJUh3fd+Sqv3udc3uddv10wbEMpQViy4LGX4CPWInNZ/x76wt/4y/gIzD2VYtUlYeQBCSibHPoz+Tn3BiiMYMaeah7opCG3dPs6mxxwvuSoeLsDPOF17NbVs9CO6u+DgZR/5j03/L2YwtqnyGqdVWkLeW7aCfLop/BHxrG25F3Zm+SXCXBJP39rQWLzef7T1YVAOfftSpZji5VcZi1pgR2MJjIferNvsEM0amjY/I7+0ecHk/rEXR8VBr+DHdm2qqSOBtzQVXpG63yNzC1sh4bonMxvxi9Z+d1boDsvsA5o1zL9gP5jv+XeuRJ7iAAFvoU+i39UmNs8rHE5rSPJlb7Zd4O03h77512P7zumj+4v+qw5P/qogrK61/jp+r46CCUxbAI8kzQDrcxDONDirQL33ko9+FnJKN4Pp0PaBBzW7Aydvv+sx7V/wSQroNr2DvxpW37GcCpkR88dn7uOGXvP3l7+GR+qEhV53uJrdlztvwM4t62e9VzsMd1V7gICfaerweGRk4Aw/BP9GSxGrySrbRV/B0m21eZgCUUo76XBcMFnY3+sfFn+vLuWNVAPxmKsZvN/TlC198ihm3XQtkHlO+gHbKOzwbxnkgga3Rj7yLiOO/iJ7zehv5MPOyCu+3LuMGA+/rSeJWxLdFkdPfr9eyTJF4uJ30chdrIFvj7yGf5+k9LyzNiNYBAnWDYJWsc+mARvAobCnaTH//bpJ/HdwVhKtiDX7e+P3ZL9sTjqi6diiyWhMEcBvV0KsCljM+5mbZ5PADsdLqM/CXZmVU9MYfYV+g/7uwP9yH937BiZtgmou89DT3yEYK16Hbk0dpzee+1DbOpjP08Cnb6LPQOmHH8GSynfeGWQx/JWa+qbFfDPnAWEgOeps8HnBwxNtD/Za163K4F2/ZfIgOB/yFQSZqF/2xd06Hx9KuI3wVNmncDnpkDNmJH9DXVOiH6KT7WYpNd3PtPvZx+MTs6d834fYZl9X3GBGQT3anvwqpAeG8Y0mnXBH4LXGZNXa8bsQTwdHsCcsRHAtCTb2E/RDeLpAYy7YEf8ZrajCnQTvMMT8WtEx/VhkqATOnlQ52gFaBXbQHte4xeDbHwLfyFJwshFdHxhdtYd0dMpqNjqXfB803CYue0fx9IGx9F3OOJMc7FctT9EADLy6D4+K/ulbVb9TUJxY/3tPzD/DubDd3wWntkW9cG3Y4O89mR3aFzargw7/CyZNVgh3Ww6KI3/4ntQIPjdpnFC32viG8ZRPr64EtbHnzFvSlbYJo8s6fuzHtpzbQ8c/wN8b/BSYhMkT1zFjBquO0QEe3YHwuHZv/zjf/71vxbqApYmyENUuzdNZFZFS4YArfAaqNqFGqHpid4BgAYwYUJX3I3DCqMAmnvQEwCG0L5OfDgB4JMJURUcZHz6egdSfp4/2YzFWDBiu0p4lX6k5G/nWnB9WsYu+CgKHmMN7TGZFofpZ6M6+3yqqxRQCKhbhtq3mGYiB3I3cPRz/lHKGdOCzckQBzStdf2+10HZFgCMMSDtOjXcG0c3gmtBY+jB9Q0yk4HC3I4BX5mvbegA2hnIwFmBxdq5MSjHE/dn2S6HZ9oAcFm8hL2N9wCQaoUXoHn6vhtQnszcOvvktwBweC6VeKaPjTLdBwGUdY0Ai3EFbRew1eLdc+E7MXDJHF0jT9/2vOo8Eb2HgWbn2A7WAAxj0CxwA1E5OP4FGDKeVzCfYNUQVbbb63hy3k/zARnTGEJb/SCwf9rc3mx6CMI6Y9BpDg3qXM/xHtxAOUHbYzBqTs60DDMRkFreFuPvQNzyczK0GFBXFrdDT7YZfHW1+BlFgrxoI6ZlTPgp8sDzmLZBXovHYY3xkjn0C/nOvpSC7DZMlqflkEMjMWH2hhRlgplxNOJEweuvHniD/4xFLfow3i5H0sx9n2vUGb4tZ7gXzhROAlULpudsHkDZiy52pMUPHTi9M+95xlZcZP09T2fuxjBfBz30Cx3iYPP9NYB/Jhiwn5J1vSuGwwV4UzjLcSQFZvTZHDFeZ497HEmm6JfGJx3zgmoEAwjAN43fM471WQMdAoypWCWzNeO4g6XIPN97eL/B1R6nA1i2UfZd39NJJzl7PeMIwNlBab2vqp0NOi/g2IZaP8+tA224rTw+nUG+L66+DTjtZws4VqLMGMY/qx+i+z3d2aetn/S7E0lqjuYZ69GtWgPIQv9g6JGIgt6lBRBrfmfKRybDr6aRA+V3ABh+9DhG34m+f/yhgYZiBIEzr2XaDgCb+/S8AT40RzJAaYUdQCpJVA6yjvOl+wJUn64Yw+sN/Hq/ea2n7ec5wiGtv/RfB785OuDPAsA/wGTbxrG5mhan4qAZyMY8/20WP0FWsYHt2HEMPccC0rhVyylkaj/meuQwUwI9mxiw9wr4SxUydEXPZS232qjXHrqjE9r2hgf2OePIlP3mz0aeE+RVUmXvZ+6D3j+VDQ5cbHBU3+sAsIEUB2FJKFuq9P51kE42IYYUrDpAqoOPjx5/z6ND7+gJ2NRdoeO99t0vlUpZ0+MQght81xJweHUuI6flv+RMJ0T1emtuVARBuwtwqzalomWSLcJ3AEWsJ85n35/ET7oYhe/zjZaFvQfDMwHBfvLD2rnNWycRSP4hMkWysKpMzavfgNxSyxnZms/w6wREdJ8/Pn/LMmAC4dgAPS+e3UAdviPJw7YXp2Kk/RzNG+Cl7aPQZn078xlBr/liaPfT/8M2bbDpt0TYE1TSXSrADxBBkJp1WiAYOyS2uu89ASNA6JOUywJoj40f8q61eV+g+fh/8ITm/NIEfoD+HaB+z4zUePEr+zrdXzYFmezXHvjGS/JaJ+9k/eabvwElxiLWnuhAp676qzoVmOe0kAkysL7oe8bRwEvTRNcfMOlhQOMgb6VwGQMd0Plp620FlxO/w1YX7bE4sYn1lTeweMBhAL6PJn//ZDI4t+muBM15MX8SDJEZZab6mwnMR842/bymYyeLTl055gtxIGbwHWjopOgXTGdtfgs4ZjwTAJLvPQx6db35PkcekxDTgBxyBl/a/KE9NPtDdLjYzfMM0Uz/I4tWt2Yc41+2ESiq2S6IvSKiHDoXoY+ProX//gfOdHxZySLt9RmHHsdnr2/2JhWftZjn4fM0LsGcs6aZa9uB/rvojQ7sAg0BvsFDgk+1nuzAULeWjo0Y2XONoWRR6zL8mLNmoumsl8adM8LXlzuBMCeO/Uwk9XxHtAgnItEQuRXbfw25NyH/0H46PIROQ79f7P8OEtKB7g2CwYeNm+SO61/+lvie1r3apUoWtIV+9sel08eOIICgO1/BzqtTTnQMdMo4dn68//o4Pj/VY8kegR9Mn0nQ3WRTyY4EJs7LcAG+lQIp+R2eJwCsAEZjB81DfRanppDEh60kNw8pQWZsxPZhCDoY55Oz6YEXPUfuMV7Pf/yDfkYHUD1+JyASRJVvmUQMApno29/2YM9Nv58uLRYrFPH0CuX3DgCftQOMmKPzOtDoPV2dEX4LALfMoUIcH2o7zgTjQ1Yhl7r6jvGVmeL1PEnF3+8uyhpfFTvOfCf//Fs7/LIXSxGv0GkgttQkV45PmzNCSx92YHYW4i0y6r1plihMGhkWPGiPWOF7rZ+Xb5Lsc9Y9KuKcydv2nT7SXB1PmSSdjEf3CH7vZ83N+b7uB22iFxNg1H8cTeh1sD2+5w93Qr/uSgKOaW9+i6J4A8Aeg8d5JwtkbLR4T7HaP5UQQQCWcZe8adyHe+prXeF59HhVDretLIIQIKMTru6RxJrYg7YOJ/4VeUcyQPjDhY8KBj/l7m7HLjpYfyUJFjqBI1/mgL4nfjaNouvRVytns5687HeCGX0XONqg2N7Ej5pHe43OHhXnf/zIPooMDZd0QYf3i3XdVv42DoweTpHkbfv4KFHLv01EX7xqGCKM4/u3vcU8df2fHQHSZI8OXeztEOrwz74je5dk0xdXbzxKV9g/VnD++9ed9KxJKwBMbNLXTMzlJERqP05SlPn9m1QnrpmXKmB7Rupn755547XxhWKLUwBiDen468QV9Tz5bP/v//PP/2Vhe9O87RoI0DSDesCnRUWG19krF8ir9ZwqDOaiAAAgAElEQVTWOXt22E+gqrMFOJOglRl80UYEZfr6jL7u62DerVRjpIkpV3h1lP8IxnKq2qDvMz/ujBccngg8AIa+HwvYCjs027Yb0LMBCgUg41hN1YuZJcaAXlQuYIC0QddZEZn7GueMbXyNYyTAjIfhrB0yLyuCOXPEa1EOgAJcjEmKg7NT+377+Rrefk/nI8opR1E8AWDOVs0zk0nYZ314rBaYZ9T+BX6NgXmfZ+LWXF8lN+sfZZmN40y7Caz3GTgNxLYQZlx/1rt9z8pYYZ3rnwF7fnn/t+oiBASAf8/xbefhz6bdYvbN3TLmVJObTmVQm3IzLlWtKwCrf+N4Ibh/CGY5mg70hDepTM+zsy6sh5e8ApZjoxxgqfcEgIjndwIua2DDX91aVWPs9rdwhbjA5t1kO/racT4ywOVz+P11ms+6jyXaLe4xMN+Ak+5BAFhyTS//Xa3GO5AGrdoQZg4EgJORXwZhBZaOch2AZ/dd7rLthOKI0+Lk3T/7zBDHPOQWKal0pFVq7rmVPVx3KacnuOUz2gwcRq6ca8qgPsDnGLM2dqYCeWbiQFbrJa37gpr3fc+zJnGDcSuEbdtMPCwFWnotY5t2xzDJOJxdzeoAy+wRfQ0gH/nGGmjfcP+edxYmge+ej/dK7ZedUfhVfytbv1tI/R4APiT+ftkuF6/jYrDvyWTFkDr6+Up82bZ6aYOuEckwyqb/zcCHVzqzPN+92ycfh32c6KZxt3IETNI9Ys+sPEvb1GnP+gA7UKT5vte/g45enrpvj/V1MFkz1pF1voJXmu+f6CvxATPY5IY7+GXj+tvfdHDQMzcQls1GhSE2FzqCoLrbJo3D0LZbz5U9Aa1+0/9eu5qL+EAON91LOrjdtmT08gYcirwnQQtnQdnRm/ma0YBNnDZeCgQq2Gevafndzm8BMUoC1OvYfh/taJXKugJmMDfG0WfKOOGgHPhORtT3vXZj32luy78kg2WMvd8PT9pBin467/WkfOECyX3GtfW5tyKKd9oJPccSoHd1K9oz9tofWSD6lWxjPV+/QN8J4BaZzn4BQGQfaF/1GeI75/ym+9ie/P7RgYdxwSMAaXaGZHdMpRL3aj1NMPDas2N3+r7fPwWAuSbO+TK07C0Bj05O+N7/7/+KDk8AGPtdEd9/n2SqN6nNgcYKOGAH+PkPkE6ywrFNipexE6wbWd6hAc7lsVkqKaPpcoFAc+8GQlJxhAwJf3bliO71VvZmHit338QzX1Ng1JvwiO2k++ou2DbRH0nC3PmiWwIuEAA+wPalQLO+Z/6tS5yMInvh1j0khAWsyWcd/Nt5xk7Xd46Na74AvFqb4LQB/dYkyQHht9c2hv9PYPobn+V36YQzpo/Jwn8/ExFD7/Bm8xO6igDfa3t1giAVuLpXB4OQYybrqPwmeaonN1Cm66+Kuwcg1+dU+7D2AVJ+VhKxjicQPXavj8oQi4w9GdrenUKSNHkHsDtZ9DDJ88tLI8tF2btadwKbBewTdMjRE2PfCkA2Dwcc9Dh+sdm7irV16rGjpn26deHwxBtUIXHM4NcELl4Zk/0+/q7szjpTLDL1DoBAW2y3W5/+BGdb3nh9K3jXvqc+Q4aKpuKT3humn/jvG+PbsvZNnLp0g+47IrzPgP+1AtgVPbEHWFeNy/aUQYH4TMZ2BmHEJvf4f7rxw+/ZH00Ly47Ry2sferfmy9Xd7eBYZbv0EQfsZXQzKgsZinxBfm9rzthDYB3ac31fjYb93h302g/pLdLyL+uZT3s93gBwvkCCeXQgQZJ3TxIM2E4JCRg0D8b+DSi9AQcx+OgxJYyIjpVcdPTlR/d/KQHS/nTWuBMxmB+Bv5Ms9AWK0GMdZLOfPL45a9Mym/Hxnn6+Z8C2PoTWjTm+vJ49O0mKZX+1D859WpZo7/UZpVm36Et4BBypO1tQgXXs5ekW1fviMldXBR/WiZxKhWH4ZvfY6wv4cwcegpvsXNbOTHLNtiHtxFbkcHeygMbII9PCsp2jvvbIL8nHBFg2oNC2ffzwSkAdOnbii8bcupg5h9Z3BS1rRCINmBxyqm2HF1POfbP/OjHw0Hf8+3ef8vdVQAGuc+SSbJspypBtRrvfamHd+ifrpDXJfo2eT2CyA8Dgd4z3xiXWjsp+2o4fywgbIOsEszfxSM/0edqV8Km946NNRp+fCuCRJa8ftoGxwa0nWVxjoUip7R9sf1djKglzWoZrHj902uxj2xwPTkW3h7a1jAeKlrN3wF5JcjHO7fVOUdO1P88mEgOuHnsTSmTPIp/0HB39IfvL+N3oM+8ND2y7wKHHOwBs2fjYhmAc+Awk6oI761kUYl17BhvaeP1PAcP+ZpotUzoQ17KkK0jZR2v/TfeUqoyN4JIhdvuBOV4yrZRtV1Q7X/Rc4/lgMYefx7aLHJjzimfhN0FhkwKYG4Fy/IK1Z2KkUOCU1sXVDWweLB45naIq0YGCDvO4/dj4u15j430b20AWno4Zs07GUXvfGSMpfMNBS7pPZG4es2hxxQvmuKhqhd34Z/vevyViH3t5Ht3dEg8Of3zrsQFlf75B/e96/BSNk4SOlr/gFDpSqe3eYFJp+x+a/kycMC6huNiSNt+dAh/iA93NT37d8f+nU7OuUeeIpqW7SHzBrf+lhPmOKqef9FtOjePDgI8D4ayZKPNjPJQREd4KA3YAeCtYNkNE33Fl66dwMfDbwHwNDDGiHU4FSEe4nBLocWwQBPoZg+MOOC7BCijQvYrwFlKumrQ7crKkryDFtNQi66Tvewy2YmaYPxXYd7UIvcVPhdM4r9JSZIJof4hh7eSLwaaC2uMTOFnZ2uvUaUOlWikMGEfWWUezGa2YpsWVP5NRpGdM+0Uc/6aPWxFjyen+da8wXtMWAGQd9s7i/e0sBBT50lvjDWdF0QS0Q9mY48bBNd/i4E0Fb6p9U1GAcXjO3PmG6oqC73oCwFTKMw0bi998T7b/c4aHhBCV23jqBrwNyowB62qdGEYWGgjDcYy8F6alSgsIjRvheIASBzruAIrWt4MsvafbiPCzDbZMtfMAhwmWxmiwalcLg5GuOErr4OTZKA/o2jKkhX2vj35vYKbnwfxFy82YQphF+ViuSF7gQ39vvUZFO0LLN2Ke+B8oLYyPY6SghDT/MeDCdbdCsKJ2i4fJipoWD3YaK3MNgZ/3sqfWidrKKGTWGwRWVg+ZdPBt2vDRdvY2kLk3Yz5gy/A9e9jygXbw35s4Q/CJ+KwDgwr2nzPgp2Ima7rZfFcijNakWmIoAxtan4z42QvaB/AD+z3n+KYtlIHej27/9bXI6Izf5sXsTwkA/a+MjDKsG4SOHAkfOODZG+Qz8BjHoHgmJ3KRnx0YoVtEG+bIJlrvvMAixvu7N5lXZ3RmPYkcRJa7rey0H8090nJoDaLbSN52TmN0jW56eeW3AHADZRpfV9UwfvQ21brtHOUZd2DpP7ULffkhhk7uYhr/mmAmo2wM32+QP1ssR5d2YCJG3g3MH3DHsuA2sLwKP3Rb5Gkb2NZ/dsoDMkE/5Hd/X98L2JX1CqB3B+bfALC+d2WU28DM9egKjHaPeYKXod/Kf1eQYoQXgE7rKttO5pMN8n2z8T3CnxprWrIesmjqki/j9KNLzQH6bJ4fltDehh+XP6SHxQMEphoEYF+ZrgpqPxXwMbbXoXgDFNF9yd5nT9J5wutTgdxzruBM7q2gz5zGpvpunLkI7N/KnGutvT6jY1dMDe+sTfACea0f1gZJqyr4ZgM44bc48bcz5Ul/rwaKGhxu/jmZ2lcXjHXoHehVBnTpyWNfiT+nWkDgi4JsZAgTIG6AAv2ghAOqcQMIDE/rXN6pss0e2fuz3lsxkzluRcENILUchh48R5/JmacTkTKPlThoXrkC3UnCOUcXjG1qu2KAWdEC/umMessxy1B4LfsivLS2jNfCnQ5uOR7+XDtDgG3Po23vBl+6sue1L1umdaIT4yJ5o+1Xrrnl5RlK/KeRLQ3EMsfw17R+HFDt2PumdzZIA3K2tz56aB8mcz17uCtK4bPwwAR5fL/vDHJ3kJhOJhNoQSa1Puqgr9d+5tGgAHyEGf+2xYuekX2YKrPmMQDdDuZJJAGQG9wuAK/P0QqwElvgClzY+Ilvif0uPjOtvvF7vcxf64d0lQkyAd+rbaI38TE0QedVJdw3ISdcDsABsPnKZF3fSawtr5eu095doIhAes83/OWEworEhZ7bBp5OSaWqr8qTd31z1/XzmV8nQnQFZQPNa3vlLtAqbfPio8pfAQhkfgBm8FTjB9avxh8meUl4x8jD8JH09vfj+1XP8xneA6jRBQPe2Irz7Cldvnp1bd9UEaxSunz42iua456Hnu/bP5xgDEGPTdQa33ju0TSlE8l9feb8oysNQJiR6AJDK6EmKxDbw/JuNhhBHsvjCQCfDiuK+dqemaoy+yUToHll7/dF/Lu2a9K94ZbT4ZHbPhATwx+igxKNFkObSrShp+bRspWAgN+fMb/fkcyVLNR1J5g9a2NbYPSL/etp1WvO1x47gYp87/iKs717Xy5d7zmbFxQcULWg2kralp0OepN0ha/JvFt+hpfaTmz8a+aljljfLS0fB7tI9XXOF1//+gZTGyh2ItD4CsaLZn+Fe2KHGt9Q9e93YRIE1/8Sv8RGnkRpL3QsMfTJtmjOda3HNG7jbpde2L34dofLmncwMnaGaTnAPeNDR/cRYfpedwxkzdkvWbc9VqvlJiLh2JfWKZvwgw7rBI1jz4yNQ1CMrnt63vE7Bsto+cf17Cts1L7u4A0O1MaWOgklE8hsHHHEhvVOJ/JYmrL/x2ahUKrPfe45gZ+k24r4bDvNtY/zW6FGWAyeyriPfT82zRtItv8z/Ar27TXU1hqRjQ7IWqbyt9eRfQUABi72+lbZjzFohb/811/TDhieD3/tGcYafwfsCADb/7B/NsbxVJ57HCeRq/UbsnK6p4wciKxb/j0+tW4y8myDy+NDj32M/lQlor+ueYhP2Dsjn2IPbCXnVSU+tGSv4MPTqa5tQ+YW+5zuo3u26K/76mycxdFPsk8Fwnqvxj7Yo/A0L/GH9peOk2ndPWbC4GPI6016bRtZn4Jl4QdpPd/23JFnkmGZo3nOOnmT4LrqlPd7b7Sfwf3oZsERN/gQyKuTBCQcYfDvjslsoDfj0Qu512NoWoI/t36LrZUkEPanEUyzcuyv6LnYaEnw/TrUyV8ce+/Y+7O/8UvS4eFET4TaeThXbGKCwHka+lO29Y5cwV/RvxMHHG+TWpp1DP/nDNnX7jy+2TdeOq+BZ5P4zz5FlyGD1PkqVMhLvNjjvxMf7sBp2yAU+13y03Td+JTomKTgFEUif9p+gyoejxk+WAx8A06UsdJlLzZk08WXj07vDgfI54P5T/c6+Vat57H5rgr2CZyTaKZn/BYAbl9dz0NWHN0wPhx2XHcLNp9YRuvC+8goxyQUANYZwK2s2yAApMS5MKHUssBnD2nAOaMjjBrF0q3YOmM4g8mSOKBjQYGzH2MrREhQQIYnhM93B0x0//Z2SDB8J3NsDLLT5vkbnyoIfhXw4/T81uYKBvCZd8J6LFwzfhv7A4BRhZdPQlQ2Du8xjwNcjdHbvefTVmUBXErivVnHqaZdp+53zoybe1nYu8Q8TjCHTHeFYLecbYDsGKfVvkbzT2shtdiMMPJ5xDI49SyvnbKXpAgyUzF4G5hvppu+01ld+hueEPP7jD0JyqqAY+NBy87epNKk6cxmO7wj2Hy8iXMGSVVFkIl/1m+AEAIrDqBeGW57xgUG4g2+LsDqVqJyOBW4V0ZpAdOr9FZRQo+3HUafMQPAn/PmAryaXmLRKzgZ4EL7QEE9Kxfv0bsFyM2j2b9mxO97rHM7Hi9I3C1aOosS/vKal8OMfPEZ4he4QAY2cmTbtHeCStY1Rv1xFjSvAffhTwxbgsCsYfhv1VRX5GGgEXx5q/X87HKyoV3zMAkY7N9ui0rbyE6aaEP5tz3ZgCYJDHouyRINeIXWKzeP8Pc+i/Btw15/d0KA1rYzxG/eCJ++lVsnADz34plvSzbuxVl/rXPYC+/4TgLBk7HdSQAKNMmpME/MGZ2u3hmZ1A7o0TmjEDto5PGNs85Yo2R3f/7WpuZK3JjKjgbZNliUM1a8Dq4EiaPCnnXwXplxCjRPwsfSbFu8NwCYBc1EFzCaFo2/zF/f6za4AeupEFpj7V73z9mbzL5uiSq6GlSqPdzBdDuG47gqEBjHsvX27YjyTIE1dtgF6Ouoge+DPoO9AcQGX3U9iWXIbIf/3epnjT54ozMwGzBhD3ambZkbl77KmMe5HMeHteh9eLWZK36K45mWXscANj3LgRpDP0ZcnFEDx2M/dQIdRrH3+Lc+anm2SQuRmyQQYG914FHr5UQSb8gNQCNLWSNVWrUzaTtxNtxmjs8ZVJMVG7oMSDzVtwG7/ub2Tn2eUM9fgbaToDZjE9+yJru2c066k2+yLuhE5Eo7FJ3927pY808SzCQTTvVUB9deoL9p/GYVd/W56NRn8LAeGt9/CgAD2vZ53azFWwG1OjEOhdT5XfXzO6AXGoU/9HqB3/M5AbxJtsh3E9zm5SrZAogJVnJ/r9lpnR9d9tpJfl7p2s6AhvcE4Ehnabl5hmQFIEBnJMN/LVsBIPUZwAy8goN8AYPjv2wFeOR1ronc7lbnJNOZHpry2KHNs0cvD/F0N9vyY1+nrf+6PGOaWb95r333PV0KBlzKgKZy5bthAJRRCL5/HgZ4i2P/2rOm2dhub5AX/yp0xQfcREr0PzyBXbD23yTBTDCWAEG31E7QKuPVzz4DjPu2fu73JEMk/+SfvLzE/KlI9brYQd4zzrKm689GL4weqQjt2jt5Oq3WkNWxueczg6QJIOilfaO1A1wjmOeE3nl++4QdMPezFPT/vrBJe5kr/oLAX8uD75k/WucVsP8mci0dw2Mt7zrI1/Zq6+I8c4Igkg3iv0pipXXbb9W4C8SMnHptMvGt9vjYLRorQUHTw/7v2mzIMfEP4HbzieWj7BT7ssvH8LVudcv3XH2Czp9v3AntbY9rXApKJyCr8o90meiEAevsAW3lH3CWLPjHSf4c43T9v02QYj5nrxU4/fpk3Vks9u0dUMxeEXVzVp+BIveTY94DsBsDufWW1p2KF9E6AcS1jwhEbkJHwNO2XTUe84dpXB3BPoUimwxblOCO94Htndgt3Y7vpQsYg/mzKkc8Z429AjYk+hJIOwBgnaEX+m0C4W/+NQEmAgMNiOq5b8c35s+95N+cCruhJd2rsIWxX/roIQUu9CzG1yA8+NAJKBx9sAUEixeMPzmyK/opOhsbFDuWdexE7sOTusbBuE0A6u9xXvbhBSf0rJ3HfTqAEJszFVbs36sDm/f2JiYgG9v/bh7pAPXd4jPfYmz/1lnQoy/6eDjz4kenbk2pazRP+AfscGXAJoCvvbJJ/Mj/PD97YszzSaZK5X7zwGXbXgkWmUN8jWxo1hHd8yZk47PaByDWfZIj0unllTvW2d9/TjYdP9fjPzTcZ7P38CFYX+i19uxGOY49XEffJQlszlgemyXYxPjH82wCTBTX6G/Rz8nlpq/0fGZkPHUqVVMRmnFbVoxea/2evRu8divbS/eNTZdk/TFshnixQVqGxW8lwVAf91ocW3oSVEhIjAxkjV/7ZQPA4GSt2wiAyq7m9fpZ2OqylfR6g6JU2CfwvkcXOpHKCRprR4WYQ290EUHa8dtdNWx/L7ql9Zcu77atvwW42TdZt8XHvS8nWST+bmSNnqP9q/XGjiFRk+tje2xnkQ42Im/j2yZJjRc+5OHpwSzf/Si7Af+p4ylvi/Bz48ND1QG1PtTz0lZ9k6mxw00f+8rrv2Vdttuo94IVrmI30smRI8zV2NXMk/hD6L42fssd32vEBn5vnrG2iPfC2DwvRiEbSvyOb9I2hmzDtit/s1c1W3COE+ietW8/JTwz/DdyDnl+fKiRo+DgtjFsv4zdK9/P853kjpIvnjNFNFXpzdKBaYc/qjiL/VAJsvqOj1/7vsha9/iX/1f/eo0m6Ui/6zoVF8meQj/d+ztyj0p97klSV2IckqVgCNul87eCPp5PQZT217hGJoHmpOD28ddk2xvfWb6CkToxVZWujYu0Tjm0RYk6mp3ESfxotmzvV113OulIXGBbOGkuRa9KENL7uvVbYKDruyAI3DYFDWMjj+xjv0XWrW7/LfHU45p9jQ2ADoKXl5+qc65422z5cewxbJxNOQbt/J5FGkf825DOfPsUBE6YFNSfOaYEeNg0ABmvAVZJu8mgmEyZzU5fIXqCbdgdwx0AFCsMJkBUAWBaRHlOdgCy6Kct4myorqIhco6jpPtTQYzRQs/4bOgIy61AHkU+ggSmZ3EQMP81FQX7bOY8rSunZccxwtDM3ighBlUqFu7fusSgXGOyWxdm8w4Q911P6yWYRT859JsK2L//PQzelcL6nkAWjSAMTuuzALByRA7gNYBH4SdXBrQUrwHuCgC34dljI6AvQdt8Zvoq08NB8ChqXmSI/uYAvCX1K0AS/NZL113nB03APVWG21qsnUJf9zF+VwlxPzJp2LgdrGwDGCA/Rl8C7ycLvALmOGShAYJjzyX5zUHttYCHGF8Moijlg7hL+ZyA+hr/ufbJSBxDnACwxnccuGp9PNT1uqH0UCr6jFaJMcD2GYeOEoBPRh5KI7TQHDK+k6lNtnA5Np7D7Cv2VPPcb7/zfaosjmF12k5tBj3zuGhupyFr6rGKZpbBU5FREwm4EQM6zkEAfoIvv43v3//7r7TwHqPhzI8zqLQ/ZXj5v8cINO1GtgxdJCc8jhXJx1HBOSCrqR1GZ5fPpuqzD98xd0XEMVjNW8nQeis8OlDxr/8z8mNa2fW9O9P7fWY7evqM1i3hh3xbZOiM1pc/cBasE+zbCfHU9epOIeM5lbn+vDL2/oy/WidKb3Wr7T6LpgPAXlsDE7+3+UE/dCYe8pXnabqdmKE9eUC3sQm8j9Xi93NUlPyDMdRzgX/tfEz1waksqqBgzxMxowoQJ16NYUTSydlr2rPjQfS+B3iI/o0RqsAMa4WhyTgz7gQ9oS/7D2MQHjCdSlYYTB5jz5l7yiycM5JMMzuXdo2OY9lO16HVJyeoVMM+Yg3Q4+zdVJBO5ZCN1s30bwcL0EL7rINv55l1RiziJbolNDOfApxofWUo1n7/5z8+fjwO4xr50sVvZveei02VXqrR1hb5zhSWw1vG78vfVK6+dsOru/71z8h31vvuKDHJdTNu0dpy0zbgOgyiqUH4zz6kslDjO4kJ3r9bFdbygX19bMDyQgAcujov8j6r0vug+bPMPDMctvj5zpgnfZ+W45ejP4t9ZV7TCn4CmW9gvGWgxnLaRFYA+AJSZmC/6dGWPwBz5IbBv00T6NKZsUcGfB9KTlu0zl7QWqJHde3fPoeMPQqfvzwDHbOHq7LfLf9VrRsFQBa6fic7XL93Qs0B5MeH6ZZyfZboru8E6MahDa3XXjctvs9IGjh8oiTY7+Uzy0a+vSAOvknT9VrL748c4aBEzySKWH2MSddgzGZYq8vQtGd9EwDGCfUzRJfK/n5tePiA+fWco+NzE/PGzFXzIGDduvfls2M3Twb+n6239/mnZ0hgNr9MRUjWeOzZsRs7sdT21wSNZX8ANHcypALknb3Nmh9gXFOTlJH/2YH7WfNNIJoAnN4fG3fElnnz+KPzAPOLAgLf39grLxDgr1YHrK4mbzlCK7HfeKjXrJMEznpUAPhNssy+CLhB15DWQwk6Uwl36x7vOdpsfr+rFeXbQtGBB39GEpKJ7ZftS85ys52d5JMkYk21pYD+STh/gx7IY3wiyYI/dHbuvBI4TJVjcJLYZG8AGJriA6qtqb5zksXeFoMOGGwg9vDTY5+fgcwvf1YBuOPdAKrZgvs9++ck4zhI8ru+8vUKGKuyYO7DuhLg03eSNJ/vvnY52I/oh57CLunqXwLAbWcyp9jf28K+aSKZF8Buq+/5HJ7uQM99xMJz3pvt+61Cg36X/2MbE52RJ10JwHNUg3lTsv/b4zmaiuD34E3zub4noBEMJsUS4DcxBrLm3QY5RRusW+RzfPoTMC+5TwVRJy42HQhUMWb/nLNgO4iez5f6tjFLxxrf/+T7CeQ+3QM567TXL/IlHRT8EvCt1u/fflWhRwe0pENiH6wMbV161n2+o7+7AObVxWccU/yhiqfreRrZdy/kG3iLrqNKCv/9rLcDi8FUNLb4QCmCaR3QieCWZcN7uo/0d8ujPCMLutiL9jkAOsUyomF0xSvnGmh/9bee7eDeZ99SiQat4jetXCUwCe2cqFG2A/qi93rjWFy3LXmFsYbP8Sv1e1e2kmzUyemY4tDGc/4mJrrRPhMdsbjz6IuideMPbYtS6U/y4RsAVqBHMp59fXfFm8DXHOsHzuP7V2Dy0rklX99ET/joz5Kzw+fgiLNB9WP4+j1C6fD98DcJbH7/l8AVrYLfALB8QRVT/YqtzV5lXPavvUYlQLTOEwTOZ8QK4lv2q/kBHXQ+nw5Xh7fK/k6Syp4xnUrOP45dfPgYvO67tu1mk0T77Bu28QZh0cYKMr5OyEIPYi/DTw4kzfx1b5Jagz8r8Lk0uWzhCRLefJniui706Of1dw/OYHqsTXMX6kR/IZteTOTtENnP/WlLmeku2naHKe/V7x+dUkQ/fEHOCYf2jZ1fjFB/sPfFKiSosg9J+Nr1zQJAXwrFWn5kFRKoNtYwtg9nJ/faIPMoBOM5satS2QrPH76sBIH43hkTMvbYkN98BHcJ/9S9/v73rfZuPsLH7XmBWek9cFmOrzljjKkgJo5dW/gqcZjIKi/n5UeF5zO39s2R8ZIVxr/GFrSufoLqWYhN/GT8f5Y8EPnHHkmCmAYnXuX9HQs+SLqjtf9LMurSoROzFtf3eL614sjQ1p0Za+5AB5prz336fxNIIx86ke1RCXwAACAASURBVCVjXnn9xjk6KOy9ON8/Ra1PpzbRrP2lv3xO8P8K4IVROvORRdLPZImHsAeYfVrccIaMt4WM3u+7d3VkNh4KDsKatTbOls1wZNy2YMgmSQDkjXpf1aY9aQmQYTA5hssAAYbJpnQGYbUr6qDiVjCFwBx+TYsYC9jJcDaAUQFgmPfMdeZ1nPJpB6XWnbeBPJlrGqPASumSAgt/AzYAViJQ8kQpsM5CSrVGWkPEqMyA2pBjrAg7DC45ujFQf64tgd7XSCGDTfdE4Z37z6YnM8LjlRM0gt8glr25+O+taDOOSBwygC9+Eu9xL4ylARW0Ad7Kmc0s3YBy7heiS6kTlID2bj0+1Wo5SzjBn1T9sNDJyOnzaRkn4zf9R0hwPvWpuKgAQcaRqwGYPEI5EFIQ1cJS64lgeQMPDXS9wPNvgEd4ZfjEUibMFaHfAYDH0RlHpLOjFpyupI5ZKyvTEaTmYTlCkjcKpoyhlQpIwXZr8MHDAARvuzHoqz2hNcMJe9uJ/UhEUfJ+2ZU/guWef49jHchjGE9QSGM4AeBytlvAm6YyzIt3M/YkkaQaSPRP4IfgVVcUQLPlsWTy//WXqGNkxAAYncmr5xHgKfsbg+ZUWmoos4ydPd0JD3qCWnl25vZvAeA3yLQOW5Sinc2hQwyfbaGjZ9hwdGuiKLhDwxOAy1xf4A054jZhp7WenOq/JYg4Do503ttymLWB1hu4ks5KhuzJlHeiVAznGwC6HZy+Z8DKBTjOnjsPXAP1dar6PCm+/jOj+feWeQ4MQKsxbj0XeFOfaj52xsLMx95iLea7+oyWsPAN8+9gf0D/ZOJhY3RLQr3v1oBOkFgCaN7vWYCMFfp7DOKXCcyExrmHnaGpSkjiUQJBp7WbvjOy7z2jS/QgccqVxvDPd+/YBFJwm1n8JmBlAOi3CfSg4y3P137ydzk7UPxdDiLUWB2SLiBxvrq18FRlVYW59m/ObU/ARddlTQMM6SV+kH2yVVzTZcSLjp0Sh7E7amj6yDdJbb0EthDstdz+HqIAq58z8/3NmX+BtrYFLIPMH6undO/3zJpTjTsONABdJwaYz75ENJ3x2q0W76SIG2zw0lhvoYcHXPEg5zgAr8W2xMaOYs1azzA3U6x4neqwtHS6x9COy3V+Xukf+EQ/JYMJVmhtkXMnCUByaoKCBEE9HPZ1nVN42iKNvdXPee0L9jf6nLOYlXCgObxdN7BpW3+Y3rK1Pppqa1L9hczn8zcI4PtX8k3rnMuR9f2jX9aHSautXi/8FGjygt/WFyMTsK+XNtk3qiZKhVBsp/B+khczj9g+7rTDvh0AK4Gw3PECG2aQBJ10R70FGA5YjMxuv6cD3XT+CRumvR8AfoNAzMmmoUGQtNLsRIPmCX7n+Vv1eNuSXnvrGpz3n3c5/svMOQGRyN92dNvp3ucncYcAhJNVpF4mGSVVAmGYC1CsBDwnvZjJkxSiPcM5xASNsTlMx2+9wstZf2RujylyO/uhE0/wx5oKktL42k48mkRhfacDwHleOdkll44vOnyEzE7ib3iyAzxdcYysllyP/N0MfXj5la//+GcCwObb796S/zxT78UWI4AVmua7+dlrmQT0pQhrJw+hMYKmGS08j48hmSa+ASh13nTka/wV2SXVUaL9n4+uf58AcPbwBoAz1viwJAN0B6TDU9+jug1qJhnZs37Os349oYcmIZZszWmR3crFa7x62fyoxO0BDCxXXYE+x01YeGRPEFC5qiz17Amg3XssYBprJzIaWP8eSNeqZwqztnmXCop4/vF321/jmSTJnWf76+FzAnStg/AlEvBPIDUv7aP1Da1b7PeWjU0CxkW/DXZlAnfrV711OisV1sPcxbtJPs99eJ35vInSYy8hR+5g+9oE0jvoBOuPyw4cPpVcdZJi9O7BsCZBgnUIxiF7YBP8uHf7qsin7vjlPTGCHp1m3/KQfYD26XRDJSd07MKOw8Z0UBK5Za9PwUMqYYsG9iVW78GPrcMB7W33jiBh3W/dUvuvj4/DDpL9Mv6FAsBH3xcWaS6Tv+JKKzreha75LH6sbAJ9T/YrL61zJ8XzPpXsbfuIrw9/lT4C7Kcj3ZG54md2wWBy5wb1vtl7fFKScA5u+GAyns8E5bpCL7bIrpH2nF7nmDH7PZETvsfwhX4nsPmegX3AfCpo60zF9r+hv+fx3V8JzOF9P8ivyDm1bE3SfK55qRFbLXz94oW6IDwNnb2vxn/1PNxS8pbBudcEeGav8lTwTaoWmQed8fAl3hb8XI8dzHpj15Modb43gflXvvN5+5y/7Wu+50DKt/biEQqhRCfOUG6M0XMZ/y1+oWi1uPRLeWTM1YXydP1cv6ttpfcc0TMfE+5nAPckdIsfBj8HP2DdbOONzMDfOu3SRz6xJy3Xy97BX3CHTcl/zbswlwuXLL92k+KWIY8ssx9f+KPG/s3PcQ0l049s4/tvnKfpfNG4cAa6kYJDvP6s98/sW/CH3uttp3FcZVcas6busPC9aCkcjCIjdMxifJH8HQzm7IFJDgFb+E84MbSILt3uh71v8N9PcNbrGHuf5IRU3Ivnk/x2AsBjLyTIHHsouKr4YQwr3WnG35WbGkN3jtCV2AfEcOACjT/Yxr+SzDuFJl6PK652JyCElwcrVaLDH3/8SGgyLUaHsr4OZp+4SGSbXhRGJgFusY77KIylH77FHjmjG+1aZnwTEBYvT7I6tir8wXqBK3XCcneoGG8yU5pkG65VAWZjmb+1eyd5IyQZG8a6M/IObEv6o4uIhoTDFzwxPzux6e24iu0sljZtBSfJfqCr1dD9dAkSDw5TnGTp7lohn3jwZ/jCAeAAtLkSQxQgLy2E7yyNW4gEgNHrZNB+t2LDXME5yuANZCSA0cHTPP8WYmkpEcNOFR4biEorggMmj/NFi5VjVA2A3Yaegewx7Km+0YJf7SVnAmQoxykNENAVwIAcbchzpgyK9zhBAyzYCaKKJPjvAWhYOBxHFfF6jrOwOAsI2jYeLQgwnkbh0CpYtKU1wAK53/kAUyklRgRw1/qaRlqPAvK7VVwbAGHlkjQXj8dpSAArLaX7pWcpM86bQc6nFkrPdzVxgqedkdeOB1uIAGUDfqdt0mTRwNs8p4HO5nuAHMZocGVo0AYM7VBx7HPfXAXwQiauwfNRYu0kU4ln6sXTnMdO+wvRfxaeljXb6uA2FnvfZD/K4JIRu/sJ2jUgw9wQ2G2cncxCgToj5CKkRhubLbM3OxNFQxYISHKFJoUT0HRFcazzEnlA5i+yaNtmbYbMBmWmhd43Rua7Btkd4DrnqWncj7ELoHAx5/zR4zgVXJL/Bg9oMau126D1ZtAtuKJWMprzEdIlc+KoPlVI2g9j3CZBJUG3DgBrl+Lckx3XRtf/UVWs+G8cmmMwjoxmH1BJ+2Zf/XnLv58VLn3+djvP59yneXgnILhCwpImeibXxbFirN0Sbuc6u3+2jKtGDIBiVAMc0wbNu+xkQiLbWO+cLzwtpAZQpDLEcunbv32ejsbZylj3Oe2iXOGas8XbASWA39lubnc7zvNxmEdhIOv3jLLJ1i6PtOXc2VuTZd2OJkZ06wfa+TRQniSJtOBb4ChEZn7+bDpoYIz0viZIcBxoA8jh3wCM+TbBnQbaMN7QFzVVn8VO22meh+Fl41q2w+iNA+aMpfMbf2eOC4YBMOge6ELkrWRqB/AZOy0Pc4ZLwM3YAoAASZoy/eZ4hgaECUrqcyrx1ohbg91jnfubk2denQWZ5+RcbvizA1kWHUP/Bm3deeMLeB7gTkHDqejQHQHslQDmNZ0AlGkwkzstK9UBhfese2fu46Gdlqdy3KZ8HB46TpbnF6IxJhI8/Pyhp/RMZxh3pTj8899fOyB47QTUByiCh2TXND3E53Rkafu1K3+pwHEyXdm/xy4a+aDhnirs74FKhoFXdW2DE7uHupPGVrWQ/GQ+rYQd+Nh8gbNg3tZahQ/hh65OiuydoOPYiyQpaP7wYetT87FbZG+SBPLcoOZny8VfkKyas0e/96UqJdberF2ddxigYhNk7sBdbIkGv+h4YZ9gkjegXdvFDUDKZvfzK5Ehe2qd5NafyI91BAXw7hnO609kr+u5AVrWVzLwP2DGbwFgL8+3lwQg0N6YoCHrdRJjtBd8RED8AexjWtwvWBkbuu3k9t+61Sb8l6BlZE0HEAkAA6aQ4YycAdSA9vDZBrmy966K87F/0Ee6t/RN5Hiq1KID8AVvUM/3++RGy+Xwf5zwc5am7ekEwfx6KkmyKdZPjYM1IIved/BX9N5WeGevVtu0bcGfsyhz9mq3OY3Oe19rZ2XsDZx1SzQHrI4uyVhkS59McY1b9rZN8iRXW79+c+iENe3H2I0RnugSnv3qE0AxdAY6TNcqEUvjjb09a/w9U/YRHRgYp8BcqiNYU1qksm59BEJ4SPTHx5ijbD6ZHF88QJtn64yG2Ins45NMXB2ZkLcvOLnA4chb88smOmkc2J56jmwP8IWznqo8nIqIqLjYkbzgD/bzPW6qDuY8s+/D9nX83eMkRe/qhS8FD3QCSvtZbetDV+wN2sv94EsqNEdvdPIyoHGfcY7fSTJ5ZI14NL5+ZNzaZgR2nXT0vVJFOPrC37s7ICQhOoHwTjxlPgT/mEeS21XBJf5MBxTWhe/Q4aNlXcDz6MLFgaazy1zYn3EvaCK+cQqpdeq2E9TcT6Cl7I7IJSX2RNZxH3TbBoOH2Yfftb7W/9onTjbYvRCdFYyMAPCbhNP+ZyfiBTsByKbtZXSC25bPebfSxRetq6LXAa/qVJdgWsuclc9d6eX7jZyVNLFNPvPqApLusNH2Wqr4sy9efyTPX/kbubdcTwKn+IhKv9VN2X8ZQ5+1GPqkcxABTFVdZR3hLz+lEuV4quQ7+8b3nX2i9ygA0HeFF1gPlW/cyZEaF+cb9z5uHFZjyp7PWFrXmE8r6B3+Dm+xzo0Jsue0R0nIBi97bUVPfXSVfm+QGpXcvNi/d0eMrkQ8APscVXfk8UyeZDtVwL32PJ0q9VUSmNpe8/ilR6XD/p0WwGCrrXO4b9wQ0X8x0qPna8074RvM0HS0f5UgMfQhgR17zXrQgeYq1Clb4UeQAf4pZY1dRDv1i87mi+2Y1FWKR3es+Jnk3sjy4+d4LqvvNhAyWNh0spCdKjv3SjSZy9ARvwWAGX/zt35Hz4lX2i69Ogzoe4OzZ95zjrBs/tHVSX5OQp7kAnpp5zf+0/j3A1V5OPiep1PKJ1v6jFBkgb88hTLsX9nv4OknGGv7cQoYRsxqfzvx3fZt7t8veAWZ9Rb75DlVETq8Aa++x1921yzTaMYRfocfR+ZprOCT2D7W/0VfBWy/G6Xw7wuyKTA4iTI++mLOvu3uOQqg6UWCFvIv8meLOLxvJgCc3xcfhkbYyk0zOuR4PnOuLLZh45bQvAtsFKpwh4x59RGhyA8CwMiXlnfiV2GywTfj87CGHOGgW/+w821HRXFBT9EF3D7dgBbfOd+b5DJ9zzqnAuSXrUVsruzrPGz3O/fUm/YnPJaMR/s6+EQYxvaEdIvtn3To2DjjyBzJv+GXXIRtsQUOevvE04b/33Ou8XdSBZ1AKWMQnXmJfKcjnZLGLltzz7R+bQ7HbsRbJec890mg60TTfO/DKWefHt6fc4Hhrx1T7OBT8Pf93gl0+syVwz6iID6uCg30svtjX2mw7tG38ecnVjpFIyT6oVOw088ZwBiuDOw3gPEMemgawzUOoV5i+GtBzSDTU/8bvATRAhgY/1PVNjcHWNtsNWV+ZZO4ksyECNGsQMfBIECKAATsORnCw8hkVMegW6Put1ZuEFnPITArJjbgN8q7AZ9D9GHmBXoPD17g7JtpZfBOVQMjpBtw5A5Z8K1k1vtkjLPBLyarDETObUC5A3hlAyc74Hxm42ONd6/vCPtjHIygNwOX0ZGxriIIf+QsM7LCmY/GvsFYZe2PQWTFrIDNON264xM8ZtP0hm3nmDGzQRbUXwGO09NOwsmEFQ3sGCoDPAEMGTF6AXTg5GIUxYhX6eineB3wi3AML20L5K5gRIhCV5xWAiO6ViDDWxHWgFfWIMLgBB8qePjb+rUh/6My0UBy2u6ytsfxH4XeQON7pkhn2S/3728tS+3IaktJwLvSJYCYnaxstYt+yaA1i/mz3pums4I1Hxu9gBEBC9P1W6KuSD8GYQWMOiuTAA97FqA9xk5kUoNrpvc4V+fMs1mPF6Rh3b1/v4FJwZFFBcUSlNi2ZdCn+YvrdQ1AwnHUvnvHWFhQBqXGeCznZs93RtMbZEwywmbe9fjhFRxT5OUBqA30rgI7Z7Wr0mnW0uN3UlIy1KnwusGZNTyaj+HJDtD8UOiTdd8yP8+iJdoaWkcuaJ0NuEjraoRrfNmBGSOBYIAdbf2TcraCTsWBZeD3fWiPMRnQLLIPeRGD6m65ztm0kSf3erVTZD07yvEAWuKvAnB4FjItxkH2E/xF0kE+G3Bp9mYDaBj9fY40zoSeA//2/MKvt445DtIETtChAPLoC9GTDEnOgEb/BeQZgHEMXu7bvNByqQ2w7N3sExLOqM4jwNsJI8dp0DXftd16jL0YWbaBrAX6Iq+iXwKadsJYd1Ex11mX7Pq0E4DDeQzT0emhv92dA3BrLKnICa9rPLT6hs9XBq9RT+slaNdqP3bSnOFsOZM18vNnHTYAnNb0nSm61TgLAGZsaIDsHQLS3jPf/WnhRhCr7Sfz79gpt3wcWk4AQc/hc8s20UO23ti3PKvBulyz7azh1dDmqVz7yP+Pf3Sl1djKk4jEmIFSCBwaECgn23eu+cCjyFf0P7SXfHUgdgJa7xEW3I/5u3vNVEJlH3xtTGsPaS2w90m4svzzuiQwhPMnljvnObvla/jhyIqRRb1eWumchZ576gVft05k3j8AUPsEGlDAlNWTSXbsto1W9QQGVXE39tlxXuGJkocdNCUhiPGf1qazPshS9spvP1vP4rn+BjjaRh6bR/PCZv4JbidQfV5UHjy07Eo1aKyrumVkg2kNxDkJcJxPP8s6TsBxeK1Bb0AyAnS2CychUr6Owfvxp2Qvn2SJ8ddoW0kAjiAr/Hr06/f9OPexTdSGNzpVMmblB3TBXn+r03zfqdrO3mjZc1fSZd338w7I+drRB5b9Iyj17fy9CXTNF9gSDp6M/d1VtZ2YxL10vehKkEz6Q48jgN+JEMmen2rXoouDXxNoqCkfvPPI+e+haT3+BdjmzOTQ6QbgqIbWdQ2AnVbAAzglyTct4MAgElhZHyBrvQl6BM1IiKGCOwDc+s+nxeLhpewLySTsRHyt7CcFq6fSUfxteweZnZbw8Jv9/0nwI6ATvkuSYfPNyyfxD2OPb4LTz4RKfJLmMWitn90VQeMkIPBWWIUXCW58XQOcIKjK63SBwCeI/ZTuHgBEvX+HdUour78Zf4CW25sE08l+zOfYFTaiIne740rYMuvftuh7pBV8oZ9OMDLj7hmsBCQ3aTo77YcNqIH52kkQdaeHDcw6IUWsM7ptE+h3veGjTf4YjOqTj/jjhycmEHcnQ4U3/4xvUg0+uvUJGuu6TgI+SVxO/N1E2sz+fjnAqyMvJCu1fkpgHLkQ2kf/BitLopLPCWTNzPNUmsWHafwCH4i5MU7kCT+ZH/Ita5v/nLyl549NTgJ09hvrqXlOAtN0ykhCdfyvl7bZE7ENsXm096+AnTAoHc80iDKBJo5gavuZvdc2BPIBW58xIF+ZO/aTMYWqfg1ov/YUuiE8PP6Y16cKBrQPXcF/zIWRWVl3/IfWKdEJXyLLHB30Bu0b07UfofVWstGA3Ozxq9PXBLx8jMbYeQQ1mC/ywHvtKJjZezPv5o9TIXjshU2uPSD4N/G//SEFOHiY6ZQkKtmrttfduTI8JRr38Wy9fqH97OMKerCDsGOPj9aJpdIDlofRbRrPnUC+yRbMS3Rt+xhc492zzc8vjsh52Afgn6CAxvom90fe39W2fcar+fSxj1mrN0EjvJVEnWOjGC/J/lw8QX6mdNEG6y7+UgL3YDGx32jvUTZtyUmKg44/MIGdJCAN4b/vE89o/C6yYbD00+ktcs5bYl5tI0b/qyMCCYsJfDmxqeTn0aW2kzepCfne9NBjKKABH4rcvfWrrhUGu0Uba2fAi518ia0Cth+ZurIw+nXl43uUp+cwC80adUGI6NS+qfa5ZL/wpLNvv+uDf0b2OAgsfNey7g4AH7vVZ+hGDrgDkqTTwWOiqpGFMtucECvcaqqoda38Vu53OmJVh4DYQ8JAljfffYYP3fL67K8pFul2yLqerqDGNcwjs/9LZkMPChvd/WDktY+nOHb42MAGMEZ+j295y4DIutAstl7rB78/9DwB4M/Hab4MzTbp5aUFtu1eU5khWh9bJ5MAWi3+VSBGxwY6U4TXf9o62M56NomTtr2GBzehaO0ufbfjK6fLnvVP/H9ef9WaDf6A3ct8Yr92smB8O2xj3YNr9Ltuy56DH/kOnQGQSdyDRA+PeXwExpcCwMXtfS/7Ehv/8hpNzBLbCBm+c7wTjvGX4eHW7e6c+A3AFOoAcDsErazNSJ0RZCdpA8CAeW+gsFsHcY8Aa8kMwIcOsCDKevoTAKAy5gsUOsNYGzZON8JUzORkg/bzS3GhgBGqBCR9vYTCDABHWYYmLR7wgA8T1kNegdmtf8mmaoO6qw1YsN6sbzbruwn3mmVqM66N7gW8G3g3k34XyljtijDuNS6xHbGLfg+TE2TzhhmQGsf3ve4d9z+/yu04dKoaiaP1vk6Gb60h2UedGfNeh5J7DZ4raPWN+Ti6Y/TDPwcsq5aKrElvsjgBUXCid8mV4yQdo3pAeiqLGLMEIYbI2zqng7knAK0LS7Crsriz7Wy8+lzYPIHx/pnDS4VbvruZf/q7q5RYAj3P4LEcjG9ObllSyqWd1QCCtMXRXvyZrXYZtJOhD22kyGUY4kz8WOdxeLRHOM8ok97Kg77mtwBwPwvDhmCkZFQHTfdsE3gVhR7qSEz9yy3lBRwlgx2e2hYp+e4JpNsrWbkVObkAzOE73zGvzuzzOr2KowCn3xQOc2atUsUZsMT8MmMCwKG6Rp8LUJ0GAVcGb+652ZT+awBhjFM6SFyGyjgjbeT2PnoDjHnKT5rhzNyOafaGlaYD3QnIc71pZ7k1AYjv765S/y0AfPhFQIKc2G9RAK9PZuRtB3GJddWp/pXT8AGaOVsnhq/3ywTlMAQbUNSNInPPLU91AoZtG+jhDemzbRcSBspZNHRJ8FutwxyUib6LLL2dhJMgM3LoDQa14617t5GUimcC1Um60TNUMajbZf4LjhPoi5zYrhBdtSi6v4HxdnQOwDGZj8y1Ha+XBg2Q57P9D3PkN93NfLkfZNWZzbzQS5rDbwFg5t9tbDvxqxMyjuy/WlBmPX3e4GxWywibVZEiyyfZG3Fw/72tiuxozxn233XXURnlMNohmgop31dbYhyS3SsKdH4Z9HbekvH98hRONBU6jBH65G+7Qb7tm5XcAWD4G9r/SCjwnkU2r+HewIbX75l37JGcTSy97fk4oBO5yEtz69be0Ag+wlG4joXwxYB7myRyaKbkl8kyxuk3r03e2tmnMwgCFYwJ5/OVjw3ms347k/x2Za2LLnNGnUc8RL4CwE60Cs/oTNWl0xBJ1eTmoQUYcVo64M91yGGCty1DAVnDzznPjkBmZ+H2nCJhsu5aJ2yH6Cd9OACAWvlOANhrp8xh+yO3f6Dx4YT9FgBuW9j+hmX/2utXEqPsUsvDuwXuawOhK1xl9/2jhWRsyVVAONV3AHh8pbLbugKO/WueEp0GrAv/LjB75OgEB/ZoF43BhBT3mPT9/HbAWRdXjH/3xi/kO1obDcLA1wBnuif+qJNHRP8Bg9hb+HXsS89jWnzRqizjWs5Id41NTOlxXvSbS/hcPwkUoCeyb3I0EDJL7/U9b6AhQXoSBHsN4pPqYuzG4h3bZKVTnSA2n49dic5NoHWvbRkKFZoengN7Ymhl+f6LfeMk5e9fB7Ay3xswvAK/E0w99u8TBCNA2R1TXoCqg0B6loC0o9enyg+etZ3xAf7iCRIxjq35PZsgKBUY8WuxxdcJhQ9lzwns6+Qs7ZWriliBa91HCyi9MwnVLYNEp7TWJmE++6w7UvX+J+i6nJvf4hdMpabtpfhF7Te814QnNnmcI2l6b2DHt93e4zl2/lSmty0JYAqN3vv2eBYMS6Jnv/DdVk9EzrEvs/9jW3Sw++jaAZb7nj2f5f8FF/Wenut9MjyPje95IOLm4gVYI/PYy1tRxcZZA351Y/ySK7g+ur31B3tKP5NgHV7hO9hVp4p6sIkOEGTse81ve/63gEKeKZ/4O+OcisvP/5+mLU4uebGHYfuRA+Gz3sNeswowsw7sy557YzDaLxfWMUcg6d5XANgydTsMubqPSph52KvT3Mbzo+s7LmyMTrBypwJ44/tCnyEfu3AB5/Y3mv7Le7Gfz99jR78gcScvvWvH9e8cdc8EdVn7lmd6Hz297+vIE8nKryHklbDQQVv2o/eSChyeM5BpU+25VweGcyY7XQ/Hv8oQd+//ljyjW8UeyJiNbX3/E104mu8Epa0DUyyheZAIS1cO8K/Yr7lfEkjjlzf+cuTktGA/8mN8APA6eLeDGtiVLRsT8FraYv8HU9zK+azdtDWfm78y9lrfaZHd9kmv+0moEC7w2ejm9RHQ2PNJwss6REbl91Tw0Qkl9lonLndg19fSAWvkMv5KV5kmQKig0OCVSrbz42Rvy+jLjtCjwbpemZhn7f5pO7D16Csnfd8aW/a4klb3XvjHuee0x5WcGbs4dE73oyTAZbzvKxhPEtmga/98cTGPbeT04flZ/y7Q0Gdvx8xXvrcOf/WFnhOsb4O0xy7y+mcm7Dnkd/N7VxwGCA+G5C58Dnou7qDr2z8WfcHFI+vyPOQ2enXl9OBDM8grtjE8AEZKiq52zAAAIABJREFUt5bYIao2Hr9vEil/8KeC019SNq9rnw1WmTXLNzSEJI/EVnzln2Nh080UzMrXPzEzJ1A6yWGTCN7v+Xllf7OXkFMvv/2GR7aP076I7ehJloV9wRS4b+8j3utOBODjK3fitGR81cVlEvx0j/fIxfBZ5Mu59+lcO4wxvlDWgaKPJA7zHh2TSMSIPZnknn6R8NUdxvicPdP7GfvqLeDzOLDt23SV2iNhYuQM9+2kwea3V+94upZLd2JK+OPuoBL84/bT2a9v8eiLI+p77n78/RKMfP7rAbWQTeXtCtDD7O8ZJSK9gfY10JsIMHYmGYV4hExR/zDslDCzmLruZDaPgLZh+TH0b+30zub7rsMRDIhNNdxmwNAOWmPEWWqhECGwivIlMu2KssCbRftWV76bF5o0cLwBqP32fxpLV9qcMxHHqNQd0iIgu+nNiMdB7XGhVDPnWSsrNErR56eA0udQ8Hd+xxDQGKzY8w3m85tQA1zOWvzMVOu14PdT4SjlNgK2swZxwOATHFsZrqmWW8F1BNu0amkl6TExqTkDpOd8WoJpjvXBFRj4DLfjIMmYVfV8A8uPc6Db/M8/tr0BAIdpNw/BEQAkYk8nuySt4zZgEyAL2kkoErQiGC8jWrcGAPdZBwqgDU/civE+/0vG3Fst1q1JZRh1u6aXB9o5goQYxr+1tUrrtzgHGLG0oOg1wFjAWFE7BbeO+BQ7FQM/z04bfp0WkBrre2ZEMkUH7P7mLuP1tJc3/2po+j8pJYDbGJLt2P8GPjQwjWFBYOIY6N9dBazygl/jxG+mIOPe7KiRv98gdBZb73v2vt7rpAIrOVe47/MOXecc6l/l1yiwSy9baWbUyJk4Fqzatq068mIESHdfEI0ABFPZsIlJkTVZH99jzmjR++JBMt3fCmCPyUB0wNhT/fXs08cGOHMJQBH6aj7QFwAw40oVo52KSiKQLPjnt9+XDqERGZYBJn8GGNjP3Fs/MZoJ7MUpSEDL9/x+P5nAxyJkH43ckOzHORsATtciT9oB7cpA+JG936243srO5rO3MhpHBuNIwNT7bDsWRZPYFSvjzuYYuufvrGsHy0LnfMqctTQA353R351SnImqlk3jBLAGgEO0rgEIi5PTo3qDjQ2PzGipxhzhS6u/tg3eM4RO5vkku/3ta+Uc51RAw9gznx5reQw/UA1kPnKG6Di0BZIePSM+H0e5Kwx+o7vG3e2PvBIDfLjCcRIS4NPOQKaihvvCzwlsx54juAjfxHm4AeNz/TiSOBB5/69nv3ZQWcZyB+yWZ0the0+F76j0w9Hto1aaLn0mzSsPuiIHfltgYZ4zjtTeMy3GSMBYG/sneBI+fRwP87706UeHj1/gU8vCarMknpcDRnLbAXxP5SkAiPhr9xQJhYzXCYy0qB3dEp2+dIX/xLEN0P0Aouem2CcNJmdP54za1z5pPbsBzpXRSZpKyM1JouK14beWpyIWer3B2d8qYCSTaQX3W7BN4225zT5sObeJfWvbtx7nvpy7FQBIAMlaRm/ixC2Vwgs9R+hz/KE5AzHyaH0kgFvud+xygZ5ToZ3PEqQQa3ViwPGjxnYA7G0gCPmDLfwbHS+w/QTDo784MqXtgwWgdu7ez+ou06CxSDg2zP/8D+3Pl64NvEBD9tOxn4efD81NvkmGfhZC48K/wE7lK/qsk67e9n4Endnr7/7Qvv6z8/96GCQkvH7ku3/wj3Vt9vvPdpNJVkrY/NgII3eyV5Efmnd4hP3f95Ocgr7H3voqwST/uvLKlDX4mY46/tv7OlU96JLX/9CcsQneRAKNqUF7eLzPKGs9fweAh+/VdcF7IG2Bf+y/y0b+WT3ec2dO7VM5ADEJyLHfdQ78H8d37Dlh8y5f7Wiwv477O/SDrq8d9ds9eI99G1tDcw5/cKaenqGhotMzr/ge4hvZMb/RifsSuIQe4aeVTTuOvPf7ES17jTvlaK1P4H1wgO/yTcDP948ePPRZO5P9oJ9ywdX1rOmZ8e7MwK2OTz0t6JPwOs+bFqXderDxlVcfNH+3/PTYBD4q0UaVSd9AOJuQKmDkNPL2jBdf7lsj6eckJAovoBo6Fbd3UiD7O/ur7W2P5cMglPAnfWU96YcloTb+FaBrEgTcDUa2qX22u4Jcl0om0QI4FJ51Ofpo3h290D4ngQ37uvK/xl5lpVqevGv4Zzqp5QJymWuxWxqH/S2Az/osx+xvf4YZHv48iThJlgELAR/Ve6wzSYzeQ99175mR0CRPXwZ2MGwqcLvDBx3WOtD38qn2Reux2C5JYqVSs49cwMZi7xNw5L50oOij8aiQ7G4FZ8+JlWY/Z10iAxyEroD2NW595Uki6fuFPvkClcid1HbZldXNJX5jkgVfe63tDFa/7TX8vfb9fxxXos4QI3j6iAhkUY5RWSypzxDGvzKNKgCkfar9u5XUWxHt3Td4csYPFnV3pPxt70w+wOGyyLDp0Pbdib3I/qISjjUmOAaGkPuRFKC9vXZH1ik2AvNLwvRith1AMjY3PlKvS9P+TXr6aV8nQGhOEVYjnpot1fhkHwt1kkuHFsf3HV7UnOkkdMbSimYYxzq+KsOzttu5yZTSnsCpFb3VLWve47v24afSNC3+o2cpAPAxNmPXgFmH1hmIfrZ9nuNy5ogTmNzfU1X/dtcKzf7rHJUg3IZ161iMMcMJALech+b1iPWPoct0+LyS9YzzpsirkwP+UwCYrqz9LI/1MQE5K71tVNPohh1+JGz62EN3lFTybJKZSXKz6/LgOLpnH7nX2LHofAcmN8Dq/WJdkjXiFfstgUrwcOaWo2Smql3JMV/XpsWNY8/zsuwT/u557Bnx2rPSQ3SScQeNCQBTcTzcdMWbwg8/6cfzsHP198qSPfoAOQyP5rosBsFhaCs5Sazl5Ot+F7Z99tP+zlFujaPjJ0kBgX+0ftfvjbu1j9wBYFva4H6fMWsqH8NrlBcCrQG1BFlX6Mk4w1H+2Ypt2g1+C/ZbYMsZJggRM/sqHyqhLBS/f8mWDPiowTqTaRSoGA7hSevYbivYDN5nS8RrFxNMS+fvjgAxpoc31zI8lRCA1rT70ncTWNPiJ0LfhtxRSnYS9gwjNq7oi8N3Vd6UArqqBmZcYeAbuEZw95lEm7mU73egAWb3vUbJrCL9qXiyKQb0mjZp4ocTALbADt3QDZdhowDwoU9lidhxyGZnjU9GywhCgjTXmD1/HHiERS6gpUZ4e1oTjCJzBWIJPhxjMo+TbECGye1kYgz6DGsPcjOYY5xGwNr5+YbSWfJvBTAbemliFrKhYYdQztI3UD4nq7GfozXxfGQUTqC8z9RqAXUHeqKkeGmPEgjHgdLztH4CLGJMhsYdgIWOb0VFg026BoOCRA7JC/gUheCxincUnHA20WbaeE1nP2IIPwk+AYYq28uD1ZtDR/O5GGb4OK2MF5xShaZeOFQY+J3x1sZY9kp4jZcB4dkbp+X9OLYen7uh7BmjGeDyMBmKncVn+g1C0CC4qvpNlwkK/fH3PzZwNQHC3wLA7LU26rQ+vwHponk7bawlYETGnv1kZ20CwH12DyA5FRztaCX7aGUm63EIqiUc+mKIpoXQygsU+clU/5Ip9GkclMmwNdis8U11pjOUA5hyVt4bADYvOhAV3sOAIZsra6/2UuMYDL++VY+0NHTG8nfNP/4nY/BemESJ5oF8lqDscXQKrAdEIYOS9RRvd3AMB3DbDAYg0QveNf+MHibA3frryq4efbNVMD9bPJEBqjVxQkntZT+3zuPqqiQ9005y6Zc1kFI5oL+3WmHl8raY2QSGbu/9a4upsrAZRwfLjkOG8/XNpwMx3S2g5RRBK3jWtsj3L4brlHkUc8euyRvmz2lh2c/vtjWnAtvyeIBrAwNrdGNPkE277djzHALEbo02Le68X78LzOMnQLL2DyBJ1mltLkSfj2s4meXMR+u/+5fWdDY+f2mDiNGNzsRG9H6Y9WL+LR8IMkl+awidMEYr+eypTYY4+6rAGhxkMrf/Jn3wDQqbBjvMgeRZr6zbtiTqKoYblLk9Op6vYCSvc//a6/5MY/x+dGvxA1A83+2ESq/zPJZqtV7bblVkOVCA5uHfAdrNSyMHu0pUNOUsNkAFALKjG20XbfXcZUcOAx27KcQ2uE/CBfRpoLAryJBpfC8AzD8DFE6mbusIt9n66PaeoZbOAuFtzsAmkfWsEbpOsqoqzW4bHUdQezKZ8V7GCWIeEMr3uCtae731u9ZclUZqzx67Z1tsQl/sGGwJXUcb754//lrvHd0Def9n1cpvkJvndZBDNNd9sEVZH40Xucf4xR+i3duR6AZJI88CcG0F2wGDv3v02W8ZS/Tmb8Es6QN5j4AfkY3rGwAsAzBd5/X53rt/vTe+/xEgsf3z/Sc7AkDz3dOto30enwVH9rYDH2OvnRag00Kz14rfqUQjQaztI8bvgN8EYPYIja06LJN1fI4EbboaykMc8cT+kZwHxBAt4Z+WH6FP9PUVqBdfcj7ygMQdAG758wZ0da8/PQPW6xN7oBN+SegkcEGb4Xznbrksm7zpSPX0tqDMguEnR+cQMB4/4HuvOxbc4N7y8FsBfFfj3B2BvK9m4QFtAOi6Eh1blOAuNodpEtV+Auyn5brOBtSuEP3QI+vKHNazfhuF1f6b94x4oPT5b4ChKfd9N77L3bEqskp2tjlofJD4aNETCdD9RT6CdbtkdOwoKpjbB43QGH1ZRxhhC7+tLBmbxpeEqTyH/diBFs6QdLv1j4c6ATb3WX/QadKylca29rBG/h9MaOhimvrau1VosLUsA8dKnTMmfd/Qh/1G1VwnZthWE8VUvfc957RAbVNU5PY+z8MAUTk78of+qkAtTBJZGgzP/PaNLyClbo4s/xkABic69snI+k7OT2Lvf52EvE2kXrxJzzlFIJ5P7Da6Iv2faa2sPdltUkm6QL7jN3Tb7hdna/+o1zKst0kk8JbfL/3R1UAUmmgvczblC8q3XGos1TtmAqQn6AJBWZj52cGaDhr5HiPLSCTrgGoXk2BXp6BggPdst+H92E4Uo2DnubPPt2//+ENHPLCvx38f4db2Ss+RVsHsH33dQPfoYPH6CfZOQFZ8jBx2Ir4KVGZv0gITGWK7dHxL7FZ80U4w9rw+G6xb9kemxefgFRnwMwGEffx259N1nQid+4Q2Tr79/pEESZemrNntt5N0dK/z4tHYZ/B3Ejwii4/9MpjKb/K8fRzkC10Awuc77jcA7M47U2VN5a9tNctHeGc7Bpw4w+iKaz/oWYMRar1annlfDj8yJuS3eFDzNT8/8t28VXzl43eeBFb4r21R0024l2Tf2XdhaNaZtSUg3Jjics1ejx5+Mbr+LvhkY7Ktn7uQwPw1UInta5LApLtN3xxFZOxD/t0U0sTDzavlX9uNr24DX04izue/VbeRFJxE6RAAJkHoJIXOI4Vf/Fa9ig34QwZKB364UuMrXSizXesyrmMvfBP+l7uT3vNsPIb5Ir7X//j9yA2SyDn+8dz78mGSHCX9+ur8Xuf+XeeSH1vZ9wqxwHjonrY+8nZf05gJ0O/xez87T+p+DsqO/Hn9Z/Bd/GPzlonl3ePgb/zljBz5375PJ51QEOdKau1d47OSnQl8dnzEfCh5Mb59/s4z0zlqj3D6zb5tHMRj+/41ZvauU8YeH6Hxb+TgwXZGTvj66czHGnAd8zT/jhx8+Qo50j5hksfBh2Jnd0I1R+6CWzpZoux06O5YyhCgMSnT7zuXLKJ7BFg2+xosXemGQ0cADeewnY+TsT+HPveZhRjI+X6qGReEKoEzzJ0F3xYCZvoyJgEiziHpNphTZfq2p4Ihz0LN2W8ay57RmYDbGww1wws8GDDpZezDPBWQRWBoPWiZ121srMBtvJN5CiARA+JE6OeeuwESzPTmOwbPXDPnGeAY9TjJsPV9usXHbCTmcByeX1p0AZDicGDojf9yqrnvqqFprzKbt42bC0BSvHQAAwNEdVYlgQ0CMId/vkG/2Rbbyjz8BA85YD/3fwV8HLoognznNuKhDT+P0J0AMM4C89HGBwjqzKauBpEBivHJ9zGCMSAjfG4BpDHAr4yXrP+fymr5SPyLUm4A5wo+Sw6MPsTJ0U8CwAugIHxjAHUywwkATuvIFvjc23zp9SApIpS1ApDTPg7+BlYCnjRAyBoCOrPfTtVQC+ZawNfAaoHo+bH3vucBMCYonbYfbzV/y8DMYc+gijO8Fb76nESG0H3b39KmqKu3z9kVM/4o2Mmkm4oH7TUBxAmuBiQmyN3OKXLNjrkzvNPiVHQ8AFkE/6xFjDUDI5UowHsN6tLSBaWp7zRwZuOk6McZbl0R3kk/4WujCCfY5PeG/qIRZ0yz7vBPrrULGKf0E5UNOiUJgzPJ4/wlK5IM8g6AbXKA7nvO8C2HTwFiK3iBDVMZ9GYFQvMDAthL0bNF6wCJvLqiVO9ReRya5lsdYMZo1y3ErwZRfUbSBB2+ZwBUdTD/PHCeIVq1Qxi9eHccyPnc60CZlmOfaI6RQwvwvQ7AcYampVy3dMQAIrPtOttyeBpwV2RokItM5M4w7cziBvWcVPcxhebXGbbIkx7z22ngns84egIoxyDvYEf4cAPXyFP2z1Y2hg/4vM+YAWx9MxDP/vDNBnQrureD2wHlsz4DvvvMrmr9BW/tmcqVADd8JNbtFkbdCoj7nz1oI3qrJAk8W66NffGbvYVNGD0PUBR6H9vHSU/TOshgX+gg26fPFkKuekzHlprvD1iHDtR3bK8V37NPcD5tX1bQVaM7gcBpd/zfBlbS4eOtYOV+O7eAPPBQ046s5lTelNCRrVJJM81bba8n4B7bVa8+68z8P/KkAfST4Vv8y/5RwOnYduOgSX7Bn4y9+e838DJ6fFuR4lCGP8Rzca5f+jWvZB+Fmmce40RS5YEdT/AZ++K0R3QQ+E7AyHcyNhws6EvQyADFgD6dHNCxeCcCGFyc42RG/xnEmwq/BGUS4LyBwe0GQatrJ6BKnozdAB9x3VVRMHz4OpzwHICL7zGM8CZY7F6Z4MP3VQIM6DHobj07/NQ2fW6fPUBmMkHfTRTLGuQe27a4z55vHU9rPQKMrA3PfSsJes4aj+j3318lKS/5Cz6KSC3DSHCehWRMfBe9S5A265uKHL26qv3YYbrzY+f5u5MMdAEMvkdaB2q9AW0adGz5A90BwAO8fYD0BPxY3qMfv3EQRD1BkO9JJCfl3rGJeK19HBnVlSE5k3UB5N5fwQg2YcH6fSpQvFbzXPaoPr8r3WsMB5tAF3RHm7FR5EuM7958hG/VfNmJU8en/+ZBQmXPnerF5gHxj2RhbJ0N7Da/tNw7xGQ/2B5OC+hufdjX674cqcO88AfwD489Or7Rq7eQFeHPjNMAJfjB2AxtC/VYDx2kw7Vm3w3QQ6rCQA7Ydh87CPvv7Gda2XnvxUfpAFj2zXa66X1zaF40fvXTnWA945xAa/bZJ1PmCAfszXevnufYh1pbDD5qHzEMv7Z1fKjxmSaJQ3RmCzloNliG9sQJoFcyYN//B99US8R3f/+WAHrGr7nXkVP4caxZV4RYTlTg0FVb39+xHybJQ5iGk4RXXzavxG76h9cXudBBKpNt7C+CgNEN97Mlh1V1GkwpwD58T2A5PlN4Wv9hP+Bvez5zBADyFTytky1aryBLV77N3p4EpLZD34AfPNlrB517bbOnV0abD1XhPC2u2a85Ji10ad3pvTG2YuZoR9I+H3rv4MX6ZOyh/e7imHcSdmQf9ydhmbV+9bz1ydjvsTHidxJ0pRW9de9gJwTgsHOXnllJsK/Wh9jx1oMTwexk5rZj8ntA/eNnwyWzH0mYIMHzR5vM8YVU6d+8G5w2CSIkPV365KJzsO3mhdc+Zt/Ac1sIFb5+E+OEL0gPdTBe4kMFGtoLyMy3oxbrjzzapBYq88dHtS+V7aSAWCfZHj6eIELbV90GngBztmXmQRIGPK9nKABsHEJ889WfyP7VKzb5z26g5gcnGYXf9e0OUB99Ms7AGe/IYvtDx56aBMUxLRJkjM5ALjOWPKsC+VMw0Po+++rWX6ytfnby2/E5rMuyv3t9kE9cfxLQCic8AZ2ZK9giMmIDqdgl8Y/x+/qMbuasBAbzh9ZmWpQzvrY/TRfRRPtMttYIwddv0X1P8FX73xWzkf2atdbvdGn4fneF6uBBPBcbNfphE5y6hfOh8+D2P3T06M2Dh816dBew2KOZk9dj8MWWdzl6YYOadxv3JD9LX82SHAw7+2nleM+filjm0PTeZ2+1qeSO7E0RsO0n+I+EwOa9xRPWjr79iHz71YHov2PbyV+azifITyVTaTDhgdhMXmPwhPmJfXKSqQ59N7FNsnL5UzsO3b6Vt/Cnlkl6anlMgmtb1JNAal6YBFQXiDr7J3R4+eQc91NxxS6SOTQqPjNfjjz69b6MSTz3KdpOODsFXA92oec0Hg5N+mhefcd4wHQw9hE3qlkb/5uxZmyLlbUu+jF/BYDJ8N5NtQZuA7EQUADGAZPGMQh1A1gDqL8KthnUxvU4By6Xf1pd8F0xXbdUPI6Is0nDSO3g+vNxhJu5s8F7BPld9w+AnwBAnJwW0sOsLNgEvDoYxV0bUNZ7GLpyzK7MrFECZs2Pq1VpQuwFQXLmP8/txSWgjEF5FIrG//3DADcTFADb64uAuDN2l2neCh1Avc3s33PLrBjG6OlEAtOSoNQIhXYMM6cB0p+MVPFSC0YqFMODMbLe4K8+c9uob3FQUK3Y4N/wAgMKVU5wT4rqFz55OQcAUIIQ0L6/s0r+57ld2Sp3AFjL7CzdengMu6myX7l4+JXNLP4B0mpHpwEDPbNbgx6naujgTGIpOwcYx0CZCdEC+iggDEbTbYSqW6REQB0BPI74uw8RTvB6f57qsm3HBhDMXn8rBOEvDLlOQHnXrP+Gdm3Id7WYxoQhgmKBn98MtL6v+OIf//jHUUDwOEooWXAKgAzffYY91U9pFVHgloLklVRyKk9LSUpupcXOGBsywARqP3yE/GD/OciibLjvgz4YnrkAAuj5tDPpQMEBQb83Va3VlSK+R8kt78tRmCcY9w0kyhxjeOTAAEnbyiyGZ85sG/mmStppxahASPZvRo5Rb8dojOd2CLXeCpgb8P14vSs2As7vOdc29mZf6N5UGFa8dp4Zp4lkjZYf0KV55JUvjJmxGMiYzDMceowgrV8DaBj/mo9aTOt77hQw8lj3csZlGWiMBQckQcIFaHj/1TN2gCt4QWZbZH7Odun19T7gqIU6k4P7JsCywdyXbuHVpVwbmKILQAxHQkhn4aiz7xwoe+Q51TC58w36+XzMMfayPzbgfVUozbDauEJWmQ8VAJoHY/zDp11pSqXTrgmCgQDSJgD18xVgbEeKPWa/ozKcOwDM+nDUgQN6o1d6j7T9462Mwzn2Vs7gzYi7xXbzx70Xk118zlt3ks8ErgewuZ2u6PbVE3HEWdPfOwlooBmTdFAM7fxNC9ArAKx9PQ4+lUnYayTEMHcD10rkMSi5gKWBX7c7VIWDQq2T4exA5gIgrG0HG9DXfeyE+ML7fIIlHRA5YNz/D9ukO8nwbNFPwXH2gvYAfOLniQ+835bOcWL3bwLAXocJUKXqJ5VIrR8Bm9rhaPCknTX7H98/tSSVbJUdhF5v/tv1Z1ax3/Od/YkT288mMNGJIceXmEqI3GErSuILJKHFdofsku8f+g5dynVUQAWgzkJht9AJ4Q0AH+B0OiPgv7Q+93uTUEeFN7Tg55XYNnIQKtlPeM8iO0GLBY81n7faS/foBBsACHyPnNVdtGfvVRCSrHhdQwa0fLpjvyoT3sBSAKsEB3+3wy27K/GI+bOWqexegOG31tYJMESuk9WuFml/QV6Xr6L7H/AaeaJKXxJvKgDcYFNs958dmlgTkgngEfagHh0bPoGoDjaI0Ob3SQAx33t91n/tADA637T2UTYbAO5z2Rqgxn5uwFIPCcA7iSrSAxN0oNNSAr7YX/HP0H+sJXpP4/7Nd0NuZTwE4goE9D6nivlOjD22Qa2paaujIiqA6WdX5RProZ/dYWHfv8+otT38BYBfe/e18+gmED0WrIMX9G4ef+Xlb7Ygdg775nSkGflNZXHLjp4fvh0tcHs9zUsHCA3f8mpQENr9picumTUtelW5Ej6civBJos++IsAlxbPP47m+3zkCDP9gqmStl27Z05VRHRDD3tR9c8/ZOEUc9qtV3gyFQNgLmhHg4PIEvHJf7K9za+FTCtR8RDjVZ8ZLorDoJNb+KONE7vt70gFPgkfkzRrIr7x5geE+77qvO/QGE/n019n/075Z9BQfvJWm230iAWD7G64sHxDyAtjDV/+3ADCtnAkAb2yaRKKtlI7/uImWHUzDj/qtpXrvC+09An7bQYkOBvmmE9YrgN3XLx8vbnpwrY7Izh5z62QaGAkzec5rB3sD0zh8qz0zXUr8nvXkx3tPYL1taXSA9Ujpj7b3da8ODulvyag7gLX7IkG7DdZxBiM2XTqrhEL4cElKThKBZfjgTLBcB4BtB3x083sT+GQezI1iCuZOi19s1lcGnvWYLmUcyXT2+jc8Eri2Q1IS0NkLr/8ED8A/Xi+/ubSBltj1L9/h4zTulU6U0bXg3wTqzvXfg/7h1rY/zxA2b/yJn5CxRm60/Rsey3p16/wzR8kfjcdyaI+z+tU/Hyxfa/2vSTZyoMTycZLGvhsrAJyjJWPrtViWLmqdefzMEQbytXyd7uiqzrtLi1dBAb5OLhKzmfd+2petf5t3fnSvGYKY76x3lUCYiuFDn2GqDpa33+V9ke3oF3ZTqVxjciQuXTwz66D3CADrd7o2HFy7LgK/owMlchGM/PV70YWS7RQNvHGExk35PnwP/3qetteTdIY/9QZhX7sliQ7hNa/jBIF33Duu9k+bTmf9j92l7hexKc1Cx9eNrLF8qQKflx9eOdHelw+oAAAgAElEQVQ2gewwZAQJciS+ZK31sFnrmhfjhd+6+IfEX60RBTbn+2Pj8jf4b8v0/f0OAG81dLgP39vyWLReZRve/N50p84yz1YvZf/1uLqLaM6EF/Cbb5wE4sGnIuPyWdqFp8iFWKD9Mej24LuNM2Yi4YmDh1IAdgLE6e7p6n7Pi+TV6d4oO33m3p2GWo7e1bWLOVhXlR3WCYLvPnkD+Id43y/CU0m822IugI2nwll4798TN0Q36id2jN5cTGQxHJ7HGv7lH//zwRbHQYLam8EDkNEDFRBuZSFC1gciVhY9DqcXfbJMdUG3TwXU19kpl5OrexJUqoX14pEN8v3eTisBZ4bShjDEyaLPN+qs1ytgUwZ2byYZR1cFxtzmt8CJs4uHnoB2ekafm9YOhM9E/AhAdtcB5kZAvQykR7dhj2OPs6SfGGQ2LmyArzBN8KnOepgWEKFvAi3ZITcA3aAySvWtpvRylUUQgT+gQTGKKyy+fwh0HK3DSnVGpxS9WyXEftyMHbVO/RyvY2iS9TABSOjQAEkzf/hhjKwZsyvcfjl/yfOqAGwDp0qGeQMlHXySYUCr47cCWPeVscwz0VX3mq8xd4y3qeA8/G4DKnzXSQjXeupZbiO4hl6f4XE79JNVO4Y6GZDez58jqEBT1jr3auOmAc13H/r6EeRNi5dvGAv7Iu37WK+p0BrD1/ecATSo9Wbu99p3hXH32D+Zy8MPkleuFpxAAfwK7+TnbWy/AOUak5whIqKtQZDAWfhYZ3ugUEUDgsEG1+Ln+iUZe1cRbfuc0DhVHF2p5rGO4mXtTkA5+IRfp6Jo2rXoPbKWWOcOMJx9dgyc3AdZ2w4CY2C9UxkcgFUv7YVk+t6ZbgQoOfvLFcRjCOMkMbcNkhGQ+MCIh0cbQI2jmRZVHsMnU2gZlTOk4BxV2C4o/To+/N1G/DVfAhVzu8v4t/O5a3gMwgJCGYV0HQay3juOu+XMViNF9qc6hkA3eoH1zz5LAgt8F/nBucVijDUg3TJ7znvHMW0gS+vSGbkKADtAYGOBjPrsg7yf1o0BATbLsnkdA9AJVxinY9ygMzF69tzgPb/sTRDQk1SR4VaWJkTkM45BknC0V8hwnK/hOI9+Qda+BhvrJLq049KVKqI6bcN/k/mte9tI7qAZZ9z0nqY14cmgtd2xOj1VdXskxx0AlkwfcEYBkgFsu1KgDeyjox7+oELcpB27B1sNgMFA7QSAMXRbFulaybw+8qD1UyrtfwaItBdOBb306gDjgCy6bwPDtJOEP0W3DRhxpuSeaaPxnxZFIys0zrSLlQzNPtIesYFtEGPtHOSx1unI57FFoRXXKxO/AxdJEorUeO3j8x6mm8e0PI6x32e2deAUXj0JCyXEOgGN6ksSPrA54fnogq1APDJIvDDymgAo59FGFk0ipM5uHxu/A8DIK/0kY/id85EB5cAeJ8dBwbQkC29tO6W2833PcdCtf6dCz46VZc4GgOFvfYYcVVXcoYX4oNqp8z2ex17ohDnf8/tneTgKYm3ByGEcdux+A4BVHd6JpmcwnnOqNwFrTtKvHPxJekLG0jL4x1mz4xMASMCfp+rve46Sul67nIQK84fBnfhDloEf/Xw+0uj8rEFG/jqwdA7RcwUstM5iPnqGxm2MZ4D91dXZID4/cOx8kq9u8GQpl2fNnGZgnYjTFRSm3wDc0Llbzl7rYTt8ARB8Z+RXOrTcbdOXucR0IVL8m9AR+kqWqjOJdBwBSIAdKphOpducZdaVlTtO6W1sfT0pvJagz+i3b5zIVHgaXgc8hR9MS6rr3Y6RRJk88e4IQ4LxJoo3/ZA193vhGdnsdIgRb3ZLU/OXAyZL/9ahC4ARgL4rVJDDiyUMr47/2fyr37lfA8l/VhHW30eMEYgN2Lz8pe+SYI9PRUIeNIltvD7u8UU4l0+0cICFCvy7MwrVdtj7jVMwr8PDlSik59NC/cjgqmjnvuGhyLTgTAnw4Z95jn+Zs19HJpDA89rZWve3dS37I0GzdEqSTPf7BLudwIFejQ99BXin09IBumwyLxjQ59tmvE9Co+zw8SEa52p9QLAr19P6UGfvpvLvrOcTALY+Pv6J5Cr+/+B35aQYi6lqlJ+VK9qPoUNXMNKKEZqdCvDp4OXA8AR5Ccq07gZ/Yl+IBm8AuNfDCaNzlq/8NCf0y4f5xs+43AlrnNF/q9Og5KgfsD4C+kDPOnrYOrwCWZa/CbK9eyvjjQx+O3GhF1kXyPyeneh9UIE2r+/YcchKz/3h3cbVLlxGARnz8gS/xq9iTeznzn+0a26666xpEoiOLCi/NJ0wMu/Yp2NzjP3zdqLgHp2QvIHcyG94XvQ9dHIC9jxn2LsxL7qBZY07YeC+H4UJYF/4PVspfrbOWWdsWO2rP74z4nsNO6gMTzaeSYcQByjQv2P/vevs+SmJ7Vut9onO86D7d/1JXPnuq/VNYvQGwWIThM9PxWU9Hzr3+r+4y1KiEujEK/pnfR7blhD2+vUAO1mv8HA6OdzyO3ZV7J5cI1uQxDHZScJJu9IWGvme43Pb9B2cqjs5Ld0Yz8o4fI7Xlncswt0Xss75XLj2JIFVkBz/6zc+7Pd6P9K5Jl1bGGH0WHC9m3ctpGb4tJfdceX6tn1Pu2Fd9shy02y6C5rW5+zT4bvZw52Ijm/F+rUM0j1OAuPY+X7vk78EOM8QJsHUdJnORFnLyOXGJu07OUA2laQzR/PqBDJ/BoC3s0zGVX79FJR1W3EonzHkLwdwv58kE5tejitt1XnvJwpM+giULSZZnf7atm1fJVGcxIA8666a1v4NTnBep5OWMM/YnAmGhqGS4JBk1UwsOk72vb6sfeMAsOTk+IHIb+QGtk5s/9wb/ZlnbYvgpmXomYTaefSMaYYyvNzXHF/pG6/wmC00i15/cWl4SvoKnPtN5ujEeHCDTojpPYOdbX0z2EvGhy7LoGO3jt1noXNP5pXbohvVx/Fn6EqQvfnjCFyIUp0yeu6/JehcHda+621HkdjytLgWbkqikmiI7P/NjjlDsWxOHDbJTp8P/c8vAEyWjhdglNYB0j7BrZcYWRkpOAFmiDGmQtDDn1PJmE0ckJ8snz6TII4d2WLZWDPUj2idgQhwxn0kSC1L5/soombEbmmGUlOWt5gfINTj+xgvFS0YngGw2kBKtno2W859ynzFtG2EmM2+D6gI1YYzGGEh2FmEc/9SCAjjGGiZSd7rc2HyfreibICewO6fBYCpWFEWxMn+mUwI1vOc8VQtoDuDm+91okiflwKtAWd+CwDjqBKoCn8N/4wDds4Q/QjSLYVe4AJFQsZOl9tDByq8Q9MRZsM8VH2KzgFcOsjz09BDoeL46jbnTCdXCe39J6flZB5RiWQaVgXwqzBfZQ8IHx5CeSwg2Hy/VU5591RPzubvluwJcJUzyyb23sqCdNtt7tcOfAOm5v+x+PsMTs93gtPaH7TMoP2LPrMw+j7jefC/fuZstXzudhgVQMCxtYCe82d97VTMNG2QCRa+GO7jvOp7BjaxL5Fn3xusuQW9slJHebRABxDhuwAb7cwBPGl/k8kruSIAVqQn0AloQnsxDBfmQjLJGYcM+KFxZ9Lq+4CmybRcQ8ZBCGd9zUTn5ueMmKkg7WCy6CYwqKtDMJi8xkceR6769Zzhd/brfJk2p+6EoLMgJuswci/8BJ/YeJdj+shn3QondGWj+CWOVFprjUFmXvscUDlYdi7TAtqO0PC/96MMLcv3NQw66NRAwpGPsz/dgWAcOBtjRybsvmrjg7Xbat4h3ThabeDouT1/0fkcYTBBS/MLe87KPq1bqaqmKs160/TIHPdIgZ0zfMxzO4MNWtOSBAd5wfWPIIlWjYEU+wLwVayXQJSet84SPKK3cawwjAk6RF5vF5BQjL26TtDPDiYJjK2zmGCiXm/yQGSLMuwzzg7AIs9CjyG498ACTLonBmmDYprLAYYnc5DrRB8cgQame3w4Xg1EaQ+IDzpjVO9dFXCfkSsbqAMpWt+0JAqAqBcO/Nk75ZDTNSA2jeiYyhCuQ+eunk7rYV605707jOz+hA60XnrPJc1zxpE/eyxs1gFg7f0+4537diBV09ZZsQDldnS1JwxuZsx/FRgJMKrv1xnNtOCJXhbtEnAR/dCfbxcO7UH0VAfKBCgRGNb6SJW9c8eWku3gc2zdLjHJmOb+R3cRsMdmSCb4Bp3gKWz9lVnLn8iaEzCefabxmgc+PfHqAwOxtLIdXQk99AwFyNuWIcFM40P+v3ZWJ3l0AMV+w+Gu/NL2aGfhk2XM/mpnyfKtEHrsDfObbRZ1i9gAv+k9oGbmpjOo0kYReivgbt9y7I3ofXTAyBzaBQ4QcLXwnKSgOPRPxx0qegdsA8z4/xg7EwVJbiPJiuKo+f9fu8tD0oaZ+YNbILM5WxxNV+URgXD4aX6gE8BdDKj10sHF7173swxPjjgynmS83qOgSP6X5WeC0farAZOcdBz75wkkA1jEPn0mKLvgoYE760U/75s+5tux1ydWMv9lvfzoPZ9l6A2SvDZzpIurz4w2/yA489GWEa2HCvt0RY2vNnvTCWBd5k42wkd3kv49ZSo88jp3eBKrrO0lt1Mgazo8/7kz1GSbpPGzFwuU7IhaKAHQnf1/ztuujr2XD60x9sNnloPx5RbUD8Bq/fn8l+6+JK078QlAy/N1Jb3skZiQPSV+g67t1+Pro1+8HzWRxPR/FGfAvClGmwTwpSJehckNxlSj7tGpfYTTnezG9hH33gDXGVmOHnHBe3Tn7SuwRgqiX76AfYY3f3WBreOHrlY8D7wdzH09JIYzyEkw95EjxHnEtwE4U8ARzCXjJf2jUXv2J5kkFdyI/fyfX//luE9L7POXu+AqE34KS/L1AtZr1B0+GDq59zS2aIvd8LvT7RXb2JPkznc5SmccTX+PRyq9O+pk4raOmR+fgZHaA8jj76P3KWRjrD3AN7INLe9CW9OdBPTIH7Jk2qrwTH7pQ5jEu+zqru/4PcPkp6vujMjks1sISZwbOueMSDr98xqFCNmbE4/W5L22J8hU7Ogm8SID2YnV450Apvgiya+MRJe+ka6RHk7yWT/pX5IHlr+/JYDhzS2WTwwYP2m5qTvhZSs2/sxn7hGR0IQCTOOMcz2O5LD+HvDVsqb3n//Bm42X3IX8xGlH3o9t1dNu/E6CFllm/PlQ2IXm7sSvbsnWdwc7O3ZWPs1bprorGL8T/ck0jeYbbEXvdU+A0o7xcyc92x/l++3rcuahE5eOB5M07QTwiavEw6f7N4mru6kHOrOextLSAT4JDOmHAeTNc8a48632ZdC3p9vbfBmeP/7wwxM7gWtGWBuDn10bxsQvOsmcg7ONvnRst7yAD4q/wjOJ7XKED4Vb8msHE5EclQ/cBaH3BAv24cRz+u5DF+KfHdUan14/fzwTp7pD0rI0BYFdUAS9KKy9p1GE0ON3aN8pOkXoOC/+UZ+JQ3N/bMF/nFEKRXoSCfFj/O0IWRek6u83vjw2brqM7W87Lso9FTci31lalMK3Itdvfh4NZsnJhLe62Sj6NFNz3C1s3zYTATrR7DvLf9fnnUDVxcKLdOajO+wSToGDvuOphCoQG/w2VCv7ogKz0Wueyjm+/919DT3y/ckHjU/T/pW3dvilRy8f9Sw7PwlhMBXsZ+8nMqb90gS8jhlofGqfnATw6bwsjMbx8fCQ+Xfi2zzL4vDEHosvI+v55OqudKEHy8pWQf+Dx/UY4aEp+9UNj5IVJrr4yAbFAHOkTvg18RFxTwoysh7z8uxf27zG6qEb+5bnyAW+xU3CoGxnnv+CZ2wBKYnnxkPB80TH+IdqDtxCbcUB5snnlmA8PP/p5JdttU+6eBv3xUacBhTRemLVPMPszfhOJ5ZUg+HoFX0iRQxp0snEl9h4sNVXHm5ohP5vWhHH4R/p9mjt7tCHzidOrAQw+J/j3KEN/JU1JefKNZCnxM95Xn5++f3//vu53n64K/z0ITvfD8FwsDFNLXS3oWYxDkomydQOkB1IHLdhplQ2vR1XQBkztBh2Apy7Jb4N6myniRqGmBnyHkUpaqUCiMpKKSau2yMAtsJLZ3ruofChxzibk7jSPVMFn9cdhD73TXJ7Kd5G/2zA2uwB/VINpQf45Z85A6WZxsyo0RbP/6NSzk7sIHT6vUdAwxAAOl7fE7RrWb02Lf0FcD9f3EqhCBgApQP+YTz9+xoZMs+ThEqN28JpfbZYnWHQqwVV+w9/5Znj2LXCYPQsCT6MRNaPAhAQ+zge4tsC7hEI0e0IvhXHJvm62ibz13eDTjVPGSgHSx5vo04KJadSUcr1wxvZ7QS/C1h1xaLeZ63d6Z49eI+r6+dg3/3aOO7IH4HNBkML0MAHp6hC3y8HchMcCxhHzqKMW/6dqJkEE7z6rZqSde0ZD7kO1WtxHpKw417md8twPive3nN6FvTqRJZpOZ9tOcOIIEP6DAZYzxuQN0CWzDLr4BoExijgrrzlM037vLb84/tbtlPZzM92hi34yh5juJsedBq1fuRagP6n6tFPkoBYP0mGbncIMmaajA6RfNwdC5GvdFbwE8AigNDef53urC98BU07QJPTBYCh9bkYY/RO3wPbQ+IQoMP6dAAS9op1S68HXCzH6/ld51d0UNjVxlxjHbXYqU5wbjASnaGf7ojaIHqTXnTyIP9n3y8+g7/62T8chueRW6+Jv1r/6hlavnQtQGkCK9uvcyYGzo0qjxP4tIPXnUGST3TRKbiZTi7vsXVVznjTjz6DY5YAOfo0PJH313a/9czhp+dD0fGpWovTms7h9il6n792cMwFnTgzP0bPSF4O79j5PKHGK2ACtIMeLXsLdo3jOjSMjlzZsPz5WTYwwB4YQH9eb/q9v7l2Hz8CwFCfE30VSHVSPNfe6R90iFDIsEVT4fE41AS+4xNqzWMX0P0t77H/kYMGhynue8nfOOhJAKTD4AVa3MQaAtyAWNvQBqTaF8GXC20CHIpu4uGVV3RVnjWdUIxzD0Cia+L/6nfLsJX3jgjMfmwCEfpgfxl7F92X8fXLu7FhLx9kziDjTMr2zwEnKPTpznLOk8XO2M+eIkXzngHqVda2f5bT2espPtBnNxGTJAsJYMC++Cpvf6aBitOpMD5dQOrvXbEkncx70m/Pv1rSq+NE95J0OphtodrOiO5Y6zPqzki/Sb5SEIQ+Zn8EdOwEnKzDNkf+SAdUQ8K2yeazcfr+0ihMd5gs8HD0mQLy6RDoxKXl5BpBZn33FBbck1uwh7lmio2wRSQcAXuQWX1yfTetNcGs9kQjrSMnE4CPXY1OVzFCJTwMMm38Y76ST1FFIm8bsv6A7MKte7APPNPSeYpq/rlHioRGKZCJLCbR10F7AyAAsyfuEkDyXGPPOB8Kzr6xR0k2jCXwfaLXA7gl/nO0+hAsz9r2LPGi9j/+5Y67fK97u9iQr7WFuufyuK9R3R7YZ8CTBPuJb0lQ8kjHV3IcGQvcZ4NSMOT9f+6Jf/fs8iuG0fvGvvS/4X8AytB3OhCf9wAm9B3pEXQUz9dJZsV/2BzHmEooj79IIkN2Dd2pKSyJ8/ZsNnQSSe9OyAlAIkkbO99+8PocrdeQ6zMNZ+J8+7qlI82zBoZGnw9h8Pewjf1++2YkFcJ3BSTa3jIKffnLzz3Ts7IfjAodPr7sZ/ybtXEA9O2fneTWKIdPnZSuQ/RKANAwAPoZfmCs+wLNc1b6w3XWzYoh3MGYBN7xfYZ/bv3ApDB3Fclujr3h3p2UNP9K3gyqbrFK20d/hoSK/crYmXNGMFCNlxpfiGdbPxa/P77LnjGsvQjQenwah5GRKU96m+75gO8pJqaYSfr75fuZt9a3OrpJ+pczzMcfsZ1X/Hr5afoOMnd8jOIRZOH4k9Md7e8V4N92OHFg81QKDKKj3pOb9nPhFydux6bk78VJWGdis/iSAW/nyQXAO25e30m79IwvPLKz18uXgmfsUUfIYXiFC6//QHyZY2A+YyH0LjQAs+zEJb4ytKerDn+PPWo7DT+wxwDcjcfkyKMUUx5b62kKScDc8njoKTj92K8UWZsXCqPK/o9Nf35f+/72j+9ncKhQsf9dHB4ZGjvINo4u1bX6SLKNyeee1hFbHGRbNzoHWY94Ze3IfBeIJ+G/BdjwY/Ym+KL17NAPvmcf4FVfZ+LCuwAaPdY+fng7+0LDBTYFP8efmVg4dkIF+ZOUnfg5CdAnpntwZK03sUns18ZaoVf/ZK17JAsYguk2ekfrpSDAsccI2mkMKppw7eNTXHjPOcOVApDnX2IX4bBtHyhCXzufqxOf4b/B45tYn7WfCZWZXAPfgImwxsVIFp/Gh5K/ha97N3F0x2z4BH8hxqHxkPDP6j8aSN7x6WLzS0fizRzdp1uAW91FuMRBYMgcS+Y4yR2f2fvWJ6cBTOt9ZF88S3E4/IsvkYRgeLUbHChUVXPg5gm2cxQeh/7QxtN8Ks7HD9b7NFttwjjlK3cTUvv05CnwtbInoST6nX3yczjvoKvuaGea8JA9bAjXuItmsQMqXNWz2483PrnF7ODm6Fn/PX6rSKB9w8TgR3Jd/K9M7plJY3rTcjixeMXpTKjLPv/jH7//nqJ101Sx8vPi/h387/ZhG3fK3u0kgOiSFWoKhXmpdVYoH57L3qc4AH3U+QTuY200kzBCc+177tmNAipETqFLxZsTR7G+xMTrb1NUB22g9X1WfNadWFWFGY3F3j6vZV4+iOJ/F/sQO8vfW58NfUyct/5BaImvr987Ef+KL1mY93bzX9+OYCXvh8x1or/3Cn3+zu/F/9az1Fb/45f/+3+2xem0kGvBVDU+BLtHnpBoO8pxHPQwxRplgM4+V+rVmYskDxEShL0DX72is8sIXPU3gAW0ayBZG2SldkbnjDPoSgS94SvZoPqnRhg2AIOTdCp4OSTajksndZegOKBk8oflTmW03vf/BiyBXtApXR/5jBXfrwFw+U7xykkgsQdtmESv3Yt1qOg0jNK/GGHW9ALZbRQEYm0C2PSXoE4eSFt4KvoGMNVnUIb3fUR9OQc42Bg4f0fPXUnbdlzuhAFxjHaRhDzPzAjN5g84q3yXE4DgFBG4sgY7NiADc7EPMFrO4fNQVCn7PqJvJTgw3gAXXZHTl28BZ+0Evw2wac+7+qkrjk9co3WM4goQtnLVFeihexyArvTFiUGxv4yBgoep0tH37bQ4sBuRmuCiu89QWnJOPXJw9lnfuI1eO7rtnO9+vh1WRneG9jHEcXA3CXfL0E2nXmto8QY2nQD6BpAqmCrD3UkQaAtvRy6iHzPWgsB496qT23wfBwbQSwlg5N6B1FORxM+uc88Q6c/aWGmElIDf6bi1vatg3NcaYxGZ0nc2kORer7OBh9cYOXv064zqhqYB8s5yA+o8e2VQsBw7Oo+JMAEGTLPHQdiRyRuo67114FfSw096DiX/dqJCy1DrmhctXWwzeri6mb2HJDU05cEJkR1XqLOZ4EccAXisK485NxIZflVuja1Yaq1u0WsJEMVLIVyC4O0oZ0/VIYSzrM+46nYAx3wvawcYh1+PeR5Stu5kTfqe9i6B1HuCQhb1Bnn0Evvf8uROI8vcAqFaqz7bydpj58oeN2Ac3n2PeevCmrtDh+fALrWsdDCqz6Gf/QyjuHdSigpT0mkN73bitPXLnaCH3i0XveeH1lP4xRq7q1h7xXjNyEhoeR//4Gd69v/w+PO52x/ItWoKi2V2v0OXIrxznxtqeZvpLu1snmDJyndG9+GGKWg8ncSfnNZgcwM5Byh0pXft+4AR+5yhybHf2EbLT76rhJ1+FJh576TbFfgNaKlnAZA4nV8jJB4rWzTaZ809kc/s9YJ29zSN9g97JKrl6PkPv8k8WICv/r6TJ8cfRT+UDwDgA33u5AZFjJEBFTKOrSobDyDfAVR3AwO4oJc7WX/k7mGFuzMLYOXd0SA9MsWcEyBGZ2+nN/6HjlIgSA2dMh7fezCxpWiTySK7NwLENlhff6b99ZbLDrI7sf7Hn787rvjxQ354wHEXvNrOUrW/fHF4tEZk6Z4GVJ9H6QQwModuXr8s9ggZ+Jme4/vd7UM89SpAPB3G2fe7Khx+pgsQGt3JsC3MSxGjcgzf6HnL1UmIeVzaduTD9wm6ASHgzR0xpvcCqr07ILvToYtvDByND4wPhp5FZvn3joevECHdt9dkh+Z960tV+EshPf9HPNU+2M/GFh9eeT5MZ3VeS7KKEXTsM9MIMsGKxHnsVGzBdggD4KcId33KoyPGHyGm60SQC7KmMOPusA7dchVJG6NGWbdfNClW7wcM30S/9rOBvPikW1Cga3UHGmsmvgeM7zim1/UubEnhVvN8f/adeAfvOHc0sE5jrGhkoG/scQNTTlSjywavQH7PcScC50bnAtqSjOhxhWAgbW/hge14+VJgVn57A5Dwum2OExUBVu/iK3QuuIE50XjQHkdyknjj4ONrL//4bgOwvotJTI/nP/FpH7nV8epSvux7jTls23V3eOu7krWO3023d07l3GLj6C0e+OMPAMn43yoP6Y45ChahaU8IuSfDdDEDPNjPp985w9w8P0lxS+wkNvj87XtFr+3VKNgS7bvIBQCe9ymYik5N7I2sim7oy7vAwPJoP5J7ThHeFJpSYNd6z2uWn+ViTwEJ+J1JdiAfjmcmKba2cPZE3egHkA8WpcveCeBcK34BBcrSOZxL2nQkRkamjj8/nVokbrq4gv2hUOlle6YL0QUA+KWzYd2ZxRr8XdVeiDyDRUSPJu5qXUWsTGGWEzIzoYYuMfTFJg+ie72XTr6O3R+/88Tm9l9ia04hq783hVrFrFqTtpAkijHV8dFPHBITaL7E91UnphEHG/jCWmtd+jBnejpemefT7fcM3ymgm4448+/EGKcr9BQrRzDAm7YoMuvQ/zIBJPpY9KPDjckDR3frOuPjH32vo3hMdBJ3AfwTH9MRuUcT/dkAACAASURBVLTFFP5XjT7qsh+aiB4UeSE3HQ8d8g9f3sc+UQyrf3/865lQ8xlqDR1qI+fXuwjU/FJH4CVBNkfAIJSDs+PP9kSRxEuhbTe9MJEEWTuXkh9dCWCOosu+bXzesigx6wk0faY8BUuNcf8d/rIF03Xk2jlrNAlp0fPlF41P1Ak2/Epwu/DvNiZ0ASX4l/0JC0pfX6/tZLfmP9Pk+TzJPE3BlBxSQJJzeZOAbF699RdcEB2+nbs3d4j+Skw2L/sbNUGGmHqn+8T5aGy66ZT9L4NVN90Y+m2oN66N3pDmF59RpNDru2Wdy6fT//E3lACuoum7cQEav/3g4CsU/pxrTtwXXk1s6Y5zY+WLSTb+xOtcT5QQ7W6MuPdC66VIUqSjSM76ejB3fAyOAGucXNfCX0ysGl3fDZsqHmZv9qjXxZXAk/AVKqWXPdGEtGlMiC8Yu31wqZkmk8KyTBcynQq/4Hs9YbaPlQSzuSfJcR/8pvDoYAABWd4/45/T3IItkL6KH7RHiECTlqdbH9x7jW3kphRJ/F0CWJ8lvu+4hWu0r6L3Q5f4bMaPCjc6HcA2cNf5KL7RZMybKh5lW3PMrVRs3KtCZgxVCLBCDkiGo/GrBA3gb4BbC9rzxe4MoModQ9xV52GqNcp/6SzN5+yYCOiAA8NkSQBvBcM94ooKGd9/BDTPvg4oo0YwXK9KNjkGj+I4FYZjIKgc78RgKsu2or4TwHby3Xktpozz1z8OZMYJO+dAzgdIADdAp+twJjHXua+p1wVeZKQoiipdXXY2zOExLO10oHQFoJ4k4HwO/d1Knn3RmmSIeuyvnpnz6+7xsghf9jRKA2Y/DuSAFJcYnz+3WGA7e36WAGZ09G28UYym13QhNCgOP4qWKDe91jQ7FVflgPl9dbgN0XyfoT0PwFo7cAw9qSJ8M8q3IPJ2FLLeLESBF122vN7gu50VV+lvB4OVSiX16Jzuimz4TzxENTiPfgdX+mx3QKAzLG8F2LIvBKFmz+Fz86TWhdxLgmuN/uwkqjsw2GdegB3a46j5bztOMwJrOmRelaRKNvr+O4J4nfpvSe8Y69OBNDeVnhPwtUE0VbnzgcdAUUUOr4nG0gn60ffj/KRDIzKUvwVQR9dGjkK//M3v6DjGjPCMnRQwzcx/2p/ho1nwyk4S8vpc651OnLo70waqK9I+K8wBGjVJAKA4z5qzj7FFei0O1gRbXud2B7Sjzbq+AT+xayFQ8xN8sUUr/3ExTBy8Rxc+Fz1JrbGDBnznzLXtkgvhO4HEHpi2JdIdhDXQzFrE97Ljn2MuvaPe/+642e8loL8DoG/3FyWO7D6/c+7jHUvePMUzHQd0xok3QKaKcY8T9IiqrM57MzxKknULvFZ3EWzftGsee43d5eGHT/oMLMm3fR+6LfSZScCGD3ZT6N5o4OaMck2M83LacRC1RzbvI3M3fWp5/jX247MjDj7rpF50spyiHTdpsNl2PbzsdRhAwkcq2+6ih/DL8aHmc8hAklrvqlV0McV0vRfwgzlx9A3vA6h9s036fIMeJO66clVy1pWwFIH1iK8O4E+CaZ5R9/3xm+ZMLmAA/bH3AF6RI+nrTZJ3cM3osrN/1rmxTfjZBMHw9ude74QBKj3lD+t5UuSyY3ald4/PoMSJwfrV49iOBkJYSz/j6VCSTNcoVQD9tp8BwMIj/dO+Sydd2q7c+oxEdwfnTIYx4FG3UBL4rHkSdv2s+CcqcmJt0YfbOQP/cbYlwWSPVGo/9v18S1dksvU4MoN8iQ9N67GLSUanYMiTkcdP8OerA9hnuJqnR06vZ4Weq2O/J4DblqND42duEZnihU48pBhrgSH0Sxd1ns63Z80pJBtAYxKL7F8KrxLDOEEwcQ00bXvreGXs9S0PHbOd787DK+FmGs8I9leBme+/fvreN0zVckAyFDlpXj77ObpIOqB9+8PToz/Y71sefE/pnDoCprvGOvHfeneTB6uPkySm4yF8+Y2+jGjNWW7LJ8QQ0OsU/VhXTUwv/pvYOoVVKRSLj5VEaXzDnCFq4KWKO2+5J75s+906CHrpNfmL8UmWG7qSXq+mTmdjwe6ksXzqWZQMGl+9/bxvOun4CjoyZezdz2x5x4WO5cdWJrZTsiDr9j7J0o4wJr5hMtmc4X0mspRtbl1eADd2Xj44I7A/5SWvNECPftEI/v7JM799lJYxPSdTxRp8/HEmB2zC0/FXFY2jjy0/14SD3BP9kPe136wvneoLdoU/oY8Kf5wS3KKueqjZOn9fgGjHXq9nf/5wwdfzjP+aM0FFj7tIJXwURrwLvf78c/Wb7dPR+XK2cjcXSMwfzVd5LzoKOTT+MXRpHmPd6OHw9zsuiV+SBB52Uf/qenenIPb58Ojwb+tE/Mj7OA19p8+gU4x5iuCEsc3IQvRDRk3i/ywm5wTmyAUJTj2RaHB8xEn2Ji5of+MCxYaWfK6Ljl97br2FUnl3AL/A0QpoGmilo1vXdDG1af3GavD37kIS74V9znwvCeCcjX7+rsWCnRocXza2HHD0j+wfe0uyQ7T26NPR3XRmof/MOw8JlAQ4R6zZTylfspz31svtJ8JvnTAlNvKoYY/CjSI0rx6/PwVXkuBXwm6A/p1GNt99FtsJfNGij64gQaX7NDbcnXotLzTWrJ+3elefu5Msen7R+VsSCP/i1dUtXhz9jXyht3Ud7pF92A4+YkPRheQtCf9OTnRMfHzesj8i7d2NbrtT+CJ+GzYPO/oNF07uOuP9N08QOm3H+vdxzLAzvgf8gW7rdXH906k6RSS3/DpeE95cmJ7tg3t2YmvxHZgg4vs9uvmH/UUd/Zgzr3tyGcdUcORKy4v3avQyUwuZRKb3iFHND8TP5eeF/7D78Vv0nHqWMxWlCtv1+Z/jxIMV6ggPH+0T0XLRxei2cxyTmuJ0Bq/PJAaf03jnTKpBZij0gdbmAz9LcCF46md4lBLAp+CufB0/h3RkxTB6Dbm595bP83rrnnwvsoocnbim9Zd15diZ576Nq/ZapJOYANK2NgVGU3Bd+Ej2JHyQdUaPOuczcox8eK2lT8kboVaTJN44pJ+7fclO+jIl4G6u4rtdOAl9PxokDu3TLAkuy55w5If+Fk93R/FN6947+J/XGh9oXOcjrvrqZ791VR+FkevvuH98nU66B0fOpCbhbJ3wZV9eeH3lFV77MI1umTi7tvE8T53hzHWhG/ucOH73mf04/o14SLym/+DVOYe7E73gf+jPU+BlPtud+MBXalII8ZLjdeWnns1WCClWtjI/Gei5HuOMzqYa5JdjO86wqqJmRJwNEZUscwYnm9NjAnUtEsD/eqIknZHiLXUF0SY7k0haQxbFOqPLtMED9ndQp+sm4cF4JAx7ziZiUxK8ZkTIgmep8rJP9nzwnQCOMjZzTPAf0CFjBanmckeKBHs0BEBAgigFxzt+hdEigJQERAmUEkgzxiT3TrcXzEdVLkY4gG4crjig2bWt0MzYom+dRjCQvtIduuz7CbLN5W/lvQq5q37bUY/ha8ady5jGG1Cl24YEOoFkAuaM58RY+/sT7Bygb4CJ8lu/J85FE3coxfhZQAGuHiZx5bkBugAbvpdABCmU+ZeAqKv/TgWsAFhVXlQC+AQETvp3By8Uzr9nNN/wd15NBYwCBfFKj1AjSY5scDVo3aN8Q7O3o3v4c4yznlkJqu4mwtmE5hmNsYG5Xu+AOcou1eJ+Jj3z89oCdSboSUTdnUzZ71lngSCdQPdzPCLBHva4tj1XJIrVTuVUMmktPdrr7MubXe3snEBY4NEITXcgii4ZV7kVs6dCvvSjZGdH7ACehQfFXx3U3s5ODHCSOPz0mUQo9Oaipp9oEYM+I/DNYwF4SQCzr8fpmMD36I8uSpiKuteo8wlM+8wSD1scw3b2/wGMbGscyGfFL71iroHjI3M+t1F7KBpXhak+9ecffxrgsW6dszCbTugHRjhzxikTAw7AqiUN0Mh4xJOAgLCWxwVV2ng3eL4fz551Up/70UGEA8ie49zhZDUQs7SaNYx+6UKJdvRwTOlWgee5diZlcHbYBkzIQwdnOBokQJEhqtdTSRpZaFA8AZ+c5a387zF3rmoe3d4jndGt6HHsO5VspheB0thkAj54Wc/X/oH55Zk8QQL4W6IfO+A9fK6PHmF/7wQwIDh703Ln10an6vcbUGCvD49Ywc8Z10XHdua+JYCxnd2ZEwBSMvE5SvecWTKypxGZxeKbaJ8AtvUK/k9PcdnnjBwSzHqf6eYum3OKJcQX4o/Rxx3kLAgyuqD0t2mp702hUtt6vUfnHJXeVOzzHKkIT6DaPK731Qkpdkohy9sgCOjL+UoBqUVfj8Y8SWBV3mZaSnzblSlduxMvjEELr8qvIKCMfwMgousrmGRktWyz6BreTnJEpBWA3TTrSR5tuzlrDFrgP+ozAIjp4s8nGrD5pqe5Xgd38IP+bX2ZZ43NoxI1QXZocHev7t4MoD2WwV1B89OAwvr1C7DqYzmz+j361Tzkqtj4m62zmp8sm3M/87KOTjjxzxtg4HkZC8kajw4ffUVBl66NHW/wdGOBxBCM2EL2kjwkLoo/34ACfvYbBJ3neD64HYgbR3VyXOt3IYwLYPbMTyqpT1CL/XBcE2AU8MzPXJX/oUWOR1HSBh3wQV/ty9E7YcJUi68vaN2jUaDPvmC/iFGTLI8t94/4bYCaV7EVb48vj33KSMQtAOnq/zvRsjxY/rT2VCCk0VLWvzGDlwQQMMBgd+jo/Z44hUx3YVP7NxSlUdiiPUhy9oiIf6H7wSPOJ1EZfn1P7MC+xCedWPflC0ZX9dSCte+/PP7k6A75fST29Mzy3aRXXNybxIX4OoXjs1Uv/zbFGwDuK0vNH9jXN9DdBWyW87JjXZDivRjd0/6NdZFptIBlF4NA8/cY/zwE/Iw/R2Gz1pQRnztCmvuETdOJ+M0GnmKeSgDv9ct2W1ZCqe5yxR7b3k0ClhGYm4yBFhsvdRxioHqmWxw/5nlkJWDgRzrLYveXAQFHzW8qABl8ZZPOYwPlW3s04JNEUIHM+PzS0/hxDaQR++H3tK+FzRNLJaGw6zk4h+OGxTF0HcW9+mmexH9OjDf25JYvxaoqcNEeed3RracgVTp6+AP+ka/Xxd2iY3z2wY4u/7Yl+tVJal0bm3AnmNv+dncM1+oElW3zFLN3oULHSHyG2FsjEqGPrhk9HP1MAhifPXSNHQZfS1PHyL90sYtLFpMxTcq/N2+3ApzuQl4S/Xz78YtImN4xda4TP2ILleZsYdm8OvJiaWVBPfqdZ4E+30bJWrZrkgYxSgpCkvQDp2Hs9OnqH9488mOsgbHv4RPpUfnvPVHISd3HfjsB7HHP0gdJZNxyEL2Ugn9+7iKBe2oLeBJFid8mp0GT6PmNzRu/WXkt+/ksouOTd2fmZwEDEyFMZ18GnymJtW+FYGA1f9e4Yf547BcNOo1f3Qng236RsDe/F3bVyRAK+g8+Rler+NH4sfCaTL5kmtXZoPkFm9/3454peJpCb8tEEiHGUwrLofCvEwudVFgakPiIziLBhb8HRt34zJG5KUBG13qNpT9Xv1IomeMukAPzvxoD9J++9/y/ntiEL6m4IBh8bGxkOxhkHwkhvUvhypmMMYYzOjtnl+5koSm4G/nDfpzrPt9d/HmOaxjZTWyHVo7MmrcmCYz8O1EllSn+rWJe6a/uKu44q3FG/O/GB0QLyb8KksTr//PrNHtUzYxtje8XpupuSvitE2cia/OHJW4KNrUPwhk739H8yO/fGij2XimM61j2W0EKvgH+Oon+tmF9HEJoPjGT/IziP73cBQKdFISHVva26BN73XQK/jN2ZTqHm//Md8NH+MdiicZ/O87LnmwHLoWM6Qj+9NXw0zZ+77hez604e/NHWfsewwUfnJHusk/PpoM/87793PE7ljb4+TPGngTjyCCf++bj4m9IAhqTSfw7sfvIdfNPuwLtyx08dfbgdYRXO8fWEVuc1P4S2MeuW59bnAJZRE/Ed1t6776pKGVtXBeJOMdiftijRg4/Gmfa5su7kAsZePl99qF3chmymSNsp0htcmSSV+Gvvzz/z6trhybVLZESOQc9zqgNfr6X71oZWCGg5NKtACgM4LwjHrPYX+hQ0bUq8enrTSUmv/tfCawAPG2egspJArNRHSTcQOK3Df5ZAljX08ZZgJ3ASos76+d+bIQPvX/+k1ENiBeBWKFZ0IbKmjxPjI7vVwyUZHVKcLpqiO9w/9NCXgEDFQ+eRS+HUNWFTtzMKKcyAggLcqG1dOfrrRBN99KgbwMbBxUAM/xBcDxO6PN+O00kGhvkIYAKMBcFcDoo5hwdrtE08/1MS5z7BWEcgD3/k4NpBapKsbk2zre/Pwl0QNkOLu4gyesyny6QHcf2XbTQzg9g5yYUwxd5vqybEQnNY9AyVS0ux3slXOA3fa6THy8A0zxG5m2u7rN13mC1n/MhUMDT94+cIzo1VXmGk70J8wBLpuTz5QOYDNCPQT+B5SRJ+OwGt3s2Cy4U60LmCBC+0Sl6KQAg1bXrGOYbOGdtSPQ6HTBctx15BbQYeYJ8lHobZb57gJPpuBFttkAjCbJ3VfN8s0ZLNZhLEuB2QJoGZ9TQJJIySguefEYHPpV/+smZy+ieVFzb4E/XIwakA+heS/Ocedi6culqozjPdwymnd1BZbWGAYy6gKB1ZieAFcAeAEn3mg4pO1UDZt6JG76P/HTnOuc5kABgfDWf5Zn2u5sEbp7B4dLn0EcUi7yAtBk/nWe+E00B6OB/ArXovugIOfTetwG0unOD/W+HrcG3ty2s8b5TqOXrzwg5dNSpaJw90jNT4HVo4kKP0VvPhhvUGp4igR+6pPDCNrSqdk9CTvLo73NuZnWejhLiTDg/60wY0a8kwtqutJ5dW9G2dvTu81AOxJ41W7ZHVng+XduA5KhNva9rn6kYEzzdDqBstzHTs/YJcOd+h36WEUd//rFeVPUfxW0NHn4Z4fctoMqzK1koP2Rtvmid/csRGHEwt3sAX05rOEUtz3IcEEg3KBgxvd9Jp5McHLvhZ3kFWXq+BObb9TxJnIewSUA9owTnfMPYhj1jL+efvc+vbbCy5Y8uIV3jPjvHgYuBguUt5MZyNSB3uTfea7Ob9y0BPT5XAj7RUjpcDlvOjRkP+OikfD93wt/T3/hlrAF71PeHtvrMjnJfHyy+1oz3KeC9O0s7qXh8yTl7KPrin742Otp0E4g6ld+HL2f9TTP01OnimM1o+9RyeU84kW3vMUgNOFNAYhmnoMiAA35SdTtPAc8Bueyvb5L8Dra6U7ATFv1sHQTir50CgzNCf85am0A9tIodIEgOD0kZ5Jxtd5pJVgQyjn73Z57vec2X06W94YfPOTFk3RBZbP5qeTTPzz3aj2F/bPNHH3OGKutNfLV+nMH1+fvm5+ZxgF+/dhKJJNQ2JmheaMCvQX6R4kzR4Iw503cEyvyDbMUWtM49lfpF1Dt+uX3S9lU62QJAAb3N154olWey7a/pT7bXJffIv8/He75r/9n7uLJ2RseOvvQtSiFQYEDxld53IUHZMe7DunoyBYXKlqnRqfjKvYdn4skQU+QOnTNBhYr8U6jpBD+KP+Nbtacdi+jbFO/cHWrwt2jhiVaTtOiitvib4ecD6so+a/Ti0LD5sgu88X9IqJJoI97Tyl9jTMu/aPnSOknyAeC2TFCcmw6z8Ly/4+TaFJi/9HQAYU3iMH1OMiD+g57rrT/fBRHQrWNOznFuPoh/PAD1JJP/+PM5q/wBwDqR2/pi9yR+r96DRsTmeiYng4Z+nQgzKH91shJf5PUGEmVzUrR3/Fvvc1ah+3VyqAu4uhAon813LHpmydUVfn/oDN3bH8BH8Z4prtcaZ0/uUfxJXuQWqye2m4v4FP26oK/0eXW+jv5ePacVJtnS8cPZj9HBDc53QYLjhWs0cXgrRfR9HfYLuXn5HiNTfN77Pwkk+PsVG06Cnwkzfz1x5sa38f0Pv5bThk7Qe4mlM/ZRxAWw7rig16/f3YHtfc/UoLe8fuJnfBacQn+nqzegK/7PWezwkZ7F0w5c3B1wluc/Rey6lrDAo4j2mdEHd1KDWLH52PI0ADH82e+jV3UbCprx4bBfPKf/5niJ8XEpXmQf/VnRHbt68U/HUGlg0OjvLpRM/Oo9/BIffMaUG+exzuxDaJcCoE/76K0QX0yxF8Kuz9OpxnRK+6Qmf54L31dyCYYsvBZb0FgEYkIxaOKliRXdILI8Z/tZNtwFdIoFNAVi8M7GJe4CGfCY6NLYzNAxXWcHB1030O+HH7ejtM+gXfuYOEh8ck/s0bqxCRRm2icYluVICApWT3yCvyV/59kI6xVN7HrwA4oJ2af3qNdIFIVKbrCaZGjLGhgZnfZvvp+Cl+eBmEARu/Qeb99HkMFfjc3Gl9g9jG7bTuzjE9a0LHyujjc1YYOEGQVO33RoF9NCG3IJtg++f/aTH5JIuh5Tks6bU6BOPCmaSh6te2yXEledZ48jaTt1xkmLh6bDmrgiRSobgDR+J71H13jvL2si9xL98xT4DU5FzN1y7u/LlzTeHp6z/3z8+lwVbF3XTDyXhhsmEtKhqs92gfPtE1jGp2g8srN+1O3v3+83b8JDL7rOB8CGY4fWn2s+a/+i/VkndwcL5/53oZdeZ//sO5VOSxyYPYf/Gs/kGcCXWH8KypcW7CsT1Nqfe/FgjeZv+vA7xzL2MxBnNEbzLb/UBa83VtP5BuiXZ4k/uQWK4VWzffkxt9wf3pXtv+JbTDjX9748n/uL/KNzUe+ptzS6wtOSaecf9N/gX+ADPWqbvWdP+fxdRJ/9uZ51HgJbQVExa0nKZ3UdDUi6zi+P8s47p0J9zp4iT/SstivM7k6WDk5xIML8Wy3hZJoSkapMG+7cxOsqqSjQ7x2qzWT3yGM7cgpwHCRk4VaMlSxsB5f1AFAfAe0RRUdBSOE8Ru7ZRDHUz6pJ45TEoGkDUu07dBcXjoKPI7Bgm5nOQM67c5gRs3JmAowHWM/ZKJtAWecAgGUCTinMx1HRjxQBjNTgO3SKw5XPOtBS8s/ObQSrHXSc2D5Inb2hgogzOvP6VvPyOYJRC5SYeZQf75Mgake2A2pA5K2A36AmD7E8AH0w3nbyKwEh0Msdz3ZaQwNG55g+BhyXBpyFeEbiOhirs02e67wq9iepC22hNVVfdwWlKSaaX6MhljYzJktdF0rwixWk/MohZf+MmZ7glyvMv5yBPX+iQB1UWmM8DviM+OKbMXBz/sVzvx+//VjwbRRdqtnlIC8/ovh1nTaSpskkOEg6LECTBHAUYVagvaBLL2MpF6i+nu78ace3nCr4I46TdMbKH1/KWZrrBLXiFmiLw87nGX3eDgw8PaLvpEtAoJy9m/j2MwG8BvE9GonnlxGm+ja5qnenI7TS572Xcno08k0iIuD0WX+P+Gj9bd7TGRKVAPZ9Rw+0IX1NHbBjOQ7P6CaeVaOQcabX0aKiNInbbwBe7hv6tBHs54MmKxtb/MBrd7Wln9EAw3vSQQM95kvsVHkB6D4qS3kugCGc2C5qIYka2uZ5AQwTkO2UgXZaD5BYjqoqPSVfHWSRSOjKbclF7NFW+8FXgEPH5tWkDirlCIjPfo1jyWQEAFj3HdjZ3w67pl2ENnzB505FueROdH7e1hgy9EYDUt4C9Ncjj3cC2Nd9/kvQso6vXu8Euv525fLoiyTp14Zu8UA5kMNAeuZOAONAsoctH+8AO+sxT8weWvcPvaBT8wc8C3jnzwwA77NQ6rvQFH62r1N27VyrftH3nXwQLz5HZEgOxPckeO+9w+97nzXpRU2R0/KydUPJiqvHHdwnQfqPGSm60xmmsE78rM7Z5yMd0KTDNaBzn8XjYLhAj4Bb0dWWy7GDTrTNqMtcI7YLuT7/9ndnn7xvKpY7OkDPvEUOzfOyc+4CLqCaILELNej4gMZbMDXyMetOIJ5iCZKOBHQfiUAta95s+c7vCyR0kWRPsAA8IAEML3r06sNL37rk4XcXzT3/qRsAOW6e+9l3v4177ufEN+9EmnjhxCCS3eIzgjaSfsi1RsnnvdjB5pl8dmn80jP1EEyOIIHWz8fZgeJv4oxXYYtss0EHZF7Cif3fKUB6lAZIToJ4bmY+qXGYADUkgCUgEi+em7Gw+K26zMe4sOf5Pa6TGGXuRVwVfbjKJAUq1S09oFjrixOSWD6jY9ovjnxu170uD8DoZxLbjw8OP2RZW7AmmYztS7yCXBQ7nNfoCOnCUfbvLpqxfz9TKm5fXt8h3uB+4dGVL2IMEsAAW+0/n86RhycAnx1PToyGPjg6dAo0vsXXB8wf3YVP2P5Z/x7wK3zYNoRY5lsRkX2HEfaTOMQlniMadK0tsJPPgU0Nnx/g2DHSAHxDZxdWaVKV+GJzJN4igaDS1/DQz8C86P7//uO331IY5+XaJx7gUPanzxqr2OwUpI//qacFyM2F4kOZHwao7NG/ryTDPN+R5blvywdrvTvTzvFO1gMtq2MXZgQdz2edO+CiXtvOlvFrZetGN2dqwUxauo6Ril7xvEzzt2Mk4wwkesfeDY8R70ITinaM2Uyh8ElUDZ/4jMXCFY78pRHGsh28gfhd08D2aIOzqeaJGpOpb2L36gzXJ3eSrZM8a4yylZL2UK8KX3mPWo3e2VH3+bImgWR1JKmlGyie7zVhyzpxpD3U0TRaX3cwnv2rRFHzB+D5xhjZz28/1j+TQIcHuoA+NIgsGhSumAP/aPdx4+u+Vzdf8HqmX8z5rNeEh6w73dqYjtCBrup3cshrHGwFcJ719hnrBlwffvY0AMcZnxT544kf+O49hhI92NN90PHsf+iVC8uf+XqUjPTXYFX4VsE7h5MHx9BVfDTRrFPxL9dvXd6+8ut1vjjfb/+uO6XAAHO2e5LmJ5GIoRpSRYctjaRDTtHujICFqsc+TAKYf3yjaAAAIABJREFUBOYdd+vzfz2Jd+vBa9rF10aTMZdsH5zNfu7zJCmk9XWDwVmf8am2OzzkTiQAh217R7NQ9jjFWl6DuuIGl8GOHw6TTpY+rQK8MNrGAnnWNWAU2b6Syc9XBlKreDm+qZ6ffZPcCHv8699/xnaW+AdTy7OjF0jA4xNSyNPyxJmgiYE2SXri/+PUvOMF+Vp0RvZZ870P/O6zkPG3y5ab/q+zPhPvn++p0Osh2ClOGnw7GPok6Uc/Y4M7zun47u8SwN/8nH5+SNCT9Razitxwdrb9VNlJsITC07R/nIG8T7m/oe/aj7RuAGOeJHbHs7AWRV3wtOzZfQay+BQsW3rnyJjv0VhQYUj4HZVAR1dEcdWGjS+xo/87b0CcxWShZ3LVHL1gv2hi69Z7/N6TXnCrRSPyDjxzTyzs4qeT57iODYi92GLv4LrdWPC2r6L7Tkh6J0V7P3uCoMP1iTP/eCZxUUR0T2brRGfnuIgL2q41vfBZGnu8/WWrpMLI9fdLN8ziW7ebp8f3pXCIZ7TNmaMFG+fqo02/HeGy309hSfymJPd5Pl36WwK4c0Ds5zebo3u0LsV1vPctEzA+AbGNr669N4gxmAcTTJ5FYyegg57jjz9/Hx0gjOHd0AgO289NfHnnEbrTWs8FxmEaTf5Hr99HelmXq/iqJkeY9tM4ErwfvFQyPM86dsuTbs5LxyMcp3cCVDaYAMgOvyoO5ADObmIw76C5A8oGRThzK0oP0HgVjBhFhMOR/6ZEzdw+gziRnjptGK/k687a9G+f2ZCOz1wRp/Cu8PxWoZtrSqBUmZa58y1szdj+nGj0bEzPVee+SYLnzA3O4HJX1CC3AO9e5ASg0ABAM2vZyjuq7pxoPYGUxftUELdghgDlRV9jdG7DGAdlFWc7z6JFnK2t5MGp8T4NKvRN6bfTmwAlgDnK757ZzzXoWHHsZlqs48L+c22P434+1AkkK+yZ5Z6qwOUZk8ZBcBRHg6AkLp1ceYA8xsL0GRA3UEEnRNajUTsJBkSWdwJ4gojnH8fsY/wM7p31SU6mcOBZvyoXG7AYuGYCz1TE3z/fgjo+04nuGLFxekpeSMDEsXsngL3fI5cEVlQBmZYDkqSC5hOI12feSjM8SocE66TiznpiwDPkuY1oP3s7h3GWM5Iap44gh+8QYPjvA8anitKJzxlTAr+hZ+DJu7rs3ofWiT0qsR0/IsgY41cscC4XI7FnADe/Ni2oMHwbjgAf70A0wYULOQao+OCh4UcSCQvEhIc76HLCUkGLDWlozuePnpmqV+ThZ4Hx7TT7Xm/Rz/5MQIHB7srb1jkHyJDucnB1gy0XAPclIM8akoB6Vz2vwwtQDEACIBNaob+yF1SvW/7V3VwPeDuucjxsJ2ddfcaX5O4uekA3dYGU2ZtgZpxYvXbboXxuHRT4XGtKp2lGSzJG/+aZ0GkLbMznlsNMS/j2s3y19tp2D5D5SixDH5JvJP7XbkxCTfcbPuE73c3bugKatQObZ64O3Vm/7ZarobGtAVb5EWymZzY/jiP2QRcDNW2bo38iWOFHnHP8A56PStjjm5QCODI3AEKSXxrzn0KXDSpz/ZaT8KnWPE+CHFQ3u1XUJEX2XrluJxy7IO/w/xSbobsoLAGYbRtu3hQNJ4kAbe/1tv0/AfTzrE4Ak/CdNyhc0QPe00zwy267YkBybDn7Xvmg7JMTIKtHSQC/ddAWeuWs5vGtX+BbkifRbbG72XOSaUm2tO9nP/ZRJt3RpvvqeU4RRY1UEik2QTRjp+SHXILZfq+mxPQ58Le/geq67YjlqwpHOoDS7cQHgP3IJ6O1jyw5UbL2JD5wirlunmhw5/iUI1Na/zdZ7sfeitzEGbrPkcORR93j6O4KxG+gcoGo8MeohFc1OvbXvG5/PnzpffcXdnWmzzUi2WePVqeV9oFEzMve+yy0PftXV6UD2EmY56FSKLPx3ilg8qjWt4PJvqIvls/zue6Qw6e7C3mhq/3k8TNEgj7CgQkSJJzRMYzQzTWis6J7xrcubm4//cQc0t3jO7hQTvbs+Z+ANEbDcm0tjo4ZktZ6XgruACuZmNAyoO0jQUTsp/fl1yomPD9nlCFH50Sftj/j9Uws4xJiF0G9C6jbr79jqnw/hS7ESd+AOuuOa3IHxzOdQtVhzOih2CwlUzr5ZP9zinfiD01cdFUu8bmWQ1+vuuzb/+wCko2XZCs+E8AkUY4f4eumiCVJOO4avtXSAMLvM9K1H+nyqgQACf6213NJOrzw/w3uuUB6sYkDbDIZrablWI6mqJ1VkjztkYfdJY5tbn3s78Yd8fN+A+hum/cqeBDPuHgW2xSfqJNFJJi7kJY1i253HK/3lPiga2OWeIqLWlfgo1Ckrn1rvQn/aM0u4PPo893HXod+5+zv5jfsRoqHgtlQ4Hlob1umI5N2ElYngEOjAIToGfwc+PTgAAXAbyclydP4V2fd9uPiC2nfkanu6KfAId+J7/sVOAYTGx/DdC8b0/xjOzJvHltShRLwt/6lwzR2eWzAF2df6qK7GNE10F+386jjmVYV/dKeydpH6EPH47nG8wb6/MO3rSPgdFnpesuFeHQu0PvnfRz9loaWTXCTiJVvBL5wRtK2kM96Oh4+fvPY+I84efRld1RhcykS1fPbZhnfTRI1nZkP/xdOdmKr2o8bTKab6O8SwLLB8Ul3P1wQJxz3TF8ZZnoV1Ef/+If4aZJgve/8fvuQ+FWtk1wwOfYhem0wYqYBTkHlrQ9JACseOjI2ujH0TPHo8o0yx5sAdpGhfblxmMdvIUnbPjMFI7lW8Nr26YJ/b9dvZHHvHX8s8bYugQ4IHwmbzmhY9EFPLHDCQG+WbCMvLRMuqD6xUTYHvfEzH7+T0v2ZYD5pKCIBz57qul1Ag9+C739PtrTNmMIn6bwuNtJ7f4m/bUc36RNdlRHnyHD29HsMj+1/4arouyp6DE3UKPHoCtuV4YerAMbEA18vrfXyB8vPjW5LITd2GXrlCBZf0LFPH1EVPglviNZMlmF/Ow4J3hPf64T043/g7/O9j387wTSygZ8ee/COF7CZrO+8X0Vt2HLpzh3LHz+WQknk5Me/frym3yGfrTMa32q+JkYG/z28XwUw/78JYH0XXEIPHXnZAjWKt1tGzTOzUOz2myfHHxt+02fvgh6OZ+3O8J/L5Ds30jik1oL/LVlqXOHomypCh76v4u2rcKh5hZgCvwnfB5/7tZYvDSLOgVz+zq1HP3k00+msFxzTTO6g/Bo/93VdfB3Ms591EsA51zl3gl7RtdHb1lmPvqEI851/29jKsah81PHd8QHvgv4PfT3fOc2bs/Y+ouyFl08DK40H6N+mFXjHeSZ1AFtQJuDQl5y4ejY4nURDAICz1uAi+POBri7pIA1HvxOupztx1A9KBwNwdwA3yJ9AOQuK4ghwdUa8WgnlfQdnPttiz57lO6yHERMHJJ4OrTPOZRQjTJND0+NoWPk899hRGzEyZ8SVmMOB0o4oSxCi0bpJIrJOKqAALfJGRiaaH59rJekkx0qZmdjxgAELELwZMQnVBqZwIGS1DnAxgnyE3FXBUlZb2aBn+lYZQzePFft8ppUxdDVYYmGJkm8FcJ950gIZY7eVOL6GgNUzqnSVHMBudyZ3Qs3BtpKaSjSPMccg6bVeY/Y2dCWnDkBAYt8V8tr/SkK9EgbPNTwK5vmh09QK3PKyYzbSNTYg1ezXt4Sdz6TyGTk5Sw1ll3Ht3QWVjkrW112yOGqtTHGG6Nj1s8uZwtjX+TB3FdoNADPiyon/GVFCIgra2FkzkLrJBowznYutYu4EsKpOJYemqRx+icok5KOpoPfVwTLv8Wzc/1Qf2qGOY3j2yHI+I0qtawCJsuk4yi0HHTynWCa6KLowuiOAe4DwLtxo/vE+9Hqe7/dIsQAse342snZ3vB6dNwFDj7B8Of4ONDJGqUGK3guepcf2mBOtLyLbDRBIVgRshtY4qdCO6v9nL5/vQsuebtAdQ/v9qcgcsLPXR+ISXdNJZXc7GuTd6QtOXLLmj5Emb/3JvlquYDTx3igIvZrJD5us2Yrt0VOvwHG7odItGTAX+0e170lQ2MdMMGW983wnxzNsJxRNrVqDqhETEMXZZy1vQD8g3g0MdQK4g/s+KwoSJODYEYw3QL0Ox9jrSmKdYGRseezI7O8oKfg3vLcg+enAGz2M44qTdcuD1iv56fPTeQ1967hqghier2Vbr5n2z+YQiFsPKQHH+k7CZBPAdvThCyf2q2NhOgRs369CgqZHdxoEYM/e8dwEFdG9TjcbBDKwMfTN+vVGgGf8H+STqk2e/XuiJEmIuwtNz/d27Kd7d0a6dSc4XRbINPTRfX1G5ABrHaQc+S/+QYcnqIs+bvvfgZI+KwAzgWpGcfL9E6A81z4FZRMAbYI4VIn9iv0J/+Y6rfdtJ58l9Qhij2Qe4Bz6RsbjR35LALce03fwlcPbWzSCTN+dqD3Sl2rfJNiz//Ab8q/LnnPcNe7az7cRk+56ikCt7zQ+vPQx/mri4UOXps3LxxWHSveXEo+PPxMBFIUMkKjr+fnxB2P4s4eVAF4QYYr4KuDbqtqMzNazwRPsc9tE9pvXYjtX5uzb2+e3p+ozt4ljvF8PaboQR/ROULa80GcQ6ju3voG32n62PpcuoTsvCYBH78zIeuhOPIef1Ym3N2C3NF1eXwe3E8CSZ4qowpvpNGwgx9e4JsGsnt5EP/IAGNSFF3TGhd/f/om+R8GI4tWuoM6axi8e3dyjpfU+tg+/RrYBnxY7JrtMIY/YLZ3p4386logfY71ied6ilwaCeEb96yN2xLfPd4h/KG5CPxH/GWAe/X10heka0Jc4kuuRhCDG7XjqG1DRvAQ9m+/tfz83ShHfTI9wHDXnnY//QxK5/WutBf1I8uxOAOuaKkSwCgeR9N6FYsTYbQuOf+qFNmUDggLOwH/wHPHgXNn/dPGn95fJSxOTaewn+MJdwLTjaRcn0b00WpkCpgNka78LoIkPp5g+Y2QTry1oZH1nvr0K7sdH4Kn1nU5W4UeAC7ymUFiHkrx4F3DYBo+P3jFbaLjdQ51ksQxNLEPX1vF1Rhb0DA18bhHOnm/oZ3g+qNF64ceNBxbn2XGhtkvj11ienrMHE1eNHD4XpKDJXXXTCeL4bQoQiMl0LU1wav/CumxkjgaDPHfkwD/DsLLrPTFMOv99RNkmceHxUzyC3iifE/ASeWafjV/YV4+Q+Pmef6Wb2tfvRPjp2JnYprE5rnsSVbP36JhOfoqGBzuaL554TxNQZm3SOY6BND3keVj7KZMgDv5CN3LIF186eAM29vaBzRePXnZi7Fljg+LhjRQrHTo912RiQ2iYd+KfRj9k++IDWsaGv2my4GgG8/fLd54pGPbl46cGlxn8ZopwiDFY37fi4O6075gZG83zJLkYMHv3bGNMvXYwSOFLz7PgQ+g9gczYReMJxKvP+tGpXAN/T49DHMbEgl6j6Te+a3hxaGwf3O+eZM6ZCjj4cu+J7wvAZl8wf/e9Elu9X/v00bTeOYrDOuCQyt/tY3vAk8CqKKAjnoxsoksiZ3q+vWdG+Z+9mHvJL8Vf57PBfLYIdJPS8YvgQ/7dpLuKuEbfIFvSPZUA5v74w3pmN1zYv9/zzJcS+Q0eAFvGp8dGwitdWIRuRLdzzS3C27voM13g1GeA38VS0gFdsN/Fn7piCjRzbXAWrZsjDmP3gtWmwSvxROgZGcVnxO5hj12sPjEAPEl80eOFe/oJvt05EuCxK5IP4gp8tdZ/rwYPbIp0kSc4vPHG2LVMNQzP7XQ13RtsztMt3ESUmPfYbelJF/qUPhy+XNsjWQoe7/9sa6MnX/HVbCn+IUVl9uke/J2zisHN8WPv7k4XQc9ydP2cf/69AUi37IJBHzc4WLHi+x8/fiQfIv07/oUD/+uHeNj+9RTDUjAQn22nWP76FG/BX/BWeGfi8rl242fYqHNMiv2CbZLDB4+87XXAaw4Ob3u+iye+x07TjNB+K36/ZXH8B+SNYs8jn4NnnELUsmV8hr3hmTkKYZshd7JexzbkB7twlGuy55mWKb1M8cbmfiJzsd+3fDOBMq9nv/nR3y6wkv3W0SNjx8SPib33TGPkutkjOFxyLtgZ75P9VPDSXCvTYfGXg6Niy1e/bAL95sPOPzW+x54LN2Dku22F4/c0AsUnzhWz1+WfV3fwq7CLZqpJfbyKNh85kSo9sQyx6zN+8b894lAMwBddYVkR1j2STot7d6MGaI5C2iobKYxTiTzeAmCyHvKusO0EWBNar2tcJAkHNu7OvLMRAa9iQahQbabojsbuOHkZvEu/ILy6jpiDbkCcqe3QWPAdAAFaNbDazk4SFO/k2JnnPS3fOGlm4uI4AvAjKDJwUtbjEAHQ+hwdOxXhkh23FmXU1UyDIlspMzZlR2cuwK09IhkFo6JwTftyYky3AYUbILkBC32OvY8DuMExAtL0PM9dwSpAV9O4R3ClYzUt9jiiMp7fZuJnf/fsxzzXGvDDc2WAkaU+q7YDuThAJLiTmAaUChCqHU4rv36oEEThG4yygZmkWgEuqRhbWdR1ZKTYS8vuKDh4imdwkKUREO4EiTN8Py8dfTfI7meqUSbfZLP5oY1bgiK4mhHQ0f7r5HD+AyDBFlLkc1HU/HRwaF0gR2cqt+08aQTuoVN408/qLv6nQ+Zy2jiHSs+vzt/j5E8AjaPF/U+hwPOGAOI7AMm+AAbNaJlZPk5IB3gdkGK879E1IRgV+e2AvTvyoFdkLQaIrrUONt5OQipJMba+1zjb5qlT7DEFMQ8d4REcnDak57Uxvge0Fb/Pjc9zMvr19Wzw+Jvv+ruio2TnHptBRWnz6NEVz+epmn+B5K56zpk30I1/I0d2UQ84k/dazqPHTPvhVzqkow+3gycgYXgaAPWM478q9FgjQRlje295gJfoXIC/j8DMem+woM+UCd9k36VTdBYP97ed16SCAd8pdrH9gXZy2hxkJ9jBqe/3FwAf/hWPib+cKI2OkG5CXWTfZqz7F32lz2ckpUZw7ohSneFBAxJOF0Vt3xKyJzCwZ/oGkGMPFlCC9rdOJ3HSIOYdcKPvOhhBrem68OnpIJnuNYOPUnN0Jlyduke9jsyjr/UsdLrh9PbYw3ZG9T7BJ+Oqe03h+XSlQg/4i0TRHiuyI830zPEH4+N53Os4vitHgzZVAlz2MRMhcoyGCHBAudbf4s1BFJrvO6A8BShnrF17WRM8eFNSgHQXUOALEZiIhhSZAGyv/Y5fc0AwVZaOLXexl7sSBmB86NmFGSTU9cw/8w9Ea/QBgT6TTEggq9mSgESkUUCSIpdUkrdtDJg2/umAnXfRzwEMp5gCfuvkW3xkgFMSjLLzRDyxXV385YBf95dP5A7pjGqEzkcuYTSPRkzweHzSkU3rL4oAB8C+cQQqeztJiIwCSnga0HOP1rUNvkbvU9Aifzu8JOD4f+b8V/yFjGBNt4JleujH4+DPUeix8vA+My92OYFzRryGZ/Vzj1a+ZeuAr7rG0M4JE/1n/yVJP/2czv5ZoI+a0LEkDzOZT87o67F1AzQB2qUgK74EkQwAKvGiLu0k+jkPdn1a1qDCCcdkE/jjK0Af/kZ/+XtjQ7rAjKQMBZP+/uwB1zjTCcQ/svVVXHPsr/XXFn72dAmT6iFHRoQqpkryQtfHZ/b0DqrmZs+6ILn5qRO6t8/bRYadUG/QA95qwPpMHbHPtEVqxGz6Dol+bA/XYU/wD2/6YN+DLzD5Sr9XEmX4jsLvgIYjQ1Wg3f4G92+APfvfxbVXIK+7FqCzezyA3UlYVAKWI6IA9ev63K/lAvxE9GXMaCecPTpzOghOYvaA0on9nAAe+UM+YmvfACU0uOOtY6dNj/CZfrBLfI91UbzkkZ6TNFv6b9evEx7mhSlqedZ4dwveOgz7cWyjDSGxZexOZGTGVuv6BTjfxa0UF1pexh4fXlQ8Y2R7dMaAxsgwPAwtEhdGr9E5AcDqJcVZfyUrc+boFl/HH05xoOPKcdgci+g9+ae6RnV1dwFQ4wvyoS2Xo9/MH+VvQivtozCbxE3xexjxp7Nxv8XfWzD1KRPwR6+9j4YJfXWfxOVJ3Es+k0h4NwUEb0DHr84kJto4yjSmg852PfLbicjcL/LA/mE/D//b9831AaeR7WCS6wNK15+Cv9ljml6+f3f8krGv4dbQ2F15vsb65pHXyBFr6sS9Pn+fW0lHd/hyJ9jxfFqXRqtu3BP/Q2ug0OFOOu66Vpfi/5kXRJexobq2HmXplzt3UslPfXybnTyIPtX7mxyJnhWnoZ/xQ+L7ZoIgBeBdIEL8HVw0Uwa7iMH+i+J6jaIe3dEFKtg6/ztMgD+3iRn8zzznNmNkoowuy7WdkLNML97Gfjdu20VwrwKjkPr8dDKKPXrr+NCmfWpw1cRK8bPgFb3m46cUOz26adf9iQG9OmUvzLSxZCEZ+Adeo/CJ0aXgTklKRdeKOj4qyrR846PIfzcYkACGxzrJpPgDPXBsw/PBnnCGXkbPdXNW1O+sd6ju7j3b7exl63hjUS7wi3/iwvbhsfBG5McY+PO6u4Afnxe+xp8kvtPUikbpu8iU/IjucxLKcz/Lj6eRSC7Uzh8cSL+C59OMs7KUgsBgDlmr1zz/z3s29j+5g2VEkrd3fEmeYjm2Yinp/bG7wb121C+TL9v/8zJ8f6pFEo9s/Jb1dFzuBPB8Xq9TnMnzJUG8hSzZ7tg0+MENYzrSznK88ftOq4tPgy+9RfWry5v/WS80+Zk/jXze+Efo8C6+yYKDBejnmw2FNpKXvx58/tdfNb0p+bYu4OYasTeL1XYjGDKla3aM/fbP5yjM4qeWTX3XRxkOfzUdNl/A9IToBPl1/7F/Fb8uOn/iyWk6k44nN8izIE+61X8efZeJVjkjvn8olkpxR2wnRE2jRv5E9r7xXuc7fD/bnkwy6AnBTWeKHlgL/NLF8+1PsA5s0ClAc0NbEsDffsBQQ+vxm7XH49P3hCHrqlPs5gjLsgW+bpxZKvuP3//6793Zo8urywHlcjvep2rwONVRJ52cIBDSNQjoCfjD5Ns5oQrO7o7rZCDBpL6j65AAhkBUmO/ZoUcHoAuOs9IBv+jHWVXm4RpjEqeoRoqMk8c9qbohAYxw3orivD50IslCcqIZEmZ8Vw8CMmxnxmGyEX4zaXkVm/AaJVMGLIFNmGcrpaiuS2ftn49CjXEUDXI3ujBICsWQvTubqbrJMy7Y5L9HQ63Dlmre7r7sPY8hu5ylAQBfPFaJxs8Z8DMWscZt3qBiDLQCJt1QTJB73gItGpAc855OMmONeInr8/1TLTzOLQAMz9jPuuMXtCfT4TsVL3F60v3tbpPp/CWZT4CIs9WJ2h1FGj7wtRQMyyB6zIwc54ws/TTgMtLb0XEDUDewgvE/gdc4Hz2O46tCs3HZIJQ99Gev0acLRgDIkBieMKyMqnjkFdg10DO0PcFBdV9blhzM5bxeV5zN8jqBBUAgAPjbz88SSCu7ARv0g0GikKQ7hHFY+F6fZRJAINWQp2vrlfgOGNEVdS8Dfo2oO07JOJESBtGhu7zhfa9bt4eWs99cvwN9ErwBSxaAksWIEbpen33MvZY3urCmz0jtROGrs3z0IzwZQJROC0ZdqwNMpZiR71fxzin22ISs+WMqN7+d0d1OkHQmgXr5IQl4J+DyM2oP50wGPW0CmnXO+wwd1DyBI8HinSjR5+4EME4u43Ol35Pg+eRg7yu60IVH65yy5rV1KpSYKkHpbDnZEyCjnzo53QC2HZ26/6sqtuXSCjMVegZaZjrB3dHgOH94Eh4lONPeMLa3zzIRQNNnCeka8VMSIG4Rzdok7FNTbgPUz5F0ACN3pWY7cgvMote+aJYxU362+X/wdzp/N8DqAD/ymM5+ftA7sXepyAVA4vlfZywpGJ1gI37P47O5Sj2VmNh4ZCCg97vwYfVfn7WTM817XYAY+FlNtwX5t3M0R4Ck2hfexa51AI/8hodzx9ZhdwCc9/Xc2ZNX0msA565wdrLNIMGC2QQNJFbwh0wv8esX+ZP8rz7eD1BNj/2N7ogOk+4SnX52BlUnVFJwSeHTgu2mj3xE+zDqviWYjp0KWLfdOq+zyMWTln3pyFxDesqBx+jxlw4/I4STAMIBEz1S6DZ7Odc9hamejCOf5en4HKDJrpt4X3qVJIJHq3o18Z0O2PPed+/rHF2xsUb8bvxqOorQvyRWBRBprfjM3hcroQWDdf34nVtJrQBWhSft54avGTWaBDA/XTil1/Bvcr8FVLpCHjAL/Upg6+WNb80evfclNunef903NKaANLwBAKq19JmXLjSYeCOgDmf3JraAdw5QNSbvyOuawEeeAt6Iu9IVEd9mR0On8pviNX9y6NfPCj3z3ElO2IYOoO/nKfvR19HvPdqzi3dax1Chrs+373RCtGftThB/TByZ44/sz6WbwOv5AojovR15OPswtgqg4U4A376aLs9zvwDD0kkdp3RSWmtywr3OL47fEgpTrBHYP/zWoJ11mxLA6OvnM6cja/bj8L67CKZjpRJE/Ty9/rb3puHXUcxZ145NTmIoiw8BOGP6JL9G1sAz8tHp0JmECWtu2/Li7xNj5mYpltwzR7HJ8a3ewHvb1cSdonMlH2ftDZSznui/sWGMgh0ddYO0/QxZzxRkPW9Q8OS1M+mkz8Ocgoi2173vXJt/Q7/Y/uOXmlnWxjDRYAuZPnkp/LQ+xOr7T3k2mSp26TUd374KPPFzT7w4e67vyV+SXJzkvfUcxQyh9wGXZ3JEEu8r39gBf/blnw1DfjmiS/frznomU6loS/SyH/eQUYmxw9bD4KbV2M/QIjarcbZOinRXlD6PnOOVpMtHBZWbAAZLwddv3u2CGAppN9GwmNWw880yJyEc2gaHwo6i6w2sjh9D8lF0uO2cJ6VJro/w7+3a9zd/ju96tYCWAAAgAElEQVSj39PJuM44k1ZCn7dDd4oiZLOUYDLQPceD2BbEV3J3n3ClSr4iF8ZfpBflUz8fNl41P/p8J4CxZ/B56xTb75FbCvDAnKQ3hP8h8xSld4FnF5AdepQduxPAxE6QhOIL/AT8j+4Ab14JPbWuxYophCPpoWuLhsHIrjHQY0PBRHtSAs93dJX1u5hkfF6Ojqj9hFa3z85UQ/b+VfQwhc6sl32DzhPJWQa7OzU4QfAbFdZ1ExVFtPB7CwmFOUp6nSM9qlDNPOBi4fA+PNUy8PLXH53SyVKv08kbHTGzxVGSf/naxCSR32ifblBp/mSaJ+vHlyTfkILt/PRkzbtw43z/SogRC/r9K846BeqzRk9gEuY1BY+nMPz6nuWT5PHcuGWsfUGSk7HXoRWFYOhY8J0Xvjy6IjjRFIHNBEjdUg17FKG2vrF9/on/evtnZ3KOddFOwGCt2c/4SOgN/+2Yf+OAbpzjSDKp05PoVSHuxD633JhHZmvYhtuX5n1v4YXt9IhefBMVzBki0rrHtmnN0m3E532v8Ombv/oIAb1376nX8tILuUZen39Pzid/g6k0Rnj49iJMT2HkM/38LpBXgvN50MQH2wWOTpXJ6Dwd1+m48qZn+9Hcrz9P4wTP0EcI9ee4V/Cf0ER+tOMNC0uKFPyjWEx20Xulwrl3AlifR/fpO+5+l268GrSaThxt1q8d+knPj1eE/9770Alg1mg9qkKbOpqLvdazMZL59tGtz5xhesdobDd7BZ+qkYakcE8NYe0uzhc9xmih/0+xiPGfncaY13m6ELzxAtvn33//879UYpxxAs8HfZj48wHe286u7QhsoJgb4cRQ5Xhn1L2oydCTlQesawFCqXLGICC3EsBdvUKAFwAw1Wu9OQg9gZE+l8rbEIRREGwGHnMUNGM1As6EgDipmv8/1USW/h5bFIHPZydInO/dI5SssMY4MFLPTDOBBKOYdYs+m0Br6cR9VxjAGFH6G0g6MJfxKoWD4rppj2Oi10/Xoh3YBU6sGHFsB3w7zgmgX427PJXow18NVrYCOUp3lOlREOOo46A48BKQoQTfGKZ+nnQSxSlJZcVWdBmsnAD3OJOjtBmp1AokAHmBklIk+p86SCbRps8DEstp0z0TcFWVTgF7MaysI7xykqmjIH022ATtb0A+wPkNhJinvU8ENgChcab1Q2eXeX5oGoC0jOEzmk38LZqJz5DHu0MqyikqjmtETraKrenYv68sDSDjcSEDyM1GkmhT92xAzXfBQyeiWItpMM6przcAiGjlOw0dABCZDsDzwzddcZZr7v72maY/e76PDgPR13h3KvqoNBSxzj48z6kAD1CZa2NI2jnn+jjHnCGALFMBBNC51e0LvHD9Bjr8+3TZdnLxPKdAIZ2LdfFfHCl0a3i+E1vfKqUItLubpffRvPQlQO/PaE87qZrnj7y2YwZPdrAIAEAn3THiAhsVUAq8H2Bmkyhbecu+2K5co83vBCW60gmY4ckOkg/g6g7a6JXIkhRVxk1Socjzam0k7kIr5G65kuTHK2BTt9njsX/dX18IPTI6os5wCu33+hq0YdmyLYiOwX725+4OYOuz0fF3ImADvnc5XMb3ZISqEtj90446tIiOm64BAf4ODGoU+Bx1scVY0S/w3C1vum4AhX3O8P2e35jkUdF/fIk7OMChzlrHSezAohLQ/d3DE/M98Qd2Z51QedvhnfDxJumPnnO38G4kBSYdWHS1YvY1ut2VnE4GphLzBkr1twqM1gGNnYB+5zqTiKGbDBkNj6UTsQMZzohqYB870tMovvk1N9++mOf5I3ZzwNnqAAZopDsqNFbCKUn1szfjC1F8EUHIJInI0/p62pNOfLOWOwHF60ksr+8rWRKNFTScEZDVofbxrMOPClY6AYws+fOTrO2qYtbT4DhrAjg4axz9H79suqMUQ3gSz9qC8MqFVJzNUCfpAOkVRN/8rY+Lrvhu0Xs7wvuMlupuqwqQXnTVVBzyqJJV8d0opgxTz88LJHNQu4G33lch6/5kgonXKV/Q141+JgHsa44fGfsnXolOxj/NZ6KTADL9HX16JpmAoigB3PTAZ0M2S7Uc3xf9eJ7xuVi6q1Jw2z89UvzI3zlOZWMW8bWuGzmgoIVrCREIWMsUgOYf/COOJELTSlXFb8v3xXuZdpAkLuPWb1CDa3d8ymvsh/5F9r8VNejzPRnr7oBt+ddz/64O3+dHZ5ah5xoc6Aki8ID1yUNvfKYuur7lzOBdjQHTNQBe0Xttz/R708VdZ+Pbk6zJNcJr3+2oks6buAowXecmFqMQZ7IurmcZdWImCWDiBehvzOH571+PTtNPdE5on/ht+bFjqubRxAiFEVwJCn12i6RN/cTfZ6LL2mGte3Ivlj/ZeIrmbj6DbvCK/sUva9/mdaTR6IfT1eMJN3kaCo/wo/oZ9RFGx2mzOsHRI+H4Tp9fewpjJy7uAtEGAKM7onfuEb3dMcNY8MUrFh/Kc0Tn3YnpO45ED3KdfPc9cu/mS8VpB1A9+5xEhPnzx1LtG0AJz4fgu84Ul8w+lNJsGSbJ3HapaaALpgNluzXNT1aHc4a4927P5v2muzp+sUyMHxCcIDE7r//51x/xCeyP5bPYkfVHmaAzgCAJYPkTvt6b/6VzOScwspBCdT7nBOQA0vKF2ndgz4lz8eUs71NIq890guDEQMhBmaAu0FsgPbgb912787l/LxmSDmqD2G/O781/uncXwchO+Dg27YlwAdvidAj7tcGEgj/gMy920WMyM5Fii7kpTNnjmnZxxLXsef6N3mCqSU/XuXEKpvucs7nln9YxXx/T72ZcK1iwubfijS686ARw8y1k1nNm+ommLu1Zy8FR3/EP+kCy/NtvSQR6bx9eA+dA597HCtxJTXCz7ra2yE98AS3Np+iRkdse93w3aJw12TmJbFDQgV/FGrsAcX2CN9O94rgKIFVMjk91F+CBC7yaJ57Lig2Jle4i/o6N0PFnJSMXWm+6uB9fQwXCoxuItbowXbpTfEByIQmpLazDlkjvtT1rfAr6sbYkOuCJ3Xt97i7W70RO/OzEjX2vb3HVYsCL0W+eY6dP/cynDA9Fx6oJo/Vb++/6HJMDobPWLF/iFHJVPAFfhYfy7PnJND3pkz5GBF14d8iG7jR4bVHtbY+70DeysAVx+BZ3gXo39+B7gpORJMevOsU0C/f8baFl++VvCQmt+bFPPnYa/uG9TgB3foA9O/tg36QK2p43OOaxP8sziZ6LF6/9bRze+yfemJtgi299Dt/ehXX2c+wrJL78mV/A9XrssfZcewPG/21dfq6LsOSFbqwT3kM3hTfDkH+XAHYic3hXz0ACuG/rRP3zwpkiPD5px4X2y8c3U4GBcfPBUaxjhOnZJ8mVtbIusO1GCMmP117Fj+QSHfF/0Rk37sI9wxvJe0ROr6NoJ/HbPmPz5vLfFvvTJLVPkt94PvBCijbxK8DVU0S2OIN5gcK/mljZfs8vD2jh3aTaiMrC7dQJgXkQztjpFu4Oco9jOMBLj8DIfQasnHNQuzIe5iWJmKeXg/IAKChazgc7zts6spw3wVtnXbrvJNF0P5IUd3C1919DdaqNJmnUAOsJJM2g764hNpiOLzaS6o7udqKCtDuy1nmOU82z+PW5X4C1VK5pE/ncu6oN67F0Yi1tIOJAbmfOJudWATVAytkrAE5ded1C0lWger52YOQIIrXr0M9LBiLe4w3u4PndFahqpXdQ5FEBo6wAPMxvcm4GQLlHKOjuVFQsnULDdNhMhcUY1vuMB91PgcJLyEZRNcgdJZbK5RiIVLl3AhgnwkDa82PDNDIkI/QCq8ZZ0Oek1DBY/ntowJpu48AeYAgTkHwCerfjD8AZuU4X/88rUJCIyLTBZvM1FWVxNs+4m1kzAYuClDXU3g1fkDNcuPoBZZ39mET4/E5nOk69dILEKQEUiZLnnFDOwXbiZCqMK2hNt134yPQtZx3HI2vbDkLLyRiyTgDvuKB0oFLIwjlEBDPfzuDm+vBsj58UT4lveuoBzksSPO/EWj8L3Vc2MDLSg9XjOGKAE8jR6bedQeGz0M48Lmfm+X8YqtUtcdapMjQfwau6wgQhf5cA7okA5qApRJEMdGC7QeieQc24L90XPY+soEMZQXc7zdryTt5q2X12GrahbRGO4Ha0fD9TQmcMan8AEU6l/HOB00mtAg3x7LM5AKZ6Dnf1S5fMCLqmz1t/Rqe5KKZE0+SPz2V5O9MlrgTw+cqM2MvfcY4prrK+8z7mXXfajfNGAq31/svhVbAf12QubVfL1/+PqkCePwWwv13ZVAuer5winw3wen1e8dgZ9olKTa7R8rwjXXZdrJ9k/Q2UxHfK1XDsKcpygvSgw299cmRkdEgSQOMMPrr5jH1RJbcT2mM/VO09jmmc8FTHC2CRrHZ1KZWSbfexfQR1h5b1DKHbnmXsYqchoAvEHLgkASwL18n0BurQR62j6JDgnKIefyY9xBnBXXAX4nIGWOwpe9vgwDLT7kfzZ/s3AGetU5m0wHUWaMsrLn60Hkg3dsCIdDvq5wYwOfvSdLBft+Peeq2wyCmenAc8Yzun4xibDVh0XOThc11TOkAjpGJ787+WQaaXxKOM79Cf6y5oKvRJ0B/f3o7ljo+FTm+/6O2Pxp6r4Eydx/v0BPgNtMNPTnhixsb/aTDwgFXYlOuMHPwrRpmZjcpmI7c9YYd7W/deI8DTzYOgBKkQjdBJJCF9dqBGSskv7MkTUyyA3U0MEGbuBDB70zziaR0ewZxXDzCCOtSWzNrwQ3PdjY3uhIvpMQAE9u/sP/t7dTvnmbMpr+OBXCEET8WfvSfyJLnxdNTJ/5wO9TPSz4VzScjxjA6Ip9CgR0B30gnXLP4/QX5kseM/J/ge3dXJVhIVHbOc4Hu6hhNDRc8Cev7xRwDh3x7+JMa6iwxNn1lcjwAkqIfO0EifB8wLP+7oTe7dhWDNG/59+ED/MMaQEWroYWxXd0T3dXRbJd3pgOH7sFgnb4j7PkdgUqyUzpCudAcQJoboCRKAuicxrhQy8d74qayVWNQ0K+DjnLH16JcGf08hpj8PYJpY0slz+e3S6//+M8VO3ovsRwMu3F/gLAnypp/144xGj2xt4bLu0SM1v9mz8MDEd8SvgISOIRfIRPfRWXT49PnFz6huUSfOFjTS9RtQ1XcAevvYDfS9Pw+eM/FTF/w37+uz+IX4CuG7UOgGmk2f/yUB/M1/6q5ojgigQ+8eYX8nv8FkYo/fEnSODHjeA496dQzP83eHq/WC6R0B7COezl4OHx1dNL63yGJMyYwqXgGHSzLBNCv7E/5MAZJ9FncI5f5Hn56jU8J7+IexC1uo09gPCeC2A1rQ+nvbmHDz83v/U1R0yws8lg71albAjo6cJHaqI4xme+DhxluSkMb/6ugmX2rcKD5aPrOFFJ/nOTZ9saPRU1I+6PJJADvOD2Of5gkD1/GbebQtIohMso49Mm4LfW55Jpkpm0bxGBwrOxBbET0XfCPPeGMWJJ71XuuPQ8/qxu8OYHTiW0ckiQ1vs56NrZQAznnO3xLAKwPhWT/zszeM4o1/sAlgXX8n6IV37mJD8BR9lk6ts67SL6x5O/U4XsTvHH4ifuIaWhNHPjhmenVTIv9vkB9ebp/Az6LCrlLAB6/zBJnEkZ44oG5n+zLBWZp3vceOE7NqJnku9mjN8vBM4jLodWJT80iejqXoTPuOF7rzHjq8k/A7Ncl8aPwtjRhe6/xLIxYxCLEy/jbyePw9nSc6/jn0urFNP7+vvzhEaHLpgcAJ5rETuytWNZ6exp57qgzxob5HjAt26I76mmzzTkyGSqI8Bca6R/Dw8YkH+3MO42CNyz88V4+AvuOb9qfxbzpeE+Zqn6snCFQCFd6JzYj+AP9468jtaN6jJNfBdBwsvVMdiKKrCqaR8fa/93nnKIOJi9h30+7Ccvzas8CPQsja+2Ai06j33F/XazwBn+jgBeKaZx/QYfC2ddxzrY6T8ZXvGJtYIXyeBhI+0/EQ+9kYIvo3vBL/7EyQGJ4g//bjKRQ+Rz+UH4k+JheGDoXX2y+3jMs2jH7zmoZH2CfzwLO1KXAifsu/5G82BzS+yciHrsbE719/jS53E9oU1+D/LT400wWmUzj+T9boSX0/FPOsH+B4qxLA+Bs+rqbi67OP+PZ1hODiQ5XMH905KsI6FKwDfXHs8RTwWTdr/P4Un3BP7AnNFeYL+TKnkiGd3NEpkc9ungXTEc0U7/Yzi+6iL41HFC5s/Lu4gW6R+7Ky/OsEMIElSp6kRANz7YCRsMzDLFqzxNybqEpOeUqcnoyrWa1jozmVdHyLSnp3Hj6KvM8w6m4eM3A90D1ypB3Q21DclQN5vnUoWMsmuWJQ2Li7VZwqoAhRmJTusL3Wjj6zkBczJ5jcgMz0siMZRYcBW8drux24PgkuAngqttv4LR2iGL2O2RyE3obYexuhOAB+MRuM+S3Afwd4A4rNSO3uYm4lc/OOFCBKZjsfVhHfh4eb7nTADDhDl9xJ2I0mbqP2SpBUcG7eNsCwiR1Gj2oEB3SjEg4aoiThj4B4cbj4IQDp4MMBgEc0b/WcAXQ7KQM2zDln3Nt0noCxjcdK3/s379lR8OvokeRrAE6OJWfcHQMpQ+ikqZ5JhRlPZ9NoyRN8qquwOiY580Yf+/DBhr9iYK8KOgcw6ZQVTc8kggE+OnGIbtIn74ISDGIMYcYUMorilQAeg7G0zUNolM40MA3Qt04ZeqsDTjpJ6XK5C2C6uq2dmqMjhiYNQNwA9AnQyxlmDGpPcQhwUAHB4aV9DUfs1o/owzjwOy6vAy7tPUUXSTKtrkIW/VyHR2d8xxg8vdUd5tA+SboEscjwpwM/gOs4AOi8GNwKeP38U9kuR8bJkh0xx3Pb2WKjZzMSrKZT6XbeAOjajjTweNvOBqU7EeIE89y3HRiqObvyHIdQy+tEHSOYw+sBGQTcGAgoIAsbjOPVSWrogH1rebvts7dUtmn46bNjdoL3obuT1g6Ue2TUBGU1oh/npruS6zhE31N7xzm3DoKvQoYO0L8FDRR/ERCLvncnBQUgqe8b+/j8+q6UrzGdE4ifM0nnCAn03Y5o51zX2HNGz1oOav7fGekrW1AyfoL0GRGcxc2Zm5MAvgHdP/8gAcw0hx1Fu3p3nd+PDqWJAAJQMf4rYAQ8gOzZCX427AZBzrmCj0r95i8cK/XQ+M8neaKK9w6y/dwD8jdIovuk2ClMfo+zbHlsS3gHcq+Eg4PW+EUBjzL141NX77lBneBOIWDW0/bTQa4B+vd4V128p1WcJJW89fFt2XfR17LmUUkUiGgMZSecU1SykxgiZwR+1o1+vth3ZLfBhFvXfgVdKvHHaHUAWie0nuWnQGPtPjzznsAj2uZBCZ563F3rJT9HxQ6dXLUojD9t/ToFMA323ufEHl9UPu5VSZz1LAjWgZ/X9OUMaGx22+tXgmtGTZOAgT7vbs93sUBXMA9u5v08PsDo4RT9BLSS1rqLBeynPv+l8G59W+vlc8bqJuS6O+NO8DM5JSM0U3iC3hFpTieAJ6aMLI1fI7pKfzdwj3zTseJCOPu6osXqJstkj0kdUAj/q/f3FKR2AnACbBGIMeV05qgA0/R5FoMuhvcAf1jzHmk0CRb5E+a3Ta5prSrw6K7Zu5P3FLQ4qZqR65kcFNt661dA/y681AetF8x8TwJiuoUAbEi6odN00TsB0r4fBS/w8h0b3sWxt09vOURvle2iSy3v6+E4YkY8G/8MvWn+Fr/K/5tr9ShCFZseQPKxkdLf6ixObFNxlukycYR5agFA7AFAbcef4A+iJfftSTHZlxT69hQCXVN08xnPz098uLW3nWCJXkxRVsfByEfrF/jA19d+jy3W321P7wKjG4CMvZ9JZiMX99QMRqxic5Cjb53CXK/xI0BofNnGS7BD2ifF0PcRRHqe06Fs/budXK3vTjPA2FJ4tAF101e8JppNMunHj8GqHt6TP3/r/NeEorJvtz1sf0H3bv1w+ze3P9X2gAKf3dPwLoV+2Pst9otMID8+eqPsVvstS//YV33nLhDZYo4kjFMQ++5k+VosPsKTo0AGy1Pn5KurPBhJxwbmV+n1KcCI37IFksjkOf5pZIRn7EJHeB85yr/RPcRXxDDIF/yVo9/SOdwFX9yfPf07gJkCtzuh6lhJceY1KU/rctxybhKc5xQ4PR9Adb3sbWFSdL76Oc918ot1JzpVIPL4mnrOPSphi6CaXm2vz1nvg9cJf33Zh4fntG8uMpR8TZFB862ul65otZW/j4PbvXn7nkqgZQJGOk/pJsUec809Ik+8//bBO0nFEQ9elxIPUzzaBWwpoHgXJThx9fw/cBHoRAEuUwSRL73fZ5C3fIs2/5YNG7wDTOT23+7CKdGbBquXn/fcy52kY5zvUdrtR++RiHuUVxdR3gXi+GDLoBvzwBPffLZTROnRyYXrX3F5Y1asrWkYbf2pL3xU1YNjUGzTupiCe+9RFXHgf/fkilunrBxOMuY6kiP6UsWbJbIqQBibQxL8Za/kBzvJ1Qmed2zfRzxGP+WZkZ+7gy8Y2EzS0uSbaroIHvKeZNCxctvnndiT+FC4tgvsx3/kKU3Hee3dkSjfYRNQkYu37uY5/vVgps6H6Dzlwp/Qd1pjN+ERW7X/14WP0W+ddN7EH/HFaMFXkVnoA1ZWU4fG/6fjHxtA4pp8hwvyJIvWp0xZGExIieLX6OVd39tnjg+JbWK/sfHf9gs6KH4Ib+fpaO7Q744tKPweJ5y8RvuyLRv6vQuN+LvxEL3WkyT1nuKSlj/bx5pAdI4vMP6oeDCNbZJp8NisI7yKPce/Pw0+0xgm39CdviqW0iRE+fYPwX7oaAvRoZpA298CZ+N5mJDrGq3xC1buh6gr3keHgJ/YwAl7ckw4OZ/nJSYMRU9rQmomTd6xUuRveUhWu/VX80QwxwjLq6iNCbbPhxXnvvw9PdM0G/h73woCa3Jkx2qjcv7xyxN0W/tQWYDB5cMwH3SagkT/eTL0013rTZ4vQgwFd/8aAmmDvo0oOkDbOHC//55KxiS45myHqaTAyd37rALVd6iO6sRe7fFPu3+PspDzUVllb/I4Cr6+kxPvqlmuzwbhQIZI2wnRFUJ+y1wTIenKDBxA0z78Y0VGUJbv7sg5aHF3qCoQpZIeICBOgJjsMwF81jRMSHUhXTuvEXslzA3Ys+8OVMo5pFLtZZShwfzLc9iwjDMhYehRWgdQ+TraKzxDgi/0nzMMSHY7eA4Icld+5iwbjb7L+XLQn25Md7k+L0pB3UFh5CGGCt5FhvSKz5Y4Xnv2HoP4qnQCPHlY38/6OpuacV+f44ucKLpG0HodAqXmxkcmBzRBtq2IR+EuXybxdRSFFWE4HWXanfkC0PSzlYn57PkZZeqE1FQBZX0Y6e8J4H5+fV78ewP9rOlvndiH/owO7ASw+JIOy/PsWtecTfVPO6Ak/PPsGPEe1ZRnmTFOvtcnwODrz2KzF8WrZ1Ti0pjnaiezjcyLvM1cXsxcp8F1V5RtR/Pr++OodfUQZ4MGcJiR8+Ow3nrcQfZLrlIN3Q4Oz6NrtY69uzatD69ijA95u0bYdRIqXY8rh6F7wO/e4/t3ACJIyahmOR4UMryclXJm1pjHEaTQ4gasW9fjDPUIHhK+BIEKOLdaLHrj5bBNoE7ggYzKXtz3vuXNjtXQJGeTbXIcEPyeNNAJZV0Pu3Q74jdoIDb8c0akrr1KAO7rzIW/2dY7id1dSHeiR9dmhCz7+LLHz706uGD9ZnEApJkAINqsztxCNYMiFIw8fOhAX+pvRpMmESCFmWezwzgVwnm+CGgcxDh1Hfi1I4uduM+gR3a/VRqzz2F2jSRN1xY/ObNXemD1e48Hxy7Rdbjjnwasnk4S32cYrjs1bxB0z9muClz4uBLYACUJcpN47Z90hCWBqv8BvisQEk1fOuKhd3wFb8z8b530Bkt6ZCKFLLrvRzHB0PMt6/E5b79XH71HSRkHqkA2/t8+5JHt8XkDXCYhddu2Lh4I3RZQzPre+g/g4bwuEP6hM7as+eNN9dg1U/C58OET833sgjodLcPlx+rvA7hfF+wCHPlnnax0QYzOopvkXus6F23MTgJ83HQRKQTwGtw9Aei7s4hCu/a5v/FbnimGET/kE0Ac4GpA9gZ0j60dvcKo7jxTRoM335AIRuYjX5vxPCPxXGAyykVrGz3SAErLAv5dy6vtiwscQ/9+zyL9xX/hPhkJqDPut7r9ltXQLGvz775f1tydH7nv+IEl33q9/bwGSW+7RmHRDTC1fL1sppZhP64ccnWMTIcCsZL3H+PjmGnH26qbiORHaC35w3kPPbX+tqn4yy4mmyIJfaaLNfAd7BsMcA0tOwHckxSIXVX4ZRqM/AQ00xmletjwEX6an63idt5Twba2iW7UHi/cXZq3fukY49NXC71fPycB/I4ZznXGfsLl2Gmu8epsUbwo/ppiuhcvHv4Lj90/ryKx0XOvoxmQs+bjSSQ7Aayu+xpN3QngTcAOKDxgZNNOdquTxFofne2dnEJPn2Tgib9jx/lBd7S89TMnfnl33oIrAJZSXNty9km5xS96a1cr5Rvoa/PXFFJ1ArcL36xfXljSe8w+vi2FOfh1PLP24gbEEXFdl0JG/LODE/gBBLCNrrczOEdH4eMz6n6KU47eto5LMT7F39hsP79pPcDe7FNA9qHPHU85zh7/8RvRec3F4lt4c14eGlP44DaEZw1OuteoX33eAD1re86kp9gBHER8eWhWsb/v9fxNklN/Io9Llym6/fIMGhDhLrMpnIFOxn2G9r7FbDhxkv2jUiTmHTpU66zkxQg+Zd4TZOboAIp+4X/4kkkVYeA8+MFKKrFx29jEHkkAp6Bfmxk+kv/wswQw/qSYojuG4R38u94/ZAE5//CVJwF8AHRP1OzMFIgAACAASURBVEjS4u/k+k60Ofk0PCIeUuzg+Es8Jf90jtDJfmWzdX35CHleRnRTEDC+hjpXTRcKJoXzcQ5yhCNYa/zPJGEmqayrcnb4CPid2JB/9eoO01aOf4pf0KNTYdPzXOOz8Vytx/az+S1FnYst5BqitzCRKQrTa9OgwjQB/PsWkY51f2av9Hn5UFuo9lk4c0/WUMK+5Z242ft15EybmIaf4xsNPv3CpGvB5R5F1zlRtvqr/Vt8j/t8Sz0L5wFnEkDd/5EfJiWxF8gp+pqkpfhpO2QvHL+T0zDq6zmir9qPUfxy+5ocBUJxYo9C3stNJ+A8SxcUpiu1iww36d3FNu2XtAw2Ht58Y3kR5jNFq+gUbOS3BHB82I1dWwbEB/cEPRJvofF70lYXOv34LQX/moTy9ai8mirgPVWcNr5r9vht14g7zFejd4gN9B4JviO74xtBE8WDPQnm2AzfOxPTzjRX3z+U6KOc4N3+HLh9mi5S7NL+V56jYqTRKfHBpgCymqWy3k0kEy+wL8ovJcYLfdL0I32+/l/79G2feMaeJNXF3/B9jgvZAmO9TjzhvRn+SvKZM7810SG6Q/veemv5OHQl5j6FqaIF2NRPEsDsu+RR12D8+V3geI7CmtjpYKLjE1HUHHqWz0xuaGyJcJu7UMOmnOtMAjo005GNu8e+dOU3bhltPwJ66t8/fhc9ORowBel3LqWxPn2nsapcK3wMX5pOVajeag+/+Jen1d/W9hsw/TOlr8+zsfeZESFADmmWs/Y/v/7LTsdd/dqEQbh09qUDnYeJcELpOqHyyveuYMyxbSXz+L0roLzdAz7clV2HWee+3eGGMKMMf5Yk51n6kOwGGC2IzsRvB/AxnPMsVMYBgDWNCYyoONHlAnS9O6qYAb5BXt5HWbLPESgEYIKecazXcc0oNxQDHVMnQBMAOMq4R8+1AxNltgJ+gHGxiBhczyEusbMcKp4E6iQu7VQLsL5GzfYZc+sYfyZGm8/MW3ZO9Pzj2APamK9iYGJkU7kdWuZ/tOb7LJAnYLqBhuzTjpZ7KY06k5c16X3PxtdWjPLsimsqv74p8g4aogzeiaEGenw/JXdw5MfA0sncVfBLrwUGUS6MxqDj6BVQTleaKon9+eFRaAAScCeQOgEsbmhA4L13ERQZEI+emD3hM6kSSkfq7TjbcMo+i5emaovvIStLvzdKpP3h7LHVO/l2nKfVR1TT97q7upb1a+1JrM15f+Kb2QSe/+jVkbMuJEmQHPnsascQPne/Cy0INu6khlljvtZ0++vPt3Ooe4Z2ucEZdTKJh66E7sp9aIF8H8PTgIKMq9YwpHchhWhSVaV3p+e3Dlzu1ZWHJwCZBHAD3r1PWoASvTibpov0mzvlZpyag9VR2F8S0ElQbZGT5OOuINX1CaDVsdCJv1cH3ciRR6LOSE10cTsn7dibhgo6h7YO5vj9bETo6uLsqprVd+4zRaSX3Ckxn9OTk8A6BUXP+9011JWSHVh25xBL6Y4tnDMnZ9/TycPPU6Bg2VGCn4IT2ZFnocixRWMcIWQz4Jy8dIEOqaLV2tDrR5YHAGaP2/ZRBObrW7ctsEfA2wE++oSg0oFQTyC4ElzsW+uYTsrCn5Hx8CD3/d+S5+6apWKzOlvwC1KlufajKwnbF5NjfBd7yY4S+FsfDfDVtpPn6Of3+q8EEZ2BnfhRsj3+UxgZGRE9O8HK57DhnKHNHr70h/zTASo0wYbr4KOaxFPMA6+2XV5gkuIlmDOfjg+x4z3z2r5nfnv4l9GM3IPvHlG1LNd1Rk9yPfjwBjQJiNs2HXBm/Dz5L/zsmM9VFn+XEPb9B1DR+kj0ov/0PlXm2KN+xtjiDahetDXYN7QasrbNaBuBLPa1SSZnMoX09hRXTiUsRQbeYy9ijtIQracYze/NnpluD6PCR7tHSTB3N+ZrUo26ZBxMZ3XiLcZx+gWKRUZZc/3DF6Nzm2/vSQzQkGIA8/TzvIzmzZ3TJcN7TSt8gjzDm4ezhyQNd6/owBf/dIDNdTuuaZpRONu+bK/lfH/orb8BcCnugk/6mBFoq39J8qDP+voncVByeArWZg+OXL+MZiWFngt2h246RddfjB0SKBMG0voZ4eoYciZycDRNA4EnvqpRcxQqrR0b/6N0OABTy4IB5ios9j7UWcz4qd/OmKQYuxOuxE27xyEidja6JfbjxMx6/zgiX3Z6/FrRqvn1AGjDjrrEH88UC/FvzsfeeMx732d8S+ZHjs8dJ0449sjrCn1aJzcw2zIPD4MrsD49m9YkfmDCifTHOaNenOH17LFE2JfQKjLXnQ3h5dE39hcCaOuHPaCb83TITXKE530lPfzsw/BeTz9zvmEdMmq/O0q2W2398nsXDfZV/NO/89k7FrPN1/OMH724zMbmfLdjtTtugE6AkCQ4e083+RDd0IW8jiPHr4a+fDdA97894Yr1tc+F3oxc4ZeEFxtvuekBX7FHvq+SWkqy2cHV/74Xl6NntJ74pzMB6eE5xfHoXXiQMKU7KXlegEwtn+4+2RnRp7ug8c/vApXIQGwDqrITwPhrbiAQr8+GNtB7+BIcanSaeVLniTrAF++hsNWhfAcz4enmMbCM9i98zQFv8Q9ITLSMIQ98vvn9xrUyEaqTJykA2lhoE8C6Dp/PPSQ06T7uo53AP257F9udJOj6G4u/vRLhh9bxyzcOyYSKBoi/JRjP6NeJI4MzJmmFn3B8Sfu5j/+sSY0TF/nRHt500sX2IOv+1B3x3zfJksR0YliSv8FME0MlWbw/I3e6x+v1+KbIaBdzOWass8J1H6kAYsnoAe3hHqXRcvXxECO/lkbzQ563beDiDSowy953Bxxx350Y+HavFz5ynnn8u0rkUcyItGhd6I1TQDuNJdApPB/6al9kxzom/RaTo//1nROf+/fEm00HCuT6iDu+54kZ4EhKmPmIo7HTz4dcVGldsLbKukuNFrNniblia6Un9H6PV/7gP+uwt/+uLy2+kwRo+Fk3yRXOOeDGEvI6fg9rcQekk6T5382D3d2ti3R8zBnSx1+54g/dy4lBfNaKlejMp8CSxN3rKJbROZYxxUbVycn6oRWxp/62nDyfjZ8k/DvdqcdXqkYldCAJua+8/BPfsJOxfCRr3fgJvqRwzklv29EpppdpGv/37NnI/cEDZm86Mco6nZeYmO/GD7QWGqPYI3QY/NRJ4vfRPfCQitIX/9WrbZOhaU/skH45hYEmTKZ1aC9kt8Pv7zHV3p+S8x73Lt59jegeechaIrvg7Lfsi2+ED2OL7oKOToAiO9of8RDFup4E8sjpa7LiYKocYRU6RJ84kTnNWMLz8SpoyEvBwU5Cy3O4hWNwgOQjV/cuV9I4x14LzzhTD56NcUc0cfyzD69EsvUWxcG55gujiJSMPvv0V/CHQ4dtfP1Z8fP6kMH+O894T0CG1hQIfJuY8ctzQe9RV1fpbwgVo5kHQ8EuMWo87hA8313iSsERtH1NFs/36NxVkgnlnQ6DVHJ5PM3zWVWWsRYJHNf8TEAECO8AyM/pqjKSVAuWI8z3OW84aSjMBjLeBq4cCS20aGAD8RMAGEr12JruZgt4u5UWoiVrbcBS16GCqJP5PZIJhWr6umrFFDlnY+X1BbsC+K5x5/1weT5nARwBaUBXH3l3hYUvnCBV0CrwTMHnCBZK/pwlUVU8JMXpAMIhhg8AxjpQaQ7sIHMrjK8E+ChAxiCxha6yHdAB54Aq/XtkbPPt2rcITzrAxJDvIOZbArjX3gb6VGaf9fjK/jiJ9peBqwCD9VDBBu3oLnIsi1MEIDBJa1/zeQ2H6GMW/SRsUNRmj+fz7sxS0OZrJzDo4JfnpAP3HofGengmjDIjJ5ve/mwlWLj2qZqqDqmj0LzOdOEGRBU5CbBzBY0zWWdsAZN2QNtpWTB9x6V6f8ZhJ9iwgZ3zASU3nQALv8ThkQEz2FSxDzpQgFj2/tMQHNp6pOlWs5MAJrAJWJqqsh0/Kucg8iujgU7gfEjiOTrUWw58LTu9oW3zY54rD5JnmlHNNvQ5I6QroBkFFSd6s4KmcVURtoOta/dIJvO5nb0JLOUoXp0v0KodKa6p5aqj1PvR3/1JApjKOF1TelEjxPlBP+pMHclEOhjzPraNZF5GQmrM1RYvIaOdABYQ08n+5cUAiV3FqfvgxBMI9wjAn3UYEfDb9hnkXkdKfMm0BPPMjAL3Hpf+gQYNOmtfCRbukaNOxthGZeQ8Z8tu5WeeL1XpccISBKygeJRLjfTVGnA8WQ+BRYMI2HrzziTySIbDu/AyHV5b4DUj5ie52QF3QFV1t44+HJ0bn+Kd9Ubn3PY4wrPJGgJtAmAS6C6iMCCxuscJjwHM0a0kApGJE6AP2/qMEU+iyCiuU7Awcqw9gh9Vqd0JYC0VmfH6nkfs5M0p9hrjhP1+JQ78rGs3m55ej2jpj0SPMWLZZ/+MPfO/U+lr8o1O9fqGf7OffY7L+oYNbr7AW9NggaiV89Fx8h0uPfjJP1r/fl5XI7kAMr8B5erOfjbOvKFjp4uOsPun0OpUrzp9aRntEZPI7GyvZa8LOfac85Uz9lQ2dCcv+EE+Jk60j2gfoUZiW7bxt4Z/SVrgKzYgd5KN1ms7Gq8TL9njnf7QBTrRP7L/6TgOv5ah9Xeno2F4qcf4QiO7R441GHsWe9sjwAHIThJ47EdPI4g/s+cPZkULnhIbbWHgBJSzyQpw+xzb2Is8v7u79DylD5GzLly77XUXpqEXc+ZdYjLri6pihyaRp3eRTIOfdyU4ssP3CPDRZz1h4AZQI1PbtYo89QSj1qf+vGXzDZ52Mn9lskGD8EbHE+qi4Mevu3N6n8Y01t/zMdHks7o8Pug94YAK940/xncZ/Z8O4/g3+dmkg77bhQFdSEBxa58f1c8gm6w4uJMFzb8kIbHf2EbJPrwE33lVpd/O3ycBHDnRDx3s9jGq+IMjERjJHB4JX0PrBqvRFUOSiXOxubFDd0FReGg7T/C1jj9WjH2KVCXz8pEHoNbee2qM9d50gBHjjiwCeHmknBPGir+t9c3DPh/cuka2bSf2IMvGAvzQb/AbsLmnbzQOgH9wA2CNJ7xGCrZ+Kvkm0c/9kCv45xSSyed+XuRMw+z76vumNftJvIHNObZr2Bv9uL75Tk5D56/k8RsFak98oUlO43Ntl2gS+bo3viQFg/cRA1nnynt4tOPDrGcLZ/boBb2m71JoQGGAZF7QJFGAz5GbB+/4icSwmngDgWX/XSBaHf98pxPAR8+bJ4O5IF+LB6STpceqtm9OMQuFREr8cf/gcO9zc0UX9NaLNyLpUxyjuBVdHPmLbhTfx6fvhMs5VmjkTlfqJhV8Ua2xxygS44Nxeg8piJkYJdtaxfuVWDnFntK1z7p2JGbjZbGD93hbOkAvt2LwwHfHorG4KYDFT6LQ+iSsJVflx3sPrNCiF47vPAUuezZrEmus7/j7D+/wHcvndIWrcQd+B39MnE9CNjiedf4o4WOGphkgej9FUB84wBPf2s5ME0sKCiapTaesnxW/PvcVH8o3iM8fG677tl/nIqya5oFMRPaizEiMqJfg8NgwaieA4d18J/5hMA5L/k4qsu+n9xbzgD/1HeFIDmOwhSMzXbDTcon9OXsjW6f9Lb6MPnxjP76n/Zrg9rYhUziBfOSaudAref7ofPGS+BvfAXvC2uIfb9zjyWGDi2g93OsugP5ZAlj2L81eM5LdeDIx3dr5nCGs550pjaN/iI9P/OvnTdyJjwA+QsFf82LjHz3hUrzJs/XnaQK7Czjgk+xbmm3a5up9+BBfJXolPrnfH3wAOcr630k9XdN7VF2f3hElc58NFjb6+xxBQQETfAJvnALb4R9eD84T+3aw4PGT1ciAfxpMapsl0Kd3QvCV3BsCBQdIod6Nw+GT30V++Bi2n1Xo0LkZXf5gD1MAib8ALv3CFWY93xLA2NZcM3uDvWufGJ+MBCLPpfW2z44/Q7NO8FvGeW98x/qhf3feqpvTBc3TyBQbKaZJYvWsZc5M41mDoWVPxTO26SeZ+S6SOPLxFNAY71EH/PPh1ktdYPaaHDD0TFwn+54ihePzTCPN739sPhE8+WeYees3F0w++um3H/FRtqxsC2vvBLDpOMVAyF/b19BZPndyivycibPPm9COIjsKyNZm5hktl9OsczCp54I9sbaLKr2ewThb3rvJtOPcM4nqrDKbeE9ogvf0Xo7bfZ+bfh/JcRLAx7hNgrSduqMMKkDS4p2Jp8JgwC4IjaNJtT8Muudjxdgch3qMYxJwuxl772wWxjrBbyrj+ExvIszc/752uf7osaiSnz6TpQF4GIYNuw+x/9n1AUIIDGGQgN5vQ5yE44QDUtCVwEHBULgaeozCfgQWY/ZmovcIApTpSQQ8InJGKT4jkDoBYYfLa4mTtXsXgxOAJZW0MPNW0ynKmMitQBH2rMGWHte94yIT/MaIFj3UOYNSfm4qQ3QqgEjsdDWpZrTjAF3JHwAi76vB8gF4rFm3e/pUAY/CiHBlpPOdBEaZdaAIX/Rs/fusJT7TvJ/7ZEwTAbd8LxLuJsPzt/fGDs+7QxGwsis9T4X6jAYgGNMes7/Qqw0cYE9kQHTKyLwje1fiVDTrES1OQg7grO3sgIiunHfHTICyMxJmKuLhuzxzzECDdfBiaKdKJZIl2VPTsRG659XmD30vo38n2JtAVPfRXrwBlpWJezze3mcLTnTtDoZwttG9er+dwwa/0T1yLl8O8zxLj76/HbwD2F0diDigDdDd1Vw2kHPOgKtxHfRs4uWtqze5eoOpN811nwYb4KNv1atNl2MDZnSseVDgDTriJLRzBic/dyUevP7t2XkmdCXO3N8VB3lvTyC0lc///GcKbM46Jsg+48iLF3tEkz7PGT9vezHyNwCGrv0a/c71nodY/b0JChKir/M4FFg+93snY6BdQHyKCMSzDZ6JVtApMreV6fr7JBcS/9pewY/tMHcgmy4k8ceec5/AYcaCTqWyHUxVxhdAGQdNUVjO7VB3RfRVKvS1l/AYIEsqYWdUWzG07bWLEsb3mIrjLTjSPr/PAuaMcdNCndbcvzrlbe+GITSApXkQXl7HbkcedyU9IGgD1DeoCqAb2VKHB4UMa1N8ju74GXfCHlLAX0wYOSCE7M3jwtCB6spJA9qMcltfyjI8YBu6uxPf4SGqsmOH9+yyWffQyvv5fF4d+3dVfFfzBxhLoEm3YusSZPYdcL8TnvqM/Fz0eY9e7TPO2gcVPe7RUu07fQaRmyjDvnRFvdc5z77g/wYAnFlt3i4A8XQKyY8aP70nhcTX/OdJWqCj3n7Knjtjnj5Ab85gkwMCbW95DfCaYL+Bw9xngXOSoj2ST1sMzbqiOvuXABsaEWQa6HmeScAHn7sBM32WM4Ib/NHnLQcDqHUw7IuN/J4pPBVEcy8SLvgzSWbnjNK2k8iLvtej3VlDijTWZjS9ekIR32//Gb8SnvFnpG+kfwWUTqcKxXYdX3H/EC/dxPhpXRCM/53k9Z5x+vq+6Znvv4pryt7dlfK3Hcdu4s/4mcadW9DgDQJ7Dbrps36BYdinABdPZ9KcWcnoyrt4jqKh/8fYeyhWtiQ3tiPX+v+vfaPbLc3bAGJlIJOsnuFVi6xztkkTFmHS9w34xdqdBCmDLtkfA8+ToW6Qd36gXz3PXxMB1hxMp9uZqX3lrsijmgX5lASn9X9cOVu+cifQJKkxnT74cYDg+8cBhMsfegE/KmvfYDv802dgOgHMtBUaY7zs111BFjuAYTsOaptc4x3/S/KKffyufs84P3ssMh2dwhy1H+f4nvmwkwdM2pY9+d8NoM+eVPcp7u3E8fZHAe2ajgQ6nQDUJDLHVtkEPPmtWgffPzyBTUwAK3Ju+Qs97TlYpi9Yq8/eM8BeWXH7Ptttqe0nAoIkDGAvwdst/5ey9q+3Gk9VG+7epv1VBRFnKGpeDhLe82v+2WB3aCa6PMEd7THJe0feDuH12rC2rGn4cc5UrHXEvqVaQvOgnW/LH9P08FTLWtZHz0G2wqt7VucGrMGCxDMSJeiprH8ndWRF0B/2Cc0byPQAj+guZH3rz7Up41/iTxDYBMDXfEmgFEnii7buOnjEJNRthfoKIsBR3nPdP4uXlrQS5pr8BBGtczS/JN1Efmx3gTchAlq55OPgZW0rI8dFRJKJWc8NRPg9M8iftkpwkbbR1amQH+2V/GOwje08mGcG65ggwjenBnJJAmCe5uHSj+xP412aA8F4Xz/PNAA9SSdOJpLOGf3N2A+2OB1w9FwFekmAQ+ZGFygJKPMKBjdtPsUzgQQtzxrnYt/RZ41r7F6B5Y2NP/ZB2yHs3dosi0uKlxoTuxJYJ6ko4+UIiU2shQ6znxlHKhsJwOWzV3+cvXZS/Ph7VcHd+lvP6sAWCdPdZQjtl+Kq0LmeAfbNfmODtF30JrM3bWKT+LPxS7E/SQBVZXYXBbW9ez87+4MMAN9t+wR7QnTlY7UnCQHsNIw2+Pbx7e6uFrqkMYP2Ea0vHeiPP6/f2Hb4upblg48yLwJW3gsboKHXdKgKPhC7g7UffPu7lvhCB/yQDTkbdMcA/9FJ0dMVvjNH90mOuRpYMleBNPTTiA/oMUdaRRduMnvkXuuyw0Nl81jOOyEh9oCS+zoQ1jQB1tv2S8tm9iIbPx0mZtytM6CJN8DbAVzopeUDcRDkVON/fmXhA9FnU+xXAPYpoJkjuDoBqm19z+WzJxU4hJ+wBboSsvUlPqr30b6LDXf/rEwavOn7XP6uviaAj37a4O/t10Nbsf8Vl9gOUcz3srfHxjN/TZwHW0f0TEHW7ePKxgDzXj2gOXSAElq9cYbV4f/9P0lE/Pd/+9vVAtpc3uD9ECXxQtZactrXDn1Kj9i+qAIR6Ll9D3cOm2TY2LurY1x5bl/jjvmh/2lR7ufW0Vq8p4sb9GxonwI0CisYe+ZasRf7OEuTjb2BPXRRV3DFjSthf6cAIbETFcVFbg1+7DhUEpUi98fGn/gHczFNlqOFjJJoAY9BNpzYUdE1iQRXADiEv0DcqbaYlToBTBPkf3/BFWW7DghQQgmFCJHpNw7iAvEBjl6m7cxf7uuMhQ4AZzE2cNWL03//du4wwjjGQoAqJ/KaYNcgRGgGzNmnxpm7szXZj2bmzGEkvnRYhmzBkkrKbDSCMuNJqxeyZBpc1Oc43Iw1jLbApc5jjfLZyjmegXDCOekKXgXLOgDcY9cUMEiyr87D05uPs0twK/NVWkrukZHFEhxmm6Xs6gNdY9lyhG7ux0F9M+R9/tIYzBjiUfZj0HnQaeGatVql2qBZBM3d5u+c0/Ft1n98WSf8dNDgOO8o4WGwe93WWaAFFfSlMXAWQBvNF+2OUXJo6PuSwC5z6vd1Nk0HQ3mmz8CZCo58thlOKEg7OEOj2g+CqFeFLsHU2dg29gH22xCGviMEtUmb+HAB+uNccFYPwqtbWXjUI5iZe/hlhN/wKa2fM88EgN8fPZ99MV2LL5URpM4DH7OoMs88831HANjVZsrcHr7VM66gUBtu/6RSFWfc8xlF18bZERszH9YYAJm1wUiElzoAnLUaJ2faTl789FRsOsCuqijvUwzaY1DSGmRaV2fto6SpEjz74ftjlLaC907ou+++bp1yyb8J9AF2mCRqDazo68yd3/a0gUH4uw3UyOg4ByeLXGSPqK736flv8NfzfAxW3hPaRGbIOI8BacPT4FMUO44B728DxjQ1wJnp0kBDsl/9UwFg8dnl/D3AoNcfYGFkK+//U8VIj99AnQwvgQFai3EiM5AsWPZkKpBmiMfhgQ6kk+Z6Gz/P9W1A55kbAM56B+SAfrMOS6foXT/bGeYu9YlB/A3cSR1OGlqZrP1+A1d+l2l0q4sjF3JGx+UIVuZ97xlgpz4jQNBntfwvA12SN3f2IdsLyJlqFKr0Z8U1rlmE1gta2p1ZqlmpApbBeQLAFbROK9clK/0l8smZ9SGW3cef62+9++kTAirQIvaCn+cg+BjyHuAa1SfDfOyL7PM4YPb+4zi/Ohq5/Qb4/K4xIDZotVUKmc/OFxsqYEzm2jaJriRDtBMWCIR4HEpZr59O7OPjBsZPYOeRMWfuBtbuMbZ9khavA1589NhGf69H7NPh/UmYORW8I4MJAANU6a0EgH/sfxOXaTdjxIaWjPztXFFfUy2jZ8RO8gh9xH5tO/ii66GhrE8SO7SGdq7qbC9WrPej1yPjiPz6JNoJPjStdtu42CUDGA/gQJJa+yTYbn7+7F2DlD0ey5E5gxC5TJeGQ5d1hhB8w3pswAqmzTEU+n+c4YiOIejxWyWhVqLtj6XT+etU8WSPIg+XJjt4AKDzm0zHP/stCEzwoEH+I8Bs90dn4hx7nSWvm84s8xI02LSa6IpuoaaRy47tBFWtuyvWpZ9nfjy/AX/G0O1R9Tx0rvdm/BRo6Td7AfrV76OCvlu7QqcDLJ2g0LyGj9bdFLBPATWp4vmtxV9k3Bja4q3hPXg5G762MpXImpv2ig4rUAO6qvmIv7GnY/fHrnz1DbxEALh989/8+1dOdGt07dF7zmX7jUvB+WuBlvgP8MQBLrEzYQvdM3ZxeHP8ygIL+/zY9ZnCPEkwV1LNHt8CrXWLYleCDpHoziS7xl5lLZunGmiFno/OHf5l7vhKrPNlT30X/f2r0qCVqb7rIFPes7TTPAf93DbJJvp7BmVTdPXbGZtpDH9c082c+z7J4ONTPLr89eNbZyO/EqQpBfu9fJ8XX86iH19AdFE2Uugp9zdGwzP6qBx3BLD9G1q5K2WDkaA/Wlf9ZqOQKJW1wC6aZAMHJ2Lnrv7OquKHv2dMvgFgEuJbFr78kj3e+XfFa/hp7+ggQHCd2GaWP0okte+ZNr8Av+B/vMf89f0/qvgIyhsc/aGTfuI4jObCH0oWIacaq5DNtFiWEjUyKfaXDgroKvH0fX/ZRtWOmIKX2LN3NhYbywAAIABJREFUtTFJBazha7e8+9D2IWcLR64rULv0hm7V/ael+uh2VaLRaYCuYppTxrnH8CVJI5WZHt/IP+iHRI5eIwJG7GOPHxphDlsFHB2BXWD+UsX7p7ex6XsNd28Hi3WL6+WLvDt+nK2E8jE2MeoO/r60/5Pv7wAwWKzWDbng4w9nf/lNtVvzSCcC/sZnrOfrJ2cPYnPkeT/XreUMdpDEg2zfxg9bjmFf6ZkEeeCxDgDnrUm854cKbv27W7UbYpnr1l66ZSs+GGtjG0x6cu7zkQ3G7yxEDg4AHZF42WemOhCravYxY5JUvsf6/TY/imMy3vgHG3AShpMkpujibTPu9R21CEa39np3hPh9lzmrE7mQ/U4HkW7hf9b6lxiAZeQ3WSVFdye3wyODOTEn9FHblRHREFV89K4ANz3Oev5W3Qvv2r4bPcB7oGWKB/DfOph4Y3aTqHvGsNWkGUdeIPnw2vm9ytmPjedsYv3SLgVAZ61K91/PKl1NMt9vwdBONjcvfRdrHUme8Lgnbqa1Em9Be6fgSTb59z+OCVybiP25E+DZm/ApNtqNIxj/erCemw5ap6rldHAd2RMvvzTdsEanG973AUnYXAcu9BYRvsl6P+Mya/sJN9KaBJ9OjKwhCbCy2IuLP3cBDustWQ2dJmmDwOt0mfjeAybSdnLbJ20/vfZpjpi5K/wj32RMVuHqFGWdTgoTAD6JM7aXNKFUb4ePgrfjCzSNGnu2fEinkpcXImurRf83yMMJEMMaRakUyVsTsTazSUBPZV3An2kF9hDX9fbvHzjuZKL1BlrRyrA08Wrh1llsg4MAcJ+fmYXN2zqjQZ91RhYC9mzEDLCBmHZcM/cEMTTWExjjvjHq2+hlg1ppv8Z8gJKjM64MKNYTZ/kt2bbwEOGXIx1HL4Ni/G+Fm587LaUyRrJTts1Uqqd2v9m/di4xNgD6UITKmLpAk2/d3OngG5edSAk67Yct3RBKM/tLK7sPoQd+yG7hDEAEWoDogOntgGY9E+APfW1JPPe+wI6fMZkXbj+tdjLl9JNBHOG1zkHob8HtJDj8X95HUE57Ou9griiGrmrS3AB+DGiNI9tz/i0YetavAsDwA/wL/RzHd8bD+lCB14AB5KJ77H9KOPlw+mm1MxdgwJMpe2gLR1qG/1Rqh28JuExQSfKnQL4kvRkayd5+P13J/xqA0FzTWej6ayvxnzlcHkM0imQzfTjrGAVj/u0zVArYascsrSp+nkfzOoAaExleryOs57X8ODxaAQB46UpQKXmA8fAG0FwRc856EYPmJmekfy8leHSMnGoL12NSpXeCPHO/A5eR32/2NACgLk1l3Zyz4lvnnIYK1LUDFv6KE/NbhhfvZ79IdtG72kEnIYQAtA0cyQkAHwW6a3/13H8oGOW9WKX6b59Cth828jdAxRosF0/WWeMRUncL/Ta+ua8dMvgKPur5s9Z6bGcz48i0TNqz4+6Mca+tA/kTZJ4MZ1n85wwM83bpCN00hkloJBlvFwA4DNc6JHLmlpt8dirsRgbg2GQuCnTHIP0R2PEebIVF6HgTd1bb7rtZ35yVkYG+uu501bAnG2bEwfeY0ROygZyBz3NWxybg9G8+K7Vj+LM0fmey/ho9u8+kzjX53wLye73nUvbXMWqrQ0pknATnAhTiv7eFW8vf3qtXfiAHSfjRfRtgDG+Io72ukwjShnIAq1QLZy3Xwbwcw5FFh7a/f79AUa972igm6QK53rz0Bo1pMcr641Ci09JxIc/LOOOY+/pvepzRzR68TudvAYu+ljFCD4AtWftK4OGC+U2A4E9n8EQurVPXGanbIhuZvZ0Eok+XRggqnUQZsJjvKnfZcKcO7L/bCWCdGMfy179+/JDA/vLBXQ1w88deGNs3GfNtG1Kld41zHtKOGxn6TSPsAWsG/THeP/k5ehZnuzYN9zlBr1ygZffZ74eeoWXG0JXy+DcrryaB5KMTWngiJwLebUJD80KT0m/0F55Ft20XnhP4Rg+LL74PtRfbHnxbW+o5JwGtXoovicxwUtT3j5a/+ptgBkfHkHzTiQZtT+HnSPa0AxzA5vZvxD96Tle8R/Zt1Vn4PmuYM38HcJ1NIiEXXpVv/AYElq+3Wlmf+cxzA+urp0Q3Buanutrvl/wb++S2KW6BEJs4MvhUKNMVCT4YwoEuGHfTvfeAALD1++q1U4E8FfFLwwnYl6s2nTi2KxG+Y1fQNYKzQbLweme4Q6O/+cPoaNvvkne61wlrA65JRo3iPes39s3dXeDuNgUftl46OnbEEX5K/AuCCdHRv7X3VBIf/MJ4GyBHTxm0nMQp1vg324TE79g+P23U3+6Nzt2EDubH3Lqzm89pq0o1ZAsBSPjh53sGR5Bc0tnXGl+1+z+yaWwm5FnLA8ugVhDFe+g+MASpgh8JgyNX8TnYz7RqHbtknr++S4A2eAn+aNvKNrABxMhX2QepGMucCRq8gXVvzwmaxHbQPyWrdK31vuSU7ZfYRTzDiQOTPJp1wfbrc2izC53wE38pOqI7uBCo6AANYCwy7Tc8Qs8hsZqgCrL75ZcjUxT4rXWGN1Idk4qff1WgXFXdk/TXif26V611tb7Zd61zqsD7p3GctjOhI2yQJHHl3j/R29pNBBDzJnQSQLI+c6vFqSxmPEcHV7ciEqWuQctu93PXXzgB1dsduHwewGc9i6or7/3oE+hVdEOHGCrGeH94gGNyOGYu9ttWLiWgalupfAz8fdkmXeHuakyl143tnTXbuenfndicDkIBs8FxWiabr6dTot8/NkIn8eb5ftMZq/5FR63Y6QkY4Nf3PoUOyr40doGez5XY5F0BHPqfTZKdLv+5EmdfX4d3AuS3PXHRxPxjZe2NO2S8SxzYwp34b54Zoxf7U2vURw16n+WXVYC2Hus1bTqnQEj77UQwy5XxiZSQItxokjmy7xsAkc7phM/MYbGtt3tIgulZCK/jVACL90mwYazSqbEndaRW7NYTnKGjgP3z0DE8n5bJc4+xjc/2mswA5Ku6yNFhQfedQJy6fIzd2/4G+A/7o3f02evv99mDdFINvcx6no2YRSgCOQnEQwLB30L7wrb+ZG9znKbb2c6Z2lS5dtwk9H5XLrdsfzvLMDRwKNZ4YzpZc83PvqIx9SSZtD2HPm38Vc/Wvmqqv1V45tz1xnl2odBfnTD64k6dGOAkDvsJCXya9r7/2r9DliE3X749emOSUeDV0E53ALlxF8lTd1yYhT7+5hQ8HDk+dmYKLzV3FIh4W90mU6zR/i68dkVLkTEEPyepgY4B+prxWubOEaZt047IjZ2q/77FsX785AM6A9ncBYpnPCN/eg3f4+xaXtPVQPuBb9fzPKaiZfEWj9B9gWNtzHP2+3JsQ/Y8nZWwS6WPkmiY0ZmmC5/6zbY5skpc/Mkbupz4WhwjQ4hVwTxt99veSWIc8mAq8SsZWs97Oze8CfSSg50I2PEr+3AuYPue/S2Up9gKDlCrM8uoCArgfR8e3iADAjQgzWZSXobWBBJ83zgAvD/tEORASfDOAcunJHwZqI2pDnwQhGLTzFhjnNnwHKO9S6Y1DgmXbkELA2AgawPVf1yr1YSwoKQ2dsEvBLK2fjc3TlAAnY9JJkjCuUELbEWyI0xQpDAK4AeCL8J1CTX3Rrj6728SVANse8YYCM3Qt4DCwHgyvQSGlPPIexv8weGS0LJKK8OxA8BdHdhZGigbjBgLmAnCI1Bd4SVBMEtu42YqngAamHsAjWkB8v19l87Lmcs6tVEFAEKb3jxrEgo+7iGDZxUYijvGJA5mA9yslc8AHSHBPu8+BNxkDwXYE/R++cWO+ghdWpb4uV7ACcSsfepn2nDzxmxLkgZQThbNd60N9e9+zmLV/RbutCXQu0+AYVt5aVxUzjobvfaoW1+TncocdMZXnyf6Gqt6/28tEN85k31qwG/sJ4zu0MhduU9GrxXBAQaytpIZGADNH78FgENDa9QCAsPH3XJmedvbcgJ37xm9a3Do4YBC0igbjOhEim1JGHpG3rVhv6DCtgh8jTdnCXmd0qHAc6sM2+XROHDwJ9VZS78FAI7soMWH7juVscMctH1v2dRAyulSUPPvTFS9tyu62X/41Ik8aoU7wIjkOm1wxTOcYUHmMHqvz5GRE0Il6RoCC1iaZxwI1h6scZ41RK6uYZ/WROuAtnMbng0PtdP/JjQg05LgIhkXAzbtoAIoXYGoakHZFeEdACbxBf71GZ+dqm5634QUDKlQdH7eBBnzarXEZu/gh1deNj1322xkaXg0gSTbJR5fACLTv+SP7YhU4h5ansQDjaczZt9KtRdk0h6kg0L28gUyofv8zp7G6VHgmjOvvAoBVb59pWoF/YN8dQBbur0cB9s9eq+fv+/wvRH75zc2gGO+/h4ae9p0F4NBh1rT62yU384EHPnvtRiB0BWKzA+ZqPGgs1g3Arm2Yb7nNEjcVc42eit5C/rijCSccX1uQEkrXE5/20cdxFKwhQCbrhe/tH3TAGr0yujmOScHOugqOWzZXf+pfBobZLojHaACWmn7A3HQfM2ckSGii7dKMDS39H9AKBvuC1CReGOQ2Qk/WrcFg35LXOL9HVhzAFhBDVWSt5LxXt50BsAcwPILAH9ABHsRB7kSCLCBKnEgtDLnfRe4dWhh9PorP39z3LrqZNtUFyA1wBhjtpyZ4wYsqwrY/S0ADL2FN9ZnaGCqZUR8KORJZtQZxnb4Z33NKwK5zP8Drn+fCeBFF8OT3dL0BfZbn7ytfllTbLPU1w69jSOMrQifsqZducu+dmU18ybRogFgz1H6c+w0rukAMPdL1quS+/B2+SZHL380gd936QgSnL6HUTnNXiFr+Lc2MIHn389j42xRXR9+mEDgd18HVd7qogPMK0A2wXYCrLSQ91zL/uoW7xknsq6CyMi/AQ3wD/9UHYl+v+zbWVTAuuxj6f9ZP1ROg8hv8vErt2iV7TnPl1hF1hHTUrVlW9PRlWisNeZmrT9868rLJIg4kbEj017UBAR+nNn5PQw7AgxD+9b6w2OegUen5QxDV51X15Fj76Ovv6tkO/hscHGT+XcDvdjgrR8AL/Fp22f+abOvjmTNDx+XHNX7DZSP/XACDbJHPmHp6sdztFcwi8Yr1vZPIjs2QydlcSbnAaJk51QL9g6Qh58X76CbjPxB8wywiui9AhY9/38WAO4EN42d1o34LG0XS3YpQQG/AfuSMeA/kviocdPifLvwbPKw/a8Z/5scigzX/FVdqes4tqiDOtgTSeBav6FBVsuqwZOwt1hX7DiKN44HIlzoG/8mmOyZ6FR+8w6e1Qkg+kzXuXr0e6iTM6drUScPdWe4PeKijxeQnxoejTxLMmXzRvyxaYnqDjb/4mq3ltkv/iMTotyqI0cTCA/NNUaQOU4QcYKAmthbtXRaSR49qJHvvpjvRzAydz2bFrVN7/rbgf1Cso8fMIzWuEEmHPmz/s5ye/tj+rQDwKoK6v3U91qzTqwkSWDHOM8ev+INzph2pyPYqx/CDxGU+PMJGCeBFxrpROzdz8EcvjUQzcl/Qu4c+cNSjBzVuzoYR8eP6IHpwIUgnzOSZStj23nOB2fcFvnYb1cniU9/dEtRYzMTAG46evHmrFc48C08ufDHWfZO7vZ+VqfC3zu7rA3r679BvQFgfa7OT5rXK0+7+pq92GSCYMYcaRLeYZ9yxnR3+Dj6TbazbKhPxv31X4u/vS1zTSeWSank7qBGArJpy98VxrEX4o+76nD85Yw9tgEBUfRTZFZsGc57Bg+K7tOcFl/rDj2R9ynsaNtotqtwHCrOU7HouSmorSSowWZ1PxgjvuKhweMYYSFFTsvep0MF7+yWz92JkGdBj38MAGu2gxcdn+05oiTPCB/fHe7OzP3HwXEqGZ5EDCeFTHJI+0fIH+F2sZ+D4YDbEEC/AsDz2lemHv2kOSne882LasnfcKeTxIFPJXznH/917B/ZIHRwwt5OkktwGH6QGyeAWS20G8/vttbN743z47NzxAt46dsyu+NjGgfY6Iub7L5oTdYeQeWkAOLbXHW9nASi5cX5bjp1mK9su+p6bbg/OPveHfawDY29jQzQ/eANyAdoHzvkf3TO9xxRqVc0Ntrxq7P49QfYmD5Kh7Bp6S98wwVzq6dVkAH0hS/iWNn41H2E0Nnn0bv8W3PrTsntm0ge+X3jP7Km2ArY2rF3RkY4VodMRYatj5O1Wj8UOW5ZPkFvBcoplDnjNhHsPukNptlPEPptx0kcgFeONYsFU+e639pt3YzQFSbtaDmgN8YOAGATzDJ/3hMgIUTL4r3VkCfQNDN9W2/ZrNRErQzSfioEmRtw/jVXffdWezagqSOX+qcBmpzJUuswCksfdetfnBuqSbwvONvTbuk3Jm0m6ACeX6k98RyXYAyyzXhO9c2ntKTwBKLFeLwDwAg4C19ntHrHa8prlKFEAd+7NfflNIjf5hF+59N66TCS9zjMCRilv3nu2wJYz0q7m6Ldydzv7ODLYfpFYL/Bo9eJ65ajGb+CXaJJetwDmgYAWJraSrgEb2KMHWdb8xzkhQzODiZ47spsGwM6wYxtWwg/cO+pTrKREKkMYJ41zSZshWAqAHFw876q+K/xYaj8z//J+SFe3+kIcPjxVAymclTOWgzrzfgkQIQBCWAI/UsgY2ybLwYUOwa/jK+3QnHmlkBXMqj6EHcMPVpS4MA7tnLWNErxNfAxphYgawC9+QJWmSzaOaQbI8etNEb+QN8Gb9s7HQCJADhZjN6zJwP/8MwsTLcsBXg5wP+8N0ZnaJIMSstjqj5HwbMmBle9PmopM1VGQxMBqkmG2KCBFermwAy9bQa6A3iSP+MAJVFgndKumkLnoB/akGddVYGrXejK/w4guqrahkr2yoko1itZQdZYMqzlq78TPSV9ZffpORfF6wcAL46zop+W4aNfTsLFw08ezwQuyUKjSiVrkoU0DyjLUWtWrUEBqLwPBXra0Xbgiwp8En1S5WzjSmP9DNhjQM6eKQDUgW6MkhMgnkw56K/lh8Er3T9WJaAFAEqDbMufd5LScdAAzADFcXq/uQr06cCF9gBDLfrrrjaQ89X0fpLBBuh0AGEm1IkUpcoPWEELbpKp0PddaUxyifa26Rk6Ptmosgsmc3Wdv+g/nreyNY5XwJ3tVtAOQTsjJCjoWS1iOjHotumyAA3gaAxN26YZn8GSIz/QY6vPA7C0vr0A/KGPS36LXybJD5pKoGjtgE4EecccnfpWrGNAJ9lPopj1lRQIIJO3mV7G3mV/tAYnoWDoT0P6l+8s7zgonxNxuiZUJqf2bRIbkIHIrE2O2xbaHfDxWj72I21ESQIASEMmvNn9+vyc39jEOwtLIstvCRexG3X/ynLT4cznyJhpV56MWlXrLAiJ7GMftbYJcJFVGzA/NlT297d2yq9+b7kBOBnHcYGR0PkCSzjsa9/ufkMLJFG+oBtBUh5/6FzVAp8DoPFojHG8Qkj61cNh+c9vEuAU4J4qOAK6ksm0X4zu2kS6117MGof/Q7/xp6SnEuSUz5ZMZujpDgAP/U2gAd5iz/S77Tm/w15jdJt+DJjorFs5opMwx762DtXl11wsl8VH8VWOz6Oki1Fm2CbwJqAB69vrWmr9HFGRvRj+nov1rtP6ciYKYJbKxOxfZ1Tn/QCnM+/JFAcg0Pwzv7UnksDwj9GhOnM9OrjPiEQG9ZozL/EF6w/A1AG/N/DwW2UDdAGweFXHKqlveM9grQGyPRLBvCHaGWJun4I9OKCvzlieyozQSexZ9B6A4lCq/T78owPobR9OUdZh0vgPAfzx7yyfpnITsOp6/8iErtBijQ+fVlKJaWUCZgSD3DnCvk0CMqGdf//o/aPRNYHvJDjrkPBIqpy2Agd9FfkaOtLcOnAAD1kuT9X1BTh+n6ciXB3ItjUr+9fdBdDfGjPeySvHAO60P5Efy4vmnSfxpo9TIune9uCxb++knT0TltUPTXQQ4aCGvmT9UtZr8ZAEY7ks/tnoqF8A1ra1ARCx6brVqfdh+Pt9p75D/2dfY0+zLiSotd6wzadWiR+d6CcBc52nGyDO7f0M/idg0glHFn3yy/Tr+3+2bQevylg+PamKLSX8iBaGEG33PmeA+3onqUUfvboOXSAE79Cj6LZwET1DlYlH3l9d48qX83hF2MniwO9wMLDGoOehp04BxgT/8l3mHf/hq8CbueM/HBu0EnZyXxiyE/TPsSsTZND4CIAdavxeyNzwF0yFIwuCA04y1mACzKH1vfd58DOe7edArjPH9lW62KUD5Nzv/Uen1zj13rZ9uX4B5BszQ1bHdlnMJ/SxldOiPdprO4HF1XSpiuInNl7+Bcayci2Txeclge/CHqpYAPmx+50EdPS/9GUHS7qoxGOXzfkNRr6whsSRXIevbNu3fT9BvqlI631aetjgtOdo/bdXJhGDYF7kT9uOJ4Dk8Sx/vBWUTUPQCOvfNvmx1wbLMhbgMYSvsR8bVw8tru3+Bqa69XH84+gq45Kij5OwFv/uClJp7qLrCtg3f/M80/4kTXSCKPRjmvyuMf4tHh/7401o232JXtIaYYMb1/j2Xs/XWoj/Xnulg92ME7+mO1jBf36f5I/G9ssRNqa7oavQR8aFruwEMpLVtWKdDAU/uXMCwE0Ro7DJ9WfWp3jt3qxx6KCD2o3Z/JYwfF41OtO4ps/GbbwmTE8yU48fej0dXCsu03Z4dJfiDrSRDyORUNbPDA3ePCOaPM/47nOinP2IzEC0qrkKh3bQTIkk+m9kLvqxfUMqeXV/t9CV/vfejv2LPIHWbMsKm5Bmn7N6LaskU4d+wb+Yo57V/msfP3FsTNu8KQDspJ8jy0eXsmdUkkafb9JUxn4fp9LzP/ZJnYXbCRDIEtOB6HnsMO2BEjWgsbfjDrY349uEmU0E0ncabx8Vs3YnnbuGr+dBjb3RKtv2jWlSFf5pa2zb7PuMxP13nm3Tg+nDf8YniT8W/ok+IiAOX3QcivniXwSLA2MFow+t8+OxPYmm6yOvTjkdU320pPhHQk96+O5y0rY8fEZi1Or8OeP8ZE0O71hu5e/usvgjABwi2x7VPZkXdHG0XUSIczPM0ecHsQBXZtDHAARmZHQkiKv2iHOOoECGqT6EuSGqNoAJUCAgTHTVguPsxC9/vAI8cvlxVmycpD2DGW4CxDwOQvFm/Dh0OiCplA6Zij2+diBWoSTzieBUD/s4oHaEP4YowNCCc9a+9yjGSRzSrG0q7v72tbzVj4c9gZ6uXu5AA+uu32cvJpDEvFHufugY9LtG+StzvAFpf27AN8bDAr9jiAl+4gyPcgA6cEbGB+vZVUIdjCIb5J8pyDuDeR0MBMS7HwjkzRgb4FoK63jgnp0FF5lqAPRicJfiEzQZQIa5HGXitd9q+R7HqeqallAbyERRbds5KwhVUelZnyH1Jhr4LIp5l353lb14Gsc2IN4AGg6AaSOZMBHAyayUAzstW3FiZcBp3leF2fcInbX8BhB7rjb6JsAjYDKBkgUQDDZ///WZzZytQHsY+Kh5DrAMQFv78Qby4pz/8wAwbaMVCD0/37oQCGqHbSund90kK34LALciRW691VbwZjso7OWRCQMwJdAOIJWqBK5txRa+/blPZIe7SngSOrTHBIa5T7+1ZrRQxQAHKGn5QQDR90xQtQNr+ryTRzrQC6DbGaXd5q0z4zNR+HSCrLauUpGBIiWQFwwIGbXy2eM0YFuJHmNMtu7NGiVjvQ2KBo69XuPcZe0ICE2Ge52R5fHLSAzu4g4IbkE2lb8BpuPo8yxP+TOYGyAjADw2jKv/+uyizi5+bIk8d+wcvtOYAcfcEnf04Q974iM76cMYtDGo87xk92MnwG8NYOgzskQJ+OjeBsJe+jeANoHWdmLZZ79c6yNbbQwkj0vCYByZ6Lfs47b7Hb4dRwrDsEF1yVMcCQFj+jkG5PdwxoWTaz0jAGNAk39Ma8EGf5J9msApbeNZuxNYuVo8ozcSqNC+oSMy8emGUPPIeozNM4FydFbAiA0AS44lkDQJBqNf9IxjaJJg8J0teAzk6UBBNvOd2Y69sAAT8s1jtx54nOlf7C/mZ+BoeFh7SiVE9iNtWHVkwTrXSVSjDVhAIPGUwPhU+AVoSlU5AHEDVGsrSU4EoJGJA99vAPijEcsY9ObQ47Tg+hkADpJygWxDirQwOwlws0/Zz3FWJgABzet3B73hx3O2mXhz5I2C7Xrv3z7H3KDJN0nPQ8+Hkea3Pvvrr6/TiRx9V3Jtq38qH7tCuxOw8oisR/aOKs55+FSymy9Grjnz287T//o69fzNF5r/vmuoTMpcI3MaxLuCkpIxyAtY/JuDni+AUt1ipM87EKvnIsv03KOHfulM9tt6NfCEz0DwzfLzBO3CewAPBsJGaB1Qe+Qy8hW5lkxkKrK1O9OyfmSN5HVnz7/+zILmSeqTDDLWMwFdtv/1EcODWqCxYUcvdVIZ99r2mHOOCNjo1gbef7PFnfk+QOFvflV3BNG7lAmuHzq/sFY7B9FIZP1rjwIQwf8P2Y9PNe3zhLPZftqgqmn6SWzmGSRw5N8J6IdmI/MXRMmirr5aG6T34bUVDX4cOTg8RQB4eOqloxdwbFvybwoA32LLr9d+XMlJIyvPES8j25LwFl3ym/+svdYSxBbYzHjPflr/HfvD+z96YfCLXDdBgbEtGtB67UIC9fCJ7hevEYDTv72fU3Fk+Xc2YToFeQy732tnh+Z6PND2sYEqwaZbNCLnaO+YQDX+z/rlzL/9H495MalDrlT+Nb80JrL8t7SVscd+6B+D4qarDcBgS/9GH4yJpWubLW3Es9d9tp+e/g8ljJ7uMb93L+v9QA63Dek9mEBFVwuyRpEFcQT0PgI5BLzfhGzz59wMIKhEQdl7tLskgYBKx/jfY0N5fwY4r84drK/oX/v5BoBdqTMB53s3st+e8+xL249EYtwvAAAgAElEQVQhwgROkrTw75aDbfu+fjmBF916V/2JGOIrQxveW183WJ7mOtVgl18k8/qhJYDeTgpmbu0vkCyB395nnL52oZ7V/MDa4F/w/NfvI+iHbdRj7724kiKejcCPO3v5I7Aah6NxGNOTcYY9bqBxA18/gzHv5v8unuzgMv4rfAEmyHqurPo9AMxcmcNJUPre3fvEer5Vao0F9xmtel4fYaZ/N/4T3ODDJQYI1/cU68iVsi+rro3fP7qVcuZZIPzH69JTZ59ffTW2bdPZbx0suggJbIC9i08KxkpwcOUz95o3xsf87X3e+0rQaszv9V2b1Gw/AgjMF/Cj1kl+Ziq3JdzwMdP9gp/4NLGVabUa3ZAFe/m7cV5k5m/6oWURgUpsXOZ3EvK/B932bHX2mmQxEkw0pu6AiF4VTV4BaPHS2Hvdmh+6TkK89NZ0TBtZvDZndHzbfdn3u4NIHxvSejTYQeSh/fmpwo9sCDH8bfyVrHN25E9603ix7bhcBy2iUy573/RW+ns6+CWBa/deo/B6jK/B+F8fEDv2T/6NfZXx1Qgwy7/O+t4dovQukru6a47mBA2cgiCGevxcdZyaDpY9j9HdHYTbwrHgEatH7uIT8UYXPLJu9te/zYAeNpEscpsfkrYOxj/4RhdZ6N2JGaUNdnCTBIJJ9OCJTgweHfpbotfRncc3v/GQY9cVDhfCGnzwe//bCbTtYY+1aDQ0meTdto/z71Tfv3JOnU6dyDpE/Ztv2D6KbX3hmVOIpkTGxmXhCeM/Vazm5z8dMcV17xm4iXeR9DBVt6U/wcZa571J0hRGaT36KAPoYO3IFFhux7jgP8YHh/8yV5KGon9je4a5W29dMlY++9A9n+v3KW5wIHmC0qML/+e/l4aTaDVyhgpghA8OYgPfMbS2TSUbaSCtFKo+J8D0ZiGRWf8nAE+EgpDVxnUmz+GyEg5daYTi+VMGTwj/9oLe7Od+B393i44fQt0GdoKEtwO7C2K6l1ItQeEsb2cZPgC9OTrA4qmQGnAtL8movMZVEdgGOE7y2R+fdQJgum0rMIjdJ300iQE6MaDXaglM/3Rv+mlZaYFIBZ0FREQWiuswwhHGYTpfM+vQwas7AJAACwA4gZM2hChz7wxxOyxm5BXIv7US1Ti2wveudmF8VEk1478Guq491S8GijW/MHC2aulCdB0A+V8/g+UTiE6a2PMV7KRJSU9Lic6EYb/XGFkD8qz3A9zonqNQx9jrzCeUHAHgvGOMigm8ZT+Vcb6BzDZA2WPuvc4C8cAG7ChH+zVg7UgWUKNn9RlFh44ANDWmGSs8QPsPsuHgnxbMBICTULLVNWcO3/rJ2fr3f4uTgPzT/Ncp3tZCgBVnT0YpIri1zwaKsdCmUpr3EdxcvtlKTSrWOgNXCqLPoCRJAUOPPeDftDvR57Ss1D3JlExVLwFq/X0crRkgGWfslz72GSvXWaLJcHwzYS8noRyd0/VgOhzQZQEeOsbKjKFbSZ5kjwpqeW4y9A2iLNDROua0K77OekP5B6BzBUkJrnVWckYCZwN3ADgV8OHfv//1d4MsBopHEbYRdGi41gLafQGcddo5+zoVHy54/wi/Ox2Yxy1TYzjqgs6M1ufXvCxfEgA+gRKdoaWW61PNxTkycc4ir15Z9AI2GEymQTkQFSinQwD0TivxrPtmGXeLaMC9bpWp/e0K75ZlBJI6WQz9wNrfbctvXYXR3mDQMXrfCpMxznA0Wz61YxQjL+8hm9U6c4JxL4CCU4BTDH2Fr5McZ5uwHEnmm3vRz5IjROUH4BNlWI6Lzo/Esylxsoa/L/guvFTV/pcXyvlreQ70haFpwPNJvusKT9HHkfm2WqnQ3bNDd4T5izUheE4Au52jvWfsrsNr2Fc7H8ZMAEb/1nyTdMD10YVJNonRDO85CUqtw+qc69jGk6Wv5316jYBTjHL0q2f0w0k6VZ5jRzXdYveE31WKARBTm2nnOndxvAj7Yx12WnnmIle1fYDVyaoeoI2KVqouCbysDlzbM0mbOcLkjNf7BW3EXCWxiDOB9G0HchqIj18Q/6GBRWi/aaPfo/v+/iUWnFa4n06QfhO9uaPJ97sTgxIorCCNnVfJIxus4TXZaHIgx79pPUULtwS0CwCYQRGseytpGD8B4AbQsF8O+DX6BR7IvsVTzdoHPGhAFf1xbIdL5yRxjaz36Ae160wgf32LO3jVa3743XZN7m8bKMTVQTo8zHViwkvTwtu6aAObAC4kxZxk4Fpjze3Ix0p4pPME/uOhSQvN2Akt47qyuD+/aexOBu796+vev7XsdvuGNEJrd/CyOyOYVyUjRj5aHliPyo4UOBQ/5QJPSNrxmt9+pJ9n2zXBuLYbOGpI15DE57+dmTI+2gy8g4YAFQQLvO/P2VUHnPnmKnsRNdL6kncCgGCPXGv4p0SeAvWzZnSjyN2MNzIkfH/L+8hJ7KbDa9NaPTbAE2S2HMiZrkPe/t2BPFpBnmA9PtQzj31f1o59cqDf+yUIMp9TodP6mE5nVp3eqnu/8rx81/6DPncuW6kM76cAol+S5QkQcSwGoPm1R/2s64v7H9B1+xLQydqL0Znw/5EPM9HUxt4YAsfEvP4GlSPQf3wZJeBuEo3pfRIwbJdVN6C8cnyESYgDi+iZ+b4BhRl3nht7THqvk6epWrEdOzqcwAo228vf5nnroLSg1LrR0ha74AI4R96jG99zzJfeMhP8U/sATiQavSgeIAglutQYvolhD7z2teZM4Js1ojCCtekuA1zjIPk3r06weTtCsR9UZJsOvnGSPBS7ejuVnOrIeQn79Ppkuq6rdxjTORbi0b+tZ9c8TiKY3vErEDwb8Sd8DFv4t/tPJfMwbdNa7+PL58hAMNaA3cs7vveTaeYfB3y0nuCiwd26UIfnEIxmnZCrV2B/fJGuRGX/sfNeQB5bmueeTh0NYAPsy1+tDoyiS9GB7FbwEdYG/I1//+d/qnNLaKfl4Nn3SWIHl4wc3erI7lBy8akfoKNM1GZ2O7lQ3XpsmqtSLBLNPu74BozjtkuzLyQgmfZrDp6HdNYUUvS4XjwlfLMG4Ru8jJ6RjZGA+u7z+vTgoeIlChqa71nbKx5wgpQkqK/iAItCNoTWkmSNv2ydOnKJ8zsJElmGKej+ASSHziyXK7hhnb74wWt/dMeVTkAT/RzbtuISZ2G09NYdi5FcezffQ/f4mWTKOnmysFZiEa3PLtd7XkwAKzZiJX8+eA1j8b5//211Z9af95gkROu/yYnv89duBjsWE53zlJ+ECvZCtErHNNPex8fBfRZ3x0+O7bXJRdAqAeBDj2Mnh55vXi7y9uXLv+ngR3Dz2NOD0YuGg83cPJKCsazdb7Gsnn/jhscHmcSVLmiAX//x33+dTprC5ZJQ7KzaE8FgPHSwgB6ZF4kOSQjYTi7Y5svDOcLvN/nAWPcoUezQ3J37NqkPXS2d0fQLth7amnu/9VQCOH6i1pBOV9Agv0+QnM4hxA/GjxHftK4LrcTnp8L79UWRZX3fSfqYuMNboCB9RKyncfGVBeHb2EPxKduebflg+WRfpJJaJmkzOBaJJStjz/3jH3S3v+6Ml0QGMW7Fbb7n4R+Dk+E/dIGq7Q11zpx9+pfPqDya4Ux0HAkAGQ1MAWCYLKBXjEbpNghjg3Nhmrc1GMZaB4OocuwKhQbQAHacuTDAB2A74BuLDQD9EnsY+A4As9jaiLe1FsIlRLCZeByqjKPFGaURengSGzhyIYGIpMGAEYAEIrclV8YogUPG8QqlVZyAODmUO/ekFcIKUebP4dcHYPqE3jEoBpjQOgSEnCqXCcBKMPFjQT4tYt8Mqw1chIxgkLO+fs+u/RvA0hy7rUJXQCfLA2GU+WqeSTLYFmFruEsx/QR7OgDt9jFj8ODoMNZtzRTjjwrEZnSu/WcB4G6BDhN7D75sM+/VBIA1LtqGdKZjB8j17sPQY/Sa7r998iHlpmurqbNfriQY3BuHPjyyeyFe/FNrKQTzGwD2M9wSaFtRaKznDCw7ZCL4VfKvkP1JL+3cb4tMQMkAtjjloS/96DOyjthP8UIblKZtVWzJSPzW2i0VHqdTz+kAMDIOHifjq1td9N8eSwW+jmKeAHDzEYBXVy5HiAfOUXK7ZGPLC42nA8DIqpXFGAAJ0ED/tOa5qhzG2DM9zQMkR7rSXPSKo9ag2m+OpH0QOTLoC9Nl6JDEDhlK7VgTtM8ebsDpR4XY9/05xN5rPBmsh8ppM3O/C14FUHXoc8ZoehBvfBl4mr8yLxughL4BEGlJw1q9mY+ST//4ZBEBDsuyII9nHTbQEhoWfZBFJsMJEHyDhhsAtmOZBMoDwLDvVzuuSR7hbCGARPiY3w6KyHByNwglGqm9YQwJqqIwbGqZD62w162/f71O53ldHQJWPzoA9RkgG2h8PIh5oHnM81biTFrSBdCe1lUjyxzMGvqDpk4rx1DicRCxG7weMkjdqm8rE0MfI190xo+D4NMis6sOh8Y1Hp1p9NJH8y/rEydnW/gBEHbQNB0Acsa6jXMx3fd+yScckSPfjo22GYRr7N4VSABUGM5tH6Gfmh/5Xu+MvtKCBRh8u1Vo/FxDqy3uh3/bILW8nTPoTwX0kUVR9thGovv/drvdrTB52xz/GP+0WTSwbsf4dhRPVcyc4aR3nPU5uo0WuqHNE0RxFfjStr5rYxr92kkKyMbQwVQHXPbgHAvxTwLAh570BDvrotGM7bUV/KGePw4tcrsT3/pca0AQdeDpsxKh23a0kdcGbz6ZY/Bg9g6w1a+fARO0hj7Q022PkTDhQK4qrkxzseF8/bfeL4Db79R1VNqTuHLOja1qbXwWAjUEHbCP1qafgNtHH504gdw9VbIAk5JLldh4WgiSQEIizYAXnWBGciY2MGuOr9KVP9eZ7uPQ2/4bIMmOuuVHEjkBzkSTndSS/RGfpYXakGV+ja1+QIzZS8ve8ee4Abpq+6L9RZInNKYOKHT7qejLaWtoeZ+uCNA7z1v5Ou0mx4HOXDJu/XTySuYTvdNtaW2XDG/0nP7UOegFNJPVDR8HENAPVdldDcjY2lZLBV0qOKnm7vliq2rctKjuygQAHnjsN/2V9bqTV/SRW41NBaXNdF7stUsXmNPiX3Qz83Rgy7LxpiUCUW1zcU6b7F7ND3soOzT2+WTA9xEJS/u3PYAdAU8sr+WOtlU1a9k20DXrDp2ERnRV68c5Z/bIm5++KmPjeX/qYNBHYCCfG3yDj973L32O36kjVlwZvb5POn6F4ElSZlwNHBMEAxtxS08AxrnhyNYK9vEsyUPhL0l+v/Vb5MN28UgS5vJreG71LbxGt5Y3uTSBQtFW1hxwapOm9sgoz0ftCYUBrKu7ZKNdHd34JhCdhFL5R6Vb9MyLfsYfie2Vl7wBYPQc+FdkzFxreyVt3LFX+7zTOxEEOl9/tnmzJwYo+bYQ3aTTJIGaw7Ab5wHozhGRx1fNXn0+9FddzHI2PtCg9/ErTI93G2iOV1keCQ0js9t2c9VmBWw4OxZ/wkB4dV0453RWUIrKT72PymTo///ljEiN6+Bd4iXp5wnE7TEArFZm1XvY+lvbLmzMNGE7sxMJseGzuuzDa7/qnlPBPJgNPGZ++ObeNMa6Sq6qs4pFQtkWZ79HdrxHriXJPB3YrMMPnhIA+Q0Ag5/An+xz8wH2Bi1STVsVdIm8yXqcCijRqqtmV96SbBKbAaxHXfJi73J2fGhXfBYc8O3m0vKVROtNOMkMWm/jL74Jz43vMnb45tD7Jyc6sGXbv+xvXddnwB4sRH6nZjX4efxDsBwJUTroJXDmMY9/0gUpFAi8OAbja3mnz64CgY9oO7lJ2HIna6zdMgUrYwdQ5UiFWgdBXFBkHYBMDN4KHtRBdsaI3yqaJtkgeiSBjuxLsEVsDdYDexxbRIsP5qJrRZPgBwSAr/2YI+XoqJn1muo9K+DtdhV5k/1Nt7QNkvYcT9GCZEcFWyRVjENO7ERz6JayrbeWpyMUTnxB90xHOdPWk9wIfUpO9Xd0oMqzlPgcPycx9tiLS9Mr//Abzb+azyTD5T1rfwtTOxiFAqplP+oNYmHtY3dHOfjAvNq+gO2Osanl32icAwZL97/4VNMoczvz+L7Evlj6yRg4Ci02RfhL1+AnMr+2Ib1fx1ahy8/GG7A/CLgRT+hk6ujAv4bP0nmMZCDwJuji8Mckm529vXyOW+e/sa77KJY7FoNMFg6IDnzpuAPAi4NwTnN0cMfjGKPTGb99xIeO7Xi31/eaT0LS2qQSclsgefzIMVIoMBUPHftRemCsGD0vNFOxLvPd2odg7i7wcXZk/DfxYmNl6UiSfUb+63djTsi+qps4fKQ/XnzP+Pf4P7Hvc3ls5SSgkyDaSYTZl8gCEkT1t4uzxl6VLKfbqvdh5kzCCP5HF6SeAPApQ7ewnUEJsKwINu15UsG6hguLQIai7hagdIIBcppHWFggDkAhXtImrrEwRtRkAgCYsglakB4nwCIrDgOSadOAL9e00+uFtxERBQPRogSlzHLma76nogXhcEroGwCaHZWBQiu5d3wI+jD6bWyuc7dnuAZwkOLJtbTo4OyArjhCoZyMm2G6Y5DrDIXTHjQCvI1SDDuIXr/JePYh4R/DB5iYcT+l6GGiPacMgKeNAloOQdQN6B0GOQS8xgOKNfSQrB5oYmmICoNHMH7zRHmQMdOtXMIcU4FsK2NbY14cXf9INfdmeEiQQlOm9wHNYtyZun5UMJBk8GcDboKqopVxLglmtuLSezEiO0P2h4CdVio2mKigfGiEKXamNF5igtYS0hgM08LN7+8K6wirkyVqTyVP9n4X3digpNWPnAS3AZvrzKPLI4fuvs8bLNzWHGsARtkGsEOGaI8O7ql3eEC7qVyHDLTSmguuANIohfDwzhXj/CTWatrKbhzjHXAAGRC60Biq0mzmDND/G4CqJcR5etvAmAaHPxtg9+fjZGqeyFIc9si9+wygDth3VXzLUYyGNnxNjycJaFtFA+KEDpZHG3DgHASMC858iY7czepASGhtHYQOXt9jBQDIc14QwoYKGZbfzhjEHAf0PSOJ6scGfxewzPylVX7oHAeCx6mb+fxMTFElm7Lm4qye9RHfmI9yJukNQG0wvtcJgMS0qhamc6Yzew1Qa9hRYx56hSu67Q1yUvQqvQFPhEVjuO9n2wIlOmcTa9awWicCI7CrntBDfu4AgKGdPOvNvu9qPY/INszo+DEO20huXZznBlhwwpN1xmZA3vSXtTf/Wh/lPHqPc0QjThzraJ4dhxPZffT1L7RIBaPv/8aCPcHz1ebcgNY4JdE/2ojQi9ZO68GeAqg1OHeCrZ77ZIKP00WlMXZWV1h094VOcrgyHq1TBWI1Xd4V3ZoajqrtjO/n59nIC0zR7p0WmLZXqopH6i0Zqqk0H8x8nPbw9la/RF+vnRqZ0N1ldKPNgdFdHbS4KiBMa3HOE7hj1/f3C354vaf66b2aLgMv+BgwXWktGfsBqCeBT/vfDga6s4Oo8FmDiZv8lpGIdkUv/vvxCbxGk5Bzjkc5rTmznqyX5uiO8JL1k7TROhb+wvbuNQXs7aqE0KhA13HaPZbhwcmwBeC56H3sldMafzYIQDRzuvej7R9oAEAJx9S8NnSOPG75qv2xvXzAPSUIrYzEKEpV6lJB5N7qcfFQAgi3zNf7237uymP0k57Kmrdszt/1UtP+BsDDGwr0bxJV7yt01LZSV8dHfiqYlCQHADTogfsPT49NyvehmczPtseADe2bNP0jn6FXApjNW7GbtspE/GJAbGRokkaW58vciHycABgde/A7ImeU7Ja2sTjvuof10TgO4D3+xU3veX58pegT3S+5aNkx1d/Nk/185AnzxvZvfm1913uJXuozPHM2VfQurdi0F7lW1ZXhQeQ/79eEscXadr+qGQTOii4GqDkJ4L3gpkcBGSOHfvGzjcfORODf7v40WGL2wIDw2+HillVvsvLbrer4ErXHB8AeGx96sx6ZM9bCS+EH9oO/Pf4Z25GNthw3EKk59fl8b1Iz74Re8GnoYtM80AE9fOFjL37j6A4jrfu6lXmDSfBxv0PzWTA/+0fCA+v1VgC2vwxtOihgDGY79rT+Yu/9meTc0Ap0o2e2/4StAQCerlO3frrmUf/ABoe2UyW0HSt0adsXb4LH2wlg9yzrQ6Cn5UXzN0Bx/GeMTPCrJDI0/XangeZDj3OqHv/tm/903T767xQWHGA8I/0BcMu2myPGluY3+bt1q75Pl6EN+AE882z97ipRVaiLXTuIdbWxF005aDlnA47vFuxgk5bWPo1+A/w3BvLhlCsH12jD/pJ90/TaPjPJvI1P2h6V7SRd/Uui3lvtHr7I6nFM2SlMGJu/MULtMUlml64f2xN9EjvpqRQcuwz8zW6O9L31KwlJme/6/XfQUONsrCzjj88o/BesRPqh7UDrPbpG2KRIAq7xCPHu936wR44I07PR137PVFyCbXDcxibk0xEr64lscALTrE+euXYtgS/Gun7pT3yEYPzSepJk3EFmMPETXBxc+dCPbYefa9kFGsw3eNKuX9uezB2rDR8UeczYOCObggf2sxMYeTdHCZn/xvaBfhqnoL0vR60oQb2Dvy9e77E8Z5B6H0XDsweNT5Ggnv1JAtvRc+bx2FJtb2IbgncfeWkZYOv4dLsyfq3CmWmdj32MPO0EytNVZhKBoAv0Bfzd9tSNTa0ftPyd3Wl/qBN20H9vwLCrr3U/eP3Rp8JrRN84nZZxaf3d57ku3e6xlsfeGKxO1/zW+teJdXpe0Qdr/QPDGPkRJtReSgeHv0kAgj/BEcCczvfTQrnXNHbdi3GFlrooh1bxescbcNba2t+Q3p6NaVz3VHiWDFyequSm6izY+xV5RULbT/zI+qsCuJoPdkHb641n8/7+TcKqWaz8X2Qo65vfuTM8HdlHDEnrq0IYzSHVxMjwKKXGdG88Mw/dwPEWN+Dr6Xv0kf4+8TndN0HtXJtnee0qQYw5oN+RL6H7u/sja3MCwHquCr4Ke6JA4V1Pj2HwC42EBI0Xm8GW7gAqz8JtobuU9ep8ubb6Frgd7EXxZ8k5+Xzm4z3XHP5+x4s+czFA0ZM7lUjHk1DxPbsr7u8k7vD5v3znJ3icR8BNBjkK4xDOp+ASMAqArI33Id2bOHJa1HjjVCEgApiFReC385FMjCw+CtgCXgb5ACZ6BkETxsmC4GRv5cu7VPl3B2P6CjYNpcimKAvxGFJ+QEBLKmp5RhyT29C00jFDfgHgL7vyUIEd3gWteQb2cBs1uleZIU1cbl87LVpOJoDOa/BazzwxgP3P6XHuvV1BaKNcQfi5B8MNoeS9s2FMS+7KeimA7QjmcXC7OoigCrRzAsghjOtMZD3nDYo1oKuxe01HyK+jOmfZKqOikbOZl7PpSjFgtARIWYACGsjvqtCZYPvba73BUFrjsk9UNHlOVfV81tTCKIHmA1p8TNpnmLwUrKwOeIhsD+/uA4ZBBZ3h532cDLF2KtkXHOluabY0N2sxQXGChFl/WexQ0AoA7VsDPzhAydwqQn0mqRaO5Rf628142wxp1izjbyM+D+yMN/2bM4X6erUV6WwnqpSSCSzQJUrvOKoF1vb7tXYoNMbynnEjudPC2C1uJgKLvCXwLY50joedocyvA+3HyZz97HOz2kiC1l6ApoNR77jbCHvpD9kJn/A949RvDJhOqGg62nvSNqcBlA2gYQTMvs7ZhBrbdabL4nfjuGa/CDR5/qM/wtHhjNZTNvwHyO0qBgyQGFGpbCCAGIck1astnwBWWn5mvmk9k2wuKf4o56Zbqv8lk0S7vae6X2ekWIycivqgmBrX6wyxPzjvSX5I94rQTgAi0fnVMmv4uzPHfI/BgdUdWdcBtqfCl3aoRx5YZi6IElpMFieGO/SZ33l+G6gAki/9dDalvuvAVgynrMkbAPaeTmCx1/8k+GinJvEB20PA0/9M5nHrhOUbvWflT+TCZILOkQ88617L0XWyjnzWUp7xOnjQr89kH0dI13XLJHT6AbidDDUyuVtMVqLNa1wjr8IPkXmvzmgH/620FFAcEKkch3v7/TwqYtnnvz55Dx1oDTiT5L/mcwEL6G/oAMP86KqhW8v84XcSC0Pzw/OMB/vrMpjv1tgd4MaRQt/zDvis9zf0GNJnT9/KC4zvDfRlrwxIPrYCvOa1K3scB0i096//Sj88Cwj/L/ZhQNGjq2o/NMY/2QF5J6ud39ir7cShm+AliTjaiXN3B9HavjJYU8lYWZM4XKG9u62Sxisd3pmwkZk5kqR/9Gxspd4rwIltxbh6pmk9e5jx5e8BCD5eeqvMZa+1fdK69pU3nKvWurErpPrsoisz99gBoRH5Ta9N2wmR8NOfAsD6fhMGV35iN+J/nD1ElHwEYx/tSa4ac9mXJ+EgwEcHgKGDdkLbHkX+NwDZfqCejX4giYd5al8NIowtHbAwo4eOA0hnIuaQIX4CaXel+dqZvIOkJdODEy82eIF/y3rB99a1Y7tEdgQ0Yx5rR62v0Xx35jDrHx6I721dNDK+/Tev0wzt9md0R7Ljoef2X26goJIYB/xKpetH/3MWF/tBBYpBDvHdAIMJYoZ/HDguYaNPr0pUy+P7+b/Ln9h3gDSsJYmZ5i/7qkvTBtJsawUAxv4IsPOs+8jH2H4rLFPhs5Xe7z5Ddz+SgMY+NW0P3XHvb79bv7Z/d66ts+ROYsngME4U+ObEWXqm0wGCO+m13ytYisA926Pfb5tk0ZvkafMfe4vcBNiGLtoP0bg4AoD3vwFg/D74sgFwP3PWTwl5Oj9RR7Y0WAhYaRv+s5U9/1n/txXttQazr3x2Og19L3z99r7vBeiVgCcspkHX9u/eALBtNtHykx3mdfuG32ezXeMd3r4CLIOvnXalP1qnxx+meLbxPD37VLt+7zWu57WbQo3Syy0jGryX3kr3HbkVmhkAACAASURBVDo8ZcTHr/3+5ox1ze3vfwXr6+9JsHpbAzN3zohFv2qH6ZgE0PueQYwvYBseuSHAWP4VPD06A3348mV4dwsAWAMSyqDXTqZi7q8v3i36D50P47120oWT6YGiiU+2/jhXdwbs9QXslb/nlsjBDW1rfZveCcn6vAOOx17Wwo6v1zIrtl5e9tqpyD+AfL2WADCJZe3Xma8m6amrxtFbdNYwz6gleemzxscag2l6ww9ALyK3fM38v7ddsNdj/HxoAPrs4iJswk5E3zUO5qV3kADc4zrzm+P2NqA5uuijxa6k3cT1TQwwKYiHPnum7SDGzJpQbRo7MUl3KVrKerKXxrudWBHcAb13J27iqyqZVYSQt/WxYg6ulBlOkB27IHNNIPe3fcu85P8ljtCYf9ul+5xcD11RoY3/fWxkB1HQ9Rm4r3kCwCcpc/ikA8CsVwIyK9fwZQm8WBd+xNJ+VXCC2C3wXAJ9IWqSZl5MGzlHIqnu/q1VdsshWl7rVZJ52Id6d3hCA0nFr39GLvQZwP1eaPckRE5sBhq0TTWERLFaVzG3r+Z7RtaynthFxAtiSyRRO/pxErQffQaOoPtJCst8JlGgdDpJX61rsu57JCZ0i7x4cbz2u+Ez/d4gZnRf9nf8ao3NWMrvetR8qZiX6O0bbzD8yOuTQFIdSjuo7akOLm17w5j6dMrSuCxfq4BNa398uMygkwQIAOvz2FW5Bp7oylW/ZxIEHJsyTcyqMOfZN+u/sUuPLHXA9u60pw0ftXMlQHHuca+53h+s6Y6fYfOzd42xcD8B4Mim2AT/7Gfl/4MvfPfB+96v79/yXxIUZzH2yZctPBsBfnrwY69V/Guthuno+x+dXojxdHxLt3S807IJ//zBb7bY6+XZoVH5k3/9lRXxQxzAWUCtDQAIXS8UgCzjgwwK3y/BUAEOMqRxvImMs0Rv5ouDRBvzPCt5C7tuHZlLusXHu7Wvk9wbvwD3VoSdbG4Db1+gqCpLfGZJVbaGoSLo9fNmxkgBk9HJe38Lqr/ECOEQAGZdbXB/RR+9Rm+gtJ8FoVuJjCGs7w+geZRyJoDjklbPyfjfagDBKGkdQ7Zfz8mVShVlT0ApgRJndfmsoShR/Y8gnN+rirRp84hAMz2dcY8xW4yLMvd8vv8IvN7zX+Bf37+Z3ex1t5TCQMre7jmaet9ZH+91wHsyLHkvWSQe/4wXgRIAY4INBdCKSWPgRpHtz1aWcOYRinYDFrmed2ywKk95gya9PuxHDIcYi1bENha3qllCifWlUmOefh63DnzOu9Y0qDREWb3B2RbaVopjZDlw1sr8nKuMAbOz6PXSPZ1BrflxdmjPGyc7fBVD2eDYJ3kJgnUngzZeO9tPe6nnQ9OSdzpL6TV0G+DJ/mRt4XOev9k5y49Rpnt2xjm3c/YofJLrr0yt4e13zc0vBnsy7vw7NOR2xJPk0+v1gnLnO/Pz/o8qn35m02YrVoDuyIW8n3HsuAJ2EiDoMenvE4wbQ19y6T/+ltYz708HiI6DJUN49r0TjLj3TwFgO9Bf22QCjR7LgMNHYTvjeIIdTgKIsUjiQdYl8mmNJBz3jCAGoqyktNW20a25zh7SjqXPa+95Rk//vTJoJXQCKOBQ500x6NBtTa9vxtxWNmGsL5jlfVTg0QPUb1rwpnJFP0f+jfW49oX4oWX+JsiwPl3Vw/qdfba8SfsW2jNKjsxCei9evqTFFrSH49KgRb5baiLhK/y7vK5nm64kq765a40bQNDc7izZaWk8Ti96xz7qvE/7l0DTOBly5jyedApo3uOeU2E1Afo2QgFvo4eWHk0B1tHsURI0Xlpt2073UJUZOXrLs12xANT8ADB0wpHGTmA7FUa5p52frtClgsuVlXW28dHdnNXsRInKhpxgYsu9DvxrjG3HdIKV96WyKuHPpinsA0BB5PzqxtHVZceQ2NVdJjzvAStEk2SrYzvGQRYrd4Ig9B2Q7UpEQm1K3kyLRZxtrUUnH7yBKCqOrgCo10lth76nxG+Jw1eM8iadGSjv4Jn4ZTZMfCK+bR7w+up/4/CZD92yeM5ztLGQDREghD6Nbt89jzMb5+e3YGnrx6sTj3XDJEQMnSVIHbkssFL6wTaMQM1xAN061S3CN1An+er5fLL7agc3/lIti+dne2m2NhUKeZ78MsuUsaMtczSW04HmZ4LSW2HXgPFvAcMk9m7SYGRD7PMcB7LZ9wf0Gbun+ce0MH5EB7VptYgca9mKPvxhPznpKomugJCWOdMO6wXfkDWi5SQw3LZR867erz1pPdcy0/Q1wdwD5J9BQH9rg7PXtPCPfxxZ26AZ8z6/H8c9BJOZeF2+PfY6DmjCHPv3z+ApR0lsC7O32wn3o5+wb719Q2folPBa5tp+D4FlwJGT1D1+AzYJtNTP0eNEX/8sAATPaV/6vFIfN2UfDfv3tiMNGn0kK9mzYGZ1JCrAK2OLnEDX5Bid+GBpFed63MPrCrw1QNN2U9Mg++jPtK6/2Kehs5xlfux57POR89ajtjtWp3ZiQdst7B2JDk0nsSuHdsXr46/pGoLAR2d5STX/VKmwjrFBJllnaOUFgfWev/7+19ENPrJpEgipsKCD2q7XnZit788RSp57AM7sV4BU/P9O+oFvTKtPctXx1y59FTDVfPDL9awHc8Y24lz1rtQ4AeA5Wiz0vjsQfqbKf78IfU+FU8mDppe7U1sSKzNX/V555H+XHepr7IdkHPHNf2mb+N0Xm+mmCz09x3GFeKN7dE0wi9+C5jzjWivrS2uRXZBJMPktefPFV5AXBOw5t/TYyEoImsUGwF57TzbG+iEb/N2xaH3418vPGwROdxn9tN2CLeWkhAtk/hmgYPIEJDRkkcRff/198LkI+siXJO8cPE97JB90WmUjq0nCduLN9/+Ov1EtbI+vP8cstF0LjUCbwh+bbvU9eIdpoILowTCiM/70k8S9+DNvojz3GCv8aLMTWvTM7hDy6mfdSzCEIIZlwcgL2V3QrW3QCRh1td15v+w+BTi89mVfzwWm5ZLfkbN5F77GCaTM+2kh3HZa7ITYa6ajaRN8gqCy6z69RbWp9+a79L/+K+0+7b+J977P2/eiQMm0f86T3wDwzjN/6ZnwJ/Yvwewf58MP35JIcZ0jWeuiZ1LFFvkcX/e3H+SUzmiG/hgXv62XbcQJ+4i+f9vyt++uZoLu4DU/q8ukWZM06MKs+ZGNjT+a+Mf67tYHHZD8puFqb/u7m/iDzwFtKD7SuBa0qFfGvp/iAO/BMk2v0/GB57hAsPGT4PKcW42MQDfrXSRdRNalO83+rP/06+bojvHdf8Y21k7S1nZStuf3DfL1K1v/EGREV3rMI2805nQOWX22ciuf6X34yeirTqLGN3rprhM+4dOeO/utPZFuU6Fc0yU0Cb9nP+/VI9D4+rfoj3/8fZOM33WHpzKOO1GM52G/gYchd0PyNy01BqVvGVuuzBpKiFABzFzt800rbu/nBIDbVnztTe1lEjp3VtEL7O2tI9A9l33zxJF4EgFg1t/3znu6xft7pJiuf+1bYhuNA900MJ0opnoYGa9rmma0PrSWVwJLB5ZJQAh9tH2xRzSd/dQRjNPGOd0apkW5ZOfwknHw8WfbNv8jNl+k0DpZ+FoC1iQpfHP9r/+9aa8GIAD/DHZEQJ2yeA1CbSwmc7czHMkmc/QawT+BRBb4ZJFNJlgmEybr7CN/YCU8GRUfcWGwdVVT7otAPwCZzjhUhcAQLuXjfqSe980LRd7zew2LzqST6pCAFeCYTe21yey2hUj+LYCCTFvmfxT8BIIyJggkQSiqJhs0sBL8BOPfdF7LXN7GG5H+FkYNfPXcEqT8eUbLBjhH8E5Gwm3UbfY0oqYrf48hVAJdcyQAfBSKA8mzThOo6DZ/+uZPWUVkZNEnvRMA2lCmt/6bFZLsqm7rm6wgG+EyUqfN8tJ2FvwNvp7PnhYhDXjrmhNMrZZvEsww8gaAY7i/BsEBVqh4GGMbWj6Asd41Duwqn62sZ387EwcAEXBWmfzQHQpVawN/sY/Qbea2gRCCUuZb7avkRDkF3RqvW6F2VvcqPkCKGBvQNoE1jUFKEHBXc1BiQSumzmKCBw0ST2ICQrvb34nXFThzXo9l4Z5x0MKcjNdjxHyGruYNqM/7+ncHgC0zpho2tIRRlQVbelNgOWALAZKVJ3HUMeIxvjWHlSWR4RjJBHJQzgAq2oM9v43sMhzROD5sJRKrDRXo/jXEGCsJFV0BHCMjT+3WnJYjw5NtkOtaaKUDwICQBJJ4JwZdKoVMtZPlnmQHghdqQd7rYYP9+/LN1GeOFdM62XwBp2ZPna0mIGCdESpw090htL3nAYXWkBf+PU7lG/j08ammfU8noMZ0YUDXoWe0nydg5kznBCHINjx01EaKtnwcOvbnGB2n7SH6b0FTjd5AkVuma0xBU1TNaboVTYo/KhPQtoXWSatNS+wB4JrXeg3QR8fBH/tEc0E/x2ZZznsToPwN2ejTRUODh0ZjO+R+3kcwDIeehB2pU/unfl8cT+woPZNxIid8bvnIHz8/2/jjR8/8h1sV5YexAYLLDsMQZvv++hxP2y2zGQAfHoNb2d1n6MG/VDsFNF9gF/Bd7z9JEt+4jqHtAF1sEy+p5PQA1a9nRLs2V4wUAEoLQt3vltZak9q8Bmo6gxNnPe9ljZKUZeDeIOYmosX5qYSdcU4iG2IUWz6rbd7wXjum1rcOyCVhiO/Yn9av3i/t/QQCyejWPacKRTbSgOhNA8e5rQB3G/ob1Fwwah3SACRXNf/wgfbaAeCiD2z74wwVJSKjNK8E/5YXOLIBR7v3vh2u0G0CUdZBUyJBgIz7aJGMvNbn2pfI4QD/CgD32crYOhlXrjEAZvob3hg5ZttO7a3MB/pyk/vwP3qvVhwq+LlHmtAC9XU0YzNtAorGjP9wKkcnkesEd6VPxw849EaA5AkAwzupcNjOLG7ZpeSjU3UY+c47CACzvyTI4c9o7ZDHJIFQ+Qdd632u5LM/tudltT3MetAe3e/75tsghZ7392kpTia7n1eBpE5Mi8wK2K0M9eMlTRA+AOfKM+R0+0D4d/CjaaVly/fQrsZgzn0dYGM6Pc2+isQsT+pohrk5sidMFwdexxbtXEgEg5+wvW0/OKAiG2IroHRdAk3a99n7WQ38hbafzTtKQLOfnoSQAN9k+mclj92lZJvRUw0u9Npl/e72msg3+C8T1gLPQigA9e3b+ZnP6RoS2ZyENt2UFoGyPdLqUT8KiMoYSYJo7PsGW9sW0FEvGULm1wmV5wzYb12QZR3M1LwT4P0tkTvV95nnAnMEgE8Q6BjFGXvbEtzbth92T1cQ03HhbiuZ5zVQjz0D2IsdkD1bfUjl4JHvBzzY6mb2IWMuGTlrqM99TuT33Ctx62A7Sdp62xqSOOK5W2bdAWB9HnmxYPgJGo59pKR7/TjYRQeEqeIkGC/7oSvcwkfQ+M7nN/vadGI9vD7sb2vWQLj3gsT2sSfaFpBc3PaGeT+bku5jg599HxMIWH99AxB6j7sUiaz1CNvIAdcTHNi55X4q7TQpW1Hfug0jeS9DR9hBkg/HXtPnwz/XsU9eoAQ03cnHdvVUL40/0cHf1WMpIIBmMxfJog0sH//te6aBT69LtxCOXu8WsqYl6fkPBwMQXdwKXQavJjkKXU+l1WEB+07D0/ZZ4r8dP1A24dh87I/33vJyLLZsp3+wXZDnCdBJvsWPBBfoSloC2RqT7tf828YJfY5dOskoSdBaj4E5bILRjHH29HRum2PskBmij5b3zGGrvOc4qPKF2l9nXd+KP8Z8xiWCq32PPVUBOGNIawHrL+Rt5j56zDS8Pvkr08z3HcAbm5AA8F4fjItxvvZC6Cm2BTYodAdt5Df0E54gmdwYmuzO9/3TKfLFFM65x48Pk4TB4L28C4yIMesd9xF0WdccpbPJS6bS0QtaatuHQ/voi4sXRrG+nTmhET+jsHT4Gxvf49Urxj9kzr1/J8BZR6Sgz7FfolcmYGacMfZgt3BH9jbmmPdNXGHknt+noO33XweAHUByAU7az/8IAE+nOPAMBYBZ3zcBzAkMBLEG/9D70j1ndJLoYmxQbBT7J+KD4YXttBZrphMDFk/OxEgCexO49R0V0ugjvaMTMlnfHo8fOnvH+MDHfX3ZvT8SuicpBEwxPFaBv5GXLVdfv1n3JHGM4+g2gZKxdwGDq8eHd5AX+Nh9rFEn9zXP6334S0lA2eIYBYExarGXXSRVPEmuwd1Badr4fust3dZJ3B2EbX5oG+S3ffmNh94kPPSz51TJUGdPZb+OnicAjH9lfaoucKMLwStX1qxM8/PHV0Hngysbg5v96NgEz0HvM8bI7SSzsPa3vo3P2Xs0KiV0Krv0wxf0wxGc+pv9Zq/MY6c6ezAF0+bqUt83G0rQu7sYhZ7zP62VErZED/ar9Rh8HBxyjyp8Gl/29wCw6F3f/+1vqsSeTiXzMOy9DgB7n79xZozxedCgG2Nk1yOrNeav2PfgzAez+9//33jlnlwAvG7tQAWu20B9PzJKFen3psk4+N7YWfeqnlNE+5zRhbIdAdyKG+NBQePeiDfDpwmaybdB3A4wmQvZrMmotwDOgkhZY4BE6WXX2sHt1hL6XsHJFqZksIbhYjyzdi94CXm9hPaP//77CQQgMN9rEGhRgsnYZG06853KJBmPKFGY4AK/S0AjmCETDAD9O8pkAnDn3OGsU+aZvwkyWfF/HEogjXX39d9zyMiS8rwdtDyHtWUsrAPP77nqfub7CvgOPlHJoHkdZx8AR3T8BFQz77RYsfH0AE/6XPc4I3lARvb/DTAkMBlUDkMwfBKnL4BDAkTsrQw+GY9XO8iPeNIOcyt1zHPlgLIPAWN3rl57g+Dz+Zd9qZ8DvAztd0UqAYAO3BIA1r3IgtDBGPHKzBvBJ3pF2GTupXC+f3jsDljS8jH8aaE6YO3SYUTaEeDz/SqQAYgL0MPQwkGisgMel4EXxbgOsfZAQAMgK3v2p8Bv64tW5qy3jSKxTsmWKMnw0zrMUXrSl2TXZ33CY/vDZwMEBuc6jm0DSGTWZX/yjKZz/Vvg/QKrHy0X6I881DWnSuB7Dq1e39YvGBzoAd4XGlbl8p6JbeC6KgB0LVVW+rszjgECOItMUxE10A7U944cX57lTGgMzgUrwhtbCXOchgFK4dGjL+bzXivPZ+QXewOI5/uHDkV7//EpcqqP7Kw87WzeJAR496aPOPKHP9BfAv2BTUvGnLGPPmZ9mZv1WwH4XtPhWwxOOxvw4xg5F1A6gbKMK/tHlUYSCO4WKziwnaDQpB2HooKH3qecwes9UnD2ewf2RcufXtO2KW6jOjx3tbzGHvl+nxZ1pq37rGBax4g9uhJPz+N9fQb5rmX0BPzn35IFBuQ2G/rIMTvTC94h/xLcSaYxP9IPe1Z0ApF6JpmqnaH/0pxlwoC27AHy2XT8/SNnsq3DJj1Alrrulw14OaS/OPgN/LUj8wI2//N/phpADtzIIORPt8i1fBu6a3utZZscLGSfAawBAAgwdTBfz0iiSyq4sEHRqc5A/p6hzPUXAEHev/SmNXmroyLTwmPoML97KkR/a12IAyobG37W+LpCDn31c39F61+rWJ3ph33gRM2cg9P2nW2ToUlo620VGP5LgpX2VM/sAN4hSvjhWwTJx9bl4mPT8aGvBOThoeWRPI0AfD+bv1sn3vZ7nk8wLs9HScpG3XOwmn5WP0YIBqQdf2HxScvxJIIRkLpbKbe9rblTpUXL/w74Y48hO2nRiG56W0SlywTZuhqDdJoCDLG/bEeO/2HA0gDo+jq+d4AlBwjGbkemoAf3HbQMBNDO2jizW/Q8AKueQwBBrEuAKAkjmyAsW/k+03F1MvaWxnD2c/bhlRUERNEXAWPG/xyfRm3BPZZJMCLgQWIwNHcqo4awqIrtDO58tXZE0ytdOUI0AcSgJQOy4/xjE3Wg9AS4Ri7c+xO9oud3UFqypccWPfslrBWomLMJNyDUlQQapuSZ1ttHGw2ARdcB2SJ0ymk/tP3i8MfapATE4M3X/7nkY4yKTZA2PY3Otx8lHaelHBr7GI1EhYzr8x8f+sPfx2fwbgnAmiOWMq4NfnVwS7JQPEr7Nuz89v+xgZgf+jKdDAIeRV8miJ0WmpkTQYOtlixh8n0PiEki0VuVTYIH+gj5IvnD+5seu4vBa8e9LSadaDMPDK3Fh7oTcLMPouvYu9FfnXjL+33hHDfhP6UnCOzb/wlN95no+H/Yn4w5L6oz0kaEk7TkMUi2TNelgxGMP4kNrXGqYjljjPzjR3qssYBOfuV6J5FPUk1XvrQeP8FUEnBsr2afA3quTIBeWJ+zdt81SR4ILTm5tQJYus4dfKpDUss2dMN2txj9T1LZTvvsOe9+k27PunBGq/hS+1mBLOE4emSCOmkt3EH114fC1my/S1y+wPEmOXey1EVbft+CtGlnKn0za+11S/AWet4E09Hrpt8bY/CROmqLOgkIF+bieU+lv5Zh7CTorbGok4yFbzb+kOaQyvVtvfoG/rK+kX+sSQeAoVnbFONXBUCezoTWs11NFv1+OimObsL2gv6YB3ppE2XyRngVG8EA91RM4n9ZhkyHJ+xU9jnvybOwK9rvSBcQ2ZTZw1dG6TMCAlnfsaHHdwGDwC+0JfBd5G4HtT7Q4wkA11F9rC1jfX3SH7pveLTX8Ecis4PAX8eCz0eCPoPxbQVy8My8XVsPjtzr1Wegsg6x86Jjbiw08o0ELyfRjyxhrNjweWeeYxls/z68g/3VSRnwHfrFcnSE4NUhyvQ5bXu/d+T4RGz83MIey98myUjjQRcS8IWX274/79X4J+gELgOWukmMFRD3+m4BzKFF+Slfpzj9GHdT0vHoxFf+hh/kWyShHUyZJCGvsXBitSwffsPe78IdKt5JGrSNqOdVQnbWZboRHr80tAKe+Op/2bvCh0/njgdfQ/920lzjrB101nv6CEOONrh0joO/d4vm9suwb722FQS76X4Sg3TR2AdbBBCcDvyQ9uXYHiQMpt0xR/OsbPd7v/0MBiB8Z+0zknDgtd/w/ysB/OmwhX7pyveTmCm04OjdMPgJ0Mn2nYQL5bNl7ws/n2I8y9HRu28MKVQQ/tX4j70+ndzAFw4+8dnS61tvwov9kzdZf/iw9UzHVTwXyb+xexnLeX7FgkyrzHcu7ApfAv9OIK+fxiU1RgpyKArEPs26Rm6Bp0smYs/smCbZY+xRMAnjeLL9R+9DXwwFGeFU0JHTTd/hxfgy5o/BrZDTPCfji90yomVwlLFFjh+udc252E5w/Q+dxbwJuawn48eX/ZOfCX1Eji9uKP4TfeoIt2NrjX39LwSAG4wxkY//FAN+Wxrczh0BlSHyb8QEgHHQe1MMXX/PE6j4r/8yBxYfBbJGcwyEuwJA92FUXRU0R4jAeGv59rulnAl86MwFNiaLnK2DQBWR7433GQ0Yg+UQ7WaFSfRzsnjmoTA1WcxLGGoRTUXxBlXZdNb5nEE71EVFF4F3vTYKkWDBOuoezxgvETBZQ7L3eo5UluieAOa009lqibP3v2T6xBFeojtMNS1aUVZZ6NmrCRQB+L7MluwHqo53XmS3nzWavbmFyp492KBrgBldWaC7F6rAsqoO68zZv/76MpPmZ/dxASxt+R7evo4HtNXji3EowGgBBQmABqiobu6zVRqcIEO6ne73vDVNjEoAz1qA8OfY6yeCs1qDGEDblq1eq08OUFEU4ZsMqa46yb41sFsZrwZ/e+Zp+fl+RoYPVwZgHOOnbu/kmvvM1JIfvzjgEoBq3WuFNJUUPJaWz5rH2wr3Hrn4O5/EuFrleOhdTq6Wo9jQPHhaFQNMJQAsduzKNgITgCkodz0fA7CB5CVIHN7ll3ZAjiMo+TXgYbdiakXts0frR1ldZHAzeZ8xM95MDNnQFBV4ogcqsjH6A1xHDsHr/d6zH5NF6WuOo5nED/34Gd9/bg0p+TegUPYlQAqBhrMvRXCsrTbAW7VYYbLGh147MUX3UKnmMVRCQq+VAlvSbXoy2d6RUxuY+Nt/5hzqM7YBzlux75fDVzMozZs2TG8bY92jfeYM++YpjAcM0A3EnOke3aVxaO+OQWSdHYK2YTuVNJoV5/rFMN3OEm1P+D49Y8bec++1Z84y4h1UuFWZK4IOsPoY6Nwboysb+O/KzDN9JPkFma2/ux1QZ+XrO0B4T/n7XweAj875vnpbzuteG7DDP1S1R+fsOXUEKztY0JV4GQ8z2mBW6H30RQW5CBJefDCA/W1/5ZnKF9wz4LLIei7ZtJq3eNYtbopXz5nBowccqJwWXxcA9DE6IAGzaHkfuspeEnQ+1w0vsDbYOXx/VuWTPbJ7JK/JsKVC99VPAZ2TgOV3C2wtHXH0jMc1DsgEgE0P43jBD13dBYjXTshb+Wg94W2Mvk1QdfXVn/jUskz6+tOXO++h525BbiAxgTjz1jiJCZwQKMMhcf3ntZzmmQrwmMa/Z7iV+TxPz+8MUs9m5D/XC4zowBtV8977b7yn5eH3TBI/0pIvw8nebAZ201QP+LcW153d2wmkAq5PZwgtU+l/66UBwRxAnT1594M5daDM/ohahJ2xr5GT1lCpIOlW4HewhsqRrKNlxBMAeAPA8Z+0p3rXHVjKPs8YHJQJzXSC11lDVXUNQ16BPXTcPKa7q6C3k1SxoPx5Jvc4oS4VKH22VOhlg/zsbWyuopsZV9sHSTSiEg06JokwL9YeiY7ehImmG/sNAodKGOl6EkjCp9N6q4IgF7P8k3/084+vRAtf2z1bGQe9I1Py7+W7AImx1ZrXREN//0da62besVkByQwkfAlo+kHPWjZhe81a9TRoPXx0xXdxA3jYYdzTXW5+A4f62aGbzGGDn8sr+MuuznnsUnTgaUcnXOCb1J4pn6M49IN924nh/lzm3PhY0teA07kPNQAAIABJREFUI+hk0WmSxpamLXcPEOPVv4I5+G7RXZHtSczYdq/r094VZ3oaawum4b0inxZgZuxL0YDp4FtCaAJasR1bAb9O0HQgc+RKy+cQzSZDxjfZDizQbQKpkSGAbtCb34/sn8C9v9N4nICxwJc+b/tLz7eeqrMFmR900zrkjHWAP46yaBo79+m933/WQ2PD4I9LDmqvqKJzou1jg2dd2Z8946+rK3XN27KcRIUGSQ//o9zeAX/j63ESGOtql79/FSZmXdsfizOwJ405keDzJgBZptmevG3zph09D4ygjz57h4wPEdqK7CF4/CZy9nemb/GTjpuRXpRZPnTXiRqe11QYn3fPUQJed8uH3TevsVvD5gd34Tefgucd2T9n72l9nQzS+zRVz9yDf5t9WN/PnZTcjje6bWlnk8T0jN/OfW65br1luR6fmjPVGRJ+1RUAFl99FT225TgOA7v7NQ2ejWx/5g0QngT1SewQ3xAAbvsaPOOske2CsTnKnmsbYtdTNL2DdFJBDORrH9pG6C5QJ9BRejz0PNWWlbjQiZLeu5ILlmFP0gN2/PpZGyDsuR78dWxpvV/nlNturs4XpgvdaDkeSu0EpkOXQz8koHCEhq//nk0A+GCiSsiYZxJQ9GtqTf4UyNEa5OiLKE/sL3XhICiMPiQJncAmOC56iaAle9dyaq+R7693xqdXF7OswxJm7KD4hMLbO7lLq2ZXvDCXTrK+AsCTfA0exXIgKz2ODwfUj7uVFmTN2dSX/f+93EkRk4hj7AXdN7+xh7HlTDujF0+F4ExV9KXKQXfImY6L2o+jA7+/e13MFqP/I6NTBY9O/88vOUPy4SqwKP5/cbafa7gXd3Vw9jODbgz8HAUwMqfbWZv+hH9++0Ry1elCVgkYfu7Ms/E/7XMHmClou2Tzdw3+M4FtqIiCKuMv6rikjjHD710Rquvfgj59RkGD5/z4V5oXCc6e5zfYLpSyzfj4b9e4dT375AWA+G9ffDli9SufIb9ICGr5SJJ8bP16ZulPvfUNAINt6Nm02n8T3zXX37ppvh3lzjiLr3s+WWPhCLf/QgCYuB6BysUQScZdXUoA2N1cH58xRPuzhbL1xumKmAIl24EYDrOv8PEbWA4vTDLruP4dJ/X8lGgrnO6x45MonNWgAxqFCtg87xGzv63nix2e9QVHGfkADdhmGdxV8aKtDM9gvgDw//wfDBs7M9/sTwuOxwkRe7fz0gZ/VyUmI2mpACdw/MC8+BsYgpaAHgvcjiKZaHHK9jDpEFNUw1FOD7Xte0NAZO50ZVXGcgs5EShGt77HqbGgFpE4cJfWeCg5jUHKQeNMNtqAjtqQ7zNVQwD0sDkEtJ9hXwT5EsEbDNT3HUBizq8zYmbyuTBfMOcbe2eSEfh+2x8hYKh0gjG8JuN46u8G6o4DCWN+dBDjTgGhrb7EwNqWmsXkZKnIoFV1vQ23BO/aMMi8s0Jt+LAG1wHgpemtWAhMi44m47fPEkbYhiZj4P/XI7jYm85gOcD6JDG00+BxzhwC7m3LSf2tAHDPxTzyvTuAWpQqz3PVy0wewREHZLN12JcYCxvIJ+tczwToDx+UJOTfZSDj4BBYbAV0AZBes5/tejwH7+kEteycZm44vr8FBFnnrE3o4Z0r1xyl8QBnDurM2a0eRxlJWoN0LdizKBqEaJprejgGrh1irR1SP2vdfLHycAFvj1nZyKO0cYplNHZVIPMG5IsSyn6xFjI4b4VJNt2A6gXw63lve6Heeic8OqOVdpMDtlZEzi1EvgUIjW6b7LflJc9FASJr4VfOkuz3dxuWe+/jQJEZljXerOXQ87TG0F6aznJPBxbYZ+jxMnBPWzeyzJGV0Vet2P2+cSAY/zmnawxIMviXPgOAvSAS8qABkOxnEgXQH3qOgEwqHQESbLCq3eOAEr+d6XtlOL68LoP0+wxw02uHMTGDR2aTWfmDHy2PCRavgdsGGo68bbb4g+fnnwE3uugNAC8NdTuzPHFlU2RF/3RG+o+zVsrQ9xKN3cD+rBMfwEP2kjKAoW+9KgbuJFCVIdrAeRyIJFoEvJg2eN9HOKv5bgffYI1kDR0ycOBlG+BwXfZXGV5/AlsyhrXZulUQyQKvo+21mHkaeFdoeWSCxt4tiprczLMfn6HPmq/Yp1wTmdztjJAfyGyyG5HRgBo4zst3C5bf1LD2n4CJ/1aioBz4SqjbrM/I6h8BYMkBBY7034BwyGW9C7mt5wZUF2HdLfj+lFDSdjJJerF38SZy5nRoJfoce/Mgo/5S/3frd9ahgwhn37+xhlcnY9v0ug7Ekadzxpye1Yktm60aenaHk7HlJKfk6Gdf91gTbGvTsG2DdWRJ3oQe4Ju7em10aW1wB91e+XKdaadK4QGY/exhBew1fdb8pTWmnXvTUwe2tUZKZslYdZTDBCEkJ2dubYfSoeS3OWW/cXY3wNvvPvbbnMF+77kmJOMzz9gscxI9QyOipQQjHvvNpJP9UHIQgBjvR8bq92/VKlx3gSy2X2JzQb8kh+pz7EzT2tjrrOMGNcaRVVLxVFToWW9AzaMfv42xQEusN3ZH24G9vudvAmjl5Pv5yjD//h/BSO8HeqAe1Akitr/nqJS2XaH3s77WqxMoqKMBMte0SdYPfnLTvfbkt/WI/ZqKiaz/BkHPHCqAzVi2TWk6YP0MfInO5nkFpN0VIqPXbL9FzseW3MTdpZmxR8enzFmHqeATX7TvxzyOrpJPNBXHGtMmLd7+1O1XSDZthVp3+OqAV1pSR+a2vGfcfa4i9J1gMXOPPnD155NwgL2hhdwqz/hVyIGWhexDEgLCE5y9zvq88jk8AQK+ciB2Xnw1dAodFkxvpcydCPoaWCbEtSW6osL2wfjGpyX9LMcbkH3/TaUTe+zXjN3RfEqVDmtt+hy7jrU+fkhjpcMPqQ5StXzsOs5SJrHI9D+dr7I+d+WZ9KzuUwvm/55uGz0++LztLdtD32PvAPCeCa37F2+a9sbz0Ky/dPVgZBLPNa+sw1bpGZyXLJluCV1B9lsAGF3OHNJRIC0XNf8fRz09vsWZ+wDT7Lv3r3CYfv7Z4wGw6Szzf/MROmCCTdW6HFJliDkPeTuurMypYpVJcO5KpGXhu4K+fR3Pb2i7eRgsBvv5wmm0k1XZpWdsMlC1kBy6jF2wgVc1arz4xrws2/xG5cHNLCcmEEjFv8dafK0zWt/kLRLHGudg3CRaRgaNvTELgZzvALjG9yYQ7JzSgYWE0ti3rAm21W13NygfOz67Cj34ftnxriTcRAy3QB3G6cBg826eM50KGtCevY58i6XNOMBs2Wf8tbYtJzd0u+wdus/bNTYCB8HHp/U9fiR+2MjXI2Ok+MfP7k5ztsW9UbENNBbaF7OnnuubaD024gmCFp1wBFN4N+NuOtM7HYQZjBIcC76Sf6GVo+CkZVjTNHvTScLYi16n8mXhO+whjYnkH1f3VgUwdoX48y0gkInUQUR8Oj0PfXN1HHz8/saYCFCaF4qG9GdX6+od5o1vITphwus6avs/PkyzzzB+E6ax8Y5vIDpV2sjQPoFae4eyjw7c8LtNgt/nFuVKsBfdzCmiwio03iRiJBaCXRK+CVEwZcbUtml4e/UeGNh7RCj6u3nz7VDA+uLXQYvIt6zVJCRJR5Z/QAvkThxo+X+17B5fRfP4k/403U/BW4/ZPF1BW3jPWMF0kcCnQgdanxtz/hZr/PpX7+gdv9nFvLsxMHj1PfKNDnmMnYAoz+C4iF6X7HPPMH/Dyy8+RoEBdo/eJfysO4Vd8ZWnxtD07SPn8p7LB55/d2Jm02/0ynQwtr+SZzgp7A+V7vjFXQnOnGM3D65D55bCEfxsxyzFF0nuP/th/+fR3cS2NA/v56xl89XYVJ3Aeu8xfl3wm/a3PW4FgGkJIQIWM3em3QmwzWAEkHlDZ6LdQu/NEEMQa2JdddEK2YuizOxx0rqUnjM8mpz0zLdFxBFmEjpkx8zmd1Zat25IpRQAlwRx3iIhQgn6bwHnDiRI4ZGdTLtBPYM2Kj3/rNkYLhOswYGDaBdcXqDuNlqG0OfrENBWmr2Krx21ZHYpaP2N+dNm7JvGpX3vrED2FzDhEgSjvHufWrlw74J3tPBKJYaJXIpC62FQY4OB0IVbTx4wdZiiWg03YHyqe7USFfRrIJa1Z30FtCGQAKQ4c+M18jUmFFQHIMw8psU4QcdRnvW5g/xrfOKAwsxUJAAoxkCG0UfQ2wBAeeacaAzm02ZPwNsomfbH1RLSd1q5R/F3cPGfBYBTwZa2M5lvaNjB51H6J2iuzy/EeeYwWXLQheiGFs16VoP8GqMDeFbM4cl2Pn9zrtqxOjLpl0CG3p+MsnUauJ559W9ohnXu1lVtKK0hsAktAKUECrJ2UwlwDKysz9vOFwFteirHaCts05JTSqTlRipPxxEUeOu9Dp95Lt3CbwzkpjP+7n3GeHSigWyNuahBKF3fskTvJSO1s3Z7Pe1czvi7E0QHQRr8nymcX32GUPM/NMaFot8+v+2MbS5Al/BeKtayYDlr6zXKcZbb0L4CyJNhRotOOWqXXHf3i80C9noPiAg42dU379no0jeuoPee1pmlqsSUMVnMn2zhzVhrA/lyEE2f08ZIRozk8uvcTmA3CRxDux9ZIBtxkM5Zrw4GCiejpU/egd7oSmR9/jpzzvCV+6lEo6Ob1Z6XrOVUpWN00a4PgLb5vG0AjalpvZ3R0PLtCNGS+gQEZz2hMRLm2jgzoP4EgL3PMx/uPWdmjh50drHaCo7MtC4yvaw9sMHhPZMRWflri/7vZThPgB69Ns3T7WSdwLgSgNxTOKOmMqoDgHcyWGWZDnCT+7B/oNE4L/AygUf2Cr2c9qY4wVstiK15taiaAAx2kd5LoOh1Bv3drLPtsLGBjj7WmcmTin0H7rMQurc/Rw/5DFaM/tHJ1iHiLwP96KEjzvwHMoAOL14zB0jvqpMFGYYmvv1RJVHGRDJgjPXcm+tefu63kyhHFa2+a13qR8iG/y54W9A1wPenALDfpWXzUHCASPz6sv3HrmjZxbjRoYznnGk3curfP3tW9kR01dKe3nQnTOj1227R6z0VoRlf7JIOvvZ4ZDNeAIOeP9WjrGXsom+NVNH6yX3T8Pg1Amqxf6+A2wB5PKNlk+cz9qTud+ekkU8BBEe2l72YTh3S15ug0nsti0N0xXr2GXKAocoEx/7uDHHtnIJ1dn67xe4EQM4cJkiVdbh/sPmgz3aCc2WCz+ijk9x6WqH+2xeAnitN7zjGnPuNHsscsNv85F8CwC0/aCFsEOtfY9cfwKAAGfaIwF/bUciqrYCInvZ8DwA2lfrms59nq25wPjSsn5aPp0prnnn0g8Y7gDvy7rVf0FPwHAFrvYNEPkAor9nYkfu8HXvWdAIIYx+eoOFBb8e/G3nZVYsEKwFtQxNFL7KTirahvwYYuzKhbZpTHTIyOHbC+EADuOG//QAgFcT/6OqtbtHYLFNM7zqvMx0SOqjbSSSS1YB2mpVpf5IrmKXm4k4NM88kf67f8wKN2N4E6H1MhrGY6ADa9cdPCxaBHPtdPv8MADNWxoid1Umj7P1J4B1eF8jk943902eabhVZ9JPojeSlMEjeuMlDC6hpPzug68vLvmifV9+9wQaNSePfz3/Kh8xp2gp/8gbe2/MVM760vL/bZ7Me/v29SxLS8sP8M/MtvxQeb/7uIwAIyDh0PZNrWwh/DhqVftDcjOVhn7ctqa4NbGj9Jijk/XgqmO69yE2dIEfA5PCg/ZrwOzKJxIH4FJGDHQDeRIcd1J2QksQs77fxgTsBr6vA2v7tpHjPwzyyySJrX2wAmI49mTeBvNznIEzpE2RJxrWYDbPAtiQActtfm7zZAfCWsec5Y+dkAdL2FPzLayE+HxZO8szgZZ6D1ku+tvbjLgtufnnPUIxu2GAona86gbgTJF9fqysYJQNp4Y892sE4gmr6rV1e3UZQewPApj9XqSZgD+3fiUXpPhLbQ/u9VK95KeeW9rYaNwlH5tUJAP/mP7DPSYi8OQldCp2RwKgJae2aLulQgozTvZ2oEJmdFrbxl/M7AddNSnAAePwD49X2/+NjkGDTdJn5VeBcQc7vfo6E0NhDT+NXalzff2+1Kzp7dd5W4IFVNK7WAeDs32amgK/gf5EsCT7bPvViKAnY+Vk6nqUMhlxz8+LbEdHrXWveXcvQVcHWglW3j9j+ha7tbhJtA2R0mWcn9LDG5rfRj+yZ6avOCCWRBX+UQPyxIUeai3ZOAuF06+pEbdsJ33/b+nWTT9M5MvNkrR10nvHbB5j1ff1+yRO+U6KZfiKXktS29uUmmzL2HEs4xSWzF16biQPRBTH0riDdnvObtf0pzzW+q3Dk6YpAEg38C+9r3m3/0VWzA8DElMCvFsvY7paeT7egn4Ay+vscmfDNR+JDcjHyPjYidhS+mezy3wLAWlfefwLa9jun4rU6q2idsF1MX37fJvZ2Yg22adP78kPoAyyFPbD9PHsNbZsOBrv3Pjn57E44aHwsPu3i/bTwhra8T06eTscDQ2ueS0YxJ9Me31/P6gSm9mm8HtMB6nQ4mPVqekS/xobeYxa0l05sGF+mfRUC2eCRbv3/7Qs67/DPdDloXwX5x7qybhnvxvzuqno61CQxeCD68EbFXBrTaPl+cCG1gIawtRl6oQ397z9uYBMM3dTD9bI3m7kF7tV2TwQ6BvubjfzDMZdwE0jxvIsFOi3dvg9wcjTm34JBBhM07hk7iuQAXD74fYOQOMReEwvIVSh5F0p4W3E2WKa/CZiYGSYIcQTitw5pXzHVc9MKW9e+bQ9bMHtj59mXMTuCLgLtDq7pnn4v+4WwsYH0/Y8gSZg/q8XzTPQWHGHmbfNM9sKfzlTObskRIkOIs3lQrG9GyeUMjWBoI4aqIVfPHXA1yidGbqQCIBh7yDp0dYE+u6pwBfiW8GygnYw9A0TKvJmA7FtlFwB2HO7TunaDPfCTx1Nn6hwHjzP0xki5z3iJw9sJDuwn6yrbCgCILLY2QMjijJEXfsk6rFEGnel3twTNbkYRNMjV+5Pv2I0onOY3lJqFoZ41Bmc7EKaZAr49vnF0GINBTBkuZaBq79OyVGdyUL0ZYz8ao9OSNN89H+TQx8yPf4uPMTLbaYGnzvqN9O0zQfUMZEVn9Gp9UBy34QVIkHXL/Wm9bwUxa9JrxVr/rBpdp7AN5F2/BcfPuTCtzbwA2R+9f40CQOc8if39SQPlSGilx2F65XxeIzmq8zaHvoRdhyz9w3z5N+8CwMcwqRtiDNlRU8eIO4Ci53Ur6c7GzX7tuzuJRMujMzCpBnmrG2MsbADmzSAVvRE41RukcgLiB1DqRAcqQ8+RBxVQsn6ec/ygMQPRs8adTcgenUoLjU8OgY189E+ML37WSEhl3nEM5o8+/yfvjRNNAtG7PulSMJmho09tyBkZic66suNFE8eR3eD17XJHJmBsHWAB+W/BvmDUMXbqIS3HCE7hOCHHLnvCelDPHIB26GR1cQxd0+yARzg6+oyWVd3pgLXtIPSR75/+U8VH/yB3886cj4xDrqk7eFwEzPnvsLbX3VXa45wabI7jdILts0YXH+jZQbKsI53ANQAFjtRJgsCJ897GQTAQrsX7HtEOydtZRDSZM+93HrZQvgmQKPQCe+alAgS6NVjWbu1IwJR2Tn2F7JuZd45kUAAgLWzhoaxvnGl+coZf/sXaEgA+zkOlsf9W8dxqiaB2nrfv6Q4077n2ktO0Xiagyb26L/bbXd3F+AOqT1BR8kjnYAswNH3degeb7Q2s4CBJT1CBdBJ5LkG+gSOqxuxAjlBs26j1P49YO7aTh2hvPQ7qyF/P/1uXq6JlfIn2V5DZW+G1AdXY2lqLBHR1tpu2EoAgFc0BOl79ht+QQNEC+NgBRz8N3R3aU/KtAL8JTkNTrfM7gea1kyJXt9KrKzKwFUzPPktxAovstwPRSV4wKHadkT00Ljn2S+V+A8Pwi1uwTetyb0fJlXR1wh7LF5FbYwONnNXnG6CI3FG7ZtSVza6RaQ0uWY+P39LV7VwL/bd+h4f7edGTacvphC5X/gSMMu1IxtlWX/nhaaj6Y1o0rm22LWVbr+q9TX+MrZOwzhmd3rsFeQ8fl71sm3Va8+v7yOBNkLhY8vuHWojS9UPyrufCmtCBSBWNbX95fz5AhiAjFRDs9fqTjDS/ATUApPSZdFUqL2OPtG+IzMH/PNUCk/DTdgBVHRrDAdZL78un4rxI8QfXmQavBKKMFUDcYI7xCwLAkc8kmXSQH3/a95t2pMUSuMiayuuepNo511TX4B9dCcqi73Nm8spygiB6nu5lnAdMGl+sq2YDfiahzvJt9D6RwW2bSXv67WSk93TnqLOPs7Wid3VYUlta5nxk7ciz097Ui1DJ95ds8JcJbJVf5Rw02w9jo58AxszndmGXRw3EZkwkK1uXjz5o/tXz4Wv203b6RNhELxf2MmtvGhqZ0PoKfwD53RXPBL4IlpEEEX0yuNYkEsI9Wk9stew7/y8+/DliYcZivhx7RXSrZPD3x0ssn8Ay+g5utW0TWTvBHtoDf9dLHtL9jnHD/9gM7zvfJKv3CLDWd12hpudQyNAJBp1cCBC+VeDh09NxYybV9jMBSvCO8OgEimYtCSCs/l377EqSGhrKO+9kWmiN9YjcCi8euhGPzgK2P2G6m8r5+8iTO8H2BChFG2MP4C/gD3hsozv1zDdBQfLryC3pOHzL4ck8b9vd9xnfr8985O3Yk50s2npwdcbvQYuQeo4rW376jj54Wu/Dq6JLfkjIkJwL/UQ/k5BAolrz7tqwo5+NU8QmXl63srdfP6L97Ln9oupIsuNav5qiqIxzlZSSLDbZIO/D3wV7PBXYFdChsCKyYW2STaCuDp4nwExRzvr6jcW0L/YbnfdZk/Y3vnnDa/o349a+X/ZXt2itNT1y7fuDlse6MYFjybg98sd8OnK/A82mJfwyZMb3jD6yCR7fBLINLK8dqjEPflQ6KslfE+ScndPrOl6BPn6DYbo3ye2hA+ljZDoYo46FW6wWHK6C3aKHCfg57jE4qgO2FWNRhyPJtv/4jgRJFCSyRmPz55+917YVssi+9rFPIo/QU2/Bhd6H/DwJYlIz05nl2L8uqIj9Evx3ipq0vhNbaH0ZP3rlUMtMnmn6mn1Gtv0pQf61JzVXVZqqXe+FARZ+3+/U393h4ARftZ6zF+yf9dF3vSq9u1PCxtkGh/vu7YRqaN82yBO4b9uY9YKGbcUTAJ6Avr8z7c+50pPsEfyzu10ufZvXCXgWfyJP8sxJkBv/9zCauHOYsY/00TO1Dk1PNz4We4e5vAUZnVAQ+tCVwe8ldxtTFYmTDHUXXxW+M/zHGdzeV9vPwX1En9eRW8bU1FkRaggPbbJYEmZaLzSfHSxljuKK/lL8T5j34tPQE/ZfaEB0koTKfy19lpFMAo9iYdoX9g4bjQTFKoJClndByb/81//+chSP5os0TYtHAWe7MRjGLANAZWdQZcB3xodeFmcjDO8KwNHNer6IuTOkGIsnLOYaB4pF1e825DUujIIFevPOBtGaiHcrQ3ycJYlwZNO6yivCMQbEm8F2nHVdoPmaibJ4BKTaIR2TNN/TvsXAyxo3ZKDgXBgUMgPcLZe6sq8dgLNPENIE+QKUZGxen49QGrTURxgAvU78TZY8wCpZS3lenKXOoNPbFDjRj56LEcG+XXshI2GAfdoLiKmhIVoQ+kyStb9nLjHYpRByJk+ChD+qaKD1qSj2nttBHKNJASPdPePQ/ADiW/Be8cSZhOj5VBHSAqvOE0b5J7oWGu3KNT2GDDlnmBmsz0Sh7W6VMwT0v3QOhH5kbJ8Mu3GQaafS6xxhMcYw6/Fu9jfE90y/dywY7aaZoc9hgRnzPlT3SvEAukAvzXOsR/Mda5IARJSw9lbXBrBYw1kB4FQYxzjzup3EhZVLVMh4DA/Q2eN3S5yhizxrvMGaeC8fFT7Iig4Av21I4Ovs7TWNs2gEgF8FsyBEZqAflK+ubYXVAeDO/vqx3SwjzudUVwLURsHd2bh2hGbo8AOKiEDMOjLhKbK7u8WHnt1ByotWh89bft7viqOtn6PI4RkHf6fVhkCaoQcDfW65dgc//xQANg1Kps+aBGRbMAXn9FQ4eE+zoOgK0ZHieaGn/M/BgamwbweRs3CyDiQqxKvR3nMmk/d9Am4Y/lmKDeS8VWqsbev2Xts1lMuBtAO6445DOmDcxz8+s+f7rOXPcUC/9Tef2tnJ2y17PiAPGet1gqeevxnv4b35PoYSa5yroD39/Z4hjK3xzp9/+36cRukEiZvSRV3Zc54RdT8gzspTgO2uXCApjIpm1l/3Sz+28wjYE8B1x9UJFABYGktX2TQvcG8t7QJNQ4Oac1f8pQNDvmxdTVLVed+cOaIl877O2qFXTEffYxSEs97rzO8Z0G8JVwKfCPrYPqmjC7ojS8tp089jRy49xaYAGOu1IDGNhAg/R4OeNrm/BQi6uqY7kXgd/0oCksBW3tNy+QqesF7It6G/1ofwhfnEtnIErgMKyLyxX7EPVxuu7ntpfO9NYIg5qVUdcui3AHBf2wkrkY0aF5MRuhhm511UYohWXqBK172Jl28gCv5kfQ6QcHh2wI3hWWiP+5r+AG+wDUT/V7Lp0FzW+ZNvX8np2l9JzDpHl8y1ASPWLgG8aDnCfqITjo0ym0b3JarR3+qLXk+qxXgm310diiSXS67l2qWL/5+xM1FwJDmOrEbkNP//Y1cS5+Bsmpm/cMsAmhKGzaoCEplx+GF+xgvPDgYJhpX8o0L7qcC6OuY0Hbfh2ePDrkA+Nt/l2Iul1HY66B5JMsq5wKIrzthUu7s7UUw02Y52ffdniXfB+ms4tLN6Zf/aeCRTYSdZLpyzYjH6ZUtJvsx52V5kKY84tniBucFultPzUGzctitvm7bxxspsVlrfAAAgAElEQVTlraJoHtcZWnK44KjQEQVeJ+P+BHtum9+4QtX05VA4Y3+up/MI73XCj+SeXgSAbwcyeMe4Afts5Bg06e4Xz2a3Q+wkhdi+2JaXfEc/2z9g0T0D7CQKrj+BNVfhghnXeYN+3Y5H70oV32doshPBe+1Nv+4sVnuvOT9VWh0k1v6gk8Lvz9mAz75JrqlSdwmHJIhJDjEO34/h4ZfdVfrYdrZw5tA9OrXHjKwnoQlcT4IuNme3vCcYf3SJqjQe/kQv0PmgKzw0lu4cYnkxiRqdbJekwie4M3hbgTk7+gZ3JqkmSWs/s29P4s0sVvtoHDAfPcFZjfa32F+QxSVJoX0hnay0cjaJMzc+hL236jn2tOfsdajgYG1ebIl1AHcrbSfID42fFra+X+yyPqNQz6HlX54pHP49CNy0cPv8zGPPd1OpKtmxvBP9GEzi+5vuQ/vQ6JGr2b7zwhZEHuoD/DUdEMb21XzPWb0cceDvJMmw/RnxMyZYx6vxRd4fX5MHH0zVrcP1vdZd2ZPF+He18EkMBAKJT8c+wQ5gri/+LfsB2oAXem08D5IeHhnttR8/Tp+xzXyZO0dDnQ5kr/0MH2WuY0s9P+XHODqpN03XYcONQ9zyZY4oa7sHnEGCEL5f1vXw1arj3St39UBP5e0Pv9fzXvzAuUE74O/1dbBba3WchhRATCWxHfhFnNqT53qPcdT0bW+sDiUAvG3ZTQvG1UlWo/qLuYN3cs9QjuS/Pzf22fbs93qDz79VjvcZrqx/zeokOImuuqPVt6NPTItat2t/0OUb8K7ISD9M+zPRGe5h/Xr80JuA3li/1zUFP7FFSca7/Rke44y1k59/mcCt9lxbKxrl6KrWmZbF1jOx+xJEzaS709zuXbAQNjd001jaa8e6jbwGN+DbkX4Dx91HgCx+0k1I3tuNcBL280nww/ofwMIur3ku8JnUz6sT+1hfJ5s9DqkTfJu9Fm0QAL7tFN3rdCTxuoZpTE/PPx2J4fUY/At+Az8TALY9IZ1VTNc+aa+9AuxOjrvshLGx9H35R4DzBKmPvqn7txwPjyXm9NvvTwD4Wey/z1mw0LyTfCeA1n687g53n4mL7At+yF7lmLbVQy0DtUbuQis758JzsBH8F93zlnNco/dvP1izYWTf8Np0OaPAJJun+E9sF8aReM0GGMEErJ1+UvCh65DN0EL8JhNYHrzcccHcJ239z1xLj3Cf6OR0bfF6ugBv9NRUTiOPvsVj2M/+LH7LqcCvMZD4L5pu/2rPHdxGsD3z2KRM6Izxd2FW27vEHygORQbhM8N/JBo//pjrTOpOpvjme0c/CFPd/sFXAPiP3//66wCIOUOECqNlpigDT1A083xwAmQGWwF9NwgDAIVgJiD6XG/B5XZrua8/l3KYbPQ47AT63xmPLCxIkoyXUzWjDRkqRijpO7RtgthezuZpu3AEY7VWO9Sp8VlpBmjr1c7Rb4DtGNi6tiL9vVkhoHmKFdF3JzKMqbW/A8BtINztBwEt7Es7GM76aD+8J2+H4c8YiioTWqRKAHTbquzRKkALoAOK4yzWvz57Jd+ZlkvPtW4HM+cJEKDnfIp2Ar9AG8toQTJZfp7bGPij1JcOu0p09/ZVRewNQkh/Gt5NH56DAfkqUH99KpllkHAIfL43wadp8YmQPwBJoKfQ1zogl49477QW/D8EgKNUAlbbGZaxrkBuhznOZQnOrkbq4OpAATtBb2Che9sJ4cwXc20qyQ6tfFYedTVeAFIqQEhgOGvTZ03Net2tyhDcLSd679r4g2eg49vRc+9Jy4M7k+muhtQ91/CvyqwCiT2uDmh1Fm5auFOJ8gZSKKF2EDR/NUDqPWdet/x8yUoF8y7n1s0D3msFzgXURl4SSNH7rjqQ0T7nW9DOHOdEK1zu/e9k0QL4rANdBPaMjD3P5U7oyfwjn2jnsxWKKzckE3AI4Ww5AWwSRb7wKyC3ExIwHsLvknUxoMhY07pYD+q+NiQ30xoHQCfASGekgkhValkx6+dnIcme7wrfe78+ndTDiwO0AGAlirJeE9QTEFEAOHPYBBavrbPZI1fakSaHfmfUOR9mQGrTJHvpe4/+PQ5HJxO9W8UryAqovs9YZt4YjEi6tzGYdcNg8Vo+/4GH7sSoGxzeZ6Eh4+xwVCWhA4PvwIC2GL3QvIbeuaufoCk6ODQmaQezxt4B6J/xkvbBgUsD9tU5bdAc52wlM537zUKi819Gvuc6mmEMmM7MvM860z2DDSqpb9paNd1+qwI++tPdVcBoSoYJbXk9ximIY4eMUo19HUzK7gwPWQdNQti9fsbDg1+PYaDgytBxtwSyXFKAyC2ycicNUQZNHPKLwZrPwlOpWEsiDmdB5edWMMQUP90BrsBTeDHPPQaQ6WPahmqOz+d9xIXGtVhrsU9WMoZ5J32RCUSiwGY+JxDlv0U/SqiTI9wYcarjnp99pvmdJNY47y2H4iC5ZUMb7R4twY9xWkT/7Jx+c9XabMxsNLx+ugB18oqSMDm70EFBqj2mqs+8tDj4tMDyvocn7moK21Pek9BuB39vHgoBvY8FgT4/K7gZ0xr4t8znu16rwe4n8/i5uM9ku+nz/d2t/iBxyUO1DihbZ74ELyThI1jZgW23KyWBIPJJ9/vHP8ZRa32Rm2g8CRBnbWPrbRVir11jnNu5dTsodL9Ud6abROyYVALDh7lf9IUNbR1xc9bw02HTZ2x9w/YdkA6fZl53BxnWFHlyOx87cVH6gxbp7Wg8zx/6jeNZR2Yk8N7rq+cRAL6xGPoj43yfgebEble1T1Bo7vvvEu2YG3tL4KbbwHFN0yL0deRrOZ48trFxb/z7rlba9oj6Dlgsv++6gH9ewWfvexyv3wJxtgXK4UXLTtGP7k3ltvagW+QaH0znKe77DQ/fuBmZyXybnob9Qs+nKuedDBk5UBVjz+/Wu6UP7zOzsX/k6jHtWjzriILgQ71OEvRlt7XdkU5m8f1ItqZoIDSkeZI4ee8L66LkQgIUt+yE7pf/sKe3IsN44BDX+wgk84Kqairu8Y0/v+mkDhq0uqEDQGh+7blbRrQd0a3BTd/Dv8sbkT84yLG9uzrnbEr9gtN59c84XAfn+czoSpBK4tc69Ok4EEG4vh+Pa3Qodq0d0eMb8l46IMHZkdHJsc2TDOD26YNTNzE5R7lxFBuftyzNniWATJAaWsy4/vcqt3XrZ7GQJ/BV71vTMr6FYMTxnwjTugL1LWfBAJ2M1vTbARS2TAHWVwD4GSiBq7yfrj0cCSG5gD8F/RWaCf63/eQOkNFp0FPvn+nKQdrwSVcQa51yr917qt1DjyEKzZ3Oi9z7m+1P0tI3X1USIgHUsQdF76fr19CsOyNZHFG8k9UjGd0JzEWb+ezdaSsLke/dgVFjebeWbt6NHdLFNf6u7v340eAb1j4J1mGGFMqsPP5mo97ypzudMcaPPbPsnC4Ug19JoMjM9jVmyes99rT3BBvk+DqmUu3ucKAbveIDY9d1VyRfI9vPFYoT9dF6jDL748/fE8ycUYFVSVARrSMXGuspT8DHCk6LXtazZWgSVEMfdBAEt7IIeh4dNbRH+Ci/4enWjZ2sCs1RoQ7/vGz/1z6UgJz30TcExn7/PcHEtt9NA4NPG9vl/dUznaxnvTaKSfjk37UAxo4JrW1hQgeUU8C0kyFp9fajcEUKM56/7BOPjNB+9n7fR350kk3LHHxg5gFJW/te1mbfSuxfXgl3SsQI7qjA7aUfJGNOp80Z/L1/Gte3uBRz7QQl/A0/pYGJobyOS9S8JHeesapArXUJ9Ihd1H5AydG33n0SDp/AvfdtlJz9EhUApujvRe9DlknoTHIjc06XuMReSH65dQX8feQHCXmDu+IzTEJe+9XfMkp4fUCGZO0wRONADfMEQCc+E9907PC2t0kq7ADwed7MV/TpTqM1vrd/Aty1rfHDh6Lj7ogqObNdB+AT4j8v+0x6hYr8eljbVc1D2d91AsGr7JF8H8DbX57N/uv3bxm8s67eOGfuYGDHSYcgsdLTf6PwyXhsAYGQwHgQcenVBEX7JdpRacGU+cmz4ixPoG6zNuNYI4hgcTFfaPDcZxPoGow+/U7Wq51U+jfiBiDTbVi+ZcRA2LfztTNucUwQZCUrA8cBgikC8O282HYwqaxtcJXsgGQyfsuoaGahcvmzJeo4mwxedv1QKN3CwmsnBhCB0TLOzp04+NnDOE8TjciejRh2C7XQCsC5wTKZKAHL27qAim/ef7c0LFBpYaEKog0AnwybAVcY4gLgyVAaWp41xDH3reWCny/r1sJtEhhQAPOTALAcFicbdvhFYL0rUdqg81qZz9ax1/vnFRzjmzVrkKU1xXHu732pAHbQV/RlBBtauoMs8Kozs2WIO1kD8LYt2nzd/J/AVYKdMtaVUYXzLo7fVB1sZl2Ds1dQ7rmfjDQ9W/RDdtvt4NOTt1JpAvls5Mwdx22vYQNQ3sdRj2H8AtbPNAQ4TnuuUer73SiQVgAE9ZgjwQovlQDktHPDiN4M5+HvyeoLPQRceUr1EDLL7sSSGBU7Y5QKVR+usjiVvbmOTOafyS+UOvTX800mayf2ZN8BuYwbxUwLd2RY5rhBNwfIcAA84wxoQ15oHexROlUqGKHM6XbE0OpPzyFxIWP6dEZgOHYQj/s1SIdnjyzwvu4exQmYseMwlsLF6UnwgblTKY0B1bItbWAWSL5agFkvr8ywzFW7D52VoTE13Rw7eY2J0zJwDDEb/9I/I3cJ4Ej2dmUHoHPbpt1ncG7bOcuXyXBsUJrWfgI/kS96ZQ9Dk8gkaFlvO9NRY5Rzn0QSy68B6o98ofuCnvktAIz8S9VJqhWigzfL9t2yaPkbfBOat5UyWGMdJVSUtkPE05NefW4Q6s3rBOSsT+MsbR6/MwvDVxMQGBzgdRMeGvCs9WznUdZxM0T7uTMM73kHgHk/14b2eHXW4fu6dYp8PZPRgZQBxqPfvO4D8M2POFfQx4PHTJflGQq22KrEzozNeuwa6W8Nf2VbvtuZ/RZf80zrUI2rZegkUtxt8NYR+R77wW8VuG4nRwcoVHFrx888kOzhpoPojBzLIuJ5EjadSLWdQ/b7Pp9V7XVcYTl0NvKzA8Ay2PS6O6SQuMPc0sKt8cgcbyIeVYLmaVUW7HGqSZ6532fOxzETo77PZafVFfhb49qEkrdcTeuw2B844TD0W2+37QF+hr66q4rW0xm/1ar4yKFqgQUGRp+qZWbmmwAK/H630MU2bV4Bs0HzXAM+N80+jmLzn/dukxhftka14WydkTnlhTx94a31q+WacS5w/VasrbOdgFT0bfRwWvuvXm3+zZ7UrM3Lk/xZCWQEc9IdIQl+PrNIpC55af1GMogys3EG7fOFLf75z6lAncCRntxtlTvTPOuaIJIDeMXsLes8twkAdyXLSeB7CDnru4Z+zsTMumM/gF/0Pok+Hax5dUYYRxOOPRKCCeKGNmLvnGqEWWbRILJPvyuBGgc0YzoOodETfp8Mfu2P8MOcMcleax9N38+1dowOfbX++lkF8OtM+moxngDe0GjZro1ddf/GI/YHuJvEtIAf/dv2afD9trA3rV5nwempTlyRvh0eYX3CA5vEIPn3579SlasKb9PVT+4Ptete7TjV9WAl62ew4jhYwX3Mq5NnvddOjggvIqe+OZzNlRr78GXO6Muolia/+086QZBn6XmhYa/YSSjsVtNH9prZt/OF8XLp4a7SxcGfIwOC/8Iv25aQxIY9bipj0LUUHpwxD7Z6BX9HnsDD5hvr9SMZB0eudxoHG/vY9lmvD05ydHR3akNXZ80XRLDHN65lbziH8nYA42/q8bfvbc+Xj+8Kp2QfPcI9b3+Gad3ydTsCNKYRj3p8A2DtHx4sq5/YbSQiImP1/vsYg8+Wk+wvxync+vPmQ8lfbPezP/NLJ7i89OOMHTlJVxl8TPq61r3XmC1zsEj/lW6guxTPbz9WB2DvymBdL741bTwOIMmSHGEW+vCYZdMUDrwxPOutqtg+LgkZDR20w1y7h9w5icSjX7a6Pfo0GDv80TJ4faKfyerglq66DE3FP4tvk0T1zKH8X9U5xVhoMB0VbUfGSYR7jcbP51WrM5QBOTMPjuawr1XPtE0beqWAAPyJvUgABf1xOh4ocaVxTBGfHtt6g3NQc9zCYgv8Z8tv0wXtdAgMBk2rYXhu1xu+5tHoCc3ztd8zToJr4OFg1CSImiaO/tojhLZDyE52nxs6xReXQi1VNs59hdOE7+ZvkjfByuBcaP0UVHwJAINFVZnZHRmWL9duIXl1E/e2YlR8cp7vBPXoborMbIc8Ry/6vep0x7GMfcSkruH5waLBe/gNXzGMwh/53mJ39q/b77a8alkj+nbyjP+vMMNzP/xP8JPuKzpGtzSe9DOnm5V+TSdLgj+bfEuHn7f9l7PXm87FF+ADfDfMQZ91glqw/f8eANaanhiPeTU0GNGLr1pYIXtIZw9svFc144V3wFokxba9y3svX9HzaMn+0HNsr04kQtR0jIZ9JZDJ33RiJD6z14ELgj24Dps+Z3KjG6TXN9HalavzYm4kbUYer87WHcBP29GmEvDmPnfS55HRPm/ehlj55N8J8cg/sADzse3GWEanRIZXB4BZ241vLT7TfaGDj84q7uw6OmHObI8PKPtF0r5sdM2/OwaQeBZ/Ep0V517a8/ErdgJmJ+ybIuUvE25QksL4LxkPe9Bd38yCXo8sOL5krQ/xTdYx+HE6rFi/LA2C1RLwlr6cgqfyryI/021oExgYg/fnYSz8uX6/W0BjMALQUPJxCjCYNT6lpGNIL5AmgOsKhRFYYdxpm/BsbhNyV35BfCf4WK0ObsLfhc1C2Ph9Fmaz1jZw0FU0h4PqlxggceQs870Zlbk0QMpmJRiIA6cJWo9YR/x3wzDtBzbLhSzxo4BtcOv/JhtyMpFXwTcw2knhFG6j4lUBM5d2EGUDjOVIfcZmg3ZA2GeL71F0EwDeDKfsv9d2lGzWMHSEgFgD+B3E3lbSIdoGiDFC98xn7vWiiWKQzjjqLEMyfVg1MpTCkMkEejubO4BL25gNCCO4cJgkk3kzWPqMPRwaTU8NkBlLr1MYeDM7zriHVLPWqb4kw7yzITlT2PeU4TwGeI8BIWQAX5XrCDccWoBJGTIY5QISJ5A6wcs+A49AvjL5AIxSgDgI2mGE0jrJHQ4YRWGucyIZnx9O3oeo+f6RGzICBKns+RmHo1HGuw3H29AQA0+l9HPpfaZgA8UAsjgm9ewG7p1lp/dpMfJyBI4DpAPiNyDDCO1uCn3I+x0gYl+RbxtAixJhP5DP5p8xerVODiaK70ULo8jDY1lVqhZY46bNzv5qfdLfbwfPbejobznDbLhIMaqdioD383BaspPAAYiPcb8JJpa/MgZkOCvwU4C2s2pTUR15pd+tf+ygixPNoNAG5BpdHUiHR7NeA2AneK0/AQg3v7K/HZzGcNZzcYKepIHnBqmGiPMGZ6SfOWescK9vZ2kc7fAKHsTxayeAQPtUbxOghbfckuv5j2qVP/747dUaNS3tIzcJat/ZvXp+Vxlyphw44p3sMAk2oz/03bR6+5f5x/d+9rMDwA3AjmFWsjHJHKPjq4JO9HSDN/axKwA7wYkKQHBBxhFHhQzYnIGZJBZo7U6AQP/ctO99us5ICi3HOd2yrVuT+ygL8aUrwjNxAVWfbVZqw0BR93PyxTj4fe06ve5gCLIBhwYGHvSKkxQH6TGg5p44mr4FPFZODZZ8Lmb/AM6sUf+0oTa6jOu5P/PvALDmcByGWidnPE9w/lmHOyELmY7O0/fXifA28NtpDR6my0HWboyzM9kETbdSaB1AfUTBka3Sk48/qqtVqZRq3PEtCaAhw+n8MY4B5Gl0xB4v8hHAretDV6oSMVWOgy661Os+8iU0S6JE1lkfow+/tZzWd0zfMgIdZdXDQvtU5PVxAYdvywbBcELet/5Bj5AA5+dVUNL63w7Z7Shxzp8cp7jpYIJi+IiP0Se8rLOhi792Dz/thNBUnqcAp+So5Afy7RXcnRuBsV8OpqrK8rqLx0ced0vNJOuGz8Pj48Cbezff0wXGAbNxfmVPg6GOwW29mGsiU5JhfWP8VwXAM08qVfPoBIBdMTNBah+Jc+6zHWBOosEzdsk8tfAmgeY4wh48RbLnRyv3cdQ1b4WmM2av7wkc5giYleGj34eP7wqobvfpWY3tot/Bt+kokaSwO4FFOlY4s9dAe6akSoJnGes6cLPfIwtnf8zXr4D0Omm7exWV3pq3bR2dCz+2nHX5dYa15yQWn7WKzTHOrKvTFU4L4UT0BLoLXNm8gWi0CDH/772xR6JHLHXMNxovLeUT5EkC0NoPbxsc2aAApdO9n5vF0bXrl/VMMjHJ6pK1+DYiY8fRLx57JUmluwAvz9OyxLsW56L5J8ll6HTrNaFO00a+HYfrudVx8rY8Xx5/j8NPG+HUCTeHvk2b7yOSxL8+Rkdt90y3tSbV0v/YgNYZJKBF/vs19hXBsO62kPWYgO/wLzgW7NpBDGQI8rUrlJIonCo7XuGp/NUB11nyoZ3IR+g2mCIdNYLz43i9K0PjwBTdpONOaCw6LTQZfPuq4Jb9MAlXRy9VAp/GeTuU3wlhmUtwa/YM+ujveg5UuJUci6whGTVympcrpS+9qc9wSn/TPfvt/Y2uRuhZEmtEp5J5mn+6xG1CL9/WvgQvrx1yP7f1N34+zQnMCT/g3+DenTBPoPuc3Rkx7heyKMHL8KFe2L+sd9thnRwJjaJXY6dzFFp0APiqnfGNuQ6OfuaF/ukAH7zZRTFv/RlcdboiGTPlHxW/4LN//SX9lopr8QgY23s/9PHyk82529/oUt9p/4DmYQf08/PHrzk6Y/H9ygvW/lQxyXaSna8kRlf7fx5BqEGvXZM7aF/vij3bsx1gnwkmwezdnr8DzujXUyTisUfPvl7VgnzpJWdS2tZ/LvYRU8PnrKl4obGbW9hKN5rnCLaF9tpnqr87cbxb+mOz5Ii0TfYlsdLfFT6biloq5l6+mhGfSojwa7B+CqcynsNjBJAnQUK8QsWZg0lzNi7J0HfB0Umg0Rm44zu37JwlbuzdwTeN4eA8d60IhsJ+Cn7ccYYnpWdTaY6e7MKRLtLS98UfsQ/XjyM9QGc1d+KoTqasfcsfT+N5mPgf+2/1eXwjW5C29l/WIsvfCengL82HM8rxJ3Uymr/30NudwI5OTnHI4pJDz89e408Tze367LXYGaFL3Sj4E3/knbDCEZ/xl4zPdWi4u41y5CVJbySERp+CjeSP0yOn0Gfwk56vxIXYhu8YSPu8KYpCvsJLojONpQPqr84lwzf9+ev846sDE2vbumBIIT5IzWE2+O7+5HV9Eg31Qk8ap9nPlUROrQm+B57xj+dsZ/Bltxteuyxr85a/W+VNQsCxx+0f4zikqeKdpLsjdyeZpOW613TG14nymf/KbNsT5WMA77HXb1z5Lnj0vR7+RD9YLut+2Cf2f46sGrmA77IDtN2Z5cxBtDZxARK0xPfYx3629y8BYMvQKfJpW0jX3cFf7+lDp52gToCWbiQr/4LHdl3Cpe2rtr0QYjr+FPCn8gOCcyL3/j6FF0oiDTZJYlEXx/zyP/89B7RKgDgDOIyXc6CkVBAcgOxkm8DkJt65BUZZjJkwLAwk4iXyLKNzcScOzXcvdJi6+64f+VXGWjN2lmsW7Zuw6wvqdyv+yezZt6linLa1XsAEe6Xo//kA/WRap5JpA1pvwHMcBM+GdIYMYCCEVwJ1wEYzDk41b57ATVVAhMlWkTD+G5R2JgXOYEBeDJto4BhYCWzDmAlQvyvLQphRWv45zAHAQcmZPghKWpAlK+rep9d4S0/djuvNNtlqp2NUa0yz786QGAOz52uwNeuXANTeR++zvqyF6OIGoxY0B2C+s0jbqAyAj0Jnn1Cw+rsrCwBAJBJ82y/fA4w2S9hA/TzDIG3pFWCU1g6BdATKdh/ym8bRiu5bJZoFoR2COeOAl8AfwsVG/rTSYH/UakKvPoOAADD38DrolsazS5M4a3D04zi7AarucwfG9N7LwHcl+nX2ghXYp4HCGDQmWsPAbwIgZteIyWe+Txb7OOvyzC+AS9fZKF7PzuHvcchALzoT7NxnFFw7+vLhBDcfWpOh3U5ZK4bKrOVeUTgohdDUZnRH8etlYDBG5Nnk+oUWhSg9vtdBs7OvmyOUYY+86Pv2fuueqqhquYLT3WcyPl8kAKx7ELBusINiFR12G8t9fgL27fBgPG5lLkf+GNC6P1V3ugZDoMePw5UzUHhOrs+VZ08E8B5nm+inDYWWd/7C87mAqZw1GEQ4RJo+Dp36GTFcvYcvI2lG+5MAMHSQFtQthDOOtOfMeSGrd6mAWpkeGiXQsABUTycAHGdzdFn2b9Zn6JV11fpj3KoNYAIMchLUOXm+QcbbDvWb/TjrE35DZ1NxiJGYfcr9uAf0egDsdcZpMpalP6ZF4ENX0C/z40w26I1K6H4efCkn4+2gZXzp4LBZhb7/86FoXHhDdNV6sFswNnZwtfcYhjhG8ox1jnpsEyxq+nP1qjeNQNDDq69OEetp7KzH5qEOREQXTyDB6ziZsHUGEDSBodpZ6FSucQ3BKAwk3s984ti+jbXbAc2+6R7tGNM+Nu7slrUnAP58CTkVQoouO4biBOjuVo65SB+GMc4+uiNO9Ax00EYYrclunRPdnyQtuvXwDM9BgWWfpca+JzDyLQDMGtrxQgXsYDrjKM6TG+zFXrcWbPmWhIzF1y9c+Iy5jzsxffvMJ/EVXT92Xb+duZq9zqhfss0LuHqunZChl60gta3zPE7vc1Y260CAVH87cUhO+mfc4nvwS1dSaR1IQMHJpP0ksMTZn38+CXKdCZ4JZA/1chKI+GMGYp4erHTTl+SI9x67Yn6C7znKpZ1h3IOjRfzMZ02o9IffhykAACAASURBVLzxijF98X7Wu4Jdz9+hhem8oPV8PqeTSeg8ARgSTHxMwPNQ2ZHhVWv8JECivwggjYM6NAxfo1CeivIHL3TQ7GDTwUDGK+X4xi4I3kgL2284Cjogs93rYLuJTyI3micjb0NPnViGraU5/+MfkaWmq7FLTxX2CbIH83QgYp+a4MVxFF4OfGFUzlgkMaUTD+EZWjjftqTDogryFx81/tBznTw6gdDw+NKrZZgw59AsgZflK+GWnB1PMnhoJA67d0JL9I/W3U7z5z8c70eXXvrMzykMRAC49+nmJ2hLNKEAKa8jw8rf0ePjOvRq75GHoSDZ1dlj6SNnOd+BlzsA/IHX6iEkFPRzXekwNqns+qXjBIDPuWt2clbEsO9rm6H9DuHv4z84tv77fDnWgfWVvZgWg0/geXT+kWFDH177kScngMIZ1xUA1rp1ABhHWHDUJmJLcMop1okqyB+6cBybZgILlp9uTUmlWeFdy5xgTz0TXgXr4+g+dtUVAG68dRcU4MHdSrVsQnQ/foXoBcmMVMAoUEHSrHCkgtVKRtxE+nT6eWOgHt92CNLiR5YTmMjzMw7wuYP86FqthytQsiYdAN6xr25uWxieRSbjeL355vytdZc6Lx/W8tzn/CIfJtg2zuzIo732W2ca3ZMAFHPI/LP2vBf5HwcGMv3buq0zP47uv+vcxPZLTeJcrzOdYOB/2X9JVMnCfyvw0Ppl3AlwZcwJ4jhAO4mJN34y0JxX81SvLXM+gbBTBPIE9B++IYH77cC+bAvj02nPKv5V0YWLJhIAruU9tvNNCxqf7JG12ZLM3PuU32knv3e47c6fdXjofc5ZsRuQ0t1WZg4GIUFI/oVnLsi5PuYwflN1NtDerHwK/tzOIsxLOp2jqhpjdGWd+edONvXcJ6nnckn1+h4+VAD44QfhptALfmHJwKUz07fpq1qOaj+Lv/B/IhvwG3ZlK5itZVrrevTh4T+Pb+Vf1kexi5UpLYs8h9mP43+97PcEkIOnNGY6oaXTkZLvgqEbF7TdoODwsUfFaQoA1xm7GgM2Kf697kLz1k+R329a+ZsrmV/yoLqR6P4UntwVjqwfeoY5RD8+eHP2+fD280vbXt6L8Zf6K4NfsUOPbTE6woms83IS3/iu9FYXksgPbLz74x+vxCS+GxtTBU3+5ktG6+9ff0X/jV31kwBrd5D0Orng4e2XQo+1Xw8a5NqTIGFhMrhzdLl9csf2MDevkBkeYu30QXcICo8Fk8EDSf5LfAK7WJ+RwKz3aFW8vpg80nhYAUL5bS7fBXuGzXb2fGze022tWghzz56QA+iSXdb7kV3CcWAM/APcD9qE/7DnqWRt/YOt3v4NEjSFJcxXDgAvj+yRpDkCoOUa+9K+QXDGmf/ITfslJ2Cra8AWsT+jQ/xzfGIky7QvivVH/1Nhz7Oit/EHSWgFf0BTOav8jcsvsX3m13rgToSmk5SKBjLm6oA3g3EAGIFAdllnJvemMyEPsAxmsuVXMCSg2BmUHqgnOhmPH5GrRPA7WzULXoxq4B7mI9Nc1xhoXGC4jbmew7ffLWwne5jMgv0+oGkCJs9z5BjB4YYjEIJizjynK8UQKAqe2+h5mChGyGSg1m62UtS94lyeFmPP31o+DHx9biUtgh2nBc8XUGmBZ8YIPj3KRMASAv9wJE1GJPMiKYBMAwkAHIiigw4An6qgqSpDuH3LMH05GUbBaJzwAeSi8UtxYBjDSCcz2KBeRJPATjMSwqcDr1onMjvVvsVjHCDeAgZHebeF9RoLqOtxw699dhtM5xHN3nYFF9tNtpxv96zhu83H87cyna7XzT79MQH9O4MOg70zpBCUUQy5C1kycRKwjiMAK6CI4+EIOtHCtFM81c4nkJTKDj27s4DCExNUGsDfitIDsiEZZxCA+YCPGfNHa2Ipvufemksq4sQ7AXBkyraCibG6AWD4gQBH5FdZReLJZ9NHjg8PT9vsaQPkoSOXrgCoeWXaQbN++kkGpeiJCpjwd559+KTonDbTH5n0sStO5Ym+3wou45s9t5NYDs9NTLiTL/L8XN+ynjMlNuM/5xN/BDP1fT1CY6LFmPityLtliB2vsy/HIHr+joKc/Xru06AydKHF3vt6D/K/82onp97szEzNp4OyVI5KP7bTkpsdp8V0N7ABBmAwMEolR2dg6TtOoDjAYqvnW9YZWE0lTOtTPdtrQtVFz80AkEDt6FvzIVbxtvfEaYAxB1915c/igwkqj1M7yzwE4YST7G+Dr5bhVBzAEzhqb1rp7hbQ2mmN8rzRFR9n2hMQbWDd49A63gFg9FEng7zGXvzR8uHsu5m/WzSlgq35yr/j2Jn29vC7L7yAth3er/Yu74SyOwDdeAOs0cYEQDtjet/LBthDWySxIUPBf9GFY2RNsAFH36u95xgc3N+VzgqqjB7vKmWqVnuNTtt1upy448i70uVb4PBgLukQPQ+ndtleKubbc71XHq8gWMHchlMHDukEAp06icFybCvQqZrrQGCfLdayYqvlw5ura3RVgk5LFxsIdkfvwcPIX/BRV8uVKFgHZQU8+FxrBh7hfjY8JwEE7NQ0RrXHBme2ZZXGjgPKuqzO5HnJhZLFJB5tZeBmDN+BDckqAsDf8M/KnzhrjmOx+O8YuGK9wd3ok4N/xkYx7yipbc7MoVXni+4myJWkDP1vxw/O1XpTgZEEwXYOrH1xHJ8yRkcpIgsIWlpkCMMI206HpA4Aw+fssfi7zwQioEYQ610FsZRDJQS6WWvTAWDG1TIcp7bHOLgv9BBHZzsDtVx3B56DeyuAYT6w3Rj9FV2++iuOgApwH4CyfN2JODjh6CwTzJVOI8ujwYE5juTPJyD7OKgK93o/R9ZkP4Jnjg0yY+xM7rcT/N15ofcMG3jxSbBD65XYJVtZ0bZnaC1yHp3FmVWHpoy/lEgRnCY+uxMKdB9a1LMudlBJBA1RYG+SAP224ZKQ9A1DEmBvOXUcb5YNo3OeifY9CXB1peHtYGq7/40rN/CAk/fuCBO61QSX/5YmMhY55bJWSV7TGgnHnYS7CUgiTw99zH7hOOrqVHi69bMSE8OrqbQ5e1CEis1/V6i1zjZtHVoNT7y6cJWepU0uXTLO3g22e+9X20rBQXLIBq+m0iP6ZRjk4MQESz5sPC677IaW8yf52xg/C9G6KXbFHiXCut5nyWl/U8kRWUzHFDr+hG+uVq1+VpKQ0PVxEEbndcJU7KDYzU2Ppp/nwcYN5VCP/MBJl3ktP4wcq1agvQ9g2JetPxXMnM1Ha3fIqLvMYROchKDh75Zl4NXuyHTm/shlkk3w73n8sidn825na1fBLn9FrzU/w+fe58GSLU/iZO4khF6Z/P7hz7oBfn2FvcKprZ3gcvao73fP67UvBFafN4UvbrzSupLOVf198NLBJKaxdwVrBySQabpHghGRoqu3E+AK04SmWi96rQQ9B5o0Xmtdw16cluqm5dE3Y5P/ZQPuk/ZZ3y4AIMGrjwPCfsYWRS4eHTo4wOs/hSkK0AUHxNd277vHXQlmzPfAhZE7BC5MwyMfvlYAH8IFnydBM+sbPzX+XfaXwMbpCIC94jVUNXa+6zNdJ2Ecnxnz0T3xAyegMUcfTcT7rf92HXRfdxYZG+Jn9AV9SP78+AeJ9sFqDqBPgsn6tTaRL+9F9nn/nfC3WMRrblkXfzNzyvsERHb/ul27Pk7lHElvsU07EC/9g412tmfuux07Vl6HfzfBqQPAG2jLufene14FgYWftGe3f0ZWQNtV0K1+2t4mUYLj4J7Bvnz0z/qBJ5ExwrndoWoTSKZTkfXJ4qaNvyxey9prrafwaRJ2lXhqUhxscXeGAMeyf+aNUUuiJ+xr/AV3heu2dV7wsj7mdJXrBAHLrRkOQTthksi7tZ0aY7UeK2juu9DyfuX71QVAOqTwNLTTOjX2Fzp6/cDHFpsklsis+JstCtqwGPqPzgqDd7Ki/xZNY69OgP+Mp+Ra+ztIfGw+yrPzcOxw7nP/RM6+bOOj+NpWXT71vCepl+Auz7zx0ZmnfP8zJ/xSd4IselIxkVf7/LEFhLWTYL1dNSw7TsI8nQLfCX69ht2hjA4PvscUU7nbksz5SSqLbCJBBPtqC2Xv9byxPbFSrusuiIw7dnLWNDGA4eWxk/Hn/mwPoU/kxfcE4PEblJ/slyc6/OjrEHa3vBQHtlI2g4iAn5+0YiSQSOVvV6w00+Osl2N+jcd3RKQPZV5nVJ65UYcoIDbQQWApRCu2OGJfit+MPYr8+R3F+bPARLKTcg87A5+F4iybc9/nPc4U+O1xBPaZHyH0MUwQpiNYuCfV0wANHLo6s4lXG3wwtw6MljDDiCDj4X2e2vRYr/YEfQZpjJqsO1mxGm63PEOI3MK8A5svp/NTzd0tWQkAQwsKXspInp082SwtoBoI2PwfsJ9xrgNdfzujdALAVDwl42wzLpOtuxk6h/H0vedatYTrF1l1OFMRwDyvA50ohWNHgKkltMuQ8/wMHEJ/VLrQ9rSBJ2fR9JjoR2++JJVjLtAj074yrbCPETg0FyCsNUhCBfMhANz0Bc+c8QB25o0XuJ/qhTZeXoeN20COMj8ZbFcLvwjHNZzvM3KjHPc8gN7/AOoBlfbIxQlxA44YkiwWZ2glacXXZgh+oaBj9H8GgN2W8FEIgJLO1tf3+0wKO6gdpNbe5ztWJNJPz++0B+SZDSqgX1fdjM6lAqN5cjOMM/60msma04kh7wfPqetCZ4g527gUHMYVsl3fJWOJjEfoS59tC6M4pjQXWnjFeZlM8yzvtiTyX5LF4xjQfNcRsIGpw9+m3dzrDb4SdFmH7MgIO3+m+rJa+SMHPK8ByYAs798j7zU/nKCcHdFVobRoQ95kLgsCsxMYmMnAp2LLvK8zXnWG2SMLt8XI6KoHuJCYovHR4kwbCp/a+NJ/w5vQjwHpGPWt91hX613xiNvibfs3nTHJnn4LAHN/86J1bMaKE9qAhgpU2r1Oi/YOXuf7Aboae1f7rWHzbgun92mRjg4S3ygZgsQN0+cRwLP4BQil5+HvPkuEfcyAOFIhTnDvqcH7e1/BKyfhYPadvYlBle/QwjQOgOi8Di77+eUUM3Cu0MPqsQXvRz6VUUDlsB2Jlc2aMyYTQMZQRg9Do3c3CjuyLyslCWGTzGJ5HeOngxOaRhseZKl2hU4brDzfOFvOltHx+psz1LSvOBjeFajrmOo2n9mz3S8Svt783fd/VzO5g0u91cGs0Gzkd1oxJZnMeEkJbWI9r38cFjgrRbt369kQx0jEMlb0dhJbNkHMhuxkuAtbbueAyEjrltLzVByiu7wmQ6PaL7D9q+rLcjtrHbrN7oTXB6s8n/nsPcvpxWTiJzBn5HK+63vMHGltetOV9qpb+e+a7v17P/X9kyRlo2XslOnMAE31z4OPPaZ3Uo32Df3Nd2QAItclY8GAPFf7SwAYPUQQ1feflnded/PJGvY9LuSo3iM5QmumM6epPjoZutZ5oRcMZALA9/rEHhId6dw0kunWaNf37HCcM9e9TaLXoW0SmlaeTRB/ZEslIvusXfa0A8DZ/xBRn1HX8qn5voOh7VzuALD1pzA99oBw1PCe6GAxyZ4jqufj7HlVeE4lRhJ954iUZ7yWccJDPlv2XT16xlUt8lo/nOTWSUALE0TX5vd3hUDrbOmFV4eNQ4xp29WBD43rHDX0bMa2mN7AB7rUj31op5Mh5UghwHWcCslUsO4IZv2s7gNP3i2gW7ZIYeq731pNK3AuOwv5CvbTGHGsm74P3bwDYHzG3IL7h3ZdQT72FgLSlRJLh817d5IMa6RrglH0bGz+OK6/yS7J0lMZOWfsIlNy5nLuh0yIjlj5GvpUwnf2iWrTrhBkfRYrbavF7pixrS8zU9PydCJj7nQo0Bhi+0U29VEl4F/RAgHg8O3qXNphe2zolueaPjZLOEJmtfGQupdM8BN7Dtkduus217EFN7l38DOTuBIL7Vy0c272TbLM+mzt7w14ry7EwWZ70/gIDClsGbn2Cjg8z+8OVuGtdwA4+6kkTm1A5B+YlfmC/7CJc03Gqlcw4ci5oYlTNPBcx7nbw7KWL/BE+2GGCpKYMgHg9RGIz7PmBH8ja+Uc36DK0s373Ek6VMjxinxH/modT6cI414w2azHo2fsA7FtHfrr4DfvJUHqM0CO7ZGOGdGHhzTsHN1EmOzRYh7kOtdDF++j3sDub/vqVN9pb4yVvif/Nq3pOeBu7T+YWLhWTl+Sw1qHv6oEZatNIDO6JvPhvl676YBg7DDYC92K0QN9a9yLr+kIoZtG1n4LAK/NvxiikxP67OOll9oTjzsJoHohL/T76swZuK/YBIy7g9YriUAJYNOamLNagx8Xw2auGYuxsuhubNi8txXA+Ke8tthvxn/bWlxvYz8uzWkXB+NZsWSdIiP3/Gv0k+TD7YMlYd6zHz7Ewa/9l05Ji/PsmWQxATf7TWT/Hv2Xop8jEyQLKwKGj/yWb6azmZTkJ3vsdZpODtAHSbQJRr/l80nMP4nMBIDjZ7t9XmAo3Cd355mm97tw6V04QgXa8If17ujbsZWzf2lHzlE022UIvJr9j9zGt2goN/6Apu34EqGXxEtylEn7Klq+Hz/HDDcFbLr5O4GKbpHmWXftyXMZLwHddGh9270k5nm+4NvTYjs6afWN7qqbZ5801mPDDH7tYwFu2tW+xV7J+iXYN3i8/FPiG13RiZKHh8STMyCRKgVO7VNoHaEb6TrJuySsh6+ZEzSb9ZrFPdu2AWBiNbcMa9rPvVbmEsxjvHlGMCx7275Mr65a7I9caP/Py48pW9l68aoklq09/nPdC3+Kfidhu7v13LTQ42IJ7uTqxuT6fp9LDe1C4/Dp8UXalzl4U/ZIHekZTBDceONz6Ph0DtI6K31jiu7sTxTlT+KMnkHHXOxq6ZUc+ZKEqvD3HFt1juwRHtkOZe2f372dJBBh5kevn+4fVwBYPIp8W/kw9tkQ37cW1Kx7xyV+tqd9lruuMeVVsqT4LAlTExgeezh7cIj86Cnwh4PnignIJz579gosWyY+PPoYAH9RgUGmZBylibTTxolABoYSC9PZvwhBKu9uYN4bcLdpclBPIFwAXUD1AnYxcD4VUATCKgFdFyNtzogdo+d9RuIuHIsI4W/rjbS7hNg504N2HiJAzvRLkKIy/4Nlx7gMk/s5Q2CvEnMcPWOltsHoNcBo83kRm+nOuDDiEQTnDF5VVdoIW4bEQex9OGc0r3PXwmsCxLkmDma/Pwu1DoAQEBWFGPgwpDKzyCRmbMd5VAaQ7h0jYAFnM1AHZTEumKMcDAt88q07c7eN4jac+hkEFdvZtUG4ZaAEILay7q3os0ZHGUpp1Q3FhK/DxYt7cSosVXr1fb/jyLdiK4Yv0Ld8tQqQc027ZXifudpnKENL3fqonZw8Ghq3k3UMlXUITiW0DPJx0LAfoYkkVKTdTbe3gcdm/645nyWc6t20SsDREyAMv0On4hkcbBrfUbIG0wkEHyPsGO5J/lCgrAESCRusPMkMrdCMpA1SCN6KwNchEbrTPNM+nzmJBDrApnERzN1g6Toxbuee9422iPrdaxew1wDL8sehpjg5NiGgjN/hSfa6g1WW68OfbdBBdy0zcKJAa53dl1ZvE6SaFkqALQDG6WKgJR35Ax+gizpLTnNFZmr/AHO3o1xjBQAevSTZMwaarx9ABsDqDNvmsTefLpiIo2DPGuaMUcaSSrNJyDjydAyRSWTobMoGmH7+rEfLHYz+lxN4gBi0xfpR8eOWOOiiasNMAsEtp83vU7nQ4PPVtvc5qwRHJmOxE128KPqf/X6vXcB2V3Cjf/UdKq4xUL+1OOv7tZM5sgBDZzoPGNcsamp5hzhuoM+9e3xUmMhAj9zcNpUkzKUF3zi0x1EMiKWyQt/tM5ayv/kHX/u9qTRiLH2OlJMJbmeqk2Ty7NMabhA/QJ+EojhY7h1ZDNDrk0Sb0CDyHQDenRC6cgV+aMNgA5rBHUmuCu85YPA8BLzA/mFIGhcqwDKL1M6DNbTfAaFuPy166leC2gkCwV9n/cvI1rp1gl4HQe5uGnSG8forwFLOmNDLJhim+8vq9eO4EY5QoHVaegdTbItc0/bI9JNQMsk1PAP9v3yQmYO7CSzuURY4s6k0SWAU+Qp92hExi0Rgqo0OdA+00nJJv6ftb/RhV5miC7+Q4yvZ5iMBb9xYL4fSOArd0QhaObpW/BED3fN4DMcEP7bFvuYKjm18mzFuxR+6DqyIA4P16cCO5p5WZO+uNCvL389vOsHBg+zqc+RIGto9SAurrvBIgCF2EtgDe+6Wdyex6XTQ2eSETvw7Z3wPfWudde/I79BaBygI4LX+A6/AB92iikSiNz8GL8G30BZnuEP7ul8Cx+Etnvk6g28cZLpC14Eb2t6hlRgtwCPvNuHQfw/d9H1+ZmcYrc3aUM3F3iQI20cmjf04NgXyaYOL7wx35qrrFJCJjFibhO9nZ3DgxL6zHacgxRxLAmZ7n8GcBPETeJwggr57t8hOEtscV4Q+K0yaucceOHp3PJ4nsDQfYNtje2DPen4ONi3WjXyLA/DowLHXTlKqOs9Ij/mqWQuCml9apCVYm+u6le/B/9ahSXz1mJ7fwQs+B9JJQ1mEjAEstZGs9xm9oSle7cyHxzKWtaG4lo4Amhf0BaZgnUMH+QYYH5+Lxi77JuebPY4xV7LkYnwhbrU6SQbfzveDH1B7d0Wn9uyDp4fGSfC7A+J6PuPfbhxJWmi6AI/g8CSYhdyOfTUVvCei8hydIwfbQ684yHp8BLmzgelARUVnZBFFB6kQ6aS3b76J3Ef/SwAaTGZcdTBlaERy7T/rPOmTVG2AFP7ila4r8Y9h39JhCBxmunHy/HQ9GDzlPTt6MrgbOgH7ty0Cj2q8dE5izZA5jEtDZA5OiJgP0PfoNM3l+DtcgR++gRdSdCKe7QS0PbrM45Vt9fwkIGN5xT6jC56f32ys0Hh0RttXtx3ZfzPHBFgiTTZBpHDd2NYIna6ANb6YfYR+38/MGbQH34r3PM7I98ZX5umHSILHkSFKIpyA749nPdzpEPtgfDKDFwi4vvd6n/9RST98+eaXDfKHbycBeOwgr1ElkcADep+Eb/wT3iev3STnDL0tbSUAR0AjAZbxmck2kgO89edgfSXAn/1y0rjwID4l2SGhf2h0Pyv/xfPcyJnsveXQ0F/7o9u3uDro6bwkH/WAsWByEvlyvIzuK53Svo5DbxNgwX47AYyZQ8uFz4Ald3n/jC6YBKFHRiZwXfN7xotvo/1HGxAsX9LoB/gI+mBNz9o+82za9jqPP6ArJLsgoX2l4bvMQ3vvpCUDsfCLg99gUe3T81/7L5BVYN7bv/D2J8wRE6VIPxOuYnO/x7AyhXk3fx1/ueXO6oCWIwdnPnNDDupe7Rv3vccGVMJnbM+uCv7ESUkC3Q6T3dVL97OvVOOSmnnW8X3G+tjMnWxespN4SQenbzmhdQAfOfndc9j4jfe18BRYZmNR78/Dp6GHxjtUjrtydHhEP7sS3XJ/6Jb1zhp0/GO7eqAX+4xwJ970g/0sJVJnUB0ApphCl1tfTdLhbc93wFTykfuvzkmc4I61daGQ1uRbFXbGlIRY4b2TOCr+OUc47Jrm+k/9AV7z/gwkSZLe4vDsyr5I+Lv5sXVzy7EPehpa6ThEkuMTVEb99ZrjPw5dvf3QocV3fCBY/Z1ccwLez/p0Qsq7EG51v3z+7U++A+CiQcdZq8tr2+6h07UHSOrEP5DC16zrHS/ib2gGf0XjjF+eTXoCwCOILSAngDABYCoMjDkxXkchd3ZUB6oaQLHld4YRi6JbOlL9jKGrA/qMLjOtFcM6ILnvcRRYmIXotDHH0Ug2r1uJWcQcJ1gWLUajxpCFIej2AOE666f52svga5OR4O9WRkIsyyGC0n63A/VmCj2Dy48jcQztv//t181u1+NnQAFAqTbsvfIIGMIzvt+fPuDt/D5VJ2PUMBYCmG3I3O3Gsh+j8J8nqxf9HQDG0cWceyxevqFpC0ABsKsVJnveZ8sQQEKBflTGikaf/2T4cL9bSd9rvrQVUO2xPYM6Z9mqamBQRM+l96rppp0/XTkj50G3rjVoxFE/xg5jg38SQPGkTlbSBhaisI7Dbr4ch0GEmwAALZn1KFfWHcZ5B9w7EGdBOh8fO0J3LYH+qky6gjidQU+ixGuvqhpKiuY4AGXUMN9SyACqT36JIWxlfDJnBcSXvjaYlQy/NpCz2dl0zuMgM46fWr9ODOj1CO2s3IF2wntZQAJGkQchet9ziA0FJbr1GR+17g3w9b3O/kW83Aag9iUAaZNOMp4J/pZu4tycztJjPlQ7HHLpQEXJtNtA7uqKm+dPW3Dv8QZdso6y9KKYT4BlQLHXddaH8XyjT3VkYK6fQGz5xVniUuwORMjhkVbT7J8cFgv+N8PzjJNB+OcGgL23VEBLP0yrI+7bZ2TznverApXfzhZmTr227fjqrHiGpvv2GYt6nwxrVwG4clzn2yxBdAC4tnjWJfpEjibdRzSWVlYYfjE4qID7m8/rfAeA25nZLR/pRqEHYbBq/359zgzX6EQu2i876N5i67UTrmBxdeYEX01TaZXqNZz7s57QVdxG//518qUHA5GwhIPjnIdiuRW5TQIAe40cRyYlALyvTpxRYkfGjKGV65Cn6xSZtl51nxOU0FjmfQ2b1mMnI9R7l/u3E4H16QzsLOlkSl9GVnTZ3sPzG9zSVf7ML8GO8BU6UN+R4+U4SSqzE+egCMF6t4JODvAeXh5je/QiMoCfnEEPltM6Aegz511EsNI3Q4H1AZOCu7LPe1acjZFxKnJn9P6e6TeVxaVDjSc8tugeHxEhPeXWlQOcaINb+AuHPhXIyKKmsZ/xT86lnzPnbQgPdjj0nrscJ5v3At5f4xns8vqs6OVg/E4Amn31us7ex1OYXgAAIABJREFU3riGObDm4Os4igh4zmCftVFlTRt8JGT5PsIfdYa25cvzf69Ej3GkdsJD5r8BHAz72+iFPqB38MiexRd9/H69A8CsE06SVwX6tNE6jv1mcnH0VSV1PSh2zpyBeaJgpv8aE50dnvcdEJRd+Px+WnjVGWzsm/BuEhNyn1umkMB7MtC172NIOzA0+KwN+KWn8JZ1kM8Uy15bT1znwbeDOXuRf789lX4HnytBuAzrfX8DAHfbZfiyHUWdYHJotHAL76GTvrXA/2YbEVwKzW1CDzLZcsTOiTcdNU4iGN+8eNMCCTDaX2iuHeBdASy9fzpBjbNY9/5ZAJi1B9P3s9lrvXcfcWNb2lydFzQAH8FvsQdzDQFPr5fOjSPw48z5HEewe7E4I/fPh7qvElQXC9baO0kkyWztWGV8HoP4qmzFrf6a++uH6PexBXvf+kgLZNFP5d/Q8pmenxtZTEtK+HuDWZFZXutxCmuO2HPvLiW69qmIlXyeRBp9z1jl+Y4rho+Tfh34tz9C692OQda37SebASN7SQpgP9CTR4e7AlCTHZooh+lJ8Jg27F091Am2VPAiO0I4qRCiAhUaaVmIDbeVf1rHJJ9/CwBvkk3WKs/ZBKscY5RArfdx5Bq4JLQ0VfnP7ydh2AGuJM1pf1YWjPNvMD3yVVh4+RVGkR3QR6YlsYFn6rk6gxy61rfkT/nWJp+1Cv2Fj9oJOTcNjimd5Gc9c7mLPBhDH4GBXD5dGvygDVj3GfbQZVd0M8bW73T3OM/TGk+ynnVF+Q/QOdxHP7/pF/au+SDyINXl7e8EZ+leJHFmwaNf36/32ZeideSFfYTP/c89ZO4gEJ+bkIjjMT2f2f/0/Dz+3mstT+KEfQf4ntbgIkhycI+eN7SboiFpnwWMuV9wTSey3j5b1oN5nIAuSwELDfZi31wNJnldPpPDQ0vutjNMR9NiswsxxL+///YkRZSC6KNbbn8Pe8N5zMgw7FaKDUgwTLVyAoNt7rG+R86MHs/94gu/K7RJoIA+0TcdRG0fAXjlYJsKzIaOo98O7U5ls+Yvu+dOpu/x4B8RubVP8tDu8GjrluadItPzlU5aQl/pQxJuPM6hhQN5Z5/FNgkABf9iE2Lfrh9w+Tt8vDKLpLTbtxSMt53QzKpghsLMnUDCMRIULaGLb1p1rAJ/hezFEpQ8g32Ejt4Bv03IRfb0MQMsbsdqsHOIeWhMH8HfKWQ49uKzVEk6447IhfW13Mfw9Zp7zYpPOa6Ou5FcEH0tWZJPkDk52nLee35hLXJN/t3POLw6uK3tBD2n4w5nrZFfo890j2/HemEHqjPEOWJq4kuWT+DA5/NOyOxEY9bfdmF1NZK9Fd5eXUBgmLegG+EA9N6532/b4a9phvVAXoRe6OymIORhxROf4Z1D5tIfblG/xz01ntlngIenQnf2kgR09u1cP9i59RfzCv6feMlz3etYzzlKUPdhnV8+Dt13lpE5dAFD48N0oEuc0PLZ+iYE38kZKfAYX/URnm9/9lnJ02nwb4nfiTakiwYTOIHuOoJI15Cc0rTU92RMjrMN7uKnv38VCIp3OEPcPpzxr/3yCLan62UD2TEoHmXw49fnDIDLUdEl11L2ySbcKDTM2JF3Jr3ENOeGTKWsByyAXO3zumJoHX4xKjz52xFsQ2IdFASGdvz6AoZ0iAgA3/2y17AKAL+fQxYmc0HB4bjEiO4AR48fRXDmsHjp7K9o6pzDDNhVoEv/Hc1JZvFmBxBg+FbJBdi+HQYQEo5sG7g2mNMGSuvxDTDfAWDdR4bEMbx9ttAG3WD4WwECdna/s0+uGHXG7lruCmDCOO2Y64y0rkA+juNZ2dshxdzfWbsxspom4PFWMgfE2pDexIHsa6raACSU4VOtbX54/uWMsRUGTW9ktwPCuCfrqDHFsbJZcAhz0/nzEVnbjFuHj5/9noDeCUY8PCxhR+uAE2CU3h1e6wpOEjSg7bvSqZ0ot3KG0BdEjsI3+NV+z9lXrrjedew4Dd9tkEQr0cwRi3ONxQZ4gKVzloAFpr6JnFCG9QLKw5yHlvKL5ua28fP+ttedymZajdHKzG0sqrJ+jHp9vds/fwBsGXBzhgtGR2jt3a4ugTmVRjC+OOdxyPQ8boea6XLESVeLRxmGD2NIPeN/1jfKcSsRyBwXICKbv+UdAYrcR1p9R8M+doXk7m0u9Fkll9zf8X62Orz3jPHzPkYh7Z6/BUfEhzr78Ab8azBmwRrEdyALg04zYA+87mNgdwuR93jjiPSxCaPz7vaPur5btJ95DU05EaZa/JIBFnkVp87/ltyge3ImzN2uXetClQgdJY7Dxg7TOGPhtXMWkvX0HAsgQCcH0QiJY6yb79OSq4Hb1z0dGaWEhlNRWvNeB28SZrKuuRPjbceN33fESL9diTIzmOMgGeDeDiQAZJ/x7Dtp42WgPj+PY9MIKrjmBEZsmL+BQRuQonl4SXxEq5x2XN20rO+85P8sAHr3jOd5P2e7pJWoXqwX1QWdMPJygAxDJ5v3ewtUY5vHuYEe74zuduR2O3vw5Z0Jmfal68zHWDw0Yh5bXiMAfFqqei/f7U97vsaHAOUJWC6d5OxR2n4fJ+3zvAT6oOt2FoTuRFuSF27zKQPOOCnHNfDiDBxov+eJ3IKmvifgbTLKkQvPsy84f5yd3R45Y5nkEK/fcl0M08ahy0NgJgyMyKe0nuzAfu62fHUSfsoJx3uNVz8rrHKnOJ2DG0KwD35zIs6OO+9ff2v3BZVqjhjRnAPfFRgY5cbIj2HfiXK6c2OSbw6JYPCRQR2RyiwObtR3WWOCDklkSTCWceBUbr5nhovZ0gId3Wy55bFuAP9eFcvLCgDLKCbTGKfE6bBSAXvRje4fB9M61uAZxn9sgOfa25BGnvXetS2JPviZ3NZcLF/kcrbu2MROyb9tib+t4bx3yMNiEPjynRiQ8DaypzuW9Dq23Xzfm8x2bOX+HvKqA0tn/bwo0+L/KDAShDYZ9JW8q4DRqfgqnjtGzbTvsyP0weGP6HJXiUmi6bWR/j78dvT6f57ExexTbEAcUx+OiJms24ROlcrLzj56eVflGy67A0imm6f1W/SL2tous8fuCo7AsbLB/w5wDLYt3rxl3Z0w1PK07cAcAyJ5m5aifV0wzqcwEv7X+HFK3Xy5mGMco9KzJZwbg5ztlX1SCSO6J064rMc7qcsdDkYvee+lH4XFlEQ3uO1jXOOXCK/FttG9O6Htdqojc7dKIfvHy+tguT7OOOvazBe/gp81+sV8P/Z0B+h7LU+yw9hMx7542Tyhh27fd+TPSWrTPKP/m0/FmwTo0HfwD4lkmg9n8vb6fJMBdPnAnkC/6Mgd8Zc7XOBUH1xFYFlzsz9t3UMThHx3oMq6TfBOeu3h8duRL10offfrj+WV8k2fRMesJ/IojIys/IZH4cXs8Vt/47/bdUmFte9ZyT+67pWYUnrt70qonhu8WvkWLmR/JO+cIDvXExTRvm0SYz5sfmr6Qy+HfkpWDpane8MJ4o9QIPih73XiocdWcsxzfwZIFaDHoSIU71lwVgenqWxnjthfLrhxovhWfYqeXt0l/JnAEXs+fpHbD+ExFk4uQZeAbslXiZDyJ2W+sq9/83OcoDGJe+Cyb3Kz7ckOWvSRWd+SjeH/U9WnYJN0XgXgqKzHdwf9NQYODS5l2idMALxaweeKCZA9E2n/zn67Meiuoz4Pf6/fhaNotN+NW+/KL2TC8SGbbt5Jmqbj4fvQVTCfcBP2BD4gr4/47Cn0aVyWoq185+NVR2B0RfRWvL7PtrcfWF0Sn2fofseP/tz4FZC/cBrrgC+qA2WNu248fvbVtvb4bx75ki5+lThtnRd7DT7K/q//av0LkU/oV/S1O9JIh4IFJuAa/gpm2lbg1TFklvWbzXXWe9aZZ61OhG5yZfuRu2uVKbT817I3uEfjsvgPYq++aPfsx55PDs5qbIK/3muomMJgEmiPNYM+uoOj1vrGkbYzxjcUzPEZq+FZ8G7rWwK4d+EZ+II5Wi/4yLHXrEd+Zs7xO0c/BQO9ExPxO1A92xjJe3t1fIlXInIVW9bsOfLzxOsm/taFQbqf9il+rk2ID11O15FpCcyMpBfu9YOvsj+5Uj+NrwsvaHyJE+74vO7jd9lOFLlHY89bhspv/T6Te6v6tR7ES8B3jb86MYr7OiHJNsnihq441nV/KJg9+pn4AOtiH41tmdiS5pVxOIN/ll7uo9RWXhz6nIWk2zGdq1jXQ3Ozzo2BNy6hjVhQx3p1AW7Gudg5m5cAsD9rn9mzAH+xwRCjDbg578SbOQCf8xH2uhBZB4A5rjSG2DqKmrF6obU1oi9vhgkLhUkAZbMoG5hmImYT3wFDf6sUF8g3g+l7dxuttDrI8iMMRTmnPcHIPAA4TpA2QH4WAG7ntpz5fJeM/ow9z26wc4DcrYzG+YaS0uzJdhLAkDBw5vfznxglgjIC7F2xnYceMC2BMYFLM3Pp9D6j9mSbXS0LdK+7wg9DrTNy7QAf8ER2FJmKUaoaq2ggAbgEObMXOKDTtoz9Cr042EtWj/62g+4tuCMwmnk+K1deZ5I9QVEPaYxyG7Xaj2f8bQB57jLsZtGoSpLgEK1jJGKg4+jnbFYARAtHDOSjuP3soWkHkNYxe9qyzTqIJ5ofQlv0ks/vLwU7RoX4FSe0M5VGgdyBCfYr9PNu4dp8rt/DommTFv5Niwbz2p3sOuvImWXfWmiGaKsNxYAqFFOoYl9tCBCAcyWVZJwl7yaCMB/9ZC+954V5ooTEtQGK+uPbOYUYgC1bqYh8G3wLAO5MMyqAyX5DgHvtLCen7dDsU+RAzk3EWdLBZgxUXZcxZO6HpseBFwd3Js19tI+014O2ut2jrkUPCBBR7cM9Agq7lXAM1u24EDrK9dk/FCDgD+PgU4a8QRS7D21+ZKVX0JqWcHzn5TAZwCX51/e0o+fyaDTQsZPeEyge1Y11nvSc13zA8RiMOEMu8vWftKLszywX57OmzyGLOGXG8MAx00kark75knnGM5CvksVynOseAnqpPggg4nd91vFKgjdxVMSw03x//NCREru3LcMWXK5QwGg1IB46vZOypHN4jwBwiGdkJe3VlNxS7dfb+dTrSrJEUEle3ZamHePbjiUB9exHKjv8vYcPjOEPXWfdCB5onfQ5OhWegVfe4Dm66LtRJpmaLiC30SsqQd+SwOPlmQ0WgOwMbrBRGzzwI87iXq9uLfQO2rwTU9oYpEVVG8W6p/UqMuiRY9HpW/mtRiHQPYlBGO/HkV2BawwEz/f5j44uTuhwkDMODQyrpfl1NsdBpKBP5H239o6uW7ri++8jVTZpEayLbMg+9Goi17UYq1fhDdpRmheGxiSH3NLOToyt9PJ6SteOY5DnNK7jyegFnAi+Zx0V0Hyq77Q87UBidzh5tRsfizb3YW3z9MYu74zfyHT4je81DzMuEuHO2Tk6auE4RPMMDYFAzDEQFac3NgnebP3jALDko/YBw9v4sdqiVnB7HXJjbFonZ45ruNfazSCCdbluEwehjVMhMAHgb/vZ9Nv2heXyyF/ogW4IXW3xtjvgsR3XqV6yDRH57IpdzbECwHpfa2V8LtoWTT5rtgH+1X+Z3wTEZw/4O2erBQd0wI7nnZa5Hsf77F7dlxabBHtxQG772PAdlX2dXMkZwr1OnQzzrQU0tNm6AZ5t/On1qcXONe8EFOix17f1dqqsJihx+GqFSLcOlIyQg4OKOBJ7tGXGBmM3iznAmNgg34KQHbhevtljSyy7JwjXlXlbFTU0I/tjHI13EgO2kqtcpCuHvoJltmUgAeDDPA+OUiG47YBHUcj+O3xVtuypiBw8wHb4fX3ZMjNf8BwdUFq5hRO/2DY8PnZiH9uEfkP/owNf9u4Z5dvm6CO26pKDwbuVXOv8ti08h+fffS45+D08+g4Ay+FFYlJ3AEHW3s7Kxqatm7FBD2+Iny+7Wfe8A8B5jmTPBLdHD7IGSRxMa+2XvXzNkzV/t6me6u0KIIbPNLacRerOaLP/zauZ2+iV6wzhW4fRtWyDE5MU4bnEUQi2uyvkmKfXZoJw3SlG66mAmXCbHMtDsv4axz6I7/UM7WMf2RCb5Z2MwB6Aa/ocZN1T9E8gUXY71ZMTuzCBpcWmMGhASbej9N/JHQif6N/o0+COdVSyZ10BjOxlnkl8fFdGyS40rSuwUEcQnLUcRzny+Q4gwz/Y3ycR8bEtPGbJq8Et+vtn+gUcpWvwvUmsJICmzl8JMLfshB4ITnTiJ53RWr/o+5zbTutiEph5Pve8A8DiGSfplT9T+i6+hOczJ24sfbA/oY13AJg56Fmvtpal304wbjC97caywbROrsBVYcIEgPV8Wp2y7uhvJ7BWp0DTom2i7PTPAsDf7Ksb89+Jbd7DSWRBtkcfzDnwI39M30rcHPVxMMXzAIuMV4L8JkPe+gN+76q/V0tsPXt8l98CwN258QSAx//e9ENhj/XkdVwHfg06sGySsSaXRAutN+o0Qe/h6wsHwmMdcEE3m9+mQKi7GAinpOOefNjTlvt5GraIAzLTNUota7ua8GcB4KZny4jzf6uzw+OLHeBfy9CRT74GX6dsRvPx26eu9TM9lG/odJAyX438J6Apq1QYeGTLbQ+HJjZAtViyj9BL153MIc+g2yI6myRF24Nf+O8lc9SxwDb0+gfbz3l8ahJpRd+Nzdu+uu0R1nkTAbbqGZmCHcA9G2NQac+aEV+xf9nHioQez7pWBzUCz1qv40vnqFDjvPFZVIeJu/I24k12YPYm8RbpowSAka+dmNDnNjc+t8z6Ql+6PzKV/QQ79RnPr46Qmbb3hAT0ts/63OPf1PEAenzGb7wy9H86GRzfYRLC4JEP/Trdts66E1w8Gn8G9vxorIP85VONW36TTiZB96NSOBIA/oo8zl7rlQT0SQSY+3UFPkVJndTd86FjGDIDvkD/EFts+uwEJ/DvmZNjanRqiu2ioK8TkZ8FaNzSPEjcqvEx8oekALBSH+V526mmh3HMag1JMAUnmN7/57//+KszRxMt1784D3iJacg4bOD2Gpi+ZcdaCKadrH7Y1eIrxtVmchCZvh33jKEJ4nbgvhwREyGn5N8gx53iEhihkukGTJLq3eKsz8DzYmpOk+lF5V1XOOCEs0BWYGooFwLGMUgEP4S20SWC0GxuDJNloHYyBRy1AZXMUoI0Xv9BGYB2ziDLHXF6RXHwAohGebwBMNcEWJKh9m7BIgEi5f3LKBDNyYrNzog4axgP1dQRvHPewPMQZ5XZUBoDXM4CV8qEVnDkCQ+pOu1FFwDugSlkRiDEyObqoAlO+05A4IyzPKvPCCvngDckjuHbWOz2cmc/xzmNsKQVj2kLEHDd66XwJugOXd+GlNwqZEXBWxZWDgjnLJfmZ4/7GYzG2k43XYNhECd59hjQemcgIQM8jxF6CPIW0L7uWUtaNQx5HUdp1iEVl9xTTnvAHWP3Wk0QqgFeyysMXZ6RtiljzD30BJ//+PUfbo29IGwVnq7hzGCefVqlnBbGGXMy/XPVMUic2bdZxeY674EAiNroJoMSXYnC7kCPHHingsMV0ZuJ1A4Q9gzgw+H2OGRZ29M6pHi+269gVEZGrlxAFtzVf++ElugMMtdXScWw1D1I4gh/LwDqqhXAiMZ8Owgi5zfr1PtrYH1VHEnhUbEyINrt0IcFFuyNgwLg4s2cfRyHifet6Cdr+Q5wsVTQW7doOXviCq6cQcZ6ctYG9LX7lIF2Uknzrz5rA7X3l/HdLYYZI/wbWo1804t1b4cWY9fnzmT0pVr/BHebRhqoicyVsCD+pzKfoNu3IPANQHs9+J2kNGS3HAdy2FHtJ1Aeo3SSt0qWdsDcdCfjmEXzfkrX7vEQPMOtceeMuHOGsgG/8NDTOny+m4zlOCY5ayZVnpVsojV+/iPD2it5rQ8tKG8HPHIuOn5xgeQDZ56dvXhlCMYgJLgaR8Xb6XtXrGqU0RuhvzWqQiOpEFqMd2hRosn3F9/KWZoEk/zbHTXtP19Pa9nc02sh3T34imC4riVhCHwVWkUPj6N09E5X/8SgzL2TjJV9J7np7rgA5kkLrcVlVKgI17od8zxfQ3AAeYynj6zL5zq6smB8Smbn/nGmgul0T6oIPLfKoGeuyUjdVp4kwkGr+qg70GDwR87me3bOSp/PdjBnsKLWjJa/Pv9mHDzf9k/ytbvDiL91Xz2XFnnQTie4dKuirfSN8QxWbKyBodf8eeSF57XJntmb/OOZchrpxRnsqdBPxeRd4e3vV6A/1VoxkEVLwQ15ZjugCBRB5W2MtW7ohAld2/xxn4H7zcbpLhA3H5uGbFNlvqabZ55tZ2mNucZrbdzSen51E3Mx3TzXhK8nAPzQxTpRFh+TFJO5EWTdqj0/rxLqtrNInkbQf8+mfju72oHVXUp6rFnTqQCesUMX/Dy4sAJg4mwHywbP6e8P+6EcNuzf4rbVo9CnntOBMctPnWM+L43VcqBtuQefnozux9HZLTdtIz97YEeuEqyuJMrbZoueS5BFcrRptteE9Tj8ageXyOcdwL8r3kwb2k/bXe9kyK7eDA1tJS5rkOpcEevowt+Cj3GogfcIIuv5nUDKfAFtm5yyutzyYIKPdwUSssJy0I69nL3aZ7kf+9T4LQ6mtcVX3uj9dxJ7Ozc3SbET7Bs/NfY25h/BcfsRmnZ2/mNn4wB7LqK1r9d+Ao+95/APn2kNSICApu+uM/cRBB1wbh1xOzaP/T0JhEenTYKV+H11+oKF2168nd3Nz8dGEb6ezkt9RtwpPJhKUu01ybKflU0jE6cqTvRJAnO3kL4rNM94RnbgyEVWk1gLBmj/0dnX0rkkUvVz4AX2aOkh579y7FOCJeC9q6DidA4r+TpFH28f0Mrw9hNqDGmdXXjm79s6WmNKIUK6cbTD/5yXLbvM+5/E5RxRE+zZGN6YgiSssS+RJ/m5WPA+YuIto83kR2/pMzCn11ByQgGnOfapq3y8jgMmm+dOxfdgwPAAAdO2X0XfgNH4IbuyWPPrBM0TWB06Rk+0v4N9Z204UuVlt1cFsfGu8d/KLwKWB0uM/xb8RKAjz0ph0F25BI0yHnwUXSzB/jd9qpXot04krxbtz01JVO7ABjaEg9olk6ODButO8i8J5HelG+tNYkToLvZK9I/WKsmDYIE8d/W3rulOWq0X0PvIzDf/hPY34IE9Nc/niBfdH/vtJKuMbjb/hC71X2y1+KHO/t14Rf7XSbDzjg7+ObhhMLx1gQPEZe+cxJjomnwW7IcfYbHOYsbGv9/sk/BhAtzxaciXE9nS/H0fGRT8GrkGbtzE4KzvHYDuALu/6KN11n8bvbtdUbL7ebk74gu7zj48Y4cv8VXiU+ZoS31//SzBYVn/qbSfz2+5EPts/U/cB37V3ySk4LO77Y1OgOj1EMah2Aa81fTd4yWh5SVbbF9PK+Dxx3YA7n1mcOwqXpsUmoS7F/4dmiMJs4OX7Q/fhMb4/uT/dkCuj0oaPsbOQu+ab6ebEjawj82zr/zTLkLXsc+xbeLvCe2GTzpmJFqRDkGfZr/XZ9Zz9vrb/7R0wlqBUekkahqYWEAXHHSAW3EJyTuSn9k3/GOZRxIC8McpHpFE0Dkez7Jgz6j3+Nkbfz/YoosS8JdhGyInrFcnqdxsNwkELV+sI0bfMTY9g/V7HWF5CGkDZJ2g8bQ1HiwbH5T3dPQBfOwCvIO1dl/wM3SwHnvuJArNPW97qDHwxnmeQpBJZley1h0A9rqO7wbaOzjoZArF7wf+ZX2xe1r+MVZkKnR5d3ax/vnv//r9L9q+MOAQ6lsBaBHlANY1MULXMDx7UYxL1sM743ayYAzQcyapT5ZysDTOQBYQojexXMoorSrebapy3Toa9DeBxq4MQsBulB1nybT0OagvhDVu4oqkj5E/wewQ1pFr+8tgPeajnyfDoQDE+/DofGnPEmiBWbceUG+hVgoqjJVAe786ACwF0MoDQdKCHYJsZXkMyGdIadmi9X0fXq3vcZbcKwDsQGMCwCI6AabTKmy0lRyuGIluLaozxmYeqWL8zJ4jAw1nWzsbm+76cxTqaw3sIB1DBMDz0BdKg7U8oGf2z2t2Wl1v5jiVOv29wyMD1LxWU2X7ot0RylyPwvPfA0wwlL5Qnd+yMHH7pzl/xcL6bQB2li4BGjJEAx63WhMA2s9rxzUtNaE/jbMrpc7chz/7zKs2aDBM/jn0lYDRnH09LUW9DFqjqb7xM/We/l3JEj9bH1q0+l6P4pVANnga8Mv3TrB2QKnffx6ms+Tg26WjKFKD75OR+jj6J8i+95xsvee5BrSlgHRNQM1WymgvSRw5Sr/OlWy+FX+tYqiM8HIK5X7JAOPVYIgMM87XCW2uU5j9OkYkLY4MYHLHkwjz/NJG7qtCbQLorF9XHup5DWJbkXncF301WAgw41wLjKq81wEfuibgIAGIrOM1Dn59jgPu6Mc5IyL8Pxlns5jMHYO3HTfSE98CwN73y7DwPNTe6/ngGzg++/esxSsQUanFfdZR80ISb9qxm3Vini+ZM1/U814BM+keE8a2aGb/0bcCO7qkW2jHkaHzOVfXO19qdD/JDu1kYexUs5v2nvtID8VxpDOcS1eOwaTvreNxAPoBruu41XUJtmS9u606OCXjTsCXRJPjiBbYnCSSDgAzbjliW5dwxhq8grOZa+IoCjO1Ecb9+lxyg/7K5G4DLlV+au22549geG6w7n22D443A/sCzM2PqfjAMVAJbLFezhqRHcmedmCtZY/1jWlp59tdYlquwBcY/tzHjv/ZPypgihUil8xTMXKO465kVmSHvCzihcxrkyHkaMr5aeyLjRPh4cEMnaAB/Wos8CFtrdXCUXTi1mZDtsaH1WngDgDfeKX5mfX5dwFgfb+dsE1b3MtyZLBaJzp940UC+J0skjXeTGqSyvT+h7wZIf9/5sDEAAAgAElEQVSt00bP1XtgeTXnuI1xjuMEQ1b71YkKBNN7nq6csVNIdBZ8d1oAXmfSn3k8F98Os3/99cepqqP1fbes9Jie793HYrA+8HeJLMsfbJ52dtO+St99tfYdOm46ODzV+L8qZo788JE9bzq+77P6XZv61scv2hu5TUCPdSNR822JjEOu7aUJUB8HxdFLY39VtVfr+dtW/FY5hbG8855266sqsuZfcCN2Qjucvq213sMRdSqTR86AJZa/xg4aec1aSR8aj8xi4YA43xvHWctBbIfWVcc+MaFV9yPNd/aw5+rLrgQPy8cJyGRP1tlNUs4Lqwym1/1JaCVI30HUrtTQRM3+g7f/ro5Az//aIWO+HR6KfuCc1uB9EvmOrVKJVuG/7mKTPUaOeM/G35BbRSechOknkIX8aHz/40clgkwlEg6y9leoBfVJEJlW0H8+OIVAROYmR3zOke0KdfN52TYen/H3TvpnNnvTp/SYEuT+9thP3PPGmLRhDEaPE7WDFd36vDFoaD7OTs/F89mnx/6MY/hOoo+Tb5ISRufnm+8Wekd/OqGunXy5+iQITaDgXz6TfGTo7DU6z2N89ptAUdY0lYcaayrqIrM3aYGA9COz3Koch6dutscK3X4T3dv+MVffJtErTvdtLYojk+D5zZOsJNUrOEZ7f5GFmVv0qwN0E8DMOJKAGBpe+5/1zs8KZuHTMs2u/Lh9fdJf/m94v52bPRfjnWdsVNbgoNa8j30kWaCxP9f9+PFjdbj0YdEUe94y0HP/ic1/J0/p2tcRUOWANpbw3/EfdqvbY8/NOvYeZO1jFw2ceX0MVsWpzYfwL4HwE8AV9pzXwekDEsRP2MicL9oP0zj7iJfz2eh/O/qvMx6jM5fvPf+Hzuk0Fjy89o5bnIpGpsAn+ubpLCc5Y5kVxdo+AlPY4DfbFs9kc55zEjFvrJcbbAezdIGI748A8GuRRTdKHBg6aH+J+Fa0RcJEAsCesl+//5Yj2N5JowQjoYdFMLpfMMXyjO4jOX7jCHi3Ewd0LQlyTiQcHiLB1LICEKsgzNAjAebjV5FfT2tvJZiiH2QfugJs2bzbeOM8ppIBND4HyPTfs6DnbNPZU9b9PgZBer7H4D2f5A793hWp/y4AfHwvHvwGVeEP6HtpLH7A0OkWAjEP65/ny93y+zMAPJ38hiycAFAJeN0a3c+9ZJLeiw0+nYSesTROQhc0nX9LuoQe2hcHxj24sPTb+hPEfymY+dnZ1Y0fuvrxd3dc1X6/fQ13goPnbZpY/gZLtB0Bffjnsw4cjXcXLvR1hx9IriEBw7Z1kjuYP/us70ODfIb9H72Y7hfmt1+CremG17weOnrbNvh8229r2+w1ufElTIFQ6C3YafXy9yNEbXMOPrBc4ggo0+niFx4nOQIvv6pvH/nQyXcU3oBhYw8nON2JmI1XwGaOzQg/E48o2UOBWys4eF3fMy6Un2m6epLwsMnB6RChV/sj38lVdeb8TNzr+BDZq1p32oY3L30k4HmjSj5fnQBDE7EtnBg+DM0a4V9m/aGX5cWxm69YwY1LTFulk5A7koUkE9yFDfKrpYAvVf2ny831rCZFePv4TRVfUhLQ4dXQz0uGjP/U6/hf/++3vzhrAEILcFkHMcKmA8ANrsPwGOwTbbcjaTM7tCl3tuMrMDtnUNxAioDznVl7A28LohEaJJocw2qMtZfgUcCxz6eQkTlBr3s+nt6sIASiv6X4O+PllhJqWfhaUzNYRoHDouexbTNCoDi3GDdGz224HWExTgQYhOzpbxmXMOi3YLPHN1j0buGgOToALIbu+c8gTgB4DA4yBsUMdwtKKRUychTosyFjwMkZSWFkObwJGgKswiTbHiMO3dDbTb9m+vk8e/lmiFRiRomydhae5Qhh/8PYBD96n/ZMC7JsfG0pzex7ACTGZu4nDq2zH8Q7B/ivUdAV9DdN3IYX8yFR4lslYdIHaLU1jqwz5u9tKHguUdcYddv++gaNUbCT1euFrzXxPNdgyFr8x3/88597VnEnSLA33TaGrK1/l0nNmAGSbhU5jkd9xloR4Mk+TQD8WZ9u1aDPEpAdgxrJOjTmIPA4OFHeL+cIEd/neoO+f02gYd63EVAOhyTiTJLKGOgnwCFdVB5WZGeDb423A/gOaD2BBrKlTtBr5NJW8E9gzeNc51hn8B5a0DBG596gNTyQK49BbFCykKpbfaN3yExrfj4AxfdaB8S3s894bivIDpwRAE411C5i87/HzFnZ5dDvBJsPB5AB0TrAWm90BetHBlwp+RrOy7EgujsV9ixqbQJj6crwbwZLB4AbTMFXnfmbdYyB2QGIG1BkrbLHBAh/fVo+S+6kCjZrrHVPUPLtYGIa37Ls9RkBO67rSvMQVwy5k006YyG7MRXcGDDBN220JqlNrSPTwpm17IA+gJS5txGEXvJYlTBS+4IsOfLrArY4n875x5wfaIS9jhX0BhmMiweuZLxOUHrGoXEffVB005U/x1B4BIpBaskcwLim1G2IoY2aamhlHKkfOs40UgLLXwxu1Nnp6lqQ4Mc6NA5dzC/6vuaSFmC7n/o1CYWp4KCCsIF54wLtRbc7RGaKPsmkbuPSIzUtr2OG/byNYDKdQ4ufFcxymMXRFszzFbNcbajWsNtuCt8cbe1gaQNP4+8jWY5TZAJsGBzQ/3HaXRWGvdfc/04YQT6Gh+I8J7B08MbzSQeIjRMqcUrPoaWk6NwOQ7UnM21EZmf9wx8yeN+ZzGD2dC6ig8PdgssG+fOAo5YHn9xyUYpWBptxsRKQjLVjzHtMzzxPosOMp+dEC9Fvzh/Lkcaksw4ExEJfqZx1UNk4OY7Nk/2mYR0sV07968wufYczqcK/vaP5/WcBCX12J1X4vXECUD1jx9sEPJqXxZ8tX7OHOauyK+57RJsRvoa35GA7yJeHVrZ05wX4U2NaO1H8vC0vwYYtLwgidOAuC/R2MCTgmUQoxtL03pUPnZAEBrmdDjiUWdtej4/94lzM64NO0AyNp3qV/e3PeY5t+mkz+T57WxOTQ+J9xEHTQ5xa725MlreWlzuDxlo46G/bjatZy+YjgkjIlbPeDigk4IYTrpdEvyPjhT8aN5P0GH6IE37PoF+Pr86CM508/9FG704ATqB5aLUG0J1soCHG2va5PrPN7QoOzgSeNTx6PYldt3+A/Yg+KV5QIiHXz+K2rwP5mUBY/Dc+97uS9A5O1m0n6ZBK05YJfur4j9jHDiTb1u4z6OCltn+f55O8wV7aUfxRfRXZnYBiqmfaYdg6XS3BOecOGjqBoYmMBVNO9xPrltA9nUp2b7bDDM7z5lH9rjn6zE53kEg3JWiwK71xAvL9dviCV/RZgmfbzUHv5bzU9XcgF9sZi3+lK+VWbzZfprqzZSJy4ebh7mDnNRm+65a13PnYhRNoOnbA8wE0aj3wrP23ggJouiunkAe3Lnr7QBLI6wpTdwDBNpfqnCBV9OgGQT6PYoocu1/I9XQ0ScUi+3zWbvyot/8ITI2IgFZPZaAT1dKdAzpA96Oy9f5+P/PtJF7Gq04RdnUKa2oarpDj09xNfz/pAsYQCfDmfTfEGFlCAPj4V3XTR39T0WT/66yBvsvY9PU7IQRZ0zjr2NLIOaGq8cNpPNAO9OsBPtcSAI6tFl6BXnrd41PYhG06JPS+gcU78TP3SJc8/f6HEujHP9t2J/MFS5x71Xg85PHvJUFj75v5zDEzVQHcmLwr3E/F2+AOfR2MD23eFdbRb/l369W3TqBjYEc8SerJPuNfByfp+elMkn3oowc6yan5bbtWXjw288evpx1wq3BeOhJFyQEK9g2PddLlvkeA//Lv133Cq6uzg1/xJW/Hyt7f8/XxMxCfOD6Y6Rxk3rps3q6YzOff16pxta7DVy8ZFh/T+qz1uXAjfNeYC4zEZ8EoozemjfdiieiB7GXk2aG5wVa2dq5W0u0PNkSYBYIee31JBKdqXM847XMHg4KnOe/c6zTyXPNR0k2SsSOX+/76DrTyt/9UAVEKdhoX4v9xwU75JwkAq0MjLwfsJglF13Ps2BJj1vIuhHp16KP7w4w1tp3GvslhVK9bftg2ip90W7In5aO7EoEpOrHBPgePd23SloPvDrRJUOtEYxIzW94ip/HvdEKc1peupNFVKaRgX47NPYrDMb3RK50gc9PICTSXP/0jcexZv9f3ZjOP/04B0cH0Gg963Pw9G4hfp/fTvFLxCfNcJaJ3YDjXvr99457mR640X85+kqgXHg0GpdtfY9rbn5X933nleyufvRz6Z7/sHN9X/k0HgP+uw+bPwoUh2qA7ZzD6UPoMn41eBT4B4BF2KCcm2wCpAyQinrTd+s//oDKmF+s4cEfQbouncO3P2iNlISN8Adw4AEwwRyAQaH0rCM4Q+lbdQQBQRABzRgkGBKJc49hdp4DHS1aAr+dc1PeaItTEwDASa66f3fLBbp8BAOxZG0+01UMJGMA8a96GMsrZDPII1QZleq+dj/q717MDb3HUTZvCk3mxAahTVTJEru9Sjch6B3AmAMxa/fghKR3wukA5UqGBOcCVud57B7APfa2BTBUILVMTkI0g60yVAI60WIFxLaQtZFbgfTUWBIxOwsGe1bf7O0D82URAmvf6qR4LLQeY+zMbfRk/DrLsmZymaQu3CuGdvdyV0RjACMs+4wv+4fzPzjYKtS5dxwma906b8+f3bp9oOnKQZYMVel63emGeAA4bQyVZUXxyxACuoWXosBMrNCa37DSg2xbNakuldYOutx20DrPPRF6Gg543vHzWVQFg3XrWAp7ROWTen7metYrDWNnkm0kXA3SzdbxGGquBVr7ZjqNuEWnQNJWcmp+/Z4YJICLbloyiVpIYRy1/WGYBEwNLgSxntgYAsjfOqJxsL4/vZD5GCHVluT43wCqZdyr/p4ODr7GCXhDFWAnQLG29DXoqEG6ggJwIiFoA3hWkyMi7zZHpaPhf339XYI3OuSqYQi+fBq/eh6fcpleV3Q+BeK7jT3jpJ9N79p01kFxEvsfI0IPeld5cf4yPlyMiWd39Wlre9cRxIRl5Z1oD+nQbr1sZ+h4b+1uZ3q4+fQzmdW7uCBpDGEeM49jzqIB8Z3BrPeRw/Hf6RnqMtrhJAE22OvpA7xBk7QCFz5q3bNoKYBJELCPM5zhG40QS3Wdd8pP9jFx6t8ZuWdJAPfu15xzC6+EZ59x+ZOCjf+yUs/RZ5BlH1BpF4a0YPnEqJ8nnrc9H7xTous+syX1W32KcsIYv4po/OuEIHtd00T/nO5WIE6fYJtCAMXUtuopgNolNGCK6t3UPPOcKltGRIwfCJ8tfp5026zN8J2MGmunsdn2znQ2dWdv0BH1n3OtYEN3c3WgwnNChllezh+0MhKbuyhBkI0b9twx7jFwn1136hes1F62H517O2jZMmq5XJsRZz7piNLG/+n7O5hmb4fmbAAAt1ZkD+/PHn0kwlKCxDrLRnQSN8Ew7Y7cVs55x2liNYSin5bbY3Spi4y7R47SxRHZ+a3sXWk4AGAdqxqq5DF57+KOrRU9lsDuXjH44XYOgwdyj8bf1yHNdnAxp18wZfASAWS8wEGt9KvheFWrh205eyHoE5yeGHD1Ai2CN5+7EgL1wO7h7LN/WzskqI6LEnwlEFV8+OMyZz0+mfuupIz9mqzkrmaRW5txJLKCxGNBZ23aYUA1kylKwQ5jw5cjcvWBtWVPmHT7n6SaL8wrWGB2tNa8E49dFg5PqLsbBB0OqNZ1u7YDULMDoXO/l6PPQlQgm9oFe28J65LVsmAlwtC3Is7cN8HTAOoGO6A11Pej5tgNC9ziJWHN2Kliu5xZeyVLFl5BPpcvgmU4CPC0YS69mz6Kn49wbB/A4sj2W577GWQ5iJCB/5NJAIJxVLKvW/cMOOs6rBEAy/nEkeVn/lXOVjRM7cXcCszNf1kDjwEl+EqAqSWtbEWZhgrfVISIt9g+mGKzhHJATgMjEGoM13tj7RfenYiqBUxy5oMN2JOk80KwpcmKrebHZJC+wT7nv6dQw+P5OstP9/tDaPYuC/MdBpedZ7gwtW9IrIH0SyrYz0sHPlsFK/ErnFoIlnbiX9dgzThmjnkdCK8GjDngZcz5zpOJxE/nS+jHYrY0BdjxYUvNMd73tPNBtTAmYsn/g8taH4A9kqPQpGFZ+u04oMV1ItsyQusVtMGDj/VykZ1mcmAgWq+xMPjGb7YDZAK0fPpxU260fxOtbtkdjrz5y4th7Oh5HdI2Psfw9uuZ2ur7vp+HHLjqJWqKn0Z/6PkfYuQPYJPaCizn7uW1v1sCJTb0g8zs6KnxCxdkGxjS+u3raMv7w8ftopODf5U/d9wTAZgDYI8h7nMU+63kCi+Ds6PQJ/nqMwlFqCz4tbud5tw6HjzL2tR0TGEoHldBs5F+3gL6Dqb1s7FfWywp6+AjMG53XFfbHRziJbOvbHFxjmzo6OdVnsdfaj3Ow8yTWN3+EBzY5A3v/+Oq8hxrqczTAHNWgDg/goe5E1HxrbrKcXZv2TuwHW/iYGHWnGXrPWZehZXySBCDuALCe051HGoO5YrkSVs2LM0j28K5Cwz7lSD70ZDZ8fHfVdQy9jl6j0hz5m70WzWS/0LckXHSHCGxD2tDCD8iQLkSQXwSZiF/EeMXHyEiPJOl8C5zWd8zemC6GrpBB+Bzab3N3UtP9sZE4Dkm+etsT1TYb+7J5ALqEjgl0cg26nnVLQlCSqo+tO/YZ2I17Hf+18e93WR56Hzx28OpgCD8nMQnWSGt/t95mrNHho2x8r+DfVJGnwA4ab9sxHQCmi4b1z/pobrytQC8YTJ9pZPh0Ys8m5tL6iMS10GQ6FGCPdVcy5CUxJmIM8g934RFHgFHAEX9xMCb+TfCD1uaOSaDT7PscXxd0h7xp2a0K9HSkSVxB62V6mJjRtwBw61NdG1xyHYs3sq4DwOtjyK42Xuvg/bFNnrG8/Xc5Is24w7ZUJ4bED3Z3kiW5wms1/hF8V8bi4wQFwyOvkSkn/uTnvTsH99o3z4Se33gAnw0J6t8q1eVzNDyaoDXPvuMh7TNpfl+6h8a3s0H2NLEg8bnjk89/sgeIXYkVN9FmcXtiTlQL77Fm3vvT6WyO1BKeeu7DEawcVef5qwX07cjr9s1aHII6ONB7gnd2y12pgCDJ+6n+ofqUTMyc0fUYPE+L6RiUb8HdgPAYQ6PIbP+uXjuOeK7TBpBRK2ElAqNdGQ5cCNcEMgwKI3TArFtzkXnq+YmQaXn0rBeABECPwaXn2KiQULOD5228tdGi+3p8V2ukdvJ0xg97QgWfjZNpXdtOG62VKwBNWJu1jnFNMAxF1Q5mnnFAmkbne6wANzGbiRNIOVktIkAFi4bhEcQ4aajc6upZG4hyCF8BpFZub4Ca9exDywdnboZRES+C1EB5HAYo9zBnwBvnaGkcdwCiQW2ARxzz3fYnoH9bCeLcOXs8gPrQ8itANL3sn4s7k3iBwjpgOwMOxyL3ZNqdadqtgOPs2R5BgKiTMSNlNzz3CXQPrjyZnoAWPbe/1wZRsrveTjrz0xj9bWAx/pvXW4HomuVfAHgcaIBJfb/PjjuG4LTz6K4AOK0J6L4PjB+geQLaad3cwcw4M8aB4m4TEu6cgTcOFgDe0ADBWUBaOysOIK4A8xr1qYzKKzS4lWzvQGaxgJUFRgCtalNpG6cFTro721Tjw2CJMzl33cqyvOGMUDK4JgEAgO+zUpHfBWrN35NAQvAAfsTAEUha+bcB86bzU9UPPdmgSruoI2tPi7SAX+sCjXcCUxhwkYM5owa6QA5h4ECbAU4JZtkwHadnHEpKGtodoGUKNN+GaxzUC7jMK5IlppUkEqBbulI5655nfNMxWcvsjx3W5czR+JT0ofuhp9sxTwXycZyrLZjGMcbrodcr41JbSsIB64csAiSFjjKutHb++wRZNgmGSmC7Iixrt20fFYU8616DAMA45uIoi+7iLFaNB7COo1l6jPGFf+UR33FaP78cVpknsgs53I7NzG9dSl1Z7Z0tAxMec0JHyeA+h5f9oeLU+2qjOwNbXT4Bg/k8dIKjN3KSBA+wC45i7oF+1/h9NtetDOp50Cb3hV5Ddx6ZwTWOJvGdE2jG0d+VJ5stPNc/hl/LdK+pfUoByeKbzeLfeXuSM8ZgoOUjPoNntENyLjfYb4eIsdgTlOR+t4MS+tbn4AbtWwccutV0n7eYe+64qeThXnzePzW24wCqJJHbKT4rMGuVwJP36Cfy8X6WA1sjt/UZ5yLHOfhu5UlSRTvd7MQCB06SSDs+IkMGW9ZeZZypMuSVM9Rx4AVjvvbY8xqNiPy0kyOtwbTItwOiZRz03bhQ9//GH5Y7QyBxcC6ted8aYwqHVwY7fJh9GGfgkYW6UfTPVm5gJofuecX5kvaAcSbvZ3LkIENiF01yS+//g8mypzrTfPUw69BzcLd081CeQQBp5eU6rXYU2tAMKhUM6bSz67yddMBAvvfsPeuEU+FO1PX62R5cGvF+zRzRTwR/23bRnOFhfSfPyPgSPFucwbqCrxvHZi2erPg6moDnsw48FyzS9N8Oz+OQrSOP3snVb4cC8gUsv/hlHPbPADp7/89/bbtiz3mqV/X7cXCVw7CX9f+y38yPeR+dT2Bh2s2lkmq6h9X564eJximUMX5WK6KDtxJn6QhniuZt279ajB5aFU4dIQWvdwW+A0QP3RLU3yNu1lkKXo7+Qg8lIEVFMVhLdNV2EZjFtDPOUQKfh2ao0HSHkM5CGBlgTB4n/QZNt/U0Nmhspq0wZO1I0E7ieaqPO6nl25EiwJhOMOkAPq22Y3dlbPB7V2SaRwdDBjNlfvhvep/Aa/l8k6QJsCRBLzLjTiiMo3ESxWa/X/Jr1g9+pWowPL3HKDBGVwAPU3TSWxJwRTPjJD72XXV0sm20Sd3QCIlGkQnr3yLIpSNVvH9TXYyTXiyCrmc95cyOphhHfuVOHZlbgUNorX1Wbd+sHPueJCR7jUqodiYzF3Tuec4QkNdz8C1yH5mPTlXHlJUj4OxgXewf2we/bkIm51w6AUBnoJcMh36wZSVr2leWQHuCL3q9+XWrBPV96VIfQVKV+Q6GOAFdyx9HMrR3dyzq7gmMy88c8gJ3inf/dKvIJExpTN6rWcfYoNL/2ej4W7Nqr/NIR59oTG7Bb/oeh/xzP/YRPQcde43UAe88L+28sz4rk0yTjtxsi+I8Y/w9CtxYp8Ln0bfwOffTfdzZR7ykgMYEmbrrBtjyTq7MOsY+9FqV/+7Q3wvH5gzKroRn/k5ylF9l3lBlIXas919THVwjcmk5f9aqgnjpdDi+KdGkaW8ToiRDY3eMj3YCEG1fwzMqiGD/Gv8bA1gnDC14rTehP/6h+Cj8/Socwe8wENly6C6+8vrO2s4dPuQPGAEeYi3kv1n7bQPwuk/sA/mlcixgaHrp08mqY7dl7d9Jd45fzNhMRyegmVEi2xp3Qg9a8w5YNz12UEZymyMv9F2Ki+6Ejzv5nkCX9dIEeyI/FqhvIvf6CXSfbx1cov9ig9Ix6VsSS+OLd+LKtv5tf711v/a2ui35Gc/6UFEbHlzfv/dOCbHVSeJbxzD8NJbzpsi8OqAdObzn9EIX+tlJymZH3WcwTdY7eMu6U7bUJEGcYLtl5sosOpmYNpzskX/gTPP++MN8vwfb63ngezAxsoJ4WSd8iMfwr0L3+LuSkCOn4yrn9RHs0Zh3J47ItFnEWcOl0cg7+M8fV9LhbadD//zUdxUnWjtndeOvKsh71od4TvvtRBN0rkksJHNqPkLusM4emq4x/YQPskb54KyvVmh4Xfcjocufmwa6A8IGSDuA3PEx+wDFV45DRL6B688Yyj/e8tF63vPKikU+BfPnleMHeu4rC8Y/Zd9r8IHmwxn1Gcu7o4guOza5p/tOPIwuyH2wY27frzoTwWPoMQeAmSxBmxWgmdgGWbIxbEgTDUD1JqQswCzStBZ4OSS9aQEKncm0TqmIB99ilPUq5QCfO9L/Gtd8T3OQMjGIr6yoPWuNrPh3q0vGj/O6N1u/d4WEt30Iqg17iIBxdVak7zcBiQjddcgRSN39aYILwTA+iFxE+s/f/mkDEYernR1kvzkg0SsEg4Z4OtexnSHs+REoY0R3xh8GUga1LTlR4FRnWLBPptZR7NPCi7nqp8+6nbXJNsZ4hDbaQdXfO2elaG0LODRz9wqwP3FAb2bZi47KcGLP9JOWTW1ERwgk++7swbQE6WBB358Mk81wnMPZxX9TZbnVDiNoLDjCHwiXdR5MsGLoy3McA5u1IkDG31TreV52JodQjrAYgdlZa0dRjhbviifm15XFDUTE7wB6Ap98p52IN6AhEJaMsM3213dbVnWm0ToQIm+OITt0egebj4yTAtJ6iDflPJq1vrOFjoNIRo0FcTlPnBCgPfoMAPt71x5lP5bX4avMNRlPPrNBjtMDn+Ig9ntkwo/xINmJY6+Vkp5jmp9zCRQYO1Urz7q00wVwSHAL4+cGvPfYNdYOqjOvOFBkbDUXLK13YgdBYMXTtQfMsTPo33fJXyhkJRgFLCVjn4B+dAFB1avCvoBggIH2BMPjbaxGn+1EqNjy+j570UlSrR/MW89z+mybrN/w9ADgpoVeL8CqvkNSE+vQILx56n3/fNJ6h4xrye+uauxgmnQmDjDRgZ11J2A+8rnoZ8cUhwUVtzGqAw7I4gRMEgDWZyShZN8TVLCetIEyLWD1/rS43Od9UoWcBMkIjWNHz+0W720Mk/nJmhEAtk4aEMJeWbbKSJ5gfxyD2sxkrWIoJZloDTvduzNJP0Y82GmBeGTcJ1DdDge6xwnwTyCYygESttrBd+hDu2FgveDy4Nm5SPclgOcEjplbj5tAOmPO+i3Ogeb4jmX2dPw4cmWA/u7TVhI6u5sA8ADxM4fBUP+nALD3f/ntzME6N5USeknObBXQe4fWIfrGxge3oAoAACAASURBVNZzBvhUiH6202r8kurb6MOeyyDf42TroLdpteijAzLthCf43Ovechjcdx8VgA5LVu9gqXkez9X7m6G9HXDec9j9zxipoMoadQZ36+XmsZPcVtWtns8Ekrhvy2Gf+Wj7Rfza5wxhcM+ejSMVRyn800G6D76cN6LXdx/y3fBo61q6WZgnnjGJ7nJu2JwPPsYiXRPArewBAeAkgoyjf/SnxzBG8OEpOhQUjpADopMPuJYA5zGGn4eSCNqtMc3Hs1Ze18lSF92cIErLwHJQR97MmZhyxKrK1fgtenOT8vL3zypJsQcOhhv81njMiXBe47nXOADblmgcHkz6JFoO/jmBwMu50nbvGvt7ziBBK9PAc040Z1paT5tW17mBPGy6Qp+vrZXkT/Tc61qtnXVYEv02wSLf2WrPxaHI0lclyVEsc6SORDHjLIe1/RTwfrntsKW9Z4OxIlvewZTWBeHrqU4Y+j90NsHNOJ4lnEUz4fMOWHUwPnQZvrNjyh2uxjYuxypnyYKnTzWGMImd7dhSWWkHFFRZd/DdCucP/S/beSbZRaFUmGInLhYcg0lDtt2ddQcXQ0sdvF6bJPoyexJb8OgNfC1zse/Mvj2P1HnmPwsAi/5ORfbD0J0M0Ljgtk2wx86aTCDfDrY5axmbpStW+0xerfeRpfM7NEPSGfQv2aHA0coCMGTWtG0T8+JUtS+WCL/jxEN+33Kb5+FPiCwOLugAmJ2U+u+hn05eNvnONuu7rJvWeCugEuihKEDPJCGXNp2mb8mzofEcBTM2jYL1z3pojUjKvG0q1paApv9uhmzBYl7aDja3DO2v3UfFaB04PkS81ImNVOSZvivQaz4bu/oaRv6sdvty/CsYGL0xGLVaiGfv3wFg/Bip2IqtYiwzATXmw161Xuj1An+wj+yJf47pd2NB1p15hb4SrDlnK2rMz8Nvu/reHmiHpEMFgHOf0H7bmJGbSRTuALDOvAXTktgq3d8dIEOX051hMIz3ceZpye0W0uvo7n1DRksGOuAx+Cy6YY/9ERZofxNTeWG+4R2Ojmi/8eEt64aIONq+EjzqIEfr7h6vlg95kcrbd6IXchV80/Tywtu298Yfcx0R8XreCOP12wRTmY5mH70Gzz36KAjo9Q4Aa67ukOjvvhNA+0gzxqBbd0e3LmjpAIdwGfv1kvezAEdXvZI2Pn06umd3MTx+yunm81HV/wxURwy6Atn+mne8wTJYdr/4ZugpiRarm4Whf60kkGKTY4ee9Rid1z6Xk7RavinZOOcZ3ucUr3jfhB+6Y0Zhjs8krtX7jIHkKY9TiQCjS3aMW6CU571taXVsS1B88a7oBRoLvl17hOeE5nY8dwDY9sKDYxkPCQnp4pfRWVdoLYYucu36nvV2EpYGzz0/OwDc8rYDaODHPj+azqei68OPY3/ZVJ8EDPPlBBLBP8iVg0u9VAmWdQDYfOREiEkeM36KPx/8ID+r/AM+smB8TqwHa637dAKU5umEwvEHtB8SmiYozb6DO9khY72iuaz/JjDrb427n6v3KFw6BS4jb3jOz34mWXILLDyn57vgaBIgWu+tDRlfrRI9vNJlU+C3DX4l8PrpU8u4Nt7zihs+X+yEB+hBfnHLBtn+Xp/37LRP0hNdMCNMTGLSHSOSHuuEw6x57tn+V3D4Pi124TdMYP/pHDXSo/N8bEdEx97FlR0A/kwAXb8dfvXG0zyHJM+jZwkA64JuycbmeMLjRLiV6Dcj9iamROWrtaLvV8bPONpDXCGIMMRmaOj6zfjeku/O5m0nV48Bw7ADIJk8lLGKg3G9WwWHQDUo3qeFjO6zAWAJiASjvxk2JpgxxAhA+L35P5zhtyO8N7qDie24ZG0Qls4Cf5bPhuXzD0JKNuuOw9nSkwnTDBrqViZHHDu974AMHIwvADHOvaz/OnL4vgX8CAIAIesSo2j2fALWJAT4MPmDvMpD6jXFwqpdH0O3Qds3RdR0ovvL8OoM2qzD+77nLym2qSS7qwrJSO3MURtwV7eoVlra2z7nmjOgOlgFfZIh185xjaszWAgCthOTAPBbkO7+7j5pL5Z+IgPWAXNXeX4LrEOrPcamI7bzBiahh130Bld8H0CJMneiQBnaLRfaCMC5EqCRnRTdd1VLHE/57NWewokHUbg4Mbrd9XH+PEQnBRmDRIs4mf6uHghY4owN1jXjaGp8K66uElWCggDLH0/eToy1CtaY39Nq2I6nh39xkjjQbhBoM8P8ScWy5hvHzwTkHLxjv5NprheGqu7gs1cchH4D2jbgsj+RibwA9O0Ia+MbGnVMaJJ7Vg5spmfO5tqWYdDCexUDutwi7goA6zocfP6OZIbOiEItAE6sn5jnVmCZxzW/eH+8nnqN2rqH4TVv/dK604Y5Ds/5Zic1Hb4ZY9fDla4smhFt/qwFJ4NpkHIqeOfD07lgdIbp9tr3F6CpM4o68/tkwI2D0rQ99yTDzetkHtzWUMEYW2HRLaLoDkGmK7KFeenvJAl8GlfnmtnXDgBnHX/x0RP3Wr7b5Y2BPobNvfY8I/I716J3AbC0wze2mSAxz2+HPN91BuvzX1eAm2bFc2Xs+h7P/NGn0NVW8yTIzdpS+dZZ0fDOMbCetrudNUm1seROjKt2JMnhtklTyKo7OeNb4sKtD8CZLVdbfxyQ/6zznyrxsZ5/jLBqSQ//6V7dsaF1CmvmeT97KsdiQHf4qgNluuYlZy457f3SvjwyxhXRQwzZ5223h6Oj3zMdu+JgO6Vof9tJHq94AqW3Y6vxMtgKhwOGF4Eg1ppAW4x5EU8GTIBiZUWeqTWMXIzzbrvnxJmK7DYufFrjvRIqRt+0rOsgFzLgq5E0GbRHr9rpPw6HmYw/e+SMnTMGvBr9Wnw/fvTRDWtIttzQ763/e/6hk7cuPmMd3HlgaYkeeNxO3WeNwBjwtq2P58Y4c+E/OhGZnmUYj20Ux5N4eDohnASvTaBCfuneeh5OrMjKxYa3fs59tY4PLz2OROl1t3zDwdNrPbKmk8ESnBS2Fc4ZWhqdCYo7emMcoz/c2Wfk5DxHz0syQVqcat2Eo/x4/Rt93HimK5pjOsweV6a7ZePzpTjFD7m/HOb6pjA1CXVJlq2AoHXT/2fsXRQsyW1j22NbGv3/1x5PSz5zMyKwiEhWtnxLHnfV3vkgQRAIPJn/Gme2/fcDf8iBezmqHFDAwadxjWPdfHY5KoKD0mo4fPhurXrwtRwystOmK0yC8nFQioY3vn7hinJkhDfX7jY+nPVeB/lgniHCyprwT8Y5gTA7+LeVfvNd7zESIDYAHL7AftWaJmgzn5MooSSIqVaH91+dfbQ/L3mQANDOk2RbHKddAawxxCbdRGs+Yx8fp/EzNp6VyhB1F1AwIUkIXxVInXgI70CjThY5emnkEHMFz4dWkQ/9w9jaqUgSOAFgXd9BQ7C3A+hVYbCBzWnDWwFCqeEkCuv9u//wOXSLVIJc6Hn0Obz/dbaedMSPRLznASTNwbe9N6HDjSfWgRsZaflSeJ+KFuSbaUvSimVI5nraLZoX6YC2uA+blff3ePTZBiWDP3Q9R0F4DxVWtV0wvA8uSALDu/MIey+bcOUcz7IuqcCEdcI4KJvvsMs66J1n/7Q53gGw7P3d23FIHtkxuFXv0v5wVyjRYgIrZfK/+Lirlqg+i77aBOWMLy3AnWD6xEbBGRR8ZJ1i67dfCBv/Bwa3/I2fIB2rNnkidulWGN34hjVkr541eOb6dURH42D93sFyy/nRGRAGvBJ8W8CjKEc3MFVDI3/6CDbk7VdCWMYfTCoZeLpw1atWPu9LjzwER49daznz4Ap1P+t17nn3om9wPkqFbkavhHHAxfM9wTnwPON4dXQYHHFwkvV51vcUItAZYCobTS/Ocx+/7vL36BHbct1yVyDh3dHE98zEO1DPXpX+RlZgd3YQDX4iQNv8z34iOYQgJf6/92aKfkdX0SHutvVsr0/ClW3QwbCL2TZpvgNQZz2nK5jX7uH5BADnyAY10NK+d9JS/Fe990SfX3+mZe/dEQA51Gtwd3nINVtgFNy2lXmtjxtzYTdyrTthKbgnGGG/dtsYN1Xfsu/Ny3Om83x4+2z1cXfZYPy3LG3dRbEKcuw+sov3c49Y/yQczZdgjhOQr64jrMeff6bTRH6Ex4OJ42ee4rtjH+gtk+zsBNXo1k4AuNdmxyl+WP20VZS0Mg7t3Sn2eY0SKxFFX8k3sgnpNsI7ToLcWQcSkRLUbF6wH2eK5NYPGttTP6cA4aEDMmZMqJet112LtBadEN7xqpcevY5360ChcCFFWY09u4OVvgc/sl9UyWu5M8/+dwn+yGdsRj3buNq2T6iO/unK+8O3IycP/ccWi0yhE0M6G+oHG/fL/43fMM8O7dv313skCWdJoMdmbM3Y62v96oLDPUrv2z4JNrOdceybxUIaTzDzJofAI12AEP1dFd4TAIY38+535zTbPVO0iVwlcRX5/75/CiZtV/LN+ogbB778d//9f//1PC+zEzDLz2rXOJ3m01K6x+AdsLmG+V50nEbTWouB9cIZhFYQmO8478sZJQIiynjU5MqgusuZ72yiMFiYTlOIgZvx3ZVwMFcDxDaydD+tZVzWPgD0DgDf1Tw3CIRpEPonI0+M9hCoQVTAQkAY9G4wBgjrM3kJRgZYp0rwntvLwJhAhjOIpiUmZzK/SuxNy/ABpf3eHB5zjINsBAL30+dfjsPn2a+2AMNvbSgty3rKL0cqGUSpSCv+GseOwRPrO1knnSUMzb8UZQsUqiE7w6MVxwKcce4+X2pMHQDGAdMtbP1+nEdyCnTwZgQba4WiiIGqTCcMy6XQOZNAe7MCkjgeAcLdCoD9uQJ+snz1fqqIbZymgkACK1Vr2f/H8anlOUo/APlHK5VRNB187WDqOq7jqOR5dyBJ71wQv3T49WvOHBgE5IBrySYHXj/G0HPAFqbSBAB+B4BpsQSAavlwzmT1+oaeZEBlnwCSxM8KqC3NMxbOFBRQcn17aPF8dRwo2lfP38laGuP5UUiSK27lPvsLBwyVhrcxJnlAllNnHHvvlqYk69lr53cvYQnEcQ/zs3w5Dt1R1GNAwrV3axKcjQbcs8nIMGS/eP2r5XKDutsAT8ZzOSBGp+gZrvj8TQA4AESb8wGWOuOHAdtwGCeAx5fW0LTZPQHgkYGMecESWjhCM2ubvdMyM8ZFKjgalEPrPBfwk8EBWF/dB6TbjjNlHUvsH55zWkrWOJrefH93cNA1OK5iWNSG83fh3dbBMb6SACYnyh9/KGNy6QqpW8aR4fxq6UZb0jkPT3ubIKgy4aFbV5rjgG1a633njOt5ufSEAHN2Y370+10xHx7fM+gOX4+hoLV9BxzH8fLwZY64SIsm+KfPmiLJavntqXIY3HMntrUDMoONtzB7RYZvkj7eujjXEBSiGhgHtec2GEvP6YoyngPuMm0mkLGYpAPACVpw1MftuO/sxNAUSuZf0cWZ/NPBpDECMrorYDqD18mG46D9x8NrfeTE6y3VAlTP70oEWqhCk8acxhjlRH3pwWczEvDIegQjSKrfuC7zJBt45ARy1uMJJ+75nEskAlV/+9sfpyVh40OwbjuuOzFi55f2e04cmOBRZ2BrzFpfvY8AeBs60LMdQJqv6elzmzAar6w381ruxhnWZ8gtFphzcKwf4nBygt5Dm20PGufsu+2zcIuu3xZSGLO9duG9zZ5u/ADeAfu0k0HzyjzB6hsoQy8eg/5Ze/FW5HuwYt65Ts3ls+VQv8+6J/ZKxr3YV/cvLktioW0o89XbwSep1q37/KwxQMErsTGE0fPcG1+an4fvOzjiNRzDXnzelcDIfq6hVToVkcG5sf1IBJJu0FpKfohWf/yxiX3qFr0tNtlfOZIB3HvGpgqlwRTdMrr3cjtiW0Z1V5wky2wSrDsvFFbxPj7rs+sXPPHou2pZ2vs58mGcC8cozpr7Z+yf0BDdP4H85/1gUfTwsfnELyObuzX2W2bdiRt7FBHv65aq4c84fUgwY4924gT753SnmAomnDj6985ozz17RBN7kkDXUjRjeMkft8hMBgsyrxOVugUwz8FWEsk7IHY7HFs+daVoMOtUhrB+09YdOgmTdweqEusTUBrH99XCredK4kPwwLCEZObzX9vX5r/yDawtENl2+zjoGJY9+W4x10FYWjyGvzYQBObuhCvR2echy/aZhAYFe4aN/S9+lG5teVfHeC51LBb0uAPADkZctG/7BblDJWO3sr0TV04A2Lo6tizyuXX7qfiV7f4Q6hQnjHw4Yx1ZeNvkbfsw1iOzptLjVEeWPy1ntq1N827duev36mhUhRNNK+TIcXYfbL6VYaLHOU+Tduye46znlXT68gfNmkALve8OAIcnUonbP21HRwZENh6bmgQe8cgzP8uUSbRsm090P8UX6M/pUhE8+fsAcCroxrk9gQtsdHSceInkRMb45f/CZ9kVlPhfVM16H7EE/tfcG7My/+O3MG8EX2lF2v5ueuL/0Wfd0a4DiMIvOORf+qHkBj47j2/WPomGSr4MJv2qskWWUAHM+Fv+SO6DYbLmwTB3hdvao9Fbd7BGOpMAh3mhgq/dndD6Q/v8SuCgjboDp9qL8i87SJk2siQAgD+/q5YXB0XwbQDYfgPJRpI6nCS8Or15lmBCEmUyhuMTsA9u+V/r56Ih+1Z13mqCH5Z7gzGbvuj2Q89nmNglHTA4PHIl9meNogvszXDyNskv7/3sSky3Tk8AsAPAgkTH//zQIs/I/frc9t/j3+sW59H9ruW0/XzbK+avOhKhk9yg2elyM/EDQ7R6LzGIpc+um68b/KFEX9bEg5734v+CEuwp8esJypc+xQfKuPwoy6wtNLmf1VTmvpfMnuf3ffhw24/ndw0PbjHPu+BOc/7zqcTewJf8JGFiZK7b3g8+ad8VMhiadkI3GCG2Uvi7MS58Zdw1sQW9s7s2yh7V0SVg+6Z96Jc4Uft4oQmFTRSm3Ik/qlrNvMIcnAmN/dV7WbKcOBDFEsQ6eq1ajuPvZm5Z8z3DNfZtWpi7UxZ4wwV5q3+6OGPtzre9Dl51Z6OJnVh/jI/I8g07aQRUdxjAl43fFTqDB+Cp7rCCTcCatryBd7JuoS97owPtuS4URG7q95uHm4/1e7+744W3Lzz3LS41DSwPgnefb2r5Ige2wh29lQEeu4cuM+MXpfMN33M/9vddwes5j+6N/bht7kmmeFXvjn/MdJk1VCdDrw32r+e0R9g1Tx7Z989fjylwDZ6F6gyqANZke6MAMOpSYTJK80d1yhBpKrY8vlGG9ETPggzInJEhGKLE8l2fl9JB465caWMAoYHhj8CBEDhCt9WfHA6rkJrx2fhR3gkIYCiH2QMwHaDFIVMGPAts9tKGHyDbi0LLDhy4coT+7b/kyNyzMWgVqFd2QOSA5cmEiNJ8t9fZqtC8FeYU/Wi5qfuosNQeFeDBae+z3p6bHFQfQkdIzGa2A2LbdIoOMK14iSpnFHYbmOG5+e+AwWx6MpwR2u0AQzmHhwSQpj3T86xWIKFXlHeqFoTyAipx0AOkbgAbWu2cu5WCnguAcraTnP3lyFFQqYGZnqX2JP2jZ2PYG3hOS/R2HLcgISM1DqoEaPWf5zjtlNg/VFLwPmMlHTI/ASfvYU1YwMjv3ixuKhg6a5J1gn82i1gLOMkGCndK4czYIjsCsLvCugF/nrt0OUZPfc4cf/3zV/Fr5t9naNzOSu7raojN5qoEhsnyu6uGNbZW3HYg+dpRoLPeL4ecxlQBuZxpGIWmd6dgaYGr9gZnnv7zmR8By6zNgoGu6kXBa3ziiWRBRX4B+L3ukgWnMmSBHDxx+Ffy4nE6ZC1iZP51zrXJ+G9+304N66xt2cI7YpiMgSVFV8bM7u+V9ff63M9swwjj0dfMC5kve5cEFyp71uCkgiFgL0JRyixHEhyHiB3+cTgT2NGz74Bn2tnGuugzWT8TmCQrBS4mwAHPk4jV2a0LTmR0715pfdc0BWCcbL1yXPZeo3IU+mJAZm6b/GUeGwOzM9APfZ+Xf3UQYQ6imRwXtCSjRU8bqbdDA8DZZxaKRieAqZU6lXgtn7cV332GUHdZcHWkjiLw/p7WMTNngLm54Qp+EKBBxqZSlyAdOCYymaD57rU5G2ScBC8H0sifA+ie6tbGS8E8OccjmCbVj42VOGP6y5mCLCBI0HwAL2/lYHBa46zQZA1UgLGN8tk6oi+ZlTjmo9OCC0SdyPlar8GE5q9HfzrANgkl0V9yVmVbkcGucXAG8enYMg4kXSMj0eNFcXryC+zbAOsMeOGH1sUaKzqr8Sq0uwNMd8AerKQppxOO8OEjV9ReVMlPc8a0nkdmLnsaGR7cmnU++vm5XvOHVzyeV0DzJ32hofQnLd67bXontRDw7/GDW+Hlg8tPECv0xfHsP1yhu63ecWCCKezgnwQdsH47lvS9OzhMhQ9rsfzQ+FB8mESIJGZO0HUI2hiOVlnM5Y0NckaUrnf778G37D8b/vzgABLWKf7uwMxxcEzlrjlxCLAZ5OtUowK4z1iSfSGc/Zb3sSNw8kKTlku6D/nFPumkUIKfe47zyLsPRyqyvoMjbcekaiLVqIeuI5/C6wkC0rqLM1bhXWwjJxNNwhbJEFQG0z7ull1OqFHSXzn4zhie5zW9kS2iiz5n3yF/uk0b+sl2kboySE8Mjsk67lxxjHSWfh9/suOJDaWf1c+TSWQiz7EZBnK3TTT75dkPjNv0tmwO/u8gfXcFYv1IoMDhsK2R1yHDHNvRa/lDaYTkjXXQ4vy2a0/L5oh6/3SnnqZFJzDfTvul7s7v5YDVOIR7R1+ElxIgAitgb+Jca73G3qQi6e6Q0c565h8bchxpZX+ZH2Tm2K5MYEJ/rM5bB72u7Y46zQ8EhL4rUuN/QO8wbsnz8NLiD72jj4uwHpnFuG1H6NwdRqjA8nMKv/uMWtHA+ggbiATJ9/53gKbOZX91L3mG2l13zFrCAmKZgdGt88xvwt+uBOJc7jkChDyqwQDt/PVYZ4JdLQOdsdO2euPdTQa+vhOdjU2UPHjGmpcgo/V8PVvy4I3fQz/xY8OTtaW2/SoY5k5eCp+H79fe24SAjONdPXoSIMb/SgFBV1gKo8QfEl7CpjTXuUpsjqYaehIERqfciTV0CWEe7FPm7T2KHT06h6T6xj/wZ+/Xt49Azs/QJPtNvP/w3mk/Kj75GQAG0zJu+9c+2sd6vHqmk1A//F+20dePA/39r4PesQ9EL7o6pJhju6jAh8wV+XzjujthNtenXa7GaX6bowFu+2GDUamEZh3uM0hVgENnnBNw834vX+SR/WXzjBmE/WFzuJUk+2N8QewXgoUnQXk6GkSG22m1R1+UvtP98XnpxWTL7BopEerIYwU87IdanGrKTZClsb4+T3J2OpL4Z5Kajr3gcWH3HbM/lx4fDKuZf0kG3BbP479TsNTvy7v6CKyXPkfBXGdrkrC5fob12zKCV1WkE6jespM561+SdkgSEKMQTOwZmb+y/EcOmr4OUDS/R244OWpJdjoPHT50sqRAT3zPrJ3IoqQl/AdO9v3gRc3/jUl2vxl7jn/sFYSf8Xt9xk9yFxggi0hWDdZNRyzWuunSdic6z3bsKCJ1KYit/LQSHjtfX90JXl8dErM+wXnSP0mIXv9L1iLBQOznrtiPPsxA2tfZ45ds+POp4D+K0zw9+3zsmMZDWu/bfs2+Wf+Wnt8+3q+/j1+vdNvyVsastdnCu8WhpsvYVfe8NB/vr+MHi27DJxuaBsvIP/7XX9In4eHIzE0gwv/DuDrpwjSVDio5yHV6du9P4lHx/9n68fyc+Dr3d2V6fIX4Z9dXGjpm/6V7y8MXzzPoLMi6gufokEGyfGyc6TA0vshOcGp913udeZ2il9I5puVkJYNDel9qrNEltfm8tvv3Hds47xZ/C+cZh283gqxlCNdt7kkG0JMpkFqeWpkc++SNn49cekx+uuUaJ1J44RQ9P3nswhg82+FgkngeP4+TdMjU9liSzMiYGRP4ILyePW7705Xcu/74q6EDyfGJT0Q+aJydYG/+HBvZoYWn8uwvQJwGblAlIPYMOA8I++hjDSwgeKtFDxMLkx/ibeYSzLeH2u/moCc6BpoHp4zuWVTuPY4mn+m1Jc4YYgBBGybr43tljaDcYaIdV8CFaEDGXkDHApcG2naIjYH5vwWA2QQYS8kuC7Amk+iMQxt/MsZb2Ug5IOCPg8xA7x2I7ee8AeNulKPUqoWTnpmA7563cGdk0lKgP29BDugWqxywd5wxyZjlnNHwUgzoVSjZdK+zqWzIxeHLmnoNq4VPB34OryB427LyuFJFfjbQZGAnsz2gqysORPNkhuSBL9CvVmK1ifS9BPXXmTicuXR4+pmqgsINgnrtyOqzULAsoYIjW/HO1kRI8gwMrZxFGeFChewK0LR2zLwG3P5F9X+epNdzNmaP7/69g8OmkQ1SbR7AAsB2HRcolxsM9LPZ0/yrCtqMV623EwBWRWEHHu6x9T64K/+/WpjfZy1/JXKQnYWTQmv0rrAIDfZM1AhjDJRuzanxOpNz1ooA8L+ehIw2/rIecTZM4tQJiBz6WIlLYUQ5WsGSLT2K0u+zQnla3gLoLzAOD5ORlZbSCYI8t/348Zm8z7PuwD7bD348lUd+r/ZP+E1njBiMP4Ar9BjdMTLqDqjcwCpzGkDwkVjTzurVAetIj17LHuDdMRBT2a/9qPlZH/4mAPwjK1l8ih6ayuReJ72LNrMtX7hGfL1n/wFIyE5LAPgrkzB6K4bd/QP/d7bez9UMf5yM/8Jm6CSBXRy5e7bIdnlAxmBAdtWC1omMvjVIRCjJuDzjBTZrLNxneGIAlsEB2pOcFp3Se6cDwH1mid7zxx/borLPfEmyFwbsOuuXNnGE4xDkvZ0w1wB+91RlD5YBzr59Z+inMvXWEzcfEUg8mcjPzCmCfgAAIABJREFUw3Do/5SH4UtakcLzOJO7UpR9RZW5/t5kiNC4EwQw9rtKDNzDezBgwHA3vbrVPWOn5f2XTJMcu1k9QZCnAnkqwwe+vrLwOSvoS/+0Y6Hpo/k6ieEuXxkevPcj4295Bd2ZN602MXoC4HfVgovh83yOscVVbUB08k8/h7XUv5pfMrvzIqod2Hf8u1WFdKWIIX8HgPQM0+TqwNC8J0O0HQ5KBGncIH1+9q723jgWN7FOcmHti60AyFsw0PV7lierLvoeo0jG1sjk4Kg3ndtxnSfEaS96yBFKVZu+g8dCz7cBe+/Pl/6Z7OBUCK5cf48la+LAiSrAxAJWpnFMY+ifSt/nMbuPLvtoMDSYt4+wad6Ps3aDB/7uQz51MghrEHqMY2YwSNYq9D0YfRLJml/NF4e/346Nr1adCkwkeDwV1cbg1WJX75tlbbkZR26CwKwPq4+DjHXFAae/72DkBrL2PGns5NaZ95l3r2pHO5TWJiMwcM6GZPwPAbWvTNkRYtDcZ/yW/XFk4zhPcbi084759vzZc4cvRL8hIHz3xpcbVKUC5UeSODZWJUbw7s/3PF9ydmMHX8/6jW1uMthp9A7AgGORfWG6EEzf3Y5Cyzf9D6wwE9bn7rLz/M9dQaZ9tY97MjHk7I0DjwTiTkZIR48EmPiRDRnnUBy25qlyQnuob/Fx7r3bwKbSPVLUga65ERwSB/B2jGr6mW91I2t7JbTxUiqo+Tt2TDZzJz6gM0xjy47t5NR2QBZh5RhrwvM1HycFHqfd4HCvzwTMxnbxGljWjb3+/K7bTpK0aDIPju0T5yAYrduJglUYRxdAeM+XfwT9m7GP03I2lrBJ+8fO4s0vyGoqpMGmyANP+xk0WBhH3VdS6QnE1Es6mN2JYT2OfieYwKxzeCEy+vDAHJlDABh53fZ4ZHNusqoomfF1DE1X0PiesEXYw/60PIBktGMjyNdoxyrXZg2af3qu7XDWvN8d8LYFo/i3EzahHdhH34Pz4JW7m17LRRemCB9O94WbDzJn9NRWE3XSSleBcX/bMZEfc+zRaRqzfrT17YB/H4dzHY0SWtdaQ0f7L7aYBMwuWc3ZmGmZGdmnhYuPZ5ISn3FRRdtYfJPRVte96DLBfoLjHQD2GOqMRHR86LxP+V21Kj6WyPhURX0l/7PXw4jvSlST29hrOxzgPwW/Ni9iw/UcoUFs1K109DUTTPav47fpADCBn96/utZ8YIycN30laNm+Umvlai70o1p8/LPWm0VTxk+Bg/4+XfI+rmscr2sTgNUQt611imLE/ymQemEz+SyEz+aYv9smOz68593CZicAbN2eZISc5b7+QeQue/fr6KjG5b3f0Ndea/kArIu0SCV4zC9vXvTeKjl4B9ChITyja8Gksi/aX8D4GVd3mWk5LNrQYUjXUnxGPCOJvunsmgrQ7HXNZAPNW1V/Y8MOIPa6vBMgFwv/6HhTR8m89r7IN4QAh/F9jwGdfduyrnAceUTgkgSI7uYS3r0KkSoAbH+gq/3z3+IY8VR8y13BThvit+84RSKNP1/4YSam54AfzT5lN4a2e8TPH//YjmqHLmOv3rgYnvPaFk11H3Y3z287RN//Uqc1sfbIyfcabTKtr7n2fu/7JLUkLuajLGZ9EhdavuvnJBFq3884WC90MYl+oVnj/xyzyE9XZj/cYd2fnxwzR5cwy8bRXz3f+DUH05QPHbn98g9Mgkvf30dQaIfdBZ6aF8VbbzpfVH/G7XU5k3vs/sdPqZ9/jZ8aWvUxHVr6s0+wWUy07VjT/IF/xwHgHwMaZ86dkQQ4sFCWIUPG2WQt9YrYcfIInhhhY/w8m60NhHZ4EhAkmJgWPpGoAEQMHwxhKgvuSk/mo3cT6BLqJJL+uwWI4RCl0pldtzOCFmpmL11qgyqGA+0PoN1LYFsxB1hZuD4cjZOJCtw8c5fkgGeBogFfVGp2tsSZcxl3GovuSSB6gxym42wCaBwjJIIwRu7bMo2QjBPw6wewGkPtfV6d4a8FVITU6wxbJNjz0LvCGyW6SeepcuwzmiFV99s/BSkCqTj9TIeAWBn3TKOTDQhs6JknQDpMfarALCwDCrrVVwRaZfEPkTTem2b9ntuBDWjsqiTOZDtKmAw7UOAz4CizzSjujE4MLl2eAGYEJPvZQ61AdwB3kjHgguPI836MMM7eXFDhKkvxVTuxHYzUPpTzYjKhZ82TEBG+asWPgPOwSqm1oSz+pKWqruv5Nn/imNtWE8O/k0HejjT27A0abn539ZCDmMinAeZ+9FbgJniIfMhTrNgMLh8lP/cn2LfO/6aTAa4yNa1MVy/odxw2XyC+s7v1jN1DKPw5N7Uy56PINcbN8IfnvrI3NR+yGDvTEADr9/b81XpyeFV7EHqkOihAzeB0MpgBhxjrVt41XvjPzylHVAzITVJKBtjooAvJfK0P/JexpoWGV9b6a8/yeDlqhknYLwZEkhPtTCpGUstvWsi8+Gv0FJWqRwdeuhDHyWbUb3CGFr4t+7IW6wA/++o66w2QePbTKAXkn3axElgwXiQ3aBX2MoCe+9opbv1xAvXTgeAFGMaA82e7VjLuANjHgXU5rEjEarkR3kgwG35cR99+fr4bhWCH4ZF6iz1Yo8wpjsWumLT8HeZEP4S/I5tI7PF6ugXrOmzbwbW6IvLgh7E8gYz/+s9UB5+WvtUSpvHKLbtEXYA39GIvdlAHXS2y3GdwR9dMAHHWwmNxS6F3EP82SpB/ejf02hasmk+MAu836SE7ZOWlymfGk4+86Ep+rj/GrTumXPjFxvLqJvRswY/VZYMVgmX2vbzzvM8D0pjShpjA3kf+xTFe2kAFZ9Iar9f7dqw0n56EIr17dOpXtVYHqz3P5z9hFCp8HEyz52LnCN3laBfJxac4EhvTtr5255rbQTJE0l4ikMl+JAMZOsrgueV17yFdd+TpyBGcczasvQbjgLHxM1UUlttqPf/Hc0EmeZIyB9+mrVZajvPDHoXf9DfnOx+88zyabi/HWD1PyC/tNEmXgKyBcdgkguKU7SCw97yfvxnOHQDuirTjkHXC7leHlbUn7nZnnp/1/eKn01pfTv6RnS3Xo6tj/yEv2nmFngFXLVEfDPgkEIsOqVh+6P7wYhJMNmG4aRkHV87zYlycg6XrEkyLQX/Wbpw2rW/sXLbzYNqHFqbUfci/8AfV6tv6NGsZOt0VGa1jpKfcclZ9cc/6/6RjJ06hI3/noPaYhjnYz/B6070rPanAaf5lPI354U/ayekaujnYnql9kT2QTl9yqGLfd0Z93jf3OaE4MqRxAB1SsDFaH8Wn8K4gJTgRXl3sznpvJe5hAe8D5r6OoHzfHRNO5U3Zpfo+xwclgNJymE5jek74ezCr9s/4OE5Ft1qx16besSsB+JFHxVPQjRmI1xKUkhgIjhKdqehpZ6fm30HOH3t8ZCN2cmzbtVPB2LwzA1u/RCeWEaCDvr7Ujsv1m+DfyHplRpLvfaZwYwLrvGMHTSvpoe3bflj5nPsnYaTwdXdT0RZc/9DyIbKsjySiSr7lJzZEEnczU+O+wdAr2we3fvhFtupzgz8kzrH++vc+dgK7IvPcgCH80UnfLZOO7Cw7S/e0ncIzDq91cPX5sFvkZg3j7/hxn22bxdFaR2Eg9kHmh32cBIJ/96NLfwSHKmB546Gmn8c5Yz+13qdCZ8rKFbCRntF+ejmz45g6xyTMmIOhy3Ywrl0fmvWE7EMnBgcP5zNNfBjfA0viRv/ELgzt7jaaZ11mHK97J2jnFtC6V/6sRze++Z6uIAqKCSxNO+2xj9eezJsOrpzjqpA3nv/AQ8mLrcwlUXsqxv5PjuMiYaZtGU9/pv46KuGZh5PevRZKbBMeSFccZGYHgPHzoNOh0b/+ucm5bwKvndtyx3vhdEjbNbkTX2P7DG56frG+9XqFp+/CALDq7RfL/smzrPOf/2VNRnbNGvcRcuBT+2HGh6DnEAQnAMw5pJ5TGRynm4aPrth9e4I0JmLe33IGX7Kl3ODBVPyHV+1nyP+Zp4SnV6fEz0NinivtH/u07bqECKRbf8oTJzFRZD3v6/VEp50q/ZkXSQO3eGqM7nW0/zuRT+xP9kHzWeMhSPeZ3K99f730hd+tv6dC2Xb+BvTwacNLGt+PAOfsy8kZS2By8EX21CbNkEARHqn9NvjD/sPBMy8cr04PSiRUxwMF7Wbde1qhW+GuWZRew/YrpWK7fdAKKqzdtTYdx35oP23VJWuOzMvY41/a70Sc+E8Sc1j8jx6NL+Z9nCnjWj9wxpVkoMh5kun0PtFMP5Ixm2CM03s7sOBnQH/5pi760D4xcb8DwD3/+BtSYOG1/NB/60N7d/hiL7J++je+3JH/l/rV82OX73M6edFiYmyee395zZ3wAN1ipyb+lSr37WYyHTbreZYEz/WJA1E0FrmALCMOp3HKXrz9u1+Jtya9bezE/cDFdIOjEwu89NWdyTw3uH+TOBr/aOIi7BURv45oOnpsFiYYYXRnCbf27yURJvuSnx/84TlmPK9iyFkr+K/lafZ26A3ePzGOZwFufHIYmIo4P0BA0BtODDMtqmaU3XaqW075bD29eFrgxIEeAw/FGGZK4AEgpce2QWWGea5roezNqVaBz//IVCNDgEn6mmYEbexncTuw3cFjHCsAO4M6MYSUv5wIIwwzfrKhEZAJAHNGwR0AZkExkGBoSsUJaH1VeLaCWAUymUle3OWoY8yY4SoYRaXnc6mVzxBTjLLVTrOB5pmv9oljjLYjdvvj9/OyQXDeZlO+DQgcuIAsgrBpiRMnbeiTdSeYJTpoTjgQW0Gh2NeBEF4FNKTBZwTeBp/WoROHUhxbAPk21rKJNgNFf/dh64A8z3eCRFIs+ryFbO4bo3GETfbXex0Bu5o7jpg+FPyAg+cZJzhdBtndEhnDJ8HE0BQBnDXSvlxnlcaMs6/3E5wGzzXIhIZtBHSAoh0LPPMGhAgjMoz52wbPM+ZT1XplUEFjDCtkBkkqPzKkx8nR513SrrwVUdZ9lSSCVPsAByR7Sd+Zl+UosGNaQGErq++AFLRMVZd4YgJfE+TswGcDLdN5gpqcz9jGB7y6axVHQvh3Wzg1/x7+1p4pME7sRQkk3a7tjH1amSZQQNuU7PeMeQwZy5tVyneVKsa2SOGM+XHsIDtccfJM0tme4yDTOxq0tPz2eNy+fjNRCdrZiFNg6fn3ThzoClkH3e04EN9pXxPU3AyvlRdvoH0AWTmoCAK6ymQqFN0mcH7a2Po6WxDZ0o6DziJnv0KTGxQii96OyU2+QP8C/NhDJ/irBzy0oIMBztlu69YVOjdAiTyXDE6ALqB8lJcCmGVo8k7xxa8nWQrZpzF1gO04DeosnpaHvv55TydLbDJS9J11+yzDF92PI2/Ges7xnY3SMqsDH6F3Ftc01Q5Q5uoECLpix/vl+Y9zX0RoQHgeECci35P5es6sHPrBS+0kPAzmPfmc0euza6KnxL9b7fk83xX97xZqOH7T4m6dAv0OstwPLx988XZ2hIczF8mAyMgIvDhskyR0KnvmgQ1SMS76zF2cAaaj6RScqvnRoknBJONKO0hXBuz6vXGKnkWbMa0bgSvgjOWpnBe2tAhGTUu/yz4Am7Zh4P3u1r57hn0/m7nk3/CHfrplPln+zdPJeM+RAlRSsadz3EcSW7Lfdx8yNjpNgFFfAeA6Q+0YIoMpms/83UNjBe+c0COZK2N+gvAdgH9nIu+6tBw6+t3YNZslmGvfKpazm01dK2bDKdlNdLi7s5DgKJ3GmZfgZd16nEbz+NUZ+UDXyOEt24aqPsnGbhGJvaTP//Y6miFdNYJ7t6ryFQCzrm68mRbQ2ALiBePbh5BJWnkHgHFIgaE1ZpxOnZS0iWKZF8E6qNoyyPSeY1TAb92lAHz2Nrw3KdBdj8AJ2pcOGKwzq/Uadqb2xi8lVg7zOwDshLl3APjg0UeUvDq5jO3W9uZxZhcOYK+tbnxv4NZxdxD4VPFaRrwzrrsFpcbYTpcbD2JvsU4aU3ct+urckgD6yIVHDIU2AnAZP/uOtW1TDHvmtW+fl/cZ5I0FM09VygZDal91C/nQMPaK+LETZC235OCYCt4MLknZHTDvAHA7z335cWgvZuKM5jw/TNL8rX0Pjj5JW+N0IgDM/MGPodW0i6wA2bYCzfdeHyXSWhiF1n0EVOPRprH0vn+sP9Z+ayyLzjotfv2urfwGy1GZePajuwuMjNQrLrvSjrcJACO3wD/HyTy2UejQZ4gdDXSmQ6VXJzkffTF2RBxP25Xm4LNx1oVvZu1G9/OCk8B/ArHr5Mt9I+uf3zsQFlmUgAtHWOnvtgc7gT4t82LndYK5aJK1Jhi41c7RSTlL9Xc/rVPCo7tf0TP4Qw4fDv4KjwQX4yjVR932ufmH+Rz5IfpeQyMZkWs6kefm1+CwTdRF5/RcwfiaC2ex6ntsmfDQBjrXcb9yH/8PifHtP8BmpVgCzBEfXZyqd0FIxpfk9XT1i/0bH+KbKNk3uUPLiP72E+zHid0a30j5sgRv0N+TpNEB4PV5Pf6kCd60fQUNf3QmM4/Ef+blR7FpBpXghe2U5NgNGOBvOUH/qWQEyzEusJUef4LfI1+74lP8Kr3Nzx7VNwHgv9Kt7CS/Dr2ZM/a37o+sDA7JT46z4aixOwD8RS/ZL1ow6R0FZ+6dF/9L8IF+/mvalsF3+GcbI3jtfX1s+NB9AsAeb3jEdmdY6SS3nITCsWdOe25dav6YNWzFe7Xw78SuXe8QqfWleULjEG6xzUpHqaFm4TPxf9ui7zXe83v9jrFh2u9FgUgnlmry5p8JgDBWCoZIDHKH0MfvRUdNVju8vvIUHjj3e13XZ63vwZ+RlTxp/yWh6/iJBvhiU+6ezz0UCvGEV6W5fMvy+Rw8tX4/darLeGIvdcUxz+I+xkoSV2OCPWplO7WZKrZLN4ET/7eeRXJf7wfeJZn79vPH3kJmaWyduMwRiUmaT5GEAsB3cJ09gPhZbLp+ibaRkMfIraVVqKNxktBJQib74yTmv/ZI7hMPxUYd+azA9tOeHv+BC2kmZnCOVSq9Jb/lVpVuXClH8q09Fd4YfDVFSR73L87sXv9sB6Rb9YObtwNN9InXwIHRDcL9l4MYkSOvZzwfo89E3/fxQ9EN+IJPFw5jE/7rvfFOCmiZlgSSTjDWe9f/f/ZH4TJ0Ruyn6CfsIrBV+Kb9oyl0Ymlbn4kHU+yz4wfDLW/Jfv97/OlKeMIgmYKHuzgzsmzxZuyUJxlF+8g++U0m7pbl3mfyVTz3c/QBe8A2tO1Nyb7IMOTGOYt5smOIU2JHYgvjP4CudG7ofUJQnGviw1gcQLytcWt3OMS/yviiK7ZDluMMWrnxffvdVAC3o9JfnCDcZM/MjclASouUOOwiLXuRnRmvzwbEdCbRqZCVTV/gI++cTCMzURarM6SLtQM4/OoFS3dgFwMXpuuAB5nBUTBh0NPieDKkMNRspzz0IECUjILJBq1WJbpGdNHQkp33rkSBCRyEnvlrBu00P3McI6yNGl875+kcoFEIKIpHlWWpojEwnMUODaYvuL6czERahrK5l8bv31p4bMA2PLBBtxygHqMlyoyfvl/j4DvTUQkAjzDoYBZz7UpVBZi6iieVsZtdm0ynbTng9SRrsyrdKPWP4u0gcYwKKzPA9igXk2wcGFScoZBvmgFa2qFg/hZwO+sBuN8FfMHZqmDC6f6dQLFtIXs8x0k12cAoe8CA1oNKbEBlt7HgvJB3Ox2bVJV9NdWsJ40lhhLGiRXB8KuUnNfmoYGrvKhYGz6HLkdgiu4jB0K7dSBBbxvGs74+A3fe3RW8XjfvsW3Z6r0wZ2Z1li/yogVsG6+893+8v1IBIHshvfipXovAZh6sexJoErgVDToD/Q5OpyIsCkdjYm+2YuX91klDq3bCZA0y4lW+b1nj1muWf+tUcWLAgBaq7alYOfwxADkJFnVmpgFVqjiQuYAb6IiBRmZuZ56yVl9tigkAdDDuGGaT+biZ9AnwqCVNHBHZu7RgbUOn7OtjCJ9gg+YzxFuQmn28tF1QR9JLGz5dscyeazDQHSdoKQivm4/mRXeSB4lJ9/ry9zE8xalrcZ9xo79oMY8Ds2WAZfAsIGcniX/VGh7HoqvhnwG3U9xr//CInLsdrEV/sifCnXhYScDZ9Rpb2wFLnD33fG8MofH3GYwnCKN9MOuJ8QwIuyt9Qpsxyp77qNDUnoye2rN8xP8ERV6tI5/76NzAuhoXTOV3sqQVhNuzsy1/fjgTx4DwtdHvjDsgc+XxzaumVTl1kEvICaocCCpRwZH1C/AWX2CEsH7sDz3vTuTImq6jzOtjoyUOLK+42t4rCaCTCuVsq04x7+SX3QfmycGXZFYjH+/kOD535dRUFYGNjiNsgDtzAjD3/mGPIjfQGcabY0SlckzydCoFRiZDD4+72tDaMLFzaozbH84cHM1vB/Ph78HgFuGF1Vue4IT9UQU/mOBUWJfhbV1QsS/bW/rs+cfya87A8zo6ILQBls+1117yunJGZIzuSnL9gX/Zp6xJOx/0GYY7Duesy+A+7aHnfRiGyOmTOFYCn/VkP3W2fwcM9c5Uxmw7Mc2VM3kIpGBD9L4jQIG9QtBW1/i5Jd+T5JLKDRIa2kh38mNVsRtqDyblnTg4vdcnYY53oXdu2+E7CPXOMM8zygg/LcTlQAog6P3gdRr+aAc1hvTOj2zn7SjlZ3kDisfk6N2MaMlS5MkdsDdPDmbaDPQk/Xr8Ewzrc9xMt7H/frRJHIbuQG2vBzJk1/t9/AJra7oPz2/1JRVmi/OOg3Xeuzpag4zhjv4JvaOnbBO9HGS0b0tiCfM7icTezArUypGBHbLXEbg1f5WNbtqar/Z4GWz2xajRe64GUGtDDX3kSScIgP/7mRpnkoDhtRBiO3dkD/aaDak8zpbT6Oh2OB3ZaD7ZxKfmDZzh4FjkYcsD29ETGM0axG68K/BJrjjVDKODtjJqEyTF0zqSQj/G35f9z3p3VRXOrMhJJTtO20rw+eB/1jDzXJnTSXURQ4stGjPybvj9+D783rSh9N1jqxy8PUJe17+rWtfGQEcZ39KW1BUY02mn+PMdjMjK347p8EbGEjt+7UitQwfufa14Gswlmj//c4vXOZKEr15BV/l1CD1dlSBfePPYV0Oj5dn1reHnYdxdCcn1YDmC2Myf4BYw3/Lm6pTEGp49Mke8EUzK6mMnC2+n69R7XEtvSQICUsNuxulf2LD5hrkEUeR5J1g3wZ+CI76GBKCWt+iX2/5txyo8DD+i+sHRjKUTFt4J5qnehZ7aX+aZakuNvexikecPV3kaAyYomwBqHObC/ASDkA2hQTC+5fvY0yRnNkYIXpxApNarHNPMUbLy8PnlAC7o87LPOwC/6xP9gkz4cUYkZ0ZWVXTz/rGhx7/afhavr9qEynZ6eCYB4EkIEw29CXJcXmPXd3ELXJcV8f+3fURLWsnj2O+WV8LXU6HWvtx2sJu2Djit033XZu201nXwL/Nt3dm8nbGEuuZjqsSn9TQ2WfPvXP3Cx61v0fknKXB4jeBeAm7pFIV8P3toqijFlyQRts4juNz6sxPHNbaDz0Xzh77W97N58QGGvylY2AQMsVYng3zRD7mJPIB/W0YuxhodNAK7ebFbpcLfOy91KEpwl0rz2Omx7bRmPW/xF37qLOYE+Ss4jT8hmKQKyLw+uXB95qEPMZIN5qIbYt/3PV0Qhm+YeeGPkB478YvBt68A0+wvMYaLGLSPhbef31v3Lx+Mj3D2md5HQgfyA13ufTSL1sllv+tQ9KMjyWwUgovoslO0NDrDe0HHdSiB2nbQ+vIp3oMu7Rtp/1TbtsgQEoxdl3P8F8InkYd9ViyBQDA279MzFJBmvXWPbDe6YYFzSfK1fpgCwuyt8EX8RHRZWbxu/8GTgGmboXwNYzadgH4XiOgeF4nYXt6k+5PULz4ZmWmZob07AdetzEVfy15bbP/uqPKu6A9d4ytADvM8ZE+u2U4SravY//8unoKMwxd39vnVKXQ7Aj/+ral8b9258bCxGWf9HYyfriCRP3Qo3uB21u1nXJC5LW+07tqEvsUKG4xv/2/HR9HxzXfu1EGQd3SY/Yvaj+IR68f3Pv6P//7vX391tSaDPVW6ntUK+64yIgDcjvjN8mW6e+8rA8QR/cDosUeP0NCdHalvwYKhoGtSkbHv+QoA93OoQNAdp63YGB1k4vtpU8FKhgBvoN0pQCyLvY7iu4WQSSdDhnT8528ynAkAA04aOGcMU8EyEXyMaBuiXtCMikcfI/v5/pfOeNO7pvXDoVBl9iK4yHhYKr5/Y2ORfQVDpiJGjtwopzYk+gnZLOsE9tQmEKbfqTaKQEvf/UNvH3od/kHgTedYX/LPX/882TOAl61aVSu2ZEKFUOO8MyiKg00/FsDnPNyxmGeMWqv7HBWP+Xmk2z1LYV4gdcHKtmTF8baGkIJmmderXZDeOw/AQGhAdQeAPa3nEbQi3GvXAMaRQEZ7C1afkfdkUOmVTfes1xhnrtYbAGJJ+RZeChDfgfvX+hcwgpfS456FTgLBGgwI3nVA4pRHtvD8GMR5wY7RrhjzFYquASQOHjJZTxbVTAsgfmhZwTOvvZ1fMeiSPb2JDgQYCTa86DDOEcZ5ElDGAfEy9Eax3w5pFCAGZjsW9C7OhtPvAeDZd/phnt1KxqBD3znjLf82bxPE+3Gu57Pm5x02rFDcVc1Ujrpcm2dT5det5cJ/6bbQYPK9zgsqz+c2LpEvksU4iuWI/ftp5XEbx78DGgbs49xsAwb+0mcJ9AjMraOSMyy7gutLLrfzn2pggzdPImd18xM+3L22TtDIr97Hpq9uFY9VMIhn3XzE9aWW4s4aWQ1f8Y7TXnJ0ZQeAueZ3AWD2XhvdyMOML3MkkHUIUL/QWv9kmR+DdoHymevzwg4A9/NuAIXMaT3o6YWKAAAgAElEQVSPUwW9bhkyYEoE0j19hmkHZAFjrEFa2z73uzJe/2Y00eGrl+79wZjtTPKi5pNOPDv8U50bcJxToRVHg/5vQSqBFe+BcbaHv8P7m/m9rVFbfjbA7gAi+5C5MAc+j7G4medkfefdK+v197uqLJNvHMezqRjhb5KW/MxHRuHkl1wkKeVUTD/XoB/AIIylHSHn3eNYCj8kAeJUfBSTtU7qgKF4gmM/Dq96wZI8kQDCOLKGz1JZtjJBtBQvknRx75lzrrgnErzj9SijzgGs0en3+uXanQwBmyTtjF4tfdJz5S6tZfbprhvBE62KxyzdVDT7kvmd2X+cVuKDeT+B8Oy593nZJ0hnOoYPkDm3wdmV5p2sgmxECreDzuSdAIV+x2li/VB4mH1znAy+b3FhJ09gI9wJn66KGQysfWEHUQXU2LesMwHgpfkGxnzN0Cq8vjbYttnDyb+B/TYygzffLbNTRZDOSn7m6PEw31QoaZ1GN73HH04gkJkx5jn6oetA40OcOxi2GN26/iuQcttxv35tq9msX3j1JAAXb0IzHHN3xR0OlhjWkyU+97t60LyXfbXt5PxWXwV/Ul3bOsTfoybGBpfcpIORE2ef748cF90KbzctDy/Wum915U5Y7weHHBtggoZrv/Tu1YIl8XntvNg1nAl3B4CNdSdxuu2bO5jcTiXmwkihadOnWzTbdnv4snGSE7Kf/yVJ+23HQGsnUD9625VgwqXY38WTtPjDhgeb9RFGjPPHesweyNrnKvYMuM54pzoU9VzftJy94/POnnV79qD3mHX5HDFVic8XW/9IDjtYbfi1r286n0rq50V3IL3nHayfMfa+bMyu707i6uDL5PbHfre4Hzp1B6ybfowd3YiDrmUXOED3fnV6IdnZgfhpcdq6RPcJx91HUDU21/fYENh66Ic7qH47ZI/PbfY6ieaZ62Kkrvha3lt7pPd6r+HLgVqtiaEr73dQw62fc7f+bdneFaI8H98Y+vjGPi9bY+yMffZ2lsFRaVqP07ITvdrOz+Ai8FqP/27+L34eGvteEpgmYWrl0+Anr7mC6mzY9R99BYBP94DndlrBJqA5yTojA7RPX34LX/8O4GZ/ZI63f6yTUkz3sQFZZ7CYfVSle9/JLMOvzyZTZyf2lZMVBysmgau69JgXuXaO9RqMyZq2n8HYS99P58f1VW4VorGTks+nw8h9JAcI9ATuRj62L8Q+rOHZ5jf8DncAmE4VzRfmu+lUyb7Tv6+zre2zCe6Uzpfeuqu8vW4j4IX5OrEaee7nD2bq5KU7yWn9Em8s3/PlWSTBE1xVAJh5sJ9E/7Yfs49Cusb/0OXYAccPGD8Pa0GA8u5ohW0c2bXFQAmqBgt3oUR4J3bQYruMYmVpFvgEWo4S3aD9vZ6nc12pfAoJda3woH6+AsDHf2wSZc07scTr7KQNZEP87v2jIaLzggnzjMbKh6+9BpH1/qztv9ljX74S/MW6h4r9Xg/bnzpyBUf+yP/zHvyoxkfq7LIJD6F35nD4Q3aAbZPM+yWXhZvkG/X+WEocfVI2ppqh9RnNrP8dT7iPSTj77aEJOLP9w9jSmxyVgZxiGyW4Pwk1HVwO/80cG5uNL1yVpfoRPoBu/nf28K138P+Yt2QjPf49Ar7yIWkfiK7xW2h8JK+srncCsS8M0RqDU9CooabASc/Za0LLTVxmz6CbSUr99cRR0Ntf9Ef+vH3j5b/3fg7BnHBjv0V19/O+iQ5CXnpdhj9ITNDfrcdZDziIecJv0ILEqe4ScuRT4Zwzx0nG6diO6OaCjeeX8O7yP7qQQo4vPmGPHJk3rcmZY1fxd/KH7qOYh/fcMSX4FjqYz+bIrYOrtQfHt5BuNoNdJpEPHcTYtVxej//+v/96AsCp3PqfYfDOQuelrQRwIgTA5AoCSB3FPsbdKMi/KQtiDJTerA2ofziSn2dLgHuj9Nk1HxWaBqlky1iABoDBDBojGXi34IlBPsGSAQAIA8AEGdcnM0VG/bSBMw3mvpNxXoau1IcCFGTDY9QYILpFHoAqBHXmR2VE3or5DjCcTaIAsBzPz7v7rKHDPC/nUVqwoZBuYMI9+pfWFV8V2Z3t47GfIIS4UsZWgE7mkFZLL4U3krPbycXBus4kg9nHaKfdt56kALAdk1LKz8MNIuUUsUS+z15JBqZ+7rN7j6E6vJwFiIK4ldYCtgSrbucqRvwN6BAE4skGnhidDigOz4ZfMT52UB0A7n0JgFllvkqAZAaytO9A/jHmSlGzr71/pt3Gqdj0IkrxR2E1398OVGTD4b1ReAjD8IAqNJI9u1VxZG2KaeKEydy2GiB8NtVWA5a67UL20CoUAFgbGLd8unnyzji/DXvub3Av8dPncN0OoNB0q986M+1VNTwVFJ3o8b8GgCUff0MvWoEevGzZlD2pd/gsvQkA//ozQIfKpjga30AP+hJoQWdInkieBSS1BBmwUxVkPKMV4lcA9gAd0y7j6FY9tJc5/Dj88gKszz0OQnH/BPXYD52p2M6W5gm9N3Io7QEJuHWGOmcSfsnrbsFhA6zCIPCq36FQGYEWVUsO/X1N64QxpOSw1P7WPvL9l9O4A8DvFfHLjtHMmUqsB/M7xm8FgFv+/NaQsbGUfXhXnUHL6MX0Efnb3wOms7ff8+hxw1fZS7um99wAQXzOXtPfyDXJn388Fc3tOPA+m9aOouuC2zzJGb6W0QHuydres054HxXA7WC7x9jyoTNYl++ypv8pvGOHdgJIgDzJ5eYJXfvn7N8j3zAm5+Utt0zrkcudiSwdCY/ikNC159iA557oR/TUGocxQvIy5E10+bZjQgai6xacJ+ua5/Yz2lA0TSb5Cpq+ArJVQcV+hnas2yuTV2upsLHabNoASCZ067CWBSeT20aWCKhBUw2/FYsngOAA0J5Nduxw8b4NoTynK7RaP908bNl26WySm3KtNlB+i2zZwOHdcvUlJ8vwZX9ZFj2fc/6qnknynw1UuetHUfnaZ1wJuA+GG2Nvee2KUl2bQuMhUYHxcwn7rg1h6Hd3L3CgbwxggsB6DoGiDoA3djHPXXLo6O3Z9z/PAHrzY69P6wJV0UN/EufAW6xnV29hT2necWSt81njlB1DhVHw4VZ/MQ/GrrURP+ZonrfsBBOfJAoqVJ6HtD0YXJ5M+xO4ea4hGaMxu99fLd1vg5sxaDD63U6Rcg5RhUHFKesML5CA0M6n085+tiB7v3n8zz/f54yDjd8B4HVweDcpyU3nRdceRv70mM2vtnHZSLtJsXnBvabPtLA1P3c3nHGCLt/nmdrjnThAq/tggzdvNB+/5VicllR3XNvPc128h3xfh07jI2Mu64KnlfNgO+aCMwfaN++ToKJnnTZqloMZzSad5dlnzcf50foh++Cvx+59Ep8fsts/8SSHbyUXzwxT3AlfrBnPEZ76D1fihwc4AgqM0PQSj5Kglj1UgbPi5ZvGug+96/cz7zlm4VUBPLygNekgYuyh7Mesf7C8unA52O3Pm3azluMcCn+Mv2Fsqd9hxcaU2FCpoHhXmyLrfgSnxN6F6Xa+69c5R0Mo0eVJTCYYZtpVyz9kK/TjX5JFfH3p/zvw6sfZDk8S9+GlqQBWgiO+JCcCCquPvWtH7h+7sF5/OpI8fKqxIEdeTvHnnZLPxgMKhBk7aj+H/pbLqjxGvj6/+P6PCuOuiuR4NewR+Iz93hjhDgCfPfWs/X129NF/YMNnXG2biddsb2iIz38kP2e/hOe+9oIdrU7MT8cH1iL6hKqajEwOc42fqil9Zh1mLMO9E4AsDHLjIuaZd4XeVPqY9hOY7MBp1lsJ0sFlYnXWLYPO+9HPyDx9luMehJ9jXJk2z/WaD8GbXmePYWxW/EYkLHaBxB9//HECuczJtBcIePikKx27A4bnqoDO3OQA4MifHj9+WOOvZ52Mt48f7O1PbV+TguNNc72o+ae/a/lgMrqbQvAzgYDQdxMYv9avCyc68fpcu24zz4VqzuDs+Nck53d/rf83geKnuGj4Io752bNVABH+jg/w4PbRha/1edaf6jFo0YE0xhd/4sqDxbjr9zp4RjxZx6lsYlDaarM+tKjHf0pCWo/P/Kfptz1REP2FWx5+EG2wQXtt0qFRnQPyKS29PZbp9oTsSrBfL8mLbmx3xjepp75m5JTZQ3J5ZOjLR/PMATs/uBp/zRsbtT5r/6nWSfwMJm/M1fKM8SWYngBcxkXwbogw2Lbp9MbayDGt+/g75ZN7Hsy+vrGO5WJhi9a1x//9PO0+Hq5lNAUwPS7Gj3/ra9+edVGc4Tma67bHlu8kM9MFgfVqDL7yT7LobQ+ejmnDk/987LhOsmKc8E0S47Vm7XiQTgsWknBC1xyMil0oWT381LZCnp2xo386QezszRk6GIw5aijGYdMBk/2P3RR7Ii/Q9BO8HZ/S4aHmp7dPhGJK00LPeLB3KnmlezWo4Az228FI0wVF4ycA/BWAp8sIRTUkTCwvEl+p89YtD8sfopHMnJTQp/el2CgyigJO9k/r/9t2uH2amvftQ4U3aWlOAl3jsPZtNh7VvRz3ZdoMbr67OPCOuzrd6zDruEfgyDcXWWW8+SRgBKcXfmzDbB5+d704HWrMp+D17apjzDlFDubXSdBmLZCH8ABzshz69csr5IGx2Bj8bFxvLDtqw+1Enff73SyvTKlhhna89iDctnUM6yzoKjqUajN6G+hU23qxxsaRwgljrwDvoI2zVVX1MtcLN3WWlsZgJWNDagFeQC6IIg7rOFPi+DoVRxOU7gDwyTR6rtXZf6dqeR4nvaENCKjdzJZtmbvjXQGhsW71IsZ5ACfBA1pXtqMGA68FMIKnM99g9DvjvZmTa/j3BW5w/olWk6FMALbBWzbbbojjtJ9N896Ayd4+AONpHxP5nmew7nd10Y4vvEGFUTugAEZd7daV3gvGsnBkfLXz3YEgNvFM6WTbTHBNvNQVFMcoHJ69AxoNbr4CwOYfMtgclNKLt9VDO6DvoPpLGA7oX0VBgHuC9XMWUScA2EQah+MxrM55N3dCwwZwEfRWuM/9OI9cLfJMskFEK9SWDy9nmRVPlE23ebOwtSOHvVzff7QYikNlz8i9HXw4Nxuw4LwiGaBbbkQ+vs9xsDExCQqdPOBrxVcESCsBAX7vFro5wyJZZGRMdisPZDP7B6WTdjxhUismreGAAcAsAWAyIgO2uxI88qaVNHyvNbCiE18847vPKPisOilg/3IizkMBvHEeDFB6Rh7ejsOFM5oiF9ex8No/5fg68x85fAeAWVfmFWdaZC6gFgBxB4B1T+slgj3KzOzq8B4b8gXDnaBK9FdG0QaQHUfP/wVMpfXaP+QgmMqWddTHqHCFDkymUJfvDZ2Yj5KZ0BU4WnKm4QRZJwDcSTjotzbIWr7fzqCfDsJ1LCVDfrPQaWUFPXe8MeaowPmqxGTdOhO0K3kPnR8aOMGsgLyrBCXKH/IoK14810D6GNtyWk3mr0LYsBf8h+MAOcD8Gni24UAAuBMi2L9kb98VjG79KAfxOOr0rt5j7Zx4AeECorqXyhn4QWOMvEl2KGeZdwD4TjBbiERGa3AhY+vAwTsAvEHQO4iXtc9q9nnZ7IffguXraIHohxxRoXFoff/4IwletwOw8cRiJ5uJx8A/bfKvIHTWepM7Wv+KnrQHs+NtnAY4GXVv65YbwDctjlyygyHBa7AG170DThvEwtC5z1D22O3oytPZ0wSAtU/isE4b9A5IHBlVTqS8f41Y01rfay0uw2crFpaXkZt97Ve1cHhh59+OO3Bdj48zh++ODZ7ZdIDAQWx5fzmIQ5zFrHcCRgy+zeLvoIrkhd6vteVMVz/Pe2yCORX8o1ORnqfAxH3m6gaAE4DuAPBZS+3BWU8HEG2V7hrrt06CtJz9aEG7+iN7su0x7LjxtxzeEa+A92T7hHZw7wT67F1NYK6D36Ij+6yr3tpOvfEe9kE7xdppqjc7wPdMwMHHZ32R/79rAR3+isO1zyPuTG32hfXdQzscgupEgvzC3uhqIWSjr5kEVajTVXTsx25jq88MAwjiuQJ5WktPsC28+N6DwbnTxvk4I6IA9U4noK0pE/YEU41DJ+PZlsPCCfAD/HN0v7Eg+uRni89OPCLJCcdR+weYh3iKoxOSRBcHfOyqUO+/Hl5TIOYSM94I4J0+B5I9qs/CH+LFtF/8oZPqGaITDmQCyy2Pe+83JiMhJThsdSRVAHcAGPrRInTt0cgMbaHYtrFh8NXcjvXWEdaDzT91xig8CC6S3sSvAPZvR9bhsWcMpw3dAKUXFi59AE/jgOwEFztQpxrSc/1NJZTeS/CCCvvYlRMUH3sSvEcHtrYljjQqfPsVACYpn0RF5CEBYGFFY6kK7nfy7N0hjgCw99FDKwLP4mHGK0du/zQOxTYQDfqcScuFkQneu5d97OdRUVT7+jW+wcPBTYsF0g0kiXxOJNKjxu7+xk3hS2xL3XAHLBcfVuLH81zRI3wfvHAqygLFguOEteb9HMFy65DWxbTAtIwwb0i2Le7hmZaDMbEiT2xoj1w3zz0Jzg78tc/yPsNz95eo5iNxJqiBLGi+bL8H8hX9Jj4S3m7bFrpJ7imgw/6BXzo4pfvD+wFgCUxEfttvUEe28dyTDFn29FYycTZ42lrDJ+AIbH/k21s/bsCMrgm/CwBjCzUG7PO6u7PAmffYQm0TEQBueZygye6uQ/9pFQ1vez+Bl06QZgpPJsjSfkoSF9g3km/ypag2rmUm8g+cTQC4K4CPHH7ef7ogTXKeKh8ZY/tNs+dzJz4rY4S5j32KXOB6j4P5lT3xwgsP/7ZfuZOR70A8wS/o17IL26R9c8u3GTw2QR8hedt7fvY5OkjHOmyglwTC4992ACrHqKy9vxWoYKevADAyBH/iwRXCbI8vjn2Mja0EplcnnJmc1oX90okt8uc5qabGT/efO5G9A//BlCRWr0258m0r77sjhzuTPbS4A1y3LwHeOPJ75iE7Bgxy8O3znfYUOOHv7qThlbS/nAp8fXKSu0qvB79sfEbXvaqWzdcTZJzCr/BWAp7vZDZ8wouvdG0HgHst2zcCLtLYtR4OPnuSUYpOlJkOIQQhwUSt66yXxj9knpv91XzO8Tm2ddTCuoLhPxLch+k6nkbrbgrGeLbXTbjb2HITdNoOxofWiXDvJIsIPfxh+CN4R9viTmyCEWad4jdMPEoB4LRLz/Ew+uwf/yh9NhgDX2YnZ9vWHEHdscdTbTuT8vie/8k/CX6jo137Ujop4azJxB7Yx23/9L2biLC63hw+4xcfOLHoma/4H/OK9b2r4jveg27Q+MDT2z04OPAEg0uWsx74eG2/fB3xYVkRX67xhIq0HiH9VzvdmwHiWJ1zYezMf59Xl02zbc9uA/kICAMloFSG20Kt248FjGSzkQV3NtW0CGHCBCDIzJODPa0LhAAm4KRqu2ecnMHp1lCTeWHm1p42mDR5j+P+lVVjkFmeLV35UaHZ1V9WcC4pF4VGoT0vcRX0JuWezGU5WKVYX61TvIFjPGt8ZBofASKGJ7h1Am/vDAOvXyn/nn+3sPJaPsMUSEWhxJD9XjsEC4ITRv13BmYWfrM8Wd/hiAGiS2d4Zh047wAwmbltFCMstiL46YtuabDnEvcZDTGUAoQBOuYEGZEjOI+yh/A1j94TOBb99Sgqj2Mceggx0+wEVNdA6tadVJRFQCUIdFeEx/hI+yT9kIGu322EP6Q8Rs4YcifA/VxD0IyMf6+7g4rrOCHwtwBoKzuR95t9OMad55+MU/jDBqcE/7RQxsGiiemdqRwKr/3IghyDLw78IPY9oyjKDQPkPqOwA5D/VIBrHF9ktnZ2OAHkKKzIETKr20htWQFdMtmMgwxn89Ezn26p11nUyNoef68P70dedICu9wQ8hiHc2as4AtZhtM4RfbaZXTGEtQy0kHeLlDL+mv3PvL3W+Yb9sxUJMQzbgX4cUz4TaXUHGWenRYv5OYKyFfZxkM1gel527lledhLQnsnwBtLZMw3sm79k4DOmw+fjLMiN6xjZDg54TSLjtrJorEyPbxNV2kD177NvpS8AAwS872SBY4jPnsr+f3RItZGm5SwGH45J5m3aPvuUzO9XBWpVbnm/vcDdrncDyn7ufQ+8Y16/nNOdpHCDH+RH85sy/PoZgJpe3/scaTvZpgJDY0mAZ7wxw7t3RvHdcvDMYXxyDpDS+okvn3/BAX7PsAQymkCu6LlOPiomtz0sbT4t/yFy6XKM7dA5e0+yDxq0fiZo/NqzBRC5HznU8vx/nvPa46wO9pMzw07360gFHA3mgQoSkHxQ7BMDwIkwo9tOO7WpYpMeKFAPaSGDaNkJLZut+q4GX1pER8jQuXGosEBXDW517IK0+54kRex5guwNWoxC5xPA0WLM+nivaQ/MpFo+674T0HJFR2i+eyI3tdzwnjZO2wAotMZASgCXjOAwb1fA9N7kXCfwM+2idQ1nVFpuKKGtHN29XrzfgeZp9SqDqBMroVHjxw6WnzV/BaQjyyUfNd/Gj2DATnDEiGK+Mej/K5WC3qdqzb7dRfRZ658TUB38jdPKazABZ+jYOhCbqfnAyYl6/rSZ6gqXzCWODRwlx2YY/L36fis/wIv+zvt5jVJXWDz2UHgNoRtbwDp9sFaJraMLw2TvIzQYe3TsVudsd4joXtFceKcxMw7qk9hSDNxrxBE9L9k+zpe2g7xOUwn77wLAzf84Byyfxq1PgPJ3CWO3Q173nhbyg99J+Pv/GwDWXiQAkoBhHEw+x2xMZDC33RkPrfjPYx+7ZPdNHKC3gwO6vgN8WwkB3cAGKwMGT4+O7gQYli0OvtiLlgXSD+LTkV/+8KHP3a2E9neMvStx34lQsgX2vF/WhxZtZs8XHknGfgfbPC57X/bYgdy3+INEmE4SvZ1wvOvGjmvTb7DtYNHBTtD2BM9Fn0kwPfQuPXw7jDtBN3w7ZB99HzmzTiHNTXyEHQqGOH6YuY915H4SfLKWTyDpqXAlQNWYQd9TkQhdCFb058fmm3WKvCBIFBlEYpqfOSDJ5+SVb4YA/dteXv8AvqJ2qh0fydVCGz6+9cM7wT08t0laoS9n2BMA5igPd/Qo/8idCIQ95YRY/a/kM3q7kxAU8NS1fX613t8VHPBwy1fJ4O5I5HVVwF66UvbQ0F/33vYnfAjGccLFdOJhT5rtYL7n9z5DHVkq/Y6Mbp+E7aAJEPYRHXfAEWf06WLykaDd+HQLGJSsmYQ7jjxrexOeRda3rXB3P4vMFNOOw9pzXZwnWRL5X8drTKVQ8yD+C+zh7CFVR25w6pWg633Xz5ykDvkdB99lb25nGtak3yF5p92BvGSfpz3oykzvvek80cUX575Jrj0yarec6cMRCuic1oF3NV/LaeRLNHCUnaGI/WOpmG6baHk3A2A+6eCSYocuSGC8+qxtJt2ocf04QsP+s+1KhA+Hd3XF5OrJnBlre9LJgdvqlj0JnzohykzFyCYAafqPXef1NSUGU26w5t7rbR+sTI/ebTqf5G13r3ong4RekWv6be/LOBwAlv4qvWR/lu29yG34OAHWd2HAV1KF5c44mtiHVEIuZfLbJj/vnDhiK/QIHuI94uuMLzZJJwAG/22AOC+YNuyPwCEJefVPfJu7frp/59dBqXveWj/vydFtzZcbmFz9ovG+WyinQ4B9fbPfToK7eM3zDo2wvV5B56tTRBfTIA9bZ+j3tiNJsMHWJCEcWui97gI6D1Hl/n0Ep5Oqyr7B9gAPtD8F7HXO4LYP/l1c2AG+lgVgOI0pNNoNdssbrwlzFR+eApvEOo6MlF1UmPJfj98DXrsTMkTPFzYZJu6CmMbfXjPJoPHjhw/jGGrsSXHQodfE3Fi/eY3FyUlgKP4MA27CWGTU6l/0mzsgjF3Onv8KFkM75A5HkDGOfB/aG/tceiPPHpniDgAbANZ96mjx+nmuN09rL48+ZEngF+Oziapa91WkthNmm/4dqOa4nASIJYO1FimKYl8hm17rQMdIyeuJp6XCPZsyCYVbER9/yySkDO7GF8icWnebR5QAUklp+gz+fvm59fnzwubL9qPEHyBf2vjPJ4G97afjv3syOf5SVnMAagKOWgGAWG+oPtNnAczsrucuKYZXle7MtME+A22DtRWmN2sFgG/mb5DQwUyAEpuWv8XobezeAeCzqfDdz/6Js2fbOnRL4dCEjRbjvXzJfqTG6crgHz3Ildm4m5RAsdSuNth9Rl0HAr9K9cN8cQLqR2PDAdMMRnulbKAxlm0ghEkM3J5pySku4Wf73sCsotVDrN9VPEDLm1l7kzLGe7MS0OiKSs+t5tVneBxgXGcZ5NkZBU5s/d6B1XuDIUjzrvzXgYB7LlZE2icC80x4/r0B43EwVQVJ06j0jYXHv1QJPlW8d7LFV+tbAI7WP9lTTL4Q50lUiDC+A6QWfHZOKnPlaZkoKO4qguVR7QP9F/Cnc7fXkGkSpK1LzlcjA2fpp7Flk9lAGkWVFoEyXLatE9f95JE9w6KBYAOb3zlw9V4FUI8B/Izh80yd4TlluJENmTG/K1p73s1rmve7tZAc57PHBiCxB+6gXvPe4RM5ZOQUef6PTGj2e/ZG9m3L6XtePdbeTxf7+s8z/ud3WqD3/LjngK6Hv/z9KPs7o0k8fhTrZGuj3AGb7D392+3B/+6zkPMTh8bbmPrtvCaTXzSxqen70rLk0KlaXGJQ6Pttz7nnkQdohNZreNAmODKeNfVcHp42wHkydCWQOJMFENuGtuTPF309ZxtY2cuA0wTAq1Vat+o8AY08s88cBRC0fgn9/tNVri37sh5pV3IHZdpxkWCMAg/bQi7zH4e06G+QlXXLnl0HLPsWgN4GCb+rmpKqTdZbdOUzWrVYH8wFkjQn4ApYnMSSJEu4XjdB5Oe+6ODcfRvTptAEZ/r8eb3slxwBE7xsXmxH370vbJwfoLfGO6bfVvIAACAASURBVHQB8CWgKnkpWpJxOrwgQ2nO6EGHJHEjnUS+9HMY9NiW7/Mu/Xn0x+9kO/OTTDQOwdB47hX/GJdVMLyNss7s9ZQewJ0AsP6Y5J8moC6Zibm1E3vAemkycrn+eb8MuS/Z6SkPptXjqNS61wo5p2d8BYAJsMAfctSi+0+w3Dz0rry6DTkqhcJTCaR5jGeu7wAw330lITmDelqouVODz2lbw1D33gY04+e5VPEmQWCoMvtU6xKMFTmgCXNGnI5r0Dv9vAs387do2Z1O9CzJc40x79oEOwJ+Wa+LET7+RAZ18lbLnJ5nJ25apjxfSj/HiEMmxQEp4dRJh+2wMG88zgP93PuLcbcNwrA3wSocQ5JAV2DpncZuz/vtoJD+GEdSt8rlmVS34egzP4lw0rWSsc+v3S0k660uB2874XeUxphvfKt3uVOR21sm4MZPYy7sj342rfD7sy+nje7tSjbsF0B9t91q+66TT0/3pXE8dMeEQ7/nPe14+aIDPAk/wnPHlqmOOOiqU5ks2wDbl709+8Ty0w7sdCBQooUxuUNJscEl85PcOjbdwZ6punrNqSsoTjeCbzmCjRA8E4xynFbTerJxpDHXg0GooodO6Gv/Lafw6Pnsu9Gpz7+dfAm+AB9qvsiTYwdpf9qR4rDaeS9rkTPVlibv9VQbwE2G9Z4wPVa+tm2o9/xTCRLz4/0vys/zX3an91S8OMYsD+baQMdHq9LCZF944sVvlUhl+s37TdrSXTipW1cQ4OMdYDXsUK+t9Mw4qW4+19qS9Ng4RoFYeKwdr1nfSagcLJ1k4e04ZZtXtkp1UvJerSQv5kWQRnrT++Ef0Q+hQ3jpOLmnYqkd1C9ajbA6CQvTqvTGMzwXHj4Vb8+77IAeR+YGGDcAHNyWiir9UKF1eMj+ktD7+IM8hzieT9e61xmPSQzChndrxOqC09i4dWP7LcTHKiAQf6fKa3R2LfipEBqQ3P43XbaVLfIfPZ0OnmNEwnPxBXQVvLrC6H0J+mMn/P0EL/75K9gEviRx7B18zb6Elqy5/WbqaFQFF302Z/PwruUUqTjQvRVvzT93AJgk4X5ej+Xw+gSX4wfDFhmZIgihqtqxa7xnxQDTyQG+z+dr+zDX11xGbjZNen5duRzcGIa/k0awL9Z3EhsDsQKuaPvO8vu5hvnzd8a5KAD5yRFzqbjmqI/YX31cw9kXJT/BrPiSnEin4gvtd+2ph5exx1te8ywc7X1GI/yLPcnaQXf+jp+2gvCii2TgbCZ8X7wXhzm+JvA6CYTxkz0yq9Yf/ad7+sjCxjs5qil0XRm2AeD2i2Tsw1fDX8K6ruLy/stzWLPwXJIh3FHgVeEcKmKrsT8bt/oz28eVAGvCJgB8bJGS0zyz6X3rWvZi67HghiS728R4/iORuI/4egVWZq6qsEVXEHPgiMDMJ1ietd1EVD0g/onWS1qO+6gJJ8Q/8q1/TgB7eGZxwttP3lXJGxR+yzz7Z6znJkFkWql3B4Njlz2DwP/g/Tx8q30cRlpfWRhiuykefKWPa90adwULrH8M3dzroDiR5yIZ+zzHCcqXvYbd8bsW0x7aYM2MO37ffg/ykyRxXYbfrX08rMtrf1z4QdfYp2hC5w4wVFfq42c78mt0dMuipl3zM8/rjlrsCcndI3ML230FgIlt3X6DWy/52Q58m4Ce0+HzEoKW6VPgEb009roqcacy9ytxHL9Y1mcSlweXfNGadbj/lb86OKCTVIKD9KNCjsaqN04N1g4us9y/jjjE7vIwZ953Mi/0R9a9jv8Uzw/9zH8TGM/z8kxjs+ffFIuML9MXPEeEKoF31CN6aWmwyUm0gea5WefIcHSLvvvyv7UdMq89Y9Pf4ArGC0748tveAWDf/+vP5xVsDGcoTibvtBFigGamykATkwgAS0hGKUybp4eod6CyGeNlWI1hcio4rgwJNtSt2GnR1D3mIW4LOz7D4NbfIsyX4MIR34bHS0FeFcBtKBMAPuOcDWbD6DhFk90jwapA+ZsmKAHAGt44jzjZIxb6E0ADUJkPEYl5Igqaud8thWG035WWv9YnNu8xfnHE4GRiY2KgIxQBn/reZ4I6a7IN8cy/g5xpFTjtTmVAEyAcosZgmSqXEs6sF+v+JaASzA+dsIV/ZxTrmlcm4pVZpfdYiJTig3fICoLPOtDj56KrR7LtmN8JF51pxjp+nfUDWPoKAB9HQbFS6CA6ayB7RgCAk3XKXk8FZEDZZK6PU6bXDT5GF1GZofs6GeQlyK71zVgXYB7wONsE/jptQ2YfB4ik9RwOtNBrBKsdKARwNgAcZsxZJgjQ8OfMRob0w7LIMXj3dlD6rBX9z+PIzfqMCmJo87sKYL4/FQLXXuZz5EX211Yxm27PPI6zeB7YAeAvBz3Ocl+OATFK1u+Q82Yc9ADertxvA/HIwec++MsAzi2qQ1MUdZ+9eACdFW2AAlUwOTNplaPV8CjkTkyAp9qASdJKydc510tBND1XzgQ5nGJoy3mVM/W0fr3vqZ4QiZChOIgY76t9zgtlp0qNbhQxwDdjqysMXvxXAZyzn6YCqiukX87AK5DteY1wsv4xAsqekCOGdi+H90aX3JnUGBbm+WpZobn3GRNfhkbO895uIQ6ceFxal6lAYwDzL7oz4x1MMYkzL0ft84y7cwSkv3XdzwSLZJ47k9kV/nk5lYpnSNWlgkpIfQd4JMBCuxqvoQzmq8VWg9FjYCh4P47+u11867DIzj4TTQonwrzPGoRukQ3T1tM4bR2/dzBDz5Au6sQofXYC06Nfe4lw0IiX+gx7jVnyTcvm6pvLyBLfCW+R2UwAmGevIZsbG3PlA86aWfzgc+3h8eeFkVHBSHeQq6uo3md87uwI9IWGcUDJcCJYKbnxn5YRi986aHnmYmBfSYMa/vOZ5LGeaX09a4Tc7G4XyAnToBww310oaDWUyv+7HScyNzLg7RBGZ5kPHPxdvLWJjZmV5AAJYRgy//qfX49MqPOfr8BzB2w68YaKv9+1edL72siGrvdnGI1koIMB4WGPuyF0M/LzOzo6Btj7yInr0kPXU104jqIW937fJL289JYxe54YXR0HadY+2Ir9i550kp4SMM9Pqiu/fu6s7eZJyUzkJAG8bqH+1cHI+nTmR+LtwfbPDM9RN4PXsEv0r/ZN+CWJrF6LwUTtcGQeev/ZA0PM4PvteKRn6Zw45t/4/9CjW8OKxIPLt3pikwa558bXN22/HC53ALjp15n/xy4Y58WZ7wS0qMw7PDGdqlp3QEfjmkkEYMxUWh48PXLiHUCO3GlMrGfK8awlkazWcURgBXBkr4dp//CQWxM6Kz2Blc5IN89+ONwyt8wc/sa5mGSwwevWmxMYcfBmr6fDQjvsO6Ft9UK6XuCIT4JcKt/vM+rbNjSOkb4CP7WdZ0z95k+c1JED4xxicprv4E6wKOuLPDg8dm9lbTlhmklUuzuAeR9pf2H72z+zyXk/ePf5nn3ejtW20ZE1ujc21bvDGR0umMOdjKxpb0vWOFaNbx8F6eDxVIa1Xmm52MFEPQu5ove+urNVhZnWY/X0+6gfj/NKVFcQ9LbvzHqjD3t9GZvejW/jKwAs3EiFrN75qoD7aFHdMt3YpNatcX+vYTvhE0iPv0hjt1wauSI7niPUjMfccYu9FN5ljcBE7bMyzSbBAD4ID8cRaT00Dtfg1e0w4j3zzLftRPCSnqVAQcb2TnCj5Wh4euzyK4CAI1W0tZ35/M9VfWNHZtxv/R7ctpWcliMilQNA2T8nWGQ/0OLHNrm7Qpc10RwlB//+t3+Ed8qfFxkcR7DeSWW7PlNCSYkHP+4OdvOOVBzJRjIqOF2cwDDt51k9kYQu/YR/E6CODs/8uooqvN/7dpLFRh6Jfn28GglITR8wN8fACNeKV0isZz4kIKC7LN8ef5L3zPh4JaPjp8gAtKbxHwQwtcy5fW3CNkdXubPMMwaOhhqiv/2YvGM7CPb8+tr4AkIrP7MCgMHw15mXp1I2s+9ioyxOGJx3QKM+m30/094LnyBbnIg5i3Ba6I5/+bY1xDvr11XCZo6fuPmwK/HB+/ByFiOJ3fnZDRrYmmq522/Rvs27Oo0xtB8eH5Le090LghUpqsq6Ibfbjxx5s99LVhHgl//htmO0s9aft52yztnESnJ5ntcJ98hsU+FhwsUkS5MO8LGOGpboSVdJfLfIUGPrB1ep096xBaYCXM/A39IFPqIhiegpoJmzxSUhtf9b//2bVt+M0eImZoh/KHjpYr22nXUNAWDLFcWKJJf1iJLhem4XwNw6B/46+2ES4PQ5BUwJxG2CA/hT18DzSeRfywhsd+Y0fgiPx4V4mefa3Rt0jv7IBR0A5noFKu+f4JYkW/HDkZHYTj/8SqZVuhF0h6WXnTSJmea5wVM/Xq4PZj7IdXwH7TPCL4IfVovVcS4SxEkoQscSAI79EQYRedpfBb4/weLyI/sG0ydFVP7zhZUnieC5GXsmHe2mKMN+kmA8x+umqyHtwJun+F3P/6rA7hbQ4TExa3Bc5GCwDYl9a69nf6Dbmm9I+Oni1JN4ODxmnpp1dtHpYKqTAGudjV7Kv68kiFr0227RV11USRLWzSdtn6Fb8R2fBPQ//3tX5mWAzyKi0NxCQyXPs/Ec3JsWiO2g0ouotKBKoCsomhkwfGAmSq91zVF2MytGqYXuALB8DQClED0bsluqvALAz8C7TcTtXAJMNijIEH72mKcFEQD9LMAYkGycKHAFniNocgZBNoarL2fcArsn4LIPe63rVwuffhZnCECTt7KPAAIoBpglg4+5WKDLMC8DvsG320D4Z1trAWwbwK0DdQPAGARN2wM6Aaja/Gpr0JmHotHQDWeFecTIIhkqQTn0608ls75ORiwbPXM33Uf44OCPgs09eRzZY7vu+rzPkG6+QxggCAA4P4CohYoAbDJHJYxaoBlgSkDN+ERHj2X45XcBfox906UyrHDYuObNjgTNTXska/zzeVPt+wAKWlB+gUgMHsZLNcoR2OapNe7bAYAB2Ywdh2DOk2lDyRUIEwhqQdiOPlp7dnCwgz/wb48n7WxYgzWMUARa27RoqaSL50FdoSIF72Diw584G05QaAwD84wrQmLgUEV0B33527xXVleeHRmBAUfGvPn4Z4G+M6va4ZO9EsyQdlC1d4vn4bF2MnJOobK+U1EQ50LAQZyK2TCZnx0n3m9pF4SyjEKXIZ2gOz9tuGFIEzBEFunadmZwLwDwBpntLPN6TsKtgvpR6hsdeLXtF79OsgoGq97F87gWXcS+wECxO0AOa58htK3SATM4XE+ygALS49wYEgb4an28LpFn0ZNvHtiA7bYo6v0UvvvbCV5rvbSfaZcU3lnk3u1vzoLOAwlYex2e8ZGhH/2eTNPzY/qKV3adtT8JeqI3AKoduIr+yNpovGTYiSad2RZ+QI7PuVoe29vBoetuUJU9pPGEvschP5mopssYuBlHZBj089pZr7xbX8XgfEed7g4G5iU55mtvHCQ/BET3st+3ui7PF73gBd1yV49pHaO7QvME78I7GjeOsDg43/KZALCxnYPPosVUelr+RPe7y8MYnHaIPo5TDCIqajKPze7OrbSfBUPoI/h6s7Wbn+LQz/XnecHwR0dD5wbX8GNXcb5anM9cPM5nDtvGbvDjJDCw/gbxD34TzQ4NZwzRbRkUzo/50/utqw27xWjePQb88zsOtvB3HHQt98AonbDlffK06m+8hp4Mr8th1YkEca7xc1qZHQf2OqxC752v+dcBg2nB90wS+YUM9P4Zx0y3gNaznCgwAU4b1Zr/DOTIUOkV0XF0FMcAsBc1X3RsH1EQmm0CAOvQ4wsP5YW8DwfOCQJcrZ5wWnfypTvshJ2PQ9D68SHWOYLG71iHMWurcWGwtf5IYCxOI9qPZbxx9DKO25lPUgo6qfdo+G6rK94G+Rif09ZvvYSpAEP+7Bh3f4aCcZhBU/NaYdfmA32Hg2UTNDY4wDvuALCe8T6fahNA+4xdv2sw4q4tumDbaCKTyI5unm2nZXiJIIHO7d6WuPt5MN0deLCsmgAJSWXQInTY5DbomH/XLtFfre/QCY0jco/wVvSRzrvNfSVb/T12pnhprnH3hX9NN58k2Ojvte3nM+/1N5Yx5rVMy/7tZGbkdCfXktira0liQ04SzAIXMf5gg9hFdDbQd664VMKKMUL0dzDZ4hjL60mgoFsRtMr4NvGCarQkGJaj2w6hCVjMxuoqL5+HO2fgEcyMrA2t12EfuxWn6o9KF107y8UeQN+1Y4vxo6u+kvMWuyvpZG3KV8VD8UZ0RLCxAiqnQteY/c1/r04LZYdkr60DtBP2W68c26/sgdybmX218AwdN1nHLfWkp6daTLeCC+Nsr25B43i7A8BdYeOA8glQ4hhce2oLAUi834TpU4lVjsoO6NBNzcG8ae3ewQQCNQTpSHLYoPMm/wVHwwHB39mv0XXC5klofR9ZhPy+u5kdB7R2wmAfEgza4d8yW28fUT/3iAmSMCtdnOSUTaiU/894+en40UFK/AnM5vhYBqfg8E4i/c751jPGB+OHEm2Q6+Ep6DNY/Det+sGMVONIBNwVopZHD21Tlf10a3h+wAv2B3oT6WxeOnyNjnQyRPgRW7l9ah3Abp4kyedOgmCf4FDOc6ejx0QC4ica22mCEnone1J0sn2FQ75sEPxLJKonGJtntQMdnxQ0Rr7mLFPkdRL58bttIDr7fTtAgIurNXxl7SWZIf/dgfPTPtZ8KT9V/FoukpHucMJCsCVywjSzXZ6qReb3Ov7QOmrbwh7ZNDRGT/Wz78KSDlJGhg+ehu62gRRhXrsHTvd6PWzTiVa6jYR1/ArtD2v80XapAyKu0H7eJd/PbIc+UsrvrXFo3eBp7DswQ/QFtsDY47ICy3+BDuqE0w7k30fkIbf7CEitS3zRoZMx7GA71j3r8O5Ao/tc0fnco2OLYqe9W6YTwBTWwo+FfD36F7w0QpfERiXPx34MIe+OAre/cWXctkzXPLwfPB/x7BZaZD5gNXzaY9+PAHh3Fss1iYVon7QjcJMUOni6Y4pdgg+mu25GTmQc2NsnecZJ6RTXVEKQ5CL+Atkv9pfQVeDK8PGeZSSSCfHBmKZTGEcAOIOoNu+XH8j+MTu4x16eID72sfG5ksgqec4sX7KPa7vlta45+OX5nQAwcji0SYLI/yj5aiZEANg6SbhKCYYTN2r52F067vXBttU7nMBR5NMeTrLe0M/7ADwb3dMBYPbJ2beix6NbbZc8k/GRqZPcaSExsQjkrbH0KcaRr3zXDXyK/6ITvUlUa3szS7lxnJePYAjbfpIOTqMPjTemW8yOZH/rALDXufRN+AubM+uHv/AkHavDhzoByq9hP/fozOKf9rviX+uE9pZ30bdJjEbO3AHgV9ymfBMZ/3RXmn/5TP+2vXoSYZ71O4WCIzd97UL04zs5LaD//O/3IXYEHHBgiVnjyJEDWW0XOkiWjfKe9F8+Yytg7u8GamcDDuCUQsPZqAF2BgTBBwm000JK+lLBhVlQFGIqeceoe55jQwaDrQyC4zSZM1hOmzCjZIGFfT6gFOLjLNgI/wZHW2jw3giHqaKeSihAsBhwgwk5gB2QQpB8Dcp3YBA2t4LUcz9aMwsIBdTnajO4shw0pgIxzNECfnY7cyFbxDrAxh6VeDzznX3bFdViNFoAA3w0PzuTB5RpTX1W4fPFj1Z62nAOUK4C4vdkKK4xFANnN0iCJk+AY6r7TqD7nEGXgIfXolt0TaAZZ2w7hxAiVF9jMKklb4yfd5vU0HzHTuCDtftd0A+h0oYegIR7Od+RgJbm3wETXcdZnmSIQaMEOZJZdgJAk83cCR3sMSr8cJ6f8b8U9zjnxnGFQZ0ARfYq+5WsKrEaigP+4Nko5ROAHTCP4c9aQKNWxrSoJkHlKwNRe0LCPeevmVprzIrVzQfioQ1oeP+IdqzpBPYM4DA0J0sd5d9VgQIOuhcDvzPGv+jQDn9lyGIAcbg7QaeVcQG4oQ3gcQLoVt4JBKEYcUi7WsmtvVaWxXG5iSkGEs/3Mm6puEJe3CDRgGfA1pFT4xjy+KxI5VB95M0EjAlAtdH2rgzYSlHkM6CA+XZlysrHJFh8nUEHD8WofRZXMuhSlKvM47zQXopRmbNyJR/FFxjNomUDxDug4uCb+Qu5kH3K3rj3/rYZjSw33eZsJ8Z/9kweGWO7NoR5ayrcb30G3+o+gvv6XePEaL+TkHrP6X6MXPN8/M/+YX0il+OgWF7B8In8tcHmwNU6ZC3TtK/K+9OBD70DQ+sO8iMveYb3sowH8Xjpd2jHv1TUWyKQzKD3zKQNgu3FXgegBYjnHT3vcZ3r9fc48wU4JzNy+XOqRAk46/7Zd+gHEkaytnk/obI4QSdpTM7AcQgyBkD2GhwrtOMUQF6Eh+FXHAaiWXgbWjPyPCf7dWUTND7rb12TBAacbLwH+XEnrZgnRw833rCRNW37Q+R0bSAhoTFA5M+eEQ89SFrxvqWiyPyFw3gqyIaRcbK1fKbShn2LQyLO+tCnE3iCw4IpFYyInEp2q4IYJIDplWo79koKmj2doE7W+SRGTjcDOtg44GYn8DggjZ0mECG+07Mmm7r5PvI68qX3USeB3Oug+yOzNulp9cHPzjXoJRxkGDo4rNrJad55xp6zYhMw0Q+OZRwQGGzdXq2zcd2RqKyddkxnm07m8fhKbFA7GCaBnoxyaEBC5Nm3k4hjp9TgGxtz1xlhHjd7aJ57aDkGMHIG2WGbRzi1WndGP6/BingPlpPdsE7O5dVZe6/VYlNofdqz+f4QAVo3rsxe3metkyF6Pjy2rUqhUe9HPrvlslYWI57WnsxN9Ii8Fnh8d+SIPg/P0vUkezwOwtgqO+4OwoE/E4DI3oy82MTK1/6Ydcp4lOSWSgfGuXPKZu2kj+5e4gSsU829OOg4T0ZnsFcYW+gPnnvrr66ACN8ip9+O9MWFA3drgiQQqiU7uj1221R1OPg6iadTyRcsMjK29kLsxa2cCf+vzmnbiQDDLbfPHhsHn/dLnUH4sick48chA/+wHjyHhO8OAIK3DhnQywpWHJtxMbT2KC1+Wy7o/tYRd8BgcdjqS0uekWvdVSn8uxg8/Lv2Pbr87KWpwsTGbvsd3jxY8Hl9HOiLr1o2om87IIiDGv/F8unyfuuXvHOxZwf4WrYx/uZzfYZNu3t1AzTco2uc7PHs/+58gj2XvbLVpsanSrCe5JdOABT/4svSuOWf8hpMsKjbL+e5ox9GySsh8eBJ46B0wNNP21jYz0leSJA9tiSVngENWfttIWzkWAlvHDURXB2KbEB1dKSrBRdvvoIpGuPYBuh7zZX9n0qu3avsW5zifp/2ovCp/u028RM4Aj92wkTLFxKbbAdf56UmYeKdoOPuEfYDZU15f8ayOunuhnccs8JE1gUAqfh9CCKzd9i3WpdUBqb6PDZqsBv7UXKWAEvbJh7T8z/ZyA4qju+q99ld6Xn7b9DnkuN9Ri32sfnwGYjuO8lQ44cIlooebxy3SekJZjZ+2i5Jgy1mTUkyq1waP5eExdjm7y470JUEfJ9h+rLv13cIfY69MRX9d8ePcHnswyTLCe9HF2EPO0n6oddduab16mM6/KRZR55r/1StrxPitb6lbw69FFTWCo+NZXmrLgUi3eD7o8tmn9/HzbVc1hiwv4zdl0Wf3yULgn3lX8xzw8eRJ+FjB9215zWvQ4efmEZYMsm/skFj3+udtmXF7dPhLzSrCEEIFdlUeFjva944x11MwDy0zoRIEMavj59JAdhxQ7+efwKMU8WNPG//cO8vxqd/mz7BAznekCIadJje0QFcfz826nHCax+V7yHPf/t4CULjI+FyMLKx5fgbcn9spqzBT3/E7T/w3KqAJ+ep7/o4Efllw8+Cec1W7imhz+v8tOrvHxLnCRQin5CfttVdNJXihI7tHFvJ74rcwWe5MQ7pkylcGP5ZfBb+0Jq0TIpcW/9K6LfX5p7wF7K19U3vz+XZTazmHr/3eXjzJ/iLdb/x2c1rB+sPxg1eW3usA7Ik3r8r19/+FfSS+EQ0SUJK9iuJ9RpDIEjkXuYrGkZmbBHh1Z3gor9tHvkLxteHTvaT7f9Nojg4S5/Txjl8eTx9r2R1j2+i0i2To68TBF+bYONa6HNiX6ydO+US5NbdY68TXzITVcGG319dA+54XhJSEk+El9anHN4yj2q+yMdKaPtZtLH61rboMxH91/5Mv8jrtnyMH6zH34mlqw/uZGvts/HxzEXoa8butZpY665hxoAugb9IIjRe//UrI7wz3CGUbubsnW7ZsQ9eBuxNSiWgGKhbh0l46W/AbWc4BHAnQ/qUYp9qqixeZ2x5DFJ0crjof6VRbwdHCBYHwmEoa9F366l2irKIZCJh1yLQuprDbVcup2c2xVaQdoDDwmwM6dAyAPluD80YoBNBrE8HTmXBH7oCMhbnv4KsRjJaf71/BPM6OPL2M+8KLJN9K3rS2s8GFucqlUONzGiEQPOD1k0BLjsS6vl+r9c3P+KLrtzejOdt57PZiiQGQP9wCnTuAHCf3/nKsNIdxwjYJAY9Ixk078znPnss73lnb7GOZz3LSfKVPaavXYEq4DvOvgYZbGqAv55LBlUcYptFZuD3KBY5fAiwdEsnQEsIlHG3AD6B5eEh3p0WUSOpK4M+VcXLcCgdFtT72wAeR+8quNvA7gDwod2VFRUlHGOBNW7nBffJ0NsMKTJ04Ytwm4aEnGgF5XV/6Hp4cGQNQQUlx5h2Or/Ie+lJgKkzWMjqXIMZgZ7RsfeOk3syh05WtFqpT+sjgAw0bhl6+MzrOJWABj5vQ5EAfFqYRA7yQ0YgwXgqLzpbbY3cKHcrFx0HUEFl9gFrcjK5JlChz3FYtRMbgwFeYFzoBxxJ9/d+zzhtqHgHaNZ2i2NnFMxvA8B2gD4PPO10njN1NMMRTgAAIABJREFUdBbz8wNdaR+SquYZpfdtQE/GU3JHnxrYKRFogPaAh3YKJ+BLpuWCZeb3BjjfAWCynTEiu/IIPekzihn2JEjoz3ZKngvmlw7y0oKVcUkerLGTM/n2J5nh/uwK5MEn7Ld2siR9SYRco5QkonyMIbeO1B4zsm0NZvTF8izYR3qsA1+MCwMFA12i7Xc0evOMUOUmZFHhkSSUj7MDTft3VwaNIXp1ETGBSOb5MuBHaR7a6yygy5BjXjhZkCcG+ALt5diMUZBA9gku41xQUFOOgtIL4Z/V5cyZrPDeb71OZLV6y9UXoudp4TTnGtESCP3M++8AMBWQJ6N1nLDSFf/nLzKmQ1f0XXBI+DQ0XAfK3/9YGeng7mQ67x5KlVu/z8k2BlThA+E3t8hyy6+0Vycpqx3vJxFTRttkMeMYcIuwOmeOQGF0EQkUBPp/OnfuPW3H1lRWfa0f13e1Sq7bBMLTSvp6eFeKJxlmzru9rjvJWfNcnt+VRV0NzvcibRwr49w/67YBZAxf6bmb/1pfmA/Gmc7w4vjOOh1DUUa4jdsEgM/6PxeQzX70WbUw93XPeBX0b30E/7nzzYzfFUQjP7uKl71Li/gfa+lghjZg+NoOo9FbYJU42LY6K/s+chasTsKJhzwBkjthrIP4zqcqx1ePC6cFa3YfrUFXg3N/H6FzegsSAFrZ8pq75Vb4v9eQPWUDfc6g5r77iJLWwaHzBoDtRx0R3M7Idgh5m88CJZgkHci54NmP8Ad7liSZ0OY3c9NYJLL87zoUOvkKDNhj9JrM0ratCo/pDOJ1xCXAExok4LHBnw1u4Dw49EGMXkfloLfhI+u1SaBDbjNn1qMdfC88auf6JMM8a/KvB8efgFbJLujHUTwe/2gTJQeDNR2IQssYr6WK8T6Dy8786wzMBLSiI5B/915+8f6sQd7dAYBxLCsINwoP2p7ADvbR6NhOPApvTneP54UEIpv3CbglALmJexZCV2JadEDojIzpeVne2R4mcEFwbv0u/b6GfreTO39PwqHWaF7UFXrLE6lyksMX+zYyKVfA74zZAQFdr0DJ0HbpSzKfHqDKzcW/GpLsK+1nB26rogqbWbijgyDeRyeBfMbzPMdnhM5+8Nz8f+mAEfbZSjLsBJK5kJHWEw44z1EdlSCXN4UA4YnF2fiR2rGs67rw4D6irZOA7j3ZvAzmCOEXpSWotPZOMH703LE/qrNP9trIQ8nHdjboSVpcyYsJLkXujb499hTvL0/xa7AJmJlGs3/id+juV5Ng6QCYriUBHOwUO9HzueQbr9L6gEfhRxKmw5NRCm3fHj54PkcmRT+lwxY8hvMdLEhwgEQdjQ3SWesPFsqRJXT/yUhtb3oDZyw/j4BIW9dy28x1XQUmbNsYOP4S/b/jOywfnjtFjG9PY+gE+N0f78RbkToBzq0qJhEg9Bx5cRIQdi+RkNvByzsArGekq82uMUfasA88ped/ZjVjkZJxCtCqJWkbKcV31mEucAmmRg525bX3WAVXnfDwmIT4FG8/cAcdTzHBBIAZyA9sqkRN7csZZ2TaBL+ei9dXtrLh5T83j/S8JX+DJ1gHy8orAKzx+axJ3IKjp07SeyekDA1sc0kPu2Xs8mjWg+O0dr1MvzOO+Nz4CfbNX2Arrm2dscUE8c8fvjJ/pDgr8wy+R9frOr2v6WcrUXvAtmMxw//ya+uulz4b2y4D2E4LPY7j+1rRfwI92ZMz/imAIkDHkJhv6zmwYie4dYK3nqjkEmO7o9+O6XD4hYTku3NDCJnlaZ3c/hU92/LNfAUWwTbpyub43EiO7vXTa7yXJCtsu203Bn2X1tsBrotxF09FPm7XrJbdjWVePKg9P/zcxz3IbqQICNp3Qtd2HtvArFivjxVNrGj3IvI7ci5xm9YjYGOTW7i55Jc+I8CLbOrENOJ2a79K/q/dkmfGv90/7UviOIKjUyeYCn9FD79xSyeikQDD89vf2QlEyHmv9yNXjJeqEB47Iz5J2Y/hp95r/bv5+yRbxEJgb2fv5b9gRdrIR9BpTn1soK8dmxE665rjN5/4GO9A7uH73ULYGTP4ava73ye8UHupW7S/k22DncRrsbFSOKCuBv/xGEt+ZBvOHQDQd87Mnwna6OhuA7NKTew2au9AJ4vaxsabkUKkTeRPBRTE/REAHur2Js3zxrDymQXrpGxlcBvLgNXO2MDQ6uCjF3yYBSXJpnsJTBtNx4WdUVlIhImoEOUZOStvM3Zzb9ri8rNVLHHI+pkzv95goYeyx/7f//nHE4jyj957FPP7LL8DQGdsmyG044GpPf96zgbUoyCoqCAwrLmiUHUvGR8IU1q/MseWLbxHtGhn87vaLJk9EWSbSXdajvn9obnPhxIpYIR5qf7WPLoP/QFvY7w3n756//ssk3zbdLmdUf7+g1+ZF45M1pGMuXbQMqbDDwJpOIVGMB+QWIE2J11Mq6KeR//O+tKCKZWP4bPOXO224rfiTeZdHAlxNP4M7lOh6XUQoJ6Mx15/5Ek//3f8h2AlK6/XFqe5DPXTCt4S7w0KLG8mA0oARD/d/pH98QpQmy9y7grv5nwczUsOhu5+oGemej/GWRR5Zt3KxYBoAgeRJ3G2+D850KtqFZq1LIMP4xAdZ9m0zNsW4MiUtwGNvOvsSzL/vEdmc7YiM610LnaBO8tSDyQjfMmIy2Fw82OAVGRleCRX3AFgHNN9ze1c1DigLe+RL0Jn4N0VxJ1htpnboY+AMpnDvS+dNFJG7h1QyFpUctIzJWWMU32EdmAPY5jeZ+veoAXnbrc1R7ZIsUPzo5cn0xkaaC2deFPn0XdA7YjHZ7y0jckarMVxr48cpmT//8eTearA4S3vZFAJnPDele8Bmf38my88JwF6B9CT1JLPwiA/OkoU7xCwwxBSYErj6CowAn9JYojcMq/4PXEQwZvoi2PEjcxo2UPQ+W6hvRV/66AOD5cjpQzc5f3MF/1AS9126LXRfgyEZyKv872uSgV4gcAGLb6b/ueMMcv30By9BdA92eUVGEYGUPl5J23cciv7JXs9a7uZjeyJ2+G2TpYNoOletwgurEqANPhjKiDBOyP/9T7R9bQrw/E3+7b34buCMPzBkQpfGIb9wxEmWcutIudveIFkwMi9nIvF+mPgv/jtBIDfzwwlvx2l3C+eIjHFdBcOrf3jJ/j56xBlL+i7OCPhzyRa+mcCoMEw7wRM+Mt7c44mWON1HcrgXFc8CJPMs996frEwCREEJDw+beQ5G0/8Y/k5BlrWZR3MjTn4vQ3y1/VTIcBcTLvhf+STtXYF7v4Ajxd9qR5K8kUylv0sHI5e+Lzln//8GeTE8XboN1im7REvx4jvxqZfDg7mw3fGBZWgeuvVxqV3ILgDrTwvc4QftlLRY1TdzYPXjpz0yzZwzvPPnhgr+t1y7I1vNP4ONIvealXKGNBTJvPwV4IU28HFY6tthL3oeyZI3rLoDu7G/tjqFO0Z2p59BXD7fXTnuJ+Zdzf3ffzu9+7RTMgcBcS7Gmrxb8kP41s5tYM9wXOxr9cB5T0xtkjTEnraf+AAcBJhmo6M+HcB4J5R29t83m3+efZJEB5675nBGbdifyqsOsnJD467E3y6wwNz4l/pFcu0cYDf63fbadpv7nxG4GHOqO1EWXUwyx7dCn39fesU08B2bijQDkV3EtD94xPAuU5i0AbbSEBbhsYO/+InY+ODg/JecEjGQBD9HST94kzPs87GPPK87FfmpY2vdbj9RfcY2/+U+afio+UUPhcC+ByV04kx8Gu3s2YtcfC3jX/7k9BjHTBsXL4JFyuLqZKHVtlXHP2TTmPw7wbuNlgfWu2RJHbsDW+wRvfxF8sjeRcBjJYn6Eh4ssd38nLkDK0ONeeaM/74udoGUuIJ42NfQPdOzge/fSW27ZiCB5JcFt/S+pWw8ZcLg0O1dzagBH2NkQbn5flfAeDgvCTwbdFE83nGke4Sx/uHHSxfSlXw0QELnjwJW3Yyx5+lHzV5EYRJ56rM2fMsfCWaSr7kPNRNWAM/vnHNYrRj63nOef75qQS2YLjtNBFMlXe+Er9J9J2HoGNv/Igsh1+/5E7zoNekhobcc1BK+kUFDlNUc4IxphmzGXw6nSBJqHnLo/E5NFH0XtpqPxPutvov+TbHFkTGnhQj86WS6LsDJHiqOzT0cRd3Ms6bvyT/F6e0fyOYJH6fVyKc/Wx/tw8seqta5gvbPZ91IjH81fZ742mAQNuAWl/R1MkGBHOfgXt/ThW+nnc6HoHjR/7ou04wEw+LH30G99//eMm0pgf3UHxkLDbYUuvQXdZeybmm0/ozXmtpXhPuHPky/gASqU718OgnyR+OX4RP/x0ua/+mZd/gx3sMyKFuDazPHKi7E0nLv/+mT+wfAupfnTgYQ1dq0t7fvs3RJ+foqw/9rWeI9zWuThZlDreuPLw6flTJVeN0d2LYo6t+zB1/hnxTxiVrLy1Om6NWnr3+x8M7np/o8/z7688nQWvw641V2/9mvi1fBjS9MYX+Fk9vUtMmBhO3+pGErmM6hu/1XNbH83di3+KrOwCccXAESq4jObr1+o53u3hoHe9kZroWgGm7Aji2OYluKz/xYfM+7Mm2JUP0Sbou3B/5tDbxOSZj/H8dD2pc3QnoHFmSdQ1z3gmc5seHP5Crsrt/7EkxxPA2hU7m10r8TGFI6Kx1MY585HnH5aBDy0v4HTuRIgjG9dbHYPbgsS7Izf6JnGp7vPVxeDDJKtjp+NDuIqvFRw89HiF3JKAycNKq6J0Rg9NFm8EAoIJdTA5mS9uOqW4b4UoJNu0CPBFDoxiUgCQmx6b7auVAAHgz0UAE78w0v2M22KXLvZAYihnDcMBM4rQxnrGp0ml8DFUinvd1ZRUG4Xuzv4OfugfHHoIDINQtuXCoUQEYpgzz6Xop2Z4fQN9K9LnwZNDZ0b3OTtZJ//YZbbqPwMFx8tXFBizlSBZzNdUIyG4mqyognyzccbBq3J1VtYJiq577GSjwbrF1bxj4g43xiGsrBBwTDUpxKnc7CKbHc92CZ7JEdpNuhhw8lQ0ZBXMU8ZXtsc/OeuGQuDfyPYYGlzjOeqN/AZbfBYDdEnEyh+L0WG+4+IXMn83km3MbKs2ZdeskCgTqaak9kyBQzH4Tf6HIO4jnCii3/Ag46xZvTQ+vwUH8unaDgl9y5wY2Wa+Itw4Am/f+WuNw4oxmaBzFvtfpak9iwRiVnaHrNVW7rufxyCuDW1UAW4YGcANe2D84/MJDa5wA4vWZz1CfKsmTxX4lGDQ9LcKeGxuMh98jCzLWBeLhF4IJH2ds4rtf1fDKnEbGQFfW7Jzf7L0+AFpvGuWv68SPrmSuM5JbJm1EfM8YQV4TAEZedseFG9ivPCRoufSJYU726rtiD5rdGW4ad0DtYyg5gA2wmcD37H+CYND3qwK4s7OaDxakR74AQDvr147zSSAgQPkvVxwvOMhZOKHqAbhkTFcgOIkEV1XDqFPuV/BTwbBul5RscxwICgyEYQhisM79/gQ0Uv2H0xkDftsHbYALOacn611dvaOEkbs1cvZ6HFnH0MAJNmtDIgNnCP7jH3GUWcY5ALTnM5LQ8a6ofBtRGMl24o7T4xgQoocDd0m8aQdlO/Hv9jK3MY+O03gMnF8Orjh5BEZ3/oVtnhvAVnele+/hDhLdDkxk/Iu2gKEIyYMD7vZY5gmB+mfyBxshC0r25bqVVZZl06LWVWPPO5x0MXuuA8A+s6V+uhJVHWvAKAS3MZS8TtInDwElq3KmXJINdQaq+cGtsLaqk1Z/2Vis77Zy8157nvm6TpcWbtOtVICbfBc47UzYbo93umjMXF/tGOczO3k1Dxmu3qN617s9fBhlvWiqBOXMQrf7PyfCJPkL/SPqpOXcPO90eKk5FCDkWsnBdcq9k5eMTSY55m4brmG2kdjJjuaX0k1eDicIjgPUDvMYQjg0aDepOREADv1DvK1YiBzwM62gI5Mw9oIPopvurPrWGcgsBAz4LzjsHbE7toj29yNE0Y9USjmBffZLV3LegS8qhrx/PioUT4DteZYq5FrfDAv9qIBm/4Mv0PEnQdcVMtnnB6cWVunAuultGZ23NZ432jqbdQPA8A8BYMYZ/li9p7PufnfmFPcQVEEWtMO1x9LdcZLEmKRn5Lmeh344clQbxLKwkh/MX5lXsyvdYCQHOgAMZoM2xjkTcQU/gn1u+8hzetbBDoorSI2MpusI9IijbvWFgkhUb4AbfFZdJWTf8qqTrlqGH5pzVuXwJC0sO4h23iVUpoDt7Dve1XaFpT02sJIp5/nmLe1LOZofjNFYxDrh2IXBCLI5EgCOrew97grPyfyfd4Bj4Q8cm+x9klo01sMfHmRkJ/fZNphW01lf4QIlDq/QJACcef9/jL2LwiQ3bqS745Hk93/a9bS0o5MRgY+IZNU/PjWWu7sqLyQI4hK4MLILe+DYs/oFX/P5e5LmNqHJzz4JwWsPccRT75/w1+i58f/b1m7daSBw2hNm/GMDThCM5L3mKV1n0kYlWcdrbrRIzpoF8AJ3auAXv1nsAMDOPvpWhECLez03nSMyg/atSLrvDjlNk88Ep5VL2YNj61ZCz6HZJEilmmMT5EgCFr5SrvWxO3evROfZnJy1P+edVsVIdEvmdQLKWsvxO7vyivmbNyvY8Y1H0PHZj8F72qd0u1yCftNalP1x2y3QXO8lQRHb+D6XWgD08SempaLGzREz4p+2BTKn2IWWbfOf3kULft8/HR/O3jl+8vq/PPf4zxO4ljx9dRJ4nbE59oaCPrV/9YyDH9lWz9iw2zWmDhJgF2U/RWdTgaXv/lKi16yppdLzf12dF77ZDoPYPwnCbGfDWwcnwSo8dmyk0V/YSfDkqwPCzDdJmRkLPnE6I6yu7D3FPv8WANZvHaz2tdJlE0zkOciRew+K/0g69jmt5nFVeS/WdduKN450OjKNHIKuGcsWEIm+tpnsHMfvOP61eTK4T/Al2jhPVauw8+c38Guv3NinBHvCv9F/km8c/UXSVeThHhFw35/xjJ1CB7kJYFH5jj9p+T3eEXZRy3dkcid18r7w9PpdL5tgZBJ4q8YET7ka8rmvWxp3K2HTd9bPe+khgt7PkTkp0Elwkbmu/Z7CsVfx2TMI/GbG0H7w+mVvbj126KxvaBf8Qp8+gkHf00Hk4DrPNZrjjX3yPj9EUxh7Hz7aYOPqLci8cmQqcM1v25nIdLaf+V4X/omt37wPDdOx7s2PlllFz7ZzEzMhgWY71WnUklckrFkkjMy1xJUNABEsv7f7iflWfG/+WZtIz6MFevhUOnRtamT+bZeeQq/nWs7S5dV9xOF2hwgPoKs5jmdbfYu4kt/bvYn5JWk3HTbhdxLiiIVB67wjZyTfAWD9Bt4BR0I/8McUVm084X1sXu6CV5B7nRRzd2h86Wf21yQ3il7vAonYk42TdYD8lRA/etw86qNjM7ZNdI5R2Ph/7GcC6dsZhr0iHowvMgk2tpFCR/Pv2E130r/x9Odj+8sdU9YWNQY0Y/vz157JTRxL+Mg70Bt8QL/7CBHZpvNM1qq7jPR+fH8/9BiZHvwi+ph9ZH6YbgTd5SW8NB2IqnMbtitHEoKvtp1xgsvPS9yJ7AGM4q6MMQWgFgA4hjmgTzIHRPAl4gGE/IwsRFebnEyg5yeCeT6r1xmsu9H9NjJALWvzngM0zKS3dWeYSqPvx4iBKPk+xutzAWJRb/xtAL6TMTQP6ECOxyZFN0YzG0/Ppt0rQvEFHhTAFCEaA4JrVH5Nhge/3+eZeIHLWL9bRx8waQwy5s/zCE7GEEmrwazmGH0nOIDBkCBQDJGE5o/RgaEzZ3YgQAwUjnbBePcGnVY/4al3a8Gw/DKvhgdogZEaB2MAbd1frSD2fOE84xjtFiQx+E7FpYGmWLXwmYYrkEgGogwPvV9zlgJnDvpORrz+1wGKGGXvXvbMhwANDqg3cvVsb2cLJw1Fx1relaGmjY25ofMs8p0Z0o6XxhPAM9wO8HHAi2rfAzB6Z4dkH0Yw5xlVvTIGsoXaCBDz3Ky5aNktguAhb6XZ6puxlUzK8En4YA31AIDmleFFBD0Ku5MUWN+tAGZl9PDZ+Y88Oc603/mZIR7e3JYy8F63IHUSxIw7oEe1qpp7W+g3vydTNm0qjiKc4e28prrn2QNdwdaAGTRjDx4jseSnaMKZiOFHMv7fATIMqKz7trHoxJYY0aWQtc/IOO8M5JJHrcw7m+0kNZx2gwmgm3eRU3a+1xg48k3vHQcpjBMl1sERlLDlmHhXa9rABzLrAsg3oD6yp1pu3AkxBtwmsaYBHUCWu+VK1mt1XbI9AVji8HaQKI7e7kP2D/K9uNsMC7BGi7yuOO1Kwa8O+NDQ83irYxt/f/5K94+tmHxfREWuVY3EwgDROHk3gLBVjZOoFN8j6z/yVc+6nbmW9+0A6vtXC6jn5tB6ZXXzn8Zoh2cSLMi8PYa2QeWtdP8MeM25qZWFj4FLpfQd0ImjPfL0Aun03oDe2X93oBbe24D0VLk+8jFnnq+cRqewBm27OfA1Z8WSmMMewU4iu5n14Ixofo+MuIGxd7buO2C9Zwxrv+AY6jkGdLwvXtxsOqCPX/ygZBvbKNuCTbJA9hT6ln2igDj62pwgfSY9r6x0g3J7HEjGssdx6Lr7jKUEseest+FzRt0ALefBaK26TXVXkuk+QCwCBO3wxkbRIKcbyRCog3XdHr7J59ZrCrYPrT03y4ecv65Ejdhou+nk4HAG5vsMx6zDOf9U455gba+YdBm65Xa8Mtdtu9mAlX5jvL7u4WcSIJElDZa1/tcawT+Mpe0Y9G/bn9jhJqfki53w6Dv8CPQofIm8xWaT3WjHT2efzzoSCMpxAPGXsk8Iasz+HBuJMcmJvLPL8V06gezoPpuBny2kunILnWt5PbLk+ECXXO4AJjQ8II8nt36D+chg7wIgnY2NHNF1JKwmYBSg4w1SDH0sp/NmZG/4NYIBm8A2cNEuxGXPb4DNFWD2t+DtcXLMW+srAIw3rbLeMlI3Wx07ECCS4AUBpFe2f9kX0LITZizjZYvYyc/f7WGMnX3AEcmhcniPfH6u9RE4D5DitpKzHu2z6L3IdVnNJ5FtWomzBqca+8iX8KoemtaGQn+2YoAA8PEhClDWO/HpeT/z5zf9SYXBfWZv/HRs/DnGCX9bALiPVclcOhGyAZymLXJVa3wHo1lHB47s5+L7boDKeuQ6hikBBhKsop8bFyDRQveGp6YTQrcAFn8JuCvfWHTpwAfg2fpenwmdlnHP/7RGJLO1rEMPvo/cuhMSosO910R+0XeC4Pgn+g37y3sDwP0hRh9F0fqZdW4Z72ttS2Wv95m/x3cvsJfr0CPim000wbfVgLJ/Xsmx4ybT6pYuTtAnSfzZR+jI8L0Mr9Wi7SuctdCedSIVtsHaNS3vWl8EIEyCIQD7CY7P6/AXIu8AtVc+sg4vfTbESTJB5G37FtyTZ34/oqP3KM+Wz/CqgLHNP/iL/RXZTzne6HxvH2ufhv3FN8Ja4sskcTItodePxPaN/zLHdvmBm/jC3Ei46rOrwaKanyXDjr6YgMF9BAJ06a4lfcY0gC62XfvPyBuSUI4eODZ8Kre9DsMz3muSYYUfnUDDEPBgGEpgmTNqY5eGwCcBbTbESz868qN9EX7oqlJ0a54/APrYzKlOWz2s9zR28erAoSvFDwM4U/GGLXYC04N/fraYp6J5GQa5QqX+8kZkEgFD64Chk222OW4L/AXf8I8noZd1uRM1JMcRNfxGsjZzFnCOzNKDhNOiUzYhOuNH5Z8E7zoWx1t0iooQL+CcFGTI/kswcztqtn8uPm8srRPJse/MFz4jOfzWScYn4X8mDc7I3ux1Dn9Nlecsj+2UCTRBX/zN+OeLC7Y80W/28yb+3riVdQDJmZq3g1nffEDJjQrGzdqTELl24ycmZT93OvyEnzO67hx6t0dl/O2LYh98m2d3f5SvZVo+c5N8Yw9R7XfbC3fSKLR94UODWZ810r4eBuz7T/cRr1WtifBzArQPH0d6p2PBqyjq6Mxtt97Jdp20GhpN+1jbsqszkQvZF3lH81nHiJbW0i1v3SUyNt8gf02jh9/Ef13EJH3l3yYgTReIxFuSvK0P3StJWoGubb+E378HgDtJsItObtuTNVybIwmWkcGLb9/JV9BN/qUDzMO3+ALWoQ4wq3PGdrJkLN1Vp7EnPZcOG7FtJ4Fi9uZdIAb+yxpIpmNLxj9PgmQffQW/sK7eL26/Hf/RnDe+GfO0P/bIS/zoDsqyb1rP6z6KRynGcqxQ/DN2oK7p/ct4tKYkoIl/pJslEvD/T8LV82U6b5KowJ57F6i1vYz/5USd8c/h9W92OWPsceKnnATqIb7oIH3U+pt33/ag7a7CkJFdug77wftg4j8rgx/q/c///PV3jM+0MPCnetDbCQWsW5/6RNHDZJuJ3dUkYfq0BlJNgh/9/AHj3YbrTy3irBirculkgdR4DgM+RmcDwjCSxzCCKRUefz+tAJ52GGLSmX8bzCj8O5tac72rUvmOMQDAt0PQDg8CSdcf4TDKlmeEVgsiJat0lkfjHfCAxYaRdE0fIr+tTHNvAzkxVPK9wFEJII0z6zCCaLIFnc1ogzpGf59BhuMs7rkDwNA8mfTZVPahaxdE8K5BsVnVb3CowZE2YHBcb6MhinnPQNQ802UrGSQGzJ+xkCHCmHDq43Ssc8aQbfw9z25wzTR8Mki22inZQAC3opsNp8kKZdOy3jbe9Fg7Q7l2DR3aMIwzNfx6B39Z3z6XzmfJffnAN75nHAIuC5ixQXh9fys3SXYqnRSsY6wBDvTvyZSSLLFwXKeIgFWfZflyiMqA6TE1OHIHKHuML0VQAWBAy8xlHaWmRZJOyPKMvPK6OrvucbqfyaVlUWgE8HsrbcuSMoQwidpZNX8AeM2gT4WfAsBXa3HB16P+AAAgAElEQVSUQYyeN6BknjkB4OG1CZDoPQSzb76TbCXA7erM6fCAYbpnXL0dxQOwVcs51ioAW9r0+t2jeFo2NIgLv7NfMrvc3/v87E8beGt0fzPS4enQZYH5ozwJtkn+t16bfd37Er7Rd8d4fG66W/BYLlZVW287y0gHopADAbExzFrP4PjfiTveq3g0IyvsoFYmsffBSfApZ1v8OhUKnkO19srRA7rxLSgUGNpWoSRrvI177wedRaGv5yey55LxpnPHhw8GPJU8SFAt+weavh3Md4Dk1sf9b4CplgEdwGigSEP59ezn0+5yBg3AjwHa1XybARz6vM4+f/7NPlUAmDUDCLb9VA4TurJb6ntdTaJ3u1HomHnFaj8dBdoBsy2QyqesQ4A336cKAfNlzi3S78jflpO21Z5BoGMbWHhzReQhlWn6DdlyO28vvVIOacY1jvO03dMz6ARBRUgHjhJEzZwcXJVxWzpKCVcA+zh6jBvHcDNHpx2pMjftXMWGBeh7JxhsgP6u3PSKCaiYZJhj4wmEGDDA+kMJB1MR0HZb63jGGodlA7RtJ/F8eBfa3w4U+4Agn/7dCR7MWXyta/oMtD47UI7TmdPIqsw560AFKu9/yVHry8wKILTnru85kkE2j+wUdy4YRzw8m9aRzKflHLa1x/MlMH1oUBmyrBcZvH7ww5ffWk7pJwIk4Q3tv+ijXB9hh9zWunWyHOvpcZQdsN/vWYTHrpQPMMEYXddnVN4BLeRbB4CZX+i+4Fjr/B3vVrMxptZzej56m/HxHNFg7f9xDusMyAT6wleS71S+4etgR6H/kI84uBrPDXBjF4cZ8k7o07pgO3CsA0+L1dX9CR7BO+EVEkViD3iO4n/AOOkp/a+Cvch2nnUH/Rccjg2c9Qlw0baAee1ae2hD8p0Tj5WsUBnsGffaZerUcez2CTB3JSL2NoE4km0BUZBjDvQr8fbhWwDru/IGnsFXCtgw3Ulk71VXrbvlrxNlmo4Giub8y2E2r8cWca0++9CnoR1ARwKk7+r8uxKn96b2+Mv/K78mC7bgqv1FOzcB5Bo74JmA8PdRVccPtm/xrUX/JsB1UmHzNkFfZ/g/w/B+upIP9GxsBGM6s44GIp1UOHxYf88+WKogBxpzMK+NHGvgkb2D3sLe1uCQ/8j9dwX0Vg5t28nsQ/3XnUiO3ht+F/9obCeAMjY1M7Asxr4ce54xfwSAPfdNEDnrOINvsM30nLbwdHoSYIuuR74lMBU9kT3/Bn+Rp7l+6XAqd+laNXZj2yb4C2P6PLR6B0Fs36rD1vO51ylruOvcaw4udxKanndDX41X4sudu+oT/srZoOdjRzjBvpOMP3TrdvOR9Zp/fO1bj7100ax7J5vwvns+h2/mgmBDOXKGBA3TRv4pdpsGon3/xx+xk8wTbzr2u09yzQTYWV/2C1U8qRb9xOriv7/tFoJ9rojqAPBgqy1/l0eHt4bfDk3asPeaJwmDYMTaj2+fXvdj84Rvk4gMFnCvPWdUE3xy1Zv8YtvnwQmT3KrZvpMFwoubHGJ7Dn9/Eryk786xXfVyfb9rNz60sEmOyqsEpq7EbbxO6yu9dDCFCRwKm+Y7Ais9bxJS7j3dFYMEgPENdH/Wb5+0snG/uwPAiQTV1mq9MTaQ6P3709q07ToC46xh4ybLO/Xg+TL+VvjEe34u0fbA96IDgHHm56LGWY4f765iCTjdn5an/BaeWwzRHUjnyLb1E9ffwA5DVuG3mX8ncSD8FfqJPxuvFr1kccCXjOOsj7va7O+NW/meq0W67icR3mOQPUKBhMZR+/HWZeytvkZ/p6rdz551aX/O8yuMmDn6+dIfhe/k2iTYdIe0I4MvW+wOEq+++gwAI9/ab4yNOxj22B0nPjHEthllPOxLEEfLNvsTftFtVPKyXg4ACzOR/hgcr2NVH8kHDx4K9hH+iA9nyGQmmSrkt1zsRKG1IwpjqX159trESoInfyZMfF13FeAoUW3wm1SRBz/T9U7YeQarM4z1ybneyx/6DhsPO1Tsuq2BvwSAxaeOOaQwqYs3VSDZAcTGuehAa/60HDDnxyaddvke5OA+LzxW9FIAuPBt3z3n1OMPvvbE6ArWvnn/J5sm+ieddzzOh9esIx6aEQCWHJA8kJzwnKyvNYnFhUVL8Lm8PzhZ9vKTlFCBWv9aPrz5y/yU4HPbfs2L2bcJmEvsOuG3DCvzkeNkwUWN3YychSYm9wht8Rx8E/m4yQinoE1j+5//mx563U7sDgC/XlCOQl6Yl54gcEXkIcbtgFkYD8b1EohXBYyfP4Gxk1n7fNeC4N7wdlghxIyN8d8Aks+AGmMbh/unrEkUIoZKt1jpaiUzZkXj7xYz5zyfAcy9YQf0+ppthBaeSRwG1ZqZEfLDAcHA50dBmwFH0H3LhA+D5hlaF7JqY7LlE+Gdfwtkvs+TyTO4urll300AuCucVkitA98ZJTCzN5sz4r4bowSAO+OSe/Vnzv6KovHxQ0PTOHQL3LWyWWcv4OkLZHJG+AI5rHc7XgA3BJDRcwCFB0xgXZ93uIL44d8Xj5iXt1rmVBAfxfm2KptdyM5sHugzcs6aydibwDOr1wqKvXEH0s6ZUQe0HWa0Ab8GL2cKw6ctBA+3jFF1suRt3GgjxYqE76lwtlIeEIZMIj/fQnkUux3XCWRPIMSC3xHp8ATXfzNawvtPFpSzFsUE2R+dhRbl8DamcTRC91XKmf/uD/aVFpjzYVg/Kcg70eWnAF7T52QFznuTxfU4ZmVENv2RZ3pGn6HQiiQJLgke9TaP7A9v3vu/ZY7nHSg1a2l5tC1G/XxHfzbA1YY/YyEDtIH2zYweUG4G6PWcPU/2GPyHEX+3kwn/aHxbAWMnZww4jTnVdMmEI9Gn6dnnHbacQb9mrSYT9vk7uvE4hN5L78yt5ZhPWS6SknnKOJBVHxWpz4MwfE4GpwxIgyTrsB3D2fwaYJdsynVI9wy5bgOZBV6AtM9CYz/ZgXsmjKHH/DrDt2l3qxYbTmMs+ZnDiJ0lzr6m0h+661IHGAtkE1/K8CZxjIBm+CHj1Bw7uL+yUxWBz94YQ597cBq4rhMpOnGg9QJjbPuh6aDfG/iAbszVgIz0mRNTkEnRD5u49tbTh3efawTwoV/u7PR1puZMumJK60oBHJX1jcOX4MK0VK5A3aELgQJ3PFDLr217145onzvf+6HlfQeMdU1XkO494tsNAIcnsy/40HqtK6h9ZIGd2ndyVu5PYlYDEgDvG/jJvrd88Z7L2468x44rh43xaF31jvBivtVYJNs5V5NnaZ191iRgziRi3bKhnWPsKz3D5wBXQPudAIT8XsDciQdPBcIdXDjO1Miz1pEE0gnWiXbIYvTR3wNgECzMnLctKvO9zx196/+sVSeamXjjAAawjUPo6iy2hpPW6AAzLVYdoFqwoXmQsbRjpQQzv2raAtIFCNklXQKg0/LNDuuTrLEBsXSkkSx/dTqYFukkZTKe5acwStsiXJOAXCosCSjGWd4EkFRErdP4mu+zVz/2VrWEI8ET+d5VlRqV7RGA4nkwwPO3Nll3IljoPZVoD222I8s6yA0IZX9XMtkAzKIN/P3SYZM0qHfgp95AuO8tP+LV+eZijk5QsC55xvwOKKwPwtzMk692c9V+1uOKIDGQNjLJAeCrWvokAJedwDtumZX1IqEs+n2rQ58EDe3zsfmYYicbty2txCP0GHbuXcW0/JkgSVeOJOCdxLL2aXzP2LbsuyP7rgrbTRh9+3C+fuzwBC6rA9QzDs2z91O/n736LYmKsZnfql1yvm+9W7zIGfN1zd3Cl+fSklY6VViBW7gNfdbeeQPQ3meTjOR5z8TAHV54RV1wEq4qWP8tAAzWYr+2Al53YHr5JXTo3+9Ek9i/35M/d13if3e7yfDT4im2g8bWxGbvAPA5e077yRt8nv5KUECOpyKPQJquT2VJxoD8aDka4G3bH55kyupwdicqZq0j20gw7q4I7dsuTfM3fFH0xF0h1Hzf+M7NXySRoJN5z7siK+uoeZ+WzsPifRSBrrlbzbuCaHzw8K0ShpLw4f01eILsmK54uwFjxnV4YnxxWny2nY28TvV37LhNQg24pQCwXz/yhXFmHRWYVbvlofXYcSsPAvLf7RY/gwmXnzp+sXxvOtzRwrHpna4uk0BcQWrwJOuiNwxxyHMn3rFPWPebfq9Ci0rQPfzmTTYFALPmCvj/9SR8UaUHL6I/ONLFzyj+B2/V1ydR0IsQmn/o/vFXbZtPFkRkQDo7WFZLv4/9deYGNDXywRhm8QL7irkf/VwFBP0s5AxHETkgOh3UCGBqTQ4u7kDBW6/8RH/TbLoz3LjKsW/HhtEz/lMAgk6br+dUm3X887Zn2K+9v9D793oEN9tiB/BFrUWCWXnKwU/LZtL34hOOIjxHb1QAU25sgqGSM+F/MDzPyfswgUTba88Dv2H4nUAcLLH1ccZI5b7jH5XAFkxH12fzJ0Cudt6R/3l/7NC2FWL3xK/EVmyaCrdkXC3Xg0vSQSdFJ1nnPTud50Bf8WGSLXhXhARHiZ0OC/52Qci7Q5vnN/bk/Y4jt7We8+KmtX23kYGycV+tc51IkrEh55yQXvGXth9zXMnQ7nmmjqzpowMOPxqbnPPOyy703Ie/mMdPCbr6/dg2M3foeo85uiBxlzvxGL7CfqPALj5tcI3DB7Bf2RzhwZxTu4nPJMp3oucTAH7u+0gM0HYQrcYfx2fB9+4Oc8jnxpNE3y4A0l72POWzOIElgz649fBK6Jr9kejbFST0OuRe08921CRTmvYjB7ALvHjwbwj09q/y/KUVK/z2FW4fVe+Gh7oTkgpYmFfW8J1U584oitON/28ceOSM6NOBWp7TBWqejiuoNyPmJ3xz7fMtBAx/Lk7F+9oPWgrsPvNYZpxS2OJp8DWuPwHg1zkMVwUwF3ewo41SfsfgBkBtoYeTasPZAMBWJu7mC1N0sI22Rw3s3AGYF4Gm7ZCZZgwIxncD1T47r7J5fhJqYdw8JZk2ClgEENSHjNsO2BDc7ADwqZgQb+tWgy5RKHEcBsyesevZrXARMDj9ZizdN457O9EWNjPxu72sntNO13Ga9KxpM0UGfsDbBCR0nVsAPIIZIZeNMZXK8/vdNpgADOMGKG7Qp0v+P9qEGtDO5j3jLiN4A7BpKXYbTZqDz4WaTI6TmUqWzjFiP53OOHfv9aKFqDNKjsDetdJewhB4tR4Ur1Q7MVoHmFefdyBowm/pBe9sUBkD8qrMFzF2+dxnO3W22gfw6fevQfLNgcYIJ2OnwQPz/0zMimaqa1pZRgZsCwhn2taZB3rG8k4Eq+d7hGv+HfmijRH+QzCHl5J9QwC4K2VQ2GRNS1iHlzcQ4n0zLXbItAst3g4WAdcFigNU9znRehaZaKyPx++NkfXKekYAwxcrG1exL28IaJtzkQQFT1WuxgMfAOy928cLoB5jqBwdV3iNkXx3aIhxMgqVltzKwLT1tGASgHBkwMor7Q0bnz/wRQfN7ha/4QW1cJ5sKpKHbMhgwL292gN0TUZYj4fzKzHM3u/LczZRJmvJurCfNI0DwExGGPKvOxP4WUOf1nPH2BonY8S8ddHhCzNEggm3rEJJkwjSAQ7ktoHamYtk7w3Msh8jp98g4WlRMgZZB8lD8XyOQ6xnDBAb+RknI44P89CeVIh49ylAMo6UtgEt8s8aer2XX5EFptOXFql6baqSq31W2Qu6r8+ByxwS3M6cCArqH9tGtFuCYexiMEEPyefXGZuzvnp0t+C6s/qWtyeRZYBu5ABJfjg01sVjELesgE+pcGhABf4jIUdJL3Egsi6ty2/5wzrjPAOqoGe6GlZjowpJdBFvYWByHYFw5k3Vse5NC+atijBtH/ke+ZOWid01AD7OnngHSdqBP87SyATUo+QB8h3HQzKUFtCpDN7jBs5aD7/Eod1MT/PljL+Dza3/ACfc3ur5j2reOGZp2U2GvZ83jrHW1cDk2FKsKcACNMCe1Pvvdlusj8/MEi0cMN0zi7xrxwfB9jpgyrSN9h4ZW8PLUwAgNKSNkmXbiAz2NBUfdPwABGjd1vad3pH3rU1jMMd2cXRjB8upSPy2/u1Ueb/POh5gZ2QAmY1uTVsdLM75S1NB4rV5BWS3RTuBwffaJ8McUDsO5/oOACReh7E5b/mv3/qMKnEoLe3+pcxv6ydxysoT5D/8+9Me93oOAKN5CaDj2dhNDgIbeFGi2wJ4eeY7Q9ryuFreop/CqwEDRCf8HtYHeyRnPI6hUQ5/d1wwT4umh67ZI+vTTKCwHOTIlQUGM++1UQ6QdyXQ0gL6JAdZhkZH9xjMW2PPYYuLR0k+7orGb/q7zPcj12iD2f5ebO/tCoH9Z9u89uvRDRMwQR4GIFJ1UDYpvtMmHb1bTsMfet7KH7VT1kZQFd0eq7CyWYSG8/Kn+b+O0Mizoou+BQbbj8Cm2haZBJ0rsXMy9PUu7bduMRdfKX6g6NcVHa+K4vE7OBd5feskBbdN2+15TRt5OCOvNfeuzIEuN/gG/VdeBKxG7pF45etG7jE//UkXC4Ji8YcDyt1yjzXAB8LG5vuA9k9gEl2kvTMBh+Zt9B82QfgsyQv9Dp730ar9zRaH//iatck78x+yqzsjtYy9/dcO8vdzeMfdxrftMfxjnq97OIOSZFXWUb99nG+s7kl063jGrsrz8Pm0AfdaCrimGnK7x0BLrf/uz8v/tNzDF15fkjVijm0z9rEKvAOMIokJG1RN15gFz1/+ruY7/hHv0TqfyraR15IJDmyNDMBGhj80Bjp7OLDrjlOpJN4k3wRvfhe+k67E/mDLw1ecmd34YAIsTjM8AGeqs3OkhATBgqCjE6qLApXcemcCLOuP31Vrdnd4+RDldE3UeJUoXEko4HHw151ACu/an/b9sQFPsYJxkwkaWP6+K7g0hE1ODt7Jp/3xDm7k95+7g/QxWdnnVbXkNVmM7BQA2LfT3smZ9u8OiNkLJLTl/dtytvGI1p+HZvU+ZPThe69H7GnP6iFiZOH7TPT8tr6tqs6hD1g1sucG5v8t+99B+jn+0LbNJmLq/aflfgWAqTw+1YNTcAC/MJyjR8t+ib8Wun8rCrKPMPiQ5tbyHdqc+VaCEXyFn5+x71pAp2Cen+3drVuv9bh1t8arzimypbSfGq+94wHw768/ZdcmkdQ8VwF8ySwSbdS5U3QRn2WfvAN/xmkONrBnpfaRG3lnlH/rfNNxKu9dNHKOcND7RSPx2RTnjA9FwY71n2jmdXnrsq4EPnw79pXkK8lOjEUzlL5w4NtBQ8myJLzfBSFbQMWTO16QTaFnZXOYdMP37wS0W4dGL+8zG3vg2xvXZP9w/BKdNz+CwM8D6CTxLQDs9XkW/eDC2t/PfhBd0zVnpuO9PrbmyGzv/Ekcwy4f09c3dSHI2SdD253XyjuT7XnJSWIZ2wd/wL/XC6Dju9PFOz6DLQm9HDD3ZIOLkEgfGgijzHFDoUtkGDprk7xXXsQWy+JBQ3SSaHcCvGP/6plKXNY8pC8Tf8t7XPwh+3pwypaRVABvjO2nFuPzrPHHjn70Hn/vYY6fzWw3+aflPgVgVPp34YXuIuFGuEdaVSdBxU8cv1H2PR1K4qO/g83GfyuB9Zc7uAWXSzeRoa31SOwy+LNtsdVHWTsXkXDG+8QAO36E/PJYh+/bHrGnbBwpCfedUEDhptdt9kUnzyUc8XbUjCP8+pf6FkaJNPMcBTXM0BnxFuQIyJIUDcS9z6GgooqsFgTau0cETgAAqAyitMzNwAkSHcDVDuVOyg7LCACAb9oENgO0s3EL6AZkiLRDi+OcPtQUcJ1BrVNLNqqeD7B3B3BPpqgM09mhNxPAAH6fBNDMKdUeC5ThWPOODnhkcCsg+fs3QLozfhJwjwLEgEVJ6Rl6h8aDIUMAmPUGqOX9BH0b0OS3ZD/VOKstq761wzJzNzDv1nLDCwBoFQh2ZcNsHo91AJ52qCW4YrDpeXGCDz883wo8hb8RPJTuZ/234jHroRf6cWcuXVXRBoGExV/jMCJ4mi7fQG7m25mJ9/Mz5wW5vA9tgKWHfH9IVmhA5wako5TSuv0opC2QOkqR5/Y+gb8ASLVmd7Y3rT5bQLJu7Yzn925hkcVG6USgb9JIV5TfAViEIXuO9xmoHuV0G7O65gB/AuLsbOwZPRHIu0eb944jMdlEbTC9V2TXTmACBnNnbZ1WYtoPFiwrE+8M2zbmMoYYxQ3ewD9vfosC10f83vu4jSpoZGfV9FBGV6pkMZY6sIlMNm0m+AVd9af4u7OSEvDYSpNV6KOk5Y6Zv/Pvu50+gB5r8Ur+GFkK/W/D4jhjABDTTULXO6Cp8auNx8gcKfO30ZIno0OoGJQMwwlfoO8zU5VxYQjIQIaPCNQo2cHPcyJIZA5/LqD23vT/m8HazrZpOmeF6u/I904iYpx3xU4CH2RIpsKtadpt4SyfFGDQ/ybg2Rn3+453AMsG61PppIxQjB5ksPZi9Fda5wAMM4Y2sMI7cepPUEy66JkDNkOqOENL01AdGiYg6ADJVNagkskqj84jczMOjXQE+wJQ5zigM3/AbObehhwtXOxgOSiA0bqC+RuYEf2DQ5AOBl7XUQwNGqFDXNE/upi5R/8+58/MMQc9/1zDqGOYIm9Pdu7ze7Iu147TuFq+S7aEt9cJaYCon/utpc1t/wC+4AQIjH3Pe9d2R58g6akQk8yQvWdbIo5zOxW675bP3uPenzqvJ87DGcMkTWVvTb7syHQ9B5vPAI+Y5vm/bstEFVhXj2JD5ZkK4GWdsUfZx/qe7yzf5eBJjlsub0JjAzWxWWJXAdDgYOq71eGfAZ7WRaF76Ij9TmeQ+2xM88UkBNzBMuyzOwGi7XZkreRTJ8i1f4G9RsKbA33TIu0VcDYIP3xC4NH7dXln5cskSNg/WPv5I4A9zIYzm/1Y+2cAKpJMeT6OqPfbJMyhg++kEeyWO7Pd+20CZFTm4q/Ak3T06Eztk4Qnlhz9F/t8g7MNUB97AFpIfg4tT4Lg810D6KHDOATit0pewh4Sme6A3GyTA6J7j+pMZj9/K4Ma3IXa2Cz9G3uda/CN2f+Rd/FFXr7kZPl3coL3yOGfnN966KeEvkkITTBKcjPXo0s5q148lCqrlfcBbJZv2vbR/QmA5GPgZZKeOGeM9Ybu0ODl37dgN99F0KM3bpupE+CWxsXbshFEk6mAZ57oHv2bjgSs3x57Ed7oAKTodbcs/NZ+OcGbGftDsySkCcCZ5OXZ2/aFJqDBWewAJ8c2f2Szz033+uc/yY+bJqY7AN8zzrtbg3lj9n0HQx0Qmu/5E/rceIJ5cdbk2GOT1B6+2wQG2/XPV3+685kA5T26QxXl3uNjo3+sxzOQriht24TV7UAxiTVUZiXA9tkTtNd/uWTtWr7TeJRAdhI45wcSGLGrCWpDNwLJ8OyNlfTz+/1ZmyS+kwytVoEvfTQBP2ghmfw6fxZ8QXtU+MDzn5NrtCyFuXXFpdZE/tRWUEYe3DKlk+o9t+GB+wiaTiBzteKAorlnbQTRV/KlQUX238t+JsCpblgTQN6ksuoOU2fIvxMaIotIdIPO2EcHU5m90Ul8shuwH1IdHXnZADX4jPfFh+wKmH0ClHqHgXbXiR976+7OwBjRi7d/RxKn9SH2wmljTEVXaN/6rfdTy4Ib39kWnu9OTb5n8CiNP2f67ufYkmOPdmfHw/cTDLZOwjYY2rXtjY3w2dFQldE5P1pjeNMu+8f6pPZ/25dtS972fQexGe/BT8fXtP4dHdhHp3A9uEu3w7x1PSA7MiO8M/bxAFneC6qCe0QYR4LBB3meBvHsCSVEOFCZtQFvjJ+5ycisDXpJ78MWjWzexCfbM8afStlPgDj+3SauZN5JLAL/1DtEWwIdlu0e39objU+AwaRAapPt9K5TPKME9vEZOgijsSbAp32Wtqd80C/8O7KcStr4Ufh+6A+/0/5RnSs8vtHBtCogco46ku2v/aZbh1fw0+AT3oX8eO87KsSVABf60/Kc8XeyOR0F0ePSE8ED1l4DG/EKjZ0rP7YLktxpwJ0uF2vmfa8ivfkStwEq2/+TbDz6enVW62z8WD2mOyhqn5IA2jr1JUrdIQNbKn8eDOdKCEWes7e6Q95PXfFIGFnbIEluSXyNXMc+ESe3Pw6+feyOilOtzpwxax+8obLlVfsQemee32NpmdIJXHeFbezHd4LXiZuMnW9ewIF/6Jqq+eh/+WniD9N38BPRQNg8R7tsO38Vo0VmoI/Bw0nojr03+KUxifAYCRaxfYOpW7aZF8bPHboHy4rNnHXf/c193UFx7cApJAQ/q4TS9o+Zq8aGb6TvbrmfNc+775hT5F/2/emAMPZ9Pz/7cM+spjI9j0XWqjOHsJhggR3X7PFBiz5uzmOw/AH/CR/TKVZ+WFevx5+ehKnxKxrnyZwWa4ufs2t24zId29R7jScbjNIzMr9/PD94JY/BOWClc+rMEXMmwlTiHWO1NtZtlBNojoGzhtieJ5hAYgPILIzH4kVNBgQLGCaIs3UYfBY4QN862r5WGa4CyP20fKzwngthboPPykBfHj7X6i8EtiRQDVbNvRFAODMLWAD4twBvh+083O/LfRqDgfAKZJ7xWvnlvRr7H/8twHw/CC+uIXvwsnsPOIuBFWGWwFwbYwFS0p/9nB2lBXyuX8WfEficj+dDACQGiuiygItlyEVbFIXuzRlzJUAmw5H7ZIAAPB0BXA6q6Vd0A3zQ91SSgydBqwiWR7A+95FB1ouueZrHK3OOLFcMfLdYHICvnX7m2mAc4/eKP4MR6JBxq3Iv1Y/6BGQK3zPWDnAyxqZfKy8UYjsgtBK652djuAAyj6fW6fX3H/hS69EgP2D7MYorMeOM3cYNAYj0svfcJ0tNa/Wycc1fb8DSazsGQNObdxB4XjkVR7eDIPz2bh29NBAvGxDRPnGAavWUDEEAACAASURBVNvTxaBMFWIDZaFhA0IZEech4Ow1LRh/FMQeVn+eY02kQNkncMJzMBQ6Eca8NkbFAai+OKTdyh0HRnNXS4zwOpWEzUGaaGam//R8+EzfcEYBQvVb1YfnPZNn/xxgRvtCskVip5Qn66fbIsciz1mb3gsnI3fegeFovXK1Cbzln524h180p7vV/engkMIcnx0Xe+hdhcFY4fWuamzA65aNGAqirviL6klTW4N/5m4g2OcUrTP4Am3GgDMPTPsPjecGRc2vlyxVgCH8vjrHjuTIOi1bG9vv4MzKg4xXGf2bgGIDVntq6E+7YjgrwM0k39ReeoEQ0udTQRD9/gbgY8jo5rQAQ1a2cwL9dSnP1i09Fz3Dgbvnk5YxY2gK8DvV6tP6jmWQrp62Ytq2rmx2oOi9d/QorvNYbGfF1vr/EwA+vDA8gYP5BgfWSYLH0F0Exe6gFoaw+OwE0W2/Zf4Y3AtiJQB+OxvwroOmvn/byPLdzfc5k/nd8nQrbweovvRQy85uD41swe5kf5+M0XH6jo6VjXI/u3EWy4ysoZ7V4/Ieel7YQR1WW3orNuzan4cTLNs+v9dZqRqX7VaDdsPf13g8luKrlwMkm7geDT3a1tvKp/D10aNDG8ZpO+x5959/JmgTu2zt77N3nfwTZ4oP75PMZK63/R7bcVoxVtDLa/bs4T6TjzlvRdfbfj36oRw9dE9sqiQw9Dmq5nUA2wHwYsfOLLxOQyOczQmkrT7frPT3Todn1gHMvPI8aCL7wGMvexPd/fvDD0v3//N//qV94kdERnfiKCCck2aV8DUVwtj0n8H42FG3883+N188c5atQ4v7e3539RHPum3UjGeAtFnbM985VgM5cwdDbllh+eLAi3Tv+xzW1uV0eOngw0/r42eyyesidMU74JiNBzCDTCOrnP1+/EzvG3jovWbxRcYfqL1nkKcCLVTikanPECUvzDpjP4Y2A34IsKwWwebzAU4NJF66iQBA9ISOV8lbGPtNOwI44t8Gx3RdV8Qi5rDzDClccia8Fjmrd6cSDuAr9ne6/XjnnMSt+CCVBDg2450EqLteiZ+TPGFbVUebjMzQuMzD0tHyO6qCAAAqsvbhvUrqC23UsWnsQMnJ8RuQg7aHdESDbJahPeIAOeRxOnmH5IWxOwwMBQ/h0+sSebA+Sh9vsa305O+Kvu8k5AB48QdvH7sD0ee9P+jK44fIppFc8WIBnkWPdav2trdQG3eF9tFrc8G35ILmy17Htg/QTXeAvunfQOC5N+x2dJsTwb/4w7os3YcSFMVGjr4MP+HLfJNnfW5tfI/4X5FndEjJv9sPyvgTnOgz27vrgN4tfw5Zg1xCVnZ1DLTsBBTsB37bAHfs+8PLzwUcL+NrJwC8yToVPCod/Q0fO5XWIycciNIHH5azXv0elHXW6Vunht00m4AGyH7m/GE3hWf9iuGBO5HXALPsimmD/bInvnUYugPAxso28c5TvPhLzySJ8OV/zsDFVwDK6AnbqRN4XTmhB1/OyNAUXljeyv5tgB1M825lqj0ruSZbrnlTj3756bX/2y9bnmP9puq58KO27f6TPk/ABHwJPf1O3Dx4yPPinuPyAT5uAhb6vIovHt7tM+33vshRfaCJ7x09ku/3CJOXnWU+X7u911k6sfmw/+7lmz1C5wK/x3psdTx82cEJkqVP7Gn2ZDCv4KfGDJ7/dYtTkkhF5pcML9YSP0qfULDDmEU3eO3w3KPn+Tv6MUVV0UfgPElkmuDTdACUnKKLjffp4EVaL3ensv+VFSKorrGQSITuw145AWA/6x0AVnegPuuceMNJCryOciDYKJtLH5Kz4ZeuVLwTHdD/d/eYDoC2rc0zz7NVmHDwv01UNI0sy9aP1R64uzy+CrMG14+cmjfM+sB/oW9+0xqwP9om8V5wMddcN7qsE1kdeH7Wx3ZO0bPn1zZ+4jh7ZrdsrhNYt/ESrMU+eh1n0zp4x5O33GsBftty44zHvnq6zGSN11/HHiKQKH6iE0aZca+9zRGDHgd4WNlldLQRT524GB1sH3pxtFKvhfX+I4RILOuxZ002AOzjioame10WFl13253Brt6V79q/BxOds+D1WAowvIYdXxn869hLw6dJWk0Cyguf0+/Pf15i0+kdM2k9h/++flo6hdyJ4ZGROQomrj56JDY5LdQ5Kk9y+e6GAM1oM/0NV1q+iP65MZ6WYed5I3jQm8GcYxd0zO/2q7p4Sn9vP/7Yo0+g46A23viDLGHE9wDvjBcNEOesjVMGrnu7VR6GTDssGrQyD/Vx6wM7WIVg1d8RjHemDhnDGcMGS5pZRUPO+unx3a1n+zeEjTbQOsS0AlnQP+/NmCNsIizJqDybaf7i6yezRF/9939vmf8GPcqZHxrcGajemKLX0CzMMA7LK1id7+5PZ8y9jEBtgAGatH4xKAEqYhUD5n1k3Y3D4bHNOxG47fiSDNDv7ZYyup9Mu9BVhkLAMtP3iolBt1wbhdS0NE+NkRWjfYORgA9qDSPFGSdnUVeCtXp29kiAe9owbqbUgHMj7GjxtWDfZBVZoAX0l9DRR5uTViMSYAgcHKhX0oPfj2DOqrYhSOZSZ/qz9hLCtEhqpUYmj1bXbUPGaWUdew0J+iPk9Wdnm2TfzfgG2L0dThSrDCOSCeBnz+e53UCOsr6PsbDK4Cjx9f82iUUB7mL4lmV6tuYvAC88vA4edOwstRtcQej386Ft7p8gsJSirNfrvJu7Mi7j+cxsN08Q+M1yZJ2vYMBnADj7FcPzjEmg18NvaU0K2Jb35qP7YqxKzmj/v89QuKMQU6lXmaBRomQ8LvD/TTc0ze6/U1VsMXTJEF2byrVNXtH16AxAuJb95qtvAtDfZ73y+1Yfpvo2uuhUUhh0DwgkmetM1+usittAwvDRGGTAdcvfXssYMskQZzx3yx/olGzrAH6hxRsYROdq/bZie5NpeA6AGUBfzoAPpwHM3HR88aX4cRjzJBeNwSp63gA1tOxKe8aycmn06MjHjwDw0J0AcN8v+Z2NMuc0K9lE6zv8rtZzOI3dMoVMS9sCJ/oT/o+Rln0HQO095cD4BqBDsziNjPneqzvWgGWdpEH2fusuDL3eA9/kfAd/O9P9jMP6aHdZyzCco1Teht8jI6QvM1N4gCQfP6nOCGWe0MeO+wSAmRcAxR0sdUBfiQdjK4oXyZxmz6rqHX3esmJ5L3ICwN7y/hFhGNheGwehdi5aO73nrOEPwG6/Dwfm7J8ZgPTs7aAkiaDl6z4JZ6rlIkkWOIoivRLNbuccXtCfOEwfNrPXZxOYeg78ffXx+6wm/15nYIWuWzl8m5Glfg9Qmn0uagcM2wqWAd3U5U0ydwAb640rwOEA8O/PmXz9gkwr7GfHtgOiufCuBBNtfv36M0BrtVBcR2vluwMhY5sfuS4AxIkMKxfvaiy1wGR/3UGKG8Rp+vOu2Axr0HLmWYDlte3+9a90ZSExkEomL9nIp/gqsV/Ztzfw+I2md0eAM+4nwPft7MWjr0aunEqz2Ufa1wTeCVBk3RYoPvvI4OPwxNHTcfpfYx2/xJ0kpjWe9p6PXJm1xw7tI2NshplIa0f1nlieWu5GjuvPOwDc8lZ7g8pO7BLmecuJDtqHV9f2O/c8Y+QsdKp2Y7flHPDV9cn4N2B2bJT443zeHTpi33wDvVtPHRlewFOe97b/cs5hVUcc+3KPnNBanED5jBHACD139sPwkXgmfrqSi6K/9cm+WoB9EwYGOxi7LMB2Khl73Nh32Su7zp0oQPC3QSXd18nqncT+8pmLodBlHvfMm71uwPVJcOwEntjNbx9AdBKgB2/KR1AnBvb0h51Ze6hp236xxsP47V8+pGWP7feh9yugXDL4WwD07WuHtj7TVED0ALDdeUI87PMcq9LV77QcXN+9/bCzP56/0JoevXH4vbprtH7sSokOIB1bavilE5RYn9jv0Tet4ztBK/zpEQZArA4iGXf4V1XvDfox7gZGpTV/m8p+sJ08f3EHvaOTAXgO+ImTONonGF+0fSDzdQUftWrdDeYkkvzgN9FhTGvoORqHytpH7g8fmcdyXAWduxo0/hYA7qPSQjswQS3EJu6/7GvbKSsf07I1QU+SVT46CM66hvdi7rLunaiCDdTjFv2OXSP5PLy3tvW0n3SLbB11sAFy238TvOoWudCR9Tx730lCsck7CcF1ChrHtLzGvtH93wPAPNmrdHxi84XtLeGQm+wJXyfot0B/H+eh53CUGboa6UqFqZ7jysZpscue8PUEHcw3RaMfAsAdDLh9AtNrdDwJFLHz41djG3biP2POWOLjiZ4ktcfPH4yuWoq3PgQfgKbYAxpPy6hOuE6AZ6tDWZkj38f/Eh9/nn26yaHNK62PPqoAbcNnTxKwaRywk9WPDfEMXmtPJxF0mfTXkYVD8/iKma8TEk6FX+R6KlN3vscOLPzkfw0AT4ce7VSedbA9+eJDDBKp0asHQ5U5UfIEfM76errN9A5h/TjyEfp9YMsONK9du0UuZbNMQkU/E3nNfr1xHOTWe0xrj9x6huvQJySpYb93cMkY+DBJH2kX++nqzDmbxAHMsu/1vrN/yn9GbrV//kpKmoHGTlqf3LjBCGCxijuCeSOba5sMJxaQMWjTxzZEr2luN3/3XmeM5oeRx37W2M+dgMmetA2uPT12rxhOsu8kRdiHWftFzzs68bmPzorBWt4V9Iauaorgusj42MMhgYZovO2VRJ7OA70exGa09+6jC+GF9SlGV8oGK/vYuPC8J7ZQJfoMrbrK/7VI1z9+CgCzhneS8l1cd/ad1mmebXnzS2sf/RQdnx87/nLHEBga9CJB9nT9e+RS80Zw4mkBP/hv2y7x3ydGNt3zbj+bd0YGvNvVn/E8z2bd8DPBJPU8jpk4BUA+SnDXXfOwKjMvruGefaHiTm2SkYPPd/94Aix/H8VtR2Qq22ZjWcBO9oeq4uKUahPk4elrvb22CdJ21VMGQy/9MFC3p6O1GRkOEOObsS7iIfiyCZKldGeMQCCBwhhuRMwRFAnubNsSNtRmvq1AckXRc/0C48lcElOcTPRhSxRkn+n6sTHURsFG8bNxFXCZDxt+M5/2zhbAnkMZsCx8FjjOBsoRhQ8TsJFuBytgcLdMm400wMMaJwnEZZNV26NLUcQpyOYke8lBPQWn57sDrElI0VJ5pgz9QufdYC9F9DyeTBA2lm6H2TnT+K6Q1D0Obs+71ApIgOK2Xd3NA+DWa6h5SHmd/vDDSw06t5Dp80kxplsgyvj+fkZMNrJ5Xus6mmvns0EIDB6AnqxPFKgBrQGSEnzI6PYM0LnmYY6uyHU2ngkb7dQVULTGw3GPA0UQpADNAne3JVgG8C0ArNeJlZwZfVUiIDcaiECo9fh4NjzbgHfkFUH4AI0YBPeeADzVNdqTfQZOnL4VvrP1PC8LaxsKmQB7kezEvo93Rh6l6kYfgic2jBwNep8BhJEwUPtzn2QKAeBw9mbtxQjAQYohfANlCQL1uY2SIxH42Q8HRLDjtpmN+nv4L7ogxtIaZQDcOGHhvu+fNswd0HUW4tsAvB3cG4zDkDvJF7PANz9A8wU/kAgr37pasgPAAeqT/aYMUd2RrNmp6jJ/py1XHCm1uDUVvZ8zt3xy7waA/Z305Dgmze9kUsZAXuCw55IEpGlFytpQHWR5mvlBJypDT4sTjdKG3+dZHN2einHCG6yL1qPPkOyMu49svjGITCdXHwW06RZpXr4RyenAIP0rpxLPU3Oh+iTz8hyrQgB7oTs/6G4F8h2wmqo6raXnM8CTDSzJCDnt51yujO9uP9nyEZ7NXOZ54zx0dXbLgpqmecYteJ5pOPDzjAnbBGfp1jenxb+ulSyfNo/IN+ww1gudDx0DTCny0sHLEJ6zO0PXDURR1dQB8pOJP+tjmV5Vi8P2J0OehKjjjFVm77cjMmLwz94Z/qbCHLDdLdtENxvOYycOXZzh3gHEWWPZuAHEQj992h5sEOPenyOiZ18FTLpb8TJv5GCMdf3/tTXJuFcmNeAJe8EJIpYbmwy1ej9Pfx+/8k7mOBVfY0t0BvjhEYNPAW1E027dSRJAeLbk06xBbLC8E11y9BtHfNiW0Q25Fv0r3j/6lXZYs+m7CgN/xes3wADyu9uXOzFoADxsKNr42SYa+zm+ShzgLF4S8LrTiN5pgLKcbq2aZEoHasha7nVu3YQtGdAidM5eXN2K73QD4QZeZQsOv+gZx7G99G8qR2aNpusKdENXOygh28Ivjy0IwLq/JQB6nEfvh9BCHRv6KCDpBfbZXa0YeuKUQ5382UER3rv+W+Q7MjJ7eVvr6Xu3TrevEaeaCgJaCqaDk9ozjv1kGyvvhn60SaNS49g59e6T5IQNPnqUTh0deOG57yTRdwvoOwCceU7XiQ8gIHzSoAPJIZ0wvRV30YX4tBnPsLe+H9vMOoJz4kSPoSP+ZweU2w7qCpemldcTP2MqcTxuPzCgl8YBmIUfgiHkhBF3fooObz+T979Bw5U1AK/h6eUxALvb1xnuOzzPvuCYBVok8z3rgx/QFTk3iHiPG510B4ABq6HD6Rrx0EiVm/3pDip8jx0XDCJt3no9C3M/cvnc+9C325h3i+VOGoFv4jNEj0oHHV/ueSD7/ZzL+Ixfz7sr9k63Dsl3ZUM+D7cdXfqWvY583yTV8MT7DPlN/tS8svdHXgz/dMt7ybGu5NK1JOpjn1gPTTUh9EVWvBbEvM6+DOaCflmwvezzgzVFbvs/K0H931ZOt//tfSBVMXv37JcaCPibEi6xiaQaWy7cnY90e3eWurEvrzVy7gU0z4u/dJRq2hx+1p4ffeX1eQjTCTWdyAutj48/OrdtV9NibGmvyfCivu8W1gSAOdYhAejwRReQsKcZ+8FFxrY0HR3gSSAM+mpMHQi9E8RsoYm3RwaiqzV/7yHZ2c/zlGy5716hlXuzf/KeLwHgweXyvAG/hdU+BDqtOysh6OZd/GxwyE42hMa0MNa94i/2gRMqbYu8K5jts4zQaT/ByUiyUdp+kn0yPlv2bvZdPht44J23THrxwdhPBx97Xobs0f7gqJO2d1tmG8t5lkIFB7QCZX4C5PXcP/54zrSdLtvBabMve6/oH7//kQQfbGHeQwAYe5fK9g9bYwIwfI99EbuaucS32cS57IbwczCpfr8pOvzPb582z+jSSRjJmqgTzx5FdToplT+L/SibTQmLJP5wxEie8xm0zbrKNojMPkck/FQBPC1Ybz7y84VvPu9veQ2/t/6KfRoZ9GrHPvfSIQF7V+uoBABhArGt3vIDnYge31a1sS1PQZ00pgcSfSV5fFpKS85dFYXYKt/27EnOsi2cxGbsKvyIjuMoADzqI8Hdsf2wdbuYivgDcrk7OP32BBjxj/EtTnDqCgyb3yrgnjUaHHPEnP3HLwHg+N0Zce+dpsXaonkYMswyYsbS8Rf/roTaKfoJT74T7zIe3Zx1a78NndUJgBqifGOSfkTHxioYr0boAK/12SQOPfqTFsAfxWy2DVJAtPoxCcydAKPxw0vgbdBdJPT8Z631PR35Xvvh4IcJcOrTx/K06v+pe5ztKcv27GWNO/yYNXy/793h4d6v2PwkjGH7rMyicCLFTPpQQBrbbvF8/ADsf9Z3bakt+KBA4Wf77TMAfCd3r68UHEF8jB8IL9xYILE5fsde6P0bHQuOFf6xPz24IjRq//Mc92Oc9B0/yH4J7/zjqbL82xV4A8Z0+6Q4LWlVGwMrmS4yFDpbpTcKwYMuP74BNICjM2kHiN6Z4Q1M04rCRtbzHyA8DN5M1D3TozATWNSt31p6ohTFwAY0ns8r8DKKZQ39KEWEsN6BwMGIRklgJLwzBRDFE4B8HpAzF0MNwP1XlrKuGRDGG2oMlVS1OJLwOtg+u24DwNCnM9uieK+s42nLDcDToDBr1dloMNwBoaa1Fg6MDKe02RL9A6h1AF1rsg5LAic4sO1A+bylyYAR9W4Q/D6rWfTQdbQcOcrqIVwyaQWiTouxMZBRKLRpQGOW/DQJep1k8JjPL4fTvIYRXJUYurANiA74dODZGfBjBN4GqwyHrtKn9VME5BpZGEPM1xl5E1TRPNQ69AQokIgjrF+ZlRMAloOB82L2GmMIQQeP9b7H6QndRlFrlZ/1vM/wjKKRYTQ0esZ6Z6K5RYaNzLS3AdxoUB4DjjG24tbieUwez1SdaV+Bs4xTd+YwzEkQjvVaXvndNO3YZFdHY2ziSHh/4xCK747MbeB55QN77iVf6ww5HJNUigLKLq2zJp/PZj4YEGSw4izj5DiYb8Nlx2SYw0lA286oFZCdp+catdYLAF9InPlulSP8gcOC/MuemiDcrBnrGfmXIHkDCcfYOPsZ6uHAX5VHV2X2yhS9QAtDC6IxBB3wSiCaa72P7LRGx+iDU4WOaycRHcrIrOPmAhlX6Ct+70pZ3StAzbtkaNpB7pXBcXz1bwU2ZfTuWGIIIP9oBRvahm9aPjE/QEnaIWu/EADQPVmHODhrkOKUjOX7XNEBlciElac7hgTCN5i7LYhb/vz2zydhps4z0/0LaOUsptDq0wjFmASUxomTnkK/ESzWM5A3DRZCq21raChv9sbsOdM1dPlIIBvgg7149Ip1uu7J+F8VEtMutZ0M7ts5bWUxAeCsY8YHcC+50AFOHEf2otZXeogWgayPGMVSRfaaAdYbcFgQIi29oX+SW7qC4S8BKwP03LycCpN0RrF8uRwaZGrLDubAGVRUoMPHf/2/Zz9If9jeTQAY4Pol44aobTfgkLbdG1DAQ/RH4DZAYBIPk6DRlTUHVB398w20uAFKBd6/tcSSHBL/YbMzh+66A28DgPZ6Mm7k8IIfK3slajaoRCB9z5T3+CGCnIqRL3o2jgt2Sdv9x8FxJXnsc2zSBqtx2kXb6JU4wthlALbIrwY3ArKPPJl92AlkGzQUAHXpXc5LrQQcqkOsj0s/0erO8mZ8DvPtAGmpiBLgm0rOdojZm/92xSXZbgF83bZLuRhDG+RlHLrVq/gius463YD1VInM2jQP5p1pm4VtQZLst/3k6yeRUJu/7e3bbzu60IDAJiweOSgyD9Dg51aCH/LzfmaPERrj30gaAd7KHzy2oPS11nzWAAAIXu5EHc3nBIkKuADAO/N9Xg5AjR0A8Mc6Nl93gAVfqxOfE1Au3210wv0+ZMQJbpsIsYPfwd+3LG650UDEOddsZHgqv9DHy1eAE4evtJ/s/yMf4kdIsdxgagNAAIG8A/53Uix+gX2oSKSj06xfFszm974O+eZ7xqY7LR3H/oxNmjO8oCX00H0Vg3H2fUyy8E4Hcr2n9Z8HQKLrAl3wyw1gOgn5eah8y1TwR34BivdRH+hd62cnZJBkuvLJPKYWm9g4z7NP0sjoBPZ2r4v2SgdnbgDYAN6MFaem2xqS4MV+zFqNT/XlzG1+bx+JAAtHTBHA07WnQq06ROCjdJXDXfnENZEna3t9gm8JXJ/ECcvQbbEMgNi0uyvYzaDDZ/FFk9RJNZ+7/FSQKD5s9hQBLPHOnUjm+V/JnnTAWtm8OnKTIf7rdLa7Wyezl96Jvrtm7X9Atw7amJ4XLtfjhjdvANvvPQGwtQebH6DxnTBq8tqmfHdH8Pfsxym6iH4HGwMMzvqv3Tk+0/ApumKrmtY/wP7wu0jMmkRI6cuTvDJ7WNe1Pgi96Iy19jvj1pykB4R/eNw6A9DYX3S//bIRbkocFu84yZeOHv8VzMb0ntaadwIwtt+Ng5goXz6NLWBnc5k7Tdmmg3/zi8bQAbdO5mmdn6stMZ100ckf2O9OhJ45k2Cbd8ROsow88vM367tvfuQe5bH8nUTW4LrW/wOk0zlFzxW2vOsziRmujg4+Y5/Waxqc6D/JoSYvyWIdyG47DVvuhaPr6L3no4DdxHL9bgqwSOpAnxybqgK2pnhVVaceLJ+7RS17EJsv/D8BmtH18dlyLil2aAf24u/PSj8XkFwD71L1jU5nLIdnJvDJuNe+z1psoj/6+12w0TTHLiAJET185Mkk2JNMy9p2gQHyTXNO5fjzhjGJsAmcAK+vXwG6PS5q7fUNJBqHiNmw6yG8vY4VoMDu+J2DCTEv3XjseskSdQWZ4wi/xTiSyB6dhw13d01aeybD+pbIdvsb0n/IXWjCvCwvvNiL82VtM3+fy2zlIDkW/xk788bOdN/a6Ykf8Fkb8J043VhsJ2B7DM/L3MJ3AsR3h67G92IDvuktXvjzOfYt6xP5tK3xk4B3Eow19sHrdH3HUlrm3t3wsieT2JyuBSSLZdzd/XSTNcd/Haz+lTBSBZ0kPTS+1Hid7FPx00nE0BymO4rmqu+D+20lf9sLGnsXwKwuW58X/5QkDK0LdjM6IXz47paCzdzJPOaF66hOWjS/EnAGJPDzhdejVx7aqIW8eHfjNZuoYfti9rkTypxAnD9JlCBRQL8rTspcWONjg9aRuSQhIBMt44axKQzoRCl49x0/I/k7bfB7TtCFNUtn2c/CWz/317/++lsAhkZAEEFnG/YHII0AsCsnbXztVf2CLGCY5M4w5o5vGVL9TkAlTZoWHAgRZcY2IPgNDHSAyA5N2qbcCncBgRVAdpifz3GIRSALjhc5KktaTDpnDTwv+O1UBMatYRG7FP0D6JwN0M5KnMQ9e4FgF0KPALCAzgiiqgSYoAIVwBr5BsG2uruVthlBQs3CUUIytEOYNzNGWUYQb+ZX7r0PwNb4DkAnB3yArFAzoF8LUCrnUnEy7xgguiuAY4iFB5ORlg3AOh3BaDAyAvuf/5Vg3cmA+nKG9d2ilVXvgCg8b2NpKtXuKkMcRN3vFmPPejbw4+c9D/j169fQ4X02XQPTMhAspETvqsCPEFfAZag5Bpr/NWdg5u8Dgj7n+CGU7lbbHudM7Bjjl8UGv5wAkmlKO/T3/vBYCVLNuBr0EF8oANzAbwfDI6gTYDxC0mDiZS3jqwAAIABJREFUtgA/xttD33ZK2UeAzfBctzNOcOgdADGpBphxYGmC9Q3Y7vmXma8CFM13WaP8pu+dmTRBa+iqsR7QfNbOe837CkMpWVRRgnJ6VoADDopHEkhPC0TANAHJfPLOOJEKfmBYIg903TpOkTknY79a2n+ubhx877fSAUlECf8RaDhgkRxWvW8yfBfYestXGU0EcKBZ6PmWcVpCWsixdubjwX/EN5uYk3nqs7IL/TTAwnMxgEKes3T8BM1mjScJgZYd57zY3n9DIhtSA0695lUgJ7wKz5e96/2Esd/r8W439J6fK2Wd1PO5T6EPct58PFOW7iCDnCCh9k/LDVcHOmEqyrH1SeaH0uwWbHtO3Svzf2hwMjfrPLVv8ojvOFLC6/VM6AT8Ht4l8UjjaIAX2ulspp+S2DhXDVlyn52BQfXeZ/mX+Z1zWUSF4SsMRvPgBLF6D+CMdwCjwVGeSwCzeQieb/mVJKhUin4EYhwU+mxH2GAfur8zTplvA64dAO4qEu02Ay+zjwA/AQj+ku4cHWb+cbJJgXWPLOoz7DU37bO7svAGsUXnX3/+sl3UFVSaj+w70V58rOdEFmXff/scGhsEWxtJ9Gx9zr3nrDr44Pkz160s4VWyjztzu1vh9VhiJ2yl5dtOTACYyjDG28mTelbLET+brh71Iq3TDUqbf0Qa6eO2+aZ9YNOtx4WeOYkKZu7QAFtW7yKxr1uhdQDTz3xoZ3vfhnjpnRk7fkQePlbjJPAAwqUqLIEUHMB21HDom+7/floMdwcC/WYHV+0WPZ91CnT/nRhJgDW8TQBoj7vocYf37wAwOu/dacB2p64vXdK2d963tmlXJnWyQ8vVkxk/U9q9oTEIeEniJPyBf8RaYguTGHsqG0Qz8s8uHwpaex1s14ZOfFq+hfYTaHr+tG2hDPrSa5YPzxnJgOgknML/b/3/PgONDkzYNJtcMDaDQIMZ/z2f7Ofwd9aGM3H/+civsiHUDWD8BZJg2gfObwNSd+Hn9dzm0QA6YUxAYsYpUtq/kDoyQAywoX9P9WEFgNevyZy9V2Yc+FMBRN5nAt502XUNiJP82ASOSZTQ8gl8+1aV2Ot+B8s1jw9/XKTXvlRy+vgHadWWCqkEVGP79jELy2f5m/VDASWmQQWAsRWwEQMGve0q1v/nAPD7DOATAH78O6uIsZ+Dv7y7oLxtYdFW718/vW0Z+Ij1atnMXjpjrwq8s3YneBcb+vCUO1rsmc9tLyNftwJqgVmSJdYHlO24Onf1Vvi/W9vfSfU9xqxRZAyig2DR7c/qWgeOn0VKx4AJMMx8hONs8t/bH0a+nWdWcnYCdLFd+P20Ch3/VVUxqYoH03hXSYJf3dVUTkZof27u7wBY+BanMzYffgR6QXPvTiQvPOeL7dNBbOgNfQ1Qji1w+743/yB7I1DeNtae8cnZ1jn7GP5se7DtmmAC73ayuSnBPoJ2HQD+sFNeLS4j67pTkx53cCu1WBSupyk8151uhxO47AQ+7KzWi13Bhi4Gz4Re+TO6D9uNAoW9Rv65sIMkEmCDBE9wRHj8+9zxDbNEVXXCe+zaz+v1DOlT6Kh/J1gtOT62nNYCf1vvNN2m1aT0TvmUlsMKHNieTKDbMkg6bxy0DgB3Yqyrip1knaMePL/nv7ar7wCwrvnj6axo9Thjarr4XW5RvzaHfx+9R+JHF6wgk2+cc9do7Z1vAeDXdbPvXnaOcQO1gJdQG9vBtmzGZbtOcgbQrx748mEUoBvdTqCtA1/xNccv6BbcI99TUT52wASAO1Cv12ITaFxv2ouesTXaJr758Qx9fCuKJTSPBAWDey2uIB7fo2hYS/ivaXsHgLOu8f/0cSBNmHH5ZbwHOoq3jPcVe7Q/wl4yLYaWJzHpFM3oKvln6wczzvDZBkB/pE9PTBQYUX8Xb6Hj8XGoDtTY2ON6FAlJ4GnMt+/HZ0We4U+coUwA+M33WXP/58B1BopuQ2aAY90dlkSp4H7BRzpmoe+62IOEssb6vskw0UrfN14R/ZWR38lNdwA39o2czlyPHMJflLoKlh9Zch8h0QVo91Fx0ObYtOsqxD6fgqsOAJPYIf4lkanXQPMU5gKtWOPMNZ1bznqfwoi82EciPmEG2RJOXMWXfn5L8vUe0So53nYA2I6ebXk68p33U6CUcTDitSMij9bvwK48/FT6Cb/mbQ9nDt8q2u3TFW2RfaKF8J8OALfcS3yq9FwFgLGvGkPQ+6mwNh3YqM/36OqWH1n/8A406eSLXtf++00nuv7wrH1vbBYfxVJHTN528T8eZ+PvZHSlR7kNSivqBXADmqSa65thrQEeATLgIv/uCoFahzOnEGDBvxbKr8Bagar0tO9WUWHiGL9NXCowXj3oJ0DRGUJrIL8Dr4ddHaSJ4YGBl3mnUkbzDQCdAfDeZj6u90aQcBl6fjD8GKjfgPt2xm4APBmg42RIeT6chQBmM6LYTouYYnLopkwQAgOMFTo0SGPc48lao5XB2RiTyZZKhNwJAHEyZxzACf1i+EVwnAyaAT7YTAhzORLQJWP7zBShMpyMF12nv8O7yUDa4CJz61Z+LQBxMj8FVe5MIDwCjKA4z9SfZBy/DeJ3S5ST/TsKC75RMKardtrg4Wwj3tXtzNugMHBO0s7zfCUqvNo892CHp/uZWUCc17TI0acB0n4fmeLQHeXMGeI28lRtN9Ws34D9VK9FBuGjtgMOP3cgyfR/+IigF0DCLs9b6aCsWmGah5/nEKjsrOw+Ax0H5uYT+PRjzLOg8HMAqSSyLIAxLSmU4TxgoeQwisY0H0Ij6NkLSc4h+3glre51wENOs9rF+L1JmICf04JnKx7yGw7A/OkWVMsoDV7ybZ/xc4DBUuyiDQD6T7zTAeAkwmzwYc+SfLfehYZe/3Fc0GfMk+q8s69qfsjsGDAkySi7/2l9pCzPZ+AtRzH0864FBfoMm64ow0C8ttmZW+ssrllZsy3uvL6TGNN0YY7IH+uVVxvqAJXNq0cuW4a/s6r//cwXH/Pwm4xAKmhGP4VWYxucxIfN9vNcJoOe8UDHU81LpdYzPOQve6fpFX5MFmTL4+MIPXPogB/gauyPPElVtScpoDKP82uSQnJhe30J4JGpC3Cg4WC8a2Sty0/3hoo8dwC4g4IvAEByh4zNCjBpSDEeo/ss1/Rv2WTj5HjYI0ta9qDnP2TDVeFoHlWl1PNM7EE/8/lvAc11dpj/SVp5rpODrfEJwLBIGbsOQ95r9zxQwR7ZTGqpR/sgn23iVnfzwRYoJ53krbZB2+gHQCLgdzuyOet5KkiHfg1EQufMG4c2WbE4tm6DZFtlW1Ey5G8tOmnjy5i5Vvx/EnG0NQeIWYc8iug4GQNYcz8V7tjsJDjd/LSAYoLWGyBKAgdjUEt1Oax8tnI+esE7pIxZqkzP2UsVYOpWwsdWxi6fF5xOQ7ZHptJ1EmqOHHb6gqpksoGxn9oG1vdUxB3757SwThCiA8BnfrK/vVGwF6IT4QHb5JaL2f/I45PxW/Ml6EFlxKl0eR7m3N5ZxyTzRef7PRVo6QDTLX8AdXRuJnuHceq3brWf78cOnTXznpNAH8FAciiOqe55nTPnBKAkW8hed4bxcw38YRv90CTgQle50aLV9Pzm9B0uy19cuUvrdS+0CPOOGLeOzl7clqlJXA14sbJhW3iHR+JvpeotXTBsX4jDhr8Y1i1Hbx9O6/tuQ5s7G3CJzMPGyu/fqpdYL1qQ6d+ddHj4bgAc5J34KoBFdAHdADKQAEhJhMkCvALAz3frr+8RSLxrgY+MO6Ch9EtsQZ/5qNfov8sm9OsnMEnlFe/vDht97Il/B2UbsM3vsT/bCQ071n6vq0rdHh37N1nx3sMPHaTX4k/EB2xZjG7S+2jpmllHvxO0a8DV9L4CwC0fdO9dOYr+JoEL/UhCKLLZANdz1jdyCT+jx9zdatjr34IC2X+yEYYuVQGNT8Zc+fOAql7v96/YVNgI3ann7JHzl/jl+OfQM8GMrCl61etvg2I6PMl+UELI+Paxvx85xHmzw3v32AF67ypE+DkdbyLzIw6X2boKW89t4N//fq69EzjvCvGPRHDxwcgW7KSjz4cPj23kln6hjT6c9XbmeHUs2rlv231/N1Nqe6X9g+NLoiP+TmAl65P90glBq6O24v2V0DYDGVYb3Kg2sVlwcbnDZ8MH2J1UZ3bFNDKKe7wXhp4HLB263Ed8LYC7NuVtgzHn8EcAUzoQ8253mlJV99hA3e4T3+jb/MLT8Ued3GOdFV9WydhLh6HV+EEek+Tz2A0k0qLz/vnPDZiCRxBMwd1ANutP2yQPCdYvTutRfU+FGu+E99B/nOUa5ki7U78jKvQ8s22ltj+x19y5yvy+XCt/kEBPV5BvV8dJBhhHdNdj8IjhBd6hZ5MIwRionGf87A/m2fb64h2x69295+Ms+fcRWTub/A0/MGs//llvhaJB5F38jIxv9qD8ClVuVkeab/7uzT/M+SOJru3rkbvSZU4Nft7V3Rnwn1pH2r6U/YfNOvM67x8bdvXjMMvzh+W1p/dOTrjppn8nuD2V2sKGn8IH7Hquz3qmcOi2yQ5v6X3lNznBd+y+02FH++KZkPxUy7ew9OFPdCN26Wu8sw8a3z9u/uyLPtpF+45OLLEP9SatdfAG5mNftRP/5qWMD6pqnjddQr/F/u4zo3MUWDCMGzNmrSmukezv9RZx/lPiAbx+7EkTb2Wu5sxRGrn2HXhlHWPHLEaJPmB8dEJwwZcS5kauiS+FGxjbKfp1cPi8F//nSwKF6TtFd7FfKcLJQtge8F5eo0j+mMZBIonobv1U9refK9k/HUf9sAtfals8eJUYGNw3OAp8o/VRcrJpMMRbn36THXnv2TvPRR2UNG7kuB5+VHC79kNIbvK0R1/vGr59Pt7zLbmMhOCsffYuewz74twv/ra+THzh49rnwiS2ppsOeoRk+sz7Z/lwbMSrAxvdlXb809nssqe8Z8euPTpjgFX5Zge/m3XP0QzpIuGxlb/ZMiy0WZpCj/V715FOq27xWvTMJrW3TZvrwST0dwL3hyfFlwoA+8IpaY9BlgAwWSQwxlcnYwyj41z7tds/PQwTo6UdWyZ4G9p876fYgRuHbZw7fY8AwPE7Dus4bC1UUAz9LCpI9SwAUhPl5fBti1GYqtsv9PjJCozg1cZVtkUWoM/YiZO4M7yzeM7CVIZpAwmMwxte66Qs6goic0aJ5n8YSrSXUNFiDw91ZhOGadNdmets1vucjG455vE8A9m2OgAe/89Otze7/iewaAAzAsDhuQkCS/mPY0ZW4B2gDd3W+Fv6kw0acF9zJcj0xx9/HGMg/JRNeASblc46drRUi2DNu9q4fT/jra0xAtqoBPzNczJ+1oF1078RGgRFLaSkgJ57pGQOiCp6y2g7LQjeTnS3sEApHFDsbkFwBQvgLc64PDxTGZqe/zM2MrUAJzojS8HEV6VJCbzNiswaKJBB8LeBmPg+Oc9qaceK28zewOk40ihRAO20ud2sNOZ3nuL9s6DR4X/25xjnRwkVON2gRp6bjaU/cLQkVwKcv1uA6rrtNPDHAZYt0nW/eTR86vO0ZMA+f+/K2ReoMvsa2QKQfBJpnh8sl8bhMxhWGXaiGwalwWnLjs7eD2V63+KQNOAS55ZrMfzNMcPzCVaxN1nvk/AxC0AF36nYmrb0Gte7lUXWttf1GMfWGwHbUYD2t8owQA4DJGNoCrSMnE+CgiRYMjiTCe5stmlBCs2R/x0ABpDogF7kYCkAr3GMHObhv48jkf1yOPPjL9vOd4MzZCx3lrVu7ISBBhABKBrU1JrZSSwL5ZwxhYFqntzBHcBzbP8AXpHrkQf5gXZSGE99VpX0ji4F9M01a/jofgLAcfLGOTktwiKT0X/wtr5rG2QD+DE28/tWPDFWv++xizBIAZ/us79OW18WazJkkY9x/NYohazIil5Ykg1k4NHyRe/dFr7RB+HXOD9Hrz3EIWClZzb/kBzH2AnIA3xqjuJ9WoZjuHYFcOTbZvIjL6Cv9gkB4HbAKg5ugG3tJQWXdn27xRn7sm1GAOhjeD8D6gDwS7645ee2EEU2G3CXnSBaPf91wo4NcOmN52KSc5TrlCMZthITkDJO9TopgLav8bkC+G33QS90f3R9EukMKmrfzN46QeLny3e71/yb9UEWd8UnOmDbO+4ZRQT4SNAULfrMoA4Aw3/ZD9tCK77CVsSabtXO2fJ2AnOaI0k/7Ad3NCD4NnRH30a23vs/2dsmkfaU7MY5EgP5lMx+3fyuyPwIKJ6g9jxrHDAqKdk/2DYkcLDX2B+67ts5mvCe1ihnxcfWbf3RGejdIoxAdvRwAIDIvuyVbsGlf2cfri60XBwFd58HHVmz1bSb6BP/AF5MtnjkH0HrTqw8iaazBthfXUWnN60vtrY76wN44/3lFot7rATrn+TgtSHYb+8EuPCE/MHtlhJdcLfbcqeU6v6yyV2buIT+QC6/AwfZd3QBEGgZfs78kEe9tqVGU72tvWC7jaDAAEzl3zAGZFJoibybVZT81/NGh9Ga2UDYtLjHln5XAK8dkjOzNhn2Pde88wCYBsgSWCVwSTeLBnIYO6BKWC4+KPwBENkyOry9/gOJDZ2c3QmZup5OHth2SdrYwJvlgF4v+81AzNq2gJsEN6xPqyKMsWGP6H0rgzeBp/mlZb/HN4kHAfwDHqniHECRZFrTZ/RVKgQ3kbXX572n9vn+/si07GX09SZOzhnYDZRiR2jelhuR8fI7PC//792t48ghJQBOK+r2f5P4FZ3Zfl0HzExLvzL7JsfKvAPAoTdgcs7vw+Y2S3nsoivHkLzpfWMbuj82V+xbPp1QznfI0G5BfmzruYjnExzkng5At0xru3TnlYdhP9MRzaB7VydWgGhtgrUrkDGdCPbCs+i8ZFAVWa/gZKq1LFt8hvvQpRIEoXV4L3Yyy7Kt8wGQo+vQB4094XPl99UNxoqe2wzoPj/4HcM7XdFtv3XsrbNXKwCcOQzfCkOx+TC6cwiUTgvd0SRJgb5Wcs0JldGl4J8nsDryNlhny/voH2yEpW/WthOX47NtolLwLm80f269kc4YM4d/psqMggDrO9tV6/dEvm3C8jsJPrIP27ZtGtYpa5z1sfymcOD5nkIG4Zua47GFZmHRT6I565ZWugG2sfXY67Gzt3tfkmvpvrZCSquxts870b3tzTsAfOO5onHsS/j/U953C1Fs6uhX3TeJVs9ZqOZh43QrR7x+szHExylAWftQv3e7z6x4PicARyCrCmAYb9ZkE9leScdlT3gcIzu0H1KZmPfgf7V/ReCMwg3kKglyDpQia70WGwSz/JXeGMwyAR6vWN75Dzqt5Z72sRIMWbtLfGJ5eZK+wn+9r980i/xPMpyu26MSkTWvxNgOTD7vTue8VKUzJ2id/azEsk0Ya3mP/njb11vAcRfMoCd1bukG08t+e2ilBHbb3KWfO3Fc/IzfRmV340nINXRI+EoBs+hiJXB0go1+R9YJD9BHwV911jt86XVtu+eNNeUdodEWbGQfaK0p1oNHwBbRd+0b85zG6TtpGf+DhFRklHGLJ2FAfAqfc5Rg66u2HdqX/uYfg2GDl2yHiJ3v74OrKrDGmc4ar+wlrbfsZuyfdDDlg02jfwuDmOBgtZBe/JAYmNYk+0O2le8Uhj77p/Fd/zZYEP4QBXDtvybekTjXoZvXevcs+8jxiud/LkCYqbhoT3t4/IcbB8MWJgBsmwZ7WAlAPX50TnU5DU69sgufEH9E/kGPn9/he/2J7LNtVjZVJyAxd12jZ6e6Of5of8C3LccmvtB4hb7HnseO0XOwD/V7251gNYjT3mff9rU4IOIq+kjrQBHbHiHKiLFh8m/NUfj5SUaTvhBt//ozS4zSPy1L5ERNBB6CfnOOAKHymlaGtH4MgO6NKOU2z8yCbKC0q3eZAgLhZMNpTBXMfC3o1aP7W2aBMu/0zLRuDYEWeBFBCNbEwYWoe+20b4VjNONnHkeJaPMXCNwO+xH6s/d7Y23QZqtbbRBogdyicA1q1gpq26DQppIAnmAJ1+AAvu4Zw24N9HcgE8fRzPw4472pNkCUt7eyZM1O5owFyRhODhMrJL5ZkOYbzy+fnMXxvQXaYenKQlsFuxXYpreE2ghItapj/A2kYTRqrn1+D+tses1uvwM2Z2O3NHiuP5niY+yaz56KcF3WmYR6bp+DeAe8JCzbYEYA+nB10cz8L35YJw4jFIM3AFDm1gFBhgyoCWCm+RI40LPYr9mzz9zUemf49oDwkyncxrkV8gRjoGUMj6yyHX4zfipLzEXPv+8KSzGFlH2vg9f7tJGqLJyqjNozlnYcCPHwnrH1eW+u6XUmQPfm1RhJrSTgR0DIABu5ZtvhoDz2HZ7v7FXPzZtt5jkvaACJ5+ra9zoGhPymHCN+Qh8Ar672Zv0aRCCTP1WOMTJvIAvwxrwyjPTOkM2eIXmCNd3q6lCN9uZHNk4lD/xCggEJRc7UnNZg7wqEnH93640GRDHYW9Eih79WS4+BAD24nzN3MHCpRAhPb0V8Wp2Mc3g50Dzr5oGtEFjQjjH6DKYrkQi9AQ8ijzCsOwN49e22dyXgvvs5awKoQQKOeMAVM5O400kHHYiwHCrgcflUMlHG6nT3+FLRGQN+ARocPxk24gMVJN777h96jlugjf0wJkcckLO7I29spG3nB/OuMlzlwI98vBOA2g7S9dpjJ+Brh3bBc+Qt50hp3/kdBpQ+O1OwZh7byGbW89Y3J3j36LL7LNzwUHgPvYb+7/aAN8iOHGFvdwCXCkGC3J0t2uCQ7o2Rm5Z9DRa9QL9JMNL4LP9Fcq3ptEKnc8jJDp7fxT+WHVP5edsjDbi8ArADwHUGpua7dudWccauirVKYAA7QfefKrvnS3Qazzo6Yuytj4CobSbdp1ZKOXbC6/W8rMzGo8v2TMTwZtsg8FJ/13KZIEz0SOZyHPphLPSrnyXbe2wwyYk7IZNgKnz6oSOGnpxtStU2Y6IKsc9CtrsiMGCAHPYM8oo5wm8BBT9T4SMr1jHdIMTav4CjgFvfAoIna1okQ1xoP9o51Vmhn1W6rF944A2IaHl7faw7LbU5HzKt+6G/Abknrw2wbfUqHBn9evwDJZNW0MpJC7IFRy6Ljj7C54fPiz89kfeFzUPNK7rqJFeMKUOCRn5b/2kBFK1dZHMH7fLGqXhAuSmhwf4fDhFA5dpaSU5aAK4rQHofmP1H3hz7YjLuA4Bq4Vpm5ugefU4iZtnzBIo2GYfxZyaWGWOHP5xtojqA8Qpg715ccOVdke6nOqmsA7D44lPhayB4dOQ8/wYMGkAKWJoggffYAPjvgHlsacnjlk+9J08CyEOXBZM3+ID9dN+fPZI1tI4eIDD6eVv7cX/2RWxzA67YnhUwhpc62YaAS8sEvbftug5UwfUEWLKPddyI5PR2xDkYx9jltj+nIpVnLLiTb+C9T9ts/ZBcF76xPf6sK8Fo64vqKNDytBMEeb/WjgpZ7atOvke++Zlzw1YAxz7vgJb5WT5YV+B7DdHtC1Zi3zN/AL9vnSGWRrEP24/ujg5Hzk1E/CQUPD94PU8Aqnkq9Mon/lVMs6mGtf5V56Pt6hC+HJ6cRK/MPTzNHA6IWS0s0ZMkoxjXIKFa+qqSnrAjOgj3k//IenZCob7DrzN4i3ic1bxtMTxagHSwA+tAaaEJeLEekTl5s8y404r74XcHCEzw8FTW6Z0ICh31J50uSO76ts4v+80dWEbuItO0DwdMRf7EZkuXCeZjPefK1eXfX2p9bbtqFXlskCSSwtu3/cR6EIxzVxeA6eG77TQn+STmWZ1tWvpomXc1IvsZumcfC//MODlb0QjIVAUj++CF7ujTetTgu+S69E4luPW6Zr7x50gwcute4W+l91l/fIjWc/8JX03l0fsDVmK+OP6/xrBt97HJsSdJGiTh8ch/2WCylR5ad0ESPGSfEF/Vem6DuW2nM0KdgWqrSvJtBAndS6AVsla8QDJUY7Xx77V+kj/Rrd2iPvt9A2TIOfwx77fiz8XLt1W296LHR3V2KlMZI3vujSOuXdQ679j/dAYZ+wKanM4780UHiO8E1vfRLKEh9NOUFPjCbLIfamKAe+XPdBVYvolvVDJlunHeiV3g9y588PZOu2TNL3Ji6DN/OfZIzbftx5dfNcktJH7c+tPLNeb44nlJ1j90nMS/9qHEJ413wRvY/7qfhOdgoWCiG9DxTIVTTuJs7Ob5aN4VX3glAj3ygb3bCe7R7duBwPiQxdJ2ltR9jdetftiuDzuIlbfoChJcI98yXvac7AjwXwrWwheR2e1H4CR7LcdP/TwuZeMO8HLbGv57tfjHfoOfuFa0xwbE5qOriwusRCZjV89fSh7d+KLWlIS99vc30XCTWqFLaBk9FpwrOte4rfUXyRKfdpkDwASMj60fWoKP+un67ZlI1j/dFmxPjT2ua4Qr3bbs2i/FdhdmrU59mcvMZOwq5gc+BC+0/OuELq+//bNO+kiy0I3dMprG62hVbZYbPO+OUWIXcj+/x554n8EdfCqdr2w/PvThc8sPCoLSOTO+ZfbzFmRkf2ad1/aMrugW6Sn0yv3oI90XW3Ta3o8OOfGq5wbhJLIz2feNfRFf0XOTTDe2weBTmpfxpgck+Rv9hEF3Z5IyMW+aUvJhtGUU/h67J5tYBjYVb3tlM9dUVgwT3EzFZuwKuG/Z5wmIaYAjQPV2O6I1+alWuIF6LV721FQul1LSt4AkH4GqWbRmOhbQwSaPZQQAgGiBdCwKILjCpCfoPsZWV5IBFrXR6DYwk7XJ2mAwRcDtGrGOzcxNn3s9ZWBnDbPTAf7yz8nU/Na2wpwcxjiMN4FqxtjBG4y3Vwu/YZEbEL15iAqdvGuYcRQ8ZwjeQNI5o0ybokBpjAveAaDTQqeVjakwxswBzh0AjvWmALBG9Mq68sb3CDbrAAAgAElEQVRVllAcNH0sMAvwoFQ/Ga/JhvV1yjQay1AAeRRuAsxUnB7ncRQLgrSDhR1gOs+TIyuB8h8CwF6nxwi0EVdnE22by3dGpY1gBYAvhUGLFPZ6K6Eem+d0BIwArWS2IlsC6o0hMZm/3sUGDhe40HU2KGCPMSKRZ3cCRcu0m9/4t+7tDC8clg4Ah/drHB5bASrMZV5INjDK4KezQ7L7FAAOf4QPMzI/cmRNjx0nNBlqoQfXhwc3oMzZFfoeJa6xae23jfTvpxLmrN9l1P1EOxIMCDa+HPSHPGo9hdPAGcc9JwzrGLZ5C+Nkrx4no2Ww/j7y6sjpa7EJQNOy5SQfzWQAbKGd7PFv5xofcK/2SVfS5fxLM+bhTbLeWcOW7RpHwLt3xTA05n2vAPBkAbbD+i0RKUaZeGqyQH1G2mRsVyVdgwNHHlm/LC/dDooqqUlWuFscHSdPOvF5oHhZ9G/DeJ8dWjm552oP+sFnV4ud+/e0Ocq70D26BsObvRS+UgZt6IJ+6MCj5cCjJ6Mrcs03+dF05/mS8+xDxnjrEzIcv7WHSnbwgg9taGsMnf3c+gne510kWGCoJhi2Z/1pbBjFBudscSdw0UC8HfOWu6bfb5b/tx1wVyD7OeN0Ra6q5eO0nHue48BwVZx7bYbmG0DYcfeaB1B8n8Wr3yUHfQ7MBBzfCSbjhGlfjCOIPQk9eAf28pGpDuAlgbDBthP7Gno6mKeK6DlSgXHeY/9JH1mma99UBu9JcDFvBGxRhrRB8udBGyzS2bpPIuTgCw0GHpBnfmOMqVxUAkU6c3ysiW2brZjPpgkwITlJxwKShI7tOevAvHutLPe1UM9/ACxN03TxSIDhJPbVuFvOW99bJ4+erL/rO+ul53/dptlr7WSNONLtG+lhHQAG9PC0lSAxrdA5qqVbYzevNZATvs473/Pc823Nu9cZTi+eqWAmQD5BUK67E2T9zIcInfiR/Re5awf7IXWSoWJ/dDDZgINaoM16nTbYyGJXOMZI8f2WvVlYVRx0pjTztzwhgUg0HbsNe/ObTFTSlCsCHrnD2rejT9vLl80xMhSbQ3x07Nyx72+dswHgOOkAdR04IZCPPn9V2HA2+kPfBhZZB7qOHEdeemV8b+QBsp+kW4Jh8W8WOATYaP39lkVjw7CuHkTdPwqrAeH7/lfGeunAA44M42HbHvvM6xqbtVt43xXLy7fyCcbYNffQwi4AVz/X/DP2dye+sf/t6zzyoxOhThto2klLHkyryN5j3uONzb7NfF9KRn9XmGDz/hQAXgBoAJrn/dq7XvOxdaNnEzjrQP0d/LVfM/u0AbUOAANY3S10t2IlE/O4xlbN3D6r8rFrumvYWbcyqton1e8EL7lWR5BsZ4gJlMsmkfw1b9FKU3RBpixP8Bw6APW6ec88Yz9ybvzuF7gvGTe2cAL2a4egJ1X9kuSxJPr0nsy+fOvm2+42/4z+IZB5xvl8n0rECaLMD0dvFeDYfp8uOzZftchvvEjjZyx//hJWAUamfaDuaYDRsXtcKWPbae0n9rTtxME7dl12Hajmgy8TvBsmRh5M1RM8dSqjTwfCt5/KvhLtTrAb/2P0Hh3smjZtF9nTGV0mnlblnR4Ru3cCVtcRKTtnZEpwPYI18EUnxMTPVbl0EgklR0os3+IkMuMkPCx/xF9fHK9bzGZvBvPYxOxqJflDgM33iQaD9zCY1RHYvyTYaQTZ80cefJlBMJ/oeuw429mPr4Of4dbSnk+CFHfSdCc59L7yez3u2AXIJD8L4ai/S6cO6B1++R4AZvgk0op9GEvv1wQFgjGQrPWWoYt7tW9FYt6d9H8nMrEWFDjceEjsoMzjfCahejGE/NK4g9eiAqLikw5g6fcEJSO/SPBLIukcC3LwxVQ5gsfIxlLg6zcn2YARS6CxvwkSLUN7vSXTvNfGVzzHNggnXDC5A+BgH5qfsCkf8/bYd/05evN59uss8fHfzCMjHzZoHbvtbbusfxA+HxvjGXTjmJ04CY+Cz75sm0lE1ByQMzw3a6p3ZByb9xoZY4xIvl3x9s7z3/bfMq/s5f7cgX5oD2YWuZUEib6/bZouENKz8VOwu1Nxr85RqUjVEZh3Mof3jQJtD9Hv7hSMtzsoJSCayXSxFLJqabvJXu+Z677tcKR5n7jF4D2h4caFKAT6drb35KV96HcCmVnL+AAdAL7HxJr39+Bce+Rq5v1K4Cz+hSZ+lvao/YGVWd/kXJIcHzxFOPwT0Lz9O8aDfWm/7PmSwkJ+7/3VR61lTMt/IgUVukubyM7o2E1cOes/QWBwyH4n692xGPYr+3FjBov7I5PAQBq78W/sx7Lhz3vFg4MLfdtbTp4dv/Dow9l/lhf6TfpHXBF44ti42EzYl3onVfJ30s/hlfG/sRe977BbCr+540NvXttYaO8vB4C58C5PXsG2LZ01YYBSBsR1LTzexMSIkBORzBMpEreSLQOc5+XeNWg0QkCydwu1cbKkGKdCsJ3DNgQibGkvkgxDj9sLFnAji/oASXb4tmUUbVMbTDrGjRjegpDPGO3DJNrkavn0yrYTPFSg3ctQHWcYMFQr3Zm2dpZHx4reHSRgBGyMOKABODcjZc5wuvylnAvxFiYYW2R2vqqUMJCrJU1v+GPE2Dh9g9FH6AygAdDTPfjZDDdPIbxZtwWIRPepknXwfYNjbLoIq6nAPc70KHk7bTFKWOfOIG7Dyc85Rs8YsuOstWKgYqG/63tjoIUazrgWOzozPIpVvx0n4/nRZw3gITz7plvcciZFnvV2jrLf1vHzOj1rQqAtwipn7S2v7RxfSn1AZzly0Kkrw+8MHL2LLC/z7iVwvc6yG+dPj38YhASEfCdQLp0Eur0tgW9a/TmA5zPMa0v+h7+2sd3yomURjjePibzgjLwIVjKbT1XxOWM6/MR7vgWA/dxZT4zAoyhmHg0Msc9o+a5/09qQYECDBX8+LWAYVye/ZD9kVu3AcvZPgJokKkjm00ICfnWljFTpOCYAlJ3xlLGO4i9egE9vftC8fcbD8yFrjZZV0N8BiVNpFwI14Al98g64CcNqglYTiOd3/jznPA8ASh1Fz5HKR+bG+1YmyIBPtYUNENMXgy2GJ4YQ+80JCtUCRs9Etvfan/HWeSWsH9WT0CnJRwFubgAKwyRjGQd2WhfTpplM0gAtMaw7OJNWvj8DAnE6sj9kNEV3zfVjMEU3KEMxDhYgDHMIuC45iEP53Yjc6//3v5GJG77c6y03BwBqXv6Xz+SbsY/hxV02eCcA3KADvNG6mj1GZ4we6ckct93TFSmRZQquAE6cd48Dyb9bZgHCAgJQGfzt2An0CPe3vdVy6+jF6aCCPCewkczd2FUNFHXSwt2COrIzc6P6y3vm0S9y3EhwUfaw+JBsxjhwC8CJBuHjSVBas9bXATZlHRdMoSVe7l+gyHauz4zEPkjgCxDmlse7Bgkgtv3acgJ+6Gzxdkh7fBn3d52Jo6Hxd9b5ATqlB+X4lZ2yPGtU43HY/3g5tgDjHwmSz8ta320b98iNOFk4GGsXZC4bmI0NHo8IxxU9dRynmfO9ix0gUiLGQ49TLWCbKPK1K9te+6rsAK+feSuymA+BaRLMftI3d3INDjjr9OKfCgDbXphuI7sP8Rk2Q9z7b5hF/MFZXElQzflY51MVaK91ff7BUSZ+1DNXMqxvcGd1X57w5v89Q5cADee2fqyN5fy70vYOAN8BPUFPfxro2UqEuwJH7/nzz4f3rB+Q/2SHv8+DxV9YgEGA0ybuWOY/nR9iPuu9lZTicSTBUB/JnW+tvELP5e8X/U7CbvjdPo3RlKkwnMD41wTKZBH43dgMDZSszt9rPIvh5QYF9b2AuLZ7AuTp2fHvbpvLZ91V5IEEn7MvbN8poWGGuVvHY0avhS9GZo3cuv04gtGZ69omVP963KOXYzfT3lQvjbIGPGnb7U6i0HWdEd+4gWknAHoCqADM4pFuUYecKxMyU/QY4qd89Wf0u32ECJ9u0Q39vadlVw2BsKPabwFIMnB8BZvPXjV+EvsXP/qtm8AjYl/qQ5vTY+t6DVnUvf7M1fJ991LrFL2r/RD0ZVdaHKKZLu+K0rbFIvvky/x6xpjuGZq3bcSHR1Np+gb+D0+Mvj92x/OgPlv+zMU6KPrMdFKgcSrrsX/ShnarZjgzlWcwHugMwB27B1AfvyRzuAF6eOpUdHSll+mU95/g8siXtcci24kJEWSF7q68G5q8znSEf8d2RKXY93jOl02SXQIDlkEPHbCd6CTlZTJeVgHTGf9J0p61Bv9KEpVsBRK5ta/3TFWwqsO70xK9gwMOHI3v151YNJ7u/nVoq0QCcD6tzdmXCUT7XWPPs24nqPxDAD1Jl1uFpnezvm3LYC+Bb2aPjvyeP7/JDuSSxk0nJPiq4kC9paaSO0kTtOPUGGUzhMZptUwxjTdZ+W0tJ3lwn1l523ftZ6xMDr+LJ1serAwRofKv08ZW6+agauQbmOdtl2B36w3baW+q8+YFbz//rsxe+wvZBw/rT+TB3Y66xw5PhefflZ6NL36zEbsq2Lwq3HP+a/7h77241pc+FiH0PbLXFfuSkUtX5tS6R991i/rGIqEZ9qHvl/x93tc2I/aB5+H98oeT7Fy5P77VXfm7tBu+qLO0NWbJHSong7v9FqzgGz6oKT7fM46888G0X8nGwX/9m/Vc7Orb3sf+xj28k5WQP9/8uwQ4V743n8bGT5JmAuhrt9xy5tDZRVF1fIgTvdSNQEeODW7iuW8HDcYFVqQFuZM7fazeuAqtqzsh6musBqLM4om+6QyWRbkTbJNMqWP8JgD836EPfIgPkDGzsJxH/ASOJ9DrBPH5OVjC+mjdYruPj+OM3N0ru/7BH9MNBgy+/WLxLkdu9P44dt6ci8s8hHvSTQDZ53jAyNeD7QlnV0KLcn4GV7pIeooJO2ldLbrjj2R/qUCMdbv1e7dZBgv56n/ax04nuozzv5yA0HLkWwKt5qxjxWh93nIV+ZMCiAjzFx+Nn2u9A35q2/Gzi0ivG+NnX7TscCL9HHH0bS9Ll6WjDkcEDv8d/fYuZGifoflux7O2TdPnp3hU3we/YAfQsaELeyJfhWMs8EgiB89KB490uES/Is90DX6tE30paBocFZlsfyKiN+v0zYnR9//zf/96KoA3C/nu461NHwYdQH4CaCzWVg9RQbaCi2twTAiwsEEAkDuzuR2wZIdFmXe1A/fHaFTQLoIok1zCdkAHxR1hJIbMIdptiCsTR4sloAADV9cTAM583hnH+u4+e8IEt5GXsWihnLErEGckswQ8WZUekZXGtLmZRV2jeRZxMtuaMZ8W3mdTZ6HfmVt6J1UZzpZWMKcymgHA3xWTG7RyL/RRpMtOObMufLPZ5pqDq6S9FtseEqEZJbkBVpegi0pIuWrNcWfi6d1UIWmtAyZmPqa1gZbwg5PMZmHv4O+3FoCMj2t5zx9//F5ZWQosvrNDCUp0tkeDMjFGEghq+hIUaSMjAv+dSfhR4fTMl/MTb8e1kzfi6IQvzM9kKI8BHsc3ABkBLtZ513iFth2QMXwAIdtwoTLgW0tgy41Zi5ZBt3AF/O8WM85IHMBYQ9+z79L2SwZ7HKbwAQqR/ejMbfjAcqJkA2MaZwwlfmeOtsIMT0Wqso/hs64A9pyf8XRXgeYFP0YsOyBU2rIkoE8AOLyw4DbrsoA7LbrC8xrWCSAWuC260qIFmnUgCR7x+kovPeO6A8AYNW4ZNi2YNB4ZxARiPecBUjACSc5gfM3PzOcY4icgmyxPPw+D6gpgck/Lk6PYR+42kMC7RB+yAXHU2iCIszV74spA72xzDAeATwwYK3efZxWg6tZr6JveB1662fcJljxBp9EHlnlyKHyRjOQ4AtkTyTjUu6E3gN4BpoZ+nv8AIFmTGIQbTMsYlCxElR9VcIcmbnUyZ+yMgWtePFbGAPQy3meBoh8mMHSqv8YhPIBjHAjNjTNwkuHGmaFxClkngMpblyw/rdVznNMVaiM3CMJn3qzHWYcZKwC1ElGinxOUvA38bwHgrGvG8g30bXmr95PAo78jGzuwqucEWBkhbh7J+PXZP/NFZ4u3wY6+PzpvbiThDTrbCX1+I4kA2Sfj/iSZFJ/Cq926Ld8NDYbIBxgeYNH8WwHgjD2VTQBJzE006uMTPO8V6WfeHcyopfd72JPYk/qdCmCvP8Cw1s3jWjDJ+3uOxWi9foM+d+tE+IXnUz3V57aYDtVNZeMxqZDk461/rW87+R4XoLkqf4fu2K0NcNACavkn9hsBYMsEBfWP/l57OevU1M0+ultkBcR+rnt+a3t221zlIW/5rYWFrydxZgLAkje0Jvb7RkfeZ3HxTGwX9srrTLDnIiq/0pEm42inSu+znNd+xk71wzPuHssdAO6OAm85s5WJnVCjKUtX02nI8l2vAhxR0Gi6wADQdiCb1dizMlcWhk4EcWQv4VtlvuiytWs2AIx8PEHd97J7TxlYHTAyz8rel5/QgRbdSrC+j5hBV9wBSip6/+njFab9td095FD2BhUZLWt5fnghflHkcvQfMrDPaNS1dwvo2JZZBNlAJ2lL9r3ktfXT2NzPs++E204W7sBTk7FthcznTlRI9T18rT8N8lfrXiofpKMC2odnAWTa/uHd6Heq2z+PsdgEPzoOAeS/A788MevBfvJ6y245L9xkbu0dgko57mLbGGZ++PccGTPHSg1Pod+7Yqxpenxt02KqNSfY0NUtBBa17vgw//77OXrB+++d0NIt9OjYc7rwjE+a4x+21S1+hxLBGyAlAGzef2hx2zQas3yYPkLh+M/iu9GbzPlU/bj72mdrLmRFEi0CqG+C4+qY8NgInS9nqDaNdX8fBUGyyNn/H/bgVsuyxrpHIKvwEhcG/PUv70/9HVvD6+KAwxUhKLynx2W+qwQDy3/NS28ZvyvX7JpoD2vcOTORIN8Cqe99/N6f7ePqPa5irve/aCYdPu9a/+k9LwLAd1e0bf+YPf6/BYB1zQ0w4utFv4co0X17NjLg8Te8C7nZfkyCd/FXzlb3nksBRAKn68OvP6zkxvDenRQR2zDrg8/swJHWx3p6EyXZV/vuz84qJBnib3v9q0IS/MdznvUnsaQr3ttfuDEcaGPZ7EmPXzTP7IpX1uEQzPbMANZzhET2Yq6I7tIXDbAnkIYs7MBd7K34swQ3wVniW2/gBVlOd67T4nx8TvgAPYUOzLotFiFd2oEm9tpid5nL4iY5E531N6Z3bNboOHSZrulg5eK/a6P279CsK57uAHDb5Dpb1D76s2SN/3aygeiWjpZTFT82QJIlIl80/k3ECP6nTwcbT4eB53m3Xocf4CU6AsLz4MrfEhVv+WuagXENztD+uddi7Le288AqZBty9irj6s6Ku9+zFxfnHFvl+NLrO5CI4ECc+VqUy5FClkUlCjvwIp0N1oovtjgOCSXvADBjDs997qVek7XBSJ7QXWKGYKm/KRFrHnj2Q6lNEvA7ACz5gt+AP3DiH3V8owI28pMOf12dKUggDU4ZOyk8tWd6698O/o7/fOMf6bAWvDT2+vi2w+97xN7sO/kbFcy7E0nxUYkP/VEBYOT9Z4JwMGmNhaOCGvPMfhzdOja75/mMw1WZD5FE8ti9vbrh49OVzFieOgFNEQQxlfmeAPLBxytw/VBIFn8wbycqxG96JXrNb8R0jvytADBz0UChNS3Nu1CnCwjpVtS4M7x75P9MuwOE6Kmjd2ZfLTaQ/dV7H9/4UNHyYfUWPH7kUWFPkkEkyN94VWMNwrnogIBcb/2F/DF9nwF96x7TfnTrHTqJgWOSDG6ZMnan3omMOEVC47t/JMbZ33jzVCfv3PvJ8llyZW7pRL+OO8G/kbNPkqmTwVfPdQc6XZsEoyQ60kmmE1roHklSMyMG/8Vu0vjAY7C3XhiGxq4A8Gm3M4RDyAI2aoPbkJzM4heg5SxWNmyDvSv4EPBUA8AwZCaz+KKksg+aSYmeU/3XTo/eq2ccBfJHMrxZcFptWOFMRgxZOm9gcwFUlAQZRwtwx6HgvBLdn5ZxARUI+Mbxe2c8oFjbwFwFMsavDEQ5gtMKW/eIoWVQZeMkQ8QCYpJg/3oE08ng9MDJ9tuMYRToZhbmDCI7/tWSB6MXxWKgwsZYDsPezKnJnB7pq+u9QTVeZenaSYvTZGZ+BArAgebfAaMjEEZYRdBFgQPWnopuBSzHOIbhj4CyYRxwHif6zprqd0XoLNiAIEx26RPAmQCJnG8qS1E2++c7C7S/78z/szln0zf/tqGJsddnTmCQHNDgmWcri3aA7irjXjOMwggiu6envZTPonkuED+gLKhQw5i1QJ0JHsVUWWlUnN8B4ND5DSxYMD9A5LfzUgHadr+E10Qzra+cYgJiR5h/aVUHze/MbjLVUMZuhzwCH2Xa7TRdce02w7v//OzXGSIAc+9sw6Q2iNILoGkduhoOAyEOaZybKJnMwA762Wf5sgPAq9xzfSq902YqxkJlus/e6koIgp0B0DbQQUsyDB6McpzEls+8B6PScxiDEn7IPpVMiuEJPwF028G7WoOZzCMPocfy7zqQnRUGq/VeJwitezm/x885GZKhnd6BfDr8Y3qGlkmw2LOVj36w8Nf/Ze1otY3CbecLvdDzyZpOdeOAEQSnZBiwRgQaRKu0WMneemVQO3uyzm8WDOjuDwH6cmbEc/+vtNhtgxZnOhtCBus45eahPZOlK+06aeDsIyepDK0MMGylVugYwuPYS68RXHXl2vMugwAFwLR8Dug1e05rNkFoyQ6v6wTMqR73vjBvrxxqRze/H7fuAFh9Twf/sSkyB/ZY6NMAeQfjW9Y1MNqZgYfnLtw2Mqgq2ZwUxx5aGXFnmffZ4jlnNyC8z4Oxbl56fDO62/jHHqSCLuc6ide3MnodkNlPQ59UIeznyI6qsEDmWd7Z0ZNdFf5EBx35XG2hHXivtcUg75bsevNpp+pkrCTasK+wVRZ0ep/pzdiQD66QEUgxPOMERDvccfLoosF6xMFMctddeYSM0I8ehxJd5FTMPulkDO/KAa4JMDVd4Xs9x3bQJAfcTlwnIHK/bVxNa+aEnmpbWc/pYCc4PO9pnRVAYBJUCAyOnMMpx3nslqsaz20T6t84SH3m3wHlJqmRfWn7aZIT4Q3kBzavwdw6Y5q9nPcnAcO2+iQDfeORbi3LmrXzLYDhBitb7n844rPuWnsDfqqYqACIxzj7F31Ktc+tT97vySor6NlJD5F7k+AgvvM+WVvFv3vtwpOH/4+HHBmMLG67BXqmemCrHCUHWePD527tTleo+Ay6DL5Cn9kWcJBszyA/nRLGb7yBzFvfYC/1nmAdDgA5PHD2hvcFNJT8THAn/kbo0x+bA7OW/eeLJr4hAex9f54C//c7c+87IXPtrsiF3CxQZtvOp2pyR9dV2voWX6ITXns+Dfw6YfnZFw06d8vmu0V27HX5qwm8p0PNAjP6rRN8sK/uVs0LBsrHzDN8DMTzaR/+3gNL7+0IwT4mAfr4xLJTZME9Y+VMdhK0WcP3GkfG6OMA7bSu7IA46/g+Q3D2EwkdY69hO4i3unKW4JTn9vynangHAKs9besM+B1eaf7yVpwxA6Km0uCdVMA8/z/GzkTBldxWsuOt/f8fO2/ci+3JiMAhIimV/dS+rioplUmCIJbAwuXj9XORP7lmg2+RDUFKsA/Dn++gx7dEkcPHk9mkMf/2ezoAtfzrhLbdV+/gfK+Rt8NzIXzR+MdJqvQ1CjKPPSXecreb0fEGj3OPjw5bhRR+Ay61BlQfOYBZALPH5gD84jf32H10wtgrJLUEPxowemTvfQTSnThyqpMskzaofXTWBIDz/E1MMu/o7/FNy1ycoX4PviqQf/jP/nWqCfWy/UPCyjMeEgfuPfbH4984pVs2ERW8Gp3soikgWF/6nZT23qfrb5BgcfwLYWmqLJp9/5EANQE+xnYniLV91bbX3YngG54Dfmf8c3yzJIBvVRwJTp0QlUrQy56eCkLT6pFfyE/RgYpJ7XHtJeOrbmccTOMGwKFBY5wH9xkV04l25pjn/cUoY7/jl2pXWS6Mc9i6LnszBRIkjzWA/1rHuofoQacoZA76705QRgZFpsaXZy/2XtogYmwM4aP63B107Ndt1wHbZ05YHnv/ud48Ino/2OFJGBjg9fZPNGaOfPuGq4amoyu1Xx879SQfHF868uqziELX5/XNZ2/8Gfoee8Oy5sKwxFOFJfGdI4++BOFi8mXNafm9tl4SvTvhFv7JfLatOnOI/F1/92WLPXZYbBet0l4X3PTtS+h+fPeVAPMMoPkH++ajExyyE3uvZGnjqxwVY/yhbMNUTy8+7/15ulVp0YP9a+Wj47FvMnfxMJ1lem+0/c11rb/wnxs35PuJ52QP3/ZT752jN4ZH2EPHRh8bXvYc1ciRJdH/SVrCzghvn85wsy5rz05HKRfIBVOJT5RuVmd/Dn7X8knkbl2pToLxq9NlQK/YSLHf2KskIHXsSN8Dxyf4fvRVJSg4QFxj6wTU2BzZD/ineX7sV/Pk81+eQ8fPFGaMCMg15Ru++Ph5XzwUupBolPvyffukU/h0khEKv24bCf0aZlj/pH0S24DV+U/PAvfa79MJTkVQ2V+x9xdTbB6GErxH4jAYAc8Hb8oEJ+70/NoJzC0roBUJNClUk2BQ3DCYKAlZtlVLzzAW+JK92/gE14CnHfky66XPmf+dSN84vZbuxMYuPGPxzmC3pwBo8GZhS7YnbBtlvy2eufb3wX8tL5f6f/r1H3uwGqAKShlG+lbi78/GFmnDLgTeDLV9lBg0QqwDyPo83/8OFGYRc0+CPjg2nY0rAUOPfSo1OwB8A1W3QQ4I0UqClnMNJHk8s2C0sG5F7u9fLQSgI8EIwO8TxPKGHeN8smMkzDSPrVqcFgHPtQlKJJOnzwLrbNEXkGZhnFXHUDztNNSycQS75ug4le4AACAASURBVGV1o/bVjwDurEc2k5lHmaInGBtwfdvobYV0hE82PnT9qYqg59/tpizU5UBcFavLVxF2Wl8pNL1+rshesKSzqBCCaxhk3OwDNozmcKpD5k1ApW2pk5G1MLDhJYB4jJI23JiH/awBeBsc7AxlK8JqNw5Abl5Q0GQeehseettVssOXpypvrg8guoG78Eqy+TCO23nEsIvx9T47897HnTGK8CK4QwVU078SiM+cek/eCQ0YFiiZ5gsSWxCI3RKwHQ/NwXxJm7MJnKXCMbLs5bx8yQ7G9N5ATAy3bkl/znMWkHXOVn2Drj8Bgl2pdM/1bkEGv7LncVBPdfUEaAmC+JmTcSjnSk58Vw0iK5u2/N7rhWzUT5J7TFPaVY6zZ36UzK9gJc/vZ/T+6wSHl2yTwrsch3u8UvZqydzVg7c+0HNzrtfs3xqr3hGJmg99/ePwAXR2y53bqTp7fIzOzv4iKCF+INONM5JUoUfbvmPYyDH1c8M3fUZysi43QSfOK2dyxqA+DugAHH1muMa5WYUJzLYsMh0cSB6Z/1lk4gopqjniBL0DwN1a03SpVqbM3/wzBCUhA9nM+3f1yysgZen1ft0Bq6xfFpugneyT/C0LbivEuFOMxAQs9LqNwT5bHiD5XDf3g4mOnHCwPa3bbOaUc2HyzHqHB6PD09qQarYFjb1+A+60s0kFKTrmHrfnNfe+Mx49/nL8vA+mvSD8HwdknUmBfv/8J+cxrl2T+Ywd8iUBK+P/91OBI+AlxvpmZWf/nXV8BuKzhwRujUJdG2MDw3rPQPeA/ACzVK83AM732X8mdrWI7Mz05gl+52cfQQBgpfcavPupQutbgozWmzHhzLZsb97QnufIkazdjq4DFA3UtG7Pd7Jnb8e25/zNhoFfATZcUVHPJztdci1jLt7tc7vnQfC7Kphs+8zRDvAFx3Xob46hcIJhVZd/2jo6E2nOERc/GTjKAwMWBEgVffF7fP/rPGeCJ7aZJS4mgenIX7VwGyAKaWT+Hf8AMDc2WSrdAJIc6J7WyN8SBpvfGLv29k9rwvXSgwIGbxsDBzZ7O10mGoQUUA5IC/58O7TYmHveqSqId6TQiwAjfOmuIs+6kvymb3QA+LTKQh4/nycIovOzI4fhX57W9hC2UOvFe/6sfQPiL4BfSUnjNGvfpqo5QPTdfg9bPAms995bOQtY1Xuq9zFzOsk+tDecBe/xpUoj/NY2Tio8s576jEpSnin/lkQG8Xe3eNU1VIjir977oFtH3/LsDgBbDjuZKYQMILQ645WAqaqhD/s4toRYSgGiDTJsJUvvC/1+27+HPwQIKmk5bs7rRdeNA1jWfd7rMwHghwGoYPMzK7FweW/tqlQN7/zgRa3z69y+Z1zd+lnB3w70r98ZoJnKNtuvdUaygcwJHLKOVITiM/5kd3hf/KA/RDiSn7KgIWP0a5JfTI+xU3Ov4AT40djabVub76bLAYlzJ9Fw7I7IydvCu1c/f3v+ZReHL9Z+6zNabznSyX7dzrvtEp56J2C3fHRF5HTxOEdMGSR8J76eNfXAJylmAkxgTn3EBQn698xtj81xTuAykjfgZbE3FxDn+62fvuFHXd0rXKKr0W0nidaTfHUS8Ats1nM6ocfydpaRvZJFk/7xL8NUsRNIxg79ryMACo9hPpaRPhYsAaLwQ+wOfm/+7q4ABAzCL+HjttHZS2AD0ObYkyK4tvnY1shg9qm6FtLpKvv6wS8f/Go7uSXBqrGRltdnzcdv93yqQxN8TivZV9HNJFvcFaTNR4uzvKvuTT+NduSC9HdXJ94B6tvX6L9v256KwHeVV0Z1guwO5CZQfu/XbwHgDsDrPgb91QHhoS1JcaxNcEwdFZGjiIzvPi/74cOKeT8B4JZP2NbMrzvEOVGpEkAovGm/6gMPmcU4iUhjS9oeKHy5eV12ows6ZrAthz33wQlfWNZcC2YILXQ9FXbNF9k3OUPTyZyil4+8CV+A8bky1dWakffBQBP4ciDotGhdu75xdFqod/AuPB6fOPPRG3nwZ6JFrmH/8N2ml2Gv8n1fAcTR4/Ok0aFLW+hpOk3r9Q2W1/ieX9GBVH1vwlgChEmyCV+PaDokP91yjKPPESYTX3Eyy9OpJF7MdBwZHLiTTzXHTh45cZSTmEOr5NWp0AYZj87zfO3HjJ9UnR1IeKJognukKOIdAAZ/x76F/3d9KgA8fOVnCycpHrjtE/4WSX2U3DP3rM/qmtfa1f0y3uBnJHW7gvV5T/vjnH17xXewM2/fJrbk4B2MfbDPTp5nzsgfAsDIHH3eeT/IEtvU3u/bycpzq1BaAovvCmbtmX8LxxL/PP9iDyR2Arb17Tge7t3xAdEG3/u2I0+CgBI1niH8Mp0e7jU7zD6/YA96nQ8upWBy5sF+8T7CRBi+v/FBjUl4pMbM9fK5dV/wqy0wy/vYYS/dVfjEN5326uAzu1i7kuT6nmPwitUJrG/HrejaCk8y0bUzMcwlZ/e4iPvYmfPchw6cjX6S7iU5VAHcDOhN5kyylCrb+DH3/fn//P3v89AJYPA9AsC9sXQ9hpqvmzN69StO6jqxEpISElHQ3MeE7hYqsyPEnPe5FWT0r9E3554O6JINlHv3Rs31OV+sA5Uvg3Qm2gyu73FGKcoTwCOO6gbUdK9ujXczPH93xugRns62CEgkUMg0abCsKiC7cnbvGaeUjYHRdxTCKJ52ylrAduBY94wBmIqXCLFZ58nAkvDsajU95640wwgncxBjml7vtJ/0WpWBYX482v+NlNumLceXcZlmYzwh3Jv+zgAdiYqx4PUaxabkvw0UbAY3vHsCwmWUtGHKXAkAs79Cy3erceaG0LMjhwM4RlSffZrxvh3h47Q+b9tZLGDydhB4PgeeQ5dW3Hfb5FaEBPNxNjWSDo5g4HJfANUIN8YdIAFgoJUptLsVi3fyi94xsshWJmgWQTKGxwCbLVvOGQA2kKT4B9SZKrvN4CLTPA/VmuOcWZE8+4CzqQ5I484ACbr71Vn7sn8ld16GaxJkGB/8obloXjkT6+1Q+poKzrQzzRoi86A3tMRheTlSAzolgCdD/d2uLYZD7578zjwk/94t/fbsEsbasl/7f881VGeCzcZn7Y8DPWsDXUT/dCmQIZo1PmdNV3uN1jGd4ALAyGyy5+NU3gY9YzkztwGBg5/1x9FG59EiHcOZDFAcTNOtHZm5+UkSqip55DE/w5e7EF018+2znWN1b5iW0iRHdIeNpsm/KsNc/Cn9LD7swCxzEae76tt0TPYw4GT0xsgkMycZi+vy4Bj1HvjMqMwaNYC1Du/yZgd8wzPjMD6/d+cL+LIra9pBbW7v/fotiEAAOLyUpJym/dmDlyxKskXttUoQafBda+72LwL6p11ZG/jQ7Q2QbWC5QYqWFa/1fgZPAKjHm2rD8A+B+k6A2ABA2rSyTx3gGsOoMxOzHuMcjTOp7xzgZYCt5p/efxpbG/CtB3Gu2g7h89bNvYZd+ab3CRB3ZdtdQQffn/NyZp6tM1lbWlji4e94147pDgnNN/qd1sz6nUo15N+uU7qa3Gf1ITcOQPOsYdsFrNXSd88Vxp5rOwd74SdHvIMgXJNq4l1vPevlNOHojQN26DO2ruxpbHLLlefGfRxB2g4mac3Xlb69dZ4d/AkKfLOfVOkOGAyQnzPKQiHdX7Y/Z0zyXq+Z9Vbt/8iZJOzYThrnm8oFOnDoOldQvwIAAVvwVcRDntNLpr3bo6Me2tnuQNDha3yJkccGVwuwcaZ8BYA1PifYksxkGzTAHAF+8+jjr9jOO0BxZAd6A1oBrmP/LQ8e3/68tfQdoMY0zLttu0tmyPVevbAZ9ex5EiBOp4RJ+su9cs8GZV9nsslud8VG+ZKvtfhjwGHdLOsW2o9cLDBXfMLzkDnI/NO+bkBf5t88SwA9/s6ct30FULMemykOaNIVvgFakwHcfKbxdVeTTuBu0O7u4GLfBbts9g0VrqxBt0dkfyRwHvvActhJghnT8Xcent1Eg/gSn3y1NtKtqw3ATCvoZi4/4yEB8ovPGjBZfCKVF92BRd9fwFT4QxgJuUWb8l4/dCpnfhEglDxTdr9eXRkcXVp+AvvWyXYjF64kMvZ9BpMzwntczfMfm00sPICrpfeYNMdePm/UN0v2Hp+2Ovzgj2effr7AnbpKwlc993XS4xn/2lf3XbLmG/hDToAzMa47ceEOhPzUlvBOsmbPMg77EYUr3J1BXnw3DEJnkrfuWvn6CuTPGZEvny8A2tWxLU9CV3RHqSN3Rk8B7PP+HRxlzNhK8v/fBQrLm/il+BUHyBVdJrDZVVHBb/4T/779+3vPO1Hb/BkZ9o2vXjQfXu65Tlz0gyGR3Z2g2hfpHneyybE3P/g+6xn7ILYK9vJ/CgDreUoCPAG6CvyeschmmABm9ncXiLztBWQSvME9es1J8CFhj3GnRSUtyD87oHmtvQbvCn184e6ec3hqFkI/LG8tQ5JE1vqAfSv7TAlEJ7jmZ6YDBh0O119bbsiZktEZsklPdyXJotEjrgAezFQ/Tye0Z7CnpaYCwJPg+M2PF43w1ZRwc9thoi20p8oxcu/TZ+wAi76jDiQHdx3bCzx68afIee1V6JnnhRYd4GJdzDPP8xnP3Rnq1j1bSf5gU2Ofgj9s8VC6KMLnfv4cUZB9w1nACYjEZljdDT7b+/TGoBane+sDxnsnCDfP27aYfy1/+hnoP3Cxxt+R89gf3Eu0U8Jd5j22H61nqUR8BsIRJ1rP4Af5znTH1koZh+OFbyM5l1bkeb302PEdYhOks+UW85B4B/2FwxH7aD51YN3f7Y6m7M0kS2g9E//5bMOOvPhW9HV34NzChJmQEoqMc2wFcCdiNCYGDbwtHp5KslMSOBqXe3dv284mppG2o/lgMDLhXqNP2TfpPJAgIcVX3jPDdvDoGY9xuuyp8EmwSu1Akk/aFrQ9Of57y5TEPTiOa+yB0SFtd9Bd8h2/IQAc/8A0VSKBeXK7QbhD4zMu7FfJQDqJHR7DDpz5Iq9Wro+NXvgrhRDiz/sMafRT40C9N3sekVl5MB0UwLkYn/YguhTbC7mj74JhYJenmCP3ZP+snRI5SdFcY1q7F/XdxJck49nnuccGaA/90HFaAx+Nt7Ln4L7DW10IAP9hc2+CXHjW/owSWrV+4rVK4N7vTvfgab1+xvT//uf3f3frUH9hxu6gyDljSAIKha7N00IpjK5XB0D0tzuPmOOP73BaGIvJEQ53RSZAXS9gMxqtDxbQo30FRijVR03oamfEZheIYI83WcGdkfJuFVTBuOgoAyF6dQtJDirvFpShSxjqZfRK2FTlcxyerUiIIiBLQ2dKouAW/H853nKQyrJLVUEAWdqtdgtYAveMCUM2yryNNwyo2SwzjmSj7nVHgI3jvwbYu5r2OB5udSFjK3OkxTjB6jDUOqyvLKEKfJuu4wDPVwzgxUFfxyLjSZBv+auAolFopoPL6SMAFLg0GFMtdgAJuuoiilbgnb63Z6ixMSUsXNHx3CcH0YsfqIb5BCzayUFZk+HRram2quqdCY5hdM4NmgzRBojPmMXHouHzIP1D2NggeT47gMvz97Z8TuAV/gc4R+g0v+t38TKAfmgSQ1YvgrctwMOXE0BQFu8ITGgeEHezUX1Pn3X33h8dgNB4ORPXLUumu08nSdzG3GmzPnzfjrL36IPC3RlUMdCfAZ2khHf7YBQ88s9ZyjPXNuJJdtH4Ih8CjHWgPFVOa2jaF/Kz0woHh8iE1tulyLslu/hWWW6ROcnsAvTOnuHfOOO6t5XuVKBXBjKgZ1cWxqBb7/wYB17YrWRAhDVYsWchJPhONavWG6BxnYTd0+zTFYtR2gGe4zDC7zxPypnXbdxhgLfcbYMEWXpnHofwAcDvljMOqs6ZcaeCvkA09grzzjpEXmCEu2rtqgDW9zj7SbOmpanHUok/1rETYO+WVboMR6R5mUp5jFXTbxIacAbgZ86DYu9ugLrshzFYaOFPNVBnwPc6RI4HDDTMUAFGOcemy1R8IrclxAABY/hirKYqxXQfmr8C0TMv+P+uaGlji/0SmyWy0d8rp6GDoJFXCahCn5wbFiRa878rC5wZLWfLRmQOV+3OBrEf1oa4HWfRvz/vM1TDZ2tApiW35ACgQeZjefLMLfIeYG4SbR4+RoY7o1lBnwput7xGH5MpGfBfwbfYFX5WVRLZgSFAMBu0wflkcm6Sw33MwNnUzy/3frHDILlZoPQa5flmaJ4MZF4413z+rTvDDQRge5hvn3lukt22imp+gJ44wMepr8ST0Cpr38FaZMVn0CEzAFBsviRT/2V/lM4Q8JBA5mX7zT686bPn0OWIDl4Gp+ocrNhry7+5Nl/QOicAvxng57zO2dh/UwcYyYbay68OAuP0UvGq+96VW67Y/kXVpTvO9THihKJ/GQ807nl55JZTa+MnwK8AfY7coCo2e3xbajpRbkAc5Ddr3s6yeCQtiWPvIEd4doCKjOq1/hOQ9PxpRzYVtmlDGbma+4Tu2NF6+/ff5DMlAGYZJNDl4Y+uCE3lvD4fEGporzHRiUT3RyYvtdFtnKH52TEKmYb/kiSLsVlHfqlNMDKyz5hs/sv898iEBQrX1jyfX/6G1gvbSOPBd3KSjtqyGfDYqu4+hxDbXd8RD5DAhf7mmVTqoXuR+905Kh03koirNUjQXQZC6BHdHhtdn4fez5o+1502h0P8+CaRg+tHvo+1IADM/viZPpGX52zoWeu7Uod1jxyKfDfPzvjxp99A3tpn2EAAp+d+s9Dtw7MP7so6EqO0jzo4igy+z5Dk/dxv7enbP4Uvjyx3R6ENgMF/+kmrW2x3eCoALMdALU2zN6N/M47do901hrn1/nonO60v/N6D+SvnZWefdEICss0MNhvy6L7q1kZFZOfCkGxn+3E2UdOUeREMOLLrCgATZGj5DF0y7E2QrmG+9mrb8QQtLVdrwASBoQ/7l72V9QtPuiWjk0nGr529x3e7upH3CBSds5S9AQEgc5XkP0lJ3puVsHOqC2e/ezzaxqNrmbvXbGzHHnNX/YSXkP3RdSQ94H9Yv/tedb9jx+zxUlQE3wAvOFfjf6ezkEDysa/CuwG/F1ANwM8Y0QX4/PizJGQbxvf3sStis0jvZT6sU/gcWez56fkVlPspAPytig0srDvJZR9lUeChTugXHrGvNZROwH0q431NJUguf2YO8l9OJa4Tac4WTeDP89/97NtNwtSRvxrrYwcoiOKz0IsnOhmRYLDvUc+B1/I+Miq+Gv5166eukHanlyl2SfAzeDOAfYKXwqFS1XdsrP9FAJgkS/QWOh989NbFts2lO8enOgnzUwHcFWe1eMO38UM72ci44iSu4bdCj04axr/y95/Ak/fz+KJ//FOtbYUvVoW4bAm3FB9/zHyw9LmPRWm93YUaBC5lJ7CGrJ8TtioRH1nB/A7+MJh6/IckTlpWKlD4XBQ/LriLA39e79Ff9r9W5nRi18qz+HgEh0+S3VzQCczbAYj5DD4gvMXjW1vv9pU1P+S59j6dRcEJ4O3w0Mpr7IW3X689sPsTXjmdwibgqffdrXEqelWAdAKAtrOxh/+UoxLGZ6VTVcYU50X05VxlsFLwBmQs9gU2/C3jwwOrS4Rn2rb2ftCcsy+dalU4DPPT2tOaVu/dsqqx1g5oez626zd+QTzjyPxnbB/4u4pxbFekgNGY84y1sWfGh/1mug9+ljXo3ZzftU/pmmj6Ws/HwQpuM+szdMBGesd4yjY4ui2YJmt2kn1HXy8+kO/a1zqNe7VRE8zV/jxdjLzfInvDj7p/Kr3l32IXIvf8+XPtedYkuBAkjlwMXsELPL+7utHhBn1hHfLsb7Cd06lGdoWeV8WJr4RX0fcKOIe3wT1D98j/+HDEtghu+/pXAtYbP9K40w589xu25FkPbBFd8zys8QLiS8a35Ft5LvH3HVAfvxjfEJbCFzPfTKFIJxTyefgne5lOsPHfBt/Wclw4o2mimM0wMPeFBznH/FSmP5WvDgBnMGMUDAOHkKvAd7NtgOVuJXMMXBm+Diit8YEAbwZfR/Nt1IlYALyu7nuIqmF2YBVBEMZYhQWjkG3RDk8IFAObQAcMTaaVaTFMdZyLrpQVuWYf3EAR7QPulqYBY9LqEeMcAbEBqWQANeNv5gEC4uw//wJIybum5wSCnXn2EIlMTTIFeH5AahhssuKeCWlNP8+S0bgCDnf/fme6TR/6BQwXgG6jBsa8HS3mnwB85mmDRYw8fAQggAH7r3+BwiLg87edg3J+tFlY/+UpU27A9XneCAoM1M1M26pA5kfwKeCDMusRqAsoWulorbVJy+BuhfctI1wjQxF+GI8S6DgQps17/e8KX4R8t5sgQxRj0gGFMagDHi8QCU91GxBADT4joMCeOwH2qzLTDr7+m8BLC/IYPNn/VBt4nz5/N1iOk73GS1zTbs3USjwG5hoA7Jc1OMVvMdJNy4fn2gFCcWJQnsCQHJIDkGZ9UXgAxHEa3nuV1r/n2pGtCWZFpshga6cCGnAn5gTwwzlhlllzlmxfS9Wa5DiyGPnS2ZrIq3Zm34khCzSfNl/PgI/usGGfJJkOQJCEoDHdwRPN+VTaFakIfJFl/I0GHcDp+X7TCaFN9nxkyhrIAbbFnFRsr+x6r17+wkA6LanUImb2ZDsb7Av0G4G8s/+fe9kA2RMYfP+jD58hKVjAeqi6iizNNgxuB+mbYwdNGnxVOyIyu+95cj1rdweJvH8mWNoBipU3YmxkiXR2GY2TTdHA4G2s9HjeZyjvJzaEZs/iiGh90X84UA04EGxwi+IBQHTHHcu7Qs32ikFHXZWzWnDM2+HqaqQ27ngelYqdeYst5DtjS4yDjDzBMG35QlYqfKJqmJPgMzpH9zzV8KMPw7vhuThEYy8VIJV9sklkd1Ywtk5XIzqAPEa0aSnHy1XKST7A4YS3qQKMvI1J3OsPp3j/WH/mnW4R6uePA9EtRUPLyHy9OmBKwg0cpPF1BZzev3kZmuWnZMckn1S2u/gCUFU01+8BVBU4UwLNHn/xoq8D/ElaxP5BljZ4fCcYIMNv3e+5T8ClHWTmG9rkL3gPxwS6wRNveyFBLH2GI9/rdc7CLE+cYAxrRIKL72NHKYAsY0lSRezLbUmPu5T1TCLCZ3VzfJS10Zqf9HuSW3fO0ukAMzjIx76ZBCbOCF16bJIbYDn2PKDOOYqlAE6SQJpeVGJif1mWVxJoaJK5O2O8AuIka4RwsS98SMV8n04YDaD5PpNYIYpD+fhLm6EO/wCuv2TQyAvWjtaVDch87KdK6Dr6p5zdO4iCjmH92l86fDIyuxPa5Nu0TwXoo+9wJEz7W7bPzH2hBk597xNAFr23CUuhI8CQaN6JQrq2fcbDe1UpddbCdm2eqEAESWEL8M4ZtxOgQN5yhnPOdAfg2Qz/v/xlfe5eX+YmOgHadFCrEw7hg+XnyPcGkFRB0AAS9189bMr57VcCxiRVAErhb6ML4rsRqE6Clx6Nf5K2dO8kaXQssoyAcOi/yTWdSNXBDM9XfsccB8H5kp6BfM/ns3fldnRn25nLn7ErfM/rjHF4yZQcOdy6qqs3fIMBXl+ygQqiBxVe2bK2VQLojS9sOzvmmZ/L15tkhj+d1Tw8Mc8kAP+ZZJL7hZ83+PCRAD8MHx9vz3AOiJ859BnlImN8aAF774plVE13AGF+a29j68yE6Uhzrd0to5mf9fisJUmioUxezLn9S/x8fU5ijLARzrJbnzcAknVqJQhRmYh9k4XY9b27yngcQx+SrpAhuneCVbOnhmGbl2MLrk+zvv8m0d0dUJg7/L829R7jBvZhHrpaJ5I0qvtwhrjtBOFKqnqvynx3lDh8sP609+/4H2dBik4+LuNL50DGpe/QKpdqINaa5CT0mWW66SS/djEnAHMREJtli1l2rAdQlt/5PNe23jN8En67c1ljL538jP1yBwgXY6KLWqix9lf+7qQD1oRkImRh1vXdGcGAtoGD9ZFyv/WTpB8bMzhY2+CxH1Wkz706kI79A5+a5XXEAvbgI/MJsjgA7CB45nWSt5E7z/vWKbNMTnCqIwd6/TvgrHvhG5OkHv2ZuTox6PFlen+TsN66s0F8zeEkZw+mS2ACuxj/uwsaGvCPjNG+GB9ogiUHIzCxWh9OgMrEfApq/vbLh6xv3y/z3nPg2UskwWJbx59SARjJEsGIkR2MT/Q2f2idHr5x4gB4t5M5EgA+z/EEV0ebdykeGr5qfnr5i1eHn/anpV9OcHj2Q/gqxRoboAGjpVuZdIY2goJCCaIkwSG4NHEIj9Oxjc8K98MjEy9YrN3ocwVwMx7bQtKHk9DB2lIM0lWNSsb46xPUpzKTYBA8fnB56ZVJFkngaLuLNZ141tEJkmWTrH1fB85qGhb+wz22kAK/bXGfvhdrH58r12xF5ht/QP/DUwdfnP10irzozJRYqF+ie85Yn+IU20X5x3jAkVteHOYUG7zWVzpH98wRQ+y7jZ3lffB1+PpgRiPPYruvTm/a8Db4bHequ3FwbFDwyDuBRfPoI2DM/7bJ//34RWlpb3tk9Cu2yYk3TQJC9s3i22ATXhMPPnY+14D/YodQECL5kQK6JKjfslD3EF0I3rNfWY+mE3Y59HLJ13PDTogR7U4S1Nw7MmuxL/gKWc+zOj7VvII89HVTzEO8zuMdLMJrUfY/tiL3Yu1MvfHdSQxlDNoT7izn+wYLowW8vz/B8cYE3omKe4Yza2tdYnw+8SpPQwFgKhHIiotjgkG37Vrpnf06ENmG9QZ6meRh2DK4+zOAfxadzeaFfAnX3SxsWIgUpslfVtazADDkAimrvPydIR4Gcm8ugNMDpB8OTHVKV/v2RuaZveFh6hXqm8HR4/YiPuO3IJz5fMx1DBLG3jT4aLHQzGlHYI1zMpxhSioA2DxSRlTOrBEUQcEGbgYUn3BWHGMiQQieGgAAIABJREFUc53MrHY67vaIupbWwO3g9zlGWeAQJpmwnZgQTj4ZF2yOElo93rOc08ZagokKjNsoTPbQONGjWqDTBk7TiiYAySeYl3bgyZbCmNnNO9VRw4+MjSyjo/BKwR1ASvygMV0twDsAp/t5T4zTYT5//js8QIaN6Zund4Zqvh9F3YBc6a9mw5eBdzL2Z88kyLttsRBKoht7Dvp1ULkfgIF9HK6pVO0zYG9j45ZD8mfEb3EwxFN1Zsq0dsYgd09+Wkg/l9oAHsVpeTVZkqaNgdqMthUK+8w/51w/XzPffRHQfJzve/9zvxHWrAMtLPVdZ3Q944ph9m4hdBJOlIWnoqKRxW3wIK/aEECuoSzDB2RS+68opOdsnJZtGq+GfIMR+gZ7sOd708CGezFXK/Sl69Aa3l1789xaAT6AHTITA2iGkFrfAzyxvzenydcwh2/jbYUKf9i4VHXafKF1HfdYuiLHFuA8luvFEG180WI4gZhN3PmWgY6D6vmOIYsxEQd0HLQxiG4+XF7LJwD2+v1uUdpGkPjIFYLO/J0qJCd+TNbuGHkLwsaQbEe6nYLWQb7HJHT8eTYpFSoA1OZHgU6zb+PQRzZvJU8lu00W9a5RxpMqlehkAPBXAPiRWzLm77Hn+QFMVDmrPzm7tI+Y6D3SCRlf7Q6tkcDsChS1bRN+XTsp6xWDuvcdoP3tgBBgixxbIJhqr4898LzBWXQ5miJGql5k3qYd6dNNYAI0vkZ0fQaxgOjQWmt6AoK5D2BNWk+Ps6GEq6kCDQ+P0T3Jeplv6KDP+wza/xQAhpbfAsZttIfOeSZgRicA2m5lnaYa4U4+hJYrH6jgy5wz+aVnkpNCk/us82+AsK9ToLqc/tanP+luv+/nBoi/HUHxAk576ACdk33bfHPL7axn7n/mP/pvk1K2Y4+uc+WNFYTOxbKxczr0tGxOwtfqzQ7Q8izzpJOsQkcFBmFz5Att8s5Zv7rU49jOJeYr0EduXgES3uqWfaxz21Vt21s++Mzfoo1spcML09bRZ7lXhvZDBGFlDiCAwmt8fmBk170fzpBnnyTxJYuCHMOWASw533HgPvueYFq3ZPM9GuCbAHDrDfYxNLTTW8Ro2t4+k8fns3dzlpP3RdlQx5+hYkv2WlXgikTdynh5cvh4nGwHIgYEYwluezRybJNsMlYFtqolX9HYazm2EXRa/zpn5SnpIJ/FXhdtuluI9+W8z9mZvtYBpFRI0W0LWmhcBwD3/baF3YvhNPpLMJwzVq1LJVc1vgnqWuSHbifgOXp930+QrwMqyZCftpsPf6Tj08iGveUZmukqIFbvzB5/2WWzR5HtqZSJPd+Jcb512YsARjzovhZQ5ebH1km3HDVvC/gmY/+xf07ih+TI2DhJSIme+mYTMyZae/e6UNn70p/lg+h+dAPq/dOJxowb++6s4exXk7ps/dN17EroQK4d+aB1vPzYm8dYh/ga+bTtIM6O9wf4XRPgbB4AG6CTiy8fmQmepP256xflw/4goSLfyz+SuKjGa1zjlnM9buaITdCJngaMHQhRkuibGq3/T1XWJJaZjueCVZpU/byDTlM1P6B4y8RTDVtJ3Z3MfZ4h6oyNmVFuomO3FsW2Acs4eIb4+5kfOA56pyu4mwdF/z4ugDWzfTPmJ5/r+eBuBFNiS6zj97Jnn3H8qiMUyi98+bODRxz+k82j9Z9AmMcyeMsrQXDsENupdQRe7MxPP0D78D5TvZPTCUQQoDj8q4BI27zPVGmhe+zg2aNaqW7Xi81/eHLs5s8g5btT4O7h763xk4xC5VUWCJ+v9zIJHF1Q4L1SwlK/3kkk4BZvvyR+XPCNrYyGhgnMBdBnP7duwI7to060TtiKdxChk6MTkKoul6O7OZvc4/xJXs4+4oiMG/M7fsOzYX755ZfD75ZF41dkf1lknRfBBRdR2BYKg4OzvXAYE10BYLoL5jbfZG5kX2y6TfrRtYCO2R8azC9P5WC/Wn9BbycUPXPT/TrA3T7Te7/WJF93zx8JgfiX97Onzeytu9nLHLVyY1F0FNH6LZaQilE1syEArDHCa8J19P6t8xlWz4Dn9xnih/Zf/B/fY+xJ9G7sxbVjmPivv/1qfpf9d/y7kb3an3fnutcRTTN4ff+W+1/Ivv6fg6ZpWwzG6VbYM76fMLrely+eGRZyt6BJzujOpx8+bSUQcR/NXy8fISc5MInW3+JD4pvg+NtlrTviIA9I+IHfOoHA6+PY0nRiKXyp6QnWb1t+Oth0QUa38r5pfssubNk7kYkk7xwpqcSfdBzB7iWB6vgLlRh17Mc6ghG7BHvwdMz56Hg0MgS/f/wlYCcC0P382MRKokjHBunDTvB+42nBLKhAz76YrV9+TMfg2ne49zkyCDq3T9B2Kr5SdyLr75BAznigO51D73Xsltd3Z8qekwTafVTXe85z1nzt21+eI3jbjkwHsavA4OATVzHLCKvd+0ka+5NaQB+gYAKHupb2vhFeOe8hAxRYkQCA/9bCTmvSl4E2lLmB9HZkUQSUjf/xBGbESHKIfWj3F4eiF7qJD7OREdFKkt76537S3+U4pcVSWo1gnGDMrCEecO+AFzgc07bqbjXVBoLWMFUPeZHVL3rBgDC7HUg7saoeSWn5B5PpXrWx4+gTCL2ymuyEkCW+xtiZC22jbdDEsLjbop6MqanQ6Iw1XX8HbthscYbFtNPGV5xT49S8NMfjOIiWD1HIrP8G2uo7UkD/PhXAoY6eIUVtI9jA2J6d3C3XoCV0bQA3xpBoJFpqcSJkWSOsECkJbfQDzI7muUH4zoD1es6eaUPMhoXWeMAMja9bPXXFrj4Tf7/o/V8CwG1U2jAfq9KVKJOJc++j/hu+6jae/XnP5W4B2E5lMk4DbFLZiWJFMbKHaXkWEJIz6TY70A6R+UB7ZXn6ACvDx7TaOW1w7egluHMArgkAZ6xkyODQJpO4gfeWP5E1qRCg0ta8OIrvBv8FEEq2tQEM/6HMACRuY9M8rUSO4WvGJSlMBh2O1AlozJkiute3CmA7NCe4XKBzLfAJ8FhAzcVjlKUF7TqD2YezH2dPWg4PmNntWl48V7JY73eFwDHwn71I0Ek0bPnHvb5VNLeewgDqivEeB46unT/v1YSlvumcrhzoyrs7QPTeKwtM6jrWngCAjclyeOyETMBTv6ObLP+UhWjaJxCJbFhA9h2YA2AIfwZM97if7xpE+AJQ4Zj4OeOUig0cAB4b4O5SQNswtWDTvr6Tk9hjTZdXG/LnA9qU7F6acz1ffCljUcDqvpm9I7kffc4r+zDtiEn6aCfoBhJw9O/Kj5dROQBA0zX8v0HqBII3w/ndXWETGQ7/Sk+rra8nMor/uYcCGXqrAbZ2+LcyIc/X6z5jpwFwf36Ar3fwnbHc1aTII+TTVonmqIN+xcGKXGacAKP6GweO9T1t1b542Lt/rXVfGbZ8n0qSBtcXEH4N7T3OCVhBbxJmehivIc00vX8eu1eJDn02aOg6cz4tfLcioR/ejpf2EzZ486X4R3ubFt93B5nsrab92ICtx4anznlqY8/8RBVxjzsBzf45wUXNqzYb9qPW5G3vhQY4Jl+W1HYVR4wk+VFPzREzenUgpRPcpD+6gij7LfrWNrad9EuQzUTxB/RTGdBdFWxZrv+T/T8VSOsfTHCgDHGNElJ0N4nek7cteHcJ8DzH6P+W2HH4QTyvoNEzecDi8Fnkg2Ra88wHuCM+FPhxEtRydnYn6Bwn2BVjkR+n2hr5ahsiOjjPnZZbJxEg7x27ezLI30mzoeWxmycwgd/YgfDdRzmWQsNC5vjs5ccGJPgPoKNxdZC3ARcHdCbQjv2F3Gz51cDw2v1v8E8ksV09NhHy417/9jvaj3Mw+tHh4bnpFDAVNfGnCHQ/Z+uNGgAApvrqVHk5CBwm9157eFj76PgQIx9e+n8SKl7jnY3KdWsfc2/8oIwZ4K8ra78lokUWxI6P7khbUSd+uuLvEwD+5vPONv4xkKbP4b2ASJOUXvSzf6fgZvmj33xDfHESt7DD9IzomNy7A4nYnuEF6d8nYcOtLd960ACuzwBkRkPfy89PknPt7bEDcsP4//EzFijzmJz8s/c+SRmuSJqOAoWr4E9qPUho8/4+emWxnu5uAi1B6awDruMRcp8dS9sg33wBeNZ0HmALfuwKTWjHPrn5OP4lQffqIiV9qo71M//IChsq9gn7CI8DwD5jwc+JjolAJADW8wtNtvLP83/ejCxfPwK6ePsPH7ztjMsXG1wCPxNsKoDp6Nsxd09b9xcuwB6MDO+W4hofiWtd7X72G5tBc1Y7ztKv7ZPcxzGgv+6j3bIfFsdgf5zEK+3jRw/ZXx3dAt8dn0nBh3PG3u6fyMgtXMknInI8Oe6HzIm8XD/scKps41lnWs3CT7hnxy8e/Zw1XUxIyZ+d3NR+IfwQ/hhMwhVM2x70PG8GtXZ9GMYy7PmVhEsnKWH3KQlx9BN21nmmMa2hzDAv+qs7X2BTeX3GVwV36qDPDbxbvpddfLDlmYfWgPMPmf/XALCSw6Q3XAHMnEMv7Izolu2S1XrjYFFTWalnNc4EW6PjOzHCQx0svNeKzifHXlWC63SOwL7MnvAZBmffH74SN5bPwXnFWc9cxbEgd0EB68m9gmGV8wt9LWsSQKYD5n/Tp8YT5l7Y8xtYDu213375+86ksXnWpG0Bfs930f9bAXzsu2d9fjpzOPwx/uyHwnwnevX+Cs9OEN032QSGM0/w8+ezLpRgHfZ+mbPWTXv6E/+LLjjrUvqB99hL9zq07mg8Kby0Cfrc57ffnpbPMzfZ7/AIbHDrVMlRVxEemz4+xH96wcd+ztCctQKXTzLru+Ly4Omybe1f7FE3GfP7qQ6UTXvmLJFwgXSbij8WJOy0HJc+qw4o+g5nomf9trozY38/z3LWxwMGkznrVZX67b/ocwKSfn/81MVuZS89cnYQddN1guIkfLW9qft9CwDfdCHp4A7EHp9J8nMKGn6zP1Nxn5GHrFdiSZNAXvbjN9sLLFJjjl0UuUqBxb0PsWtO9fbDzC/ffNhM5oITVx97Uvunj3ASTeQDYc/cCfiRK7HjvsWNbFONXdV4yu677WQCRgFvYHu1/P+2N2Kv42sv1vDNfsdHowKYvdqcuEk2SpDZGOeNMWvewVn39fe/7/Xs+SNbZLNo7fDhH168z8yOngWgz5z+9I//l74NVnScwaOF1+ar4ABCLobxgAA2QhIc1j/A5CYO4ganJJmCyZRmgwWceARCBYAFIIdYYUIyOHrBUTwhUTb13VawAzO6nQEMUy0BOf36cYbSEFNzWkW2EsyG3hh+tI/Ms0OwNpA0XwAOfUYlgAOWVlJRVDB7QA7dJ0Ktq6v8fQnOOfsNZ5R549h2Fjv37vY0CO+7pWUbkL7nGJF3AJg1aGG1bJrfRIO04tgMTn3P/GO+yXppfjgk8B/Z8DfghJD/Q1JlDDuCOu3Un0DVjCN0T6aMeY5AbDnCcUp2A2U/TEB5HLhk7U/LZGfFT3aU7xcB2K9udxKBukr1OF6ji9qWw0HC+aAlISCD9kmyZfW8BNj16gBmJzjwLBSZr7UzrCy4t7IUf74PIN++99BEQ3a3gMrY0dQB4lknPacFeAd/UFJUhMFvGmMHgJ0gICBFW3YcJDL1wktL8dMuzC1cEogRkLUBsgFzWX/zeK5F/p0Kaglgna1GKyk5JDKqy+HIegx4/Px8t095DEZV5tb4dD6pjfLhfYM3s3ZvW36MNjl4AwyKvue8EBN2z8hA3gKAEzTMWUAxerRm5vv8z+85Q1CtuifQjjKUfO+Wln7cGWcMnQXZNmPaz+9zisxnYfAk+WxA9cPQtgDMWtIC3Zl9NX+N1+2YnAGozZvrmX+Mlw2g7R6OQ4wO4ucBpIaFNMfTIkjBUcvfWa+h2+0AbAAjgGBX4DvZCXkheT+G6p09bUOuHJEjJycRCGcfQCH6Kgkv3T6yK7DkIHRVF7Rgt1BNRcJNy4s1cnf/Hv4R30wLP91LtMx6xF5IC87HAXBg+S9J1pn9ZT4YELL5/WN/T8vW24DO95MtE/lR6z/s4wCQ+TMOATS4A5rQ6sWfo5/ILqf68qyX9OFUGXWHg81qvEDb4n8CZtvet1qEDXjnasPhX/afrn8Z/CMH2UvHvppNsN029qzBsz9qH0O/pU+u57XyOe+cVszPILFzAHe2HVjZX2MjogtaF9qRnIHH/toWvrSxQd74DKBZaAf2n/86w9byYgI7tyPfRvKZGA8WLWS36j/9VEeI0S/mZXQCTsbYB5afA8CTKBDmD+3SXudtHzZYvPpmM5LX/tkOM3TI8ZnskzzYQGhkS4jY4GDsytFFozNkb8ue7gQp5ugsbMmesYu29eWcXTbzf9uPyw84YZoxgWroceS9aWePwnKhzyjNOFY2Jyt8EnCkW/VPyWPln/SZrtiSx5FDT11AR6+ngc6ptlofIloxVceioTZl5EfmI1kbGa+XAzTW7cu7vQ7w8eHnaz80/du5jg2RSl/9174E8tB8Jtlm+ya8qteR21fWPPvU+t86MgF+nPej9wuctOM7ch2x0ImJtimfD/oMrAYkAcjfFcCVwKY5TGCbtbg7mGRSCQBrjABGBiZMwHdAz3bp4ZUAzW3fAtZCe+RFaLc+WD5/Hx2y/EXnDRKMBmSoI2Tii3yXv9heThQa0OTIcs2nKqx9hE8FMFtnSa5mnAG2sNkFSHUAGP/A6zVHEMW+WJ5hbubrE+BJhXnkXXS7gyWSlcXL/6nDgfecjlvyQCPvEoj/7wFgr1u+eQJ2utMC3xkYATDWlAA5Oq+Bagc7B7Bv21Df9T4fmX8SKl/HVWQ0VIqC+YIR+IgqgMjZZ7JrpK96fxIAgX/PZwUiM+9Xy/fn2eLnBCFk//R5oQliJUFm8QRoQovJb/ap5i17TXzi42emNeMBHKclJ/ofuqqqY1coOshnO8pevuZiH3AcNWQU8rjxDSrENe4OAGd91r/ue3THFOTR7Q/lWUnEcmxG93vGozlgJ3dLd+ZuXppqbeyxb4HoYdMji9/2c/a596v4n8DNbOxNMI+/in58+4jLn8cfnm5S7R+ZPwX6q1JpcBdwEdrk0wFL1yoBoxMgOsjUyV6sHceN9Pywq1+2uMZx9O/MHSKJa4bB+zxFWmb/ewDhu4Vi6ygHqTS/uZFtEIKUJ4kJ/5j1XvC/q3caOCYAYJlj2TI2XSU5NX4FfnfrDnwQKvV9P+msl02SfQotslffOqixzMUoYiNGzwXD4Yg3+T1077sDSuH/bRHP8zqhHD+DRLP2mSSvIidCm1Mh94zBGOMEbcyDrs6N/+nnHHxqExGO7239tZjgt6D/2V8xzSxPqThrPKZYzL/e+FDwLrCVrUZrP/NbYmMnNmkvZz/cCTOjTyfA3f4tNNFPjbcTlXx83MjHIxNfGBP8G6Du+GHzAP89evUDoxn7av2/wacHAMHnv/2njDfzQT5o6Z08g3I6/DpY29hL6wtu8IXYAFgvPJSZJZAG798JnJ0A7O8N1got+1i15kHz3fEbY0sfzNn7ugt7MpLs4w3cH3zPmMLYoWWPIb/Aws46m3QhVDofbudPgky3/svY4dkk+KeFd8apl3T/sbEL/zv3UkHP2AHQAv9J16jjSscflp4e6fE1MLyi0yNrEgDfpHqOy7Oc7A6Vz3Ns3z00UOX+nQSTmYz/5KKgJF8R8G6spZNNSWAGLzbe/FuwCOSRxk3isrfF0M0/5T+4cGLtcmw3eEk/G9vqAoDVZ5FnFPEFQxj7Z2x+jqhpuaJ7fwsAmzMt18KjPZbYPOkusT5wWgHb/5+OQNAUnQV2Exm558HLvkNX8h0/2+Mf/hcNjLdPnOSx6Xy0leSm/RrtVYrr5GOliw9yOf5z/HYSmjS333+XX5IuRbGDMgLPW/N7vkeinW4g28w49iQSt/6z7/R8dif8kxRrvr7H5MeGEV72y/DI6dwzspdYS9btwTEfXtPX8bu4f8/Bvxe+1Gt55IHszsEotb9bRmXcO747uSiJoxkw9GCuervjV72ffM2zX+6OJvY7vwaAZas+d/TiGBiDXQIetEOjzwNExPjHybRSQ6rbYMg9aTeY9h4p+e5JJSs6z6NFGQexvwySMQR+cgyOcz0C1AGUymDvwE7WLMALbQ/FoFT8EIjVVWTMat4/nekHtTBUftokBBdagHbmKRuaTB8OoffGmGrZpl/GN+cbXr3/b6ZhfdhMjLk3ld5j4yuQtucSbEbrHWjszC8z6TgiDZK/gMJlLfMBrTj0djPsXWljJ3gMmRhFBYLNn/BtDNoIfz9jCN7CEIX57cyQBrFOWyWBgc/z4fuaRjk4W7nWe4YWpQuQFtD43Ohuk5BA3gTsJCxH+OVckncQs6vGtbYINoTrq+WiN2WcgrwSACMzsY2S5unwUiQ47evW4CA4OGdsWwbk21TAOYHkeU9j1ccY2J1hieC3wTfAmJzx+4wXKRoM3wAccyC79ojkjQwiCbpxEDG+k0EXUPGAyGO8A7r1GQotcLuFEUbbMcxE0uFjy7FnfBgjmis8R3Aw39McpRnfWZ25TxQCCqczfHD2GiQEwBfg73Uqp3Odq6yHE0CmFfbn2YurA16AxjMhG2yzqN1mlbZdfuYzJWUgdeUfe+8oz9YrFSiMPnk6QTwG5B0Ah5+PvhmFjUN52pdO5puBbAVR1AK7OhjAr2t4pc0NmcCst4zmPTdveems31Vhc2dRa7ytH1uXaA1ECwXAxIMAdG1c6JokVmxGuQ2mJwGDszw2KDHnyWivib/F/9bh65yyzu2gxnhYh60raCx3nDS1Ae52kiKHYyuIL7K/NFYF77dtbCqK0tKLjN/Ika1s7eoaaLD6J/S59R1yCRFGNuEC5ADtz3gKM2X9cMjFJ1Rb4lR4fZ7/aOnqPWM5HEeaYC4JBQeIsazLWG2HGCFZEFM00LrIwenM1c4Olz0S+2gzmbl/By5YR+bfrcywl6Dzmxcm8Hkc3tWL0JR7xymX5zvyaQJMu59HPnn/rHPQerYN6m7bJXr+9tvvlnGiM0Z8tzhv+zB7JoIjAaHwrun10JxzxrW+C2aLz+QRZt00j8wHp2DBgvOsqWxte4EKCMNfM4YGc+KAJvFNrztBCoDbMr8Si9CP3BMQqtcv887oW95r5nK4abGkz60Dn4vvtkaWL3OOJmu8rRjDa6w5SUR9JlcS4tYfOGbDc7Pb2W19yLOSoPXIpcUR4sjOPtB1kS3ontifgOZyIBNgyB2pdsp6TIBpbI3We4yFDPbP4O/QdSb0OtKkKqmQ7bosbfhXtuoz2bV9TiCdTvClzvrOOuIesTecTFMVyKHH22ZouY0NT6Xhvbbm9EG435Xim4jz4qXxqeBpABCvlz8bee3KxnHAJ0ELMwZevh1Uz0VrNrpkK1mzb3s91+8MoRIUD99RfRA+T6UfL/tbV7JA+4EH8Bl78gaoWge2fdH21wIFAVO+8XkSaydBtGw3QDPRLgDJzgsHHWBbc+q9cvwTgzobnMC8u/clQCOfdyCo9+1SL2tr/9HyPrSP/RQ7Pfy4doI/Rz9u7lCuQ9Q6mSGJmujXAHuq+I8Njq6Hv8QpJL+a9mO7awhdgejnj0zpsVHx3nOz9XF0wgQELWcW5JR+0Pw6c/5OMCFBqwNsek58ciVNpIqFuWD/6RpaYur31tOZxxrDd8Vj24MnwXEmdwCyh2aujJ91YK4vGjipMYAt+vGu1AJ0lf2IvPf8Rtbhs4pHAIRvGzP6dXVr6INszzw7gR7/7FSv+oKZSCWzcA6n71361/b1w+gKUGJzaI6psl8KdEJ30wU56nGPO3bszKnqYY0PfZ4APLL+eM8jH3UtfE33Na5Fl5EYkaoZtYiWr65ErbH7np/2P889Y38BwNJh7vCK7aC1ebBNX+tvvTX+7pcWqtHhg8yOfaT7g9egx7rCMXKyHDktne8zunGCklmzjKZ1zp77nPU++1sVLEqAqQlsctquf4IrnQyzC96t/G0LTbUXidm37jhVV5oDCT3PoLuVo+dl/GITHQhgMccXpqAJPPcImP2mk67voKv1Xukzb4N5I3LwMwBIEcs7iXDXsefR+Gn4Ofv6rq7qZ76xjndQL3w+gdAJSNw2LHPI+LfDGgEMSQlkLPSIHzQV0a6kDt083gkMoJ/xJbJPKqnKtuxW7mVtKhlHesOtdMVzSy/tRwqUPB5jELE5kZkKhL/PhA6TdjIFe6ADtq8A7fB1YytbgOXRDi4we96J+sEorA+mBXonQEHru0AIOwVZT0FEJ5CanpMgpvvQyQDabxLq0rGxmNhI2+GM9ehAvW0cBa2Gp7Ev0W+3TmRvcC9jDfMc3UPz5DgQz906ZpKoqzMSNL79dWRr6y9TfgJ55jnZRJMUdyqqZTc4nrDJ7diivHfzG0UWwaFHP44dZ3tugrcUOeD/twy7sUaCkM1D0cubXHzwk+epSqRkz6Ojw7fjC4+tevsE+GC9t9cn2+N0vmGhb+yEore1j0io0Hp+4wevwdj04EYan/aBz3qf1x0fAGuOL5n1omCt8YTmz6x3Ao8dm2p7Gf46lbU833ow3WGs+wm4jTpCTybmE1n1KhAredDrgW0STHWqbKczbMst1rF9lciDTuoMfvnXJ4Bse2ycg8aBnbz+fInCzj9bToY/WsYaDxycYe33d4dK29JK9n/m+/tvSv7eIqmOcyG3em+f9574UfvvL3rUXhUtibNlD4egppExqc9ETH1+46Edi2PO7M22ddpWAs9Zm86rcWxUeFR0cgLs0yHjFDCWTvK4Lz3/wqMVx9B/k1Tb2Diy7/gb07m05wcvHPmrhIAOAHeFwFGW1WoYgvSCcdNuEYuiPrtTC1GWuAHRq8WG7nMMRBuqs0GmRQSVbAT7ACnkwIUQ21YJRmUzwBB3BJx5ZJzvAHA73Lo/yhOAD0eRbGEz22RRBDT/3YJLgqgdSsYxnCYLAAAgAElEQVR2V/ZCq2Qpb5s13lcmiAGm2XRUUjWz6/fuQe75Pf/FSdi2VWyMGEz6zraqshKfoJPvN4b8fwoAM8YWEAcYGUOZDNQG0Bs8gfFxUHXPbxkLdvTqrBh40lU5Axz6Pa3FcYbVsvk+H2qD2FzfFXQHwCJz3ZPLTFFqDWQ2r0cgxHGilRpzdYXQOBAx+HPTVuJ/+2VbYcSxjcCWYWrjzRJXGbz52Y6f7/elAgThiAGwFZ7rcciYtCB9BL6D26O8vh1GTwtagsXHbxTtPScB0MmA16vlgwXyCSCOoHzohUI3LQYAaNAZRc5eawVGJmGI+UnTw6NjJLK+yC+eQ4ZSWmWpynmiRl6r3EXiaxX5OtXhxQTE5DRA2XYM2rg68zWN9JwOAIcuUsCaN4Y4rba6nVvPrRNU4Cv21vJoFjYBqk/HxY7yZP43X97PwUlwlZ6Aw5HxNpifMSvDqWni8ZhG69jidIt/MAD8nScAQ4Db35u9vBlr31ursU8w0HRPn9H0DAlQRoOQzPP4BzGjYgljX+uY7hHK2M1KdutojaP5tc8a8vlPblMZOfTTy3N6bk0AuB3kbnH966+p0Oi1IACMsalndIW4MyHLcn3x4OAQ8PNtzOg5ABZykk+Fbjnw8BZza/2udlHc23r6ccaQddobckT2e5NxOG+wfwhGtWPa+x+5yb0bvPkIsl/gNM8WvchKJlBrA/js3Fx5KrGQtc813cbM+RsGQAKek0RFJmj4OQZ3Z7imVdK2Lmr9Q4JK9k/0sHj2tR9nHQkUiz6vAPDzN3J35f5IJY5+GGL8VbxeGb6d2NVV7qF7QIk4/HJeP41d0VavtnO4p/X0PDf2AMlEq/fUYeLoTDlWp+INqbrAZKpudUcSUyTk16kNDefzGT/7qZ1B5GR4IMFly+AJ1MhwR14QII2zvQFh5M8NiNwJSH22D/zYDjYBG42acx2/4IcnEzhnDT6A6YAJBtPr2BHvV+1fB4C9Mn6s5vE+6z4rc+wffy/v3QDX7RjfzubnfRYAZM4AgdaZ0jkyX0rWw//aWwJuCXDo/bYP2/7wXGtNYhOllToyBHl0kmPKf2hg4U6kuu3ppoFAsp8qfqlUYN787Iz9rNF9xftvHPdTiTKJTjjbpuHYP57jVLbfa9PJcqwTPyOnRkZPgIzASOie/XEHMHtNkf8ts3sm3+ze7W6kPZ59dfjQMmOkRgXqDOCWTWf5a9ulKs9K3oTnAQ/TRq/XIj7R2mHsfxJTsHkaaFk5tQkU77lOAM1HE6RqNWutGU0SJAGry2DoZBNsTq+T/hHdFbUmyZGvry+WZyFP2MM/+S4fLWQVwKESfCZ17m0wMy39b77tALDokzPq/nLa9hEAlr2tIFkCU1TTrz+EnO1KgNeOGBwBucz62S+aQVBpbt6dCkEqI+w3zusAK5Ukc9u/3SqvgWP4FPC1AS50F50L3OmjWofG595OFx0AztqtzdwVr/rsAJXSwyU3++gNxqa92N0PSJbUPsanPZXh5s3hnbE/OpFQvzcwSOVWV2i9ZezaCN7X1UGtA8Bn750EKSruM0bsK9aM9RafACAbwBU9J1H1xhk6AS2g3NhNk9RsTEmJOLcO0VrIv9P4x6aVHa5E9D7yIPIoPrBeGrP9iOHx7P2xj4b2ktn2N2VreC2fQNRTdbKt2CPT/PpIwMvbdych886wd3cDCn6yiVxLy91ZLb/v1vkB4rc7HlWYrbePvalWptVJAlwG+bCJgdM5ZeibYoxUbX9LVuj1z+8w/xtERT/QucC8/tgRx18Z/dmJEPjFyEzdPft+AjfyySfwTMe0g10a+KcNdcbSwfjTUUQjLuPBiUtKpC2ZnvVbLKMTAu9ET/w19h9JEdhubY/a/9WZvhPYumVc75du99/z8KjGj3dCq4DtJ1GZ5/RcVv5MkHHOVMXuT7JPbDMfG2Q/av0UzrJt/6jBfq+MEgWR988adzUYASxvnaE53eLYpfC799G02jVXPQz0y9N6k9eNr37gU/IFTRdVbMr33cpT7BnWNbb6zx38QocEm0NDfmrvBp8wNlQ4g+ajDmEiRRJiRgY5MTt8S+LOt85jKwFWdizW3olnn8UKWYe2C8dvUAtv+85v2wq5IFp11bnuc7CWNc/WaZzn5KiaFJ0dP278yQo3nM/eMYp02eH13mf1fiX477WpBoSfsC80D5Llm9d6vfOlDgDHDly/MrZai4FbTvT+/GZHr152yZMfuZ0mMu47wRp91LLgFVQafK7ppWdHlwTI+ukoJxf66ApwtOFbfAPtqds/WlxnbNdnGgSAmXMfhXgnuOLLvzA7+UP2iaZoYejcBRpdrPfNd8FfNUrkjT4tlrWsgzV2ABj6v45OGN2PbyGankRy2xKbGJo9FRviJIhcBZq3Lg4ORHJC/LiTxKAkxecsb+8P23WSC/p9/f7wbmSN7HO1bg4PZ/WDjSzmQaysx3E6oo38USvyl/6c71Mkga3Y9/Wzxs4KnpyEX3zZY2uOrf8NL87cI4uNLZRP+UqIws+Fwa+fxw81HeJXZ750nJQPlOry9q0+/AfhxtIv08F2fcd1/DvRy7wxduPq1iyE7dhJ5Ou9Cl/+ZC9kLROc/9Ov/1iUqLO9bjp0RJ0bdOYATguKDwz1CGbemEUA7D6AzAWUd7927CQJGIwQAYS8GkQVaXxYt1zr8Yi+ZryezH6yG9LCqDNu2olrQQszADRrfBH+VFNuxSkLBdBg5h0vkmz/BD8yG8CJ+/Bv5opg077inm/Dm+zpFbpnvHUGEPdTsQotsDG6cSQx4mkBDfB7AIwGaIph9LyT3UJrRGWePIJkumqZAR0wws4bAjjooiM+HUTf4IFuj+FinrERG7Ad+h8a6QzYk8EZmjaILWFi2s999D0DtBa0cTjbQei90PS/NzdrKAGp5xP8yPfjwCUY9RkY7nt9C+55bI8Q68ASAaTjwH4JXpDhLgdV6xq6vh2L4Twb353xzrxdmVuVMH5/gJfQbsEC+BfAxvw/Cp/7xRDcSga+/1MAGCWu7+N4AMTt2sSh9T6d7gL+7Epg2coIgqAbjCJAmDlssKU7EcCvr2zJyar2444Dm4zdb9WX8BotlTJGspjX+DRtTzA7zkifUWeuKuP/ncCQbCHWB2C6M7p9VkU97tDPz30nSHhuJaNbjhksEXdrn42joevluHk5tM+G9061k4PP2Sdt0AJELR2zwi3juNeu/f4WBygZVqHfgGtyiCYm2q10UKodwGU8dHiARi0vPjLYylEgcIxcKj//FVrEt1lHLEH5VFyl8kWtU5KgUwaCb5hq2qOvno8bQO8MZRyIHkdos85qA3idqWx5dYzmaZ8zRsftLFDJ1/dt4In1cEWR+SlJFefZzxeTIbuJTmTa3+c2YzB2xwb23332xc27R256ENmzN7DavOUA8ACFJKK1TNK1nD0G33a18tELsxdyfcDzzuIzMDzVowSAcWSjCwdMUABknCkSF9BLmesYiJUo1Yazr5kzpPW7dYqdjvc+W/0PNaoCWHNxRUKy5I8DkUU4VZ2A3qHz+/7sK5x/eDmyZQPA2xoooH47Xmllm3tnvDKmEgAOf3ZEjfZtSVDx5wDNPiogfBkdQdvhrXqN/Zld25WFbfAHCNszfQFH/Z2WjyWfbudHz9D9SUAicNmy9KzIMxVXANtZ25b5ed4EnjwfActp50QLZt/DwLN4a+3g3Bv6rc3dfJxlTnJS6JGfC2BCd0DT8ArAXMuiVHW8W4ydgNLc12cCHtAlzzrdHvzgOOIZUxz89/qmNbbeB8CGj0yGuXf4KJVjd8UN2dEAOAA/N13sbJaTfLfpDJ0mCFTnDrOm336S+BQ7NmCe5zoZ0jh02MOiHy3PqPjos94IiLf9gF4VDWwrzp41N2g5odEEpJpujDnfeVfieJsNPfKdBRsauJNeXqBk+IcKvMthNnhi/ZdOM9z/yN8CUcRC6FrGJ3nffmPPvXWB5DB6H5sHe3A4fnQWFQzz7vFrFsBZ4G8DTE4UHSBT3zwVwKIjINMQ965KuG0303bIFtDj6azwpYUaSdRtt7N+t328wIeScDZo1GBuB4CxEc/+1toXv/QRHZyFmwQ4gr9J8jiJ1pPAAN+0rYitH33PCk/Gf9GuAdqcANU2duST5ecAXd254ttetP3uqrF3EKWDAdCN+3bgK3wUINIJJQb9tgtUd/1AzjVQlgFPoNA6e4O/vn4qX888LXcTEHXF1FQbYffYRu5Kfu/RzBy7R79zJpk7Ujloo0Du59nwgM0dAGEsXqcCwAlI9P6jZbWnOZ049Puuy/IhS9n+IMAwFcOd0MF98G/0NwArdue2xhfzJqmjbSOPC3xiBoC9putIaGh+0HcAIUPYBVETbL6SwSeBfAMZwQ+gH+Cxf856ngCc7TLsFFo4rs741jkKPttEu+X84EPvltFd/Zf9Nf5W7Q2qlgDVv/ltIl+vN0+1nubsV+8XKpO5YgNnXo/jpIXX9YIPT9v3E7jdBFW+2wFgWjfbFpj7kmCYPZE9a94ZUUJCqNbrdOnyxZt4tvo0X8ozMw8Ctf5A+nNurHlZpw894MXl2STWYC+3bj20HF4wz49dx9mgCYSSbIUvtskGS9ecKXh3b2E8JKZDT8ahcZ/E1algA8drXcxRVAkAbwCdtta6X5LM4xsaex2+R5beFZ7w293lrY84g77QSn+ngnbXpI9i6ASpb4mRXtexu+9uFTZCsJNnXTXmu8PWdkQZP/Hoq8umHhtIFX2bUEEAWIEeHcMkuRM9RbAA3FmJCuKzb3TzPEZXsvewl2wfzwNZZ/QTiQc5ciaBwW/Y90kaGb/6bjm967G6yD5btodfkfnCwDYArDFjv3OPsw9GLoJP3Alc2dtrRzRPIK/ZD/EddP0kCg0ojszjXrQk1sBTNTt3Hfn/zTeA9qH7W87dcwKnPuM2jTKH9l8+5jzPP8HGCkp6D4/Nho3QBTn5/K2vmi6vYPKNG59xZSYHH5iJnfucAFuepQ5P4HfbNQIfVPou+OliSRy5uLqbillsMzo03R27vK/Lfj++6HP/f6kwiCCG6bD8ojVI8VQmg7yPTVAybfisA5Cn0lMWlfb1JLHoPnv80gYY229q3Pebb9V8TALUri/75c33rljXW7YdL66bI7Dwq+KHm2sHN06CXJgwMZ740yLK2H8u7JzWUnN75G46MyRJKyGiTxuZqnD2JVXbdwctRh6d/J5H22e3H3zN+OPPTQSNvpCfReHkrSP7y1qr337fALBJVAkgjd2Zos+g772GXG0bFp/ktDB/6Psuusv8weyMH4jXqADGUOnBfpGFw9QBTF3hWq2CEDJtMH4jZDb0LKoBqRU4OIJkPnZAVo5iB4DbCG6nDoXVG6mDLi9gUO0qxZPD7FJEAFVkUbyqm2REFWE6m1QbtY2LBgn5ygnwPoShJVSPncx+HPe7cvrOOLudE5Q2kEe3qSDr7R0wpgIngYduEYWjSgCYM0R0PhZVUigQhGrAng2kNgD7t6lkhSe+tcGS0U4AuAO3AbiSicdapYKKHvS7u+XIWeBoW06gV9+zQa/gngOp005w1l404YwzXUsbBgmObeuXkcc4jDAuaGn5YgBoXbsggdBHGdHJrLkBU4xJ7g1f3UBLBAbjmJ8F1HWGaT7dQKfp9lzrVuIjDU9VgYHICG14imclA3i1AAASQoT11JhpQRCDfltiIHwx+mmDQsaznkwL6Awiz+uklPNd0y/K5qMFkBeeKrwHqBjgGAHJ+bIRnlFUPAOwg2tugBdFfJTNnCnTAawOYnj9ybIdhdoVgCQbpApkab9rk/PPsybh7wQXx7mXrCIbY9bNyS8OyOOg7rk/JKjQLkrz7jNBDLxdCRWv7NIBd19gGw6ZghbTSgmZdWdkrWxaQ7ud5ZcBZYMZzlonAN7sn00f/b5nngVYMx/r3zO/gI1zlpGd6sgU9qPXbCoS7wCwNg/Oz+Gfw9gAcgHjmt8NHtnR2UBjnPHIJ4ChU00oY3z4AXCUgIz3qA3K8EUni9wVVL3/PEcnuMzZGh7UgCUDONA2x/JpDPz3kQ5zbq0TbMKPqhRDt56MXCU+HCdtDRjv1wlK+uMCQr1Gk0hydOUAJF8r6J8H5Dz25pEkE3RrL9Nd8yHgqiCZggbig8uJ9XwUOGBPPd+Tcav7iX+gX4Y+85/FxSBNBZ7onCAgQMUGcNISHP4hOHMbcOg19sfq1wTw0E/vM6i/A8nH+Zv1z/izuTQ+bCqtGcZrsjqhXWisbgSRD+sE6XdVnmZ+0a3IR997QHUCwPBV7KzIYP2jAqIz1qnqocKAle7EKj3jwaVMc43BQS7NbVrgWA+NTYIjI1qPKjyVEJK/f5vzuP5wy6mpQMGPeX5GfmYU8A7re8b26NbTKnoYec+gf7dIMk2nAuCsr4Ja0hWqjHPXkgVzRWEAX54nPiZo1PrwfK6AYQWAA5iIAUbf2D5Yh21bmO0ZQOw/880LFNWKT4XWdeSAHHa/6ogJ9nUHR469e3T5yGuJp/ELTG/v87Xx0EH3me9d2USCUcY9WebPXN0C0o6V5PIA1+IRgdFzzjyVv6+khGn5htMJIOZpzvd9DwME0/pda/w8A+CSBB+yksNn04rQe04TpSImfODx+7MkMp79/9g5//pn9o5etICGR6QPLA+f+Yp0DaxiT7euan9vZQZg9Sy+5qOAlYD+VprDcEngyXM38Ca+T5t3J5s8X7YtZz9w7R6tZQd5wj9Z9vv8Xr6HDePzwedeADtZl6oinjHG/q4zzw5/zAMN7DG/d7BJQHv8ysmsf54L6Alwsd/l+ZGjCpcFzM+8vdaPnGLer7GOnBGNutKh6aN59HnYyG94hQDw7b9kP6m7TYD0sy/1/rTbg5Yn0PPI0QY4sPV0rwZdrDOOfsv8+/7R2Zk3yX4EFmP/bQtlzdsV8hMA8biH12cpx6eSApiXdO+cjYacodIo+jtri8//T9s6AalI2tKdLFNlRV/oF3sL/djHGWHfZO98dqjx86UfHTyV3RRZ37IjPJvne32fQcGrjMszrc5aK1dDA1qARnbt/WkPeUBdr138Z99y7PuMYeUwthx2Kq308WO7avGdQP8Jeq483Yo99CNLGPk5/gu2+tgJDYwyrl388B4gGPhK82AfEQLd+1gdJxMMGG6aVILq3bXtblmNH7mAbXQ3icW/6hy5KwDQwdGswVzw6Od34nrsLpJekL3MDdu0g1LQJVX2W313ChcKd5Ocle57H1eWO4DncUSH+XPsac2nA3rQdM9M3LObO/mLaer67jBm3ptAzSYhxW6K3N1gzzf86N5Poif+LvubcTTu1jzUnXuwgXNUUtYGnCTYTL6J3foK/oqL5WO+Wmh6lc/+6rMV9YkTQQx8k8y2VaL4TtEvwZa0aTnbtitgO9io++KTW9RZNkV/0eLz7AXbi/Z2miS282JrLw7UIDg42Ldzf0+l8ei9toe1psh58RFFIoubRAYyB3Cf08a4gH3kadtM4rP1NTIl5B176GAyhV8QAD7dEWavbIJU7rXXrZ5rW8W8UQUQJBB/K5gK/rqdwxj7BgCwVdcOpmCGIIvm+ocqgB/58fencll7/+4w1p0oqGD3fhRfWf+v/L87a2k+nSDXNgTYduy6BEb7CDOwzPD56qYju57nwuP49Unuiw9zH3GSJL7sD9tTSqCW/S5d7oBhCia6CKN9Ga+f+AO7XuMSPnHpProHHJ04dkHrv1cCx3Tya3+M/aWxBYsIBtB06EAjAbr/dFQEG7Qr+RO8HP7w/Vf/+NiakS3YoOytV1LWzL8T0ukk9C0pNnSMTPvU73f08Izav7wS4J+xgYn+9S8PpiBeG//VsK6xhmDM8JB/Enyfve73JluAvb7ybc8x5/mN9/Z9/Tn4hfd6eKXjS3ehHgHg2FLv4ClHeEIr3Z8jR03Dun/snNjCBC/vCmB95yQ8fMGyep+h6xo/OBiPeQJ7Lz8NY40PvrZFko0iJ8Jjut9paVzHSixO8I4/OB5im06dcd9FT2CrwpOs+62r8m/3zxtPhCZbVBk8V3+7K9okh7LPO84C7qV7d1IkGILnoDjngHfBJxWfSlzBa/ZcpAR8ybusvYhGfCV+Nzzo9XrmnyMGIrPwgY5OP758CjK2A+/4E2MbYUj2enaCwzmiwvsy9kLb5gee+cc/nubcnskI5AlUtOOQhV4HQWXPmgDARgTjpj1YeTvY9c7MDcnGQXkG1sLPCz0AO9e1cgl4HwDaC6yWUtXr/jCcHbplzg56iggi/mZ+V3bnzE8E92wclV/QBECjBX0rCujDYt8Z6SgoAmQ4gMyVn62syBA+WQHV0gMZL+XEuXeArBgOXtYCae4AcFoUhymdGTjMdTabN+C7HVpnuISh2QgjMMaZ7Exy1qzbsiw/DU84KBuHm6CThW21MWwgozMl2ChttAJCdGYufOOA5gQJvQnnDBmq+g4/Dy/hSLPhDVY/33sr/YAKerWDYRu91qAVJIBPvhWk6wamAmJGoDggVfr0bYC/wa51bmZQw2AnowQwSk8ug6eF1eHJtTePog8tAmx1tuT5faT2JkTstc3zBLDa2B0q+oeWBkfwOJUPTcR3VBAAFHeArcHHDrrGAJpMavN+HNhzOP3ICD27A5jM14pFrVitnN/ZeQ3orOO4jtz3BIxkmop3yBz32snYeYBh9jmB4BOw9957B4B7vSKvAiIwf1p54QByftC3M7xaNu/cR1XYGN/K++OoPxcqaAHvRZHiBAy/2JB7884rIDYZdFHYhNniGPPq73flhMdpAyNCqc9o57txUp4MrFlfHOGl3ZyjW/qw92/WJolPPE8/j/M5wV9d5nOHZVyMMaXv2Tms86NORfZzXbcojdEVEFDGVs64jJMpGUwwn/trDL/9RoVjZtOVyMxPzqBe0ChgfNY1zld0IgG5yi84zwf46MBs+D0gAfIbhw851cZOxrCdGeCTNuZN3xkbc0f+tbHDNbI34Ht9N3I6TmD2bAD4nKmOXA2PSs7ewTyA9AXZtrPFfeYMPHC3WrIRPayLA+b952rM95mmDaorwGCgtgBvEjRavyTzfgJAAs/nYd3iCUCrM0VvANn8Oue/h+4rr3s/KV9CTrbBaZfeXvp6FlsOXIIeCUxFvovm2ixlUwwQjt5ofdG0Qw7qPQDDzly38zTOrdei5IVlld9cp+Z2sM03zliPg24A4XH+jj1n/ga4+6xwRAfhIKLbZedhM2mZ7oQXbAgy9BucNQ8re3+cO/3NuHirnxenMXKZ/RUARwuq8FOqPdhj7M8G4GMDRebsfp0ggvfUZuWIZgYLLeMCnLAX9ci784Dei12I0Sg+2+9Af76Ho/z9jC7OYI2MyLUTLHr5KnlWy5EECEMj2VzNK0kQzNlSycz9q+3rAKdTgXLoHEIvvTcxh+8z1yNjT8Ji+Emfn05AZXtY5sgqn4QvnPVOlJAMIQhBwh22RMvRlT+b2JNxRzc3fyUpaQK0Q6OWQcxL+zRBgNAXGnLGb8atziBzFl8B+IxNsiuyLEA6sqJtXK+Q9l4B4nfGPivJzzMWA4Q6OmcTh6G5ntnBDo4lwe4xnz706QQykSP0X4MY3jNAKQD7mbO3m4MDkSPfugVoTgS6Am4mqA5fJsC+AMDhR+uqJBr7DPTnJ4m1AN26dnVezqW12TL7goojrX2CB2//PjxLgPsTQGWc260iYK9eK99ir/zlL+/99Q0c51xAydt3MHltZ3isMQL8SmRt09u7x/bSJuR1kKztSQDgc965KuwBxE5lzHYK2gDQAKoi7vO/DjAJOMqYt+38nrc+e8/B93eCwa5RquFJmIC+J5DjILLmtnIQ/icBRQkJJ1l0qrm035KkBcax+gKdf+8n/R07e5PGuKYrMwmYt/7pDi2vAMfI7AMsj86C/5GXgIIeg3XM6q/InwTRdzxXVfYzGAWV1kf8nB1JkRqfZcJ0EDtjsLKVbTBJIwYCPzuUYT8nyPNuka+n3kfGcD0Bq9fIxjcVPejQZj9CAcVn3xKABUDnbzC5Tk5qcBM71zbYBGoif8eGrISQ7sBme2/sS3Ii2ibz3n9sAwIKiz9kVgSSTsBhJrt7d2d/V8O3/kdOrqzZ7+GD6R3bm5bVCgwtXkNyHba28VrpoFengcjD6PzV6dibMnsJpN7c1BU4YERdFEIgmySlxocYf4JeezwRz+hgiec448PfutfDuN5sRuYTXlcwXQk4sXc7saGPDml8iwSrls/Nc7oPz0KfM+47AAf/cK7sJlAlObfnod/Nv5pr6dTIseiH8Fr8EBeQjKjGVO2gNPunkwuPTyl9Owk6Gjst5e+Acp63HRuYJzoF/Nu6p/x2+DK0Ak9f/vpMfJD+VzVy9Ji/P7idfoevktC5+FHo+Ry19PcEkLrzi3jYLV31/OGf3i93Qmev4QvvlL/khXxX+HYb4MaT+xmefwMLz98pJnsnS3TwA1+A4z2W5oNbC6uf1uvwgxJ6HayyPzMFIx9dsYL37DphN+zOtnpfh+HobPGNfXoHkOPnsg/AtNoOR7+yH/A5vyW4w++d4I08uQPUfUZ7y8eb3/S39lywkAk+zTSZH7IgwUgFv9hfq3/bX2JOOfYtxzDcc9Yj6FwIVQ9uPIWACVwHg9D9JWdEQ/Aq6NodAu07eCeKn7QOkxRj+3Vk25gG7ROYLse+W/3QCQMJ9q2db5zs+R74pv0HHyk0/svIWuJGnvPg/k1T61Qz1FZognPobboVMF9hRCJt+D8xr5b3baOchEXv7Yy91yp/h1aM79DX/kFiGs2P5hknoicBC7vC2IHmPPr1jPf4MfHHc3Ror0/b1nkW8lm/S3aqC0TzLr6L3uuECPQx/KWfYBAnBjjH1m3hjoSlbLNNfIX+SZILbbAoZce99v7zidZ97VThrkluFq5IwgDdtygSNC30ZMe0BAyn897R6WNv3N0sviWwZL6bBNFJwCQ4duKiecd+YjuGhfAAACAASURBVM15Aux/eib94Bra5KuILNeluLRRZqYyGOL4BbTQBiN7P6u1mXm+5hIGLKg+o12PdZofsiS/s4sw+MW0VDv4XlJwv2zmfJy4BYNgSFpNn0Da87DNDI0S/qaMUThiMhxUMpFh1BeoNAGRY1hUi5+wVMA85ne35uJ5XNvGrN6T8xhAP2AUTgsLaxIir8xM+YOx6nefTVkZLal2mCeeVoj5HhWJtKBdBTEOo42b2dzDvC3IqATIGDZ4sXywwJne8xlvE9D32k3AH0a2spxM8FsBmrajgFrg9eaDrlrvOFSPcz0ZKB0ArpCTmUN0JCudsSsTOi7g+wUw1BUIdwC41xVHudcOPmhamj6qRBvLFgGOkGkam3ZjXPac2wjujESuwVkwwHDO1f6YovdLgqgtG8bwsSO1iRl77w0mtNGTAE3WFYEK36LA/6RW0w/fvzLh7LxylkmcV/ObleSuSweEOnDEdcwDemDoA7rj7Bw6DhCpHv7ufFDPYl5kIP+3ADDG99kndwXwM8e7hbL5D+x8ZB0Akg2gMdoMRjm4xLpkBvBL5j8ZwDOH0G/WdJIjOtva8xkam9/kSJxK5AEzx4i4uQbaeD+VIe3rXvPYFiroI+TTIXXRPN+fe9azcQrRD7oMkDN0CvhhZ6JahCO7Achs3HmAO6MoU/Gs2t7m2YDmZz9rj8hwnuqBAF/JIO/2fACUOEMnkWfWmYCdnQmfkRTn5G9q+YShMjr09yf4ewP1XcEMTdZwQc7v5EQvzeENlMYwJKOOMWDAQpmALZrnJgbombQ504At3zE+B5DE4LLjPq3/m3/a+LNsq++3raA1oBJh2MqBytfZztO2/lQAmuE3AN5AyAcPj7N8AMkfWxtFJ26yysqkNUq1aOkG0WqkA8DSIVtFMfxzqRwC8Q2grKOTIC0B782m3DXpYLUMSsDln5LTEgiLMwAw3bKR1up6pmRnOzMvegI+2snaLFA7GA+PaFv2vmdftt47dot4wjyrPbHByZbNrb/Z/+m68M6wNH/NJtbnjm9bdmyiQkDiyNYbRLo7ICSo/ZdjeOt5dwAYJ4bA0rckhGPUaz0F3KmCdfQAIJzG3tV8kXmlG8fh/ZZFTwUqayTa6vxBnO3Q5b0jVo7sZwB74mn5OMj6ACS7Dxrwvo8AQL6c7hjmkbUvMq+0XOJMKGylXg9Gu8D/O2iPHeNETYGHJbd+V4umeTkAPJXh0OCmheXN8FKDzXofnAuAnS4Ya8suAJsz38LDDZpajj//bSZ4EsYCBGwGNvyLz4Nv1XrJ85ZcnsSSV7s2zyP6gP3xAoHH4c+8nueOHc01BGjmBid4Gl3+OP4CC48vkOQ0bFWDpSdR6s1r/Zd101R4biJv6A+fLhikhGHJoefnJHeYrtOC9j5HsHWjg6vIAju+IgrJjpkHAUd4+wBfz6VnHYfv249FFlOpacBrfB/k2p30AA1EQwK6PuvvuX/0fAJ77ZMi/wH6oXXrFRLQegzwTezB+FZtt7PPt2OPQLThm7FRAvxIRkpQxS/Qf9/8Jq/bBLbye+zc1v0ZyyYzIv8CwiYJSp8TYHrp8pkHYBcgl571mVySrjsn58ZHsMROYH8JoGJPtR4S3RCT6KpNNNq14T5tX99zY76ycfoMVfhgAaaAOnel0H2MUOUQnQAwvKJ7Wg9dgu2VPC55M8LsDfB+VjpHfq1MXFm2Z8DbNnSyUchrQKyCj6+19/2av0IFjiZqfxa53kUADZr2/oKWyEI6JViuKjFp9KdtZyc6zT54NgB8RoC7Ezi+BYA1+lR+jI2B/VjJcCQtE9Bh/6VCPhXAsf9jR78DOGvHpzJukwtuXrQc8DFV+s7y9fJ07pVgpapdYmwgD0nsbXYB17tl8usaM0bui816H2Hytkl3TncAR/dVAHDxgsgQu0PPh9/2NfcGQE/r/XwPPyDV+Vv5f+yEZyjfAsAnoK6pPRcfn2TwUHgz+FTm0/veJBmdrN+dWCXf1Nsx80EWsAaM/7aL4Wevnc8YjwyOHxa/N76sdFs6/4iOb3ssAUM/a4IB4YVUzjnAY7tj9MJLp2cEekQXbvS4tAboeSriQoNU9/Xr2FvjD7AfLSwe+r6SCc3HwrGF66UlObqL+0M/Agzsi35my/Njz84Fb8xmuzeYosJHLCcwRJJQnCTCoQtYK/cbm5ECD/s/VS0cvkjA5Ftg5rZ5fn9qudbPn45GD00aFwBDzvpmHfU6vloduQFd2qY44xtdd2ho/lr/hmAS+5F7kZThNYFWs/5daMP1bauyfthv+ht5I1rQqSA8/8QHRk6CZ/j6oi/8JT3Sx1hkbBnBLWebJ32B7SOSTVa/HdoZNyNZCF25zpRo236WbYhpsRv+Xll2J7jwjD53WO/dHV8sQ7j4+Sn7WTYjfImfuPTMeA8eIL58eBm9v3yR384+G3wFTJLP4NMawrEpz3E64xdInrIWTph7dQGsDnIy4y27964EgJOsAq6wgUtdGfm868u34T34Ldjg+id6GHqQ/dAdMXov6p5gd+iSTrruDmbmMdvJ4QlkAeNyIYBp/D0ATCztv2FX3K/pZX/TZ/Pm1fIH2kJT+9ylzE8Afd7DPwDDbJnB/U/RRrXNbp+Abk66B7aPaWm7PrgacvbwYPkV7auuHz5ddIxbRe9Z59tPWd7R70nQbC5durTM4WgR+JvkZI2/O94RI2ndaxrOPpm7n3FgByQx7+4cEToQMOcYqO7K8fI1qnNNMOt3ABge/dPzYUyCZ6NRIRZm2A0Ec3xG5hcY45qzMMpge7itW/CS/YCj1u1EVhGldFuC8FQAjxJFGEgwpQI4lXuccZAFeTM0lZ4dvPjll1+OYcUihrm+tyyyUHiemeyySBycaGcuzXsw6e9/pMd3V2xqfggFLwjA5+UUn/E/4+mz38j2JsMBp1xjEXBPADzrkGcBiGOYiN5t1CTbLTTrXvahCVlnAUJaGSAIUKZ2KLB7ZJjPOWWsx8uxed4kCILBLuFFK5LelAfgHgBC9xNNeyNwRg8CMoZSb+J3pt6pEJwKdfi259DrS3a+3iPzvTcqDpTv49acm3GO4d2GTq7LGO/2bT3qBlOlARR0vtuFdEKEhfc4fRjo8Parfd4ASMyXuZye+s+XwuPr2GfMkRE4bx9nApvvosju8zExwDBOMT589um0QrkVytI1iQHMISDiLPD8BGBmDaCjgG3RDj5r+uI4pqXiZ+BadPmWmS2F2QFgvhv+WwOeDKkXJ/q8nbTMRR5YOVSVHw6b5FafPcN9tAZMnzm8W/os0HQD+3cCyqez8c6e53MMvNsRIBOas77uBA2NOUH2BFvVmmj32xg8Qzfvrwkqw5vtVH0zKJq2/I6jtPIqn0jiGjT/Erjp+2hdCAB/uz/rfH92G3H5PIEarbdYUfOSDtS+7daCOL5t0DaABn9H30G3PMHfGcOIM8AAaA7PSH8ViOPrbWGtvnTQbgId7XQl4EU25rbORn+5heoAGJy9iYEV+Tdggug/lZgNSHWg795v6PumS++Drj65KyPJLscBpfLrrlCWoSHdeWfOLj+9VzpObs5Eb1sD/gVkakD25plvMjKByQQOXlmDODoj8rzn5aSfwOmnc5n1xXP68yNHsOV2Li99XVX7zEMKHR6Fx/j2LRu9Z8ZhJPibvd+giHTKVKhPAMZ2xBVI7yxwWi4jEyXnbEN5vC8lf9bitv+QyameyQzSBSbV4neC1ln352LxcYx37Z/od81B42g+OjxZgeJDx+eXdmi+AZO6NsHiAsjLEWGtaFVFZQJ2nmn9DK31Lvo67fCzFpEXW03g5z52uvRMr63oIn1Lhw1fdzncrLkrL0YhYbPoT87a1Hq+zj587tVt1poe7VjfwSyNIZX7aelo+lZC4ItHB0DxfAsoRx5xxl8ff+CAf3J6vHeoZLXD+MzBNqcTXNLh4NBrAh3+3ug6dAHrrmu3miGJCgosq/0igU+voeY2Z4BT0etEWmXuKgCsIJtagg8v2x4dIPZ2XNsZvjO6R/RPAAaAhKMQADFJ9Fx7i1aaZ+6VHNW2X9uf8M52Tgm4vpVi0beulCz7eSmc3xro5zP8kGMOFhjUwRGOMOGczW3lue1vm/8BaCK3R3YaT8/+19l6tivfImiTk0aOv+ylK7jVdjQyynxStmDT4MOv1Z4c+kOH9tHM+zNAfNYDRFvvjw2gGTk48e5AAmKofZy9mEpK7A/d/5UoZ3kcgCXrtcccRE7FLm0Qqefd+/cG5rGVdd8b6MJeM5Ak30ty++0AzniWtg2kdsDGNBtfYPXLJyLUnYduPj18VHLBcocAZlWP61onek1yBPb6+gZ59h0YiezNPsVGb39D8+910j0KFnGQBPncPNrrcespA3zP/qJDV3g1fHEneL/3UleQvwPA4A4B0DTPCUbWPva9hl9/um/bbtgc7VOFHpFnH4GauSlzcxeUOvJjbeHYL6aD8vZmbxGcIRlW60I3D/hRP+Ezf18MPkzegG/oL/m4gsXJWI/flEryAIN/++VNoIOdTXUR+4xgnUl45NebY+NPVpVO2bdbYTMFIieAuPNv4Dr7J2uMbGw7E/pb/8yeAADuYGN/V/IQ/59rNnDR9mXmxdw/x5WCBYKPGUO+g7+J7s26bQeExkZ0/Wn1feQivLUdgvaMblp5K6EuiWY8swNweo+uTvq97dX7uBrbQYUD3PKSCtDdL8Fp89xUQHnfTmJy2zP2b34IAAe3jB9n20t3MlgdfsVPix+T533DvtSxQi+pneieBLrBAeN7BEtiJ3SQKvfdxNE8SI4wHSOCN2zSyOpq+y5eg098C3rdP/Hh9b7GQUW+8FmSNbJPO1pFB8y1Qe/1hgexG0PDdxB4fVzZTLtP0Xud6G88rfyp1rVac16NP8Z+lN2ZKrb1D0I/MDveR9Ye24cFGh9jK4DfAbje36bjM/muhH2PNXoYv+KbjwCt+ii+Po5B+7f30MvWt3ydAL0xmQ0weV5yS0vte91GWNzjlG4iEaU7/GF/6mtg9T9hR9gTJPp+65jZ+tt7B0xc4x055m3wXPg3JfI/v7ffdfSV9dfyEjzdbY21617YykPItquQN8ITdd+DL1dgC5/dZg/O4xd58LHnjMuPLzL+NPNib9Ct8f5ud4V7BYCf+ciH6nN4iW/EF0s1rmiH/Y0/0wlJR2eJd59/dMQQz7RO8ppPwgx6gONf7FvbJ9/EK83jJAolIHP2R3co/FYB/L8JAP8k14jDtFzwWAhGexzZJ6dw0bJamNnqE2QE/sG3xBrz2cQPgvWDn8X3oIPYXSBE4mh09xaXGGMQLjM2Cev1U3W9nu8jcSRfJ5mh5bHulyM6sK0iANizqyPzeSftYGvc8hmfXPJBr4xxZQ0doLoK+jV+xz032bQTd+8jj3L/iAInSJ+CshUOYLnBGtWN8rErnwn6inYqfLNxhCCCFgkgMe+NEaefx7mJNsiEtkQZRW6HcSSrKxlUSu2bwYIJMPkMxmGKDmrBQAFnEmDVxrvPXDEDzvj2zlmAb0KY974FgNtZPEpv5o+QNAld0p/5//7HrxnfL+ll7ud+CQB/C8DAXPqpz38qAe8AcPrih4jO6DZ94ji2se1M8BFW2bRZd2PKw6A3ANGKuB1ZxtfCD4PGCqFA3lYeMKg2B5uWVrQ2IMegaP5iDW0UPn90MFyfQQsUBIq/FYJbVY5gS9VM+sPfDjDPShZvXjfAGQFfTCt+MIC7TsZP+4O9ojEqIE8GThsWCNRsDS1SfjbAIR53pepktnicA6zdAWAMUxy9PpPm7jGv+0Sgvc/u8Vhk7DzKC35vocseamdc10PHlhFxclNldKj8paKueWy7BsQItl1RgPs6fqFTEjaSgGK+HbmDc9rrgxKhh/9PCkzjEd/+9utUAJeRCt+ciiztqRIYAAefAeCpXp42PzLOaKdyA/NZg+U7gAUAIldCOKs+yqtbwHmfVAcCzsi8q/h7LzGn25luJ8COj+T1zPdef/jGhs8A9+YxKXQ5kkMjMkOdQab1jR30cQYCY/r28wYIPs+W2gok+OXoA8meuamDWePL9Rpyf+QUCr5bmLydlQ22+OgMGy0bAL6dvRiVGcUrADxGDokZ3leS3yNzdP3d3sO8avD23cKf9emAAfNxpdSzMZEpGEsJvE3gE8JjwF5gK/wEr9L6zfxvQ3sqz1+BmQEPWADvszU+Wyegv6ikOzxae82GYbV8gp8wNDobU6sOX64+DmC7QEH05uGPMbDS7mersUlM4nmsUdscq0/LKNS9KwCcOWVvvHSi9rBBPjEnDsQj38ZRb31q+j//IQdv2wefzDKdgNoksmGQ3s8/S6/9O38cff4wrJ5B9m7WZ/k08i+g0Z9JYrgCpp71Q08qxTfIuIE36TL0T8uA8NcYzGPDJ5MyIz089Pz+x5OgpwCw98hbjYfyQ3fLn6lUd0BOgJnazBkQiCxGHqeLxTsh8iQ82B7eB733SGiURMKd5zvzOTN1IAbgSm5Y8TwBYOaKfUDLQfjlW+Vnt4Bm3+n5VE6fbObned0VI50ysPc3O1XE0XQJRFBdcDvVGmvbH1mo9TNeYP7zvmRcyyECwB8JZ65m17jCCF2x5oq6AVBZkuP0H32+wFcAjNA/AM9WwNSS+vPwy8jbZ7xp8X7ps1N5m6SzDUZGLh4fqc5IxfnsquoELLbyshPZOsPYeIL3wTjZE3u4g0ynok2ypPy55lUSjLrVXSe64CtpvPAvsg+/Tj6R+WDoJZolwBF7IK+twmKPwcf4g3Oh91zLYMvL0S2sSY58mUQmL9q2Zz124+V30HpvgTOtY+j4PtPxLcfhCcuCIQLySnS5qz6RP9hBsj2AvU8y2+j68OAmWGIfHXml/TT6vvcatEIvrfxa2RP6pFMToLZXYoBtzUH+doNv3tcH806AjE5hXl8efAYwer2S0TrJEBCt7W+AWOjK+nLLjC+VlVSgv/f7m599nf3MLHgD7D3cBmJ4/070/k+B6uWbt62mZ9/8yp7n7DMSwczbwkloiTcYAp2LugsPvKCxEoxER3WL97VF3sfX8H5Xon+A9BO81jrJjrsDwLY3Zm3Vmtp71/QOHvSqgh8dceTQsxFOJZRpNFQvJrKtwpEX5V8RqFy/Ic9t+5hg+Y2nsM5uPStUQOfGPQlR9oCNjbyTJz2qqZK7Kzm7BTsAMPLqv/mv5kv7Q6uvdv9tANj20dMBSC9oB77mrnDPm9gkwjfAAqiW5LzM3Hv3b7CB0MD7qfA1+D+2YrATk8Hfue3P6Y5ggGd1cOtK9kYn8reeefl/0xJyE9gG6Bz/8AaMuwNHB5A03j4fmH3fyQt9PnQHjBZbCN1PsH9wSmyi7kTQwD1FBwn0rJNzbPsRlrQs/rD5OTd8vvs+Giq4E536zBfWF9i9WwG8+yHr3vYma9xBgcb+3Ir4ua/hf/s8i0fxXfCl7L3snRvcjn0fn2n9stwhcg/7KUnS6MJF48JT6fhz3yPnxOa+q5dDE/9/EnHE59PSND5udaaawJ+oh08muiGzdV/OcFSgjXbTLqCSfT5+I53tdp+sXdLjvm3IXA9F18cggR39jG/UeNY74Bf5S1L23lH3jI3hDojy0RQMmNa7YIgaV/uv+n4n59re9EBDc9YPvKED8J5T2S1cy95tOe3PJiGNeIMeYwhk7OsbW45vG95pjEb3urudkAju+TwLbAzt2XiaT47wyFzus+JJLnh1ydJ3X/byzwUeaw8sX2K7Yk9uR5Ws+ymAMz+XfzHyt7vpSNieQq/pJkMSfCdhuAtoVVgqGczf+9gvJPK0/7IdWEQj+wMPDpFOjrnvjXl6PZ9ndEKNd+I3x9t8MufM6pqS8eIJqtdbboiaZ68SYDTfVwLCBIBJzvLzoS+dW4fHGv/8xrMdd2n8TvaK2NadFyoQjj5OUpjwkb+dM3Oz1yNPu3Cs9d+dHHK3gD4+hvAJ22Ury4whOnggg7clQOyrbvfPHv2G37XPv37j2lfGnJ8N6hbI9Xzo7IfDv0oErfbbGtbLXvfe3+5Lwi3WptzkmHdi9zuh5Kzv4MvYkuxpKPEqqHsGQiEpPNx2padgTDI/2yboI6KYf+j0aT8e7FxxyyfRSutzZLjk1ZfKe/Rqy030Fz4C9pt4h4TdpX9m3PjFCQA/QZh/w4RapDWMNgPuJ0BAN70BgDa6+B2FZmEsg7oMiaPFZ1W6XRwTZ3II5jXak7nBq53DzcD5BAE7m1zMl1Ywuc9PLVzMRLOJcEop/Y6js54KDCuFglDUHLqCUhU8dwVtGwOhUZzoswGKoWGuDjxiOHLmA+t6GFYVB1b8AUrNUBaaDxP6yyjMWEG0Mibr+q44jfG0ZxwRYDKzzWcouQ5YRijtmcOm+whIzmg5AfM6AzhMnEV4g7QSGDGcyJjQ83q8+o4cO71wcALqf08K+MnJa+EM32mOzoS8KniOApOjNQ6unhkjYs/u2nVP0AOAvzNveBaJE4APm5H4DgBvgGQTAuAHZWDawCsB1Ypbz2oB1+cy2sm0c5cMR67t1knc66786TNnmE9nkAL2oZzPnAV0DpjPHv8UsABQWtTl3xiHAeNsPI/Rt+NegR7hPADYPBzDqFsFy1DT2dLwwpFvps0b9uL5zAkFzt5zN4OpjsDgI0Psp0op6MJPMufTQjJz91xldHtOuXIdLF0wRttdmeJzP/JZAwkLHK2DAn+TcIJBlKSXBE86QYf1hT+4XmP7vv9XgQJA3k5J8+23CrqWk2cOwx/QL/cgaoSTuBUsbSjgvIXGoSm/t8GKXE6L0/CexteBSwCBdrY+z/gYoKaCWdCRdfa8nrX++3PmT79oodNrhxOHzLl1pr4PIMl5LnaEJ6AHz3cA+tbz7AfznPYeyMbzt2SaeF5gX/ZKKnDfGcLaE6E/etlZ7RP8ImAVeq9+7/NytJ4Gekdvx64IdU57xFm/u8UeABf0hT8AMyK/ZfAGKMQY5Qw05g8IiRMAH0VfxPBt407Xp3Vb9me30zMtFTDtyKDe7IxvV9C9K6DapiBxyl8rOdWyvvUqvPRyuGzr7NmWBhDGINJcaKu6PEOSUgC4dhDuDFRkUifJZPxZY/3eyUwmk8ComYuAJYLLjJ1Kidv+IODVARhsCD8R53NAd8l/3YNEDq/hgK3YOvoeINACgG9Z2k6jnvGTQwm/m18nAoge89yuBAyCfMh9ZNMC3tGPoaYc91S25vqVZYzfz5X9at07Z99Wgpn58QryQ3P/LJDc/DGe+qf+3eMbaJlHG3nrKzldAzBk7CS+bIV626AGxgYwRQbfiVRnf478oE295AW8LFqLl2PvLGgTmz2Z4pFHOXebPfITgLAJHrkXQShkN/55B4DRGSR4kaRLC2xXtOJ3TAIqOhv7Xjx2zlh14l3sbhzyI8c1wGlxDH+wv3Zds+87qE1basnbOJiAgWtzmVdGnt8tJE+CkI/02GOEXsFTrfvzOUcavGmdgGxnqG+FdwIVpokDGnvUiN5nbU/iyABttMO33B8/ZX3gBai6KunoKZxD7AmPfW1Cqm9M2+f+BI3gyZOwVUeAMAeq+Z1YbEc/tgo2nuWJ9svoJzoFeK4VjE4Ls0+AFz+bM1OxVQwO21+NTYm+a9vK62//K//0u89oNK9vIlMCtu9OMJ1BH56LvD9+mu5RyYLH99F5drILRslhL9yAEr5DJy7AQ8jx1s2hd4Jhn2v3riLE/mOPBEwNMNq6l/3RQaj4n5/2FnYD9zz7Ves4AX4SmHs9eN4G/dZ+xk6OHb12YvNBA56srWkhwOv5z6738w9Mw3boJK5mvUtWcnbygK8eWx2L9S3BEX8cOx68yHvDHVeGZ8vmk047/sTYAiRKErSJLszYNhj+yINHv53OUjbsM1fRx8k1c71l1xw50PZXV7qKXneHhC4eOGuJoLdMXP3fHRBQlm9fJ2f/NT5CR722P2IjTUKNfFnJ+3om9r7WTh2ZEE2aH7bU6pB8H/8R/spxarGR9jt6yKyF/KvLPrm7XCFLuGfv4ey/XTMq5Py8kdE333YicWTITrrxS7CMDgC3vDj7eEDe2IGR3+gnErI2STjf6iMa9Pcd/NwxxQ7rTj88t2UGfhF7sAMFBPuXr9ZX4j3TYWRv2zDQVsQk4SB7hATG3KFpSAtQ6Q696GBx/O/C80gwYq24N+M564uRnQ8OsJ7P1+Y685hASfMzfJBOgNvJaddt7BHLqtbDOQtViSx0Soz+pHDp8U9nfPphG8NnRNI6PfTRGpM0E9wV2sVOOH8POyJT7oBYB4BYv+4yCQ1IADlmxlzM2AmuNNayRyPt/NsnPf7oVRnK8oApneQg0YlEsyspkmuxS3scVHay/vBF+8D6Pkc38T7PDd+2DN9jA3qf8r3PxNPsh3cFZu7pivgJoBkHn0483wrQDiboiVT8oYLc6PBuhR49DoMkkW/cIr/dyQ+sNzhj2yu953uvsy/femnoZdm5/reml4DY4A0jK3qPtl8lGkm/UT2pcasTovWGZMy1N9mjje+yr70NhYt58Dw//oNe2zFrA24JMHbb6tgCevXeIR6F7AJ7A3c6Pvvou1O1OUuz/sxW5e5cfvbXjXP6rNzFnj27wQiwk+SDpFJ/ZPPQLXSP3Hsf0znHAonP3A1KSScpKMyej1yDJ2X7KEGMBJHGx5pXiO2Av/n5tYa9bicZ7zBecMz4LynY1P7pzmjdmTVj0D6ZThSXffDulLWFo9hvwueMLY1/aBtm5OmRUXPkVNu5+T06oXXGu9PHHud1B8Q7PqepwxuhtezHGPCRY9pPvzsmIj6Obaz1yXGV7Kvu8ILMQl7prpJ9x954dG3LxsbU3ljn8pL32BWDOMsGPugjTgZH+Z//+49/B+iJ0dsKC+Lerc1SsTmTtIH0Zp5s9Dy2hWUDB51h14zZ1/OMM4FZxYCBVBTFQPVHL+P6+xknEBFDWPfuloAHSLgCtNxfi/qZ+RtAV5udDCELJgFmzLaedAAAIABJREFUkxVzGHOwsFbgCPemg35HwLXxHE7KInNPWjqcTIfrbBTWgTPyfvm7BGkUl8ZB6xAcjJfDsPrtVGzejjb00AYik6zL7JmXKj6dDTRAIs+hNYMVlPqou4JgQDYDrwvyItC2ki0KjvMUe30SkObcHWV3xfH9bTJcocsxYkXa4a12Vhu0bMHDvABmccT6mq4kproRYLMDJ2TWAsLo3hpvZ4XxPCkBb3ILn2Sw3efVdgC492+3mridspfBX6BrZ+kTAJaQs7CrPRd6sudzRtxxzp8LCVRyFo5Z+b7BTPI4V1fLNL6zAeDPcyI4q+mb3ADAZJwYlb7vGHAO0s/8AaMIABNIaMHMvBf832xqWltk3BnRa8rTtihnqOfzbq2HUu7M9eY784kAi+e72sfH2T0PCx91EJgsyOZrHLqmGbL4bkUd4OLtULEvI/MyR3fy9884RprLN57risOVYQlmH/547qOM0GRZf2YsZv0mm0o8Uy1i4zSUYpwAcBtHMrQ72/8dIE9SwJ1UhNy2PcscrYe2fdGrotpnn27CidZNl0Of3d8byEJPMO977fU34Kj1YMlrBdhkUOQ8k21ZTKVF60Cvz/AfWWiSMzb0BPpqjtJ9YyjDj6vfPvUiY5Usx6Ak4SptpXdd3sbnJkW0fHAVx9gq3+RwBwe7heMtYxgzQMVvav1iwH6Dr/d3thUowIRaLb0D7qI38huQiNiXaIrRHRDhLTjb7olDtecZtrxou4r7NDCUfRDKm3dKvnSlfvMRDly+M/MbAA3n4uzvqVLRtTg7Jyta+lsJJQYeecKO5a7scuXxvJlg3QSwp8WiaWIgPgEzBRQ6wcUdUh6mBOTsVnb3PrHj/6xPVxLmGozzVESc7znwy95cA54WPgZNZMuoGqHWc9cRApAdHfl+B3z0Hh1sjr078inzyrMJoOn3roK0/sKYP6CnFj7V1gARHYDQPboiyVQYdrQdO2A5fMj6RnfmnJuVhfv814pfVVJHHUkUjfNa5H/9io2ecW4AuP2BnMO+rcluudfB+T7fqytTGe+x+YanzeuCNlzl9pnU1RUInIWOLPlWEYucjc2C/JigWO2TDl4LWDEY8PgP91E50VPivyQWhYvTwv/2TdwFgpZjnGEp/XSYfRJwni/67FMrggqqTCZ9aDVdVapLRQMm2vd3BQU0fmVbDw8QRPdecqWXOiZNy8wKWEYmPa3s54x63VPDlDzTOsmuJBiizzijqavhupLS33cgcoOHaQmXLgWaJ/vtBhQ6wQYw8sjGh4YnQCR9O4kWvS9iY28AILwXOZN5Daj1DKP1SwJMc+avWtTa7tc4tyXpsUeeW7iV7VSr65oGBTh7uPmf3/V8AuXfElwIRt6JGVofkU78txXr0e96AdLpd+Qd870ra6WzNNfInWwQzfc+p48M+qZv+98h6H4/OMEmeAYEKdluIOe9P5cu69uAY/xok42d9/YrBZSO76tW85gaAg4fPiTp0sk+tpn3DL6ex+ERJQg8R1md4FzhEvhGHZBsH1o+tmaNzDog2lTfOSB2+WWvLgtzlqnGgjz1XrgCLGfdrrM92X/YMsjYY4+LTjp7tjCO+8iHXfOuFsm7+HG3PaCghSvsZV+JX932sYOwSXbqALDuZ5tB+kAd654xETAcTNPPFKsmkXB4bGho+0R20QVC8h3jTfDCc53ljnVbAm3sW1r2csYe8uA8j5an43chT5oeb3s/AeCUGWjMtLrf6hZoLH6peOoAz2sz49MwFuvHq6PXbd/era7xxxt/S6HAdiJp+fZNz+r5BPQpDMGn+8AZyj4hiQK+dLBDe6H4T5/91PodOxV9Ah4XeoQ33tWOkTGWVUOnpg90T6JGKvvwm9kj4BLtU5CE5HuPbXrjFI1/ts+n3zswBt9s0uuA8AalIyc7We4kgoChPDfo/XfnrX7Df1/23SV/NB7oeo8beol33HVFZHNAOJ8Yn6ujvvTe/2fsTBRsSYojKxA0//+zA90gMWlmfsIto/IxUy30qu7NJRZfzNcQ/aklqNZPehZstoUCCQDH7g3P0ylJa9o2j+TN355nhCdJZk6CLz+vhFjvzRRYTQbRKVyx/yABFuyKxv5ag79OBwCeDZ4maRQ8lT185qcjRCTSB3dFvwb7bOX4Xw52a1vA66e1L5UgOkfWy6cs3NZBK98zMk3Jwvk7ASJ+SMzNGM/HXsNO/NI3+Leyl7phHq5fnXi4NkXP8/aj7RGNkdPmvdHVO4L57VUgEcxAAdeLTucopr5fa7qJAnRVefD5VKeb7cffEhpdPwj42+sirPJMLsGzVckESt/vTIEZcuTuJHezk9t+u/NX6JX34cPmfSfZrgLAyFJw5JExHm+szvXbjX4+LWln6S0TNV72MgHgrkANPYfXkpiVinv851/Fb8QSwJQdAP6Vn14jIlB/F/Dou+bjgw8nJtF6naM8bEf8Kfo7WN9o68SpOlHE63yCwBFYZ+8s9yOXwQHp+jLYoGz/tRsenPwcEZG4DrGPkkNDCJvwuLaHR9vyqBMavFezr2Ufiq81vnRReO89xS/vVs056uf8jN/b3SKUgGH/0dIP8/jLf6eb7lCP35UOqOIdDa4SMYrYeRe4Tcmt7iI3NHq6ADwL3TLd++DiqPUPEbjPGN5yOPrzn9shbHwyQGLb8vO85kXJx46R3PHDXajim+ehXwHg+9qTBHF8eutf49o//f3//P7vOOziTOkJYxh08KEf2g70dljiHGsDy0s2WbwAua/ndoAAoj6gx8ZyG2hX5omUlDmqFOgQ7V15gFNbl7+AwiAVAWKyBfeaEKbHP2y92cjjOBsnigguZ/rE8ddOWRsdV5QeYZaNWQUHU8ohlHH8DH7cZ2e2Y+UATI84Bmhn2mu6ybDIeRZtqFuxnsVJJelNyK28uwL4i9i7hWG3Luk2pVSo0b7CdCPAZWIsAeWgRqqR9CzalHYwNKCOdkWZXwy1nNGM4w+alhDTKqUFeQeqs+c/GEx04DH9rDAFJGtuBFwwuF+Z0s+FaT1M9VD+Zt3biXXG+0OIJ2uokwrYNmi3q+x0++3AYQ1OBf/LCZxsNf10hUKC/Bu4DF3/bNF5ByiO8OlAxXwImPuVI4Z74SHxTQNkf/9Z4bkCvfnRmXDTApVAiNbgbuHF/os+2gnAeAJcAyy7NWUbK/pu+X7bEL4UwqwhYA5+7Xm3MblrmSSJW4n1nABPptlpyQZN/agsHFlzHG8dIHgI7W5dfuTEc50MDnSADJ20Yk7wzjz87wHgJk4p0sg21qErmVlPAsve96sqa9dgWjy708ECglveQss+U3PkAA6DE7AdEPLKgny1mMmCaH6389YgejpTvALAs6YdQKCFWsuWyMC0Xe7APS04w9PRg8h+/UmQOpVcs07PLwGMAdLwlSolqbRrWeE9GAefK/+m1ZPWU9lsbnXrYB3z3+oe72EbcxK9z2WWe6XS4AkCwJ0AwDp0ognzJXFIMrGzXFsW9Dr2GH3uHdndxjoT7TNwW0whp72nZiyh4OPO0/w71cr6ps80xoFwqmF1t7HCW3EcbKTKmVpDnp01tNvhVH42bzC/AM6cJWMjZNY+M1HFyhrG3CPD4/4xENZ/OCsA+hUA9hPtmAQnxjjNXCIPX4bDM5hX9qT0ZDm832sVgiEAbJ0yyRY9Vy1jA3C//3IQ3vS3QUoqiFtPxynS8hm9wFjfGZ8ZDV0iwKQEUgd5nizuDRylak7NRzBc/ZwJknsfq3Lq4NtjlGdHGwND+3Y2eR3iYPGR9758qGAC07l3z1iN/p/erW4PFcMdWfPuILPGGnq2M/nj9Dp9YD1WgmgEx+9WS5HhqRHoc3NCB1lnzuUCp9x0i5HoZ8NHhSfGjrWe+8yI1zgve4dzrOFbJan03txj4G9aZd9yKJWlix2NLQdDW69egZE7ABzcFAfEK6njeU6c1KnMxJah+v2GqthxMlDzo6xoVZFWVZ0DYTBp/v2SXfqc/Qf7qh1jro+sD1+tg9g0ca2193pkDY5O3evEVMuL8GoHFzoArP2FfzuQxTjgA1cujkBnXcIvY6/N2DXexRjbbULjdjBOTlslP4x8Ap91wCKVyFMpyUo/97Xz22v60aHG5qDWbIIOmtOPwP/Lzoj+kj6KvbBYAd1Awga2CLar9LgdXpespxvSi87H2eNqeDnYJ4lWwbSMde3SdJxZx38cppNp/kz7bp3N/kaXiB+Gjh7slbaMBJkyIq393Q75NVathxw5ThzccZkmyqm0nVfiJ4DWteY48RUEv3H5VvjFmdP6j3GYjsZZfDCxeUPjmWMS9OzCSR0AJojTeDzPGSewMImVVhIifyR8yLlsp9iuzN2hIOuxyRpc2YF5rsHxqH1VINDy2a3Q5YBLq/3o4ZrQPDByac4p/vn10N/oRTuv2Yx28E8r6XEgL6aawEKDV68zWOanfaVxrq2Xdp+6nWMlYp/g41m53XtxOiCUrok+2+PNTKuHT/K87sTEehMYbPngMwmdABf/U2w1EhXC69BX8Pzu890JgOS9+8zHkxRo+TE2k3lwncEEHXRtAthaXOQmsn2x28Eng10VgKPT382j7Q+4/WesNf6urOX40J73s2bMTWv7OtLKvJ97du0W35OAii+s9xNc6kDB2D1fPs47UVBjxAek36MnZm2GD7tSC7wAHm+fXq+V9J1+Qp+rnzXnFGvsWct6Fomt0AX4gesXW72rrPC5nBapVOoLXQwGcjKT1noCwKu7M+IEs4f/AimPfcT6OMnl+Y+jz+i88sPnO/rRurISl+kAcncyOrYL57pWAjjjxA/XicusNQEe27vP/07VZ1yMj78wc18fxySIkTwhfD/d8PDvYE51FwLWwf+O3dT73ee2J5itIHTk+UlQs45dPOhnlV+C5x269VEilw/6mdQGgKkcf9vx4KvWgcERm2Shd4kuRBMdcNTnt14S7Z1Are4bnIPNdcYtv4XlmnBT9Pj6sJDvy8889zjk50HwcgdKTiedwaZbLQ1+neSXClD9qgK4E8du+UYBivdgKmRP61fZXtqvSbY6GHuSM/mbNtg5unB0/4zrthu8D9qXsS30Nz7x9rvEFx7fcoLQYtjF+rzbSWi6shKiobFTQPN8b1tmChrAzySa/aowgPEkwWFtALBp9I2+m+TMSpDRGna78dunbbt2Atv4YAkA25abTnRtj4Yns3Ypc3j/NIbzN8Kx6Ha6LWrApqnIVR2logTbk3Axj8Re+cJZ2bO1o/Q3xV/Zr8hOfDA/CwiSwNq47m4FzP6SIKd3dCKV6WjwFAF0jUj3Wb6fxL/BVsZ3Y3sMrbQvHtrgaAQvn/FZgdPaX3QadIeNlQDzVD5bx2RB0wHpp09rMWD8IszJHeIeVlJg/OBat30PbXz5zqGGxWgLZJMoWYVQqtCepFvW8kdy3NBQ/fPDtm+6+ZKjfUQh47uTQjZhcTvTdIfMc58CwPwRoLiVwBg4hh7j9L1brdxl0pl4CAkDr59/txg8GawjDH6cEzlOlDtjTM/f1h1pBeVDsgVQptVmCHxbvzKOM3kRY/F8g7hu8YozOsA8VS7rkCvFJgA9mQRfAWA7AI8DKK3jTkVLOYNf5yc/16SqNtf7x4p4DOty1OJwakYm860zeN9BW1oGqRXKggAy/A4ocbbUKu57/npnAxGDzsvpwzNbAHebDk9tDFPA8X0mEfRzBNcwHU4OggNHMAjM2hkfsIzjrAM/0GAUyDg0rwwwlv4AX7IqDHZl7EQQ9dzEWDLum0eUWarqDX60jgL6GoOzTtVKgT218ZeA6pczDlpkbF/ZS96HAbJ2DNlxs0q/z+q4A7WZ65BcdNwE33JeocW/gikzXtoSWeBOYK2VTdPlUfgjL27exIHI3JuWeE4HH47Tds65JoOez3kODjzeRwAYAHPGUU467+sY4wsIwotksMlgluzKuduTDW9ZsTIm/L9O1gZcCw6eygdfA+iTcbGG3q3vyA5GYTt5oX7s1DBdhg4A8cwDw6adHG3sxOiDdwRK/jlgZIC5FXoqe0NrMVCgRe0RZ0T85vP/NkkgBt62UNI4xfdd5XfOBZNsGPFnw/5ZiISuwtORHe8AMLSLHutWhLo+iTJ56LYGG4X+4v/IeLLxcj1nnCXwfidGMe6ufja9aKxVgaxM/7vqkvHo3nbqyBC9z9YxKJafwLJiHFHPeU2iH+iLM6Os3w55SH/GMIyjJMcg4CzI+uRsHByQx6kx9OWg/gS6SbTRckZPRSYCljtL13s1slhjvgPAjQnuVm1HfqvizUA8e//l8GRu/HuSU7x/yWTXerSMo3p9pmjjoOnu5t8OWDZ+OPpRC/L8H0ZVaDEB+pcjrAxDAsDtkEeOtR6QgUAlnwGqk5Yy8q9A6l2x9FM25947waSNgp/nqG1CQPOinK1JMNCnP/UXbXh2H2Jg4ACPwfFu8UV1xzp8wk8/nKsyVCrjuGUd9MR+mCdLx3n+z7ul13gftGC6lXyzLlgdfhxuIwu5PvhOlSOhIQx/78/t1BxCaxmFnDtJBdYnCZCL7P/4YysYldDw19/A3nkf+j60+A4AM34yn5sW2jn0da4TujvjW6f6JhdmBYwXxpEFPxi3iv4lBh3gfFeLr8xWwOG//uv3f7ydbxh3bn+sZ+m/ualb1k8HtyMf4Bv2n3uScRw90gFg7KA7AHyM4ed6HDMk8Fm/Dy5nj61zJwEG+cBaKEFU+4jBK5kgnvb3d4uy0T+Nu91e/zGCs9YJPG1md9aFBD0tkROewuGmh1cmuR1Ci02gYXB85EK+79aGme8aUVTIM6buEgBeJVmRYCd2YjuNoJ3jpHsWyl1+hq6QUVRVNFY1nxqXoxe0Rpsgl+zvdN/IWYKDH8RftvHmf7Nv4Np2BpJccgI/drS+E9kkj9MppdfHb/U8NoiYiiCNw3asHe+TPHAHmkhiGnuGjgJaj5bN4Oemh6zLtHSfAEfLzpYXoV9hvD33jQ4b3oMzJwIdaf8tWm967u4GXUEXhyWtZOPgJuhKCzUCwFSACMseB+T4GJhT4+e2P174ZLaBBGgS3NgLsLFwfBI3xtk+9yG/WyZ2YKc7sZhfBu+3/A3/5IFdWfaqAH6+w2/hC/0TIy50HnplPbkCnomzMLR4nP+lD4yXn7/hp6zhBtfA8u6wYawSzJozzSXQos/1nqOTyz/RPg37yOZa7IPjfwhbJhnDQQyqkbqt9/CUK/R1TWb7diLG3lrZqJfuESIb4Om29EoCzDOp3KXFZMuSl71ivnwnqGGPmf4UDhn/TvB/9D/2QRcUdHKLeB+eSYVy7OeuYg2/JQAMrWsduoX1fWQQAeS1/+cs0+c5x2apzlMdXP0KAKPvu7r0YJQJ6BjXSCQMPPL3hZUOrfr6xUE8pwPA4APkceh79D46XzJh/Bt6to8zwx9RRkFXlnnNPiqA6WCX4NS7tWl3zepKRlchle/nTk796hIA3/YZndBu5EKInIAnBRqii+3GtjoLOsBX14k1p9tRJaUIB4QX4+89uhL8MoGM6KEkOFPJ2YGlxmrYSO2XQ99rfNFtsTEVAD76UzYpCfj2/UkBt2M/Z0DqfnjqtDiv4/8sIUfWWDYoAeF5tvYjwekkmpuGJERq//F3sHcZb8acirHIy7Xz8SlSsY+vc7tbIJ/Q8ZGxizUgzePT9Y4nqY8fr/UkMjyw0Px/AokfuGAxdgf1kkjSPsB0RUwgEHx38LH8k8KNQxSvIwvEX9XNLev0BIBd6DRyXGtuX3z0J4lXnvvoQ+gg+jUTQX7z98qV1Xd3gIigZ+zksXlsd27yF/4nvYNEEeYKLdBdYs9L3qDSrwoAwD/43c6mZTZHR9+V8VrWOxEbez80/M6Uwv8CFtE1r0pqFNBD3/g32h4S4S5/K0mJdwwGGf8y9NkJMQ7SzvPBJ90Bhw40sefG1pBtPHgB/vf7i15NN7Y3os+Pf2ECavqHuXQnDGxU9F930zqfPQ80fnOlrBIoInO0ZresDj9GP0nGfO9l/JfQDPEJdBGEF1s0tmr0btbX/Hvmm45O6NmsQ3yHPyqnn+/o4oPs0fV0WCUeBD4jQaQDwBRYmCKvOfzwdz7XtF+FsXWsYDFXY6vKEnDhZTBc+H2LBF5xw6oglhxCvr9aSM+abWBW+zk+8VE27Z9BlrW/1Oul1tAjjz4DwA+N0GmJpBH0OfwInWgfSjwPyxdW7Xb4pinJ15ufH59qxSS3Pf/bD4U8a74xhU2b8U6QI9HL+1xYJDSf+F5w+ztAbZ7/+98TAEZg4/jYqsYB4BJOA6x0PUDtnMdnilnHk/8cgwXhfgPULPClnEbZ25kpxp1sixgo63TT+9eBEeAdIbmBvm7NR3b27Nr55882cJPFoP8RgGZjlsHaSVABP4Go6snOM5LJGQco7XnfAdIEdOPojLBgeQEKq6j23VTHdCCIMzjvrEALAAdKauyV1mMnwQSl9f7usR8BF+HZWWy7BzPmAt9huAEfFdBuAG9GNUALALnPSAjwEKMF7Hhd5h03uE/gYCs8GPPS3mbzdqk/Cus4DMs41l4k++rdqpoAEEC2M8fb8QMQDr0CNhHwFQA8/PGM346Nzeh/BZNOmCsCmmCR5rjGQMi5DS2yqeHnzfJMpouEcyoe0j6P7Ce9gzOCYZK236SAIlBpG3/IN62LRwAhT06l3Wt84W39tBJGHvRcmAe8kGui2M/PZBsTqIRHuop8M9nTotjvGIPnbku8D46jAR7oDLsG81wPr6fileqfDQAv4By6HB7BiYmDqbOoGiT3upQoPsO1w+EhTGQhXR1Y5xiGARyae74PH7dRxAPZOwLHyrhKVtkk1ThhaM4EcrAyip8M9fBhZKr4BgUPWEOmA2h9Zm0JtjZQb3nUtBmZs2eIaG1oJRlvyfAGVTzTiogKlTbCunUawWzGm/2b7gBPi5cDDJpgZi3fzhtAXi7EOWuee/igwSfB0Obf4zC3khrn4CRfsN6AF/PngD3OPA8vtkNSez6Ggc6rGJrAMY2+oqMD4N4G9AB3B70qvfQ4JZ9M6D4GwPyqwoqxqU6w3uB7K1U6CM7ZGm9AtkCqZSCysgH0l8EBLbL2McxDF2RYR39OQCpskQDw0DGyP5u4Drp3wDrPOzw8eqTPfMr448jrgMM/dWbiYBxkPevKOsa4Vab66F8H2jGg96zpxh0e7jG4pkPD81nrhq5Cab5dPtuz8fieFqz6G6DbGC10kyf0PnXLYhwMBAowhi0vJhkx+xBnzm0gt8MNPYUODqZb7AMfNw/2/MCT2fB8Eww054Fp16ALrbmNnVx4DOBJvGjMwxpwZmfWY8Y1fLzO6zWW/X45xgdT/agotWxNxUvLAfAV+7RdDRK8I0Gyu4tw1mloZcY2hmnPJc9MJnkH9zrhC/wQQzfHU2CMLu++6f+M9Xn38nICotoXqkeEZTsZLEdnjAwz/o8OEtc2HmoZ/0V/WetJ3Hp+J6iLTtYjCfim00daFuuHCl3w/Tpwu20VQY7wn/HBtFPflrJvfIgxD91SgXgnRYJfzPNKgBu69dgmqUfPoANP9jjv7yqz1kNHx1cSJ4lLWgeys0UqLY/1bFoIh/Xi+DXNa38mgcFrNc5Ef6nvJ7kC/tVnr6DEcZREbmuXXxXWY8PxPK+z57r0jG5knTYhQetG+8Z1mjXu33Fm/fr55n85exSAmOQOdE14O8d0sA4t15Ed+TZBYA28nQMeR9lqJ1GmdHDzBc4xxgwvwAdbrbBVpK3vNb+uuPbIan07SShz2ZZojZe6fSkJCpsAQAJW9gfT9HY6K2BhffDIkXbu4kiJnlg8jzOuW8RnZQNC0sUk9Gf9ro2xrtqAJwlMkblZRW+L9zL0wXogX/uM0MZJwVqz+ZJfdhAmWEUS+HnuJKNEbuqs5tVfIvgkG8V+a9sALN2VRXdAmnfe8j1rsvPJ0Qwj357XkziiaxwAnQXRc04Ckdckc+xWsgSRLVuUHKCksDJenAg3awn9R/nu876Ceovx2Zt1rOF8DE29W2/eFS8kr3LtsKBB3y3XOmnrK6ExNPJOvFk/GpV2cCTYZGymw9+0Zs1aNg6ka8/6gKbIwoQYXxN2hzpYdWBGlxCMceX28zcyZJObS/84yJ/Wz8emG/nzdR94V2NsvLwOyU2OMe6WApBOHf8Sa3frCq/BsI6oIkkh+bkrufQZGDC22nRyGFqCb7HxWKvGi9iqfcREnptkswRFE+RG3/dYerxJuB0gWXvZTmrGS7Kv3hMf5By38bwHP4btUflx+zN4TschMJGpJmz7udd3ZVj08WuNBzNb7sz+EIwxHUwwBfmmy/AP4E9p+YIs13fqQEIAmQRNfU7ntN+eNsreowkmIl9fHcTEY+Of6zPuWy5DB50coe+7ojrvWb8c+qwDI+CLpavRU5LRw6/MtYsgrJeu1sB3cCU0MzZc+VA9Zx1B8ZAA8kbXgpVOAPi5tVhhg7bPtYeGPUclztGOFhnf3VmCAfVDcYjp6Pk/fPumndkMJy2NX/ZHgonGOa2lQ1Sphlz/Q8mr52vRwsGrKrypFqp0ELCue96tf31es+0XMaT00iaDsJ967dLc+33orU7+DY9OwPr4rDXfJ2hi2bT4qP0R0Jtsw9Vfy+uev4Y5/HSEmD6bAGmPg+tZK+QLtkTwyFbmMpbsTarWwQpuoa3ld2IRiU5xZGxyy5sWTpBsKhhPsL7kV57ZHSt/JuNoLXzUlJKVplUxc2KOHrNtwwQMwccu4Bv7BbnIPchsbJ9eX8QexQH4s1SVf/ZpfFAd1zq+0Nn/5jfua58P8g9ebzyM/1T7INrR/IJLAx63NTw4MHqtg9i6JjopdOR9rSNEI3PHPpgCoXcRIS1+1+eMnUYhYJIDK/FieEvvS+fGrKzGlsS4TYaQvWs9iC4ce26xcPit43LBGTMeyyzRRnCv8bb1QpKewffYAR0vc8LFscGh9/gXSADRoN8FCm/6tH02CQ/Bj5JNm3yprNk2AAAgAElEQVRnfi0/WevG7NX6Ylp34A+ggBacnpXcREM/X3JrOoUm7hOe0k8XYW3xRKgBflw7YbsQZb+WruCNvO+dVKQ548f1fQ9hHKnFIyR8OC9Fm/71aBxyZMg04TAAY4i5+Tj4ZsK3qOxARMBHAnCdkVK2roE2jhdvmiaj/1WmCQAMRz4OlF6g0wJhGCpAeaswszHrmPWiqcJ4AhWueiCidDY4BlQE3waAuxTeWZ8CcxLKzzuTlUif8NcIX0y5wCPXHIH7PEPC4mRgziO0j3YoFJFozz7PWNJZogNGJJx1jeam1k8mJgntccTaAC0H4WkNXO+5MzhDkFk/zuhgbe+ACcQbEBphAUhuwXkHgBHYbTgjuBOwWeEqwXEqJLTPo+xaQXe2VSvdGKhZZIwNC9cKfN9K7Mupf6oBu0rADyZAmvHewV/m8XIQNNlUBetNEwi5w5vVgrKdiNDX2bcyxEj2aH7T/rQBh8OP9WFPu138Cr/Ms42HXB+D772fCYJ09uq91rpHMke0EwAZxaWfrIeyY4YvFBAltXzWkHF1JmcbQqIdQGfLTbIStX9xRF2S7ijYVcI3Hd3z7b81hwTu3xUiWbsxDp95ma6bHp7f6WQQWnp/a8VSbY9RNP0IWqWd4IXWdhRzHJbJtGMs0E3aL23mOjIPR4ZoSM/uTGDdi/zXOtNZQZ9/JW78Ww6QCaqgVL3vkovaazuBE0DqigB9rPdCG5EHmcMdAD5rMUcM5O/OsGzgtEq5DSbfMUsPyG9wiGw7iQ/P893yZ+4xYFLlp5OjtpXgrwJ8ed84LE0D8Bn73w6nGAkYjCQQ4Qi4M9+b16EXgj2sFU7aDiozJvYnAdh1rDatHAPqGYQNhnGO715sIoPWzv/bWPEJPN+4oJ2wBIAxQIzZL+a5swMJCsagAkxGF5yqGfHkyQrdRIk1eNp58q5iYX5Uo9rwHyMm5zYtnyWLdmUlyXPOmC88xDPvoxy6Ymvfu61j+MwVWvW8ro68W26uvB79dQFUy7EJQCEPTkBounaQzKf3d2C5ExGpImwj5NDG/IKB3E7uPa9n1vEZjxym+guaAy+0g1Q7Gn0yOunqFMK7bzwenBaD1/RPAHjw4bmvaNef2WDIGept/BKs7GQxWo/F6bKZucfJ0Rmqg+VOVfw4kDO27WpwB2My+AQgCCB7r6sFaCd6yhEtx1v0YuPo6AOCK5EJi4dJZNLnfdal190Y9I0VuvNFHNbRv7uuI9NHFtJR6F01uQ5wAsDeAvNWxobDUvvXFcem0WrFJ3xwnxG+QdM9AxwsFBugnLizD91BxC3Qn5/I2NAEfJb1+xkA1ufgpIPda7+wdcBoHUAAvx1anso/z/VjH2K3ZXxbBRinBMkbHSznTHLGDt3FLgq+Yf1x5nZAKbS49gEy4OUA1X5XwAn+u9uiJlN8EmhGnuvxndyDbUFFEfZdB5F8z8g1KoD92dh7hyDnl9ZVfGdemaooY6BxOHst1h9z1ka/3PioFRj418s1NpvX+JI1tCKGn6mYApOge3ECMf/wWregz0w6eTry/t2a0E7AkUPRieGxrgQPrW2HFVFEV3bFvk43D9Pw2Oqrd9PR7OitwRmsMfmGbc+3nQgd5t+VA9Al/4reWz+yVxqT9evIkMYzBKjy3coq1upvf3scbrXfzOFfwsoTB2vHd965WOrQ0zjckF98fldLMARX2ClwML4fWieCn+kqlL15y3DW1RUppUcStNEc3/Mk8SjBKhyFSZBB7kjXhSay/vwQKDq6X/StNwwdkNDyrrxdHdRrvk99/8b6dqGC+WhwJvtz81Lvm9YPGXjWXoGFoXc+S4IHrdXfABRbJDy8vpjwWQJGbY9K7+ZM9Z8zS3es7UBwY2Hf4Yrv8A7vROa3Q5/9OHPRHpWfSPd2Ykrr+HtkOOezvglOss7QmsbegV/e3xgWv9/ZX69z7PVNdt0AXNsVbfff78He+ZVP8ms+BUHO1/g6j1/CSSFJVNiA6NqhrIf+jf0vHs/j0G0kNkW+r83XY7r9M8j5O1Hktp+QWSe5f2yPI/8reeTugMJ+EwCmRabuDR6KrpMsulsbe77miU3MO3h3Cj989Juf85Z7VE6uXZkOE/pRJ61eU+RHO/XBL044HNmUe5b/Whbx3Vnjj5b42JT2HZXv9OCr2Szkl585n7X/KrpIHYpS2dU+Rz2rcRWJPJc566cyfrBfJ9/ftAxf6PMNKuaqvv91nfzoV5U2wR7dpwAd8olAEB08SRBgHFi8qwPfPj1kX+Plo189xlUcG9jJqgSDvJP/Oi7QNu/NC8ioHudZu7EZGpd4T4tHoRvu+ZUeId6R+xcH9u+eofiJMsWhwbxPGAqb6SemJDm0W9ja31cdcjLWCQA/mMaV8fVDIcvv5q+N37S+OOvUWM17I96M/0n2A7ER6IvYTVfA4+/0NYOZuwLyTqBEL8UnpWKG8c8OcdERxfJAc53Btu+BNTCuwxcyc9Eg3DFhKuwz9qwRCXsvf04lfuiabW2/PjkHKieJgrXL8S3xh72S1EZn3+dxm7emEynFXs2X2JKd4KZhS478m+TdZyDyCyrB6wQjB8s1ttGzSMzBv9eJLtAvayOcSJypZYeRoux8Dd6YQoI39Jfk5BRQ3hiq6TG8mj2IDTHxtToO5kXA8we+VL47tsVgM/y5zCv4eI7jwr44wnW6KloWhqL6nGqOIcG27PFoXU2h3ueV4BQCdGHm7efDt3w/V38ruHwKa58y5RcX86ATANbZBll7/2BE4DiKAEymEZvqjbQBoF3MfQY2MmotFFcB3u0GzwIMMWN4MQCAtRlwfFwEgD2+WkGfafG8mBaqAOzbadKL3oq5HYZd2YqRlfV4B3I09ThqNgCcrNkEOV6ZNiVA3BaiSrQRbrfBr3eG4PZmwIEM9ldQ/Fmju1JL94tBnVVtdBoAof/IvjGRqpLQwExZWnEkZ/22gkHXkWHrLEWDsF3NFjJfhkjoRSRBM9f8/XKgzwMXmCdrbwGa2nVtKxuygNibc0biZWzpfgken4WG4TlDd6szZ0CrtclSVAeAxcyq6InTKwFEwCYroPVsRyX80fTWAeDM8Q38ycChUhf+IbB4AqY3ijwJCNMCpjo1eBwTNNBtDbAPYK7KV2juZN8xgdGS0GpXELiF4fNsjRujlvlTeay8CejFIEyCGgd5zQdwz54ib9oQO0MahwnCn8+hl3b08N0dXO99all1DIUhiTZOWVNoWv++gHhtOrSMIAdAn/XRmpUzuB1SO+b3ofJfjsQXnV1/UP36dpKHnpMJNu1RZj0T8Eib/Xf7tT2vugPAvE7vIQAc74wAbIQE64CuYf67PkkA0g+tnHAMwLMJiGqQAZAxhjJo07JaBc8ZeQEkezaY6boqyGJck3gRB7Tahpyf+rUrJtGJdGK458F8bgchNNOV6jJg4uBcI7XPfKFNGe2hvox1xnufXei2qbOvDWrC80mq0I+WQG26BBqlJ2KoJQDJmJdvqz2ODNNpNcYa3AHgG1x9VWR8tfXU+3L2BR5R5OR0alCA9HJqN1Zow/3Q5vNQ086FSV5BqQp4mk+nKwaOnXa4dkeGU0k+iTg/z8ijBVeyXpEBJ2FkgGv2Izq6jVvzhIMw4o0lUYPjAbg/5LV4QvxyjqFIRn87+dhf5LHfP7K41ze6MFnoySodvjmw5AUrLTegCf17y1V99jrvVYZPOYWNC573bCDp3QoxPPjObGdVqMojTy/PSsIBuoXnomfBiDZ450Z0SleQWmMXfnij6dVvZ3yzWQpQJNHsHeA8O8nyWT8nIbMd9sZ8c/FWt2b+VKL1XpKh3Aa+Az4VYPC+FN7pvU9buHUsZi3egdilwqLHZ56/TaVscEbW/OC5kanWLUPjoYXByg+OQG62AX/Ohnvul746CYi2Vd5Bv7uSS8/7om/wx3Fy4DwfvRUdGCd9AsBTPTPX3RVBjR1vpz2WCvYPwbU2gpvn9V5a8N7BbVZb13d7WQL07cgH92I/2PEsnDr0RAeefz1y/1TrDL/2/rZsvfELc3DiaDFEO4LOeYPIAi0Q5ylJZs7ZdZI5ZF7fDtrTZWF40F2e5gww5Kb+bTukKyTb4dHjQT7dDhG9jy4qm6CZBK3IwuHIZ/w6n1WVPOKx4B5lXr8TaMJvWVVsWCBGtyOnku9cN7zHeqKXwLY4YEhyyH3bau6W4/5+rjlZ6E6oS8CEdbVzreQSz5Wd9Cs7/jjAnkHKMXVXkEV/jIPDuvJZuydhpM0ZzQ/ssTJtq3uSKLiVOKlgfeuPHw6S53sSa/zMaTEMuS4froD8wm+sx7mv9vNVSTvMYzysioePBMzDxwYr//tfCgB//diPUAHgjH8rs07FhVbzWdtOJgjNLZCVvLjPpLN8PvZfJkRCYvQLyWzxQ7TfIHj8yaaoszszB+nrwQCPTuDntMgcH9Id9LvnTxDS88ABWEHOlks3tgwdJ3GmkzZa5vb7OrDSgYrInXHMzg0/HPcQxODt8Oi7vesZv9xlcZ94fCS66yXH1ySccJ0Zn31Zn8kuqrDBBnC/xib6aQdivz8+jRzfEuwZ+cT7svYru2ST2Lk5ZNV+Is4yhp//k50Kb/j5z38kAPJ+MGDWjWT+OMJpP69nuGK9E9IUAJkN3MSkrf6kIgecfTuWb2eq3y/Ea0GaaX8FblJZuMRJglf7G7LWCsYHh6+vZO1Qr7vWv85gZK870Q/7V+wtWSvd42Dd7J+fPRsJzZsOKhHzax5gPb1zk37fDngwNesb30Ywun6wacGf2CEk0pKk0XSCrZhE5E0Cujv/kTiA/d4Ocz5rbNQB4Mb57a867Cu5OoFMMLx9dl9nnj8X9JEQptFREDcGBXdZItr+zP/4SUA0/nJ+GCuVzLSuhx/AR2Ac81El9ffz95n5DV9V+8b3zcjaDLBx2J3k1b4qWpjz3hdOmSMz2tY2K5RcCd1EnzTd6PNbZ0m/CI6DbaCdtu/eex0sggx2wsDITG+JdaC4/Cdvk7jgtZh98xxr/xrPLS1ls7/0Vq91/46+c2XltNr2U8puY93uPQ1Pzpp4fDmSRD9dPHOwq3Ta6NSs/SZeNF30sWzdaYa9/P33R8+9Omi+i6V6nO3zZd31fIJlWlfNowsIG2+EHrMeOts1e5LkITrNvNcTH0F8rFx/7NGyoe71JLCea7ezCJ29TmHTyAeCb167wUP6XUfhsVaRKTPHq4uD3vPV5SLrtMliZ37TNVe+O+YDH/QRqtiVxLfuBBu6ENJpwc/XWdSTwJk9+be7c+17glkzv99i8hjzDOabAGzjf8atvcVuPXMb+1/yj64zpmeYSTug9ZEKvngv483T4YGu0NY8en2gIcbztuNjV9xYMvfoxdsCWp85uUTXO8luj2KJL3l82cbkwtGi8/GjEezGhDQeHoHyTOLglufzw38LuT7xB/K2sxmwG/QMr90//vGvf1NheYSZjO4H1KmVwJ9oOzCg67S6eJ6kzSb71sb78/fJsKuzRW6CRQBKCfoebVQp+OOIHufk7eRuQEqVkgSkCWXuwcGTwGa2lmBBC7Pb4WJaGiGI8LETQoaqwMB8Bx12ay3WrwPAFrQGQ8nCAIC9zt96HpZs1Yyzs4q6wgW6xsDq7D8Rm4AB2R+vaoNiGj1DmRy0GQMYtxIJo+3Zszi6OkMTA1ZOEgdJJBQMWkID7Qz32kuhTjZd6AEH7Bv8NPDqChNATreAJLhgkDfKXM9GULdjgL1sQEomUCs93e8zVyYDWn8fkDIK1c4FM/lWjDAfDEuciLy3s0dPFmNXqMzANgMY5yLtErK2oY8IBpRAO1T9BUGHQ0sJzOBATcbPJmGwP/63KpRI7kCg0b4vVJqfZB5HCR/nxig8hF4cLdlvnNgeJoJ71pVKpXy3AvCrRW+3Zr4N1C/+jrM64zh7NUAha9nBg/ydcWzknHGwp7mvzjsZsIJRmJbYumgVToN0PUdOpW79qmdqjTjn5pZPWyG9loFpH5qYF2K4916xXwTpfirUBFqtqHyGTvhWZxkgH9KGjPa9qWRa2o9TnMSfBjZ69wEQEwDWZ1KEDnaPwQgf00b4BkC3PCSp5w4A9/7RkhSF2DKkEzS4B6OxW8KEGIo/Rh9Cx4xjWxr9dDQRyG1+YQ+oVkAWIcMa9OtdCgSlQiOVL53ww17DD53x7fV/tjVOlThQTsLGtBM8wHBIXnpGOiuVBJE56IAjG4Z3zrsRsNYHb54jUQdZZDExQNbrKBoA1A2ozzUxwqno5103GOTV7JXhmZ11cUSQxOTvDU7fjtRO/iLQ20ELxpL3vzsLIK8sm2vumx2ZVjBfyU2cCba6b4DuyMweA3P81dolYzIJVThg2vl9V1mYLp4L4OGuutM72kD3skns+KzeyAcBY9HRcUIsZh0ZGkuV9bnxU+9Zy3+NhxY5OCoJwJzniVZK72NwZX9vmfgOBGGIQ0voZ3dHqYNerMcn0JdKkdwRvJoWib1GyCeemzVLoDT0OAbRBIC1R3aUXIGgnB8T3KifdIhZp6U+azyKTsq6zSbomvG1c+7d/28AuHXuBry3+0Qblj8rbd96djsKLF7CMRpsPTTywf9ar8a024UjGdziWbeMH9rswC77xF5Yvj+XOjg3sqf3Sb+38yzyf41M6D3v3W497B2G4+qedxXTnfxyxjyMz3xWx7+TPr6OtGi9Lxp4JaFMsoreYx4auk2LuBBW8Ps6+bGnlKDgivhhUDv2xOuy+5w8se3NvG4vQz/70ZV3i7nWYYPOtNwd0IShLlzRZyW2TdEYXq+No2JbmHWLrU6a0TKTKAAWzRqECjQest7BI93hquXPcQAPPYkGVBGxxy8ke5uxaL1Fd7ctS9JKV9+sTTYJeVPJtw7xxZyN/ZF/dDK4naStX017Qw/ch+MsyTDb9r7beDavQqckVDTv6Pk4g3/g/pduz7pHbmZUSYjaBB3zIHvkgEX2653MlICEfqhgBR/FGxXd1XSILNc9OMOaPvKWtQVU0X/rQ/E8Cdh6fQc9CAA3H+FXET109RZreWwXJxEkAPzSDc8k5HiD/o4j67KvNBbwd/MDc+JfrVkfAXS+nwTi092s/DvSyxrnv4RDdZb4VNZpP06QafRv6/uDfebZ2YuHzk4Lzj1uB3sytmp0Zidn9jys+0I6Wa+xw4598/yi3zfRJUmgtjHmrPV+XsvfdjJaftDFYuYA/jCmlZ6vtsNpObi6SUk1LU+/nLtUh8hB18EVjS/jjw8JvPX2FQUTJLHsfQaybQKvw+CPwfxWiYKsQy+Hh6cYoXVvYzVoMgk36UjEmDTW9ndIxzTvsUdN2/q9A8D6uxOX2J8by2LT44cUL/7xzz+8r3FyvoMPfW4giUEdAD42X2D84b/jOxkfwqnkogAGGpx7LFMfB1HP4Ut/Zw2i599d9N4Z+9k3JXkYRZ4Ekk7m6MC11sm4fHyPPX7z0nOB124SUVzpeuTX4kfWHbr5VQA4MjzJC9DBu6BkEwix/7qQ5auaiwAUmLkrlddWmpb6M9AuULm7fFhEPMtIIh02yekKMoHeG8sQnAj/py3qf/95k3O6MnoD7D8D5Ll/j+GSbN2W46KBqcwc+dWFE+GZ+MQYj/UANFq2EL6sY9MN04gXWEtsSnRguhSMzShoOLrytPgnGGHa2W4MnVB3aGUSfFLNmyAqa2+9oTVUQGl8Ppmb/l94rjES8sWFPA/OPzLsCsDDQ2HYjP88d/Zdf1OBDNZpG0ti8wRuPMckekTu5e/GEjzfH4+dJp5Lcm+C/+n8sjIo6/0uRGj91c/CnkAHJhE/hXUb4A7faV/xr0UX7TVnnK+zsbOPPQfdY9pHKbBvg+03IWpo8RIT6F0HgFUB7OMXNpnvnaiRoEzrWv0tXiTAhc7Inu9+Sq7QlaT133YqiXwLzb2xw8FXz0aeJH3T3E4mvo0UlsXXH9uJ1toZieymLDTtlTXnYF0x8M8zyGc5j13D36z7y/678AXXNk2DFc534/d3gsgUYDadeH2fl3VCf9Y4conEaZYCWW858ujTuzNP7Iax9V2hGzuezjE9rxBacBdnwHs8gxnNK89641uOb66eN7RKIPbLV+j9nsVo0jw+YrqaYD8Yr0FXHXBdugEFNK2kU0XeQEcS9qD5M7ZdaNx+mfEnBBvIrzoxnsFf4EvwsJdM75nr9TeYpv1VpsYLf+poRmgWv2vem7EQm/nTP/7+SCy9aIQ6BHyMV9oIICxO8Clne8XIy/RRPGcxzIQRfqc101x8G3iZ3GbLdaUWAFW3xqjZLBqqRjKpaYvp92V8WcQIw3Z+fmVwMYcI+nVcOsN7k1Z/GhjagFk/QIuUQAKQ224Bh3uMgBFQQxwafyo3Nmuu2xTStqIzEVCuZPjKMCMTch10295U8yMz5gTuBmy0MQzQR6C38d0K1MrzGS9GAu2me35eUxTI8y6ycAFKpwWUwQeUk70C3EOfd0ueGC3b4xzjKtdnLfixcXqE31agtMP2VGNUFaregVEAyA1omApJC5EIwQQ3cV7E6UbQAUHBZ4yLQD3P63M4AHwYoa0ENS5aSu5163TBUepMQxzYI2x59630zL848obHaLlnISan4KPQyaxCASTxIry5lTijDId4CNZ3ELkzh2/+BKDB6/Dmf8pA1TWZNy0itrqtZRT0tNT28zddDx8E5BZxvi6fQ+9NcwmgOgY0gWOcQ/pS1CjlYaBZZzdqrnciSfYhPEF2ZmfeaQhtzHYySGTpZj1n7TJo5GIU/wa9O5ACILX8wUA89LC0n/uXv7tiBr4UcKDCv88IxkC2QproiDLj0hp+zw0k0NhBw8PT0gfDf1SwpoJvMwEFwMkmJDhgWp0USubXjnQqi+Cr3m74ANmO3mSNkZUVQ9oKjGmHFEOblsYLEHCURl8GkOFcYwwEgKU/EiBbY+yW2wZgdCaYTGC/e4DISUg6zjqMzMhHGxZO8Hh28aEnqo/b0QNf9hqhF/TZr2R4eBCZMZmYHy1qoVky68xFYqSDOfbNGxAe3S2Qbxww5zXL8BrZLpq0MVD45h0AHsPh4KK8Bxo6lRnmrcEjExR6dY0oOeK1Mt/GcEdfIRNFktIX2hdBbv10sg8zjW0jvpEzMJ9u4pt4R2cmxmD1527ROYai55x7eL+TlgysVPm9Z1Xuyo5BOfKC+WrcXbVLVmHWKM+jkj3j+ymPz5xGl6O3knFKgDVrcYD83HS3F7uziXEYkUn/wgdT4dSfHXn4jJuxarmOw8rnW3m1vZ7aB+ODwNyDC7O2u3rmw8lohXckdxj/nQVvnPvosMaO/3zaauH47b3D0GUegPsEpKZC69E5SsLqBI8TPLkrcicIy+hvJ3RnskaHRAbrl+D0TBw8blwkxw34e5LYmte2Bf7aIejfXv/ef+5nrcGq7bxjHE3H+r1bg3UQPdevzGQOcVRlXgefiX5+ge+RK7cDkvXq8XzpfYKguk48hsGMzu7EReZoQ1zB8gno9vpBi1T+40RLsGqPqPGzZp+gsaNTrgRW5qDQLdiCTgasaea253bf2Bf9Ezn1M9MaPJH10DVvx1P4KvjhxokaHwFk5vBqwf58yD1dYa41Eu6BT0+Hq7GTmo+5P5VysQfMZ2MzaAw5P1Xh7fC7oXjJBuipK0KDO5LEo/cRCHzJkTljEGwlfsDOisPxZ4u4raoY3T4YiEz1dkhAP3YsKjhB5yd0nXDVzFnyC714t7iHjr6SR0Nr0Ut6n+1/YZ95FzQWHaYN0H6nMpEAoe2Bkde6nk4xJBBozpZRlz1JYAbaZQ63/cUY1r4bvGVeCf7N+mVTI5eC78xP0woRe1z2c9ZoEn+GrjL2peWzbkMzBHNZq5Yhhxefd2pPNpg9SfkzyZZ7XY167h9GcXBIL3zGBk1Ypmk+Z/8nAU74sGhvE3RCg3cyO8+Bv2wnTOWLZdFDA2BojpzZBI/nOLJSrFrL4+gtpqKtXsa7K8W69J5q/zrZSY/vzk2S4Z1AeicIbIBj1se4MvZnfpL4hwOx7ZNOUGdMxlPP2qurRYLpAN217ds39SWfTEvPM3D8tfzvuWd9Yif22afwcPwZoXf8Q/aJD83Cu8eHchLPk2DeNhJ6tX0OXh3J9TKt6cTQvo/giqJ4VcKWg928+Tg8dU0SEuPzkj1Jl7FbPjXNN02a78y72ymKdyN/vb7YRafF7TuBnOeD4aDFrGXkBgmhrP3dIfGYOc+L1Tkl3bciXzzO0WHz1+Cv4NIR7bmuAkbYlaZDr9MG1eDJd4cvPSB0nHmvX3QDQrs5myC0Rz9kn7cqjfVMwufq7nPsxjzOwT910Ji5NmZs3BmsnlW4EzRa/rT+/PNDL37u879TtczRDc9njSdMfxNQb7+aZP6xby8/OZ3v8GnDQ/hqvSa2u66CBCq20VmXf7gTjPQMAu5njWbtjtiYX6CVO3DQ/hu62qBb279z4229D57Oyse3lc/jvzE92YdFdXv8i/AbG9C6k2SzyOGf+jD3bFLQsWGng1nvW9tG8F3v30neGfuNjkgcH8FcQicp5NKkjY3OcWOTJDqdz/R8Kkv/Ov6s+PLQn+0v2IReBRwJghlHDw4XffncVL8zSf+0PW//38GipT+9f/8T+f3Fc4dmjkwJzvO7SuCyX92JruVxB+w17t//+GPoIWc2H1qZokHGynPbjuK4BK14J/gTHMXf1QlGx89OsvMkGIBL0NFg4i746jN44VH7zCaJQTSixL87AYjOJUv7T0WxOnw8a6frzW8VczqdTgajdfeileOxKUnw62TetbHXFiXWdOh0gsbhoT6bmlEuHlpcscH1PvYhtmZh0mdidNL1fg8sEbkg06I/NtE+Pt7FjdjD7U/JvCwNjfuCxVYvrFwT8Bj/XXVgwM+NfmemHTM5RXX45yoAjP7hPZZj1W6oaYKkOmyZfz6Fgho//kV44p2k9k4qb//IjXH07hM/LOAKfRhPD97AP+SV036Pjt/j3ZSALF9ijgLJM/Lvb5kAACAASURBVHosKdz80+//uE75lrCbhVJ1m8rbe3H8u4lYjrER+OU0QCHifOwXLxlGCPLD77/9TZkLef865kMgZl4FsMbg516Y/FYqktV9Btf/KwDcQsljHgGg3znDrAVdAncZxZ35nAV7A3AAxAl8VgCY7G9aOEMIch54He1o2uzjJnZn8FYrAwyozfzYQKodFRUU9Thh9OCs84PSuOd8B4ABWBjYJsgJ/LcAz7vioDptUrRMo1i7BcxhoA+j8z3KAF1aP0CnGJ6AQhO+zvh6LgZAI6xa0HWFVtPVGsELFqWsWb/sVzKX9NOJDD2XVqrM4ygWO/N3E7gWw+Y2gjRuzmCUADjBNzLRppWUDBklFTgjZARAK8a7sgIADT/cAWAcksqGihJTpu1TiWjjK4HNOBgfB/YEmvqMbNZjW8zvuQKdoNGZs53AsfIlDqjs+WyF1uTZaCtAO0LWsryNvLP+BZCbttiKBGQIjG+7493L7JkN7mmRYf0xmd/7nvxmI/URua82PeJxrZW/jxL10McCdJXsc0876PQsdxoY2dgBzLwoLcD0c1dv0n2g167nThJAO3PW2an9ehuYmf/OzxXG49hpw/yAezsMU/lLACvOn8h/DAg98SsAbKU8mHozUAV4knRAADiOjTgG9D8ysEU2XwHgV6bv0PHNs6ajlu3XeRLQTTtMfp45NNUtliFvwzp7p/EKcG1lIPsD30hu6uc45AZY5rOpxJhBWIcYXK2xous44yV0ICNtWv+Zr9ao33dvYB797r0nmG6+32pQDLDGBNDkqXB+DJrjVBvcQaavnA04WKEFHJO346vBDXONARtHTldONK1/VdJwxocdvKyhZMo48TPnSVyYPfAaFsD8kvXeGyfJxNjLGiYgf47M0L48wT46NLRjzu+dTiHIOObS7xNf/eu0yp4rftGyjPvXGIsT9jbq2nnS69fvvavVX+t8/fHloOoMYQLAXcF3B4DbKcF+tGGFXmxDOfsk2t7zwG+H2VnTckwGZ6y8JcBuWT3scgyAYp02BoI1Bo+9Ki9wkoR3Y3hdAeA6PuS158+1X4F1AlXCjQTmwufrEIxhtDKEtSGw03Te+vPdkjmj8Tq8i1bebPa8h4oFaCa4div7WT/OGI6BJBkZYxoe14PpJMJ6cW8HgL90fuOae34YWCQS9P1tXyTRdA1xI8FLb3UF+pfDgcUhWIpj/RjU40zvALBfMxgHzKXP6EQT3fRuFdr01+svPnEyqHBH0/lll4VPU83QvBWMp0nPzbK3Bv+Gfkns+lmJxtwt5yQH5SRUUE9zARA8v/8qucmtMKe1KhjldUaSE0c2EOY1+g9242+Pwya0n5GduWkMgyFbXukaZLiuhY7ttJrAWTueTWczL/Bdr7kcj6fSZgj5f6ddrGTVHQAODacCnp8OrBAQx+HCfpzAwdjXJEtmh/+aFtXCRm0LgkHVtriw8t3aNfphE6xOt5eRhT1fxgxPO6gpB9NkxHeyC+9s/uNMcPYEkgU3cq07l8x8Dp0MPiER2vs9yTzZJ/0dWre9WDhrF3s7GvH9+c50lO4ALQ/1DjqyUEFPggL3ot/esia23Yun6mUdfI3dkCQDy4lJWOJ5dwAYDAdGIokhNsokMkxSPs/YAH82FroF63Wi75HnvTjFZ77/scu72xHndMJjXe3adqTmp0pPkkf//Kdp8zZyqMSY6barsJAfhw5H55oPnvvTBSC8pfXUmFYvR6518CudQXIeZxIVw8/w6V3dmM5QVEoOju9A0GB58RP4p+3ydwB4bV1oN/MYx//INH1H4uFrOyb5sxMNOymJoHnLT/s+RvTgxKQrhm2M0dmSKj52xrr7nZDS9moCGxto1vobbY/AuivV3OHmmZ+f62Nrnk0be5sAusaTI7wGN4z8R7ZnfcJbjeW1NujEtoA6iGo5M/t71rq6WlFdy1rwLmSA9h67NDQWuXN3pwAT8J3mnSrRSTpxQGoLRjwWdBj2OPs/wRHwj8j0BLxGl4PLXgHgoSUStHqM7UfyupU/Bqwb/+8W7Byee35xR5E5pk/XIf87AeRdeBPMpWt7z+KPDv10l7yDxysgvrpiuUCyTsdV9H73mHvv0SPHLuQlnUg8cvgrubADwF82IjK8K2tZZ2HO+3zP1hXQ4sq14CR+0D8v2710/XcAeALw7liRNean7TF4WN/JdqETQhJgUpjVrWZ7jPcZ1I0lPu3oCQDDV+ahAhj6/Evf+1n5v+O7N2QefaffowODR/RzMM+FA2itHR4P1nx1QHzuVcWu5xxB5Z9f+gWmI5Sepft498E0o3OwB7T2wkk8Ex3XtnvjWCVq6qdtvt3Jtw3Y4/yy+/q++/cTAH7mq8Kgr+Bp5G7w/o0L4XfwTvb2ZzJjB+A7sdT+lTkis/Hx4ZPnpSlczL6z/6ZrYUUdITBHQEJXxJHWBlV7393P+Bk2SZIW7Y1vuR65QnzJ73iIp4/rogCg7cbbh9Hrjh8Ed3f7M1oOcw+JW/fevVpYi14G06fo5UmoUgejWadfBYA9v1NsEn8ja9zxGH0GzgpP5IiQ2LBv3M33dGpyIFj4fBZV/mzPcybEvncCsZPURke/fGfTmrtjL9hub7mvp4/PSLrzKeKgQEr2yC2Xzb/4LMouav5v3noF+z23zKav7wQoybdOququGrbtn8Wy7Hiw1B0AjmxJ8smf/vXHI+4OAB5hfwLA7wwtCEYb4fOdzoKP02qMJhwDp4XXY4iQJUgAjgyOrTBToHXAzBj4XgBeY4NmM4j0Ds4Y0HVtfEKE3UIJx2tXnr4E3TgisuqzDpYQtM1cxxkErUsDzt6CuDMFAOK6lp7pBEg97qnQ0u9dMRAGeQLAEyC9hcEBKI/wOS1MxvFxG14ogjt7rI0k9nIdMG8HqefqlsdrvHRwBmAIUSJ4tO8ERKn0wLnhpXZrARwPWffTUkrAdBylDeZCwChoZdfG8YAxAhBF4MjIBBhKyKTSOjPGsNMedoVlZ2J0ALirjNgDxoOzqI1YjRLMdCs7HBic99X0uCDtncGF0mq6Y9xWauXM64pzWrr9UIqjEBGu64CMosyY3k5pCdJz3tnzPcq8wUUAydtR6nXS/wT8R9MT6NW4uwVUf+77RpiGj5IYQas79lELnXOdAzD65w448F0bhOf6Or/cQOR5dzKVutsBPJ/3iKbdlhonwDzsJy8CwtZ59xro8wdGzqki0Bi0nudhcWhInog/ANAex+GLauGuQKLH+DNLWYZ2V5kuiE3Aq9uJQ5MvpTS0QSadjVYbqGl/+JfnjG39iK4U3w2ASNuw7FsMuru638lHBnJ7BgTAPc7oOBbyDIGGACkqdPV5J86ocqQre1jzNjDlCCbgfzKZrw2E5zsA0Eb3CZ5PXpVkzX1WD+/+CmAxHxtjdeaL95bEgWf+ciDc7ZcIiiBPwuvbavAY6HIAyyEzASA9OwHgOCN+5awlQNcG5JnLGF1UHjQ4sUEnI3vkfOaYO/U+DEMybwl8a39fQUHfGFDZ1eY8j/OcAfi899DIDPbLCGsDgUxH6Yw+J+bWz7onPBX0ybgq7+Rk5jWYfJ8lE7DGGSuaMxmgv6IPDI4vfRLeU+Le+2ySX3U8+VoLWty0Q0RLZ3lzPCjT8u/KhG69arr6SJAwlB593cZbt7zSvQH2dOvIaFb/QgfZVPi1QXXev5VxOBSpEHphikscr4G3/PDPPwDmP6sZJK+aJr94SPo4c9jW+fCP5Jece+wHldOdYEdbfOg5OFty9ckKn8zQ6KsEdt8Gw8/WTyTzeZ1kDJQc5h22DcY5zXXgJ/MXQajnj05Cu/fBDgsdKVPy1PzyWC651tJ91kd0tuPJmmWlkrCW7zLG1Xl8/6oQGMfN7XBm3e+5sY7BMtvOkN81VnVe6PbGYBnWLOuYhM3G2Mgjjq/g+sblLQtJ1NqOK1rv6PVObOK56J4jH7SnxwGsTjlblSEapD3bjwSIMcSjoxdQtty37Bs6Zi074HjWD/lwOTlED3+oUkByUw60SVSIDBfYy3tx7ob25k1XAJgKVmgOuxMevp3FMuR3/zerGucGjoh2MHaQUPfSDaPlahyMe/Zmxh/syt5Ax078GYdq9i9JgYeuSUAu++iMeYiqE6/cknsWiJamBEAIBHbbcj2LbHH9TqcUaCmBlcgF6VMqzHkndtvBe64EUEZ89BlyC7F6nH3F6the7Bu6gABwz5dr7FScM50QG9LRSaCM41f/CiMe2an1rYQ+5NfLUaa5XvtlXqsOOIwHuhBt5lijOS5lNlfv1jtcfXwwKtXgh/QSJLbMz2efAeCx6bmrW9F10L8r87A/qTRsm++8/aLTM7ehV0PqGddXYkQce2sHbgX/OqawR0P/ekOooRNS9R4qgPW5xo5tubJu1wl5qmcLj6BTm1ffiUhPgM9Jc+kmEh9BbLleU/Sl96F8MmA6jbwToxrjQcfS2SQ4em1cJUCr06109RnOz6KcBOXhf+ZAUFJj6fbrrw4np9on1UY4AI+f7QJv0dXVDa6OyOgq3BfuqWfcZ6QjG7QPHq/wxlSoHl7XjleA6djRs/B3ZTTn4d2drdahO5jgI9EM/wB4QPfQuUN7B/+bCp+L4puY5Nvn7zuoL5oHkfR8fL+DDFOdOH5DKmr1ffuR2ifDGJOknuA0Px1M89pWULzPmCSo3IkXXQHUuLNlj+3lqmoWvYR3Up1+cP0Oyb/JJqP1rP7GJtoK99VZ6OrGPc2v+JGCUUmqz37gu9M+UAnMvM2TQ5jw78GXhe9UqT8uA8uuOwEHHnD+whyBJoBGBfGrRXfxci8J+i+dGDbZGRxg2hq6eh+B0bYLcmgZDBr/slf0HCdgPGPqpPCzv6bJDbJbr7HwJedIPNF8onfS1evwsjtwTXcNQbDxF9lHJj+TA53VoZKkCuvAqpxTgPbcG57Vc18BY/kbnukLV7Sd0vybdS8mAbc9z5eMJrBhuhKPu431BDpPJHHvxz+C3k87buwIKbz4PLHrszAo8B5HRtaJB3om/tYwTuRLkoMSAIbGO6EFea3rVK1nX+okUshOdSHFtJMDf8tf50Cl4g4FsNyBSzpu9p99i16JPt+KTebTGQBm+AnabTI/9HF8XgTqLD0Gp1tIxkdFoqn2QmPK3mxCKMl3rRuaxyBdySUKY4wTpk15gEnsM8mmMinje5xkl9f68ALj7iSItjzS83gvwULz8vPADgBHbsW+Zl3aHu6x8Er7sKrzlUbfHViiixIQ1w+4Tb+j/zWWxuvYCeB+9pc5mQQt5/D57pzTlWjGP/Iz9Bz+VwGNEure9p32MjQUH9P6BcA5+9DoBHA6n4OTMscd3/oEIlMp4OjnOmDpAqv827ym97AffvbIK+uAIXO6auFz6H1i3+Gzr6Kj+Dk2ACxZ48p8d/LZM52bppuO4fOsswTW6j/oaP19wY7WL3VECXKDhEPdJxs+tnz4TDZY8M34/I8eC3Wx7mf///g9w8wAk9nYiutueYMQ5QEGFqMIt/2SHvmceaRe5M8PrXwAXQAEDAgLqmeDyUD+obg1PmeKRdrlegGFbe+pzxukAlwaHLcCpMJE93WGJoYKWbH+fgQyC+gNmwXIokfiEIixDkIw69rstx0eVEXKYPLzRAgVvGwwnlYEeRObb0Ew75MjyutBtkDtHY45Gahag87y9fiPY6IcK8/np4LCbYzioGM/RNxkkWVdIrjsxNcZdTK9yzC0Y+YZk89c07MPaN5+2iJUhBxAVA4vP6eCfgiJOOLWKaxCpzvjvZk7oCMA0kDErXFLOA4Q1bp2QoHmR9ZrBy5oJ+A1lOElJ4AdAGPc+rPZ/jG6NHkcbtBTBwQkkO3YtAKvNpne28loep5xO9jggc6suatwTpu9atU3pHsEERVCRxAWPWMYJQsrAEu8xdlG7xZfS89rZL1bVmzFRoDyVwAY/nb2dVVBIlzVYsSZcFVxkszfBBVTST9tVAaAEZjqTKvIn3GoOitsuLoCvci3MPEGgKUMIsjnHp+LmX3ubMSWHeb34aF2SLMf+X4BGfLSwE0G7YwPZd8Atp1BkReiwZGTA+qhpTb2rKin8sI0rzNm54wxzuDEwQ0A1b85P0t7m6ywGJiroDUNy6kxtATK3HJiDDP2eBM8NlM4vJW18Fnlns8Aaj4bgN1r5/G7XeQAiQrGk7gS8Ldgvp0NCgADvja7TJ/Zu3FehYy+Hefin+NkqTPQcMi247D5Cv3wankzvEZw3oYAct+Ow+mIId0xQS6cBg0UO1AAeDWQcWX0trE3Hduxnkp2O/RGR2jibzCZpegWSzcoa1rBqHsHTSIvqbo2XyiJ4gc9LhiKwyxB/s56ZP0w4Hmm9c3sGrzTDtQO9qwxnw4O5rm7vc3o1wbZ73O7ogti2L7P/8IwaSdcnIXIkXFGybiw4svfP9oAeTP0/0STVMhnklrnA9DVPg1viL98G7C3vMh+YhRt5fQxHp/bX475CcSTVel0Ed/fhlXAPHL1S/5wpoln5K4q2z5M62OQbcNyaE60jgPH70rg9W79C7P2PKGB0xbQhkKyW++ODSTcUBmg/eOMTz37GPODz3BkYKCgq9ohh7PFczWrLZ59PXPWMJ8xk5Gnkp889PndCU/ShXMOo6sJHQSJIwFZhfP1xpd31xHL2WnZHHk2azQYv/F/f++xwh/GVyO3B5x476fyPbQa4zpnkmeOJCipHZo2HUOM9WIluiocR2zr09O+yxhgk0U83pGXLQ+OM/EZyF1ZrHd2ok07kaLL16kOnTcm2q4TY4AZZGVt9N5TiSiM6DXCs7BHaODcZyypHnu3/0d3rKN0qhDHdoktkTXHKdDBCmShByY94Hkn070dnT039r8TUNdhASbYQDoOAfQKnXsiz//bdoK72jy6D3mVc8Qad2l8yhCPPDu6bjK5oz9Wfn/t34F5woZlp2HmvVtgvru+sBbQ4p1oQ+Ur3x/baQz+VwBP9kjRPy0PQxubYAhtI5/1TOThOi3S6UR7At7APl4eeVemSh4tXg19BhNLJ+0xOWDml/yuykG9162zH/7OMUQboYGnobUToJoFclhiMDNYmUQjsFrmvwl/VKrCt6dTlm2nVOSg+KkI1N9dabT2b95PRbyvGVUZ/v5pn0cehXC6ZWWC+MHceoadn0Nf6DXoIvfG5lh6DP9jq361kL8r2VMdvB2FsLezl/nfSQodX014PAkgXblAogI0FVt0E72w7ZmDMfxJ0M482G90FHtkCE0Fxjg7Gd8mW8p2m0qxim6gI8Cger9oIDS3DLz4GltcDnjxyuii6dDUtB29xBmKi5G+qo5eCV6e69o9AV+Rr524u7gkWEWL9D+PgzXHJuV98engn3i3wm/nsl5xig26ysaBmexKJ7Q2rWFvnQSO8T+1LmU/7sCkyWVky1cCwmL45SXTje3DyOLQxuIJsEkn5zQe/0puQLbePg6v4XEoZz2x28VDnRxBcnXPiTH0O93Ge8YfftcL8m+OaRt8Lv8Pcxs66w5wX0FIjgUwHcP8z7/QXOazAezgj/AsNgN0hf+kk7+Ah51QGTz4ps87QaSDj4fHFQCuM+g3UYkOVPETWp5Ngm/bRzyHafp++eIGN3cQnnnfNN/yxvOsCtBOFFMAeAMzI/vmA2RXFwDx7rtjgmljZFVjw05qRtYd2ngFKjPi3s+WJzfe1LVHBo4tz5zBm8aGj9zovQj+miDg2AWWPRWgI3Ab+0V4bo4KGd8Z8iL2zAaAEb/gK13HPtsvPEFuxtkyA/yIf9+0MYxw6FZy0Dwb2fwrf5j4bIMnYytP8K/tHrA4e5R1eePGxu5e80d3dIva+IcHV07CmLG3BePiQI/X6zVHLgzcoZr9nm/759v+AhuYVuRDl596hLD+iV82AWB88W1fk0ThhLPxw1sNVTcCbGp//ozZ1oflFIlJFizegx8dO4eGD++OTyMdmrLzyEHL+MtHYCzu4FzWWeulEXDUB7R3uq2Irp4FD38kMaWLtYRj20eBj+X4F2RPPTJAP+h1MMOx1yVnyxWCznPVN1hp1hD7bH1w2ETrn2n75Pg0Z/wnPmBfUnxRyPs+pq59ZR679NfAmu6aeJJOTS+ZxIkjjVwkES/P0Z5SCBQiTTLJxl86wUKiI7gqAWD9bKFXOnsc+84v+OnvNK2PfCY4zxq/aKx4c/FviIpEg67kTkL4JAe5w2T2QhQVDLxYN/EgHCfxkzmxwfIt88JOts46sbAtkNrE+1yr538dYahxdKGO6O7o38EkPu5xfDF+ufdvYwHHvh4DNImGPwP30KeTaxTrkP/PiTWDb/Xi4x9i/vscb9ng9dDCczktoD2I5wMRKGdO4TTqdszHwaUBTotGJkUGbjsMRJB24tsAW4fl2TBA9DDvDUjZrK449PvGgMlijgCToCHL8VQKbQDKwTszerhLytTjmoDgy+FNtlG1WInCHc6swA8B3K6MxojDsah7MVRh+DuD/m4dFeGd1W3hDKAl0xCnUTuv2lDsAIFWqlt5NHPyHhQWGZQAeBPgs19u2TQGyHHYz3d2BqjFEY6jCQCb+Myko9DMuBFKZDDeDonQUUB3KljX2RZAsa0hyBDhDOSA3yiqCGY5htZBrfeSMAA9EFDvTF+AGeD2OHwGjCN8AITe23HQvNsmzaHymm95hTFQNQac4ax3aF+JAwEAXempYElnqiAQVUUUa23X+1VZ4DVNywocKTgY2R/aR9KKRNefjJSR1vD4qcYZgc7+Uql3g/mTbSrhpWBcGa99RpuVr50xccj4taIFgyQFHxMEyxoV3z9/d8s8BGnOYMga3wYSih4ggTxrWaLPHGgoB3IbOm/wtAK5Ayh6xjosvltiAdDv/dbzfcaKgdzIhAFWjJd/UTaMj/ULjby7Meiebn3cgca/Pgk8elVnIALQaPVGpVN0xQS9hv7TymudgTFA1cZoxj84hOD83dYiMoMEowmQ6e8J2gB6mTf0C6BMJUrOQuAcFRxafracj2TmORjBuo5O0DVjiGNgrxEU/mIv8rx5j0k17yXLnetwUpFMcdPcUfyDywEi3TY4Rj8G7jo80B+e17MhXVWt8ZGZaVoe52ODisxhE3/09xrOWZu7mgRDkPF8tappB3Y7I3HGLADMOzqhBVkkefIrfRc6mfE9v5xKosfgRU61YRjApOSSbPhdcdD8QGcR79PI/KxJdPJWEIo+48SzPhl8Av/rPS/8UfOBT3H0oI+6aiWzW/2JfG1Hmt7/M4A3yWkdiZxnnbHycK99jpQgdG6jmKxwBcRpBXoCwCODJ4mtDbbj7B/jkKxN78lUtoniOkkmPJzMyqwZhmNoUbTRrS01Le0j/MkafQU2WxYnmDFZyTX/Xue7NVmS9YbQ3I4PJ1howYlp+s+Gbn562THG55sfARtkQztXVm5EvjQ2w7BunHbP6R3QfLfiC54NfcAnHew5GH3ovB2I93fgLz2LQJrnP3ho/KeWS1RP3GfneDzTYab5PePz//dYvxzsMayDA8DHwvfCV1+JJ51N+58cNMhjdBT8ZeN3HDZf97M+N35s+oR+LFrkAHoMxU7aoJsI3xOg6czoxiBtZBLwDW/s8SLHWVKGoMbUgf078af1PwY3e5I922oYqneC/1dG3u/gfro2aD2ViIa8hxfI1ke3w58dBDQ9Pf/Be3+xZSteyRhoNSbn0B2gsZNSCROlyDuxCUxCkJJ/WwfgUBP/a1ycOxubeuTFJC51AhABNvRVEgDU1UX3zBmFE4y3o22SDPtMbeQcYyaYSQVK5rUOJfDXHTBhlN6XSbDCEfFOgN7uPbYjJgEwuH+TnkxDlpfZMT2jW0AKl2madoSM8pbeRba3rm36B3OBZeGntuGSjJTndjVnKsPzncZHgASMmXEqo5/E6tgWRoqSI9VlgXtwIOlebDB/d3Xm8feVQIvjCD3B/ZzB18eMtH125HUltuTejBOnI3yCHMr7F69ojFSIv+yYse91PbK7+eEti3bvbJ49X4YXk6DySnB6LiAxwPbIrD/yI/JhbdK2cZrX4VXskASx1jGM3IAevgLAvZ56b2wi8e36RpA3nah1HP6DvQkcg6P87ofO5WeIrF4aDH5MC1/hNCfjGDSDc5LoZp3w/Cte6cKEpS8875sgdDCCgwiheS1wV7UeeqiMlyRKZBym2bnoDuh24MsJT3YurBc9eCd85QD1tHBsO9R8qrWeBKc72Aj+MN0NgGD+bsnpz+PA/VUAuHVn4/4+bqaxA0nLHtusC+/Gp0c3vzuwzhmLr2B50eGINM/6LiB5VdxWJTd7FF5dnaq/tQdrc0t2jn1XWNPy91VJtrrZz6ijEaB7bEX9fZzjz7Mb27ZdjE+r7Q5t162H8M2dAPdM7k6mg3bZI8uBsU2PXzZk6h/uX/tkfIjSRWO/H+zlQMAGO+DT4/99qgdftuYUGd32KsHb01lQQcFx9J88lbI/G0vwLtPvyEfpeCfwuWtFPu91MT2KllwgEQ3ROBL59c8n2ZNkx9hT7yT6JK6nI4f8EW1/duDo+DSuowviawteJwAcf5/ob9dV+tLrcApzslf4sjL3aUnq5FTZ8jqDeqsufc0V/DYtPGtwF1j1ejTepMMk/tvIbvhI6xN/Det3kv0Hv74LLt5288FVQ8ck2NK6HrxJkHIuOxgE3dABYOZ/J04Q2NUzgo/oxjlBv6E/xt+FIZIRba/fPkytsWWbfapJrkT/r8xae/BgpWcxtQ8nkc9rG3wbfFB0Ome0oi9bZnSrf/br+FCeR8he0fVBrXkqeJo1DX+EJ/Ahtf+Vd2CfKTERXKD5uEPKAK8O2Om5GlMCiyRQ/4xPwNN+5tj7tncsb+L7OQms4+Nm7Kx1Jx21Lbq/h/5ue3wTfBPLgM8mBri607ERrVN1KqjOvuHJt7zIZytrY/vuvMQ3tlkkZ8vfn7lhZ0x8rQpgPMbCnvACfMo7wQ4uxHv+Q44fTKz1cNFnjzFjxv/T+LjpRb8HX07CgMBCMwAAIABJREFU5MQJu1hsMV/0H7qJI/x6/qyd6KWLykybA9H0OzaPnzUPtA2W8NVTVFHtniemli4EGT32zq7Ru1vH7cNrOdO0xlosJldyxrPKf/8/zwGX80OAliwKCf04RyN4yAAgKwZD517oDHwizwMU77ZLbK5B8jCO5IiM91bKJh4HOmpVZyybYbhCbCsMwxxpBzvBgwkUeS7Pf92qxQu9mNbKC6HBpuqadRbvmrjF0CNY7/772cGMQ/cSAPb7R3jAuIwVZwBrShC4548ASsAwhoZ+TuxP4xzn5p1JeYSXA287YQzl24ASkcYRNfN43qPDr+3sJmNBWfqnGnkDwCGa95lkFtyjpG664bs4iCfz2OAyV0aYzWRFV7KpjqtVcxknrIHWCON5iSoVfcRoMZYd3aX1er899MnaECOhlEhmcDuWOVy7DbDet1bkODQA9ue9wx+it99+CyDleYduHqDX4wlvbaDGAvD5jPJ/K4aPMx8Zmx03c55IA9lef4/nr7+dsUC/0AwGFgFgC6LkebjVIwEKArjMpQOobTzdLabeDp0o4Tub9qx1BYCPA8fKL7IDJSYHXVcc9XzPfBxcmwPTR0lQbcN4W0lqDO2Myj6FyNpwPmQ69BeltQ4UjF2vk55J1q//zk0+g2FYFmewOAAF2UY0fKv70kpmnBFGKlm5dhaFprRo+53Pvnr+FIDSGMg2Zt0yxw1GprVVr99WCOSpOVfsPmPUc3ZAZkH3bURF0b0NWitv4suz3yhxy5hqodxKGbppR7fH8DwDefrDES3gI2NbPptZwuM0GIYFLDOf8x4r/2zsAWqSXbWXXLvyKfpzM2fX4CIAzJihvzvD+34mrV+878/LV9bXul4OCRun4oMrYPDDYSOA5z04cILXH6CKgdcOV9OhdGdVQplSnkndmYp24D7fcRZrghbo161YgiZylkoMFIDSOuCfDiXj6D0gbeR9y6XQ+gQKa20sWzTno2fi2MueaA1ypmEqkoa+K7CaANf7/C4ciks3ycq+q+509t2Pil7hiec9cjASIIA+brngNT+7szqRj3DGcF93YcBAOh1UBqG+5JdJIHQQGsuTX/K26Cn6qHDftIDV+7U3d+VNHwWiveqzDZv/a4qf1VansqIvnN+bjl+VY8PLLU/Mx6aHBDB1L3Iw9L0v2DbQSQ7R2txVhKZV022EBkkrTiwTiQmrjtETnLM6It9lweG341iffb91CHv0kSPgd2FIi9UsO8YBQVbzZtzK4bQJHPDd7bDVfDN3xjkyddaPCvjuTNFb9E5YyzdLYxug4myg1tddudc8zHqtwzL0Cw+csc66gy0YV2NF6wFhRiUhUn0mvtxcqGPYcT9JbH3Gpt7ZbZp1rfYffHX4qyLuP4MuY/sMwWpP7MwaddLzovrBwZlspX86IUTjSwvsTX5oh/ahJdNwaNzjNk+s1PnivV8dnZJ5b3b2VxDXurL0AeuqactRSpIEtHLzQCcGw/ubZb8Od9Y8tIHe9Kfe8+Dh2Dg/9JwxTHRG6OVdAa/nOcFG3/8pR2egU2SDR78/75gKfebYNNQBYH8+uKNlAnwMX5xKkmcAyGL4iX/PehrDRDdrfV4ddcYpvtcu/pOcJsEzY4nu6wogOSTCV6KXxYJtExv3CqvirJ8B/rTjNPehPQfE4lw0b4LhrNt/7lN3tmo66vuWRqJ3+SGJWf+Cr3CEnovmjFgwT/Bb6DsJhz+Pzukk16/EGWMWrSfmccEw9vnGz51QrLGBezqJiIRA2igTgEvwfBOo3vrST/sRAGb937SUddLYnBja45590vUdvDCNjp3Bs7zV4Azh84NFK7hSAcROgIgs2u5gvc96fnfBaxkludIOWdqQ6whHdVnckGpGefhu7ENsZuiHBAI/c+x3Ywl3BkOuZIEQpZ0Ejc/NezH30462EzdvXlnqDWYQH2otO+gJDd0BheNPgtfkN/NRSJPlO9ty+2PA423nHVl1BYAbf0N/93uxH8FejVOSmLLHazDfF52P7CN5bysysSvC5OB9AlrI51tuns4D7rY0Z0OLjseZdeOM297tRCOvvelwKwEbZzGfu0PPa19nf05CoMYy9ggYhyNXuO8UCIx8o0PFO8E8AW747egvOdCHIe+A6jthLpgSnQK+8D5jH49MaJ3dnT+wD17+pDkusI+w8v6NfSrd2x3kMFs7mSTXRy7yPfqj1zZ08f7kNoPRo6Ir7OkX7c/tfKZxwrsd4ANb/uHAQboh6scJCQ/fvfzWtkn+FT/lI49bh5CY3/5hsd3tf2ZWyMsfcuC5oO3De13u+7Hp3Wq2joY817E/k6yg95EA0gHxLcTZxCIVJsXfKF/kFFiMn1Trc44gm5fdAeCs48YFbuzTc2ufe+sa6CeYaomi5QNr2Haf99t6H7y+CUAZ1769/VYdPwB3kmj1soWr5X/o+u0/vn1hL9lhe4Aj3aaCUipGsswtshVUXrzTAVCNaSu4o18oivA4nEwE8cfHSdekVDomzmC/hgpgzt4FE0Tv7zFPWcet5I69FLkZRnn7UW96lc6jQ0OST8MTGmJa/u4P+N7yswpdev5cjW2y/BPs1PuNXcC6gnPuvW+e0u8kgr/27NnQsFLHDso3MMuhe98J1e/EB+zcyKN3APjlL7AtNBi28McZ6/C118oYI1gcOWk7bY5v5Nxo7qXrhP5mby2Xxw8Reo5sP4lEhZ/A4di39isN7pdsl3x8B233OC899z8FgCVnDhaRf3gGvfG6xKI6uUV7TgDY9MlZ3goAP//1/PV+ZL6uvX1F7z3P2297o7vjLfaT/nve9o+/dw+dgBU7XmSMWoku0yUDb5zgbOjLkZeNgOkhTn3QlV8xkgBTs4AO6Mm5sBmUN7O/J7uOsWYQvd8MXC0KaVOMQ9iENE7hJdA1gL6EYeYk0BQD1ERlghSo07/P2jyZn7/66Z7lBqfDPVqHZGyugZpNXKfYZwBcRtAVLGcdtAZ7lm8qILwujyDkB6ZoBv1pROOIDLGcc0+8ySNYpDDVfmKEc4g0Z5N6Hh/jREibcef/8W5aaOljB+iHuU1LzkbLu/f5cUQ1cFqnye5GnO1budXZaW+6eiuKpg8Ff6kAkgKNAb2GRbefOGe5XYBGzyOjDeDtJXiu42y5BrKet+hOglo0N0KzzwjUNady5gz4bfDcYATH+e0Ia4dIB4B1nQVVkXg7eBGgBKJpmXIL+wYDve53ggdrIxr/0W6tHC4YflTo2DEwFahWXs//i8GRAE2CTZFhVAAYZEiBP3Rlw0CBT9Nxzmpqh8sXKJQjgCrrdaoUqjHtRrF2MKeTNNxZoeZlH4CV6juD62cG1lyHtT6vhZ+0fii+myZ7/aHBdloRgIhSTcWk5aDGVZncZDX6jEGZGs4QCwBhHvsu6Rgp78l+vec8jl6cvDh+FWi24iYR6BmH5A7VxB6/nINzv67FeW75IPp9MsnpOvAlqbUftJvsTDIU6l2JAY0y1ualrOcCExzj20HiOb/kaTlt/Hv2bIF+1k7tmJNlGHBzgXZkgR2I43h5BoFBDq1S+WvAilweUI3cbCf+OcpgFgkDrOXsTTvQz5EPxgEa93TgKJwfmQZdZ/LQKYBz95lELLWWlKFB289t9RnH1zrYGhg6kIFjsICf1kFHVNyAPGBrg1Mvp2gZTewZVUYkyR3xK/0gB/kEeTVLzkDFAf7Vfu9VHWC6fQLJdeYhiQnpaJD1ZQ8D0LfCHp6A/r/+PuNF3qiCsqxK0TZn4OjabjHcTjjmeZxqvzhjEMOYpC7R/31mFnsSfl8jqfFNqhoTVEJe345UDLSzPnOBHU7grlmAPdMsH8DbcoBThcjzb9nhcR18+E6WuYOqod9Hnk4L+0N/I9cag8VYom1fWpv2u7uirveinTqay11JxJ7HMCnDfebtZ03nG40Px9/rDKiH/iIjx2Fh9YaxOYGkhyDBer132AjQ5S23eX87wHT/HUhuJ/6tl1mPyOAEyfkBA3w5gKlMoPJH8+v103Pi5NyduOUlY3kldPwHx8NXJaLXRrxMNUx1pyAA3HzT8/NO2DkYvIiznWciL6lcPe9yBdziCVEbDgrOlde1cc4uhmr9cNZY7/5IqAlvBc8m0DHyVk6BD/uJPQaX3k6RnvdJkBBVDq7Q2qqDjvngmd8dUG/aC+PHzmjnbOy1zQhf+TTBShuzWQ+CtHeg5Kz9OLxkP3B2d8sAV3mZy1c3Ld1uAHipOb914A/7t/filg/gTTBaqiDDvxyFY9phHfVV4RR1ILrx1T0mxgW/x5GzV7HGodHpcPN8LTz9VQHM8+gwde4nGiYcMIpF89U8ujKk2+npWUmufncPwgl36KySFuB4LUOC9MNfFajUd7+yf29bK9UroaFu/RybeTuXwTN9VNC7LXdwq2lskjd6fKz4l8MdXaHru1uT7kl1fjAn+pAqwbsVdVruhX6wtfW7rlOgSXJU9jH42jLIGHCdtS3Dj/9j1poKw7aZsaXQv01/xx7V2oroJGd+EQA2lnDFdrX0LvnBWYLar7SoXrsSHOtuQ+WPUZIiAf6VUe8OHOxr68busJLvx89lvN4tTd+VpQSWzho8+hu99E5UzDP5aax77JxKJuDSxmR0rrufY56SzTKBDOzB3hd+731ET5heqtCD8TAGyxwdCeV12acuhs8+y49yeHX0f1fhto3xkvPF60c3nVbb67CO/wY7630ETx+B0PxDMtqvKmBfmHdseWTQJtxtQiuyo5Me+uif++zy4NstVOnj8FgD8VMnQt1BWBJv26f39lNWh8Xxv+4uKVlofVnICvxQ2EfI37/8957t2TQYXk9nCTqhQCctP5JMsRWyTYPQPJWLXY2n6/BntO2oz9kjfve/ly/q8FolHqNHJZMOn876dAIH/J7nV2BhsBRj07+nFfy0cmddvDzW20p8yZFt/Y6TVF0BwTvA/F6r/StYGvw2Z00+7++Kyi9e97zKvtyE7JWjtyzpLkjI7z4S4T6DG1tvi5q2ZbNljc/qzH41zaLH7spKJ/KVvfVlx0EHFK+Yrgbzrl9gVuTZkw563foTudn3438DZ3ytbWh8k9x/2kHxe3Wyl2l0uml2G232ifVZ7KfziaVApzJSclJ2EMfVWB5H/2cNgoc76ScdE/Kdrrz9vdB8t8/n6NDwWY6SDI+8k8++1oUgm3T1fwwAF6bFp4D9yXONkbAhZw22lXyuIp61+gTBsLbE2ZvapLdPfwsKsMvbX/ziS5Jj8FOfXIN80XpNf1P93rKIxN7bv+Trx48uV4WuY+9++DrFWzMffEN+/wTESYLrBLS2L7yXEzi2fhp/k+RFx+G6QAzb00ldtQ5679FrFQDuyv68L/aFfvDRfSXw4DvAt38XY5gW/c7Yl7ETMyDatuNXuqvcSdh0wsHDn5b3D9bWjzqY3vPCTqCbVe/xjWGw7bC12gYiwTxzf/jx999TAWzAMMTtnudm8P93ALizBP2cZ9VaeKNEMQLF/c48cwk52Z8aQgI0dgRPC50GeS1sXhUhFwFk8a/WjxNc6QPvvdIeb/5N5k5+D8NnLhEKIhZeNNdIoOnTRyaJQBhTe+gMVOc9nT3SFUkrOGI4nTHNzQTMVuHvullZWOFE6RMoTEDrpwMGpfnKEmO+M867HYGeizOFigYLyGGgODGycAFdU1U7DIjwTBVL1hSCjSMqTiAqDHHM6jufIW3DbfZoAJT+OgDYe8duxjDPGRRI9tycMW7bXTKLyJY6RsRpB7KGKU8HVOb9+ZQWOmTzYxDaMV9GW887rQ4ifLze3ruMt88QjKNhQVIbSt1C9jbOdjWS6KAf1hyD3IGF6/DyKNY5J+T5w9+PcNdj+gyCdk6G9jb7BwWK8dpK3dONPjW9bIB2+E5rK6BQ122L8wQ7cATbCJiWkfr8lYhg506ef9o5eR22AvV1/wSApfgI5HN+chudDuBJVjjTMCvdjpU7+wYaB+CSua71TEJKkmP0rN3HnwauAeNpuxPHyTEQxzGAcmtnXzKmtrLiq1oHRQed4Hx6tdV4+NkVwQP8DDqd2byBa9r0y5n376pAz+frIEqLsHQg6P1ch354QWvpSmjzMoGGDTK0c3wdPqFD8eFdKQHg4T69ozOyCSi1MdK8A53rszaUe0/vTFlosDP4Ad8+giBC5Dhltt3PZo7hzPClc+3K0DziDgCzd1rDL4DSAbAOYDBePZOKrXbw69oGc+yT/u0q0F7XNko6McnzMV1LZsdAynpHnrycRAJIA97QX249NTqEawGu0MPtdO0OIbQ4Z3wnoFbJTTj+e+/fGZML2gnIJKFLem7bmWl+vQ8dWIIOcTplRwdQ2im5uAD53C2guZ717wA4NJN/KytZ+udZHNOR5PHon3fVda7hDJxOiqFFkjEQjmztz5xhKB5P5nlTb+Q1DrrQcmR06CdzRg6yLqYRG7lRCh0472s9x1kM8NYm2r1b52RfFw+8M+EzBtaO4EgcxKHRbsd3gmHCJ5M05PlYPm6XAmQDFdwkfN1yxXuv/2YQ3TVkE85S2QTNQQNbXTiYDIBr3JUxMbcOACPzWGu33n4ulHEIbjwV6z4rPPLJI2WttC5yCpyz6hbvxaEVB3HGzVpuBTPVqZlLaP5H9UPh/TxvtENhBvbN77K+nidOdr3oTHuWfd3WrgQ/6ZTQgc7WTQSAe/94p8bUuIA56/u//W2qoqQfncCRoTnTfQTW7Qi7k+z0PAJ8d0vHQwMSp0W/+/k7AGH85eDHYM9ZH+lvd7p5foyH5gxegsCNGzFgeUc7Lhkf2c4JtubKu9ImHXaSKe33jcMQ+wv5Ds7jfee9E4Sji0i3wesA8K2ru7IYZws69jh5TIdTPSoRNO86TmbzFmcsauHfWBiHM7JDIlFB/BxhsR0iqHKMzRPbB7rSv68OXLOOVp0lYnWL9AwBh6/Wa9B/aG/v13MUfIXPSdZBx8Zeidz8n8czJEeOh1j4pfGcvpLNsA7oTWgkgJK21m+ZTys48Fsnfmi8Pjv6HPG08qzxr8as8fXPqI+1JycA7LUdPYj9ijPnxnntjF0sJn0wDqWHOEjwidMs+irviL7r/WJ/O7MfZ9uxTaHt1i3uvBMb5D7jufV5j/e2U7Tuto8UiH34D8cc8suJP2NzwH9UezUvb7Vk5tltJaVHTgvPSYjLnMEiW9mzPD4yomzK3g/29D85R9svRQCXZLoOAIA/0Js/kgSebT0JN5ZNVNZkFL2Xsa3EDuqYo4KAJ1FmAGjUMOhk7fG21XQFAeDjQLVs+c90xHyQH3lmEnap8HnNU/rbsM8S92A/EqPMt2N3nSC7EguKX2LPNT/LFxZ/hm3ZY9+C7RRcfFeMdwITvEFg5OB5JQqPL0CyHZ5AZ2kMJLxmQ6J/SeyB1oQSsDnhudhMb3zaQZfeG8YgNj8JAQdPpIIVbIq8SsLLJu1qDzoZ4egDDXt8jp2AH3l7nym9ieSHj5SwVHhRn+NX9O8nGSx0dLf4Zq31ru2QVIletsd23qH78T0O9s973kfweW9qjdjjHCEXfuhKXMl1fDW0SG6bMu9d/Wt5LxlBkrxlbVqEQpubyE1L5bR2Pf5d8evgnzuQ3An60AVrhd+yne/Hn5nXvwsHxD/lH+WIgNPiuZyYZw20trPWyFj8zG1HJ9lnj0oDV9rW4mxYBYomIoB/Dn/i0vb6u0N324WRvYvPbpOEv86R1/Oj58ZXPeuNXmqMGFpd26zteOMM4fvxBbSfogtioD0q7Wb5k6RlH1LsFFe8eUFXRoQK86N3H/+1aHf472Aa0RtHAM2+6L6jX56H95E7tkGfdewCrzM26T/NexJJj+6zPz96+StxN3JvE928lsNHtmcHh6AzNLk7AJw1j58e+75jI8ivcc2fhDYSuzYh5Z1wZ39kyWvwceTPdwB4/VjRcwnWZZVIOGFvSNjHb6zP0dfYFY1FuvAtexjj8RQx2h4pmgf4sEkmlVTO7/7Q8np9FV/2gB7BemBXIqv4ruUNzzgYjcQjYgQ1Jt9fdrDkZs76ng/97vm98PWNo+8AsOli5BBVz/h8Mpe3/519YT74y71W00KbPQBP9FnVuX8LEwmwyt9kdTpzZir/fEKVBDA1VRUINqwSbwuH57i/yK67SLK7iYQWQpeMhfgN+pPvwORtI/qm59bbv2o5okRe4baH7rUGxA0kgKA/3a4W0MGGse/OmGb74Mtjk+IvHfpi7XN/xRImXrOrmHf8KDB5jOO8dQZhBqyDtLfKQAs6xuEJfCQTvlvdxPCS428CsfM9jsAop3HiC3yeFskRABifm9kyDrcBa+38E7P0uTwHjL8qRCeYNKDwLPYYYw2Mh97ORoQoxkHNgn+01rUgHeGSZ4x1zroOJd/BuACG2fzJIPf76hn6W0oWYCYCxMDUd13hZ0Bkp5a0bzIxO2MDpwoOLogH4wpjMY6BjOLLoOd+g4uHO2lJ1hmItM3tAJwINEq5z88bAfwsWRz6m7GDElvAqvmFUbqKM0B9HZEOAA9dbeVAziTa/RQt/+Xl3AbAZt5h3EMTA4IxGnBM3gG1duDlfIqca/VV+doA7LzI745gNMMWAEIYQfMAt9DpGNXPJmfYWwEMaDZljkErvk2WFD3984w12LfVH3zVzjI7MEfg8L15CYdi0V+A3AAOnAAyhqZNj9fsGTMBoKz/jGfu02ftvDO4GIfIWZepljly4LlHNOkzIOSIf2QA9BpgFGd084EBjAzYs6YZS9ZuK1CPYhiattLjDJUTkC1H4CTYALi4X0Z17/fSyXdrjkMnz/gboDM+WjAlWzLKDcUvIIizxw4CnbXAOldWFJUdoanN1oN/s2Cck/AOyAOUeg8bIHdLJitoj3EBzZ1QtPSvTRi5Wq14e34v+UYLtHHaZJ5rmIRnthNFHAHbcrnHz5r3WnSSE9/rHQ2g4EuexTt7j6wXNbYJCGgx1iE6oLhah55OEpceehsQCVD5vXbyaCOH19Hdc8aYWjAGeA8IEs8oo60SeJCb6Ofez3fgLPqCeS54Co2ToETrmwC2dQptO/m3kc/cYqBd+vgwRPTCfwoAf1X8tcEikXv44+jsDUr3Pp5OB6KjZw5qeUd7QJ/NJHkwABQ5/ZXwgorBsGy8cRyys/84tQgAtYObBLajw0d/oI8AtPzd8sv7Nfr+0NG0y9d3yA8APnT1chA8dHW3oGMsCFBzmNeq6O2SLzgQkWca1mmLO7SF4dSGKo5s3SdQjxxFdsswwOD9aq3eAZ7mZzKIfa91l9sbnIDd7SC9Hfndnk5stQbGv3zEwl2Zwrtfc7PeeSdEnDGODubv04LMxv3Pc+ZfCWaGTZGpTX88C/3RmNnrOW3nvEfWXxvAQe5oPTtpEd0BfUN/O9+cR4XO0RrrmtYn0bFRWBssW6OXCgEqQeW470rd3xSAFdQYfSMaUWb7bSR2q/y0VJ+OIHOsSmhh9S8OEY4UccJYYTie1wb6EVsSzSOfhRexR866zNoiPzugd1ceI5+6Wtc2xzMW2w0PDm0HMPu+TpO3bKXar/EPfLCflVN75N19ZtsJiF9nbiMvO7FSYyLRrIO/mdu2fr0zpC3DRMd1XIWu9x67Yiv71R0ZCLy3TMRGw56A9jdJZRPe7krUly4BjxMYHGeqxyn6fRiHAMAdIL2DEtG/ei9dr0L/DmoYL4gHwoM4hrGPnLRLpcbVlSH0GkWnd6oCu/EoFaehxbYndE8CM+ytqvMYCwkxPirouahbEpLMKR+A9dfoKb3hVD96NpzB9k4wsQ0y3U5uu/UOQCAP4KkOTnkfHNR4AtnTYSN7czhzMMt+cOzXIf5zHqpvXDn0Kx2LPBYiQxYgDzvZ4J4XtA728/ML32qgBA1CS9FP9350AOJrvHaMK+Fr/D84+xmj+UcOs52qk1jdmvaRL53AdwKAxtjK5oideTvQmr+2+k+2ZXRLB6SoUISHkAf6u/W9tucUAYwD1xTsDgAZP7YA9rv0BPb6O0C8RwqYT0YGQSV+17jQ5AfR6schG11FK+RX0uTYL+0raH9JdjDJT9jTjSX17mNPV4KeP3/Gciojxx7po8563Oja4+AuLHEHnMTntHD3MwYf49ezXpj9vbEL68a4U6AwgbjnQ3x63dHE9zigF/4HO+MLQv/r/Zqf24YO5nZy18iJGPJrl5xCDe8lPoZgJRz1uqcDQd3p4PiIpoKyA3juCncnTE4VJlhmW/y/O9ch8w8On8r7O8lZ89b+qkI267ld/dAnja00D86cdUHFzDs8tHZiJ0oSRDK+H7lvW3lo2veOvdA2W8vfYMIQSVd8kkwZu30DMhoL/gls+q/5/Bx/B4Ajq1VBpZ8O7hz8PmdIb0Lf+qwOfpxgbe4vheA1i5/nx09VnEHvL4c8tOakgCRJkmDYOkf34t9NYm38A9LhdCNCn7KHSSqIP87wfHB/1n7xyuF3+UHw71bQgDNpqUTz/bJrp4CA9x384sM4w6f8SA91QHfpQHs9Z9nahMJPkDXlx6m+thFDG192T4K6wg9Jrt1kpDzn2J2mgd3frGX04q3HPLePgGAnGeH/yTrmXZ0Q/3UEl96/eHj9j+dd2OnoC4C155FVQU6x7m+9MfhtcGAncJtWHznbY9Xz+uxVnn+qHM2XWYsvedwYKnOQPIp+Z/6OH8lu1zOQwyNHznniQ4Mt9zzO59au9EUW7b7SDS948+2rrGrU6lBIgggBbOgDf3bWaRNtYjKtTZtAtPDu0NfD/9ilTR83/uQIo92/DcBR4Yts5BowMHarkow5kgGZdXhFazi2RBL4JPegh1x19n549NhNc695zUH7rGuwtVOlgqGqxXH8Nusf955UINo4+9n0PuP8FL5Y5q0+f3WrGF6Kfz92Bd+3PrU8ePCNq2unwviwy/zSRRSvhLTBabc8t0jwvZOIXn6z9j2YZp75d/IU+4C8Q195HQ/+TtzBe2EZE/9X8K1s07G5nyHc+JkEMt7T+0kHQPgie0FCdhH4AAAgAElEQVS3uNBA6Dt3E6/S2F5+mQcg+BJteG/oeakUswY5gbsWnK6+E+/PBhpUP9f99rdUfhisVMYME1hDACWwILuNpwD+kDQbR7aLFvWczWKg2Aw8jDHjI5uJTEE21kA1uHGysyYYdCn426BjbTDEmlCyiO8WYncWvzdf61aOvVT0bban18qTT6DSin2C2DgeAkaizGhfcAzqaWfrIG0FELqKB+JJ9eq7nP5lUJXB55ZqOoPw+SEAjAODjJIwVKoDtbZNcKyPAdlkmekz0QmVoq+WcqUQ3BpszsLqVuQIKbdLXSwSunzWtQXZKs9UKPV51wjTrP06HwFiUVBDs3LKyAEzAvcFYoYfcOATMGG9oZ9fBYA5Q4DMzfvMti9gGT/TKqh+VxsEZ/8rR8Fna1oQJsBOBj7GLoAc4UvA4ysQjTNPIBIgHuCUdsr6cYuDEcjZ+6T7SACCBQnCMqtkOW4yRwLV23qhDXOUqe7VGsoRbGUgZ+4EHHOW5S5Cr9HtqIAXTB91D2sMiJGOjaII3XneDmAr00+oYubv1rPQUXYtlXPvbG/4FscNdGNF89zeCWuztD8cWK2gaY8R8P+cgfqMQ88AqAHQ06YlzmjLxjIYDvCZFnXtDALUMjd4EbnwQ07OhFr+bJZ5+C//0zisBXJHB4DHKcraSKl2hchZsweU6j03n5IBH54aMKAz2uTUef62gfv8l44VK8uYCwYOFYf8/dJjlRXpZ/yP5CdCdeb07xjngOC/PPcI6NxONxzaAESM6ONwMpCLk2D3QYk3NzBM5Rt8zzrp39sxfOTV84vWo89o0XfIgXWgdNubFciWPXTnEIR7dBMi9Rg7pWuQ31yTtUvrqcOv44jprDqvI6xt0B7H9o/st3npV0cR6HAds2lZbnqss35tbLsDyAPU1dL7+VEgdJ3zK1tZx8iFyOoOADeO0nfmz9Ld+swVd3PEBRXQZ39mPi3/oKnbmXFog8D/jOfQtZOsfjp7T7Yxzobar68zyADOZluN/3KoNN2h1yQRf9VCFXqjWl/BSAxRquft8KxxQQ98RpIJQL3x2dmjoZ8kTI2eGawl/rod7OabCnDtOpbRIyfOAHKdzfXbbwoA9wp8/x5HeLB1y6+ztjI4cOigV0Z2rgMmjpp1qJJglIRDr+Fk4kMb64CLHvAeGogu/+W+ccJNQEr3tazMfYv1v2aZRMacVZ93vVtcYqx3hrvX+DEE22HppLZHlOo5f/yRs7KNX7R302GndaICQO3gDW8+FYbWfxoIbc8eJ7Px53sdb/0qPaB9tVwFr1ff294/eDO8kVZ6rXPvCgAcdNzXOqiD2P/7EMwGTnCy/jWt0BTom04L7EMHqMML4dO2Cb54yO+4jgDSPQT5bnzbOBhHT8+X8YhGCT62cxGMhwHNmMBZ4GXoLRXlm0By6E4JwkPQ8IdpxHOHTtcBF/yave8KD9lBoa13pdYLE8E4wwMH05yjGLAhwIvrnIXWRBQvuTk4Ut/r3aGDnBOqcTJG6C92UxwEnSBlnHR+/vxUqCtJVheG2f/10MsR1ySEjSMEB67xo2VNzmMj4biTEP72+APW4U5A8MH7oy8TgKLSMvwlftA89GztiJyMbWt9tcgLLWXsGjeJZvqbxN0kmWQ9nYzz/IedwlL0/qErwCdnO59BuTJ09rXPbD3PmbUi8Bt6Fa6sY11OohX4IjZD0yKyJPevvYBdDR0Yi9gQjBMvTnQSwSfwCQYb+mt5yrhxXCKHkSXdmo5rafvXlXznu0nGOM99/BiN5XYfRrl4MfeMvsZg0Sl73eLbbdGfvcjbjJPnqIVs0vvsP/jwBJnHgYpseeFH8/8mfeGPYV52ED8/OK7/9eAz+ObYA+VIvc8ltcypBM0bv5FQ2NWUVHDpXvYr894EToIp2HnjqmDY59/gcvDo8ocu6IAp7QcbU3hpK4iUtS58fr0N+gU36OtOpu/LG5ef44uMVmJfQA/S38gQkjRuum6b9HQyeZ4U2U5wM/KRAJ+eL112B4C7I4sD2do+sfWc4Xc65hgXjU9gdOqekTv2GI7sG4d/BIC1NvhgFAAOfg3tea/sQJ/nDq4kQUOywP6owST82+vdn30l2Ola+Obozcvp/IO46oPjRxG+n8po1q+ru3PL+nuyR++jVZD1yPmMK531Uik4goBAYx65ezV7pud0FxQwtW29GXsnb1jX9hneyKRKAFp/UNm+Hh++jDyj6Sprm/G1/R10rmkJUO4RZSzr7c9r29jy4nkowVRsfXx0a2/x3tFL7f+2XDLoPwkSGjv+Udkxh/dY89rzt50+Pt/Lpn3Z87NPSfjIeOIHqAS0ofFj83sP89KXrvR9SQKkK1yuSeDwtq2bdpH/YAGfgvb8dAFQfAGj0/XcwVf4/9jTo4em810fqTSkbr9rt2pt7A9fkvxx1rQHPPN6zUHjK3wuu/jYzXMhfojtLjhB6od2uuW7163kfGMk+S6Nz8DQ4xsw347deicM4lPEd3R8M6Onr6m9Ao1Htz8X/fUvSfY4uO8Zh23zPpN3HkaySjoQjoAc/1B8O7HZ7p8/fl+8pu866SXrMrhs8Ge6QVBdGp96J754/ypG1ElxdHhDb2jPnJAneTW2sea6hW1JEtE7G8ceWU6y9kn0zOxuOc6cz+fP+uBHvddDfNOFhX7e8ZdkbJ08DB3ouu1usJXUrbMW3yZeIFZXJ5Vjlz3vyVruPLwHgwc0/lSRv32bdzJDz/cHrRW26O8kTwkAFxR90V+PJfdGbpJMCb6QPFdnKuS7/fHV4lwkEh3M+dWxMZFjXwHgrtCGVtCbrsCfdXp1XX0IJxqmMnKYNPKcxdNEvgKF9Ls28VQAmAj0Vp3lyckieLdGIpOklYE3tQJxEG6DPzb89bzJ0FCAyIw0BmVnbuk+AXnbSGbcbTnQTssTdJhF6Uw5FNOtwDg3px1ptxF3MgnNjGGgl7POEbBsTbcl0nXNACYxBVov5+ABCx/O0M4kjjKkPcMyMgR+j/tVXXA5Pg5o9EZlj3+Ma9ZxGXUzBQPGsh77o0Dt4+R4PmgHXLdxIMBL69qvoFQ7ggBxnXECGxzQcdFdZ+xobAdQlGPEnyOZhtkkNLrvOsJ/eSyOm/wE7CgRQOPdaoQYtAYIBonJRums1ShyqjJ39b6AfmcquRL4oZHOZE3Lkq0gjzMh69+tDRqkHBw8gFrv7dalzgxS5o4N1qe19CjaBDTSMusAZ9NV5mn6XhydVbICXGdK8xkzZ3/WKbL8pXXtSsK8I2fkmC6t4IJS7xbVTc8tJ27ARgbcUdZXBTAB4hhxOls6Iz9z0Rgm26oDwF/BCq/J8M2PtcqCHRCMjO4AsPYuDoAYGAGwaQflNZgMv6UqjS3nYbVTgXFKnrT8QC4A0m4Aq7+tVxSoe+iADHbe9+O+AU+MFbmZIN/j/LZxeVkZs7btUH5l5T/fo0AFht2ScgDtVwvDW091EAIatc3mQOcbjJiNZ9/PtW1ACuzRJeMG1c8NCTaHgbp94urrTiYI0MJIMza1gyatsjAKMT5j0Ah4LNN1G1bGq7WhFWqfzdM0wjP7s9YRJHjRMtBtZ23cFUAP+Z6f6L5NlMDJ+wqkdYvVs9Z5RFqKzxER2p3TmmgTAET/XX0CDgF3tPPZvPPIL/ghOCKO4W2Z+ZZh2f8EFnHedeUok6Xl0fJBnMPwY3cd6VZpxyGFY8rOpw1i6HmdeXtosHgE+Us2cK7JSA4mmHn4u+d/3f64K4z6/CEMaOR982DzpveqnP5NQ2kRlFY/BED4XjRFUpc/mzEr0zLnOr0xDnwoeS8a6oBe8Mi764MDXM6MHSfnGKwB+Euo6AnjqzkHmmv0HQHgS7VlfPUc668OAM+ETga/sIBw8pwfcwylweKqzDp6WDQ5QkKVI0ngS+CJn67gPQkds+ehm1x5xqgEu+rEYVk+AeDWnZFXZGXs+5JQMEE0YQw5Y5WF/PAwlbTQnoOCxkcJEFFJTsIga43BdVr/TnIoR5W0wU6wxZLamGNk7+i/1T3pIKOfOC0iq2xUDU0h20hshE+oqsQR1XbDoVt3Ywk1NC01rrgDwNxLZvaRgWrhrEzpx/45MuKZj41N4cruViQ60bQqqYrn3ti/9/8koighc0AAmFQB6K8EmD4ffN+RdW37Td9Zj1cSk99tW2Udd2Ce2I7T8WL4Qdf/OgDs7QvWcoKtjOM3H/QaRHZqn7dSDCfU7vV2Qlnqfv9mG+/lLFr9C42fpObC+F31fT9beym529XlfZRQ8CdHAr2TekhUgh5/m4AsPA6eSiAJO21bLkdHRC/4HWXTJ/lbnyXAevCF1/0tZ0+CLnrZ8mAS4obntMc6skH7lkSGOHo6UNpr4zFNMDz0FNnz229/ducf7D3pNydS/RRNscuPcNzkYnCWbeEJ8Hzt+R0IOPpBPDdBLMsTBW6qywdHBB3+nsSExvbdWlljlM4znlJQG2yptZaMGpkMfknAg7nFWfnnP2277E7s1bPswH5+3P65BtE4FpzbiQpdjRT9uknVrOtxZI7D1o7MqVTM0kfmupPWq5pS9mQqc8DZmuuXX4B1pOPA23n9byebGOtXgnAHynS/12sCCSRGLc8GT6rDhCT4l6O+HfFvOiXQFZteRMc4WyaAeU0v6J/ZC7ZEY9Y4aVm98k2tqJ8bx4lMh7QNbohXFxN6vtbB62eQTH+1xB9lQycw79GAGfCx54njed7vj4SVCo8iN7Y7wLbQBrtkXlvt2nTYv2tthG0WnwSwHF/CyKjmtw4AH/vX+5gOCW0HQvNd2GKbengw94/fSxjBDuDgTskK+yTHR5T9fo/P454Enx8taDWmR687oX3kI8kkes5J5B8dQ5KLHenP9fbx5P+yNZcsZm+gT+wU08PIwduX9RUMOfcTFJA8eubc1W7iXSUY/fnR59G9tGiOnG1bA12LHNtCnh1XJ9YIZ+ZouvUBtHy3HLFhwzq8A+lNLzffBq/qVm7epPLllzw3/JIjk24fhvCt93doQ9fT7rO7HrwDn5vAxRpz38ufJfp5+RPCx5HRuROaT8Jezog9tlglmOHH1T34CLfqdgOrr4DEFUDOG6kQFf7s0UOMb0sI2iPRhecHY4afoRN4Un+fBJ7hSQJ9uqYTHU8iHIQ2HTjPyLCJZDtPpR58TZvin374+Fresmn99dhorwSFeaHx9JwFavob/y42SfaM4yhXnt22old6AkX/l7E/UbItN460UWOLot7/YW9bs0iKd7l7fAgHMkv6k1Y8mXuvAUOMHgP0+1ZwSj7MsUHCFWe538TixvXUcvdK8HSAOwIEXyMBO8mkuxgH/DR88K0LUue7F1ts/YUb0+kgW9s86OT45PEZoAVsDWTxGwAm9nMww1OAMbZoYxkjFyEN55HNPuU5kWX80AHV612+NHauukwR4D6dXybBB93SfrvsLdHD3/6W4HavgZ5/+QPVSSB0c/PWn+HCbf/eNl1kVeRDWpTHjrCHnPFYlkzl8LwT+cr8D33MejT2kWcsr7T9wnPahmpMRzIyNu4tL5g1+EAn6vrdFZfpBLzf+OdaQTo7aL62D1fuIH+OPzCdpmhNLV3/H6OnjbeM4NM/tgXIKtF6TAK45fj3d4onfwmmWw5M4S0YlGnks30/XAw7T3PQ+4+dQscgFcLNgJ1cSwXwncF6L+5mP68x8yrUEH+IJwHFUKJbAJiQYugGDN/nW2ijlKZ9TQCeEB6Bu76Hd/G8EGzOFbNDPs+LsTXbOS0KmtFMWAO6iHDfjBfdeUCZb8Jt+DOGdthPNdYvWXkHJJq1QB5uIOHlXHEc0kRSFoCKDM04Ag06ekwYG6fdV55LdjzGE5VUfYZDjPJxuEbBtrKGaGGaN/MdgCsrvvP5EQAdWgkwjEBJRbfu02dk0GoNUAj3mRxSAHrQ59BPRZTG+ltrjxhWUX7QqIso5fSJXsxsN/D6T0cYMxMcKQxQ9h4Dr8+YxcldAbsBYAzEGwhthpzzkw2UTuXKjC/v7IyqrNvbgmio/fAY2UUnaDKsRyWeBBRGhp/vNdKk4wByv9b6tJfymmzg2oADAbPHyWA8CDPxdVdoSY6I7w6gPut9wNqhQ57TAUKCRUfoV5Y4BsGbvXv2cx64/JsAsL+fDEf9Dhhy3i8ZNzzWDnK+vys1MFIDvIimk9mPwZD9zJ63gZu9zrX+To7k0Op5Zjl5K0Nuw1jPIWDU8jP8mIxgBz3Ebw2AjQPBnun643CyEN+/AI3tEHT2l+Z3lPs4dQ0K1aOO4dyVf20E32fHtgGWczA1v65QJwCctV+rrINRMSTW2KZy7J///MPr0R0OWKM3UNcVuKGdMNiV0DCLEINhK9t6/39ztKwjvvGl5Un0IftI5rPAIgyR0E0cCeicpJhQp6pTY8BKP+e7GI0YitaZzrxTtniADOTMa/Dchnj01Z7RscBGrz80yd5rnwgAuypf1S/frXr/LZdnXUfXo/szz/y3MjzynvtDcxUw93xDE9369rQI+iUA3A51gx5xLAUEB3RwoswYdpGfAVaPAWo+TsamZK3bWH3rDCDrVsUztl8DwJMJT8UIAVW9I4ZdbLBkwUbW8oMR3vqK75Ah8BzKjzXc/bodJliLPT5GrVs+7plwWYPolwbG3wSbncfj6HifA2TIkXXm+1RWNrjS5yb6ncqsniCu1qLpPWPKWuUMnUm6KfMXm6PXRwEXj3MSGWldrM+O0zi2BpWnoc2sIhVzGmucemyuPDN6KIPQ3yRS6u92QBi/7pa+uGT80NF/fEINZ4gscwPZ38Io8UudBvQD/1j/G+TaBKiT3CJ69rEWayvleIvRmyOfYv9nvgv0Zl6vfDzJjQYGAEv0vDlDevS/5kiXhazi0la3XE8bzwHCtU/WQeE38W13xLmylmX3YjOPbWhncy7Sety29g1oshcNRHRVHADwq9+0y5yxm3nNuo2dcelAbDNfE5pZn2r3EAdTdnGDyNh3vOf6t5KqmDNBHebG+9D34b+1X9H1nZ0OHTV9YVsGHK+219aN6LO79eqZawXLToWgAloGuX8GBPE/seXfjhm0RM8ctbC7B6xP/N8AmFyPLUzV1Q//7uzNBHb0aAMRJHniH01LsLHB2r5oX/lNLgmdBITxESfH0EolIrLmDihvANjycyo0TUufvN4WebsG6JLtIDIgQxGPbRHpmwIt8SNS6TSyZGQt8oIE3PbfCKDY7pmW5bTw48gDjZtqG+iCcQLAQutXhcn30P/6gtyRF1k/VeNYnrX9q72bz9Ax+KV63yYE3kdSoO/Yqzc5rW1sKvfgsZNYU/vCErftjx5ifgt4xd6BvqI3FjCOHzd2h3wOjvCxrZVK+fcHewKdzjOYP3Lh7RzBHnSL7PiLCYo0jkJnKABb40efXlqQeKoyv3vVrcH+0+gszbVtXYNgkv+NJ1UHutMBYvQ7Pi3ze/EMrfGFf0wQGJrDJwBX4Pn6vv0c+yCn4j/2Hz+/2T99hrJo5u2g1gml2BWhueikzCcdrxwMG30sWejkWNNw6CHdghIwarus7TTAyJ4XFT7W8ZJDY3tSteOAkuzQ79EBjtfXsOyy/RZfWrdq7Y59+oGltqc//5RATZJREihof7d5RM9JAHirYjtAbd6V/T0+D+N4A8Av5tWBb2jX4/A8Mp7QbfzQ2JPBPX87Zgx+8diVmDVynLlsIB3IfeWR1oAWm+BS4Ad/+zo42E9sf246JpEooXcoqK6xd9Ioc7CsmQFgs/Qec4YxPPAGgF8Z0sUGpypMemLwJOQOfmYXNXifv2tTyPPzSLL1PUKD4Df/+lcScN3hb3TPZeuN/DM9HED8FwGoJ4q+J3moW0TTEUD2DfyPLdaJkwTYDv56ku+icF58DVo7NnVVMr5ncBpzc/A8q350gpJBx/86iaKzp3Sj6Jag5nXZ9gdPXnxlA20DRmjMagktkfG9F1sPHDG0cvNfRvczAHzhAhWwZi76F8zMUuQOS/ipB6/UuKYrnbtCjf3sQP/8nO5j9sHDq/KbjK9NQmnrYevr71lKuKAjSfYgD+RIn4x3O1ieF2rWo5ONM0xgPYkaO5nFXtYIWVm8Qe22Obn/ShbQcI05pFtG49PB+3IcYeM53fkBG104mNdW8Zh/7Tg7AZJ1QtS+x0qCe7AW1gDjl7Vu8dqVTL87GQX3bHkPJml/nfjBd037XVmbjT8gU7ZwQMZf5oV9h1y/sMLBZaqB0wQud4ctL5VLMra9+VZ6yPo1PkUfiaM7j9yVjzwCEFwXPCJ2ztcJaWzV9pubvugQ62T42ZROKsFH4p5jqyWiO9hA1oKk+qx3jvcUPx/MsfBS4w0EhMfvR2+g9z3XCpgin8DtGS/PX5rFJl1+QI5zNIPG10lqZ34ly1j/K+EqM/X/d7KGseAT5r84+OwX/IG8Ne1q48d+cQKHMDcVLA49KAk9ONF2RVHyj/jjxDLEG5wV7OK7O7GBgqrMZ/FjAtvQdWwobZier9+/JKvRXSQSYWsxh798VX3/3g1Y0E0MFEJYg+s4eAWg9r1hThzx+/wxmPgFaKQsCdoFLNr2R37en5x9ps3SJFUeLwZtp9Ayf1o/dKZeg5sSGDg02cjNTDlC65csHL6zopNBPUCbW3X6DK9oY9oR9saHMQYss6G2jgGAX56fCtDzrifglPF+ZfY6u+ixW/T8tMaNA/ACbhbENlJjtIsgIGw9twMtcRRkJI2AcCUKQcoY9gFsNivirajgDAAbuZMWsvvQzgNG3Gaa/SR41iWAjNZAe2ilpjE8bStt9A39igFwiJ2NOGPptjnQQf7drL0WDB0wZt3eCpTTAu9bNr2HiqHQ/iqmQ2dSBN8f2rdWdihz9sj8IVpAaQx9SgCdc76+52AIddaw7juZc66Qn+DOOETMvcHUNhRM0+bPod8KDnWGI+cNMc7ea82SfYI/9Xe3/M73CWwz5g5CkK3N2mhcGDVvq7UOkOPE6Pr7rMF7Tl6HyyBZh4g1IHCov8lkIiAH7ZwApGlyEwwwGOxzW35sABiAKwGCNaL9njJaf6OHdt6xLX+lFa/XBDDG+fFRLi1HJvEk57mEz2Uis74v/QG4byBjZb/PzRAfjMG9FWYY4KsYMe6WL2KoM39kK0ah9+Nj8qM/CiTYCuDQ6wJlGzDVOjVYQJayg2djSCO/LTNf+Td7wnjvfyMTQ8M34NP0184jvGKAYm6B55qXec9p9Sj5YUAz/1kXDh814OHKF2VOjqxElgEY6Llaj386E3WdFPgIQzd0HwdhwZHsE90DAPSgy16bc82scQOq7/Oap5s3ZfjS/mfX6h6P1vmWWck67ArRc6YI+/3oshtA2qBPaCqzcgUkFWIGV/a885MBOAFB7KXOSD0VAmP/WBnIqKwWzBiUG0D6zq/X/GS2Wh8QONS908nAAZEJeo4zQjAUnnppF3Bx5SVgwO2IhfdC2/C9ZTZnNFdACcCgDd4TGB9H/eVPP3/k8Ol8MVmjdKHBcW6dgLEcXmiQLtnvm1g0+qz0KWvhpAo5q1V5y3ei5wSAE6DUz5sBjN3aMpn12vVObjpnEzP/tRdvOyF0GF3SIAXzfPcR+1OEtFn/2TPboD5TVE5mZA22jEFZB5NTmbkO8YDJ6hYis3McnA72oaPWEfwTe6WM1gCOGX3LOr2XziTwN3MND5F0pm4e7ShmTvqxLTPOnpOY3MIpFaQAgm8QIEmhu/ZyogI+xbY/+oLKHWyw2QDkuf58zyAiwN20RHIj82cf2s7ys4rP9LeBK/tnaunM8QGh+fP877tDV6MjANENyHkd78gXST+m6+lcod/bFnvpb9+X30giwD9YHdgB9U281D22mUdudVs39MGRDxUAvlrOf89Ist8CdPbpoGEDGbHHvdaTYPcCONgW2HNajwYa8J/YJ++NEyLWh+w9kM1/jpn5HvrjOByP+27PS8K05Av6Inu+e9t+LeCy1+gbb7cSg45066vHf2vxp/dgn+S5y1+6v/3HQ2ga2/gkJzh3dIPawYUhbZt0QOL77HTlmgAUAfYAZyq9yH7Zfxy+fCvG0VUdRNigVO5dkNszuIJWb5KT3nf48NEPsdEaFMuehu4Cooe+bv+atYJOCPw5oelp8XeqL4a/seV6vTfxd/ESEj983bSbJOjcIBtgrVsGatzzYFFXOqRs5c/qu1RKO4BroJ0uHIMPDRaQtcsT333xZ996dgtebIIk7m8AuyursYsBjr1e8/xUc7f/v/L9JHd50YOFEKgUDcBP0EbTN2t9goXGexYfubpvTWDytwIAdGJoYs7AlO888qLp4Ooi9U1RXUvaP2Btb5/6xq0sv8d3lF4w34teP7Kkg5efU62L1/bY4PQGXiI3rCnGX9WcmqcbuOVZJP6cM2oVkDIYXPpetsj4Iw0ed5tkzkn1+o2MoaVqy0bPaVqwhjYIHjTXTCJ16X/rCFXU2I9M0msnhLBuxvVL/mU/F4tBPnUlKgkFr7/BiKJr4j+0rj0YifkltL7yKB2A3gq34GuRPxuQIEDWzn3kE3ExybLulta4SvhjfXnxLdgWSVy/VTwyvw3oy96MXGgd5DVUrFJ0MAbZFfD3foe/IzeSzNj+KnKgdWNXVrU952Du93/d4U73v4U9TTHtL/12Rriu7WSnxgdtG1er/fjrqx+Cr94YbGg8FW7gjsFfsofdLUK+6/EnR4jLn3CQ5HuO7Ifw/+IPTUtd1U1wu/HHg4EOfrNFFbFX9H7GSSLn7gf8UTZodVDx3gdcCr5Utk3Wf/3KlouNg0C3mVMCn/yAQ2MPbjJD1hH8v5MxLjvast6jNP2BpXsswmc8/pu/6ObldZrOASw9a+eYwwTjYzMVNvQ9EBnXOAH2IXhLByuvZJKZvDuBDMu/R7Rk/SIrdEnbUtgPN55y46Gv7hFj050D/EzDIC6A/oHuWDOe83a3EY+QEBs/guPEkmhqDN90c+M/SaTeNtQZQ+Qr+g874RDJ98tVwOdEuG33nKM1/wVBE04AACAASURBVDyAyzohj7oTVgJuq7NE3xwJ6fFcmN12EyP+JZ3x4g+XL1K+TOOv2Feh8WD+JAJgo4dHKcicvRp+hk5/8+XhWWgUnsXv0NFCGovtljmbvruqvPaYaWJ44XQmmwKBq7BtbEZd38cL4dN3Movpu+J2NwYe/I+f11dsGYStJlJjLKyp1w8G+35v3d205fHWkXWWkWMD6d0aq3X/JOOJJkjI6KO61ietwPXYItC93iVMTbEmB6EnFhlZVHP+7mvM4S9///s//h2BEkG0AAaOV9pLYfzYoZyzCHJLWke8wZacY7DtbfidAHAMnzC4Wws5qDwKeowBK6BjAK2gPEbEzAtghRYLdlCmpZGJbjbrjPF7FJkEZOBFQO07mrgh1G5VF+YOI2NY9MIula3x9a6Hr3lK2VsPGgAdYmsjPQycAPAbT6RFDADPq/xPJRLznaykU4E4RtohcFVFfILQQrlAP9ar27r02FvAvQGnpjOMwnbe8+xlpRXg2rcJjrn105zlNedDaH+9B65Ew+EKENctzo/gFh18awwoHMau9w5NZr0XgOkMSW0QZ2Rrt6jqwSC30TyZrm81HlOE9u8zuW5Ai7U9ZzYMsIVwYD8AKKRA5PBJOMFrrnCZvXzn2tkk/awjiDkDacj5pStWDaMRQMTVRA5ErKH7Zo8dp0L7PsFfZ4g6TrlZYAZyvo2NE6l2DBEAncX2G229AbgW6NACDrnub6MEox+ahOehCb+vDH3khgF0y7+7pZefU7Iu70sFGhnkUZQbAG4FsdQ5gOMAVH6vDfWxLuZCqhB6ntch8KUQjjl6Og8UmCMf7gEtoBPxA+AMa32c4woEMddLZmg9GKt0wlRPHufj+yzOyVaqswbIdRxs8a7kQwCdOAMAjIC4qmDT+45hgPwrXUUVisc1a2GFPQFgfUyGH2Np2YesJvlF10QGSWeolWHOYzgO8mSt+bkDureR2K0/931hRIwYnLmTlTd8xL5z5rV5xyDlglFlE/mZPo+aBJEx0Lq1HtfjkJj2CqjlDPOmVf3ezuXdYeBOIPJ9dSRFMnRDJcdI+/4U0N3BCO37MWCnpUob8ABEV4tgrYR1ymba6j3s9V3Bhj1z84LuH5cwUx6ailOa4EwHhnzJZAR2EN7zG/3TexKnaVo/5wWf1SUwBNsjgIGTLZ73a/wtEvSst10T+3Rn3w6weM6qqQC/RjB2ghYO2qca3esnx2kq16lC/v8aAO6EFJOWnxdg5De+Oy0cv0VT9mXOPZtEJesdOYKhMSUMtm2CnOoq1rcqDD5toz8OaPa29ZnoLwHW+7xx9CEOD0cAaE7ed844p/1atQZMUO5nABh68a6vmXlsJ/TMsR2mgjQ8NMaz3/fp55BVeNRAzVZh7fUCQr6AxddGFVuwdfJvTmO3GDsVFN0Crsb9Auxtp0Gj73prKlcV1TcHWmhCg1nf8G4HgLGt3yz6Puvy2DPfCkG/Le86KGVrvewjHFFs9D4jWmMK2JGZeR5le/4A/i/QSHu1SR60sG0Hu32NzkZ//TvR35/ZcoyxK9Rf2Xn25RgPAQb50bMJALccIujC3MPjXwLkAJdvV56TUGv9lad/vuulUzhaxHQ0bcnVuaRtz/O+oQcDWOPbaEyyK197rvUWvy9gmrFcbeG1PUO8rjqfipmWf2snJoB/QKSR81oHzpJu2vf4tVZzbmX7c+GNDc6QSPbSlt8lW6sq5PPc7BtdAbBLGxjpseB7/ObDnUSTX9q+h+BX/nitvr8Jnh6bReDJaT2dN7+AEbLc7yM5dXTTW+WUvb+rSoQZnCTmTwBuQguMmb3sNWifAPuieYgx4cu07a3fjReMLNbfyCsqTbi+17rlXGMt937UX885rJYttt/jQ7k7gY5weX42ICNbJLjOBvdT3bhHpazd9z7n7ZRz7IXvQjrPcI/GZvE2jsDiQOPPzIUkM5xWzsZxpiW493zP1SR5zMHssk8TIJW/tSP+DfdZ+yY6Dxug7WsC0RQgnCeW/Sd90/LDMnD8Pw0Lfz7JMot76Lp/yA4noW4ezlibHrEt4GEf8aIQ4VT+Yp8oYWa7aExxQOmr5r8eM/L2VBN9Yzud8yYIEpkZeoGfw7DTUey0gs4+/WbHLd+vrUsA76zZ98hucX3sqe9z0RD+UNMjehX988MuUjGIjsP4yQ5+TPyc8MPPSs68iQQtgov+zLjHnXDqPSraEw0oAZ7EedZgW24raS1+Ticg49/Cm2e/bOPG1zR9VcK+2KuT85KkMvhF+b9UEGqszBts6yS/l1/fax6MYI2Btq+h05O4POv9Ym5+L8mXg4NoXaPfNwGSPSYRlLUTjta06KDrFASde0buv/5X0032vgNAG4A9ftq3fgp4JPCwLZqDRaTV/m964D3q4SQ+TSKxdc7QSZnIFS6kenE74bTPKF5PsDm6K4E//bnJHCdxZvQliV/IqF4LjYXqb9s+dM4sWja7H2xrA8A8hwpS9qmDoh5jEcJvHROiVzfofcYnvp8/jq8zOu432xb9jN+ILFXi4Tnr/eAZgzdW8tlrDzGmc5zT2C2+7vhzoYP33iTi7Odtt3M//gg4ALITXrvW7fuQeE4Sp7dC3LLHCzS4+axZEoElp/IB25Dkh7sAkDXfpIyfdoTdX2Iunlvu8rqbp4JL/2a7dccsdVbDP+4OIfio3b0UfmtdSCLMi281XQcPyREQh07nd5LJac2NrukjOVsGqUMJ+/seXarnQx8XX83i+P22Z1YXRd/e/i32PgWHR2eqe97IevCWLPt06PrtqAFvyt3O2ljb99DGaEM3u4dgrGfuw5McQRAeGr75Fh/9gH/qUQ28zbpDCx5SYdIkDICNYy91JwP0+o4ndlX7A3kuvLE70LY2c8x8M2GNL36biPqn/3DZjoVTgg+J9kQ/5kmtdRkZem6OgeMYhLX/bhrJe0mMI5G97SXzxGAUGtN2Nk4XFn4a4/P8/vj7P//d2Rq/AQSdye51eIRwVxzpodqcKL+f4IKeJcM5hC2C/xZgHGAMnOu+pzWEnt+TiBBcsFJjMyG65UQrcBHitGkYRvOifALyGElShEURelYTgucm4pwz3XqTel2aqBoc3DNQ98yhFk44PsswdzAKsEnr+8+vzUmfpcpY/rcAcM8p9wCUTsBkzkJNxcOAk5+x9Nf/qHNbzRDh4Dc41UwURrqN0M70ADD7VUmfzJDbqN82HneFiivWpkLGs6oxAtT2fnXgwIzwGKMYMvzb9/b1CepsZkrmvMLjqiZR0N4lNz+NGC01AWAMAhkkCMa7Be4654zrBT86I49z9d5zoTGc2aPXqezMFlo9toJt5+uuFloADFnxGv077lVyXrtv3+AvaAnjEGDd9wo40dltAlQuZ/5bx6/tQng1Tu6bTZT9S7YzTjfPaPolM/cE/MdGuIIzAiCmBXn2Phf1Osl21D2/yYXXeTkBq3GwUMY/HB+DBzGmQu93wCNjCB90Vl3v9VG+w2sEWLoFVjtnmV/eRQVKAxLZ48h2AsJ65rbb2QB+Z7J6AkeOx3i42sZ7D3VOWoK3L096P+r+6CPONQ8vrkEaB/lUuvd5Nd91dAT4zWhsHsBxDC35FVeAOIkgXXmid8ZA/K//uvm6eQfg6W2N2kEO9rZp9XXm+n4lqHTb38ikO3u45V8MtQU1uorY9DCBRs6iyAJnEVaGEAALXeqdXSmDMdRAkJ0DAp3HYO1oUdY588/Z8A0avgFgy6dvkcgadtDVwNgiPX8m31+Zwprn7ZP5bDqfOYvvvS7y+JsXp/3lUwHM/KnQ3ZnN/EofhZ/2DLbIFlUA59o/vrbeaYkUIxcHL0ZhMo4vvVuEc5zPkafYp6dd8DHkp63USTxiX9aZ1BmSyDi9Qg6R9/7JzI5M2xbDTf/aGwVp+VkdwL5r8wPERealEmnBJZV3VIKHKx3REZ9ucdGu7l9gOzaR3pl9oy03Y5Cs6B+SrF6ZTEa+g8Dj4Lz248rL2JrHCT7ye0CDEyBJhaBB8qEJ/m2epZUVgCN6RePupLFd16zxGd/YywFpor9u5zNJI1mf2NZ+ts6anaQdnBuybAM85R36T2RgQLdayDW99FhPm6wZcOvOpo3fzrDCfnBi6GQiM0+9nxZN2JK9R0nESpWz12e2HhqiOi/6ZffkJI2NE3iSorTHT/A2wE7sF/YyejXvfCuL9NkPG3naVeu7DpaSwS56DgAdW0e73QFo7JRuHY7uIdNez6bqRzLUfPGI49/A26a90FjmdeYquvkh5zXQyBIntnrdZj1GxjZYoG/+/scf1jvwPnT5j8/+O0HrOfsQkOD4i5Oo4UCY7MgB2PVcKswOmCM5+uzhjqX4SL9+c43dHN7mpxORvcffZsMTAHyArIBrf/uvv/0ISiw4N8B0vSMEu7TSfqp1yIByb9DgmucvPnD2sO2Fks+T4Cl7w4Dd9x6fgTV69yTpDg0f+6Cz0r1QaZMW4D76rOW6eaD0WHeb0e0dcLzoeIiv53zJ5LGzzxo46Xr05qwFCTgKFouTGugHpPOeSs6NfjS9T4cd1k//CpjpZLyANXfkCVqFdiwuvjmih9ovQ0ZjZ/8WIAmI1nJ928i9di68+1vnGloB9zt+438BXui/5YC0oNR4T1Xtfnn99gbIsn4biHmDZdjyVAVpL0+i8EwwNm0nEoL13McSvPq6fWLToPVi1k/yBrkNbnb4ZIBVjbWr1lrfIRN4Hm2Qm9fOMRcFqDtR67HDIo9QVrGHrmQn838Cq57Tw3/Q4bFHpsNEJwqgx9u3BbOKXpyzot0ZJetka9RGQJKdqN4igNnJ2ejcE2geqkB/RW6mJavkhTqEmM+OoJ0EzWq3KNMEfI8E/A1SJejUYPef4UAJFPQ5l5+NkPhaxvD9fnAWxm3e3g5iv/mUmqsDwNKtJcs1Zo5wAOdjrfP4rczFft2zozdgfRJmhIiW7j7Y3mcnnA5202En8jsynwCQadL+1Ly9Elhb1x3cbSruLc+/29gDgk0t46x7MbFH1pFwQacTJ7LLLqsOIJYLTwBSnzkA/I1X+Bmy4D1reas6JxmhaIbnHlthfDet3xsYCU2Cd6TCLIEnYbRLL52E9/ryV9L3Lzgk78iuB284gavy79ovsC3hIqzhw9GDbbe0bLO8ANcefPIEoGdPIutSaRkck3SYjKf3lODhcMfaQiQpj32gMUdGLo14/Q+OtrYXOB4yyu9DdYouLRfX3kQspJI08tHVcdOiFdkae+vrnPKdPW8e8zwHN7Ksp331Muir6zVmz2PWmWMrDr5ezC0aoVq15bAtj5bz3vD//hLdP7yoEkAsb74P0EXvv5Fp41/XeoxYMnZCgpR98bFTWi+f5H75yWPjIWfXF1KwMut5fqSnJ/ZDILqTUDaZbAPAnezasR13qCE+Ma3QD81+WyEaZMyLZf/EtZygP8TADh7fwnI9AWCeTQciKqJf2/3l12MzFUbTeJh5bsYLfeyCRYCBJyaRZPkqPLdFjPiO2guCotj20NzbaVV6q3U2/BO9EaCCRD8SuKhUt0szYxBHxAZcXm0Z0kmxFDA1TkqFtOwSjths/NjjED0K7z1dM2NXg2d2hSy2b8sFZCXJKv38k3hmHPC2uXc/Mt+2A/FrslC5MnptMBytybHHsHv+5QTe4/NKPj6vxE4mcG6dN1jW6QwxCTUak+wBEpuuo1vpTCletd+frm+iX+MzEyMwnRG/nLH85ZvoSLoI8XakEAzOUh/h+gKjHlgRWAdc5slxjIbQYuwmqy2bNWcgjYDLAdh7riNnbx3BKMObALKF9TpdZIC2oSMdjOGm9251QIw/sZozaKqlG8TAOy9wXYw8ijKMEHBLQkzAVmfnhGBETSEKMo4QMLyH8b7Aib5/HbETWCfbVU5xEdYbAP61bVYR8bY8uJGdbTm3Z7yJ6DAAYKwOmHQ7zbTuWWUM3Uj4kJmD4Oq9zZrcVh0Ks7P1uj0CDtOdORInsMf3Ggco1TZuUzI/gqgCTuwV1Q0EBY+hOorbWz4CoRWFPhcgHkWjDOxtV0cFggzXFlhS/G2EAoAgwL1SMsyHj3g3Y/Xf9R1twboiy8G8aRPQIGM7hNrHALm3kdaADO/sllZdMcVaxAnVOkyAbgB6jdSOggLAk12oZ+qd+hywllbe+u4/P4MNhY6s0bW/BYBZs7cq05mXQ6eA1Tg0koVve4c2OqGnPcNsz8NzYoCN0p+t1qE3lCty0Pv1vcCVGQNMoYg9xlYiBkTiYLcTvYHXLJ7W5ZJXUlSlrNhDsoEBd34zpNmPBF+WygAGOFMYvoaX21glW7HbHvLc83yMEstmBU2zy7QDW2B4g3soTLLxAcA5t69bPevdfR4MM2GcbwAcEKOD7LqHwFZnyOP0KenEumEeLppOAHkSlKRPxU+1H8hq3dJVS/d6xgjDuflNH1vGDk03KHFk9ifXugUmNK09j7OUCsAFgyJj4uAFANUPRw1kihMAfuSg7tPeaDxXpcRH3+xn5tcJRbfR+UM/SObJAP4ARX5eIKAdSvQDlSu6hyoYeG7lA51L9ozzn5UBCSDelYcKRg9vTXZ59jFOYfNcB4ihuXf+6CYy7tUpRXoxcxEQst0//v73cSK+IRDcp5Jpg3IZR8C47KPn/u1NqhY2oQaAwRUPs7CnpV9VFJhfC/BGr+CUBVgCYEtQAGA2VQY/QXMCwOg95Hr2mQqT3wPAvmJoo88g8lTjg5kfBX4RAF7aiEOaaowge6YJ0fmcqQ2tZCTYFveZg+G9JBWmHU/mfejsOAs4D2N+23ifszyVQFD2qFt9pxNxgDTpBo8veyh+NaD1bRxn3K5DvGsMjYd/07lHPwGoM/9zLvj3u3lo5FPWPzLA+oTgnAHZAF2c8abfF4DHzte4A5B1VRmOd9NFO6htk2gdY6vPWEy766zp02THJnioSnAkMLL7DQB7/XCBTHRJYlKnCOvwEbCsT65fwLIreFkf7KUAG6zcjtk88/3PHQxWhP1Yb/tKktXTIeL2rYqmRpec9dEYOeNTdF8BYEbzw2H93pUzobN2//gjMkX+UtqsKjDb2fwT2J75iU4EFXEuV9tSTTusXwOzrP/bYrEDJ/Bp9ngBUMkl24gODk6Qo2SUKoD73Gz7T96UBV4MeHtgGSkB4K6IO/rB4FaBTMPP3ns513NGXJx5SxvTVwDSrFnsteG9AVMJSnRSAgmgeTZA8+pJbGNoCPsc8JKKg9BraBF7Fj+//cM3iexNwvDaqGsXMnaqONCPCWzuubpdsYbf3wlft+80ASKv1bZ+bpsIoId5ajxdGdA+69qcJf9m7TfIs3twgJcBViOXhmdt9+T3jHnPW9M12J7v+nvfZs8JhGj948MTrNrkrFy//yFnsOeoEO6kkcNH8643QELCiuS9+APf5sgl5jU8o/GZase+b9qClg/wNfrR6lX64LtRYJnXss6uhDe681JWUzfqbYthdNBBX0Pj+h0gDlxqxxaQC/yn5SA2+tp3BbJLzg+gyXDe4EzrboBw41MDpDHGyL9dXyptOwB88akqZkffJOEggG77A/jgtuVZrvkX+wg8yPs79p/e87ZAfYPQptXHF9xEZ1XCJ1kVfcn6xNfTxoztMYQkUfe2njb9mp9jz+S4ttgv3ZIbUPwczyE+m/tY/2413AHglu2HpCqY989/bIt26Y32O43HjB0l/W77EptqZBy+kWQZQGrjTcjIgK0z7qsTwV3t/ILAei54BfjhAW6/B3aCEgHgHeP4a96TJCSEHtc/tw6zLecNsu5kn3WtA9CTwH7w0+GJ4JrRX2fOEPFTAQymp/dwBjUBmsNbhRmEH/fZDlo5Ya2SyMcnxAbrimrs2xeb1bsIAAs/Ex2ZF6tLYOtf5CFFGcfek33s9WGMYu67xWzvA/gJ/jEBYAc0jk4JXox+bvyMZW0s2PszPhjz7KSOBDDHENfeTpCRfx1wmTVH/0bmVmGWyEIz9frk/PVOgmgdGJkzlWjzhXFM3ju+D7YMMopKVGgz/0aiEUBs/uJ75N8me4WS8Bn635ZPXMOaEgjnuDa315UIqrWNfEphlsWbbErPJ35jJynEvsc3vu1zvZtYr+nba5s1NmbBeezTURG/mjnHZ/jsi0kKO/c8AeC3g4LnXDbi8a8Ht82aZD5JxMkcTWOzUfCkbWPx4dDtri3rn3sd85gEF/RTjo0L0WkMtOmWHe45fuvWmCq2EHtmH8AJFElgONXNw7+HNkbG/9ZJgvFybScoc30HgHOm+jpiffTWVqrmqQQg7et8i4lctH09frif9RRE3LQcX53kI+Z+5vbdb3/YdhEyfdf+9RnjXwQbQR+dOU8nr7YlvOdDv+g/xr97nR31vvF80e/EvkgmfrGNTsbiWcf/VELK9z+OLqWyuufdPhTyA7kDjYEp7TwUMyAhYvZpjjnE/rYPDc0ovvDL/rR91vNy3G4SbdrewL5ZvyPvjq/1Lxdohha+DyGv+f2/1aY/K5yOOr5veHFwvtiuobPQ3tjWliM56uTsl/3NSUTyPuWFGguJoySykEBpuvsmetbVQpgzeuYM2a6So9XtvhblkU8aYMaRyebWQEUCOD9D6DiqmcBOkjNMvNDxoE/VXj4LvAOQlfZ+mznud3+3ubLSwE6ydMT8HKjejN8CD2LQa39rmarvFYCh1bXepQAIRmyAhghCFNVrRPH3ETie0zqbFrID0mkfYpCtA/6eMaZ7T7bCNz5VGLSQz+HTC95hUPZ+Qqns3zv/c20HqAwyBTxV6zVatgKOASTigHYAGCbSHpJRewxDEf9I6jdTk3Gcvvtm0LRgDuGXuKiMqCL3AX3i0HSG/7nmm5fWKxUWAzofQHwEjmCvAcFteB0H4hMAT2tzAtLLY1GSajkJneJcrwDaSufeb82OzCVomLUabjygRdNAgzpnTia6pQLTqyvK1Hp3g03w3Gbx5qau8OIpMSYaQB36fVPDRxAD3OqeE1AbI43zEJAlAZzTAvpcK2PrANriu2R29xkE0EU7KE3nzVtvcPs4qbMexwC0k1tnxkpGVeJDyz69q9tjZK02cIY88N5Pu4hOegB8ayf2OBPIh299G4jnmVm7PXPYBsEsXsvAlXs/s6OzfiipjL4rK7ri4XSSuOTEZtk1wBZDeX+iH1StJ7CMUro503xkTRuIcbKSUGDgYBzw34AiXysDuCr0kM/eDax3r1fWLAq9GKTG2kknyGuNf7PzyBRbo+sFJxmvKij1DICGAIubGIHh83OMuyfIUfRTZ3pq2C3n+vnw69tpgD22AzkVfJbf2jPz3K5Lr+PKgYw/zskGi+zYSD7OOv/r62ihP9K2TsIjrVfOGTcjJ+42dbUR3ruhydGbnYCisWL44MR6PUw7kuW5mWxVjpN4ARho4iQUVKAuOlrth/+ZuXnvugVTaAGa0nyR2ZILV4KPxiIc/HuhW/pNZaZdym9dZJjDt2qFGtpNprL5QAHB7++fAGgcC9c4DdBzWnvJ2R1gsx1kP5v1kWNiIXHLrdBWuLg7ujio6QCUjkKY4LrBTiVhrMzWvNC1ejzG7LXDI0vgLX0HgNV685X5GVueRGAKuRJgRMH+ePo5//qVU6F16IXvcargHVnDyBfGhvz3NX7/zlnXdCusPP+a8bzzlrsddIcGRK9/dgaq3zNyTboP/cA6k8D5tmhWALUdcB8h8a1Vt7SFlzQOEhs7SZBEkluulA07IENnvmafcEBxZLbrTNtwV4CdCpbJ8Ndz4FfuMYg4AEPkdWjybdklmsj9i1p24Fr0r/UzQFR7dgdn7gD6bVPkfFVkI4Amlf6aF0HoPkJFr8qer14BcNOatVx6ExBZi1BYBt0+BdU5BozRoTifl0O9gDAJLueIhekugdyO/ZJKOXTGSZ70pPc81nSi2vUkaGFgpcYDoABvxS6yCz1TW7+L1sLRh5vMGv2TpJjXgddDxC4nICJ7bgAz1pfODa9/tImOw+e0ABy2DgBVOlG5fkc/xv/ddbrld+9vkoDWNofW39ZnC84msXCDwruHSBz7E2MzR2aEB5pGU42w9lC6y2Dr3zaj9dy3cO984JcFt0Uc2Q/Lk0mAVAY9P10Z46RVVbSOf2I/Q/r9VA0sGB66G2Bk/MMOwpBAsvLn5knpLEBbJ+BMe3PNS76u9qErUqXT7ANL9zrRbhN0O9ny0KppLcoJumDN1UAj49rv+hrkVwdBrooLgcxXMGq7IbE31Jq4o8/3ngNQy8YYOmV9T9KIKrSH+eDv0/ln5Cn+xfo0koULtEIT6G13bCtB2onEhwjmF0BGgOvWsbGBLB7PTydodrv/PvPx0Nk8rGWlfif5xgEu7bt0jd41IC3zxBY4CRbDT9YV6B3JKR9hhVxZAPfs1/9yRMjyu/AyyZrMIAl0OXYqPIyc3/Vgmd995QrvQwW7fvWJxFejo1vG6BnowGO/+7okfv3Wpn3tzwh/8TH42dH1TwBASSJ/Fd529HTmazt/9H98n4DpoofGM942lk17JGhC29mnyDK977fKzqWfwVBpXT82k5MCJxrXGFwHgG2bjExfuy5HlGl/6XAUHRI5tfI+AbwIksUjkCXaa8YdwBn7htaS8VXubmEbAGZ+m5ATud4J6mCq5oUCzL0v339JNL27ETXf4V/aj5jWtc2vyJTGh/RMfELT87fGx2ech5tOv7WSfdq0jN3kNRodv1wSXSz4oe398E4Ce/Edk8THeZvY/5uAuXaa7jRGOwmTnAkaug3tZr/071buNo5MQctFb2PXIEtPi34HpPJwPbpb94fHl67NH9Df+Ep0NEJe4L/dQfckSr8B8OPnfuvn3IORFdhpHusErAioij5PwGuOREO245dnrx7coTEb73UdAfZdT/tWOtT9tD8ijzPmyMvQ2mOb0eFgzlZnD/Zc0uDVOSYh1anQga4VLTd2x9wumpvAH3sJ/4o+SWj9s0IF6KhpY/EwbWoK6yig4/quLGTu8Brvt/zgWCXhBkf2G9kX3gAAIABJREFU75z9Xu318MYrmy8Z6/VY+4R97QSHTsYyb5hk95gO/PzfilbQbSL8xquv5w9uj1xnfDd9yD5bO/vtOAUdXx0LR46a38V78563BTS2Avt1JY3ZDo6v3uM6OMa0h26+6AKHTtSMbaJjPFc3d8cw6++RP0fWaKXN17J5A5a6cFMB+kk0wK7G9mk6bpzxTlzOGPbelXusz8qbMuK+h2t+8lHY9/iu8UfgF3C+tjXhSY2vabKLgprewxfI4hSI6h34bo0fvMc3wCfHHjyyaXEEbN90qFgMIfprfaYtzIjean44vjKYpwPAujdM+J9KJlQRgs9pj/2lDjyh10pg/r48q2zQbaL0KPbGo/74zhVAQKyQycNwfAnKEuwL0y4A18Qigk8P/Pp+1skLkwC4F2mZJBOK8Z9Pj+EybduaEPU7honB3DEOMYgcFLUHOy0Jsn7z3Lz7tEh55gkww/uk0GOAAJLehMRYIQAHOr6FOmeOzVwJAmPQMBit42mnUGOxbByAA0HZ7eUIwJJpQLYbwNfFuLPhnQX2a9CnDFs7xjaW1EojjjkVwHr2bwHgGCZ5cwz0nC3n5bfAGhB2FPKbwcr4JADI4NE9vwWAo+BC/BgYW9mxlTS9Du/3BATYs3OtEgsqUAqt2jieLIyTTT0GAdk6mj9GgZaCebTAIsCi5x2AdgQoQlxjwfEn4NOAawTmOoICNREgqSwTj24AJEGGuf4B5i24LWVWoL1ZVS//eU9HQLVBn83OezujesH6qSj4KmVYQ70/GbMTEJygQwciI9ISAKaK4oCko1h1/wF2TIMVjCj6a3nVAUUrnxMM2fVvcOnMW4J9Kk+ccTVAtR0V1rkUjvdjrolii3zUuS4kQqhaB9kM/yMvaMlS2HUUrquvpz3YL+eH9z4d4H9oK9WsyVT/LTgOX4jOAhKGueEbgg6oG9OQLhmjrg0Gz18Voq6QGjoE2y2F1xmCv50VTzVSEjNWoXtcs94+G3QItvUMxlkHCDKu1YjQhhJXfA6QEgFmfV5wFvrbfYhT1Ia+nqNl6YpDxqn9xpaIXoQ/ceLWySIT/Lezg991JvQOqGZamhfh2DXwdwxo1s9yNQvYc1wDaI2NgC5jQ3zrpMQXfsoMudd49r0NozbOttVpVZFoDavtCYEbshcN4k17LvZ0Mz0naPsF1JKtOgDvY2g1CBQgYFsyyUiNc48+G0fyWacsWsA70U/4ZZSi/wEYDgj0f/4DmVvny37y8+9//N28ZJkwY7H+sQe7638WW++ZRLM7aSyZqU5I+u7HwPZIan6sGftuW0pBmG/N9KNWWu+PxtUVmbJPuoMBgTTLMP038vhyLn4JAIsPODphxzWZ1rNnh8a0zpNgSDUB/Nzt3b0PJY83Y/luu9cgRs4AVSu/JAG+zu4CQncCDZnEzUPvPmU8+a8dSuarf7vV4Amc2U5eueDzLscGZnza/z++VrrYRl1B1vvFmBrY2ABO6OacPeSxEgwaIKTHf51vn0SzH+s1Othzn32DJnt93gAwAeoftF600LaErrOMr5azWVdk09o5TRfwJqDKW93WOpCx4Ai3v6PvkuzQZ3wrEJMjV7C37uQ28TrHIuTpbV/hzHYi2g+GnA94/m0fJtH05YOlgW1bG5vjPurAWr8q3A6AMXrlbdmV9c5cE7iIs91gbgcbFvjJiFKhLOE6iQXt4GofLcsCDvNjX02fDzhz9NUBJn8PADNW/g3//Dxy5PDqRetrzyxNrF3Se5jn39VDVwDYmeNL1Fq/lpu939hrC/pk/0iE498GRBpktK4o/gm9rr1M2z6q9i759yeJc5FnSyfiP3X0iS78ZyqDJln7BdNNF991nTyjd7vFsLb4aWEZ+kwSVVd3wDfYz28QQDuDXQuG0WOhci6tSSdRz/6oWiNuwqJ5zBUIG/ygith+HRGz4YOVCcuD8f+SIBdgOS1GhV8A8MBnsdsSbGu6Tmu4aeH3JOLqT3CUTmoJ31RinBfrlonxu1OR0D6HaXjoJoGP+6y91rEE4rGHW7dCyyThai/Ym9/kGvT3Q87SKk+65bE/ec6h9THD9LmPEnAXhoCgTpiaAHBX92Wf46P12dVnX7616CQ96A/6vOTtU+F08JiyS7x+CpSZTjODVGVNsh0gveTIYBRH7oy8xe9tvCP7Nrieg425C541IDoJtPq8E9N7z5tXsEPAMSgs0TO7xSI4wJ8FgI//8snVDoZFjyW58fV/4T9NxLpHeJWThm4776y/jiI4AY4BTSfQTzL6cQNPS9ss0vHTbV/rXXRmmcp/fMTB76zzylexfz601cGiLigJ3cz78I8rAYq9E22CB2pd1mcREC79p/lnI/t5nbzMUU+65pa3SVT63wLABE+o9INW3kp7Pb9bELMXjKsLQLryqW2nY2eM3tQz6Bgjv8pHS7w+QfPTYFS2M/U/2we01KzkNPHOd23oB47a4ErryheD0fV//BE5KD9pcYbo01Ti5RzQlo+vLdD4rFrldoLUOaJgdBJ2FbRvm/VZiJ86Pn4pAfPwaRKNDybjBdjkpSN3R3awftjX2dPYacj31ZvpRGh77PufxidcHLlzddMxf970zy6E3rU5z0abvuhqtvjydsqKz9o4QAeAnaw8bfE5YpJ3UmF8OizqiJzCicJf6QCZgN4d72j5+ht+iH3i9xiPlQ0gHG5pDzojYW1l9SRezKXIV9NtRKHH1bTGHlNFjB/RcqrxHcmZN5j22lk70vymzgxg1XxHBwISyW+sTYuYKxXQN86GfC1axo6I3ZIboAnslMj/rS7uJP/bDontE72/cYw32NtzY12UvIt5fvhvOls6ob/og3cin6H7jD92I/j8iXtMt4kucoD/sOcjSxKsFxY1Xdu/z4SrT1D3q+DvADprtvjAJGSKXMaOkNBLYmOw4D5ebvcy/Nltw5F1pmfbsJVg9F0OHs/S0DHRz/neI/2QHdX+6+iv+A95/8pL5GrvS9v22Aov5vgmvB7a8S+F++rPsbfEkz4yqrokd3X0+r6jT7Ru8jFlp8wRFugQ5v3f35zA6tOZQJjSFm56OIWHN55xZMvYFbi86RCS2APyV8+5KoBxQFnwXrRuXcHCAsiQGWAn1A5cMiS7wgym7kV3Znj5EloIhA1Cz4OctRcm0cDgIbZx2rt17BLiKmsToARItc74PwIVh8EgjEiNOEqAxxcQqa/PrumPYY4JfnDtS2BdQWCgd+4jq0KvxdnoNV7DZoWahBgtVgD6eWYH03jmMSwF5FYPdKbRLYN+c+TCDBsoo+KEahCCMZqzA9rak9m3VI4T+EpgX0IvxrTA+LRowQD8NYg2wRLoYR3LVJWt85sg/6le+Z7bwOHJMKv9IwTUe0wFVe8DAqENTRuWv5xFACMCXoovOLMWOo8imkDiaGOCqUuLadV4FIuBhQhQFAeVxX7eVBC0AdSBS7KutAftvJ4A6ShNmQZk5loeTGtF/R6hspkqvxkkBPh7HXSX6KQz/ci8i8wZEILA+bcISr7oTG2fTVmOLQrSI5p18p5Ni1nokPU61deT8QeI1plU7HP2fo25BGUDP7wB0ihHqGVljvlPisrVApuBo7Wn1eDeNW+05UDGEcoyzv22ZE3igafqEfF/+QB11ftKZiwAcduofV0C25kMCryrowH8WqG7Bdv30m5xl3VMBaAC8Rg4OAYe+wTwf7aMSxUtAdo/kwlkZ71nbiB7ARIJAPdaAySSNILR7HEdxzqynuxtjFAcGNaok4Heyvk8L/tyKhafFnm6xhUjH+MEbLqrEOV0BCxcQyTrF1rrakq6UHSCQa5tAHLB754ve7KdF8JXfH5AiTFkXkMEsdqydA26ODC8r9v3tEPbe/Qb/bZeRX40TXankq662SBHAtHRiVnP3xzK7PENGhM49fkdAnOGp0MHyf5F34jmr0Qc8eUsRvNe+GTba+5+DH/blsJ4y+oEYMzvOgvTAPpHIx0USKLRAszYd0cmSl+IdqbFcbfIgv7uwPgCHpbrpd+7xU74NvTF+spgb/7aiqE93wX7sdtCGWTisONpJ90JEJp/gq/hF8u2aU16jOEhKM2lk2DI6PQzJove9kEBDGRM6xoS2W49EzusWyZqfDhs0DJJdK3LwwjdPWIpv/kBW3izOU1tzOrwdTvqVwauHdiqCncrXyrFfw8AA3BhFwLAvc7iq1N2vtFVVCry+Um00hpLnk3g2HyO8DA/jJwYujkO0S7ROFIBVr2U5tUEIo4DOxWWftw48rK5oD/z0qzFe45ovttgvp7/m/N/9N4TVPEc+qzFkr8v/3dinCuEhgDgibN+E9ThvMumcdOnqyfvrizvu3hW+3e6hoQMO/gNnmjp6iGcVxh+3qSE1i+vPdXfgdf0/RqTKhNoN71AcYDmDlA4yI9D/L3/738HhR2aYv89vtWj7LXPCp71ZfwnODw+Gf5rry8VMaa1kX8dALYNCFCBr8RZmqquke/1XbNVxNuxwfLW/u10nDKtbgee3+xX23+jg3QtICm8c8vDVNXxHbaqxtQV/ZZz3zM7+NB0ou8VoE3APXSxdt+0eCuQs8EJxgMp4eP80/6bQM1tqSd6oR25x1QdW7DbuuNM+D+U3RYSOicVrpOoQqtU4cTf9eIZVx8IHxhgHx6J7ZeKXuu1wSsAnwj0Qd+/dRHSfJF7yGVVMKIfSWjAno4PV4DT8VUD3NsWrHFkz9ZOu+Xoyq9UAARAPRXPnBU473iTM3j1VflSAWDsH+il/T7WkL1RAmvbfwYoJzEbm6kDE92qzvaRcYL1Gfz8R77qo7d1OTzcHS0CBqf1u03zsc/PmEe2Nf3oGvhMIC5j7SCJjzAzQF3OIHwymNiLr/RZnQ0Y/uaf2xYYnwn+g2avxFvZX7N5CTpv9Td0dmRfyQX208liI7Nend8BnSRiy68I/zVv46+EzyOjN1Cl6ulgQZ187QrULxajvUphwB1M2SDk+kLtI3j92v+VzyW9OO9v/90yf/ChxnT63PIjs54Oc2gc/MHsRdaAs/0ylpGlkvvlv7N3BFnCw3f3KuSfgtUkPzRPtR8de3DtoL6uZRkyx76J951v9375j4tvRKheVXC6b971VkVpTcHzmGMCysH5wIRPwGjWX3sGPmZdZ9mQBEbfQwJ3SXd48634tR7+HoKNZ/vhY5Ksdejm2NcswHSc6nGZXr/vqRxlj/P52j69Pq/PYd7UzlTrZ2RvqvXVmWODYaa3sWPfoFp3itg93Q6VvedUcvNZ/I8kgOpYLVUuu8PM89N4vOf7XUKVHcFZ9hx84fBIy7eRP5LvPwPAkwgz9niCa7HxwC8pjGIPG9+4EpA60Ft6aTspjJ0yFemWP08L7Mi8rIVVzPgDkffha2go38nPmHN5J7EpLe0nODv2Z+z/vB97wUffiZ8mOM/yY+e/9BN7MPYR/A1tv5iJ6ExJVlSN2naZFubQcmINCdi+Sd0e5yGA4M4azzlmo2j4jHt0ETStd/r9jqncP+idrPP6GP2s1nlLu9IF/33hwEv/d6FV22UvbYPLXZXHHy24Y9kort2njD64SpI/GHe3Lm4csP0m/IC9z0+bAp48K/Gg6Qg3uJE+V+vgvHxnAE1GPoyvMLILWucs2ex1aHb3PxWg+W6Ll971PuJwZKbot4sO07ktiRpKotWzHO8zD2Uud6HUzHXWj+fTGYfqfK+HnoHdP/7oXfC4+Lmu1T5gN7Yd2B15ss6x6zXupfn1W7GTrgrtGe/xVcvePgl+3odtad707SKTWRfm1vTY9liKZjkqLTZDCipj/6QrYnUHmdgPzzvvHbunMeHYtml5/3/oKlOm6V/++PuUnnwXpipwWmRqwr8YbhAQm9XCzM7FN2YyJK/ydSr1pBgqyLTu2gjqR2rAQABofn8FxHpRCSA1WIGjexzRb1K0kI3jNSDlYwAACHfGWr/rykjXmo0ubUWFEOzx0HIsRDEB7e93gtenNc04G2ygrm8HXn9DsDn/ZheOc6h0TRTIGoZmALdYQeFVJozXY89+1P2eF8wrQ3oEt4yIbqmCcXsqMAQMDdMowzMtYQT4xYEhs84GxhxUTQuYbfGSLDSU0m8Bgz532OMVoDhV3gGSI/BWqa8QtHHnyrptHUtWRu81hnkDDt0SmDXC+WVvY8gGYAWgx2m0oje/qEf7l87z/S5Gf1uH/NmZQCh/+UjJBN9qAcaOg9fG+2kNMfyIMQef6Z5WdhhmkQs5X888OHzYe6NPj0AX/SK0hje0l7QxOjxhwwnanWzZEwCOLCHAbEduDDSE6gZlM2sUxjlPaCZjR3OC7ZlABtUt+0I/K4fsuNb7EjTX97cCbQeZ+WNQnrOMJoGhg4MELtivrhBCgfezzznIc4Pzwj7iex2gODlpT0ZASFl+nq/5O8GAODfbgYEASQzXXR/dZ2dZCtprtrLGFTvmrwyKALD35wADua/P3aXlG4GTPiNk74uc8HYdozz6iWDWCbgNkMR8yTAWb1IJGYMoxkr4MG0ROZMCw6jXqcHq0F9VVUC3Mpa+/U2lMeONsUGlPUpa68SZEg74aq9guKHfbmlCYFNj6vMBCQB5CH7lOuptOZLB/WeGWc8HOsTgj35aQ0lOuIPlrlqNcLc/pf+VAZjP16BZeUJQKGuEQwuN2/iWrhrZAbgML7x0HsJYcEvvec887qx19jL0tE6d/34q8U2/3wPftllHN03iEgYla8fczVvfxZ1BT4CVZ0PXOIOKY3n+5yeOh8bt4J4q3Gw7nU33GP/4xx9eB5w71jtn0MYgdwDW9AVdZg86y1I6JW2Y9a7JSP9u+m2O6C8F27ttYSoCynOZufwWAGYfeu20L33khh3K06o1V1r3/VJZFnm9lVZeuzJ2kW+su/f3u4CAQp6tddkMcwBJLd4bAG6HhWpY7Ks3AGxd7IzVIEIk7yhBBv0GTUL3BH3ioMzZ8N9vCfyMDH7OmH8DSFTamC5HB9n+Op7eV9E0mf2nspJWlcMj0HTr8w4QI5sboAIwoUVeQJ47gVDPvbKvMRi1vSfJa1sVHplykjaidw69fPNyx4+iP+15A4Fa2ySBJQu3q8WwbZlPqG2df1rdIssblFXgpAG75uGm722revMIsi17EFk+Kte/s13HB5gEtwYzvb5TJeCA2tgqeVbJVY215ADygsQZaAMbjb/hRc4Cbt2AfiGAlJaI2945NJTPDi18vOqg3yAdsi3xn34EAO2Phn+wT2wniC+m3akc3AQ7dG1WvYP63s22YecabF7kR0CWuwJOzyQokcBIKjG1BrR09N5Ngib7x0DaB2x+w2e1HTdt3dIC+X8OAJ8Ak8DM738GZqbdV++X3otP0xXPnaBNANh05jWLrYh87ICVdAqtj7lmg/sBuDqhLkEcbR0JwAEyoGk9m4AJfMJ4kd/IGmSKZem351TewhsCuFsWAUj5PpH/E4AjycH22Ozn6/9qTOxXEroA0SPHM69NrFv/Y3V3ZP9KgVRi54N0ylp7+lTjTGcp7gK47g4Hm5wV+fBbe0LazdpiEA27U812cuMMQnizTFG/uoNzlqP+NLadfxs7j+8CGifQnDHlXQ62Dv9iT1gOP3YXSQAEhHbVNojH2pmG+giSWce2p7VJyMj2//CXz/qO39v+lufnIFQqXh3oPEZkcCPW1ddWhfGpjPuu2TPc9zxYdL2eeSrIvEdTsTM6jKoY7IeMdwL4fn+qwTLWyFj9QFFoGY77CCYS2hP/nCQE31AdTr4A8OH/CZi1flEFKe/Uv/ghebadgrxjDLDWX/km9PNh7/4hGMkZkGct5yz7HWf0R+MftkVHPh89OkcCUfF+bJ8ZF7KkK748qkm+BjMiCE4HAWwgZEdGv5hBfKYELq3/vhcc+Wv7L/ygdTLeM3gba9nHPfhIGfZaelPYXTFo/FmSo7Sei/Oxd63DnZAnT0A66hunk+m/Z8TWyv3xn9c2SQA2/Gz/as55vxMXNxn1twCwAygGrWPHtp/dwP257lsbEqH3eBaq5iRYsursYf7K3/qB5rymE1iB3wkEs4zaH+/gVJB1ABhe3LOVI4OCu+SdYK+n0tnJ87JzUun5ZwEpfAclvREA1vPEyyeBe2TPBi0SCNu9TfeTplXWwutQibDIYj3rX//9D8sqdSt6MXN9zl57/b4xqMMSmIl9lfEPGl9lPqKVxdwV9J/xHTkdGmb98W31Lj0P2yPjz/F43lvJtqNDuwDjd9yDddiCiTyH4yXAK97jF2X6BD+7k1qO/LL+1z7tUZLBtzNvy4fxORtHW1qdgp7iMSd1zbnEyDLWPoErnVUu3GUSzu23DAGa7jNbvUPXxp/M96/9S3eEg4ONTFm5xSJnnPrZjgA3/pU9SrLIy3ted8lA2eOz2dFhE294Env0LPAR6AOZTYtqBUbfrpqypc4RoqN/Qy9rl+n1JwFveBL60Nx45qW/Zz0ln/R8+F0y8wQ8y9449s7o1xS9CFsYX9trMPI56ErkmOjFSRmLK8ZWygh7X7gu/zIDydU8t1soc/8ee/NV1FeH1RT5BP9omw+9dva0CuiYEwn6fWQL/NT+T2hy6RN/aUe++gf6Ed9Z3mqfvNZLW22/c0Tc6eQ3gdLIs5snsE2peu6kq46p3bGfLHDb5shQ+Br8Nr7/HpnCvK8A8GObImODX8g5Wblu+WqfRYs3nTs6wUQ2otc1Y0Sftr1mHGgSJsGL4h9v8pPp6zs/zk+xcz/9xm/jfTJBxtg91XcO5q0w10OSsTVn43yzIKOLBWHjMVw8gHJ+vOCHGseQLWeC+3+rnMPxI3hwjB0bL+tgac3ccmbaYNwG2BpoBFfChJtFjsPzW0aZBci0AEpmdYIwO+/81kL+BDin0sAZUN//2Eyu12oA7rBfGKcNtnsNRwHZIaisQ4ygdRjuDKGABXFcUbYtHCLAZZyhGPSiu51BX5/gUFrCZh5xmuKMLDF2EPM44IeebgF3Gye3g4ojDlB3KqNxikRLRcdcz5h1/WlD873/baHaAbpkbYQHNigQPmoAV51GGyA6wa2hKZg3mSTbbtQ48TgSnfDw9uDXugJ6my6+e9pg9Z5prWeSdxXAGP2PEmh67UyWt9UTwl3P1Li6csv0WwYoz4xzxBm+27aB7w94UPvfZ1F1tQ/gBfu3AJGUbgDepgkAaL9LwMVo9ZYP19wRsKPE4Y/wX/HysLjIPK2lEnTxRdpn7geAGpkXhTJC3Pu/YHMrRMbULY85Y+cGO24DLYDFtHybwMg5C5Jx2uHIe3s/D5A28rMTHlhvy5eRB6zhATAGwGx+RWk1AMieNRDVAE/2amUIWbMdTDi0Y6M9zhn7c8nDMhDJBpaDEkM1Hm4n9hjcGf2DMfpbZZP59BtQWoHIoUvGduTzgGHfs6LQk+2FfGedlz/WCaLyEZl4AhRqtVutlyxbcVguXbeVUwFmF2xkLzSkF6CKrMb4zFqmYwzBtXWsyaAnoOX1/m6GXrSsNrCtO8oQP3p/q42uZJ4J7LIHv2XAs2brfN8VegB2rZOaHjyjqSx6KxS6AsK0PdnFGLpdgfPKjwYmGqBkn0LfKx+6XbjXyLwa3SJLePeCZC3ZZAM6fetIq8cY3z9liIz9twV76DShFwCgGNgL3kbO4WnkfUeXjGHfjsueGxd69LrQqnwM1t+SudpJOFUQzsxVJmxkqOdYTvOd8BBK6LZy6PnIP5L8Akib930OX8a4Ds061eGBzBl5grzOev/rc6hyRiWACFURFz1clVyRl7F9EghxJqzsomlp9NpyLP+pfhobJuJqK3lXfm9bVQK6ph8Hq7azgPacTg/tvNtGnA4t+XxBYWz15smWl6YXAWSPLOL9nbSjtY/+vQF6ePoF7rIP67yQ0Ss6OGcUfeNO9nlolsB+jnhZXdvnEKL7cE5xxrL/cc75gQ/JsG0nrIPM0E7kQO5+q9K2IjAAATQBwBY5ILApxvyrd7Ax7gD/XteBhH5+cIenO9PYLx0A1z1beZ+1DGDxtXhXteT3o9aDzZJtH2FLjwk0QKgCRwteQbOen+yfcaRZbwLYrA3rEH9igD/TauRpEkj/PEEsbbNvHo9ukwO+dlpoLfx1Ko01xjnmYXb02NSA9mSed7IDaq7tCMuAWTiSP0KvkWGrj+Mrvfzj/Two+IJsum5BVM5eTgINP4eOpvLBtDpLAn+2f429hRx6A97IhLbRIZTf2tUT2M980S2Ry51Ipu973/Fjcl8SdP4qfWew5Jb9nAGILGog88hC++rZ95YH+H/N2wQFnCxUiW3wN1UAGtsJ4HxrSgtrz0XsMzqQwCfJx4BWdP+CX+G/TaQYe9QJ3NOh6Xt2B61/89fO5ouGByzMvo9+u+y1BeeplEE/pMJk8Qz2KPySKgPbLqObdK1ooKuKo1K0GKlCIhiZhAprll1DB6rW/uk9YU42qYuOXjxJ15EQf/l/vSiiqVkX2/ATlFwffM6AU6evYZZOLONRq5O8IoNz3AltSfYT7oKNHRvkz+xb/Lt8v2CoaWR0rYBxrdxv+og9wlagZaISbknWBdfQtSeJYCqAoS2S0Q6+9d2/Z27jK+zRAZZ3g7U0iNpnE7a/y7FS7xmZL28vfpR36j6S0qE/6BX5vVv9MzmBCqzwAwH6ALqsr2WO6Tr4WK8T9KbncMYi+xC/IVV0+LB0+tCzae14aHlsMturdUbvj/bdw//Yo9g/PCdrH//ht0CR51r+ficNxA++K/M7weA69s4+/gS9hv9fG1w06yTzoU+9l6SK9n1tbzhwFfmyxxUoiXY7FvSeMu7mf/O7sKjxtRd7DD1m3Sd5ZfRwV0Ii6/HPNXDb/8Y6NvB47LI5F9Y4r+cWOvEaO9h9dyDJ2i8udWwF66IJ5Kgisd7J87RGFHvgz1lGWx+uvWa8aRI4OqEQuszRBUl2IFgeWo0sJSDG8XpHzii5cnyJyLot5vJRTGN/mba0341fGiuNrHv1wp8lmEH3mGwZf6gc2nnxE/jYvp2W98ZrAAAgAElEQVSTDpb7sz85qjD6Zropjkojmdk+kHGxJDwdjffx8toKCdKtvZbE5z4KhmSxjCB6DP0s/ZB9zbm8refYe2O1oqHCH5mf5OSdhJI1oVvJYkY5Rk8/JD963EOn2KV6J/Zt1jQ8q3e8AeCMgaS3yFQwD8YFrgatGwdg/YbO4/+Vf6W/Cn8IL6YrXmCArCEyLfP4AsBKEgCPGBtaY8R2NsZVOGtRxJcEkb3WDz4X9ld2bboNDRFYBhwfd/h8vju+hJ91d4fDJ867JxDs92b+LcPwJRkn68B169sluoRN93YebH14+3OxI9525G3voEM7QU/2qHQtRYrsLfQJfYXOs+bIAex++Je5sdadAH0nkC7PiVxcIDfuTJ85r3Gelvpez/FZv8EcOiC3Qfs6+u/gTcMfTRv4n1e8bASKxs0ZvqaTogHvkwL646N1Ynxfy7tI+tT8ZBO0ja3XKV6pNU5y83Zy6WPskrgzx+Zo/Z3clTUAEyTZzvJlNuIv3/lF/34VII4XACSDbtu/FSuC51Z+XwB4Mr9O9e04QBpoG4K96GeBnEU1Tv4Bi3PlWzlnlmrF+1SgUPW2C34HgFF8+p7MiN+qHS7BMEpC69iAGQaeq2Or+uSd429/Y2TwHQY0f3MGQAiMAEPWCOGo8bzEeLUcG2HNM1CqKNIW9hhzOGk9ZpSk3tWgs8cyxkuy0476DND5Czj4rkUEafqgSwAzts7E0TUB6/J8GykzFgLAZMed9ZQwqCCbjZkj2PO8DloCcMGQDRYiyAofTJZw7TlZa200Y5zbOAwaZwsDHtzsuRg7bwVwtwtfY+i+rgGfAM4jDGuhvX/fWgjIxpj8jV4VwH6rqs7cS4i6esPZoav4OsCOwA3dRbFDs/lsB4c8sZCaTPgO8uhK2iMhW3gGhkgbfj/bV0s4bjuI5hcEIwabn/v952ye73/NH+G7jNuZng2ulLBkHTBk3+xleBB6DBAYyxU5pN87ANytb5t/XiDhtyocDCr4SoauaJtxENTdtUi2uIN4BsBixLNl7ShnzJshm8DDLOIM9KUz7SFGQ+ggjtYx8qdNir5JS+c5c3cMMd9RRlnztffoATh/C7K8YGXoaYkS5ctat8GGXlBLFMmeror09aKRou+uLmoaMh3JyasKHM/ZCRobyJdz1wFgQIgOJCKDmzZ6HW5+AwyNhYQj3oGOZMbO2fZjwDdQgVGa9d5APHYCWc1UuZ7rC4gW/6RdlOjhznbnuR1w6mD/y3/v/kE7bUB6spdT2RndkxQw9HMMpqNvemXv3xsokJxjzM1vIgpk829Zk6+DJvL51+e4J4AqBZv1OTpkhtAgFWMm6ImjpktdeVIOfFrMhA/bIc86rnxGxrkiwmsxBqZttNCPfnXVscY3Rjc6qAPAnQjSrbLDy9t622DDVDay0ifBB/PC7yom87gDhNh5LBtSR1QkCIOjkPveDNrWC53clDX5AsD/9beTGbzjyrOO7PA+rQxqSvHa1BlyyHcCt7r2t8zSF1TXdQ0Y8XcgqPxcRv/YgOFfwLA7cY3KGAB2ZNzLB9AUABLAkmlg1rzlCGvTwANr0gG2fk/b4medDUBt6+/s38iMORcz/JUs53bOew/eJDV0759Vve/aLrjUftFrG/Xffd3pVKC2tE4U2spIdKaTQQ0sDw010DAAtcczvoie3+d0ea3nLHPRv49mGdv8HVf4M3oAe1/6TD8NwBHY1ef4cC9NMKbuJBEwMfrDLWwzuCRtWMA0qJTP/YMjrUx07OWMKnQN/8ieHACuEzLxx9zysDqX6N7I6e2+FNpE1uX9nXTQABEV1rZVDd5uYFz7QDBvk2Kmhdesv9f5m1tsymThdyVQ6Cx6FJmcBYnMOvpbsuXMJcI2AYHVnyRnvcEkgJa8a2VhB4ADhC5Ip/e+Ca2MawNCW5nWYEb2azL8Z8z9fdvSrrq04Rj/krEuqBUgRMG6BroihxJgPOulQX8fKyHdtDwASZ89ytioQOyA7W/JKIxPgTStayfWRrYl8N7+od6RALoA+Om2pj0eOdk6xgDT8B/rcuSHaJ4AsOj3nG3I89MR6tjPQyys9fm3A8DjJyapeR3j0/J+6LvnA16BLCeBoQFrbJuWN9Z5M370ymI0e/QQAGOD42dTH5q9O62Eb+zHaB0rAYJxvMEjZJjp3W0y+03hDfgEoPTVYR0kovMFeufai6HPS8dNEKDH1XgT725HwvaO6HqO3HIwaQIer06Kf7UFDgQHpYd6fdlD23Vjg2O/OEGIgoLxy3Ft9IxOUst4F3wNf4U+qUoKvjUJB9Jh3/cEn3T9Jlk+iQuzt2Bgd9LGXntssMGFMAE7yNhHh2BzWoZ+cz1YRsnh8HA6y+1PfDPs57BPJe5YqSSJuQPA2jf0C/KG751Y6/DP0COGnBdyiy6Ez3AOIePR+6E31r31fmzffWAnGZ35fXQEJmB9arm/+A7ykqD5b/ZV7/9rF/2GSXYlIc8XH/2QrWXLv344erjPYeRZpqlvICR5ZM13LaP7adO6LTdZKioEtSfpVBCchgAsNB/axRcB5+oNvHlDz7EtNUFbzipubCtjDz6tnytIYptt9I33XrZxzutFdzYe0J3YoBl0reSwqkTDp+kE4nlhpyAXhx6OmeZAd9rGS/fh54HfdRV5Ks8Xf3vxoKsjiGTCJMu2H0WlslX7n/hXjB18iX3UWke25Yqs651418dPnOeMraq9/de/ol9Wp94BYNuFk9Sm9xKQjf5PAUwCoEmql1xNAH0rrLszxI1FRec3X4Ahv5Wd0BYBuLUhZu6l1/qIBAJKmh/2X5kF40+lmCeybqtJHeSeworwXowu/WPWdQLUYEmTKMWzsb8131P5rFW6BW7581+i+CRA6V3or05I7KSU1rnYJgePtf9TbYU96u1AlbkkecO8NYvZ/lEfNYBsWfw895PoYRki1+FJVEBX875gYnmndV7Z49ie0Kj+VYcmjTzyKUkajSf1WcGs2fLKdDxhveuoROZp2TDVpb/Rh30fjxkZmHm/rZnhPeurGYB9GY859orX2UkBN6bctlZoQ2eGqwtSZCF8ibyPThy/UmtYBt6bXE1lLwHgtW9Xf2tcKVDY57YegJdTeLNBodbDyC3Ju9DT4ma7H5to3Yki+v4cZ6kxVAdMjbc7l/IsVQCb5qfC2PT1gS7/RihcAYZvQWU4HwGLT6CFnM3BAIszmw2HOcQ4DQDoZQisCK8pcT6UO5kQx1nJ5svA6N7cp0y/znwLEa8w9n0zKQOA389//B8ZWyPsryzYvKcFrO///kf7CX/vOed8CwReb2xntaVtTwRe/zQYepTPjP3NTG+w3u///rPjOD92EIcAIVAMhDfjgPnhFLZg7bn/1rtd3//xR1qAvD+ZY5jNDk/N1+tlRl5HNO/6FD+tMsqQ6/kqI6IzrXiv6KazpRFuBBMQuPTs5zyxdnhTgbAzQeGczB6mKSej6ER3XBlpwwdt2JpuykCiJRsVCwesqrMqdA/ObytYgxqVtcTcCADzXt3/m+P90vP7NwKQSreuhAeAtDH8jaOz2vS+BhmjAOLsdEXInznvHnefIVUZYG2Ar/MbQ4kxEOg5YO+s+Y9Aw+WgRYncrQunbYsN1tCDeBtDA/nFd8grwFj2pivmvmQaPyf8CJHFwOvgHADID4Y6vJ22c2T9AAQBGvoyKkCHh97AmOl1aLGd2fDgKuam6xge4VuqCpen/pogzJHPk0DwSzYcis3vwliYub0tR37IuRpaGzDwBo4XRhVr+M6/eanXWc/kDI+ufEY3vXIOOiQA3CDq63xafn77QRV43ttKYILaIzNNJ+NMsmbO3DJwVa2mR77qaWv0vwB4guNXlZwdlhD3K71bbnmdLWsIAu3V7EH8zgFk1Y3o+x8JOiQqtSFF0gV2JHIbh0RMFwALvZ1A6YK+OV+Ed8JXvR8N/LwBukMXRevSO5wRemii6A2ZS2D51d8X70yGcXgxgJF+sQxTAsO3Xg3M9tpIdkVXxzh/Ddym17xzDGrv5xi3w//3WYFz3va0LGqHLi377gz2yHeqY2NgtzPTKh89iWHZDkUqrbMQVBu3DEAORHbvgnenCrJFmfslL78Pb9tUr+K8yMhZbKDd99DqkeeVFMh55F7LSjDrdsB30kjzXeQnFcANWEIf/t7BpQQiqPb9jZ7OeL9L1WrN9OA2tQm+SVa9Z/skUY1s+jyhAR7+7mf/T+/2Oj3AcdsUkaVbmcV6tx55HS4yuaHf1hubkHBTOgG559MTHP0t+ECAOtnBt8EN34T+AmScwCIt6YYubBcqmKR8geGxpn8Big0KaWuToR//BECKte8Auj8TpUlujiPa3RwCnkw7vh/JSgEadN/q8xsQz37M8QsjU1hv/B+BivhjWY+bZlrvs/7YcF1Bh+3nQNE3oAPMGIi7q12w15H5yIwGMJZG8fcG6MD2VSWawTolfYVIQ2tbQYH9//JvbI/YMp0EyDuRR9B3gwyojUO3trM4Pkh78Ve37ZONr3GJtv5TLdYk/0cfRKbtmNvO1xhIaiHhyntgUHp4evYcW+bYqe7cEBCzs9PlH3ZF2rWPttN/dofAMmj9LDnUAdRUhe2+NC83r/bz9XkCrLf9o89jp2zXmU44Mq0oqlE/rJsDXOMX+Qgh0bzOC60zMm1RkXgytPJnFdqx1zdQnqDtdnSCT9DVskXoHEMSoTl7lqcThjuBief4X9OG/IydIHz2+pvtQ3l/Hv9aT9BzXgDyh98669HAmPmoAlsZ19qchy9HFtoHk/yqMZAAAh1iI2S9J/DhSkQqXG+afQHu1iHw+ZtEnHFf5DH211TafntBwJcAf69j32ld4MDF+ETTTt2J6vDLLxjOuV6zFDg515g2x4cEOO7EyOXH5fFjz81+/Exia/yECuAQz6Fz64c507hkx7NKltW0kCVA/fqx0GjrQGyLNwG5n//6Ta8saF0aGbf4328JrL1Wy/NrO7btgZ5h7Mtn1T5SazRHX9i2tJ+mjjrrr7fN+R4lI/1zOst9wTX2F/9OYwy+Mwnwk8B40VsF4DX+lWvrbxEkxv57ixKgvQWlQ/dvcUTrEHgG7NR6eOxefed7CxNT4E/2ydsxCqB692YTXdqf4ftTMCHAuQJNVwJTLZDWhDMr4Vlal+uyW//nxk7sJPHE9ph9yUku03Vjmxg3VaL2VPl3kJU1a9p75Z3WDnw3NtNiRtzXBVXJ0Qi9gWE1/sA9To4bXCB+7SbP3jQUOf1blz+en73QMSfhFxL/eI75b3Ae/GsCftoz8NHw3V2I0H7Rpe8+ea+gM5jwjjnJW9iv0e8SuFSmbcto8+3EFmhtHjrP+sUMCR/TWerFj/4Mc3+vWzm3QTLGrAB4JwB5HY2RxN53VfeDa1vfja7DD14ZOvj4sPkff4z8nrllLNl/8Amtw12AlGBx7O4kAFwdASX/PxtfR3Mh4zOfKKerOCDxwfOziTYb4HIxkwLvT3WyeW58GBdYTdJCPtc845fj5y8OmvvazqSbWPs20Ae8rHHGv7rPVG2eAGfRZ31khcf0Ec15Vt2ksVKg2HwRnVDG2WW/Qn93snl3Tf2tWGrjFHtGdI8fum+a5Dl0ReqkOmwi1s/zvoqPZu+Id01yg+nxW4+3M69bI2tvhknAHkP3kUXdGfUcUzqTAJ/QPkpmULHKHJG9SUJQIm7oD33SXT+Io3UBl+JwSRwYPeIj6GIXnTOOv+8UABZNsu/6t7sp8bfuc2LMJ2exe7P2FtYn7gmt86+TiqYwy5/pYtE7vup3PzKXIKvpbDo6sB5tN+/ajP9rQ0kTDb9oPfFTFL9IdfgWSB0/fwLAa4eFD29fLQWOqno/e6MAMA7Ye8ZgZ06yCDA/ylUCgqyJ3vDOHsyGfIJfGWTfzlohzeSWYX8PAFvYqSe4NkgOPQw6jHkElI27zeBIoCCLCiEnoy3XEYSiBUYzPfdp4xi7icfvj3Oqa0S4BNLIVnC2j/riyyCcBTlRf9+I8TsA5QibgEDbYkkl5HrC1T5nslNYZ5zRdqZR2HoPY2vjXM/1Gc1fgKoFJ4yA0to2CxG8+knGjBRdRgDImTXVbFuxcQbZBoLP90/7cNZYUyb424kER5FagMThJsO+QT+EIILdAHg72mOE3cp9nPJhYto7tnOVuY6TNdnBrBfCkoPvPRf99/1ft9hsQ9WKfGiz296wr/oKA3Y/i1PayoZKoFyfSt+sZarnvS82WFa4JIAVymxBb4dkziDWdyhCOYr9TivoAuKiUCQIdc8NIrTzzjwYn8dmkDyCFFo9GbCit+EHZA7z8/uncuYNKFpnWUCGPvuHti76LOdjLhDlz77nck7AX753I/94r+jLIKoz2EJYyA/9jmF/9noUjcbvOWhdDRD889sfAb5ipARPmONmTw1w+K2v5KV+YhwNOFZn9HbVb1ffMnec2QZCdk3XUQL0eGkO5/06j+EY5eFH72sZlbejsNmoDRZZVs0WESTZd2e+bSQenTFrD32ZXuuzdoTOeWez13rme2ZfeCH0+DqUWfcJjCI/PgNmq9VeNCrG/A187jNwignyZt0WvKHFkz4/iTwCLDRGA0wPqHGUTBwkACmy0Sau+32eNO5+byrPxiDzQAiARG567aVHx5HuDD5ouSvlaEeVsU/ABUf8e7eSnHJmTBwq5u79G16N7BwjZ/bjt8rOY8CLr6z334QyKKn+nXMzUcytnwHuzSvf5B1QsvyJ7eIxyvYYxe6EsgE24EvoxPT0kcB//u0DGsYIZz31ThlgCRAt3UlO62dlzspsG7rKJj42Qmhhq+TGpvnutwM/4Ibk0eqZBIC3xVn0c8sOja1bMB2+1vy9xkt/rqwcsEBrxVxkH6WyIWtmsMf/hoe6alDrQw4Y79oAyLaW0nPEF1TGtj6QPUM1cuubt8UuNJU1/mv0q5IsqpU2AP/PLh7RJ9nXTeKgywvBQHSS3kWlDDxMO0/JDfSv123IU2uP/ukAcAOAULL2lSS6PCGUfIGw4ovh2+OUfO+jMtt7M3YbfLCgmWieFl+iqbwC/e53PUEW9oRqlNYFh35HBid4sucqMa/IlJXD/1Pl11uhTPILz8r81tYWXbnyVPbG6GPvJ3z0fSHdrjXoqhwcTN0X3R8QowPA8gOoFmIfWHPdgG75kXFOprTkrM8s3D3kfuiuM9o7+Yk9ToKbQLisH3tk0GzAM32WswzHGJk1eruG0OnBNuFHaH3uFpW8epZabvFzJSsOKNTyChmAnyW+ON0MNI4aM/bxdb/kzwS3od22V2InZP2Q2fCa/R37Dreu5v3o/Q60nyDFt9GS+SThnRa/tovTDo3Ev7/9LX5t2+N93jYA2el8oP34dEr8t3BhjlogGzz0eeyPYdQ+wgh7KlUXsQ15XmhoAYquJF87+a700x1doap1axDlriKOnn9tr4MnzHn2b+DxTV4JH4bvmAfAb+MI1vO2J6JUoPkOgnIetOlf/9X43kr6344IIgAckDy+05GTp0Vsxguv93zxFX5LRrCdoORmO6Vpz9pJiLEjJpHedLyBA2g6+nRbtGa/oblf7MMK8r4+5Rtcxb6EpzsxjXldgSL519+A3gD9G3g1v9qW22PD9Bzsk9D+2pm8/6e/gv26/tNJNBr9pHESwBBdLhC9iQF3m87RwJJ1wrK858OE30DehMHVOxvMvgLA40MqQeT1Je6AO8l4f86f5quxJQ6tyReQnT4Jor1W4EH9We7LJ/AhFZ0dWBWNd6vhljknANz400nAG9sDQ258Buw/8JdTYUgFygR60G/hVa1JfAPLykkSydjL3mWC8y9yuz++bOvx3zpB1sFwV13Ou8oeiWwML7GHrX//8Y8/vrFlf0XX5mHR+PdfElFznwtXxt5g/bvFcOMyVP6JvpT8LXsAnjv7OfxD94HgFwl25ri5yILWGey/9lDPpmqIALbG+l//lZbD/PzjK/hwAPizk9mD+I3Lv9h0ks/CZxO4K/xnEusum9S8GTsHWjTdiaYZ3xxN9fK+7mnZ/lvCu9dYdtxghE3fHQgKZkiV2NrP8Jj+hf79r/VS9rUDdGDg7ZtdCdjCi2m/a3oOXTVOhD5NYVEFiCYxBYzk6PRvbP/4EpfehPQes95DMYP3ZzpRkKTIWq+NOfqk8FF4IFhaOpWsXNFvm0ypb3ykELZnHZd0fOi5Xc91YLOOYAxvBE/7jed3r7M+dEA7wZPBC3R/26rHxrmevXhV8zlzEx/dBULR/+CC2xU1829sYmVF5HPji83LnRiHPiUZ/ugb2wo3pkESAfaG9dvgAnoXnR9JTM2cwtgkQfqIlKFD0wwTH18J+ST/3nRjXjhb719+wxf0Ofat36fnXfjNBKIn0eTF9SIT8q73uCMSb//xnVbayW19JCF7+eJ44q/s391qu48OePW3927sL+F4J9n9+MSbSO/1GJyo7Sdsp+gzEu3vAD+rCj+GD7A3Z/es70fn6zvt6MgS+QoXdlz+UXgp9+rn+C3jJ/qdY+OCOeJvmS60ZjZ2YqN2kiFFWMho4//zozElvrSf8Tz8NeFf6Raa87R1Frl8Ne6xfsMPYry2edaOpADg2HcTh0jX1+Bg0Fj/+x7/9Bvu605GwxyRS/kbGzbFmimA2R9ilOMXVMHBOWd8Lv7HH0kyWP92klpm3RMSzJrr9XQMUFwrny39QXvw6OHVMUiwRw5/KlG5A8B//3//+DctJ2xkyZGcAA9KhkniYOtvTd7fj2LgDA8P3Y44lRm7RFTQAhDKAFO2ipXslNrXik5G/55JAMEi9LrSVUIxDJigQgDvFib6e6KBo6DIstMUWpC3cR0FGuDnDUB3VjkLDwCg9cABbYOHMbVChUECLt0CuwM6LYhtwE7mxo9MPVcPlgH9MCMgJi1L8/60eMHwEQMhiM9nH6OfKoJRCiipBbwEOKV1TQ4JH4I9AM+29mavEXAeg86nmJ+AG8l0Ml2NoW2A1cZohEwrtBB6QPtkPC5goPt+a6HM/G3s2NDdtnx+gZzLCRiuARtj8wBwlUFp0GJAtg4KtFFJBrmV5rTYQQGmAhMjdATKgAHMOYBjQMkT4BsHASPqNfRY59/mS+XRtpsdAP67WPayxpY2NdlbMty1ZxgxuWYSJCZg7uXDORz+CxA7iu67brPpYziBad/BpdCA98jBvqkMfpQTPKI1FLhmY7+c6L8q23UckNDKGoTeT4y9yXyCn/3uD9gk0C/ZpR/ziX/fDEDTX9Eg7KexnRZQknl+dwIxXHOCrJyT8W0inQgAnaksuwGFME0bBFTrAFZ1J4Udn4DDVWRtBDAmAIBWPF7/4j/WqYEx9qudXstsrf9UT53gxLcOZLXqPugts9Lah99Xwa0C1fdvSylo3J0pzKcxhpwQMcGoGCRrJDWv8t67NdC2pbVdMEDB0shaym20eXwG3seBvgD43OPMLl+XM0r5YZ9YEyoMNB/J70e0H140G5nebifF611nsHQg5lw/ABgODGfWJcs8zjpJkn6cdKOWY9Y1TuPq1LPHrsCddqyyH8byNkg7f7cuYA8991Z+vEsBLQexM1fG0msHANUgtZ1Pyejhu5OgNfzZ1a2dYNIVmr1H0RvZQ+hfn8Vwvh1OjQ168XpXQJ9xd8UVYCX2VbeI6vX5QS9+9q5b6w2ydvWskwSkQOgk1XCOD3L5DlikxY5pdrKDMw5k539/rZE/uvRnI68n0OqzuTxffZ7ktq6KDJ9sIpOfi4tqm24ApMmUN118fKWkMdmPOMisS9Z5eZK5ktiXeWwAQ+/KOd6H/WLz2VEZuwyC+v7GmQ7QFBnqrjDTgrgBCv8+gFBsTarxAvK60sHzudu5SYa/QHLPKfQUuYZNGdsjSQHn2kqYIjs1unrbD9M+6TxTNtbwbDup/f6WB1SvxJFbRLEzsHHyunq/ZVi3cMKBffdRIA/n/+AImh4NbiRBcemP5KDo5w1EBIjsIzaSXTutpL9nONg5GcU8Xzf18RPodGRGr92euw0fJlhyJY4M4Ml92etN8nkTiXzd2FOAG+ezR54QIEO+XYDRN48EYZfWU22zjnjrf/PU6JScIbfVAcUtx74BQGG+XNOV5rE71nHec8/HDvy+fdcLQDJniiVJoWX7mwCn/emAlMdxuk54V/0R/t9NcxsEwEZ7z4YE3GH/mKfGuR0gNmP7TfiEZ/as53mC54eu0J7sRrFHb4Kl9uWs97SeP4ETK8cFmDcBCdtv+NX2b2xbJeiIGq+OP8eWT+vsa30nQNogbM/PtsxrsGjtbS+EN6iy6Soq7tF1nQCJP6cx4AO+9g77gW7AnoKWzzO1XuO3Rp7Gt/yzJNK2d47tXu0DwTMikxZ0FfhNu8f3mCjwiwbDNYYD8ny/nxa8M7F0KspYG4BsGm+QqBNsF4DKw9irTHyBP60vweMkUqwNGP0czWN5+tFOcINNavDjRq40mHj7E8KNArY2ANt2GuND/9h3duLMtgdsG/BaDzPo+GySwSPr+1mMnySVE9iuRL+1X7ZK2IC41yg6A/Cf5HTZrqaoIZTmgU6ceavGNWTpuT0zOomiv+vilYPQvKf87ckm8+cb6NX7Kt4zlhA79U0iIskP+zp7qfsGkyk72s9G7Y/9iSyJfahKVVVfgnHd+jdjix3K721/9xgiS9bm13eyZzYxTS2Uw78rL1f+tX+kd2Ef51rW6e1et/gQtp3onArk+KyZp8/QHAyAM4rf5CxsNL0tOMXaf7/JST1P9o0qLU+ycvEZiV62a2dxklid+cAP7EXOIFfCKLJufEYlqQ8GtsGNrCPB3jKrjz1D8k78QLogbuWr6Bi/qcHztccbUyMBZs9V5Z0e/zluJpPr9YIu2g+FLt7uCO+9zTv8zvPif2wBjL6HP/U7OCw8QFBc48CHAk/IOctJutD8fytIQD5Ssd1BbB+BY55NgLrpnA5T5tXvfylI+uTyxx+pfPsSYJ8E5PAucjx0b/4ZPn99DpJx4Xn7V0oAACAASURBVK2JiRzc8ge+aV4sHTP65cjcMUQjb4Yexx/3PLSGxoNF/3eHkMOL3gPZ1/G1flu/TipFniS4L55RgUeOdMg7y38d/dVdV7Q+p/hNBRlPZ0cqxXlWaG388m8Dunipfe0Xj/Daj33SwSRa8nuPR6dFT8unhHrLvpV8nyTIo89HpiDzuoUxdH8C3c8Z1aJ9/H69jSSFlsuRidj50jOJw/jIqZGPx35SwNtYQfZC9lFjNODLZz1E/7Ktvn87GM9nHRcgHuPg4xdIJmHXx99hP1VCLjx5cHgHGPc4Sui+efuyT54jSPCH7mKqDnrGvj8J5mUn49+HKNNZrgOyXIqtfyfThg5YU9vMA3CAa2zQn3OBQzx6rklpdC10TLv6nCEcu6F9TPBp+BZK5LgA/Pd8/tn933wgWXju+KG2X8BOguXG7ot9+dIreIloCxuP9+veLZBMjOboUdHv+Ced0LmJ3Wltj/27z8xvuwf4aVkXfBO+19/yAf4tvNMdmVL4yc+xz+nwZ5DZ3DUt4rM34KVvwhE6cnWg9jBHN1A00HLnL//3//6/fzsga+Ea4USF1GuwnqxWAykZyGawnDnY0eTedvg1DymhNgKOAT4AXjtcZMf2Ow74+ADRR+l6BbTyQ14jgGyQnKj8AjE1av/ajiGOWJ/lc9oqjgLTq6jygUE0hBfYhVEkJBvMZr7tiLyMk8rMJTITgDLPv0xEqWzOEjEhfnuojHRaevi9vwhJstph7qOYpPg/ASxBJeDkgIrfPB2gOYpl1ldZhRMMy/t1wWbHkunXTKLf2cd3/d9gkQicsn7WpUEqguYN/BwnZB5uw9dA2xhwMweCwzEKEgzyT9Ev4yPgwR7/bDWxAI35AsB4buxqMhIZWC8LcxxIKXCD4AjhPLf3Mfs/yQz+/QtMGrgOqNzzfw23d71FJzi8XlejTnHpX+eBSgcbf0+7WT9nnHevEZVVQ39DLf6HQGS3QmtHrx3cw7PKiBTdCCCfgAJz6czlbmnF76a3WS/REwZyC8vbaP/Zisj3D3AoQ2Azy2lNWAJ6HLns2Z430AbwcUonUcbAVwUm7SCM0dut6AGJ/gy4fAPAHZDtFpCdyc8z36BY08pL/4AH2euh0ZGvfdbeVlDlmkOPsvEcHMPYVqXzKsI49Al+3E48129FJAqb8WLcYtTbgKozNA4/zf68lZ4Z6M5eZ/oSOIB2ez240sq+gkfv+uEw6PN2JDyek7CSdl56/ivHstaRnTjTUXfbYrzp2HrolwBw2g0Nfz+VeO1ki8+61VADlu/4jsMlOrbRUgGgMdpOgF+Z/haCXgnTQMspdGXoJavYvKq/X53ztgwu+znAR6/D8HESdcZWqbPqW854LCMLacvOvkK/mzSzcrnncwJTYxAamBhH7Teg59Dn6G2ccfTq23a46Qwaaef2NaoxxBtsPXOaxC393QAt+kz62YDh8CVyaPlYLdZi43RQLEDZHQDOO+OsIvuYe/Z8Nt82luTr6sQLRPV5bXeFNLfmeevM62+tH3ae/k6WZN4lHdotcjSG2Kyp7vvth+f/pnf7jNI3AMz830QeMrg15zjYm9GqpKY4IRE0nYR27PWSmboG/di2gfbGLWOdgBRgpdcBnpQ+IbPca7lsfS1FAy6bJb/j4+KLLwxGJFMefZLfV1fgOHdwEAcSO+CHjaNgd1XQJCCu5w6wPIk4Wb8FiXkOla0Bd35uercOk2zROrYjCe3+7W9/O+YyPGjndQIK7xnGZ0GvIzJ+KpQGOKDJrs7nOd3akUQGspeZ6xsAPs78yOyzb2tuulU5AZ5OTnjPEmQdoKWW83beXQ0f+zMtuhf0PWuBHUx8coLQDTp00oCTOMaxJrGStXnXFyDpHafpfBY2fsG0utbeja7qRJ++vgGxbjVJwoLoG38SG6Jb4QZwmWQ18z72//rU4UM8M66PvMTmpEUaY/vhFxRA6lfMOjcvye4U9UcuZPWgPf2uwJfmcFoVDl/Rsct7a/+b7g0JypDZjo0FDWsdGkRcmRHAA3+cOaF3G+xov4j7L345cW5kjPzLOlrpMAQJYj/5X6L3dNcqumwAUBWCpiuSpYxXBJcQviIZQiDs0KWvz1+Yn6xVtya8bIbRq70GVMP33vc7ukKo7dAePwHsTsA6zxA4+wXyCGrwefuAx0c/R1WsfmW/PQ9kHUfazHK338LcsFeOfphEKuhSss3ydXMZolcG4MeXNOjbWV4zAa29af0x7sVpkEUnOcKnp7PDsTNibxL483yZ1+cnY3NuEJKz3heMDu9I2KkqWUmhtNQe+ih5DJ/pqK67+j8yIf762GRPwuHq1wxQY+6jnPzZnKGseQCqtz5rWZx9m2pqB8MZrxy+4G5tf52EaFoY2ubNPU1f2cdgHVpLyfi2gyVfxcexddKypG0jPS/7ngDeZf8dzGVbQx4axS/73nuq7UY+B5sNaG6etc9q70Gj99qLzGL33tV8rywzv4x8OHx7bOysR9ZfuNwfFhC5PolYXW2HnQ32Fn985ViS4/9h3PDXiknp49ElBtL1/NFDyL0Xr9T40HH9HUdbaFW8P8OcB+8wHvOfsx8ElLSWPwPA7En82kpAGF2IT9X4UOytJKtzP/jAhSNmiWcfkb5lB3zvCOZVF2qnocm6F3sa+wPaeAPw3tPvud2iuUVPBzClTzqRkvVJMO32n//26W2tUet88Y318Ef8//l1KiGwJbponXlV4g6W2zZN20Xv2Za9Mszj8onK5kjiaXi0g/J6/nW00ySGnyrxsbd512/+M4lkLcdbnyV4vfyQThHi2dFrJwAdHPB/wsWMxUyBEnyrfy2D9IrZhxe/+DM/inl1cWEnxXXAx3R17LKVaQSHRmpcwdHQ4k3fJMeZh5WUULziz/CPR1fLP/oz3OLmjvCHK95H/ijwGz+MI5wmoPfxFZXxfsb3rh+ty6uDAf7HJjetfGU+bQcQyNS2dCerNwBsbKZwr4PD2+cemplkzIvvjv0cnYAt0esBbWdNBwN7FuzP5GxfJr8ObFQjeosM3iTV7fQ2VenjUoJr6NndPeiqWF1SGf0258B/tr7wQNOm9Vwe2rIfu83PF5b7rVsStMFTSWK5bezfsM/4GbHT7ZNNwkOvC/KVRCjsB/S9rkWmggfrs7czENenSnmPicEXbB1g3PZ78dGLZZdp/tRWrc1LIV3kdssW9Bp2H+sZXkt84X+Kc/n6kgf9N9vISoMh/+X//v/+39cCWn36PyUsh9ObGIP0VZAagJ2uCQAzqQw0WxFjdwGcXug2cFzmPcQTI3QIqBCJNwCs52NkpNJineAmBFdgHMB/DGlleosAS7i1gnwBfRSo/u0Kx1O5psrF2XjOnLW9LuOkgnMvOBUiyjaY6X7pMd9z0Y50z3bWurM2mhlEkF4j9ytPhhlE02cGyJhIW8L9PgyS8SNYnQExQDStHxgfRvRbEQBdGEAbVxamvYywWfTLmBTpyOicDA/veYH3r+HZNHoBSNNChbF2pi3OUBhkQRYZTmb+MUoA+FF2zFff91mGC4YPD1SrHt7fAc6sMxWgu9uhndDQT7qJg3BVcg1AlH2OcwB/Xvzgif6OXs9yR7h/9Ai4r1uSgRWeFl0oAIzDiDMXnn/bIeT6GD8DfHhASQzA6TBwOob+W9nG+I+h5DXJf8lomQrlofG7Ui6C8nUA9UyqYuCjlgGhh+zNBng9wc2gEoCnAMcEzpGTqWgDmJss8FFULScRvJ0hr33FIdquC6tJrqzDoY0YH3eiCQpqeexugX7o3s4dGXsBm04Qd+RjBxJ7rVouQhfmUcuJ21hGobUDAc+d4G/Jv6ZvkmS0r78lmLx89ToadDM4lRAPENX8IYfDWWZjrDNfrsF5b2OxZcFw/eUcvuM5Ad4BMJrej8Ex1sIbHH55GTluuTSVPqfqH/17WkjF2EqgLjo3AAW0mmqINiJ5H0az5d20GurzOppHHWDQGdH6n+irErowyJsPLA1KBmqEZNNiGPmasSusr0hwGaDttyAwdgiJEHlP5OndsiWyqfVMy4J1kBcEcMIKOuu0Do4h7K0wAET1HkjBjdRdToNk6zhGL9D6OvUNliZBIPL8XVP9nSqU5enw32SLa87f0EQvemc6pkzHClGJ5UJ4AWeoddHlrBugWr1ywIFJBHmBII1tW0AfU/QAGAlq3AFAzVEOJxnmbadhm/lMms/mOfMaJ64rzH84vfP6laGh5ugH5v/TocGBoGIP/QgvIEtZC6ptpX/RKwvemDr/VK87WXBszLbHdFdncZJsiK4F28C+bBswfJ95SZ/TKUZrZd1qBkqm9gHMLR90Y2ZJ5vexBZj892/bY9BQ6xcuBWjaBC8qxpLEprXKswhqBRgOoPd9Px1Sms7PHvi+DDYArQCx0oUDRGuvuyrH1489UVM6vwKytg8Ruyldh66f7/Wd0JRn5wp41vaWJ/Cgiv9LADh7GFuQZ7F3x5793i+/oZNn4ZcO1refh/3cCVXsYc8t8mTnw3dvUqDnLHvK1yep9HrO+Ev4D+nOI3vxdmTdHqwDnvWY6J1N4Mj6BujvZDj8mqaR3/YYGriAzhk3a41t8VOmTOXMbPR71qDt1u+/PhNK41cHA2gA/hFQdiqbvc8r7+HvuJl4/JPULJn8fdZnKb7Jp7YDTLLYBdqo4ZcC/7taExso+7hdEjTVDgAT4GFtHZj5gg0av/SkdHBXILRf9PpE/K13pgpSdPC9m2DY+CbQ4m/2fsvEK1t+aFL0/3b8clCqOhiFpraDWLebbzs5x0fQhnvbozdPklAnuUfl28UTetd80HxAS09kLvqHTliWWwVq6xG22WSJTdUP8uftQpRKjvDzsXGmsvDFgHqsP85KFC9SBf3YBT+ew3Ec9cC2v7Cvz7i0JzMB/1v2fOa+HV2QM2e+A/ATeM2ZdUkCW3kQuYwNu19MBdXHK7/ZJqsjdcb6JDINhvJnSRpv0C042ASYBpy1rHAHq+ByJNqINqxGxleBRpxoMV3KIsPg5yRVkMSCXmV+Wgfxc6qUEyTtADByR9e/1dstkwKEToD2u1ad2/S8t8JZQDEAajq0JbGDAE0HI7R/yFyS9QnAO0g09G47tbBEyZTe+y3kmJbrFQDGL4geTHLdwT1GzwimS5KOBpTKNPEaCRPIB/ystnuTbBl8pPXF/p4uih0QXgwgu7S+eex2KoB5bx9tkc+CI8H/oYftSGHZIHn6TSddKqCVvK8TQ48vWh0oimXPvaJH9p8KfsZ3OkW49a9sl63iovJxE8U3KMDee5vtl8x6fO+iU6DGR4JC+59njBMgJzlNc347gkBHnDfcBVCNX50k416LOkO8ExK7O2TWFNvaf120cCUyebMG5zJdR58In++z1WODrdGJnaxrfzt+gMQWcFjWR4/ojg15LolY0Jv2bdvits98aH3ss/8psNlJF82fP+wo27YZIcHMbTM+59Q++pn5HJlQuG7oEBrfVvfolj2zNBXARz5r/ZVvgv1lfz3+Ez+Wu2O/Nf7lbZxJ5v7cQWLTq6v3iZHviy8rKK0zcHMFzzl+P37sDTMc+ad78LnbP9+Ck/A/OlNBWCpMWZ+277j21Z/vvu9ea78k36OfDT/VOrA3fexCJvozAGxbf+wLMIv2geDrLgjKPoT3zrWjRD2/7/sjVwb77Y6Ua41l7c/6/5II3fQdW4JuZ+3D5uUbvwnm8SYESX+KB+iQ2zTceHFwoeBI7GHrXN3HWbd0Q0xSejp/8VzsvhND0DPLD/MafptnLO3rhOmiROMTsc2pBoaOD33O+lM1HF7YTogvhvCnAcyxTZ3obzyCRC/Ripd07NfbH4L31k7ac64zVnVguI96C30OjjbFeIxTp8J2kQ80mWKSoHnwQvCe0t/f93um/cpuZIHt77ETNgFk94gK5JO8gqNgIg9txhe67UXv8eMznwDw14967Mmc9ROwyLd4eRrc0MQbAIYomsGSYbeTO63atNTfKFJVGCffxKRFMrj8MwB8MjnGKCaroqtEUZ7+7HvtZhgcN8oLcgI0xcQRxgHF9StE1QAIAhvC7hLy3wLAXXXIPd13XHOix7gB7wm0a921e2wgjAno3aXu+u5fn2FgMGwCpa+jtBXaCfAqeHuqlxmYdllnQGo/Zl20J1ICMfa3MsNO7Mf4+rED/J1hCuOlh3xa2SYIFgAHowPnr1sqsfckApgVRRvPfMrG+ZHJxDRQ+gCEpr8BXM3Mk3FU0/avXX2tMdLiVABKt1GA+Rd0TIaPnzGGdVd1M47O3EIQNajRzlWeRbBiR8q+xrhYQ8L0MB6SKF3CHeOu+e88aQxVBHOvKwJN+35lZn6OTugwT7mAtqmiayOnWxlE2Z+wxoA31YLpG/4ff3yZrAfuSFae7ujnwItRPAkgM5bQ4lQ9lzAMD2XMb0VAt7TqvWAeBNL6GZYfftoGsBHQHdCQ4ZgA/V2tsbsZelnAU+eZbLBa1xHg331KMNnjmuAItMQY5Rgs0LXt5nqdAIxPtmK3c5m98vvH8iZgiYxPUsgo3qqgOy2NtJMfjUrWxcmnRcfIjMmIpJIB2leGsFe2CJLgvVZSoIoA181mzn7b6f/WpcHNA2yPoZI1QRcNkDMRxXYUkhm+4I3llUxWVWrZ8Igh15VfGHsLpkW5n0AszuqA3IeHniDvsHDWQJnoI1iYF8vSThLZet2Chev8Hhl4AwBtgKPPtln9nP29EwKg15w/GsYiANyB6+udz/gNoD5BiuaDzDeJRq++aL3WQd7mdc1TADit2A0CVkviTiDgvYA9/N3vYR9OstcEmFpGB8APPe8RCwus2Gg8yUobAD6JDXYKYqc0sEBwW7oz2cgrPzp7n7Z7aYmTffmpQ/bsljthKPxpGp0KRMuHasPasuu1J3iX3RXJiwkU/Ehgs/xYOZ3qlQWZ3gDwnU2ZRBsDgsMwHWwQ63LEhwGhMbolUwBQI0v2vK52/H9bL69BdTA5R0R8zweg1HuYrx1fyYexV99saeQSemoDwAnmxrGn9Y+hoCPzzWdToQOo/QKDgLDI/t9aX2HLUWH6kw/D/9kbKtUapEqLLvEl82OfND4BZLQvYp7NU21LHrB3AnXNi7ZXkC9zVprea1N4Luz5dYBxg5glVYaJT7ePsamPY6ykSMudVEIka/duIXzGNwknen+fKR8aWmfrBrgnUUzyYezJvnZtivD3v/77HwFEJphBpwDJ79339dy6OxLjRCbuuq7PZt6ZOFQHO3QtfsYVKJwKXOQD17wVcTcAuO9LC9MEk7AfWmY2sH7s528sqaDOmYlvdb6e5bOxRaufXdHZ6QHn1i617SL+LB3PeYCSF7R+y/xDYYDtv62trnFHgDrjSrbIVak6Oi5yh+492d/YmvF1/c4BmJAhjCGA+V3pLb5rwBe6E0kffWnbYgGPU4n2+Wl99mkHWZM8popctTpMZVp+Vl/5XQNWQL/6zIk233/p8KAJ5c49omdbdu98Iy+0/q4YGJtNcwc46oQjbFuv54BLeVZAjQRfoN+Ad/DVb743913tzSvB4gR6DaKNveeqo+zHdvJKBr6uQWYRTJNU0fXperGAPTq0MRTxpH2S8Z/a1/E8hy5NExO8vYPMOY4AvXa1sHcif3xEPabbivLsDnbjlwv0biwp1449+tjL7IXH+d3kavsBvtizYDGhJ2QvvuDxuT8aRR6EivLTc23b98e468gw5sEcHdA0ppPkn+jdJKgq6E4nEfjR7x3f+g0At573/JAbY58Ih4mu/gLA40O8dHgn6uyRZqYvJ+srcTJnlIONUbH3n3/9r9Bh4Vtnrb4xHDBysIPt4hE/KcGg3HH5anw4e9T40m8Vbdmbu/33u2+ay+qK4E74znRQwn/wXg2gTwC47RTTn9aVdZ6iCpKYFTDATgSf+Q07ynpERibRd/2N0EsS321Pu3PInpnqm4xT7DMcmPg6e1ju/DJ+cKflLfhx2pvadgxul59NVNdU8R8ZW3cSxD4AyM/d6ayD/xL/L2PTZx04V8FHt2934tH3sx2MBuUw79DFb/hbNsmsZb7jyJUUTZwA8BPo1nUkRuwZvnsET/Mu68349TcJwO7K5/0KRmobzv5e9lQ/HGXVNmknECfJOXqV9/4WLCIAnAKZtYHXB99om3HP8adI8IQuu3IeWeY9mz3yHo/Pz5iDJ+iLjNVJraLZ7yMF4r7ZZn9H98LGsgNeO3+/G/kxFJd3rcR/W/afYJzl+099VaJjE34sa7crBIG+9u9uLP1ngYYx8Ge9tR4kzJFg4H2YDpzv0VCvP2ZM5RBRZBgyhb04nQ1dU7aBNNPaFHodf3P0BOzbR9HQWUvrs4nC05Vikla7ct2yUvsoOT2CHLuIyn4hot12HT1gzvfiPp1hZluRB5ojAdxd36KHSf4mMCXe6BbD5qtJsGR+toNsZ9902EE2sO//P2VvoqBLbhzrXS0cvv/L2pdDSdcVEfkhA+ge2m5qdLr/pQqVyCVyxTul5bcGp2CZyJT2xxhhCsR+S7ax//p8FyWxTo5esXyJVYQ1p0vbMuVOyokHoo8n7tkxuNfPcfxFeQUVSAwGE5YgZtpNAykQig1rf4QYS9tJrdOTvcZnoBnDOZTxKSwXzyQDf2+mn4WXM+3g/QGX4IuRAD75AumTWQNx29Bu81HoG+yndgw/iBjomz8DQ7I2+2ruqN3uV3SsPtMFZOAEaJp8wsbfuBfyhPwcPPzhy32+u2i8R8jHPt00a10dngIfSjfcCWCtT/F8rU04+hrRbjykONLw9uxv8Dn+5+0fvgWUFAIk3RMdv/GILSQ4zz+TSsil9X7alytf1P7Bd4Za5EkyZ1AzAGWMGpWn2iDP11dg/yT4VrmKSNJHDqBVwhYnDkdM16G1PwD8Dv63I34FfAtwSVjksOZ9qcgEk2GsDvrJQLcAkuwkME5SEyblEPYOMJ0zUlBOJWHtKAO4LKxjvFMhFMBB5WkYIEzgjf3+HyAuQeq0y3fglApH7PYJAFN1UEA5ztlzyPTcsw0QjveuZx3eHvt3xnSM4yxdeaoUPwMSZt4kMoAwCqADBAEyAoRO6Pn5txqOAAYAQ3uUgPMS/Gei6D5L8gI9M8IPo/J2zbSiTLBnqqXrDD8DseG9KKgIswLOAZF3ZWVfEyBgfphkejv44ZMIC8/VcoJRpiPbAly8A89Cx3Q8bLdAFhrihTeXVtovnDOCBjLOx1BWleZ1n3EOzkiV0paMx+39c4h7PoPjY1p8F/3zHz/P8khiRO/OmBacV58/nFGgMVf8LN+ZjovNL7qG1vksQSMqtEKf7cimO85i9L2HPuG5LsBfgB3gQQECpEHOWbHGLxEQ6wROr2H1Q+iXIMOMlVJ12AEsG+jpys/QYkdw8ey6bjtA6NANbHi3D591QkLvJCC6BlPv02l2kiMee81YrBhiKokVLDsOlhNDJHRrS+tX7dXbYWKazRk6fdaSjHEbd2j7ArmDulVSUElk5DsO3HcmsQK/3/+9xTeAbuu3AXjsXQfkeQ2HUMFtFVmEF5eGBJ/Yc5JmIUMcpf6J/ZvOyLG1jNN8+YkAf/htKt0qSNBBVq9rinDwmXCWKDLg+XZJKzfgCPOe+NUCQ6d+23kJacaWaZCHRiF2Qt18Zt64E6I4bxv0XfuBfJCsg14d/G6b2xXh0dNL4fw9o6xnrwDsFMjo0xpdRjU7DlEnVNHfXRQFwAOc9nQLdLuuLVzS1Zh+bTBD6JsFYz9YPbYaZwKdldFOsUPYM/Yr2CLOV665tOjOhd/OuNqgjld1+BqeTmFSilf0I1m2TR8gy8gpdLqeK85QdFxjwGAJ7YuusQmTA6ZPp1PwFutt24eOgoYKoHWAgARwvrOJ5ASlCq/UyEp36o5A4Ly2HKJ/fE1GMI48mu5D72C/6RSZs+UIXmu9OHjw1XVPvT8TGLqiFNosfyR45+efwo/tFsIxSbBcP0yXcULP9E/A+7cRwNyj8UQcowQoqdA+n5uzjJYu4cFOuAYnhre6INR+w4ymbb1w8OZ06ui7TPvkPiQogjVS+JpkRifhpqtoCtKaptmLqRCexBR68jj8g5XbnwhPQdeZmmIbEn34N/tOg9fmubEhuudFv8Hg7+h723d394iOSSjop01I65m3e5zrad98RtRgji70aHpbpv+czp6hJ/qjsT28RAAmxRWxESeBOAlc8Q+BGMkna/SEHt9DshhZOoGBz1egm8nXK//nnPGlhCKdXKL4FNX5Gj8y5ATjN8mCT9jj0l77QoCOQsYuqDtJb2OwHbP5Jj6wmZdtqGKqTnoef8JRihTfXXpKCYJJytOxtjhTvBE7/OqJ+PIT3B+B9S3m9+6cJ8GSscB3kGHxoew8AfUtqEG/wLcdMEzwdo98oZMR/sUfQp+0fWx9B+8psG0fyHIxsYNnkga2ADuBHZDLQVH08W8+GK8EYK6VAjvtmbybLiQV5gOfeDyr6P3oDWu4EtJ9f232GyBzodN0BlGM3gHR1fE/pwXpvQQLc8wHP28Cli7C9ivpvuM7wYzYlO166aMHDtYoO4k/TpKgILHp5W6PsfPdlSP5o4CHABvXYv/AT9bVxtAddEzw+i3u1zNuZ84m6v6Vj3bHL5IsobM+hayL99uPbHpE/qJnGpd6j8buvmMdD+2/e7B9678IVIgHt7gf/joTXFxotVOP/tWUteWNLuCOHWva/NZgILtx/P9nRDwFduAJX2/iWbp6F28k7pKCsTQWTJeifdVoJTBnxyc3XkN8p4+C003U8ZzRkuapKdrxC8ZrGxPhOf74e/RcgtO33GrPKXgxfh0/BhreSeu8Ci7oRow+tgD/3x33T+IC/Mg6fpsKwrmSot05fmDkkA5HreM0t3y/9zp5hp4gKLsRuZ/pMPo+Y64H+8TvT8f3bz4Wz857rc/h5ZMQ8nZsF77kmzNCKbLkeLDg7Wko+mV/TnJu1s99b/8/BWmNv5o+7Kf+zVmv4GPiNVMMOWXkUQAAIABJREFUPkW3jfN9P8t1jr7oBpW1xcFuTgAL74w/omdzPKmSmqFjYshHHtmD8W9+4Jux+xnJm6ehyQT8ZJkY/EcM56eM5Wxh8cP6nJHRH1i+QajWPM8ArxE/9FomzsnxduZv+2MjMx8vKJ7x2w/01XvibzBErrvFF69Pb39e70+yNkSJz8N39W8X5+NThH7xXXR/YWeSMqynm+HOBItJVAnnJqErnK/GGCYwbvz7jj9n096EX8f5oCMFzt2hDF/f/idJvfW7dQ13oTopexf4of+4j/5FD1HU7jWO/L86DZpu3CF6nIK55CCmm1Eup9ZyJqz5o94r8AsNZ+Bd1nOKombyEzLS8uy9Iu4zfJr9y5rajjR+Zlw5nwFnbEJ/nyf2fXXK64eJcVqfer8dD5jGo9EzjZOUT5W9aXwWfyK4UXqCotoX/zfWhlbLFxPrqKPzSJzjT4HPNrG8o5mjr1KkdRr7Jn/WdO8CHnwArUV7GHuLbfcKB18FF9rXmb3ynton3waN9quin4nfTHxpCPmbj3x42f5HCkHI9YBX0cE5Gi6FI+0zEdNc+cv+ai3kYtA3uh94yP7UM7mCuAaYOjmFxKeIJUZWd6LKj4aY7zu+X8UE/u1TStYkxyh99OuqCz0kDNYjixyAsULORfW3CIMD0hUyfcaONqkr6ADCJsBjICBWry3BjQSg+seMO0krBDzASZbkBqoteH1wu77XHc7Z4A1QhCkW+ELMHufQM/Q70aRn61ZzmAMDcjpPfI/r0fxHBz0EhPqMp3dN+UK64/TzBn25+gt8CKhgyHtPfqvg5DodOznKaZ5BfEHSg31xBfkDYFgnghdmjqPcQeAXSCVAuFVQ4wvYWJjvnlFWb6AjvJ9kKB2OHnHONSsBfI+aw7FRRWi6HvhJJTgB+up4n7E8zUfdAflWCuH80YXS+8VztDH6q85faH2UgwPym3iD99pAc63TydRZAckqAbhR6lQH9/5Z8Q0QZZ0EfMIXI8tDOABQEqhToeWu800gOJAyFVwHjA7tYzBv4XmBSPY7MsYoPwMQ3XL2LXJNgckC8CM3pyAg9wLA9xkRyCfvncp3M3B4w4Dz+/fi6bk2gNfBBDsxm6HqxJCfY85Oe8/gI8hq2RrDY+PjqrE7Mb/cO4707OvLZ9IlDuiLjuaDdHJcIwylh22gw2P6YImH9fwx1Ap8DGPrMwKb3iM7+xnjqKQR+udUmXrMv1Yx9xg6dgCn9R/Ph25FXlcPRQcQdNR1//hjx6L2/qUScjuXu2gp/LWV8AAzA53qJKKyjcAWvAxIs66MZY5dLLZ+AxFrS0i2zshE6TASZd/lcJgMYJCZJ2l+6DQjlqiaJkl46VrLTaLCb6Bj7Toysg6f+f+T7yRZ/9sFYcg++gOb7yp765HlILOUeIrX5i0+kXv/7BC3rE7QpvdfK3zlk/Wg/5A/X3cmpRgP9XkwlbQxB8+CGk/5+XBivc4qupGMHnB2F050dW0DaCZvdCFCeDBAj2rSiNVglwmymR7CcfNMJ5CmTn6cvrCgATlB1nZAXnqeLaHSEIGbQqQzXlDdFmbEdC2dj0k3fBfludqugpVctPeOzdWVTvVrdNtbzNfBSr3fnUrwPToLcK3PUbD4AnTo3A4sXWB9rw6eHGdgCsda9/v5JgEs++wzsz/a//PrQIE+dMBQBHLWYN7JaKXf8B46wwHrk/TY4r3IHbhnbZTkmqpfJoQYL801oHljFxLAOg9P+oyCISrtD59919G1e3QlAWD7FFrPcUC/gK+Cs+JpJVrm/FgRSGzUnawEsGRfr44A2T5G0mpEvZ5j7Kvo/AaU4BHTYHQ3sttn+r0J6O4EFI9zprt1+3RcpjOUsohwX8tV6wl48x11zLQm9ht59pQN4MLooFPYa52w50Fy7Ztfcf4zVcE/NXK1u2YknySA8xBeRRzTMTJvt3jOcB5/zzy3AefQYY0d/ttv3bTZ5+Hb6SDW950on44C7R1n0h6a8NAs17y/NqNlqD7qXwkoMhMGu3clr7ADE7DGlrGn8EGw7B1E7/t1AV8nQw40sF/bDxO6WY5PsCNBmS5oQh+13wrESBA95yi/Z83b15qk7BaNbPIYP6h9f63n6DRj0KyHdcK78SdSoGq6TJRl/bU8KDGHBZTbTdYFvrl+aJPrKUaR8XGXHZgJXNBHPHv8EPuFCeDpuZXgNn8atIvP9Oxjp60nB5cMhsdmU/TUxXMEFIOP82yNI9/g1Xn2o6OngLdGLfOswc3BztChcUbzGL4ICdW2HXyO5+DvbgqAViSi+9odR7juqX3UnoxPwhr7iCkHFX2kyO6Xz5kz3XOWKJ1s7R+z5+/9snGh8RbPhncp1tA2bJBwuvgngdeJcV/qDj8dTEcMBfwHDnUg1La5JqspvjH7HnkCS4cHu5HiLrTL05HMZUoKPjndztDotV3QBuzB99b+hx9bTvLMmwD+jb6O8+AYfh/owls+L11gPFCjc8Fh3P+KaXybQpDd+yOMpK6cSQB3128/F1hxX0t8kM6ifr5TlKtCDsn/5JWM91xktnpVcqmjHTrOFduxFAnOyTRFzsB9eQYcYV0+3+9rkAR5bS2yyGf7+28xF5O0TgfSTOggYeoVPw0CemkLFtefFC90cXUf/XIFlO2/hNe7uPqVF9+6/CDFbbr4oQsSiKUlWK7jt4SHvwTwnGFsF9Q6N7Ic3zm629jiUQodC2me2eN7EjOlcNFr/f5HIrB558SMrTu2sAv72OfF/1bokgR8vqufbjDxXgwv3j7Sfs5rG5vQccgPwWV7x4/vuEjemPjadBrrJexX46eOXxCjODTzer+zhTXhYxLAvIfuiIbbEe+8//7b9EYvxfamOIP1Eqt1HsGj/G/Z896Ubn7r+kKv0KyLm72Pmg4x38We6frvVIhuzHqL9Fy86u/8lxNUNDBpTe+EhPDrJqy0NulyPbPW807IQE+z537WCwBuXITX7w7U9Q+h8dLjwZLDV+ur7Y7deD22onVPN0GkIC5NX/IH4e/mk7dz/ZL9b1rNu//NO0z16H0l4dnPlm5V8fhiz6sA4IBF8Q8NK5l081uBJLRvP44ENBiXraHRiAadffbi1bIh2K7QKoUULy8sxr7jR8eGuwknGKn188vz7b84jmii3YnEs96JL7RfQCFdd+KSeKY4Dn+jcUhjSF3fXf7y+cfWIueE86/JdZ5GER0d/2CawE5RVoGQ791O2L4+jR+X555n55r6k9gYR6jR5EUuJd9PnlF+Pr4mNCN+aXkzX20CWJ/R32qA8b0mFuv7T96qc1/CgExVUeEpPnZyL5m+YDz5fd9xvSmQXh8q76kQ99jAb7zJ/3kTrWtQE1gRR6hSiIRmV+LwoLoh5xAcwDZKLwlgPWQALgngQ/wCTwgt13X1SCnlTgC3MQjBcqEOIFDhBhGOYfoIYYM2TO3vzea0TlVSrM+EaGJuwmq98K7sNb0mGMCoPwcDxmidzrmqHOK5DwMNbViTBCROS0YlvKAd4Uvl2Ar/68BwfcBHj5IKXcKsbUDesyXYv9B8V97J7TDjbjBBDwG4rZDC4SgHrM6g7sqqpk+C11VhOwE1rSUJxiSA91lrnwY07b7PGTw24BLAWRNO9He9Phsn/GyxNSjt0Tr/pYqQcVxbAevT2wEWITzyo/XMfgaMbGUezjKKzIHACTygXF9w1vwDnzXvujPeNPgSMJPAPqM+pJRmHGA7GnS+9rW7o+UUPGjUIs8ywTycur9OAEe/IJN7ti7J/ci3SPYGeponGjzwOkr06K8x6k42fr/T7Y6cwxMn4MxWV7ANYAlw17ruwpmAY0bhxmGawOgY5/ssND98ljwGWL/iSJGQycihBA3RIxToUAHqCkaCdQr4Y1BGz+jvdnaOHrUcj4P7LSUJ8q3gFog7S5Rcz7XbYB0eEz2URHfA7dYPXfn9jrJtHs1I9qzDOqRGdJlMZTf297zY1VEN7Nsh6MKIrVTHMdogZO6VQJ/3pIKIrR/zuduYUZT0BpUBTtvJ2WP99miA5u2Vu9yDSnQ/73SCAB5fuwBPk3RQpxnsTBFXO0VKHL+dSb+NhuN56da0DIh/J3hyCqzERyRb5kHQCZmMMaz/2Dv2GafjAMQp9tL7PXYF29MVds1/b/I1I4l6jNJ9lvVLf5xHy7v4YGz82Zvvl5Z7mZPuAnuv1xWcPQKrxwyx/t8qBNuG0KUNH/4Y5TTn58RmDM0VILEdZWXCaHVGVQFRx1/ncw2xQxNdZ4LhM7LMPFe44Js2k/MuxSJzQ4/N+RKd977cAN78XfbxpmHb9xSLiQE7+AQPRQaWzxjFj2xkvfmARszFkZtusXEucKBab/0mJ2CokxgduxVHORj17bxif3V/7c9pzPq+Kz5h7bpGO9IEad4EcOi8AY91yMYJHoyVINHQxYGjkYEBHMiXOnxO8cFUqOpb0vEpnEm1NoVQ8AXXpoMVnfG3D3dIJTTfwrvsMTgle5Tg/X/+7QsmzFoY4aR7tU2zrfjW3wWdLy7s4AmVyr8FI34LGHYwxvvlgOF22hEsVMDhb1/nqnGwdWKeLIHB6A//PCzf+wZ/Wj8LW40Q2pmrrp7w7Y5Uxq6/QSLwzkmmmbYFbrSc4x/dvo1e7+lAumePuO21rb3cYro8i76DIsFeBzPCyzdWvScB+Bof3f7xjy3wDP6SMh5/bfbfWFqBuF/0tD6Lbo2jnjPeCeD8ld72Z2cj07mxSQP41ltKEn7WewVL6tz13zASCcZcZ/ccvSIZ7Q4TCpG4P/j57Wj8reqfrQdPHtl7aWa7PjSawrLLH64RxLqGEqRSp28g6PBFNfA0v8tfSXGVHOWsBj81Bb90As1RAer2/tbjghnz7q3n7XM6OLJHCzSdegSsXm+9IZn99czIOmIoNw0PEK/YgrI8QuuQTrj9K7nrsdW2r8Kg3/9sg47BzjMjN3QEvAFy6Y1zVEzL+th6vn8VwFuBxyZKC3QcxvpsGBz8Dy/kmWZd+H+z3neCjD6KTXyPWGl51DOKJ0RLHR10CgZnFKjleFSV/IUOtraMC390hxB2tDuI8Zd/K7A5ibvCNcg62JD9sC868Yn2f0Wf10+NH7n8rMQho+d/K2xe/o2AUCwLToZHdGZ2F3N0kLflqic9wZMvb/6rBDD+ZgebWaPscgKj4cFrqsj4CdCueSgBXvyt/df+YCWAG4efBP5TGOFnpUDOPkrZtdEX6HRwWeR0fLqxz/+uMeIqDD64Kk/ZuDIJoxxZ4GTqyE/WAFXm39FvqxP2/Y57+fpShw5ZpIivYz4HgxtnhI8kTz3lDMz5V7E6XZlrHpx/5FxxgC1KDZ+1XdrO6oHQkzBOV5TDau+zW3Cir7Wnln/ZC9Fd1674pj7qqQrfhTwhaJL5Log07ryT1Vs4uL7Db0U12Dyf316jOvmsbU3pudiSGes7D2R/6uMpHTHxP9UxpzVnmkn2rI+XQQ7d4TqdfcawEzujsD0xsZvHXuyJr38lgI8/t1hO199E3SbC4DhPZpSf9e3zkcOJA1jHTCzHmuqjOdgidHvjrKERRyK8uiQykwfrAkqeX6/ZxuGLnolLk/T5vkoCOBfJUzTmeuXN59uOU8WEG45y0mfBD40VO3F76aaa3EgCaJpIB9/iP4bOHWPbvyfB9G3oOYP8o4n11Pgu7E1o3on/jT/3Z+5YxtBkhDnyryMQllbmCWc5N95lm/xhjL8urtlCVu7dtLkmBGL3R5f/1fECTX90Wab1jMMEnnj8FM4K3nWsvJgfRr+I7zt/0TmJxAHmCo7XZGpObOjrF+Vv1tUTEdmf5mctV7pNTIFe7MLL3wrJhFFOQV2dOR8eKMGe59uis8i6eeBJANv3rQY0yWuK4T4dNbgZGlKMSScq/Ir97DOyZUcdj5gFi2dyBMfdQaz7a8KV5DSFMk/z13wPu4Ne7r87vt5y/rjOsz/Z+6x9JeRgwWPg0EH5jJOwdSSY6TQ0TU5tEriPH67PdAK4/Rn4yL7oJHuJI9EBTWxCe+IjVUfvts69bPwcPWLb4zj7FMPMo9rX1LqHX1ovXHbwH//7v/9PwDOB+mFwB3TEuBvE17UFkmj9xhntIOSolhPccMX9JICtIEWEcsgDfLsyfhPNx/AN8xKgzqZOd6uMTIEeQBMOCmfzdIeCE9Hz00qOQPhxJsSsH0OcMwJEaAUZ/HoCeW8yCqIfRweg+N2vjXloeZ/jq9c4s8OJxdnYZd/1ibXBPZYAY6r7ngpQgc8hYivoFgjLCEagb/T9fo3ik4E4QCTz2HEaESrv5QU8xsAVsDqMWOMY7krXgI8DcOemCQ6R1I4i7LFQb5BBggqg12MR8CZQefa/kjketWCQKasx1RRWknnw7sBoQNNjtwLiNMJjHfPujsOpzRlcG3jdUZjZEACDbfMAYRL6dLjAHyRmcaKuyn6vOx2aB1ShJEYJkoChqwVwrY+9+wy/bDHIBNHGAc/zL4CEzu0A49ilOmxpEOARPsvzN/9sAnjHpf9MDPRIFOhL4jxOywacCfYTsCbBz1o7AWzaCsaP4qfSlNFn5s0noOURigUU0ZOsxzst50cAxPohFVvw8lsggX44vDuC/NsZbH+VAGYN3YEA32QNW3FNB1d0R87CO7px1r7dHSQVVgHE0DyBbn1PxmkcCOlxHFbd3zw6DoiSQ9JBVA7i5Ml+wIesnbvaSNvx2AAV9kZ7524zg7F1WLorjjVkWL0WdFc3QqPD136eJD5+d1j3TGv0pOVqAgvWdaM0e03Ho9Fny5BnTROkHmeGQqN0nq2+YI3+SjlbeX07Z1p/A8zeBLB5r6rh0U+SESpZr8DpgLxjl0Y47iTNjqUObyuxJSct1YD6Aafl91SQwgc8h8+wk74Ym5gO0u00Yk91RV2vweVJyDlQs10pTZPbBchdWVdXp4Oh4rhQRLUJYIBqg/7go02c9ggg3+f7D32hz54q/EnAtQ0RbU8C86PTGUk/ujnjk+UgiH9if8Ibk5iiq77OSKSAagOkSQDop/FJBzvpoiIwAh8yIrCTBnTo/VUCGPAtebZd85q3i3WvJXnOuuCPtyuddZz1VKdkO+j+fUZwd+HGb4Ur2Juc/00CbotF3OE6nYqcRyjeoUCP5EQ7aLY/MxIMfQtmc9fZkxDCXnUCGN4hyaW/VydOooQEsO5nnUgiq8+WSddFgjlTVOeLZ1wi/AoPsd6Vjw0q4lixZ4x8e/k24/13Cgf7hR6kwJPn3kKqos0kAH9MJvgu1pNhdO2eVEESknvCf5ET5CX/giUPXvh4QEGGBDA5G3I6gO2jUFDL2Yzi52BN5LB5VDQ8FduD30TvHnGMP+UtcbBjpj989FOlLxjefsXgcPBeJ6IaN3UhYidsoD9OLPisfSs9SXhlu9bxyVijaWd/4iee8DPPdJLfzrxCDnQNF5MMXbobLiM4138iQaD96iK/dpx1vR5x2boNW+DnnfPZr0r66RpF9174bvw/bM6pHH/kB3k1/QaaSF9S6PvDzkwA/PDNHFsD/0h/IO9nGtH4k+1v2cUv7L7HXWzQUvu504Pm6JtJADfuIcCxz9pYPggNG+nff0miZY++Dhjr0w1swDvOu4+dItDVvkV4a7GN/mbaDEGxxhbpJtQmpePyt0I9B/C8XjCJPr9FCeEL2WrOYQzO9Hd6Es7IKHsGrVt+6CDy8xJEs36eJIr2Qv7V+IjbrReZ8vPWESH6G7u0enbjH07ADP7s2Eyus4VxxlQUNU8wlxiLnlIkhD7woO8tXVAgDnsRXZVPbof1FB1O4YH1QAUU6AB+j3npQir8O+1l6/4u/umzKtknrq31/PnPz39XYrnOTM1+bAAWPgbT+VkMMCNP3UkMPdrvcCHP97/4K+2L6LvpqCPB0QngLvyFrvBPT9+jSEWyzxQPrWPjJnf3HIX0jc0iJ8H34dkkCc5I/fFhuojVvACe0D7Kv/3wrYqgEucr7KjJL4PZU9ixcQ8nT7/vXx1233I8Ql3JuklGdgfTi886PtkxMftP6C/cvO9edALLPsY/exMuM0ZadWuj180Xs+eWGexsY2jLwY6dx554P9TJpMJK+UtTFPXqA2ze+rrxL/Rznv/703rIPBqlrrhGj+r/LQF8uhLdCRr9TAcd96ND+yowNI/v8zat7Y+KFtZDM4ZUWLGKjqHbaWj5vkACGN3QQWtkKPz0xU3pRvMZtZxrr/hsjin0XswZjPq95QZ7Z56e2DI6BRnd+Nue/5xg/V2sfEZwitbC5rNQCrDofNSzaKKYl6a9Ev9ojRoV7GMb5ovfe/81/uBfNb6AC/MNOqJ/P2Kw42iHhhWv6JigZKvpwPXhRxe6HRt4x1+xqT2qvpMP3JvP8fc73fE0ePGBQ5YKrs1r4hd8KRJL5oWPMTN6PAUFyJvtWflpxEXNB45TpUiFvW+s0vGk32wuvnQnLXvyzfoOWXxsxMb7iSH1sS1Ls/z2Jv5ve1uYx/yV/SHOFPnUFNIvVjLmBhthnT+FVNzzLUDP/TO5LzzPcSwb90IH0K2Of6DvnjOGXVEznDXThXIEz1cA8p8awZ330B9Hot6JXzVmHj8SW5L2uEwpTBJzj+9oG8OexN5LDwdv4i84XlFQqf0Y9LwLcJVAHd37NtJJpvAT3yP68pzx/+BR5Zq6oELPtkfY1L7Ows6EP/GU460hoPxPdFkXSIG5dm9ybAzHBEiOekLPKewe/ulJhuRpXEg8Ckz31JqxK++kCNHg8mtLzg/thwea35Fl0+y7AHHTM6Fv6EGRUPaj0eMWsLjAY65xJocJ25p+/34KPs0Pfu7YVv13fO86ggz/yiOgKUIdfNANA7at8PzEuHlmPRdxIuHs9M3Xmktf8Lo+MqQ6vj+JePKjkFf6YHOVWKnv+//3//XPLwGcajL9RKlQkZIP9ixpFNyr3BDcTqK6gywehn+ugOQArh5lTIUKDmTxxjWuwesUMT9h3QChXgzYvRJgs3ELorIYB5M/7ZjPRyPueD4RdkbkFmhlA0l+cZ02ah5dpMTPl+DrMVkYE5LAPGMrJF0PhpHizplKmwgjCUoQ9NDHAJSKQJzUdQizzumUtVMdw3m6ObTjNppxejx6qSokuQ8Gx7XUDiIzKiH37OotFNEZhzw8gJGgmvAC8BVgFF9wptQJVM24DI1kPCwsQZehQyEOX1xGX+sckC3+fM/warq7gsUjqidxKv4f8K7A+RlRW/yHgu0RH+8YHe27ACLJuq3CyL5l7BriHIpnj7aKw3xPosnO45yTO/xM4pCOR5wUqrn0fT7TndF97iEVRjI6dNmEt9Kx3N3IO9piunfHcV8js2NW4E9GMLUDRddgAFH4FL5wQEiORPF4O7oYaAKAosnrxLZuSrV/gKBGCJmmw+Cc+QjAyZnnebONkZIDXOM//+NvdmpPl/GDU7szs8Go5cUdtjMO+VvEH3/7w39TkZZ9XBALYKTi0GuvwB9Bj98KKjqRg+6BLt2VdgJgZXD2ftvtvvyZvTnTEL6L5pkQ+NXJb+VxQPXETez8R48hj9Ev0z31ffCtLEziEfuSBBAJ7NlSg4AGdC5eUqC+7AT8mvsmMH2+L6BAAISq1PNufmkgTqc2Y/hwKBrY+kvm54AUKr76srpmA+m8t4a7acSI0a725lpOZInwcnCmIKgneLwOGEle2WInp6Yyz/fzeMhFxJzToX26RsCMriWAoO9Ilu6xLzrzcp1py8NxLqITUwwxNDavr37Q+ykEYJTwBmUE6DfAA67Js3i/ZjMSwAyoPsF7O4JU+Y0DIcqbzX7yxu5lAKR3qfilK/hSEJJkmp/FxXTzfHptADz4QgEpJ9Vn/GwnbPStN0GiNYZGqeLmWbmn1/Z9iMKzLHbP9I5TsBW3ehoXUrkiMvJl3Vrna4K1rrXN+7q8nAuBfrHu6Qr3wqIX2sm+HIOaPHASfXXGlT87wcTo+00Asz54qPEZuODYxipqOIbAhAmfe/Q19J8KWhwfOiHR//6WeGrW1e/HKc3IYfdTlQNLALsxGXbjxZx9nkzzGjR6CyD1GfSDqEQyBFmIAzTOxie36QLoz41jKbs6QVol3rpABExLYCscTUJNqmdlg/eQOd3Zu2eZnKBFOXMtL8ggZ70pYGAddYJSN3/DX6cwa3gGDAdO8KjoB7ugm88kiXL4jnkQHpq95rkoGmsZayyzo6oTbIp+vkFD20H0bcbJFV2/vSDwgT1/E+xMpmkcaXrNKG3zzzjCyEiPRdP7ll8CqpOQCe/MCFpd4xd9txgQykQ2TlDwlwILyw+4exK7euaW31xtAwCSe4JLCfInIKUkSvwHFfZAt++8Oo4dMd7aowf0mS6wOfZjdDK2R/Qy3edomHRWzhEYY2MplEtSI8/dhXcEjd9JLm9SHHzUBR96EoJ5b4fGe768PvvbyDfkgQB5B8ffEX3hgTmuwTgvBQjrqw/emwQhOBC7nZqdxVMHBx1/cHbUfnqKzo3RJsB4OhsHduhrnVDs5BeFA8txsZFdoNYjYEm6/OuEyyZU9CyNf8DKuh/JGwoujAOt67cI+xrHCEmGINoDBe1czDZycI9vFGZdOqK7xO/tNYrfOJMMn4uJbI1zTSOZ5QkU41+5CHXwG3Ts4Lf5X524333eTgk1bece2dzed9bbsRnw6vHXSn763roOvHE6f+f66H+w5hak3iM9L976Hvw/P9vRhcoOGAvafPQkGNpnWptXPPJ7no29AHR964HXTwG5ZH/4QN87o0MH++USe2SD/pLOSEHgjCue+E8nZjqx7YTfYI63wyuYbDsMX/wFXel2IvAL7WMDJzA5L+o7Trxol+EdP/vaMCXoFP8yD0wH+J4tL1nJCG/sl7BOF6kQl0N3tny2Hm28bNqZJyfBUAlYyWkXTPgMafH54w/w3B0rav/gt0kgyD6y+WOyVuE95AG9Da9ytB48TEH46SCG/z8mbHtNDDR4AdnLUyDr3fDwdkCn8IIxmvmeMbPcRfsZ1howAAAgAElEQVQpldCe9xwrevy7ThA3b7KGM2K7jmiB1hQY6LkSh2ptNn7X4LaDnS0nSgKnSAia/F7QFfzZfgv6q31yj+wdfyR04N6xSS4qmoIk7KeSNcc36fn13oBMwEDGmBDhwRaFNeHx4P0U7f5T/mtNeut489Itvzl+IHtsnzI4+2+ekJNFHP9qwiRrf2ttc1HHISXwmrTnI1JCg0yYk3wn/uN/S3bwqbyemqhl3PkcNbZxz/tJWBeffyejeUWF87eBIZN3Vlft9Cr8eOhCzKXpr1WIPxnxahkd//XFVy1X8DaY89/kQ41eP8cqjI5pH5enNt70UWzTLDN++DbH3HFQ9noTSsKhE7/03i89KWogvnFiozWpkk+nqSngCn2S7z0TZobXjn2tzvDs+/jL6vaX/hg8/Rbjk+DnXv6u4upTCPHGhw82eBlfUj3PfMVoJ17+fg8eiN8ZGw4Pc0Rp/KXtkAYfr/3BhkcuuD//EgPpLt2DP8vvMq9+f+OLZy2a+KFmw5q+9r2u2MMpuHVxT9beib7fJhcQx+n8CvIJHwdHZ9+sxyaj2N/RVAM6jLsDGDx17MdgN9sPTaD8pZPWhfnms91M55G+/1ntVPxLn1DfKBMEGvd17ER72J3aR9ZFu9IXPKufraaS4o/3kVb4Wx17Qb+k+KxjjuOLCt/VNK7OvRAvQsZ4+ugndNdOUPN+zD5fI6Atq4ut31Hrr5/Y95PtVEEh3z8Nk98G+4o7GiKVIl1ZpPc1kkYOii867eUvc3VSB8VynAA73BPwHQb45585q4rP0HnYDogNpJzCiYhh6F7lfDk30cXH0Jrh5p6OX0/SxErn3xNE0gd6PEECilpbCI6hNwjoUYgSnAFobGwH9Ln2Vk+FYQK0qC74jLhG2ilALIfVgH4TwN4fge3qpJUQtLJakcpvHl31GbYDrKf7Wu9d4JfRKRbAfFf70snr0GGDeDjCBtZSbKOBlaij0qCZ00BgFPNWUf8841DV2D5w3kg4DsICsVS16CevZ0O1n4yVNE2drA1df/vpIM+vFeYf4dKpcyeKoSO06Eqhs+9T8ABvNlDWciUTDVwwUgG/GhW4i6ba+LeELffrzuM2DKcw4iTH9uyD8FKNeNGoSQNpbXLoSVIlCeCcR/G//o8qxxAi8fDKxI9KxZGZBGojvycYceZa5il+TwqSHIih7RHW8KGW8rPQYxPOdCNCq/Bg5IHgM2c7Np9QmUmu7Tcn9CRCJEvqYJ0EktZkefAouJsByZv188Lv3J8RZwASrY+fY4AOwMletH7qBLD16vf+qUQ/5z6mirqNsAIDMpAYzO5klrxskmATrIDoV8Zu8LnJwub115GKIIf/9JMg4ACkqN+PTz75+GTEHzV4qmCMH2ZHVAGY+jl0fXdAoMcGwHm9WubcB90cet+jbl6D+3Yud4DugMOqtqSCUs+Js6n7ueNlAp48H4GW3+gLjfgeAQQ62NGNDR4OHwHMBWRGLkPg+cSh99IXPvT6T4GGioVuHgfE8wz+9+O7BAgctp9bqRJOo8yjb/w8Hx36jKXz3HWG+yYeY4vQKU0jA886k3qT88uLXeGYe98dQxSkdLdlB176fqfw4Un+hmfjtMILVPglsT2OV422agAsnvzzzy9Q9uGB5fvboYbOwSR75l/kec7O+T7UiVY79F90oDFLn0W+RWHpgZeOTQHOJlg3qJdiu2C0ANhscOQMmc+IMyo/5zNPB3p4evlrR7IPtb/FMBJer3SFae7zc33ggYNBuVQ5ILlvnBL2CZsj+WaEb3g59igFVVscxFnyzRdak0Yc61b6zmMOrmIHqrKpYKYjjeuxt+ijrvQ1LSbI0rbx4IbvfY2Ge38WX6zz/sfXpYN9agfae1f4EJvQ/NoYG1r96ck/g+9r5G13hb1B1ff+O2p7sUKC8emcgBd7pCMBsVM8RRFXJfDhz+jZOwGLDQALCS/893+PvX3k/De98FdBMvg7zrZse85Af8+zPn6QZEv003+lainMcyEk4vR9hkCrn20cvp+4IV9Q0Ez6u+p5DqbrgsouAALzdQHR2V9JoPSdjw65ua0L1/x5O/rjU8xnz747aZHK+yuwO8Hj0/1DoZ/tQ/CW/t0OVp119OLpLwHsoHdoYL03DvgbkOsEcPhZgCHBChWIolOMVeyY50F6ggoJ4NBofbjj/z1HeXQCGAqK5hdWG/znopqRLcNz7/9OkumuSL2X4uF7b9Jhma4B/KwuqmGdfURDElTpsH6PcmLNPYlEeo+k4nmm0aPQ5Xxv9D/+n+k+/uUpyLZvkX0Insgey85e/D+CsfGHKVi2rVzfkalHPKuvNedz6/J9xM36opmCkb3Zc9Z+8znpJNR1f0xyGVkgcHPoLOw5gaaj/x4sAV/8dk/7/VPHZTvkQohbh0Dz3pPQW0nz+10SicijCm/00wUnwq9yV5pf7SMolmFBIJ4iwdeN7u/3HdUtigrh+SgM0b6T9ElxR2RZ8QrZ644TtV2lYzQ8l6sHb2ZdXXCV68Unh27EU1jniyl83b84I7d9+RPglg14FaXua/13d7h6rcK03w9YDr7MaynSe+NnsR1T3Chelv2jYGkSpHrOFNRvULP3QuuxHa8OrHTzRqdsouZnwijPN13x5t/x52ciymt3ua/jgkBJSfoEhrvwQ59tveU9FKaewuMEmzEuuTK0d3Ey13/24GB1Jh1aN94Fwxd9jKenCHr0edaSYDdJqA68nuI7M51GH0twRicNPu8u9d9iF70mMEBweMBsN2Bs4f7w/rf3TrpLhz0jToMho1ffgPKZiFYJ4L8qMDrxju+x5EfBL/53Gjlij9JYQId2F+jkO+FZCsob41ofzUYSi77wkPycc5SRhcH0cWEm+2//fyZPzSSp3t9/9Xv49D4yonGM/IItCs6TY1uEGXqtnAEuGv+31j3JbSYXBnslEZ3ikHRLukHiiR/06G8XLSsRaTkqLDEx8J++0ciM7xff6M/vObNXo7Oe4t03hqcnPQnAitPAP/a1Ki7C52+5ygaxvqNDrXOmmHYI2HHiLsCID4P+yXEw516z//qInu+3BLA++8aTGy83djhnuPsOuec9yWwLVVkD/EM8foupf49jJg8yRSAfHYxfJxcD7S7fxXs41/rk3P6dnYmltO3zxGmJS8Q/iZ1tzIgeAp+5MHD2gFhY+6pdLNfxc+iKHTHFKgndsYPWi7+Yy4Nb9XXHds++zi/DQ21DVBxPU5fuLduqIleKXohtdgFm9ixNBPHlE8/If4mVmRZ724t/ofgZAeypBRuTkpxLbs9xd3xBONv7nBeIQeCfi1bvhFoKRsCrLW99jcjX8oLfm+fR70yCMM6zTclnKYhXo+B/fbzT/Pvqv8XVic8kx5XCemJH6DFsPrYrk3d+HttCc8rNJ4Uv57kY6R7sqGeYZiQPI7k7kcF/xPNYd8d8odWw6sHzZy9qxHrHiswfHNnwxg8qJhoeuzeE+GH01ORfwSSezJY9u5shdk+xl3pFhUHENM5UpA8w/R8CS+0ESRhy0TApFUBZ5FYn5u/ckEB6NvSuHJTSeRPA3WL/BgWaEanAyjrW8f0tCUyw+VVer+I7CuczjRkDtIDnKD1TF0GnVSdjKwE+Ah6nS2DWFgU6IHk6sFiPnutUUM+h8zFueV1Gsit2GJkUJyx7YYabBHAfrM1eOEA2Z0lEKfZ8fwD1gNNfEqUk5peNJlgzQBymO92s3wuGYhNk4CxSK55h0IAJ4JqeId3XDtKOw+nA4iQne3QWggdP6PP6no29r7lg4QWQ/QwHTKpafUD9dX+SIqPcz9gga9QAZnjwBNXHAdV1qH7jMyjiH5X8cr4msQEfCpTqbDv29wD0MS6Hn7Bw30e7QzXfG9A2Rv03AMTXSYbqujgpBiBeQrqC2gFgJMHp4BCPz8YABEjK4vij+ADJvs/3PydMjxzfgQlsIus8/P59r88KvILPAvFTeQj/dOAS2sjhj4NEZ8sAwuHRF5gG8GzXSieTMPrsi85Z0nWTHEjnQYPrBo6hcP7fdmcnCX+eW9coo49O9QSVAhkYn4DOqVBT4Phbt3TDO4oDPYtxb75BXju5u87XjOA2sP29wKKfsR3eMLW56uii91w+G3/xlLPoAXOdxMCR86X84Z+KK7omdHDgSyV180Pw3XxRZ47q7e6c0d+A/rdC+jga32cYhXMCI9+9u6O1dVYDylPJfyoot+CldVUCi7dscM2+HrpmE3AkwlKopO+Q0AT4S1bo9OWex3HwHhAsThLvVKjPc8Nz1j/P1IKld8CeC8kGMaVo5i4+ePfnXQ/0xeZJpta+rL7EUeguW3hb/3bwlVE8VCpyzwbDr+yTkAg2WAwSp2AD6NxnAeRW+THSEN0Re4kO2kCX5J5AO53kfd3mE2z76ZT6RMMBqQHOtm92WqDVFAAJkPq1dGdDqxPQmQ7cxSObYD0dtkqGCAu5WGOLKzi78NXF0DT3Wvu/wPpOAOdza9udePleu4tMWh+MQ1UV3MhH8xV7A87TLY6uHRt67KP4bRLYzatdfAQ2OzZhMEEHACiwCqHjkIBbOjBxCtQIuJZeoZinC8wsy1Vc1/Y5t/rv//X3P/4wzQL+c38RMonNLfTICL51QH4L7PB1fa+Tt96mslnh3ySkvAdPxbheo3Pz6DVuXUWXqTDONVxEWUUjuec4iM/EGuxPFwOSyMh6ViZeu+/3y/Z24t3rKB+t6bcPuwVv7aPcCeBMtugfHFo6YX5L7ujzb+BIr922UnTKeG7v1+AY/15FGn98iaHwweDGsbn5Ttb2FtKdwshO6MxDvIVlpqMxUXVm6ZrTgXzZyIumO3pN62BylJak5KMKGiBdgi6cy9cJ4C0QhI4Kup5jYc4I5vFtvvvn7MY899E71fkNr2F/Qs9NWNvWfoJOMR14jrUSnET/9Aj1Dirouu34Zx9iE94RzfhXHYg/xamDa+EB6N1dNshljwpv3C+eJJCCT2k99+mVTgDDxxSKnLPtn2Lx87lh/ba5LR9r92M/Q7PBJYPvuBY2jm5L6d2DHyvBQVKoE/hnndPhZNqrOMIFBqH3Dz03N07Q7zlKY/g4OP32c0hQRy7yQdntjCX/glMeOZypJtJ78TcZwRs81wnJpt35/bssSWf2+Z0UAr6Df72esQ/20SVP8l/m9ehNvZ7CYQo4w4uLX0msE5PQdbUPJFpvf2jH4b1dYmfCkxew+onkrmXzl7N/+8xg+ZkUGSau8M9JAMbGLQYLnTvRTkyBsznX99runB2xt0HcDRCv3sXO6kHU+XoSe09jgdfkOFCKq7uoWHT80Uk1+CH6OR00Muym8dAMvWH9R2zAsaHFh/oM+P5NyuSK4+swGOa7tn3d+elOpCTysueNk8PvOQMVWvL9i4e/y146ej4EjroLDuIHWEZrCocTXqbBHr3TmIH7o5PbBmWd+e9tAOjONNYefhsiSVLHruGLdQHomKlDt7NXc0/TenSiJhjR/fvS+eiU4f9jF3oSSU3gkf5gktShOUecWb+RNA++p1Gli8BMF4+yr6aVwQztLzjAzsQfblZ8905o4NiJ/68JYILZxESx19g7eDW3jv5ypODbULs4wiKqXZo9bvzYMdLsxeDij84pyNyzMolzdIH4i33Yy7YByzfd5deYe+K7mjA3toNO+qwpr0v+UjD+MwEMz6UIWt+pKUsa4f59iecvZjy8BxbeRFPOMBVe9nEl7gJOjKSTg8tbe9VtHggtU1Dzs0DQ3xh92DbCrw//9BnN3l2xq/Vc/NieAnM/12IGCr/BTN4j+WJMq8NnnkSfJwXYd549imrNsvDhCsMfPK/jR77vZVz4TsS7/dc9JgL+5br6F/+T6+g1JgPwfEm8Re/8+Dl5i/Gpp8O49e27/1p/48hukHpjWPDlGw9eHX83xh17OzFAyafzQYM7/srXQdZks4gZsu7m0S6C5txo81IdnaM/aaSjuIvt66I3Ysk/CmSmaIoJQODDNBWFM37w7xRWIauM4f2tM156miaOlafNtf3mj2sNf5UAZgpVN2qe+DqhEol1sQ/xBz2H/cPh9cYX0Eq4TrjwjetFD6ew4B5FnKYHGpV0bdHYDXeyRS6K2fha7k3ebXGWfSwcJhpExm/TP/YHXEBzF7b6iJZpeEPGHJ/0CHIEO3awbQ36IvtLvAWMBzASHfeM7VOwoqId4aE6MqcL4K+mTl2/ggv4ZLpnHz965L98/L9KAOu5aCBh31ibn0cJ4N3k7eKQA+RNmXNqf00AT6s3RiOB5SQxtXiBwe6qJYB+EsaTzKCKJM/+VClPQrCDdvoUBohNMTNVBbEZ7XsG5srDwN11i8CK6eGAXcucXTOBpf+pDuScQ/ItfpiGij6Yqtf6jkTBIaJCqDtotImMDNh53RucdJWLnE53fHwK8UtwMHN8K1iHDjqr6iPoXzFYJ+tgKPPBOAhvRaxpNYaWwEbOCK2k9PcZqo37mvxOxZTvMyPgOOvF+1cdGihuAiE2XDiDriR5OtgsnHu+9G/3v67/y+d7hDOjDVxt51HASVyeoLaNL+Pl4pBGOWxn1w3G0qWFASYZTjequ3CRp0+RvAlgDG6PHJQR64ZadCKBpiixrZbT381XURrq0MseGuD7mXJ/nEkDaYD8WEzWDZ0ZrdEVzuwpYx4k9y4sseO0IKkVE+eA7hmAUeT6oaKyR0JBt6640fVF+1TWBswz+jkK8W8nme+Ay3zmBbQYeAJi1+hEhWk+suGMEFxXpXnO2BxD9I326B8KMnj+Ay7nQ4DIDsCuUxoHZvxEV1TbdvleAlypZsOZkeNsWROwG33gfcYwRhBP8iMOUoJ7GQGUkUCpvk0CmOBMEj4JeJ7kwtDxet6PFnSkn7ET4sPZdABYzua9wY6TbqfKPAHtBU4z+rFuJjZxWuU4SgoUbxDu8NwX4DtAyHz1z1QGi156JoH3SZ7fCZLp+kMPjROADuxOu5Zz+LdHIFN4cd7zmN38OEn/LUT2l2kTeu7XAbd8FX30t753xtRXsp7nXSAfW9Ly2x3DncBHRvTZdhD0dz+zA6KuJo3DrKtrcghJ77eqvfmEYKqfYZzLBHQHaIkYE9i4AvB21MXHO4qyR3m9I/TN/08gIzTPatAjedalj0Y8Rb/3qtVJtwEF8WtXIJ+x8KO/OoHHVd5O9k7kCtjLnt6jU2eUtXh9kq66Vo95dKB5aEVw/HVMOpHwIzlshXg7ldLbOOkHlOu+n8xEJhcfAJhxYrUfeq62IRwBcSWnRXOSMHP/Dib+lrjf/e1uoD2DF2x2HPEBNqtfc844OrZEwvwb8D5OyQQAVPUqZwWwLr3E8xum4Ez49/vaFBJ0RxKTVMx/tiuSn9D/dBSSwB2WBHMHzOeetldVJOhn/PhACWD9nA7tWRd2YWkRfZ7PTmfDBBewkcv9+1zGpV4EWGmSVYw38/22rQzsQDCqJSo4b+UuRX5LUC3PRSenYya23gGqeUZ4fXF45LsDd6+fgYPeRQtch0BAJ+zgE/Gf8Yaczhk3y4gqrae77110o2TDyBd4jL3r4zXehIyfxU6tEkbbWY18+9nnAaNDUpConzxb9P1J7jlYq/HvOX8uWGedWXigdTb01f2FR19ntR1l9jSYJEHmTvxecmanfbkAvjT9arJB9Ot3nuQXODo+yATvuuPJcmNsErkEX+b7Mxlh5KvP5aIQ7Crq7dHfdADUNKUNFsUd1H5Q6EMCiSdDPm+dlo4CdOOR30lkOMhn3LwJ4CSo7iLW1362Tl8eiFz1Garax4NhzQPLI/AnGORKAH8YS/j6TvaN/z/2O0Uuu054Kkx5B5HF7xQA6+0NqO3UF6bdUOCX5wrjtA/Ovjcf+bMU5tRRAiSAZWdj3++jeM4zez9SOAqv3jox63i7fDsJ9CO4N/5YJ+Sc7Br/K9cL94genQBGZl+Z2wL40A1+ckGhVaStmu1M6JbnFv3bP7bdklZ9CvZabn19CrYnsMa1surYhdj00OckX/080VNdwNQJCp4NOneRCx0VjeUyynNtB4F1TQhz18/3LJwRmoC0yLEBeoqKkd8EwGPn8K1PfGiex5ScTeoEcPPGSeRP55F98OnAO7ZQ8TbFy3xEUWh1Txy6dbP94wkAii+0PvCW6TwFV6HPbLv34y4QpCA2PJb4RY+mhJ74g/Az+7ujqcNvJ27gvUavhed8tu4Uf+e9eyqBPiX93D4bMR29d44Vmpsn8a3JQQHlvxUW5XVWuzzeI6vb/vbEHmJt3UwCe8WupdO+g8Ut/wSh9+6hR35G/sZGNd8SuG/dhm0/icFJAHodMxqSz6PnohOjN25cu/hSK0kxcDo8Twef9ub7H+sSi0v/Becsljpj1GVPx+e4z+Rs/5ukAMWn8e8PH/zSQe842MQgeD7WqM50vUYBA/G58HKKU/UjGpEwxF4vRhSOXzvi2Kq1la159PkQj3gK1wxmIh6rgvt0M2PP+Zz/HXfqdA3TIFSFi0mMbNIi9+0z1BMzC/3HL/4+w8QrPW+6Y7cz/6PCst/gasdJFKPCrykGXbrkxWB7+YPZd4rKb/y29+t4LiN0kyCjkA8/eo9DyiZV/MPgt+7/3Uz7EnnaGGrT5x3B3v4uhc5ghMZGFNDqbklsb/7hzz//PI0cjvXJ97AdDe2vePboMuts8dP3/ik2FB0/Pu4R526s+F5sfN38a7/hu4/0IRj/OrrJfJ2uTBLArUN6ghb+S9aFHd5Npxmk49var+jTPRO3m2y6c9/yNs8fXk+MQvft/EdoNlM6nJBeHN+4YRO7kT3/9/0vhUDryy2eXh3C9CVicsK3LVPrr0VWvxP8IukV/+k4TYWAtIsmmrt4R24XE2+hP362bdfEh9AVr5/SndN6NqZJhB+T4O+cw9vgJvzajXgc5+ii/G/DjOG1h5NbcNzHNI0cPQM5/Z0TP59JL+QqWv+7wNJyrUlSmdgSGx0MdkYqV5w3fCFaw4XRLS1PfSTaaAB/vo8065i9di+x0TzPmTwsXTH4+uB1M2p4Nbu+ficYIAVsM/Hgu8Ye6ZLcqO4TTE0xW3BZciWJIbd/kPPpkwBu7IT+7EKAt1AzcjVUME3zx8Fk5q+7CO7SAVqlYsDzGWTprFfr/l70VZ34m8SMmU9M893gjN4YpbeBuwF8SkTSQSIRoRNkqEDCQ5n9drZb4HKu8IICC+T3/Qh+QAI/gHTTO3t4fvQknWDZ4IueI9Xd79jkDvhCcK7LyNAmalcb5cZ1Btn315np//2O4J1n+RZowXTASEK5VfoRqCjd41AYuGwCDGbIGaExRIcBhkanEuobl0wg46bSOssnOFmxXjsS07nVlQodtJsYYZwOB3+jgNNB0gZ6nQCtgUBxM7G+k4BewEafK9TOM8+Acj3BqgpU4wy+z2uGfxzct4IYBb20j/IVHLwMiMFy9slyUjwoenaVVugrpydgy/QZWhNrg7coTBBoIoARZz43YOwVz6/vpcIlZ2CE9xOA6CRxKxWU3Bmb6I1IZy0OhsZNNHCRonPH5zhz3APeuCrAqgJGl97kYX7HGCVBlAC6gwzTLcvnoc2rEP2MKMLq8upuLPEYFecyTH7EkY0OvGGExDP7TDhzMWAJqo1OkfLXeQxlMamMRBedYMAFZiepPvqsK2bbcTS96tm8v0pETsBJ92CEl3nm+1uVPeiENn7iWvRLywK8egzu8GUH8QjCATr9/JNUCK+FgTNybA0ke9P3M93HKPI6cmvdJAAhd6WcwK7+h6f7ml1QhIMXXpOQ30bSevcLQLbj1h1h/t4nYqq41hp2JGScna5g1Wc1sgbdt0HzdQDpTCKQH/7Z+3dy0Dqp6ElCDtvX9i26KUCjR13Bn9AH58VO6UeQVAqv7PpzsptDry520lt0l1hmRqdT2MIa2hZudWxW0OvEIdB6+wyo9xyfTqJdvPqxWQo+1gGHJ8WvOCP7HQJ5dB+Moi2eOB3ypbORH7CDddSnE/J38Ec7hSdYadscW+f/HMCuDrPvewnmDk759CwJoDzHBradsJeoaK+QKYPZLwH8eRBUuvP8OLd0J9FxFjlIN67389iofWCwjb57Ep+/OD8EBwhe4rjgmduPGEDcBXzNbwSjHRiZBNwWFixdoaFo3kkG+DDXFG1mBNMEQML/0y34fTf6IAFBaNRJKl/vFxB9dE4lCbHT0gHBb4s342SE805SYtaHfLYTePDkTGVpPmd9XdRkDD1d+PosQRUSmL4vmG3sPtd8dUw72Zv0nyDMYBm+e4Imn87eQGN0iJ9nHgReYN86AClaqo7mTrZCq/AhAavG0tGZE9SYgC3Bmcb/Ifrubyf4wSjwTXfnif9ckKpCo3H+OsDOuo5++6XD9R2xqe/kDNjo5nOmoR+ezsAkjPSfRiE2NkP/wx9ZdwJRJPZTUBb/R+sWL8heHb6YZNvFUyPuSWTcZ8m/Dufbaep9l86VHvk2QKMGsZno3K4s96rm+bRMcMBvVc7SR2DJONqxOeniTeA0e7iTAJTYb8yh9avwtZOi2NvsB7gyvBT7S7fMXaDT+pH7piJdTjVnn0NZCVwCDQcD1PN2IAdfTmzGvdEf1nEegbpnCsK3XVzVCR6/r7tPoQ38TYAIf4HXzSvWWeU3f3934tf84+DMvX8b0E6C9xRMTyCYNSYhuXuj62VkW36YCtTYjvW1biZgnr1LkKUDHOjHJFrCm9E/KYg4o9WG55vOvmYVNbxdSwn0pejIxeKffwZP6hZJqlXRxHc9fG5dm86hLoY99mUS35Zxj6qf642vhU1DfyF3ZwRdBfjBIikalx0MjXU+m7oa5KMhb2s78H06SILRyr/4Y+CXq0D6FEgE40BXBSiZdLPFh3dg/Ngm7dLwDf4lgeHGh9jx3/YHfiIE9Pq2Qvh0KxOPOEyoZyz8yKjCxWuSj0nyDJbRez0u8Ad+1jMVFkDfvYHc7gKFP8BL6Pv4P4yV3JGS6QhX88IU17bfOw+n77s4AuAAACAASURBVFK0AK8e3+gp/msZPlMOns4o6SrrXYq26uiVgwWm868LLHZffxYchMlWfohtYfdTRJz4he8/CWj7rzOZrAPEsS/otPVrHK+Q3RR2Hv0cPbvXzz4Npr+j+hNDw94l4cEP90RntW4KvbKeH51dswfbdZhrrj7aoFvbSn3mjXfqtcXfWVn7bqfIY/DxwXHzEI0vfP2hYwLT0nnjL06HZk9Gwva4sWeSXx3D+q3Alk7HTMm647rsOTx1+ZPTONT4x88qOam9p5EI/du0OfjmxEcGOw0R8Omg81u0sQUt8MDGY7t5wvFKq4/wN3YDTHn4pHB87jlHInlPc4RenjHYZ7+/Pjj72YnL9Vvj7yX+msmU/LR95/PwTRfx8nn8y/DXvKrR+t8f+F/23y2rJH3Dx/Cs8f8UHOie8If2MM0CSczgszYfgNcTocgavvGkxmL6+dunJwayWFdsTDe+rGV+dIE+z5rD81uI0DE80f3oW8evsRk6UkKFliqpZwJJ4l+noHAaltjX9g/EH8ZDwmGDaTbeH13zxk/iu6ex7DRNmDEWz7Vst73Udt1nyk7n+pkgctgiv8xxJgejTnycBhLyC3fT0sYokYUueEGWSLhHZ+hM3XhcwTGbMyDW8qws/ISuLgx7Jr/ZP9mCf/PKR7bE/8OPJD87YZ97byw6uZX4INYvus7gPV2D3Ep4Mf6pfoiXLl7Sgjd2Qw6j4woO8Tx2J3HwXLTj++gE/ElyCuZn5RG+OOQmyZfn27+Kvsx68VdyBCWCTWwwPIoOXVuyfiNHhh1b9ksCF/38JqtZg9naBT4jwyKZHj8QLLmWyf9EVilRVIHPPS2rY7gkwPWa8HufoZz8SGRHRcjEy7vxRQuw3pvN7RzV3RCzviV4Dp1jfhu/s/0ZMMjBupOkBq+9U/2YdIU8gLsjD9G3HZ8g/8P925bqNeKJTAChuIDYkvXH9yVzxI8E8PemK4pOoCvLwjknGCDm+tsfchRZ9v0vm8wZJS+I0Kdz/u0qaL3WAbZWem8C2MVCs0Y9SXcTmgg4XlNa8I5yaYD5PsF7puKb8ABY4VDwfZyev+wmkDL5KlMsnDKGGFM7Fu2wSSnhiA/9LSSbMNenxQidkInh/S8HoNvw/bZDLzgkcElgYAU4RIbJXmbL+KqsnT1ZkIJzsQECvi+++ePvihiuAuA+APoITAWFOrhRCeAew8K9zx6NgUOQZNhznwmwPR1PqfAg6DxVtP58qLiJgLxAcQFrfxPUDhzMiGd/Bp4VvYpmjLqIUAYU5pr5rzt82M8Y0vs8hn7vRyK9OmwMSKc4Qt+RIfqvzwE9Y0VmdMgdlAT0biA2+/57gYXe66oq6NpBqgSZowfOwfLnIfKLzV8VorBeG+oBhArYH+Cm/fMeJlHZtISO+i6gBADnasQZgaq7pkI2Fcw9cj1nPw7P++J3gKX3ALAGX/TZLgeUE/yaBHICFnMOlQMTFSA7Dk54JGskeHaP3mAvMQTsJcGAd5Rvj6qTHLwJYAdtMd7e2zho8P5sVhDVnGER/li+11qpdicYRlI++7QOvv4+lV2lsE6l8egOnLE76bMjbllD+HHWO3pFeoFRYxefNCCsEbTsLXIsZzRTL6YbcuRWAWimUOR8j1tmALUHhOI0jV4iSMf9/AyzwOiy0R/m9YA98Yn0fzoYNoFjUEwGeIKGuV6u3pXyZy/h79k7kpi91+vIrKNkUDff0Rk7uX4VPH1rt2PkFEUlPmc9BzxNIJXnBoTiqGwgNSBRLBeHC7kE8IYX9UNh2AFV48BD43RorKPaXSnh+9zHYHZwT85tm+kPc6EE0HfnOLszTsrSgnMpDUQnCGKe//Sy1tr6WfdmNFPb5oXLix9+S376+7MPsfVzhov0Y6214giHP3gSAuft0DRYbvvf2KiL7Ro76TlE13SR3g5zbOMkICep9lbAJ9GcZET4ZoMgP/DUEO3FlD1Jws85HTp04nZiIrY4dD4FkU62T4V+V4Xt9jth0F3b9dbPXyuA+OLL/vAmCu9ERcsbukUOAMlP5Lfp0EEr8/jlsM4YtJJj9vA4FmVrWaM+82Ixd2TVmTjrSE1R2+iN4Nh7HQQXVo5zpy4ozbNV5bQDl1/lruR8iiP0mS4gMtL++KgdLF93nuk99qAT3LKXWpdGmkmitP3Wa+blWdv3Rp/vhByDWU1LsJ5lYQIlrf9Gd599Eu5Tp8DtMhx6uCPOnTBblMm+NDZvWYSW1o0O0E8Cu/CzR+MZm4jn75vj1CY5N9iYm83Nw3MklqST8/C6XESn92LPQBef2fkG1/lrj7+k96UvKIL5rql9Nn6w4K70gJuNn2wzIh8EWLrDI/4CU0+CK+GzdN3ED+M1jivpgKfx1/cBnxk83YDmwYPfyj/qsxl12Vl3235sRXdkWf/N1K590gSbSQBjP2zvix5guhQOBLe83XPYXSr8xVvS/b+NKOv7X2uZwiRew298r4HsmaZOJNBBkEXHf4hGe+WffUD/vH5wY7zQLHsfnzNYaoOV6/fquukUSrfVm+DmmUQ/f/ZbWJ91R2wArKt7/6bfO6ZhXKHLFX6RH6IEcAcR88zSoeJFEnK99kwJooAGn6T3xnJfQffzPHrWkWMVOr46p7HDdb2jx5LohH8J0EJz6OBnkIw4eRR5iLzTYfrGEERAPZe6ULbooW1ZF9JyfYlqEoQTMHZhCcHjOatzHuQ33mq7xhEY0D96YsZ/6mm8x8G4d8EDZ3quHr8SEk8C+OzF+Hnv2dyJC6VIAr8htAuPWX8e/LPF0cGzg5m+tdpfnARxZG+mT/g6CeAS//v/kwB+aSD6pytb+tc3+tY+ExFwpQeTdvFb8Feo8VvHLe/lOJgEhvGdm6egp2Re11HhTyfL0SE/5ONbDLxs7Dq28lxPgV4l9u175dWOQ3oPJr7Q+rzp03Ee09zxi99jGNy3G2x6zS//EouJTlw+OFik/PS+Dr83vjfOKkyVZ409VGErnU9dnNy4srFMx3aJZyD/uW4wxXskQXR19BP0xDZuQ9Dw8WCHI0uzT9vpv92s+cwd2MZnTUFSxwUx0rOGOW+S9be+RNe1TyH8If2FDrJMWi5Xb3Zs+01+h39vLOR99/7sLnaxAPdYOQimo2O0+YN9DVaP8PG5i9e+JfAMvP7bEUG/ydSrm/6XknwJIllHnN6Lfszv7X/oDN/BhYdHj77NK8TdtGc9SlgJpD//VCf5f3zTzEgAE4tW962SbctbnQBuHyAT9maC3eAqdI7uD2+e4hcXV/7E7sCxA/nmBWIVtnED2t6CqT7CZP26LWA4PG8G3Hg+R3l03oIOX2yHvpvi4sjhm+hKMfrah9d/2H25/aCzjicWZLkrbGpJpADJ9N2JnGvromfbVoRv81qmrRFLYEVy0KIbkFXfyzjw92Y28Hbs0O4YtGo6XRMlio9al5s/6xitrGPlSP5y83UmaWTNWnYXj78FvQdbfp+7/c8I0R6rskLV8S49Xieg4WNiaPgaS4dpfCSehJ0ee27aGTenEObl4UOHKdwTzu5EPHxwdu/TbfJzSQDHHk++QXZJxezWDbrOYvbV61lYQk/d2Le21sXjyrt5sp491c1DzJ7ezRbRWb7ugBUmOZ11T7yreajjEfDSm9/siTvYIu/j3K/34Z241Qngw0+MgNYLjKg0Q33rl2KwIppNxIhp9MZJ0mjE3N//fgKdCF+DDoMEI8YkmLrCLsTfSjo2BqAWMA2zLpN2NawDixaiT6mq2vaISws/nUGbWHCl9vdlKsrra1YYPGccTQGPu707zla6PmVU/mMcCF2H7/c1W4iZRS7aJGAZoLGKexT0B8yTtBaozPN0Z5oNmpNYMQvdrfQ6aV7Xo1TbEdb7CKVZaggJyMUQ5jr3haigfve9AfIxgkPPPPAcco7DPQE/aAuYIGF0aFQJW9ZyAiJS+O9zjhHoBLd5bxItPWYw+3QngBHIkedNxOI4PWcaaE2pRtuqt+6MObzwBN07eEOyI/vyBmRvzupOujcA/hZN8E3Oy+zqbPZWjrEdGyU+a1THexbHxbNz9gVjyX0tEm1jLI9DeuNqLykBl8jC7sdWvaBknWj79ImrCsdA4JD3iBFkiWq17tyAnrwX3iTYsPxj/nVi+mcCOAUiv8htdQDD84yGaL7kd0ZKSNfhjMe52ASw6NPnencQlLEUy9s3b5Dw0fPfztuCnnYujr72/i3gR9d0UkvbJQB9OhdEx3HU4tDOucTjvOqO7tCuEa/wkD7fXdp+XYUT06Xd9zHom2pvAnXmt+9/nHkAL2NvWjd1h97RH3ZubtqZFuPgtoONibeONIAMiOtzqn2l6YDWGu4RgOGb//gPjUbK734O9N/RK+os21HmZ8xnOQ8G5aWrGb2oa0Yvf8BHaytPEIAf2offHYD/RS6bIhSK4YT02SdvEtD0lx39JQH8BjhCi+2o1XpytkmORcjEhgRBtF9dqd2Vzqw1lZ6pJORnK1T3NUYwv/qfYMyO41vaRD4SJHQxhCuBH8ZRt9jsEXynBDD71wnLVCCP7f/2wvyrgJ1Hrd4bQiV1ByaMlQ5GuzFSV3aCqYRj9IOdSNX22Pvh5VP1LZ348IQD9cQLR2Dg4VPE8Rd89Dpnh++PjClYt4FKCssSC55A5NDcr4x+Dv8mQPQWWZz9f/RLJ8jfowTozuG7PK/5z0HdPCCjJZOkzplRd2Jx5StrncDOyy4tZOYFAoiLw56PnD/hRxGD61NtT8e9Pkxhz8HTk7CCR8SHL78RJPoNg4dn80yHf/War3ufjdlr98SRcYCE1ztBCa8lwBydiE6Ort1AAzrvt+TD1c3mdSaQswHgBD5bP2Rfd6WNHzoQ8gZA9Tx2QL8AUv+c5G9Y90cCWC9TVMZnu6AoDt6OM0f3NS58AwnX/UdP+TkniPbb++3w+7O/BFEaW1wJxh+Fk3sH6NmBWd49gWfjrugs190Yu0e/nzOk5It+Nkz2swN96yvlO83XZhVvWvb8LmjRuyqOMmGiw81n00kzFfYJQuPryDYNn88oYRfnDE+Jhh2oIICdLoOMDYPPKaL6bVzYb3b1d/rFtjdfOvBRxZwm6ox602eD5ykMu4OPyBj/0jnd/NBFuDviLTisK+cvITDrx3cBs3YnFZXzXuqju+H3wzM9glv+WYnbb3blXccptDav7fNf+PEjAFMT7gKA+2pb4JAuruZFP8ucXSbeehPAovGPYrtJlEIj031w2RkLOH6FpjTp5x0/yH0pKgx2Hf51h4o+kekSBPobR5zYgXT6041tn+x7JtnjDmq+NH51sWjLWN/twO0IzWJXvpsg4J6DGdom/rF6aO3vJg72uuc1+R+KzQyO2kLk7P/ye2RbPHi6SPlbHarzQxFby91b2JO94zvrH9IBw1vXmcUzQnuLlBIns276Fvl2D+n5ss7cp4ubjs85fjvJR8bf27ecxB/dg1fgUHplgvxd0KNbkSA1PlLc7iRefh7RExpsogFMTeGkaI/vYl4Wf32CwUhS0/GJj5AIabzO2ikIPhNgpP4l65MY6wKT1i1gHBU29DSs8MPN4ehubDCwv2NjrAMZxkfsEfeLHxc7gUcpiPOzDl6Ep9iX0+lavNZHpDS/8jt2nbHNyFXb/9+KHV4Z57mibyax4mQdWfu7UwlfHXnr4qguEmv73Uk37+/4Re3rdpL45d9jk+Y83Y3T3LjPccaZTKLnoTCcqSI9XYREPwkMJ/PUeGGfPbGO/Eys+cHBTTfRmcans7ffM0p3IwuR0whAd7110WfHe9umNN9iJw4fOLakrrjE5Fd+9rihxf3QK0lYdFfHI1/s9R6p81sCuHHGFUs+fhUBjfwrPTgTaf138+k//rH+8/rtvztYaVKZYiLL1vrB8ovn1LQpcAnFThz3w3+dADb/j3/ieAZHmM0En3uiifYxY6wbJx4zMZvzyh8ys3xZ50N/H27875HoM2q2Cy7Yd2TK+zVTfoTN/v73P7wunmX5JL+xBuJXHYfls4l//OsCaNPLPkmOhIFvfvMxu4B/9cIWQ2hN4HN0InvH9Xx9H2WXVdrefNv0zzky4PYfbrzROuHQY/yE2LTQy57VXH/1W/Rg1pV/9RHya6dhYl43jz3J9Z0iOLpUtnf2e/2VuyEM3tf13ulu63/e2Cv7e4+qfve/E9B8nukFmZiUSUJJFoZfjt0eMUTeDy+aD5QA3qmKpoOKT03ezfv9VZEze8pRaS1Ljh0IN3GG8ORhfuZ5sqLE1e5jN4S78evADrYXg498/7HP8hnal9F7PSktdBse1P2mUejVnVxPupzpUQnbhpA7CVJH60V/v35w6/MOH75H0PjenQAmyUaXwm8joMTMCkweB/BbqMYUGmTibAxTvYzEhjXwJpHjkQNTGRwiUGW9873FYBwu7QS1K+4l1QnKOQGsZOmA4kO2YTbWs85PXulzCzoQQ6CqCcpGnjEQUihzhqQS5oBNfU7nPZi5xhq/gg8AJgDcjBVabekWjGfgOXTgeQDUjDcII26nUAtGB3JeB7vXGkATZdGt7ulW7BGBUbC+pwDMV22JIQlYXyE5XaXf9wnEETDVdzsB0qNj22H6LUASWm1nEx0v0Ic9+yv+ixDO3MH+0vf7K8Tc6zqPyDRJp0KDsIz7pnpWWvF25E4AZ5ycDloaNNfFTmfhgEqWuc5v1q/1/hyDsvsILTtoa9rb2VhvB1nOOcNbNPGO6GSsk29eZ8A4kWsZvkeI/RYg6KCrEzvV/dBB+jdQSQK7Oy96RN1vgW4Ma8sEzrzB4FN5rjNMRWMngJ8RwLdDKfpn/OAPp9fB1/VkV1fezj1ARlr9r0aYaP2cOYjBJ0H6WyVyg/Ha3pMkwQAlWBobzg+TBuAxwOsxZOPAS3/ZWanuxei230G4R4p8wKzP6NnCkxi0rnTS6B+t/R//SEKM535HPyHnVAijX63XVI08jk8HuHEo2znWZ1NIJGr8PINH1+sRPnTSuPN2EllHt34yYTv6Xerq4B4iZ4wiI4cL0D0jBPMMOwUhHeQ7vu4CuX6oeV4lpD6d7DW7MzgJBSf2lVATkB3ZTzfP6jAKq3zv01EVu+DvCMSLPjPKjerWq2tI9vFfJIBb3ZIApsKyK1pTSDPdwt/623YdOR+AdezFGXcTW5pOEMbqxfnTftHJhh2DJwjca41n5JGLxsLXDvQYW+TvthUrVwuG3wBQd5x0FefpiKqEPbIEDmCCQMviz0r8fzHa51tvF2LwjLGd4pN15lpnq3stI6sJwObZPfbNyiMapBM1BytV0pjAmSWs8Iy7yWqMV8tHnEfZlZ1wkF6Dud8kgL2KsWlURvYeRtazbv3TQRTZraN7p8uRDqw4SiNLtec4ZP/13zmblYIN9uYdG87ntV89uYM13ZXH6Uhw1ankfZR4dFk6nvsH3ocnUyyV7gAnXeUUkbCdIC/2T7YdHu7PtYN+Y/Q9suTwe9m/t8OseZhRVD22SsuChcCQWUf4igBUY5hdW/jvBKjHF2EvwVLbRRr9uTY7VOxAexfO+T0wkrs7koRBh+hSSgCbxoOFbX+kIcU3TpJF32TNnz6y7k8xRo9Y1N8U65yR4nNvfbePNOi9b3sb7L1yagrOfr+FcDx3B5DR/STlwN12/BuwnQUsvml5YiR5O6lMWIGmBKJJAB9af4swD00gpenXwQ7W3/6KeVpBVgdWxNeb8IG3j705gZ3gBHwYJh30Gc+6F+6l7udz7rTp2n+OHBnsk6BgErUERrzWuYaDbvPC6vEIdHhn9Vrvs4NKIwQkCA6eP0HorcQ/17P+3DPlgrNWgTT2i07QK5LxBLsaf9DBRvEQWGs7jNbnSIH3BsX7GIg3udUBEZ758PUkQH1Wpc4uHkZ+8dz6RPG5OrjZXQe6vvdYSay2HbPBPnfw4PY7E0QH8OG9IR76WMkQkY+EVu61+uUtlKKwzrpeuv17KPT7OeNtOjs7gE0BG/xwkpeDzTcxL/uR57y7uO41nRF93/cVKBXG48c+6RRdLu1CF3D5m9iWuaaDhM7zG6tuF+7itmpZs6wE86Nrmy/wP+EbZDo8IB2YgD8+15nM9UzAoZBDQscoPnRon2l6FXB5n9bfPjpuJki1zOr3Fx+DpdhvfeYe0agvxSZf9rh8g7cT1ddwQ8H4HQoyj35jROh+J/GZg+1nMow+b8kfHmqfGb1KAtjfHzyITm4bCr5pbGNaDFbHfgc8LuY8cvT9gqyA/14d0YXg+kwfOfNO74lOjoz53p8fhG/YxVhvfIS9RAcuvt8OWp7LBRhPERUJP2KBfYZrvhf/Wes9iQwVT8zUGD4TP6QmZMyobr3/w36zN5IhJ8Hjq7GG8N0eUfHy68pZsA/PjA/CHurf8AF+UL7Z9oWOQfancST3wX5L/Z5C2bOoHB/hqWvf/1YHZvKZfq74w8hBF9z+9nxdHK/3KfiKjb6TOxQKRbcE7yg2oaM9eN7cgzhQfieJ6zWObYEf5L+coP8klF3ww2SmSvLptnQ0k2E5eN1+wRaN7l5tgvOdGPLGd6T3gnGz11lvfFxj6wqRei3jS/heNeoazGaJLp8D/dey3525od34lXUEAvuWrsysBZ9U9iWF4vHRr+KySTA1JhH510dI4xnvC/d5YtrkMrhvF/Mh23rPtHLxd2KWok9PGIVfuqnBa6wjclrPwUP4GQffYBi/D6z9WrsIPThz2VSs7/AcxA59n0kAa0+YVDYsxMePjl67PIV8g5XW1k78nwI98NMU9HGMVPvi6y8mqXtHHrME6xz9e/zV8CQ+UfYtGLqL1+Jfc5b9FFCMntP3wy8kz2fq1Dwk/lkXVx28Ivp/svnf/5PR4Nqfcy7x2LMuGnwTwLp283vrX3Dajd8We509tJO8cR1iUWDqPr6i82B6hrsjPYD13+UvyBYOBn5j7FoBhWOiex+rpP3R8xx/1LJ12Gd8ho0ncSQd8T0lljtf14WY75Qa25jhp6x7MeGZfDI2dP2Lpl+eF3oxeltFv+G14GMKPCzXE/PcqQzBRFzjpRVH4OBLtL7zvb9bRZcEf8Bjrz6Mv7qNBKJTjnahKSyFf3003OrNzeP0pJ7e/4O5JD3fH6GSjUsAKEBRN3Rnq0a+CIzMuY/JXsfYdPU+lWWwgAHh97/uKuhO4GzIVouZKB93UPEqQKbV2fh8jEUAIBuWwEpXyOv1d7wjsYoXUIjhHagzM8W5EDO8DkOfqUaFF+tk43RtV6x+1/xD47DHYUa5+8yu7/qpnk2AHYdPKi4AXJ1a92ilNrJ+tnFGdV/RUcF6AkeqXBTwDfgXzfaM4aPAvjW8QeIV1/wGCDsVjRXY6M++jnQLC1W2Zq0zSnfPSMOxsuKXk0yFpkaBT6m+EkTsDe8DJsyrCg6NtpEgUn2BUB5BnU0IwJaW1kMmMMY6eK4Gam2Q2Gd9uQNZ3KOTI2JWAvgEkNohivAl+Aevtq0m8NfBU+7vPX86/wCEHZSD7h0kSzeJAicJlHaC0UDdimlUwUUzrTPK00rkOcdQ/LIOpKgmByYJJn4ArtnPdY4yHiFBsiiwHXWWBOFakyyJLoLlRL0engE4rqPibyCEXv/PsR68b1qZLumSwClPJWlAMcYZ5y6Brb0fyV8KTOCnKO4k4PTjM0wnGHT03yS4+M6bYIz+DdBlzRrRx77kdVEIAxBnUveFfwQA/N054xEqwtPotR5xcvTf6AF4tY31Sa4yoqWcnBhS7Y9Q+xhh2w+Ntt8gnoNw8/7KW1bI3wD97NXy13mOCXBTkKbxPupk4afHjYSd0hXb3dkGjpMktX3pUYxayyQ42AMADDzOd0mQidYUSL0JwDcgfzuYG4h6ad4BkOZfnpM9ZvT0cZamWMkyWKl+xjqmU2Ir8HEE48inI0uf6Y4WHLDYmxmLPPatA+haGwVOBLT4V+8l2Bqnpgs6RNcTANV+jLNpObIuXN0UG47jmsBXnKKAvO3g3mpX8EXT+H+8/wGYG3i7E57hy+VBsAGOF4H27gLO/t782IB65TG/dcdS4xg6aX6bpHLrkwR79SNsYHA7AUGRpJ0VV9x6GofGpX5YxrYi9MXxlzw1fmje2+7syBw82jLH2DKLXgUZmpZb8JMOavPN8JN54VtE6/RORKdz6+aHTnC8nUvh7wm+OfEdjCv9rx/OBNf9+txT88XoK7HA2mccDpyKFDJ295uu25i5C/LYOxyqC//VyK7lE8lDMHb4e88nJYlujDi4ge8xCrZxbAc9govW8cZhQH51N5xu7+Wxsdvlxz3goXeCiXB7j9zX9VRISeENstWBeUZeRs6fAJRswiQ3xC9vB7ASRiKTx+9OEp1OeMQYhxY6wX9gA4K/+DQEOI1/vmu7IPVbV4/Mgrc7aeP3P3sf+5dnoYJen1Py6JwtOP5Cd9yjj48PJJ04upG1n3+fDt3w6xbQiO4/CgIqAYC/FtrlrNQUzI4trwQiCU34/ezR90vjTtbW/sE6xHn3sJTW+/3dmMuy+OHDn52kcZy7W0ZdNqvLVqfuZIf7zDrvVwUzZT84qkL817aJdXYldicSXzvNCLLYCHTF7hh8xnWhn/7+EZgZXbU8kABGCmjCXySyrJ8SKxuMv1gL/PqDbziGpAIRh/+H145+Hl4Ai1OsggwjV2Dq9bcjwz2WHXkJbpX9pWAia9Y9zyjrKehqf5vCwX4e8Fd3uIgmOXph7MVgR74nDODk/YCnxhnNn9B/MfbGM9BX573yncyjYJeRt06wH94p+b1GTH6LkD+QoG2wSes/Evad4IuMpfsLHUrA0yOL3R0V3KSf9jkowHvjF51MMv9OoVJoFH+DIpjVp+H+7gwOj6uAZs6KHNqgB5AYr1cJ0DkjFr3nQr7Cj+gLve4CSNkLYR583CqC8lq7EGL4OTQIJtKPY2N23EKfYNHYd/1kvwejnvVDAz3BPRXGdvYUjCb5sgXQg4MnAey1fLiKxOsbDMyKojc74U7ym73QZyhsxe6QwP3bZfuwgAAAIABJREFUd0QVWA9Z6eJGsE5Gbkdu+lgTsB7+eMcNfoy4RGdM4Dn7H38VnMczRW9oDyhqEo8oVjZr0JEEUzBhP8VCkQA9epPrwk/BONpLMPyOfkePJfGV+CUYoYP4iT9t5zNBa2ju4n8TbaNJsevpnL54zvhlj9CK/G7BmO9j/g5ViJO1f9oJUPOLYhmKaU7A+TeMQOPDnTBa2wS2436eJCEZpUrA+xZexZcyj00CnIRqY6hOMPr1eajmF67V/5rf5IR8P8KOiQlr6tYUoTwJONvPeXbTQ7akEv6592KG35Lth+eHnse+qGGpdLjOOlYt38Et2iP7y4OT8EEHz1lWxwdr//b2KeO/wXu/xd6QkY7J93hf6cnTbAN9LnsdPtyGK/C8JpakO+/g7ZO42L1OvGSLlrL3O4mJTk69fk1QG18dvhI+x076mYzvuXf48SRoJl/o2JTlJO/j30ITrsekPia4qEEgCfgvXl5Fyci6CvLbvyPOp9fDM7nDmVIkG/dX8UElh2UnjFdnlPvIRugaGb18WvMGfmzkwxGbuW9/9mBdfCLHCRW/iM0Kf69PLL3jgsZpEMu+ZGrqlb8p3IFf2cl89tkxnO8Ny2n5X13Qtvsx9FPS9vt8T7BBXxx7P37121QBH/2MfWysj4Kt2MpgyP2ZI+1cGPjxtzBe2fuf+j1xpvBf8Oqff/6ZXI86px0nir4TP5yjyU4n9tiQ7xLE/zpuwiQ+NzN913CTguPnw2PglO8mTPkIDp7GqllXeOmOXb6FJ9h77E4nNrsw6i4Qm2a/b89SIFKk/H49xe3EXc56gvu60On18U7hTvmSp8BhOnYv/afJYUOY9S0Wf2mb8BF6lbdsYe+HviO7zc+dxNYa4Q+aw3zvkY8u1m+bTmwXvjHvjGxmPSnQ6yMloa14qPOY8cHDF/7f+KdXw23hKWx+T9zJ/TcWynf/7WPKs6UYGi90Epp6WBxJn3U1AFcPZod4qoL0nZy9mU1YxyhOG8q4HbQOsKAIpYxOteAIAgaox2seIZpZ4dz3TQAfJ6QAPszhEdcKbMiIqfNvKn41YukoW9MihmaDvFF2fs5KEAC8CWI142gdJAtQdowA8vN+62AW/8W8RxGssxzHIwnsDS5G8VNBnJGZ4xgOz8eQtTLcIPYGXtcZgsZ/fJ2PR4kbEKxg777GAiVhlgCyfg59vjX8/e85vLwdiH5WnAn2MhdIBwDgMGcNLCjq+5NQoOsl91+NxVjF4+Rcz7HXvJXHrfAsIxoFdxyHVNZAK/87539ESSW56rUc67Z7cBvzJB3eCl3RdUds3uvhuszUP+uoM/b0GRxN1gfYwUiEx38GpbwXo1xE39cAaL+3A3ScAQfsp0tQpCpnO4noDrxM8HJG6Jhfhn5dYdb8l31dOgjgEQQ/emdAaDvoh1bzEBvUyVpPVarOggM0fdALvfNWUP7mYOkeDRhCv6xV/G0DVXrt1YfHARin8U3e6TqdAEKX8DnvtYNCASy+/xifMwK0ukSgInSzYzUJF71H0GPPkk2RTNPba/r4gPMwcXriLGb/0YVnLM6cbX7McQUVen9xAPVazlzGGcg3e7/zvQRlFMjyvSoB/BpVnEMSLlqjZFWBKQIsPQlhabVJPNElzm94aCv8YscctJuRQ+6mGrCPnMeJjKPTDj+8hrydRIGT56xkdUo7jtnzjDJ8+ULP9nal8FpXJxvAC5ROIrT5tI9McIeHRqFPgIIOkq6M7e7rLgbbMTfTITTOuNaMXtKz9uhabF8DPfg8/JCEYfN1GGUdKPgLXOHv24GJrPC6+d/VvfotF+0OzNB5nKtHps7ZsE9CgnUBwMQPPTLuXtvyOk4Geq/xidchB2RkjYpb9C4y0xMM8tlJ1o6u1rP4vLQav0g1d4IVXdmegF1oEJqZPtKjdpS28v3goDnz7e0uvemYa+oa4EhAMjzFHmRfU8il/1x8VwGLLgrzNUcPt0zc+0GF5iaAf8NwjYEJbMEzPSElz6Xx6zFW8Mqx5eWLdGcJIz5ZW/iuuj7qDVeeu6jqDRZlPBBOW/MPjtfav7VRBH6tj4yPdoKJrgF9WcKBNOMENz3DlwkubWdTsIjx63S/8nzyH9C7vcessz+v+/bYSwKJdAmgv8516qiGTgDTbeM1TDU/z9DFC+8epDsvHQDhgciO9ZUSvPVD5xt2VaPa9MNkiE1MZJxWZHmPrOlgSgKfCVDhDHeQE3t49qenqbSilOiM3Fw46GMaAhEdGInvEFyPf2Re4Yie0a+s1Weizf0IJFpcpSfmXKaM6Ar9+lw2eBCe9fcG7+nzcZDvYtn3DLLcKxN4OgEcOV07jZ/UWKn9E+/N+FV9pnvLCUm09nnRud3pJLnHfxHlSJh7r0Z/so7WJyeJUXZN+/HPP+WU5pzFyFo6A/6pgmOOFJrXFEJ0AmGCp9iK/7cEsK6LPuoEZdvftrcX488fHaQFR+wI6U1e/jZJpHH+6zdzr3d97MOxe5rAQvDUfnz4iQRwB3EeETmP89oMEnHQOckkkgzBfMRN4HtGsDVWw08mBnn8ZnBuFTq89uskgGeV7AnP0P6J+UO+h4Kek6yxDh086YK3jy4+feIvAtTn+xSwD07oPU9sYAGqj66a+x7eHtl0vOj7qArjj776vk9yBxnIOiW345dNBydFNdgCBdX0Y/01xILWyCvy91shfAftGqMEE93P9cM+ffYvBSK3BLQu63d+C+aL/xNEFDBgtPgUVVUMJAmejMSO3O+VdT/sS/zE+Gb8/EaP7JcKkn7DAbe/9WJrgt72KWa6DsVKnfhMfDCF1d6jWVMXgZIA/q1Tyj71+MSOvxTPZ0LDJtD9VsW/wvv6f/6/w9+9H41jXqyF/fZlZfNHKXX3dbDmJBOdq6ZDR7EJyYD0AQ75YG9ie8YR+T7+98G6x9WM/nYczPZzp2TxvHlOEtnxR/XTXWf9zPl9k+SL4ZNEN644XBb7op+eQNIFrL/agfFrSdJ6jcIvg4npwDW2LPv2rtPJJzUp4D+7AER0TQI4z50CSOsvHqbidFyz7ZhjAnou47b7iImsLQmiTWiPD19HY8Un/bdTKBI+CT79d8c1pD82cd24Bv+5cdv6lLHn+vyPAsrvBtAue1VBgTqCrBtp1r8XCAJDhirI7NqmFM4Y79tWrv7rRJ/568NYJF963zT5q4t/jm2dWE+6Kbew6/K9bUtFx435MG1En1O8ksKV3/zbXsc//hFfiB/pc9PMtmrjSPAmEzLoMjzY8NHtm4DJHoGtwDu/+cBXPGZk+7eitbewQ9r+xK3FX7PfnQD2Pkr/fx2unEEvm2h+G72gz6QQe2zlxCfyOsUz0pM/hbH9/MW66/v/lgA2+gbLGOffuP03X5x9go5nosMY17uAev3UYOHvHp5GNvrPcblbb+P3pJh1GxT3fvFD8euuwrXvWmroc7xh8kSWmbnPmwBWi6Lebx1imXEhW3JC+LHa3y7Yarn0M1hOkYcUOP2bjl0kGSw95M0WFg1+6B9i4cQsTPvWz4OriN8mXhnaia6KH0EjXboLebDnKYbeXAJ82DxAIWNMy4x6/uh3jZquozPDv4trLKcjlPe00Jm2dR3F+sj36NOmy1UI+n0cfwCdz2dzJCx695k0PKQGV4IlEyvfWJZxgtYwceEfePH7vOwZ2JapsbIh0U/Xlv76R+uft2HQDaPml+isf/vH/86MHzvhrnAhU30H299Eir5DuzQ3PNl78VUxH51IUVCpqOae7ZB0l0U/mS7V55ryng3aVEjqIfxABlub7UbY38CIrkEHMIlrrvsmgKkAQjDIwFvJVGBiqw+piitFNDTG+LcDegKYf09V228/VBvRQo4xaOfq6hh6RhxB+98cnwMkxnl7A0pqJf8t8NdGgOTFvW83UEdxA9Cg3wuupJRwhLu6uTvHDPSGV62Mht8koARaWAvdRpxh1COhWjF14kvfxQE9AOB4XAFQ/AQc6e9hhgFg4m0pUNbNKDkq9HKPpRGOxlFudjbW2LuCzobppivroNvN1xwF+tIg91QF2I4T0GvnLMyznvDueaaHKRukngD3U8EK/fxVCyiGLxUtcchQ0PtcjHrtDg/2o+WH6yeIUXSp8wN22REsOqHP65DSZ7V+BRXfRVHSryHFyVA+LwZwEiiPoVWgmpcO6B1+0n2bzzCkkl3kQ79b1yyLJTg940mlT7vLZWJP5+NxBvJlQNsbzN/3QgB0dyeAe22Hj/RijdDCgRTvqvMkhmXO6rBjFSBC0OnXinIv5ubpDbDm9QS9tyL6yIgDqXHU9IODGGAVPuuAf+hxV0bzbO6++m7nEdV+Dv13A+ET3KoiD/ZY3z2V0vM9JaC7qxudid1buqb78Lyvs4VGH0sXejTYBE16pKwC8AFo9zp/AxipQNvqMtPiW4BeU1L3qLcKAMInpu0koSSzJ6lt27x7JNmAv2OP8oSukFUH6thmvSZ7r0p+3kcvRr/ps6JBQG8CrQue9J0GN77GgNW3OtQsW7JEAQ/6A0dw8vTns97PA7jnOUaw4Y8TaDdf9WcyPpIAAuu71jFr7tdkC9HjPQWigyNMEriAvGmcPcpPHrjt/c8K7FuetA7poA6QYEfeROAGwnTkw8qu7tmTG2YxWdHY6+062k25HQQ5bdtF3B36+hwdlCdYYdpnIoorJL8brfN9F3a1LWe/jC0/wi9OoIhkx+Md3pdO+P5nfCLbfgpA7iBNF60psISdi2MwO1TOCLiY7vxTHT14MNMMEihsLBvdmgSwu7dsY7WWyLnproB/BQzYkzZbJ7hAUHL+jS3kOVl3bB/ft36V/zDdDq+T0skyeBIn8OjO7w1VViNXWzi4ZwEReMSmtb6EfyT7jGm7CgqnY8z6bgLRxrWdVGOcm/SudKp0rotX8YsmcfhdRPrynM35XTOJ5ySAr4K/k6zYwiq6oUgYkACm6OHw6Nn79ZkYDbW65pmQQKRrdCF73V2t0UWR2e40OJ/V81bCoe0bv3eHBIEE9rYdar3GKConti1qGxTqwgDsJAUsDn6eIEUCJlm06P1zpHN38+h72v/rmWbx6VqZSUllN1s/Hj4dXSJ6deHUWyhxOvNKmXeSA/3HFC0KWl+5e6DkkTEC29m78JhpZ9sGhg5dc3QQTv49JQO/yc/n4qZNFCyxlm7aEyZ+XB0OIxv2uDsBJX0zF+oAytra6PWMTMwXe3zd4p/xdc6iztZfR1CpOGi76ysYqHVY0W7X5XMp01Cy1wHFYN49LuT9jjlwcF7bLPiSaQvYBfa9p5dlD2+b2Tr9BC/95T0L7LDWFCB3ogq92ZjBvsx0IGUdCcAuPhsfZoLwsf9rp1kn10Ef4nswcjJF6KFUJyIIdPWauKZl8CNK7JYwoC6wODLXmmsOv9DN1DYcW5CmBRoQ5EulQ5QYQ3y1XF92Sr9e091K54FTeu+l02z5x3jLl9/4R+5z+Kh8mRQ/qbkgZ0FfsjE2hvuEJpuUgFah4xZ4neTxiukJDP5VAngDpiNHtg9DE+sMTQyYGFrJ8yaGfgYffRTcxEHe5oZm79A69OIno1CDjzVCt4s/wGHwbE82uZLdQz/2QYmClaP1932d1gUq1px1bzHI8gadoPiy+hc81sVzLUckgLtD3v7Pt6dOgnz67i0QWPxEceV2o+o9cG5oth3A3kvhvOqIws/We92wcccE50oq9vg+l1jHNhfAD03/Vy+BM9Hnklmw9nt+svnXPsliIuQHf8JPNvjqxT3wyomVXkw1+zuv/TbBoOV31/KzCFu0eIsJ8Tf1PTo3I4/EDyaWVGtqPHeabTwB7G/WAdqzt6jQtlx88jTmsPbj49TDxMZPgfe39i6scExt9E903069Q1cS13Ic/nR6xr+OzOX/4U/otbZfjkFq3xyLjF7QHr3JzSS5sL/lh00CmAImy9eM6E2hz8attCbiNx2H7oQ0eqULnCFXplYt8RL7XHz/HmUkTNLd1FfX7muzpwiDGAA4JvRKMxZ4PToo+BdT1zazu1RF3fhX0kmbrLF/cOLe0VcnBjDxBw0JBJsfjG89qYax+zzce6oV9iDJu+7cvvzNpCEPQTvuRNKLXAH6hKmkoqV99IrF/KuElqY1EVtqeegj3u4O1N/PIEZmuUY3YXQCuDt0kbv1AfPtxlztq3PtTgBbX8xxDfgOXdAIO1kHqPnw21tifNELYVzwcuPCbkSQXCAz0Lb1lK8hjEaDheQNv9f3kS3ZAiYaHfUd4rXQQddiIpLXM/HX//h+V1GG9cHsbyZWkkdYP6V9S+imZyQvaL6+/LLk9JgACd+/GJrn48g76OZ9G+jxW/MguIu1pNDq5lPssf1ATcB6jhQ6zyHZmT3POtMA0HuXow+3KeoIk18t/2lkOqOyq3DC8Zj+1vPFeauxm2Vx/F4mh3p9SgAfBToKAgCMIunkWt/2t3nlb1V6nI5UtROg/DGCbgwKiZe7Bf6nU4exZIa2N3qcB3Vk8fOj0utbC4BMn9G6XEl9BfwD1M41PhkMkEt3K4AnRjYBIv0gsG+HUDsJMJUNgXRoOSH63B9fh2ycjASB9dOVI7rHjmTdCh46vbqrKCNz7p933NbltHwfTYLgdmy0rh69xxVb+DBC70Hm+mwHezsBHJqlg+KtIuzn+G1EVyd/2ZsOcqYLubyjuZeAj5T2GRFhsHEb0j57zesfzZHu8Jzl1oENwK0qNLSu7gCKEckIZb0nIJKuh3WGGuAdB/vbOoT3HitAYi3VeChfqp27g4XORbq0LhmuEcDHuM8Z3K0gzZ9GIqGT1+eK7nIexTenmvM+AwNw62uG3afySdfcAFC/3/Tbjs0oLyVuOK+7A3AZwRcHyTJTAEN/N417JKjeO8B7gDrGGIdR++dKqO/+onPGzOT5c2Zi+Ld/ujK9wU7jx+7w0Xdd9XPOlyQ4mW7hDWLEeWl9yvjBBpskgBsMdGVSA1XRjMCe1vE68gROriTPBLVfZwbZEUDc8SPRx28CGAfwnFFsmk6CwwnPSQyWfEKno1OdTJkx14Bry2ySrox8QsZPZdc4nICkAJoEjWy+PSJnA1O/0ZEkeOiFY3gngCMnG/ToLpENTqU60N3HsjHjVPlZ6/wn0/CTPZyyCzxaWWQRBoIT7HjHYQJw36SGnn/HzmJLtzIcJ8+67gQdtBaBm8i1HVJVUz4dJC0XgBDxeXSB9mk6a/1AyJH4h7Mxod8kgOvZsDvcg+DMGYFinQwe2ABjCkyyBoILGdG04BUd10HCN6DvbtfvSlJ/ggYu1pnldjc8vJ89jLy1c2a+H2dRTuw1tnqA6HEezRcZg+xxQeNQYZO4/8Fw88LpRi9g23iig4xaJ8Vsr4MHf3If7NPinA2oZ7+ju02r2YsO9l2KU/QZYaNz3/hjCmqgGYGxHKmxgYUuLoxcvigZez52dOwE1+tuBDoW3iNO0A3Ib4+/07NY/trB/X7PuTx5sce/Nv+ii/QZ8YJ4IBXva28JFF2Yct7fYMIE26ZApZ2q7kSF7lRXk0hKsHMnfXTnxumwkM0bUQ0PxV6FVikACh4Lds7PEgVnl3udIGxNsDkdggVjf3bk5t7tXGmN//mNsjQP15nnJ8Akp3bWqxHMv3UAd3fXFuUtp8L7JICRHQr9sJUJlOE35Put0+mMBUO+CciXLil02hH52HkwAFMjzEPGh6F6CmXzOwFhZOln58cElZ4EMIEaCtHYzuig0DuJ7OkiqDPCO0BhGZg9xUFvG9kjwMI2W4iciv0kUY5+vjpTKoAuWn+OM13jl3xZHyXQRQGSb6WqbOmNb30UD2AXtS58WX227S+TLLSwBA+j3/t8wbyGf7AYtUeAdXApeDbYE3yAjCsg0EEhONPdlkMb7XaOWFlZ1velEhev7BEmXMNY+SmgxF9iHLZpJV+giiOWHpH34PVNXvL83QH8+p8X3hlf7a1gJ1CEf6Nzlxuf6T7t+3VRgN8bhsdvB3NlWkw6SKxfK1jG82bfN4HgPR4b01ObKED7K1ts+lQHnK8/NH391i7sCX9FJoRf9NNjG/FzoJl1cx2ZcPzLcZBCq9HR08EPBtpCzTxzj4B9O2/B4FnP+Kaiof1FCik3RnL4Y55ZMhZaTbfMdBgfnpkC33TIJD6C/0fAMQlgjoeIryadzx5gr0RPjTrm+11ERAzB8jEKjhGXxMJ6HKa70+pzrEVJD+1o7IA6WxjJTteOXq4kxNAhRSSSWz3f+g2sq894lXLnmcKfkWA9b4+A9t7MHsTOCHxKxm8nOYmivPwWRVnXDK7pwmM6+JAPycAdT9l7sA+ngaF86Te5hHyAj7SX6aSZYt+xH9hpZLALJ8EbHX/qDl0wODgOvKz1k1ADX4LZW/4js+Lt4LMU9qz96C4cdDX2vrGarrNJDI5dIVbSBTrEN7agpeObO1EhhQgvngx35KeT1JLXPbLs1p1+xk9e3m5dYDX32KLn5e8uUghGzPSgnuSn61/xJvPvdpM6NjjFOOi2JK2k+wZzjB79LQFsXvyR6L9jb6fTamSHiQgkgFkP9gIe0P2T9F/6SD5TQBs6WmfMpJs+2g15QW6RY64HXSwHkj1fJ8+LXhBdkkhYDNwjwLtQgX23HvcUFx2/8seJj2QdyixG5+CjBJ/n28YuFOS4UEXjrcP7yN/RQVrTTGuT7CQWNMliG7ro+cQSsuc+ouX76WRtMN4U/n2fc4LXr62dQTc6/lBHHJl2k0zmml6f9e7E1/zCFv7qO6KpfIpgrsT7W+d1c5S7/D0pNQU6oluS3nv9xUlj/wpnJIGuNaz///qEnRAPP+jaOx3o5BTGJ1POrXWwv+ON06Sxu8GsY91tPzZGsfF784hjYtHx4DjFB+BN+GzPYM1a8NHWPyQOHH0X/hreE02G54w3Z7y77z++qRoVDzaQnzPyYTdnHsR4XShpGLh9jDserMLxfK7jLjxLx9CIr7/0pXHE/EvBHR24HKUi3+V7Vnx3ioeMwc4zrM3vYtgX63euI3xf2dyRs4N7Rn9obRd+4AG/W/75TRJCz/l58c++dSmpC+31r96ncORMxGS/ptCC2A14Bnq3nxzZ3ilR0A5+ha+Id7ZOXRomRmlc7KKFHJF5fCrprJE3ijR4bKZbiCbRi4238vspoP/uAc8n+bu4poubNr68frbu2wlgXYeCaDBl6CstoNiEfNOsso9NIgHcsb/4exv/eospGoOwdyraS+NrnuHfvs3/dGzuiIHGQYRY2ZSfGXqUHp/Lpo7D8DEOjiMMRUAm406kMO8AJsEIPh+Ba6HIogXQ9AMhGa1kojloFgVhI6wOrAqcIBitEM6ZQvqcgwzrINjwff9Pa4nQCgnvmQetsEmgLj22urqDxxjVTq7EmdwEG4EawJquqQ115beVWxQvzhcKkURfPn87Ee9rzbAA4JyBF6GXwdD1WqGfBN1zdhJCCYjpQO4RWIPlqj757vEGFQwGppOHhIl4tauIkb/u3HkrC3vsYivs0Dh8tAmr7JgUudr8Y7QDSLz3ToJm3AxjjkiKGmjpmb7/4P/TuTcKjjMnSDbAHySp+t+Xn3YUlRLPuxfHAH83dULQTkiCftl3GRzJdO7GiDwSDQnKa5/zgRjLcdiDeyp4r7N509HWHfvwDPJ4zkgbIInDSaAIYx6H8nPEFTDWGkefuvq5+DZGKetDiXY1sPlZDu9U/r5naENnP9/c46pQd5B6Azpap85y0TXdyXgSeykAIcnvRL+LJe4zXjDaFLCg4Btc6ZlITGpdep4YLwGfyCvjoCwrFfDlea0f7ehvsEXvdQC4n51q1DbA0ASepQO8i3q4n9ekvZChnWT3m1zMuhfIbVIc/go4uzsSF2D7+wrOjxFA3sXKPWr2nIMxzvaCi31idLxewX4EpOPgLFDEsMPfS3+NdFJH+H3d7gjdgOvqeUteAdHeh9BzzhT8/u1KLJIuC75wGPbcC6pJuwCl1xcgxJlPBMrX8aLzDMCIreDZ305O+NMYa2x7J/zCQ4Ch1U/oBZxErZGiHV5r3oJGL7COrESftZMhfsBe6pntQhlI3xWTrO92ULZKNHKRQJx+wCuLY+Jw+f0aSYNeaJp0oU2KcxSEjPy2Tqe4i+dqHNLyS2Dacj16CP2IfkCv4kw0r2nJjEY7dJ0AjPXX0JUusCNHIyM9Wge+7RF1b4CLe5MkyXN+FbwTEG4nwPsy8gs2ePc+e5d9DTie4OXIEHvbwSxR3c7mOH5vJzh4y2tlgsdnqxorUIFLUgfeh19Z5zveCzlkL7hXTy25nJ5xDAnk9/XRSW/AHv3oYqSvQAK8fmybZGCmCJB80VmWFEee6xFgFxlG58bJ3NGlWs8rH50gZ2/0uQ44m18dCA5HYM9fW97BKngnScvBW95/7+SxG+BdznhPgFD6UWsPrmy8jMN+sKP4CD9mzkhFL+V51xlXEAe/4cWsjLx/9WU75uHx6oo+AZrVz+lWnvtWp3X0OwmCHEGh/VSyy/Qd/GFbKl1Y/ls7zND1qGjLztpoeNk20nI2TqET1/w9I0hHzRtvTUIjCZ4UxMG/dH3AT06CGxvnAo0bSMKwTvtaSoIM7+gropFHg+uM+QnKXfcTfqsgRa/ndO3NvbtQ7wTyKlHN9fXxF4dQVIYuX3uTh2/872evEXs/v+Nv/Ah+N04zHtB+neBW6LdTQarbzb7J7kX2eIP50bE545WCmdf3DL9OAs5Ow4z797WzQ/ieWdN/mB+PrVSxh6R3/GPh2chPdf7oGtqvOWO99Rt2sf2atZ0bcOkpWz7bV9eH/+SmPfyJzmj/VM/Set68O/JmOpTALHb4WVAMPn8xKOvJ+dPRAezJ4u0JrI0PT3F222HpMj1vzgXXIiMfvq/448iLhHfl2gVT80xvB3D7b/6+MJaDXyOfBq+zj+aJ4bvpYmj54jgXaGy5mQKIpfHqj6v4hAlV8ismwRf7o87Q6MT4ZvPvJDwyBSvPatxa2cprhCV7WGcZRteHdpbhXU0SAAAgAElEQVQl6800BaBH45uy5uU7XqMAOBKRdfJzblny9ybQ9Nnlh59dINBoA5ZTAPOc8xxaY9nXR0JOw8fRn+iftuc72ejma2MKxUfmGfQLsYIuhtIeyL728SyHDuZpjfZOHA1/BRkngLwNHOGbltWTwMInHkKLf9Xh07GULkjY3WB/dqLXmTryXZOi52ObRl8t/ZPY6uSo93twUu+5nuNNAOt9aBNbGP2cIHz0FA0TN93upJv12cQ7mfQi2i4P85zax0mQj26gw69porWcMdPCQv8kcbb4pz8v/d1n1Lb8d/Db/DZydXT++GbwpLgVnZ7pXKGx9oC4iF5T4l2yKv3pohzZtilc1TFQ0X3o1JXXLhDRPdG/HSM9+skFkpOwHvuRdeq/dMauHoi9wPfFduw+bsLv9R/wU7nvxswDctrWgMfQ7eAg/PTGGCTV0C+xg3cBgq6P/8TvnRg7vl/tG3qjn/3Va1q5eUJmZ+7ZcSHv5a1WRrZH/1YB4BZtZFJJ6wHo23hsjyKLLPrH90vhgHMKThBG5hoHURhBLKv5vLthezLZieUML+s+vx3hxj4m6RV7nMmnU1DmfzuhOrhxcgpn7z8++9uMij8NQ7ZTwWTtJxtbKxNwCmIoPAjxJUfgGn1P6z7FYbrWXLfxKfx64hS2weMbft8/8jsd7eDYo8NEp9Jv2Z6xp8NnOZ4tiX1iplcRyf9D2J8oSLcrN3rold06ev+3dUvt1l0A4mOArNzt2jr6qzLXwCEGxMjx+do2Hf8M6xsZOvjA+OX2z8RuiW6Elr0HtdnYNuB0kkqD0ZYvmccbv+JRYKmmo6M/PLb41yN/tqOf9k17LH89eq79II3Dx7Qbe8wz0or6lfiR2+5sGfzGIbBHX7ysltbowbcD5F2AFlvTa/QNQ3r3l/3MeqwN+9eubJl2JxSNbHFHzhx3BH5grcyftgen5b/325QWfPckEHZMzFcd2zqJG3y2HQjXVg0NrX7q4ivzs541m6R5EB9q25YCU3iBI2v6iL0bE4TfQ/PDy5Xo7yM+Bg+ydhTGhehDIvFn/JfxmxKdNfaTLK5Yh/hSAeCzALNzlNg3ofwKAPtdY8BorExCn1PR5s9HwZJVfYzaCsz2u9hwFljPayUOsKIyFSC1hJmgSoJzmy3zZnsBOhBCgKr3/SGY3Yx+ZggxCweoY6NhBIio/95qvzuIo83711QgJzD0AbQP8PJzB9Wy5p0dwXWvsw5jrcfQ1SXsXQc4cIhjKDajvK3jWnACgrIOC+JQHh3keOmKtbKiGkdU6EyM26OPAXc7V5YZ30psnks2vf7us4r1twQOQIDKtF2PUsDPGRsYlZ35fe4zEIiGzl7tmP8pkAPgaieNBcLlwLmzsgWM7j2W8bK8F0AWxfE6xuEzAObh2fELvI46xgfN05qBhAwyCWmtYEeGMnHGeRFaUSX2OpeyH+v8a3qCnwJyY1xKyjXNev9cgZQ5k0zCul9Kb8jIQGDoKs51gaII3m6H1XRnx4QBTUCGeF+KCAXu9R0FdGcSZu8Byu/ZIxH4u0cbrEzFD+OHA/7rM9zetkFNhw3akYUAhddQe40EvaPBdfPztRcl2xmX6WyAFACo25ayh34O8tl7KZC2wTiShFwJExR+nJcyAsnmzv7eWVB2OgwIDW0jO0R3aYdzDP8ZOFXArI2+f8+cZB2hzQZt7TQiENF84nEOrVG10RU0rB/7nEqPrOWdYf2XFrKWeQKBt/8tA/kBawkOJ2Pwbcm2TswBRMcJxvrmc55xxjuTJIM4wU8RAFdE3th5lJya6+eV6XwJGAcA6/O3m4GvHQeB+dHBg8kqLMd+nhn57SMj5ORysse00dS6meejZ+GHV86RTHBa3aJ7ZRTa0ZZ7oy/XQX+ydAsHuZ6B/Zn3o497DB55JZwcuTiGd1eQvWvblaedQJNx7gaxxocfzWtk5q7R2gFgkj1op6R3W/58BIi8Mt6rzMrMK8H8EzzQfTXwltN+Zjn337OJX7z2rht6oPdxdSpvDeO0kXoyuU0IqSbqPezqI8bY/Bc8FiyCPIFmzrKDIc7ZtLsI0L7v1RBqgWrbzufaP+3v6fJgJRgc2foNHi+fueUGSW6swbZUDQB4q9I00m6LZ1lymdhiywyad776/Eo+LAec90LyuugCfNI03LIkWbOiWeneXaxXthxcP+/o5EZW/yS4TAC4z6ZlbEkc/Nv6HDpi3h0ABqMv34VPktwRJ3Xz9qGdCe5pS7HL9Hw9729r8Tyv5dCrg5gndHTLLJIAcmyCyX8qIUPnCQxHd2zSk/HBVBB2ohh2le4lEBWn+p5N33vkfS4MqLFpjbpV4a5ReIMfcMUGOFXJpRal4cHW9+hd7n31ett38D3YrSsW3uSZ7hawI/vL11dnEs3R/Jq1tQNU8rcC6+w3mIyEXO+diS7vaMz3N1FrA8BNAy/dHUzCmfZ11A0BYN0v+2iPLIkDJhXH0rFi4D6DLAw+08z384MTDVlN68SWG9EpkwhSCYIdYPIySJYpqFGtLV/5k3Es7fL9oaNxCJ01Oh64HXPruXefG0snIBn7Dz7j3zeYcO2D8WycbJr76cYxG0wlfOa81UOmk28Rbvm9+JG5v0lp8Vs0JigcZVWyTuymS+HwxsKsxakIG1sNfP4GgBuDnHvlAK8KXY/NZVCx77rNrCrIOgBMgtTtxJ2kGWGT0jPt4+k9oTvESxes3Xu8xS/5CgbsY8v6edKd2IFbZZIVwMkJ2Ykc3dFmqmsYB4ljJJpcjsxZzHy23ZiMSw/mhCcjPK69OMfb6JpNkOa67iSSFqsJ3nYiUgcp23a13hoHZtvMyLyzF6MPbUt/A2/7Sn4pAsDSU33EXMZ4YyZ0bwfIKDxAL/xqlftLnrIGR4ZIL5d/x/tTOJ8AZif88NzmnyOnHBSR3tvjR7rAJeu0Qf3QQ+bc7zYtDc2wt+hg+bnER+DUTtIhqayTrvHvLH5MV7vjY4V5i+6U5HMV3nzfmV/Hke33fGPeo4TuRHzr/afFNWuvRP/wytJzxhb7XjQjGrGfuDpgZH1Cp7FlFof42SPiwTft29b3+LTBKfrMwf+RT4wve9JWzf59+GR4jGtf/YANAMRp2zcFKbPf8x78YtZN1TXnFwZmruBq/d000PRE8rFfM0u8WHbx4Xb2CHLnzEpII/hsA9R8TiKGCm4inzYRhHdbbn/v1pnC4icS51PUQgVfcId0m88qlcyYADC4SUG3+O+8Aj/2KMtKZzKKnTzWwpocicE6tg+79x3/UfyA2RRsqW2xvPYna+IEiG9ex56zHShFPLK6nSLaO4JY3+/42kybI5dOwGuO6AtupNtJB6jDgx3kYkxes5iVZ438jiY2033+p3XOWcS3HYhNpMcZn89cwOithyxj54gSkl/ophlaEbZJMWD7Uy1/yz7R96+/L/ZNkl/6bNsdb+Q4CUzeOwVsvw9ab8U+3wTXfRcrl3+Dsai0TZC/C3guzFL7BC/+svvBGdDVbWPjy+pq98i/1s2iXSfYjo2UjnI5tsLPqwS6e0abRJn5xX8eK2Z/wCXZo/XvnnWq+OFZJ9vXCQC3PGt8/waAPdTvrhOLG91w+bZqXO3vOR0xIe667qr49/MnGDy424Vbg487Ab3lrgK26ELRj3WecW1ol6pl07MLMJOwm/VY4JeAt+zhDQCj80SswiHISnxUuj9zSOKcfiwD7aP6PucMYOaM0uugZm6atlkyqE2Vi6Z1T7fig9j78zimnypigRkDnTtLmLGgoDowhfLxwo2R3J/9Mip4nisUH+V4Mg1nDFegSA4JEa2paBzIF3nnD4KKCL7OvDjr+gACzj+R4bUOthj/nOHxjg0GWTCcpyMk/uf/3LOVeW+3mXszXfXdm9HY0/tlVJy9eZz8fV+fNYByTMXytmjTOlO5GcdevtfcTuXFOJz62S0ImTvr3u068105A8eI2CzKtEhrocSZjes0eDO2MHjbGbAE9bbgY/88luERZ3RPq8SzlgNKHhI51VNDZQNaEwASzafHfuaZgMZmFIlenUg1S5C9v9ffN1sxdZZsqplD10NfowjDj//vnxbpvwLAAWA5Q0DjawP2zEcKXo7WQQ2AgQwrYOdVKE0L/E6A0s7PChjctJy/Xucy14RO47jSeBUA3mquBI0MDo+AJnvo9xljrBUZicz/dDQYx9oves66R1aKXrslvb7pszGWVme9ZACMMvdThu6Pd/BZQMltKrNbWXfQ9j07BAdfaG9p5N2bKJlU5eVaGSfTtuP72/xX7dC5hsoH5ALyjnHgLMMpaPJ59h2Z6CoxgUUHVLVGYyhM8hHvlGL22ZDlLD7ZkqMH3oB75gvQSmDZnyjx4vsPR9iDkcfwTrsS1vAd/zvHlvnvtTZ7h8/Yjw10lfOkAkp6PvIfg/KX0+vVp28gJ4bdyIt5ORnrrK3+PdnvI7tsT45c8XX1Ozyhd2nvbsfSE5AaZ3KPM+s++/KccSh6A6i1Ix4HVOvDBssaE5WOaqFi15pxQfTI304cofk36Umf2ZAVGUr+DZ5qrATu0bxTJZhs0SsQNy3rX9oCeO4ahkq7wshOiG8d3rN1aZ2dcasl9py98jlSDHPLaYJc6Qpq8/cEgP3O0Ue9n/rcR1aMoZjR3T8vPd9JOmnFCm9yp95B0gzrihMAfKl3yrZ4zxUKnSZQBNbsQKD1QZ2d+I63aZd5a13gC4xWEY33xxVWG4TI8wgGRn7o593LjPPveqVry/L5PO4KAMdYHOw+hryfN3ynSm3Jxq6gxYjoLFfefqppbOxH7mEc+z0f3vtjzA8hdKV9j+G3DMgbkYemMe2T5XS+4/0K/mbMs5ePAc/YY0gmkPlHH806CpfI0fQrWS6037j9xpq8pwO22xp1N7DtHidKalDe43Wa/H/JB+PlyZhHBrGmTUO7bzdt+ZpxbulfyQmSFYynacvvir04TR1oOZ0TJvnNCYrhQdF77/1FF8O7em8ncNicOE4Sf5v9fZxevUa/5CfzPO3S1Y7PsmHWvSq/mfu7l6y5/nVbx89w7uMTTI/V6m33u+Qa2zxrC++fINUkSKxefxwn359XgHXs0NembppuOdty+aIp1mFubMz9y0HbjgzGrlvlsLWDdngpPnDZcVrs4Ois7657KhvifGcf6WrCPORM7zb7OGBw+l6OssKeK6vi8HDHl+Ijnn/WaxarMc/r8Icfeo0OH33v7rPowrrZbIKUJED10R36njNPNRc7k4UtpGOFpWbMyJ+s4d+zfF0R7+vX/n/n2HPtxNPXX2OsGDY5P8u/ewb7i1HuM1f/vr3tafD42wLctKlgkuFSqvv+/V/rWyLA+Mr8fht4mI4P7P/bEerVnXQQIzAQuda2/V9l2zZS7OQNJPTzbU+Owzf7KqU+z6b7h/HSXUDwVsB7VeR0PniBwG3GxlEjK9/QxdiDCHcSMspvdy3Izpu13QKB1e/wbRI34PGlwa22STDmYK95bQeArz0cO6LPAyeA3U7YdA1MhxHaIb4BYOE7Te06msBB6vF/OKgsTK1KIjqMBDMYq02HLcm0Tb7s84X/Wd9fwe7qYPh2QtDc3zMN3/Vg/V+67NabyPzoysWMr42IH058/a9//ev4dlQBLMc9eykb91eHqF9j4zN4u6tSSTzo/aeil/s4XkF/d5IzieNdvYiu17UqNDDtOwAU+bgBMnWqSwDY75Od9dinef9WcprHKqiW6mThmbVru2LN41V3yVm3Tnh+7WNdSwJ7xjz8OIVJnVh6JdUOPtA90OU/6aPWW9YHy+LHhjh7VXxIhWX7/FuWZuyxmcBCPCf2guzEfALe2PnHr+/zMMcJaf3//ecK/gNWUhmrH45U8XPdbXD024wZeapiF4L/1h0ExEeu/sd/fJ3bTqB38S0B5eDa4HtE4LtmJ8hd53l6Lwq/stYJqGxxRxeUaW7R7ZH/4KHX19KBHt7z0i1j/dV14fXT9DM8NgfWp/q/MCCYe/VabMDc/9ibJV/aZrBdPXTdcSAlroDDMt8E9znGYdvzTsX2PDT8vH61MxetfSVGuqPdBID/BirpLLABtHfN27+jd7wJ5vYFQvDfv8xZH8U3Fb3cP/CSaVj20LFR1x8S3RQd1ol/PMcFClRBIy7evXjGtbGPv+vG+rH+2v4rSb+c8+Dxc7TI/yEA3PP+JfdePN3xmfZbtw+xkxVeP0/8SVNQ6CPbaEF/7w3+lW4f/ovvYnttB4zLPyPMPS3qGSvJqr8SkyKz5sibkr/6XHq+k467i1H8jjnKLD6Ji5yOnMS3zLfL743ndFxr7HDT6MjAtTGzTqHdXHMqgKHuONUL0MmYclZannoqPqolTV5W5kO1SA4jbNBKi6rnsSA4EplQHxKewd5CaPulr7NO422Hd2cYK1MSUA9wcGbtMV4zbr3HRkY538ygPS9nf/w1CnJ/DIGubDhKpIxNhI6u5dlkneo5Al8AV693vR8QlPaDONg0/jjEfp3Xps8iUKJooziT3d8tMdrJ3pUr/Tv7DJDOeB5HmAy4OYNN18tx4hL4j2G1tqdFx2QgCIRH0G6AGDrTvyijbsH2CptW7O96ve1aRAtkUMIIHeziHAlo71f1S5/x0Jnu7D/VKZ2xout8PogyrDoA7PXbVlA7/jnDq3irlScZHGSYdsVyWDvA8aoyIwNv+DGEL4ASB/K5z8Atgfj3zEcDwWlRgoD5PwWAHcAphX5e8ozxNayRQZ3cwXzOGWV+tuhtW07S4iZyB2M5oFiAQ8YOBmUnn2j2qdoKf3cAOGeubaZPr9M66TC4bzBj8K6Mb4PoOFiz7hjwuyKas5SzRa1A1Ye8Acy+RbwrxTRnHuP8fVsk59o724qgcEnp0Mj3P+19ZM4GszoQRqV29kJZmApMfw7A0QlHvh+n8LQR0xw+hfarhZRBow3kyeAb+ZlgS4SwFb74YwLIyO/IzQWqyGyPb7KG+/yv0E10kAhe2ck427YlThIqAB3I82RjbbJIFm2B3wIZyeDwTABxgOdbOUigZnXgGmxnfSsQ8CfDskDpKnNp+tA7e6F1f1tHYajjUNizQ1aGNx+27D8ZyOafcnpJZ5YjSb+ec0W1VPOdadvEHRoyj0lQyiHs4OKwRSXDRF8lqcW0rnd9czygv54PT99BzTVeqVDzOWcC5t+9VPKJMY8D5Pv9gFDr8822BxS79aQMYwdlt+KZ8c1MLOv/tDz9vjSNTgD4t3Ni94OWR6fCynwhZ52O2Egg+hjt8KeMvQLIbE+fzyeD0/dr3Y8sKkfzJMIgN1LlsVnz4LYONLzJfOjQliV3C7kYUR0M2H1YB2Lzt3i0gybIIH92+G9lcFei4syLvqL9WzopYIRc7eJMd3H8iSaUUf22AMIQtDPoODyVpPA3oGzy/zbDgeqpTDgOcbcgvA2I4IftimHRc3htAsbfZ6l0iNPEEu4bM3L0DaryvmOQKGDzvVs8RlCVe8C/zQ+Xo2AyWTOu8OpxYH/0l7FMt4VyOnQ19Nn7c9RDdPTJrJ777j2KHeL1nra10HB0RjKRjy0j3S+WQfmJaQq30kpK441TYfirHETh6TU0f+FerhF6Wud4XiqV5XbgIz8T4CSpYrGAZZ3eM3is129bAK6zSc8+La41fpw90+Wiq3AZH3RUYjv4aOQHFVZ2ck4EkCMUOhECm0sJaZKolvEKmE4Vduhn+Kf0O1WNbeCjm7Yt5gaA0S9bPbH65+6acLdUbXrcvUnl6vn7G3PTOUEHvj8JfLM2nRRm3hRmGnrNESheitBKyPg4kYwxx/6VXQoGQS698wPXNq2tg2mTEk3Ls87ghRN0fyrxX6d22+3vGWG3E/V2cJ6qk2NTah0lRzXhDQBjm4c+Nsgiugarg0Oi779EvE/Gp6XZBrugD/QOawd/tE2o35PMibwNRgEPta3bPKHfu8Kk6cI80/bUN08q//QdmLTxeoKAi3U0B845xpYnK1/BCuS3CFIdRAiQtN3PfF++znrcTkzRArhpsWJkywnuEfcbmn3X6JIZEyBjLwhav2vIWkU2tc7C+bT4GfscR6j+5gx36C9H7YgWJI/iBKQq3L4cy1HZd+GDDgDjhB1IfQ2Va2nJFwfcJqvCKzePGDCV/EB2r/131meOo/izPnOueRLdIzOOvwGHttcuGMWyZPTV0jmJ59nAK4gzMo09p1MB+NTjsy2pG5nLBoA7cIu5in7vTkmiuYw/tAe/ZL5/A8DsJ0cImD7kCB9d1wFYOiBpdd3yUNdO0q7eh563P2KKSCxov+kokKRnUilq/vwRAKZDhNfP/qn4OzoA/BYJHHtmcEnb2T6jtJy/BPT8/OFP6NB20rTRbfro53eCh1d0fGZZi9gljE/Py/9CjwQv2jagYAD7xesy9jn4V/OJXxB5v2ekNkZmzLxXe38nkt/7r+uFbFoenneMksRWkr+l/Wrr7M68tkNiRhEbJG/QeJRAYln4IwDcmKd9zxrbYmvxx53YTEcnggAPlDy+mRNsE29UELP5CFzkfTSPl398Ku+Q+eGxXPPilMM3tq23mx7zgmeYM/oVemTtDq0U/ayNdbcqBx9pTAcbWtC8gScFNdY29e7Ijvr+RwDYt40d7LHp+7H1N8E0/IgvFR18WvyOTg7Rx44DvzLf9gOKh5ygTgJ1+ULFr6bnwcL4gxpb9F4gE9vHgcxlv8IX6RiUIE702KmQfhIc+13on6vji+Sb7D1N13ov/I591OsQ+kqRl4sXpptVd0JlPbZrR2I9wQ0bC/I7rIPG1hxBFzmsjYws7yTU7sz62td5ni2d/N9gtY4vHaxr2/L2p4V27+6ikuJX1bQXIz835ouuezuhXIE9fV/6Bv6VjtGKb9LzPtt7wn58C5sW89t55Mjvb9+SJJs16CNs8PEf3U2ixehY5oM+wVYn4WxnDHZerKLvjr00eA975DxXmvDD3p3g+vrmufaf8PSrz5E/v3z5x6ffe/VNHrv+V6J/bOidi54fskxRTfhMlbIUb0b2eM8Hb/BeMEfrBTCRfd0Di1oO33gEP0fipFd3K2+iKr2TaGZ6+i7vRCjklcb2X99ZzPhWJR/MEyqKlL+VjkyHnmcD+Xs6FMe/dn/X8r/1uvHF58T872vy88A4OHWGWwyRVwG1Q7bYrLZxwQgOPAmuN8v9Uu7fQHAwhGkXGB+AWa3SIGiCmyitZZLcz5ldWy0jB9EqLAQYi9cLZl+1KydRDGLYa5r+g3e3gzNMjMN2AZoB7PcFjvA4GOMMStuIrW7QswmEZE1uhtZn6xTIuAC7XC/Ck9JVAMznYs0E+/By9gHDnEpIK+wpLQe4tOCEQTQfFFUD6K7cMAN+c7eBZ2WSsbbSi6G3ba3asJXBTUAI8CEFJ0cJwoVggd71HnqPQ+h/yIH/fU/lTFYtitnjq1agm5GbLA39nEqwz0Eow9+VgwZ8cwbdUQJkCSVIgEK521il0hNjn8ARAgdKk0NDOve05R7eeB0/R3CrxbLOgCglY4ebQOlHYm+GnIMbGGI2VgIuNJU/AmUAUrLeAj68gjN/Krn5njn4mgEXaTWiti+hZ2jy5eEGhjn7Z+kfmYQDjWCRA3RSIprDKDT48FeCQBvgFpAWuGPRTrVWzyHjXdCNbNq9+oIU43jD6Ab8Imva2ID+klixgMH8a2CEHFkjRUEwnvFW3eV5VOHEOGLel5FzUM3KL33frQx1SQPwpa8Z9befkg/alRN8FXA8bs8FZW9bejvDZh6bdbhJOHqDZC2VBn2myZm7+TWo7NUvuebvOXRkjp9OAyMPX9qLs6Orlpf2BvN6EWL0pSIEB0Cv99EnWqMx8CxXpxUXdEM7pJd2e82haQxESxb0x/B36/M25PQegphvi1ZTjPkdZ05o7b3f+vRL6EkF0GbvYrxJvlAR23yxiQ9xbh6j6ds46MdKoSnHGCQGG/L1lR/hkXEmG1jXuYSjYyxjpkUpZ3uz5qbvcsDpb87cDH2sMwV2AUf8anHcDhjW8iQoDZiPgzIOqt6rrhjpCiD4jzHbQWIZtK2a9ZwOeOgd//p3ZfrfYPDX/jd+aH3cR0C8AWDmYPk/IOCtxAC3tEHwJ8A6ASvm00ZtO8Ayv3XurdEdPUXLua5gDW+WUzzh8iML7SgwPoS+bgPW/PIZ7+A0vUdBc+/nwaYTxLbzYPkFZ0QnsOl5bdAQQFv9mTPncNqJHng3DpZXb7QB9as9ZSdWQB8RWoN/HcLKuI+D+CRj3GcwNZ1spU+oMupyW0exFvou+HHpEHoGT84TMqxxACG3/3+X4XOf3+21qCNeCACE31PBAWZ7zzLSaCRtoM0OJIIj+n54n3nzXPTza0NxPQYXOvo4oLTucpB9N75HDeSeG+tbDk8C36vDGzv9U+CvzzcCv1PB4mV8AsAvPl88uPiEoEu3iCSB0vbjHPuhfe2ku+PkGX6ANn4FYCx/RydJ7jXmWRkQfASObvsteG4qgUo/EgDhOIgOEPA+5C3zhEfgKc/LHQWCf2mL/joQjULnJhxU3ULddG9ZU+nfVYHktTt4ilGtXlp6AJ9oPDhob8zczpzmN2wD08KwKmdU7RvzG+vTiSLQe/MB+h+HJRWhm6QW2UmgEpvOzkQ7H287uBOYzt4UdrMckq07rR69P5Jrc80bzKETBc+SjDgtxM1/oRvPueRX2yB+dE1a72r7qivbNB/avplejkMidjn6Mwl6izVbrsdeSscs798P+4ljjKALHOK5fquNmVcnkPZa/FMSChgXm0rvWXucs8vyHpK+oZtfY9Zn7hSFjTyxzbRcXDkIFk0C9tic32Ckk1kHd5kbfoz83uBJV6eaVj4Cdkcr+1wGPwmfexxKcL0TP7vrRdN7ByONUycRrOdqleRoR1aYlsNZl8iRIxedYCp8mA4UrUv2TMQ6x9qJKFOAYCdj/CvOSxlsrH/l2P0fT2XRaw8f2elB/qUvrRdBgASOclTXm6Tj9bXTeuwJzzm2Cu+kKxCBgklr4MsAACAASURBVH9qEaszCgkwnPNrpyrRSSQedLDbOtT/OsDP/rnTXM6Wz15o7UJ0klEuYBjb4QpKaS4/5AB0ie/vTqBTh7Phie+xaS9Lddr6V0lao9jmlX3QJwF40ec/8RKYiCSR18l+J++k6j3JJ4uvQq83/zH3rPPOAzn/K9nrqnCdJKqMK3TxFvR4nrZn7wT2g39cLVVRdvPtJszqK2O5SQjpohjzWtm42+UnGJhklMiJO0gkHRxZ8fFkdZEMN9/2AEcQoFOZk+lrGOzYWd8aIKP0VZKS5Rv798tnA1/6PqOFwe8ETC/Fu/6vTsrtCsfVucuXB0dcR9zlOMXgv+ikrhDF32rpXb458ZfozAnXyLxRaQlq7NEeoc9cqx9anLa/yLbCN3e6bjCmV/95jwu/6PvG1yep8cNXJFeHt5I8pB/0JXKdPYZvsV/66ButD/50cOhdFY1e3BbX8E2vz/GXT2Lrm4zTgTnoVePrwibWAB7wmqITv7VRgkTs4uaz8L/vnU6c6LKThKT3TPU0Aa0+o/ft8EkCDPxw/OMT0M8RGdF1omf8IU6MsS9eMp22tytv2h+yAbNg6GMvuwPmrTt1xeU3GLtHc+6CqvanQYP+bAgBmwSaDA1WtwuNXriWCtWh68gpgkfykWbMrIGPuBjZBc3Z//kmkj3dA8Bhp3PB6Klf8+/E5E7gaLvK/OBix7Wjf3WwMG4Z2cB4NSnsGGTPW1Tp9ZY9+z3A6zr/0726B3rpYsrck/9ZP4wPER0HDmj/T/t+8HfombH1bsxyvWuSp6GDPRY0e5yCxmAB9Fv8YAlAmz6/MTqB5MNHjY1d+W16a1rM6pH4FD27dtFZ23/4JfryxmqNU0jI1u1OcB997z39BuJ9dsXC995jnPlCZW+nUsSEM6AIIdUVRBYcGI8nq1AzjTSG2XNdgOFLBBGiH/B+qnA1vn8KUIkitlw+gRvbZJOoqXv/82u5yHuzhmvY9ZoeJvjuDaOkLFu/Jns5Y8cwMVGO0msQiEC/dLIdZHlbnCMB0gKeMIABgwioQWYBsX7fSwudySDBrkeg0Ah4vhkzbch3tqJ7wp8K47Rc8d7euOsKImo8FzDyuv8vrx/77WsUsJkzfuwAtZGdhQnISNCxnQF8lwBgnLLn+x+BTtZGivwNxODEMU367Li0e/HaSih9LyfDEBB8xgawmCx+AQvxTQco/jig2XQpiBlYO2W1J9ongqEIMpTvOvQSMOCMOxzQBtEnAPudRzIVUnoVmc3mn+OkmgD7MRo3sN00RXW69gJ67HFbZqjqoFpZvgac9/ZbXpw5WccNVBiYjaywPGinuoHtjkj3OTD50GB4IrwVuaSX3EkF2dsYdfwsEMj4Ur2Qh1tWTVVYgEiMLQypbj3BpnZSiBREt6DrdQWwooj7O3h41z5GUtYsiu+0IZ5svl/Z2qxz/xtnQJ6RNVvF27JY39Fqudf6rPFM9CjtoTM9tR2YfYbv8jUckHEkcSItLFvuX+uloM+Xyfvrx7zse9VNQfJ0AGwL3u9GwOprGLSz5rllHbIVSDhyvWjQjhslgXyOJ4wTAn6s/+GVAT12znwLSjCJuf0KACurXC2DgZ8NmpqWT6udCnr0/od+h1e+310N/7S7e6upeBeYIHQToKIAcK/Z7XS7HbeZfxkbZWBqbziTGJlOwpn15GSo/w+dZype8ERCu61XplDtkAlgkfZVBID/zXwT45Rr9lm5PQZI5MJ1tIU/yzVHD+EgLjzDIGIAV4urydz1/d/LqWgngYXKBX0vHuxEoaZ/MgiRYR30Rufr+f/Uttj0OhVSPLfXE/Co1ohgQ93TAQ47Fo0Pt93r5UidirTrqBDhmzGK9F5oopMCcZrgBPJaySHr9Q1e4OfgNT1znMf/hFMaM3Cfxiu5Jf5qGYXMtW795v1f/5kzcqDVdvCxl/g+kKs4vsFYJ/Bu4yWG1ftjeWSnab45RzxICZ+zgleGsk/JEN3WWoxJ/zJX/f4GSPu6Hgtjj7N2jbXupsL+tZO8dQKyI7QcWdH48Bh+H37oVlrox+PgkqNRfDiJa4zzpQO9750fDlnwD0HIpnmvkdfubcUZefVWqOn6t4W592u3xY/v+bEPmj9OAL7X1v77v9Kyrn/Q+YtrNiv6rmDNi7kfzNr0iEF5nj84KEGDBAa0xnZyKhClgIqxucGU8TZ0ZLny4TB0gq77n/8ZB70TJD4HaXD04tLuYhGeStX/wUJ2iK9hzJ5cCSDf82RPdHClcSlj5wwr5D1rIwzR9OCOCp7fVv9jdJ+q8llXJ+tKJwiDln2ahdd88iywcgLAVDtpY0WbSyBKZDuVZrMp6BO9o+UDa3Tw6tiGb9cCZBb4tyuoolcjb/44oOf9yL/Wd+0A7QB+66U/dPsDn4NfwFsdAEY+tiMJ+Qf+5+8+C/PmlpVRJPD2MwgQrGyJXAwdhyf1k9aQYY6uyrD9Mg6jX8GJn7oDnMAkpssC9t0JzsjmHZvoJEJYzy1eelvmu2vK4A38K70eV6LP94VxBjwvu3w6RjRNdfAV3kcuH2wwa2B/yGBJ3qtpNj7GwQxP9fjWBtpkp3c/9bfpprqTcA2txGPLCz9uInEHgLeq6RbOdPWQrPp///d/+f7TBeVMaEf02sKee+3rH3wvsTD4tCv8cEiGD+lyFJs18wRM3gFgXY8t1kUZzYem4bHJXYUyNqPuNVarQHc/7+UJZt0Jfm/gI9hvukNwRv3QRicQnhXU1Mr25nMddaZxynZK0vXfM0KRixvgHgfr0U/4iuKfXFwQBqR1In4l89gkdZMI7AsLj+H0T7L2jE18OrK3q7daVkh2y/tIAnVu/3SnfZLxXRw9PYsgjPHaV70/hxxnvqcCe+jn8MQwn30U4xxvjGQ+qTNv19eSNTP/1vq3LwY/D3KukxQz/9CYbSot5TenlnNvEqqusQ91BG/rHj2P4xugXQeCxmYD34OftK7wX/iqKmorOatlWK67bVTOk9XzbWfM2Yun4vPjTflFjy/8EPf9SxL80vFQx/yZ9If2O2nyVLqWES25SpWY11WJXx7nI78meNfnvYbW57qxr+NLno5k1c0Ff0h4Pwn6LQe6gyZ+het4vO/5BLL+r3/LOZ1Zs+is7FvGEny5ifH5cAPA20I3iVuaAgU2kd+T2IGfWHbEY5c3v8Bf+FX1fu1Zd1zKjm2yL7JSiSaay2kx7vnMPEx/u9ctl/Sp1lryGBnvQFYdAeAOgpYhwYm9XzxXtHPuqWRPtrUTjTqBNwsuO+LuQMBoVxfHTMH/3ngK/shaVvIFchESNMmsn639ThatM0dosZNAX12YzooAkxx1Z32gWFTZ85nezQuNizU/aBj8pnd1gBwbzfRRPudeo06gx68N/yGjTDkzT2hevjQMwMU2k6Dl4kHOS298edvmuu+Xz+fQWXWepQNpH4tiGa7/BncQR/rlL28bFEz+yhjLwW9W6Yo5XVeMtYaXH3u31xFs8AaAuaZjTV7PYQj0I2ewZ9+3E6n+Rk7rG+v0we/YZ01jvO8cVSItLDv3W9S2SeV3UxJObKjw6LF3j78zLe31Ix3cSSXoDN4HfeWIicQOSPxkvTNvMEruJKGk7aTt0HKe7l8a/5Mw+mI5dHL7CwgAHx+GAsAyYAUsk6EhdB/HD0a6XhaCEkHMQIfQmnDaQejNMwIK8eOYZBq9EJ0R3ga2HToT1GmHgY38Msh2aSKYrqwzV5CxoXhZtrWZqdxaWvOWtytZgFlkhfIDGM30zoD6CMVAM/cdR8/IsddQVNASAS/Q4/F9ioIDxfV3wHYq3xBcAY9/KwEysMyjHQX6m0pd1qNLz/2er3WrBZsdP3emaleZWYjUGW6nMsQMssYfwdW049OejBgsBX+fBbVn/Jwy+G/dW5h3BXATtBnbjt4ADSrpnIE6oO2sySzAYeIBp7S85rq07/wdAH6dvKGHPPgYP35QHGcIjisDZQxUCfEOnvKstPVMizyE5VYc52XQFwCevcVpkbkTDNmKpTjjCpyJB09Qc2hnwBROoRPcsCGJxaZA1aY8ArAOGPmHALDWQwJQwleVaDaNhn4CCqg4ms8HXKEcHDy2FbKoi9bZ3UKT9fC+jNOEzzoLxvSvfXo8taydheW0MHGg1Z7vfjrKIVVFDya/Eg3Mt1aaf63epXUUyu357Wzdn9mqttSSqctUtrpoFVdoJ+NvGdWZT9dZrZPdiawP8Mn9AOT8S1X70OfHP0o00KtkkFxtgXz3tjHrNny/Atm/DOEYdzHEe069t3ouraW0JlRn9VjIJjQdfHTVDprjCBs5cgPufR5yBvoLTSVhgBb2+uylD/Tf0XnWN/5/l/H/KwBMcPRXABg5Hf21gBIZSpCzE6q8nwJNk1nIfRetSTCNXNH1cpA5qD1OiJNpaMdGfggmvzrI+0dixlwLTQWMJWtOz9xKUiWGBIHCR/rzrXDkcW+iArJ7kyaOkvdCHUfHN/4YXXcAEEP2chp9d6YbSrcn33byVJOcMX0DjiNOmc7bBrWWIIByjgbQ+tKK33QCFpsb1sRYHgw/3C3wMMDTYeFHqrppdjs3HCA57zH/19kqxnvT9unI3+GTrm7S7QD5NuxaB/M7ug5887ZA+lWxdTkoLjpK0DROonzxM1FN+1cVdsg5Gzkf9n2DqV0J77PY7Vi6nUu9lxbLwww5doPEp+GPCnqR8XzRwuDZ+GQK351M/0litO5Zp1A7KNzC9cf8eQ+YE9yIXsia6Zmrr6CL7hSg/W9HGXrhn4Ii0CfGc2eigm8tOyqR7DVEY8TEOOuzIU07TmBJVu4xBEXbbneWdtqWW9+00u1lz7NkTfSc99gVj0ndcmQY2nm1x8hIDuNgz/yG5gobM2+vb7Xg7U4azNu84AB/U8PSkp5/Wr75DLXPUTJnZDau9DtvKDGBheDlDtRHzo4TRzhRreC/vT8tIuUwm5/VE2lhl/WigimD7qpGOSX6b+1NyyHP50uQ+/sTB/VWyG77OfgZQ970OvZLB6LBlOxJ6z05u/R8dy0XPQiDVuKkdLbo0MGOwULwKVg0c7kTlEWXwfFjI4o3dcZtV/RptatDQIJW27LRe6d1rApn7GbWCR76VWn3ZsrbQH2OGOmkQj2zgxvvOzjC52Dxj7Cc9/fJJdErbYub5poPsj95qj7vQDJYle/6ukMTYofBmQ6ofDa0Fkj6kfcQ0IaOj+NtEgLBOHm/5MFWKIF10BecZ2invF7EPTOgOOWjXLoyLRgyOhb7723bypwi7zawYAfUzFP+ABJIwUuaX+a0raFxPHYFjC7hb3AP9ilrIny+mBY8Nmd304Lyw/HYmGB5r8Y/nHFnJ9mgv7aVbeNpqYz7JNvXWYbMx1kJrmw6at39q8NKr3Wq2D4Z/SVUmKadwKJkDc1AHbBiI4Hbdc06imOX4iQ7PFB2qMfl50bOdYIHY16smWrO1s1vcq7edez747cYujqELVqNnurqvf+vALDnb6yW8+ZepyqPP/ZnYfcXP5NgGR7MykjvKPm8fVmpoB1fmf0NSbgPrli/hP1NP+xuAsB0gtO829YAUzVW6GAiPM7e3WfqwpfjKB6MEDqRMIsj+ODK8jNQyeZrNY+Z0yuDwRxtR+eYEKwiRrb/xp5ZfAL/9pWvHvf6D10Kq6bg4C+2R0ZJBlkGCO+MLiN5sZ8FzRy/yfgVKLTIWuUIt05A9L5VMAx88tpG4ZmtwGetDx8o6F/yE/uOINiR6Qr4VeIoFaSupjY2jO7uH6oxO/H4YMsKkOKXgtbM15Jd1ZkspmgCwF5HJzRu9Vreu75J6fEcRYQPL4nDXel+1qKPaKj1zzjCfI2JN8A5CdzYCnXmPeuALU7C3fl87NKd6wZ5uKbttk2A4tv4eSLfQofgi+WVbVGP7Z4kj9gZ0iubWLA4OhMuIGu/fHxLrMV7tvy18Wf/lh7ulsdZU/F1d/EJxuPonK2u1zz1ndbg6r6o94x8fHU+iZMdWOcMYJIx1/+0QdtzPMTT6acx0knwHrppGrniL9gT9tnFnjGV2r7PZ4qLgJ9iR31/99qbQMLoKVa7bc9e95c/vcajj1uPHQqamBDroPXhHNTIrfDOL19rJ9LkPdOFC6f4vOTtSPbHL2DFskkr7S9EnDBnxqlHd4JPCgx2JcDJ4Z/tKPpisnPHJFDZj6Pjc4R164eEAuyH60utT+majuF0EcV7DxgJ/9br/8Rusm9sim/ggTcAjDzq+AZdCt7EMcbR/rBOqjed6Vg1Gx6DiyYA3HYPhVKNg8+ZxdofdyzO22Lrxf/Gz0uPp8BocNflZ5wWzvHVxXecBJQkotlcACN1gogxkL4E32kcKqxcbPDiO+YO9vN4K9ni3UfrIHyy1TEo1zEYjk9ZHCy/hgtq/Pj/97//m1a4ZJDcjos8bmwoM9t1TkpP6CPGcz7oN3kyIy6gpZc+iwAg0Hs4w0+/pxJvpx1Hz1ZJRLBVu1dn14xDaPRP+mpv9s3MJmvroNRk9g1g3crSWURXuARISSb9729DpeqlQLSAtuPsBIiL/s2wpkKNa/RUG3yKLw2wXId6AjgxbEJV3QpqW5TsovT6nHfJwW/HdoAiik7ERJWEZyfDdgBaZ79E6E2LqbEAOovrZGoUYxHAjkMrghVHc+YZxe/A5LTYyRjvas1tvxyhjmMdRyBZjALCOStus7O9xhUE1JhPYOibLxlGxxD1nkfY4AzVPTjYbtqLomlgZHDQ9OkzEnU+5BhBDnKmzWQrcYzOAM084LQOGOyzY8wHcUzlbEEqfnJfAnUIISvd75koLsCPvncFxbfn7SzpoFwDIsYsUATwCb9twJrKggPOKoPUoPzjzf/63ukK9NK+54y/b+yMH2OOQBDZMV1hLKGe5I/JgNf2l/J9A8BdsaQ1EiljzKcFw/7dxh10pPX9pwp/AC/jp11e1j1SRlV2yaQd8DUBZu/XjF2GRc9hpV1+Q9lt5tM6WBr8MRfaVahCUz+/WljRhlWdEbaLQy2k3juTMC1ZTsZhuYo0k5QxzTM60Qd+JdOSNensXid0SCaMHI7DKbyTANa2w+d+ZD7rpD2mMpo9JEMZWfdm0oqX0EkoYa/10EPzOAbivn8qsUbBMh7T9zjTXtBKQKydOnaUDP8ewDUOnAOK5fwcp8qtl5ZKoit2ny0TvCbZN4In7SxZ+owTnHXbdql/jenmT+/POLTtdPj+JrnkDQCDLVrnM0aCM+y3/nXQRmdmj35sB0yCokn44ed1oGRc+TbyNTQVQETQY3ECeAZ5iSGzrckSYA0//23Vf1Xf0tXDzrA4Xa+s3Ye5A+DuSqTTssxnFKmyhbm8yR2TiCHDoRx+nZQFjiCAAXBFX3SSivl15JNzAEenEAjznn24pR06J2AyC849BHj8/nH+WZ5LP08lHWva8uClQ+/f4DvkCfuDfgRz6d283zo98PYkWGBIeR5OPIgjTnKy24SeLgITkBXCdwB4QP/S3cj0R//a4PCZhSFCAlSd3BHiJHC5eJZ7lZR26PHwd/QufATOBT/ZQPvemaSvTbhUBmrLl3YgpDJlZT1t/TQ85I3G3a3Y2tHTRno72s5ZlpomHmSt+5ynDT2ePZ055r03vun7SYo4+NNnhU53mnF0HDz5/S1Z0ntrHlb3llnHrSyBx/KvSFWGvRyttK/ehDg9dzEXwSPNSe01rySmkZNkHF+Bm+89OWNo8J1bjq6AaHnZAWAlWm4HHZ1LPU7GwRPsNYYpPhF448y/WmvTicK8aT7/+LZwaM4qzPlF4Z/M/5fjRTr7bUH7OuA6QHxm7ESY7JfpQPT8vQR7QHuOgXw5hksfWA9+9zkI8rVQ1D7R5k6fqxLduIug10eb2DXGfO6CJUGyDsjjqByaafsU2Syaw5miscf+WZxNJSX8JhoBV6GfTZtyaI/9euSvnFvl/ET+cS6q1quP3iEpAHy5HYRi525iS1b+6ipjHs0ZrNyvtQxGkKG7AeDz/CGwdQ4uDbcNsw7PPaPqBEPMc7fjCzml50I/dwXwBJ7Yy9mft9qozwFjZG/AXA6gTiikssp4zRh1sK75+T4v3jhl7Dv0Ju8B11imKEEa/CzekV77/kN3r97+LrZdijDYRI03AAz9daKD8YzapogObYuQiJZxaryRsffz0TndxeNXZ4Zjc2DrTXJOeHYTkRtjIKPwScS/pESS/3EcntCT2a+CsMg+5tN75/lPJyRkhpOLLcbSvcUmhJZ0HHUdAA5GW3ttg5eaRwVmZ/87APyOV7JJuKfp+HU0Bo9G5ithNHNaujcdWS6v/HkrWqgAZl/pCOY5yqk/SSTgK3RO8+JxZH7vlj2dcWTdLfdVAKJ1HALDH0hSGwkLHJEDTUi+knMY7Eba6sqEjDM2XvAKAQbRZWwW9rr/bVuXvfYuF/01r/cZm8g81oIAsO4/gcNquQ+fQTdd2YicwIYOTSdRLP7J4TEbIuvX8ZidELE6/5eT3vjFemn8b9864dhPcYjsPSU67Jp2UnfWBF7XHi7e2TPF9174AvxsfVJBBQUA0lUOW3LsFSVSDZlyJiIVaW8gAqzAfra9d+TQt1b2z30XdYcC/L3ZC3wU8plEh96B1sEO38BS0RU7sruehbgqmEglvuhR149supMwJJK/NZ/Og//6lwoa8uOkue+16hKX99HRb5Po2JP1Ee/6Y996WOO//qfOT9AQdweT4h+kmn79qTniZvykc5PkApWqBCrbduqW3NgGyHJPVPTlAOKcwznKB//U+mL+BoDTOSz2Pfh0ROskaMYGZU4pwgguPHMeLASN2oY+dBGdd+vdxRver2EczniWvCHxDqxJkokee/DP2PRLhwvWSaaTEF0M/xwfUP4hOlBEhsd+oTIvNvDtc4BvXPQxP9p6Ej1COxrPXdm4e3UHgC0f5Mv9/tfyWtcr8YH35VWplD7v/fYkemo/62p64zz8s7aFg2l9BOX4j/3UwbngQraw8WjwV+zjrPvYpdblc6Ti952okoRB66rh4XSe2gCc8dkJDILlEmsh1sDcGY++6xiT2zRPpbfpSew/Yslyzq6HlVMau+IJXfB3FnPWFxtXc33tOeQJ/oIuEMq+UwAQ/PULN+e6GZv3OHE1aK1jBMf3aJq8O+WewOvoFz23MZOENzSK/6DjGiTodkDWCZ4ff/+JKcnenL3V7itmgEz3ewcrROcuDWj8YETr5g8L//E9Pj7EY1dMAo7ioPFxKtirltSrbJde8SFuIu+FXS3YvfLZ5U+EnZiVaZnK5ulseMXstjgzvqzlt2OLmA+3UFNzhTaSUA7P3C3nj79zeOrfPgX/3xgMtIztDIuO7HeQ8GSEVbuAbmlpZrezZVs934SfAWuYMHA7pF5BoHsb/Gux/+sD3TBPZzMggETk7eTcaxKQ7CxJCxiCMrT/+HbtOPhPVvgKvs4kfgPAtBDJuANsEBQA0eM8qkx0Xy+CFgGOksUQRQHfAQqYcB1sFkTfHGybH+AmwRzFTVD5NVDECDHMkkEagbsByiZwO1SnFXKD8zdDPkw4QaQBOA0AjjPwOMJX2EMvdpQ9mRe7V6mi8/6NYugKP4wdgi99be7B4ZSAIC1YrCBxCM1ATjbzVEKIuZ2B8f0/Cx4Llts5ZuY3E2WMgNEO3Ao82YljoZuAK45BjaHv3za3Usx57DG2mUvRE4aK93KcsSg0Wp28LYet4JfMj3GIEzs0GhrRs9KzP47is/82AKNEGiyEz7LmKJQ1PjL//IziPg7kVGYYbCSWcP1ozNAJX2CQ+F1zAwbBlVE0+95zbkDCmNvQevmCtfXICxxB+xpxjJlDCl4zjScO1mdC86dB4gc6Mp6tGIVu04JljXceAyDSOm4761nZbxxy8gWsxGDUz2a97Vg8vs8R7gDIBFuZHmC7ab6Nv9MOchZWY/MZIp7MtvzxzCxronSZG3Ko9wWDO3sapyYOha5Q9HwGEC2oacU6NDj8mtWNQfenHfsEUrVWm9278rzsj+zRCRDEGUVLfcYLPf3SZ28yRScLMWf9eyUEDFgTIcAXMljbmcx6NNBtmdCO09By+NaJPdLTA1D6DGMcjCTpIGOX11JB0AkrzB3X0OUwo8LAcjzyF4AJRUrGoB/PZzM+gnydib6A+JNX38A2yBUDzWs5FcAdAIXO2DPuHU4J+JKB8n8l0AuGMe1+fwusdiak1388JoDk8E/4L0Zg5CU/3cKIsXZ1bPY09Iq+bv4LTsgZkIcHxPvj4AHbXPp7Wvyw/hhAYA7kEWMMkL31rytDvo+Qvy0P2U8SkW4HSJ6zCWtr2GmBA/afyrnSVR7zx3AYgdmfqV4fmoqOj9w1Lc4+GjOVvKDtP/Rq3pP8HuI++yEn8zEq89y/QeShmgAU/0G2OePLWG4H4en6IfoyNl2Zda4feZlALcHaXQdtzalYEFapgKzn1MKVTZ0zCJMwlUQcrtsz1bZCjXZCGp6zS2XQDS5hnW8csFn1OOo3GeSeJ7KVioyTgOAF2GuPvj60nmrP/pEzjEpgyVU7CApJkMRChx7WB9rgWdBzsMSeYxXZdLdux+lLpUrjFt8vY9ybu4EmnI95X/Q3Y+lMe+PGcqb1XA8mBGv5xTmjmZ841gpTrOg5wV1VfpFEqfXKOFZfd0XkS0/diQJ6tTwZHjVN9fErRYsKSHWCKg6MdohEZy3+0Ts4Mx6HfHScJrYBbBy9koONdaEhhhF2vQNqOOxC6+jI4JmDT2uTMeD9/WANxnQSA4781HM2IIW4iB0Y5yjtR8UP4BSeW/5B447IE9FW5tGJHL2PnXR06Nf6FydQCKNbVxNsQibR0pax9H6fdbWsDAZm/ZBHnTTiexVMnHVhnzoY2JhO11Pt1kGV2P/5jus97/E7HGeK1qZw4DnT2rpyE86iC0cGjy5ovXzbD3Otu4rdLUzBCnHUZG9w6C7fhkt9buyM+a00Cr7YoL7p3047KUUSKGOPwD/sNY6yxi2drK5HcNar13fGIfogYR05hE6uBQAAIABJREFU74CAkhdPIsTw5OjUlZepkk3yreRz9Dm0wvphz1h2ju2va7ryAv+DxDdJ4eA/6393VAu/vLTeelR7AB7S+LtLlulDt2fLz3MW7/xNCD/8MAljzIVgWQfo5VxMkmb8CG3UduAuLfrzfgeap/IWX0WfiepuBB+9R/+uj6uTo1+8Z+ehl2knCkzAVieJ1kHbOYoL+egz8b4HgBOaDxpvYC/ib0S+a96RV/P+4Rn8A5aXxaOey1TrkYAJffMI9qvvg7egN3Bi6AOabQ2dp/T74TGSYfz3JNxjb7WPrXmKVtd5Jn62WfuhM11zcMjY261j0XnMr+fLXOlywViRWR1Is70hnTKbBV7T8xLgW+wdOZAzOvWDvRIstfvWXRIYH3bltS/Gl3NuuP3Di603ATB+L2TXqQybvSKJmzU/DDpruz6J/aYxpHWCpOcnh7oI4p9tpeAW3acAsJMEfUZ59OupRJZ883MTDOaMbMkYEuZ6zJH9ZfM5QNqz2d+Rb23XE1Q59vkEqd2CWvQz2KHtWCpA37Mt4Y8k9jKIHd+xeQdYB0tO5bOxaISU8eIcU2B8qX38vpPcMr6Y60x6Y9vkiI4kLMEf+E1IKseXjC1ovgU7lU/xLWppW6QTVZeHSPzbrkH6zvagklikTyR/ZHue9yEn2LsErq9EwO/Ff+XRViN28UHspNBkin3GTkQuag1FUyMHJSPwx7U/1fxZPM0cXx+v126mwL+xxbcSWuM4rasH8yO78f82fiZQ1kV4wuMkKRrznVjAHFk0zz1YVxhrElGtv0qHiy75TnQjPmQX0EUncXkMT3RMJ+F6pQdb8ADL4wnGs2YkndIBIQnI8XtrzWzrf4tGoSMJp7k/nVtELgcvaH/Ln817qDLv+NnBMlXpzVrQUQ/76vW/Zm/j6+R3xtsFQaaV7xL0wrt/+r47K7Q8dtyj/CWaVwp6ln87HhJbJN3+Xj8G8g5bGX4jYYl1Yi6Myxh2bl7/1PrCI4dy95twAM330bS6TljL/vbylbw2TSew4/PMWiYQrVfiuwzGn0RjB4G1DkmyyHquXaqbcyxpkkyRt2tj5Xp0BpjMD/v0M/LAz/5GYX7Ws9pv5fjfdkL7t//n//lPSxotZJefJ0Mgi8nPC7C9IRUAdqshggkOHNytQ3ojX4OsK+36ut50DDcpim7hhXIDyL9j7uBs5qSViVH06+cA0QEnYvI2EgC1AGxtvB2bXsdQHGChlaYzGHAWfuvzZiejXE4AWIHFabHr50yFaTtUUdqAeP5WAMBVuAInBrcJTJh42NsBvRg5tKDEsDNdjQbrygZ/rvFfZ/FG6LznDobxo8wIHIlnj6AY/anxY+S8CQh95uF7jkloMOPJeDGo0wITA5fAR5TKXt/7DyBhfgSACZj2GQuvENP7771dRW8wOH43Cy0F2L/PTisOBdLt8Ijyhw/9jnP23wgHG8+pyNR6bkbTHTxgXvo+wm/XhzOLqexFoXiP5KSZAIENn29j2ul+HDbHqfDfX8am+DzO5w4AJ4iy5x54r8rKRTCdsX0PSdZN5gd4SoZdKvHDZRkTCol9d3BqjFgE84LasuJNv+tgep0EPK/XrAMzobmtIuzr/N1jQ3qP5vVpGZI/Ij92X1sm3kZ6ZWnzbM4BK7pjz1FeZPD3cxmfstJ+yfgwkTfK/1IJFZrLywHqPW/9jsL1+77/rsrgAdJnjN9+KvtbO6qNZq/bKG+H894375n143P9S2sW5AEGF/N/A6LZR4I2d2Z2J5GQjMG7OiDS72dtlycja21oTcZ/ljfrw09nbPdnZMbpszgz48g0jZfjnHsOaLBT6w6U6ZrOvOvWfqFDAYg8yXsx7VDesxRb9wFE4sT6G5jL9+G1rHXm3AGNfJHkrhOwCUmcllnQBAaBYNbJiv/e66rH0QGaI6Dw6HG94mHK1yEGhngd1G3A9XEOZ0yn1UrWrjGFzrDTD3zwGoPIJgKSLYfPnj5BR4xAt1uXbP72DNz16mSDxaeFI/ugnejgegNOsu6p6OkuGnG43sAJgIzuxWh4Kw6uAMU4mLT5r2y9EiMKL7Em77/WCN96mCZKrnvPx/mue06waIzOfk7j1iTP3DqiK1Hf99MWCSMWoxjcQwJOVxty7StDzR96vwHdOrfNlxWgy3UxrpM0A8YT9B/+sFNGyT4bwH1l/vvMS3bZebQJjLyPivrwQAK+0JL1rgNzu0pgwLOGcgB+H0aH/z63qte4MZ1kjdYMR3fOQxLz5w4CCnLshf+zjsfRLh7VWipbfhIzvbaSN9Pq+1cbrot3/f6pzKxqUTDHe0YqOBlHGA4a5pWgSMmoqmqDf5FlsQMUSCPBJM7+HGGzsvYPjxTmQJe3vuzrcf5Gxm7rXCUMQq/QQujywVba2+kmwMa0Y8C0O4TX87uDgElgwu5IAkSwkwMOo085DwuHhzO2ndBDxWWYpjsQaf1dmeBg5E2rf9bt+yABl7Vv9PtxJEoby/mhCqBx2nUHENthHsBf/RhcIH7pICP48AaR2CaR23Ei+OzSoWf/W7KSihLGDY7vpCL2su2zY+cN9sP20ecO/MxWq5rHcm10+pswA2Zq3PhWEHRF76ufM59NuNHfVK9TuY/eiaM2XbqOg67WwvLnBEazj6eSV7h2AsLY1SRkIsugiYYQeuablKXv0elgHzt1y4bXs7qThv521aZk2HezAxB2AlMBeGfwMxY9n0Bs0+zBz58MwUEKXTiIUjgcXEKimlr4np/B/68t431QpbocoWV/yrHVZ4Xv/o1jzH6ATZY5LWxHNntdBle07ui5vTSuddMP+E+/dwvBN4Fg6aCOAvje/6854ohuNfAMyaX6GxvCcniwcdsq3SGEZDzTw+NjkhxjvX3/BKqltXGEoot4Z+OoE0CmdaT1n0T/2oiHjqyf19b8s5ajq8Mb0ZPWl9fzIocaS9sR7s4/4+uqoNcvmc17oaWuqPGzHdDNsywHKgDcVZnhi/ja4PW3WhI9wTvBYnn22Dbze+aVK/PvVrD3d/zO+J2IUjpa33cSAoEj1u0cXVZ60vhnAgTIMcanzlysRSc4t43Ctfzb9ozkdM+fpI9OxAf/6zrwNn4x28TjpzgJlR+dtj0eDJbkMaOsnlv9fp+HnMU2ndeZlvps4jUHX9BdiP3tynfmhm4Jrlp8fGG12VsHPua4obZX9Kz/ky2oeYLHRX/SG5arw9vtd8yzsnfIhiRQ75EP0OPrs2S+1nmPzLC+n24xrg63/3ArES+7in2bRKX4CsJX6FPZ2do7B1jtK4h98Mr6YLy/xxf5yJBvjpL36BPN8fgTvf+pRu11ersTHNvnu1o8Jbvy7Pc3vv/8z/80rpJeahu5AxhL50Nb9mM0/S9PI//NW066yT2NrTOP+OlpldtyfnEK75C81GqgMMUTG3D6JXOaN6FV9nzEkOXbwcze/yTDg6u6IONKwhx9ijz9vyhcGzkHBvMaDF7xeApuXq3V59hKgl7m30luannRCYEkLnsNBxdc+sOYWzzBSqwcFs11S31d4f08RVeri98jJLAP8GXwdHx57/Gi3YlI4+v41bn34yedDZ1Oo8GX0JfpSbpr9Ne/62hPd87Q3aNHdY8SuLzYZSfVES0ktXYB5pG/1doXuxpZmTHeCfj4QAi2Hnz+4cn2s0DT8g+44lXrbhxqAvrjWz/0Qnxv5AzBa/wu2MAdb2Et6aDXuiu8GNmd9dy4SQeA/0l3N75BnvA8OlNAr+97lRzbx+5o7O5Wapkw1f8T/+gue1n1v3av7j/jrw5QzN/xo9Gb7E/4aWORxneTAOH3CCc8/Aadk3iW5yfZ8dhyw9DZn8WBjAXZ4gBwCDQGagKZuaGDbR6MFIKdYyLuZBehXGBUB5xOEPibzNdnHiDLy99/ee/fz/+CT12TCsk5A2FusoH6BTWSSbnCk8xUjYEWwGwgMu8F6cw1Cx1DT8ytH4KkjDUBs3HGSNHi5P4M9HfeZHgssccAOJtChaOBata5W+CeAPA/BDB7/bJP2rQIHmeiDPDSnAg6LEHcZxB2ZtUBiNrXVhSTAYcw6YxOz1FUUqiC6qsGG2ftdXE9+8zl+1wGOYzeAdKe7xsAFnNgGOLQMpvM/jQA2/WvJ2rfRyihkP71H9tbvsdnekHBjpGx533MpLyfURacOWcQLcH7tUn22CYw/ivIDe2J7y5n4PcQ0abnM+OIQ1h/B/xFoEfbN1gg8NMBLtGF9lv32xEywdZudaqxAOxEZ//5nwkAB1xMIonu/7L6MAzIJMu9vdFVISxh9f2P9qkI7AA33bhO1wb/KPxX6fwyjjoIhXDVmFDqOHW0ALSECQBf73uese1WDpAt/f6Cae+fWynlIjJDT0UHAZ0Rnr8caLRDyZpGMfyi3VdO/6rSAeQ2D12/D/0nKyt0a0fZtwd9fl0b0FRFd+aZnpmq0d3zrMFUxCiBqBQUtEF2E4aL+eNb1M5ge52GJzB9siejp/rnGNvtINQYyZytjZNeNDgjIxHZYWPp/z46Qc8//M9zbXBGvqMvPY6RA5vYUURTA7URQabsfE7GXXhIoO33vWShtpy1HpsAMhVn98LIkbYG20sXb6BI33cC0JtAduu4f3ZEwQ/SzW34Un3UhkPmfWMCBQB0lhvGCBnRjL/l8gnyFU1fANLyaw3wM4aJLslR2E52nn3T1zr9chbd6pymE+75JaPOd+UAj64YB9joEaqergDwN+j/9VXsw19kDMJHf4I1k4wgvdgO3ATk00KNDgA9rhPUF7Zw8D8OhJUHa5j8wldeixPUgTbzhl/0SxJNqhmi1A6IHdx6nT1aCRdZ96q4GIMj77op3UF0B+TiMDl09A+8BsZrp1vvrWhI+jEGb2g8eBfHA/T893xaspbRtT3SyPi/AeDjQC1eefHErzkHw306bYIA8EUCxgRdJ/3KujALRyVOj60rM6H5X5n3XXHfvNS6swPzaUU4Mu8xsNLqK2t5OwBWb/PdaSu80OwYbm8FL3TaAW59luMd4ojOQsQJ2S2vWJPOlJZuxOCOTMaO0fgnMH4lSN6ZwJejfNYfHj+0CsZo7D1eg8YMxqHlhDnj7cq7WucOAGMb3dwTPhZWOu9RsGR4FcwWmig7cqrY6fiRfdong9Wvs9RPAhTOcgIgCfx3VwLexxE0Yus9KiNde94fPuqAi3iXNtV2qts+HDzngHO1lC588efh84EDLx/P4TRBfubM9T2LfaC7yTtJPqnSeO3JXrd2pMEPx2loHLC2qu6jU5CfMfLR+n3YRwHJT82G1I3tP14cvRjbIG31wXLdwrj3XfvyP9RC73vGPwWA2/bstfNaf2vA2d6sF/j8BIC7gsp7FFmpMYPz/1R6et4JOBP0znq2fb4CY/HeyG855qeCCfmexRo5PX4V21Pf+HBGSr7i6M5cb4UUvbUVtbriV+I4+vjYDZ9caocmNkE7qBoTMPdugZrjBGYHmProbPGCqhVJFu6E/N4zeEafHV7yuvzA5YO/QmNblfUrIKx146iJd55JSF5MInnPmrUzP7T+bycA/Np5jKPpoO2yfD/yZ5JJfvnMWI/Gjic5lTNAC3sad/5pxRnd4rbLlm+f4LbOrrXyGkf2vj4C5gDPkjBFID7z2gq2MTFrK6Of/POcUWx/4dhwJzkDp67WaLATrTNb1zMf/GAdYLFcHF5unjRtfPStgGQXQ4TGYm/yY7/fRBpYK9YCujqVuZwBWIUD7ZTCZ0YAOHItzn3jupL5v1rPN1+8tNWdPehAcJLZPtpwYvzYg22j7JzX1/LnGJ46NsyeiwfL2hegL0a/5JnRzxQu6DO9Hz9AJzm1vGONeQfzsgyeYGIHbrwmIyM51kB7RoeLrgAmYGl9Nkk1oYN/X5/zbP1Wm03CxfdMt1hVYnSJnlQC/j2GqyuXRU8+A3XsgQ4ovPbg67fFx9Q+k35/Bz5Ml04ESVUterjxI7T7K9EJ+sJ+eWkMGZ9gavZXiUfwUFcexw4KX/dzSHygE4TFxkDg7lCiD9vX0vonD0w1rdIHCJyAg/T1dom5z9TuI4nAFa9MF04Fo8QeyroyDwqc+jgbvtOzwLmdENTyJDKqOvZoOhN3iAzNnProkyPzRo/qH33Wlblas+7Q1rLNtt73/7BDGsffPpIl7qNDRUtz/OLbReSPfi/bQfZWBxvjz8rRDaeK+8R6gmNciTjnoLc+ff042o72p3j9Lbvvlsus++sHDB+snYAnDLhy5NA4rrpYKHuNDfKtq+zZfxiP96i6kOheEiDYPwLA//rXhx0V8LZ9zFEhP+Jo0l/Hfl4cQ8CTpBrxVR891Bhd707HlS1EitxUe2fm87WhN56NP6N/LJcmSdeFaMLjTrhIFyv9SF4acv8f/CXycaUD6Fatax4kwuALJij+7sPyVX5zUHPsxbMONfCehT1BgzuQBW23MYbMJ8eBdJyIhMTQUvxJFAl1smLk2h37+eUHPLLffPLalJKzsQ87yO11pqr8W2cSJs66fP5N4rOvTRs6xv7M+0h0jR8jeIiAcsuDw1cKAEPQAHSU/K+MCG14O/tSAl8lxeMQRHEHqNMCeI2lEFikhzYNJUxw5SzAjwoWnG0E2fwMBYA5W1dnqH0OQIAJATwylHT9VjaO43JeeDJxxtBpBvR9HQgyQA14coBoqO9ke5iBN3jJOmfj7swz1gOh1gYCmxzDMVWtgFzOFspC6sGZSO7ZNpcEgI8D/ZmfzuWl0jZ7wl5t5tgLcjOHIC4Y+5TUY4CVE1ugDuFy3qGsGAvjDP6tNI5CWEB/VchaKQ5QHcOH9XGr1snmYL2htUNbM/4WSuvoS2WA5gggd8vkWmMcEAa3Us4SqrNuzlKVUJn5c63opLMiyfjItduGooMVCDXOqgooi3DGAZug8tIAiruzGw9dXNmrtyHeSqbPLqVdAWvHWmr8GOIoD2fxWXG+ajl3nyDrDPcYJFMZZEA/8pN5AKDCZzFEEdhvGx6CQdmXZM6ZRh3A3CAimf9/HYB1vcDyBIxC5wDJyLwbpBUtfhuIMQz9aZ02AJPv29CIkTTvlpHz/d7GGsH5U1GkoAJnOD2BDDLIRCdtPLNuBJP/KTiDUUaLEw0rlQvrjFIGld8zQaQ+j4Jst1O9T0uiAZEoo87WbNqCVrUa3dLmBe19z68AMJVAhx9LL4c2UlXOeKAFWpXoc5/z893XoJuWG4wz9638ilGygEMkCG8h+9Mi6gYKZKayljuuCRaMvMXxgGxo/ugEBe7v55gHFXgQ2PocGLTdRj+yBpZZdu5EvmmoHeDgCIClqQBHy81Hv7yGRzvkdE93ndDfnXTwK0Hg7Pu0Ouw2Mhcosn75C37bBwLe0TPbuWIDZmhE31EpgvHw0ivrAE30WTHIgDZWV+6snvZ1M7jWHdoLrVl4YSugO/CO84ujNwQc/yS2zKCdST7YBd207X2DzdrhtRV9HuGp4Ouq+s7ktOHAspfO3H3zY2JgjCEHX+SazSD3uo4cXgfo3QHCd3wL4BZTllEbBVjn5F2pzvhaBh4MNA4K6PbFge0YiaMyOPA4UUb1/QwAG+hPgp/lBO3ECWKhY35XpDDuNwAcZ3sUwVZhb9KC18iJVOvWvPFTqn2RczH4Mxboz8+ehBgH/j+d2vT60i/dNZBPCW5lh9+W625XdPATnUe2MuE+OwgH/+qjX5gafmsd34mgoZs9O6lb/LbMBOt2spzmbaeo9k/2BhWIT4Km7j1tLz9iU4XxrwQZ6Og4pstwZ53BQ8xH9AaNZt9FT4uX7Sz9BoDd5uDAbMBvB0wq6c96fXzAnHOmVmjBwTvtoR0Gm/yh99NSH0wbLPhVDdqQ3uNl0JHBEaqsSTv9IzckIoZWTH915AwJdJITlvd0ygE4VoZ9qE0yJPLTco0PLYP+7r/peOyDJDpHHkpPHVvVcib8QWu7Nzmu58IreXa/t9clrY5pG5z16HVI4DjnH3ZQJQnDEqjR03pO2yBHnpc93nr5dUx3AFjjkY3Ij22yBw/g8HudfceWlH0kO30qiRPIjv3X/PnqrD539w1+RBfjKNtjL3oMYHS9jzNTSc56dSx4u9tyjrQ6c3/1s/luKpBfpy/6bTv/0MkrcpmWvjlDcvc5Dmb9rbOrSc7P97RRppNU0xVY37bkUyHegQRahJovZlv1bCrltH4dWImcDLYz/TpAEOdUOyrfZFPxPHRDNxzkZY87/Ln2xamIG3tD/Ar1gb/Yo66+1HV0nkOeaoj/86uqtGPRQYfpJiW6U0JCdbxq3tSzOmGORP8jOiT3SQDyOk7L8FkjV8eNg1KjDz5IcIdnvy3FU533NwCsNWvdxDgJCjSfO1HaSR5xNLcv4sjq2UMC/vjD3M1k9Ffz82Ujl/1NYvi7l40r9J39NpNc1r4N21cKag/OuGys777uJqJ9dzGAfCtP4G/l0thr80G/F3nOuiRxcZ2mDm5NgpZFvn1Lq1/hT/wd7xm+nXgtvxz+oJNUMTQe/rFlNbQYnId/4k3EbB1yjrCoKkdkKGvQePTQySgQElzOteM3hbmYg/nd+iT4wfw5A+lAInppeSK/va3x47fJc+L3uG0y+4k/feUgt/TxRxMOFPuIi8Ew30W0FT37/X32JjgiHyJfx3b9bkinnhRLZA9Gd0wAGH+QRtmYhhbnYKm3tan4BX8La9WBMzA5jH/krdZJ7140Yr71/jmpqrH33VHwbWl63qs9E98/9o/3b+TrORd98jnOes374P9U6t9HCNnHIowlXeGAJDuxz++EHfQfdIj9loTJJJVoLl288eK/1k/Wf1MQFDvvsZVKnhMfYE1ZIxfyfLdh37/2y+n2OX7nQ/+SppYZHI849Dw6SnN8i2Z0bwdufgXG8D94TN/+ETTrYiVsZXx/LY8tO7TfkmVKTNSufWuqpaEC8MWB7FonGXgvbMcmaBjcP/aN5xxbdTtSCKyvZuascDqJtD+hk/rYj5P0D/6opINfGPJOYGjcsvj9r30ROdv80rKsO/ng3/kV3GPfdG8f6flWAK+fItj7Otd31s/7fToUJQAMLb9dLQ8mk605/mv4AZmKDn4TRU6lfiUARe5VQUYFkE/V8Ow1MsN4Zeyk3kfkIR0Onfjw/Sf7FnyN3zAJ9dOhZ1wzrS+NLWVPTDekg/EcV9mOYe/+ngrk7wb7u8YBQ9wtR7ikkCG0HnowX5pHQny9v8gj7P9cu12a8rwJ8Iv3Bi+BL8K/eW7r/uW5Y336I3yq+l0FsxSbnQ4hxqzrK8u+RH8dm83yuLDM2I8yAewnMh5kBPvvv31tCr8K4GhEORh/9V9vgaygkI3cyWBYkChhPEBhiCqBmXVuIhg4y0cLy7lCYqRz9tuMT98LgK2AHBA9gTkv8DhLEZzduhPHAIKrs9LZXAgGQjVRjIKzgV4l+Dhh/NwPLHLGnQVtBZnMZBimFTA+oMcAfds5hPlFvKvwYYC0fohQT8bj7Zjo1qIA1NOKjDY9yv6x8RNiSBZEmKCzuGGEZGAMOJ55iYFlnBAE7sw1ALUzbX3G5xIY68wnyYBIxsiM4gRBMMbaEfGe/dFgT3TE3np9nLGcljR2OM2DbmWZkbQR0mxBBgUKU5M5ezvg1G3dnvH/Pet6gJgMlf8RxxZ0wb8wOsKEDDrvYxbHgkmKEoPbjqF5WIRf5mlQXYfThybvQArOMu1vAxld2zzeoKATGC4jsBYNZd38YGDgSfwF3NzKO6kEYM0FwDQGywk/Rv8Px6kclIs6yYrWMzsz808CxTdHKhw7Wx2HXgflPerZLxR6G0FtsCbIsnvbZ2zp0/4eQYyzqIE+MgTnKy3g9kycDChVsAFnVNy/WdBNz3rn21KCtQofxAFiWdtRMZHfyF/skw0QjhP4P/e83p6r6WeEQILncRZzZt0QhmVMK9lffHopLfGFjfIEntsgxSlwApQDtuDTBt4o8NOGcl7CevJcA1om7zOQstFW9CXXz3p/OqEryBzk8XhDv87CFMgxn/6uZpZ8JEjCODo7/E3oCO+uIYTh3Y4rQNvRL3MEAuNu/vNn1db03R8AmC47PDZGQQed9vuAj8icDRS89Ha1/7ReUqKMUvZCS+d/o7dyJhUBswVEHcxZOSPe2QwJ1uYY5rOnPr9UlcgjD/vMLnglz7zpvt/zGuZH7n8XUWXe/HkqVcr52WcdtuGmxTiOaTmmxhhdgz3JePAeCSYeMTRu+SHBvM5yOzDG4dU8SLWt4c43vsYn8ME1F83xZNNrzbXfQqn6/V6zNarlCA/AjeFJcs/SdevOc4bg6FUCrm+GeZ/tZZkxOgOnH3LldQC/+r8xKfdELkamvfhGc3AS2siINgBEr7Q4u42fCTBNRu7BeN9abLupv0H3jGOywr3MBKKzju08Zb/ujPM1UDhz1cbkaRu2+Lf1LHvXrfDbYI9+THAUHcdaYbARwBvEGx0hOpMsU1eIb25xbFApsLj3xXV6nzJ0m879vjF0e492jfI87nnbdOs76fIO6PmZouRvrD4eRG2XJK/rzKrXYd3z1u/dus80Mgmiwo9O8FKAdAzKruSAR/639MbofpttI6vsdBPm0zLOxDDQM0fRWPAIGdt0ASErumUna6+HkkBrB4yTznQETwIqBDT0DpI/vffffoR2s8htX7VjizN7vTaTUPDrSA6tSdsCxoOV7LD0kgrgxTLbellrhHMSjJuxkQwVems99R411Drjku22E6crjPfhru7VlnTyALIc3Q0mX2wR52icXto/j9RriS7sAITtg+licuPgiF9kyqnqmcQpPevqinSEHGcWwkex798E7abXywFVFZgawHE6fWPpRKokzt66oe0IDUcJuKzTL/7qJE+tj+THkfcVePLUjrMx8gW6wXb2Aj8/zU/6Sg470ffd3UryYI5HGedM8JFwL8m63r2ZS+jOPoYus6MydtbJunfGLDwS2k7lB+vUw0UndOLOobHvOd2J4cWXrAHPwLEIr4i/O9gqX9Dxn0jjx/mzAAAgAElEQVS2KBno+zfyggRYKqODMbYdbZyBrO1WfAXL2mFY2LaThr2K39qJF/Eb6VqtjzYhSRC0kMe3NZWzQw+ry8Mb+LHi+0nyJs+Hdhv/YzMjZ9Zu24q61xcS2gw/m5snwKbfCS7/35JpkhUPXotMLZzv4Mt2uvMDZX/YHs2RU+wneDJHNK093tUm2gdhE/Zcr4cOopczr9dRGtr6xTNj93ku1RHiuxQaQlex99br51nxc7DOsY9DPwffDl7y1Oe+Yx9xhI3W1sG0lfO+f/hMc2IPwQboCORKJymL99qebTyncUi+vvor755kF3HGOJ5X1t86GxppLE6Qkcok4SfW4cWgWY8E6rprFhge2mfXTlLHYFb7t+YZ54gGBVHmwvU/mUgu59GbGBndou5Cn6xQhynTfeQIm6bPJJo5asEvJ6Fr5qGPOtENuohtctMfvsnQ7+jd79/2r3mvjNtm/79B4J++kj3tZd89402RNwnyKOAhxz3ynLXzWZKzPNb/Z+E3yLdtUTfIvTop/K7nNK7T81tnIi/P2Gbf11ecRBRkYldBW+45oCphm6CGMc4cfxgcnO+NT0kM9vpt4kbTHMFzumxcNuXgXQLUsbVvAdJ/Nq2+vrVDo5bX6QgA1jEJee+3pbDfM3oVfXH2bPYfPNQ+UNa6A/88n/09OnoCpz2nPlu2ZY11/xzJwLoT1MNOaMqOjpLv73/Ft+1lm6TKsRmclzd4T5cQUMKu6mATuB9Zz3oem1r88z2Po3HE/y9W457o8oxW73dRqP96ziDNy+zfwZd0fPGW7+mGmdbpGzsSPr4KBqUPS/e89j3rpvWm20+vJfS3wdAcQaZ3tk8BzLP7/aPlsqakAOY4joz3NHPZiN6L0Hf2O3gXG9Z4ZRbu2LtDTMivK2Bbch2a41/rE1UA25mTBAtL3+8CB1hFMpJbk3AVfphCptkEV92OzOzAucbf6/hPR4tpT1x5OoWfCXZHjl1V46M6/pxJPEkhrBf/4k94A8D4DeiW5oTE4f3G9nTPi3/nsycsI5OUps866TmYdnENmAOeJs5l7jsxu+wxvn329/CLOmmpMNXyNW2micdlj37gG/nmFWs1jUzC5WAZ89kTBDavTgJIvo/Pjvub/tFx//YJoNReGrhvYMGTm8BwZw26srIOy9YgJHRyJl1YPlnpKXXuzGwYg7PxPMhROBpQg1MGy+JzVlgTu/lmdAfA4xVQvwk1jtLzU0ooCmDL4J+YyDFkY4Dd/dMQpGHoED0ZuX7uty442CAmr/6AbcA0SgUDkrGSMRMG3QouBATP3ADwVsEAsqTs49jd1rsELV5FjF3aZ4g4A3seS3Dac/sC2GpVRbEujlyEG3sdI2JaBnzr08LvDQDfQE7OuM3CgFaPEeuS9xADirIdhTDBEZqVBQjQf7PRG1j3PDijphmqAwz5vALA1aLG30xF6SvY9V0CTmvkaH7/8R//bgXT4OGAJM4VmDOtb6Ue0NkZZnYkVlVcC6Hlh/AxAOV2XOWqQ2uF1rrC/l6b/8Nfljvbkg5Z085EAlh0JFCWW7Jr17gn26kD+zYsyWB9gF9n2dAyQ7LcRsKTncqeQQ/OAK4WZrRcigLurO/M+2Q+W84MfU6LrwaVtyMyTHbv39B3Vfi8GU825J0JlVZHcQyus4C9fHm9g35/vtN+f/+pdeX5+eaqrHrio/qcyqrXIHP2kR06Gf+pkvtBFvC8sckPw+5klk8AuKsGmrdJqnACko32dZ72/CK7tOcrW0L7c/bH93tacGyg/3VEYGxbpn7/UeF1t2LS3EfnVID1MnS/SwAXF69X8O2XA09r0FUybfSbVwekdAC410D6mJyKyLlqy/7wOs4U1qi3kCo3Wnyt/F46JngRUPq37S3PS6vxp3pxDKBcczuz4NG3vcrSa4iJJK7QawWFB//A43o3QY6+Jw8p7DAveMH7ziO/aVXbwXGyjp1ZuBWkupaOEwDnDr56fNNi6qLjb0jdUrP3xUEi/TeOARtokziUoE7kxDFmkRuVOQqwv56reY1eAgs0rsn4J2igQOUoJwd6BrjJbd4BWubMe0jAaEMi+3i3Vso4ls+7Qp6qRN83xsh5vied9fE+GadtVWM+q7UZ+d3HWeiat01U6wewgzqItOwTDvjf//2/EvT+bwX+7vdyxpqffwKFi09x0CJfe07B1RMMwzKHEGeeBzvJqSPH8CHaDY5QPS/6fRMYhH+pqGvckTOToktN24/Ab8OWNQd3b8BrExS4ZjFHBop+SDB29w86473Wy5MYgayOkbw45sWpOOQ533ntDL1YBBFHuubdfBf9m0CpftrYB98z7l6z1l18bgelHO+m2Q1UJDFw6PIzKk9L3McgZN2g+xA4HZlk/JrwD+8b7031b2dHd8Ku9udX5fAr3+SgJsDceJz12LP9NkGNvXkTgcECnTSBPsYWOglx48B4DWGnLMtJZtNM9t9dGdAtoU2uppmlGy1d8+dPp7Num2STPxWkT8tbdMg61aksie2Is3gr6LdjwGHT4S1o5z5bc+kGua773DbOtBQ89uIs8+Y4kPQ78jlegtHX/1AB2AFgPds89WfeGwBmHuaTWTfzj884PNLotKJEf4WeZy+15hqn/zdPnE5C3jNhqjoD3e+aJIme/2Xf1cCOPhuVD507wWFojbHgYDO9O0kkDh/OduOxBO6Q3xln5AXBJePtSXDL+jy4YPwP/4SR+6zfXufVz1msxh6v4zf8GFkX2yZJT2l1/n+7ZeAJNH83E0AJftkAMOtsXj326K2/O8CRJKHwEj+tt71X377qfa3aFHhezBRcfzDHBN2ocrnXJPQX3gjddbCMMXcl9qlye+Rnjxe52Tgtz955beXr+ooa9/U4kS2rB4Pp9EOAR9+9djj4nvu2Il77maqv+KUWA0hfkizXY4B2TyB4dGjzpsczU4SNsdv0nWiHRF6vh2XzVEb7eXnjBmH2s3bGwvedOPQGgNFjsbu3c85J4BeeHkyIHRWn6zpOz5ngk5gWOSh/Vwoyot/Wz9I+sl47qqL0Wdbjxi3hrQQ+UmkZ3cxaZJ/zNwkLrMEfGjPvrgxlHC1XLftHjtLJMS8ru8ydLzZ5l+co0J3xLC1n3zcpAZnKvxzxcKpAPd88UQl82I/WHafzzOiR4fdDGyX/G09BZ+uAj28abNFduEiEC/acwOc3Fu/l2TgSSXY/oqEXt9hWHB/LWed6XmTn+oWO/WY9T6ejrSTL/g4WG7/LG6z7lTDDuwnSsrfQygkA+0iBLLx0vQtpvN6x+69Old+nFGK8+Ew4/y5ACs39CgCXOj/0m/Hd9GPyQwbPHsf+ytmYv+icZxz/E2Q/svl//s8EFX3v93+/znzv/b8SIJ7xtew1741/EVzLO8QXW4X4BXxGtl6mmPB2BYClX4xbfWTjnod8SHH4i7m8Nktfx++iG/lXfc9TgRn7k0TmuxKR++Pril7F99Od3w69jx8D/l9/0gaAKR5LvGP92X3O9yY+7ZFg8A9+LW0vVGOfrda2fBga04lRfElh8ddGp/s7K+/grQ4AC9cg67LGGWN3Dcg90U1gFgpSWAtjvu840ix6/tE9BBrZP8v6EV5tL6xvRFi8JjsvALOd9Zznwyf4vXs8SuAi56Y7aXHNG4ynQ1nbgdhIwVXMa3Bk+ZZIVurETdY+vvYEqFkHr88wRvgn8vr6bK7p8fSancTd2Zeu7GY9N5ErthT3vFX1Hd/U2LDvV4+pq0pkJ2NvfEr8k7W9knXkH378mvjeDs6YuXeBi1bZSVRD2D1+9N9/fQVZnRTYsriDxe2XPQFgEecJ9Bn8EEmndVcoeSup5rxAMYkDWtrEVGSSSbi9wVcpoIwauHZmB4yLARAjVNOPcwymauBB1gKbQWblL+XC+DB0O5OODQNQdutRBPdWqMQIChHfxmicKLN+k+VrkDEBYAQeggGGpJITIyUGYgjNgYXJBsg8O5v2bsPXmTEvE91AT0/6AqtfQP9kqfjhmVMEoBRImDzANMI1gaUEDgCtXYn4s/Ww12oZO+u9gqBbtHldCwCbAhDywwzsF1mvrKeupW10ByzeACpCHMazsP5uTu/7CIkDlKInZ791IcEDggEdrdJnaaWkHyc2DOmi8E3fBZZfAQl9a26cGUdCACDWzywF4/kXnvL+CXz6rIAAvM7YZz6iv1ScIszzL2e3Ng2ZjrVw3+PI4G7AtquU/fs//awxEzrv9tMAarJmUJZkLzYg7sPlTwBYCrfo03w/CS1vpuaRE5M1rgAeju+mwT6Drg0UAsBWCrMBr2HU5yZ5bceZ8stAzVw3AKzrb57e9/QZKgcITyV8G9BUhHU18M+9+fY1bTMGpFWw+Wq1NiCu20vjII2jFYQQcEYyyWsICGxHJoxBcioAY3Tq5zXwADhtkFheHfmgcwjjYNIofHbQvJj1Zv01znbQedRjcFCt9k9nUhtwfQ74VA5XNpiSomjx+uMIA9HC4ak6qxSF3VnmbXCEv7Ou7/3Iks7Q5ewPnDOd6d37oDPTCNC/vE5beu9DGWbsS+/rSQB7HA9tHOv5OAI0HlojalaXw2+MFdOh3j3SSXsZsJrMuOZPjQkHwNLfCqEEctexo/tPRdj3O9Wf5rdqsSbeMw6RTngcHtBg8yhrext7eX4IWkCNAFQCf91qmIQv9vRtj529mEfN9DD0FvOgV7easgGhrnMLR68lFUqhLTpJtDzDqG+ZDpC0s/ucdzyG1eg2V46MniJAceTL7NevRKjM7qb3XxWCe92epZPPvgrxSRjjXKGsW5zav+iDZ13t8Y2zsu+3UzidNyyrXUH9GZqufGLgj4HzUfH/mIBo817u+/jvk3/KYO/ko2CrPO9N/ECXcVbgqdQ4hhQt5Mb49x4kUYR1xWh5z4NvXMJ0jPGfs5DIoL1w2rdedwA4nW16zitjNyDAO+9kB4905j8ttUSvgz93sWvZR3aDCVLhcwfy+j74t2kQOjHWGUceWMu443MU4PjBkUGADJzfzyDJ67wXYTYfIMf0J06F6Jb8NC7K3km/DAb4N+mfOGc6gPM6ynyfjVaM30l4knydz5ouTob6J3m7bffrfCC4a50JfvRilb3mMVf3As8pjmXsmKxb5GBXYLGO7DkGLvaJ10Jn9H0DeTvtxJkmfJF28brnbZEtx3PsnFT1Y0uQOOd9sOxP6+J2urCm7Xzqc8jDaD9A8Oh/4+fvv05UvWyCwWBgMc/1SxxcGR8M3i3Fs163HZCzwkaQfN93gP3w5SSSWi+4CuMZd8/jOYIF5+bVon0e3JWo6MNO3gHHm/aHDrMGOfsve9McO0HscTgtlySAdvwKnM36PYCWfTwFR/KFIR5cBd3BR63rvP5zRAD8CT0yXjph9Blt5/3uWAC+32oQbGOwKbqZ+64zk3HmEgDUvs+FsX83yf3IVvDbVEj78w9/xumZhFE/oxJc9KePRfj2AL2o7zVW6a3TSltnoQ5mkh9oceEGG8ChSWxRa+s9u7Plk2nhmwTdTNq51rTf2KvlN63zkC8d9D38WS3jRWfBflnAX3peK0Owz51iPl+MdbXlZ+4Lf8YHJvq9bUDx0yaFH7oqkPjOLQ+djnTa0+o0Ybqb9T4Jn9+620/kluHL7woAn7Pjh162U8wGgL1enkdkAC3moT/LxGn7rWvwsZjHx25sG4P5NL7EzodftOa/ujLwTv3L0VehkW+EI38OH5rHt1LGQY3RR/AZlb4nQVQVObP24EqtmPa2jzpI4kXsR+FiO5OlU3zEXNY4azHY+RuHfAC0ke15QCPdQeyXnn67joQmh8aG1ggQij5aZ2zHqrXXrgpm6bKxYe6E0Hz+Joh3YKztmiR80hFCMrqCbDXpc1avcfJiAtbelUgAnR+J0Yf2Bh/cvrTouh5XByk0drpatgzpqqrgByU7JOiuH+wejtsB49/4qexK4erj582InYA/tmt3L6AYw/w7A6dS1gl585PAW+SkCkAYF1gtSZ9af+lJVVNHXmocfQY0+2Qamc6cpuPv3Z1o6A6Gny9DP6ezyOAIxc+crHDOkY1P2p75Suz3vKdCGFp/8UzPj05UwVebiNFBHl3fyXwtI1/eevEjuvhNqE5l9Ph356hIdEb0ttaddrS7J7wPPR0ZmiC+eVQyYnB4YiLogjyDhKQ/1YG693QTugOm7xz9noJma8eOLOobhq+SXJf9P90X8I9a4HvwH35en3XoLYUbJIuDl8BpXRhER6dNbMcPQEvyyGjwc+IKn1xVgoMS9E7gruzqmacLDMFnw2e/fH8c30QcJXb501lg6Nvzk+ipFvdZunRX0fPp5GUZ88jf/rsLPQ6NKJFiEmzNC2N7rX3A8X2bbH2SqnQ9uKDk+/G/VbB1bQOEaCp16SwXegltJGFx/FhFs7a9bI9V0NpYRp+Hrl++azdYkvNnb7/rCQB3slZ3NjwBYMMGdKj+JVEn42Gt6HRjf2al5py1Lr7TZ/G9BisgV3QfCYp7X0g/rcuzfhQDcQ36Afven3eA+gSyhedHDrTvUjj2I8KWERwTc7bYsmjs8ImneSzG5dFvvwpb3o4EJHowdjARtrPeV7AwuvPLhP7vDhSkVZfEURwndtDbwZCNaoDrtdC0ydaaM5Y4bJnAUoO9E0A9Btwyt4nNzqIoFjPOAcjz/skgANhFsWfKtsuGwNOQaQDjPAcGwpDR9d1W4gVj7TDVs3Aked6jTBkjG8wB2JwB0mP4de5mSuU/DasN/zbC2ZGjnPT3e0ZMAx63PPp2SButuXDmSIPwDth7Dg8AlGQ6rVke5xDCpQPAenY7aHr9cn5cO3B2TKNlYiTVmb59VsX/MQC88i2Ae5RrGynen2mDBuDrTCoOLD8KYpyDzhyWo+8bv+jzAMShHz3rZL6eFpvT6qkqcGE8tQgkANzBWjG5nb0WmCQPJGuuq/YExDoATAWp124kb1cG8F7oxjzgnvuZE/uOD4jAGnPqQ9wNvipDuTNlQ/ebJQy/hTcCCA2Wx7knuRJ+3/ZBBzSM4OxM2E4K4V0IVeSAnm9BbsCbmV9nEJsGV+FqucjUl5MwRiMrtkY0hiUV+p2ZzdVkCvlvWtx5jSNr4nDcvdy3SC4VuP4HBzZGXTuMX75+g8yAdmSXq4E402oCCJZzc36oZbIDlpGbJIS0M6XPxIKmkE9nnyfD3/Oecx3jHKbSZhbZ69Qrsc7J7Kn0i+TcAkUrbRvad1bilUU36w+v+h1DE3ZAad9N+xuYAeDo2SeDytVao+u+mwhy0F5XI+/A91ZTx4FenawCYh1skDyP0zka8gGw0wpE+/weMZB9SXDOwOxbmzai7pUMgDU5jgF1n+G1iRXoDXi2nRdUtHfL4LMfNhrWSd5GDXI0htYAKBySo4vjKKRyZDOEf13fbe9gUsBnZHBatYQ/Albl7LFbZogMPfwLQGft1lGkv9A5zGETvO5sZnSh9r9bW9ESFJhyr/PuFro5nyCAtD+hP2TzSXyZB9oQmUDm5ejBIJp9x9nxywBjFOCZk2SnIz++NV06zbj6XMluh4Yx4Dm2jBXAHeCKLvPaSr58W0+jFDLrF0uuMyp7sZjtyIzvF4B8nDQxNELHmRl7A9ahgm3XbbP1cUJBH23IsE4d7JbMwfGOgwG681qZFrMeoulzPtUkdrSTjXEuVYRvUxmuluapKPHzx9H3zpX5moo8/ywC89gqoWCxZJOvAL7k7BhFXc0UjPSf3z05ToPAgF5DBjNOrBjJkQ2MR/PpFtAE2Jjzqwv6LPC/AcDMrzNo33MQ+7nBR5xdlb3ZFtq5sltIovOulobzwNWPNoIuBzMBEl3aZ0C9LXLh1w5AnWDqrFknEZykSiUe+kzhYAlkinV/OUOyv+LfTZYaarAey7OXPklKisMnhKZHdIu7twKY+SV5Jg7fU5H8JD4cB4U3+VcV/d8g8G/9F75A1jdeDf2Pw3XGD7396z/+dfhHc7QuptOB5MgxxksfKXB1dMcGUELvJAWJGcWfdwAYJx8y4Djlh4b0OQEP08oJUN5n1XaVYvDQgBkb7Mu7mc8dAIYHw3+b2NKt7k8L2JGf6LrOIndSwwhUznIzfQz+6E5eYFmwvmniIyc54F4HDYmM8Knlzzia3041yJCuYKDqku/i0PtaIDpgGb3JGtHmTdcKF2g+bxDVCTdu4ZwgWR8pZHwxuIu52aZx8G/a+mN0PAFyOYM7wLF8c581pne4osZ2QzqILd+sD2Pl2vo3uqVwB5bNK1Nt3J1s7L+xj6MrY3fNgu3XR+KqQ8mSavQj2vlfrqxVRf922TI9q5vYKB63CB27TwIT3dzJtgST3PHJnQuSeI4ztauAwc1d9aU1+5XAJBlvJ1sFP3h/ZPSeVdxnUJq+py0yFY36DP1veSv5YQVJMsLqeHf0qPETII2NOQlgADu3WKVKdLDyN/EXr0ILHQQJvy6GgTb+dgwJ/1HBmj1ShV/2L9hJDv0kB0S/jw08WIqzHzWHf//OZEc2xoZM4gJz1n69wUzsMeyX5j+9Anl/6VzTYVonv1XHL79n7gFH4FYwEjKiMXg+i965OpmN/YiTtPF9B7H0fgLATf/GZ7Mm7Hfs39iynfDdmOf4EKZFJ3u5/p7YJ293JNPJ9z7b7tLF824SDd4k365i7TaQf44Qkk6Y50X+bTBLY+uug9Gf0RMHew8eIBERucm8uhNBbJkbv99HkmwHEhKQWJfLvh38H4y8LVkJTIWHI8RS2DTJg9NZ4k5SyDXQATSEvQYtdYCKsRDIMz98e2b8OdXDqWeX7Ml6noTNSlIKDeeIDey8HptkL50m8S0QrNC6pGo+R2EgI7olvp6PzvCYqwLUdvXoh+h9/EEcKbfJV8Gc4bv4f/Y8dY5C6I4l0PvxmVqwh3aNuWetgtczd+Rd+/kYVyd2eX8Gh/I7+/HygN4jDNdHtOgejojwGn4JgNCkE4Wt35cHfAyV7ikmRt96LaZwgWus08a/F6yDrR951fg69BHa5IzRN1mvjdxjC3QHCRhx9M3xe3jUHpVlq+X9xzdKTJB9Hz9VErWyfungSYDWa+v7Yh+YhsfWjRwPhkbnt7zRupIA8b/Kr9eV6aInaLkTN9svxP7Bi8yDtX7jM52AiO+MNT+rMZgv8wt9WF0fwJAEAPBZF6HkSLe7hfMmvW7C15EPwnj/Xvi9Yj05wib+ybZvrmpR8Yr9VbcDtX1J4aU9RkR71AHgTmbrx3QBUgf42ff43eJbgV+5P+uVFT0dXX4EgFu22z7geNCpADZuky6xTonfszG9x/i9h/gH9hUYkM4l6EOP/fsvyWuTNFNAsIuoPK+xWc5a2C++R3hEPt3je/HC6tNUWKP7oVE9D/yBnGO/Dw1OvCi+m7YHUnCpn5Pob14NPRhvDE/q7/fIkfb3daIt8zLGcAB4BLI3VKD3u+JkJ1lASYyEEE8VCxxlQ2iDxCwsyiUDXYddB4CHhPZJA4gb/DaQh9jjjAiTJhAzT/rhzetMAJy1XkDd6oDnef0Jcl/tw77rTmaENqKqeG7jPC1zAB48lc1vR4833sZFFC8ABQVtAfQJ5CvqP5mgEHHWJeNvh2pA9BCNFNpkJrZz1cLum1daKK0AIpMl65pF1bN6z5sBokSiHPS7ru0AhEeIEMGxOUZDZ7ZmPXRhFEdXMpDh2OcQ+H3fAp41nWf/lwT0A2AbzJMNZ5rEMNOzxhjKmT9zPomvyT7xgwACmMhh28FE6Bz66bXiOxm/V5bl7EPWahWMxyhgYJqaYMest4UkgaVxpjRgbhAVcBq+PcGymVe38TEdqLpbArAcAK/yOXQtg7QC+ZJhBndjUDBfV1FPgEa/H+AwjqWupGVPRHmw5euc7QoRt36cudECUGtuoWn+XvrTuJ3lXRvaxjbziuJbRyVj5/Plpz3Diuzil0a5x+8+QO9v4gA8An3dZ4asgZIApzXESRBowNeVhCMejmzkHcl2TbY/fGeDTkDEDuM4gAIM40iDNvtf/e7Mve+/tPBe+nnXkIq/IdkAlo9XWZPIzAU5oasx8r+xtpMuAbiMqR388CpgDvnQ8vXwveZrYLG0zni8FlL633//+vd/eVwGxa8xYTAd53rLKznLmIoD0FU5A1ADnFKhnAUO/7/O7siBBamt/PUd2Z2Z29+2uOhPdGSAehzaGFJ9HAI8DD9kndcY7AAS66mEAbL0za92YODs+mTPVC6QWQ8/iGffc0SXdkYneF4JOmh9pCtx/pK0cQzA75o3g32PgOgWm2nh1sFfDbvlewzVu7LuGE0CTl+A5q46CCpmfw6sGMZ7wefZO9FhVTqdANXBHRug7QBCy/sG+S++6izIf6KP8HkwH/Rs57HxEUkzW4kCxpAowmCLgbmVW5qfHRhOagsP4ZDGYfenTesQKboqdJKV7OAT+CYZ8knQYD21/kkIGrkxvJOgfRIqbmO+KT3vaqPPCXqVwJB3T0LYBCBwiILpuoILx0pj4MjUEcDi4cEsoafIQVpMM56XjwHxHdz1Og2PaF3+9clneIPvOsu4M0g7oE9CFfij8fgJsI4D8ySiSaSIh4xhkoGcZMBJuBCtjLEL9IrDLnvLONHfmt/bZjBGeZwX6KXbVqgWj99w3gCDE4jktBn53kmkrUfRgVozssql5yTP/wQUNd9xcmylvujoIJjjMIc+VCG9zrA4v1AajbWzfqsXcdyD33t/TTYffePATwv0CUIMX5tmvrGCAUzJUw2vZ2q9Vm+GL9o+gtYs4o/NFQdb8xRGfI899JdnBl+tfM+nK+fDK5E9x+lkeoizMD9TTSS97GNtVLmlisJ830Elnq9/tX/RR2AdAuG7zu2EpX18aCKJc+DLBGX2SKTQLAHadCB4342DIfx7YyuP2/PLe9oOb5nZSX84FRrX6jm9brRieztNHHkv2Vz7cQeks9c42/W+djCdqlD2d5dxNntXgD0Nr00ASokmwhdzmb7hHDi9q7FfV1E0Dmrn8UhxLTkAACAASURBVJGf34REl0puViWGddz4NjjyBVxqeh6bCHwj/mxnHLKyHWfBKhk4uvkkjgxO7wA19p2Dtd8XoleJiUPSrMFgQVN5BRfO+c0mFLBT+ApfgTGx5hszwXPeM2DXYct3vSfgncabPFcyU+Pt7mVxiGoBkFNZjN0b5M1+zrmYkUFbdedk4ema43mPIy5O9iyMnksgzHJKuqUcpG3jrn6Mr+AEhCZxnHdkjRW0C5ZoGyjVzQlOnh9jpT3SxgGyaZ5lfDi4V9d3Z7s8IjINkR4/1sswedMJLM+reTbd4Hh+y2LbPt9/3UVEdKAAk+5XwFrXJ9Ah+tkufnqeznQ+/pPR3ZvguGtw/GHWJ3l+y0eN4k0kgt4Ohj1njE4W9+wvOj78KsSwQX/8E21X4/xlfQ/90ca4zjI9Z9mD7adq+CRETlCknaqib7e6tdxPspDOacYWeCvIJGM7mEtApWVX7Bb53+SkBu9lfa/kg6I7bB1JSjqUgZ9Cy+v3098E39qmbJ0DPHHCwKf3kQOdoJ85x59i2rKcmaTN5+xI+KNxAOO4kkAm4UJLoOSEc98whYNHwnhldzQ2E8bq8bTsZH7IDhzizKk7TzW+ZAy/fE3wV9Mva2taK5s7CepTbWmFoo3Jep3uc9+LoY/cv/TdR4W1Xc9RRcEbSWzSD/NhDdomAC8c+W18l8Rp5oQ9Zvk28ul0xRi7iXEYH+q8TCegSYalC9fht1lEnu31JeDzfdf4Hv1CQK8TPxMAyf/av/gGiLGr9J6WP/DC+47Q8sraFLpNQoXkwdinPg95mMO+6PKVQScdOCcg6D0WbU4FcCcDgdH0L3pGfMx7XkwY+kjgeZPt4q8QbgqrrP3IHty6PAFJEjepYCThKbzZSUU5EkbrRgCbaxrbsAbYX3+rGdeXcPyVHmD8pWCtJE/GdvqFS6Hf5v32yzLnfmb78LpAZ/k7v0Vf0/UsGOWq8JwbupJeHwl/vfEFjwObw2sa3oxcHf9gbZWK9hpjOubzFC0x3sZRDUFOp96yDZEpR54oMXgCmv2cjI3uAWJyOmHssTO832tljIvuD9ZbH8VfWdZ4d+eR3/C/53mxjyIn/haIINO0nmDOyNckUNpGMm/e+EnrEP2Yd+7YNb8kt0QWTWB2fA+6Fvu9fVXsle9RfMsFVrJdWZfE77gf3HLmXnrtBGSLHoih6b7Dq0Y9iaVEJ22Av/eGxNT1T+cYk9DkJr92HGsTmSYp5GMaB4D5QdHHkROnmX5IfH0VvDJjGQBM2854novSfN9Fpq4XcKoJbmd+ntBA199DlHUWF8ynMaIAQngB3j4jYAaUed4B1HUsRom38LkW3oPZ9sAopxZurZQZP8SR8d0EhILyd3Xuzgq9pRocZvpOwMJGlebJ2agOGsZJ6XW3obEAHmXcAUET4tUyN2P8N7cr29nDcA2WyOD4v1QVbaXZ1/fKiXGi2FEcpq1hbK0pFZj63OtPAEVLbuGzjqRDE99nqlL+1TJKz+mK7zcDktEZ6M7h5ewdTiSPZZzdHZT3mbQtf8KrNop6DbLvoaejIGZR7QgYR9HFG35prePMe9u0zyKbP2OQsq+sHX9Dx//xH1Oto2dZ+b97O0r6yjDLBPX/3/V4A8Bnz75fqCY8gNB8uNU5Z2Z1FsAKvIAIAIzejSMEXrJjQ47HChz6u3ESb4Bz15AAT56B4/V2WOg7GcKsGbwqR0OPAZ6A5wEfXRXJm5E1/E1llv4+gfPZXxIQ2oHpM1qgl5EdO6tWcrNRf2jnDsybzh6/Qyc6oCQis8fhof1oQfA9AvqXPpauoIIAOtiuCNtu8qyJg/PbhrbP747DahSZ9klB4E/G+bnfx2pZrB8Z0J2sADDnHakK6JXK7wJncejrmcOXswA9R1qPwJcEukNnCfa1s8CVYfNz9kuBVin3WW9dYbrWvJ5KcF3X84E+3s/s3EPGGkAh5+8AMOuFTudM2z6Dw0bIJWeWMOBHeHjBygY6U9WRoIx+OqiXdboDwDLe48zaCp12AGd/RpeNzopOTKZ6V6Se80RmzQ/gHX0X+vucew5QxBmffQkAJCCo9dWsOwBMMhf8ffbVdLuVhOHlNeLJ3EdusAbtoOlgm7BJOnisfsDxEl03+Es6ZBKVugKR57fjyJ9997au66DMKxtxjDPGxl8d8GMNYkinXSCBChw3YC9daz795DtO0jWc86TO7O62pNZLBYJDxyN/ZKB+AxTNvQHgrAWVaIDnvKvxI/MIPfRf+f0kdFjnr4Mh1+cGnB+6ts9b19cdJOTdvCu3x5D6m0wZOZp5DJYaRzijXNoZw/V7Vuh+g+zpaJLW9t6jk+wTGu8AT++X3qHvOTMp4wgO7Mx2zUG6F/1sZ8SRcfoleIRz/UwrxtuZ27baU0LW7u12kAlteX/93PC/ft4AsDGwHQv5vvFZxn2fI+7VHyz3TwY2a81+d1C0M/a9XmMnJUCyVdcHe3kd9onaXp2d6XmV8aqEEt7HuN5qdxvQtsliI8ihj95ubGbHeZ2h1/PJO8rxU+00pe86WMK1poOIuaPL4Btj28FqS6PivQpizBeMNTxCZnX4iT3eBNf6fN4ruly5SoIBdk8CYmesRfMtb52EWAHg157N/XeiyF2llK4fpv9ZhK5K7wCwz0ounOWERQdWgvuaVhcvTGcg4QbtlY6YkAw49D0VOMOTndChsbctyv4lEScD6QQpf4aj6BvUcSIZY954f0TWyMPI9exFHFg9T69hrT/4px0ROKG2o9EGLtM5bI1I1gz6ajpaebwVC+AdycEEMHK23ltV93860/kc4TF73LbVVdVouRYe0BolYAm+076tfZGA1ia7tA3svfr+R7Xum7yRvcNZmSCJE4Z6nech7AX8SuD4V4Wvbxl5ePhwaPYkd00wpqs/PZ5x4pJQI7ruCgro708Lz7GTu1UzetsJw9Jl3wcdbF7/U2gLLHFwtXRSJWodWSRM/r2PADD+FCqDGu+TlIM+f9fGc/5ebB6qDkS/AsD3cyM8pdWOf2dkHon2yNOzd/8wR+bVncD+ifd87ehq0TMJmJa/U4lo+hRmKnnmtYenp913+xKOzDS952zq2DMTEBqHJfuY60c/U0AxAYx0S1t7wjLMiejblpv3pVLvMVyHL5Isk9VBrvnfKWQwZhk7Gh1yKtIeWZVnZG769048ms5Sw+sJoi2IZKysl6uaLCczuD4ioCvfll5HnpTdehWdTABYz9sk7fQ7BFdZHn0DO8G8B//tGkXegJ805pOUNK19sbuQJR0Afrsr+Lnl+4NHSTpjDdSh7Cs8unwanQGkfT6V8ePXatyt8zV/4fbI/cUNr8znjFjWOp0I1tlOJXTvBb/3Z8df6QmrsCKFIPbxmec0t/FXuJgHX8PoiXnYsWmgWXPCjH8CAH7FXE/yImN5A9rYceahYpPg1/hReh50OMmQkU2xszvwyz0n2eVdFN0/9ArfmNbtX1ze4DZsZr93guONL40XLJPih2tbvF/deh75gz0aDLy00N052u/y6k8CwE60qLM6G2f/0T0zjzf5sDuidKJq66zMLwHoEzS2rRubxgma/jtKM4GdyNO23eB5Eifansj+6p7IhKti3MFPybl0fvzlp+juGMfHPvZpB2BZI11P0nf7FU3LM09oteMS3ttvmDkqKXLw3u87EGa++hNUDi6nNXn7lFn3175PIoLetDGd9z7de/n/5mHev0kMhYb1JIqT9DtVnH7D+K3xuTmBREf2zURfHPCD1c6Zzu/aePkOgFgc9dIlvib0Yydi/3pff/Yr4Mr3l496EmPuPd/9kz+dZMAOaP9KMm4etX9iOqY15oCOJD9tdw2dhfbR42uzgSfPmn0bQBzmnwPASZYigYB1gydIsGv90HK155b3ZuVO1wjjhPls7GMw+3u00NqeG4PSPP//hP2Hgm3LcWOLPoki+/+/9jWP3J0AYmQgs2qz64jaVWtNkyYswiR2XHCpyJDfMOXToeivv9SEMD95+RpqfgnnMlQlU4hsKm+d2bEO40/nrFoQjCJsAagAME5pA/orDDcSjv7qzb2ZoOcRYaN26CzKP74A2BWYGzCXue+GxEA28cCpI4zWuYuzAwGZ+UuIv85dNjoGRzvpNkwH6MLA7fl1AOM3oEXPBTw9oJw3PQ69xivF3RllrFkbwFnvCM5LQBzauKUxgqAzIB0IGEP8JbxDF1nUC1CCYWg9LP0m3f2n9X33H4eGIGsb3O9c+zxAvuvDtr2fjxHLdbTvIYPzH/+olnNFiK30MFJeeiIIFCUfngMsILi0gLnWPtdADwg1XhtHKgqgA/5nL7+H/59/ADJGKHZ7v9/en3baO7E3Gx+Dm4xo3uVnKQmBDFsBXgYZtgLXBskY7O2QxYAkizLP0dr1s5JZFseTd2XfWMep2iwlkLXrFkMLCsD3zJTABetpkn0Ufb7bten2pm9Qskjjoi2tCRUkGKW9r2TXk2G0TmVe3Pv8Vj6+jijjf2W1DQ4cZz8TQIhRhwA2ECQH/W6f9wZe23jT8/+UEILMOWMapzv7msxA/chA6iDGnwLA3uNJKNf16gjww8CszYCmztzmO8udbyxdRWPa6e4ClQHdRhePX5Bk28frma+h10buvPaMUCsPfWTDcz/ySaBOt2Nb+thJ8nzrmcnUf+n6os8i6nb+dQ3tibkfI3kz0KLjCNaHbr4g/7y3W9wiSxPMW4NtdeiTXSjHgCSAkUkG/OrcKK15V8/rWSsnprpyWvFpbLT6kcGY+UnexXBucON3fTNA7sicgII3AKHnsCfdicJ0OoG4n0ddhL9UtWQHfc7W+nmW5AIMXWnJXr7033tp+vFYc3Wy1uNsurp3AlbiT4EOvwWU+mzfPOPuMKHPdPac9AeBkAT+N7GnAReRXR8nEbslAZ0kcqwiurOYt2redDm6pgEJPfeA5QYXNPkEGTHv9OtrKMuBN9D6E8M4LPM6cLu3ATFxCpHr/S9235EVpskBLZ4Ek3aCQruVhKAgx9jg2DcKHGGfaC24n5ZfXqvh9bbHDZBbT8/aVCYxjiTvjs4B9JXMFIgUn6Er7/tdkut9BnrT/6mKnQSOrAU2dpI2cKb1Hef8vuuHs0RCyG+g8SV3Ryi3PeMNHn4OGB5eJgDMuLzfUwH8tkhtm7dMBSdGvFUgqqjg/cxbZ3JZ9shWwx/5/gigmKq7fB96hv7bB4s9tcBjJ4pwxpznNvz/G6iS/cv/9CrRRuYcGnLFzthsMIbooOX6+Xxk8m8B4Iw/Z2dh57ZfdWSm55vs751P1mWB4qwNP7Y1Rr7H9p5A65UYBIq53ZzalrGMmGf+9ek02SWuYJgPocns7b+fijvWr2kOHu52rDtaALv9ZO25tIUkoPVW62JhHHup7Py8c+TLML3bOY7e5G1vEmKPK/JFiRnDl5JTB4z8GThuG6/tH/PN2OP6/W0lr+EpETNr5zf8CGh4PhUoaf9b64//S4ee3+xn9N0LVDK+rgJm7UgMZA/f8+kArU/CqP0Vyb0N0PeaHhod+bLHSCkQEj3i8Ug2023gq3JoO4tnXIFS+LXAefjpXTtos30a7CfW7dCxbw4tIQv83RwX0vaDPr8ql2vi8Un2iJXYC6lM7WCFZc4EV+D3d/0sI62rZZdlbB536VGqRZnHm+gLf/TZxK9vI52XIBln+C3AS3VPj639MIoG/v7JDeyArNtv1EBAO72+oCXk+b8CTeGDrEPZT0N/ktcnWD7J3tC2RqLxcYzQ7yPL/odH5IfnnPXQzq3f1w/CXkXZ5t90I8oPxSbnjN+Rozzj7x9+0X4g9y1GtrKt6Zh1uKt5knj/0mrLaKrUOwFMY2kw9k28P/tNIK+Sgl+66DMmoUnerzlRUJPAnxYovon5fvS9+IKKKAKc9tM+XPU9w7mTjl58AEzyJCU9HQehO9YwZ3inA9hv9KvxHvxijojSHJMUmE5NSchZ28q0Y34I77ojif2k9QU17jeQu3Rwdyxq7CtBxOkEIbnjfUyCIfL6N3kae2cdgFcWc5Y5iRbbAYKgfyko0bvmJbr7tjBHyyyGbH549LODUpVEvbwyAcCylwi4em+nmIbrf7OBO6AV+pukomPn3T746aA5/lP2at4wS6Tht7z3fNr4HZtRd9ECtrtjnfVWos0oZWzSTgiKPadrtIFjIwiz+egLHJw5MS/jFI+sbVuZ5L32/3/Dggn8uHPXK7s1//E3O9m2ed9zn0phPodfzH8TAJb9rx+ZDtZDDlCmxT9zQ26EdqbIRhjGHCFzAmMTAA4PyqbQ8STB+9NVIr6G/Ktep4zr5gEnUI5f+OIkYJpvspjHN6yAPAbX7LnQFaTpiuuVQExLdc/D/iB2aLCe7VgSsEwy9m1PfvCzz5a1Hh3aPf6wMJCPF5rvJTtIdMLPOPbgJwfflvEaH2eydutrfY6d4OfMURhLqzelIHdbL7U8bL3d6/inIwheHCH09fHRNuKYAUDYpZ8LX+9RnjbOFqbrE3bg2VhSdeD0kRTzvMaEtpL5ZzHL3aUxcQ6O7Tzr8O254xyYGUVznCFsvVCdV+xf6H+z7xSphJ+SxIItSVcx76OOi6kj+EK78OwkbijeNwn6ugeaamwI/trk532veNGdF2YcO6+V1djGWjviAP8qAGy5Ofv9bwoAd0VpAjfbguMQ+0wUUH6z/7PWEfQJbm5blnEQBhxtQYyRHgJMZP63AHADLZvhF6Jtx6QzQSBOhBetX2I4bJQdpnqdfJRQKyYWGQMAqaExsOkWcmbwdVxtWAmoGYJhbGmhEaENEIhh04AzY+TfrhppAL6f08yZCq0Y53HeA0687S899nEYaImQ/VrgR7N7ATAYdoMpen4qed8KtxOAszO/89+qrrS7/J//nRL/0q4xahaAacXUjj5Zj6Gru8qA6uS7xbcMyjBtKh7XWtH4zSh5dRIJ9N9shhxFfd5CFbrs4BGC5NovrXdHVw2iZOc6AIyg6Qr8BP5yPcEXaBg6eUEJDVRAfCuSvpZWA1Snah0AeuDPZCrtOJtmEG49pxO0nUrHDsByNhiC7TU+naHs+eWcgOZF6LsN3k1IQJvTPnDH2+8HUPJ6l4HqbFWj5KGJI+8mk/PN5Dt8WXvZQdZU+IZG1imKQ68fgRCuXBkaa97tDKOMM/cEZM+VXSmhv7uqxN9/Z5x4b6Z6sANRpkvPVYopFTTdUsvr/o0bmRcZkyocsouoeNBzcqZb+LoTFWy6eltWLnisCtCW8WUa1ppUADh0QUQqc6ZFaeuLAwLYAMn/FADm5w0Eb4ZfrsHJRz/o08iV0TWPbGhgiXdIbl1ZtpEOAzyHV9GPoodUmfAeDXyDj8i7ztD2ms1Zb2pzogCVftA/GnPa1gHI3AGoBo3a+IoD0F5aZvQjAOwEoV3TK6j43U6Ar6s5A1DMOTcVqJLx5Cz1byE6UGDdK93+jQcbI4B9AsBmgRmqAEP2zuMVOEKG3myKeO4vX5eK39gT3t2ZYwxN/SDfl77nym9Q59wRGXPDu62bkb99HnYAzk9+jfGWqp1US61zuJVX0BHnHm6VmRjj5/6wR0f/TSYqDhwZyC2zcs86Y53pTWB1aTP7E6c070cedjYj+k002QAdARdVonqfxgkAFHhbpHYAWDTwD51BN35InzEkx3vXfgPALc80yVM1N+uPUSyny0a37dJpBSvjHwdnxI06qshZ63lTdS4+x/4U/dANQ/IPYPw16OEX7KJ2INh7/iXIg+7Y9Yu8RiZqzXiurjltgr85GsgenUFyHHzyyjt9bhP+0VXdWrZ1DWJAVKF1y1lKaZMk+XPoxd9pDSWLUgHp73Wt7cBtyeQ7Z2M3e1/tFqmiWfsvOmXk36w5a4d+SMvGm1/bZ8i+3sDEb1WZVOrcCWTbprcDwARlPZdZk6srgNcjsk9yBt7MGibJ6CTEmm9GP2kNJuB5QGvJpfGt8JPafmU94E/9/duxB977kwDSgGxkagcTcwTDALX+7vYvTkDILWoHZPoGAMh6tXSuFpChv/Cy5F/bqdjXL8DTFYTQDmvnvXVQYhNaupPKe0bnAmU/9TDzR2ZYR332oPhL97U+EO11APjla+YIv+VZt53ioAgB/eFfn7Eq+2GC/huAy14w12PTa7Cmr8jtN4GA5EGSbpFbtvvHluvEPeZxWqJP4Bxehp5P0MHzCvmeRJdqS+b9mgAw/tTbdaMraKhoIwmVwFwD5vhrbrE+raV/s/sWZEoCgddnHKx+fgNWvY8kJFqfTRelrozIEU6rrw+A9Ngnb3CRcRAYytz2OR0ApsNDA9A5v32qpr75dwti+Mvn/02bUvmy+HM+VYUOXN84u1oaW9RrIHv1GxdyUkDz2YNfAsBtI8GjtLVEJgj3ACBM8kHOn4c3er+oUGr50HuTz7vSJI4VSQr6lopyaNmf+X3hQ/a3/TX2U9eoAuVv9pXmTPDZojcAjE/LvgGas79+2fh9l7wbHewEtDnCS5d2xXqDhvrONnatP7Qle4BqWuYumj90MvoXvWh7fPCQ8Gj2/Lef2LEBut0hS3aTMcC9OrZQ7CzvDHas5JkDEYWf+H3xXzQO36tbbZikQqftoYMBWZdmD1/9x7xYB0amxEoH4j2mBU5JrNF1kuXxZ+N3YIeog0doSDZAwGbRaDCLams+stQvqTX5zY76AYa3vzP7wFxIYMz+pGOL9Lfs5fi9stejn6B19hJsUn8z16Z91ofEE3xpbQF2RPZDAeC0sA8AvHNkquAX+Cc/8d/VfXbrJHdsKwQPji+nxc27eX/0IPS0tmEnFNGB5k3CjL0cgs56bqtc+RX5PHZwv1Ofd1XgCcJUBbDWnX38n/+5AygkWsVHDR3TuYtn+92NI8mfm8dYFk4SzKtfkJ8EXq3bvzXs/WW+ftfopu4MAm3dXWfAbUIV8DUVcH7m+X9Qzuj778+3xbzm0NgrAWDwMu/vyKus/wb021ZePDZJiIcvvntEF/jgjMhrri6Z38XGt74v2p/XdRSnNC+8FXTIVCcBfXLZhUN+Z96UZLccMWLe0HPLR/GeK2ikcTzBS3RNzlTXnd/RFeDS4gn73/Gv0gVpsWpoNXs7Y5m1fGkqNOwrT2JFnkVHNDCjPKj5wM+S7ncy241VbQFK5rg6fMbJuGrceU66p0GT7Z+wfwn2B3v/bX/QCb8FgIV5dweUrraOr8V63RXwvLs7bbzd57AXSFRn7fkXvCMskuMthQE1HyQOk44HXRjYMYXmi92T5Y32aVnHt3iu+aSLjU5QfRJ+mHf/+6/sL2QldLLdkpDn8fV9fFLtYfsrb2Ej+sXxhu/B8Ff7b+YH6cjBXoIRxh/Ff2ybCh4nwSJ4YOyFy4eQP/ud22y7wzo9vqvXeOwrElHsn+g7/TcdMzImYWbRMZ2w2PSALll+XT2W/Y6cOPqi4gehlYqfkYw9AezInXRRav9Xn8tfcRIFiUf//L+xMEOg08alDD4WpxcpL8gC8XkIkyj6MhVArr8fB5BJZ1PitOiHyqt2wpJRstWNec+26KLdXhMsRg8A+wFJTDOrDBizF2YWnOdoXgQYfnMEttVXWpEuA0xF8x9a2+r5pxWn54LRexv4gLQYISfLAqquDBy/W2vZGRYDrokgT8u9bxknNu1p6j4CiLdQGHBUDOVr1nrFQP83GcVSIlKGNsBl/d9B+Q4qSMF4nQeMXVoIA7YAfMvdfeMIKAxF1vvKDhTz1nmKNpqsPJegm44JzDO/Y5yQaSmhdaq2yZga41Gt2STQXWYPvS+QQIAzAbIxUiZbXpmsh84qQ4U9Ca/MM4f+TzbctArsAFYrtRZ67/wbpGhwWm8KCHUH6CL40sKVyrjLENO2zNKOTeG/fT6EK+22QgM6BoiitUEbeZ1NFjpbx7xpUGsTYbpCEoXXgpOxHoDO9DdtIA5/3gE02k52htvZrPml99vznT00m2Ta50c0hVEjZUKLt67g+M0A8J58a3AAVdNEKj8444trWKfw17tXE5AwgDznAkxig4055N63HjH+Y6DAp5IP0KsMrJNhNFq5M+66FYqvFd3rjGo7VJthZdqWM2BjF0Mz37dOwWHUeqJQz/ffZwSQoHMW/aXtiz+RP6WrMJp63+A/tZangpXnr7G6GenoMRu+btuTJCrJgU5y0DOo3nKAbGingYtupY1+w1ChQqITCtaI2bayDRbcgGJkVLf9woixPCdNc3ivA9ZvBnkbrJpXG+kEJERM8HJXbiITdV8HTfwcAUqzAYDj0m1ZNyoNVvYI8BU95flpcy/p0QF8aJCkFPZS4xApI5+a18+7T5AldPwmUYT/8s5tc79n0HbrufdcGfYf4CM6JQEQZGsARHN7DFaf+75nqKDjmr+ZBwkojA052ZVNulb0Krmy581vgK27CyzdZL85t8rg1+hf5BJ63K3iJbOfDF3kTTuZmkv4bc9UwsEr0jzBZL0rnVMih0/bsaoMZ8zwWLdNfc/gC1iQzG5nnA4Ai+P8OgvaI8snB/tSDfhbxQBOcycoRJ4uf6Cfr2Qsy/3sJutnnpkATGeU6vMO9AAYtzxnDWTvLziW9SOInUSLyGXa6LWTGXrf4GXz0uXQKFg1zwAcDei7z4d30Omx1SZpa3Trf4m2JkN9VuKwKWuGjd8OXZ8t5rlMAgvVVG1TII86sMGzu2oWOm8dQ2cFZIM7EZ+x/zxOQvR4AsAT0ANckn3gJEvsvFJKJDAQAJZc6UBN1pJkKYyQOuZDAR4laQ2oCr+wmO2Urh0lIEp6GZtrKnemsi5z3qN1jj83iRWvf/izE8LaGnGyPyB7Wnh1h4umfz/zVCgFmIXOkJmr/zbIt0Sj+7M+Oz79HWceeXeqGCTbZa+4jfDYpWPLJwi0lSCqEmB8tEAvd9o6yfpdxuLIeBIc/X7b3BIq4RNcF5KhuuL5kuGzHuvrRGiQ6PsjseKABQuqkdwb/jQxddzCz4s/tAZuB/P0vWwNnZEZ2Rk9xRq/rfJIgmr9aQMakQAAIABJREFU0vLxtwBp0xN2i96LHyYez5EPaeH4VnHoWgLSJBB4XuI5+ytJXA5vLO9631S5VQklVE68YA4yzTRrG16Ai9azusqY+MYvLB7XnLDBD72aTvNXVwK4neP4u/peFWWbOLPBMOvP7/9pLALH2u7sdyC/bLVPQBw5/7PSPPMRhXRiYVdF6fM3QbX9Pb27gfBzfubgDVdShslxuh54LgGP84w7KfnMyePbI33Wzs8+Z38WfOY+ggQK9O490z2rMC9jRJ+sAtRl/NAoncXa1g3oWADf4DRvotXa+4uzte0JPTDmK8lo5FXWOgEDxnBsoDnz+NzvROVtK26fagD6XDOOyllcKuxJFpCeWN8XHSU54KRhVaTJdq1ERq1zgnlz3zfuTXSP3fOfX3UxyWvRHalU0z3YZ8jM872e8+1rVxC2zcEZ5prKJsKk2CG4xRN4H54nWbsDwI3/UFHerZ1/2/vds9iX6C/zqOT/0THirrvAJGPOE47NMH40tMV6mV/mzF1sbHRY429852ePaF+/NO/q42RaBtNpkKBq+JHg5+LEGffiD2CqK1dIHI+8JOGnC3ucJDK+mDvDGWAAOM/Au0Dm6honCv4uF09zVERmBv6Qub+JFe9+bAHQ7ME3KL1H+7wB4Mha5gx9EhTDn6GiLTJ25NEwNollyBbDLZIbldS+somx8O8GLkwTo+tJxGaP21cxzT3nyiM/jk0xPpUDzuqghG4zLa5NkIlvAcZrr2bV6UaYJOm2sRkf+3E6l42+6YRXPYtuBqHfO6CTz4LxUZmboFf0PTpf16F7wTE6ANzJJqIJLKMEhdAlq+tJULhsqm8fJFMjfyJ7uqLQfpr9wbEXsp2X3iMYhl3R/ryu9bnFkvdOnFm8TiMGxkdOIF/xzdg3f28fTP+b4jHpvaHp157TfccuOeu4MqBxZ13bNgt2NbxiOT32fD5bOYfO6yT72HmhvSvgOnaU6UFjIiA3XSnZ706weuMBnlcF8nJPsHKSfr3mPvs5er318m9djqje7kApNlH2b48zyjqvTlBiVnPZvb9PZ9mZM35Q+wp9ZI3osxOOHy72muZIqU1cGbK85ho6HflreRbdzp6AnySOIGrEHrgxC2Ra0xiJOdhXvL//ZZ7IfJJlulDBCUKF/9IZN+tPsVOOHiF5uwPA3T698VfWtpPHYp+uvR/6rCMWSm9tok5mZM1RTmMSbuDnW8dhv+iW2FOL37dfAm0m6aGSRxQARqAiqK+FBaBefr6yNamg4J4wO20Dk2G1Sugn2EvWzJu5TVWQNoJWrxAHLWL4u8HszeT9j6typY0WMeE5WHocbimwDWbEAe8WvximCI4Ilji5MNSV0fy09tiA3d2K86xbKWobCMOJKIUWvu/ZOR6TAZoQWJzUych8uCUgYqirs+PKZgsRlr3f32UdCfjm4Ta6dBbzDFrXdEDda/WcUfubAcoeARyjoM08U7LONe3MNe21ckH49D2//a69VjDp0NlkCHImWpT9CnjA+hhuW2FixeCAbwCq9wcjuQFWrkFhH+Onbu/zqI5gJPg8QFw/Z2kqv3kdZFh8+wQIo89bYb0ANQK1DfWzdnZat5JNFNHr/s47gjdrw5624fQb7XUAGIOZsZyxiXcNZJPNs29uh/fwkmn1PiOiaecKPs7ZDBhcZ33R8B+9M8Z2Isw7AgvdHmIyeKbFbVf+NB0eoHGCJOuE3QFg5B6VhD8IrD+os4/Mj3Y0fwsAf9nD33hVMcGZDJY5p+XEV4k32YymmXI+E7yYc3RwYE51EAb+nbzjvZusNyoLm89bTgNIHBnjtR3HauRlgPYIK6oTuwL1OHUGBMSXWaTWSSQMmVeqYtvvnSME3nPu9KhtR5pxSW4RoE8AXOPaVoTIrIAeam2+AeB3/B2k0nc2EmxgKbsUMEoTGdDYAec1dM+ZL2onrIy2qUbzHCfbsIHr1h+Q0QbO1hA/gKZm9vAdrbk9z0f+2bkaMMJjwEE2c8+eDH1ReXn0e2VCZ/PKOvro/J9zpmZaJ6fiPXozlavIC617n5vn654EHO7NOm3lL2sC3fza/umX52l6ALNxVqaKoSztyCq/OYEBSbUZFwGA0GXmnQBwzuBGHCVzOvaVKsi6Ep15crYiAIuXcpxgrZHW7ko8mrMYWx8D0FunfEA7Z93EeZ62lEOnAT7SiljveQPAzd+sb2SVkmbW+fxNP3Ql4nu2nef1yZh0sPh0uyphK4mtz5i8eSbrq4QXW7EGOP61ncS4kSt65QFaxpHFAf0tQK/7nSBAIkwF0d95X+s38r33uSt9tI4E2PWOt9Vs9mZlqejyv/47gDedcqAbgM22udruwRnKumdFoF/9nVbaFWCpgNlZv7kHve0gpQA5r6eYIUG2toOZw/ELhp555hsATss9aH6SSNmjkRcnGDUt1NpGTnJBnt6VElRhe/7+Lu0FsXcunSUZ8Mu5xIz5ldMtv176UYAKoHbpEMORf9uQT6eHk9D1Efd/fQlO/BxgrfhX/ptaMmvelz39VAC0v0JFkteDL+b3dtD5rkHW0y5N4P+3XzkXemnqVGX+EgDu/UXmN1iIHcl8Y6dvNUV/f+yAAnUu+pk2lUko3nOmbeuaThZ4dTACQf69/Dj09uoDeP0rfYIua3179NvhYQUn+1zxPaIp/Lj73B2rnKypMX3MBY/6etlp3/O6o4HpeZT1n440CL8IEBfQGblmP2m6U8xOXgGaQ3/mjTljqwXD/G6sYJJR+2sScZ3EoirYSRjXmVwNdkBHnGlHoo2exdzhzQBfGwCMfkxVD+tjG61apfL8y18ev/xKNtH7HBzPuvd3+3xs3RgK7U8cOQzdSE5+78F/1fWvf6zxb+vRnOH82495Yngb2wAa6Odyr+acVqIA2pHTJznlk6OiFdnK2DmyCTbhO/YQ33UAh3XucUKXjKVxFXCTV29S6fubz/XrInwfNpbT9izPaD8FfWmevADG7WTAHAPwb4c45vHD7xkwznL3sUPZx9a76KWWw3qm5kGAyoFWg7IKcEJ/0yFqxIN9YKd4hO4OwFgJdWEAEjs2weMfAqiHrPhX2MWpyBcO9KcA8O/kaP3fCZQEi7Q83lcHOtaWiZ9x27XIsd2DzD3y/5a/9oM++qTTkvziUyBgrC/dXgj64F/qeQd7rAS6P9HXkWXH/+iKvqz9oQlhkZMUdfHCBHnie95BI+7X3suvJ0FR9NABN573r/C/BvH93BPcHGRMtv3oEX2/1V0iquik+Afxe2/sVcyfUWQt1yYVCZ624NanO3vswpMAOJ1TsIdf3yLYXPguFbPb5VKfERSGj3hTJ061rAHr44xn04Xs1GHADThlL9UdjIo29iYFO6sDNHPRndYP+x25CO/arh4/0Lhq2fBnzGMzX7Ly0xUkRkWujy88sjeY8BaAYIdahhicTNdIr9Vn73hc9o8W77zGMsFk9hV7+NBbBYBZj3QfvRO8Nc4O8OZ5dxJ2+9fvejBX8YA7FTjxLvKPo8w6AIO/onk1/vFHLPma5yYi4cewPqZ/PVy2tSrFJ5nM/DLBQ4vcwQI2EeEuwOqAKEVoJAei89uP99qOnPgtvqNuIBy1sdxVv8lOsCu2+iDPDFaBf3Q6Tz302Pa/7/v+a1kWOTh+lY4OGjnxt39PUd3rT+rxJPB5lCMbzWPCJAZ/fPX04s4bCM8s4c/BVkb/5ZvFjkgytz4eO7RpDX7NfkZQvUV7dEsSq21yVWzq1z/OfKK/kUEcVfbKavgH3mDPZQdzhBgFFfoOWZe9yTv0H7hi08Hin3cnrQ7CW7+IHmbMuv/i42x89nP2tONLWdNNhG99TkIwcjnXVlLzDLbtJ8bf+GG5of5az0GmwnNevwffdoDc+ouECDpebWcp85f3fXntfR/7iY0QOk8BYd67+p/5Q7MZcMbcNH7mOdhWHwNmv+ck+ZK4q4fkruMfUAFs4pxM75zlFcb49ceGLkG+ZItkEhEIr8EKaApA2YYrm9GZCAZKP0cwm5oWmu/PGkdfKxJX4K7RJADitAgZB/RVhlJ2fU4vhMWGR7D8Y42VceQQ6BiVew7Z7TS0g9UOm+c7gZOzgVbIAQxasPJ9Z9d4bVTxskWkvizVJAnGkJGv1cvzZtNnn9rIYZt/E7Q7vjHMOPfSz1trLIb00ouIrw1SDBX2IHPdc6wYA0BjAmckDiCYE3API+T7EPJQdNGfGfH72IplwHKN17TZBuZMULSfc3G2ghngiLUiS1WGdDKmtgqd8d8tordCa2k3Y32rWRGGEqq0drRoHqHJGKiYZB37LJQ2DOApBC5rASCZDD6qrrey2UJI/8mwFB1Ntu0ZX4EvylgUHaIM3Z6pnL8W8HqvgJmLB4fe+8zJ8EbWl4rjbmNgo39anLVwfANRTcsY0HH+NgMHx09yABDmOqtqDLuXz3peBBIWbMmeYaDc9D7yqYA4fz+Cn8w3rRVZYiRr0K6GAPDbKo91O/xaioh9NqD5tODTWEnU+NvXKhq+OYkw5jOSHGKYx0nLPE8rmI9maOWJQ776gxafy6ehz+HreUfLPwCINjBPZZ/5R8y+FTLtkP5WDXAZjBYam/UPgAvPaO6d0YkDi0EDr8ObdlDmrGHJGu2jAPaTtHECkOmQ4NdPANzVRhOYPQZBOUDdvq1BW4/BRnn2gZ8kWuzfcSy2okTGIHorsvMXg2danujhOYstz+v3NB9pvspMDACZStw4Wbnx6OXvi9DtJlrxXVfAa8wE3tCFJJdoTK/hGNk2YNa3xK52/t5L14LWw25RbLmjCd3zugxMaFOG8fd78zGrq3WhVV4Hke0InAzCkTnjlOjeroKC38KHGtBUzHz0+QZ2OkBIizQSM3pv9A4qvHuPcQI1PrfIPWc4JiB1rh013uvRHViwPU7CAPQye70ZrpNo8z2IM/VivA749maMmy9i/5CJTlcSxjbmywSSJyP58PLaI5qC6AibsuXlJjBsC9/lmPzW1Z04X+9Zkb86YZ4fLc8x0CbpaRIju2IEvrKMHkcv8mhk7QOKvgF02xGTANJ0jmwVUAPw/huA4fcPI1jvj1wCQPX3CoRU2xj0gf/t9snav1nI1xbp4HPTj68b+c8eUBXRVRrMpxNqOmG05Uz7Ldhw0f0vcHC3MIscr2rdCQB3CyfZB6d1XCWzxMaIQOH93WLTZ2apYn8Sd66OLbVu0IPbNFr+/sfTMg8nNKuF/h6qzWejb1jPXQ+Bk5kzCYi2008AOAAf2dYEzvSOZHJnfg1opZpVduCe4Q7Q1509eiztI/I5/1Kp1v5Ajh3ZH41DgTn8D9ntrvS0f1YVuvYftLjpbLVjyGenAvj7U+vdlYgXb9vOWTCH5+Tc4/G3Jmu/bQOt21b2VkJd0YjppUC043KP/41fxT63Ldx8GZ6kCiV0sfQ4dtZnm6BP30AmYCf3JOEnScTXUREHyE9Q4bUfeG9XG0hmpWpvsQEN8FSdDE1i//xWAcKa27Ys/607yCTQkSS4v/4J0J+z2cIXOTsvtJwn9n5ha1kVysb9JVG66TUy+0vAMH9EUP8G5sQ/mmNe5p3oVuRS++CxBxM8t00sP9v7m6SSxlp+ay8XuTigvN83/Klnjf1OIkPm00pm7qsAcFek9Px77bqtJzjSadc3dkbLfSWonZ8JJJp2Zp8OtlO8QuDwtcVOO1fjHJvgmj2PfYtO4Z3YwIffemK6b2zDYEHQSsDg/C/BAyr0oztv/46/j00372j5aRqcQMi1tsMrLXdzBEYWqYOgjR20H9x2TtZi6N/V7RMA+RYnOAsyo+XUAL6yL8pn3XFCN9BaMKk+/kjXKkgrv0BHEcVnXz/I80f+Jc5wfrAhGmxHjpAsQwWwxt+Bd7ABilH00FPZP/6WrgG0tvzU+8dvpk2rxyd9OfbxZWczWOuHEAyd9roa9k9Ht9Cp4NDk4ABdkW4cZuzkt3NQ0wsJ9s03jL1xLIIj2HlZp+w9suFsgnXITRf4oOtvjT+l9ZevNP4Sdo6emUSa6BPzwrf9b4Kh6bN4rvEt/BZdg+wOiL5yiyqvv/5Kws5lAw6Tm2/nvHsHor/Avn5OJei0BD37UX5Q7r39grOWgwNK7hEAvvGI0FC3gOYd2DGn65PGMwFg9gZdZf2obg/mmd39TlRr/+g6D3gub1vbAZ85i9i+wbd3die0fgr01hnT+IvZ123Jeul7zsIcGXV8OOTid3HzVdOv918dqHR+pvktiy8ekTyJLFtgozEM20YUK4jCRv+BJ4VuEmhJoCuy8BSjjM/T/EJgm0C8noUIxD9l/Nv6dYLnZ76bEGL66U533/S6k1nenSfyLzgOfNmyh2uUcL/2kLJe1qfpLoHvWrd/prHdZ5qPH4PN/IdOptA/uJjGd1pvF762rf+jOzVvH3E1GEzkOwbZzwBw20qW87peibzzQ1AVenmrlNsvgyY0NRLQRM9tB4gP6Ph38Cnr+vCGu8M4BpAktqWDXbeWQeeM2I/yLMO/57ydhEz/30Sha/xD6U7WJskRIRJkg38vWdBJ1wTWwfy64p51cCeihzhe2QJ/vdWlBxf7JiQ5QmUpj+MdpSZXvpRsPes3/hI6pHWZEjnfHwLGr9/tv5VIcPwEdfRZPdV2K7ovixr7o2MHJx41/Mu+9lFpZ83bhlLhyXdPdHaq8fXTSYX6++0I8WKbLQ96/jlbehLvdBTD9x6uja84yvT7kHPvHZsaZmr69BnArgxUANh98kWM6bduYT8GIguDMa17ktG0LQI0iD5zzEz2ES6OpwHwGRvfYZiZYKc6rwU84JGfPQcst0EqxdotmG3cjtUe420rgrodFIY5TK3nnzN0ZgE1vwZ5ewPTfinZgBjeBE4iOO6z/dYhyBqxGbtV+ZwWc73hgE4wFQYwwTJAPJzn4+SaGLbEHyESpRICAjA6VXS/pQnJfHHLoM0ihgCdxSbgZRxhwHye++4Z805AdVt6ir50piMAMQFg2qHCrAsmqu2CXV0vVQfOCVrIgIixt2LubTPFd7LxFcjps1J5ZyoHt9UM5+10hpjpZ9pFRzhGML5M3AqNPeazPb9Jztd9r8ZCRj17hWD0fo4iIKDk/fD6xrhug3B75GdOWx08SQR2pjX+ZLx3O6dT2f0ZBrT/jHBJC9GmTeYX5dAUXQrPbV0TlLEhWkFm5EAr3m693t+zVzEy5nlOiljDQ8LnZOB8BhlKLU7oAn2mgQqWtvHVRrTG8joz6/DEyDtA2SiIDjK3g3r4YgJqVhiVyWk6ooW+5jfL+T9H1q0j30YjMjVn4iRoSoszDF09CvCqA1Ghja2YznqF0DowAnvhiN5gXwz4nwkrnJe0z+vgrdZc7wCA7DZzlh3ffwbhxJoo+wJOmreojMDBEHDXlXPt4EM/kiq0MORZDbh5DQQwfRuhALN3ZAxftxYZI9Gtkiw7BJJHVmFM6nf4ErpqR5/ndwcMjJm0WceRiBGbIM8djAjNhMc5O6gD3GRjeyyVUa/pcOYWjh7rcGW12qAPAB+Hdn6mBWjots7ac3JH2uffrcL2DBS924BXgbas9+5rnLiWKwAPd/eJVEZ5HOVkHX0yziOVrH3GbQP4bTvQjlq2Qc6xjmOjH+gnv99y97UBGFMc2ABIgAWa1w3o7dJq/fQeOgfsN2tk7r23g9MBlAbmecYayJsE2AkU3T3lTVCxPJ4EhvBm7L3TzaUCwK99BJ28/OHneJNXXt8JAuEpAqvIaskbbNUGsSWzvcYVgH4z+982b3q+9si6VIkMnwx1gpLHNMl4klcDpCTTPsb/yucNsJqWy9rvoLBtFoAYHCXPPvTU+ld75dZmbikW+tNcsBcJAB9arDO8O/Dk+VmG3kdAeJyVdAXPdgJbHLHY3LHl55wjB+R+ymfLc/N3ZOZVrWP6GPv9mw+Z8YAlyKHISlW1xKhoncwa4PhgC+pzdC9O4mtfELSILo7T2JnMBNEBj7qjwW88iFwgANz2mtfW67MJaHwGjcp36daLnTTJvPe94XMHK8sBZK/+rUAZ1jzzIagdOm5w3WtZtjM2Ch0E/hQA9rwngZNs7d6jpr22re4qwe1m9I4h5xhO0G0CwMhzkjj1vYFE8xIAM95WHGh+3KL0u4iEmhdUoULhgDTTkQJ/sOVLfCHJvQQ9uzWc9cF0JWBtj07wQgw92GfR/RI4EQJ0dgL80Rj/+c/o284kj/5vG4BM8KyDWmj2GaSdLITMDm8mAZdKX6pm7dkCDur3SkQOPd3+5sEPZg86UICuix5TEtm2bQUU/wlIbVJWkg5HNldCBgFO2QP9viMP1x00OIPdCj0kgU1AUi5M4jAgZXwFj12Vgh+vbQXR2BmVzU8AGH5oOZG9yyf2f0bWdpKJ9cj3ruxd2vafcZY9My7qJB3s/uv975EV3QL7AJSWqbSbXT+J7maRNz/tm3c/7Td+hQQkQMJnGSpdFxb1oDpXAUKKBxoEVKWU7/wlYUyfS2Z0haE7BkxiksYLYNsgt/1J41a7lt4HbfvQg/fk+x77nHbiukO3narQX86Ahmb0b1fY5+/VWXnHk8k/9KY5vUmnuj72ga0Br0t3CjoAcs2//Qvjew7QzPnzSswYBjv+g3SS9Wrkp8db6+Q5zPee5wx/8ZesDXwrTCcdUVT5+e0NSKtHvz+yk148CP93salUCArS28B3I2gZG3KL9b+ATwP+wtlC66sbNE3RffAsz03r8/0nO78DkYw6z1XhQGzKJJhIOOyYDr42A8bnuY8W2f281sT3fHLRWOtNr7ouPvJ95Fzfz5iYI51KVn7Fxr/xje3S5vX76AE7K4UDm3DbHWbw1/HZIJkOALta9pONdOwJLS15Nb4KdnuD1msz2T+yD7kByQDj+WlfC3mSBLc9oqmrsX5NVBpatz3jNsWjo05wIYUjL37kvRkM7SSfTVBC12bNOQ7sS9CZjjDgX52USeKLaDL22d0hg5bQnVSo95OsCGbMeFq2ah/AB6PHVn+5o+MnE93CfRLuOgDc+wsthl6UXKJ9yBnRYHfQUt4fP4of89vgiXouzyYADP1in7Tsvu1j9PXgmPMO/GTofJ+38hnbDv5ETtuXM+61+klzO2MnQagKOUgAP76mJ7z2YK9X86vpFp+v8K/gyRQcLdZLlw3vrewEyeLyt5FZLb7xDdBfJOJZF45f1rZ6dyDqlurYG4wZOywisY9VCI+GKTO+YP/rL1/xoe+SkGF87OQTiDZDqwRPWY/ErfJ8FxkN78GzjQ2y1piv8b2CmzZOfq3Jd1NjGlfyrn3+OZbL9lPw0qzJWDyTkItuiD04+I1tm9U3yDxvheIhX6CbxM7EhUrX2Ty9/edNVgMrCOaXtdogKjIglfydLLhHQJhGbQvN1s0Wtr3nXZq44dnPwbK8BuUn+Nqxm5uf9bnxRBVqDn7bOrmPGUM2HPngY2aWFxe7Y6fj3zKW7ubFFefYDtumgyNNAgxHPmAX6p47iWqP/2T+lutfJ7UJn9qnpCX7bwFgEjWw/xlX673IvXwjmyw4BrZ4jkDb+0ZHWiYs7VrESo5ovWfN3AHhM9D+t8vPEXwYQf/xtwSBWjBpU/59WqSaUNZXKvBhnZbdjihGsqHeAJqJQTPV+bYfYwKQtILgWTuenKlkA2QAlR172re8GS88w9d9i/QqYDvAdt6nCvV7mYnSBADwns1vp4ySfzI1IO4Q/wB086w7YLcgRbdD89pGAgbwNbi2lXgSeGR46Npez7MeEwDzGBwAyr9SGGkhNw7J/xBwDCNuxdFm9mFA2cESUU4LExPWVFp3JiwBrgvoLyf/DeC9BmCE6Gahw4ChkQQooojuitEGKEy7lSWzjunPPYkRS/bIWiIIzPAByuznGRddodMKvw3s0F6MoPyGANtWsZw/y57mvSvUG2AWHx6HyzywGSAdUEt2YpRVWuBkXZIplFa0bgNp5YTRkyANzwdQt3CaAA+AcxRuzpDEKcTQ1XcIYgQba9ngd4yIzawCGGL+0EcW7gbY9FGDVF3R3RlAAN02qJVVZR7ftdAYyHgkGKe16QxE+BmjaSjiyB+Mxjgbm7UJuBC5sxVondBCuzS941SWDrEcJ3Oc7g32c9ZW2oUwp4x7q5aOY/w5Ymr90nQJWEkFbBt4nWGJkpXh0rSh8QIAsj4ONNthTIIR4GVkkzy/ATq/DZCxTBUOyvCMT3L2e0Yng6wsCB+ZRgZwbdBf4loOuuiOYD1gKkG7BTHCYwaNzBcbWDEvTiu7M1cDcgvCACzZAfjut+NUfALAdbUVlQzFSJFuKNCYedHiaAN2w+PfWFsfZP0BmESVm9hFdrI+jXyfhBYH0/MDvYQef7aQRLZnHkl8yh5y7sSeP90BqSOHvI9JLgvYmFZcfvcEQpAZ/TeAXqogfLXH13LZNDcJYvq+nZjon3Qm8XVa5+/f6PNcq/+R0BIZT8IPcncMez8n9kmqwKb1t4DHUTSM91Rh2ClafYO9lbEkgNcgfhvAr2zSPQ4COoElFU39Q7a09HscK+a89sp/20BV4J72f5LnEoI4GFlffrYFToAQtxSXQTkBPgd55l1kNaJrSDzBmdjMeQLmVB2hz9fJ6YpP643R+Q3caIzeL/NCGeSj27QexxmTHhovCVnT37O20MuZv0HBcSS8IeLZ8NnfPhlPkg+Vgg1CJqiRzhrnR+0Up/JpgcPQyB73kIAq+4AsBQTR83CYrDcFoA64SUA4smETAGLfFA+MicP9nXAQ+Z9rCTqjz0Rz77EUBwCehBDtx5dc6vvzHI0lVUj9zNdm7YRPX/hvaiEeH+SyM7+xuzL5aWV67M9PPhG8wP57x5yEyD2/ljkTEIQnWz+4rZaTIUWvAbgwCdnfrGfsZu0BAHHbIV6DcZY1Zhy7zHPAcCcahM/4uZKrtKrzcpxjvfskPE3w5K5i1rndoQsSSHOuXtr0utJdwSjrksyzE6Twg5RE5bl/gcIOAtLum7PNmOOxd20n7plvbYMQrMHhjY7yoqwcAAAgAElEQVQSDRTvfH9y/hb6sIOsTiAwWEKG9fgqA3Qc+33oSX8D4ry0iA7p7iPaBwKJ8Ls+I6n3BSS6Ii7rnSCD+CP2WObWMg2/CD3TPOt3DYDWrXezTNtuE5AyFaBrk7+A+1b/hsKOrUe3JwVunGTC0UIZL/uGfvJntnniUxpcEHVUdwnsE+wPP8gZ7FONZX9ydfd7JEH0dQCt82z7RTkjXJ/DuwEMR0/JBv5eDgiH3wO49VvHsgZgMt+V/wl8yBYJjyOju42b+AkbmqTuBTr1xD0fF38V/8b0/f238mXwhxUD8+zYQ1RMIb9aJskngjaywxvAIaCTRDrswa3U7sp55q/9kTw4tg12mAA02ThTbdH6g/Vz0tRHMMgTJwZPYAyaP9fax89Y+gdeAOyULdIB7feMbPRu05XJbgKv3e1jgyGbYAedR/8uDWCj2fYZq7RxjvZ1rgnMH+0H9/dtq/B7659NGooT2HgRxyrZfzr22dq3kpftm25yUEYQn+cGhNvmPxiEbZ8klkhB4NeIpi1DB0DV2DgL3EcJqPKrzSDz7srnBAfWZoksb92XAF7b1wRyWcOA9/GLYu9M5ctvR9JYkNbqW06I7mK38C50ZSdsoZfvhLuMHXwMewWA23SH70W3lQckZzStL3O0UCqoTyLqkS93wGHvj57t5BF0gu1K25rbSrNlMolm6OE3qO4kpu+HBGFox2jWx88kxHj96Z4hma1q2UnUaRqFDrFDwXuhf9s8tnfBW0WrwW8ODU8CzZ/4iuvP/nxbrApK/FBjKcPHzYPGtSZZJAlHUzH5S8CybRlsitf3QP41Jg1/2zboFl7iMiprbTdtJXt3esFPQs4rQeJgkd/9p6Oc/LWxJbFtHNQ2D0omZk2xlykQICEM//p05NL4SieJDsR/JOjFvo6PGjtueY3gJOupdcEOaHmYceWT1m/5ewIjc5H1z/DTZW/OZ8wd/K3t6t6vK3BlutUYSBbZCXeAkvUUrbgj2hRv9Fz4nYTW3+2Cmav96SQQmi9OEoihwytxDfyCgH7kzPpoTor65tDYMLr9N50WfGw7QzLuF1/DfvL7/PxJ+v7+7iB9y3zNBfntTgJFEx0jMWZspgzPEWgEC5MsU4GefdyBKoSjnSpz4xuJD5zxW9/cuA5j1xjp7ulrptim5RnY6PLHbQdHDm6wvo94Cw/GPifmov3iPGrd2wnWeod8qVhvtw/oClevyeLzvBvcrBc2yevBX3PdzxbKS5vPmcojL7oTkPlmzvjWfael/+CPsfN+JrZ5jh5D+Ba94vnNvnSr7dD9jRM3LeFPwLsdCLXtb31+r92bDEmnWq8nBVIzdHeGGowge5BxphhpEweyptreCNJOwNZ3HPsGHzNfjVH+XweItzBgC2c7icHyQO+TDSZ5J3vjsSHowvXSE/EH+0jf+D2uj8j+V0A1/fDNEANyhvISaMEZ10PFuH//x1SSxVZaIHWU6NUCGaEMiDagpIXPZPqT7e+HTYsuBH4IdiuUl1jDgEegjHPI91b2kyXWCpfvHej5fmhReAI045TkvWG0Njy5P+O7jfA4bns+Khvawq0Bk87S+fV534cI+P9QxlZxQA7n3uqjnwDeBgS8rGN0cg+ZXewD8wqBjmQ2WJlvrgw6jWsA4DAvmbptsG+2tO9vA0DvKHAWIGGSfsaIGPqTcpn3HQDn+4wKWz2bDF/2qwN7Pa83aPZmznHtVS3SD/h+f89QeRWClZfPXB0P57sHxZAMQAXg5qEyLrw2AOIriLIPW3nMMATwHQf2b3KKCNYAwqwTx/269wg4jeEKiqvlWOjWznRluGkdaf1jAVYVoXnmOhmaiLe4zihhzL3uPa8fAeDvwt8AuXYYhhpP8APH9FR/eBy3w+6g0yjT0+ryWYdh+1NpDbDvrLNqQcOcEqwaBc33pxJr+QAw9MggL8ASFYrhOC8j2FuRGFAYoLgNQD3FFTkDpiSwkfb5ryI6b5wAhLeqmNJGz7T9zX4t37Wh6OeMAYBD5Skp4AyQpD0YQ1X70oFK9uvQxndPJyEBBBtM1RrbcfnOIv5agbQMofL87Me/CADrmn/8n7ST7DF6KsULJEboGreUqhZt5+ytYWvLiNn3A9aMs6gXdQD4Z7Z55KHWmDNu2OMDGs/379mG4bPQXWdlYuBvhn4MPwEvnR0Jf7GP0ZEvoBSZ4mDPBEmZI0a35dbssWnlG8BpqfUYgLq2E6OQEXcFCrz005HQ82mBmOfseYdNmxjvvR/IiwbLmm9Dw3ei0fL4Op7wC1VTOD3onjdgBE+wRv7b80hCAqDnOTt6AthNj4dnx9Ywv4tfntbLBIa8Vz72QBvjZRovJXPMTzIukW//6TawMcz1P8kBAwwlMzlT2o66KiLq0UdOTODqgICe8CbgdYKCfs8ejQH56POsVd6yuj/0TgLHGsuZFTZWV7Uj01k3srKt13S26byevdlnZ92ga/beL6oWQwSA8/zIy+6oExoJD2EDODg+csWA0LQm1RY4IcsgUBzcbiGIPQy4/BuddEIXfAFQ9joKmdNQxGOLoet9jUDeSuxirjgmXXGvPaASXwHg5c10bAk4unaEeW9k5usg+d5vrf6PzpAe0u398pnjT4uyU+nw0WIH9Gw/THcEgm3QgPd+6ICx/cl+JAlOa5LWw+FjfJCsZn5Mvt9Py/fYUqHrtEYMH+h/bv836wyIqu9fUL7fod/fzHz0Rcu00F6cxq4mcoXHtIRXhRatzkWz0l9aTwNLGre240k4ecfSVfeit24Pm4AO813d0c8AROqKv2MXzVplbUd+VkJsAwIOLH7Z1wRau3MMa86/Dd71d/G71nZnnBy9gr+WewJOE5z2vrjlW4J38Bk6H9pAh3RS0L2m94J3UifBdV0PqHTGf4IYf//ow+Tmn1ceEtBjLh0A1vXm5+9Ii/7BZ+WIndZ7L+ByXlxrhA+bDhsBkEhGcFB1FseAMO2wRbrYGhrXQ4fYnsyfNWedkxxK0u4E4gdEMd7xDfwEHL6bWc+2j8+zbWfOeLxwM5jTzroTy5yWc3z4DWqM3BjZ13RAAFhHUL0yGx1AAErjbOD3tW2tk2SXTWUkNqbp077orgXfdSUuYGOvTQeAqdx4u+OER5dPAXQJgEBPuEFDnqFRyZn+YD7ju+jYPOEf//i3L5CTpPzFBjbxyPuq/wYAPfNQ4Nr8ED8dfMv2BQk+anmKoSPqodoLXpr5MRf0cvMKNPub/ur18T2263/+9L0tH1+52AFgePT46+K1YZofus0yLmv+s0PVJEyWDEtlXhgaiKPlWY6lkH5b/eyOaBMAvnj3kUu13KbZU8Fjhlbywc8AcAdsnHQle2p8p+6Ycsmw0h8naVab7QGEflS90/ougPzIp+F5CjTCO9uCHMxO/NGBjOb/385cbPlsev/+Z3wWfO3gBmvL/0Iyw0fnYv/d+I/+7s4WFw1XpdmfOuXgG7Lv8GaPJc+PbRMdG7kN1gv/gcF1AYXwre58qEAlzOFfyx58/fd7n0v3jv6AJwkAx85OoIlEET3jLVDq+0jsbhzk6PjSTY17nSDHVPyCNXjtxu53oNoYzvjj9vVCjwSASbBg7dvukM3x90+f/vPDLiLbUmFM1SG2Ztvl2bvoR/8M/fc63jjInm0uCj0FKN8NXTFsu1iY1RwX8ZtwY96ec/ljr9y0fPI4b93Qcke/d7LMoenZDxJAoxNyDB5zb5w1yWtLp9hsTeP+TEs1Y6JwBXtJ8/qhl2ad26bAx+6xsEf49LxfxV6iVSdo0pmpjnwRPhbML7YFMih26Pih8gP0vzmuTBP4LfGXMV4+2eABFEIQMDVtji3RifvND/BB4+3233xvNmg7qWw3WBId9E7RUQeAE7f5DcsO/uHCvtJb7J8/E671+T4kVqP7TlBydI3ZYXSJj/uc9Ye2Wl6/vhEd9URvJGN3gmgKDjhKdQO62BHBDPKmC+OaYy3fADAJdY4NjL4HjyAIqWcFP8qDd583UV5rgt15Kn4HsAZ3/Ff4b3yZ9Rna3o9/tN/f8YlNQG690nzHur++VnApihi5irVbHzpB17vzx3aXTLLPJuTE4EthQXwUS0l1zYLvjKUnSSP0fuvc0HfeefHSEVyx37WuHCFqqUJcYWySts1/+D7Y2eKF2V/bkrJJtMdXrGf9fePpOgP4CL9R/DAiwABEwsJpwXRe8Mm2GeCL7NxQLGc/BijRT1rBxBgXUfzpbLnevs4yMfHKKa/sGJgZB7JBQc3LGTl1PikMKyYgAEplLRmgbCY99gOkRPCymDgDujbzSIWD3umovrItq5rxrOEAj56LndJYwO24NaFYMLFuWrvyjOy4DNBFpgrrEWOqq/9oQfqz5ZzBpwnO/wl4kXGAAdnn7sxtnr+3fT9IAFTfeMxxtCBeHJQWbPfYU2nRvev1LJSjfzfBfwFQBziSWeM9n8yYdsgwKMiy1nVuUdLEVr9nXwsdru86mPXb7XHSdi1QxIzf63QkXNYt+5r3ATBFmd8Akvjhr6+tUq8Dbfug3z7jqQ2bUw1mW/qufG3wmjm1U8OYT8upSQwBkAIAbYPsNcxZe56Pgd1Gm2m/qrQWePjDRs3H8AxAx17dSNGAPO4wkEy9/mmDwHQrQ8vrvQEb9qoV172fs5djRAdAXUMFYFWdFQ4veM5jmL2aD5qf4Cbsj1zkb+h/aWn4cYIyTXseL87uLAB73Ya4hqL/ReZuQD3zDVh92lI/jNRy0q1MJlGAdfV4BgtP4DLKlqpi/Q5NahCiHQGRLT9+AATeszuDzXysxKDvfgLAyPd/BWbrff/8p860JSN9g4S9ByQG/AmkTqBtx33m5LlGHmo8WqPWs63kfwSAZ896TaHBDTLlIr1DwAvBYYLpDZb595MhP2dLfPequkJkokr04xz68636+jPQlMSQA658k+wKHPiuAy+h0TX+uSbG1zo0lo8GVUWbWb/8BKAxyCBD7qMF9Kq+DY+9dJwqPbKUofdRXTz4VCg3IGuw+5uAg4ZOEhsDdBw0aKIdWz9/9JSdv3HU9KJut+i1KPHUjgaJD1tNEOZD9zYtSi8fQL0qMA4PfLf+9ZcWMUGsBObjeMR8RK/nO9q4hbam4gEa/jImux2qx/S9CFrrdl0nwex7F2vgfSs50fLH4zN4tPstWun91fvcln8qys7mQR1yfEbOEMDrNU4AKXKoExPaRvG+zJ69GfFpv0sFolrKkghI66q7uuY4vtDfAFSZ9w2smLprfCfDekA15oodfFXOjMB67RZ/LBY3HecJOLsAp6zTu5Yt3wH32ev4DwTuQ5sOmIzjTYZq28TYwe0ge92/e/6PAlCjXxgrySYdAMbOorUV6xs7MXPUvDrB7LcEQHij53yCT7U3+t5touqc2hfo157Ffo/93RnQaQ3NuiuYnKpay9cBNhLQv8+2vfk71ZZUZUTfAfJ8Ok9tcO2wai3vCrzw556N3BXAukf+H74WraxeOnj/PgHy4RHz+dBWP/81vAngHf6cDgbs6dqBa2hAbyRQcIRLCHkBjrTSzr4zH9m/BONbBm8GfWZGog3X6F8SIuEVXSe51Pu0+7r+Ltf1fX7HNy6NDTrSchkcHuCJZzVv6Lu2dV8ZtVVsdwD43S8qguH/2FQDOI9913rtjOXLXUgFBzS1rSnZy+7goPuwQ3ZtoP0hkeGtrMlWwePH/aYPm98uu+7BYSLWuxtEqpUXAFu6+vsHNCa5Lw+5fG754A70SFeNLUGy9EyMtUyi7ujmugZfL7QUn/4kPUKn30P+ocSXeqbGQ4Ci7RgqrbCnSeDKOk6i9gS4GwhsO5ZqpK6Itd0/FZTNf5LvRz8M0KdxChPiZxOZ1k5YX3Sp8LXBkR+u/h76Zz3XF9G+xC6Rqmede5+82zN+g9yiZa3z2CzWBVdiY6q6AbLPuIaO1saMXYZcOp3SRBcz/d/8ig72MHtVmEg+NgD/6g/IuOkgVcd71AM02h2SeM7xC+2v52kNtEeOBK/gDHbm2seedKvd5rPLfp8KQq89mKDbcoqxZQDI79ZRUT871zTd8HvsnciiJP4tAH/0RbV49IXf4BrghWdsBzsJKmtAQFq/99na0KjkeVeX6boOUL4tyfGf6SZ45jBJZ8GEtA75xrw/gWquJdnl/O13CqfchAaA9ZfW2z/r+8+6yg6fFshbMAPmsHwr+56kD49zEhWPbTe26iz1ZTdC/7GztpV4Yzju1kAhytzQ94W2E0jvAHLWTP9PBQ/I1MXRsPF+mzufvfoDOxv/DPuw5b670E0s47JRztnlXzHUtDrGvuV9ThiQDCr611q8NKLrVY19Kqvdmjlz1OkuJAr6+J2peFz8FJ9D64Mvm45qnsfgF39OaOrkrqGzCTD1Wm4CQuSIQqTCxznnEh2tOdCh0DTzzQM/CF+jn6s9wQZ5g76Hdic4/tu66V4VrRDs0z3/KhlT6yC5yxGD+Bh3MVL0+lvo89JW+wQJvqVLinCqDgDnvnXmSbCKTRk7503gw86EN/qIHvQ78Rmer2QoEt00ftEuCX6mJfyA7/eji6sTQdO/O8e4w1mervEhv0zDc1xo4zsel9Zt8JcUQAl/mORnYfXqijh6/a//FL4Wn18/3bFJ8tI4R7VQ1vPEU/4ZXdO6M3PcI4Ss74XLKL8DuTvb0D4vOH/7VW5VLxtkfHLJHcWLEgDmIY09vdSR7+xfuVBvEwGvK6eQBjnRib+2sZ6jL7RW7TdK5xNfu/c38oOYVPTTduvoOI2us4zKL6HWSdxw4YjtqMcWHrv/TSYjoVhnrPM+5kvsrp/1Jl6Cxb2JjDwDmd0FEHxHYvMlh73+mwCpa+Nf5y5sDNs0k8DVCTZ0Q02HIfCD6MXLD59Ch3nq2WLz4RRVNf7lpR6d7K6p3//6CIPF7bYjEnwHBgZt7rGm2/2z7dfMLTYZ8lnPdwD4//7/je6GWMhgG+XzVlgFlND5Ll9Gw5etQwvEVVYLsL0t7vR8WoFiZDew3a3hIIoYDluZ8y7gAW5ncm+AycJIgZ4JABuwVfDYgjetPM5Gfq/COYI4OBPMDDG94hGcMpjJbCCQfQCOaSFKu8uzvuOAUKGi81E6wN1Cn4Ds6fl9erm3IsnvDWDc2XTaWgnMOBkh+C2pd/aLvw0jwBBHWAqw8/MDrTsILGB9WkBf7a+8pm/FcYSQAwEDbrVB1S35thd/MnrYKxg9imXmW+g8AeDX4ex1ucC0OaNKz1OGNcCQHUStkx3FXYsLdKkgHGuEECDx4LTXGcekW/R5BR3UTcsy7RstIWJAhb/6HLbs7XcLGyWBNmegEYB7qwzIrGIN8u9kgdljC8CfSq3wsarAuiUDwE5X6Hbw3AHkWg8EDBnKVuzeL/HbBBG+ifyWYYmBbWE8ZwCzHih4ZELvJQqWszpPhZ+V0xq27fiJRy3UxfmfEUP7XScRfIriVDrNetvA/IJz0N9xCke5t1JL5tS2iumz/E5W0Zyp8h9f+0jkIHx3VyhG6bIOb+sKzZ0KCuTvW7WO4jH/jkMOPyKTyBDDgf0tAAw/6B6qTrSlb3s2y2uDLTw9xr0AmtBqDJD+Ps7Rnp3RrWM0/1b0b+AxRuICvZ6b+GeAKKqYcazsiDwGoAECG7fbEtxg3PfY0yFhdAYKmNkBLvwwjizzVjZ7Wcbo/W0fco4Z+4nhtmu4ZzdNQJXkgnHwdOVFn8/7dJR3nNfZv8/Ba0Avb6pN8wMlhyJ2+gzYswYapnkg5kNXcMfRm8zGMmDJYO4OGJtINYamTNGh+10Bxhdj6ADl4gEBDZapJCNMwswB5OdMsO+lrZ84m9l2TOkT9K4+cmX9KMa3nYp5dtp5toEc/hLYtTTQAeCMdUFl0/h0VZADxHdUoh59LjIfS40Wv21gIwN9f8TuOCDJ9rS++ww+jEf0vf7+65P9loeiexmstR7oOV9v0sSmWGAX+uYc5eYLAsLIK/b0dUAy8fByOqhsC02Tud8PgL9tnM58tR8Oln0g4TiZHu2sWWTgrrXf8ySA6dLfAsC/Oeje5wlWkzwAf2Ez/P1bb/m2GZeAL+wh7dGAWMhl0/zSxZtJjU3E+FpOsqbMEbnZdKbfT6Wo9llm4Ng5rbuzZqunuztO+GfbvNtelQ0xz/H6nbZedfaT1kos8V3nIN3Ygh6T719Aj0CExyG56zPj6C4T+dVtQ70PJvgEnAMwI+/uTgK6dgMXGXtngOt7Emgs175htYNLghg0J5rMOUEKiHAmtII5W1metn5zrt4vSVyv/adnd8veDgBjH7I2GUd0KjyYOSDnNwBsCTn7dBJ3R0ZwLu3lvxhYSwAY2vlbBbq9PJLzXvl1MNsHs1wc+Y9vkyBFbjIIM7TxWwDYc6kgjcfdxohHNucWf18JrNgEqD3LsI/4oapZZ2Lhcx7700mzm4jm91v2jBCZ9WZcVNZrSKLvKwA9Yzt6tvbpBSh9BMu3AJxBzB4e/hzbAd1EZdS8wv+gh21zl33QiUnIQq39kEI/wr+LXgnsUtmbdXgSh78l+S8lrVVQCfvPpsHYBpYZduYCvLQ8zu9Z2w68AybzDH3PZ+eOkuviIcviwQF4x96fOpvjv8rv1fhHJjeN6TLZidZyc+TEu/+xYSMfbB887WUZr/bLpH7k2+pimwhHvvw5AKxnaV5dScY7A3DGb7TOGTCRMwi9n5VYegAk2XXl72ffo5+6ktd2w9hjzEnyEJtFnykxnkBhsIqpmpggcbePf+261j8QorAlzl6TvoKfRYu2IRQgWnZMYHDG7rX6HtpFAsIHDmDrvcibQpcJgHluogn9retHPrWOzVFf8S82ALzrCH1G1vuJ0S36TyRigUnb2tjawddmPD5CK2NtPEffuiqwPrdcNaaTyegfAgSGma0PImdN54oi/RIAjt06CUrfWOmoxn2xAyL/7F+4EAJdnYFfCVRTADGzv9a49/5UBGofRoOYxq23qOZefETP0z3dgvO3APDRg2P/YmuTiELRCbJS9rB+fjvG7VQ42ZSfOWu85df0GoeGFOAoH9MCaKuDkDnGMqZzH/aF6aAC6KGKT6d8GKF8ldyjPVei2FZQkVTWwXrkXGRqWrka23kCwKkEu/2t2KWbqIhsY/8Wp715h3OKwRSRL0ddayn0ZE80+iA8vUk5rCf+C/o8KzGBR8u81S/YgqbPSe4wz8wA2j49wRzt49gvDjQYt1mbERsR3Qlm0AkAxreNbSWopR/mgj3B+eb58k6WvxJXxb86WuR7gdr+dwejDgC/iYEtw5xI4hbRodVO0Pnha3UHuPL1oDm6ml0ddLBBJogoOoj+TNCB+Z+z1idALvmsxK/sSfini5XafvQ1g9G3T01wyus8thZj1fpQ3axh9BnJIgHbBkNn3HMKv+h4c+jp1gm6/k2aXbtmg2JpBQ19prAEu711Fdgu89TYrONsJ68eQoc1vgbfBOeJ3u34DM9+u9Id/0U0NhgTFcDrv0VX3P7xt29zxCK+RebunT5+02VfjC24x3ttq1/zhrHtTW7A7tUTGQv6xDT82fNq0euuDrLvPvtCn0UX/cTYfM8TAKZambFfxUamty8hwJ2Yom8OH39z6Q4QeqewBapBjVnOuzYIjT5evaz3vkfygC2hh05Vt3ACHVcH0KN16UDj91iq+RlnB4Dx+84cxj7Ex806L2bWBXrI6fijsW23k+3GdbCTfosPhK4TKFfngWBmmxhn+60Y4i1YwEeM/TH8gG/72PZvwRT4dceXtIwEf+H97pbDZ+DmVwcP22z63/iDgx+e7n3/P8l8zS3AmDtdWMxl3O03g3djT/Peoy8UU/uIgiMsuZ/vOx4KNnASd80niSPq/Qomvy25ve+yW7//NH46RAqfOgFgFtwtJAZAd4DOxt+9IUxgFzVBD4CuvDCKIQILxto7dT0Z0y+wkRaGOH1po8UP4Nqfgk+nQnHu74oy+sPbcToBXTKspgqonKDNDhgrXYT5rUcc2cnsMtFHATTAbcDUTkaCTcnESfbLMSisoCL8O0NLgegTMBUqW89BSLE+JhYb6vHo2uDR321oeM1pWzoVnDLGNB8p0q70yxplrFr9r048f4shR9C3I5pxrKCA6Ni7NwDcwBZ7ewzA2e4YAV35tQeZZ/65s506nuU1kbP4/Relw/iGpj8aM30aKY8xqr1qo4dgzQUA6J0oigKGfsx3Mlf78yLj45wRgBb9dAYLCmuNAwI09xkC/czs930ecgPJDewGnFO7JPH7375qR52HkkSBNpgaeNHzCSZQwfVWXJIJdxj2+yUOeJxHzasrB+71XoAeJ5ZAWgeYGkBbo8QUOPSwCvg4gQ7iLRhzWkPNQPuMnQ3AhycAiK4Wic7s3fUw78lBruxU+O/IP+3PKFjx0K73BPlnLAZYyjEju7UV+Uv/DhDQFmaUJ+C9V+YAPutweT8LBIFWybD1feMo8ft7/dnnyQjT38jcAMupwsyzp0XW6IOWx6IPfBGvzQQkCfJqTWijYhB5DIJbh8QJRAEmoWABowToFxiBV9rY6KAAcybBR0aPjMIXGMtebJJNy2gclhfghs+8XpVhjK7FWcJIw7GjehQEtytjqQTZBKbIPwOao8OvgObwYwM+kfb5AcxqHUIiQreK4/rOoGNcG6AdI79adu5cC3CotXyBMNYZ3vEYqUQS/YwDjHxo+iIxR4BK2pmGsK+KlwIX0XESKQsQBARjf98zRUMvy9dkZrI+lhdEvM8q556mQSrWkH0Gmi0PFqjU7V3p0MkgJ/vP6zMGOWdBFu9pbhpjt2hnHEsDqdxGz5wEn7lAfIp8qymlKrqSIPq5zR+dEGRHyiAXxvfaNiwb93YVATYVACIBwR7PDwcHOhsAvWl+9yv7QqvfdswCBmfunVQiniHDnO/1PBx4ZCP3LP2uburqxb6+ASjWQd93y6XXVtEY6CBDhRB0+gIxObtradg0NgHa2Os5v/vw+7EXVh5DH4z71R8ARA5G6AzwH86XF1sAACAASURBVPqFAFwCy5b7X5JG5NHYyXYkN7Gj6ek3WRofJGDjVjZvApt0GvL1tFuuDPNNsEqlwahX/5useNnfGzgk4ZTzcC23nDA3+kk2ggCZqfogkTLOXdrPAcZwlref4fsr4O6BZG06AcR6TQGLAewZZweKbYdNYKB5k/Nt7dLM/HLe0AQvhnC709Itp6JzoKPOYH+db84Asz/lJAnOh9ecBjScALCe95vzDv1oWFQPej51Btg0ZhjbM+fsWV87gWN0t5Kw5O+Krhy8yfvfIBHgnJIYUqV468uzLr+cTd3vOvLme6d1wnd9VxYjP9v+hu6o/PC6aYwCYr9hmE/OkSQ3n7aPqHe/lRPZrwRgsj6qfNokDgJvBBzXjtjkPdbiTprYCqYG/LEjsAG6Y4HHMn5ZgtVJjGXtW2jQZQRduAmKCehBh0dvfM9z9YreMWB0KipiP2BDHX1HBd8s5+l45ID/nC/ql+CfZWc3OWurSs1PShqpo5v+lGDrZxj8SkcA7PejX2zL5gy4tpNaH+kZ/6XE3rK/CVC9ATTTxDeFOwG6Evq/719fbWZ6fFnzy8iKpoXw0ZzdPAvb9Nf6s0HMLGRsQ70bsPzwb8mitjXyviQDxefLSEML+7d9u0ncUZLyf/13WlKy9vmX5CMqKDfAp+/tc6kgYqqYOL7h8gH29aZld54av6gDrLyXSioBw/8rgNpHA0yQaYKxYGbv2XwB2iP//DzZ+HWPPsNHNZj5JGgevay1Mn/kX57V9jJr6/U1NjZrZ/M6ttPR2eP/Q9PoYubsCsPRidjQ2a/Y0wQesfV+BICHr1lqsBs/Q76/3v8toQPl382SL5ucuAmFmqkrsx2QX7njvdacZi31d5/th/0dvZJRJJgdmxazqfGeG2TfMeDbRh6n8s6dpBwE2Yr3Pn4ruuGW+awFz7kqnDRPndcufphk/gbrdx1XfkADrCnXQGONyXYiCNgb1yvBIwFpcJplUPP5tAKOLcldSe7Q/t8JxHXup8iwmB2f/HxmGt0H4nt4nycAhO3E/hp+nVtI5tN3a1tl31q+kfTy4oedrPcmmqUY6auW/Y6pyvomudD454wZfNkJPhMo3QKZdD578SfkHfRxr8/KQ+PVQz/vkUbNcwQpSBRqedoBveDhsR96DXV/x5yxtzhjF/29uz6/XR1dYvcgn6iIRHeTAEqnIQXVseNOAEu08mD9BKeSeHon2Fz8IFt/AtxetZFRWltjgANTNz6AfWf6Hfgh9+bJbYNzhrL5bWRQsFNoN7yj7xIIWv7p46XeeEMSkWL3O2GgAnR6xBvv4LlvQmrkwBTGVEe109J+sEDzhYO4qUZX8JQAXeNhL/6GzUuCCgGwdHZKEl3sR+QHazjy0jL689WmWhf6pVjEOKr8Dfk/Q0esJ3rLsuNbn04edQC4hA883OPX8/oasS74cToVrZ2YNd/4mLFOtZmejkWmp+993Yn0SlTzs/ZYk06+xYf5zX9A9zJOrrGemA402/lw1zZ6Xnva/tMGeHUlnR/A6K4E8Xl+J2yz/qGp5Tl4sRMSIzt2z/FPW6Z3AZAKtxpuy56Gb1SVLhtAY8Fna6wl9CG/IImv2IFnfT59YXov/YSMgIbYa+iPJE6ua7sdXoOWRDfES+hURNJD9E1sEWgoCQzTfVim1PeF8If4+LL5kvDc3WG971QAI8TEWKqgQlggpAi8BkyZFgDfl3oJAGEIKCsSgGw2q3wjnquBd8k6xgBgwxF+rlws0H6E4HEGzwZFQBIoyhho35klpzIyjLVBwZzRtb2/W7l1G2XG5LNMJuDSiv8lIJQjjElLgUMoH5HZSBjAhs1XZmIDAG3wvAAtQDvz7oC333OqZvJWgkQoMMkQtaygWs426yi07D0BIwldjOLsMa0+1mBbI7kZOkS6RjcAfbe2uZinety/Z09wXfai/8rvbTyfd6oEX8afbH8pQAWFvndQAeS9dLAomfhRjAHa/hjwmle/BgUC6s10aWPjnH85hj2KSIaK3qnVJTGA9ecslQQmJtg/85LPnTNgA0LGUbiBARsLk2GLgNK1EtBySElYYE2xNTrYYnoYI6LXBeeXYOl7hoiF2wBc+tUKrVpIsJetgFB+nTxyxjbrY2Docu4HFB7AuMeLEOYzjNVVHuswk/nWLeot9wZQJVsZxwoq9Fmrqvy2jNygSWRdzjM6/PQLwNyBG9a5lRwKWO/73RkqBf5d855h1LLX6zAO5rErZyINBIVnfjpNh/Pq/LPs425IwJVJlpEc+ZZYBpXl2WeABvClGlXnm2Pw6qX3c/6nHCEyDPUcG5gGQJOY0gHg385s6gznlnOMveXnCTJPkg7VaMiJ7MMNAvuzqrC4wa3VTydAojU7siT85ZaQYWX/kN15nuVN2cC6HdkBchpYJfNQwDk8FhrKfloOVIVW84grt92iZwOeXQHQ51Kydu/6AwjZkS1A5a4wXZDRxqIMtJ36/dujy+JEfBUjnw0S4GUyDidpycBZ2QCatbITE0iIjWPRJCOdAAS8+0s2fzt6R1d8+6+fNiLRCScRYaotkW/XmIa/qDbuii2AW9sYBdThaLKH1q9jMPYeelyTFNIGJglp+h5no+cmBeTxDEjTZ7BixGII5yiBbYua5Ig5y7TXfkTIOz6NwYkGNmCzHwEjVu40fS9TdABw9T7JGdLfpu+5geqeNthZk86Exc497//GQyZsE2PLaj4371YGcjuGLZ8kH3j37o9AfhbpPsriVIFPhWJnhDqrs1qaXWP8xi55gAOJnY5cyxz3DgeW6ieOYRJbOlDP2KHjtk/9zNk/y4Wy/Qlg6/MrU3fe2QH8dlz9jG+cPkpgKqF8i+klE2i902No+YsuI+Cm67S24jPaCEN7bwAuulKggloqK8h/nxlK0qrWhAAwAd52+m1HfNd4X6ZaDgBL9ii22QmifnxPi7QjNw2GbaBY8+gA2uHlcaiRcfhu4bE9C4h9JqgXYDtVMfrxvnwBz1dfNq1cwMmsgXdmbO4FbZbmRG9ai22ZF/rzeBQA/v5twN1HQBxl2W+fcRZ/aH1IfMIk4d/MJ3SDr0cAGf0DX1z21wVQTNvBSUS7aEvTbr167hta/XTLSeQ69lMWW3Zd5FaAB2iU2aLDmN+vckgXzbqj61uuwbdZ613HuwJkfD+1ANU1Iyc0NhIhkeVKHj37Jl3gpJHwPhVMl/4ZfdEAntdPdOyEvRVKkZt3MJd3ef+mgsakVsGZlu1XpcHIc+Z0wDC3actEW5acsVz26IL+fq8Hn726ZH4BzL1PtOVFb3oPzplf2Q+NGZ8eYBXQPxUWN0DZwbfd0ewblT/yGxvQbH9X9HQSP+vcZZ6FLfImPMWmyX41JoOsgNbwcQEdu6K8ZXRjQl6H8Q8IDOkzOq+EPwYMn4QRfPm2qbOeayMwp0s32f4LIHyv3yqwHO21CV8ZyyQCGIybt1Yy7HkX331L5Qqx8Wd+CwCjS9AH1u8TpMs7NZlJVhiBeFXETIXfb3TcdojpqDplJfF2A9Sxi5NQ/ltAFL0SnyJi4pVHr8+J7ZHA5s9KU43vxbj0GecHIyf0LgIEAMcEXszTk8xzAuECbP+RcUIP/uWxH0hEEq+xfuAbXnv7TKF3xoQ+OZjnPPMEWEcmNpZBUESYj/XsL04PmFyOMMoa6No+O1N2bsUUMrnyk9717+//+c9/fn/GvyPx2WujTyF7y48E8g8ty2ZypXsq3Ntji90SAzD2hhL/x56YwLj0xQY1B3f5nrWBHrVwyf2XXzU8dOGh9gETOPHUx2ZF/ujdC9pP0uYQKfTX8vtM0vtbXeS+8UDvuob1admlz7VXWxG79HJo2vu83UnQ8diWWdPIoqzxjoEA/hsAjt2WSlsnu8mnPT7U6vhj9/9C8yfJ+7v37TKELido58TRaWvKev0I6BVuYHtT+M8QeReHnUKMOjKSfey9QCbqM8lF09eToKLPSATT73SwUbc99Fd/Hzs4e4ndf2h8cAEKXnosxjd/0ffdQYf18G7PZkAXP/ylwWGwvwkAHxtm6P7F33udev35/LejO3oP2w7UPcQ6NI/uisKRhH5u+XPuYPo9MDyXltGZ78cDk3VJIE2ViWuT7WpaPundlfy5/NMJRPBjKm87KZ2ndQD7f/73v9zhs2NQ8h/xtYKpqU1x5BqB9GP/h43OfPFNKWp8g7+9Fx0A1lPQGad6c4jN63ESNiPvfIRVtYCP37tFLGAVm6QQmWdZObp6Ze69X8gE7PztOJcVXB9G+j6fxQ/cwhlwMmxX1h55e/yMp0X0Xne/q+CHE9yNjl+b0sv03fafXyfJ/kHWsyZ89++ffCO5rxMzWaf40wtSsKfLb/gu6iw0AeO5vHUN+Dq25TW4P/zBOqEP3gB11nzWfmKMHHFyB4CnPbpiZST72a8KDq59+s/vHHjHWfTfv//d/nBoqXT5P/9v/sqHYqwYFD+BkzEGP6HrIPFkIXV7Sj1nK3TTDuX9QbkpAKsfC73yQru91eUgDYFSlXSArQ4kPcoLAmZRk1FFph1lV1NZowmrhY3nl03PujCnybaYVlO63BkG3/gD5t/B5p43mWO/nb+j53eLTbIC2ZMXCGtwDYbtTLYOYHhLcUYoUf8+057RrpHgAnN9fSDOKCBwouscqAGJsaLPOnWbw86iioLd7JYhb/+TlgOFGIYqLH0lwPXcdjTa2XyNMNa8jV7uD63lCgvkT0lxViCGkeegTDwJvTG8uuLc91ZlbwNzVLoR6GUsGq8D5d96CUg+FSrDhHYg3UotZ2WcOcx6Lui29Hd8SRvYAoBp2wAoHtDQAu9Z2q3gAnAKCNqg8ILoaWtyjOoxtnEILTMEqEwmzNuWoXmggaP+HN6E/kJHiphMsHBk0UX338UK7nXg2Q4FLUR99uKcq/HRJ5Xdd3WQANA7A9q0LT4ewKnBnD4/D5DBIA2tvkdJeg0mEJ+5zeH0VuSTcW6LmsytO4jdtGgHfBzOF3zF6W0eAGAHXBT/3NWSEfzIFAymdz+6stAQzC9Vi0uoZRHq2ZYLv7WQ0jwHaJ8AaVeLWR5RIVwBVN7zjpVA591iMwH2PrvjKOxxSOBP5AJO50+aDKJhbK6slHYC5SjZEfrG29ld3cLpBZ56zpFFC/Sic+S4dOJL6HJbW5tXysG7jL8C1J3kUEDGVaE7dOU2hZZ3lVE5DpFbJZWj4+smyPqbY0SLMRxGjTP7E2PlBVROO7BZ/AaOl75EVLs7zQe02MKBXwfjbge2MvV3Azs6Ppnu1ucCLepsvnN/GYG/ARMty/z7BAc6EP1e8xttsX7h5606OODYJztkvFPBB08fp2gcfI97EgW4tx3ujHGrjw1GzFq3Tk6wbltsXoGC4au3lZWeHfk8Dtasa+uad+7mhwN865znMobt5NwAXPgigCo/ZBw3//TYorNWKaLbmkZYz3yWzhU/QbalyaaPDgCfKyxENJnoZ1o+Yacc54kAsC4XXzpw1PL6bmEdBzKt6K7ANjpbhv8Y8jjN7zz5W8+CNlrvAd69iY49+wbFO5GsZSXXE/T8/Ry0uz2cyffYf5r7tqH9DWj29fMiREZf1+sN8J53bFLrrk9+W1srtuEBFCdBZ/2EkaPyjabNsQIvPrewzr26nK9x3Lvi4t0fyQAqX9feT8uy69quQKxqCWQq+hObCfkNSIvN08kFHRT/LeEnC7Rgb+g4HWVOoHb28DXxSVaUc8qYlOncFeZ+/CSQtS/Y+qUDX10hT+XVW9XEfrbbiV3odpsDaP+7K5E2wCPCev3RtsOxmaEHP9+O92a1izrjq1XlqDsoJOFUP6dd59CG5dscYQSYBkCrM2IbqH+B3/HsByDKs3s9yu32u60Hp1JTe+n9rDMgww85c8wYgQX0tCmdwOnrfyZIExpp/bVgy9jHmrv4hUTWApDfIG/TfcYTXqB6iLErUH2ulR6dvSVRje/SnSvXWmebjtfoiH0xeMB3DQE5J4+MEnvPajPI/0sA+ASYvkdm3zdR/gxWa1G6oDsQnH0R2DPVct67J8DZexu5AcYTntVaL3gbf5fKKcnQ1nfIzdBIVUvOc9lfzgXs5OduSar734rl2JSZueXlJAAcWvk+B4BGlgPGsl5voj9BGNagsaxLb1gnZ+30K0Ep8BQCMNBC21f41uGZJFIev68qoJDTSQxf/4u1fAPAIcLouej1dK5orIGELvw0PfrqyFP2zU+6jM23fDFJ/Sbv+POA9/bkfkkUapuxA1THVhn7o+k59s/6Lfhlh54+OXPofCrys+57xr2ep71PMCnyRL93Es8Lcm+lns68Wx4eg8zPbxvQwOnn9xx/RfiGE6JuP9DbZNssdCtfq+kUWc38OuHt4IYfk9F2O/u+62OMYex/3O8A8ZuM1YUKbxC58RLzg1pTz4bAA57nJ9ew8Q5NfovQAT5sh9NJQOv+fdhysuVld7B5fUu94y+3tZ4k+WohTFD8TZjLM+5AN/LMNPCNxTjM8M3pYCfZ+k22qyJ/yHVRvR+29tT6kbPp0sWDe2u/3wTvlr34ejhS4DexfyZpsOTDCRaJlobfSAYOSWwCfY4rCt6wgbwEz94AsO5NAvwvlazqqjD+hRLtsMlPUvroitXR0YuewSTZdWXfK5c1ntOxoJ28oT8qmWVryF8LLyWI1XbBXP7jn/Bd5BbrK11LUsKL3+X56cBzZMX3jASz1AEzBTBHX8y2t7/J2C7/0es0doPHwxnMSeJvXf3qqKOTxs7qow6jhzZgqvFTdMdi4Be1PusE2w7ueuzCeGslwaHiz6w+EC/JFgIL8TofG3Z0vztM5Axo21+TeWMczGv6l1uZBzyL3/4GvXtTRcv4zUmOna4b343g6tAIcYe/f7xgs9J2VJ4GhmM8bALAbztcEtsTrI/OeZM4TOcnABq6aHnzJuS/BNp2n76DBfQc0evbwaR9b9GwEhz6XPK3AlhypDv55R3ZQ+TqrwnWU4jw8nvPH/1q/WfCW57pNYYmfsOnwYC7INJjk501pJY9WhymO1spHobvdOid5M41oy6bCN41zxrHW5ru/ekKYOmFFFxsC//FY0XrJCflCdBAJ2CSwBN5lGssn6SnP51k+9efh3cu/NIdhNQufmTgg/dAh399gVzsZLCE2E8xXLHB4tf4rtM6HX6RHnGBWnXE9Fj+66/PbPXGaIC02dwlW+Jf8O2ugM3gT6tfAmSljHsD9J4svCq+YtDgoPR1OBXaMNpaYIhoTDLGQ6xb5aOFFnP1psAYDpRNxn3Guw63//5udt71BJJocStCzDPkqNOLPsQso09OJoI1xDfBD+97ADgrg++5tBzreeoqjavBgl2TEszKtPHz8rY2EjCYfqssGtcmAu27FYOjmQzAKsJ7Ryf8VibE7i+EOsLGwYN1smm71Eq5S/g7c9HrOQr8DfpLeOvHGRZw9jBgn9cS2lwA+zJCzzTWSTcTj+HjFhGluPIdZf9ZpzYAzEijkHi03kcgKsyaljU4vRb4dihmPl97F5QVdOkKoDnH9JxBPQbe3WZ1z7g8DvNnPIWuJyt1DEsNFedeFYr6IQtyjetUkMBbBCvIzNU9mR8O4lNBPBUOGCY4QgCLZJGxVkcxVYsU1tz/HsUwAeDvM7cjnHYqKI9zBuEn0AwMmd9WftkgcQA4e+0zJMbAl1I1ADYGQyskkhe6nURnFpEI0Qa4HkuApoFVHGScn7TmG4CD8ZQT0E4iyuNNYujkijZ0AZB6/2Kg5KzUZDBpgasVsxVR5PlvP90Bwc5VBYBfHmv+bzmBcgeASMuZ0S9jQMIzeqbl0ad/nJThRJzIuWL/64wEgEyA6RiqCeCJrzGgOiADv/Yzl5dDg3QNILHngCHm5Xu9tC5vMMdrMPzL8/TZSVawjKCtyN066mQDf8/Nmd2RXew3enedv1snULXGGTRkyCNrToC2gn7IHvizWwQmOWdlLE5XzuNaECb7KA9qWnxXQLwDjjgTtDaJXNrM7c6QfQHNEMMauZHjqsaLvr8q4OoIiTbu9Ai32JFc+WQH64jRyB6ZB8eYixOzdIisgSd+HOswRnY7zFRW5to1FFs2vgkQyEZsniMjJhCbuaTFDd9xhACBRn/+6Vmyu/X3AfhVWehkl9WfXZ1jA/3bf4DHdiy8NloW6/+7fX3LlFSzpfPHGeOckdYJE6wJdCR9CYBwqlZHl/5sWb/nrrUj2RUzsm9wbLzm34UngD8KGd7rwH7kzy2HtotDvnuDn6c7wJWVmXOeZE1ZFpQ3nHUdm27ATSrZkGl3RvHKqH4Wohzapf15J3Ccs3TtfIX6OlAXOXxXAUOzXrZ5SesAkqtORrQcxwEbQhtxVkUDtCz1Guv9Y4/GTgqN0Dlj7YEMdJ21tODswB+8oittH3zvwxY+PD33tJ2h+zqR5dhf45PAn5l7bCh+GljHBqUFHcEx3aN9aJmK/OjEH56LvWA+mAmKbp04OGOiLVXs5yS3Yd8sWJOxWt9NNabHMq1KzdtDALf9ugm8uiYB4OVvr8HYL4cGKtigcXMGW2RrVut3OyNfdpWrxnSqpLzosa/Qfz1WAPKmSeiICm/stz5CqHV/bCDWKUAoe+mWm27xPC17xevTAQbdEL2RKgj9sN787rnPnLgnwX7Ac4FQeyYa9uSprjI/PAFgnRUoP/Yb1z/+oeqxJHlGTwfw7bawWWPNM3shSdPylvWAL+BngqWsP/K77X1AUyVS8mP7e2Q848JG1zUOWjnBTKB9dDd8h677b69RAFCCzVnLxSB63Jwx2ACgxivf/A14v5gB87rowrIqMjmJpfoFGZ3KeemX64iHWd9jIo6t8gantM608Ea+L8aQoLDnOjTVAfXGL3SNz4ObNaSTwakCccBkKzd0vRO/LcNEr9uOUO/INNn1/NvB6Zc+oOfWxwTikRMhuAX54I8OYNy6/5Yv6EbbACXzN4k5VPfiHtFhmV/jD1sVAicMfuRAfFUoje0XvQW6k7PGvQ7TvYkKzRDKgv7YX5HnUw0/j2Ed4ZdO8AvWNZ1QKgB4A4Rz3rOGUQkG8EYHmvWO2JUTBDp6dvUYfgb6pasljYF8/50W6QJLfUxB9G902cr3/1cAWDTW1YW3H7TtHYOXpEuGZNpVaWv9M/7Gd1WKUbJmfv4kj5OopefYN/GRAFo7z4jlT3LfJMt7vXRkiuhHLWxd1BGs8fgDcyfyQufUgu/9fkZr3gVuoOAvOuaHPyC/Y57P2kbf5tM3ABxZGx3FT/sd/sz6a+bz7VsHBmKr7rFx2DgHL5G+017PPnfiAUF47LZjJ1tujv1lzGzHht2x2G72GEzs2Kwa9kzq6J0JALddCP0QkCGxpxNCg2mm8IfKOO/z2HLYR6GLxbEPPlc+P/zWhQRm/Zrj2oiR4wSOsXc995KJfWbtlcB26EzdGacN/gSAW/edAhMf8ZN2yxBRquAzJx8Dw7GMH/1vgul/HJsf+xyb7ze6Et8Hxw1+a5lVHfc49uRftaxn/Sh+MZl+z8Jea3xrzxxf3e+9+Ugr7aWH979xdZeTtgvze+RW6wNsYvSW6WIq29FLbX8iR+ExJSvF7oJex6Z96t7e4K/ecwoBnEg3cul7UMYqvokwIGyLHIKboDn2CP3YSRqXvy97yB0jx6b3XOObvG1h//EPyd0kFXmssyZdgSz7mGIp23tHZwpz/Wt849i33t/R38hK5oY92Nh762ISCFu+SMKoS607m8i+Nh1G12nE4Zdgc1f3hu/aTmRuWzV7Evlv7Fz/Xfo1a+G9suzYhJH2L07sI4b2EwvIsykIQ/6zT6GDnAMOD754xxbnrNDpAsA3MQM+4Mxi/S15mIR+ujPs/mC7/c+3v9GNN/bVnZPaH9TagBUFt7z1Xuho/PNvDTT3royHjiOvc0wb+Cd4yFt8Et0xyfm20bOHFFT66C7xVAVYSebPdelAhR1P8YHG+uoL2xeD3b4Fi+tnb/cSWxmzlxqYcE7zXtka/yVbQPbJxEz7SKJejw4Ak/QZrCt+/LEPvr2yDSZMz/h5ZEl8zrQz7/UwPX/tdP6XVrz64GIYKU1vZojNG/H9p0pFD/D7H2fHdgAYpf0+z0TwPSutBedcl+u8h1TFteDqlogYfgBvMUwyNhwggA+ABX85jMvGNoB1FP3wE1mcXkApmY9J2CBv9BhFelZA5xgWefYSeJdlo4BoV/cCtFYgI2wy1nV2k9r7E3yj9TNj4j7mSxYEAK+Nzm//5BT7HLPZz6wlY4egomDvCu47K1pj5BD6rhjM5zmTCgP6rrxkhPn3qkjqzNUy2F6Dx/v9fYhBCb0dZ76dd+/LCu9DD3NNn1GBQXAUvehbwsOKOXcegfpLC19ogHeYXr//R9sJne9xAsDlQOWs1CiXC5AzrwzvFY20AdWCKeuSjOF2rvRcAmUL6A8wacMrI44C3HP+GkAEcCOb0u8aBdL7S+ab+Lgzl7w3bquqoOSs5S9OpMeBQBSQ7DWJ452A1Cq+8HHmG/pPgJFMdpxiDBhdw/eHCrO9NnZakWtD9HycNQLq7xlaC6RH4DaY2wEt08YYqQCULV/6vDWcrt6XPX8iZ96cMxrGuV8nKnwOL2wA/3ZUYoDtZ9B31vGszln3Q/fzFQb7b2sGH0TZrFKUg6Jnt9EKps4ZOJy3uSOYAPZ8gMxHfuVdt2wKaKqg4Oob06srEvdsBSpies7d8h+F3MZYhnFX7Trz8VSErTElvaqzAiPbA/Sesxtm3xoc7aw6gEtnek0HgcjjMconsBJHJRW8mcdWVLRDqTVKxuO2Jr/0ldan+BmA57x/3qO9o9Kj6QSwvz/TeI58Z2wDtCEb2zjzHl3Ep5ugl9gM5veiKSUL/e1rbwJ92sCdsy1ty3httlIgdE7iTIJFrNvJCJXcH9oRKIp+19CwQQx+zx5G1418+i7I+mB4bpCmAQjk2ZutDGgLzXGdDdJv+68A/TeIk3D2TWJb+oQG5MzgsAiIxPZirQgY9xEEw6QuNQAAIABJREFU8B1BBv9tPTaV0ZWB7q9GfnLfz3+pestYujWUnW3AybkxIG0CCnEE784q7RABGHTF5Zt8pvFt0lXp76HHV3b8aiuMPLyC8VNF0/rsPYM0hJUA3vuDjtbnVFsQFL8qu0dn9v3bpWSr9jVPy9ZxtNGTpkP9N4FZnkNCUz9X9E/btAOgnwSw1RXwQdsZsoUjc2lXhU281Y462uTw/Qm8bbb3bZcvsPw6cLw/fJsZQIcnQDn+BfJwAWvkZ0DkDr60/dUBB9YW3aP3dcJJ3g99L6Cpz7UPDZCxxyRwWraYRu+Mf/bFSUaVNIF9cRIW7JRmTnFuJfNka+TswA4AN62TLHStj+cVRdb08uNInFm3zvQ2VDV7wb9//ZWk4l6flw9ahkK/h0YnsBla3uRk9say8QFykxm9SUXnDMZ5KHoVe0eOOXZuy1rGcBJkvoDAG4x8u2D8sN8FOAkEqCMY3K2H4N4EnpYnbxAT+QZoAf3951dhsQGu6LiAkVRoKO1HOk8MMus/hmrTafjo3h+qYbH3364+vQbpIrU63rbI9x8Vy6Z/JygNsPp0eElAcyvmLV9VFTT+UALu6zPB533mqvaArP7w5Vbe0M2HPW9ZgQxpPth98MINT+dTZFMHyGIXBKjKNbkWGaffTwUAyRAOfG/V4fHPn5bhnYjaAajsl40Pv0gBKALop0p//GgAfRJyksy5RzsIaDz+jX2xtaOhC7edlf9lXox/g52kZ1kOjkum/WLcr0/O33QV0DS609PZ2+HdXvOfSbcLwG4C0zotp4OV+St7p73p9nfsZ2MGHcBcGbT+C/6gvgNvEp1Qhdqd3AwuT+DQprl5IDqtA+skqNLi929Tza7rtbcE2BhPJ1a/CSlc0/8yPzCe4EIJXLDGYE/wqX0WB64Dgr8BqJ/++4s3DEmsq37wEwJgrH8XYohXjv9FMvDwldaw7ask6OxRBd5frddgi1spszJV/kB4L7yacMEGQPU754ZmP5SMPKDq2P7ojbWBVuYcQLo6WL2BxQ5S+d1jX3XnjbavSDjMtbERbr65kzCZW7/3tYkC6g9+9tFk5OfiIOAHsV3D//p5kzZFW9hB0eOhqbeqLvo7iQuLI8Q+JGh57LfvJXlO5gqOCcaob2x3mo6XwOwfyX8t/Ie9AltoGwvbte0j+Kbl+B0ATGcpkoOQMx7t0zEQXMpJ7Toy8JtTghu7BuGvTWDtCs48U2v0JWVOAQn67LTaHTyJNYX+GH/WKut19PxH8/YZZSt8Cy0+eSvamJ/uB4MSq1ivTYDG43OQJn6w3+P4QP5F57BDBIW6sjzdmmKDd9wh9J0gEbTUtNcJGvHt5v3SX6Jl0epgBMZcHn27QeXQLz44tIXc89+DpYWux1ejQGdsrshYyaLgCt5r+cuFyXiUx4/cQCQBKGOVlsvjR4zTKh2bfdBe5QHsaezI2B/wPXIdWv7NHjqJTDMmBYBJ5vY5veWu6l17lNh0aVCBBszls57zNoKnYCo58zfJW3z/tmqH/5IUOLQz89E9prfCx9tf8DNHBnRBSO77YklOAIw8wldovKcLwEhW5Ni/2NcbG9k5EfjNXrMMrDdyRfRq+2vogXF6j1UA+fGOq6S9n2tXkegMdszzk3CzCdLQAcnVekbWMthPryXvOJ1N5L/pukp8W9rc9e7W31nr4E3g7n7uhTVvUBwcpuNl4nUnffqyBJ+P/WV9nOc5gbsTl91BUHI0yU7nCE8n6N4FXSeIa38txQ8tg37DghZr6wIJjrqZWKfmr/iDkmzNgOuvvzHTXhO749LZ01nWezSKMnKKgjc9bzsIQE8avxNOzRPBeUlwEo2RIKHrxUPiN/Q7PNdJD75Oz7K//v3vY9r/XdBmQc2OFLcxL+mqADDFtAf4HEZsECeDWsP8IphP8XUL3jPhaTEBw2nCOvsp95ZCmr+PHJpfTuVZcSYL14qN98FIJ9DH+RW/BIBNtt98yDjGYf2t1bWWI065hLTWQAs+pNhZ89VCEeLUewAb3/NUz7irNdBVUVVGlo28qobKXKcSw8w/7RkqAIyy1LVkRr0GBc8BqCR4hZOBMae/O9uXd2d+C4RE2N1ZI56njIuZcAsoO48jFA5Bj0HL+rSz9n6Ggic7TwrPzoOlZq7GaURrE5RchxFFvS1ZGpiysQRNOusvrax+CwC3YUwW8I45v63DljX1HowTh0HAmN9Mlixlbtosts1y510EKBFytOOwcTEZVm7nWsb2n3gq2T57doHveQIYyaiZgK/3ujJobFTdsoNx3v9WJpYzYEYhYLDKWRgDUPd1ADhKcveJSrFZ3WPoe61DjrOGu/5ae5wnlL++bUcBAwgQ5QD8Nk6SYNJGpwMaOy2PkTZOqWquM1Vrjfzr/H2ypsSDAy63YxMaD10x/l7uDlSa/iYoz9oz3q52732BXtET4jHkA/QEDUO/XjcBDqNLTmbvdwOJETghHfhqfs68ku34OonJKF+6IgC8bZo2GNjzY52O834q7WMEION6z/765xhL0w7tbcXW2f7IS+QFxqzWS+uYM+rXaaettwNk4/A0jXbwAsBHZtCbLc5+HcDsCbYFdLkroEiYYX+b/nf/F4TvLMPf6ONHRpqM6jECcapiYClYGIeHtYyT9fG0Mv0mAK/97QAa66Y9bL3d+odrGB8O3W/AcXhcAbVcfaoPvE9/mdcw0DyPTz4cR/A4p/mchLpjoX7PQ05izLeDge5oeQKAiIGII6Cgk48WEPDiINLfL3A8Y081JWffqePG+wNvdiDfSUaTIIMDCgiKXFmanoDSTKQdxxB15D5yKDIsIHV+IgiZ371HVTGDYyB5/ASVGwT1s0q2/pgvr32+iNypdqYTAI6OjKOBc+tbpwJYfL6tI/V5goenYvZ7sBzBtW9Wvmes+X6BswRJVjcuAIBd0EMn8IkD2gD925FGY6VLCw5Ot0KH5gkOtb4DwD5260nMAmmO38A6Unl5MtIHqNps5ik9+RbmrQhAHnuZJ0ESgKjts3aIOwB8ErCG31ivOMXT9WQC6fBf607R/pF/FVjLeCYINzc0wOfvsdmg7nkPMrt5O8/LM/m5E/tuIu17sdeOPfRdah57Cf7hhxPoUTY9cxl+IjFNjzBgJZtuHhh7e2w+BWs/QCw0lwm37d+AW2g8STqmXxtaZfsxdQEEBsniO3hdLINuO5wW8GdPx+49f2vA5uWpwh39jG4kq5ox43/RsQp91XvS9HMHuBRw+84iq1bNcfgrQO1QbcAVQDh4G1r0GsWF9I8DeZ+/ArSB/OxxIDf7OBL8NOw9P2sy9Q9A/C0sZ1t18BZaANDJXpsTLoBZz+R+r2H5KMwDsE/AM+saOlj69Nx0bJG2a2x5fk8iaB5Mchbr0j4Dv5+qyvFjwBHegIaegZ47CX1qqzaKN5Wy++7Q/HQVso26AO0JHEyHjdf+Y2y0432/Zz903QvEJaifQJDogEr1tk9/o8+sf8ZIoN57pHmrmuCx8fVdKiynY9DoOBLIE0j4GSA99DtVHKGzrdRBpgFs9VlqbxUg1UAkWQKW0nnI7Pw9kEAZQRLThnxB7fnwTRIy75a/8EwWZY//6LXqwCNYEjqfGJSr7Aao9rsn2TRrnTEeXdJBn4+MUwk/XR4Y0NgbDYpe+6e5jT0J3fn7x7ZB5l88730M1tF+zspv2Y2LF5hGvnveM5A3STQdPrLm8Ylsl/7mM3rcCaShM2xH+PkJ0GaeSWzoOVFdaLr8EkNUBYaMIrkx1wsMV/VXZEcHQ6EHqnnyrC068VxNoHfCDzYHexhgN89HJ2E/aGFP4F628vFnBnQdH4egKbjN6/PH3txgC3IgR7jNOo0danuzlLsB3lHOB5CuBJxDZu7Mlb+CM2wCeRb/q8CeTmJckzVavvt/JXEhv38LAHMslK6BT3Nu4Vb9m1b1ybkg67u0kolvBdrKOebZ9rWvfXDpc93YY5edMXbQawu3rHrPhEX/Zv22QhIeO+v/4bOSWdpbcB6Pb/hDv3chhf5+Oy28sr6PaGDtuSa+oBIxx8b6li4tz9OhUrR4HYeA+T5YUSfIh9fYt7eV6dIVvOPkoTo7OAHvyI27U2S6VJgvJImqwlTPko+yHeLCU2c9TUgi0BA1AeD8HhzhJF1IlyvWDD9aV+RZ4Cae42XLp4BFe0XgNNckABysYhNiGMMZoL6VTPpezB6w97YNR4fIrsh704ULrDoyJ89PAutGa69qaD1/gsltS7y4lp4XvZh9eI+p1Fj/FAA+9s/ID1rbM9e2A/UZR3bxve7vALA+bx/T+/DtD4lVXSTzqx0+WIKfM3QgNtd7ukqW97MuVEbrlg4A5zmLvf1mT3rvS+dugu+NmbLXeWda7KPfoIc3joSuCQ3pRRl5r9Ef7WsnXlY1M3RNANM0mwd21XDwxvgnf/8Stqk5kQzGdqJjTPZnMdNOVOzEGXA38a3xEnfEBNfJnF6/d/dok2agTT1bbEZiEnLzkoMTAO411DPRGdgy/R7oBt5C77HGBICzB2v38gzPo2RReC22TuNnuT5dZ7SnihNavw320DgfHUmOTf3d0/HQDSBj9yQexfVem6moTtB3R2sW+c+/vulOFJ8JvGe5YECwwMrk/60U/Ar2jsF7PpudQNBokp0pDGETvAIweLODmlDYXJQqmYwC4g5hOotjS92vzQLkMWE8QGVl5N4CdIFklCuL+hpwMYLhWkmiBUQYRwvkNwBswce5EX3G1xCQnuxzqmxgLkjUc1QAGEKDwPvdIkQygt7qGoI71/NK+cAIZN51dsVLaA4cChj6qBNhzLqq573mgoF40cVMq/f6OCrz4WsAWNjaOVpq/2EMjwPV7SPaYWFf3jYE0GULkEsBDMAjg+ACW5U48LXWOD8zryi4OIdxTlIpaxHxPfj/ZajqOlpboUCiyDrbsoyY7x201Op95XcERioBtmWpvveZot/ncVjWULTcqKnlHKcN5MX5TYVQt/wARIx8Kcn0Pe8YqND/M9gFv7q6qp2iDGizcXIGiANYH88sILzgRAzV4aVxfP5VsMAZbzKcHWBdh3D56+cKd4ZS82PT8FWlPOAX/H14ZxTQMU6HnkM3UU5S5JqzzwKu5X0dlzaAmQvynee9znz2fIDbJutxDHHuCQDr/baNZ51eWXnWrGWyz0iIIwufirYlF7tCoivLrmC6ZBVy8XsvrTTNMxXoQZ40qIguweCOI545Q1c48PAocwowNzOa9+qvDuTq7672jxEY5/t+dz6/24TYw4mSz//9+hP9FCNQP6+BSdAhdJhHLN+FnjVv05HPdux2XTvWXo8j88ax9Twnm+89mw39SeBbg2AcMTbD2zJoUkkTwJEqFCbN+uteAruc4UV1UOtWDO7cTwXP7RBjoErO01KbPcpeRDaTLRvjMA6usvBY02M7VKBe3xEoW6M1zqn1ixNlpvf9TNJbPbzhZ3//07478OiOG0OX37pLn2oInGmZvVerr3Sa6H0On0bnnArofg809A3YdPTDDilHYtpxkbhApmbLtp+BXbKZkvQS3bdBBfbxMqwLQOsznVLhszwKYGQDeAKxmvsr0zHwoac//evqvZEnJGHIxpDM7MqwLPBULotGbIPmqew7gRe3GnSlW4xzAvonw/SjeWymBU23OwXirVuNvuPvIDCOS1pk7bl73MMRC4xLbPebDQKvLfC7meNfHsTJaVjbOfo/OlbzzHmvcYTTjt12S2XKwkM/qrq1jnZIf1asLb+R8LIdEfSOkzDxBAaZ/2+Z9qYZ2zy5is43vc68F/l5gZG1/3+iraZBAmQkkLSua/A8uilPfPV7MoHLSbUe/fn2971nH55KFe3VpT+lr+aMo+xZ0HZVXrzrApBlwGcCI7+15sL+Yr03ICx+aplZb5hkWieRirYmy9z2vxcoSVL8tE3u90wAmADM5VDPnof+84wdN4u5hsRrD2l9/uu///O0dIOeRSMHAKwzdvEtAK/ezgHtZ3qftCwTXFj7eTvitC4/gOoDfHeAOOP7PQDM+kWOzlqYZxeMXNvl7jRy6LNIw+usM58P0Jm9eM8Gjz+S5Nyj4x6/Dx1PqzTGevyUkTvZ75sHNnEsn3fFzM5ZiilyWM9U4HKBrwlSfZ+T4Gv5dhJDkqwDMLhzWIAXHcz697/6TvZtA4D+3rKsgyCRv0nmm2y4e6oLZH/PxLdkPQw0KWHsHOlElUiAqfCmzha7kxF/O2OW11Kx8QwjweY55kn7TdWr/EYqnkIzN0BMhVzoOu29myf9p+e2hMavtoc++2CDRviNS1e2L79nk5B17HndB6F8r6AyDXsw+7GBOvvGH81hb/X+6tokUUQeI2+R5d1ClsR+28fmM/1bvvzYQfgRf/JVWw7ofSRew6/dFeHCQEZWdIX7a4ciL9cPTeCWauvV/wmQdNAz38WXoRIP/8344Odv9I/o49CfW7Bvx5EL/B3aofJyK69Xh1P5D53p/q5OE123XRaeXH3byczv55edCI1W4kFXDGEptX3RdIdt32M5NqSe2QHgWSz4w/Tj45RiJBwbvyv8Hj+4jwTSPSeBcbYCe+HFMf5Eg7ftqXFMdyTzcPj02AcdoC7cLx0qc1wNdm6vccaZBAoSUV861d/GDUZ30EozvHvrhUu2yv71w1LhbFmo93xr79baU6n8xwDw58sQuGh7DZxJslpjsh38/Y8EtMYAbpwsgdr+adnjtSh/on1i+5S/4AVO+nQCQYgBPDZ0nY2wXyU9ZhtvA4/siW1349U/32+PzvJxjnz4+HrlUCplWVcCq7JX+OkEWX3GeA/9DD7UQcFzhCMK4Ni/232URPFf8RYt+tAgNHrZJ8KhKnCagP+e8cy6UeH7Briw27NeQ4Oi0XlmB4CPj172851MEbrkLOPwRjH2LOTxob/3yD8gcUhJH10k82Jcblnsd0/V6IyXJBoC2Cd5eN7XiV0tI8GDGzf9k+6S7FarXNHtaw/38W+v/Efnte61jJW9//13Kjm/sW4r5tiat92cyaC7lu+wB2/ZcRIHZy//NK4cQ6YH3zbAj3WABst2ptIausR/hk/zzNjl2GdvFxn8D+wdfPwNAKf9v5/9PdhByilgpDNBd5QTzdAZmM4l/x9jb6IgS2/c6I4sW37/tx1Lsn0TQHwMkN1Hc+vXUXdXZWVyiQWxMuOhqjW42XJXfqJHn7CuZ/6ja42xppCs6dLnoSvhcq4jNnH2Z/wqYBvW5rcAcOMwxqyf3bmr5ZWvGTsXWm7/FGPols7Bzuk25RcFnF+iWuTpVNL7GL1JXLSe2QQd77fX+YuXfZ/5jHfbxSGS+EkTAObV+DLf38/899+/AHCXLGt8ClR1JkMrGCqXuvReNyLD0wOZh9DiCed9Oz0JAPeg2kGT+yRKrkXrVl8ITITKcRBJsH0Ey5kPvvcsOEyNk5PndnTfOdUoPLXMs8BIRdIRKBK0jwHs/RxAcwBClWdnDBjmt2DGKVI2y9mhy4H6q+M1wWgA7m4tZ0ytAeU9UtZcGTJZHwEPWmhMhkQ5HT2vycLS9W8LOlrAJAicEVh3SvjYXtmxNJMcJfDtLwFfZ7V/X9oKqtzLTv3JUHMc4OzpPG/27DVU2kBDELxnOtA+Unf6r7+vg5y9byPTNCkgiPDCOe65buWHHBvKbG/a6fZAHvUI9hhQFQD2vaPAoX9oyl8bR6me11VE+kzAjXu/WYMITyr4WvGcaogBGOGDDSSy3rRHWsOcNmkA+Tw+1dl5zxl431zEQ+8ZOQBb1lXbioAm676dv7m7xqX/H4f5BM2aP/U5jvGXdznXgHXUnUwTs95efVds6+yhJCb8SVmlEiFCuQOU3qehhxdMIF80PgzwZOrpQZE17eSlxUfmHcILqMlaoISbXjFOybA/waTRPS0fRae9Rr7/VC3g8NLYOgC9+7DtWY8Dww6oBJMwILxGpq18s2Ud88Bg497oAnCs6AiQQkZixhrggSKkg8Gb8IEhy/20Dx3YIPh6wEkZP8nKjENgnSWb5ck5yx7zJ18FWGmhRsXM5RQ8BvkdQG/9yH6ShNPnL20waUDeyGh9B1AdGlwDDrp5199BFJHVN78GqzgkNKa/f3JRf+NQgb6af0Ofez6ZE49Gfy+47IBNdnr1ZsZ7t5wkiDag6KPLc0aLDfK7PXC+X2diDl+Gfv20cmaOU0Q6vsC13uXMLH2DADABiN8Sa+CPPwVR32oDAhvQBHLAIxz+X0dF2t4c3Dh7mirGOD6g+cxwA8BaqzasfzhNqkKnW6GCr6AhaAYw3oG3Dq6cyvWPz0PLaRfJPsPb0KJ59vs/ZLEu7aodeDo0ejt2dQ+cPfCDE6nmWme0T2JOEmEiJyIzRo/qHtN9oWkUXdB4ReufvZ9ZPF0ALP++jzgDWJnZjFmfsaZkkVr+2PFxt3E+htnBn9vGl/1oWjj8YtpeA8Ay1/SQn16vCYDiHEhr2vAkFVYv/3T7X/YP7BEZOskOHm9sBx8LMzgFB2V3qWH8GOHO8NdIin8lP7u7BFif6r+MOYFzvYwb5sZJ2ouzibkx9gQ6UnnI/jTG+A3f8d0kFW4AGEeulqArR+8KpzHOxnHYPEAQj/1h/qZR45u08e0sa2TMLQ+CkSPfdJbtZHCrRdYxtFe+nxbEsz5eP1WVywyVcT57QdCNpJpuyYdBjG1Gi/kNsG6AC1mGrQPv6if42jrF+xgn4qkMwF62oRueb+fgwVOD35A3m9R2t2l7v89+/BYA1kLIKdvJGydZab542cYjTzvBkIQKGe3oAcaYdX8qrua+TduacpL2Itt9JMqYkXZGj9nisWjvjC+yjwS4t2IsjuzswZ0kqve0nm8FcM9ZX1Xlna+dMTTOWDs9egt5edlMsgpH7rqx3R8CFOgFEv6Ow9f4d+yt0vGvbtYYqYb6Vziz7cSugvXzRs4jr8XznLuLgw376T//M4lXkX13FRB4H3prnji0WnNhvNq3PqPQPCP9OtVT0J8deZ88B5txVE9wnJJxN3H38MjQATT0dolo/RWMkwCcdatpvdvWrz12jjz6Atf98j0+0vzH3z/5JB+Dk+XisIr8/Jm0fLWInO5wXrvPH4L81X019pYlPBe7RTzj81qrKvVn57K0bO8uLuZRtyrNGW6uFio/hxNDH/+Q6c7Pi05qJ6TGaX/LIYTFdl38IP6Vw1tTbd7JPSc4b+GeoExsSDDPYlr5Xw4NuCsXRzxl71rHgg8YWu8/sqH9abkuLWrRx5LNsvP/+Y8k3+oenZSLfk0QTUIkd3nl4NFztvtyjY7DOudglz8MXqJSjr//RufAsSs60N1nFB7sRrayZVuYA96kug5Zt7Io+wc+0e85gzqvg49GXrXNcuyCb3w56iTfwfHsiueqAFanI/wXaf8YWztYQQG8wSYjT1XBdXCV5O1TAXxX8EdOwB/YxydJeWwo0Y+eR+Kf6PTC7CaUzMMycMYIvzJHm9Sat3wN8M8cd3ISv0wXEwDSWg7eQ/61Tdx4iL3twOI/PnpMpDfj0r/MLdgTm+AE1oTNLTt3f5mTaFx04UIHNvoXejw0UnLdNOW1XNsdncPxfBzJ2PgS+kIXU5hiGtM4lQjw2fDwN892tZ78p9/c1Smik2MYy9+ViOWOlxsAth4reavf48sIM7L2p7vR9x74jHWjsMxj/+xS5NBWvGb1gj2xg6aTQsmtLmzRZtnG+ob6Jmi0/wTrB1+Z+esU1sQvmVbT9xEO2Lbw9J2oWAlqwmSlT3qvRR/Qvt4/eGpsYpJ4unsJdOakQVcE5vXKtD8dQ4J/S2sNXqIwC97wWk/iLHEc86DlRp7Zdja0dvwTHw1ZZ+IvEo/bzl4bDNtC91IF5eJRrJzVd57zE5DCJjp6Ycarfcd+Z23o7BC+3KS37Z52d1CI/bF+RH1Pc7Q8G0buALB9jjVGXXPoYXQwiacEXNtu8b1msL+Nr/elg5Dth8v+oItyM45ptM4VJpl4FF1c8L/SQfH42IzZcr+WzaxX1nErgGmhHb2QIDzzw1YloRz6azs499MEknAgH5NsSMaLDYkfwTiObpgz517z42saw0P0jSyH7o7PZhJ/X3seOhcN833WA/rXXgrvOTHA9Bm7nzl7Xg8+gCbPnId37+OTOjFz5Q42Q+5BHGn++h76D51hXz7jq2DyF/vpdBWS/p1H3vLJj/HrLx9Q+1/OlGBRxCQ2Yr6HAkC4Qfpqr6F+K7kQF4QdxRMm0j05oyNPjgEQQDSDUVTb7U2EDrYywkRvB89UqUwGCoYbBi+KGQFM5YS+39Vdr1PSDq05a5WNNECos9vsFBTDTaBTQ8yYIjhhMs6E20AdQEiT5OwVfSfOP6oSPUak0PxsxeklO0wRA+jNXOqxd6u4Y7Aom0aVFwNGab28Dv1kuqKoAQ+6L2f3kTl5hIjAtSts1MZkDo+fDCQZpAJj68xOBjXGMeNtB2DmmU86U5Ux8x2tG0CCZTufzfdh2AbdUZAB6EkGmOpNOfFoA+0x3MEFDEwUdfY8/xokIJBwOItXfIbnEeI5yyFOVDFZlE8bW/ksnEtrulYQ0Ftohmqpyc6a5zQIbp70+lqBr5P2zfplfBhbtGrPXBPMPRl2eJOW+DyfboVHNnAUcM7o9Rzk0BsgLACIkZ4WLQjcSKoOvB0h/72/mUwxFNspEWAzVcuqtMDpMA60s392PGTMqaib4JUzcUJMSWjYID9rquw5fTm8GieEjO5+HQNtaKZbdplGx8nT+/4a2u0Q9x6W0YnRkgzFbVGT+XW1WI3r0JwSZvAmbpXDMapnf18e6/kZEBqYjwKfthcCBe1UoD0OMqBbmb7BPN2/EwlCt+Edtd6RLAVAuyWd6XnlVyroxsj8fnZCQWhvg0pc52qdCfq/WZF2qFYGso2dcTrjoKBSJaBHrZ/U2rX1YQxPWkAyp/PMoVW//9ErTgevxexRv8ec42gJn+h5bTAha1t+AuJSDTffM8TJC6ClRCfpOQLAyMpY3tiOAAAgAElEQVQP1x+D+VRYz3fbqWx+n+pfnIzmye+mFm8Co/NcZP6qQM5YyT4qeQCASBeCN3O4DUCD4+JfdDXylOdYno+xqyl0FwwqXwj8XAlUY/A3WEe+iR50zz6Dt3Uu+vjOgpZXcXl1eSNBrgSZssjWqU8HANEn+Gc7ekwQbAJXt4Gce2FQYqz/KYEAeWSaMUj/KsLVGvJQzept3lp5GT489HXp565QGIPr4pltQd7tqbJXE2AGL7gKe/EYAda31aS+i6EpXuzW6OzxGhK2mA53HHqvYzy6chr9gXEG/6/+jhNTa0NAzXs6wa3XmYzBZhmlOX/fbf4meSkO4G2J3YZ4Vw6rldMxJrzO4RNV9TnberL4LQd8v1zzYraWJ2kJlUx+B6csi3fDvZbWD3E+E9zEPIaPPb/S1y3rskZx4LdBewLAE0jTd4Ln0WnCUNtukmRCjadb83UC0Bvwa+MLKXn45bu3+ICgT7HDtW60viNopuvAV41ZOgGAFmGZyzqwds5xhPmFQWf8MZUYTi4YQ3cC9H7uOND0O0EQ5KPltbPkJ7A/GEL7+waOls931o2HhafeRMRenw5siUSOfHqShy6s8/E8iXDIADA3nZ7ehEkvz6zPK69xjiYAXGdQTmWPni19xyvrrZsl8KIbY7dpXzq73eOb6gpXxcmQ/64/41TgazDTWcsJ4nMepp9WASYc8q2/CEiaR0rOvoEnnFDtIOsEQ/jcVbjm+bVv4jhe5wTyjLW99m8wZ1aKBOLQk22lcdbFPs/89Gp7VvePL2D1g68BKJQD7sXKBGbR/zhYSFLvgBpBx5aXkd2hB+iFzzt4j98A38Lf/nMCsGPXtJ3SdI8sbbkJf4FHkBPCoTj7kfFUYNt2+PjBz68KLumVnk/2KGvczj7G9GIvd6oZzNytOWOrxJ7Sq515odPQC2c0WveVfeh5yCek/a79yzqPn4SkhAnwamzsl8Sggsf4J94AcOa3tmNk0SaUyIZ7A4hdOXXtkSi3bARs/MZHdIJA/tCJKPe59d/KsPDQb91+9K0ExraTiYJD8nOwh1chxFm32F1HJ8/aZhwJ/OiZtFBeXB5txv6/+LbX13b6rIf9a7RAjFgwHgSjE6BjzHtUWOxzAgbt0/gRAB7aaRnGGCxDJxDVCTj2B3nPd+9IPDNmnUCc13nOfu/xvDYueyZ+sC6WjqrOIx0Ubrm2fBUHfda47KuxS7uTFTSta51oq4Qo+1njj7BMqgofeE30QNcEvSf6TpA2NNMBpCRYptLINGvfC78vzuvxksCsudPBijlh37NOpjYHfNfP0Pr2JJCNrmed3oDVwV/GcdMq1wmVG4Bb/+rqJPBxKqo2AVPP0Rqes9KnQ6TpQf7csVHf4MWbAMH8cuyEjrjYQgfsr2x2+AP8xjyRRdqvDgB7jarlOC2+2fPu3GXXQtkCujdJNLc9uck57VfqpH7dR/KGBA7kNUeQdcteZIt8gRSCUDnZCcPh+cz4JJNqSfTfVF/SatrrqefLH3tawkZHhA+SRIb+djW8fUr6HP8Kqwt+zN86LopOXHwPDNOJ/zvWTUToVsPtG+2AvMcu7HfsjA2uwQ9v0drVwUIUWoftsqfuYGOMq0SjTcZEBjRGar+qxgNe+U2/Zk2yRqlcj0zCX/SbLRJMF/7Ct0YSFDhFc/rNnxF+CDH8kKvCBIMR6YThSwc3ZW0nGaz8LAStiVe03+bF9aHt7ox6++/AGxmirmO4ktNjb52OFevDI36yRyRlnq1f8P8go3gGOqCxwD3u9YdD1d3i+9ynurVpHqw//Cpek+y5E/4lD+LzvJO+Ems4GLr8Sui3yKoUYXSBI/g3tJX7dlU2c2Dc+ukuoBRQXklMkVctp9+ERBUGDtw4PtSzftVxrW2V0Pn6+N79Y+xtg5j+JhDN53qucdvwu/037iy0ep35UqCUhB7JvcXGu98bS7jXSQ+K/mhflr5HsgHnaoMPNrl3kvnxhxmnb0eorMWO1zLdZwBPVmJnY7QyQaHqBmTOLDEPiJxsiTa+T7WOhL+dRGvMdUbQ5SR2wGwykoY5bUQMob+ALcbUGpEaI04rNt8EeP4vDI+xq7ffTAk+f/vhs1EGmeOMujKEP84HjG0F9bSqOw4VrYVGM4FvMeWMr8Gs17oqHJqJWrF2oPwq/R6pe234CFgYPhnjU1nzEUbAshDGOIDitzsvK7yRlMdpp7UXw3z3siNMRuKcUYIC13futjcBCThwYdCzviOMOwC8aw/jfM97zoZ+QWEb2l0JRauKt7VI1jhPaqNYb2F8N9jVdZ0db0At8Cmw/q2le99LEakiJhrHN/6fz/jgdYzZyYTmfRIw2vHAs1uBdKCf8VPl0I5VQLWvMR2M0ajd87BuQebWNN98+qyCIoXjHGINEKCt0KDfGKfhO6/LtMI+RoyzrtWaeVpBiicJhtUZ2Zl3WqTCD7QITTApgr5fCcBX64Xvw044MC/PpnMGcAfsMe7ltAIgx0GUBA5e3XbltGUyHUV24SDWszkTgf1Kpb+5aGgvBkY+T6TsL3/5MqfGudE0gkxlXY4xUPwP8OR7LW9tNE5l22ZdJ1DZRin7euTmtOxmvduRuZmWa/we58QMgkxV3n8dU4BPHJoEwTStDgB3cKMNHc3Zjo7JWu19Zh3IhoX0nfVlb2+Mbgyz8MYCSBEaWWKWv2NIdvBkA8AvPf7vN/70SIWeOHu125gQANa3E/xbB4whaskaXdM017TJvh2ZP0ACMPMGauKwS0sSzn7jXChm0o775nd9/q8CwKZn09sGLlgD7o0c0d/au/CN7zzrnG4gnTDQzpIDhmZTTw6m1nsSJJJ1Ptndw8LR1ysLjjyrYATzC19GUXQrGDJu3wAwCUfI2E7qYU1yz4D5tHZUkDyBVn3vb+rKMnqxg9RLXZtMZuMHx7DpZ50cJDaYZkZP2aE84r8DVMhs7WkHmsKzf/0ycu8A8BmLAWyMDRIxftBZbEC/wDPtnAhNR3dyJo0crK2mzKMEFI0/04r5dlAl016vNzGCZ79JVhjDh/9xOnh/krl5WjhrfcepiSzsNWRNTKMjU6m8WGNKRv/daca0r+tP0CUbBJZK8kYcfegonoWDr+W31jaG7lSNjFGP/Eo7xbtCKvJznluTInDRfHDsgZPQEefCkUufvugWYcECocuzDsIknbAlnsCRPvKSuTZe6az4C5svc/z87ZtWZ5QnsSH4BCc/8kB82I7UfjZJSQPt8pxplZX1oatH1hGMT6Wu17iAeweAVcGEbk5LuDBMZ/j+erboJCcEp4RmfZ7qyDq1hj/8LPqdQAKVy6nAGYHwPRNMe2i5mPC1L5AZcUx/RwUN9usNiI2xLd2i6zeIgU3F+qWTBIGdTXbCga3rrA+Ej7zma/TfGSrRP70/YCOdGanXOvwW22l88tXhiFxsdJPV4f9vAGtjZi11D+i/5XEnyOFEAVYqYbppRmud45lGcGoq33vIPPaxR+W1HXtVWFLfzVmSCHzkSu4JTtgk6b1b4+/Ggay3fnaHpezf4MgJvpBoAIYWIbQN1RWCdoTPGtwrrYnHznp1BtcdGhg940RN08k687APW6Ygj8JnuRu2vN+r72d+Y8sqiXMcVNAX+iPf+2mb9PqILl//C/fvxBe9959foJnPNgE266xXHx9xtvmxa1993E7c3+j0km/fM6Qj33bdrL2PnqgjfTrwdjDyL/sX+uFsxLR4NpYaUnXFlQFhUQNma+lmvsPeYBt2gBMekqOdI8+OvC/7XE9KUsxU8o4z79yrKv+w65jHG+ykyvnGIUMb0MfMrecqLJCku9jjnaCDExzHa+aVQEnoTvyeRFTOaLQcqURhVvNan6eVP7Sfm+bsTF7Rl0k2iq5YbKnh0PoQPsM+6UDMm5yIXXBX7a7/sHUSPNn7+CPgi+N2iMfO8AnCNKY8PDj7oPH/139t0cTKAAhPfDtdDM5xBEl8uHDCPKTtBtkFfZYpn5FIomdpnTeAFV0NlvR6fvv0o1Xl4DwSQ7CDsy/av0zOwWzLr9yHV9vqp7Lr2yC6cyB3SZCNj6XORqcttekv69A+h+Je87L0HEGJqLYZn5JFGncKL05HjsbYjbtd4ajgUSfISgd8E8V+eJOWo8smeF2yBR4icYVqerGWj3jTOmv97KTYBFz0rBMv7LsJvqEYRvo3ax8HvV+fvCTgQgDYtOYjvNLys1/6qhLKgiWSMND7t38M7px9XvoNLSTBWx1xpiPAVHjqfpIXh16F1/WmAVZsSuONCZb99C9uEQs+qYMZhi4Y44tHob/3LGMqo4Mf/+daF++Fi7IyX+O1v2pfElTqysX2k+Obg36PHSOafVptE/B9EzF6X5oWtT+XfVMV1fqOfU2DVVu/6vfWx5ahv1ToXv6mWdODDUe/vrwnumk7THuKH91keAKhq3ePjpnOQj2nmyojr3wf8ZPlSmHV0Und0eg9V54xYN8SaN15zVFu1eY2zyvGHeyRCuFtg/wWzPV34OPglvDlf3z+jdYN6EdwHf5t6/vSL7TXfnmy9UES4aaD5PeQ+AQyh06aa/v+VHQPG+ba2QHJ0UncSwBYybd3ABxcgE9BeoOEgB5b7+8W9aT4pumbJBaNQDhKLxLRXrrg7xSGpSsosaTs+Xb16bN+O/mVxChdTzIbfvn/878qfIqd2LKI5zYNNy7Hrv/TeHn/oq95kyNf+rtaTwWAtZ6y33+T29nk2esmMFHe0IFIgYAvmhk/Z++79meTQyKj6aqR2NCdDIpvjMRnt4CmrUhPlg3pTIyAh23Z9C5ODMslShlvG2xcBWdC+YODEvBMZeRl7J7zmqB6jNcZiZwVlTHphZrVQwm/h87reW8mXjYoDkNAk34eY0+B02FWsu31twQ6GeAE0E+w9jIUkqkYAc5c6iwapjNZFZ1RuUyWi+JI27V9CS7MtSSKnBQBGJhPpiDOPhvmVWHd9InDlbspG6wNTJRYBwzI2muiZUxgvbNHY1wtXa1x3aA0xtiCYe5HUMRO4Rq4AdL83UZOG/utP945RVDHAddVDQRL8nxocQLAnzDq9tK77lP5MfqKFm0AlHvu67zW+x300N9UEsWZcgvgNoo4V4mMODJpfwPCoX0CkQOmLsR001IHIMNvAM6tSOpr9DmtZHW9EwYUAP4It1sfvRlgyfgdR35l3gA4GjBBawtGFhwgj14jPGOPA6tBC0brzrqMGlcWrYwJyI/THudSnw2DE4EAmmXSN7S//10BQQI4cxbAyIteh85AbAcEY+SMZSdw2KjROCKvMaR+JtCEjsjQ7GqkyPublw59lsMqmcf3umUPtqIPOQ5dQrvwdVel8B6GGXsDXxIAbrBuHhwmw6DtM8jeM42pBuGeyOm0rflkowzayRr3c6bCIryWQFMDiTMWB7203v9tA+WVewEIEwAeQHwCwJPt7PlPYAd+iZG9mXqAp3cN9DyqhADAZByvc02yLPKiz7Lrdq2sedY1u65xnU4ZV5AhFYAvSPqT4e9MxdJJdI5wVZ2f0xmJMbTjEEo1THTxAigc84d3qzrzJIh4QjmPyYbrBJbZ/x5P5NJmBHuNbVBpzVLpuJ0XMg6fGWZDnESqwylpOTvGJNmZv+lpWjZf55lMJxTpEl4xVvM3QSESFAainQ4SuWYdMAH80yK2Mqz/nwHg4/DbpA4tS4Nt9kX75GBaTfJKDCjHW/CXHGHrqGz9K5rA0BU/97k5nUWveYp30WlUJ8jCXh6ZxIlxEEHTp7XcQDF3dxlHs+jsVA5MBjoB4K7uaJx0Nqp+gYdMSu2seRIi9BWeJ1x6gn7fF7vSow3k93noCTLBoYHeD62Js2Gn1TTO0zbglu7XOGv9YB03AeVD7fDqtHAG3+hzO3oGjLLfnZgH9m+5urwfB7wz0cm6F2070U7BArBidG/juTBKCRzx63eBEgAPLpu5dGLOm4yi51JViP7I2sZB04ldoa2sSmPXTl55983ydfSK9iUddJBDGwAmeTY3fzyD3PSXFuV89J6hhiztjObTNUh2gh1ZCSKc2++vM8d88lZ9bAB/x3nL7hwdg/xNoiQJcVq7kauzzl7vaRup34WfGhdbhxwaREbuSneQVvOJXtX8sta81iGx7yWwNIkNz/x7L33kSd/r+72D/BcGKsd7O6g8N+M2HMyhM/G2aA1ncWTuTUmvLDpJBNOG0Xbbr7bWJvjK0Z45dIA283q7zHhPZj22Yg0P3bSgnQBa9qyrMjN4cEUH2nRLcGXTjL/w0HevAGPxXtu+2AoNXUfi32u7aH87qVjTX3wQDN2O5JYdSZbNInSCquclGh1sANmw/u1QC21nJu2IfQPABDKQl2BBAr8vn5qlCi85KXmw5iYwjuPs++xUMMxEsCX4SaLBb2bh8XtMwL2Dv6FpBT6kk6lW2PMfO1HVgS3aTWo9PIesDfil91y/07ENjCh5ffjkW1echlnfJKiRaAnvt8MROkO+dHGDz1/TfzNO7514ce6tClPpl7ZL8Z9EFtwCxLigbMm3vaj3T/j1BG6X1ggStq3aSbgOGnvPN6CWaswdBomZyOsTwDcPPMKuAsArDxMA7gSP3h9j5grodRJM6OLxixjvB0vr8djWvyaaJyJnfwvXweceueZuf12cztAxFYx/wm7IVgWAeTUmCqMqUVb2YO5vOpyuKT/WrRYkNvNXrTsJLtgWTowSnnnkQPTjfaRL+8+OChiZdYIVz1nG8JBI8KrwrDMNO4GAylTxKzZ71naPbgvfju4oXcRadUDhTY5svr4KhIzhKtnr+/0EKadit+kLuamxEFi57dHgjFN9/gf8wnfPfk9wn7HYltL+urJq/UVpwT1YbTqwxFfw7+4gAr7hPgTT8f9yBIUDu26zrwGmy9nbthbdcQpZPj+D6KX5n+KEo0e+u7k1//dl9B92c+Rp/GuSl5z7id8o35N9pedk4RrbohcXM0a/wGusGS1Xc4PBZpLLvyV6fR+3/11fUQBYMsFn0p4qyOn0Nj4bOmPiH86erP2SpFn5uFNNCN0oeOaj+46d/uGfK7k44+0uIpYb3z93CHBizlIkelDvgPfQw+2L229ssLHtX33nT4HUUzA2tOzug+j6T0YncfLuZKnn/Zf8T9rx8Yt3hbnnWBg613WHjoy4A23vvKGP7uogfZJOTMF0yMrQxvpRgzgzBjpH+IES8aMzg4O1h7MnTt6nYCV7in8ndBOhpGeJF7ti/WC442eYRA51OPsCwOGr8K90enyLul/kH2tzsOTQjL7XZ9j/JvfexCgwCTiOBJHGJHTWPHQjzCG/c/l4I28Zc+aOPMlCRE/hL5F/qhOW3Mlk/GP45HQ9PiiCqbb/HWRcINGYuu1e08wEaPX7i71DM8FkdDwxRi376BR2fuN3bHHaUpu/pmMi62JbrWyc3wLA8LowBjGR1844OqT0heIoWtW3IAt9kCMkk2D+WwA4ZtUT7/v4o/1Zsf/v40YYQq+/+V1ra7v09jX8ZhuGD5a/3AKaxToAfNJRcXRHkS1RsYEsNpWPGCatjHF4yBDqwI8G/tuZoq+D5D6zNU7FzQqbaowhVil4AVDOJdCCtvPPz6xWmiyGnuHq1+8NOxsH9F4Z2cNoGKSbpaGHi6AHnJOhN2M6ge5qcYGjKBmhtJlaQzkMG2boM0uZT7dVa5AjweYAj9tlzn2nxfARGEMAGI8SZHtGy543BzA7xrQF96Z96rkAuw18bfbFaXGkrNVPUD54K0LJAGqcAXMOnJwnVtBkC0nwdnsjjd8KKUFDK7lxIAFYek18hheKwvfK81xJY0E5ldgzHhthIziYFxU7Ulpyym3JfUBaOwU6mYDqw1YienbOFM2OsGcNEnqvLoea+TCBUjK5MMDEnxq7nn8ypA3adEbkVEpJ2Q5Ki3970fqdqbVONAAEirJv3kazeenJ8JKCBDC1cw1FojEEEGymHA4C1mADvD8DwFHGAyTFn99/3ptvWgDgdl7kWet8wrDs9X5lW2erhWZ3zQIoln6YDwAjzuoF5jlTYXnEz/9uRwBY+9pA0ob9ZN0BbCMXysr6+NetNb9xJUAiAt7PyQxnjh7ztJ65FNbQIvRx+L5B7Rhlkfe7xlmzdxUjw7obA4CA9TkJDBMQ0h2a3jUW7tuZ4DmyYM+2eivSoAudgRRe3zZ6PUr2AnDH2ljBioxstaUVB2fkHP45iE5V6wMwx8kZYETWaRJqmp77jCjdT0ARwPUnfYHuEo/9OKeueE/P6XODG4iqM4OD/UYGCVYe2W9ZOk6sAXbiI2T3DwA1E8LIYO+Yp9agM/0bCKUzyOo45AE6h/M7vawDjCznJgAccAvByYCY/RpjCeMiY+kAybSpVeZjGQ3ZrwVR0P6fWoLhnAGwAYAbcCH31M6PpBPWBgf8D7njqvVN7NHncgx1JQx0QAD40JYDJbkjhsrqhsnWtnH4s6KWcWM8gpmQdZ2p3vLWq3vFnzAI4hjhPrS60v3uMz4ju1UR78CCEuikkysBLY6syPTo02ShdnJPV/g25ovxsq1roVHkA8bncbYZj6QjywnSTLBF1wj7rUNyeH6IBRxzMixFi9+47WzxNaE9Y2k6WAxG7BZoGiOJlMaaEyyxfHfAMrpZLxzQB4vqfcv3GAMJZK/z8q2WoxU76+D1GawV2gvP+VnzzJaRODH7sw0yZ2+xLfQ7Dkeu/62F3Bqysbzhc+NNtVv+ZGU7x3GWaniW49Wiyc8/Wfwxend/Qhd9tIfH6G4Yd9Ui8kCfEQD2zbxG41j/6OZNgP0tAQ2DGUcUznl4D6eA8Fxj4dDR7M+cj5YRxAZqTGp9VAZmJxea/6flHmuDwSqs2PPKvidRVI7M3xzaXaGT9azSsHO3e5wErAiK4bg/rOLnhuaQy6x1nAQLNkg0AeeRaGLek/NUZz3Dgtqvy1EaHB35HDnLy9jfMix2GLiLBDrdJ/ohg92q8XFcfW+7AnrWw/JNZ0qJp+YxSW5ZRwDBslcevYkIOaIkgXGuVbWJ3SAT7GlZ7kQSe9DyLPCfcdE4905G+Hed5EqwlyZ3609dd7euXz0cPE3L0t8DwEe3TqeGXg/wqOmuMFWT0VmLou8fSYvwpvZoMuT1Fi05dwyb5GUKldNOtuqx/zaRcp22sbMsb0Ym+ru+6QSJP/lLUqumQVZ/Eo2q48HHKqu/556jNxtLXDbd95SWefhQPL+hr/Bt9mXt6A1go18t67Xf0pMj8yRfCRTG7xOdhbwSbUA/r3Mr8ncreFkXKqcuPfPppbfaOhVcc0ZtHXGV+SwV0J2Hihh90gk5/J52ghtgbv0DHf3106ndbp2n8LlogoSq6JjoEa1D7I44Rhmf1i6Jmklo6wSn7ixCAibPw74hKKu1gG+PI/Wj+VQjr92bRLdNzMRnBA0gs7XnFGToM8nFxm7hvcjudug2HkBfxMyPEIMHFE6J3RTbx1cMoyEz0e1XYGiCefB+0+IrDzu4u9SwCR16700OY1zZn02Ehrb7PugbKme1JzquioQI9BVYLvOf856d8LiYqXXl6/y3fT5+OdoqEwDWnLttJIkxGj739zxJQPZOBBvs3uV3unAg71onIKs74Qz/hNYJ2zB2fvxxWZ9NbnqP00Em4rvMeBZLaw6cD75Hym3i+GvbmobmOKlgUW3h+nu8o1pKJ2Ig7yYgOLZOJ9D9m4KGE2w63y25snZQe8aii8AdkWEJAPc94iqYcagD0ggE8Zk6LBEAzncaI22AzjzgAHYKg+IbXLsO2+bg0Wn3/bf/+Jt1u+9devP4x74lU9Ai8if+CifWjS3iRBkD9fAznSC115qpO+iZLoNfrqQWktYdsNCYOfbr7tLltfnu7fbk1ivBZeI1YRefEV34MxR8B1k4DgH/z5VEogQF+/YJcM/ZtMNr2BHIuPiYd+2N55RYjd788OD+vrjwki9aV3VnGCzTCUIau/2BQ6PwW+Nl5pifaSHt3/jl+/0upops4N58/8WLKVzAl7/Bb67H//QGiEN/X1LKNx+O5+zxtIzWeKP/JffEROuz5znYY7FZpyPm92FcsNul4vgJZWPPEURgZ/xtjbewb7poBLsKPNl44V8FgD2DkRVphS58l/kk8WI/l147+n8SdBunMW+SoFKZH4z+6gDRowKvHM9w6PLB50f+28a4/c3Zr0lEG/x27JPBqGd+smeQk2UHBK+Ev712339Kglx/5ArIo5e0n+N3h/YbD1x21A+MHBnTNs3BN1r10X+h8fsI2nMc1TeTdETJeC1Pxo5hvr8dgamhdAvoJBiuPdbd8fqIiY31RR41TXRB6dkP/fKtP0dMgZNZ0+iGpX/TzSf/LB+fBPD97toinYTD838LAGct8MnFbnllt1tA82ZnhGlhUYNWegXUWORjCH2cLoekMiYsMNrhPU70xJS3ejhGRbLGvInjPH8rszpQdTI7pcCOAxi2S39xO57tQKQ1VgbTRhsApX+SWYFzqY2V3wzyPf8jis3KstbpEKKJOMo5FUifweEWa1EQGMxWAGNsoBgjzG4C9X09dwDIgomTFTUBYLfSHsD0Vn8AIjrT5mRFfR/+dnYvKx1FHpB43rPTCSd6jGGcMs2cEKUutiCobHAz/WSUrENHzt6sX0BgnkmVGAKP9T4OF1W2PGCarEjGTICCtbgMWgkLt1DgeQMwDcrWuEF4EYQm8810aAfUZgm1M4gAjPll9hgll0yuBaEA0PDWVhardU5ns0tAcy7Eu148B17QzxYeKK0Y/DJsB4TO4lxCu6tpxlDvedhh8Qk4VTa2Ij6O1VFOeeYdbD4E5T3ez+AFxq+9ShZ2gCx7GIO1ZE1VKspx0eelhd72iaxly4ozAdZhFA8OaRt6ArIzl5/0mK4EzoD7DAEUzkmS+ZaAitDsbc7wlXzQ/t4GcdpWxbhcuqSTgALIb8JIVyqiMHGEoWABNVTMspZe6w4Af2M9WcC178tPt3EW53o+beDbbfI5nzOOjTjOCOaBwDEAACAASURBVOATeG05Y7o9ZyIlKUDfRQZHDkSvOAmgxqmh2IjyoDYgo/ke0Dbn3zUdWk6PDPI9RVNVeRWej0xAL3QiU6+nnPoJgk3yisFL9FMC0bPn03pY47CxbJAaYiUzEicDupMxez5e+/AF+lj35/yX8JHkzDiSSwZ5jc8ZWRtEQe4nsLUt0L2eA64YA7y+VSm7ou1glCHdZ34HjG82p8aMUdBHIvQZah1A7uf3Hu7aZE0wdiBwsMBtcHdATHIxCQ0ni3wCkRYBA/IPICcx5QnYZz8n41XgcwbG980rdqINZhClfB9676NW4/DQn9qDIS5oTNc1fawhOHhDvPFLhiI0vlrniux6lKl8XZ0DEGY9Adft/OKsYNYffLWBufCWAwtKYClAHlqf8er5k+DmBKjhhW3BHR4imY/M1XZGcUaN7ksVpelTPDL6hHV3i7dyprTOZ63jkEDeZIYHn5RTnbljwDTeDr0vpaJXoLE3AezgDfNfnC0tX8LXsxY6P24SiNCfrZ/6jHVkyJ2ctvQVuo7zps8k9Fk1g/F7IK8zIw6WdSAyjw6IhPbjhHg7moCnovo2caUTsMzTv8nPNkhmqaEfcGzGq6roHH1xEsjGLvHYDs0t9pXsoWWfHFhNvzidYuvcyZN52uJ78TJ6iL06yZGXkzwBFhz40A7GpytER4cGm+istK34BAOnU1I6VFgHfxnUnaFtHrGQWaddaAuJNfbHEzzKnFNpFptju+/o+5qTHQ7f84Q3oNfIs/k3ogeDGfmyXJLfWudj37BmtO2Os3HHQCAEXCQ+JwmqncNZF7VY3EBmJ3BYzn6VH8dJOC2kQ8OpqJEDwJje9nF02lu5azllvJLA9ltdy75Cr21TEQDONdEPXTFHBWQnB6DfwitzhnqI0S/OoGOfVxdnHTYQPg5SNm42p22V1gP6mApZvd9BoNafx0YrfLUBONYpmN/jffSRpzL0k4DinDn7vf/zDPkI3vYlIE8WHwytlT63Hhz1rASJxV8bAIZWJR/PmXvjRO/kZnwL4f3MR56XHH+RBIg34e9uNRz92LYxzwb/BVtutcbRLW6RmPnTYl7zp6sDPIX8ggYJ/PCcM9ehqX1++K4D2GlHH/xChS/8rfc6YbV9MB1sP1jcAfW1/ZCFtmvnGVpfkjPa/icAYCk8cie8u3L+Wj/zcdljw6vRS9hikUl01pB8e4OsmeN2uHltG92JJLc+/xpc1glWvSZvwkSc6o6YjYNUz40s4vXKO/PCNz6StlJlE/mkF3rfPIa8sLzfNcSf1HjDMriS+ghASPe/HfN07xezvGegZpybvML4JNPP/Cw/gpGM3fSnA3Tp5LNBOHBusO3yWt4X5l/7uBOk0INZzdbvBNAzLtZPg1igh+43qY5NikyDZvpIjrb1pF/14jl9hqvHXH45+AP5wt41z21HoNh07bBGd4CHkA26z5+61mVFli+R76InEtywC8Frum8XVxy9M/irbWRUDj9P0rTW5Luw6eVNjnh9bTfGDw10Qgf86vWuAptOTI68yf4SnGrcAeZAd796kT1pW1e0q3HIPJFuTrJl6Oeag4KPQzBvcBH/GWvSARX8x3QYQhZjT2wBT+Qe89dPd7CbBAbWfjsJxXnlquBp1x162AQUy/Xjs9mkAPBgrn6Kt/TO6DD4vROI/I2yo5BPeS/V67oe+sNvlIDfjRmws5tHdJe3arF1bvsgX3uMsdl/crJCf9rXuu7oxPEtvAURkaus6I4bdwHJ0qa/kQPsX+awXRDa/91Jb8Ir2rv3jGICuplPFvvg0W/bCdYi68EvYMI9Pqk7uQWjaU6iU+TN62fx2J3QHPsHu/+08P2lIwz00P4jkqMTe1n/sZ5rf8bxyKx/sPULPMXRm9qK7ioAhvHaoHsegpAuXzU8HeW+N3QEIsfFmF+MXbHDNqDI7r8FCjyzK3WhC41L//boqmAnFymVbUpByrveBIZ59iY3L14a95QvaTsE3sF/ZPoZu2cpWeu1RYXwHjrQfOrPQ/wnWc2+U6O5cytsG4Nb0dXxlXSA9WeCntdnNgb+eW34N5m6A8AZ18YmwV+d0NG+vcbX8NTh9zn6cmlr7Z0+LuEuRswS4KtiDbt9PPgyz5N74L/DJs7emwoUjAJWNI4EfWMZHwUfwhJQFEDMIF9/SyrhAqTsXDFwX+OfwSBgyWJsvoGAA2TWqGtgdNokTtuHCPs48tpJ/psgJwBsJ/lkTMP47XhmMbuNK4QjxsZJ0ApovzMOn+DyELIyPacFRzKQpwXsLD5OEP3Zlb8ocCmyI4xhoAkAx/AMY3QA2H/LcBqeSRZiMsOaAUIXm0nUoL+BK3Ti+Tg7Haf+0sOpLvdmj8Ni7o+xQNJBO2yoAA9dxSFpGpisq56L1gpHi8deip3PXmFnJ+oYd2Kcsy421GIYQ+PQdvfCF71cRp4FdniC1iisz6nm9BqkAu9PgPTdh1a4VJoo2Mt1cj7qDGb6/r9VFs0D7OOeLXOD9d7P0HYcL4yh2ynKkdfz0HfFP1pL2qkhV977mp4nWxI+1rgNPsbp+QYgQ5MBxGSwo1hQOq2EuX9oMtXQgE/T64Dq3HdbTr1gEvnzVhh5Tmi+ydDGsCagF7k3GZLDcx0AlkM09NoZ9+vYYWwt2FnLBPXicGz5gdyw87GCSeIxOcIkfhJ4GSD0TfBvf0sroetVLaDfimSu66xz+E4//66zwKYdEskQr2HA2SsvmNf3G0DyLABYnArJmmyD6tDomUSqo5qfcIxjiPwSH3gW4f7Tz6gzFWPYUnF0A/TdpwUfeu/flIE/sgwHVHhtHMZV+Qc/iM5EamTMQhcHTA2IbqMf45GgK4a1vvtWBALws1aboXYc30McfzJAeIbnNwHiyxCb8RMk7UoDX1cIEtn9Gr4EHaEbG7cCzvN6ja/m46bNTnzK+zGYToLGNxZAult6jkMNZ9ZvBIKO6dY9Tbf9nT+1/tc1rW+OXBweTvDnTmrrOQvbWO/7bGoqZuVBuPGDvsMZ9Xom5w4f+hj99AbGz3qa1iKHdS87Lz68Rdt05qpA3uWwnnNm3wDDJtTdK9tOTtGkaKYDwOes0rNuk8zxbJADzO6GkfNcDaKHHsNH26I4eGSdfUngiUM1383N3YHou0e3Uv6NLg5tTjUDGCMtkY2kjw49+sWmqMbhC2L0fv/ASq8hwr7EkM4TjQXm3E9wNzqGMbX+26DDtA+rBAXhsP9WoPB7L51+gu1MrxWEjpEp3RIc2Dgz8iWB0IOttZ9KiKigH4bvu5ZvwqGzlrV3D9OTWNj69NBjVV/fDrHFl7q2bREcs8Z0FfDEaUHQ2HRkvZT2dY1Fz3qXse3RDw3ixOO6Dtjg9DmG7XdR9OUYcbMVWlq95yMSxr6QnFEA2GvuvcoHZPkn0SwB4BjLVqjnxqmG0v+mOkwOYvGG6XH2f+jy8LnP3ZoguQ3Z3UntrVuOqUX4BMx7nxuz9/tAmF7/+3ubFLLB3TwYvGecKj63vTM0OJnX+htczX2TLBiCoStFy/9/fGfnmX9HXoBDCQDTwtD7RhLr0OwGQ7PUtMWjA4LHZywweGD2reeMr0qVBp3JHjoJfuxEG33XmGPsz98qV4InZTfuq+cX3a39zefIo6M3Rod3Igx3OmdMl+3ZlRHQd/DVbR+hY1o+ii5xwh7MU3KEdYcPoU9wTttUnkvbY3IaDy4PsUy10FzjDiKhjENL4hHxcZ+xrPm55aLG+n2XLg4at+Zi56f0tJK8JkAk1SQd13b5j/EZK07FErz+3fMkcJ212aRRkjJwKm2ycMCXqreObusKQ2Oj2N440ps+GnO3zYsoiZ2aQdphHIFyKplvO2kmI1p1MGqD/ey9t+Pb3PfMN+TRb+fhUr0mmre7kBagg11IGINH3kKEs1cIMyfWfAk0hSFYE+FzHwlSAerWzy2fWRP2F/nMeXe2474Pt2VsnmJsWvvO99dBmg/xaWAnoiupJooNHjn5BiBl03z+wTzwu0QtDXm1Xe735jJtM/KDCrO3Mg75e6qVBkdy77tS+mdXrLMFxeud2JT7jJ7Sb7Lrpd5UOS1dpa53Hx2EH6IbNcEkj0N/2BT7ns7mRZU1XunEgiNT5ggf+x8sIiR3F7+d5zxyziP/Ho0f57VnI+/YW41RcmK7vLCG4IlOOHKym3XVrNBsJ9Xmf2xZme3PNi97Li2IB1ru1vX9vvlisAI2DH5EyTLhyveoJsYaHRmh2zbs26Em63cHgTkC4QzY87jxtHdoAiJUbjHfQ68VALb8ngQJf9f27lCScFQVQcWGTUVsri1A5L/HjvD9aFGeak8CwN6jD7ewf/qpgoLFYHcSQtNNAp8RJGt3URkamng72d28gJ7NmqHfrAO/v3XvTqLCd9BnF7f/Fb9Lxhj6tV1R8sUQ4CG29t1qHZ1A8q0Br8aIwc9daZ0W1nuP+Bmj10O/7BM0tLh/8NRgYZ7HWtpuqo0g4Yj7sk6aj/WP8XVogTnyk6pEiqbaf4c90/K08VNouKk8v0O//Tz2oGUpe7QdGZN4Ds01bvqJnZK86LWbZJ/o/Cn0Ovo/BK+1pXMb8RzWM3bddtVhb3RvZO11xrcn3gV4oYnYohuQoyAsa7I+QRK1wJjvOh36mv3LzYNN9Gp/265R5Il5wWsQPdL6wV+Wz1iJEsJ/s9bIDp/BPR1iOQ+7E7J+k8Ve//FjsQ+Yc6xf9N4cCzH26KG/4qkOuL8B4KY72yizzs2zptcZC2vYbcF5j5/YB26dPXpGIp8CJ82nC5xMXX84S7dlgZfZzDg4yvAzHeeQ2ceeKf55eaux72/Fq17fWYe2JeAxfbYdEPKgLnjU353g8OJH60CdZ05y6Lfwh2dKp2hOHYMgAXP5azv9fi2gw5l7ozAOmT0YeCasj0hPCxAYwEQdQCrQyhltvbl2nDi7dduriQCnE6m/i+KXIiEY26AZQrABMR+0wPhxjrGVbjJNDgHZmMjICPrZqTiBxXYu9/h/M0LeDbYDUQxbAAfGw7jg2SG6GOIq0PhXARyvnSmRVqPb4sRTMVHHYR8Gqb7hAvDDSH+qANYtWGcMzlmhK8CCMtNnAVSreNtBprGQaf0qF87AwcD3c6qV1yqbBMLMEJOBGuCxZwCSTajr+tymNjR7zAeAdEbr1+pAe3KqvisD3+tih6UcAWu8qo3MCf7/omxfhwZ01Pzk935pcdUZqBfILZq34TtSq0Es7THDu2/l6Dr0Lr58EiMAolyDkWnsGE+16ewNAHsbIW6vm8a4rbMiONMe5lUc3aKy+fpUwvaAn98DrFbosi+8J7r8xz/jfPnb3/52hKvPeR2ACX3hSLIr5PueHZ8yluZvePkNALfCg/8ApSjw8NgYobrntzZtUL1A90+VrwQ7UezwR8aUCsU3gUQG/Gn7q6tONtQ6JaEjGWDIwAYXDWTfDDyNAXCSeWaT9J337CQZDqHfNly22vENbBkwD7+u4XJboFeLqOGTYyRd8nWMGK9/WsgTAP1TANgk8NDcb44P9B/zZg3DFwqGlGI/+kHnle4ZZc1zlgM6b8TCWw7Fu5Igzqhdh9aJvR+b4FPJBL+0BoW2LTuUqIXXyRMYT+/hg20hyZg7IYO2Ud1KMXSaVjXb0mf12i7xttM/64xjqYJMdjL9XcldJFThwNoEHuQM9NiyJUD/OWPmGwRnbmi/oAkvhccQY6Z1mt/VuB6nM/Ohddxr8IdBfhos0M+bJfhWHHOd234qwDqOgOzf18LJbbYE8Kdd2fezMxPBLgf8Ft7TvaNfVrkRzOlK68Kbx0FJgl8MuDlDshyHGd+278k6pD2ZAiKd0You0lhapjD37EZea7yvsbf4JPTblS+0ym9e1j5yplYcl3vkCS0nMWg4s5pxqYW1A2gay1mYX8ABZ9h/OFlj5yzWrrxsx0t00jCA9VzmcpIrpBCsxzI//Xxb3BEApuKux2i5wREk363k+Gr5f+2xeE6tg7+XdPPreOlrcfhLBoxPYPbgdmR3xvhsZa6zvMy8f0tAyBr9dBCF3jGstgWd7vPf/zNjVzWs5x1jiiQPr+s47LUGvK/nMDf9TrC3Da/GYX2f/l53f8GRw16gX6mQJhGSvfb1H3m1HhF9ygHIq3kkgZ35ZJLSfK/Su2R+ozuo4Dhnw6tFqxLFnPxXSabfWJxAdhIj42TTffoMZPandbHtvG/NXQE8AeCuSGUdTAOrdi6sBI4muNBraHqBXeYXAlL6Hp1HlHjBTbeC/f/8n//8HPwZd/a8cVkb6sdB4wS3PJBW09Yr7oAjJ3SSecGj0LPua94gGWGemfErcO5ZnQSbJDvduGf3XYkp01Z4yAE5+2Jy33VwOjabBMhvSRpvwtzPivw87HXAdCJPV8zn4ui800Fg9rj37DjKPrn02pHmv2nRftZq7gfttD7WNf/4e9aOzknsL3K2E32uCgP0qHSZiWGCkUM4DlzUlriicLDS6/gGB9Nhhw4dkRuDYYxlEvxB9718kPUe/0wFq0IzbD40pGBzCExy+wSExj8gv8PfvwSGnb9w5iR1iQ7tQF+npRO5/qbjoqC8POf4g/btk3DCW+04PvLm++51lnEl9cN3rFf2ejvBZB22mn79NpvAzjXC0cYjgxU1fvkLwD5iX4JtzR8kVUKD4OIT6Pj2WjZl23E738jf00Vi9kyfk6DTARMC3brX8V/YF5F25J04haOYxJDcMzqP6jH9TrUgAWHRDYHn7IESudK9omU19/Helsz5U5IvcwZLdQIJSb8t103TRUPvZ95rOZTr2cgnsPj6iZoWQ+fHT+HAjoRv7G2f//pXlEPaZnssdoYngSbr8xtuE8Gpo9nvAXD0Mvg3tBf8vTok9nl4fAMC7QeCJjuI8PoGXjv4+CpmKW47Z+0j0ZZm3B2OGp+8+7grm99eZ3jjog7Q/BaAih9tK80u7DT4MwHgdCQ5Yxnm0jg5W759X77uPUvxe+tNJn+P7SPx+nWMe+3GXiGoEXqlw8Ica+QiVxLLR6fOETzI7l4T6+MhegIvJCW1rG89z5mpblA08gM9wvp1wlrj4fUZb1UmR034rGLbEgSjkuzZZ4uC33/QUiWwmiY8L3yNll6DX6bbiZMUF6MSvAP/6jP2lQAwNKnx+ugRJQEVHzU/cBTFa8cJf+m+xq+fXnZFuOT/jNnPqM6D4dfwqmxn4dO//puKISQLMn6KCH7Y8mM3ibfUQhrZdMli2RkfE1zffeRM8O7SGcFt+e+c8D9jbNruPQdnN/+AT9r2OONzgU35MwpXdBLXG6Byt+4CPnRSON1rZr+h/6aR0EzkLglIWdtb13iuQ2te/+9/Stihg6Nx0zk6c21uMEH7NcDC57k6Ruizm0S3f5+z3X8rfGn5xpraXmQf/5C4Y/03xzAGl6Fz7oA/eCS6Ddq8q967AIbgtcbVHVVeehRtb/BvbJOxE9Gf6dSWpD7Hjb7NWpm8/hT8ULEF/u2PZ9r+KQDcBXus4YvjQtj6n/4vBoHtg2Nf4qcW/k4F8Jtc8+oi09nx2+XJyBXGgfxtP1/zTvv0eux9zR7fsDIutLuFfTyX+KB9vpaL09VPOzDxvYwbuRxMknPrgwG9H/hFRn63LmVsJPNEb+ZfXlnfy2f+OSlNJb8FCF9HpG9xkMACJSokCNBpQ46C4wyxacm8SmXPXAJswgitNFCQWgAqYJuZu4rKE9H/Td9/2mBikBMgYVMg3OseY2SyZFdWMIqzAmet8PuMlWWqbed7AsADIP5fAeBseCr4+pDrZBlMloxa0HmHOd9J7d5CRDHisrctKFqx63fWG6Oh26K8LRlVDZWqgKncEN8O/WePdO5O2oAcxS0B/oEoOSpoE4nD6TDgKIZ2jhEIY7y0rs0mp/LmtwAwSmsZN9cjdC2EvjUj0w/gRbVzOzfJvOP7KHaUbxSqP72ACkYL2V9v9loD/2PUa7+mUoCx9zltKDjRt+ni+8ecUuXAtxY0ksmMY4E2Y+f+l2S8M0Thj2QB08ZJIPkOCkV+UCkxCl50MQRPRrBbEdbzLgAzzuxzBtR3zwY7AAoqQNYQCKgQQNvWlOME+Z5FgFnPJgHBAWBR6Lfeb4CR6kfPya1at/19OzKaHgIogYpRoAKDPsOPSrJqEbTgJrvQQOxUUT6ttXPd/KuA0xoNGwCGnvxz5tnBAz2vM21ROt3iq0GeefJxQDcAI3CsMeK41bMvB/sA5aXQ/PabscL481n26aoo6RbkdcPeK96OQ+JnsPBPAeDjnBiLGXKFVl+nKu/jZOwWJa40qGSNw3PjiKcC/63gRVEfuaezBF1uuNVMndF7EpQMlLXjBIrSqrCTYsS7W9G7gfh7npscgC7pfSPTk/0z/6kjgwJ5U7nvz4r2xFddEcC63QkY20Fj741+WQdpOgwQ6Bk6Mo2s08zfHxDYyTfIlBgm2/lCc7B+Md3GYbrZ81FwDpoMmpKByP5Yh05FSa9TO9fg88NXfwgA8xwMjbfSEzmgn1RKOLFi9jnVqJLjGwC+jXCMf85iWgO7ZYQWorM6A0Z1/mr0juTBq6sZu8c4AeA29F75SeLI0X9THYyR+sOgG3rS/cmk7k4R//zHDZCPXJX8GgIHn3RgElpBP2ReGwx9HUXdnioGWTqtxIz71y/NjYQ1AmEdBMv63k5r5vjKcuv/CTxDg9wLZ8sm1YyDYwQceljzPG1s7QSRzko1w8rhccD/d4KoXWFxKhuNMTN3joBQxn0ba8IRblFm+ljZaL02Og352xVZfuZ3UcuozuzuYFVal21wRt/JWijYoaDSHQDuREb4vROsGlOBG8NfmSwtyBqL2Sl55hfs1IGSG1NMi85vzH9qkY3+ddBaLaotPKe95WAsjGDtm2lo7DR4tDExY3c3lDozNny1GDQJW+YOzxW7Lm1ifwYISFCDA5aPwUTbkpwWak37XC/dbDL5lrg7Kp3s/7IVkOcESiZPx5yI/Xo6v0xLQgWA0cvgC41Z8zpVNtP5KPNOoOvozYkDOJA8/EAFLh2dVv6ufdRrm+dtEFh/236yc+anA5VKvXUQhPa6gxDr7n10ZenP6knReO+LeXH4T7x3zsjy+7FpmLd1ZgUe/bmwzDglCBKBFRu/eWx19hhkhT5kfaFbjeXfP/oLTWVm1h/jcGaucV7nr2CKTd7SewoAU1XVnbxMy83cc0POPzx6tALA0YHBTC5Gkyk0/o0cqxAa6YRk64cvsERlj+brzmQkDCkY5Mo8gngrd5G/l+1mDBK7D9vwdD7Svpv35SxV0mDGeh2zMnIUW511TEBwzqubdYTuTS9KaPj4ox274L62FZg/2As50T4bugpAi2wDyTvYLRU7mABwdMfhjzlK4wSAq8rOPEC1VX3HAeAK5L301Dz06tSmMdmVDsZSqvJ9iK6Fp6DH2OAZt6pbJOfbjvD10Df2fyXu4EdpJ23fG/6DPk1Ks4e+t2I+xoeD/YZfc2Ta8jT0pLG2n2+TsLI6ba+C4xmb1iO4Brs5etvyGf0vHlWSneizF1zDHgcosqexQQeGX/yn21BlecYiHh8b4K8K/jroM12vRj5iy4iv70p1gr2T/CT7FbqJSk9AacZ89O34gdpu7Tm1/8gBY3GWeFl7VItBktuzPJe8bb6DJ6KHsq5tNx8+N3bxJtqZ7meKNk0TW6F8aHh4h2NjKDDBDYyft20h883YgSu770Rv3vcRL1qH7/mxByLswTPNS+jmfJ7FepO3217iPtB4eGG7vPURKKyPxgVfWL51AvrwpJ85AWDtX5Lk4qgnAb9tT93nYBuOEhjd2f7VthexR+E1jYtA9v/8r6JwSmT5D+PMrAXU6FmP72kLaeIHDu8eWhjeP3P/LlBwjKPHGj8gw06y2NERgwtnP5KAETn9s8NYVcDO59GPsXdIQNV3fazKJ6ydBCT8bAw/2HcG/AaAWfMkgqh6egLAwvzznTcusfueKyS7jl02icAU5rCHZwFFf9+40YtKqmp8RIe6347hwb7eRLzo/VQWJuDrRNs5U5kkrtcfsIkFdxBvaX/5TvoKuUnSS8ucYKLBtBVVhwb1+RsAPr6mKT6DL5vONJZO6GX9+riNxmPo/fgp99xdrcf6KGK3Nh6OffdimPht2HfTpSvrU8EvP9rPyvPBxNbZYS1RBx0MSJBn72Ap8BqJ/zlT/VCYx/se58GxUE1T3Ae+fjvjGkN+/PHi78xt50+HH/Mx9vXHmjlycHzbPtJMxv6O4Fw7/hgClEpo7XvdiVpzhIIVbu71dmjRe407G4/H3o/c6Bbz0I7jRU8A2EWlwsMk14z/Efvdcl9+yUnwyvNXFh/8YVl2xz5YDfRQB4TBXrQWP7hsNhs5234EfZ8jdiluI3GMTogp/LnXr7uath5reunfXQgoe2jkc58hrusi01cP/IUAcARGdk4TEtjBIdGtKy6wL+PlW1A7wHyIuwykz/H43UPKlQxGL/xEoX1e4gQ0e+AtXKnQakdJxpcxIgwxTjeAebd8GDK8zpDtliiarTOFDJrW8EIRdzWF7oXDHjAUh/cCXALAvY52MEknWuFPj/NqD/KnCmA/78vk78ChWw7NOrjKZwx8nEs5ozA3dyDN+xlG7wD/m7V7WsQN427LkzgYnIEgZqoMpwZSWjuAdrdp8lgNcQekNEbRyFytkYyIV5GtYwBwGuLt84Bx/Clz3zQ2ICH3/I8rgxmBB80FsElYBiy5anWUGAFgAzcnLkTRNPNg/MI3tEI+zpASqGLs35zDvYZRrt2CiPWJ8zMVdAquDyhQPMjrvs7IbjH9nmEInf52jojXDt7/fv/3aeVOhS2ghgpOMsRQVPxkLXK/NUBQ0qIjKwUbqONIGcFg41kA6NBteIasL1WJ6QJA4AEYZAp9q4Miv0HNOu/YexwjAHy9z942yOwqE5QFZzzrO2TyHEFf7ZID+mN4t3ZtxzXjcbuvARsELP0tyYwxFNoBbqcT63cy51NtggNrZcIYVJMx1/frFFeVIgAAIABJREFUfdfvtDD0PrYhLhk343nbsPl7dozdrR4NZt31AdATXov1uVnXOGmPAatAgr0lkfXjq5gAztI6tJZK7XEUM84BO1Rgt3Ne4AI+s1w0OArCo9KJYCVnCaF32qF0aL1aSAJA9RkyYyvSxmAdeQqwIGAOf6Pz2H/GvmdVZj/fViN31mNQK63BwiuRtV7naUXmG02iAfubhKPIq26tDK3GuB+amj2CZ0jw+JOTMPycM64Bjx1IgDYxKqwDZn3RnxpXO4cC8rbC+bSTnbGFhioz90dWcmb2K13Twm/47Z9fAMyV/ON1sKNl7q/1fVvoNVDUdVTUsZbe49Hhh/+HX6AljAvArL4DQDYdSG/NfnRbI6pKAHt9nxhEg/e+raRSqMeFDA1PZJx+3gQAup0dLVZDl3dikt7DaF39nCdB6zhx0lINgy+tNE2ig0uy1vpjgojfpO4AUBKBwAW0fbzntev1I3N8dI955FT0Lm3Q+oy17FaF0ISNJY+3kisOvwSTCcetkRfHEfN0Bfc4rn+roOkqmNDtLI5paVv7IF/4Ca20DJN827UtR/A4EaFvr3gZJqI/Oya+DwiCcUaP9YbaBTtBMEH0s15TbZS5jjycIBbyH3o7DjNwyejB0FMwNzxhupjxpZJAyRnQ2OLCphWPQQGlMXL1t+iwjUX4N3QtmqjEmBqP+N76frBsB9Ggc/AK8rzppZ95xqNgUiXUIFNJwBRsanygdScxoRN3of2227AHjuE6WNX8WfR0MomrKMrBCzZ0ePPnmZYkIE3b3HP/cpDN/Da4WOejzaDbvksA4Q5QvglH8GNoZOygwZfQk/XDeDvY35PEMPaF5RI41bQvHZOgBvfWr+5sMzS+Dt/BO8IkZR82hmj5ks49mXCytYPz9RId94t7UEF6aOsbd1cUtv28iVK7J4t/4/DrBKLG15Kf7RjR80+A2mc4KxFgcJrto7VvSXzFDvBYB5+58mecuYfP5eARPpjjHDirj4AD/MoetwOz9Yfkb/sd7gBwWrPDS500EAcl51ZnntYfEzxjvP/+18jut1XpqRCy/JnK289+97glO+YMM+QjtgXrk0SUJIw66e6cOZwzKaH/tOJP8hZrR0UrCSLQaGyQ4J/2ATT/kiSPziSABN11gJTPsiaLq9rfcSqXRBcjTxin7imaofV0j8NjHl5QAEKvdrCK9rBRPX9VCNlBn0Bi1nkDQh2ggk9Mv7N2R/9Wa/vcRISa2YNrTtBDH0+iXctJ1uokEMVU9aurXelCwPWNP3yt9dF9xuFr/5XoHf1XTvAJULmF4vdCVus70I/fn8RH7D1kRx/Vsfp429LuuNefEb0X+vbyYbBp/cYm9PO/f9p3khcW63NX1muxXWPjvqqdxWf/p6KPvT4VRA56y0ZM16em1Veeo/+8xrLTpOMl59UmW28db37+zoTj4+K5+DFIEoMHwWGpaKyvYxJ/b+Gb8W2/sTK+9r92Jan3cvA49kVjIz2n/UO57xwRM35B5MjZW+OaxZTMD3po+42EyaxDgYR5jt62z8dzXnkFPf7zS4z5n6rk6044feQC19O5Q+sRu2cyHYo4gokiC7LXdbbzJOjIDrO0tQxbmiUxX/4/67X63PMfuzk21W2bJC84Hb06mH/03MjzGuoVIEnRwMrUF9/h19H88Lf3XPu+wg/xZ67vt2VtunbEd6/59xnyORc0yX34J01nup94Qnh+dOKucbAo9IUf8sVnr/2X67VZ2SuOBAndhrZZzyTHya7YmXaAyToZ/DR6L4EtuoqFLuCHTlJjHXXnk2CpFRIOBEdWZ7SDm8d2x8ZJcKtkg+5BMdY3JvRV4+62U0xB3zp3wDjHiMSWbCyWtRvsVf4Nvd+JSPoOMkO8e4KCZ79Gr9qfiJxbHIcezdoI2+76Zx5JNBTdvAF6XSk+4UxtZKDtNiexbZdI7ops3ITgr1K3jrTy/DinQk/XXo/OefUFmAHbkG4eusdb+Yl+POvVfqfRBxsD0Bt3YN346vi15EP7WQXqeRPQPkeK/Dw2lLXAPulOOsg2zUn8wou4SGy2xCzaHwWdRccRaKXL2dJIF111ZfahvW+f6QSne2WPR6GJB6dK2mtc9ivjPJ0gZv6dBBCaThzm6OlPTxHEvBIEBw8m+aYK4cpu684P2cI9DpCEk6vT2NhsWeMVNF0QaD5w+/DlA8bN2mdN8vnrY0KuSmYQ3zvJmt/1Z/1OgD569aVzr+/3EPwSue8dX3wTxrvylzH+5Zuo+f5Uns0myPiMMTptLx6n71E+GnQ7zmbm+rwzLb1IjZvMDCFSggQtWDHGeM4KBLWy+fsJvlzC+yO+zsjMJFMO8GOBPgbFUdIVshYa4/Sk1R9bTQBYm6QXGR5tgLzOH4BRAO/vAeC0GIxyvR0P62x5jYdDftMD/SbH/GXwWRlnvBeC2mAjAWDu8bZC1Jb2uTpUR3WlRTsCeiwAYN5rIEKGFA4JroH5qAAOI4WjOoPmgNIRhDAdGWip1ppS+6qo1H3EfFbwtNGzISPnQQIUZ62GTrT+b/VYz01nevo7IxSpFAt95l/PI171Fab6bM9kyvM7w9/rrzOmKsO81zngY1uFeN4zlgYONpIdsFsrRN89AaXvbbX6ylovwBDwSuu/PFXT+c2ABcy9BrL3dM47IOvJ71UrcT9Tgsw3j/FgIaaWLlW51OvJPPWVBPc0wKmqOQbbjpk1Qxkns2iVdWgv53JpEG+LO2QYfoKTGTQL0/QN/x26/O74m1IlAJz5K0Nr9zFyY8cXGsr8bge2AiZlWWoVZLRY6aWihr/fyhEDDNBZEVUb811l1WDfNH+IIgKeMy0AIm+WHopIdNgBYO5lg1f778UNcP+N5l76eenRZ2yOzmEdBV6omm5nADLjgLxv/9FfZGqd9ZMBivwsoOjxT8JLnLBU8mSeQAqqhDsrLxU+s34OcKSVf2hIujKyBRCEcVTbdQJJvOeWZgqWlXHehmxoaIIXBXjgPzkyPeYhdsPecVjU5WM4lCzVdeMoY52OrG75OnvjLGt/h8qI1U2X/noysEMv0dfnfCvzyl1Jpeva+GrZ1Y57369kZohuWmS5e0UqPXEMxjDLruJIMDC3IzOOAIxCXccZtOxPZ1gD7DsQjVwguUrt7PXMPoM1PIBciWy/dGz5ZeCPK1Htow1aiTEG1hWe4+9OUOokgg2IZ2Z3Je0GgV4HQAK0q0fYC9GMxkiFHEc0HFr/pQPASXArEdiBAOR248jf6WAC0A/P6Nk6A26DtZ9h+mXSriNoA7v9DO0PSSpZx22DTtUg84KnyIT1PtZZ42f+orfRzRaUpr9UGR1DdGSPfZ+jRzsweCqnZ72ceDStq5CV8CNBf/hIlWJO1qoz0DrB5D7WIxnGdhA8bT5bj6NfQnODlYq/9r3o+XZCsa4kkDWeZU2lA2lL/67jOngngN4JVsfjASb66aA+Qe5ZS3U8IZmISlDPdRLYOrHsqiyVE/Db11RExGHUFe6e58jVe99jQ7H/+q72LLI3g2qD1rh3EmEOfpn7grM6yeXlk14/ra/wyoXJptKzHde6B0497/Gv7QTvCg/GiVzSHDpASYUJjpe2W14nGIkp5uMJrB7aqKAF8v8khnntfg8AuwX/4b9ZlYOPg9u6wgf5Z134BVCNEezInj3y/iaBQnM3HVdSoflcWKBalzcWaxuDDifcG36RgzMVV9gj//u1vv4SJowPY8ubJj/aIwGu5RkOLGG8JCJlTLGv45TAmZYKtwQhu2MU+9jnxd96fpNiCPC0DDs4TLruSU5ofhLdNN5OgvqNkaFldOJxFn6VR+dIGbCMEqe0Nt9DE/RKpwg9h84Yup8CsqKLS186YDDJUe5Ust2Q2inXAeDMc48c0v0ILhhPDgGfM+wmScLBo5MUEKzaPo7m3/4d3gp+H71StqHliP1BYuDg88Z30EzTWp/Vh432J8fieebMq6vbcXRpDA7ilnx8qwDf+aGn2oaxLpsEP60jPgjLmu+z7fSS/X2DHr8FgOF39uhy/gkHUJUPiEBkjK7+VwHgtxMbcwyNb+JI+weSKLDjb1rnd3Are9P6IPImBRckxPl7n3x/E07axgA/9Ji1pS++YAx9rx96apz9naRjO+R0OZoEgNcPVrgp67qVdZ6C5JT5dwUI2Ml0fuxG0dvrVbwT9bkf92p/FrarrylZhbw1bYnmvvWh8IQ1ZnzIcPYjumzsJc2hjrDLWMKfYL/mB/FCOrLdXQGXnjSgbVdL1WDbb8xJ+vbYGn840xQ74cX6ts29CFW5WAG1d730t8a+e3fPs+1R7995Y/0H+JS8juXbQj+1f3btwu240h2moA/8C27QNYFzAl6Mw/v1S20SXaOwA4Iz7gpM8SdyEDknP9/x50yi6tk/C+dNZAqdl411jIzb92J/w1zre4+3os8UX2xEUH8pq+XG27IYeukEPdYGvX/uZL2SgCc+39VFz1ny6IlvzrKV33OzjR+VPHXsifCZXlpL6Iln44/qv+EnQ5jh0dduZ35ccxV54LMYrNIxkN9onKANY7C9WPp49zk0DL20b4q11bzBYHpPePJnQgi+39BNxvQzTvEPdddy4PCWl9Nd2+tJhWPzX46qSacJZF37RMSTtsv84LFqRiYyV9utwz8tCzs5rfVG/37WS3i6On+wr+zBJnwEo71xE3TaYpK7sKhpDKzw2/7qPRWm/Jak3roia7i6Qb93xbPmKNxn/6B2boK6rm7+9IHm03TZlemZ+33ud2h3400kgTQdsgaSb8QL05J5ZbixrHHqJuYxF/1Mgcn6JE+BjAVpaL27Duo+oitZTKcQTnMeRm5fwesn70Kf9i8wf9FDx7Xw5/k+Q+bSf28AGL8y6+H5ffNW4l3oOEIGveJkk296xDOgi1MRXGcRG29Vx0rxj+2l2d/ItCSRgRtitylmgf/CT5/vJX57+RkmUSFD1esbHJkvLEIMm0AtlEhum0BTgxMTp5ywU7lwHAxV6dqCrxnkDRxChExGz+xsDQxYv/9kGHQQ+5zZY2UyWYwt2MYxcpySv5z9sRW2s6GPczgEkGxICPFkwTz349o+1yWBkWweDjSqYmE8DDcCkLx/hAXAVxk8bNC5aDZs/r4V1WYHtzOoaSGMEmBwBIgE9rSNC5Hn5lfl7zhoYYAX1BPo6AzeFna34RxDlHZRZJ0wxRZaVECYvkZI+IwvE99wdO27M9rcynLmoCCv5zaT0vwmQKLAvrOb3UIt9/deT+Y6tMI68Pzdr9AIgQG3Qvzug7DWdW91aAMNf67nff+RaRLDNfPqgEueyfs7F8bSPeJRxtnL8LoDD8eZsN8/YN90AVFtMLKz8zGQL2VcAWDPZ+je85gWqtBTK8M4SPb8hXagCjLE+Xln60ZBxvg9e1CZi52Zec7+G8GoMeBUfJU5/EGl/bl9nSmCDO350VYz653EhJUJO0hoq1v8dnWt92icH5rXtj1NJYnm2/Ky70dWcuR5lJUMaeiuqwZDj+GbN4B7gqW++Z5lgAG0+0Mb2Q2Umbe6FaCNnqUxslH1/M742l0cIAk7j6Hen/O7DZGRw1SfpHItQZk4+3IjaBseoBohug0Fuy0VOyuveQda1ntywNgpJkepHDVTARfljXGyQULWRTacWmh5XEOzVIZ1S3h+9/MFQJz9tyuxlRariOMcXKD3BoCPIaGs7TEmuSMO4d/Wunks47mzaVnjrsDJut1Zsxh97RTae//McPM663wpt1GM0x1H68ESpvdtZZmx5NnIG73HnrKe/jnOeKqhmla4D/SBzI+Mr6r+ekhnW3eFC+PpbhPH+J7AGY5dyzXk+7AOCQbvOb3o1XfPpH9wcjaOYk1apkJT224+RmKvKdeQzIeDvANYGKyAcSphGZuxkD0z2pfVlc6KnpZHYYow/Ysr4GEwU/MC69DO6b6u9R0Vdi0TxL9vqyhaa4ZeYlD9li3qM6UsnGvMn9zpc7dSQZDNfIM2Z3009fmj6dYyyjpwEgBGZmSN7p0/eAljuz7uMwK7koGEJF2q4AatA0P3fX/aJW6QVOuCfj3nhXmD871e48ZyjTX6CeJvaLznt/yz7eGPQTfY4A0aN//ye//sgLn19fchOPjQ2sfrapvHxiRZZx10zNGyaQLABH+yb3tWsaCc1vOuqN2q7g6C7bqt3DoBYNGZxuqz0BIM6rVu2+1HssIYauJbMG87XQ4tnv1TAFjez93za1+1/5WUYnxMJc4499k79jP2WpKBZuhXwipjwM7U38exMDT1m54RHUut4ozO93K3xu2MvysN2r7BoSVDfbFWrXEFwLt6kArm3L908gTz2FPLrQ8nEVA4HYkmSEsHh6xXNuLll+4WxHr9FmDSXlwB4G+Qoht1GsK2eOUoPGLaGR167eGHKWmd6Wvt2dtuUnovztqSEyWoPJenckdvefxTQdG244/gnPwQn2NcZ2S3jsep04GYszZz1t4mAP67+ZphBQfeHbkyhtgYwWcJ3IfXg/mERTKGJJOC35t2ofeWf4xLP0WH7cCzXLNLTD+DMXFUZY9zhIWvexLAlxYSnEcOt/3VCe3vGY8htgQY5LjtpIZuyWn89yQqECBtXn0rB1+bN2tbZ5pD898YkKMnUXLsV+aY+UcHKvgY+yeBeMlz0Yer7yUvJZbGpnDnoO9LJJi89I/d33vkZZGc834luHLxrehAyR7lLI1/pGmsuiCU/4hklFdOhjbuALDeI0HQlTHgxBms0fEkWev5BID1e/DIJnCAZ4PJ1s7z+g0QuQLDszfwQFf3dJce6ODqqKf1034ZqG1Fz3YwiI1zXqdF9jprj60+R8AtrW8rX+/T2Anh9duZ/OoNc/A33d/svez52lL6236HJ9BCEgwJJQQbdP0V/OuzMGcNwM/Y8SfgQ0cvBb8UQCm7L+PI7C1KnySZPwWAWRd0LmtFS934yt5ugnlY++WgG/wbbyLbZRv+4airpa8dP7x85jU2XOOi+CyyD0kCmwDorMMGbrfaNl9IVxvPj8Tr7x7pAEhHm/08AeQ7KIMO7s4pxoO237IfZ21YZPuakiCpFxWarD376CRD/FeT1J1jCvA9y17Ppve533nqTQPIHb2/PrvxN3zD6EQNEqbezk505jiJEuWP6Up2xkKi0OncobnKp/dUlFLNx/x3/MFD0D/vp/Oo9N/a83Q+6zPkoZnmC2iWQiP4kz04dtjcGztfHRKd4DXGz1uoAF1kjKlA5vln3P/iF3gdWjaaGH9Cf60D6sYOcx369chT7f9H17/qs48u6bhxil2eALCPszv71AHgBLUsY4zPpirWsGIE0BwVKfm5R1XInp8bDv+nEDDvJZ4yxxCV7PJq8jXZCOV/Bwdf/uZD+9kv+9qHAC5bafwO8Oa1NadS967oXVw4/m/r0uAi6X3Lqu9GHfSzavvWiRjWWxHez/1Nnp/qYeZlfTnG3rwnfhUdI2/AzW+RpS7/DVdAp1K1dHzNrYOXzucTyP0tkRj6zbX5Tu8L/pW744P08BTZXQV44I77SLLgaaOZ8vvdTNWV4Z3E3n5q4a8fcRfjgydRv+RbEo3j4/PKzBxPXt/gfFrJ08WUjmvsrdbpxPXGhSAZ352XNceOh6V4b2I7JsIdfwfAmx8pWGHPLzr7NuYKAOtiB3Jnggy2WyZ0C2YACoZAtzYjMGoQLzA64MHycAzHLtMOg09lpnuTTybQKG8M6DZ6u2S9K0xQjARPfH7EZN4S3PHzHHG/M+IgWgTGXfq/wi4ibgHHJXyewEI4ZytMN+MEYKtNTTsFnQHQlWidSQ8zHacM2QYDVDqjEQY0AB3w/CqSVmJufTJZRczlr1PZSpVgwEpISPT39hj3MwdUr9LJ9cdRPk713xQSATKMYdo2IMiS6bBo985ErdYVI6EPgPslAKzxKcm+s6oDdKaiwTwQaYQzTFkeAFEM9w7QEcxCKJzWYBIqfl5a9fr9D/Dr/quUbmH0s6XFOBAcRAsPnSBQtVROxkcE0xWY/77SLec0LxyO0AoOVgkin131ja8NT+jvOJymQo4AdHbad/P/X46LEapWkALXEoDdwsiZbntGGXeCXw2sRo7wfNYbp3TfT7QjsLa8tpmRB0heBkiUIopaP/vZzL1btEDDZEUneyhz8HhP65ithCPhw/wxQVvPQyCpWilTmZRsqvBbxh0HBoAvTpq9F0Yf4NxyauTtrg/KPFIMfhM9dQbrOoDivAhdlyE+BhZ71WtD8LizBuM80PhjuLZx7XG0kf/9fVoCUgE/ST+tA6BP5qCftPAzGJnBdQsjvRmHYmTjb863dVy3QzoGJQAQYAX/HOr/6OCfn4NYgR9VzLWsZOxvYATHRxJZImd830nG6PZC4gMZOICX/J2kLfafM2mSbABbajWKD+aMI40J3QCwwVnPeDmCgDlmDbJ2BwwNeBOZ5mzUBYHog+Yp3YOMtxcQCgsg33DWmN+qQo+9pqJKz5N6+OkIODszY8rfLa9fJ48dr3MeTzs+9Ey3VRxDxSv6S4Ye9+/KFugbECe+Fh1CU68u0D22hVKe22ekdEsh6KmNB4438PfmXMB2mK/DYemaDihdwWYMN5UmlsHj+OpgSuT5dmFp/X9oeM64zLxSBcV4f6uQoyWZ9b7lJYH1QV/fvBarYGg/3jBRqQxk4U9lY1bm9GWwWUZOCy4HaKObOfJD8qrlxP+fALB0qAIq6RYjwyyBd7fGmvt5/MbGocm74mPHDgX/9rMN7E5aQk6ZU78/uoIyzphNVEC+vG3sCADr2j6uwLLVzlHGnZ/BalP9Nx02wpfrjAM3tuGO3sQRyTzfaiPxA86bph/041uJ04b9wS2DT5pXeF7LJ9brreDgPuI5B4AlA7weka8E+E7AatYag489bgccsuDGuFEC2FVrY/DM1cUv/XS2PzLr6B45KpwpvnwEjYBpfgsAb1B8A3pKNOqqoex1jIRdE+mxVMQ6HjiLnUrGRhSRq66RNRb7yefsE/JFf/fxJ2cfZ47YDlRQQmdDrX5GKlhTkYuMISCv0RGQ1ndoySv9KqeV6WsSHbKGEwgsx13Lv/DIzwAwxj26AIx6t2qPvu2MeN9vxs4eagz/8VU6d0LKZdvRueST4woYYdPomS2vvJdlbznZ6rvmdV55D+UAE2757DscUHcAYx2GwfK3A70T2rTmSdBpB+N29sgabiU7cg75rf34zQHsPZ+q6t23yDHm5mtG/rd8eAPA8T0stmqnWVofjtMeOXmQ6PL06r4NMkG/HsbQ5dL0iz+3YozWpf/8OoV4XLZ5w2kd1EUPvM651x6PPAUfr7PtBIDnPFscziR0EXDyGXu0zy3drfGsI//28JLI2HpL179OOuSNnm0H13THen0DMauWPxMQT0AZXUYig5aK4K+eqfv6/vRo1zfH8UmBQe/V2S/7u/5p/lvsl6ofzqD3nGyYbmD14EoTxa4LjvPjPxkso8s0h7cC2JUo34fe58H3nPfewYjeX42F5BgwEvvEOOMwTnK4rcBvDQniesSyeeoYK3w3wYWT7DE6QGO33ph1CDabrmWVQLM0ujTQuNRrPiowclwJzfLfxBaK7byJAK//SLTQiSiNZ5HZllXzkNc+7baK7J/pZeiukx32CLcNFnQAmP31ovwhANydp6D105JT45x1VmK3/U3T8j60mX1IpzgFKm4ddHTICa5HxqrjouiUAHBjEX1OB4OmD/wN6Mfs02KV4LZ0UIC/4aX2MYDZGT94hXVr2+kU38yNWp4ZA2CfzDjgES/3N47TmWsCwKb/acscfr+PONDnvxerTNLbsDAdCH7DPyxJMMoG0MRg+PGSuEKywASolWAjW+u0ls74wNgtl6xDK4ARH1r01ovnMqdJgJlOVuwdBV6dOBv8RpGY/I2VUDEJfNgCr/0futkWrr91psM3IywmvvoRAHZHrrYhKbBIZSl+szGxzrI0xkI/UFjTuFff63tIHy7+Wz7G39p4gfXloWt7rMzKOJYveq16D7uDx2KGbUPsPRi8+fonTcdTnAceQ25KJvxjdDRYkeCo/dQ+i3ntGTo2MmQ3qXnM7VSPkmCWQoLG1cjJzG+PzkqHtbyMp7+Fx19uGTF2u/XotLMGd2sIlkXSAX/wxSDH8SX56eaDpZ9e89aPXXXpsZSfEjki2bzxMPY1eyvEjk3ULdJJiDjzHlKAPsG/kgc5szjdIfG3vQkU9u9/e3J8v9ZDuftvOgyZ9lM2R14mcJp9WhiUG+I78tqMfHmT/LVPvPCZnTO2r8SX2M1eDxJwvMapXk0Qc3FE5H5kYXeKISGh7Yvs89rLfcY2ex/7ZWVfJzu9Cbjxa8Z30sfHRn+rUC3Hx2iv/u0vOrJzk6lff8W77sjSY/diH88maq0V01h7bWN7midJ08QxtEfCAL/5S3z996D/dWB1gBsg7CgrXTQMjsGGQ0zncrZhQdWIiWMCO2ymMz2/++Q7IQkApCaL8IeBAROHejzaOyvhdXj+fuBxOTYn2/4yir9N60Oxz/M+ECTA9htjMHb/lCk+EX8A91tVluvHAfkJQ21gnAe/bd6e3RiwvVVnjE1r29Vxr3PHSzXAKr3599wgAjzMocGt26NKgY9we4Uez4ceaLnB+7+11wKonf2ecxwOMJeCnYQA20PFhH0mhMH4MFgYmsDpOoAbYDAmaPuio9kPvZeA6J31SuAiDvMEb7TmASF3+0GEoJWA6F6VSp1C+b1n42qUDA6D3yrPqSxwdpQB3w1uds/u9hPwYFesoNiijCOwceyiXHDSnHORpi0f/OEzhASunsUT8CRQ64rk0QwNZo/S+R7CeV44je7xxslhGTDZLe/5Wgh1DcQKTwHEp+VQlPAqCN0v883of57jcyhkfslar9Nv5J4t3dAlxiMt4L0/kzUKD6LQNyt1ASmObQe2MKZrcRt4thO/+Z5sYu/nZLjqdyrAzBvmp9y4gW+3XnsD6ZHBe16n72mDZI3KbqHSRkUe+1WIAAAgAElEQVTzWjvJPN+pdBYF3sZzEkk8H392U5n3T7T3XZM9SdYgbff1TPYcecSRAnYCftfKAcjadAARB3/4gvO1OaMl8hdQh5FMYhLZvfDOqXgc+c64WBOy7NgLXZ8zzAJwBXpSiHFXVHaS0vnu8HIcHf/8HLd/u1oAdaa1aX5keSeSND203gj/bctRXedM4ElwigNgwTqyGme31kXrb6f90M4bWH8Diso81TU4YF6HLefyiYoMHu0wGIeO+NHVQNrB0A765za0MK6eTDnfU/wxztipsmHftB8E/JBffd/jNJpWnpu4tg7h4xCaJKLwVJ5HEEL00cYEBi5nuGscbsX9jfUYBZPpnTave88O8JpmrC+3fQz8bQefDLQB2MyZ+R0jgwBKg/tP9nO0QuTfOukvB5b5c50W7Wxoh1sn8MXgiqPU+su6R2fApCr4lU/wxdEvY8yxztBM1oLMyfD8dj3YTgME45Ye0xq1ExS8dya3Ta4CI/7WSSLBdPF26DbV6kPLODx1t8F5XrMJUoPN4gCaTfjR6jCEsU6iMcZM2zGqPFpaCSlr2tYOHShWvxMEA6ugh9F3qSwKtWAwNea3nnaiUhzup1rF89+2ooILjR19veS9AuKDVRr3sv9020nl2VS2eh47psZj8EvjAmh9aT6E2o6zN0Glk8qylvKoTbb3dMPRvPsMN7DoZm0rUJyWU+IZz9l0GfmEbPwtIYWxclwO38GmOHMZrKOjIHAA5N6RBeBD6NUBDpFCOTN0PbaFMa8xwQYjgs834PtbwinjifwrfKd71Zm5x560Mpl19XitEE+FYe9ZJ/a0U6zfD3cq+raGvxO+7IQJoMMx78QhO+Hus8X0HrTUjk/2SksND1Axc1oGe2+zrziEIv82oCYHQp4b+aB/0n84WXQt9307fbAe2Av8ffjEWDgt9DtY8/IBtgzb20cDUNl3EkJnvnoWrUpj5yDfRgcrQctz3c5hPXeS8HQfHMD6nfEyF/CV26lpLuIZnl3ntkID6NrcF5lHkGGdfOhRrQvHAGGj/jxqIHq6HUwnodX+gUlgepxf4a8Ep99jkkR74FbTkkTJoaV8b6+Jgzz8uAlMh79sNy1uduv3b+4kGEU+JMBCcKN1SlfEvPjFU9BaWpaDobYa+cgw027W/LLXxT+TMOb1+P6mUhG51+vAnFiTdvR3BQN8bsfgdBPQd3CI9n3QQ8i7Yw/YOR0auY58GhmZQFISVOULOGe0CZ9MghtYNPs1tqJ3KfZS/AVJmApNJvkq/q99j/E+ItgYAzy2/rdN4AKPU6Uekk9gp/Ed+FB7qID0cXhqrGPfgcHjCxkHrNfi3v+rw9r4ata3ED9b8xD2btsBnVzzX+ocMThFsgS8/a9aliOT0St2dJ5Nv4O52ZcNgqaVZK5Gb8VWVCeHyIi2L+DjDipwT/1svmwevpLIv+vuo7nAZdGFF19OgBa9juzVs9A1S99beWb59ZFUtxYVf1yd+nyT7CcBEp/9vos31MsTglVdkDK+XK/lVBvDU6L/2KNpgXmggmVC67vwyMG+x/7N834EJ6qjSFdlQ2+R48Hx7bdsTPSbv8vyW/pjEnzEMzx72wUn4BXaGP/iKejR0X/pBhP+WDy9HbzuoBK8f2ixXB29/vo91dbxh/NirY9/c/bb/hwHXHPlqQD+fFIHV848cs3iEvlPpZvgIxILvKajP/uYgtDgYFX5dUbHI6dVKAQdoHc8TRUDHYwbX2EHo0lIsH0w/r+Wd/3M11bm79+Sm35L0OmOW/BUV0bit5VPw4Er6eVvjwv+HjscTM3aLz/E5uVYK+yv3xId3uQu5GTLmO6sA9bBnbCFSGPPiycm2Gp7anzbLjZ6/CfBP+Hb7HcqPI1H3NU0yaG9v21npVq3AmBjYxhjTmXua5/8xh+7fusnpZgmeGKPMDj+/+8Z0qFNs/EjBHPQYTH0tPhq+Wn1GrZO1rz4aAqqIneJ3eTzzDF0/RZpoQe6/fBh5P6l5JvlcODI9Wqsqg9+m393EMGGvO3XS8D7/lS8Q++vXZl1g8czX+z8ltOhMcWzIqtiY3bsL+8Tg8o1kyDyrbWwkNdLEnm656TAI/KrO7d2QV3wJEUnJIpGD6ELpes4uqETz0XTd4JEfMQkedDJB4wG5mHf8W9bFkuW6T/8D55HMAiB74xJPqx0kO0AcPxNK+d/pRPeNA2OPeLEjKXhyB6t5cjn8iXV188etjz7yzdhmxDauA0ExSHyCj6cEyfLbBgjwCBtijojSA+nUgQHfzIhVgMugIxC0iuHjcdJZsBWTNiL1MHMDm5wzetw1rOsLEoB29CeQ8Zx+vv7H4P2WVGtlA6ItsAt+Clnqx2reUBnNHULHKpI4xyM0Pb1s+Z9Fiwguh1UOAZMlGMMg4Jzr/xr4gR4sVcQfBz5gcUCUts2tAzLMVC7dXBXjjJXMhFR8L1Xvwm40EeuQnhgcJpxHHCIQkVRXAHXATXrNJ+McGWQjEDV97pybhli982O2wqaEQD2+MZBFC4XY98AJsJxWp4dp0doDAGHkQ+g8HwH7HWyAGdOC8gTAGb+vU4audtKjkDxOAuQtSGjz3CmHAU3+4lgX0U2DvvZE3rUi47SGjurR7t41tJZzbXZvf9U7TMmeIfs2q7AJMDY+6Vnnta2A8gk/H+cHTJrSqbxAWQMbAyG0Nw6fNuQYZ/8/A/w++QBZ+JuBU6fO0G2je6JkzBrtRlREtS0O+kAUo8hSjDOhQY88IV/zp7XMh9HPkoGB6Qr8KdFFA4T3fc9M6Nli+6LvMeZnWdVi+0JxvYY3t8NSudNS6GhNRtLI+/yMYpPjIrM2rvtvsjZHOfRApEZ2RAkskHrjKzQszgbDcAm/jVQfORD8wVnMHrmNnRCQIBA2rZGbub9d39bjxyFr3vN9Lg+9yylbWfj3YatVOVkywZAuV3KVBUy1jewreuQ+297aFaavcJIA0BpH9USVtlh1ikEjGZTjz6XIfC9pyCl+OZk+s/Af6N5EjoCtgYQfgPqlu3I7QZgjJlAxp5xJgfIVJcNzd18soD9OFcqoNbg0mv5yAcqPV96CGEM+B0s1OuM4cWZpK9elMNd691dOOBXGYxxVhCIvvlTjxaNdwZ6t1RufUGlxW8tzhj/0asaz5xtSZLWbwa7Aec47aJ7suLsP+sonvsty9XtywYcu8LNaxl50eskI5V7kqFd8XQ/E8celQmiR85AhRfpCNPOtYx4g83pBDN8/92EM+/fM05ZR/RU+DFGos8tnqTXxiBLu9mzpiU+a7yKTLNTpWy4N6ni8DFf+N6wHBdu8kISDJmzZCZl2EdjfJvW/PkmHJ5ghxclMtjbVOPBMLRxsgUlpgfGegxOycDh0w4QWfdNYLTvl73YgBNY17i8jj5hDaA/8QyBRjs9j1G6Tqz+DnqQLiLaP1r8cd1pWTb0Ifugzxr2s78HvckNGIychUXwrB1Gh+bG8E1AahFVVy118Dd7sdUXrBc4wH+XfQk9bjDi9wAwgUVj8XGGgY1OYJLWW98HXVXQ6xr92M6W79qplm7nVSpZtpVmB/ptHw2G4Kf12iQy9PxZs9B91m8DWKmQ0QsTKYkm24HnVFLZcb3HHLE/rHfmuIZ/EqVGf3lPZhViBuTqkZGLwRr/BHfjdPG4bZdOSzx06TjjjaW/3+WwA4fAJ9nzOO3z8Mg3HL2s0bEDi2c7gYHKxO4IAw0oces4jWjbpzFNAs4ln2ct4l9IQEHfxeZsp6dk5+4ZKzfySxn3dliHJrEnoLdTGccbZ913XE0/+j46iMo8/Bd9ixcj4zB2+2Ad7VGvrrC2g2icl+z/kenalW9rqZIhyNz+ltCAdMUE8mc5Xt2n645t/clEO9K88ek2oXVnr3Vt21t/qtAsk8mz22BCgl6/Vb1hr3dFRAeAQ6938vS9zvkLmQH/6b1OMG57jXXN9+Iw5PODwWXHjZ7Dvow9kEoaB+lLJoEttW5OvNOaST6Njs8zI58P3vB7OxvbOrr+YzqwQvbye6b0pALDn818tfA8Z3LfyUj3fX8GgElavgzwWQ+PefR8d4Dxep193YHjE9p92CSly5f26JQzRuOulVusFSvz2ryxL0hsULA8HehWpjeFiB+24g378Upe0tnEjz7URNl3V3cLGwwTWRZ+/xPuazzWSU0nQDYA13JnEmE7MT18knU9Mv/xo0CnrAv4AZo3DZ9g2dLByq17bVh3dDzyO8mdGQXzYl3aLyK+QuZgy2L/pYMT/VbzXBI+7XVUIqhsw88/9lbqtW7vHcQeZVyNU/Atd7CQMcfRHtlw9D4+1gkavjLpxdLIXtsSU0DQyRmR8yjuDQBbTn8TotIuNBPcoN8JACdgnPX6vZPCdgpB7ja/sU7sg/5GP9kuGh+x1oTOE6e44bOh9ZpLPI/liyQbxs7e40D+7QvYcnTJ1RlkBtKJuT227N3gOumXY+TEHvTLsvLGN/jKToBmbiqaVYU5dHQSRMZH07YnQdd5xBnHS2P6+yQeTvyg/TgkErPW+Ejgz27/qvv0kTM8q8d1P391AfdPsqER47m08f/BrRMQY32D+9c/kj0W9osPy+OtwGH4YxM80Lk+imECwOwrCXDH/6+EJ3eOiB3XCaNL02d7T2D48leNzfeDX0wSWoAMtjuF6Dn4gsG7BICTUJ3EgN9erQ8IAIMzFdVK8cUdwNd98Dl5SINHZ2b+ofkf+6tt3YopYBuDD10VPsN8u2pCV/p57ju6SuunY5V4nfWwzZojKa84XO+37jdfVMysOxwig3vdmm/vI9PWVuf6LvbQeycuI5/49x/0q7Fp/D8Dkol/XTbVVGZ7HWZP6XabdZ8ClO+zg7mmxT00EL8BcYq7OO0ksCdf8iSZs8cnyDuJeLEtf+Kfy251W+pN2vNahJlPHJPjPDc5MfftBOXGpVYhk7D1W+ETe9B+Cb7DZ78FgPH1NL1Bc8yTpKjzjL///X/+l03CUegFw8CFqCfjQUq7A5BsXA6GjrMOxe2HfN/Hed+fvQ4QnMgvEzVwaTCj9y8H/ylVX5LvbEPGYoFZZ4QgNBtIxjj9b1dYNZgjQ9p1KRbWZMzkmVGkEcDJIJ12OXMTn5UlQp+AZhPFj9Z6JuC5XgGl+V42N8ZhsjEmg/ycBRHio0c6AQYbQRaIW+m491ql9VvmSoT3ZvASoN+VzjM5O5b32wHqxICpdvvNsYyTLsBem7QtTcTNwcWZ63uGVwdgCBgcIO212OpNr/84IDKmdbKESfbMU6/j9x+tyAT2cjZWZtgZL+34M9nLQKzqKN+69BjAx5m8FjB7PWfxxahWAPR75nwfI4MAcCvHzth6W3MCgNkbMnlYj9BlPr0MijF8umKbLGjz5mcAdKZlz3ENgZhFx2A5ivI+GwVDjZaTx9B2JW/GxT0xBCSpUOSvczT0HQ2OAOx94fPONPKZABhhHvDPiu60oIxShCZ1L4A/4IzWPz0O1v8V7nq/neJcZ0NdhuEEgy7ZahqMMnYwxmeD7itywnf45h9DgLlln3N1t9BhjXV+7mYxAfr3XKt6zK/Za8xnQXAhKX/5dp4hS7lvjzP7p2eLANqpO7LU67BAmT1HP2Qs+t4CqpZN7WRBtvU6H9qRE2uAnubVZ6LeCn6M73Hoi1/IKMMx9eo/aL1b3rxJM/fzNgDcekjf4ezjfgbViYeuRDOlv/pZAHIHvjjj6gQ6NzjhdTOIlmMwAWPbW3Pv7NtS5JuQFfrMiMRLreM2w7IdNtF9b+vdfwWUFgiGl61XDN7W0DEXj5zoRKu0ZY+u5Rk41DPm3K+r+GgPpY86ACx6fs+HlcHzVtD1muGQpitLny2l66QDWD+SdBaYpypA40jFXgLkL5DE0JOzIR1PaPm0Duw2duW0TEWoHHapCNX6KYBHEmDrGrdmNOZYo7XbLNJ6rVv5M8Y4ye8K5g4mMz8MwWOMfmOK4zv00voEB+y2VYxckh712S6T6JDs6c0o3v2PvGSOLk4WXpSuNh9UFcQwGwaF92yCXXLADOUfHeVxjHPRWEOB8RGb2dftVkCFXuufi7c/vu2W7VqLxgdaW2QRP4+MUgDJTkTWJs4dMnmb3kkesyO6gknIEzo3QNesY5zjWWOM9u5qk+vz71QLKxnr+08GJ/d/A5xk+P77X7/2m6VifksQ1TNabndF5RuIjrxP4Mljm3aA0Gr4/e62EvqjW8ucFTp21Oo/jn0Z7/HQAI59y7uvcuk4ADsbQDJIQcyZ6JtIemHOQ0fbepNMa+gm89p9zvpwRvEcQ/G9Z0fNyHntuSshn0TmdSCNblYiy4dP3iCXrvv73yNnxZvS83uWXQjq4MbCfyegcgYvecT1q3MUc0EfZT/iVLuN8zyDxAkfnVABYPacvTTNzNEhVoHf35LVVMi/a+Ehjq67W+pmvub7CQAzHWjp0qUVAG7e8fFG0uXlzCIT/Ti1afl8FjOBNY31tme2BX7rVbqrML7wZaqpgiNU4T+Oj0qwi9whiSNJvW9FwLnn4KXMuYTJXBB6DuZevXkfm0Mr4DhoUiXSgWnrwwrogbsa9+dxse9f/K+xJ5C9nY/CN9j/6WChF/K38eVeV47aWRMcr9Zr3xqg348dVNUwh+znl3bYEjC9/DkziE7q6YDoW9kRvmtrIg9CZsQ2XaYnie4Exb5r6fDC98BGdjqXjYWcBw+exBP1l/y2G73iI4moEhDurOGBAVqe0zaQjlpURPo5E6x5k9NCq0lqdAvReYaojgQxOlm1zQLWWD/GyJ05doyAmedjez9t+eDZXv8OlrDPGvN2k5A8SUeeDri/QWB9l4AqCX4qPkigcB2YyL5/fMl2r12ieyCDOrnxknGlW3Tff/6SuGKO+h7Ufoe22do+eTGqx1B8i58m77d9QVXWyNTif6/FdxPm0vsu3AeP9ef6Tieotl0JzZ51GP314pK2A5o2V/8Mphug13L8B32PjZtrOKP69otozMLy4Dsc1WC8tqvfAhV0vWhEdCx6v86YlQ0+3QigRVrtcz6k6R/cOPvdVc6SvbjtG++FJ7uqLvLnLvhIAoTe5+x1fe/oomcN+1iwV14en9XI7UvUzREB0F14YOy5wl/tF7BeqKTWTjSHdy+sWYUk/Zz2cVENjPyE3v3c739KUEG/sg6+duwe5uy9mlj+WYf6fuTu3V72TZQPXf3jyF+3OrWewxk6HcK0u1pT+VvGtkdv2+Z+gnnYZ0cP647HTr0DPOhFXYt90nD4tqWlp9e3O2Vug5MIose+S4cn4Y1JiJ1ApddqzrDNukWusP6WPE8iKvYae9B8whyjQ5FbWaTffCNNN5cv51sI6Q8nGo/sFT2YZyfGwDh9Hv0nhMAk6UoR+yn3zw2wx376WbetOAE0xqXvvQHgdAe75fLS3O9t6fU5ehP5C74AU2b+6TLC62eiy96n7asEgithczpBdHcX3XM7iWk/4ktFLtj+q+6olywf7M61nfh2bIcJnLLXjWE7KQL//g989It9pTGxJz532z6I9T+8CROsGxXajEV6+dgLD+Zr2+csfP8ycgR/ODpd69P+19jPS+udQPr6TkVT+PcpUOCRGk8nDrXcC83nSv3UPjTe+M3PDb++3109ljFL38AbPf1OeEMvwxe/4ed+TmRkikCb7nuuVwwTLDqyFSz/m7208mKLDfAPdELLX/7v//3n/6JIcLQA8jdbFydowCuZiwBqABtnDl7CSk7zCYTKSXiALitfZ6B0i1Fxn0GzqrocSCvGnyDz6+C3IBkQod/fALBkXQSUjMI44AKMdkt3UXOGEiD/ZMwMiJTkjQBJhspr2DkATEbNMC+HrVNBffHRN463ZQkGnK6DQABNOKg0juxX7tZEkQqxZMF4ipERF1OghiDWN7Olx0irFQQN623l8t23K7j8mYLhBhdzXuJk2HWVYzuK+llhIrtX4mAZ4EfGbgdwOlOejFuAo5CShcE3kNOGubKnOJAdWsCxg0IE6EcBfEGxCgCr8qirKrnHy/i5hxykW1VvATOZWRiUm9E3bWVmQbqdQAL/2Wze7+wYqqH5bCtit8XdDbRXMYYhRqkcgDAgapIeoMWTbT2OMIRrVwBidIR2t1Uo+9xnmOgaMiPZz7fFO4LSdA6iPZmGAVF6tYOpq/v0eQdouF8HgDeInEBXV/jP8lyVF3IktMOnneDn7JcB5B7f99AT6B1nK2Cx5aZ+x+HIehFICeifjPcJAGMQZH/yjdblmevIh6uF3rRYMY/E6X/TV9Y0Y6wWG3rOpcBwotLacByjx2AznBrFrt/us55Pi9OZ7Mrk0DrP1hp4XXAgzZ7TMYLqKYH/Pj8c0Pq2k+JsP4zUBFkHqGj/ZxFPIKtaWHYGPy1+2CvWzIaVWz5vpZYADntteVzOsA4A46iBJvXZyXS+zohaHtbWu9Kg+BKgaOfWBKCUZUkmMYa2eWfmhwNgDbMosc4sNhYfeWGeVALU6GbWAYcGfxPY6AAdOuncu9rjtKMePukAMJVKek5XuGasE/RyhvTPxCKclVZfQ3Dt1NNcRB/ZSxzsa8SGpjbb+pUv2decY2yHzHHgp42Y9peXM3RPYlneJeAPDXYLvnyuKtokgJB8si2bAlhvh8warzzX/D46Bd6Kg2Uc4LW/nSku/GQ5NHhL/CGHN/dylqgTT36Or/lLwSOMg9fx+XN9E7hB34G5Gh80f0du3JV0bWjzObwq3nirGanY9DUjrzdDerFUJw40LZ0NnrG8+KoNpmAEJftFBrehYxxTHl4MruZJcLvX1x1s/mbaADu2Q03rAj9Zl0wgkT048ukkwN1HLLAe7fg/6/k9G745lezGAOEh5vzvnyNC/sTIwKwUeOvwxTjk0cWmy5H5B7sOviaw4BZP47ghCzx0cCdzEbymWtJn5Qw99/wYU695G/BK7Iis2URD9Ek7MHXPdrhAT00joY90PcG417gb93cAvr+LId/O4cVM7QDZgOFLP+C4xlrdMuwkAUzrw1QFAai1gRtQBP+YlsZRwHitViU/XGkkATzYWN9nY71e41AaGZfE29thmTlMApx1dmhq9crgb8lDy/kNCjIeZKX1pzvwbBuvdoKc8fiMsthsJKlozzrJJ84c3TGcq9/Yu8XgdxANhwA0rvF1x6yWH8demMSEtwX9FRQrnBxGi2PgbbGnvaIjFhVf2E+sFTTiRLN5vQHgdjinM8icGzxVAU2X3V7O6+OxTbeB4+HdhOATsL72OHZwO3kiV5IgARa2HJg2m7oefAN+W/xCi/zYjVThxwaeYwpM+3sPgj04r9CH2nzW+Wj8GbuWj6pi6/dJINI+oN933dfXYFlSgey//luOqxKv2o/ieS6+6GAIsv3tuGJ9+wt+M381PhoZ3gknzdfYQO4gJVU0iQnwvBhTtgYYo+XrSZBQAr78L+X4lHP7t0omnNnYCC0T0f/Bh00HmwCZ+eVbwSKRj32kiMZ44/3Qh3gMHRMcuZjIckhdw6ZDlvaZPZN+ogVv6xyzptdrsNpMBlxlO0d0+yVed0e28HQwbxLts3DIwlRrhr7OER7DFPDTSTAd2ZDvfzpxugm4AwiCbO7dfKXrO0mVNW9+5ViX3aO08s7eTQvq8VeN98frSwBY36PDw6WrRSjuDJYEot8SK7tC/JxNqH0dOSYe7YQRKujBT4yZytHw4BznoTEOT+p9+B3bbislk1iA/LNPkkIPyamRYTzrtS+4tu235b3oPtGv8BeVuY3zukNPB92RHVo38EzbP3oG9jTPM+6eFvVAAJEKCQBvpfQGeXKHLpBo/msMyDod/+R0/mj7VvdCdr33jf299JXPtxPJtlCe5Fjjku1G0gF92z/T5dJ0SOKOWO37XssnZJv1+dhBJCR58t++dyEMMqwrO7OP438DFJW/XAlnuxfjfynfZgf7jx07NqjGK36GN9c3njsy/vZJOUA6OtN2Rfl3OyGFe7pKbSKUffSG7+9AVQop3iN29LkqAzvRJjg6ax65u0cYbVIASVtLD+ioLvBqfLzPvwPAzFuJugSr9HzzsXT391/a1Q6tTMvg5dvbh9tH4Hh+j52RNQ/w7SAstllwZF4e27Qwt34cW46qTl0Dn6PDkH3tP4fnNmFjgu+VaMk1yHkXuMmfPzyCvMieLSbpFtxd1d+J4Bo3dElCUvsTjNvsv08QW9RkXcpgNHXji9F7Dx7UmN79F82RGNBHVuhajjbUGa7yF/1MHNykPfbidDaxTbIB2bYVtasEoPdYtk1CtbzDV1PYEj/h+uDC46YB73H8Fd7v8UOtnzT2SayP2Evm2aEjEhAuTKT70PJ+JthJQr/hw+4Q1GPQs4jPoX+oUv7/GHsPNduS40b3o0zz/Z/2DpuUdBeA+DOQWdWaKap1qvZeJk1YhMn8vThz25bobej1SvCSTSYf66lQ73XynpcPCG3r8/YrWQvh0Fm/HNPJERgkzp1xfPwd3yIYBjzX8qvjBezLazuEn34m4F12o+270Iw+5xgZe65jK7kO+xsLuNNv3T2h0eaDxSWGj//P//ev//GkTYUx4NapiSC9Kn7HAFwhOoqzmJAWumSm08LDU1859oNwCbbA4FoGCXfOItAQRcg8X88l25XJ2oEvgy6gWgREV0BAKGL093ycPvMiRlTmGDCVgM9UAQ/Bhc1woIZL/Z0YYcDzmftdAZNrPU4DCv2uBZd/AxWvrKFZfxGyjYZxAPTM//wj74+A3vba2Y8MqkGOfCZH8mu1V9/pdwdB3Q54AMFRCDFosiYicIBfB4DHSL4cwXl3CwIJd4LUCLrjwPgZMQAMjI2zZYdt5uvWDR7vAkcNJOAYdMD0ZEcdh4m9y5qJ+ci0oqvaZaSp6r0yzXod33VFWOLUImR0XWfGtTHcmcFnv9Q+wo5OhABB6QbocWaoEPU7xmClYoBgGXwFa7oVk9aXIKMUxzhoALDmpzJiSF5wBaWqJ3QGmynB1tIRnA0w4mAxL4QrDmdnaMUQmhF+8+doBM0AACAASURBVNc1MQbugKCeKcXzVvQlAWANHL9zZIIHOnSOILagkkL4burqhwarMu419BKciBMHFQFs6z4qh7uyH0f/BLSHLzQ/ybeAr7vXtEQ5DmStCyCxAAAMp1aG5rUK9jQAYzk/mdu0YInxhBEWxjr79/3p7OjZE9NHdSqAbwlAMLY3QWArPaPM+ucFRrxHo8VZE9P1dx8AXQdyUb7w1maWZu/dGkcGpHloDAF3sUjAFgfEGdXfhWmDvmdKQT+scegBWhonZBxW5EKvOUZiEoLS4pBKuh4fMvrvf1fbuByz0Ab4bfCEHmXYkA3IsnI+1zo3AVz0Q5AaAx0AF0CEfYEFc3ZujNj7DJDRz1NJiaO5IPlWwvmZli0wYIOCrUPzvQ3Q0b8EKx0ALhmDHAp/LKC5CWRxYrti8bd99JoMfYeO4uy9VbScoxPa/HnGkcG44ZXMYYDHMTw19a6E8LlgUxXZ9O/7JuufFkXm58nsPvp42ux0AOF2fu0OsJ3Rt/5/T4rp8NoV2NQ8Jouzzz5/+czV3DKUZ8+uiu2j3LZiz+ujmJ0CM9Zp4fMDMJT90PxxZOC3gVQ8oNPGT/dcN+FmA8jciyOwbQGX1tAFrN9vZ+AtcBYwJfZIAiPL60vLuj7rEdvV4P+AGbQm073wWcQd90cH7lmj49j5XRv4elvSsz+c031aRclO+uiHiqfox4Ao2DhLXzf/aVS2D4d3dT0dcjxiOyeDjA21SUafo2JUWSrbeiohAA864aMdyrwPZ3fLGURlVO42v3r9C6DLvmSwgFHohQ5ktT1sAHuq7mAYyBcgsHVH5I137/hQaQu4vNUBxE5Qwr/YLGnGmirGfT9VWjlTmB9suK6QCR2Nozc0BF9lj7LfJAWlQrfkrkCJWWrovAEHPWOT7XaM+GToV8ZIxeCxebxYe5b2ndA7CW7WD+ujdOUU82sdQhKOvou+6D3XelDRTBuzzFe82/Sjd7oCcOSR3zUBfmya7kClfTv+2/gnVJrCCzj0tKDMGDM+ADDsGGxVfY3+Rrb4nqeiF/ChE2TQlw1CbGAEv3Of/1f8o/GZF6dqku5C8NNri1mSSyYLKPz8gAS10wGDe4/On33aOVIxPz6rpjp7+AZ4sZ/yfQLErdfPETbfw0Xb3eK616Q73XQA2Lygs8a++0kcoCsDwFCD0gSAgz8sGP3KiOW90BTrK79J/IU9lSorLVB0dLcWNS0oAWx87U4Ag0fhgaafDgBJPHNMEdf+dlySvxtBj43e+wd/k1TQLZtf34kA/+VPjr6RrKGKLi1B78od8BvBmgLmX7s7XUwSFCH5Qfuw+nuTkFl3unysnx37CF0fXyqd3NgLfBuPVYkgT6tD9jf2Q+QNvN8tOk2TBdyyjgdkrA3sogHWpRPhfOn4s+iLDoJuImPWBnwGAJs1az80cus72sX4SvRpflbWt7yhAyDzOHjHt6THHncgh+B0Auh7ZmPsPvObZcb3pDpq4dBcHQF1Knwmgcj07Ra9y3+HPi3HotDE8+CIyC8lHPAO7bHsgq2AjX3f8xU9UNFqm3X80Iz5P682qdfenvUIEIz9z74LJ7hs2yFWjblbIBMwPz51+cYKYpDgC+1pTVP9JaVCK9byuSfwD22IR72np+PPJqCAv4l+G9PBLlJCaL8/yZqqMl28hLO1e396/VmD8NPat40vt33W98I6kZPZ8+0QEp2nBBmKUyLfgiklMfizS7773JfKOjiy4/81AMycjr83tiT6voOWPX/bG8Nm4INU7N3YYi5aLDLV2Seg++0L75A8btuXgGuSDO+Eudiw5R8ewiVhPDrRUkBYhP3sYMqxt/9jAxZjf3WQgnPbmYuPWpOdIJyaY76EUY2MOrjRdGS5Aogj87DfsbN4NjYxfx/e+cYr/dHYVfR1cDbRwfFpJxHtBCZtjw49/aECsU0W8Fni3+bFNoitYyxednbpAJaUuAr81p1voIMkSP7T4zVNF96W/V/fou0wfsfWXvkjOba6ou1vcEsVKuVlsfsOLif6nwAh+ruL1o4vaYbdzq99fI7GK3xZP11sYXv7Wy/9+5v9dCUsTtDddnh3gPgeuwk3+HlLz/AeWEr7n1lb9FR3GriPZMO3b/uFhBknkFcybPtMB4ND/k2BBmu7NsXI59mwyD3JhPUHea4uEb/x7LYljg0xDkRjTN6eWcMrAVQJLuCVgx+axobErs6v0rFK2JrObtaFE3fDP7H/PEl3zA869HpLbpRv++LR/t5+R+569a/oqgPa8HkHtd8CvTyojgohTvG9JPjdJ/+Fv8nksf0WjBt5kH3XdwSCiUtokSap1oV+k2hw1OvEAOtZ9mcU7/NaZD2gK+unL4FSP4oftq9D16XXH2Bt219uP0d7a/ocvnZcTgHg3BgBqB85IEeRuEVCt1Igk39bIHWWpu6ntWFn073BXZhNEz2VgKfyJ4aWNlfKIUp5g5h//vmnx+lqpRGsPYaT8TVGYAfsrMCH6Cx4PwFCJuUxUjsL9hufKqTvH41rnBWQugJ5TtBRROUA8N36TBtLRsYqq1CK5hyADgd4CdC0O9xuQnHg/g5q6RocqVz/7/dZDyh3zz0KjwCt3z9ESAC4z8dZAosBZWPBAagJUtmR64C6LXgz0R3ciYBNJtEaoJy57HGPkup17z2GftK2YbPFU10UYwQH5gDpVL2JB4axMWB+AuDr7LxtHd9xJOi5rfiyB2He3i+AgKtVYjE96x9C2AD7K7wJ0JnRv+X7+x9/L0NwhQmVG72GCCboqwUE1/ksYg1haLtbiBjIkdAn86iyd6XYNaTXceK5OHeWQFojBzeH7pHyPVgvoAaSD9cxDrgEvQDM+ZmWFwqi8NwFuF451a/Cefb8xqgiuy4VDBnE5ZxnFgfEa8Hr677/IVPcsk9nCzqwHsXyAtHhp/CF1h7jrp2IdkA1vj5jGOXRCs6Go+VQgSm/ZLhGgRNN2vafbyu+GCRSVOU41kI6UGqgb8/KfrcUGcOa6vt22FnH0EjufvnJezFgAY6Z13rkZ2e/Xu//hk0ml2WHzvgmIDgBHK4H9InDbI4YRzRGGT+/8VDGnCswONfpyb2mhW/QFyg3xp50G5U4IbzN2DW9z8PX6Ynxi9MnfX7OZLfjusFQxuTHfu/j7D2mxLkzpqfqvIGR0pn0UlNO3JkfDUtn+tBK93UEeNdvTuZJKiOrVmtXvmjPr43FOHq7y62b1nhDh6d949WF4ui8kdcje8OPCwK1XDhVDQ4KxAx9g8NNdwQk+2yTQ2fSxSX/9J4h+8vh6wAweyj5acNuHMQXDDo0euwUbfqtd/2sksOvjLNLPHoeOXIM+59x456298+tlecHm0PjlS66W6IiSwXi5QYSifa9W2lBJbEvfM5i7oA/7z6JjXOuEoGDVF+PgS6nw7bBOF4DCjg7dMncj4ycJjt5z4kHoOK93blBn7EernDC12bDNZXvf6dzh8YhI0/y9m9p5aYWyCTBQfd6DgFoWrEDLCCfqDjStfxHm6SunOsKiN7M6NntePHaa7L7semQS4DU2IoOGNoGn4rAsd+znnfiYAd+9D3yjPVr21n7x1k8zHvXPzZ+ywitMiDLb4GhBpNK1B9wLjo8gIiPxdH5gubh+E6p5os8aWB+7ettEdtrfAIww6PsHaD5VsQGMGNsmdvYKLIL3L0gZ/T99hM9nkpjHHvo6rfrWaNTyXhssgA5JLroXoIwsSfeIzW0JslEf+2lthliJ/3MEuce2TWduLuJZZmTV2OcasuRWSiv3/c59i+Cxn7oJLewRx2Q5nmSVyR8kmgIiNyJRQB3vLuBy/jZSVwkQRPxrDmfzlXP1jkpbPivz3jUO/AFAYtYp63En4rWR94gB7RWyI3e/7Y9zxluaiEoHen9yT6RFR/Ac/XLkd9jY/l95dvZhRl55GC9/j5VNQFaSFo0oDSAU3gqdnT81yROUT2jOXA2vJ4p2m5cgH1pGtRnG6CDhmLEJdgyWfezL1Q1ty0oeUBCMnLo+H1lXzJv1D4Bdl17dUKbzWg7CFoEjGS/dhyrlLd6KRt/B4Czh93at4P657ljZycwEr5qQCrjCYDmhBwlvI9/sDyY9+f+2Kn6sd7Rf3OUDwDkbx1sDl0OTuV3Fu5iv3N8neN3/8XZujzLiR8fBIa/m6Ozsibtp3uOJIB8V4sOObuS/WVtsj4JYL7dGDqApH3uc7HtxwggbFtt1hbf7j0GpHm1E8Ch76M3xn9tegc/IJHo6Llv/nqW7CLNk0B3+9+8N3ZS/noxrT90VIP23HPINdBJ/IPco4DURwnjV2IIiYa1gAqm3sH+BBPzLJZKacr6Pydw1LFem9i340T+tF2quamiEl2tsfa8uxsZ93eCU9vvAMlL40kcfmXftXeFCcAj1g/HE9gAZpKDQ1+2oQuDMU9VpXvbLrYJcEq/6ziL07Ri2bQYB7+3HtOReO33sKfYbYwDHdQ+lt6BjQRvkihyAp6T7BLafWhm1i/7EtnR4239Gjv1TnzT9Vu5rUD0txau9C8lyxmlH1+mOCF6pRMZSYbQ894K4CShZty2kwtnJnE/4w5tUc3vZ00wBRp5aSOBt+UhEozeDnV0uCMZU2tEYgP3d0DOXUsm4YCxvYHJjG8qwItOvP4TwHWFrqp6v83cjjhw/5NgV/yJHUMiSmTnjYnEFwy+ih7u9eGIH9O+EzYjkC6cdYJ7nWB001AqgP2M09WD9X4DoSkScDLbOTc6AbANAEuHfAFghVeMOeUIJPQ4NEIgicA4a51ObPFZctzfJDbZZrxt516L/v0tEOvv1icJtsaaJRi/cqCx9ZZx/SzJGxXJUWCQOaQDageFecfEoMxfvQdKKNbc2q5pfK71U9tcfsbgP9A413qdR6e276U5vh1GeE53bXgT/Pr4ECcOam/FP9/7sT8oBGJudKC58Gf7JthS6YjSev+dX+/Jb8lN0aWL8f1Yn7GLjn30YGDmsNGp+j14y+yyfKPveIgLs5sOSR0fIiCLXwONXJ09xibK+9IhhqTz1lUew+Mn8Dz8g+iT0QX/vXz//xIAPnRXuBEJ+F7rSbDFv3n1+xsv6hbzJA/SHUTvwg97/Q13mqquskuDFDZG71suDu93MsQrU1KolK5UJLCGyf526NNrO7jAFwCOCRWCSSYOQAsEitI7gEs5czgyvWFH0fyXArVbSt+VcX2fGIce/HoOwRsWroO8DSjGqPrpMDVQJcHJ+RQ8LyDAAn4EaKN8aqGH4t5M1LSa0YLmzLjfDKdd0zlLppynFiLbqidKS886wasCSV6HP+t9t7yCQfSv1jSCIiXz+qHF98luLeHod8vYtM6ONG2FS8DVa/itnx22eeGbwdgZgT2mGIh5/gnoTNai932UdwuvVyjwvFeBnixtCzoE2AbgMu7JiqRNihkq674ATMD4V4BqDQEqcEDEZB1ohEm9lo8Tx35RfeNrrACS4dLViR7PCGPOoGn+IMC3mc0CP9bAACTyHCrTqA0/nLkXZHXgsTKvGSPAL1XHG3BYQ/w/PyNAAslVihP82v1Phox/CiDqCmWNCaPAYM8IsqzVBkSvVikovslcwlHuLHjG8NJSGwsY5b7foPRW8r6KlUBQnrsgZY/9NwACwLJpWPcDkneHgtfYwrhuQB3aITjjpZ1Jcr/anGDgvS1kTWcTa3mzty+FN898eWL3dlbCtBzw5KxRgTXv+AjA8DnOE2dx5KmTCPNbVqq+lb4aENtyyFKpooG/VjZ2i6dtvc96sK9++/d8dNUxSDj3pdcb0h6j6YdBWo4C4JgBHydYcU7DSNSRvzhY8CpyNQHgVCUbuJhODXeAdIMDMi6Vfd0/l4wdPfLyyZuEE2P6zuB2pvcnezYjfAJEVAB/DxUtNDjw0g1/y+BsY1nPvLNVA0p5X8aaBli5eSrrGv7O9dKDej4VAjZwJ0Hst/EATnXrrK4EeisD/2pOGP2dsKRrX/46CRWQwC+KjwxIjG4Av6zHW1mdNoIEUn9UE8t2Kt3rMQ3/GOj9/td2EmMO2Llt43t+h34qKEzQAucL+UxLrOwT/JguH5zP588/Q5W16oq7A9Rjq5CpXRnBPWYDCJ9u+q1FtJ4vnWXzB6VwMmAT4HuBmaZ35kZFA/bdtk7co0Q0Jp85N4kn2qLo290rj4dM6wlE42BoP0lITJVTVr3tChISfssW5zpse2TucfbMLD/tnzeBAR6EX/U3yZXILVqMRm4EuHAF6jht8GDrND/HVSpjD3+b0gB162IPFbnacl40MXY59EaV8Lbevat5tIxkMEde5P2vHYENqO+cyPlNTvuh3+HhVIIGgMpaJAh6sqvr2W0m6o3Hyb7acK6s6gCJ98CBqVSvkgzKXtyVI3emBnKT9lLs/yvzDzj78Wm6Q+U5vQ7sSShxA7BHn09gVd+9tjUyzbQwANlrl8GTnXjUdi0JG6//qvcB5uj5eo4T7KZapSs/kfdcj71pQHUCHPAMgeLY7NtSroME2o8EiuNTN3DZNhoJPF1p1lnzrGnWbisku/IBWxX7MgAGCaQTwJxEi/hfRy2cx2uOnNnKel9gRVWHRW2MXaZXia+/56srCAm4zNnzGj3TycodTHMnhAH+8Of1rxLgLCe/Z5MweQK846sTkHei85eA2nLaQSwBa7KxFSCeBMzZTs+dNaWSInxaHYzGps0aPx0+jq6IvOg5OcA/zN20BA2tHBo5p2unclH6ff2HbNExB2bwGwDDHopTu3peidiivrL7vpdD3ye5dMYIzWl8v3WdAtBlzRonOTw9NGJZW3qYJO3uUqE1zrwGrC909LSc/77Ctt9kj6zTm9jyu+8g2gz99bul6P3e4QOC3vCMvlJO4wmKudpDyT53ZVAnMIOb9Tnw2ffYHPq5fSwqVLcjja+BZgrkh0nxiVtXN6jcHThWPubunwDkJM07EcuAycH9TEfDj6fTzgyi/Qb0fNuypoXruJsNsFENHZsc+ZGkP9OLSGHIFZsK3ycBstCKE1Tn6KNNIg5/xoZdmSffxMGpkX+9Xm/CGp0KqSg849Jov/c7Mf7Y5yRZ5YOWlQT90Vdt5/xmL8NTJAPkb866Rd/e+hH7EL0Gjehf7K7W5fqdjgiMlQpds6CD/pGVAqRJQpdNQ9C4AyYbKN8OHj2GJFFsErj8z277rms7QAdm21XrJ6lo9g+bJTI0WAMB8isAPJVsdKBA/5wkx29sJ2Hv+KmLT7HP6A5sQNuxVRz0BoDx+ek+0DTxduY4yWYfrYLttC/7Bj82MWTxZtkmrCGyxVj2dJDKEQIqQPr8j2+93w4fpksHdtc2lBuULk/g47TDTwEDP+2biwPcclw+ZSlXrdXx52Vf1BEsthMkyueGxrLbnjwJEIMbhw+DN0QWUHCGnSHMc8f52gNdQe/75/3eK/s9E6x1YpL0R7BhrcmtRygGAGdo3zFFZtn/rCMJAIzX9F/CKD4bhXZKMNLxB6kOTGvi279/zxA++1I2SXemYK2aR0kkIYEjcieLh67J75mjvnOSz4yTZ2lush8ad0bm2Z4YXcYzs66bBNbPiTxbP6jXfG2g3/3Ta27Hl08B2uULj51FMYJnbFpcf0EfUdTV1dgU6LBWmjvPeROKuOZHos0kI+T7jJoYW/tHrWuZG+tBsndtty8hAeq3e88zxPejD6GLq1hl+Lj9nj7/OMuVBAh8d9596L6PZvweFL8xWDnyRvJJNksXePYetizhc7Pp+DcdR2t7EDv9+GvTweSlawesZwGz7tPFctYnWGPs+F4LOjiRmA9vZM2n+5dslZJDb6ED8Ry9lyQcsDqO/lu+CE+cZFc6AY49RLAXvQMuzNEjjlcpQaEKMU7csQPAMVzWiRJR/NYS6C8dVG3xBFDTGiwCjcAIgRVA9WxIgpXO4K13H6eforQhSi3Em/mqNkZbIRzDwEz//RcGHSfLQmHun8BYZ8BCME2ELLo25z+oKh2b1gZkjY/7ugrCgNcAq1ECuSpj3ArIs9nVxsOC8ETSbgBnK2luw1DPZX0CcDD3CG/KzjWOAMi34u7qjCVAnIWw/psZ2QHgzr7Q+Mka1p1k2jbu3NWlGLNWFJXJFSWiaED2M8Im52P8+9dqp9sooPABaCPUMxMCwICGBKBaWE5yocE034dBM63AmI8UtngjbeLYUwzE7O9v7TkaqA1vpM1OC1QMD8kPZ7FbOCVDLQpgKbQBQbL0+lxjWofQJtfCdxS6BNSvQISmXU4zfKrxnGqHkYg+bnSEqPhXJIdByCjzbs82H51K/7SYwsDYWS3g0RnRGPKprN12C6yj//0+/9lKIvvyZmOjbP3+794WkHy3lWA4n7X43z3xnfNZZ9cylxsAm2fM+mvtaQFxaGH4nfebD0aGtIOAHHvPFsk8YzhKznY2ZQdA9D6cuFy3CsbfmeY22IMC6j3KM0rLzZfdUeFUkzpYsW2UeceVQHMZvMi7x6nQcyoYHMBwq7to1dfrD33e51kw7p/Pz9jG8bEcGjAIw830G6KhXQ4OCZl84miM4IAY0Ud7/lZay0SOzLUKGhw9l/FZJ81kLgfLYEmcagCmNwCc6oa720Q7XHrs25mBdUOHWZ5XULudWz9LfGhZEdDggB4T4OIdyai+aeWVjyQonL0bo7z1IHS5ztNmKqK/NyBgrvLj3OpQIJ6dERytGMJnziM7+v3oTNY+81/aaH64HaVkVnSguBM8uK9pxPMcgAFnqZ2XHxXA3yvIhv/NQdR4ElSPLgPYTeb78jZ0pn99zwAIkocdmOgzvTB6AWIsdw3SLb949QeM8b4pbWwSayBq9Efmm1Vpw7/bRHUAGHl0ggrIVM3T/8E/FVz+eNDVJLMejGH3rQJwGq0cgVk/rnGVqYz8ychuXctRJebzCTQlYPvHM6e09mx5hIzJXmwFzlZmpzJJ13WFY9vn+k5n5NgNGVW7FXKrv6jC1Rq+3U2yAZ0gk7XsKrym+bcN0XGQOaOqdN1WCu65aM0fY0ZMlXHWRzLuAqjcor8qDEeuHofGxtHa1T0/60zOOCJYMS2fSFTouUV2rR5ans1vrpT4fqjEDf+OTSC6ER+Zn+MLWQ+IB+aohNffsO0+vOlgUPGTeWl0qHluAixk37vw0rZIdNVWgIxxMy1pba9A/5rfTC8+Wo49aFC5k004OgTbEFqNDIjNmDXLOamaq3TzCx504gn8y9q2jmi7PHZ8gUYc2YJ/pRagoz8XHFmQLmPd81/hywNCz96dyvux349POmZf7K6RLd94SG4y28j+nTXAbo2/gM04yUgEMr5BJJkrCQ8dQAY06wSLdvCh907GQSaL/u/EgpG7s4anMsky7m6L+3tnjvDUSbqaDHnNuYHpgB8Berb6LS3qEtiKrQJ9Mg7JAF3/zz//+ckvBXKTzZ8KuyQB9fp6z+wT4s8noZujmthT7NvI4lSAMV/oDdtC+hM9GT9xj5HZI4ym69knH+nkwbEgGi9BDNNaBUDb/oxs3goedMDln1SyYILYobfoyAWm2e/2C7ZNXzrAWNJyf/Ene4JM7sQgeKXb34lfOhHnyOqxx7Fx7XtNgI417k472JskeUVebJt7d36T/hv99cd3fBWyLfSWsyBFT8eWFR+NP9gAKn4g8oB5sR/nb++X1hiwPrI7clJElmpg42FzvIPulb6PTMpgRdtvhbXG+p4Rn3WJfUHVOrrgBx5T/g424V8FgAnw+fEn8Ttv++GmnQrtjF3+Sh8pgA1jT9I6PDTYFbXxZyYQJ3npZKTIE/AtrWknTkIfyC/kxHsGt/fxW7w+4g0x2vS1XRvGPpI+GPte45W9R4CjbSzTkloAyyf9Npf5aY01Jj7TuuFvpmV3t/SO7xY6WnqkKACdbyzIcnY7/ei7PtpOz6CqlyQ56LvXAL7Lv9uBoWn6rwLACmJBq6ZA0d/Y67L5LNO+Cf/n19oWu/4E2L/3Sde0LMoeLwZw9LrsAcv6tNNMoEkGSni92xwTSBQLKSDQOp81E8/9XvWWvUIvvcnx6exzY65+vhNIEsxffCQ8fidSxs7sNsnvGddvcii449J/5tzz8ntnI8EZtB+WgyNLwLO579wzyYS6XvoOPJLqSwLA0HeO7EsFfezT2waxfKpuebQdRRaCOYb37wSr3jv/PrZ+JE72/E2KyzzHFxk5fvyC+k7jxJfJPk3XoG+N1M2DdfZ7vjnKv4+oyjz5aVpDP7f93IlQ8fU22TcJXSPfjUVsMhGoTPM077yrggenHD6TXfyvr+OB7Bz74OP0YoeE71KZzve2rWdtSRDaDhujKMXPhdlyXReddMKFpcd3q7q+BC3MOzoY3MFG3h8cYat7NF755dmPtfuOPK0WuydhYvx85O/Zq+IT7MqOJ5xNreTYjr+89Oc5Di3Ab6m6j6yW7JOM4MjM9jPNP6MH/jIAPPEUCjAUAHYB1STJsgYKAMcGwg5fGjUGbJ0VmfDGUn7y6413sc99zGbrv+wrflnsm+YJz/PTYUqAjy8W+czP6vfcZyteMmT8U45EIQ5h++C7XbZIvxu6Tgvw0LbmJhlBILn5tvUp9H/xFwmu02mBhHrPz/OgU9wkNo1+Du6VdeD4gqWTOymh9SO0Fd9PcwMUzVoxRhIHx50+67j7G19KfkgKST+fQn6JPhXtfOOmI/KbuBQdmeMJu6MEPNu4U2ynyP1OCGJAp6CUFtAoOpSdF8htNGLgXc54ObpnhpN1TxZbt+fijCldK4amNUCyeiPAd7E3q6mFPMZfZwcRGOG5dmpcVp6AmflQSkGrK0PFG3UDuNqYzqZAUBgomZeq0hfGvhc+QUWvzyfoXLEoITggDgY7lZcxFpa5IJw4PMmcfAFUAgtr+G3guLOmlmH/O2fMATQpcOg5y3ldAZD9lXuY7Ficim6jh9HAsy+HUCzgFtSbAfgz0zZ3doD0OMMjZKTYAbE5AyAZ23EK5RgcUHx6tEv4uP3WF3TQT4/Tyzv7fZSlF3qChlaSGRfPWXGVAgAAIABJREFUzzPyGYzKmgRk2OC5H/9d/N8CbWacGA0AVJ7jAKB55r2/Xo8Zo55PCxOyTMEcCdA3AGED2tXIZJynhRKZcXp2jJYodrVqJnu+A45NTzhhlzFTAFsHnrjvGCTmt2mV842r+Z739tr2XmouXU2LEPX8B+Cx/NGfo2xPJtdkTsIvPR8bamMwObRuxyYOtz7PePJ30yeyxW8cw6FlHwag9/SAKtsK/w1wXRlEpVTXIQ4Z0ILnbf/ViTaAIBj8ACQX7X5/JMAoJZhADA5Oxj6KY5yy8H/GHwN0DRC3ppgMr5OQoGWZhYZWcABZ13aYNui/yUAtP8Nxw3Pe5zjjJ8Nq9pBn69WdxUoFTrcwgt/0Lwk2B7z4HCY7CvXeNjo62Ba6WJqx2u/g/BgAkfFLbwF0U92Qvdlsu6zxWxr/AVxW6mnpmZu2KnyrDtSKag119BZGA6B+zi2qRJnZU8bS4P0ZpNeqvCYByN9EbNx/xmu3ebFosz4Z4GhsA5zwlTt77pn34hvHCW7Mi0PfAUX09nt+vCP79SYadBBBnQcst+2wJSCNkYZ+IhDkcfjA2WmJOWBrAygBz7KGN/9XEOKRj6xlEs82wHz0uXmR/Y8ByfMvB2MSm/72vZszkVr/tK5OQCBvZu0WgEztjyvky8nUs+hc8rY4rVj4OIfpcMJPV3RmveOUN63jtKI3kd26hj1ANuuzdIvwSM/ZQG63bn0dGlgQNvaGftox0v7zAx1kbEvTyeJMkMVHFZwg8dDLVIxuxTf7H/vF/DUAsMaFbGwbGQcXG9Rj+uRot3rWuihwmMTDPXPVMg6fQjRULbkzJ6EAARNSzUoL1q2gQfYKGDrr4GdVwEG2uyryRw4B6P4GDqDPvAev2NLULPtSWR+5cCcwIGvgIRLwsqcfCOLzruMM7n5MQGxkj+5thxT+bYfPppT3OiC0fk4imGT4EEcHEPPcTVjQ3ehO7LdDVJpr6W/z2/fUYGmcWx0b2ut0mfg3SKo7thXhAhT6XFKQvSKBiMoWAtRHTikoMfpJ7wOkToJFwJ2sQwBSnETAvtiWmtdDH/YRIp/s8wwoZuCnjI6T2Fo8hj+g9/7rv3TOdZzQ1hcdUMcuvOzDITTsf+jT6zP0ld+x3249dCegLu2wJrRp8x5qrb7/cebqG8DrgG7TAlNuuxr9lGp+Og9t5jj0OLvi9d3rsrZdLUOQGX+D9x+5Zxvhbuv8VmAY4PqeqzU5vu/odZ5Hiz/A3VMNObYYALtt5Unc9PpP6/sAOyL5dMzZAN8ecYKO17NOAg7yZJ4pO4ckuf/49+9s8drvE8AZXv6Pkd+/y5yt0jWNT9cp1velD40cEO74DGPTmH/knyow4X2NvNBPy0/s0wA0ALJjt5R+3DUfO25kCv4AmANBk9juN/6S7gIZc/RixnX8AtnIA77dNBtgslv907LvtVFZ+64Etrwc/IAOcV4HJzCmio3WmfHPd9zI06aPtumtq0ZPIWcJjOCbZEzxa6Hr+Gmsc/Qp9l8Htp0HP/rp0JX8d++zgglt+2L7id5zn2XF+EwkYTCe3zrAta/FveEZqrm6oj0B/dBadFBkZGjkTgBMgskb0NZ1xx9ve3/oC4C56YHfO2ANftXYl6979Av3ej8qACw/ofUVa33WyuPchFtsyHwWmdmVUEluGn1ee4TfHr1y+wauRHOwMfK06adtLOih1NcphkCus/4XuD44XQf1sM9zXvhifCfZbBasx93+de/Ftg0eupwWkW3DNIbYmAF21o2pRB6xjrY9Z9K23yYwhZ3edpPW6A3EpIPSynk9e32u+CHtr1AIdHzw730nUGvCiH0dfyEr8SZR0LHjpd8OnIBR2ZaYDo3Qrr3Bh36wd+UKpgU5nRqXvxTQ0X5SyUwgmz2icjcV9Bn88WdnMuBOyDhdY3k/akKFDP3Te/P66uA5+NHYW3Lv3IFmdDbri3/44gaib4VHOtjpde8EgUkgYWxdcLR6Mt/GBsj82cM7yS9r2ucQH/xz5D76ZTtDbrIuvgH0zfzC558sJagNPlK2uvb+DeBnoya4X4kZBx8c+7n1L0cDRAdWAOjavexlJ3skCSE6Gv1F62/JJux13Zdkr23THvp6CoyGjjPFYNr84P/ZThY28K2Lkzaku8Wz8mPLNxE+B++C23LcJ7QcXGpuEh5XfJp1nPjJfH5s/eFlu62mthS7gF+bVsYHj7yIj4W9q7F1/CZ0NTwGZlP4B3bZxT+DuUCv+Te4AH6IxkenLicnsj7fvy4w8x5lhTuZXX9TnMP3//yTojQZC1kb6IFuAthaXSnbCd3Ej5Qg8P70HiIvkZXQOPJ7K9CTqLY0sjgDe0BSy5tMmqINfOvIR/1QOSs9g67xuitx3J1hxzadl2pXV6/dNoJkQtukyI+Wl1nDGGOngpgENu2LEzzBRbaYxnEQHe/RSv57DDjrkVWzT+abCW6zXtrjxj8PhvB0lpR8IIEIGvpNV/ae6roOQhM7fbFO8IKOL2EDHPxmZJ7idycGYPmxLfm7O82hhw4Ad+WWlYf/i4ABPLvOCtOWoLT/W+e8pfVPZ47oe84U4Dl9qLGkAGAHG3WyxFpazbuuoN4QBkayK6pMsRovWX0aP5nOQwwn+z+BjyjW2wmxoV3Za4GolxmSFZozeNsgC4NsuwgYRsIPZmmARt9L2DmIVgGal/n5GyAOBtH7WwFLaVxBBgGbM/Y+MyzvTQAYp+IGrlbY867OTtH9gH8Q1gsAdDZbZyL1toY+ckZgCyr9TQCtjYKTVagbpzUTgVLdc4K7Vg6pOgpYZTNwaDPP1rrR+qsdKL/7249WCDj2hx+qzVEHITn7QwDlK9jbwe/9vPhDSnq+9PwJNMhJ+oU+1JtfApnECt2Moxnj+slKHno1UFX0TQb1oXEEnP3gKPAooD27h+SQ8PWewZX1yyRY1wPIj7x4s1jQ71xfcboDZvM8024B2C894eixDgQQ2FcbLRh+zMvgSOSZ/uvz4PLe7MoLfGoegFpvwkoCAbMOpsEFGjp5BZA7715HwnuB0TN0/AIA0FHGlr3nh7lssOQOAAMAcWYfAbS8d0AdOWxjizA/DHGvs+XPGJZlIHoNFXifaknW0IBrGTfsXetoAkAn8Cx6GqAB59NGnIXfzpfx9Pw5V0573rrrDmqv7L+MBQ96nmaDbgx8GfPTgkzfAiQnMSPOZsvgBtgaQPI685wxTKDdM4cBjbqSnO/a6e0A8KnC9eZskJWAzcsvB8CYB4umbbB+86Aip8fTdNr0B3+wZNnz0IcDX+Noc48CkEfuTuVrDElaYktvh/jCw8/b7Hx8Ab0JeNmQNV3cehkjy0CD9I1aoZwA7ur1rVAMCCi+OLRdZMD9dvbHkYZUYjMtYLy2zAB8U8GSDN88FACwz21yQPTjE/ii5SGr8FcBYNaQ/eu2x5rtn3/mjOa//50EKjb+Xl9XlJQcpzWaDeUBGrsdFICImIakvyM3S342H25bxH/7zmBjQeS8ro4GQGZ0gCzmPYGEk8H+0vWh2THsqRxN1c3ahwYrKgAcOyYyv/coYw2Apn0lE32z5u/1s5xEPwwfUKGl76B/y4GRoX7fVOBK3sLXketT0eiq1zsAfIDw75quSA3vbfU9AeQfAYyN8x8gugN+DbT3LAH+AYLD87G52q7Eed4Ayj/d+umAopIPKgefH9l8OnOu95S1+PMff377950BO9VGj5twnsHcF2DexBXTToE/j2Q5wPIPfXz0Mw56ATCmo02m1DMVgO1qQH2mygbs1Fe+nCSAYzdkZL8FgNHDoZ+2LRLYwGkGMEPWel3MX9HzAcMnydd0nwSEnnu/iz3uNXuTP0mC+quEr5532wAH5KskNYCtyz6ZBJGcp3vbTciETmhZulICTOjMyQLf7QC8BGCQN4zl+KWT8Jp7E/xaMPKmA4J6sn/etbMf8u1PV3YxvrTEz1E5vPelwfc8SuijQW6CywBPJwA6xhxAXdsV4lcSyrLHN1fYZho6Ef3o9+5A1HzPGjl4JNU9iVfYQuypwfqRp06A0PPrXNfomvjw/Eje7/pMMPRUNkVvm/cmgAp9dMeFpZmx619bdl4WOzb0Ai1nTIlgvwleG/RBoP4E+LtSMvZiZDTJA9im4AJNPwFJJwnca5XE87Z9xddp45mf5k3eZ0B+kgVJxCXJKfSWdQ1tbTBX9x8cA502reEPvUwAeNc4dm5oIj6kx1Vrvon72AB35dTZTwLA4793ADYVmm/CUyeWZT06kavt44xJch3MS0o5eqKT9A7vmAi3ag89Y7oQ2K29sj4/WxGge/88tl/ml7VmnRqTYh+7wwA2eoIICcrpfddxC040W+V+y9pZj28enWDdbfnxR7BFQg87gVI7P+xZroWu6A6ygcfVMdBbn0fpc5jHJ+9kNGM6M5HIq8zvAPFKgHgCPOg+j2lk2CvfsOOuZC+tTfkdllWuFL0rpbI/tS7fEH47U/3Yrt/41JqXMRMM2WT8tS9OlW7RDWN6k8a5hAReaFl+3B+fv6UfyyjjHusbIuOahrNOOUJKvxOU6OSKGpJ/ZU1JvLEtAYbxfdnrRmIPexyZficRkhTnAJoNldu+zH5mFEcGTgLp8bV9Wy6C9sA0LAtGVp5q3uEhdaRwAKz2SUEesLLWZVR9XkH+733gtZ2oEH9D/+n/fuoH1hR9+gZw+yi3YLA6jlB2ZhLJ8cNCa8E29IvnZ7slOOmhV/wjnD0v6iNTJpEqaxj/g5+f9s3sxxi5jF+fEnA8iWKPb4LfYD6T/Cye8rCAAUYvH71C1eXIz5NI5ISNn51ZXhnX9ij4E/518GcCv1q3yP0fP7ZFJwA1A3fAahKwoUfWC7+8nyMMgE6E7hRUnVH7Ouy0X9fH9kkCwHpGkp+TBLL8uRXaWdfbjj7v+u7ruAHvE12/+IXueT9/8ht+7Cf8gRzbeFMSRTh6se1hEgXFPxp2J90gP1/bWvd3kjO6du3LPVoJedJ6onUYnzuQWMpceIliGer41UnL7755nZwEnQI3jicyf4z90kk84bmb2uBrYzxl//XYCQb3WF56CS43nR9GP8j/SFci0cTS+R9/RH8Qr4hOSIEB+yNeI3DOkF/Ms3XArVsjH/BVfsiXSoDvmJt1Z0y1iya7Q69pfF6mebQ9QNcV5BNHbOpvCutMa997Ln8HJ978k/gMvKbx0W0j8nixpN5J5I7+JbGnYwx6Th89cXUg0XzrYYc3Nc7BqXL/tszvmITl6xsAzkJNy45ZNAaE4/KCkWy+idKVdjKAMzI/y14tRr+EscySCByyVCA65gNjsFE4Lh0A/q2VxDrL29YlA0GZJNCqn84uf1vNvq2wz8ZDSCcAvNVfCH/G0BVobOQPBvyWRgyVQOUdoNEYf7u+17UBEIwb3/ctWLdqxnB9z8ATUZ/MoKamMca8RyYoDGeC6FEMZO+9LScSFMaRIikA400PT4m+GOatQMWw8rt16VHq9xlM0IqCoDYmzZB55ylxHyaNotkKmm0dk/2z4zTtBXkuFU/6+82eEHCGEIqBroeE8fRDBSbPWkaP0NxgmnhtDFvG/wk6JwSY+Dej9GcL4xh34iGN4SvWOxJBATO3Vq8WHKEbWjXFQYWWnEVT0hgAsAWt6WuUTSsg89IDQrRgvyqihjbJgIW/capFn5IXDaxErmQl14ENCPI6Yq8T5ndXIH1BbdY1D3al3BhIf/7J+R3sXujW72fNCOZ+e8X+t1LR76lsH+dU/DgtIxso09wIjB3ncNbIf1cAeMcJAPaL87NDPnt7wJVqHSHe85mHH321sXEyzsuBxhBvJ7Uzo0xDsz881w6CyXqrIbN/tKa4B5r9/cXo1/qoVZcqO6VEB+iQ3EnW6/COv1v50PzFm1pvvQFgKtNt3E1gOfsx++7fMxfJBf1kXUdoTgaYsEeNiSy55h8nuIguzpn3K9v0vL86axQgyPs/dIiD5M9G11pOq22iwLFT8U4CTHSe92DWUL93VwfWN/s5wOy3zgp0sceXIf5YpcchAPSaV8ZwuoE5rUMn2NhhmSAvMqqBmFMZV4IllS9TEWMdNVXLsz8NZL6VLwbivKe7LtCnP3sq4Fk7goAAj7o2mZOhAwxY/Z4Kxzjn6r6hsQJkWcc9SZ6pWBqAYeQ27zUYputHFvaw0V9xZrKOovVujdaBpbQqmoomZ3HmLdczBRS4RV6+68pj3uM9OeetJftBwfi0IxtaqwCNeX9APX1L27JjmH8B6RcQ0/sBOpuX2KvYmr8449D6sCcJCKZx67EFEVljsq/PNVMdwdpxZlwWi1ZGA6jdZFQ8dlewbsUwAHEAgwAja/8xphH/42CdT4/N9AYXY+fteXmtp49D+9FhnzH3Ai2/Zs7Oq19+AXzdka2j5XZ0szWhB4KMqRCzkz70of3pM3hNc9/NDX4SABZAosQ9APYjhqRyHCvKZuQMtOzzZnwHkGlaJ2jTgbXo5S17JhFl/Yvj3vbUz+9tC/Bh33vaxE0Fn64nIc+0/RvwZZt8/Kayi8VTm5CRpEf2GjpfIB2bEfknJKds7EemY79cY8cW0pifceqrJEDdXZ1oh+kzPd2GewMWll/zHOwI/a3rJA+72h4224r02AVNl95HyzStxMiheT501r4fGd6pZpyzSesIg/MMy46M6zrmQutnn3n8nQYGJgD8G5GoMwB0CL302Y7mmO+CXnvskyRXbLtCXQv4toE87XUC0IcepgKr7T/Ghp+/iau3UDuJBPLfARlUCdx+nmVrgmLnrC8l7xXAmDnkbELTpXSx9/tfc9+X+HHkTdZWf0fvrP/eAYz2zzn6qG0b0VtaQA89zJ71+sMH0ANrih0h+aXvaLWLXDnVF5Zh99l/+KMtAwRAdVJlzg9PYKmTiQPqj/1JAqjpeo956vbYDbS3L/fqbtPpZ99AE7HD8p7fKhygPxI3odVXVPA3axq/fs9CjlxjZ7MijJnKz6Pjy69q+5Y2se2fMj7pG5KSO/n7bV1KADg+xW2EtY2BHdhn+IUnAwRKuogH36op6P6HKC0h8Ju8w7+K/XHjEe376DH4khqjA3NmkjsI3K2LLbesc9d3ZDhdwbl7Et5vXOO3gMVln4Q0TVudxKGP8cN/0yPoY+yv92xB6KkrkvCN6aRyOlsYDJa82zN0l7bvI2rewPhvAdtjM2lPZDcNziQybnn4BjqwH37aCyN/qg0p+k9yBT2p9YttNTjHgMh6LnZC2+Ghy5XXjPu//0c+fhIlkbcEP7qLU48T3Wi7dPy2yPP1e8GCQiOH/M7vHpsLTOboC+mFYeS2c4ZsvSjdTQfaPOM6CQ6LW/1mY7GWb8Jczy9nTuYN4bnZE9khMxftA1ieEhG5Htnf9kMYZZOW4ZvoM72kjaT8vnQ143gJaNY13Xo2QSNjHt4sPz78FZsrvt8kQZX/ZL3DUI6CDbZLJ6dDQxMA7s4g8fdiX+7+rK15MLIS8caHhy7/atyXffM9/w8FLCLOftiFG0yKXrHeHFtIvy8OfIboX5gHGC/dOI898NixJLgt/pwAcPC4CQhf5tH3vbugasyTqDuJKo2zduLY6/9Ds/F3R+8rAeE5ZvDPLwnBZ2x/Abu2v9EfTgg4RwfuZmD/dOXvZTNMMP7VgR6/dUsfZ7BdYd99unwX+yzRPeq89f6A02nf0slyq1W9r8OTkJz3qxJUkWEE6EMP8ht3Q49YbLqc37UWeq/4+T8nAf10ARviaFsNPSYeoIMdc6Jgss8+P3xy53l4Pd7EDgp13oBuyzniLMee/gjuDdCbn84RD3fgu8cDrpiOtbIBQ9CS2YdXyz4i2WRle7rKkmzaSUTg8tn7Tez2/nwEImwsSUoj6GZgVGODK1xFh1W4mXHm/+kZ3cUH/4dOdxfNffsu+bJ7NokQQ2i7rlkDdeLT9W8SGx1eX5tXz6UjK35XJ3zy3jeOedZCyzE2Mp0hZR+laj13p9CoZHDRlj5uvFV/d8cxMDfxk+mGADDgB4t5qmG+F7bRuESqQaStwRFw37XsNaDiBlbjfLXAimJYQIZK0JnmKdXmnp6YF8KCfyPr19mnrkj8jPMJrkpAbG/+CfpMBpzpaIjIvw+wuZH7zFM/CHDObOqsy9DQBoR1T1dGaOPerBEpGhyI1wHU+5rAMBo8EDkIk8Gb8Ucgk6Vsh9oBkhitON19LgfE6LlPltABA/3ZODtTyQhoDZNIieJwWWELjPeezHoOYcYQTDu5t6UdY8egOi1ovrlYoYvBKwBM8OWMfZxuZ0RNe467PU/Wps/pSdB6HRwrsO8/Ak3HofwMJrBlaI/34tjzLpTgAlO58nUA3AZtMjIsp2udNzHhzoy1IBG9D8+j5JpXbfQVIIQxcK9fTDcLiQmewkfODJwKOn9G5Z32YLLrX4C0HY4TAPELJwvOAY+AvaHlNWq0foCybTgehTGByVfA7t8bANazMQSgr/DxOp5vRmP2ZgPoBKQy3qpALKcv65LM+KbJpjfoQ+MkAIyMIHMqRnr+0xgIAEfBxnChbQvzRY46UH21wLvpmHmZH4+Rkwow5Iv+PQDed2F4b+XWbw50O0aWJd//zIvQ5PB6DLl0gxAwAc0C0Gl+LwDPPiA/2zD+p5I7qsXPkTHfq5ONG/kQgGRas071EPzVe7Iyb9cNg4Zna66W23NxOy76SPrQRq72zsFpWzHaNeuc3p8LmFTF23eVEjM4Q7QV/6kaAKx2Z4g4NThePcYXRMo8EkDcDhXZoBcQZB1IIIE/N8ED/vpk+lQQIFN2PcsIGf0YB40q3KWpzvz1+o78/RFY7Ezj4/Tv9Z7LBHo7IQ0nXu+mIjT7zy5GP2nEnQXHXM6cht+p9pYj0fPftonbOrCDmowj6xk+g7/RXchv89RQzs8M0zxfY4b+adHDlFpGHEADvp+tAeyJfRAdkbMVAwq1/SKBmZa8WQ3T04APqRjY6h2tIR1AWuboPd2izN+Vo+57xv6WvunqWSUaWBfMlpWN67HoY91zgVVP9qvGK7vorYqJPM4c2pjW+JDDsTcWGD9JSMOPZP9ncZI4I55tWeHnPXbgrs9WVJs+EI5D0wSAfwYgBgw5e3pXstoJmuCqddHQOXTyJjdmdyOwe47QLkcmMEbkn6+f9c4zQiPohjvg8gE5kzHM92c/P0czwSotVMZhwEX/K349IJv4qHSyz4T7gALLYZHLsaGmw8vsV4J5aYOEjaHnvwl48Kd10yRaGIz5i/PT371jLbweI9eyNuilAPOep2yH6oqhz46zPPfjQ/j6el4HOvUxtEyLNtaBRJiAtOsj3Yk4+Rw/LRG2+DcBEBZA6YQh/D/WoDOb2V8B6ZojAXxdS8AEx98JOAfguQO4JyCrRJKp+NNY2y5bMhmerTNXvfbTwcSJtbINZnBOWans6AaDAeA9t6qsbFrX7wRf3krcPa7hTjhomm5a0btb1tn2Hfn2gnCX7+cBpsVpVyfedIj8/j0A7D35eOqHbf7RgSsShhYXYNuEIr/+W08CfOjj+Iepbtd3rvD/rj2VddaHm0DcgLRt9TlOiRbQof/M6gKRK3jZQPxpzWnDaO30ADEJAOcHrfvY2ZIl3/j+twCw6ND6U/5Tr//o+rciLzbA2iDnjMb5SPM7RwBNAFjvNy4wRwVExgZoU3t/z+D7MMGiJ4vs+048+dpbrdPzvuh6dyMAcJqkbfj/r4K1vR9X+76hmZa17X+27ngrXe7kY014E2uvBMfh3a78ajyi7aC2/z3/kXHY7neFV+whW/GzX42ZvLbIFQCefXK1oHye8j/Ai04CkkD2oh14tvndatH+uGypSSqxf3PrEfOhgejl/MY1CJhC97RbNO+X/c1ZnXcCwVa4Q2u2DcfhY4ymxcGJbD9ZsMu3JwC19hR023PGX3dHCvnexke2MpZAzKH5wRL4W+v2H0o0G/6j8wwgaet+nh96UUA0YxTNxOfbJFKvre1d9MfiBRl/Wrsi2zcZPTJGR5vcZ/euHxfxU4njg5n1Gc4Hg5rzI/EZGt9IwHRtDgLUV6t+yb7xIzrhBt8Ie/fYKrIZJvEx9kTktf7tFqAiA9vYs05JuNjzZL1C3z19vB92VycoZZ6h4bfIAno3rY3tu7xb+zH+puR6t+tMB7II2tbBf/97jhjwGF3Ycv48v6CL9EHTIzbCeZ5EleXndCygre83YM6w3+InU9v3vkmAK/vr2OqDdYT+Ym+TwP92sPjhH81DqFCNPxO+8jwIJOLfOfiNHonNgrwCL0O+Yw/gWxA8at0fDGZlFHNg/RujQy+2foieTmck7WX8gwMxZb+ML6xM6RbJwbTu7pvoFeaha7pF/P9mP704QWMvmdPK0dOZwYH47fpi+eSzOHN923F8BoYmuUCwLHIrSdIvzvbPf30dvLyfezyXxzP7iT5nj9CPJEp3pSH2e/NHJ4aQ6L74WpRN4gVDSN7o3SeKK3Jd9kQ/nHVKIu8B2PxtbN8tsBllLZ6m6Ej+oQhmWg03XaXjUXDgq+J68KjIwPHHJNentbYe98/PHkoBVeZz7HvZd5L/lSxyCoo05ZGVndAyUzkWZidMQC9UuL4Je71Pkl3xnza+lfujl0mKl06WXHYR2egUjuA4+PrYd5bVhS1iA3TXDa/pBIDD6wp+JobEPvw6X63jdHI9HTnG734Dw/YdBuf7TV5ENoRXJHfeIzDxg6NzExzVj3GXwj5cAKkE8NHTyCdwA+JbTgAY7J2Y5I0xTaGj7AMVyvnGFAC0vRl6rBhh+dHINrPK8E0fmQR20sUMYGzeb+k468HFnuEjc4ply08sBp+B7y3vxY/fTS5wVAD4BQI55Fmb7swxOXIKmqldxkR4qTDS4BoIPGcIOfN+NlCR/s9Bz6H1KzRQAgBwgN0w9rthbaCJSCUA+3lefCowTyDlNpB4fQcaW47p3aqQacHXG4UxBKOL4ERQOKoYKyj0GFHbgo8z6LypBfCbMIZ4sy7dBrMEra+TIIyVibaGAAAgAElEQVQDDmEBcrwBsFbUVkYFcB2iKCNRb/o3tVQco2grt6LYjzNWVlNnaUALODB6Z5+hfJTh9x4HK74BkhHCmh4higEz4J/baNd5fwoOZR2nWnbWsEjM3x/lJqNVA7Oxn7N2ANvaIBaArGssXOX0KKBdwcQwcIQzTIdDRAUK+8NcDFTUe/kcAyiGz8+2oL9llgKKMbdT8ffRhdfyqTC+BOQQe2gygfnOcIZemFucPwm8ERg3KR5nGR6GJqWQBUwK/MEA6JavBJ7g8d77KPk9o0PftSOte8BUrNSkUObc1W45iLEI4KfWHA2utkLW/Bpglfjw+Rnzor7P58hNheU5l3Eql9/2Fk0fbQwdGg96758O8OyebdUJbWt6f3ddoowwGnfc68SJvjgvl+9bDjImMqds4BTgH/k6gMQY+rwzco7gWgfQQ5M27iQ/xqFGuYuBECXIUhSb6OBqLVoVzKH9/PenWjX52ROU2SRC8611khTo930reN9TiQ7dUhl5rvdwRjlnR6AvMuc4x/yk5SstUSJ7MFSSeLJOCnrjrIWkyjiFgCpX5WxlGbecp6LKa3IA1q/FmFsC5KcNfGj53S9ovnlRvx+jUWMf2ajPMTD1u5dAsqKD9aafCAwy27mvwVrvw5OU8MMB3SU+LWjehBTG3QAc60+rS0vuA3gmA7GBBv39ttgCdI3zuGcMb6b8vUb/+gzKwCES+XcrVelf8Rf6Wt+TuAN/9ZgwDHHiMa5JFkKHvdnEkinqZND7D/95vwzoxBtoRyDn0uauFyD1fEp/dCWTvkvAbCug4BeAbNoFMSZ4xzw58tdO8WnBuGDUGyBnLK3DPZeP/t4zG9HNJGcdmhjBg02i+73/c0b0cXgmoS18dpbUv6QKfT97bUmeybqctJLnjC1sGOwns5N5+aiHE6zvEQSkTqKVfn+rdFJVftO593bOhm29hpzzvMY2arnRwThd4zPSJqGn9Uk7O9h2DeJrXsv/cdplTznT9Xy3yQnLF3HgcaDJaIcvqUZPQsYkUhForkUzjZnPwx+Zo2zB8ATyA2fftrgcYTtf4evXxuw9sQ00LZRjc4enmnYAggLsAjxQvb8y4a9aPOp9XWnWzyahdOk3NoREs2Xb0DD63Tq8gAHmgn/WNHJA2joP9u2Agv3wm4MLrZ4xDCjTfgxHwWgf0oUgYDuyx3ZQ7S/jja06PhEVFNqz2rdO5gK0g2dlJ6A/ASJb16PbTC+/BGCp4PDeTJX5a7f2WM98DFzc/jXfaZ1aV5Lowdmv+Jse59jmXsuhv10POgPkTKuTIDoA2ZG/489iW51kx9lv00wFCA5vGrDd9oeiW+Zg8Gj2a88Yjh7Wx2qMgr2j9aHFX+SEuW14Tnb/7z5v02x4em0v1uOsqV+ygbXXD0Q+wFOd9ODq5m8MkgnxNTahqfcfgDH26bYc77a2HFnRQCj4wKkGmsDY2rebONrjfCsIdAwFAer2cV3ZNjZcA8hJePnWVv8bedhHUER+bOIrcgs7BhsWoHU7Ltz4y7YwplPWJud4D7/30JkotBDcAT78PZkp7zjYw8h302bZ5qaL728ConwPz5Og1y1hmeer99vPPQmJE8DvhLIOqKyuWTuq9cbxJd2JKjxKEhIyjIRJxtP2RgdzOrCK7nkT1ZCFDXbin4nmSVLWGBvEjf4LznDkWQWTvG/as+9/d9BnMSvrxYlcI/uMSXyT9tEr3qtthd8tZ/POHNkkBIMCFY+TBEFhPQ+ATvAn8yVZLHbHBiXVOS1Hkvn8x0m80N+sb+ho7PvZgF7DXKsWz0+F3tAj+OrK0iQvR04l2df44/c/vT+8tS2bj76aRE4PVoCu/c7bQGVNY4fseLbCMXZj6HyT5czvkyCE3Izs24Rs9t60WjqxA98JuqciHHmV+2a+wp8m4I+u97OqAKD9ZgByXdKJ+Gcsn7yg0tD46kdP2MbQnPHN78dn3m6TFx6RfyeYonWX7sI+upLEhsY9/w+Pzp4Lk1Z1anAHgu//Ppv2X7PHoj9VcDacFnl0J+Ad295yK4FEr953MXK9A26vjQm+qHu6BTD0vMHUHBli38g0mADUi2d1NSS2OgGRphPtb2Pz9+LuXy8mxrx6PxuX0fz++a9/fOPEDg9NK0HKe/rgUy+O1vqjKy33fflNc6KDkMnBCYE3/twJ8S/+2TyFfQzNzgYe7Dj0ljhCeEV7u9X22DLoB9bIR12MzWWamEQcbMKsxya1/Gb/5NUJ/vf38Oqrb0muJzGEBIUjnyaGERrNf4sJofdGxs2i377mckTGsHYkxQ0klmrfNT/ZLWCns5Qrq+doJ+Qbe952AS2+/206w1INv9jK+vidpPPqMGjIcPn4sX6v15bEoKksdcWt7JokEvZP/M7Yb9DOi2n1uug5khu9jmufrN/UyeHsT+PHyBb0n+mhOkRCV2AT0E6edXdylQoLrrWFfFcr+OkQ1RhiyzMbALIF54hL7Ey/c/Yp9yaYzE9iaBvoP2PTWcNPl9K2v/v8Y9aGeykytazCBnaSW3AGeKVtMeSweX7if20jWPdPdWHoONhp42/7jDtJJ2sa/dc/nXyuz3m+xvXGVn2f/M5//J//+h9lgWosep7PKHPwEUdgM6CO0yilelr8YQhp0VMRqh8tFg5hFjIB4DqP+hn8guMslIlcCn0A9Vb4UlC0irEC/LEYd3aeXtZC7hD+dy+MwYD+8Y89I7AFxzGkyxEKQSYvEqZ02zV4evbolF5rHI4Fklm4bVaybiLmIWht0AhnnVl35IQrKKa17WdYdbC4AwNedwccQlwmOu31ZKgC8DbhkMGJAvI45YTJhLsyTW8DbOe+wlLPF/N0gAQwx2MT1DsB4NNeqrJtGoDW2A34layUcLgCDo+z6L0ZcAWnDmPuBFZpezAGvebhCsbvvtcBwEALLdWB8d43Kqz0wmXMNdTi0GWPF6hqJlBLuJ4f371BYFokN80j8EXLnE0IS5CthYAiEyoO0Z+ToZaFtQyYM2LywYzimxatExjjxacD0mAYKAAiYyFt/EJ7Xb3dbReznpEjJ9O/Wjjp8waysq/btizG1qcA3foyn3eWEk7IaUE0gGuE8xi8j/wQDytjDR46c/7WjAQRK0i3uwrIm8rONyM/4MVRnhhFI0NYwzvwknW4FKYzG+8WoSfZwFlO+dF7FHRvnuMdBGzacLWhYQNl6fkfc0YoAVUUXO8PCQLQqNe4EjEylji2vm/0BfyQav38NChLdS1j/C0AbPodetO2/ePPf4yhknND5OAdWek97jb7WqlxCq2rYqTEOECXDVgvEEFGyHiJv50rchy2M5tt/Qvt+N/ho27n5MotK44YsputOhs5tNKGRRz6f40zP46mgLvnTB7RJS0m34y9yLHokDZK5CCeDOoZ8AId0U10UjjO3vdwG3+TmU+gMjy4Z/Hynu488HYhaMPSGnL4hrXj77NWNoImiGMAUPt4V2BILiRBhszVXE+1H9vGGtvBrNavVHnqewc/Zh/JNnxs99DaJJCF/kNTXaXyG5h2HMgJ1gHE/W8B4Df42TJK8xDwjOHcsto2jVvCyRAILYifJZNPANK0t/NtGwHnVoAE9hxnF22ATNWUWXNXBE7A2UbpnNF1+L8cxYwtNpkBBHSpz/wsgGTkS1ewHpnhyqitwnuzeF/9+7Z49Bmhn+PzBtiSOZls2P4JjWhA18f+I5WushFjizWImDEmg5UAcPY9SVfeszlqxDR7BMGCP+e84HlGzo26B2JHR+Mo++h2IDNuzkbtgF7PyHaHq4Aiz+QoEgDu607gdByzP76KC9P3BBlOQMvMQyeQyJ51nnu+C2Isv/7tqzCeIO8A5QSAtX4C4nodXhsqwMG0+/V63QHg8CwgRvwQbCF46aXPpmfaF2sMnDl01qjov3kWW6nnyByOHVmR57vTQe6ynBp+Rm/zr2gq3Sq4tiqEbwziJyHPJ7EZt6WX989AxSYJd+utF6jwGCdhwSDBmEvIlIAqOns91Tx2uk9CZvuaubH1l5MdJkP7BehZR5IHOrgBu/xVAFjfA1SuPT+Aufj1l7VjPlclNSQ0srXtIzv1Q2+7Pz+3IY6/9NnQpoHWJKP2WgJ+8wTm3R2YXnrV36fawu8JrbwJmQC7j8msK4+tlPVW8GKTIbC1Qqfxz/V9B0rw5f3dCQCvPojNXq1SZbvJN37M7heE+1ExWgkMtv8qqA2/MD8qZqBdWLD1ylnng4uszKe17NqZmyz1yupk7Gvd7r1/RPpFc53kwx5qLwDUeBJy+fgD5W+KnuzXnB8l/hNQii1GB6Olm0mqlA/vIAktcgN66qcDEJvgnkC+xzrrfsvB255l3bUoqTQcTKIWpYH/U7U2ts1ru7jTiGVHZhKeig3E3/q3bbumO+iXRJV3b7pFJZWE365eG3qqNedT78mAwe0nJ6FN7aZH3jngOcm+JXfWF8ykGlRePbbJp2ei3+A7gf5gCt9S8B7vowIin9KEb8EZDi2UbXPhAsNbHbjj+xNAHh/tJKR/dqls15btJITuXtKVb+x/0cVsxPFNCmCNXkzQz3hZgcgccZN53nYB9JnvFuT+3wLAv/n00BV+BEmOx4af8bCerLOPSht9Ad0hn64Wl4XPYDOjUxj7b9VsvWY8N+9JYEXr8Vsi17U3Qx/glulyAJAXgN6wZv10ldlpTT36Ozo2AckE98aHl19ml/mnoX38SwdhVc23zEFnu/g2uZduHe8RKuYd40jjfz66/dw39IatLJ9cdJUg+4fJTmXxJo0RiJEPkcWgsOrlIRIif8itKRDJWobPkfEdBL5x110r+yFaS/nEExzXnkX/bZvrBDruc++bphgvSQSvP3thcMWXNwWsP0QBS+h0/XPPr3wWcAwdV0dSGInl7ONtm9900p0xuqLR9DAA1Umc+cbx5+Bg1luyS6ejyW/2nsfuPb8VN74O4/XOCfv7oeCDr/az8Vn8xHlsxjnBp+Gx3/wcdJJeQxIR9JJ13XFGBsXH6WfFrkhSGPL3DQCLV+hE+toy+K+978Q3eBd+Onz5YtXt/1PRf+hrAsDdQRH79XSDfc5qRs+iTw/vGT8L7fXa6O9OYiYAbP/EVcO/O07o3E5IvX0hDNateiaRyfjTFHs0L5kMhm7an9HvwRkis1pP6R49ozs9JOEdW6foYGQjiYChly/xoWQhdga0BI2mqr5wm9p0vQF8MOuZgi32/qUbEfvi1yRFxOZLglSSZJKg8u9XDCgbuElNxrVHX3Qr5Nizi7ucI9Z63LJpKlH+DQBfic8jR3/jRRKpmg/O+juxK3znTiyaE+s9+2ncS4DFrK+ufVuBLx1X4q35NjTz2kbQ0t++YOf/JJC6BrEmSqYtBNQM2gK7J9W/e4McVRbIFeNLGRYdHBXxLDCWgaZaYTNgJJgIItKCIQZ7Mh46C7HfTzbZyzQYdF3Kr89cqSQHvQI83EsghDXCYYiC3vbQxwD6HAxfW0YP4AJjFAG2UXwMhb/YtFQnrIJAEKRN0MdMchyHsVH06Jg+2xYHM3u8Gb1NQK2cmnD6DKUYyjvBA4xYYe9O7P3RYVRoH8OrKj37Wj3hqkAaA1fP4PG7ptNeXFuI3TlEj1ELAx1Hv57zZtCRAcN6vtUrHtvZ3G0bdZ3hfLzLAYjMxKFb09Vk6EuYMe9OaGAFA2qNUydBP3v2MzN6292Ynic7F0M0FV9lDH7rxJmGV0aV9nUCIK/g4Dw5r6kn0fuc39upjrNzV78fOlPAfAhl25As6LTA8IJFaekwwmxaMOAg67nJxk/lUP7O27S/4hP9SCF3JqyKvTAgfK2cjnIAmNMan9PWaBzyrsrtwFHuWyOdgIbGEjBxW0mk6hPCDWFmzzdAZyBxso5sdLD2bKkFfeZ7nWWk7+1gfwFBtTRXt4JRKD2+zYLO2dGcPQ2dObhbxrgdRGW4Fj0vNcy6y7GYbFuAIIBIt7STsTITSSLInsP8Gq7ZRypMYpiwxrScjgGUtTx7L1odgKFBoq2UjUMp2fZbCyplk52qy1lr5AWOOVnWcSrSkuXHNd8YCLKFzpJ0pTi2t2j2713nXLsrKz7+139N0oaDEkkAuhzsB9zsqkCclA6s5+kKeG2CVsDZBHYBKbr9jAzo0G0MFwWgc08CWEpYkvHeYBxzsUHzZDov8Lw8w6xtPH5T7Zav+s5G/jhdoU1kgBb0Dhi2g+hrBzTnHWST/qYTOyjaGYCWI0NfocUFE89zS2brMyqItKY4+v5cxq358m6ZB40j935rA9a+JA6A+EDyyHxgu0aUvPoeXsGmgp87EacTUBgHhrkdIAc+o9/aDtnAdOZEW74O0Pv6T/i+3Sfg0d/O6NUYjkPqNdtkH9ODEl8+vUwSDoDie+ZXt4YjeQe7QTaNKrh19gtnVGPvLRfK2R9nceTNm9gI/zRQmL3Z9UjSD9mcq79/7Pk4Ovp8sz4DAuD0mQaqqu1y5K1vthqhA4fmfDvSWrvwXicxNZAA/76JBp1ggkzcBMsNpF9nrI6s7qRMaLf9C94P3R0b0Tws4Cq+hW2Wmb/mY7DmuxkzjTEvaKUgWmcKTzBadvQcseB9YNPnl5Zbb0XFuXTkADTw6o8+I/EKfCjB5Bf+hx7uCpDoBdZbgHJXa+i5OQKGGcS+oMJogyja/w1iMmYSrJrmM46tBst3AT25/oAPA7yQnNrPwdYRzaVFdXQYPx28aHnG99gBZ73Lz4o9mNbfzQMNmNi2tJ24Gdx6VgeAQ+uhMenFI8fG/uy17rm1/5H1jvI+fkglD5t+BoiDVjkLlez51v1ebev/tc8ChGynFq+X6O9JUvmrjldHJlXr6Tc4tet+V2Oez+V3aZqyW8fO9lhnHIemxmazzPrmLVpPID7+G3ONjRz+1DNeOYdcJ8iIDPR6e82raoSK8GkFp/ctKL9tAbtNY89LZKmEytAPbT5J3u6d//k7epmEWnjuVwB4bs9cUiHzAyDTGj2v8Vo5mQXwMntkfMR6I3doLO7ENfQbzGMTqpUYcrVMpcPR8IGTNkbnHR9s7K3fjlxgmG/F1anWQFZ/E2gQ9QTgpnIHPtRY+5zg9kX8jvFDbMt/+It+HKyZhJfGJ147MnwVHagfbFH4FrqSn9HJqg5cDd33tiz4uz7c3TEvewIfH3qrDl7IqxyTIbB0/R2O1gEo9P1DGAegHfs3e38n8rXNZ3vTdiF0ctvfyD/xofQJzyPBFD8HOiQBJ/6qeFq4w115euYr/aXxic+//0h6lD0helRCwpHhTshLslxXLltuDmb2sIavT1VN/EESo8Fc0DN3xeraWF15GBqpxH11cBneannZ2Fnb6sgC3aKxHPE86rnl/ItH8Z3mwpizp3tWqP7+Y+j+osUhDb2/k2Q6CZzEjO4AY8zAhJx1Rz5fWGIlcUvAyAZB1ruYYQYe+3+TYe0zGeSna80mR+CXit7jY8iWG/07R5SJx3udr/nqHnWatG5fafnO/1TyPQEis9L4kqxLPouMsBbA0Stp/HbHib26vvFim/JlCbreiUsaU+Otr3zA3rQ+wm743iH5eYKFY5/9lT6z3Pn0APSXNVawvTs/LU7ZuFXj2Zld9Mqf//xaEpu+Jpl+CO3ihbExwfzfBC0S5UjOsG739m0noNcXiV9GCbdw2JX3sTHuZN3f/t7WzQkspatH6Mad/oZx8Zc75mD2GOI7euEx2HYN8syj/07cIDwgnXMCVPbXs7aHZ8EWZuPa5rnpPxtjtVQ22fIVfEji7SQ6tGExVcUd7KQVcOyJrvbczDtsDW2dZByJx4zvrMXjp9oHF/42/O3uOaMXuNdyfmTeVrreelv2WdrypkvULc/G/6n9NF+PnMnYNgAM/VGgxv57+XWtfAPTWOb6Jhjr2ZITJ1l25EwCkrIxpP+jmzO3HA3pwoxJvuiODC27CbgnMTMdLF4aoMBDlJCEQumLyOG70+QdNyDW1oUtTqaeF3RhEfIRvYi9ij/ZvkDT39lT5Kxt3vVlwVO9P9OCmuOOumjF0uFb/Nb/vY/hg+3c9RYt6Z0k9Xere/aTQDg4HwFgOnhIxnY3TuvIgfE1NmgixVHZ66ZnX1P02PyxvmnW5u3OxnoeW9y0fOtF/j6278jEKz735z/+9T9WAAQmxkElsAGghlw7Fb7FCJnsGI7lKDiQUg6II9iS67NIVEdoDXAUtoIoG+djkvT9BCC86ePg6PcGtzFqaLlJu8/Yh2G0zoBmUVvJnXPeVHlRzmk2K9tHINhBmitDLwocRd1GH/jGKoBt4RZFtsTx9obXi8W8XSEKsWgN5Zj8VQBYj+1A7alWkYBypleBwhXgYb4alzPwv5//rDNx/dwCFWl1goL4DXBIQBe0Bk7Zs2CbOUQ2HQCOgZvKgM5Az9wCINgexREqxkKgHOPqu4hKZKqUmK+eT0bbbwFZaKxbO3Xms0FpsqustFfBpnAC4Dhne5Ctom9ep9xXe38n+0PCrvgs9+T5+iGpwTQ4LegsnAdoOYbi8CFVKl3F82aL4ZTBS5vZnXn8AKH14RgwjOkSUiN9oBfOjPZcix4Jpve9fZi8BLscgwA0W8lD5qmeT5XHG7xFoSVwkUxXaOM4vAUqegxjTJ7WGkcxDVBY7QpZF89/MgtNt1LWyqr/Pg+4FQdOVfkY0/7yGGPrcEYRRkZobwE2CLCyfvrXmdpSfTbIQxuiIQI2vlZzGkuxM91JCiAA3C1T2iGO8tT8svYNcLRSI5CDeNtqt6k4ngo/G/5jrKyu2YCYyWoCwJ7zGFS/tUzqlnEYFh5j6ZEf9Kf5DC1kxeLQvK308k14yjKkDH7Nu88L2sz7ADCi9a2ioPJ49Yme3K1pXgCCQJtaIAWcVhA5bZ5vHbLEq3XtDGsZpAnCr9Od/UoVYxKhNL8kKER+5T9+rKMHAPnj7zLcuzJ2jDkNQY+q/6LnK6khqxzAdnTPulT7vgBg6SDQRtZP4DO8mDOQcj+gJvR5QM9xqExXIw+7CvtMViP0WucTgEI6kOBIvx0MuB/DFbndyQno5p17O4hDacdBmGDVo6Oz97dhKTmpijzJNQIs0Acg7hmfAxyRE+pScs4Hmv3uIFcnSCCXqZIN7aoryyY/ZP1jX1j+TYtE7Q/too+Otb5vIHuriBir9radgzcATNKfPsdZdFZ+JcZdwV/t6wBFgG6af5LUckZcV8GxT372bDxJEG34sydaa/iZTFrtA/pKuoCW/Iy36U6/dwUK629dNB0yunLtDQA3yNdAOJX56pSQa1QlHxpiTaGpdgixKxr07fGSMY5tdTpIDO9It+i5rdPf9tudMQ2Ic4CFcRLNhzNet03TOjtJJHKPs4f9h+TXvN/rN4C3AXU9A7kmeaHEFfkIn2gkUBwQNI4mNO61GWAUudC2fvYf/t0V4lXIJ9FQn1nX97mTiuZZXRquM1NHfq3c50zB9a/6TFrJP+yhzCN82efOx1Gd7OrvDEfz29jrC7qUTTK+DmtDBW5mLFREe33LJ32DzQ04/8r0lmes3lUhUB1ATlLX6CgDPxMA5l70F4CFfQvZXt/gmv4kf7oa37OYALB0WcuXtVEiCzbglqAuia7Sz4fExs89/pRbOiaxzmutQN4kOfrdE6DuuR//RK3ZpsNCy9ccabH6uBOwmu8IzLcvBS3xvPhahWh8T+4KYXT7UvjDUuN77n6OTz1AiWgQ3vaZZ9bD21IZ+QmwxNm4C2gsaIR9ghxteo2ZG7uk/QUqwu41QJcuKCW9mOdnr96ktvednRADTfUamc9HJ+r3tq183VQw6Fcf42HnIHz081rRZZJswR5iZ8Uup0pVv4u2DBZ+c+kjkEzb0+Wm9QkyCPssgTr8Vy+q94sAsN7R9o3+tqloOhp7jESDk8x5J/F3YKaDvNDm27Y9/m1kv/l8wGS9+w0Ad6KE98ByPTtjupizfDkbNnuzO6c1OkeMfb7BX1WE/VUAmIAg70zwdQPrnUDOPms9YpNtpyKPV/rfNJ3gZmQafqW6Oq1934mGupdKuOMfD/aHf8SMWX93jCu8x/z8rTe2G2r0qjyaIy7C09HBdoWlw4dWbXNyTquvn/MuZwAKAisI47WYjizvkQhvInxjXQqo/PlngHUSPI3dae9/CaSEb9aWbmwlNLK6L357gHdsfNPU8HXbLt2G1tcPzflNj36MrsoCoDuxwUhekWWwSblrX2ue7XvnGZkP9NT8G3t92wq3bcy9wh0o/Ah9rI/wts100pk7viWQhv0QuaWEykwM+zG2/K531i8gNoEZyVJ3yvL6Z39eHya+cHQomNqQ0AQ3i4nn/afd9CQ+ZFx0MIis7+REAtZg5YxH+4fNypx5t/7leCbW32cdd/VbnUuqMfX+B59+/WOw8NCAeFsyvZNjjDkNft3+mcdjv34T5Ej21L6i2yJrg/l2IL23qu1dBYCPjSWbcAJS4ae1+Y894w6U+OcTZJ1OR6fqe4JqrT9fPwBMchN+tyPkX3WY876NTX38k5s8Dv+9vqJpZHC1tmuxJbUG7a81ref6vw4AG4MdPzy8d+un/ezm5+CLexwhx1OkQ2W64ZmaJ8GpsepgudHj/43+t/+ul3/JCyObzY9ugb144sG/hz41Pr7Hnqd4qWUiusNrM+vlez8ehycJAMNb0KH5+3to86VM/ZVpsTPooNJYARXM7D/8KP2ptR6zyDRvdVNyWfuLvSxchXgrMZ323X/rGMH65dnBevExJ+fMPAne0MlsJxF0jgjQ32B4tqs+Pd8FJ57f2ETgei7sUFLVNyfFt+h26GSq57xqxt+0j50DP3uRRHXjWHPOO/tJsJok/zxz/GcmrLUYW/q3NecdgOHsSYpNNnG791obp7Vt/+4+wzpBe6/RCDCqrqM3IlPxyUmgvgoBjFEl2bztn/ZJ2AM+644OmnPWjmO7MlM+z1+L3yJveKb+1XOvzpjj+/5V4i5r2b7L+eyb5NcCuhTsCII+w+Z1YBuYRhFgaHhwKKCpxtTuHTkAACAASURBVOP+8+8IdwxgT6ocojM4TawCRhisdrgPaLykot9QZFpEgEA//8vu8cI72zjGAgBZDIh1AtiAVHNN5og2/mkFipDurMRVohvsPArR80wbTQMyU2mYTR1CkDwuhWRl7HswZOdMEDGvgYcx8o7BvQFH7o3Q3WDdMqgMsM2SYuw2UG2oR2hwbhjCFQOuDeY4iWOY2pBivRcQ7oC7iV57MMysvzvw6r0keGYwLGfVOtMOA4P5XwGEYaEfhuUozqEnZ5+bPuOg5P25Jpk1qk6YyvAiMej8nE02c2A+GEzQRlPnva9k/qTltNbeLWFM87kLR1KOKcExO+Xez83G57kGQr/1ATDpzF4M5Ixz6O37959fqyWAaK/BgAnafwSf98JGE4Iq9HsyJWcATcOsE8YR68N6NPjW810aubOaGPPLGxGGC0qIXxkrBgkJG5nHZNYHnzyBAn3Xxi7JCm/Am4wwbdILRjwkF0U0tIuR0hmG0Ahzw6AwOdqhl6G+Zx5isOl6ziLttmVXsEL7h+wyDyfZgOpwrdtvAF+fcUNl+KGXoZ2b/6eS+ftOChGD30aag1V7RoJp+ntvnJUJLI7TlczPOA8NqmuNOJNVcivPXSAsrfCXy9gvr9tfyABfPfwNMMicJJsNgn/0DRDUlcPSfU1ztG3TIzGeriywWWccnqyPFmLlP/TZ8pQZiRbaKRQ9cYYsLVCavlvesN7It5YP52wPGYVTPaLnOEngw44I1pAkQKITzwTgwIDS2EnuagDM49f/i8g6IAoOytmjCcAge1c3fFn/47AlAFytLh28uh0i5BuAU7e6FmBDq0yN8U0AQx6whq2fzAOWH9vBoQ2utlNyf4Q4SRutH7UfPKsBGtEuOg9jukHYPO/xVstYZNxxDJIZ2dWcl0NkXs6zaOsbu2oqQnRkh5zBeZ1tie//NfgSGlidr7Xpc9307FQMRH/R3iZ0DsCwZ5f/lpDW9MyZ2QZE571Uj4Uuc3UcsnEMRZfVFeLYah//+6w5fz/3jXFPANjPHvnUa28AdUAcEgpfvvNcqjV771tnkP4efEiAquWJ6XXOaMwkc9659ueHblQGt/VGnoMj+NrYsQlyjec3mw2wBB35aJdZ3M6U9T2mycwehy/gagLogNOxRcdeLZC0u4pcAPIZTyoAGkTtLihx+PT/JWAmaaCOr6Ey1eDkB6ZDd+gqWg2yf3qU6OE6j87vSOa2E1FHB9humvNLAaq8pvOwBgY6Uc7rJR74WOCA9w6U5PkCXE+iSekwV1h8t56uGl7PTcSDltgPABjWz/7T2H6sQ9MYAdy2yfv3pgtNEcDTNHgAu4yJa0+HhqEtrV3bJdBv20Cd7PsCsS0fsWFCu2kZmSB2Ze8NfVieutp4gxEOgingiI859iB+CBn4/X3etQBdbM3VQdvxZANSrb8bQP9tTHr3nkmGDRU+JTix+lBBniSsJsC/14tHfkuc0Pg7mbPHZp1UMsbfff+zHyE/zeBndAIBR/aebP/rece+1jAXtGmZpfHkvXtO7km2MAAZbtI9ohts5N2DPLdtX19vWzKVY/rBRuoE19PBYhhWgd5jT1QwoBPUGLueaRAGXh8f9A64Z617Hzzf4fO5NfMzDW4ydJL0glWkIjL7fwCskRdUUmOPbUA91ZMEePAbSYBTsiNrCE28CYf+vIxr5JnpfRIANe62CXy0xBxtgh3YPHMqRL8POxGXtUgS2LaYx5c9uqncwmNnTptKrr3PuMaeSbJHf5dxbWIAvMy7si8bbEPe+N+xrdoe1ZrmB98evzn8g/2KTQUt0DlK7zKo6ADJ+I6HVqpNpxI8RsQRAGWN33asjAi/CN0VmZGE1V6Tk+D8DdJnTHoNMh6SXtl/gizQDXQN3qQW4vphPvgf+JXgeIzxFCcMPzoo/wHWvEe8laKLyFZX/4i/WqZPwElAvX5kM5E4etl6x1gcvMV+5vK/7BcNvyuvOgAp4JwuI6yp3teFAVm7tdffgLLwprFcxGksw7GhX7zRPg2XjWzVTSSS77t00QYOz4NFmcPPp+OYgsmP/uOZHr8qMOv71q8cbdFypLuCeV2qA0Y6XgyHlP9lPvhRgb4J4l2xH/mwQQDdm85CCeScBI3RhfidDQVc9p07HWii2SfWhzVrvw5eA59QJa59OcuDoUnjHfMsfBA91/5x7I/I8bW38340ybz5FBbdBQodwMO30/20vBVPgDX9Zr/Q3fA9WqYxDtZBz23cEL+q16nlP7KUoAw+4/E76GA3ciH+ZJIE9aPOOyfZzRVz+Txj224p7E0n8UODp9JwjksL3hTBLPy4EwSxl7oyENm89sVWGJsfSl904Yi/s329yeI8A55t/3lpZOVDKt3XnlnfhhljT4z9+X18jg4yLrbBKe4whm05GdkkGy7/RjZD337Oo3+s5i0XI4Mbi2rcZbuP/DyiDr8oeLsYIfKqq1uxIdHn7EH7g6cDxmNnyYc6R/l88xf+YH0mntR/H3/jj7B/p4PO+Gp6D8H34zsJjxz5FZkXYkxX29g/Et5J6EgspveftfvhixSN9DXGw2Xfjj93gsD2ayKDkyS513g8893hCe8zSUGhrfg92uysVa+lvofmsJn1Wdt9hyc/ujkJUtOhpXVf/JlNSDP/P/jc1RFmCp9a/oUOjRYNPr+0f+Gumrvxi5G1vmwxkyM7vvfLp7F/aPw4GvelifaHr2rr8RFDC9l6jl7oJJP2UzPO0Ivtk+mU8foBJKXVDMOTetdnXySWowSs6f4y79c1+s642vi90l+Nk3jfrZv26Zr3ixH87RvgfQmG5cglfas1y4QaVP+lBd1M2BkBn4Dh0fwbAy8ZvsegnPc9wzgLAVP1Qd9taJ4WpM6llPJNG1gWIAs6RmxNtTc0G7WBhlNJ8JyRAwAHcHgtrQVbOWiTWaFr3rMelLG7WcUrhE/2kyV/1shkPUDPVvNMENCXkVkR49XZgQI1TEQxTPTzAlB69nWWqZ71EcyPsy/MxCI4PSffs38sJ4oeW7fbcus9GK4RPgSFYnhBX6IufW9BWD3qszdJKpDB82YtsneMgT15DbneK5ReVwrq+84eFQ38OKNjJty0w9hCZwNWBBY99K+lY63cHpVKqJl/KrZGcbHn3w1SPPrcwb4BQJgvgridCu0/xs7Ofw1SxihFf1pQf+/pM7gaIGml32f2mucqw5cAD0HJEbEnsLBjxphaxdXBMl+ntQr5r7Mzm2cDdIIUZy6s+SCbbrH6rZvWvAPAhy5Gnh3lWxllbYh0ABijD0eY+RxjcRzkfkcHFc7nM692gvQdRlI7S1IO//bv4nME8VJwMrwK5LSsiBjPWBOc71aftEnrAHDTLE9/QXJ9jtLw9Z2c4IVIoMUJGspArv3r69lbApgHQGIR9SgbQRsARj6E9haMaQWdvRiDzPMPr72Z4hlLtQSaYDjzazp08NOtUmKEUIG65xo1ULidJaCf3akZm8Y4mc2b1DL7Kifru9EApmlzHYJsaGRAO+HRrwP4jkMSI2p1RtMiuvUGtueYgu+df/45OkLyX870h52QjZwx5Ll2LG0IDa2NMet5z3/Zj6LpT1Z0oIDv2Sfkdmh/wPRqYU2ldwNovf+v03Cvff6i6hoDlXa9bpE8G+91j+A6P62fPO7vvx9HGMzVgF57/wSAy7G/jggYgO9kD+vlpt04UU0Hu0aXqZatmczQdShvenzXA4DP944ubv5G7h1AxnbVJuJ5HSqA52QMBwYkd9ewBpTL9avn2f+ACbfBHrrZaqbMb/mhz8jpDhELZmW2AIvtxCATGT/VJtgnvq8q8LqjQd/LehoAnOqJN+Ejc1RGc85QY63zObwzzvKAl9h6+/zwVNYgawggiGP7HlVw9npaeJ1nzfobwB3exenrBBZd30E+5Go7dllfydfYcoBQ0lfiJzsllrNJoHnFGftDIDUB0LGbvn83s/y2WXtdOqkDGrHt7OK2AOVUsho4Gvr0mXaz0G8A2I6aHcq8KTpk22PpevQu46W1pH2HqXT3Gmr+I8sWpFs6br3G+wg+aE91FlgDJ69O0D3Q/KGnmf+hAc3h4Tvelf27Kzw2YeZuRQ7tml5k005w47dkJ11L4BwQ8m6BHjnSjukJ5s/yNGBgOppKdypbT0XJqRSKg90BYJxhdKKD7QO6IpfgJ+R/y0DOQu0EuF5X9g/e7iAwtj2VCntfJRlPR4vIlZzp2XaVgcIy78KXAYCQxZLBDqR/62a/qVv2fus222v7gZSEDhZJmy3fDc1r/wZkgq+gWvw05BHPb5un6e3w/aNT4S3WMPT109bXZ5xB2cDy6To1dl4/J8/eeb0t2gXYH5zhu99n7h26o1pr7Wg/b/RfJ9sc+eDkw9ht/rEKJ6lm7bn2q6EHEjxYZ4Ap5rrX7cM7MWL1s3yxos4jZrDp0iLwVz9LQ5x7wS7ajmOev9H+e/xTYzxuZcm6jsu363wnxr/jahnCe1/sQmtHEEbX2L8u/6crsAlaYkPH7+vEmdDAX9pYdURVy47X1nGw8uPr0F+IoW0yfXICZuNDeX2Nw2QPfwsAO5GNAMic0yiTCICRNYqfKPA0/NRVUq3T+nd45RQETLKedeH3oD4bl4D0CRBXAAFg01jIJEhd/mcYyTqHcVm/jd+I3+NK01obB/s+nn15r+lR5AstvPabd+GbMAHg8FrffftLdFgJLSeR4fI1NAevkfj+X5/8+GP87eWjYzP80lq4j1CLX9k+/HaTQrdS/dxnQp/9Lkwp9JxvbJuLDgYXvGc712h//6I4J/yUhxFYtr2J3VoG3X+osnr8Pnw+KnAP7U9gV7yjAF+Pnyqz4Gn5bt+jwJU9wh8JNDofmh/d25jB+bxwijw3sjzHDuCb3faebb7BVaj4Q6afcY9+cSB3aN3fTdeG2MRr9yJvTFGy0RSk87FKbffq/ru7A7rUtuV0YOw5k8z27m8nafzfAsCvT/Q+K/ZCPk0nnOAUsSeyhi6sKv2jdRGdZ94djJKAo0PmtoRvv+eygUzfSbBC/okavNRDg8ivl692r/LbJn3Krk7Bjf2CoZ3XhmBCtgknmbT5KX7AdsPoQDK0dqrbNe0Z7xssz7XLE5pfB+/zPf5ikvGy5irAuW2dzCffng6UsxDg2CRjuoAA+d1rOQHU2GPVtcP0WoFt8aWKIEdvksCE7ftinyQ9yh7Db3nlPDR07LOhOWQP42XPO9DoToSu4JyqTBK6RT9d4T9LLbmT4sChj+kK5QIIYW3ueLF2YBKbB9g89IciWRmOnReai6z5ged9372J28idHM83cbXp9tjjJzlUhQzduQF6t61wgr/RYfrBNza3TnFmrzM8hc5mXzWutqXUKSw4spj7UaSzLgRl2z6DJ1q+vp1iSIA5614B4LZZ6HQAbzR2QDJ5x6eiZxP0JgCs53Ui4pk/fHqw1d/the7MgH9AoiB7cQWAjauicwY/mUA3+8Mcz1w/Hne8TJX3OoKBB2udBw/SDrd/xjpzKbY8dK6L333525eBY0pHhr8XmJg/fSsGYxK/ZRADIFCt2gzbzKRncKbDBj5Kg9REO8KP8/NWYBEARqCT3ZANiYL3f9+iuVXR2YiN6EfJWtXk7VMd9rbP6HOF2ylB2dkQwxKrNk7dulmPd5uUOSupHVYIsQ+kXkNgBXIt0TFonSE8AN8PwMhafM/Gg8guh3gYGJAAAQ2BGeT4/ncE5CzVEaKe97RVc2ZHjAB+NE8p3oCW05e9qDrGwmb2tQODgUu7gtew+U3A/Gawokz67D3dCwh1jL7vM/EBrepYC2eSdNbJKJhtaz1GyyUgx1CSInJg4zuL9e+3AdQOLQbjtlW4K2E91xHCmo+C7TgIoYGAnLfiy0K3IXL25XtWC6cGiQkAuwXGOPJakwjhUS4CsCZQJsM8AEbm+p79YwexKpTfIEHTNbKhPxNBvaC+5zVWKlXdPTe947c2yXYH9LxvbmRdZ21zt/YBRVg+z6HpI7DbYXXWIkEQgXsj9GdAvzmfMbYAn2RRJSNZydf/9u8YF88ZLw6IwjxvS93sM05RlB1ZpNPiYmRg1u5aYWdknrZb+n6UYe+VnfnJcNK7qFZ4s6VRKit/szZ2/E9mcObBeU1vBpn5k/FP5W9XGb6BE2bTuuXNwnZAsBJjug281sNt6L53Jqt4W17hNF+ZnJNpCnA3MdIBA3d9XwDlNaBePXB2ZYzaPtM7wEkyvrS2R2e3PDXAEgF8gs5y3oY/u1XNn3/KoAvdJbC2gRiugx/2DCgMmlt+wBcAnJy31UHsa48KyMjnMeRNmzZv1knHcW+jlGddiQnDu/AvSS3Ivz/+CECZPZm3nrOE7jNQmzuQXxEQME7+7dZqt/69QR7pNc68C22FF45B7sSjbRsK/UcuT1VZOZTHZrGxP+cJ/aJfd82pGAttxJlIW3r9P8bRBixAAYEb1tVjq1Zh0Jqu/63i0a8oYADgMM9J1mo7wL8lavUZzHleOoOs4Rz9KNL/qySwPDet0y5HtALAzZ9dQQxAJLo+7TlncRV45Ed7anvm7O0K2qyxKj2nQvanL3UcbD3vGPyzdujfVBSE/z3/oembZvPXOkIrJDyOQ2/3+TEBuPXC3N/ATs7S+9pMypb/pYUgDuJrb3THjD6nnusWOOoM3Tuj3kD7tOr02nwTh2YBIDQnOU8O2jL+2ei2MVkndNhLRxtEThLnD4BYFQuqzjP4PyD+MQx+qwjZwIMz04efoePs9d8cmOp263xuPhmAUjbNe/Zb2ylNA+/vHcBvO5txWL9gX4wstu38Lab9g4/g/qrynSrwvwII9I5O2IDvG5C4gEnk8shbrjvA0Dfp385Gbue3E8jeYKt9v//6p0HbTbIKyB/nno5R2ZvLPxbgYpmBXBO4nErVTmTwujohIj5R7OQFJH7jX3yn5lvbCAJYdYzIsU+nLekJAI+/cZyv0RmTrBWeCUX8Zt9CK+279bVJwP0ZUNQ1+MeX7L+Qi7WvwQuwDbNGWUfedwJjslkUQPhovhNU22b6zeclAdJ8Mzbk4YVvXASAww9UTdxAfPMe8stzHYDvf+MzxnSqS2Yt0IGdmPZbkBif2HJiEur/bYzs9oPCt3HQ2v/y39//2r7t/dXzu7NC63XovOmA720HuXJr1+rFeGxLet1XJ6Zablfsr+RVX9P0wPWAgN36UO/pzkBZkwWAsc9DCwOEfr9TKfpX3YKwX7syV894u5mRIM3sDg41AQTbKXM+ocFOBVNmbbYi6WcFcAeAZTPEt9suVx1AiNy8g0s7nuErwMNnH/B7YrNEzry4VQdYcyRRCBo/hASpm97QebFPt6PW6rLwSY6gCb+FdkL/8UdaTkjOXEUGZqis5zkmqs7obbD59ROabpM4WPaE7FhVDbWPb12v8vkPx3EAeMfcHTRoPdnyATxFs8OHbPuFQPWd/LMVzv0s0/fIS/Ax0/bphrYVtOxn40a0nH1xMs33t3Pcf7zbCmgq7sYG6sT0lsdgiiTeZpzrl+bZqVjejg+tOHzH0EYSkNvfIhHy+IUdTB2bef2Ot7vAnQDS55ybFsdfZv7vepFULjogOIosF904OcV4yY4/PHMn1r/r2zjEb1hmzta+E8e8SsUDb5UlxRMJ5o5dMzz8m6+EnxRao6oy+B77ewqwRlBjv2Ys/EdHhOioJE4Gb9jA370C7Nfah3e3yKWvVGFvICjPAYezXCGK/X1O4OftmMLbTyeRqfA/erDceBLTuEfvRsYcOqvOMO/eQlf5/Hb+XhxBftbO7S4quj53R0atc4514R0UTpk+R+/hn+WaxZeJmWhTutAKW/M3GhUfy/dB93h/n4RGbDbx52s7JhEztlcGXQs9dHfea6WQv4gj6XcCwJ1MCS5o33n0Q+gifyeBY4rmDu1ufKPlV3B1jnXZDrJtL1k3C2seWsMeeO1Sv3s6v4q2ml5INrjpYzEZ7Blalx+/YeaFn7P7FNxYaxDd+n8PAL+B/k6Qv89Nx8/Yoi7e2/zAZ7Y1LbezgZ0g9tJV/93238EUX+fEdByc39jTdMxBL3YCXd491eH1HLqJYNP6ec4ojy3y4kSWs5OYw35gC/Q89TyOSmBe6Ml+F7KWDpfih9gyKuaMQdR+VeaxNsB27tsCkv8NJz179X/+j9DfEFnaBdTB9N60BCf0gpzBqmvjHP/IzBylfgAgGfwTrIIRyAQja7OBOpQpmUJZoLT20s8yzAYSzkTGIOV9gHYaq3//Fuu3ALDuh7AO4VXV1bvxbwVNA+Qo+jjqlYlc5+JpsZ2B1ApYjsoINojiVEZgCf/gEhTxEGftVV+6wY87AKwlRXC2gcH1ZN4no3nPAqOioStQQz8Bg0UnNmQrAMzzRdCAR4wxGSmi5hB4Bwh1DX/DjFRg6TuyeNpZZVy/GTSARmTi4mAkILXBET97hAmgi7ZBQJHGKNCcZ3UmrtZqx88ZKFJuWR+cGD9ba6b/bn13APUjHAaAulqJmfF9tyuz7RSO90SbJSoCtk3BfdYyjscactmRCJIdFNfxPIFYtMpmD6nMogLYY3sCwKzBCWxPYJF5QiNUxPns0clvOTSJLKnzow7/f2ug93eSylYqilaisPaMn1RGaL84I5WqEG0M7ddw1nnPxSsC3HXt2FDtAKbNZxQTctIGebX3yjMj2+IgBMV3AFjPtDEUGXgC06JDA+B677RlGTnL/ukxHeBT9poCu85wq7aufvsoERwUMltnWB5btxkh853PoQ/A01MNM/zs68bY7wQa+IdWKjnXWEkDkdVtGJ3q2Nl3OgG8CjHyNwkQBAvbwAaooB12DMFUSOgH4/CcmTVMSyZfB5Khh58V+FrrtNNBnzbQFWWb/W47BsMQ3gllpOKKRArT51Sx6QzfU0klOrT82rUm4GyaeIQM+4kB+89/Rv/IeSDrt1uLZo/j4LoSCcOnjjD4rSMBIBnylYDRGmjjqFmWpcXTO/+cHRIFwTp2tRZ7BsCXNm7hveiaZGr3WlNpIH5Npm4Cp9AMOo49voDPyYRpx+m3QCb3hsfC49KpbwA4Y9jKCdG+Ki/YMgObM/G1ETazNM58GFmveVvb5L1jdM9zThsw82bon+4mzB277E2esA6zMxl+0ctJ6mhgAEc258csmNOV+QBDGh/Z9CRdjDl0JfFddtpkk9vAniAkDm5XUL/v21ZNkc3OvB+Z2wAnLdJu/oZvxS9fFjFncNp+W/lqZ8KObQLA7Rhu9SoB4AFCtJJlC3htD1+H/0yH38c5kmPO06wAsPaM80VX/i3fJEtae3G3rUX+WVbgoBXNRf4m0QtnXvOP3ty9jT2FQzgO4oDJWvcErDOeA8JPKym9uytdsAvMP/MK6J/29Ppu297Oflre5Zxz0Z7sM0Dn5ecAKfAKNj1n+nDdBgEB3SMD0e0KIOkH/RoQZHkd3c8aNQBDAtQ6nkkuFO06QWTseeaMDFr9msQ12nciBxk78hsbme4NABTs09rzkU0bBL0Th5AjOMapcjb7XyD4bwHgA1Q9AYM8c3kqe42vt7Siz1+w5si0CYjyrPixJW8+mufYD3Sy6fwA5amsVQAhIN52OHI2/dAJY3vPOA/IScVuwMi0KkaCRSYTAE6ywAfqmRein/AL8Imbp/TZn3+mnS9AA23Hf9grs/m2c2Zt7anPWLojzuqS3T/4n84MvefNs6Gp1Ute7+//ODPLw9ARF7a5n8qmuY/nvUH1Iz6853vsDLYbCarHT1aS3sgYaF9/v1WD/1sAeGlnA8E8y/s+dNvHreQcsPuYnJXNuRsM4vinelY9OK1MI4uQjdDZ4fdvQUiYDLg1LfGP/g3wiA2CHd9JdATkjnwee4GhdCes4z9PQLl1qcaEnj4JoPPultEG7ef+Brmabg5fDZvgb/Ec/BL2pvdD9kvsRAXxlfw1gWUSB/13Hnx3IIhOvhK9BwAXv0Iz0D12of5mHZhPd1CAb8TIAKiWC1qHkSG65lSiVgAY2ykdtX4PAPczkC+dIJS5pvPFmcMADKzDkeuzkIt35APsC7of6LP/lwBw047tOCeIpP0ye+wxzPzaZ+tAJ3tiuVndmeAY08UwT1ofjl89lVKSN4t9xGdGH699Dsazc147ILr88A8VdbYP8UCinyK/78RDElq6Alh86WF/9xy9PetyqlDLfqLVsXyY44/4WIvYiI0BbODs9g/sz4zP0FgIXaYaj03i/u0baJ1pNdp+32IpY98MXROIYS/fyreWneg5fNNT7fbYmqHNCYwpgaIwZPzTpi/z1rQrD/3Ed0aGQt/m0+nMyPq2r6elIAA4vU5+1S29Zp1csLbMfRZ65O7aAxqHtj3+x9BifQ/dUGk2LBueQp44AeE/D/7U/iJHyv2/BoDhj06COUkD04EFP+bwktdKPH4XIMTHz6RaBurvTRjJma+xd8Z+Embz3QY+NS7H2Q9jHX7mXVnJM8FoWoZ35W/Gs4k/4JndJSS2XGyOJPh+cmycrtVjg79V5W4XLTQfwDMvjyW+8bOwp3EE5IXWE0xkZV4cQdunpgmv7iT/3EmK2IiS/z1/EjRPzKX2RyttOT6+O3yEzWb6HUzvn1/3OGxJ2YHGU3XfsK8DxPZXg5N2fMljkz0834cfHkB85Cd8SixKa/rHH0n8Xr5NUjd7HUxt+Gz2i7Em0WXlvfd3ijm4R58Fhx4e/ca7iV501iysXLb/0L4w8i5I6ngE9lrLp5ZN7PNi4Zt8Cy6hMaHTsS//Kb1RtnBoPGPXsqCf33Nxc88dz0PpeW0dEwieqWvBhrK+6+cjp/pZLbs6MHpoyANcHcR4LessX6LfwIQ7AdTPqGIm4Rq206rDaZ+V+3YGhi/RQ41jnbnMgN6OKhobiegdAD7rNeL+1Q98j3+49pkS4CaR5eOByKHYdfx0fAw+6mSt0NBfdNXzs+4YkKXGCQBPBvGdVTnC8LuZADBCtQMbbfy3AeC2gHCcpjJKryvF/vWBzwGmpMTlWE5b5ng63wAAIABJREFUJRFtlelTdSx2XHBLxkra7tiB+P4XYPJRtjjZJqQxpoawVnGucWCGmSqaENkIgFFW7xo0wHOY1i1EcyOZGhxY7vGp8kLOSxG6rtV8ZEB3ywE/5BfBqI8BgQCMujXTKtwYoC8A8FtGBQBMGPB23huwlSHVABeBoQSABQxGuMPEHVAgE/g4CGO09TtfBdmG9LUWBwiNpHsNLQ2gyUGCTMAdBkYb5tnrONh+1pW1l4Ch15CsIrHUVH0CfuPILE0swBV6IBtuPtffpoJkyEIbAG0Y4dmLVbyhyDFqvsCnMsPtoI+BRDsMrtsgwk9hq7WgRTA0hVJdxZXxdVU8CuxuubCgGXMw+aKoCbg8LevegP0Po2l4AF4HrDQrYUQP20NXu0YYBtVislpYtJB+qwX92ga5R8HSiUDBckDBDgC3DDpB0o9woJNTiTStWLzuc2Zv1isy185AARpS3l3FRKC3M5vPnjvpZVsIkYl0DI/xP7RstF/vIA7tQH9W49+tahhDyxPmHwdxzwGO4pPRRAbZBh1YA9uB338yaHJ+QzZ4eXMrqc78v0sM8lkf6Gy/gBB+T8mAdkKQQ9AvAUvuwzThzL13HB6WefL7VzykaiC3fd1KTYzeQ6N6+PAbZ1pB+2/HCQzu5d0Cywvs8iNHVnc1uz8vGQxdNMCszzCSLCdLz/S+/+xyED2MXE5wOMb2Kw8wrJw8ozOeL306GfXfq91CXAHF8aLC4/+W6jrT6tCBEuK+9xD8xFCiMiLA/YwPgEiUMHLih/6xMggA53daTG+FxspynSGadvxpSboBV4xUgTdHb3wXtux41+cFCfWM7v7hduwKYI1TfTL+Zl8BGNlX/Usm4fnMzizzywIAIrh1qtblG1jrzd8rfW2NZ8/Na3E+MSrbVtA8OgP2lZ9Nr4yZBAbJiwTeqoJygLRu4asKFM5KRV6wnoCSODy2Sb4q4VcvsEZdnU5bOo44+KsAsO6NPYXdkcqCUyn0rdW/PqBQ4o6kN+vnaSHoi7+/lZgUely6Z1yi72OPlb5qx0DddKickbzkfOG+jxZpbRtHzsc+O0lJcvYm6KLdlT3ONdhQHYB0MsNUISBnGDv3dWUd7aZbXywN9xlf9/EyPJNMcTvmH0BzQFTxjavYc367fsLHAk+G6b/PnICoMeuMXeLU2hOSauaebWm5crVtDM4ACs/vmWuvQ/y/2tuuvJaO+gDlL6DBz7Hn5wPGyXp2pZntK9NgnPRXRusRontAk1yvfc89nSFM0l/7Vp1EtPu6dNPJfAC2V3cMFu3wSugNfj37qgTjkS3itz1TTCD/gIVjZ2vnA4iN8vVep6IKudZnPr5HQfxIJvzuDW1PcGBAnANgDShI0KEDQb+1U6PKoQPAlpIGOJU8ScJOktTuRL1U3wl484hsU6yt9baQxfdA9sLzrG+faQltIs8Yn8bVZ0wBEv7b375kb6IMXuMILM69O+98AoDsXdvvP+T/JO/oiT3/44c4ABAdYzk1itvJZ06qieahk5NHNmxOu0GD32M7Ax4RUD7+98cbjUW8FXyH5iuQA56hypxOGIFeNH/J/eAZd4JMB1ZarpJQx/7R3hPf+bb3t71o1ujmJ93TMoKAoWnwu3YDXLEVkHWMpyugXoxHz5asQpcev2YwFdPs4KGduIBPAdjcoPNFJz4eKQmgsr/4wVc/az9+eeyX1X+sVyffIz+x4QgA78Pjh9j2Ugvi80V+kVzN8Ve5BronqVG8qvs4MqVtX9tUKE7J3sGhugL4LwPA47NoPZ1UPgHJ6JypILVCX9mXZKjYsB28Pn647Y9tw9w6jWn/VpUOf7V/xxr/5N+01zQtyJ4ouazP/vLYirkePG9l2TxrZIL3ZLCn1WcyZCLHtVaW1SoImQm+QQ7scGRMb3knNvw4qsAEtviifRnilCV/usrprQgjEEOyEfrQa/UtMAlhJB+REIqsPz5PyWYC7lnzrfJquckewiOWrZara2txfwPi8p87AWHl8RaUtD8nyewA5Lf+JLXgW7Ss0T6RmHds1aGBMhuODtS8giNkoY+8Gt6EB08CIh1DHnyNOTtBcI6a6/d1wq3eo7F3QLPxQuwv8F3LXqoZx77rKq3GhAiidMIgdNhy96KP4aWmV91P4oD5c/C/xjFbtjfOdjCDwp2ab9uX+E0XYJ8wnq7A83MquCs6av9b60KnNehO/4ov9JxDp2M3rfzehDbTwTy0g1j49/1cK2Tt5+gOArxNe9LD+A+dQJK5kByPhgDHvZNKpF/kixAI1hqj3zkDnnG1Pik1MXKTNsUDas4isw5NV9i4JEf8hm/Qlrzf0z5FmGqDmdBGd8gQ/yZWs775YkcTK/iWx51VjD3Krk8RYPZq8JWxF6QzrwKqY+dF1/b+dQCbhDj7Kt9l4EKav+Xt6Dnd7z/1/0YewOvYTl0wdh3R9S1UfOE73nTZkLMnTUNvotXh1Vr49lc8x+9/W4QyHR++IasTIz9vx8S1v/cIme7A41XRtLVdo6OsG6ZzC52/Xpza+zQkHjxlExD//v8z9icK1uXGrS7Y8rFK7/+yfa5KttwLQHwMkJnl2ymX88+918AhBsTIr3Pp8mXsrr6+n3XibBXPv7taEdicCz6a2kKp5VUCmof/zzFOOqIhcZzjQ5jEMVqgM9ckh+xZuq9+OYusvTDukn0Z3wy+cfxBoam1geO3sVV67NBSzcd3p/vwTyFPji07A0A+dAv39l/AD1T1i3KETX9rB55r14bsvWk+/9v//f/+838CkCb67B2NwMvmbjalWtfmJxnNJnwJDWXfjaEsZmQByZBngSHEJeoJYA3AtYKX4BgAB3EF2CWrVMwvJlf1BZUWYkqcmWGojD/tbIaaRWBjcBukfw+9gMfY5clwCFEegiyHNSDzfG9ntF5YSktGw8dofbaqrj+VkyIytQCsTBkKeTT3VORs8N17oLMWnp8Ae1WkbsXAGwBuYqWC6wUEvwkBvapbAyO/IEJAeBsAOA+Yl40XM1/1tpcBM1WQEGnvM9kmnfngPamgyssgbVhmXyarvqy5c3bURzs62yXO0BIes7Y9Zypa+3kvDXsOJeT6e5yitB2hxSD0TBVCXr0B4DaudK2B1SaC/KCDDfLcASJXDh4jqITb9wQblCgGB87ENZmIM0NPKyQMzBgLJ9vtL8YD6OtK7hvg33zZ3zExFDn7kzVWBpKUWTKdf7uP+98M01Ph9034NRD6ORiEbzDD9DnghKwuAsA6C5GEhzbSCGIhP0824BgkBHYbmJwA4LQNkyxIRuTdnvOs01HAr9siNHmD6DVWuxLJlDdyUf/uzPY2ts7ajpHN/LhfAbG/MjSY1+H7yYDnmR7PABOv/TimMIJxIOHs7kDObwFg0+l/xPkGUPbzRzbovZJfbwUxAeArqG6H2gb1PN9JEjH+hA/srC3+E81IDhXo7XXXetE6Hdl6nAkF2LYi5qcBw7q0Ie098J7eYqJllL4/ZszYF9zXbU/Nd6MnMQB56pXpPnQYOUW23jy4Mi8NF2pclsHf3v/5rz8N4v/4R6o5xGPRVTH436QejgK4syo/gPdhggXo4JmtkDngvzIERSuBOpG/bwBY1YT/xyVXW6lznVfyGBba45wxhLMrDlvtcdPLtR+Db3SPsA0OlX/9mTNktQanjWTyGVzRb7k0k0LvR39Vq1mI62mhiiPnVFYJXx3HOk7RYBsnVhiPBBxf8nwCcR1E1SvfQNVNjT/xV+YS3eN7nwCwvleSCnMW/+DYZ4rGGmMEsubtYNa9W6G6I3o7HBDY+S17EwdQr1+eeweA9dk///lP01XjzqMjCNgR2P2LBL+T0fvjzJ3s0X/MEQxkHGeBgrk89+++P76KcpPJGITQ7zGyjdNmbcrBqYATa9zJCnoFAdheO1YUWscJglP5nAFWvQDfAJ2HXzKz6aZbwnZreeTsS2MeZ50tRwCYCvsT5OvORd89duy2lfg8WIb5oatK4NJlJwGwdcTwf2N6VUAEZ02l+Di1nXU/78Z4F80gz0ky2rXG8bJBCs97mCLBmjuQyBoTwPorbBn62erzW3ZLzu2RH2Qio5MYQ2ddL09m9Ppb8+oglmXb4Gnbdd/3v7W6bntEz9rK+thdf4VF4I9TgW3b7nZG/NayCydeV0z3Omc+qeBuByTX4Li3c3020/qNTlHfOqv6TmverUVz/0/98Rutv5+5Ur7oHz1yjen7oyvvrwpuyZGh78azvOfWA+j722fw4nSCr4xhv4+cNA+Nk/as6Tm2qRJcvy97n3yrdFVVnGSvYw9SSUPggzPcfwsAZ34LVH4LgMgc6ES6tqWoouwKyjiCk4BinpgjN0Tr3RHMQ55KlKavrtgH1/r7wflZq9XX51w+6cNZv/YN5D0JAP/KK+XkDU8HVxJA/G3u0EXsr7tyvWnzrwLAOKYcAJc9YawjXKJ9D1ZsXwVBNEQ19g489ZuNaHlbZ8GfVvXf/HBcv3wkRzadtoRTjVFHf2tMkjdxuGoDgq0bYx9+0Xwk254W0OCNU/nalczjZwM7N27scQ73eY3wX/VatU8me5+723egv8FQsbc5V7JsydmDHwHgOf7ivHM6exDo4nP9lu5rG+vY67Wm6I10v3pwZ9EmSWWtM52ENPRCEcoGIeLHeHHhT3v27YaxCUZgv6wfifmTuPB9ljNewzP8gIc3APx1W3R12uo7HQ3Q9pbu7QAwfqTls2/XTbfbihobE3ttIL1psvlhixvWzsKu7o4pXUEVGTM23si/33y6DlxMYYYSFCcnr7qnbII0/ISMeWkT3CmdINz2w64te+S0KPXGrA2TgPz4jZzMEx6x43wShI2XLbfa7x3/oPyFfuRgE6qs2QeClvobHO4OOV+FItXb0kstpzpol2evf5e9axmrd+v+t/Ifnc66gBXwnb1+p7bffvPTH11wfJqTKFB+gl2LHJWVPZtA9F/4BZl/04vsW1p+Nz/2UTDQnP0SHVmZxSewqfUksUMyQTgm11vgfrggewg+lY6hew40J/7rFupcn/luMlonBb/+DCWTik7x28QWzt42/WJLU1ltnSEfQcUa/jdcjn2Hn5akjROAHDuu/TR9Vjb0ZJpVJ5JZ25++z584qHlGfHUVSIwePdXGV6FNdCS6zFjz063IpU7Yw28HBiAhDB1/xTkeWy1FFzlu5cQKrrOWQzzHNSK+9h9JaiE+RCILQWaSc+B7/Ua/QSOs349iG9PevvdNlNQ3nKkORj1+JM2lEpn7XRprjidKAnDLjubl4JV0DssepDVx/5y1Hj7BFsCPcAKUNY/IxNg0lz/0erIWO3pu7f21ubpo4azfdIS0n0GY2ZW9kzTyzVM+OcNonluJCXSAii8z/kS94+1o0sHxd7j8rWuM52fdNL5u4W0aKP+Y+dJZYvvEjk1u4lV8fdCheJAEp7ZJehxcK3/pef73iH/88en/X+RufE23T9rPK1/TFwD+1/8AXPXQTGCzbKnEtGE6Z5cGlC+6CXAIIfTEbRA7o+dmOAZ7n6mrw44HIBdzerwGSXu+h1vdmCASuNbPb0aRxtUA5m2xgxB8g3YvMzU4QcEyrv6NgcT6dLZj32eimQDEK7DJeEA4kd2A8CAoomfg6GjD7w0At7JC0EfghmL+qvISwtP4qLRhTD1+C5wJ6FrZTQUzwFZtk8lQRNCjAPL+oQ3ts5kJzln68pkrA+BO21vRqQeUAGW3MTlt1eYR55B4Xf3DQbxBYAxijKDOcIEGwyvrbGvDo5Xq7leypm1QfQJ3q1+Gnq+zJOe5FyjN+vt5MsIVEPgluBNBuD32W1C18cgets60Q9MV65wLIgFGQsMtQMgov3jGxN3yYAV9t9LulhYL0MtKGqLT2FLNl/n0nv02d2jVvPjL2sDPN/gdQDihsDZQcVSHQTAkRlh/Ao6qrRhRn4HwAT7zRP78UY0TOg+9toGHMbXZhWOkDX3pcwxhlJjnaAWOg/9evzbs/d5SRKzTqcoagCzlzTmgnSGed+Wu11lOBvyedRU65Z1tgMAjMgZ/+4lsj+7oPcqzUnX4OiOaR8nAVaAhmb2i4wlI+yG7DgFFMQDb+LxoSCxegd0/3ebm3rtT3VWAvc/gcOuYaqksPnDLkNmQBLB2PVq+4FxJVTZVB5sJz1g6oxSwt0Z8jOWmB0B1V6L0HgcspIU2dE+gx7p8kEnGGqcYiWCRTxjPaReDUc3atnzUZ+gjgiZ6/umwMIERKm2hw3b0I4vDD5KtqlDK29ag7MxdmCEZgfeaTbZoCUbWEv7tDFHeAV9rL6kePXssUHwqhZNJ3vshVefkVAFjY6qM9e/f2aL66QDwyW4dnmw5rueokwotAEXwxwn4Gg4AtFkK5PnJlrRDK1UmTZ+HLh4GRkZ1FqJxwASMQ1/gjeNVOE9pwx9Htb4EH3H/m5gCvniroAnaxgk4Af1JBLEBgjfqe3C3pOxpxXmu6tZtPQSQvuQEiSp61xggXYH/558fUK8AcOvckwzy7I+f35nYdbZnnzG84wi+5lxE3z74AcPtGCyD0w4Njt626fvpWqr7WPOW51QzHX1Ctu3gP+/ZGBzGY0oxc6IlRtrIFa2IDboJ9ujlF3YQwAmd2Gk9IhIj68z7DVAUZvJYLJv08KcaSiEtVS17nfI0ki/pgsH4Otv+XFf6nfVlvXzNLBC2T1eHSGedRI2PtpSwQtAKB6CNRen2wnk+87Da6jXGR3aGbvR/GJVh8K40SsvZkdEKsk/i1y279/62896MbrA++5FW9nEEtF7S9xovvH3smQo+6Zp27JKcqfHqc7ce+14I5mknEvaDHcVycliGVlvMXxwnjDnYaltmef8m8aRpMrg6e9vnb2bNV6ahI3/rgMG665au2Art4ERQG/A5h0wyq+ASQfID5+YfbUsxL/12Navb3fant5PprEPhkFwfrJMM9Uo+1HjGR/BbQDhzuenventV/jae9Rt9RnL4Pbojz1GCyyb+LY4jgEGAR14LaEy4xM4f67KtBGSto6vvCt7IKQIDqSzwuGzTzjFFM7+rUgQHOHJqMJTWCQdbY+dd8/xLctU66Unw2STYpWWNmQr0xS44LyfQjUz7Bi67rs9q/S2Qja2MfjtJl8NDL013knfvbdtdb2VP1hFsyNnl0c/nzE/TIEdx5Gze2+aoyq+PjvQ8Jbe8P2tf5Rswr98uvJUmXMbi8VdtG1z8W+8z37OtT8egCSRjj1F5e/b4e/mRVWW/+9iJkfGWLUoK+ej0X//1JUIO/xybzPx227XIvL9y+snf0HzIs6CZa11ErwqwHr9LdAYd44QtaC3JvLzGdQxT7Njb0MQv9z7b+mpkHFgfXGb+Gx9i6F+8q4TABFA64UPXwg96DrZF8y38foKvV7tIZrM+SxzoL5btqi90wKnUldyYIDCJzgcjDd0r0PTPf64MyfpF/1ve1RmYyNVUc6cDBrq3j75onuoE9O4W4GtKfkMTbzdB4/2h1eZT/Ts+mA3SgGtaN0GfnfxPxZSPBxveO93pxJfoic/XDP+83cxypEAqCCUn/vhjdOLYTFrnDpjt8UgSgtPJz7weIU2FPHKGADBjaX+0E3TEo999HQDWc0Kvm0TQbY9Pl5pKjNU9XUksvo1+3kD4W1mML1L4h+R1Cle2pW6EfZ9x+xN7hD4bf4Qv7kItcMIbYF+ejxxa/vpZyEHnCmQuciZ0mHubVjqwwnv0myOavNaDK/EdHhqeOWBfw+vhJyXSbbcGngOdNV/1/OLTWNzQYzKOcGLq2oS8k3maV749lZw6ds/YhuGbuwOpOoWIvt/KR573vwWoNnEn+sNyaY5CCo3O532muYL0bvu+WOftFoG/bed+O1SblsA3od3ob+TD6fw6BJNEiviwoAFwAv4sZN575nsnPZ2xD95nnCtP4p/9z8+H0t2Tei9Nj7e6mvVK1bV4SM9TALbxc3c+yTMS92rdiQ2EH8K4anQrtKN772rYjO4/nPiWDkinqE2xLtHTsW+yzpZvCnSbpsJfnfzzdub42ZHtbhV8yfN5HonO2NF6Hx204Knj5/mGJbuv5Uf2dYyGwfNvABieYn+w4RLEX7vvlWuW/WMjIY/x22Mra9wpHB1bGP9i2VWnEmYG8JPWIqePnPg4Nnbztlqn81pwUHR2d3YJzZev97F9rRdtO+ct4Ii+57z/G4oThUVTWvPPR+ICUNHjY+tFBkiGRj7wvGssHxNGP+vCWSg7Jeffq4CV6RgG7gpOWmb0/X2+UhyM9kwcJXAAtCP0MXjturCyG6Ak4DMIl0ydtAacTB+i55+AswC0o2w253sfAvJuSR2lrtd1616YGUHUrdTeNiG/AcxWrp1xQ4tAM6iF7qEjV4xgXL2KtTcI4XF6yysbdQgSgzkENsbqgB1/VsFOr61aBB4qGQfck22te67KVBPZGsTb0jvU1oe6a00B5WTBu2XU1xIav3MOts7e/kbgrFAASugQBUPWSgsZqqptXx3jaddZz0Cgyjlm+vou7nPv9uqsozLBOugE70ogJvFgskGHbzKfzaaxgpv/3JJMbWk/TsxZnptV68CkHX3aPN0AgQxg/dZIDEyLl0NDynD7nqv58DwrGjN6ZgPDd6Dqbled6zQnWiTk/NUZxwjsbruIgCNA0XyDAyNGPYI/zmgE+RGKvjH0l2x4XZ/xaN3IJmrDSHyfwN5WyPkxvwi9nr/p0B/coEdEECfXAuQEPVIZPWorihqgPvwk+tO+ySBTdYpb1owC5n0daMg4owDIcgPw3wHeAXGiL43tLwLAMT4BHpmH6YHKgaEPTY6WuwsYV6HFeZaOAzZKKkDytn3GIZhdylqaxr4KETKeupIk1+S6boHzVsfoOgPvp6Kx6dfXHCWedQRIQN9Rosu3d1AhirABWPNJdnt5th0rOuOks4KpBPdejjHAvf+SwXpk/CY+haZDLyeL1S2Hp2WNnvWJD9rI4VxJa9LRxXM9AFzrQ0tIv7/ke2gnxoaBaCX6iQ6odH4roK/K8Ml4I4ED0M7+ew+kayTHiyaSaRjd5qy9hFr6tlnrodstcT76EHwg2SS5mjGEPpFzPJBqQfQF8b11ZLQDGf0Xg8XyTP/7fhOMfXUSRmHOXnnPsJFsCNiTjEP349yWwYDTRvvw9z+S1GK+/ggiWctZIZENNI58pQU0Y+q9gLf0XQLxCWasEyqECAAMjcYAhH80To2LxAx0Jc8meAR96/dpkVx7fvTu6HSf72TDfeVrEs5i2PRPV2Z4Hb6XdzYpPNEYC+Cvve4WgwvA5eCPExSjGPnWFTIkNGg8jc1IOPu79KGwomR7X6DrHWjaFpq0xuoMYjJQ83wCO/c58G8msw2/qQaIfifDxG6rs3RU6AycceDK+zSO9HVGJ0NbP+h3O2hGfhsTGFOnep790V6ILjCAwZcHY0ww58V/6+Sbs8AKC3kNbWfsWTS2jQn2fNe63eYE1W6HRvaANmSbGVxJa0PjpnvpFJ/TGQf/oasR7ifppJzCV4tx8aWcNnZCR75a/tjZGxpG7/rZ85zGCugH8GN3iPAZ0p/e9TnSlvHTuroCwNnP4FG3Ivv+yDlbNx3oOvTgb1V+OA6DNwFaf1GJOmvImkmPgNs6YHwy/Od6dZTJuidIantPNqr2dCqi/P33IfTYFXy3DZR7xYfI3Mh3giXdej3zOR1ZKhPc6/ectfazunSdcuypZc0bkCuxRSU6AWSY8tWnyNF2XnoPyz7lnTiSWp/lO/9/zWRsvDIii96Rjx2o5wzy1YVxWmzwYs9M4128LzQu7CbpkAAlNN7V8d0RIfQ6vDHyETkZh8VWKLBm+m2b8Hs+Cah55tgHDgDDb7lLY/whj6eCHn4Nrr9bEJpO5I/4nIN6hyvMRx4c2poEhpOYLDo8Z9jNmCzTwCSxXZY+N8mCQH/vCWoEmdBHDvSadHUu8sd26Qkq3jiYte8OIrH381TaDrZvRp+fziLm0z2Oo5Mochbgrn3a9MZWIkC1tJr9lNxwYI77jAWi2x0Umi+63TuBDAcTp0Jat6c19ybIWRN+D9C4bvtveWOdXWuHsP/ge8v7rzIMXXDsX9NxBi6Zf3ce6crQCbKPrsgajF10dAd8G53kJIUJAPf5bcFxtFvMPFRBqAWE1jKe+BNMt9+m/FZJ22eAkoiAfdBjjN12O/ihCe1L1kM00XZN1sU+EO3BdPPgb39nYR6KaRteNG1rwB2utsMccnJI5fwC09NpogPA4HL8c40PZ4QZ5/fC5t8uFDA9lFzHN9bnvFPRefj728N/uFNR9sL42vh77TH0HvsleS8RR1IiGAL91+PL+qSogfHpfv20/67nS3U3/jfbXseITdt+7Olg5FuHvMFfj3sYq8yz0GH5FNk35FsH8qGr94zVy5n+PaDHQvcMho78yjFQauG5m4X8oGgIPNKyylDym8ufH/3qR3g+GHqdRmtTxWbBP8m8RXPCwZnrK4dCaR0U3IAI79wOLOvYB98IA0ZGtp5sDN7+EubawaOr+s42d/zojP9qvy0ZX4m5YZD4d/GRtv5oHQi9YeNut45Zg0mmEy1Ba/oGW5CW312oJdt4g3S7tx0Avqq6hzea9mlRnFEQDE0CLzog/Lm+0vgmHjt0CApf7Y8jCJ8AcN43bzU8E65N+948ann4LfBIYmxwMPLDa6XgI4mxk3SB+Wf5Mz7GxnOtN7qjj/lhEukaG74B4NDvJsm+yS/w2TkaQnp4PhRvwM8UPHjms7bdBUF0ePT7LD38RIDKtpDXIReAe/Bdeofn3eztm1SCzhJddwD4JF18H5Jwh4+f+MyJXUwAWHJHhSnYdI5j1E9k5E/9yRyiI7YCvCtHLSsHnB0fiPT5x0fiC2RtJzZGvsZWVGIUCerE1tomS0fG+2gcnskUuvvLUPLxr+MnND/LAviw5A//l32JOaZPP+4Ydoo9U7wlnkixDQWb6B5rum8O2Wd+gstjK5C4Fpra/dTfSVQMnsee86zVAAAgAElEQVSmBLO2D+xHi3L7NcFUsYfa3/vSGnaZ93Q6ouT+jPgcu2V6HX/rkISPG5nGDq/txDPsWzpOlvAW9k54Pi9quc6RUdjjHRwHQwYzbtHOWd8LR39j/ipHvgrg3YAW3mE4AgZx4OkHpR4ApBaJkmibSdntinrwbssg0DhncL2GnAwDA8anHcYGKMjqX8OeZ7Qjcc9suDM0GrxslW/KFBB0rVwAS8eoHBAQAsTBIZQhos6uHwe9D5HfM4Ai7LbNB60fOgN3dyH/IjPAaz5nI6QVkjKVpup1No8g4cnWnJ7qZFl6zBYeC/7IwG0Hma7vc5asLMe5hSILXSRbJt9nvGIet0oap7rWReBdpffQ0lqStyH/AiDOx8y4G7DNYdkjEAAkDXC3n/4KWT1Hz8Qhj6LtqqPD1J8AxlGC8aVV+68vQ9e0Pvtvw/FpAXg5uMcSQEAmQ2arwHY/VuH1/li4OViQ7wHcXUnrjJxPcUY5dDQ0go42QxnzbSDrXQDe0FjaD7KfZN/ZdFeCxbRmxCDZNifraDh7NU5cxmc+tUNmxvjJC9a+5Q//brDdSh/Z45mUHXPJMLV1HaPsPz8e7DVkDVIFEKBonv3+J+DZwLAdD6afUQAEgGMkRxusEl/HEEZj/yag0E5RjT1gYFvQxrksHgvvvADa+z1t4kMbWQwMGlpwv0GO8Px34ZxRo3uOs6MMoBcAd5Zb7knwI079KPtWcr2PBID7DN8XIB/+HScBAQ2M05yDNU6nCZZi/Gh9OY9wjdnJsBUgH9CaDhBbEYJR54XTnEYPNvB8HRjnjMKpgNN9J0Oblr12jkyF1zxXz7wcKeUMPfxNEEcX15ECnlvJGeT1mwD0ZpITSDvnqolOxohAl1NxpnkQiAd0NOAZUZZ1GoDTYIk1NN0qi/YoVAI0t8EF+KTiBPrpMwrPmZ1jGJDVmnftWe2XzDgycMJl3zriOGJs5pdfziBvZwXz0Ttz5meSVVylPAFOnMbmu8lWzBqqncuXmacEi+9vZexp/2wwjX4MyLurvFhj5vM68E+CypEXGeVin2nnNi2uMZLuM0tF5zL4YpDpnd2hBRoSrsuRBXfCDQ5RJ8pM6NpB2Pmv5b3Xx47/AbEGpTPmoY8krmwg9fCigpTGl3vWmOc697VOfM+tQx4ByPXOY+RNu6sGx4shV3aLP3L/TbedQHcbuMF2b+YtOpY9En4gcxrHD0mUnVgpHjLdVvJEY1SCqKxvAsIB/WcNJUa+l7wGg8XL0A3z6bZ/uf+et+8ZWwBZ3a399cD3zFHwcypqg3su/OkA/nDz0AYYR/Kf+/gMLEbHEvaHz8/Ev39sNrSwUewGzgwNtpgklRkb+KSPiIj8/MmjJCDi0LVscFJWJVhOC8R3bF0Z71WeSirW9NbXVtSnAhF6Hg4Klsolx+Hb46c68j3DDoMzrUtvTNg4KvyWxCWP1fyQwIMN+3FSYVelWiXsrvtSZUnWPxh2EiK/C9o+Mm2Q4GNgGVx2J/hEt2B3aEwkmWwr++CEJDVIUS0dH3nkWcfJovm0DdAJUtmT49E4zrkE0nV2LkciDccUflheJTFzzzAEXycXNhvYHU3Yg+xlEjjAVnlTMHTPL8kR2SOef1WM0clmHPibQAft5sknKcl7eFeRyH5hXh7F/NFJDxmXFoKK7Tz3ojPR/BxBExybSmXw4ZvsB95GTt/Pn/c4mIVjZzFKV6N25S56GrsdWk6SxTr1cOBpLTbBcaouxh/wJiFxXNPrhHl9C6z3i631eVeAQQ/qRNPf9XvzeZKMsM8W62VdTuef2TfkJ9frGf/8Z6oLTmcfHzGQALCdVaIJJ1lM8vfQPDpMz8B/4EqoQw83vjb9jH6/7LtJRn0rMdo+Cu0tD/x0xKaitquQoNvwuxYr/pBOinnbNob+16eDA7Vb9zXfej8Hf7IXlx00FdxgF2Gt+EpWZuoZ//pa/Ond4HZ30xn/kp5Pa8jTUUz4SbJXR9UoiOwxqBNDjnA48kT23ThrGyfAodAWvpc3WMp15/OPIEhobtpu/8BdELGBF/Z+ceSOE2kRu23X9JaB2ReCymix3+zUBBDHIUqiFjhyZOa1BvqM9ZzE5DBeMCEFEY3PNX85wNcPlSfqNVp//A5dGYS86yQaZA90RCUZOrXlL2PGXiUAq887gXvbwUfW731JqoIeb/tqxv900GA85vM5qiWFDZEPfYQQGPuyz47TCPsnNLuyUolGVcBTlbLCMcaLdJrSP2f/oht+S2YnAVL8AAbJtb1OYG/sUe+jfRGhWTBoy5326zTmsS00CTA+0qYqvPVMqqKVWHI6bBqfJrE/9lTbEyMjSEpxQswE9QffCO9Y91eCGQkKbyDO+G8YBgzkz9QWduSv99cV2LnwN92lz08i5dex4fjFlHw7Z0BDa9i9nXCU4EdsRD//dP75/ObTrahpsgOVawfeAbjjBxvftDtsjMyLvNyEnGCdjFD76qMX3TVF68Nzb36RKyIB3JUYXSTzQ0aRzDtM8NqHbwAzxUBZE/QReO5tcX6KH6bwp3F4cMtWqWu0JDgxdmiWffQaDC+jf09s6rH/OsC+KzEyfPizEyNY67wja0ryfCdbtP3RuCA0GN6AnrE3+igaJ/hVy3bGFv5dbBKcHB8SvgHZyU7KPQmHCXyaT7/ndseR02FNcmL4ruVBv7flO/qy54l9jk7WvOX3dVhNtuXhhfLxuwvu468Wrc9itlzx2tkeiv80uiXyF1ti4xabFIrusg4+dtdiaz33HBnz/bs7+CE/urDnKi60rBl88th+8F/vT2h0bY5OqvA4Zt4/ExhmTSo+mb1JIqLz6MrVAb1HJiTp0FfLbppClHF72dYFT+ma3zoMI6fbZj36UOOeI18zvy7QJDFjRlv+EYoNsFXaf/9bALjjORuDDO3/7f/5v//1P2+rYgYYAZ2AASX+Gk5afDHgBIAx6GxAj8BNdeIqLzLY+pD0KJ446RWAIQB8BPwEuLLApYiqRe1rgPkMARG9FzS/+Ymi3HZiDlzrs1GkJxqv92nsDhrsmVKbtUFrLIFCj86vwBEqZfbH15sbvNXGWIgrI+oWzbk/n9uBNZWHjF2l3lMwaWboln18d9od/9Ki786WxQmYp2sO6yTdKuN8dzsDsxcr+Dqo6TloS4epNY82MM8+mLbOtlwZ3QjlqwJ0BK3ueDPprMj84qx/Z9h3BhzGayuWdhJjiCmILsHYGf365L8/YLNnsoZmtY9XxfRMqQETs6RirzNOJLdY3hfk83dneOi5J+htp28cyp2pmvfdAWCEOI5eOwScgVbOvQroQystC5gHvI8wAfBetDJgToKPM9wYg9eGMykBmMMQJxhgpboZTIduCiiSAQP9nvEBlB1sURCmDMUxyHQtBpz+bf55KiUBDWvUZ0wA3VSKxTnXrdlMivUeZy/JwYXOHR5h3DacBoziwLPzwfyfQaGAL2FuR0wq9snAS7bVzNcEFDoQ7dsxOnwkGUjratZNynoNuCyiTaAnW9LUNYRxaOHpJAA4NegafRBHdZyDEhDI5ebHNjAZ17uv+jvB+ZwPwfoAxPz9yP1kuaM3vmDSxyu03oxMXkXPmH3/90Uc7LMO4zj1u4ZvUgGxVelUbMaQSVvtrHuq6TpActqVTIWZ15rAqglvjdUO4IW2YjDF4ZDV2Uz91W1ZV1UdCNTO2SbI3F/O0X4DwOHFlf9HTo1sf/dn6WgTPQgmH0OzQBUtZtFlzA29C6BWhnv2ZCvATJmjllpuniSYaROYwGt4IAYAPaInYYsF/J6Pgxs94PF8/+Fww6HRwUeey9y1hjIYCACHFr8g8pccwI+dMN/49miEfNMyY5N1NoOf+1Mh81tgfXTW+T53pGXM6nCMH79zZOMG3sfI+oZogHjb10nyUkDC2C7PJ9hmZ9JJSNrgwVvNxFyRRfqbddRvZ7h/eulUUn8JZBadPZaDk1LhQVVFnrVyrh1oOH1XN4eG1jHeOAdn+41zFqQPgDZ/ZO/WKZHngIGuMwe/z2nZZ5zUr9RzChN5vgtd7+CLnfR3NSiBPt6d/U2XD/0cI+TjfYJYHaTosaD7Ds0N3geTulJZQlZO0TEmi5W4zd+/hkr2P06yxmd6P3gZwxEa6cSstLCfbkS2CXYP6LyRtVEwcJX6Jq4mAPyznWolxJXBSKa4ad00Hh32VhHAB5783H85zsaheNbOG5UNX70cJ946+AqUmKa2a4SWvckH51X29PdzjHvffzunCl5kA7W2qjyEr/p3jxv7Y8w574kT2BpUzUNxeKTF98oYEiKNK4/eJZCbm/Ud+gB6Y/9f/cT3J1lW9w9OQYfKVujOJQSAF5Ps+jcelZyX/m3+gGdIDHixE/yJHKMqbJllZK7lyR18xQajwl/3tDMxrc7qDLOR0zhwO2HK62jMGP6le0V35XGQazrJJFkqdpduIdj3IwDpvVz6bHnSAcK7RXfwYfCrCDwU7bUe30OvsfnPuCtOmfMd2Gnk59EV33hJinbFxGmlnkStrMv6KXovTMPjQNb6U6HMvJq+urL2OkJrHId9hMJ/yFk+D2knU7/7RwD4myrdaPCptM7xmr0dSsbPzyolQHM7hXXP1cXBfoVUZJtHvkQJJXALxdpRX74U8/84FvHhIBP0Gz8R60jSeFcz3LZ4r8Bf/5t5nySoj+6vM/LmjF3G1zoUX9cVeJhX4XDc/b3t++bBsWIuB2EnC2mM2Gp6fDBudE4HgJOYRFUKGDUBMY37PGPsOO0fFckkbxL0UaCPYEcqJuOn049+t7/FfFxYvDGa5QP2uMd+J+ltsE8AJkHRo6cnAOU5V6BKlXoVe/SYsElf3IFeg25IMFlez6ROscV3YTvPM9+5ZpgUnIMDnuQA2cqNZfcdSXyKf2Zk0idjKKjYRKGxI2Yfe88zxhu36nlu0T24pG3rk8Q0AR3Gwphfjnirl95W5ayrfEM//IxaI43v+499IcDUdjQYs+2EEzD5AoRKFNUZxD3vTqLq5D9oommSDnm9Z6cj5OBhtXBm/3741f6mYo27Uwv8JrtNODHyIkfrgNW7SKlxQxc1vOt9aKMI9tVxVJCSWCR6Of6juRi7lw5XVsMEhj3W4NO2p9r2OYnXhf9aF3QC0I45/2rMlDXP52kzneAP7xI9+B59U8Kj/R7wPe/XXvz5+cXwNbGvbevZD/QRUbeubl+kEwMn6NXzSnA0uFL/OUBvrIsvPnPBTkfm/flnukGl244oPsEcd58Y/K3x4g9LDKPjHvVcV4fyd37je20a7oDaZQN8N3dyhobTfnzWO/GQDZD5Pd9+kCzBGdvuCDRH5fn9xhvp3ERitD5PYPQx5jN87zfJG939YL4ObRiPxpeWn/GLNQPw1XT6ah9h9E2SFk6F5nQXsq/6u/ccc6N3Fb2RFNtdQH76YUNTHQD2Whqvkui1xjUy3TOZQLCTgr//yV/Nj+QBxSVHD3wLRhGWrmudfm78/kECBnoq4xl/wmA1LR9dYJC74DvG33hz12CS/U3/eetrf2Zv47PWNcg+jriau2o/xQ+fX/FJbLUX8dNJvS5nfby2ksHjDxnfoGjqZwe7FB5oU1LMkIG/yb9vAJix30fsjc6vOFfL8S5OCe1unCb7iE8w8TuwiPdzCr2Qlbz/kPp3vWy3Dv6Gjm6bzHPTteMva9ro/aKDh/d7SPQkjAnDC6dZSej/ED608L4L9rr4puWgeXzwmMc6/pO/fUZFzgCewfI7gqmNBRkEU+r9nQVs8DBOLwj2dXihKLbCKaCNjKq3cgMD2wEMTXaQid7VgUQ2t0GsqlpkAGuhJMgZHwzD4h9HyzDGXTUZx3//yFi1w24AdErwsylZq2NenduyYZ+j4rvvVJAMmGnGAYQizFBYBgAdUJmxvtmcb2BKvpaTlTDA/A1MNZA4LUeZwuzpCQT8mOOM3tdnnXD4nuDFvXwHcLzMiaNo9+VWrGGcNVK8r59Bsw7DrH3oZBnHfKK1HiDlkUrgfB82w7bDjazLE6x/9neft6BDARoEPBm3TTdLH0djHgfCVgCMI/0XJzvCp5180B0ttmy4TNZ3nOZj8ZsuY/xRASxeJvuTvTD/TaUTygfeBCB3RuEZk+lks40iuJaIAGSAjqYN0Ww7+MJEesDtBNUYBRQ6QOf3jAJ9HU09tsYky6t5SSvXVtC/Vf+ZdgQGpy09zoN8niw9tx2eto0AlaWtMv6GDFqpQC/QOU6tVojMWQqsHfz5PHRPG/SspRiwDCbOANF6ToZjslq3BVfL7c34HJ0wAeDOlGPcFzCZ4DGAvCuEnSgxcnV1TQmdeWBnMKLnTiJCOfi0lJxV7Cl/AyEY7OdbdmTBcczZmPqe4Sqwqur7ts8OQvGz+BIZe5IsptVdZ/2ncnzXuKuUzzwnA9Z8dRISbsfrpR9P+/fMh0CbHG8NINvZIpqVPNRKSs/QmpJrIoMqQcEBCBZ75RJr+HsAeMEjt/r6x+H6l7KhWsw5Met7rQCoZAN/Hz6rVmWpUP/7aU0Fb+BIbkBrffk6J+u8wbfFudflyQg03U5Q6618djKAHTkJiDdw7TUBYJEVfbIRv3sU/NeZP/CH7usATD9H/1a1+FmvaUF5rhkgiJF5AhODzxzQqHNVMVAbs7xdPbaCLnTRrcDescGTMaVvw+OtkKbC93VAQUNXwHP0tivl1XZ0fuSAfgPRCRZFH0QO7zll0PNvgWeeeeh1bFrLYO2xb4Y3hsdHx4IDaFnaCRL6rlurd1IclTnohW519yblvY4eDad1BrJ6K0qCWXGoWCbP+MEltNls/UUiROv9V+8wX3jtt1aQGCdJVCJhSTpIAiJgUIGX8NdSEhi++Rb5n/cqGJtAYH++SSA5b6jxnmX2L2cq40A9js7pMtTtAlln2RB6r482mIW/1o0jViaB43Xyk0DFOH44f8bZwEqQgHeMPFVuzdmAL/ZpfheWOXJo+CZOtKy59uO3ysIeTyqiMxLW8Qevf6xAAHgropM8mPvCK6+DCd5EN3tM+t+3uQ7sDRZ7g08E8E/i0LSr7HF3QpCeioFNrPm2cX462MhExxmFYyMJYZsxTsCz14QAmu69jmAYGb+JO9EXXpsBSu2wj66YzjrSKcIs3/t15m0w+OAXY7w4ANBRPZ7T+cnO2lSNLC0jodcm0neXzVsJCEkqyhE3tOldOyD2hIYlO8rnMut/M7bQ3CYL9jlurCvdHNaemgo/J2rm3tZDb4Ig8+6E9Vcv/KBfO6jivDztAbVSayqdwNzrB9GzJDvZ0w4Ag30T0JnAqPSyZC/dj4a5sAuuVrSDxMwJT1DVa/k47vS+f35JZCQ6tS7n39L7vyVbmx5M2z8DwCTowNtLOwTmP6zmrPMV3sFJmwCve5KELHm9PhGSr4zPnKwapyW6sZ10bUu0/cZ4/uozPRt81nt/zhYuXM33VwLOfNgVMshEvfNqi/0MApzddHl8OY9PAplH0kbblR2oZb5vAATaXLsk8sDPszNVCQI6MmYcMNOy3XCgbJBDt6KFh+7eSsHmv8MbE2DAZkXHI5/wF5h3HCAMJmBdfvBnmSHGcugv2T0KPC0MPL42eANZ1rqh+QJdsz66vL3/9lES3+K1HmKMWk/OEsX/9NLuD7+DRX4Sz9svxTNbv/Q8blv6caKNPAgfZ8Hwj/R6OpFm9KoxZlWOUfX+mz3NM9779Q7coU78myAlzuTggiRV9/oh71nr7mzjz7CHK0Gg983jqQpMaCvz1wOKaBwAiExpLCa5LXtLyTb8UMX1V74ixtaJC9wLTmZOv8mjtMbP2Dbxec+xhFckc3cftU9ZEHSudazOsZ3Ei9f+YX3b/2mqM35oitBA7r977tCR9UIVIKSdu5R98B18uVhvk6Z6b3hTOo8E6505z5ctM7eQDP0QugffrV8qVaPQ4ysDL362n0fB5RSBcYRb/D8ELeNbtL+k2oGrtTvryFFN6JE+kqDblpOoBkYAAyFLj0yznbmb0RWawaFqw13C7huI6IIqxfiDYuuavr71vY57KP8H+m1tivj6OgBMgK67w3UxEnTC7zdOQgD4obahf+zmxXPQtK4Pbo4d4GP0VGA3OizB95W7poc5evTgiO+zTpzZI47muJ7HtfhbADi03wUxAm8Zt9epCjDw9ba9r/sT+BSdTwJX6fyW8/DIkQ3C8lNY2N3kGJN+i1Rz/Ep8EtA4SVvv0Wxn3aCxsZu7Wjp7MB1cfmldnfHpiAPtR3YWnKy5vomyocPIiNaL8NCbIPoeEZj7t0Cw5e5pfTyyET8T9Jbk0KxjJyB1ALXlgvYjiRabgMezMoflPcbZ3ZDwgWTf14bq4tHTrWqKI3s/N2aJ/lY8SmeAa/zr32L8x77+dp8W6f287TCzei+2ymIHdBZ6ov0DJ8FaAWBvuxV8Cc/vQ1pI9UK2of+bMgmTBoh2hV5nXAEI5FDypMZQ7oygzjqyg+ujSIzbJbwNEBIA1ncy6EUwHksJxm7tZCLNzhtNteGpoA4/BxwOGLLB4fvSFiSbvhIn2d8581UBYLKWCORdjDWvh1FwdImwyTpR5iSVq6eHfAE75sHaHUIfIvTmj+Ol1/rfcnJhjI1hD+00GD0tn76b2/D2HpgZVjC0A1zf3+19Agi09zhvu53DbIOXHcde7x+A9zjFqgU1AcQwyDhxJmvJRtJkdHSb2LPBGxLxR2Sdw2A807Q+fektKCsA3AY8ziWYFeH4ZpUADNog9voPRvD34ygjiI8CoSKwW5rAE6nwSAsvd+tzdpecWmrHNxUXx2G4Z5I2wA1NRcC+LcUWGEyFwnzws+XEtEC/C1jcMiIVdQLtC0pauZ81syIOi/KDIaK/O6igtZPzlnXvOfhDK8Q5h/HQ4HYIiGxYA9RBvck4xHHTDtOtBEsShMHEOHMicCMTIpBvoNHGQ8+boOyb0BBaSZAPB+nlSKgApgy95bEsHC3STvtirf43XdpWap4abSqr9uwU3ftWaLkKwAp/s9Y1H0Spv9fzmT/0MRvI/e0sPMbQNw72FAV43lNGYzsKNjuwWyaF5lMhMK3gRMtyvkOPQ1caHq31MBAzn1XUbwsWfzdg8QffKFgop8ecefEG1lgX8WNoOC2p//vfylYOzblNy5zXfiqcOSP5BCkNC6OLhheObhIlj6GQgHYC5PqRDDCd6hyRkX0kMPwIAH+vuKui76o3v68C+w2od4+mlef3LBzq4ietA39fAXKPewJHk7AAgLbTefbVDpZipJYLIbXt4MCeGyR/NB75TXtXssKzjmTYbkvnNbpCs5EhzcPo9BhomzRn2pjMSL0SgMa4u+Lk6K1vnxzM/OgHA/mcOSn+GED88mXIIDSfdcWAz2p0679Ozhi2PPzKOhLottrTf84g3Exg9p0kBhx3J9juAG3OJscQ3QzJTdzC6ETGnzUq/AIgjyEXOiaDUf/uvUiAhlnld8D73c6ZaxrrRBZn3Hbke96301pjoCIcfOvnf+sDz/p+uQAtI6MH3oqDvV7btvL0CihOkJugEy28otOzFj6jlQDwtIDGQaH90u6dcxa1BqqC+353oMrrORgc+WzjR+P/vqP1EQbpXBqMMIGADQBL4GxQw/qovFJnbwzQfyZunIptObRV0TTZxch5cAlnUHbLeMbD7l/V3/Oh5pBghBIs4vAx3jR+yN7zHPikg6RrZKUFsDH06JQOdAnfULlEcgJYtJ9H4hLJe9rXdoy1bdAZ9U33yJ9uEfc6mM4eDz2SNKK9bKfccg5yEYfM2IbSoUN/6B5awtIa8xqbgyjbStDycRybnQCFfPEZ0N8PlVfQMvrYdqASiSZYK3Xx2xnXzENr4jMxhYfVkva7ARkauRDeZf9/C3hy3etI+rvOvBrTL/x8B1fbwZ/xTCa3ZdJ2UMDeEQ4Rr/1vAWDG3npf44stvW2pSZRiL3Dan8ryFpoWQdGJTfOqCEKn0XFC70/nm/D1myz1Jujy/jc5Bl5DP4AH7dScxA5sPRwgCUDciR9+PvuXJT76AEy6idJqO64SnqVy5OiLe6E3nH/R1ZGT5rfRMemag42SxHWSl94E+GO7GiNv17HMoQY1w+vKDX3UwWgwEY5Ufd9nsHkpvgUQ/RPcvQLAE6TelZj9nMCRr/1w2qm0+vDIS3set+kAHZdFOfxtOyhv6BbOvwWAfZHWjgDX4Fzz98iErH8MAap/V7/egfTG7z3H39b6rZCB36Ef4dVKnbweB27Thz9aFkqXyB5g/MaCwQQdfO3E3he7gJ3Qe9iW7P/aDHcA+K0w7eAu9truS6bU64D9xPvhfyqswALg7MbN6EN3PtEGPklcoc3VtXm3AmV1RNSs8vLldgPDT8b4m97wKYGZtCc/EiyequW8f7HaGb8C2MYF2cc/VFjyXde+ye4egNM/ZzTK//I4P2ZOJMB3kgcyr7ve3bT6MyjM8QoQZMtY88VgLD8Hnw/2hXkz1YiHfyeBzDjlGzv2JPpVa6nqQj1X69JnY3uu9coNcEYGgCupoPbeudMe/glwN3LwiWRWQAbeFt8c7FWYv/cv6dHj3/4G0t2gQoetk7MmYMDfktZ7vfxc4+T4gt+OePhJeM/xRVpf3TgT/60LJJxcl/2mw9/rNwY3dqLpwURjD2Qu2D/hObcctj8d+wSfqUc5pJQjBl/6gM6Yd1dB0s41dDFnnXtvN0kMWX32T0fiHbq87f7230iOmEZNl7F3ePd7BjitnAlwwr/dmhk9TmemDrSPGX1oHz8/PGRZ8QbZPc89Z7tppO1MPZsE0e7Qw/Ow81nnxhxZ8wo8DT+km2n2Frm4/qrYf6Knt7MeY3FnuJrPG6gC/8V337J0KyhD3wibsZslX4TlwADf12l5vp1UCAAfOTn4yviSDmfa82m92/P/LQD8dhwx/4BNJmHV+EHyaLonHn/c2ISbOBO5wf61X4R3U4SStVmb/EpGrw6Cft7wX7B6jgiFt+mAFL6X3W6L4SRZvp16PcCRufSRPr0AACAASURBVD948tG5kcFd1EkyBDyvvycBQ/Ez2TPTut4y8vuffYcjL4OReEYotukbnd9dOjiyzvQ2OkF7nUTsTIT1Gch0kmPgUfPfgcqKa2zbcrA88UL2WnusfXThibt1GqSHx2d9vZTEIUVv5rftpriyKzz4JmheuI3iE/uTih++cRDTkYzoI+7ap3Oi/h5j1kUJLfo5SZbEMoZ+2veU3Yhd/+KTltm+Ri2guYGb0oo5jkgc0M7oKWeYN3zuJEBhEWCwFKUahmxHQgQRRoEV0jAmQQg9srOKz2Rmwj25jGEVKd91oPcEML/B/TGZJG1Y9vOouFnjCsGqMcUQ+UH0ZXAynj4zEMI+FTnf5AWiMC4AWSHwbXeW9nUSfjloHWLUGFk/vc9EP0aT3z9r33sa4l5CFIGJEHIGV65EOOjftCjh8zb47YQUrhVD6WBwCeg5SmwdJBdJ+fkY+KIRG0BPhXMz+NUapFJAAbx9BtxlOH+LiYGoAEu3kAzDb6ugpsHeg6W3SJl2unGPHQ4jCO2AdeBxW5rQktJnhI1Qgw9ybuws+uhMFHZXcpKRovcAcqja8bu/9yoguQeGLy20Ed3OWvYBYdKgFdptfiAIgpIymCpaM32QsuK12taF+i6gMOuIg492lF5bOZAqmELrvDaYdV0bUjISJfQ1fwzujIPMpqF1WkyPkEKASzaIXtuB2LTn+ZVzhEoajYkznJdGsuboo86gdeBxlH3oLhVSrAfPuNuqJJNe4xPZI0ezN1FQjG8rfHLOqAJiDrBUixruY28T4EsAJRXi7E21lZyB/cYTF41MMgQK5gad4fFWinoVciwDUKbnbWQCDvV1V6C3w+jNoG55whm/CUCs3mGtxXuWnwRQnHG5wZAOEkHX0KfXQ+t3ekTFYbCJHZF5drqNAdSBDxwTjOVnAJjAVgxy7zfAfsDSmccvZwJ3lRr7HuAfo7YDUPr3OtWSWHUMJvh5AqR9Bqp4t9tvaq69T3ZGKgCpQO3IW6+v5dVWNqHLkN04FTzuCsSErwNKCeT/cOZoB0fG3IlYm8zQsr6ztCWfOC6AtQ3+iDw3HZ6WiQuQReui+65o0rXwv8c9QQ+9Qx1JkqG51UTow87QlBP/BOYGROo9CdhvxQeYJ+uy7Sub304rmJKD/c419m8HDOsAgNdGxoGc+bW89/vHqfk6ANEVVwBYAUUbhciHJLb0z2mleQLtMa7u4FrmDZ94HH2Nna4ijOl6cI4kmYC8bMAJ2B4ZOLwWwyNJLJyR3AZysihzJjcBXhtDkikTPH7PjNY42deWZXGQZvaNj7pDwWmFPEGzrqwLne0ZrTi+0JcYfeA3GwTfWP7+RwJo8OjBJpMdjIOGcVln6ly2B0OhIziqQO9zcLB18chI6O3FCxJyOcs+ejcBnnHyf3M+lcrVytk7NPyQZIdt8cR+wr/Shy8+vebtoFL0YJ/l1UecHAP/W2vkB2eIO3nGfPBT33h/NIc5g7AD+PkuThEqwrFLPJhJMLWJOoxNBSL8gn7IPq2DqDHxbwY418vhdI7D+aVymvd0MKWr+rIP0YvoK1ppEcjkGvaMQLcWrWWX138qmDL/lRX6E/lChRnyxfGFEiKpBIoBj077888/LXfOGV5jUP+X9ONcb5voF1uKtTp2Bfpg8A8OI/bzHKHxi+OHNWh8qQol7ME/v4qzrFufJ71Otw4ob4Jc9Htj5gREb1uHIOmxt22X360TM9cN2p1kKW2H8VScd10RHp5fR9C2049gT5BY51j/PHMbvn33jzPcej/A6Grj+XVQnQBqxpt13SSDBIFnXbSvctjMdeB/3zOyt4Plx58w9l0H0l7Z+6+vAu7fc9Yjz8cRjPP/rXi1PFCl2HcfLcTfYH1jb9aXAJHHLV4ZZ5YYj2SA/3RyRhyKxmb24WxFFfZebNfjRQub276Yc9keXcpaNr2g161PprNL5Gp1TLJMHPw5TjO9isolJSiR8JFBZNzQYT7hDM/85XU2Nkoyh/kdh973fZJN0jni/bnxz+Jr+4Rtn/CO/E1AjefgC5urjh8GfrjO3NX9/1pfWM/JdpzOK9XRJoXzm/auI5IKI61+C+49NPm9TwkkP9fvxzKMrgqf3x04kpSgBBuwTLcUBOvFnhh7m0RY3TkFJLJF9fMe4ZW9uv1/3QWPf0vnaRzQTtNGJxrq8yuheORZfJCRPV11B+7MXuSpHehmj/Az2dYk6fF7oI//sq0x1UfCNu2/8PWDkcdeP/tV9Hj8i7V/enc6rAz9Dy/qc3xNjK8x6xsY5NnHRrADOYGYyAS9I53seN5v+IMEsT7eTLL/PV/8hz0wdpGeDb+YXsyXU8gzLVbBoE2hvS+RNzf9ag7gWfEbuPS0RrWOytx09E0fAYKP+fikCjN5LWZN0EdNOySA/JZ8sNWpBAy+xBklmjmIngnYT1QFCJtwFh8q8+6umx30hGYjwzvBcvjJPo87CO17JhEdW+bYs9WlAnpv/cCq28cxhoVFL/7isXXAc9hC+BYo2BIPOQFv8NfxYZb/ruUQ+hnZqfuOfeH1A6v/PMKFMWMHxR89OMQLvB0AmSsJ27GNNkEHvlt8mQKS3ive99pL7CXv0HWs4UnGtR2cfScgpjk7uDQPaFtZH+Ffz3vRbwExxhvVgvbep5V3jLk75r0JrMiFyNGO52wAMAQrIzL7sbI7ATrW8w5QRu6Ab/GVefxjfxyMMR3ggqOCabpFvebvEUy8A9v2TUY7AeCxEfbv9beJhgnabrHVnczp900MRfMjAc07MeOjXXTLYOlxOr1lnyYZfzpIgbfxR7Sdg/zDfuygYydyvr6Qt7sX7zi+Uw9kkz2h10NH8Njj71msHZ6yPRW2Oj8/OvENbXpNTPNaj6GZSmho2Qs/If/Y57YpeWFjZ33WR6042VdH/n1xP+zFnUNo9sTLvpfEH71FLugebJedZfyR+IW0flxrO3joxBW+hbPlO9VSdfdK6Md+x8HsLU9IhCBmRAKPeA//peddyVS+/5cEAPC5jjIlMepv//x/RkLO7BpUWhBIzoxx3AvAIA1OHEXHENuMKgDxEn4Azg+QqgUcBo2zJf3E8+wxZmdRvWDj9GQ8tH5rYHWyhoe6MVSS/fGz8kCXbWDuNkI6OxxB4eDWGEq9Lvp3nET5VA4WL/y/1yDRWAhSc10CBBEmAkpSFAIdch67tU8lAMYJs5nSb2/0dzwZSB4AqNZade9xPZ9zCt9S/fSMz73tANpA5wS7PNE14rins68aULYx02PuVhVNKwAQWvP8JjQaQPNMldjTNqbf2Q4AgEJofmh5aNLPpOVfGdimzwkAa68wbjAquhoKg8nrPokIMWYDAAgQHMBbQUifFSmDcs7yMz9NANiPmP90b4MEAERo8k/zk4wYZR7BhzLWIhi2otc8WJmhrONm5d2VTe3IcwbjBMlwjnmenyAkqeS0rTpA56ZY85snCQ/N72EhHzxPK8ZfiJ0zMvkKucDfb1WSXzXOi+mHcJ6aQG6yMt8M++xDZGT2L8Zf5hsnXp69AWCcEL8Fsri+24L09evYTWVrwPxUF0/LKbUQDD2MgXdaKKZ62M/7xrSVbpuphyMEOuoAdK9lhMFUFowsRhZCS29lxztfzQXHexzhGZvOEhT7/dZO9WrN1Gc0TlZXGyjwdgNhki90Hc7NDTjF4fBWmtnBYgdT9rMDa7+dGWZemzOLrL2GhgUCCYyE70Mn8M5vRgRjh85uPoxebPnYyUFZ0w0AszY2EifT22DHgGwDwG30vm29nHhjgCTwPRXvo8/hMZ738tR7TvoC/SRmmVxDsv7ZZBMUX1oktfy+kn++e7pNtxzC6DoA7mboxxCUA+63bN59fwzqynHJ4EY2CwA3eO4EEF2GA4Qg8xsA7ko0jUMOoK5Wgh4PL8/6MI+mn9eIQwZ3pjF6IoGmNYA835nkocNyWKHz5VDpH8YnLHLRVNGHDKc7IWmdHdE5i/1CM7Q63W4NDv5a1wZrvk51b0klsonWrM8H1PdZSN6XD7dJB3fFJE6wdqj5ucKLwzPCZVnzYIRO8GBd3OHii1Cga7uDRq+d5vQ6qEJ3UigrG3446j3XXRvJF1oSYXi8Feo4FqGjP/6RxWq61jxpMfruMbgvhs7tRGEP80DponQSWucXXQqCZ9GP7RzUraGfJG2IX4RLkqiTSH5w1lqayL60q4vBk/1CiKyDpJNOqRBvWwE91Bn4fxUAPu3nniMvGjO2DYVuA/NfFd7GFcFkGrWmQTLntrJe4E/yktf8Y1/0SPgr1Uadnczf8LRsiSPvvlvc+QKc+RcJc+Gtuw1V1jOZ+cEKU1U9hMN3b7JbntXUFVuMLUN+4oTh86zLndCzmPXWg3q65ujA40dHwjypPNBZ8CvvzTNKPPiCRbZTv5cd3ANuK/z/6ufTLs7ZBeELMHQ+GHocW+KyR68EwwQCSQaIbNsA8NvS/Ojnwew/bCjZE8gnYbNO/L2Xfvhmk816f3ze7OgI8Ky+7wDw0fknseduDe7v7fjV0T2pkFlbgUqrW/5rz7H/NjkmA8dRqrGx/2cMT7Ed+/FTLqS6omkTsRJZ/9pBd1tBX/td53MI58iKP/74zsDEZqx9gX6b5m1nf3pU4/N9I67uMUQWoPPgQRLcjEM/efm2Dmb/oNXYLWvnk0Tl62QH1LsJ0By/xgzotZex4Rx8Ne5WEGbtJz2bIMbLM/gBEozYLmfgGN27CX9JsGv8wF4TACZIZeKQfnDgN/rR++8kiCUMbKm3kwIyUTIhOs4MnAqNCgr0ftrum/XzETLfj+aFflEQNYlNod3WN3n/Vg7CltgXuWF0dOk89o3r2yHcMph5elkmoHDWbm4+/KEVJoFjZAWJRn0NQV38geG/XYODm5CdxnVTRTSykXWwzqkKrxfTwxOZRxZQ/8b+09+/tWy+kwSTkE+F5m+8yDpSPUMSzUkUOmvFlfmNreLtpx3xU6GKE/7s2bOfb/efJH+O70Ay0InqZRDdQ7jsvv4KTAceb0f/YujHjjKmjZzDgc9YTvLi953ttEkuOXtZdvGhy7FrO7DiBKLZS8lfYR4/Y+DND1ygz01jKbppO+ufX0KX5afOHvYek1yeh3GWK2eZN311wE/Xivav9sIfv5BU0vLRvhBdPx92kuN11vbgm3dev/0N3nuLdo5trCWQznQSFRWXWWWwMDYRBSPYvOwFiVvc34kbXKPnnza7sx/oQV1DgPg3fwT6UJTaujP7k9amOZc89GzfbcULDn+IlaQXvnWmM1iSCQfTztEUJLwge46fULinsOX6D8JD2L4tp6KfYp+C3VoXZX3W7ugE8+PY8bNvOXXW3kJSfpK4Nl7f7MY88owT6Bsa6wCwntk+z/eIg2CttQsvmnfL2umIZ9t87WjP9+lgxJ40/eM7IxGNwFvfy7x/9VvRUasYOXZbZLSSMZMMxX7tcSYezyRsHz/FdL568e9tq8Z+JCn1tsvoEBhbJuunfaKaf5MsMq/F0iQAvbb9rX/CuwkA30aP4ylPPEFv6CpOFzjJ9/iNjaQA8TD+Idkt+F/Acu2H1g5Dy3wvOuwjdg596T1s3vzWtXQ6a99t27kKrh55WgnaZw8rjnKw4OgRdRBBx7Qf75WFi/nis2keh36UREjibftk9L32iI5R0JF+n261k/SntX7jf7rOOHXsR4o+Ov5IYn9kQPhcmED3ZH6LPyme6U6brIvHX5H0lQ0p1EoSPthUejpHH7S/CqhIPDQ+KgouRghZjuxRBX/7shcHom4FI04ITcYVRBPgyIKMU/Qg25u4OxO520N50SviD+Fg7B4m/CZLq1UUpNlPABBQ70ndjsQOOOSMhbvt6skUHQJHofNs/aYy8OEF/xnAewuNBiUsBwYECgrHBeMzfcyNWh/NibMf8l2Uu4M1yt/y2QDJGD4/1X5UGV6sZX9//v0CTxk0I1gI+Jy9qUx6z1kGlAHWI5xPUKkcUfPCNvqYa7dmwDh8Qb/b084ZGl0Z+tg/5jCNqx3H/U7+jQPP+2otlbL9s/6nwiL0TGFfG4ltgBuIfY/B8ADQaXyu+Jl9xZHsvyd5Qv/W/hNIbyEVwROl0xUoKIg21A+o97vUYmgz+Pu6PlRe70ZwSb68VUtvcOOtVAodLP2TodRZslabA8C0LwiYrEWAq+m6jGZoPfvZcCpCFJnTfMWaGjB82XIe2wjNV4Wtosqehy7uMx2pZM/3Ow7ANfKPcxN6/3VPFaf7HV1ZSebpArWVR5xVF7oIXSLwkZ8L5CWXJRMW4GKAuv3ciO/lp3XA+7Ny8MaYGFqr893bGAXgLV0n2MdPAjDZ7wVr+VsrrHmggHzPaYexDtG3tV1ka4LAKGK3rBVNTYA59FPnTpdcQ18cfoOmxkHB87WvbyYsQAo+YapHjpxzy6Za+SPiJGLEUXuCC1b6QRN7b/YceRb+lbxXMHhbVp+1/cbrz7/fkvsGO6Od0SeHVq2Ht+r9AjCmxW09h0MdsG6gaWbMmzsDuGVpyxStrSodmA8BHNGl9Y91RSpICHiiv//fDNzs3+pzO1U4YkF7OXPF4xSDMmv0/kiX0mXgDSQ0/Sx4/vGIS/ZkjbOnofcNmtDhAFl1yedvcTmyYr+vipDvUW5HOT9vANgOEtP/8pn+1gjEg8qCb/7rSvXglJ3Xy2+sTxsI0O1pEVMBYCp83qQbDIjIlJzZyjpBJ3H8RL7hsGwZQ0b6D0POtDQOpye5poO17Vjh31TWApy3ilvyaFrsaieFR6cV+2ssNVUg///KwPbabZzunMX9o21oXReHu2RpaACd8yYu/qROBbCTIIkxdCpthHu/fejEBPGOu0kMPSSLPc6WNvpE2lcF+pNh3niqDSA/XzJu8DlHyRBIcCCJ5E69WDL5VHeHt8EGOvdMP7rsP5RgOUaV1+e0Wc2KHAcYZ/ccen0ijNPWCjwAltU6tdzROKjkaqzYCS1+72GsJLT9jwKTds7lnMMY69s6/0pumsBTO0gki2P7EPBZvIK8IVHEfGMaSoWJK8i+Hxyd0Eo7C9tRmY4xs36V1GCeHQN+8UcuVAKrnpdzuVaoaGx6nj4zsqqOPthap9Km7Md77gnuvz/mRTua803kfwLAGdOuEXbAcZ7Pw3R/xnfrY0tPy6rIF/F/HAWpJlobFbwSR5Cq/jOY8I5+OjiEbXjWqOSnHAt9nNLtIJEhvwFSdNZpJ/lUZsexs/vQidfY0B6bklzUWu1hh1de6nsS1u4OGnFiXJWU37QVBOhgxcE3HE0wdLD6MryQzj2TdDRBNfPT93kcOalI8Nhnf6EB7AeRiqssKvmzsVZ3/vJ+PPasaed7RzuRPQbhl+9/xmUTAIYmO9P/4BCRAckBTiBIJy3sJI/3ofljL373niMEjG2zQd3JybKgxpG1JGCySX/vkUyZ35CpkqYGLzupYDoVdMUE6+p5udJxju36i8ATDk4SnKRnkDV2EQxZ2uk6TnXW0Tw9egsfie3rOcqprzObGcPcAWA+pwOL/m6/itdp9pf7uwLQ72g8VbTGWuh3zrddLAO2unip8FXmHjnutRms0wHo9ius3h7vo/Z/qgWxr2VfeL6/rOPdoQr5ebc6BnN1EipjkH47PiN3+gnv4U+QrMNP4CXzhv2U0+huj9PXlVzS3n6yK/uz9/p4tQoAn+fPe7ADupUrtNEB4INBhBWG5l1RPriqW1B2R7tDZ8UnHvXYMZugtokfI46io0dlEaTmeaHN1TXdOrXniP3cfpE9lzFr/fpNff8La+bFVxJfz+kby1sJdtYRmTt8tr6GHb/W74+vU0wSVmKLbwfFbY2pZybIEgDMs0TPfn/7H5U0/k1EDnl+tvIvn7T8IqG+/YH6noIYOtP0+l1rPTzZe9S+UtlYXdASOZgOfR1o0P10B8izfiaCk3yM7N/59dtvv5ZkxunwM8LztYM6EN+JUVcA2HI0vAcv7wLv8TIeuelCcmcNlsvfqj3wnhJ4DU7+DUcg75mzEmo1fnS6Ax4ugBK+zJ5jI76JbWvLViGWxiv6Gx9XfByZ2aWnLXzKj+H7Vn/0UXEhshLeJZu6O+HS0c14+DmylnlOzrCtZ+oVYFS5C8aPg46M72flNc9pzMT7Twe36QLK55sct7x47FPZdjXs7OUGNPs9xslVkX8FtKwrs7ZiZWwDT1sBzEqobB+ub3liRshQ1r/plYI8kpXaTwDNjuPDt8M3jfmZk9adRFkneJduRsdpzoJvp4WzA2Whq9BW6K79/9HHwzPjU32Txj228pWbD8b/sU8fW6kCwN5TjUm4Q8FMG7tJAj3ydPD1xsC2W2z76SjA4r6fHWhuO/P/8zcFkuNnhbb0Oz7cdNLon7a9/O+R6cKxBKdz/RwtMMdBnbkMzkAOB3eTRBuZc62Vgqj2VWz7fmiL3+LbPqYAXw7zuWhvHi4SJq4GLurOsz0Gxr6YFLyWtVy63QSMTjzmWVdxERXvkhu2/XfelqEOHgt3bbFd66WzL9P5ARo4Ps6TEL/yFLymQoajdz8HxCW5rCDGwWojf87ThUBjPMcYZoBthGH8vwcomzlsyK/T+gcxzUox0SirUWyzi2+GexsxKHAAZt5JRUmCxnwW0BflGOAWx02DITauASBG7HGUfI6TZDTJUZLMNgycrGze362xWsl3APCs0bSRgZDTZmMMAu/iVjeJ0X5U1RJ00dtHALUT+JrPtLghy0TKvpmQIDVETrZcZxi++9/zO4DqtJXaoBfrSxtpCezfnAS5TnvXpJq9bOfudUZBrUECoJ9Rg5CzQMm+d0UH435biG8F088zZDH64IcGuDGY2yi4mTzOk808AXTpcxnGfUYAxve2iMBxHCMy8RxVE0gQbxb74dPvH+24fYEqe9EVGQhYJARAv4PcAWICQQEdcXhOoEiOBweAo2DjcDez+XUn81hyrsTQKxfizFkDI/uce27YlVlcjqxxhGQdcnU7oHEstxyROwiKU3D+HPqO0h4nqpy3byXBSQY4GVGryDOGtGk27f7ioCK4hRxSJnCu1c1xtB+D97v/XxMIX54TIax8INschwKKQsvdSTCsm5NCBgwlUCh5kwAOxhLyrR1sei4K0vsyCThy1mRsCVqwzreMzLpkTFJYAv3rHIFuob8YFLTjmpZyApxzf9oBbpJQxpU110iQdR3AgnZPC8dhCCqAMWB0bweAAZV6MBX6DW7DK3mYz5/8JihDeiuccbSjH8chrVaoklvlALLDmf0xgN3K6TOO7z0GyFUxRdC/eV78QyaaxoYTtMGTaYKkme+977nEvk/sPGPsFqcnGPeL/tZ9ze+z1J6b56glmczQt4pMsg18whnojWAiZ+5ELe/7+KBGJfuVbQi1DmvAGOfC0I7o9wNsdmL5makYZ4xXgsL3fVr3M7s1qvlEhgpATuOWYxvHUMbn/78PmHeCwfR82tNs66IY3LR4eVtWaTxU8r7jb30I3mh8orF2QOknPlT16wRKzvpkDdgj+J95b8XzLpSri0Tn38U4EzjOgTHTgqmNH9YsLZinNfYkC9ph8v2HDBO/wgO992/17OWcU1C6jV7Jm9G1mk8cKZNBPIk9DmaOQR79Pmc8WxZuxwHwMptNMsxFD+I3d30YeiwvpDHKyP2388iVDGlHRRzArrYdvCr5xxmmZK5GbkTvkijTY2a9bzyZBKSV2Vsdukc2bPZvz29bAOudOR6CtTsBlJn7wSQTAKblf7Besczo/FO5IQN7jEzkB/M4uLewo9iPRI53vnEGi9Oi18BvXXHclVm0aLuqgKfqDH7gN/PjSAd4SPz+3z4CQJnl4q1pr/voQ1bgtEYcPkAXDTs40OH9rjPrdS/OqmAl7KbbQO9KjRZSyJw2nOExr83oQ3ccGucD+AF+Pus5laPIW/0Gxw8XnGCxtr3bift8MwfZcqXmfAI0X0CNxFQl0xz+nWC36M+V4TjBzANkg9P6czHPSYj6HhR7cANe2kPsgO401HTC/pIJfjDwEwAGs2g+sQWSeBA9kWqKnNu6yVi9Nx0wwO6VPnAVUHe0GJlNVyg/4/usz3lu/bnj3y5fTmIbzKfbf2tNt06V4MPQXmQOiUfsn/WPnVJhcBITTDMV2GW+0Wfr+LwSKUpGtPzH/uQZrQ/0vA4+O8g2rXwPX40DsHVe5iSqiMzt6kC1APdcKgGu7a7FSbs27aTtyi7Jdbou8U6wUt6xx76sc3F1s+beZwJ2sgDrQYeLyMX/PNVayKtg8D2y6qpiKRmE/ME/ouf3mPL3YOLRpe+RDOzvm3yygZLwhNeiQSKT+X53YQFYpwPAvWbg53XyJvi4tsv6xtapWZ2XZv62/75hUQ134wDsnuWHFyP18VDY0J1ItvJ3ce+ezd2JllrkXQxo7b//nQp1uhE4MeNqYRxntX6SGNb/bhynqrZ0qdqf4INu+cnec013MukqWK07fqe2U8AIok38I3p+F1jAD8jV3bPIGgpRDv8/LRRzf9HRMMft73uryn76p95gFPYM9v5vCSpZ6PUdsefGrycxK5VmXZEnLN7r1LZ/O7M9/1HKfeQOFUfqjCJ8SZWo5UTJEuxyF6xI546vrzvcmLbKf5IzOGW0N22Mb2SweSoDMwd4RPuWxLvcl+MK41NGfnTHwSI8/zNBjawl+ulNNkty9IIGYxOvUT7Tr23BWkm8xgpdmBSZxvrAT+7wpiGMfmKMJ6moZJVtIMb7YZMOAufZj334SxKVnp+EhFTXch47fPebXvA9fnY6TWTt9JkUXLBQB420592GVGOW/1L3s38kcOAf0j514CZ0GP8W/PlXAeDohgrEf/dK5nZie54X/wvXpyo9vuBgqdinTiwQnb964klMezsEmo7s5Fr+DI0MZp6jyM4ez7iN1eZdpwud6Ey2+/ef+daBydB+2xcet4Epwbzcg33RekrvxUf7WzIRAeAOXLKu4GdjG9H8Z9pvkUP80yT7E3jsZILQV/77t7HqdM1ygV50KqM9nAAAIABJREFUM/GXgx9l+898Dw08e4K/BTzGmlGQgY/M+qAa3B7/5QSn+4gTRwTsXwuvm8Y1butBCaSsgddzksPQ8ezta9fhdyQhLDw0yRpPAJi16gDw2yUCvPP6dEJvM7ZHZurTTqRHtJHQ4uMyJkYVftnuQ9Ed051v9vIOim83HWxf1iL2e9bsLdx8+dHj03UTH2g6Bdtj42R/psPb8B6Fg60nsp53O2dkscakd6JHNt5zy9KdS/gZvnj9NkeGKZmikmXsU31amze+0POddGyZtHJyu6ct/tW7+4iRY08OECO4/OIXkQWJzWef5d+Y+NffFABu4mEwEK2yeHSmEgGoM9gJcLTA/PWQ6iFONnjbA0WA6Ecb2EroZAESMDJh/g7kX4WBwxwFheCHQ+IoC3HoRwZt9+X3ptiwA8wlaz5C7KcDVIvbDkfao+k5UUYJGvL3ifQ/PdjXgNJ7F+AAZmAAhB3CSBtJEJRgSytmPXcDEGlvYlAt8OHWEFFcEKAI+AQnJBBr3YUtLBTk0NC9zhJZANcZNqyXnn+crt5rmGzPl95nViu589hkSnWbAPyeAUd7D446hHYUCAH4DSjFYTfK9vv3Bnjz0jag3jZc7xkCHYC3YKhSfeiF8beix1mLwd4B3uMs+xYa4dQBqtBo6NZr4EyjJCBQ9WC++qVN8ptdaqXyZN204PO/ERAOrIWem4YECg5INKhNxTogyEBmnkE2Xx6bgIp+3j3gs5PJPAzCGgMSX4fpa+i3MiG5IQbtALQhxzPFMeyokNLYoTG9u42sXiecJW20SNA4M8qta2MYtXO0zxbAUNssu80E1nsatDcgX4eYwEtAPln+gEJ4ILRdLU/MA6Ogvb45V6CNyOOYHiCkdUKBW5ZTYQXgnX06IHbeBy00OXVyj0Gr+TW/T1v7aodqmp7ko9sxcwPknq+D/iNLxPen4oQK3nG8nXciD54Wzcg87Q+BXgcQJpqvV5COIIdyghdrkHsPx0Ehncr8Wq5ZDg8vpu1VAjCZjwLeCev1ubx9zhafW0eMgdZg+axLBmtHsSyf5pHXeNal/QyPEVSvxwz/BGzlvD8cAOGbrcqAju920JvYJLq6M7JTVQywSwvl7z+vkVpKpXUqAW6Af5I6Iu9z1vVyKs5VZDNyKQG3TkrJuckdPEMWX05VG+XhIwA6suzI7np/J328FVcaZVcn/Sa/kUvmceGUcQC8dITOeR1Omv8//6lKy6n2+Y+0sX4BuNfOcrsCmE+Gaus7XY9BlqQRnj/Og9HDL9Z85QQGEAGpdorcxgB7Cp7YRW6H6a7xGgPQgGl5nIo8LTScvzQfEnr4/rcKd5xPGJCaox2RY1SuAb8OC8/PazsJPuXkdtBC7ZAdUL7b/JDc0BXfyPzfAhznzBjL1V0jGX6ngtGOhnHwKMHFMlYBoXVuBcsGsyEjEpBJ0AHZDW4WLoVGSWo6R4vI2HOrvQnSz7AyjwmgWd+kPX3/WJ78YgtA5+ir1ee5e+nu3wevUwGy11I1ID0Z+qcV1zWI+QPZx/PZG/3NmeWmsSPTR6fLwTXP0HjXIG4Hc+SpnzVJPz764tsbzkSj2oPkLMbxv/HYSUZYOLydaeoohTgWoyg6CB8Zt+2Ywye34Qy9W35NBQh83vhCCZ/oKd3Dc9sJ89Iv1QHgvCshTmOrzibIp8YWPE8OAAKzdObJ+k1XnW/qStQCjyAzsI3QtaJHMFVkKGe8ymCXbN1qZu310R3ftfCXxzf818lLbwVkJ1aw7iTCdBISMksB3f8tgQLb5jcHGvTuLjNFvzigW6c2b9AiWJ+Bgfi+6eSSRYXt26lLC0nPdQKrOHuQTySUg82b17NGS5/QJZ8zLnTf5dwq/Nf45zjoRj62k+l9Lkk9nTQV2RlMF7/AdM8Z3OvPhSfGn9zBXssS4U9X1n0rYH6NfAQX95rhAPW6Fz3/lnhKILTPOe5kYK+j3m96mA4stnWTlFiQMHbnt35g9OjDnXPTTosOdOaVgD36Gbv1dyeriIPk0nGaT8IidIb8WRrcRFpa/zcNdcC06QT66jZ+LW81hzg0JyH6WyqOoIgs2I5fbycWPfutAGZfNskjo+kzCH/jpdity5nm4UoQ8zwmEedNLu9ka+xSNNZvQYtgz2ADfDnQrwMD4/MBv4VP7jbE1oMHDyVR9rcKK3Qgld16N0c4QEsvHkL+y1bqdcQWzBzDR92RBnzW9zcexd+JjBF/oIuDh+Ls5z1vxyDsBfDj25Gkbf5Oenr9o+zXe5QO+/qb7b1229pJSy351wnkKlHLf2Oricb3CDzm0b5YwQeSh6xTjSPieGedkqhkC+68mvPBvRdjL4fnsj+0WZePVM+VLY18pXqbwAyYtOeltcJfy5nOop/2c7RNxb/9jOKflltUOmODtV13dx8KTbsl6TygO3iEL7aaN/pK3UMq4dgyF3tzg9kAyg3kr69Jz8WWbNkKjbI+0Gn7VrqYwN03pktj8x/zjd8hPwqyWp5OdR97cbrkff7vnM2ZO0KjE/gcyK9OI/Fvx3+WpLb19WgJTwKj1yrYDZ2Ivoc/T1eVwhutoxrbblJDCg066Ja9o3NfZPqN/dfHhn7/TeeBO0jiUIAn702Xlx4b+FByUXYlz+0Et+N/nwQMV/3OfjQdZ58+n60T/tZfw/wts1wJr6444c3Gp/hFJA/6GDfRKTaJ1guda5vO+CbH3dxJdkmaBkP8Zr+9PniNJzGABNGRn0no3PkYi5adw3ihReji7TzaRQfN5/CJMerotPbFQcfgeYqLThD5u6D1S2Mn3UtxlGgp/u21F8NT8dl5XSUz9f3EqprWuyOp7qP1sI/9+/5neTfrYg+uu1aVk2om2nRPDIkgrehfP237v/t61uv4qKBpvll/r+MbxJQ8v0kWGNmAXeCuV2ODhtf/89bZim9NgCj4O+/qQoK///HZRTPfTaDpI6biX/SPlKhwiY6CFN/I72Z/WeSNE9LEk9+L/v4l14D7dobzfvskfyaE9fhC19Ohd14vqI/8F+/I13hk6ST1mO7mQZ1gwFEWkTMtZ6Pb3X3sA/THerfDdjKujxNzDlH+3wLAECpEArG+kX8T+WRqSbHYQP4+E6MitL3mYmo7wfJvBy3rDIRX6KEUjldl9i1C53by+Xnl6NA1APT3jBoMcFo09wZSbSoB8KPVyWxIAo05iFrz7Lac54zQIdAGHT43uAJor/HTwM7jH4CwGUCV5WkGCvGRyaczp/QZCmKJJk4PAjN8/u6vnnUM8SpR/y0A/GaMWGjMXiJzMETgt9DA0IF+ixZGlVn5lXG51yZ7sI0e6JHxNlNaCZqZFZi7A91mKDEjTGWgsZlJoeM577V734/waQXTLQJQiBhMv7WTbiEKmMOJ864PoA4w+Z4J9ecAd+b9Our4/FfhP5vDPb7mqTAiiaABqp85LZ7u9V4Fg/DMOkWR9Hs66Auo82NLSbVyYr15H04h1jtjisMthvCt7CzjPb/QxE9nQZ4MgEA+2UFro7VnOk6SIUQpjjj9EgwESB4gPPPC2M08l46PsJ+ggI2eycjMws21kuLm6c2+P3tRwzMvjxclimzko53vX+DSSqYmZD7MNabl7x+ag64hAHzoetb1rrS/16b/6iAoCtn6wel32RMbEgaIcXZde1p0o8mv3jgqzbRIoKOB3TuqPkedwBeg6nWU4GwjOep9FpXhLdd0DQDO2WdzPljPB0UdOl9jOzQhq2gq97QW3/oLm2dvqHDepBrTK+jC6xTnEs4Cqke7xUiP5eL7miB7w0fwJPeSIHGcShMAvva3UPVpbSjQN+1GT4KBE8NS3aM9dOuvUwq4NIr8HlvTQztOrFlHAOYGpyvYorXymm+yEIY4HTTIUtRlfVZoHHp0Ecl7jTtq7b0XBowkcvC+8OtvWf+69s1sDx1kPfhpeeXvHbQasFfOsXyXu1LJHV53LrE+Hx7/zaC0nKh7j8Pj+wKH5qHvb/4KwoBFCOZ4dQePQYvMAdCbZ0wVzeCK1lmvnk5gEYCuNlw7d9aiDXecx7RasrzQUpW40H3XESTP2Sw2TOhAoVtHX5z9GNruZLw2zsDXfTab93qStY4M+JwdGG7sXWNwJyaIXgv0UjEXmbBnH0HL8KoNTztZ9u428GVA4rxh7J6fql1Ld5LhikMy18RmuoJd87nxCQs19EhgJ3yzOE+XtQPEZwb54nVE6prXIftmj/M6hi36SgvWdCfxeyqIca4/iWkZMfeX6BrdSYJKaBf8JrnWY8szwrveOdNeKm9pUdnPXp0675aedsLmjTuhATrzeE0GO9dS39jphj+mvTYQPddKXG2Mw34Zhs8L4GvezVo1PmD+HQDujhKiobYDf8zT+mF0wbwA20L7dzlaZ1zQahL+hsnnXvZG730TIPOeVDyhbhoDwAv6nSDZBJ9GRiqgLNmUs2EfnogXxovnAHP+eRxs7B24V/JpE4o2uOXqL9nNluH7Y/qeI2mo4PA4LQ9IJpO9g856hJ84Y+xjjV18TID8Nzv/xTihjxwH8HbAeHnHNDGB79YNjP8NALd/ggCwxujOKk4o2SDgJbdqfZY3uLYwcLdZHP5Pl4Qb4AejJvDUvNZYSLuaTjM/+fHoRnc6SSJ2qlHiB+EMS2gPvsrv2d+Rg3awW+ZmH0+Ch5yFrg5cRyxyxo71chiFN2ecE6ixc36chNbX47f5gQu/+9SlyObO928HaL6xuHXl7G/LoSM/6p282wmxWtdK+rHt/smn7EGS3l57y88fRrItV1ildS/vYTw8h6MP2tZ00rITlHL1wdlj120XqfW1hL7lX1qO1Bq2f0n6aQsKtmK07f4L/0+iXye6MP6X98zns2eam+ZFt6P4vSKr+kzPUaneK2j5DoxuC8LGhj/pIE5kEtoZo+VUnYW8frzBqN89reu47yTaTHLZiz/xj3k+drzmTvw/mjd2LHLHSZ6TgBETc2XfqVI+amJxNpiC4pWm5/DOYITBn43n+9orycc2W+zc0NfPCh/RTbfV5lnI1ezX8Ob3IFo0e0zlv4Z+9Q4qqo8ZVRWa77ygp5b/3ivOGnXwIXe9HR8ljv5LraO/nx+t6ueIn05Ux67rggjPjQ4gU4FOVbdwv+fjROusfydH5r2ztpUIYXmiIGZVZr2dTN7E3LWnMlkHsaETBy6wv3mf/CT597V/k0B55Pv3kC6g6eQW9kL8zNEk+M0y3uCh5h3GpM/i2136Yh8aH/MO1jlrOEmeJGc+Z3C33zcT3DkzvsjqKITffBAeszvYrO0JKzQW4iifrGMCwJ3QnDXeqn//9T3oN9yB74Mxsm74wiwfPzqCJsvMmX1cCJkPYNyb9rzOkwhz7Et95hgGazW/h38t675/t/929ze6uWV9AmXxVe4efv82Jk8AVGN4r2F98jv4tPWb6abiP28AmHd1ZW3HZfpYqtYPRz5WABj/jOxg4jvgze6WeiZoGli92jYt7/rjH58PQNcNpkyxxq4R9wcnLo4gUTk+x7yx5edFC7LDjK3GZprK7x6b7dbBKQSBz9qRTKnvZwyXHB++7i6V2a8dm/7GHxs+y76DU5VY1n4TBQI76c8B0qE9pwJUALj3jTWOfbxt8fPuSQJ8kr89tk+5dAJ0y8/f8AHrnbVaXADd4/eQ3Y4vsLuZogOJCeA/TEA9/iHmonddR2R5cW9+urDx6QZ2F8pcfKdnfskb7X9suvUrxify2qm/4cjm9a6613NcYDO4FBr4IQe+65xsdSXw77rqOScA/C1MYOtkWqKIW0B2FrEmwKHI3rgxyj24ckxCcFcGlQkZQ35birSRHcCcFn78uKxawm2YU8A2RLNMBBG10cT9cbxPoOnbbQWCGjC+FSMYCh3APs+a52w14WRhXWeQ5fDnbWWTgeNY8x/P2bwQ/mnvInAwa4ViOILNbdviICPYlflH+eHkbiLUnP6pgKAFSR14rXFN6wu9u4M/F+D/bozy3Uwretzznhf4rpBaA1XX4qgM/fQob8GLYDTzioEk7Gzo3eXy7Jd+s9dkhuL477ZbXn4rfDH1Ck4r7AoA/nZ2DKPFadaCv4OSgLE3yz5rn7Yk7GfGs+uQecQR7j2Rk6d8EAHkEyCqjJR2xL77jSPgXu0FqJezTE//HtBjxyl2VyyP3LiASNrPbWAp4+xs8ivgfyYOYg7Apsqw16UBbStzZcWwhgGzE8gdAIyM8jnT42jH6dsJA+98oRPWjH1rh+k5C8NycFc3DvCcgdNKDSXN2ZNpsVHOqO8Zzi47Ge1t5E3bTmcBzZztCNzMpF4vj6Za0xj0DDg9QOd7DA40KryuM18ACt9vGaSS58gJFC/zO2eejqz+zUGBfG6Z/CN7aZbRz/3B6wG4gIVT0XvWGeOD3zkDoZMoQiy7V3pNy6rXSPptXzU2V9jcBWp5NKTc9HBlIgpAUg00Z2XMcNQqJz+30/F2LsbZiXzy2EcOeMu1z6+x8X0uAIXj5FT6DrIUNcngut8z+r2E9AHu8x4CuBlzHHUCQjio+wgCX1GBqZ5ndN226NWwpC+7imirb7TI65jqhKIfjvpZTX3eLdt/gicZo0nyocVP9E7kdc7iIbC1bS5jSKwjpHl9KSz/+i0onMrKO2tRyiCGc5zIr9z7LQBsihlgmCSXu8Is7884TgKZg1Hz+fBA6/zfqm6owND6k4gCebQckoGMo9GVF9J3FapYA3cDaBqbK0ZcPTuVw8OokjsC2ej6xXPIpDkcqhaddeqqpjgkg5/aSGpc0wHgGPFzTmVv6Df/O/A0+rj0GRXxyPfQP20i5wzxCVrotqvie5LcvG+jH4KH7jPWW2+/Opvh4igKjYzD9HEQcq0TiGa+8B6G2EvPns8nrloGtnzvo2TQt02HPC+6QHh3z13UmMku1nWtczsRoA2qxrXsm+c8Os9643vXn3/+efC37ml8DX8ERwRniUfAVocfZ/DRAzlrVbhsE09+UQzivVLQjWF6n8F/6zgJj2adpk1d2Q/MG/lEm7pX10M/4b04zbkHAxmnNJ0XaJV1WuaNHHXme2F3AjtUwHkdZw2pANdnbhur1vcTzBYuxW4YVTR7ncQt/cBnja95PhVpbyLM6s/1/rZ9QoKCeWNw4nEkfQmy2Y9sMuN66Z/1NI2Jj4enQgfBscnk3+dcdGwnUToysX6vA0bQOu0yI8/9rKmqFi38Hzo4VNCLYC80pd/gJeTcSbz6KkFaLvsejWnk0v8/51Pmnnt1ONv6QIdxmG514R6N4TW2PN4kNV0nB+XpajJym6ANerkrE/qcagfwp6U1Y2MN0sI0e3xVNpCc7vmsw6Rp/wRODi6+z7+0Q/nboz5zLzSkjQstJmC1lSqcqUw7aQIErGj7NJRETgVu24aNOYO9flZ2nODJ2L4v72Sci+9PIl4liLjawfpobZDe+cOj1ve/0wWJ9V5/y6DIEs5G7taKweYD1scWeJMeXr70PM7/W/1knW+cvPaWLksbXiWtKZCdCit4wLRtB+L6STLe7XCy+CedEbptsYP7c4Yq/MvzUAW/6aqMaxNzjPe/4506wP3OG1yXMScQb35j+aabTgeweHdXmHL/ta/en7RzRi/le4yd/HbXDlU48vHIPo6rAVv5HeOoT8EBneJWFtJquPEFVaEeh/43+PsnLkxAlH1jLj/sm1kTEnl2zgi09TX+VbLli8dbfl6+jrHT3s5CvNO20xylReUPevjeC46e2eQRB1IGcsBTZbZ5Hegc8J/futhmkVp55LbZpj5/A5C9jsxbuJNE1jfR1zhubMKeQ8vR/rztVvSr9ZnNpPXVIbtOx6TvIRw9Zv6WBeEjCObp6ODZA0SK5UEF7kPDC2x6XqvLtrVn8wp+hBtnraPBVe/fu1SAE9uyAseyp/4oQDXDZv1b3nq8E4CJHXZvYvToFjP0GPGLXntRdgV8sMVEy6fd3aQTt3kW1Z9UcaPT73exHn+RyOPBxu7+81/B6e/c724/d8EGVeBvQZkDwMd3//nInywiyf9OJEE2FVz3NJqn7kDN7nPLGBL4dN8JeA+PdStzPfstjOp149+HJ8p/pe82oJor2+a7nvONY/1bT0Kh/HvY2+CA8T23TPDRBdNBkTF3HKLf9/qHLBtdcR8cQwKEnsP6R88Ei9y6JtjU8zO/l1Pt+1sB4N5WHylZLaB7XdoOZm6NWV8/0ut/P8lxws9FFMie6KVNsgTXQ0+NL8yvQ5usHWc/8zcJYiTLZ33yLTbwadE/ScLINo/v4yOtL374ctn7Gb8VYuXz3QP22jGS0fu0iGYJkBHC13rvXb0dn9BvProN2hc+G7GG3UuSeLoupnI8Y1TQOYtxV+pvoLrt7k4s9/pJvxB8Fp8q/jD2SDD5dPAdmc2e9DO19r/5gg8vjH+NJLKLZjyP7aDS9qLufxPPSE48CRNlt0DjiQVmrV9c6HEO/fztm0SwcoGT3vi3DQsOwB+O5Fp8TQAHK06ps2hkqn6DUHs7vVzTbzC8LTrSbg4lPr7Sk1EZp9Kdgfk6WOwwe/rAk4HZitIL90tWRhNWniUk8lUvO6sigL8DoYCJfd4aOAmco+Q3gMd6m4BpszKBSH1m4tJGHqNTVQAB23H+x0G5Sjvt1MIQu0Zqv9vVQTAQGX5vpp4zrueM4IxtnWmMGQXHfBMgijM6G5udbyb9+99pKR4D55w78t1zMkTqPguMYaBkge866vptfbqG73GAS/b5nqyHBfPsGevDnmS+6zD6448wfpwu66SAlt2CecAj888zF8i9hom+R9GduQ8TdPk/ARTNW0A2i5hfyZS+s3JQmIzDCpLA4NC1vqP3f/YkhhfzR8AzPxQTSuAVKvCPMiDtUJwACoLJrUz0BtPyJg4YyMuh6Xl/az6BJwxzGbr6aacVtNTtOjwHnbU2jjStdc4/vvc6e5g92dZezDLfRWY9LTpH8LznX/tsm0fp4/h5AQgBZhwn4jG5HDvjlfd7zocf9szc7FvaLcMfh2blYJi2h37OKBNmdzKl4mP59eckM0xmr/d7aOYAlu/mrdjd81/soJT8+f4hwyZrvU7TdsTw8oDx/HWdC1mBFmiugTz7SILL3bHid6dUMqbinCXJKc/Z1nXQhdl8aOHMg0F/E2HLHUD6HoaDsbG4nwFw+eaIbNbiE9CwM3/2jXUWnWjr/stE75X5AX7b2WJ5L2fLOIWvNmva6x/zvTtVkHWpOaGv4Q3WwUbqN5LWGdtCjRb69/dt/CWL/6bjBYoBbSsfAvy6Gu//LQDcZ6Ro7OIr2m6/Dga9N1VJAUVysNzdKSK/8lNBg2nV24FvLZiN92/TjiHZLcNHJ7SjU9e3fBVfsfbQGkkRdnh+403lOiA3yUmHXoYxAflkk/IMEk2o2tdGdiIEzlAcvm/2bXfZaKfMqXIcgwL2gIaQf4cH7LiftrWW06k+o4Uh/AZP/G8Vsnelx8rQkSQ/MqKbntqgx7HAGWC5f6txyFpH9vnb+YPx5Wypu/LwMrpxVk+FwsG333v6DPETnB7MfILAv7Qg7VZ3OEZw6p+WRmOkMN5u26d5EKw0lQs7Dt4BrxFc0P1dXZEV2h90ySvfQ09JiGh8JEliXCicMDRtPTEPpt0hehIjLXwQeUn3jtfwa8csCYzsE3jv6PhvYCRmoS9PC8mZHu+Lczzy7dgVJyM4F+sZGN5yOJzqqUlgeJM+LEsrKYtAFHYGslcYJlWaGMTgl3zu/bOQe3CC5NLYKMnajlPZ17tyIAFk4TE77OQodWXY2hfII3hGeGflTFry0X62dav2UmtL5TqYlMAO9yhAQvVvO4C07mAR5JLWT6PXs9/ErODPO2FqE45vB77n9D3L3aIcTM9Z8m0PsMddeR963AqzyILodSeqGC9MVxWvYehLZ7sy3saE2hoqo/Qs0SsBI/iRZ0J/BIBVaRmaDT06sH68KSQpZKwkcjA/0F+cjhzXsEkARz41k3/jw7kEr5gXHl62HhsejZ2UhyAPGbPmwX4pcJ21DH1bZvh9SaLQM0gW8HUOamavTb9zxvLp/mXay57m58PKStyS/B3zqemfs5MJ0OPwOfMdLND40+Oc9oonMF4VIMgsrsE+AiskwDNrPvhM15BYSTWAAmjMeSZz/CN9JIFbvD24fvXoJIVWcOO37ggECsAyWY84LrWv8KT/Hl60ru+otAeZMa+/h0qyTYw4SYHe823pGmKJ7BC3t3O+/QtHjg3uaqweWfPTn9A2NY7EBA5njSXjR75z/NUbAO49P7rgtwDwONBztEB8HEsnm5AHDbO3/fu2VdYfgcM69+aOoz+zfKF6YcTGjKW/oK834aR9I5eN4oD54lRXjps2Ch/j/yg+IPEveCWDBSu9wUA9iooljfttLVxmtp9DtdLOsdZC+gBn6LcgBICpoMSPQtvMXvcRWReGPLpnmOEtZukEQ/Zl338nCBybb1ronsDW2NkEGlc/DT/UXmbPs9N9NmMqzCVXstbwSeNR/btlR5KTwue/BV137ncHiJdmWQN8JLEDNih3EpWHQLE71IEoYyUBHgrOGzohyj6RoWtsAHQ/yTlCCB0Qko54W257/UruWo8PXs53GUMHGPEHduU6BQ7Rz+EF9MQm0CJfNkiFfUkFb3QO2FKFHnMubcVzpbPkn0X/Yn93oVZXhOdYJ1PIwWzd4jX7ujICrM5cTiLEdICxPihfwsFbk3AfGlp9j/0ejBX7AjwTHrmDel2sceyDKSChaOfw+lRtx3exydFH3oz/bjFP9BQ2BbR7rZfw8Pgn3w6K6G8xyV0BOYk1Jhr93/qeDp6ZFqv2j00CX1fo69YOAHfsgXFect76be2QeE68oFeHkvgPKzBaiaJv51MPf7AbcviVGZ2Eq13WW2UPtP0Z2+FOlEa/6/qTwCWqFAb//P/6kW74l3yXI3zpTPp24/M0y/dxEtPmOLjM4+tcONie9VOVLhXAx+b83q+ugvrpDjP6W3x2uheW4uGfoumT5OuEm4o1Lr0pAAAgAElEQVRNje+ydW9smC/ZAzxMIGsG+HYaYNynMthrlAIA8Nm1H0ffxR75xxcAh2ZCGuHLJNRPAFg8aZnnVbMt0Ueect+hg+Fz5I/kLPr/ta29p8ODyMPGb8QP8o7MFn8BMqZpxWuprmND69gHuTMBYPYm+C9JAcSpPJ4Hp3ZSNDrE6zR8ouc5UD5xNb0AG4MjU9ET7KvuJwBsvaWYCgV6Z69nfBOT8epb9+8Y/yph+/Ujerwep4wRcO/qL6/O8KTX2Beha8dkBEN+Tov/IYjqNmtDrN6YaY2LAYtAtFCfzDkYpg05CLk3ugOS3ULwNwcJzlaXVY/xRgahszTfjOghqKN8B4yyse1EQXkwtl976I/yYh44R2Am/YYRm5C98N/KJ4PlblnWz2hQexSvHQ1UPex5WNr8l+mPM8oEPkJilBQBoFYWCDp8JV1hTStriBGjCr/Cv/6828P9FiRMhp4M9nXsYsicTJkxKL1GU4lBxh7rHMW8TC3w1W2Y4ringiZGRQKhUShaV4Keu+dxWDQNIJz67Gn2568c0CmZj/DM/uedFjrTwqOVjL5mXFz37tvlWPT4M/fjvB/gy9xauK8AGWV6AdkEh05igp45TExlrd7RZ59lX+JM7GSDtyq2K3kueaCxl4Ot5S6tx33GRa2f3gNf4+hthyWV6TitHTQbpY/yieAHVGaf9b8Yk9WqxwLxdhgGVGwwU/d05iTBta0a7jNkIwPgT2SDz2w8RtsaQzHwaE+z/N30vskcktfrXGQvcY4gP0J3cbbDv6GVWzG+RrSuQVELOPWZrF7Lke0h8BglDRLaib/rtd0YYgRa5+hNYcz5eR0o4aWtlmogyR53hWXPhUBs+CsgvR1LDdxIcEr7pwAz3ydakUk0dLlA5wz5138Q0Fs5u0YQDry3IoysvnYQeu+Ec2bNOgGF4E7WfgyAWdM2OkJ742gZ/mWPu0KadQp9BLxKpsLv+X63iyQujDjG33sgfj6ZnJ/eTdugOL8yhp0fOsXvWR+SHUChs/s8RX2+DsHs0WlXUwEyv2ceqOtdYWbn1RolMXv3XJ2f7ZFkdWdQGOrQebeUN73asRwee2Vyd98AlJqmx4DhDKvNoEzFBD/d5rrxQO9dEyT7u2ON8Yfs68zc09pznNicQYd8JUHiasc2yRPsJQ76zczWgm0Fc2dB4nCPQ38duyRNIVcu+pcxPg4k6wTTalpzvfSHk0HSJeC/HJPWvxvg0PiFb7MXSeL74+9fi9ZZC9a06R9+uNZ7Mno8pjH6wJluGSs85oQ8ZPJP/fwbNlz8MfP/5L9+usqrA4xUYEN/8OTpvFNn7LVR67UefEtiXORsZPCprP4eTIIltPcaU57HiUAQtAgObN7oMxCXv8rLJc5zy8as33//OwlWLf/ZC+YJb70OvFOBMkZ+Z/v62Z/OTJBblROpKEf2gk2UoJjks3UQUsEXozR05movO+0iz9gLHHbguKWf2/nFGkEz2F7thGncqvdibB4DE0Ou9Ed0UuhHsooAdQfATuD/Gz/8L/5JVamcsneAxOuud0xCqPdm8CJriIGu9xHgFQggUNoVmdHH4ZXMOzgePbdrNjJZ9EDryepu0deHt70zxbK5P/Zs5OLtBM6eNDbvcQgv4Ehmf62HTuA5eCsJ0aGBxlAdUIFGsL9UiaUbCH7Cj1RABgtFj/Uzt7Vp1k2B4E6ivdv3bkY9+9MO0Zc/lt6CEf1c3Siy//7XCQ44LeHJK7v96TyzDvKt8mdfVs+V/Tbyj2M2OiBAEqjoqastsQ8il9KG7z1frgO8uk7jomLxJDd5YBWsXfi6ssJklb1zQsTg/gsbjTPM/KhOU1/iAwFpHK56D0k3kkf4YqCjtW0W/1iGzovaf0KA1wEYy6cMXHYCTrTWuZG168yOriEQv3jSz1CyxPAf7+79u+XyJt0ncGnisf1MoMuyqex2vU2JIrb/vj05doCOOhjGoxLjX19lWGTP2Fojl9p52PfQIUqy4U2W7eShTuaW/WVJ8o2HVvAEoWgh2/KP8Yq3oCnbrxO0aJ3vdSPiWJLKa+IkAfwKhYU8llFWlaAIb3ZAsI9gugMsa99n7yKrjs/j+wxZlz2v40ym4isJAbM24wDvDim6n7l2oi96s9uzsl+WpeOA3eT4XZjo59C09FZ4hP9yHbJX6w8OVECh8W8fndT0Ch3rd9tLqqw8uMoJu3cw73WAd0JyB3ivzohV1W25NwUf4os3WdnjKX8s9ku6gIS3WRvpAQWACfC9WA0dd9m5YxMRdAdf5rnDd08A4K+CGe1DaJKWjqODPsmp2D6Zf/aRn7cV92Kw6H9diV/NLbIdxFj/hMf98a4SoqERKt9+w/ZvB5kOYLqCsApHGifo33RH0djB2F1sBC6yjB6c5mttc2R97b8dZwm+BwJZdBLRvawVewPNgq3E/9jH3TEzMg9+3Z3xu0VzHz7EViTQnnf89A+c/St5/CYuklClSzqxYwNCW+nGHIwBP4XYmB+aOPrvW0Ilzv3PaRmcuWivsV3Wp7Wd7lwsM/T1Bn9iD2x3J9bN/mnj/y2AIgEn89IRMsFDSmBoP/LBuh/dt/z39aPv8A0HXy2+605EbituPxUJfZuo1Pylf6dDGfI8414ezt/tf9B3koudEIavR5+ZXsZ+xh+se+Rblyyz37iOVnvxAO+2TNZ9j3+HBCTmzxm+iS0Ef5hPvn93l5K3LbLnUQkGjb1OIlwlOEdH7BEpboFdi4k/pOez/qdceJL1jv0TeYRtgB5K0DV+No4e0Lt8ZOh75M6hi4yGeBtxJIbYCfzGj0o4Pv6I//MV4AiLSu5lTKxB0wN4gGvYK97R12pxYqcFB7gbo+e0Mjv/bv0rmv4SYP8W/+oVAP6uS3D19sutn33jj7oX32wXhbx+u45H5J7b79fze5PPXSx2cFj8f8QwwHq2G1nLby1O9x3iKyULbR/N3O4k7didptdvLY//QQFcybUpDO3xSQZJ/zjZdmxx9M8VPy2b8ySilx/s2tfvWo7UO/bA//2///wfCWcb7apYsrESgzPVaptR1kKCTecFJxG5HCGvMUTVBwZwE5I3T++W8eaHJ2MS57QWFseK3znf8w7tI5nVOHAxBBt8t0BjPg1qTiWFNyoEEaNkgyrvWWge+/geyRJZRlIbkhUzrSAz52GeCUSwnm/WTH/OfCLY19EIGCQDKNcpOyGHvTNOK+Y6AyNMov8XYhPxcb2e7wx+WnEM2DrrPgJCayXA/ZbBE3jRhiHYcEC6FZ9K351FxjqnzVmM03Fi2SEVx2WyaqlikPZUilpWR+uMID7rP8Es1qwN8CjFKFnWZt8RPvBzx4jtCmp9BhB9250fx8PGtc7zDWjt9MqYGSf7m72YvZrJrBNg5ikjcZSGPrladWvPx1D3d5OBi7OGqjsnKkxLX95NCxeAAWuJkw6AqndT2XgCLwLzU+10yYLv4W49+z0Mhzvvw6mj8VM52N8FiCSo9K6JAp/9k/Uc4FMBzAucjGyiBZPv72QR/Unr0W+8ALIOYuWeqbLxXi29nrPXXJUex3AydPIf+9385c9MZ1rTzmBexydGM7Spe845DycT7eava3H8jnHoSZmXNdJn0Jx7ynnXmX6sL3QPj2LM3I5X6HgBdhtQ79m8h2ZemleAe7a29Yk+ohL7GOKS0TXxDjgC6MkIpTU3OuivHDQnw/lbt/vpu5/hYYKHqghLdQuVTyYZOySnqm6CThhcScrAaT2t6AbYBgAEcJHZnX1ARgzAH0PCAV2BU/NoZWXWkQoej5xn329ny92xmEOvGEi6/gJanH/jfYksoDqnHWZNgwGQGfUbCG7Q1Hx+qi2/AbaBGzl0B4tbX6xBuxV5mfNUan3/flsD2YFSZwwtvwYT4eBAXmvduuLn5Tf+hu94n9YRueZ1HQc01x99O+OFtk+S0+wVshOdz7pdFXFl+OU5c97ltBcmmYYEsQ4A28FRR2V4q8eZkKBABoJOIDPd7yFpb84aNq77dzL9+6eznvXViz9bN5IYBBh/1ztjW4cljv+zDx/9cXazn/utwT9kAP6g/fLUeM47ZjCInqnsYoF51kC/O+HopX2SxA79yLAfHf5mssYpPxUSRR9vheldDbF4JYOKQ+U4PaqlafYjSUgJFIovIrNwiOgaH3Mycg9+u4Le1yR3IQmEI1dY97P/0i/Qj4znsTdW3+b84hg+kYc+EmHwn17btoj/9vUbhAMDt9NHc4vu1x4nAHyM25qLEzJGZ689JDoYJ9Ws5V+1s/rza5EWeX0nIHhbHnpjLpwp9WI9PecE7EYvpyPQ/SDsD7CGjhIgMKXWaPo5smiqgPXZ6SIhx/5UMOfiDQCbtqcLDc7EF7eSeIo8c4WsAmOfI+BU+49+BheF3tJ+Fezw4jyqmkhw+9/43w5A4907APwbHu/xX7hk6IB2cOo21GfpohcO0LATMS2fvb8j4zjO4PxdSQKxc0OrHDfQHSaEk70FozSP/pHT7Vu8ThjS8wnco99is2a/f8i3iedSWXAc8IOn/8ruDJ2uzHsDpDiaU9Elm2TlF/v/JsTuHL1yfj6Vgo3Lhf9PJ4zvShKHbdcOTzFX+ABdQNAEdiEgdFo8f0+g5fJx+k5AKg63YPfd3+zzcaRNq7Uhm+vXoZVM78I+bVdzE/IvPLzVZfk+eO1tFXi98LsAGxia1/ey87aTSOxZjrRAXrz2PGPg+fEHBa+0jf/q9BfveOQTsGPs6H37xEa9hn4+XpuHJ3iYo7R6fTSu//rvOODvxf5FsM66U3kVrDT7+T3ItDM6422ZCv3pe7dsLf+O5eT3N8G77NW05v+e6QD297/QcyqA2rd12aQah/FsFkL7pCNUSEDqAIWnYxAyg5kFyPPWR/Xia8OdWWf9Zs87OML4grNyrvh9zFV0mfaMo8ywS0/gRTjCSdd3Jy2PWzJJ9OkgdvBH1i1yQviwbYxuPf9zs/OJaXJw1Or+9RNKZ5HwrjmfVrllv5C44+d9/3HEgoM7SkgzvWSP+ogc5MePiiw6bMz8Lv7Qon4v6cQBvZckjFPBq7WaYEjWJvNlX6E/1iDfJgAcmqz1fzD3+iWng9M3NydmObATvjr+MBPK8lUnbvo6YZPBXRlgcHG/Q7rK8U/L0Al4dYXiJNHYB+iEmeDv7owCXhP+ArvLZqESsQsXjBH1rtP1UT5cJdlklegukb/uH3CA5vmPf0wAb4Q4+9h6mkQtgn7sx6HLEW4JAK9/5qb/+H96zUSnJ1BQ68/RAalAbvtecjI6UvvRto/1jCvEx9YfTH38INNJEP1yrJ8ZL+QTXs1Y225Dtvi6oW/kS1eck9ijtQKTd/ItAZeHXA/N6/2h+wQJJYf+4/9M8t7wx5WAMVsb+R47qLEjCYjd4aSD/8cWHv4Xjf39S2SynvqCytJNf/yhDhySC6u38IdKl3NU35vs00kP4YskQQqHHJxyCp2CjdsvCdWaXr//cbTA8QrNGdtcR4vbxgS9b/p3FxC8rZWxZSIbEgi2LaT/aW0nQAb9WxTMRuIzWBy2dhx4vXVjH+/T3LkFNApO3F0uWsaC4RjTkZ1Dn8EZijtIH9xxkQTcw1dvx1CASo6PCk6lAvivbBLLm6ngP8n3TqDazh6v7l9+S+JG2ynd4hp/h+3ciYEI5xw+rMXr5En47yTH40+6wOrun/e04IYvG/s971oetOwQ1vjkE/mxnVAV/JCER9EDc7P/6fuuW3+3HdzHRnTMjmuab73mY3uGHpf/wXqhTwLoJAopjhQfApi/55fnBh8QkGWJXQTmDIwuMMtaOIj9PagTj/GVduewtRsHB/7/CDsPBUaSI8fuyPT8/8/e7hhJVwDiZaCS7BG1s91NlkkTBmFzAsCb1JV4wh2Pg+d0P/jG3Z/eEPFgmHUbzLENCgBrA8hikAF9gLoEjADCEBaCArB1GzXtYKDFkvGqgfcy1cv4noALi/kCD48BxucYbjMmfQ9TRYhuFnQvZjvw2iEDIYXAlxjTMm/P+Hu3asHhuVnjftc4i85YtQHPYphAJxMZxdlnVlhfDji/Qfu2792z9LL+EUAoBL3zNlRxMKP82mi7FRsEZKbgjBgbvjnHRUzNmWkAw67EwfAXoymzxyBfNtsAFD2XFgS09oWZOkCSM0y2nZ3nagNQoHbPbM54R2lqjV8O2rFyZiNwSjWT3GshpvenHIzQOZlJycyOs8qZqGMQdDW07sHJi2JINmY+OC8ZuyjjWwUwNMS9vI/vofvO9m6njX5vgHFXuPdz4gQaZDwBfo9VAmt4D/o8QcNxFB1HRAVQBYg7I/+uWOqzr/Qe/a5AFKAV5cdaMa+/UrAdRBbfvvbXSPRNEwGn1dqc1lUV+GUNOvOogSl86LUeh4UBsoDcaEsZ/gKMS696b4Kv95nOzCGACAPqHVBEcFvxy+E429YA4mTUVwD8OIafgYjfDjAbGv4WAAZYeh06pDpBBbKZ4OOtwtp2QAREQ/xFdVgYV4tUeKTp02vn+b6dNeyFguAB9nv+EbFtjJAGVNmLCYqWgX4bthIw0L2UVxIeNvsL+kBXtc5q3iFTG3nxqmCSvBAQFJg8hK/Ks1TC3SD8yBQZNGUABlin4rUdbOiZUyV9DMmtUJeqw5lnu/tYfwmoZP2TUfhZzZad0m99Lp1ktVtcjaPt0L+ft90sAIs8A/yp55m+B8FQOar3h29TAWCgLuA1yUFLi2TpE8CorP0xBGPov52pAYqpXsQwpYU169C45VsCQwNl6FjzJAM2NB653wG6lm8H4HlttyNIy5/MNXTc8+/vZTSiX/7qDBPJFRzgbazd1Y3tfOqKjWN8dStMZfU/738Z5BUwPmvzbILm3mdZa1/++GOztrXmtGoGS94yYvd+qpmeZ4hefn42fIKAP359KoDvAPAAZ/SEhBe8YN+l+G/kGfPDEWQoWDyEQ4REj4xzg8Y/M/6yt9ue9iSaDa4MY26Fmv75UdFe8tXrds0ThzuyjKAZtInM4qy905VEsrHw8gvLi7+m3EPXpNXdOji+7Vsb7ycwIUMH/daB62fpwATOdLZTeTOQl64+kwdNV0/mvt6XZI6/2bF/VyfDo+CGbXepuSQzXg6XOPk24bDnppaTtn8mENe8i1FJ5w6qDahMw3nYCYa0sASf23C8AuItP1lz5kuiAzJZ35uvnIm2VbFdIQx9nSTYmUQnCByH6dhkBIjI8Ef2szY4H4wRTRdjF85+LC3mDtYK/Qj/dyLAneSVdQyDwqvmW9G//ryIsJMVd7wKIkQPx4TfLGzGlbGNU8AVuPPg+TOVfPu2YMNZcz11Nowkp05C7oScBKwmUx38VXax6eh5HtWTdIvJOVnf54udHvmzzrTX/j/33tXBp/LFPJfEZmRet8qMPHoqp5/ArQZHoAms/CEnn+u9b+PM7IpEPct4eeiv/QhxJEew3TwGHtLa3RVROBOz3znDm70HH0o+4AziWS1vGCPOZchqfQ/55uiDIQWTzThytjImP9Lp5e66dNuxjDsvuBJBBtfjNMM+hxZJRIusTYB7576OYOixMW7zN/Plz8Y+99mG97U4onvP7iRAqrzl52AMdCtbPL02dGPwO0DaVa3Gl+oE8gzKMlb4tXxeZ6zDa72/nfh6y9tXdehMjKCunkngyfQxz866J/G9ZRz70Rj8TlQ+9Fb+M2x2ePrGo813sWGDyU/1YlU7KuEydBgf4KFrt59fbIIOIAj2qt6WjnSC9FtHqwJUz8VW1vPvM70dtHj+O/R3FSxo/jd+6vWyHh1/EkHKb4mu0KB5cjqMHfqSXiv/knl08I3wGfIMG2p9Ean8JnHLTm/NxbZU+E7YNHp6Hf3s26nS8brpuIQ4dNnf6JKxIw7B0kHJXsXtUHElcr34ZNbQAcfhgcZvzbcvnFcFBvYQGBfLZkwAmE/bjPpd9GbLYIK0xhKn08NzpN6cXem9/fDHSJ/l2W4h+8y/C4lIuEfjam2PbnLSH74Y8T4+r57hytFONu1KMIKm2UclwiTpApx1ZOHwi3nj0O3u37cA8OHnSpRINfsaFHSQwz6ND3vtXfQHRUZ6pqAVe3IqKDlCYirJ8VP3apxKuOfxegY8Hx7Y4pe+h78zLvP1YJ5XUgG8i05svG95nPPAX/T3/MMB1aFnwRvOyxbfRq4n6bHlLj7wOwBsXFIdT6XvBQOOP8R8mUIp64BJmjKfGJQlKRK67oKcyKbofgKr+q59KfxuGTA2VXcAcAcdyQwCZV/s504Atp8Y/8r4h/zOsXs0j+54dOuvLmI6/OEHxO8SntiEOH0nHd0JpDctINdJkKSCVddpvFQyHv0+yTzdgh2ZrntIIFKs5xyLeJgustQ+IlXfFj5tnJE9SaJLFxZhj2j/6cLWcaT2p9wBYBIus8dra1PBr313d5VJKKSV8K1XX/QuzF92kXCCjqRsHbYYdwpEFMMsnx7jgQ7it9lk3vf79l83fmhZCm2fZR/xFLt8K9ahL2TA6cgwiW7deQX/D4niNx3drdnBisTBiJVEDwVf6fmJwf0kAPysExX6JOhELsdvwaeTVAjc6jfiDOuHh9+nOBHc8IzFHbZsa4U+WJuWNe179bujxvPX8t8cH90V1+ikHN3Tsarsf+wguvEY6+gIUwWA7SAYgRUHZBxwAO67BJtqjwxuAEABqBAeLcICtMN464zdTR5H7bGg4yRt4/KMzYBSZxmGkDOuMULngWqHRbAq4H0r9CysHWCZhcUZOwukbzsAnPl1Gec4XMdoDgFOSfs49lB0x0D8EgD2Bl3MiFGIoWDCdQDx2bgHoHVwvRV2n4sXQDlnYUyLhrtKiedouWn3cEDhVFWlAmLbsd0tu1+tm57nxEEV5WCQIgaa+xfUPQ43Oa60pmMAn2zL2icDyQpm0HaA9oA4UFM1rCqDpaQ8e4DeyVQLjTaA7Uz0jGUPi3+1Ti7G0dzaqQDtdxA4mRcQVwyrDl5rf46CUpWC5z2VAFbg+ZwEC9NJhBJMzHt71igSQBOAXNeQSMDanAr34SUxUgRgBBMVMTd4J5OFQS6wyTxFI/eZCncA+CQYTBu+nLmw/AWf82fmOJnwolcZypNtRqYXDhsDNVosj9O4FWg7mgEEyKSsX8bR2XrtqIAuO8hLgKYF+WnHNwkNbqk2a4tE7yA5CiEAdumHFo6SR66AGOUh2WeQO44RMqBDNxjFoZfIkmQJSg4gf5sXPjoBjOyF3qzWi6YlkTpgxNySrEHQLQZDnzmS50X+mke+OFhal0DfKKql39En4o3TrjIyZYPFplY/olu1NxBcfffmu24p6vvLSYaR3MDtxZfP2uVspVXy75ZzWwEcA0QUEZ3GR+vTbdB6PMfwmgxPr+UzaRyYyczMBx3demh+ibPU+jMUiZOfe9sZrb+zBgCv8xK/J7zPB7BznuV5xpHjamM7bak+zHr0mWS6jwzbGKHJDtSHBAn0foLn26aNe/Xn4efKNodf2/g6AY6KDqgC49aTbYi8ztiszOJv8AZDiUQwT0QG31QTkkzRSS/d5h79DZ1hFGaOzsF9GcubDJTApfZPABtj9M5Glsx8tYid7Mx7rXY/x7l0O56nZb2uM/0qAK29rzPPGHM/i8zqWZapCJyWmiOL3k7qdUayJqaNwTNkU+u7lj9rkCQ4oX1pWr3BOXoFw89jL8eXaUhbOU69panoKxuJpo1p/TOtqHRd69aViZxZuY6qO8DPeoaG5ryw53LwtfX37DnylQSBE+iahaAC2OvkJKzsCnJjWwgmkYAxI9sIah/jvZytPOeuVjvJDxCA13Rl3+0g8WWToOfA7STh+J3HETS4E4fLJOnd7cIJHB0sOAF02qM2bgydjhE4748jPI5vDNbV6zWh56+xn/46AIxjnb3bYyY2KANPEADuCjwql7IPwa9dDSXq1FnXCn6QAAIPEABOYCTyswMwNpztMFpDuHG5nvMtIUBr/rNEId2Do/QdcIvjjgSExuaa//t8YiWDTOXYtOg7Dr6HzRLAfAct5Ee0/jB9RHbhmMcpE37azH/L0OffcTzI3lxH4Mk2H7LF5toE6tiXf7cNpHWNgeIqWAd6ttW1vkc+IpeTQBWZwREfJxFy9GdXYOrxJBu3bg0NZ5Cdsc53yDdshXTYyHj4tA7Qd7TIy7O3sxUyl+BGaCVO3H7mBoC/tMwb+Sia64RWEtwYE3SK3InzNw5abG/wAm0OG48hI8HKxtK2waarEQbOtJpEXjgQICfw+BvupNuT+Dl2xNoYi8mYQ/tDXq17nwvuSlQCMgQ/7v3sziL6rQPxGgP+DifjPP+TY7mDQLf/4O5mZdaQTnn+S4L3nllNgLETMtqxCw3esvUk+oytDy0e29v2GHoh+odP2y7HQfvsiVsDT0DmrL3o1OM/t0fOzfPiZ1p86kr/2d/W7yeZ//kSffrtmbddwLyPDaL9kdOtutdkjTI+84p/zxflA7Tu6U+c69LLe+7fOi4TMDTmHpuZ53fLbyWOkhgQOyDv8F4/CcyxSfPv3Q95uNMJQx/blV8w452geGTwBK0YH88RH5O0sLbcOxEUPvXalO+Of7M+p9PNfPEtUSy6O0lcS1uf8q8Dh9CXru8EkPZJbQX7VIA/Ez+BW9m/z/4SCDCeefbQZ7l7TgRa2P8cSfXn4Il3h4BgPe+X6Vm6OjJX8o4uedhBHOMT+p7zU5/7u32sxgOOJdEWuYeNyhmLm/i+VNnYG12w3StEz/Fp4hPpTjfCIluVqmvHHzNzTKe1sY3H10wnN+jzG18dfdGBfHwPDl5nTPZ/aV+pYJ5uG8FH66PjCCnWVXtCglN3m4G+SnRt1z4HKLLH/bv+3QmN4oPff9skCOn9riQL/cSWif9r/Q/sY/uUwGfmr5HpCRRIWGxiOPwi7KVuxySKsKfYYw46jmyNDg4tJJkL/+dWrn3YnuAT+SE6uXOq6G//6Z/y3T8VwNnvOWpGwew5fqN1crelb1llvCZOJDoAACAASURBVDPjFNQJfovvijbK4qPlLbBF9gucvjQHxlppfScKsRckorzbNa/N1gUC+BLafr6rY/FJw2PvAoOMS3yM/x48uxwbfsev3XLy+Dk/KtBzN7iOjjRLT9P9aEBqaDQJGBQAme4Jbl9HJCRxst+x/u/4d9VdIwG+jCM8HG2ZhAj8uR2nYMzBD0ok2ftSsJZHuGJ3WnybHwezv+3jlZO6MVj3HWcSjQlrccxi7EZkWu85+ifJLVpPaCv7Cl5L0tDSVgaca7JeJBzLf+X5mqdi22mcWrc+7iv86xQDX/8toYl1C53kusUCxAv0HDHW+Pls46w8sd01CdvsCTgMfaDn9vGdYBd9j/8q715fr7bSssmybPSnmXuTkLArD1ac5WZ/zr460hZs2Im7xz7/i1byWaOszfGxD13rWd2xqRMEkHmNx7Nz++lYgb41P7kKnVhlru2YUftojnzX/s7Rdchpwb1fzhnAo1Sb+NUahGwHCKAdQ3lxCMIbIIODgNX0CweANtPOkM99nlghapxQEGdX2elddmDYsTkOjPVTTCZbOKIrM1hSbfhpFX2MjIw9CxPBABO2waHNpc2tN9sZbCN4xoDtDDoMRiuZmd8dgPN7R+BZ+CjLycMQs8b53c7hE0SvChAUjBniVBC+HaDHAUjGIUEhsu7stJBRHweFPlRA7XlhGdrd9ub355xg08KzfndWcTsUvu7HM+kY7rOOMtDGAcWe+Z2TEbYG7gDZ8robYM6e0nbMSznfsZcIF7Yf5yDX+rpnfaWwaE/citK/vypsAIhpkXYyUwYUvRSUf9+2T/dZkgdYlFHIvrIeTZNnjZ7rVZmSOaxiP7RXLWiY9/lz+EcCKTQdg8IOWRnXTnQIwLwDavB9sdLzcq0fSR9l4BhIRyAeEEkyZvHImedl+J8MxuHPrhTAOASEm359bhVPWyGhM/70Me4demsnmR0SzuRKgL4/ZK0a8I6iA0AEFDVgWYdRibeXwc/6aT1ypsMg6qFbKuD1jldA3fymQMvyQVdstKOMsTIPKnH07zMuwLj3KPRDq5ejoBxserdjj6GT6/n4bJ7n35yHjAy7K4y4Pg6PGAzLt/vAdRDHyaP9+8iksuyrbGoyzycZQO9iL1GQr7OUyhGQa8dpOwFLZCwJLZ24cOZhHbIVpMgV8/QkAmlWyFdkSvOj7nknOQRk6fs+I0bPlGPAAWC3QoyztcFEV7d1oKWNTBwxGGyaS+gjzjCvBckvpdvPnOu93cGhZVCPg4QZ6QUHAqqdjwAz7z/Oq1p/nItuPSfAZtA3NCz5Ickl/pkWx3bqTjBOz7XsqTMg14CN8Zp2t+u87/UMLsBJF6FFlV47CNpQiM6fTiAjL6wL9JzjoNvn8r4kU5AA5pHHSDe/djXGJhCxHzi9Bfg1PuhJv/eZ2XTc8HynUs3yaxwgxzFywHTkJ841WuDFcZLMfif4iBLt+E+FwpHRdwZztShueu/KH5zTZ92rrRty3kE5OwNDq+YLW/ZjhJTTPr/nmsZy6xCYZKPM9JV4xXqATRtT9N+7RXKMx80Sx2jFoGEsMZASIII/kMuiy6PDZn+otoFHOKOQ5wWjbwXbCW57AUIprCmy+5bhfQ1ODxxlkr93FjO6UjSPjDtYdojznJE8fJGvt/pJrT3R43dlu+bQFTq+U+s1HQD4HXzczjj2Hb3XDv2Wl+/WTsuXup9WknpP9O7oGtH+0Z0JpCco9Q4Y9fqiM5uXSUTp9n05s7q6ipRhHd0heh0MYyfWVmDDq1kn6D7zSJLsv5ywl0TK2aD5I4Zw5M2N9XF29rlxwUtxJoProMVOTriDU7w1R5EkgKd5We0MBmH8mmcSvkhmGaf5c0OPsfFXJ0TqOXSRopI7rccktzISks3iEEzw107QacWGA7TlpbHy83/oSld6saCWNXEsJFEHh/MGqVlnkj1ON5PnXuHB09XD43l3qICO2nY2rd9eZS0nunxoleeKDjwvElXG+Qp/BQesPdHnrOsaAjHQcgfISXAj+NBjIFHllbDr+Y0xrGx8T/Cd4CVSxQESvg7xZr8+uwIc2Tc0jgyAZ7v1YXeeOA6jWbcE2+KA64AnW70toQcz2Tk32OlisLWhGPvqruNf8b0hzHa4tcyApr1Xg9u9r8YaoWl8KJaHz5fddetDfk6CTe586z/GQaWdpuR91RCN/2PT2eE0wcqMe+W7niFeonIqy3IJn7z8fHo9cvVeb96ds8O5AVuDf7edcLCB1nQSaPH16Df5k9r5bOfp1drZeq7sZXgQu/lUuo1zVc/vhCFwxxnnTEfPIcHUOFVJdCPjNRfkhOSi7STjXD1bFaJa1yRY5rMd7DTP7ubV/qGujPfaak9lazyLduQBR0hpo6dC5qz12MfIEq1LkpAyKdvQxoPBu2dPNNfx23C0S3Dq3C/ZDy2NP+KmexJQulqQTmJZy3YCv215T+UZzMHZwzvYzBonWGB85/GDKhl7ErqTfJuAhOSG70F/DYFgN21gadbEdqICDZJxaXXu+53AsHbXnXDsttB+Txc0EARYm0FjzPoHz3ZQ4cg9zi2XPNutWRqQg5lEhFkfcDN+D2jG73rWgqouP+55KMmtrA/Yrjv+cFQAPgrste5wmOGFrjgfdxN0Hx1pf8NUmpsmZwAzrvXhvGXNmV/pfxLEDh4pn5ft+aKrJLJs1zPswPa13v6c5YG2NURviULxjIPlJ1BGwuddHWn/1WA1PTtn+rL/uy/6TQEk8E6vnyGMC45Ssc84Dg2NLHsnIEaWk4AUeaVK8uU7bALwZye3sA7aG/EHyRDQEHo9QesNrmld0uFyOpMVv9wY+wS4JCoL/xhjFibWWLCbKS4D65mShkESTFs7PL/lx/avdJKY6Pk+Gshdf8r32DbIu6PZdipEPzEWxrVQM+OSPtTHmHzswPDH2zYwR9XDYn8kIR/bMM/JThG87vefPRz5brlbcp37kmAQ+Zb35k50751gtRXu71b21os+YmDt11OI5ABkZFAngvR4e3zgG/i3+U4yyXrL8nx46VlLfK3v9VlfgtfLcZUkPRgLGQ/hH2l/cnj91musKWsf/1z2E/3O+hEnMcaTLrL9FXxC4Ffb1/aAfO/RfUFSJJZFn0bmr8989XbWrtd3Etsln8beYD7pVrIFf5qL7DI66jA36J53yv+3HZFSsR46gT/f4+uuWXnmdNiYhcL2ZE0PLVR8wphHazt7ASbwe8cvjR3SlcF93zsRa20S0/rzjK7Ub1OAZ2zyb7qhei4Te0mXxmcBjM2i0+kmQkX/x/yKiLTPjU/AMNDwL8/kAsOfh59zJecBCkCyAfqTiiMv9GRowWzKzsmEx3D44uA7hrFfuLAD4vL9AzbYUIPROZOEedHq4cevaV3dH4JYgA0D7bpEtJpWEiuAzqJcwJ65o8Tl/Oh2QgSAUcLnnXZIJrMCIXsE9RBpK0cYTgGeczahst2qpa6r26q6eStA4qgiEwJH4p312KBE+4zRbyPjGRPVdLczts9q01IjKLM/+n8BsqxVjOQAeBFst53tANXZs6mwcGay10tB123ZAh0skQfExCkxxjZAtfbvBFnHmOB+DBGEKs9YhTkMPAHgN8PG0WU6vioYT2aO12UEv6+Ng9rA6hkvytC07qqZBdpNx9Bsxpn/bqPGa170T2DTzxmBsUIGgLcGbAt63zLKptcfB1eAYwKaN3iCFuSsPAbg8LfeTwAoNBJHGMK6HTG9NlIguT50ESGpda8ACOBrhLevt+fQq2vDKg6uVKSxXhgR32gCerOCHMXqp1mpb/tWfYeRjEOwQWzvTQceWatz7o8DJ8mK7QrOpQUqyXIGUQCGzpNdw60TGN40tOvclSeSYxiaDW4BVnxnZ2plnlO5wztIdtgMtE2auGVFO+hRqKx11irrHWdhnLzI01ynTY0TTq3k41yInPHvlo/rMLXBaOG/Z/eyfwZISjIxY80DTGsL5tNOaQ2yXleP96128nN91wZWnqPzpGKsGcwpODSAGIOtgSV0Av9qXToArN9zhnpa2UTvRk6g8zizvLsU8Dw5ifTpChS///lOMlsVAJ0Jp/sAXLRYiexJEoLoMq1RZylK77ZT3msxgUIqyVnbdAQop+ewcsvgdqC5+snWKxVFCZjYkHkwg+XMGG0Aq4/AUhl3VAOlRWmCpwfU1ua+k7nQfQqKKft0aMjEmapBfdqxg9M055xFviWAOrhh6A689M1IQB53QpkW3/s/8oR1xWHtM7P41JELODQtv64EMm1x64PNQo6zHZI/fDhj12sa0PeZweGVOKw6gKfrt11ouh60HuxjMU6iD0cQTKsurdW3jiXmCRn9khvzJzy28o4zd7L/39ZfY5YDq5/RdILDeg3I0d0kT4gWThvBBfuvd1nHznEYwytessFUnIFp/n2uO5nFZSyCkbRBYGKCH59dSVZm3JjA+K4Tk57nqZMLeKST2SCtE4yYOUO/7YiWY72DtMGKv4embAO8A3sY1HSNYe6dsGiaG4dx01VjPl1zstvNoknkQvYfnvkm3+dHsGNX6vOcOwBsp/alLLx2MuSo/Bn8QgIA+Cr21lZ+kUBpWph7CADHQRDZebej6+DUOtieAPDYT603oDN/p/c8/2W8Wzl7V/AiD42rbE/EgM0nC3kn+KKj9Jtaf/0sAMx1ttt+/8N6G1kJnTQNIMPYx7Ofg5NzrMu/nDT1kV09bbHQ17rX+LFk/0l0cKAklShUQfCum96apiKfF8Mij+7xavF/e86S3niXAmxUvSxWRzeeyv/rQW1zozM8LwJUM5Y7AAzP0sLVWLie/XL2X++M7Hmfmdk02zZX/928Uq2zg89CP+Aa/V18gZ3M/FKRFadw9kjO8GViOgZtoH3tKp5PG9+WBZ0Eil177xWJA289Da58B6J0L3jsbeNtQMB7Mdin9cy9Dt9+685MuX67rHjtHoxMK7v/FgBmngSolpeCm7P2zG+PcOLcbOPCIRpwRey/BArAgt3lJHSSvWH8+rMD712J0nLkFckyje9zPPeRYX5HVRhCQ7dDLViZiqIG97MSY2e+fVb5rRMcbNupuxMdJNQScM0O8zj4epP/IiNu/da0xzrl7LwEWr1WlsETBB5c1PexrrS4bx+a1tY+m5GXOsooGyGCjH3Gh4pYaA47prt2cC0y8d47r9XgTstS4Z5yQvd9W3ziWR69evDbtJHPeHfGH7p9Ah2nuk5Pk30/dkzjgbY9TuBf+nACwLJ5ksCU/aK7hGnMxJlnd6L/sc+Eq751KHrmL7uAM4d7/PieHNS1L0CVs7svNz795uN50VDZz3yfQOfomiJ7EnApTFkeDaYCF4WvH5w89uAdAN5W1prBFEw8i+LE3mc89nNcrbe/BYB5X3yMCQDHtvbqx/565tKO+5t/7mDH8XEX32S/shAtx/pYpux30VwFlW/eg/+2a0RV35ad0gkJ+MNCZ/My7Tv+yHlJbL/PI/N0T3cOufmSvew5tOx2gkZVIOt+daZhnxJ4StJKy+/zHvsPEogMe4ZB6UKA/Gs7KPemM1KOPZkkf3cqmITHZwPvrjOd9OwnjA/gzcvgitjM7B/rqXGS0Gg9YN/N+H6/bGjzKIli7F8fmeb3yI6bDjamKSqeLSd270jwROZ2guU9BHAxeNu+NPPk2rGfcjABSV3bAeCPmMrop8uM8bq1TGQNGdvtT1j/WhacdYGPc/8ykcf1rA18jQ9Fd9s/+7IxdF+6Z7Tv8cYRXUDXdAjGjx21LX6Zy62H2m9Gxzpdm45mq9/jfyq/yuiD9vvfOO5jb93lJ1jOGLeKWjhqQPdwVKUu+zgSSnceQhcwwh8O0Eo3EPY+9D5JBcbzwWxJPBtcbvX2aShnfNHPxkHeYHA5Aeq1gZpu8GVzJASyhGKKTVAI33aFbuPvTlK66faM32uCPbG45tCphdkmVnCklelm7svf2zJ67x4BYALunuvc08lB0P6xsnjkxAGRQbbD5n3sN+PhT+arP7WFr+MEn+84M9zTex7mV7lcXaXvWtTjSNhsNF9j0DPAnQzKAVNnMs9TyTgJQ4gwT2riWR0YikG2k+LdAnedwqcydXr93wHgNrxZhBbuEFMc2btxANmTqXgdok47Fc/n4VZneXoXQwg3wLkZ+Nu/CaZ5E8Yhybggqr9qiUNFGc6lMGeItQ2Zb0IbRulsaBzrjLUzMT4qu2q8EiSpjogBomwu1pF1CyhL+zMbNUUOLyNt1jQV3p+CBSbxGCsA22eqQgO95j9z/N7Z4Kw7mVN+hhTp81+M2bYqcGCnVdINrpSVG7qYlk7TYgUGx4n1TREw3jC9AjwDfMZhyDp8ZLVNZpnDIueMHc6CjII8GSk/SXYwPVsOtIUaxUxg4fDRo4QdKLP8kGc9SQvsf3hsKsn9vAk6CcvNWnamcei3wfDSQH4bYTwKEJrSenSlX/Yt44fW4yDKXtwBYF9XfhoMIO6HfpumMPRO2xUHDEdGGpisAwiFYsP2MiTYy7vltr53tUWdrcn7DYTgIe/XgiESI+4WOChOeNLG1oB1r9/Mv+UmrX+yPgncNzjshBTWuZ05ppMB6t1iMXuzDiRoC4d45rmBQANAO6QT3Pv1VwVTcxW8siDrCyA5QnCCvido1Pu0QX6M9ex/DJoONOuuBO7i3AcEE6CRg5mzY+6KZp874yqNmeWzjwqo3IYoe43id6ClWscxpU50afr07wIANJTQXgwwTOXGOphaJut5v/8Wg/pby5ob7CyojzGB46s7QbCOp3pI8tIyM9mIzJ0AcCch6V5Au+R8z1diisDCOpKVHZykCVc4lJxL4tMqn66EBg+EFrVHkSmi57vq6eZVtzY9Z7HNWaEP/SazOft2n/uNg0q2LJVHt+M5fBeDH3y1Dm+yuceQxaFvepxqsyvQ2Wc43hnleofkCOfe6920jLoryeGPj2BhE6DklwOH15f8s6q0kWUEjKUbTyXY8CAG+Drk39nyJOeZXnyG9MiHZ2I43L/hDtZTa8a5KcifBtuWNcKFzzrBr7eDuQ3WzqRuYwHnd2RX6Tcc4hdg67bTp8pwcHjGFIfPkRdad5feJWGpHY9qCWwHYXWWIXih+8kObp7R97SRO7T3PFdrEMfzGnLdJhqeb0P0nYiSgMdZp+cGJ7SMoWj6e8bJniXBR2etlgN6MGX0auQbBg/txtBxQDecmOZz8UoFf3vp7zXIfgUntD3Q2Da0B0aMHNDYlLBEoA/HT1faN4egC407bWwPZhq7A1kIbuoAcJ+V1OPnbKWVkdJdTwBYR/9c7PnNYZzEtq1yyhEvWW/WVX+2M+is9xfjuO07r5mCqXV8wVunjJFf9BG6p9vN4tKXfrv4qB2LWqeu4oVWs387p3w/csa6N6v1SpJ5lqL1TJyUK5ugS/Sx71e13vC+qIU9aEdQzyVblM4nB59pbHLSDLnhJLydfNf2fnRSerXNHPsLWXsw7ry0g6E4N785gMIr72QmxkGyU8sN/Qa+P87eWXtapYOj1gcg/qjZTYAK/e1E1dvOnDVDXrQN39WXbVeF1hYDWvxUEio6AOfYHj2RjVmH9yYSnM4WI0+y19NVxHwumt650RllHVP3rubfnfzAOX6Sb+7sNc+7A8CNS3L/nmFGxwYcSO14olJq7RyPYOxE2cux47Qu7TgDy3QAOB1s8gFvr1zZdYw9gQMte/Kzj9ZP6xY5n/v6eLANYLeNmAcevKBn+MzHPe+1u055f+sM3hd/yOcxAyShR/gr++H0sA/M3/6fbaeYCt4PrFXyNx2CUiH5WUAROfHtYx50UkmS7fQRZpMeFh3/+JECEF33Dn7kYqqNvA5lS/a7etzdAUoO9D4H18ntgwlv+jdlTcAEPlFgA0emfx980HLlxtOSkRwfA62h15jnjQugR+ZkjFE67SRgeg/WOctzGA+2PzSrP3/7rfxD8wLuSxeRTkLWmo9TfjCBbhFGAp9nP4PNvuEX5sx+fdunxifGR+OzyDwip9LCevwrE+DA7uugAbzXVVWmm/Ev062JcZykdPNu9Ox+fkbf4/e8zjpefLC030da8Nzb7iYBAv/E+m4y31dQ5G45f7HZX8kncGj4aCq/q1L+HfyVvaxW0++EsMzh08A6GJINlw106UP9JHmjAOw3OvCt8rkYUydASLtwhHX4maT94LAuEOG5DsA+D+q4gMbYiVAdqIDuo2/+bTm0gZ73+/T7ty41Soy48ei3Aprl608ZmXbEsQt/fu/6qfAvUgTlc3yfRby7Eb1w3jMAJTBorrZ32iacdesOAaYX82Vk7tmfCZQ6gd5+n7EftI8jFw7NzwZ2MmPmR4c9JfhOsctzLRWS3clA7zX9UG0+8+xErW4/Hpzw9t92UvzuQ+xXMJjG/ulTjF6+j/gLxpYOXNlpDpmYVdhh7NXLPxy/c5I6k7Q7R7X4ppF7bj+d8ZF44zlJF+t/1vkPTn/O6j3zsV56d3bsoyqOjBgs8y1+MWG5eWR8d/v8jUug26CL0Mb6jg4+UyJXiY3IOOESBb5Hl87RXasPRRNLUysfayxWlgkwtv33ShqTPTxnzneche5Gm6gZOmcuJChs57c3vqawxpjTDwn+7JhFG7vINmPvKnpYf1D8J3y6U0Hf81f2Fv6QbvmOvNRz287t4rdvGOb2u2ouJPo0JqFyuGV6ZHmwgT6cFe/jlZ4HeyW1Zi8HoS+cthojaBAkthMl0A160oJSz87CpOSYycWgw0kZYmxQ5JebwbKh35yyrwyZZ9Scs7kZ8W1GZ+o448zYgulyNg9IBWgjAE8FjAh8BGHO8Ipw77bYWkhatURRbQA4LZTLGVVA8VbUrME74yeKMtXDaY2MIMKgOVUH01IUANptynRY+GHAWe9TtVTCTQ5x9pjxYPSvo20qUb4YW1vZqTlHgBrMzBmKZBq/nIQVvOqA/bnmeY8V4rSE62qZlyFTjjF6rNuAnSApmaQWzCXsOsMFw+5VvVtZRV2O/3JYVHU7IPeb44yK+jjxFbTbTNAjwEd+hreiuC1opVSe/8fB3XHCDW2MEmv6befkv9XCYjIiBRy7OqADoCsEu/IqZ5p8VGxJYJVDWeNPgBLC2EpVxiIajBJ6t72WrOjsR8BdjHQ2K/wa43kr8eKMmEyvK2NuRMkoqhF6epfXP8rggKcKDN2Ot15/ZEk7k96tIiPIW1HxPu7Vn+sIGsVVICy0kFYxfDQmGeMAC55xVzZ10CIVeUm20Ae5abA9EzgtVj3mqUwfeRmDD/mZdec5CShsIOuPpzrFzjw/Y1s3+9/VEoZqUZ2FSXYXAWD2FwfJthpNK6IFa1rABbyccXHAwmQ62lluYPepDw6gLKd65ret7roCy+ttMCQiXuF31kTJD6VTstcKDuhMHtFojOS7OqnPr8dB1hWFm2G8iRAAr3bWkryi93KGbtMdf8dQMIUNGI2sqQCw+GKckW0A//rrk11+2Zd3u5PsYdr/deLEi9eOofKp31r/aW1yDttwRDl9NGa17PSWiRaeP9ZhNokV0wLo3/8J/hAu8T4OU0VHRg4AiJAH6EvTrnFAZBQB4Jb/7zNAR3aOPjYdjM79x+OIsTEyawtvg3m0dlpf4aVXhwHT3lvh3md4RR6MfB3MEJp9J7gkA7X42PcF8DfW0ldOTpixa77//KFW29vBARkqAPlKnpr9gOvQhZIRmvxXB+QVAGacGMzdVQHADU0dlVNrQAA4a7r6s0Ev97EfOFliuAXr6oOxH3kaR2cnKJJA1PKHdlG9LuiRboGqtTtnuj6Efs+pj8yAXpCxR4eMQeq2m5aL78BQAqmRP7Sd1URsWD/XttN/E9XkmBvMP/yRrHJVmgiXSNdv9qjGZnxTlRIdaL8NLMupkZfmEWOct/NGfNCtLuUQoYqPADAJdN6zS77que1IehnaJwCyFU5dAResskalacT2TAI3GMLQ13YiyNov/tpkrIzxWbNxCGgOnKMqB4IduoPz7kSvNvgcLhihCH1g+5wA8PMsHwEyvIh8yD5lTK0DZV+QCIB8QHdDd5Fl77NfT7DgYLuFgNBJnCiVAW4cm64eOJNOQOqhq+NMtv6Mk1O0CM7qxN+0PQue1ofk1LuNILIwc1jHvMbxli1xqnfCSPQDjpU9W5R1OXaP+EEyvnyoYDZaJ599GHEufKtODOHNHLmDXNL6UUlmOTRyW9/BOyTlsTZn/8sm6L3Wa8/+Fn5H9vEcKi0YN9jdPDX65RveoXVid8XoAMm39zM39MImVIX/4Hnvi8lhjCT9Jvtx1vuPP7ZKAQfj4vzIbebpFq4jL7Db175YLNH2Jvrx7K/0LQHgh9Ho4mNePRUVBL4jM4D03mPuF93KTzu4wHKmAsBduSx6kVwMLlpM2Ikg0E8HgJEnWq/7edjlqbhbzP8tABz5sR3TwBdgPf0bR6wTpEzwSUDGX8TRRPq3xkKiV3jjfSwHOAxe0z3IenRGJ+2AV9pxi94+dt/w3t1Bre1KxvItcRFZr+s7ABy7KhWYlkVlB/Js64Z5//JhAuSWTSPrzBMEvca/wBp8qyDzvYPtkAG3P8vyVljo+DTAlW9QT4c929+P/N0zZ1P9i30GDqPLTRINM0rxgmxP9GTWc8ih8Dz2ZwLAHFszmOtLUmASfyMX857p0vLw2+mINDha9sC7y8jui57S/h70/amUNgZM8ORbRxDosgNBjd2Mn5WY57MONylu9Uho/e2HfCe0Za2HLuZM1+4esnoiHfuwie5jp761Sbb8m/nZS6AJPWPGLxBaDCaLM3oDW4fH8e+5JWXprcEC2e2V1d4r5IB5Ax/M+n80FnxB+CLtqjD26iDwZwAY/nAdcQc0ZhR3l4pNaB66uBJtwoPBh6LxdJH69CfYvtHyDX03dnxhyOeClmfHbjnyKHj87SNYXxfz05/CLNhn7BW/YxeY58ZuvG0uJ2tMsC46OcfVcdZ383jPQc9EhrAWyGTr5SuQBn2bvMY+9bpe+6k+nwAAIABJREFUCa7oEcu/CTqd6syhReZnzFk8fvsvOmiq51HA0knEnkdthtYAucJ8vH6zSdhUkid0b+j9+Jl/1DogYiRVtdD97Hn2aHDEPLA7cmZvd+3ujlz6XWvRgdZOFjiBsMcfcRdu9fgJyndSI5gh1dZT0DI+53u/NMa09Q0vg6/w38ReS6Ed9BrcFflomq74UnzfkUFKVI5PKTJI+s9njw/+af9iAmriGckjZFoW+2VDHdsev2UU1/JJEvbBaSbtohcnvozjMTqMDgeZS3f+Ih6BDQx+uv3/RwcJ5yqAXv7spoH4RSP/2H/e95Kvg+9ZH/a4A7CyRc1v8m85zpQ1uBOU2ne8Qdd3Ug44ayV+9ppjEhYv5Arkv+KBVjHPextP2V936KWpFd7dZIq3nA1P6bOFrHME2EMKdwLiHZ9of0/o8i23M/Y8/+DNwSMte33dFTSOjtUPWfNTRV3r0R27upuI97qTpbRXQ5OrSzOw7iTyjk9sbKJXVOOw3/l5oJc8QEtZOiHGrjA9gvxhsG4LaQIrIZcNzyCPg8YZhkLBeYcF2uzyHUg5RHIWuxzGAmhumZs2K61YW6i8yUbvzMNYsMxVAiNOinae3S2wuc/3DEBsgNuBsr42wDDvxBDocRlojUHaThfALi3+nC1aZ26GadLCSfvTypYMSgyqEGvWL1U9IoTNZpfwfRkpD5GqAquzvnPNKqNVoEFbAMWeo4TUu0XcBhd1jzLOEOysiSsqBvB+2x8JNCrZ9Hta2KaCMeue/6hg6r3odW/AbuNIymhowzQLbVSgEGC5mczruOTdN831GbhWjkPzLeBDU/mvA7RH6QzYJmO4Hfk4Aft5cViqbZCCt5qUQKMi8Tiy1kkMP8Oncaotnxx6H+GjQWJE3qDCRraI3e9cwJNnV3bNBBA7gwen/dvJG95mr3p/CSCmgnEcLHYIvTPmTZvOoI3APi1BK+jloPPsNwE0j3cEO3I8dDHG4dBK7zty6FYQNodx4InO5oLeXzlgMbr0zLtTAvIS59xnQs7yNxXOkbtRHAahY/id6jE7O6tyqwA8AYDmN82PCgBa5Yf3wwf6tMF8V8Kf+Q6g3MqntLoBdAGGmneh02M4Dc+04aW1IWiAXIkjJhXGuz9L//Br6GMrMNuZrGswuFqpH8Coane1epmHmY8HyK1cfbe4DQAISN02qelwIb2KA68d8jGyVn+lynaqNEYnydDJPtFtIPyKwwEHZloOZ8/2vJcNYOCYg79+fVqEInfZxwaeeY6AcADT7YB8GfTmtcgDy6gJkAMiLXOe/0516eyN52X9kDOQ9X6q+yIT34Zm9EAyaq3fJ3iC07eNwDjKk9Tg/da5WFcmz/u+TXLR9a+OKGPokVCQ929bLOgw3TLssoAMzxi9BqZZC0D/3jLkzhxFf7zPZkmFCZ8ExCqhZ3SbVhvsw5S7QoPAHjL0Bpw3aH52InT6PN+AW+91q67M46NCbXTFqwLJGeXswRpxdwDDzysArjGK9m8jxvSp36a6sAPe6BLWPNcWXnvkYgcsuQ68hj5u2WyaKEd+aGSMnwq+pOXtM08HRCMj1mh7V5GsjA2NrgNyE6TAPxljWrPp0wHg3setuFYr1cFxz/V0jhH9nUqb6sRig2EcHMw/fJ/qkM/1ij4lu5Wgnp7RSZ3QC8+SznIQEB3/kzPNvGeHnrPXmc8anMeoPxwxcvK5+FQCet82cKtnSg4lyDHycpQOvyEPG3tYvk3Qase2zhqMXmit6WXlVAZqETD4pY1MtbiP4w56yFzROU7K0v+mM5MVlHHNyja3WS/74SRezRmsLQJPsGYqysmEDi2Ok6uM3q1WqAV/3i87Zp3/sgGi/yWrqfQmAJW931Z40Lfed6pgnnvJNHcwTRDUeHOw6gQTeo31988A9uCY0bFZvfDEWASjn5/E4zJCsFdufRWHXeZOMJGx6TtXsStB81kzKrBPwozkgrCi/jf6hACF8J3e1QkA4DT2zzpnbOSWCVSA63rkLYF9aIuKs29BXvOlJ/WuZtE3Wu/bYQI+Y963Ayx7Mlhk9hFqyRzyLwWiYqGJhqNHUpWztCX2jH1b9DaJgLz/8GqtDYFr1ilrmM4Zft088JttMbD3tFLu608FsPEKR5nAy2tfrIZG50eWdfcZOizg30igIOvwtgnGjhx5dZzYOAQJwDmZo6vIYifQuv3FP1oN23Vr+xFcY03iRBSek3N2KvJlV9mxGIetPj63z7T/5/ENgE/1+9uhu5XQ+u22Mdpnkaqyt/zTPd01w/8e2XAfRdS4XvPUdfEJhZZegdPBBpZhY/NyRNraGOOHeBJ3qWZtjIX42PGoIvgfczan5ip+2vm/5f5Wk4HvupqbBF3zSNnEOR84z7wxf+h259rJfx3ExJ8T+fzmjfi5nu9fDDg6Ezk2/rBg+beeNRY2JF6dzRExGZnUl+5586W7/IwvCdsplVnvroW9N+jU4IztZghN9fFuvTYr/944FozfQef2hUFDO7dgzFNwMPM2PoL2jkWZuUOLrAXjwm/QPjqusUybINNJgAkJvD7H9zkvaVujfTnc1HZ1fMSxs6Fn88/IZoI5YDr7UOSX8PXZS9/3/Nn+Tgo3WLvFJqpqjq6JL7noZfi7ZYNpzQGo9b2c4Oi03e4jrYK1Ih9PcvAksWE/Qz/vAELw+rGLoePqDJA9i//V8wab+ftJxH7WDawFtmv+P/imEiB6M1+ybH547efzHcEELSFYBlzBs4yD6wz37eTgHTl8mv1bLXav89ekX889CUMEs9pffdN41m3tVP1b+M8+agU4xz5Ah1t/gStmfODhg48PRsrbCF6efZCOrURVJ0v4ygYYob+3L0F0Gbknurp1R9Yr74R+CBAn6fldqIPd7G5yQ1NU3t/PYd4kPBy8MAFFeHIThiYZ5MseanydONcJLBTq3AnwdI5NMtlnG2vvm+xz0bhiFzOBk5Cnfay9Ne08X7gDhfkmq581z1Fo3jvroraJNaHn92rBjB+YHSQJOmddf+ozddv0syc4mX/p3W+5Hd/OpZNmPZG/Tga1jB86Hr7vIrSTcDP3tn889scm0IfH1/YD/ytuE7t8C3Q6wMr4vTYq1rwSVi27hK/lkynb445fYbNDj9255ayT7SjWsPz/ml91G7kDwOkwOYbc7DXPPDLjeTBJKNhFB+uM/Ib/U5iqGFEGc3hV/D/xAvOD9mZ0ia7T5eIz/Io9r42llU4pGYgMphOiihFF4/Gb5CitA5OuIkL2Umu8x7FuEhbjwN+Nfdj6lH0561Zj+9YS3Ovw3PSSbDjuMHA7A82GV1suvEmMNEC81vJlzCSLaIO/7fgKga5gXPDyZm4MpK6EXCJ5C+hm3GzsDrwNrXZ+KvMEJ2YvYgdePNZh6FxPpgHEGSJqIV3LdP56A0UTaXDgcXLQWsxb5MqlrFMAY6o/9MHpQYXYO6D1KMwBf6wBVSGACj9DhCeCHadkZ6W1gvELqwWNxtYZ5/oZwyjXijaSdZO1S0uHEwQ2Y6TlMAEL1u/yxef+cSyTCQ71dnCj97sNC96PMzvPC4D7KX2MYJECOwa9MnFOhpTOVdRelMOqMkAz6AiaC0OMYt+2qYyPNb6V6TzqZSR+dVDMfKCbUMnyV96zRlcHgLk21w9Qf/7eTvhX5Vgpk75Xf7cx6xbhC8RxdhNs0HXtlCI7fddtM/dPpXAZi9nrjM+0JfqtMREAgQ6gVbK5nNk1gTwCWJ3AwfO/nms0fNnry9/bcfqNvqTI+wyMf/37cYROxWKvI+O34fhMjDMyXVH+fLeZlRLO2+LYmf8E8Gfvz3MNmjBaEiSLTNkW3p1w8apYG9nWSTwERXrcyPPXXOTAPUZZ+GUBV8lNVXKOXIFv2jDs/cUZx3c3v980ef9b8/SZ8M/nHAUw9MPZlwCh173PWqki9Ta0Pe5jtLyze+/MT4zz025mwOwrAHzRehg5hgZz1Ti0Tn/qDN1xcr4yR4ePO4njWxtft+ydBRVNdOVaGzTh7cjzNxBeff3tPC9dr/VGbx6+eQjhxSMPXYi2zV4TANfvP56KVP0psIS8NnYFYAsEP/d+axWLUY2+2MCOKl3TUlyVWW/jP6l76MljaE6rQ1oNw5ue36zfJlKFT49coK0Z1Q5j/Jy1ODp+qe1giXmM5kD2ZledtN6ELxRo9lEE/9mM4DYATE4tL8fBBzBufmp50gFgHL6mh+dhWs9gEtHpZwA4QX9VA62z1WtnB+O2oHw5FWYRDm8dml5nIyt2V/HcHV/0qM487feYvsqIPXJl4vX9bxIA9N4+czp4aRJTCtcQqFJiSfZq9Kv+/hd6NMZSjJgNpCsgFP4gkBk9WIkgXpA19m+soHUBtwun0VLxFRwfx6vbv41xbNkz68Gaa86HzOcIlV4HG9CnwjgO3eCCtNfsgJ/vm0Ce6U/rU4aH6OdltI1hjBPFY9KRJFpeL3HOtCPp8rRgfX6L7Hg7juyMRf6U/GUsd8v+5dSsC1W+OLeaZpA/5ru2paqtbD/vrG+tN8GTlj/Q8CaFtpGaOfozeJsEXwcV6boimeQA25wn/1z+r3/l3PD//DsJoziqCZCTANitR6PXolNtO+HgGTsgup3JP3r01x/HKXHTVa9TJ0jRnm9pDtvorNjqCPHNPJhqN5/J5PmMHrsc02cPal+cYDUOkh6X99c09BmMZF/ABb5vMvnBD7zrt+fohRctXXYJnVZCVzlqhffSOadpHDnPWcIdANZ70i1p5PM4QhhvMEnoxfvvZRqasqMonQFEg+DY3Z8QK86POwHH7x5HLZhLNHMqecY5ogDwP54kSX06uazl+y2fqWy6j7A5VFH83AkrHRDOfEMXcWq+tiU26NAyfozWk+y1KkEan7SzCXzgdwi3jD6Dj4RJG0tKjmdA8wf6cDplwWOn6uh5HmeyohdITji2kOjruU5yH/sJoYQT69gYz25L7mVNdj2omDtnxfLT7OHp8PLwkZyvtrUkW0ufskYfVSeFjZBfLTNJHH/vTqrlTnBraFf3c1SXg7wOSk7yI2s62AuZkOKG95mMnXzdLfhCMxnJXaXPHkeP5aP19pEMTyBDuFafO3k212mhcp62sQn46sEQ3S0E3Hr8auPkNN4mIcwJICM3rkVjDxgbSaZaK+zzVChrnmsvOc1YuGMmT4IqYwdPEWzrAHAP4WW3qYK8FaVXIPqH77EBOnmO5KBXS/6bOLxPwVEJ5i/v3c7x5d3MrwMsWhf0IRXuvOrbPhJ8wVH/Cp5liy3Lb6xw5jv76XWtIDx03r68LkCgA5dzbu89rzVeLAoz7Bmrbf/q78Yd49PZo0bkb3iP/72/+Zcd3abpwb8PTpNcIqGl8bf+/i0ATMLIl609X2kdY9evsOrkbV34KlR5/o0ObdnQcqf3FVoEx9yBHMmNdwBW48i809I9iBafAOMFn3h9Rh5pDO07129rs2R+d6W475nBt48T31Z3/NCzSLo0HQz/ZfwEIeJf2g+B/PVFoMd4X+/PBv2y37IRNX/x7MfxSHMjc+wgnn5yQouxu0ALnT3jQ7jExlknbFfs1g8d4UX9LoN/Rmd5X2yRtifbL6Q9TOL/Z7V/B3GEfd5HtWTdOwCcbjPan+4wsDbMK0Cl4wAqANw6lvkQPPKWF61BX8HMj//21Yqdo6HyFOtV9SgWvVqfbtFDljR7Yt3/6J4jN+Z6j2Gwj+MAtfdKkGzshX/gHQAOtm/d0Li67QnsWjB8ZHhe2L4Tj3v8Sifo+eVIysQrMmee0bRCAjz8QAJ0cHsSjMVT5j15RC55fHhmlAJy2DL4ISrNQ3St29NZqZON0ynJnTme69nrWzfhX+5x35XZ+q19g4zztl9Yt8xrfdM8m/iUdbfoauYfHEcxZtZy5VvuBi+nqn/5DXoDIzX9kNDeidwZ+xTK+EUXuH9eL5xr07BsH+yVF04x3bQRv+OUXeOW98+mgJtf/P2TLrK3P5s1bcyNbXD2dWyU5oE+4gQ+/paU88uzsGGBV5vLMLaz5IaAbHA/OHV0dwjeW+HdcrVUOx/uzPgIgQJ2X7IROgjcBh+LbmA3Tpu7pUQT8H/7+32WosbWlWRZj2QCiVg2IytP7rNtaVUMaNiq0jDj/ekgQNhkPwQE9E1Xfi5R529NczFsNgPkFUxQUGwC74dQnxeeVijzmwH8o6RyNs0KtH2vhGz+1e0Mk6mzoEDv6ApihA7ZliGVbVEbh0aemXlFoNlROnzZAtz6XuD9+RLDshX+13PVBsz0WT1+F9k7kP88iDGgELzf08P/nCs3AWD26wARzuisAPAN9EmEuB2ebWBkMThjeNuwZ/1mVyzs9cX+u0gpe2XP8VvAQTu3oUHl67ezxHC4NjBuOrwDWwAUg9ZRnMly24r7DiidTKrnoWRAYyQcuqjMXk3ZBu+ZTP4tABEjbrnqgOehGxTLubcqvSwHToXk5SCgvRnLPQ7iO6jPWrSM8BwqI5SMYcsyb2rkT5+dwP5g7KH0E2wRD8VpsEKdfVaSTZzq3SGg9yu0ETmCostZVwFpko8E+PScNaSQ32mLeIO9F33OOjXg8DucKDRGxfO3f/6Q4aX55zwRKzV1oBGosSP5nTwAWP0Z3aNDsjZv9vhuXMe5cuhs5I/+LUc+lTFH8Yu2JIfqDEX0RzvWNEfL0pEJeh5V5+JbOxEn2JUK4GmRaTC3FZs3T3/7d+go6wTot/Fcrdz7PgIxL4PWwbfp/jGAsTPVPysbp5XOtD6GLjPnBF8+MMDQutbuVC1VC9nQzwK08Djyb6tztKYGO2OgYnzjwLkrmcnsD3+LGeUA0rvUcloByzhqOwB8d0Dp9VOyRpJ+3q3PXw65GR+t/zHQ11G2+KCBpt7TlbOaY59dBdg3PZXh0XI9a7NtmmnFJt5KFrHWIDqfD3zV36FPLTPHUdzVZhj8lifTCUZ77nZlU+nRLTVPcF2G4jMG+MC89/xb8iHV4SKEONhux1S+ezJdn+xOKpuPTB+5T3IDQZ5OqGicBn6xK8b/l6BkA+vGZ8hKG/UOAqgVVBSwaIGWY+AUHIypxJ11nwVHj9/6+ObvyMFU6uJwwNBefkknheZXPTdHNCw+I9EJOagW3eB5aMP3VZUO49Gz//G0broNlBufeT5XABh6TIZy9Iurx+Zmy606E1DPoLr0NooJdksHgi+gkW3XFywZrBgdiXGEfsFxjB7hfS/npKYyG9S0SAD58E4nUAxd6LeuxAqPLH7F8fEtuNTPZX1vejk2S/FweO9dkQNvdSDKsrwqej22kbvpOBT50WsfXWzFF3p3kDhy4Q6k3HqENe/WrycpFZoYvc/c73nzfWcyd/KRfkdHdVvL5qc2kA2NRXfim8Glb3mTO287pO2Ng0XMiOG3U/F/zprfM1D7aCTJGxwDjFH6p+nN6zwDgFe4VrzsatXRaeBW5nDk/HPD77+PfTVYpDPgmY9x8ugNnuGEfP03OHHpcunjWwIlNiDB3d4DL9XgbPEwwUc6LHn+U8Hr9R8BbHk77cEj/1INfDu0OvHyfm/eHQJGd33q5byQAJh0AnyFsR6HrvY6VS0kk65tEew6FHQl7qyDKwNJoPxOxEhVs+zrecwkErX9gr1NQNPz+wlPtj5uvBsal92edqTtLGSv8AOdM8bLAU0AGJy2NJKBgwN5Fnv68oOMXU9y651w/20fCRqROM7etgyEbpk7e8/Zxk1fkiu0JrSMO86t0CA6XzZmO9Zv/aFnpuXg2i5nTZ4Hnc4Ncs7KQWi5RxDnjZlxeCtAApZJIqzoMwErznpeJ7MCto9smC4wneCK/r1xf69D+92ohmb+brlu+3gV3sqrzAX9E59JEryEi+SM1ZhTFRVcn88GkDKOst1l6Y6dD62vHbZnZkJL6B0q5etRwST1/GCqG/9sRyfodeXiBp/bNxNMyDmZmRHyaXlh7b3I8yQW9LrfeqX5ZelnOaExbfPHbUvAF/E7IZP2jpc8HMwU2Zhkg8VRa4eD5+57OcrI76xYYWMXTd9VeGMnOpFIuke04mBRxnjarVbCuNYNHHq/w2s5wbbed+yllq9gFvPRBE9SVRrbFfshGGvWzFhh5OPcZ9+qfJHCTM/7see9ZpNYcLcA1xysm4f82+edDpSpouyEOq1Jdx9h9yJL0FfYIXOc0wybxB7T6WA13d8JG5/6YPFybGyD+o9gx7HN7BOJrWbr/QoYNn3CH/aB2UZJUtBWWb+LcZqOkMEazfENVYvx+z2mEfvKol8P7tBYqxrz9sn3cz7w+cyTa/BTWT4/fg19OpHk/E7ltmTnyAwqOuEzJerIr9f0iy1p2i+s2jIBOj12zjOOtYmm1X4FNLmXWAHz33etDBN/kDgFPujONsiX9g/x+/FjiH7dcjbH3lh+jOI8AeBnTRRIXv34+EOvalVsblf4DibFDjr7IT59JnR0V8URSNqz/nn8Vt/OBG9ZRSCzfdGfvoRdK9bvpcMG60Y+cZ5xZFX7OGX/0h2XTgG3HdO2wac/PdR+sL3W2OsujtTLcgzPywc6nH0S6aYCmK6zyNSm4V5nBYAPHV7zwb574dXx23kcdQQGBSHffD3QF3LDWOkZ0ClUGcxqOfv8j0TxyNHIwo4VWh6Mvn7FEM5ENhE+un3slYmlhXaXv36WaMq47V98EkH1oaDI/6huqb3P35LHSNIHV9hX9uhFOhaS8Aam0eP//rcnDqJkq/IPnETvEnC/PCDIqqLP8moQEVAVQ03f04JB9+AA9fMcSMmCO7upHCeU8dPCK0ZKnEFUq8IQyxjbuuYYpHaixfiDUQFoNacKimQs/YnB91Yy+r0VLIGzANrMpcFOZ7zQiliPBTy3YAfUkJl9KpHGgcXY9P03BwaZHmq1gvdlGQVHJBmZ2ZOtlIyi51xcGxty5En5Ph8AC6A+52NFSMD0MB7r7QzjF5CYdw9Y7POSEcR6xi2weF4nBWh87aD2fUXAbVRxDg3KtJMPsqZTWXvamWzfsG2/GpTUGWvfnBYfPfyrAlhjoqUeAl5GDzzQysD0MZnjDribntdh162g+0y4LvP3eEe4s59N30fAzzVbaTGrMnzZgfpWpjcY9EqWk0/7BigiOcT74ojiONMmAO6WTH/fvv6hpfAue9mBfIBut8AhecDOuslo03vuVln6/WcBYN5LBljzsh3S5WTaFpuZN+cZqBIGR8uRbact1QJq+vk3aI9TpegvGND/D/rRP2kJHafAJw++5VSMhK30xCiP0z/rGmcBvGZ+Os5w6CEARnJBssZr/9yPw0HyLY63GC02BUqktjMxtJnnssb9e9of6v7mRckhGXabuc/cAXc8C4d65pF3WMmXMZVKkvA/91v2ai0MHiT714Fxt/5sZ7bmLeVL9TH7HmCbaunO/L0r9qFz+BM9ovVTwBu9lgBwxgt/dKCP4BrrGgN9GEl/f35AL7YsANidvShHE2AivDtycMC59Z7pJ0+Db/R39kB36DgCZ4gadMtLFpr26nt4C/Z1qfYl+6DrEngPPbx19Fv2ZRyvS8aZ4/0VPnGiiRx4OTOU4PqphppjFKKfNS7OfHz4xM6puUfjOZGHd0eKpuk///VUbpwz1jephe4FOO29drMe7WgGg8xK7fqFc44+cXangHu1wEX/6sqfdWIgMAY/3wHg3td28GxmbPaDyq3wT3QzbSmhM4Ke2svgpfAWcvQ+k+2sgzMrOAcoBpGcgweH1RlkvAs9RCcaOxkLH4ABoJc7iEh1/MR7D6vcdP5Bj17rzAu+YY6NGzlTlQcHK6+D3/fYERfHaKpron+MuWywJbOXBJsG/8lkhb+Cg0/llp1jG2jWb3LYylhpp1qP3+PTNow8acNoefgsk2UU+tj3yIwe3jKt46x9dUjR+6PLwEcfHWpMX9uxIvNaw+3s/9DXOosmyC2ukQyqCuPt0LKV2OxfZ223bsz6v6uP6FSj30Tr4sc+s8d8OLo6PLPrDf5FPzlwVATbDhiv3/wevZDOAa6ktSMy9HLk78EOm+UU+g9d9Id/tz49Ld4H25FBbtpX0uRUaHeFle7vbGrohmpgiTodB+CjE6qNYJ8LBr3SOhLav6s8Gqc0LgaDIZM0Wcl+0+bI7j4zE516eHIq6bAfznEC0oOTpAidhOHHOS1BPvjWe5V/Lv54/q15b2eJ6C3rvIEbR57KQfr81pVjN148CQozcBn8qRQYWjdmGJu8zlojWfMk0horg0/fRxg03vDeSl9X4D/yPLoXXJJKljgqsVn9p/XwKLsZM/Yc92bsvCdOwF+fSiAC58fBOQmInTCKrm9M5fE99HbaNjtZpo58KX0ERqFK5mAo7eEwyMExWeWTfGgeN+89Wf2uVhPPxSegdUbHMf9OxDGtVPDFwdaRMcIefvbzftEInSoss4Vj3c2FSqvgQ1oYMn4CvtD3HQAGJx8M/Tyzj3ThPgLAjbHZLzDyqZqqBGfpJxKd6B6A/A4f5Q04UbXneQd24NoKes7pDOZ1GX/P+CMY66EjB42m5bRlJv6NFYBxYHem2yZeRB4uzQpnkYRBENp2ZvF9jp9KB7Os6SQa1XNw+BGkZk80PtpTxr+yvOC1IijxYc+g67NmyJWWs1nr6GdhirVxd785nuvlIxgbdm36WS/LrmkPjvx68MTKt6wxttS/VZH0vJ/kqKMrnsQCKoWcnEHnhVNZeMmM4Y/GJKYfyWcnXGQwote7ZbO+x4nusWlv7PDVPXts1MG85uXQ4+GDyRpGtibo8E4Q1uOgsLbTcDXq+dBVHxGguee3tP5mz0LPuw6tw/kaGYrNixyEvzvpNuuT5zWWvTsAsJYvvuK+CgDflfnwH/TmRBjRynT06YAS1/IO0dkffz6dE2dsclQfDFD+MfyqmkUqc7OHp2vD2JpJZhv/4hBxJ+aaCkZ/oX91q7GqgoLYviM/7kRNOguCi5xYX8kVmgfkI/rO/uZIu3w2kdWkO5gAfNP+1raH28dqe7UjoUMvCZJwHA6TAAAgAElEQVRnft3BAtnq7ydZyes9BNrVwvq+ix48YmGeSs70ND7OuA993ccS6X3daQF7EJs7OD0BWY1PeBmsQwAj9K//VH26SQGR7/EfmO+kR0f+Q1/4RSwnK5gPHe7RE3vm6vE3eS1iL+BvtEwTznr2Dj8Dtpn1Op30aKFb1+udJH36717TragNvorOCr6JPumQhcgzvJwAcPZn/VfIioGGuUAJ7jMH/ZNjFxv/+zK9f/w8yJn2Cyd49tk54/Db6FtonnG1D4b5Yj+BjYIRWvaLb6Jb9cF3wfwI/p9KYvkxfWUwLdi9cXT8dpNM8cyFThhgEdnr5/hBYd/Bv6xN/pwlHZu0i8yQuchYfNrtKwC3eh+uziQefcnpxSKbPXP7/ruSHByyeGvbycf3NvpwMH2OBQzufo8xdCeb7bZJOxGXJB2N29h39sp8OcFG7FsFeONT3j1GrngdKgDMmd2sYxfn4UM03StWMjzdPnxwWBfRdYLZp/8zm/ruWjLJZvP8zHHtnr4W/Q/G0Qxbj4Riwl+Jt+V9HCno8VQAuPn5LprJfU/BjHDnI4e6vbn0jfnqCTAjtzaBXR3iUjyzsYTFUV5P0cPDFC8E1gQXgs7k2rHnTJersrAdMGIqA5NxCLGJEujtYImBw0JF2MBwMXYi+Pi8zmgcxoRAcT5ZiUyG+2ZWAlbPo/wXCMPjkzNrBDGZ2hHQAzgLoDlgyhkkZaTEabUtDHEYpToqDhzWt1tGeJMuoa7xcR5DlNH232sFgcBDaR5lWjYPBlBAdZ15OJWtcThF6VLpjRNd43i3qo2QCHG/98wKfZ7p+yZpoJkJsLcVCTj69P5kqSygSvJBfz6AsgHQJhxAPydDTHOTuHGg9d1qtDMijpBw1sjuuUTm6dppUJx58zkOBzHUOGVOIM1CAGGwYCz8kHatGNytDFEk0EWDeAuEqezzWtbchYTb+cCcGjyiLOHJVN5sKwwcOaGVre6AX+6MxwDzgDHODVrF8OY3/gUQsRAquqfaszMC03Zqg2XM+U0VyJpREmv/HyHOu4+jaoKkBOA9BzvYtTehRSpMkgQzAQ4b/5Fv7VRKxmfogz1vGdN72DJOtHKC2UNYVGplLAGqff/ya0BjALyu2VUh8/HFOxN80Hfv8cy5nZYzIqpU6qYaTu3h4hCWIsPZdpz9unz4oauMoDnLCjtwEqz+9vF6WAausXb2YzInuyJTRhTtmhpUwfOe37QoPC100FfPvTheAU45wyzKGsDJ+wHEGGpxCKTyz06gykC9DQ5AefRLHH2pohpkMd9pHNp6rs+42MsESuFHgIbmLT2L0dlB8OYzvQqDjM4P7zni0Ay44vldXRWgI503zrtyUCGem6ZD92/nlmnWZ4AElEMrGxCJgZ+9CwPfWZxNO+CLdSgF0LR8Zn/NVlrTMYbb+D4OhecSdJd542ph2DLryM4JyPTc4c3l/dnz3n//OC2uR66Yf5UhaR6dMyKfgHaRynV+WgPw5UHemzhTkh0A2G14Q4Zc74SEcYqQ7Jc5v8947DM4Ma70jNuJYP1mbFTKcjYQXKl/toOsAyimg1lYjPrDo/PIBMyyZr5+wDsOEIKI0E1n/jct5d7wH7L44IxyfJgmS0ZZB9jQ3ndn3Hk669cOl8a/p6Jq3o8zXfd21TpjfRmfkqta9wkoIo86CA7NLv6OfNuWrdvpgfXrAMLdlUT0k+DFJrhhZFgmP0lScZymAqLtBxx4dyVxO1jhX+TfrS+6ggn+7/ZfVBcjXxoDOiPYeiZJB9A9YpY94p1rSC2YQH6yHwQHej3pAtD6ijNLMQBZaxJBwGzGktOO+db3yJUEWSI7LMeeh91dWzCgNXL9zhmfpu/hl9soJik3+jqJCOHfOL/OnJ/x2T7CmfjYJSTJuUUytE9Hiufmc5SNbMJRa7oOGcTcOgB3t9zkmleSg+yPt/m6+hssNJ2tGBftkEWPZIhrbs3HzJU16YTg45yY1uUY2LqH6tOsrTK/lRmwDmKcgeD32z79dMS+8RB62EHAsVNebc9HPuk5txzw+EaWiweoXrKDupw0t33V1e7IEzBRAk2xY7q63c+YDlrIS/Yde046zs70514CZdjHrP+R/0MrLeuptjlJEZOEwfEP4r+7UgWZbDxVQcxvyT3IbmGSJJKlOpBWmcHbwfwkhNxJT8zjTqAjYEqLutg0o38moKF7wf2vBBL5F6zX4zO4kxYaTzlBFL1eRglY7A58kXhkLOpEucwgvBG5oA8JadDjSVx/BF2f5245N1j2BJGusxvBiaxV60qG3PbUSqKRf4bT6U4AHpG8zdiCQam0zZo+QdjHYdbYPGsYnQBtKADlZKfxYZ2qpsLipqeXEzs4AHnrxAYHg6ZTggOqK0874Yd5vQJMgsNrKpwzp3HaQ1fwiejho1JwOql47q5W3/e/z0+OkCehEvnyPuO88MKzKfjLOkGnA2jIC1dcT3KG7ULv2fjkhqY8vlE0e8yRrsm4WGftHUmIJB82xFy+nXsGx+sZndTKercdiy8nGCmJeW98st3zzBfmEY4X2KrN/e6d4PitkqqToZsHkAlN7wS34dtOLPH81JVDdpaXdtZ3ZMvOZY+JUsLswc7DZPhPwS+99nsGeEZF8BneRn47qDL+27VjkR/Bj7sfOppGexWetWx8/kIyfOyfae/rPdxEaYILFHC87IXp3HhwwwQo0G9WUUVXXrEvCRha8yTdjDNd/D0Jw8Ev4W1jrZGXzCGEG/rV/SqY45o7QUDXcOxJVnfuG/64Oy8eH9DIm/YdNLZ6FZV4jotnoRI8DfzU2NOJhw0AhyBJrs66rU9U4/j99wT4fSxOJZKrwhl7AZl+898JIM0F7V/xqlwBlfV4heLxbbSN2Rjk2BTy39tf+66KpEpUvN36OfT+rvjGvjx4aPzdtz8gS7YJuycBS/4DJ23mihc2xlX2/NbxCIKO619L6/XYoLM5Guv4/2MX5gXw1161tlB/B79xz65Z9MfrKAXhbOOzYJLeb/B95tvdWpJAh8+vffzZw7VreWbb9N9oGtygex3vIMD2DG4rJKMTsNE6gQg5tb7yt9+C57+60Iy/AX6z/cNal08C/Y8uZa3h2bV7lprvgrmzF+Uvbv4K1gmvbvxtfefHX2l5FXx+eHcIEDokmAtd+7oLPzbO2BjG+oE6sYH5ggUj77eo0kWOJ+F5iklEw89YT1W7dAJHkAh3i3w0hYNR8xZ8e/ASvg/99o2fe27ohtD/+vd1TQovFAed5MXhT3RA9meTRtuWIajbHbB2TRbH67vmH2Sj6FX2uBLpEgRfbtW+t++YQLD5Zrp5ESOSTNCepste7NNfnnOH/nMHmAjwaUKnFehUoxgwVIsmhuLFm6CJGC5g5zNDpwVNCHDL4pMJvGd+EgAl8s+9BtiXX5EM8hOQewgcgNiGBPd1sFbK9e+qRjaAujJeRiJ1lSiG3wmEjkO8nykC1wIbJMVN81KkzUAYc2/FO+12poVft5DttqK6h8yMO2M2gZcAtW/GFA7vAybEWDaQUhElha3nb8voVYLn0G6R0uwFIFMVs8o6wlHVAiB7Psw6RmacohsARlC4JcR4z27HhJ7AfMN8eeatTPu7m/bIuIZ5EQavoP846qHVb0Gqcy7QOLug4ZKZHlfWO6MgIeDOwLLA0v9mQncGkO7FoX/Ph4A7Ckm/d8UO+8z3Sex4HHhTEZ7vxwgeWuhqF8uDh9EIUOYsjjiQrGAqQ+1WYM2vGEJxhGTjDKIH6FNJhYD/Q8HICR62kI6QA2Bn7y24Fcgdx4fpZICW/o4D3kaIMQjGXhQSAWDx64JJDTAbd9bwIwFGDxNNbuA4+zzA9CNIukAnZyUvOI/xuYZO09G954DQf2gdDJw2IHJ4Bsw/BkuvIevTjj4HQ54hJds9jhANUcZ3G9tf7IKPwN4Zw92KvII12Zfhi2PAvhVqd6hgDfLsgC7RjJNvZsU3c02/ayNWYXTghfW7M397nW+F22ea00rT61hACnlknqp/tLHaASmD3skQb/7V/QK0HRyBDhnjcQBVJVoH5XGY/Hiqbb59cr4YRsKC0K4oO/qj9G5nB754Q/s5yQYEc/U7AeAEiHYktAoiGeyAO21bXfdNhkh8dMspDHLtBbLhWwA4em0nY70veTYOh48AsPchLTq93s91OGjv/WKtAHBs/9twGcfWOENi8Cfh49C0zpjWuo1cYx8bf5yMWuTLvAya0ONU1YJDvquJMWZu3XoftWEaRnF5PJMoMTycvb/oXK3/qrsC16Db8ZuiX6D/DvplnpsYUoUaRz59M2Qwem8e3OSJGN0v/Xyw0tW6ceTGYqTsu2hq9c3O/cYHRx9NEhMBcTu5dKZTsaT4nHVO9U1VpoxeXtmHUI+e+vhYHSVhhyAp16xz890i+WXk2Utb+m723fs4rc4IvrAOqmy5A8DMnwAw+JKxKMGrW+MmASnzuVvJnRbSY/wd+aOxzQPf2BLtm0d+8uV0P5CsMP5YrNw8m4TPbQ0FLQuHCZ/Z3jHu2Ap28DoBgbdzL7p+HVMrczfIT5C62k1ZiG5CptdojOSfGeu6hq46cdjmnl5bcFdXYB4n0AQQMGITpI6yFg0LHygxTM/V2ElWkgzzcJ95fjuTS9cnse5NZze+49+3jdL2FDLwxQNfAsB6lc5hkhxQQA/80LjYmPBQkyYAYL8MzkkgdEIBHRoGM/G8TmRkbMdBOi199X3TPM4if285+5ZTHfRh/XvekkvSE9BXnp8rcBYEx3NuWnTZtw/4+mdj8BmKtc7eyrERvrUYTyJ09lvrSgs5eIeaDhzO7bg8DrpRHN8CwKbJCTQhEdAFzMF0+uAsiZlzvIjSBSd5rNfBrYMnQasreSIn6RCysgV7+pbrHfySvSe5Ef/Adh8Co3zfif2WQAkyt2m35Vsnxn3TD9ut6uHh6ZpyO5CRFUnkl8KLbUGrV5JE4dGubkV+8luCRNoVKmfhp/BX49vWq66WvBLtlpeiv/TZijIT4ZGL+q3nTwD4yPdx6rvjwWAcJwfMkT1H7oy8/tYhi/E0ng+fCy+ufXvLQcvASXBtDLZBkmg1MBN+BgXuQutvxnUl2QyGQoQNQHH26NISAWB3MZpg5pH7WlMFNLQ349S+YYb3c3QmuK3tKONfr9v6Z5ARVL0xmp6/cfb4A4xbZ17B9MLpmWXbW++k/LE/plCD/cfP1vsFxjlya+iFs5K1LgkopHL8k0feAeA8O+NzsvwEwLivk/wsX2Vfjw7vceHjFL9zL+cwJgA8He4uGggNT8JKBSg8KtNbdH9Xg7eN1f7TY0OEcU8XSGiSZ3quw0cEILQE2qf1m4rfNRn5QYe2zOjYnas7pH+FqZKMMPpvMBrvbJurbYbl13dldweZoeO07V0+ulu06l1acwLAJNCKZ42lxhd+BzpJQgopRM4pkU5s60CNbePx8U0hkfYUTJQ5wvtvHifABH5LQDR+a+bV+3xo6puNICqqgHDb39z37U/8yqaDCxa5cGi6HMa3Fhyr61jL+Ml0FExkA362TpRCDlFJjS2oVYlNo+dRRPOJk7KWIIq3LWG6HvxGBSjzhMdS8JBgz/ltqoM1p3+Pvjh41T6oOaLyuaEDMQSawyfvlsqiqU6oWr+JgudZty7gymKuU0R6Svjb21tmYNtGB/8NPm2aIGkI+wFdu7g79MpHtNbHQJHM4T2VXfwMuItqdF+OIKEwRoQq5hn/x+DBt6wpp89zZwdqXxX55pMpXitfhP042B/G0Nkb+0enY4mX8fm+7YrjrNVzp4L/TpjoZNu3Dbd+cz379qnc/sXowe9+A3QkfNH8FhszXT5uTOsjzZRUeQow3wHgs++Fb7IO69M4tF7d8HZfV1Z3kguJnMid9bOEKE98aHwswZF0Thn8V5Xot2zXWuq/Hz9kb8SeOXqxxaNeN+t6H/vR+gvsR3IL69yYVSQf3LvYpfUD68ReQU8rLVYe9/51B2X8aHfiXidm9vNuWbW2TmgZX5L9xeZDybl3t2OObEkA+KGh//vfP/+zZ5etQuxMBiorcJAyWX0Po4SRsmDO6h1g2473ZqatNMgUNVgOSZ5vhkHfZ4uwSXnXSjwWmWxiDCwW0A67y3kd0CKhMGexaD5jxMLEBMcIhGueUQzvSj9djwIL8//NgBEl1JWBHaRpRzMgRc/ayr7MIJmCIxgnu6UrEm5Hef9712yeNQzUTMLz2esWYMf5M0aC5wqDWPGtYGili2J7McUFGOQAJENIe9oZUV6HqnA5huY4xrNHYTT6ocMIPX+vXwXgCHBRQfEtKJM5apKhiXyy/gQOGrD4LOjJsP06XwMSMkloW9fZX+t4bqXUQW6ei0M//94FFRC46ZysE7erfRTHAVbHVNx2LCilzVALuIzDROsQB6cF8ayLaDktxtPr3sJZ+2Lh+QnMACkEJjoA7OmMY8wO8Cl617hQ/O0g7AAVa9MVLu1M59qTVaSK/ANWoN8NAC/9z5kto8UIqC8wFXCPQgsvbyvKdu4zPgDyiacQWK6zULs1U8sNxN0dkPzzqciRszH8EqOLbgtNi2cMQ9DZnwVQ2AJkaPG+JOZE8d7nH97PRw4HDIQuvmXJU6n5cvZUpfcZ6wQbOFMHsj10/LwIR1oH8E6L+OogsfIjZ840CHtV9l/nRZ05jlFBhwk/bwxjk+7ICWhsdUeqBG9QyHPvrPk25GLIxKG77cUlm9JpAqeGnA2d3f826iNjfxYATvZgBn9XA2FgtoGxxsHQvSSj57fBinYohc6UEBRZfdOvHD60GKeDhflkqtDWgfNpcMaonGBDAXrNxWsjA/lJaBLddEvgdgRCB6+Kw9GxnQyHYyqAeFtkG8iPp6KzPJsXDug8VfA4QocuTgupMZCe8WP4wCMvfPSMT0kP32RM9jFrFTmbwLZwS1cjdjUq68WfdybrMaULcHfFdfNSeOEzAOx2XzMA8BQ8QHX8LSugteiDwXtjQJwzdsd5zzp1BdzKvNCTA/ev6xdHcj/P7TVh/g6q6qiME3Df1p28K4bZJAqYNzbg1oZuBwraceL3jhMMuXJalw1dbzx+A8D9bK0bcrGdm/p7Z6eC477tb8t2np024Eq00Zn123IdJ8ExRIZOtOSN78R37tow63cHgHcNy5sxX/a5dEdGrqI4DrCb73yt2GpkPhVG4ZNNMkAnfJO/uhY5jW5D/t4VWf5+zkbXfafzw2xm04YG5kDUOU7iPe+Wqei8dbbstVQHnQSW2ry3U/5Nj8zBNDfJuA4ICdM8/3GGFI66TCGbmzO7/mHcdzDaJN7RzcCO8x8/Xo40qgtb/rRu9Jq1523eefSAgco4Dp5NBWc2vf7s79vlgeSKVHg27/B3yYkOyHYSME446Yd/TmIVOou5kBnf+k54/NuZVzg4GffdaQg5oGcTWOi2j23j3ee0kwDANd2l6a/WTGP61rYOB2+3IwsvLQZibDz/1jXuYIIQNe3F0Xnw/YMb96iiL/LzkT/Oxp/FLVfAOCzTOSW0NK0jS2brPVRi55rox5ZjTsYYOaf5CGcv724FOclAbd91kjqOGhxO8BXPOo5w+RRmLX62L+gJ2/7D/r3uui8Jm6uo336SJJ5I7kBLP9tHsGdkxPofqO642913NVUSiVM5F9rIeLBLzphOgnvogbW0o3wcubqWgBzrcvSlEscHG+tedVnoiqleR3gMvwQB/oxvZSn+m38+uk7O1nb0Jij19j3xjr6ORB66ZeAPaj8ENsGdoJV1SmUI6yRaTeDu5wk1YGu6ZoHhjq11+V4SxAq93PZJ5M12hoNGT8vMi9epUPwIAA9jtr5OAk58A+BGaBG9c3Sd/ArTKj3rsvew7tCM+cF250M7z3ma2e/M4dYv39YY216/QW/wlvazz7jVNQQTwscJlh/5McY0ehPf3nEAP3ifs6jvAHBjJOw40c2rgqgSmluH9/o1PsfG28BhKjRbboJr4g+dwN1cYNw48hp60lxv3yD/vu0tEgC1bqKhczRM0VHen32TLds2RVfRQQeRdd8T2kjKav7vZNno6k2W9zOr7fXSWYoekA9gAtbZtGK7qnygDhCPTXp1PGgcH4G4rYgjbzPiowfPBoX3kaOHNyvIr/vbBjItItZGHTTOgQcOrw+v/FUHv5Zfvbb995YlWnOts2RuEv5or/z4YMw34xN4/rQvvo5Q8RqXXG6/e+Ujn2f0GNoPbToZ39KZ87PuHViMT1iYgOTGaf0848PG3xa38fvtJ/Yp/k/xUDro8ZxshGUzwX9tv7tebhWvHqlWxa6ING4Jffe+vzC7MdomNN9+bsbXGITztbX2opEUFMUuzlGe65e+O2yRdBMME3y0/pnMMXpri0V+/13Oodh8v9ivEr5tHkqFPUS6HR/1PBJeNEgdFxf/5uL3tguwtdRh5sSYKoGM+NCd4KU5d6c988SVXNP8x7qS4Kv5fLNnjg9q2uOH11ZubRzs3Vn0Z7yVboXbgdU0deIKae1MBwb9Jtea5YCW1rpT90v2P0f7DT4OTyRBxXzguZQMa/w1Y09Cc2QciRLa1/cxOIvN8o7MCl5KN5CAErAT1dDIMXwnopUfv+5Z4U3X/exej8Ofz3uT2BB5ozFyNJb2x4ms9XFcp/Dz7nXWl0442rv4PcG2ny3VmTO6Ev1/d8drDGi7qxx71r2DJ2782B0TrFMRSZ/uE0/jHLM2HZp++d//98d/FNCBKSHidpLhGJEgfzuh12mMUEJ4AOg6QKUBIPRxwgByszGfLXfY3F1InNVRnDg8KFtPdlYEiBxUaMAE86a6eBaTAHBnddBGJVlaD+h7jHuZZd1upM85YZ53paYElaryWkcgcFttyJFBkE/fr6HE+Z4hv5dDlsO6BYwPAXZAOhne+iSzbINxGg9r9Tbw3tU2rdws+Lx+MxYD6uUYnMoWHASgiCbVhVFo6/xDKSXDaYy/AjRh5swDZaq/d8s9lIjbLk/LkQ6k83q+ozKUartm/J85tO8g5TEgXQE7iuwEANdw01xFRwhkjYVgqgI4d7uMriAxr5yMqqzZaTn0LDQAiLaMuh6DwkeDzAcjJYph6eXVoneA2A24MUQYswhA65zWdpEwZLRFgQBYokBMt9Nqj/G8Kp5+D0jCeMzZGo8TZipulEBheh3DlYxSnnVX8EHP+h2aR3B2FpvHNa3Q4YcDkEqxBVjknFAcTfBFJ0AYFA34/pcJLpm/5jOR7/zGuE9F3igkvefCGr60Da20yYhi6DUkwCMa1TjbUIoDZWXKBswxViIXtkJ1ZIaBYPZyHSrJhryDlcfQGQHdzqbw5tso7vGh5JGLrQSj9NTmNNUZyJ5ug8o+2pB9/sEZPx1M+gba3vJ7ecXztQFC0pGeG+I74K75XXukAONU0Jv+Rv7pnvf5p+vc9LiPYbfAhJEQwNC/Ozhr5+Dc9y0ATHuS7HnGDNC2IXLGuYCFdyIn72zqDgDrmgRROjgQB5IB9Tl7eioRvPdxLqkjhO61HLZBszR4WtqbJx+QN3xzG7tn3WSUzcDToossQsDkKicAcfh797Ezp1uXnUD40AB6HdkMD+JUOgG00bFxmIsOotfjHMpgI1+3aiXzm0CwWyIlie4+/x0Z1h07dI3PPB7HA3vuJ07gl3d2YoQrK0RXYIKhKYzM4IzuVrJGeq+f5iF5824RGPrPe+c88aLZBrLQdbd8NL3XZiArwGei3+CAVB7GAI1DGx0Rx3P0Mi0hvf7ak9FJyPKWN7tXv7w6bNyVSZpenHrZ07wvLVf12Q4Tk5xh7LRGAk40zekfqijxOJdfE4jV89JyjlZe0Bn8mjW+kyDjIII/FQDeddkEM5zLWe/FiYy/gyD9Ho1V8xQ9aX9Ff8ehNE5xXWMjxbwfmr/PBLPDdnR6J6h55hd+bCMcBx3VQ2tjaE82W3+x0qy7u8uEBvSnHB5rZA2/Ds60fqOjT3Wo0Tp0Eg4Jrt3SrhNAcTB0N5lOespaa/3R0W+LTXonDpP8962zx93yHnqMrRM+7EAq+tbrVk4oaErzPgk4usbnm222tteMM8uemxzguRMVJkByAqRK3Ji2ozjTWwZ6jN4cjRebp5Iyxo7oQOxe33o064T4gDduvCb+0pg7Gfluoc09XRXKs7cd3p4TRyKuW7peLXqR/43fCQCnQngDIewDuv1ul4h9CDZykFXrM+rOfD/r2EmtXQGud4h/owV+8rmSnw5UmcuNX59PVzRaTlzO/L6P9UMXQWvWed6POCdWJm/g59ZfoZnPvQ/9R85JHtxBZyq4TjBmnLTQlrvITMtL7Vu3eE8AhmSWLETzH/ubd6ZKicpFqJvz3UMTtMhPAoI7aumIFVVCPDgIud8BFctTOUEfvsOBxO/vtf+ZA2t1ZXB51tsO4cFUxnjDR+caZDuB1uk0QwDY89H/Zl7gN/PCJNgE78kukv6Ig9t2NHpUeH/0OPj3tPOW3HGFyFw8t9GBquWq7JXjyNV4jq8ngSWSMrR/OPtDu29+EC9xhBcySq+Pc7CSrvBzjByzPr/wKwk+HUBER7vyWDYwASPWsLNGJBmLXvpILp7DmeroW+v4wSTdZcVz1U5MMEY4ynxTuIspmQfETzNfbGb2BzVjOhoaOUlSWt9nn+kW1pIGZ2jT4G03Ml/bLacL3OrBz0IByZF80G/6O2e88yPH97STFRndCf04YMFu+lNn7XVeko4hEg3lWZOATYLndYQM8mErpyLfWHb0CgEFZP0HPqvCmuiOtS++He+wXUayNiQT46PQd7DVN/yC/UygB+zoKjPBbPCeeWjWX88UTY2DPPSzCSQ/fgjYrL4I6UeXoXsPrpScMgaJkut9f8mpL9eAD+GRVGKO/0S2+gROoM1vAWDoSf7cxg0Hl04gMUnhwYhUdGFT4D/HfuKIHzq97frv/mwF4uC4uehO1O7gn2ipO28RVGF+t22v79seuY9wO7xkfTpBp8HG7DXPLvHxwmEaNq2fdZmQJtkAACAASURBVO3pujEtX5v+TJ/VEYFAH7Lxx490PmicZ/q79dVgavRRB1NiQz8ENwnUS2dv+2gTQyN79Q6Chx7DdIjQGoMftRd9RJreE3siGK394227vTr0PM8+ySuSKxOMtax8/l+KbRbXd9IRdPTM5Hlfgri6D3uGjh1ej9GheiadzThT+l5jaK71iJ57x3B0H/KNBFjpeCqAXwHyCbBJTrAHHfzbPR1wOwL8HEF1H+Ey+AF6AAdmrzbZULTotZ/9g34le7S/YETWu+3Pb4Fx5DXjpatoyzEljGeea58kvjRdAJ7f4k/57t9FB4me0n1ssUp3lnq1sB8TEP+EKXZ8U+gwEmDCX1vABfSwPTP8+MJfNRf4vpMgu0tK28yfe5rVZz7Ir9ZZYIvgsTgNqDBvP6m+ZyxJ3NwjQQ5fDCnZHzGJN40veAb26btoc48+JQAcDBUcHZ5540toK/NSQUQ6iLTsfMV1Jjmm8fTS0SRlLGT2fE+h7fMy+1gLN7Zu9tyc9DSBfQLvqgAOaAtR2bkjw9LVOu8sxHbgsVltaLYCvYVIMoJXmK6htk5SAMhZyDE07oU8DuchRFryaX+TufAYSA8ga8Gvxfj9CTh5TnasZL7ewAPa0uZkjdQ91yPEEQpCIcCYPMd/Kmj8PKPPl+1MTIRpt387Dt7ZHObfIFjP7s3unum9BxngILHnrxLqEsqnbe/zDmfXmSCi9DBA0xo166K5Oqg62iPZZG8DEsY6zjxlULm/+CpI9s7fTYYdtGUAPe18tgV0HHl6ZrdE1P0NmKCfNaSSoXhnbh5nzjhiDwCogcUpLmMxGR5vAUtbv3VI3MCT7LI1UKd98PNMCaIe01FMdkrmPwCieYoqyMnGeyVITHYc7WK8T6ILsoJ0hqQE5bSHwMAiePjNyOr5YsxoLbp9UdM59B8aWVBiepykdK3P+7xC0VQyZ7q10Rmf6T49+qWkaNNncPPQAYKzM2CRTT2ebwH0pd9peacd8YRihGj+VJYhf6gISdW0gtShC65nHaGDVjA4kBz8f+5DOZAII74/e2yAFxqA55iPhgiY2ZY6nEGQM1TjqH8CFo9CE//IQL1Bmp5HCxlXnI3jvQ2wlivhXcOVdTpMoIoK/Tuo0BU0vR/QKQEZt845lkLLKNpdjvFubxaKfgJQkwCxmfBPwsFkhuPQayMk48gaIUe7LXnTLyBPACMZVQCtBMI1Zstz78mCL+R6tw89xmoFQ1sG8neU8zGizTNx8HXb9duot8yQLNO8bGwet8cruSbAT1mQO16MvdO2R1w5maasXRuYPT/tucCmZaOClJPR6YwyZfjWee+svZ26c6xDAhqirHQJQQ4KiN9g2WfajDNZv3XFHuu/QbzV3+eogtLTjEV/toOHluI3UESmsU+9t85OH2MiNBUZGKNEjJVuAdrFOLmiS27Ql7HkDWR8H7rwmU+bAYt8jgN6stFLfu1RC2NQWN+Ez+Jwfieh3XLmbWDueU+tAxnbKwDtuT7tX6uNdhsM3bpL93d1D/O3wWXQuhyyPIxDaI48EK1OQpSu3sSe8HnocxI4zBvRg1TGw++8CZo7DodxVJtCn0HAZ37X6GjGbX+kHBtVsXYHnLrzTWgwk6SF1gaZNqHNhjvXSu6MA81fTkJOnBfjDKvkPnAQDsMkXq3DEh2+eCiK4MZHJFBq/DjA30HYDTJ7bU4VX5Ke8t0YG9VGigAHutzBDILVQ7O6F6d8n23aCXhdYY8Nwp52MkEHLnv9XZk6DqLOwnXG75HZwZ9x2L2rDzvQ7+dOUATM08FzEh7BdVwL3usKNMbYnQVuXJENI5Eh+3vzFTKJe5Ezt+OwbTkcgwTlaAlLkoZpzo6k9xnr0NTLgH+YkDNq3aFg5J+Gfp+BRCUCNCP5cRxIYONxPLLHvSZvff/W89A1991/ymGvZ1HZqd/d2WbwlP6dxL93csk60NN21mMfWgHzhi442kiBmLfxTeJPJ2h4a3FQuEWwKviTYNHysVvgtd7s+XbgR8/kjDhnvteiiXZwuoU+JpGq1rzfrTGKvkmg0P6dtmTSgzqq5eCStZOzHtLTu790+gnGXQwMLR4ZPFgB/rgDP00XplcFU8XKk+hkZ84ED6DvpqETkDkdOILJFSgAg5yEkOc5OS5jKyO7xeuLfstBDA2x9KcqcTC8ZLbP3BY/OwCc4HMnldtZKBopp+HNj9gjBBqQT+0feHcx2MBKEs+ymt1JRjqOisB7/W4bnH0kYPftTMvGNjdPtgMTZxV67YW7ZTfNpmAnmX+e/7w/47+6qyjCq2+8gX3QY8EBeOs9bDeu7Qr28FFwyY33WAcHI+dMT+bjlnyTkMRzuzLttml8jfZpsOddPdrrdezUchjnHWt7vTvZRAD1HG5aup2ismtPVWklEJF4bhmm4cpXYGUUfIVuDG/GjsVOW54e+VoJWbTBRn7Hlli/ybl38F+SKiNj9H4FO+JI19n1ScAJn/Ccd6LuaVWqMU+7VvY3Tvz4eki06s6H3zDvZwLzVnW2vdUFJ+yJd25kmf7ewb/8lnXIhGZc489qOrr9mMfh7/sTyNSmUTyiv9uW0DznedwjPu2EgMgpXRdaoluWh+R7169hH4bsFOMLBSD22Ctd33z4GrP3bNtr51p2fv/ElrsLfDpZtH0x3ElHk8bGChx5zScRBbmDLgA3a41EV51I9E5OfSr5pxCJZ61+Cd7Mh3PJ8+/bR9S+jPYldGtW7CUwRAfFuvPNLUPaJ/UOMEzny9Hl7BHrj/2SSrTxaT0/iufiZ4js/dZJlLW3rpqub/HJPolcX4Kewl4kkiADSJxr/dz+zdgLGwA52Eqy4SS5xPt14xjt0WlhPYNNh6W/nY4u8a+VMTvXwSu2n6uL5p5pmgtJqLJ8fNYL/YJe7+pxdHHjJGRsd6siwYtnID+bW0Lnf/ufX59iN/3VhRSzfz7WcwATuKkxIfpzx5j17QQ1xV30CV7Jm/FJt3+7eTjYfJIsvYDBwS0/vU6jGxorMRY6thnPzKAJgMnvRAINmNFjlD334D/G0h0/2t9G4m7Lw8hf8GFsh/Bu7AzzCX8+L7htFOy5yNNN5NZ9Dr9IrtonHpukj0bEX6E3vpIQtJXzTvlq9LuX0/p4EkasMySYI1NdNzmf+O/kR6LiOj9QGPM/jpm8k5Ao4Hol4M/zIoM+dUn7+1ZevRMuvX7PulGw2oHq6AqOtdkOXO0vuNtCw38nQUdrMgmc9xFw0bvpwtCymKNDWqZDk9nvxT4duN4VzjXo9TOH6gjq9S65wpywv1vH8lzrWuGe0bdZu+Uf1tItoM9gnhvW2RIjpyP/RwCMAsgAEiDrRTmtC4fQIpj8yoCIqQKKYv7ewqsC2R4ei2QBfjLKxngcJwyG9t33mvsRRNrcAyiasA16niDAKIN10qVPPwtu4uA+PctE/QBhCazn7z6/QsAQi2o2UBvXBguKW+PT+rgVplakHJ3sDVUPlHxLQfCx4phAR4hlM+gloFroG6A8jlvUFEojGQoLiPU9Z5x5fEcATWveTz33yuDGsf8OmEyAdZILCB6EGMVYtNcOkCUzyfN83vfjnz+OM6SDawQDwpwRuDBeB+QMAJ7nsr9k+8Ac0HczMIEU7SWt0s/Cn32boPdhkGq1PI6cNqqsVCYNRPN2e8uhr1PpcWXha/4E11PpnA0w3ZQBKZq9jS7e5WUs7W2lCa0840A5Jkv601Du+wmk7/N0fZRW+PBuu5Tfne12JXYwD1cuP3v02wMYNuMz604AhGDQO7mDtdh11TNTGboBRJwK3eJI+9JnIEcYRuklMz4BVuZ+G0DQAlk9DYjIGPQa/UWriwZUbViZLp//qFzbdnxTPTDtgghEKEOSAMGp5FEgcKJMfaYkRpv/lBEm512nJtXZl5lj9q2dWb5vMsRa/vN3dAftANs5106Ikxk1qAtQ2/Rm/TGaqg0zX0NQW5eMwn0pYYEtzvTQVnhN17HPHlJh2Ous35yIMmuNkwLAdWdY8yyBnBe4Ne+9jTmu9T47YIvzchIOQnUxDEa+8967Igq5184nVeqQibl0KkG+DqA7UHUb2rfDJ9mjY8h4JeMAilNnAxLsi+bFOMxZTxAVejoOqmIA/fWfT4Z481OfCYYTYtd5wPIzFicw+cXfvAGq7OTdkU98jHOm/WB0fBwT+nTHkxd+GTrDwQyAM/h+/s/Zv89a3ed27D7kPdFJ+VZzj7NgeTGVRCHw24He9GNMM853GaZKrqLFTtNsGx3Me9chYwA/gbnYWwz3PCMVyCTpeNQDZIPRmFPWWbpWR0VgWDUYfbdk3rWALLrV5GLStyGjuzDW/D4lDikRbxLeoAloDqwmXEMCXPYAoy2JFhhxqZaKsaOMXiUGgSNu54zlV50hyHOzv8JjcbLpOu3vwRVfzmsJtg7Wa2Pm7NnIPta+HUMmmyFz+OnG1U1Dumaz3PcM4jspxHh3HJ8rB/Mkj9eG6uLOu5OJaVn8Y9xMNVvm2AHUPK+CFBVsNb2Jd+Z3HN9eaznZ64zVfAe/r5HoF06gG/np7559EP0uRov+aH7B0YoTNs7gMqVmrGecsimGnk4AeFrMxuDdZNvWXVmTbhFNkuX3ADBri8MB+u3AGsk6mnPw7XRrqaBljxsaYa4v/FZnwNr5+2yKMJoxrStcl8Ko8PQSyw65MqItE55724HXAbZ90up55ImdCgouTIJf67HMZXVvr7XtnMF3nDH1+2+rJ3QvgWAcOehE5oZ9+woOXgFgrfPvv//uKQRbpwISGWddoHV5/vtTAWAlRTzrdxKVRk41jb3WQzJn6AjHYY9Pz1ZlCWvflQ6mGcmisZ/afm5ICC0unpQDNPa8Bq+zh8G/VMAyxjsAzLyQH9/OpO759d+ThBbZfEwuOdncvYd93uNKomO1olPJ5DPQUmGvj/b/3//SM4OL4sgtwq2X3+vReuVbgNv0M1U8t38CmkyCxej4cWJ96Ow5i/teE/MKiQjPYqT6v/SYfA4lrztR75VcWJgQ+zE2l+zw0E1oJo7TYJd1uvW41FIPbANtLd5SxGjtY80bfodmsEnuCgveQSUfMnsDgJHz6QBU56CJr67tbHnQtoUYkPWyLBm5T6UPY4g/a/CSyN+YkSrA6P9dp+hVz89qjorIyHbJDZJhdB32rq6E3s56G4eMw/ayhzKeN66FNt7B7MjpyMFJuNe8j/qao5AwuLL7r2RT3WvbbxLnTieYWWfkXWweGZnvDYgfarttfPBV7Rljhb+ShDnnbR4MXc5fnj3BePYsWH3PPqdzlNetcFTrocYRp9rLDvo3Jx49dPYnBQuip/a13QHgfkrjza7WNMUQDLHuyBOPXKk1j6xbHvN1DlruHMFe0Rf5Xmvbel3PObJ1fAQ3fTUvpPBGBBsa/PvfQ0zyi4aHcjU2cCrf0/EovJgAcH8iX8KP9+fbcSAvHh+7qrtAmN7HgU9lmZ57+xvoLBd8mc6CDkI+w8OvsvZNMGv7ThrXFDuOXehVOdNxgq4Hka/wV7LWd8LITXf33m0CJQnXs+7a4wlQ6Rv4Xt9pjJFfwdpJktwAVeNT/JivZGSPP77E+B+3c5p0bjoybMvnOwB87/lJBBo909dzbfBl6CX7lMTO2Kq0N19bzteNLww8HeyyRRNZc9YJvB56JgCcYIsuTAcUfehU8bMjmWxXSS6M0oDe+uiF9v+/4idDG40x9VWqhjfZCJ8ytrrn8vyPIi509aGrsTf0b3fV0pEbSsBwHGL0i54xAb6s+2Cr8RkbowwpI/+g94PDFKgc/LCtp9mX3flOIuEZ3aFD8uGWA3cCDLSQP2OHdJIics8+5Ec/uyOHceMmzqSKe8YlWlDSIkeMDbYAdzTdwocdn8HO03WRQ2uHMMbW1zwPOj629fOg7pgn2hP9kxgBf1KNfnwfcxY3e346aTRNoROnQ4ue0Wfd47/71N8s0tq1zJN5oM/WRzaFcVXcZnfibDi+W+7vYr1eJ3XlbXjuvbbvdOIP8kOi8wrXcBQaz2L/o+/jDz62Z7XDRz6CW+89a5n8whERE/78ld/F21F8hN5jHe6Oln8VAAbXGnOZDyaxdPyb8Mjp7PLb/yXlaG+cAQscmOCzQfx+MrpHCKJU+N0K4EkhgIkRDGIybZr+A+CnHUsyphqgNGMdpmjnop1PiiLlV4R4PwNiWoG0TK572oHV8/fmYqDYcAqziVg2cCfn7qZJ0OKnCbCfiVDuQNPZ3MoOX1C+QXHWT4zCWifgmSwQAJ8OpY9hoX1bwNSK3IRo0LfOFzI1JVzT0jGVnFYEU0HWACmKb0vZW3Aj/EJ5A/AOC6BMAvo1hm8BYAJygKqtoMw+wNgwVQOxQytlGIEdN2CaLG59uoVlK7Bm1gZNVE5rpQ9di0ZKcGRcG4DX2uEIgyb1HWslwU5m6QEyjrZvBucRkAbEEVJkwGp5O1AeAKbKi6zGfej9ZjDiMBp+HP4CKJxqngFhq9hwVASYO9tsFBv7SkB+K+MWiKndPg5Orcc3xa9EjZzhmhYqBITEf25/NpXet4zpdcUJ/Q0k5SylOHm6wsNkq/+eeXWGmtdxklzujDXm0pl97FeMDKhSc/10WpmOTFBrcDGONjr8lKGJVkA51D3AVwFgr0kZnQCT8H4Z+QYRa/zccnwznwHZAGtay7ydP8j/plXTYb0TRw08Ao1lzGHal6zxvwl2i1jWmPWeiO/kKL2dAUrCqda4eW72Adl2zlj3WmGdZrNaH8VB/q6kzfpu+9bd4fce8n2Mq6qutMMUaJCxvQ2wN53oTJjs39ugyTrmu3ZKS9ca2I7wIwgAEOvx3n+/9/EETgSuJutadMgZIDECYsDbsV2BD/jTgddKKHA7MSpkXhZy5nMfM9EdDjTec96SDdrFLtrbVNCUw+C0ql+Z23NGN9+dEHYdpjpd+nGq9VvuxDCL4zv0pSzLvOs+ty50GOczH62jKqfQy9bhs6fWyY8jxa37n89/CwDz/HZe360N37QajJfPZtQjM47RaBlFEBrP51TJ11nIPBsAm0SbCW5J9o0u6XaDksVbRZonZN65D5nViSaNfzxy6641sMiS9W8W6Ps8v6ASBFjTpk8S/DDAGFPuBQ9PhPv5ah3eb73ea+1bi9bb0LgxTRsD0btzFulsVfRsZfN6zQYLPtefJKWSvaLTi9UynfLLEkQOnhAOXKfvXUGaKprc3JVQONy6MtgOe5w1GqcXdPZa/FAD68oJXzaOqV7LV6XvzDu/L23GIbX2i15BkPYVRKsz2F6G3vAoQc3j8C/evAO6PdYeI87cV7Vwdfth/o0tznyHVsG5d4bwN3kLjtQzTgKD5PcEaDmzKbIrQTNXg8qh//zPDq9nz97O1zn32vQ/o/Pfs5EEzEUT4EIcDmC8dpQm+XBTZKMD47RJBR9Yn6DJm5uW3nn/tmUlwbeTpDaxGbnCsTah4V5HumDxRui88ZvGa1tWetbJApNQBp6oDiDQ3lYkJHDaesT40a3t9YAk8+gjHY7j7O0IhXHLmTwPvNtkUmmOLXgcRr5+HWunxdqXBE140Y5+OQyfe08F0wmkth7czgbImW/6y7aoO69k/bC/z25fgSO+19BZQ/jnHdDM++XMM+4cB7HllZ1DG/xwYoKWcfA1bWONAYQ/PXn9fqD6smcl9f23ADDy5WUfln0g/sDOosOXeWto62CStu8nQHnjtl2nxe/ma4L8cwEVZ75/aFfjpHuExkSCcfYqWOSu1NZ3JxFbmLAgmOdgOZ3JErzJcyaZ6BmXOvp4XyfAFjn2rsi0PW1/0Zt/7sCaMOZd4Xk2TdvJACfxmd/wC6Gfz9mfz/g4OgZ6ypyzvg6eTABY71aFaT7LXxsA1gDe+D/0vHYKdugZ19j95uHB2z2fe7/95moBfVcg6fdg352X9h87lkSyfu7qt+32wXO/BYAl744M/hIAJunyngf7DzZhb6OTth1t5rCBK+b0CiCJ3uYFh67UYUd+l8Gjve7+u+lSCX6xUyJfEhhA5jd9c6yYXnToineqkg/M8Dy4k4R0SWOftuXuADBVfZ3c4T32/i2/JZCUFpc8P/hrkmNnXOjbvD9VuN9aVDZu/JkT+wTWDInj3zM9uJW9zmJfXxPvveduWuS+4YNeS/x46MVuSd1+BPZYz+8zfr/5J6AXj8VYJPbQuwPX4nytI3KhW3P7DNXng57uKtCXHBz98UpQvuSPV3AWeu39bFrPrQMN8rOpcEkCZBPF957Z8o8zpD0XKuVFBdIzI2dYm2Onj+/qlbw4kzs+m6E5J9KVfCMprHn1Z/vh+Y8dnzEQPNsOL5yrrgCsbb+DvULzHQBu/rr1c8vHto3wU33aDyp2yztIhGKMoee3PeXfxjYlmHn21P77Nb563fvZyCbGFD55HxuGrtj22qFlkiGbzsHW+Lg64dY41V1axpdx7CdNLsmZmSfYb/WV7e/nf50gwfXsdY7k/G6H6vv258U2SbIT8vfuwAGv4tNDtpxkjOcZtHxHRh0M/Mh1Wm93AFjj6MBgMMisx2AOb9uqb8/ptr+DtfyTafhVfTp8YltJPGi+zX61XWxafnhBe3XWA0E4R4fJ/oqfIkUjx6/wfIdcAu+7M5xw9iSQHVlqPtZg44tRIg7Bcu+LQcE7gSsz2w8+N/b6g7+nIGxtqYy3cfh7HTeuwlva33DnZ3ZRXezXd2IbAd7wPDGUrdjXEtAp0zT6LQA8+5E9DU20fNG/e928f5OkwRxMJ37AW150EDl0HKzA84mHGIPPURRgtb/aH40ntLgttDP+/PfLn39kJreDJ4uwyhBmPBOpysU7AwqHFi9hYe4AsDM8nwGKSfkEgGvQCTTglBABtsBEMHZmxXEAHwABqE4mGZH0bgnSWXcGwHI+2ABK5dXfFCgacO6MBAskXRMjRIRwMiElGK+e/R0cpOScDQgBhcEwPAAzGIIcUN1OlKzVGkCpfNG/aQt6ltNj7L3DuQNhnkOhh5i7XbErQhf/HIL/8SvO4DVaMNRo/ZC9e4PzbQGdsd8B4CQHKDgdo5tAHMzWLU229U6yoF4MNsYnjuj/z9iZKDhyHM3ZOrjy+7+sfy0p0h0R+VVGF7CysaJmBmh015FH5Fl8pv33fk2bnLuFFvuSCpLc92ZoAoHQ+J05Er7JAHSN6IWzObWWJ/A7gl/P6TNJyWK/z1zZGU6VxBj+P55sGBQn13QLL1pMaUE5yxaAKv68A5ivKtDnhrpXV2B1CxxkxqkAHOBGC0Gdm/LXn3PG5dCXWF2JsSjM9/MDQNxqdc6MSVtyBNYKXcAqzu5W/i2c27neSoIzMtpZJgV8t3jTmmJ4vquOIyu2XWJV7dlDH4xAVWfoIoG9Vl5xwOYsARkeVF4jU9fhoRtsViYyIBl7YVIBb90bxy3Gchskp9WENUOCaXHajjN4NNEGjsgkSrbuyrd31uutEDUnZ99NIBZdsGeELwCIYIlSJuEDcCDF18EfwLF4E9mFo+coTrfP2wBS8w5yj8w+subgWwHnzsA/8nEqymgRc+TNKFKqA3EQ2BngNUW37rmqpnlaJBkc/uGEDr06OAatnJboMyee3S0cec9ydTIW70qgdwA+CPZVGaC3sISwXA2mci0fOdN3AN1x0M363Aa0vhenfhJd/Exl6k4F7h38I5ANz79ayQ/IJdHEoO3nZv71GXpnfwZYnzPJmcRcIJprh7CNaffMxCDOhXdQMvMYx/IEVgLEE3QiAHy6jfhaMpTVfi5yTdm2DwZL4Nhjw0nKmqcixLRh42zPsGna9ZkmD1MQhGfM4J5soBKCqvvJjDcz/Dznye+Og/qV5Tjzy/cGC/jCBAUJ/GD0QBMEm5CDXWWNc4BxG4DL/aZ1GYcwDnKv0+BPr6ESuqzL9siO4I+pZDHS1dEcMaQ0zjjbch8ZSlT6eEZy9E1gGzZovkyAa4Pb4Dq6KFgWVsJDZ5m/2sQaL37KqbfDZHnFWzhY1LjO2CLfb3nCddBofkZ3oid1I62Av4+h6oSKOfJi+PluudqO5HZYvpMRV0+DbXgGRssGbfqs6OyZ92Ccpqnc2xcOZbrpQJ+6XC6IvJbGm7f1SbcA0/g5qxpDNDz9OPRm/ywLkOXPh52Ny7r2/mp9OkP3fYbi2lMcZbB8n5HT2efowWdvdIZYZ4CfCrBaF67H8YOj+LZH9BUqTzuQkfXcdvs4XVY/JACsNRY613dpRRb+lL0U2dQ43fRa/NtV1eHvxXdNp0zN9soEJM3GdT/kbyoow/84b8PTQ0sjW3GsNsbtVojoTreAFK+M7OsWiW0vwos4zMRPh27HcAJ/iq5dGf0sxpHnE3wPa6aCxran5vu8mQr52BF6dTU8cjdO9joyYNqUgoXEl7FbOasyLYZ3X7fDCEcAga31zMbPHaDUZ7ejhRbQljUEUyu5W9vEGZynBTT2XuEoWrTbmaUAzMiCIvcz/g0mRl/iDD6O1plrEhvWLmvHEwHgtU89O9MUto+2805w9a6N68LyuPRzz6/xU+Sw9isOv048+1UAmHm3oxunnp5ph+xgq654Y4/ACa0fuSfdeZqWD9+MXtigdLqHKZArO+lOyO7EGsntTpjQWpqPTFOd2BX6PYHIsuWDV6dl5wz47lIGbmgcGyfvEwB+xnraaEoGyb6YpFG7yI23dCbxngl/HLIeq67PgzU+VwYWru998TUhwdj/U9mMLXaCCcbO4esdw3xx6NeCR8+5sKnl3SRg2B9WeEfPNWUJm4zc+1WCUjt+z7z0fe3ROIhZh66kCf9qbLHtLC+ln42HJkG4Cgjab9AdsFi3ruBv3r5NkHZkp/obO+ItEw+96eOBAsxj6V0bmgR6r9lch0+oO5RlLbCRplva3Aj5oT97fFshn8SqtEMueh9ZzXh8zEa8tC87C5yl6351JFCSTXU28VbiYW/iY0hyagL2d1eD47ucRfjWehyda7o+9J3R4zNA5+s9x4hGjxnzCV8/9o1e6MY7egJArQAAIABJREFU6KTPgnnjX+jASdOF7689+Vrh/E4ICf6PzGn5i2186Hv8tU1zyMLgo235TzfFXkfe09gU4Gp6iz9j6EC8/OWMTwo0kOf4Pd70+q48BgNl3T47R3717wkiyR5CoBHQGbvIvs7xT755Zm2qlg/wV3eUSDdQyQZtfHgUO970Mjrg3tO7+0d3D2kfMgmD3tvnWfFNjjx9LuwE8Dsw800/B7+G3sBLZ93HR3wnIoONTPMTwJI8oePnOWN6buTEyGdsp4Bmgn63n7/H++rUZz2wtIz9k5jE6g327MbH3RJ8ff8UcUTH9H2cqz/ywLjCPvnsI5XO3AcbtK+/E+m7gIsAcMsS/172QT6boo9yOmCP30dren/mHtBvF/f9yv+LP0qy9SQYjV5Rp7Klg8Etkk8TDyMAfOyD0pmMvzu0IgcaD30WIO5zwivxCQkruvBsdPMmBqUC/E6qQy+BJdsei/wcQPORkKVNpsNZZHvsKwJAo3MLW3icsy74rfTeSWB5xkdLbNYb+9n2uvwXTsZcGsg8r8Kp8eV8w6/sU/MluM57oTFqFSe59PZfEyjGliRJeltAk8jn2Z6ALjTvBFHLtdhgHJWAPO9YDEkIuSaJYZY/Y0Ow5rm36DJrH36Y+N4zoRwlsvq3A8C3rbR+gwevq9vc0Djr9rdHAVk7A4R2QaeadMBLwF9FpL0YMbjPYsyXM+A4kxTI5d7JNno7nHB2HYazh0hgYRyLlZEUgfRuZ0KP8j5TSIyxwHsQ3rSwySbFADOQnKzrkqUe76/Azl0ZeDLyny91ZmoUSpT/aRfHmZUyFmvBXwFpy545A8hGR6pt9cIgYq1ypTL3M8dXMPtctG1a1xm2gLTHdwdEYQrThy2WBDO3x3xaR3BGKcTKHqWVBEpGVJ6KTgKAdjZKgc9adEUujr3OhHwnJFQFa2z194v1HwDfjAGAbAOWYC83Yv9PW6eHYZvBSVpA8GS8G+RJZaKM5QgNvToAKcakEqPB592n3oLkcoAgpLpCx7w2AUbO/AI83WegNCjz7+PQu41ojPJtTdvGzNDcc4Mcur4OgXbYCbDTcpkEhW2nPgDRtL0VKiHmyID7zD+v1QRCfdacW+lFQYZH3mBL9EnWOyCPajFd32Bzq0Kl/bbV0suRoccPPsiehw7bUOjKFxk/a5BvhlwHB9nPdeQsNac9C86KnSNOTGWa0wrEAWBVPLiliTxDcTIQVA4vbsJJglrKhIuMwTnPdZldeN9A8bkmCm159q4wBLwhJ7X+Bowlw9Ajoet3Rvfd4vsdcLjXbxN7YP77PJutBs0A3MJ1qkKYZytaElA01z6j3CTpeSTjmpfWswNd3B9aCzgIDRwH4/Dz0RHPHgOaWLcjE+esQv8dZp2W3gpovQ1OaDAOcSqsptWa9tcG7Yek9NiYl79q/QutvbsZmGee+XelQEA+vJo10ovgDfKHCiNkJkDtI8A8Rk+vnddfbTVJWJBudSv9ofXnZ5+ZyNrqe+IVO0ppyzkBbGi1nTlaHRuEV0LEbZizP763pu/t2YDeMfgeQupqCtG3Wz8ZA4TGYgyk0iAGWXTtGmxZT3i38ZEe7FZq4vNynnjeNvol49jLdZh1FQ5rBC/eQSl/7krr0LLk97fsej/lGSpnjQN49bbkBvqv59VY694zzZPKBT7rBCrdV/KPAEjOZFr53LrUtDZruryrtX4ccOOUw9jvilbWke/oJ/KCam+C1N3iNvuVRImcbT9GfOHB6LgN8MS5/Jmhy72c+el5hIet/9RqsvZdDqVvr1ell7ZpMmRPwsqhr3WwEci7K2UwUILv31VlXYXXmero57srAWcpdUKd93V4Af1zkgbk6HkG3ZiJ9rXCIWAlVwlobDYuN+ClpLTYEdKpsU3g/2DAHD3C0Rxg5l5T48CHIVp+jWg2jiHASmb5Mfar2uIEVUa3r6M5TzoOHWTWyEQ+i2kbftQksKOcuOp2hZN4eJxUO4PugvFe/yQVIMtC+7GVGoOSAHFX4hF8SrAtXYb0wli98S/0gVwh4UlrSRcLf98OgIxfv6ObRNNKfsOB1QnACj6Q9APOh45Zww6kd5UW978D17ezbJPUwnOdVBuJvE7vzDHV+SdB0rJ/sUQST9qRLVnwJIcZ0G8i5azE4QEFIKjI7+5bTmCeRGp4tjPScTjcCVrSA5Jb3WIPPMMedxVrJ3yDQXD4aHadBEiyzmLd3U9kPPgAikVfZP/XOdjrDw3Am1qvTZALFmkHMvxjnFfV+J0A3c7nk3A8TrnG5Ot0i413xl34Nry6n52EDfGJWqUPjXe7weXY0IUYs3FFKkai8EiI+Xx+Zmq5pLMZ59Xy0yrlC+YJvess5PUvyDkaO2mTQZF9nFt8O+NwdsF3HQhy6PB5TneJYIycmXi+NwkeOOx7f3qt7uvXXusKa7DWzo9kJevXceyRnC98S0U5QeB+JjimE50YR/Z+A8Ti6b/+3KIHy1Y/b/0lSRLdCibfy/g93QHwXzXeyfPAaXsEzdsej1ORtrwEQJCx0c/h/7Z7vcdjO+r7HcAwzhkFr6o8aCnXLx55de6Y67uCuu2A6ADR3zihx2FNAu7O89f2dbcQlaOXM0JJPHpXRW8CTvOzaczByZXTWh/0ofgOGrn9Sd73KqA4sul5H7tcvzlpu/Qbaw39MB6t5HGoG4fnyLZeb3jvJJKNndR+pG9dQfS9PuoAvHbz1ZvmNzkPOb97PklJ458EJwafZLKmr8ExEZtKdp0jwhhAVZLqChIU7yME9PzYVAlitL8BHmFs3/x/GU94LIFr0V3sM9P7KeyJTqaDifQMSRmnQu1huIN3x7YInpz7jBhGriLTt5KZoEISWcKw6UL5tpcih+0707zlLxtbwHhDQ58ON9Yexb/wMP5J5v5qIW1dm8cjc08C69U5R9eQ8AEuhlbeCVC8S0Xv6szYIpsQe/N4++rO+k6A/sy/ElBCZDOBoSMSQNu/B05gZPD0XaEIXnLCB/KIZL0ZkPZQdhrXmmYnpiFS1+f6+/h7Bpd4ja3Kxc9Uhc7Wj0xnfPzs5AZPdWxf9tLPJqFXNPw8uxOifn86LUo8k4zuPbwSxI9OfD5L/GF9vSbLPkqrAqTQ38GLnldkKLZdF6a8Zd4njsIP3Md86F5U8ep34iPiz9h48qlsvOj4rBRgHF3bPiD4rxMosE068RjZks4GsdWQ32sjTMB07FCN704muPezcVOOJtokip3ftBJ/nquOKfiWnOQzybTel+F1xqO5tf7xeFygBrbMaFpWwmPQmfAJMoX1Re/3XE6RzZV0QocExudiSwdB81xo5vbh8oxONjFt6/sj86Gru3NGnhX5qPU8yWP6/rGPNh6m65wQeDp/vP0H2kPsN2QxsdFjsw9WQBYvtp4YEMQiXngm/+M58m7XZGx60TMdkVjc06EoNB3/XoqmYqNrPUioJi4R+YeuaX7xfj8f+Iqjb+0QuUkzD8Nx35VHXIsREMXpflYTmISIM8Bv55jdYCOTy8C75UuPq0EPBuzZbAWjqNCdSg1l/KHE0lKTcSXT4jgfCgQcMODNyJq0AXbGJ4eUHTm7bj2nVOguiGT9ECoEWCB0CEmOw5MN58mNsJmAQYxtP9kPvqs1ZmePsPtuMK+w7YxRZtLzwFBknTmL2aB0IqcY6wSWAc5UdOoeOkNPI74DwDhKJVjdaqN8mXYo6XuzxoA5+uW3IAKIZw4yWNfwPjt0tViGfr0ntZG0GxFUnS3w2L9lLbE+4ZWcP+ARzJg7gwpAFxoKg3oOAq8GQW8+xNg9+/IlkNPgL0b6OseWMgMyeLmCYAJG7Ot+lrZct1Mi3846OdnimW87zfpZ4hvx2+5/Mqk1/A76sn9LLwEM3+RFB4DF5wAur+VzY87SztqPE3IASGfjahk6m+tUWrr67G2gf9uTBL73PCvzoRTzk7TB67SXM82853NouPaSoKgV1kM/VO9biTmIGGBz9sgBJhGQnpudAQjZUfF81lVQAAMrjed+HQAGtDbtNZA7rbUG9IYM3u3eUOQ2iifRBsOExAQSQ7w/U9W5Rvc410emidE6a+zT4F0neHgpa9H0nXHSEjQB4JZr/54z/9qA0vpsC/Oso17isa7YP6D4+fw4oicpisBcj6UzJG+9RwZt889miuVdPc9OVJ3BWi11dK+uelr9liSidpp53QFcAq9jpCYhZY1PXSfMzntnDSYA7AGF5PNrORG1FnTn8PI//zijFxqMEbTg6w5GxfmS1r5Z+1SDsc5O9pgWgvoch0iSQKoy+NlwMv0yUNHIG+TguOu1799vRw6fEUS45ZTJUGurSWgNRcdDF8rE0/261SgtA7PGcjBNgpMdRKv37vH1uFsOm1ac0b3t0DOmWctKbNxg9xhONiRSVdDZ+t63h1bAL5257T0WDzxz7CMi2GsbvpOUcmd9Nu2MCjyJJ8y3Hf96j3ZHktSbYLBtf37XmebtjLdQe1c/+97uLIOzM0/rhLvIxCwadMeZRnGYbeCnz1GnawSBFILwlqel+zYoHeYJPdk9aJ4BuBsbTecMnBo5U5TEliTauBJnaO1VsVcVye2g+Rs4iKQN4RD9NwldLa9YF+IYLcezPit/e83eeGqFs5026JJJuAJHnqCDMMZV2a1nkThoepnEt3aIqIsIe8Ze4HSxgX85hs7cnhsKu2ld2wHUfAdvD7WMYR196gp4WtqOjjW9iocnmItDnnsGK68TvWm+k4bu9YefG9/q2ZYrnP1jJ8jaJhuMTWJqd6vp88o7G5nkgV6DT2dmZEW3obsDwMf5NnznH6M3j+PE+mSx36GrcT45gXT0d86IWnoiAPzKqGbQl12rbyXZYoOu6MRj0268zHcBVzVtd2IQ+N+OtTE5mFdoODLkFYCfTho4/j6q4jib9b+0Qt5A7+hSS5A5wmdw5MvZVvNyks5DL9YdZIc76RqU/3YgwFPHSTn4sp1m6OXbOZRAV9agbRX2OPQwXJVLN/g4m8LevKtlg4md/Di2F7iJ+8EjxtGPbDst7abdtub+mcAdeXZss6GlTSoM/ba9uR1uYscZd9U8QkeR80mqVueeH68A8HHafalOW9nQ3JjfsRHvLir5LMlz90vr0/zCuiKz28EL71HpnYD64BQFwsahZtwzPgqqFNmHrFeCVt5vAl8XTTb+7uDRbf/rHh1Y7H2+fQbIJ9bA9Fl2wa9sWCWZdCVwEuS0q1pPUj2Gbq95Me/Qdoi7WzDmPXsU9MnZHslikgyQK+dD47B5XvkJem0+9tkDGExq4R5/SsY1zkTzvYYyAeDnhu1z6Xt2wMg8NXPjHMzVH/st7G1a5mPPhg6CHfUCS6faGPm+BNIBzP7uCaDgb5FfatY3lGpO9Lr6XNcD6sWrE/Wb4VK5Cb5iFuGLdwD4zBB/Qi0U9A1maH/mWXsU+Rffzy0PCQCLPyw3xubiXsypk7mjc+JzW22ZjfejB2eCsXUvgpmNrXA2v9dicTEBOt2zO0M5Iez5h/NZ8oNx/G1a7GeeCQAjXxs3Zp8jx9xatvQh4177NNVV6HPG63FRgT0BzG/4Nkwh/anE4ci3V2Xy+HwypnRY7MTtrN3Sa9Yt8/Ocxg5Zf0Gubb/O7qe6quhBjGGx3LcOjd67wcvRMynMOOd/ln49+3jJ3iLfo4/tInQAiBtwBFDsJ72+Vfzr/eZrzeX2L2lP6K7APiPLGIvN6OHrV6B+6KLt4Mqzsn/OYzhnYk7F/th9WptDE7rueYhbABdfZQ4ZSeOlvD/4aBhV9KQzShs/e09G51GlSkBuvSefPlR8uP6+zlBmDJLXg0s6MbPxJet2xvv80smB+vznk+hKJwkSID87VF0+9wkAH9rhKK+xwfAzxbc/a2/7I5geu+5gQ8vMrTLXfU+V/+wHST+2L43v5r7zTPSKBJxFeh2Vh4hv3dhFQt7DGV/ziMbXlZVgsg6gSY4hUU2fxrdJyFj+3yOuWOObts9eXXKTs8hNd9bdb/kFXsWeuHkAvNNxn/ZHveIABQ1vn2YngjLWM2bz1hu33740eAGcyZ6QvPs+c319Hrsu4bHuBop+bhmvvekODz1W7Z++30dR3evDvX7+/vhVRr+gO5Noud2B1+5865mXvWC/XxYIexDF17ZRdyHgvpLhXRgWPTy0Or7B5vEU22xFddMUdKP32ndt2r8DwDeIDEAQY0X432XYt7G8Z8qGojoA47+nPcgyXoaKYuDnEn02v50YTI5sJYA8QBSjLPfgbNsxxp7b6YzRm0G/Bpo83gUeXe2L0ND9lcHrfQZDDtICvOGoAKjQAgyCY9yvVmMD2hAaZA0103Ymkubagew2PFivrp5pA/kI6gLgWfP8h/DBwSsgsw66aU+pYPQ8SALndmgRAMTpR0XQMZgHZAlEdlZbO1sQANCcHJBUMDAe7StnJmIId9sI1mJL/D9b0B3j95n4N7o79/jyi2hAWYNxlCeggkCUY4jqiA5I4EhFmVNB0og9AGz34656aaM/SnLPTmI+L4E/wUjd8+fPtMCCz5gWShtDAX6Cjw2MR6pXTPK1KgSAzz2f5/7rAUjM57Q1mwt67V+JGdjI4ulZC+7ZDtUNAC+qTZulTwPTUx7F54DMtFLOOhBkXaO8A7jw13FczmD427zzDEHtXQEEkX0L4HWP5XmNF8NyW/qx5pYRI38DVMhgZ98yAHiVbOd2ULFOGFEOAD9rQ8AaA2tpIffEsWQDzRXAb8L3fuxS+sPO1I2CGxA48oQ7UBXTVQEktgAMsx+fBgDjIiO+DdgdYfYvcnr4scCOPusAME6Rd7vFOO306iDxR4Xhe1nG+bCLJacRGc5n/pUhfp/ZESOhDIMBEqbTacPmoKLX+90qrw3k7jSwsjwjOFVbI+sAHl7zkRG3Id0A9ltQAgP98MLolXMusyr4x/GNPZlkhDj3AfIxRrD6kuCAERS6jKMKvfb1rETRzQQUOlh3bdWHI7KTIe5ru7JAn23m9l6Zdd5KwW6lZ76fgAZnXDeeCL1O+5cJGlFlyhPayOU9javP8bJB/qWSy3S8OSRn7si0Buq3Q5vOJQtOk1maV4LdBID9zrTFND0J00xw8sxj1onqrNDd0OZUs7beankbR3OwqV6NqwjWIMczxk8HjBID24Ds9U3CljYj77ZuclDfhmv4BEdc49dggfBYO1IxZOFj33sM6eMaOw6uGJBuF3TtWQdBGvOyxnfCWQzw1ReNERUIxunnRM9Tefp+bq+PEqYI6LRBo7XBoZsgSBwqSYZapwBr2GdFv+4zD3vhvuferGlfC1bBObwdUbJvTTfoZuZy/4yufevV78HXbRHZsk7fpEqcfYkTcbojzLlNyJg4PMLzi5OlL3E+TpV1692hSTnTu4PFqWbQzW2ATgb8iNHInu28QyBPNKNEupciHzllPnOwdIxB89o6/lg/6E1/+37T8YjPY7RPksME/KmsbJx/7yX6R3uKMwj5qXuz9ifD/jKQfc3CuLPdmg5Z5CerX+efPR+QFAJUaHm+GC/y7LYRdOZ9t+wO/W/yH3ZicHqG4+16ll/6r3Vcy5ObTjv43WNo/WT797mhkm7Ff6bD6mCiMeSsznQqWAceWHIqBktYIO8y7qwQuIbAQ3ccuHmaTg3gX+Z1OzCbTkXHHcA05pGNMwFI9B5OU8n1/1YNcORYdy6ahUevrE1pin7+U8Jn9Ei/tKa0xKWLEJhL17UzWd92gslUdOtZHN0ih2Lz8pH7YkvZfuOLQM/f9ND0/M3JeN6bDkrh6/dZzbafpgLCsmQAWieHf+c9hFOCgcJkPgKmzn4nQGD9NAGpb457zYPkOHRu9j42hF4kBupPMPvaKa1/1neU9dmWhl0V4R0u/bpCYlqo3/Kjgjju6PLFJur9eeva7CetcSMABCQaR23b3tvH5vl3APgKOuv6TtrRmu28MyqONosdvgn3L/v7Ych2zjKfowuf73XAwLT+PEv6epPh4sg81TAe21tn7X03aYL3juN03rjb8XNd+z/WZ7f2dZ+ht9gmAcUbHyQh6+Ku2h/RSdvxN6/dwSPornUcyWhiLwKr2ADoilyfqtYToJljFjQ6VVubdMov1B0YeB76p6ul7uoicNnZi+MPUjBVfJNPPvFZBXlGxzEm/eyEDBKROwHgheFGb7c9RYK9adiFIePXqgCwZO2Nt7qLj/HcTOzIdHVImeS4b3zvwJmSi+kYM50LWZ8O7N8BpeEw251vOi77Y5J/9Ln9hIMjdj1GzhmLSqam85iTpJ//bFdVtea9b+fBEwwjQQqccVH3L//sRI6XPr3WL+uVvTE++lJAoYdgP9IJ9E4Awpe0Ntd7aLd9dQ/8v9ntYDj8E054G2y76/W2X2/cGJsuCZt6EQB++YeGoIIjxm80OPwErsYncsuR1iOdeBS5mgrwTU6J7Wl+Mz2lk5xxfL2Cyd64sn3Ewh+2SaUfJ7h66GnuzzOgzxuvd4KE/fIluJE/GmnjCe7ZlcHf/MHnGKHWHc/vKk6yjJF+GfvYy/3o0XSHk3ILw3R8p/2fYtEExjcx0+N61qILC73Xwnm2e8rPOvMUPWDvxPeO/ZjAI3Qbn/OnfXnrCCqAsX3AysfvQjLx7M8H/pBOdxek95E8v2J0dFh4ZOW2ru+9vZ/D/ZpPfoWF2q9z/Da1j/dzz70HPJ0EVdERiTyzL7Gv0432Vy+x5fGPiTeng6CuR/7SzWPxlfzj9KnQwxZbxacdvzR82RXvHodb7P/2UVl//Jp1XBU4BB8z92LeJwBsn1Nm2etOIjC+9Led+U6aOAkkCgATjAmR7/J9EN0ssgFmtTEIw0QgJqNmM6ADKAe4D8BFptxgU98HkN2b75UfrYCzsNtVAKQaUHSL3FY83b6ws1LutogNDO/Wg+2U7MwRjT+Cf86ekPOpgk/6/VsrpqxhGI81IOqvz8gwa0VO5jZr1S33dv12T9MaDodJsuRsNI0Q61YYjBnBGeOK8zDm/AMxgM+uytNoP4hh2XSBUyfGQLKBvKM4ssbQpD1EOzdwuHA4O7jKgVYFAQYkJXhB67IQsoQ1Z3QtZeNs25biPI9nddvOE5waoZGKrFG8peS9Gs9nBhjmpXV4a40UAI5Tbp1Gmj+ZMN8CLi1grJQq+yn7ty1g/LwJtK0DtEAoi611ea5FcKmiqZ1arBNClb/b+OoKoeaFOHXzDcBYKu43eNYtwDFAm4Z7n7otYDvjGa+eVyLL9EQGTzveuj0kbet1D9pnAmCPg7oy2zKXECqGBetLUItsojsYlGSGAQMVADbgGt6rbQndTItl6CdtZifIMU4VjCGfZaR7jYV2WlwUXXrcLp3ceWBIyXmhikT2i3lwxuZxCHr+nxlG4Zs5A0X6gUqMCfzQQg5Hbzt3W9dYvo2eCP/kPNOPaoba7w4A63rdz139h/6kxF2jPWBBjsfw5cpE+A9+vdsUm26/oB7xGR0M+G72zjDX40eGnmSZMZDvhAUqbFtubIu1d0urM94vLZi8QwDfYSLW35WBcgQPUD7tcAZBNKA/vHg5twMOMaWT1ar9pyWKvocDMR0ONrjG1/p6wGZns2IYkpCxoGiqEcq2cTDBMajBHt4nWqC+WxsxJ+/9OFJ5z7Q/czsGrOUjOmQljOV4JYoQAKNKV/dZ0N4G4OoM1sn3n+U0fpkxKPDzpxHotK1kHLUf7pAxfA0f+fzi4XON+G7nxXX66tErGsBVDR0mwTG1+mUdSTEWm76Rxw7iV3WxnuVKVRmgU2UF/RvvqFNAyTYMMel26SXaetNGyxjHZ6KG1tYQj/Ow+Ttn0PcuL39Cx3sWXNo5dYcBDLmXk0p0UV0LrEOkc+WUScztJEymGjfOKV3HERfI1Ojy0IhbDl0ONNbUTh/jtsVLjKnbinalq3hSdLp8LSdTZFYylcEvWymvlZIzQAa10kqg6TY2wEm6f3e3QJd25cWRs7Mod0tkLZbP8ZqjZU4Hm6E9MG+3KMs9sqeZ2zogT5u+kUO5atvrtyzpOSEPvgUjnPSKk0XPrL+jK1enEiRxpcRx/ID1CqVUB4IYjrQCnlbwgxM8+sHc+r0DJ1D1rb/aWM8a5cqXTBJm1r/nQ5zOdyUr9z+2yNDfsU/czjrZOlReKiDX85ZDxOiAINILM6/8yNyyPp2MisN6k2DXEd4JsWApy0sTXRw/JV6PrUG3ImNbJVj52UMpz9eOk7Mcp7c8byxzB4All93pYALcnpZw+eBt1pWf2zI9eDyBru0m0rKH73TFzd1RRNcrgGccNnYKDm5hRv07GEfL9NxUCaCSBziqVsPvaDmnlWQO9MuRUeXADp+ts7cDqeIRHwEzdNF2+13BHfk+2Ndnng4PzIb5M8nO53k4diSTUtE2uuA4MPuoEZIyY6N18hH4twP4H5i15BPzJ/ksNloS9NiDO3Ennwcf6oVTkcDYWdPqTNY2AomCXdnV8iB8n3uf9bUumiRxOzAnGcMB4OA0X/98IR2UVMmU1tQ8Wz/XHngHYjpohb0i3d22IPul52DbWOde9gef25cydGKd/wzgdQag+OoKUnZwuqsmPvkoE+ZIi15f+J2fabu8a4qMOX6JCQB31eWvKm2OffxMLI7yxZns4Z/uXqGquDim2Rv25+46s/bOYLUXHs5d0aXdBQM8kU5HuQ5no/idlou2YZ8F0F5i30Fj3fXE+/b8UwUc75Poqc9IijhHLdXzOmGsOzS9sKrxIgGxrTxfX8YmeTfu6wo/T9LJs5OEYFkVXRh+JMiy+hracfLR2JeHXqRuZuPQ5dAveweub93IXn8WSgRfUiHId7AH+0zPPgKo+ZfKNeSaxoFcIyGP52es+UuzF+5uWxB5vbS5ct3fGRnm+wx+baxKooY+x3+3SQdJeFv7ePyK4ATb7g8vGCf+duaQvZpBPz8UCLqPFrlxhJ7/ai36JQAsmjGtDG5vu/SVuO9xDdgXxTwM2EdXdTeMlZ2hV99zMB2dIwxZxn7g2IrTcWAKNPZdAAAgAElEQVQqwXRcCXZAbLOMtf3X7AGYmE3FPo4+Khyq/St82DRxy0PvtXXbGFSsn/wJY09bX0+AngAwmPjI0krigy9iQwWvcXRHjqhJ4OX4Wh+ZeI718HrQvSkjb5/GZ0B9aFzrP/hAWPmWDVqfVKHHngttDl4QPnPSwPqUCcqwdree2Y44a39xbQc+UzD0TvQUlkkb/OgAjattQGIau2/rn3vJdCvh1SPtM5ZMpjuVumZ1rEL37aQR+L19JF2ko887+Bt7bJJeh37uYrP2jfGstRfewUfTXyVlkJzkROTnJZkerFYBYCfuNR2Bi2hRn6MY74Aadk93mHvRhoPq0YvW9T5yJPf54xlP7LDgYDDT0eMVAD44bZwHTV/Qvr5PPD17vli25b7fnzXQehAAXqw1ActJIAkGnMTe2WsvpHQi8RjJ9KtzTMuM8NLgi4fGei1DLytj8NW3X4U1Nf+2/TVEjfxoWrf/3vdeHN9++dZfvI/cPUe8aO5fAsDLv2uP2l4aOSm3ye9XPCOybRPJPJdn4msbJFFB64b9nGV+H5+rtaAaWJ/30Zu+vuzCjT+t/m7//ht7fNrVhw+fFhd/paXPOlJug2gBUECcNv1bpB1DDMGOIYjwz56ucSul6daAj+RWlrKmuOMIM7+U9iGKAKQsKgufDzcCn8w1Oxu18Eq6nRYjcxsLVTJhMPLIpOl7s9h6DwDd7y0T7vMldLLJoRzAEdkqcbKNAVo6uSvP2iFIABoB4TlJ2U4LEj0jlRJvQQ+hYUwx9/PTQkxerHzfIHbA8AtAjuBJkKYc0+49/mZ0xqprEZKb0TKG+RuHfDC/6IBKXjJIDZTAffNM7fdp2acAx7TN0nAPsB1B3YGcOPYCOqBPMuoOY8o4fa4hyNeV3C2YOpvyBmTtkIOhoQf24D6gXOMxuPNertDG6R0eCn3RLgM+MI1OK7fb6cSaIMARAq+qnKFJ3QfhiQILT+CwHLq2wtWmrKedhIgEIJ4s8hOA24pozUUtSLbSJnNlvVAGnXG1gXzOzTQ1zhplPVI1kLH0mZD5bjmBHgArR0ecFPluB4FxyLNHDVT8nOcZ3ZLiZTQNjdquHifb8t20u3ne+GiZU1nlOCiz5htI6go/Wrhw714/9uo+85V53C0+2wAJwJtWrgK71g8rx9hr5vxSuALI9hoxbsneADQCsPr9gKEzv8yiDcrmZY9pJopD+Myxgt+6b2fomT8M0NaQWEf9JOsAdsrB2LzSYz1rfeTPtNIc4Hk7hFk3PQJjAXlDNRQOuBN8fx6yDoA8kWQPgI/fqxaB3DO6N3yHjiIQ5PMr5pyQWxYcOkc4eI/esudVUajPDUk463z2Ww4a3zwVhZ2wFACfM3CbPtsBAH1jzOlecfbrrOrRqQT4n309LV/KkRZZGEMNo3l1QWZ6yzw7KvRv5r8OqbR0OoUjNr6nDdnQaxKvontPoHJkCkCQVoOsM/PDyPX7Y7h05c29Ly/c0Q6X58IEHrwxH/jIem6AP/rSeyBdYmS+8huDIUkOqVjCsGKe+i5rSsXbqdQshwD7p5+ivaYH6P3Ong4uy14gm/U8AhtkON/t9Zu/WDccOsFjkf9nT7wAqc5DBxuEK0HNNLIBPtPUVChs9UZAPh1gCMAzZweKOhP+mVhA/huj3Qljmt+rwmf0iQrH4lj+3Cvmm33J/XHI8B6dWXA8ePrw63yvKyfARkdeiRd1rIR43uePDx4YvHiqfGb/yUjtKjB9pzvXQM9g3a4+57kngCL5oVhVTxbDbLpn+Hzqbg08WfEEw8Sf7njhcWgCWUtXRI1cOcblGHGSz+jg3m/oA9q5EwO0r7Sl91ofnahnzsNmLtrv6O+RWd+caoMH17kVmctxKXcA7U5+WP2S528bOlPIqc7o5dWgt8Juz9DkDD66NkS2r3O+6RCV0nQHr4JbkSUb1Bv7TnZSJUYwNoKwb2driKGTIloecsSC5p3qgMy7HWvH3qwjYtppqrkowRC+7kpobEl0CPiTMRs7G1vlaBZfN5WgR64Xb4dmxl6uiqe7Kg8+Bacde70CiJ4pdppvnFF5Pu4AJP1FUGXPkvJ6jqPlbmF+41cSiDsRp/EnuO2dADQ0I6f7BJj6fGF10OnKo29OOGhNP9d+3g5MTc+3o6//1lq8KiW9X9EZkg/GExIdI35bTuDHMI4QzXo9Y8/0ax1ZcdZGx60N3fbssf/Kaa97/+dPBWhpHZ3vei/H2bZY8K2/wGSx84dXRu7wnW6/2A4psFsHul8BkvHuuYLnCWB67M8/B83GgRb6H/txWt5rfajwaTvD1W5zVAZrJDpMVU5kQhJEc6Y28+caybdgK2HRVG1Eq8cXo1fbEW87aYNgHLEVTJt1/nYfrZ/Hfxl8bxrI55nvk6D1c483IcCD/WpdMvNrn45kfWgsg9G9+kzxlrXtYrFDu/Ci12v+75xhOkEV6zolBgze5tzuk4Axx7BkrLGvoFX2Ax5BJs7CeU5gjvsMePZEa3lw24VnuwK0AyjdmQZ89NLbXq9NpNazbYeMf07rSRAvGDHBj+xr9KXlkvb/eXNpf4OWjXXvvWNf3n4aOZOLBqad7O3jO/r+efYdoNWancIIfT7V1d2p0XKtKqa+FYqYFEb+QV+dwBvnMhgmfMAaMKf2dfW+o9u+tRMnwJ87Dn8d/4kKPNKd7p//+OG9cNK1k8Ujj00zCpKKPefvyJmtBOvktgSk4984mHPkZ7e27zbjt+/nHDsnInme+eO3H6cgClnu9ZkgkX5vuw37g3GhU8Dr2F/YJTnKbdsT4AlxEsPD08JdGe/61uE3B0mqgEBV4yfJabBF0yR70D6d9jnp/T4a63Q0s1zfquS2lZBfR4dMx0zsh6zP+mEpGGHdWLvsmwRCAt+hiyQvkZh92/WHqD6OwFl667m+8Ox0GFm63IIh+PmMfWzr9tPrs7uTHM9ibh240nvdohX/PjQu24BAoN7rMfQaWgdSKCQZdgf9n8/BaqIaAnxpuU8i9Sa+9hEjGr87hDzXyXfq584CJWFvurIYVwcDMVbrizFse09bd+yulL9u9jeBxg244se7kzZFr9DWLaOylhkTAdqWG6wjAeAjOx/e+m30dsc7jBuei3y6FZ2ddMTI8xKvIZfan4Ece9sp8UPQ/VN7QfCfyu9em6ZZyQMSIwhwZs0V5My3+uiBxXrv+BE2CfuBf/HYxdYjkicrW5EdFCCJJsBjPBs69jqz2FNMlGSbpZGj333pdlh600X+ciDZvgiB8o01WU6MP7B9yDoWSr4a5iO/VvTP8nU/553gHf9REsQyf3xinXjvMYtPTQ/h0ePTcIA7BQ+Sy/aHC0vYT6TvJcnHr+d7SqZoHj9yum3E8V+ZnsElM77QiDDwdkDrgLjn8GTq/XULXIjHN50RkU1ppqlMHBZQ15JhBIP0YvbvGE4CXK4Ydsu5zTrItQRQJ8DzEmKb6XIr/hW4E9R5KbmpghKAxYn8bJQALtVmZFissmlB9EmQh55FHpPBwMKHSN7AG8GE0EKZx2jcua6Rk43l1cYeLR4ZK60cvP5m/lQUGJjOYfNU2G6gPM/US4dRO1aCo4LgyRB7GwBnPDDvGMUwZTMVwKZbZd/OKYODUVoxQJIBC6hhCSJEFui4FcqcCcI6rHH4BkUwZO8Z7+n58MFxzswkNW6NAyH+ouXh0DefxEC4A7CneqKUMvu8gbkYqgrQbRZ/nth7T5tsxoJw4CfKEV5up7OVmhy/4/xtI7WdLQ3sG6ChFDOmo/6PswrAmEo5gqsSeFstvgHgOCJwmHTAN+0rlvYxRMnw4tk2yFYnzf0CQL7NnzOEJYyTdacxrqMmZzwOSJhA0q5zDB8CwAj3T+cLzvo2w0VGyazmPLw2DDyPMaZblnoOUlTlS3Kwes5ua17sMypQHjcY8v2uMx5171eLpWc91Mr1pjO+2+PO/nXyzlQCK7DyjFPrabA+rZri0AngkVKN8yx00Pxwy2CeCYALn2Y/9GrHY/Z9jVTW6KzVh77R+saYZ097jjdw7/s5wCrAUWc89ucYgtwPmXMHgLNPb4ONs2G1Ug7ISSZPckj24l3Za7l6nXF79MSz51l7MvlXx+pe34ynA9QnYYO9bhkp0EmQ+cyxgmXwMM45VzbM/rz3L3NEf3lMqvhzgljO72g+4AxUj6Uqfsjk1zp3ABi5JSC48wrtfHuhR+QwZQ+pWG1wit7WPfj8yOHR6S0HcUCwlqHVMWzFJ4+cjJ7OqO5zedrxpTkGqK4AfAFaEtC8RrlWiS99NIefPWchYli/9Lf0xaObf0XfdP44lbCzZ5xBjzPsDqQ0rXONDJWuMvHagC0cfMz6eF1cQZM1yl6Dny5HSN0jaz2Ywd+bIywmiUQ8IP6nuvEl5wInzlpRidMJTyQmZlC5HrpDnjkxYrK9dTtamZo3H+J3kuU4tMAq4CMnlIwBAA8mQLEZx9/okGSMu5PNKwFL6+c1ic7qZ8d4dxblrM8PX8Menoq5kUcJxD4tqB7GkSHcVV6tt8AeGD4H4wxuz+7ua5qreBy6FlmKIa55kv3u9Rlj3FhnxibDy3LFVRxEc7J+DgZqT875gamQY54aCfud5J7MM/MYzDC+OoziJFLGSXnW/6pQ1PpJHap6vvU8a0z1ZiegIh/aGd3OOn/XRqss0TWQHXyFVwY73Y4qntsZ2qHjGN0xsidR7Ecq/W5cGRpa/HMnP/jzd3xsnIh7xp95wgk2mzTR+D/jXBmBnsa5ghzupI13m/ytKobKopMiT7vClvH++985O02vJFXFbuo2lJo3CTHcV9d0gIyxtv5g3Rtv+D0qnp7fsfN6vFrmTjDls3WAZM+oBHSFjXVMkrlpPe45P/RLEEJ/Y9fe8j/VtkrOSoCUazXHliOMxfw6e77BBPD/9/11JxAlEKKmnxsIl25AYr+v55wM+4evJXdu+mIs98/W7+j2W1/ZBrrotfc2lbP7yr6+9UvWN0cHcP++Z+a79HXWbvYKnKD329m2tDALZX6fJPHhD/bPOGqEx30kwH+rsASHLX4N7rDtNgNIovkmOOg5SvzimJlDT640jPzG6f1yeKnCzK1RRxeVv8b7TKWZ1ljSNRklcZz1+pV81/e8J2NTbvem0QVnsTcA3GckligzT5wub75vOsM030bPK5i4AZoOABu/PIwQetujqETDJHngiO5nk3CHzgEX95EMYPkzZ+unVLzhC3jbnku30X9K7Mzak3gtxyfYTLotsiT+Je51B4DPfk8A8uDu5zs/nsTK4NfgUj3X++333kdYrVOfZOgQRAfq9u/IOQV426ZihlRsJrkfhn4C8pPoGF0x7Xa9r+uINT48tquen7uCxdqBzfNsu1yJIP7OCRqFZ88ZkQoEP/wbfEFwPToGW7dbYNJCnrUWHVKBpvcafzJW6606CsDfHdxuu/T5/cej17ubj+81e5X7JlGg95858/lZ89bh5b/j83dwuaup5gzNKTTBR+G26wst+rEOxrT+jhyefdKa20+7ax4a3G5CHvsoHJI9Xg+YRH18dj/+lbOY7xfr+avuKlyPv7wDwIfPjCveeIjvkfzhIukRf9/0k9bWMuPZL2FZAtC3rDp7IWw3+E46Q2dNt6zQuciCzpq/E3zcnSHf3iODUqTVOjMYKQng8D3f099aQ13Tfth7TdF/VDr2M9Rh8RVUmy977FcAGJp9rYE7VIVWNC6tmV4kPTMX07wDR0NThQuwVZlf4+ob06UjVnxk+OM9LnUAHH8YiUx36+Hw19v3BQ128FLXfSuik3ygM1Xrqcw3awBdktjsOT0Pjf9ABSJvfHVyn0avN33bP6t1nXml69XGHo7+mAQ7sEHfw3MZGuqECK/F2MX2D5zOQzv3llF7FJ9ssugTeBSfBUkl3VmgZWHLqyRCeXThk8EcdEDpRKkzn1t4TSCPtXeiy1R/351PTUejH5QgQwxOz+4AcPPOt3gLgdmmy7ZJ9P0jO2e86Xww86wHoI+E2X7869G7E0dCH7afoRPFe4zhg7fex/76sIlFB/bf71FEPLPvyTKDhXMs58iqOeLryOdAj0P3SXzVfKMbw3Oi2e0+gv/aSb0DBpzkVpjo3geJyi0+i/7sLnyeq23tfJN4Q54fTOC90fPcGWmVD3xw9rQSh9vXcuSuKoADHDdguhsfp/YGICcgMz3Ws7mRgh8Zbx7tCkkW4RglcwZgsupyD6pwuBbBHSLc6LiUe1cAA4ARpPl+5qN7bkVNNtOGuRdzwVEHzHg+rZyOo602tiu92LAIJzYpdxGxtONjjbJoTK+fx7EBYDLS9XwRK2X1dxCIFhGMl2z0DsCjDPosPz+X9Z8ANa12IQxdI0OKTIoYTqPUVak0nlcZLrw2+1ZK5Dn/h9ZOzwUOto2TAAUbIl0Ud7Kjx9EE0P5sAyvpUkQ/axcDTPcTSNe5PKHdBmcYBHouoEnvpWpkz8G7gUG3W975jvPQ+zwZHAU2s79vJWSamExPfUfPNCizMy13toPNlSpyrMEbZD3HGd9n1EC7ne3EGI8z97lP87EDFXZ6x3ncmWi3EsCJxD0Z52cLkq1UzHlsUdj8bCdvGxvQoxWYz2kdvpR8qbP4oGUpoHau8v0zZztcJ0PU7TbCg/98zhDtYBxgy3tSAeAkuGQzMMy5dwM6wG/z2xqcZOTEQXYMX1HnBPGaFvQ7lSkAozbQ/n8U+H/L7IUOWTeqAdrBSfVNiLAz82MAH6fRKDuSHuBr2lOhC3Qb4bL7jMeXcpwzEtrxlLNZ0q6UapmXI3mMyfDX2yHAPh1aPUC6PrkyqJZuIt/SNeLd0mMdZmnluvefSu4JAHcAOYg3xibODWROxr5rejsQcAq3Y0jfTQbeHBwYCrX+7Oxr9NHhUwIV/5E8jxxJ5mxkOq9Uhkrf5LMGJnfWMPR6OlpMm7gEZsjUjVw8FZLTIjQGVbov3C+/VwFsaPK0bhmRe1r/P5PEQPN8LW+zth6jqxXyu3XvtJQ8Vf9z4W2cZR2mZZbBQvaKChQM0MYB7Ge3aGSd0HNxmLwxwq4BwC60R+D5JL54v1qOI1u3Qj9z3rW9E1Qk90m4uw3jxiBdLQJO0iJ8c1oDvMl8tD4VkB+jTK3qulJPY9Q45NSLkys4AJq7HTbeu1o3gsRtwGjsXQF55O2qaK872GMrvRZHuCUQDj7TLQkS2aEj54c+ceBBX0c/6dpxIjTd5fcQJmA8unFbBkMvrAEONq/ZBKm7AhgcFD57YyKf7XkCssvTdgCNcdOJANDhnTGu92PgKa11gl5/V1C3koYm4xYa+vGvv9shznpaR4yBFR7MvKFzY4PBCzZwBt+xthiAneh18/UKlMZy0vnj0LJMT0ARXLt8L55JZvzKz8EATmRaOdmBIc1jE5xSXd7HCLDXa7BjSQ5tDb7TeFyQdMnEe97WH2Mgwpfo9sRAkoF8B9g0fI6+OJhw7oVD1Jh+pkkHBcnibuut9eokAmMrO7LS1eG/VTz0WfTA/sY1yOz77K1vAeBDq7Nga6Cjt3PFHluTpLTsR9bQrUifqr27IjDrubgNGcozHQAe3Bx+zabdZ/K1c2LlThZ48WvJg6kIRcdkrJvECC3d6/H1iJvR89hOnWDn+xy6e+tqEmAsn2bi6M27AtjvT3IWa/MtgKjPgju2cxfr8XLMFe2vU5zAuoh+zjC2baEkW8kkjXNtDWSk5Il1fDt1BtMxVn52UOOulAgNpcKiWyUf+hNUHd1EpdULS0wr8PuZfQ5p9mPv880x19/Hbukzds9cwK3HARdbPfKFFpOhueC7t44TTySRgdb1kYl5baDvTmR5jW+SbvKVfLdbTbbc0me0/P3WuYEk3nYAtqMPPCPH3pEpzwO2RWwSyR20UPCznGUkQNiGaDuhHZxu7bidwg6dF6aHRkioZv/pyLbdvPJtqnsVsCDQRCeS9nWcCpdHtp4qkkoQSLWaMKG3ZtpvoqdmzzQX/VOg5vnvruYFZ7ySEOyITQAY2x2MYqw9NoPshb//TRU1eZaPsno+40xkZLvx4HW2ZGhicartREeVBtNOlwTrM/v+1g8yq/jSlciopkPub5x2OZeTwJ0W27xiS8Zu97vzUY/dFUf0TNUlsskeGUiCUWjh8wzMTqi57TM6Z5wz7Ac7QkeNnRmu6d7rFQewj/aZeWofqN5vbNp0rmd9OyuUBNZvAWD4jo41zd+h6yxYjrCZJIoZ38sPVwFggkbGaLMR2A134M1rOwGglsWxGfPlDjzo7/a9oAv0HPlO25a6g2S3D6zpqvG3rssZomUfeC02ISQ0lqSftm24568CwMxLc2q9mu/tcU7gP45Peo111oSCAxJB4ee7Ui6B8MH6s6cE+hqrGb8D2K4HUo1824rwIAkW4ZXB2OI581I6SGQv00mjX9F9sYHT1WdsreciqiBtqz//UlkH5mtwscfe6POV11sdiI2Ordn7S2fD27fc49SekqCc+79tM12rwF77OvGpb/A3dE3nrMZMWbsYt8Zs0yGNfTmJMWU3r6xLTKSLwCQPiL+A/VgXkgZd6Xhs1RSI3HrZ+wYjP2P3/OQDvn6yvvAD35Ge44gt5OzBRrPH7GvbqScALDv4SwXwi4gI0D4GV3e1k0xhrtId2Af6LtW5zO/oRemM6q6QaynKiK4kAKz1xP/WdvubbkLbzVt3QJ4EWOxr+ETPugPAL/sq5HT2p3Hm8ZfYSVJxjToKUd8FX+O/6JhD8xG83ZgIn+bdCcLkMj6x9cuMj+RKImE+dAjBxrrtyLajwZvYdHZFfLEbG/vjV9ZP6aEtTiQxTNgrO9d4v+n5HgPXJnDLPqxfof1fm8zxlv1+1rU/x57/hU33ov2RO/Db3x4i/8vAbTb6nkw7UDH2cJCHoOMohnEwGltonMqQAmGreGKUnA2lZGcIAs0uwXYi96MgzGzPKrulURs8J7CVzCRh/vjOQtgCPqgDwBeOqrvlLOXedjBWJJF1OpV647zqAHCyUjeTEid6Z2cqUAmTdD99K0MnPic7xYwhcKpg3WTucRj92bNqd8faQHR9Vp7fm32LsyhOgLufv0HD+KvC8GTsbCuHfzyOwAaZmwEpp9A7mNfO8jW4Lo+X9xTGGuU+RoHeTQVCMk8b3Glr1NIv401gk+rrY8jIyJi2AWTAs6UICZilASHBlXeCQZSCseczYBt5A0wQDL5eazvru4yaSh/Px47wPoOJys6cf7iZSFvhlZa6c76Cs8kX/J/K8nEEUFmPs5Xsc8CDAp82so6RVB7z5yl5fre5jSEZulrRgsLSZz5vd8AugWCv7+yfA/SP4diZiMiDu62yDLITtNSsJ3t+92nA3NXyAQHrxq4Gkg/geircOZtoK2lwgOEI0cATANa8U/2zdNitlHC6NzBDiB9lMpWQ7D1KezN3st7dDij8mfW1jBXIEIiyg5qs6Sz+fYbQLwGy1nHAvb84Tg7kl551G3YiUTKkJ99jsgaT7YQxAb/eZ47qMd1WHVrkJ+NgjclIFA2IbpTI/2qPOs/shI5bjpAtZUX8XH8A15LqyAfeyL63g/IOYOpzaDAO/gmmOIgxDnFn8L0riANKwg/+bZwwke2h2xgxOFrqDB2/964M8D0weKxz49iDRqQXTgDbY4vOXAfRZsjy7OMoHd5MAHvWZPS76czZ/uH7u+UJK7nygKB86JcAsFuWew4ac4CuAsFgDH3fQTQnhSUQ4ySneTaVjp1l347q7GNGY36xE3h5N/MoEH72/R1U9XXP/nT1FONuHuHZt2HmSiAbP9sammtyFMWCRvbeS24MQVVNDBkCTHq+Eg+6q0TLX/TPHaw5FdVNq7MH2cutPGHenusxspFDXt1Dq+208H3Ea+PoQ9cgi1yxNS9dw/51UJ+5NP7kvufL3tfN2M14K7hn56OykicIZHk3DoZxFpDVibuJM4BNM2OgHcdbVS1g8MVBpgry4A8nu0zLnxs75+/P1ron+GMZNQbGlLbeNEVi2sEOFgCbgdv8r0oQXjY6wRZlGPD50VN2uGxG601fXXHyqgCcigxjHJ9xvMkJGiJrQlvF0NomQpmaxO/P//0GnnVlge4lB6bOn9zruV9X7EaGJYO+DWZNl7nrOZ3cF4f5GmCpyIwjdY9rWXzWwd5d20qAfAZGAJjWqh0wZJ3vADABitOq0TyXNqLCR+j5JMOYI71PkfVau9gwJzCgtRjM1QHgIysdyBj5PfQQPocxcZLLeR3Hm8V9BYDZM+5p2SVJrQDJ7Oe3IyfgC86UNAmPQ6g7ITUm/tbCSy2cM+YFnlqnBPA8On/ee9ZJbeg2j1X/lXzQ9zpxBkdEBx8YsytDqvVWByD77DXmC90g4zT/j7P0CgO8dEydDW7ZOUkgYAndG4dZB7d4Zo8NnKbP7oBw23+sY+4xleMK9D97RoLE6ln2IrR12x/Zr7TYJ0Gn7buVmcFA/Yrdwf2Dr/IKHcQ5s05b5ECq/ROUcWDQYwjv4ISCj5AfXZnSWDznlc4Z7koOvHwAJJ+D1bO2sdX8vNk//d2OPemQGz/3PSI3KulnZs56oeOoZmfdju59cOE7QUp+kkQKRcdnD04i+DjgKwCcuS4OuveNDhjvXTPFZJ3t14mDVK/m/8z1jc+oesmGcbZzdFrLjH6e5itcmQ4Y5WQ/icNpERjc8aUr1wR+3073rnCJfW39UoCLX7vFIPgB/446TWhOHwlBg2/vFuovzCU6mo4nJynpeW+dvtrPJ8kelW/sFV0eGpmgqRKeZuPECjmjUQbtrm+vLUn8kr8JMCfIgp1jX8Xwkuw1nc0KXeQsxiewOgEx1vy1trV5bV/qbfwrHv+Mz8mtJIWXa6KxL7/fx9I56WDWhySP9jnY4T/4MfSqtZqqRc3ZFbHlDB+92f4Pzd2FEpJFvzji5E6y3iVwg/LIimdPCMLYdijs03IxOjnfcfDiP2/cpbXYjiQbIMP+wN8pWSy61BzZ/07KT8JI7PDG+lq/Tk0fEa8AACAASURBVCA9CUofCUcjA4eODg8PpkhHkgSv0jY9HcFIQutkoU6Ejz30VCA+cpUEfN9b/itV/toe3wRp8Jc7rJzOFumkpRd4FyzatIr/AL2R52gC8cn6+/IBjtjpRCKN+d0VKwFgXthLvsck7HUF8Cux+Llm9SD0Mj44km2e6eioovaNhK5WbIlOU/WewB2Jf7qOBALJkPBR6F40vZ30dvzwXPtJW36xJ+CEfV7o4p3I+T4q4Y8nUT1ru0fh4K+45a30KMmH+Nz8bOvPJHT0q5MLPI6hQTGi5pnEBX1//f3Y6F7P5zM6TGwF7z6kr42/bfEL4ziJrz7mYPbT44j94w5vtr+3sxPfbYyALIttmISA+JXWfncMYTbLSSElP2650lh5EzqDfeKLShwC/UIAOAkKSSpuHZw9DJ/3GPR+t5VGNmU/nmO91IHxGWf0iGRk7K2XX2HiVV24dPxv5Z+Gr8/6je7TeJTYYMwxxOhE9dO96S/jCs6iztxEF8FQRwh7zEokTRdZdLWlhL7D/laczGOpAjbGBv/cGB8c2AV4jjk8vNr2XfTpFrB43c3/2ZeWY+xHx4Wka118NslXHqYLW/DVLSfB/+ydfz4fu1Pc+L5aNhzsXT5Q6KCXs8fYMrDlB3RwfH+y96ci7vYxNN8cep9udxqo/IyRE28/fHg9BR/ihT9kv4gHOunkQMJLyMxD8dlwL+g7+x97ngJY/MAkk9GlRZdqakkijExcfRP5hs7qLiP4Q/iskyXo7KJ7/+1xsP51BwfFsX+egEoAgoHlKL5XRvQpRY9gZ9K0i3GQbFYeg26rT1fwx+GatiQmzqksBnd/EFNlE98GfxRYADLtdwwsDIbjsLNgkeBSNcLzywagApoCTsTcW5JOhggbGsb6px1YXI9jX86KZBhO4FpGfzmzWStnF+hcm+cGpyqrHCQIz3ZIkLmHADiMOuscQ7mNoc3yRpl35tVpmTdrutmWG6jQ/X57Kij1iDZcaM0pJl4AP8avQXWExzcH9YqTMkiLl+z08x6letj008hhBCkBWgQlwsnCpDJScVbSdokMw+znjoH9BUScBIaHrNgrDHsxk587SAMgBeO+MgvV1soZLQFv8FWDSO0pAMMtXtSqQ0YKhurzMAykO8BwglG+t85bHKf8EY4jQAYcaQwImqZf9qUFSge4wx+bDd4CtIWdfo9CynwxMPxcWqNZsZOAkHaL8F+U1Aa4pGI6YAbo12UYPSRwYLd1RYqzuvysaV01YCB7IU09jopnzKJxG5/OlFvaOEamki1OgOflG/BcSZbBUeP5P4OyM3oSVD7PiNsKO2iKfdc+pSOA+DC83S3g2bMFykms8dzG2Qp9RL7Guf6r5Abu15lvmcOeAYK8aofzcVANjbVu2Qr0yFUCiXbSPUPS2XoB4uoeEDks2v9z2k4qsxxaMp2VccN4CXwkgLDBF7JSWxcd43AAwLeAHoCeQLOB8AGJeSpZ03zfoFfvT+A3343eocUZZzkJVB6ZPAYAc9FPAlToxzYwej+cUDAAVHrOwV/JX+mSMTyPfFYraIPT0FEnAehv9jMB+csra3rKe6dl2VyC3PXeTJW4De+RQziqNYeTkFLzR9f1HNspGIM/masErb454HCOk9RygN/Qb4O9O8PXayo5f1UswActiztgEHzkiQ9YC+6BvzQGgBwGVGiRM+Gy63eAU+9xxIGuvxPUAO3et9rvrjp/JyTFuFcCTgPU6KK3w5l9br7ttUQfxzgMU5zK35NYlNb/MugI1LycBjZIP7Nesxrbjoq/kesHo4l3SaaQU2sclDaQngVPMhJnvIRQfYannimncbX4BwPkLKT+3u5NB7+y5nKQTBsv0cDo6QO456btaGpHJfzfmbXwS4ze6A0/a3ArGfSsAWdyHfkybkXTtpw9s3hNW+iGBDimDaX5KzJjMVS+7CQMmUsYQAMv43SbVpbWl8GzPx7s3Zjik5Y2kI+Dr1u4LUbaCiCcBuaTTvmdfZDy4Hs4+32t11Hzynm2Lb+/tWiz/ClDFf0JDZI17j2Rk+q5/zFGRbPVWrEDZY2TWEsxRiep6BoHNB7+7Ipu74GcFbNXi+83WNGVah0MY9y3IW/dsGaCL3P3VNlDg8ORe7qOYBhrfFfU0tJU9yHBErrOWkUvdpLBr1pPswfIHt/nZD7naBsH+MR7dtSv4QAm1zwsa+a/yKnoyeCk8C1ry54fWT4L1/LPa+Qji/I8y2QcqjbUVZmVBDnOf24bjuttjhaORq62QyrOtDj2eLWDL0GDtPI7/HKcXwRASebKHW5n8+n8ZWwdvO5nHKnxfEky9nnW3WEKeTJ39o/PZFewf6ovbR+dhJk4zz5fqWhpJwa0e+z5qtBm7Vhn7KckTLVPYhOYwHPtyDt8UpCHIzeydgkG6sU4QgP4R3om67BcPsl3Q49xmH07h7afca8N66vtMd0VvovN0N3RMs58Z3Hre03eT4iszJ6ADxnPeZa6Ko0NgR2I7jx2ofV9HFSd8BR7c89QJQFRP23HTcD4yJiq2P2+P+logsO4Z8M9muYb80B6S4Mb2Mm+bmvTu0KQ5zQG1HviHfjRZ7wNfWRv6LCjhBnpjfJnVAtI1gJ63oR/Oau3PXUHcz4DnHKgq6XEUrgTjB4flCp3zU9lv942IgURrdfA9CRnchwD/Heqi8EGE9jbfSvGKl/I2ifVXeIE8JO40Dxu/pukL2y8wxdFAB0A9nesJyo5Q+2rT+emsWvGD+T9mmBK/C1azyQSHFqdY1HQL70fjDGdAzbJsu2Hm7fp/EeAoYN5Rx9fOlt7cMtQkplvB3r7O5NgNgnSYzeYfp+FPc50BwvB7pNQMrq0W0+unf0+mg9Zd88THjz+4JkcAbgOnOi7neRCAJjAhPbE6yRfwbRU53nB97EX3xh3CFTkWPt98FncTn6do02eMeLLuZP1c93bdlu/Qe7z3qM59ko4wfZDrukziHPPFC6Y/MaPyr1WDwyAqUpr87L0y3xf34ksi1zvMzqxc8Gar7Ua2Xu3gtc92rfSOr/lITohz591sE7YpAqx4/ohchEJcFpn2xAzbqcbgoUGk3g+9hW9i3DyNDAWf+XZ4EC9exfogOU9x5n/jf/w8dOB4T6D2dhw4iIFSzMePVPBpPFlsC7IXyq1da39g54z448M67m1X0r3wjfv1vzjd0I+tRxlMC1jsOWCvQc3jP9VeCz8OvrHR2w8rc8neQHcugHgy7CYQTe2Ab8yBvwPx951sGsw0/iIXz4LYQnvcfZer/aP6O/o0Fq/WUAdWRL/UIJ83u8ZiBJ5OdaKb3agzfs442r90wnSHbeI7yO01/5REntDpxsnW19A5nOOdhmdiR8Au4eCMA1/EzTneaNH8X3/KsHb79tPvIt129ht760vYXD68zXFh5RgptcJzI9PBFyIP0zXbLxoEwaju5Ko8NFBoOIv3flC9+oim5ZNja+Rpch5/cS/Cp5vPK37kiCm+Wrs8vVAV+m8hCwTvWd/Q6PYCllPlrXjOJEvYM5NtGX+Tevxd068Zvz5wZTrc+qzoltumrZLx8Ozprv/+T9//GWQNw53QKccJiH0ZBBigFNhBGPcFcB5mM7RUn/uPgQ8RoMX9Ll3Mm1o15XAjhhvMyZ4whgGPjMGr0Qq01BqHQB2gMKVRk+LgqciYg0Tb9vOaZhduogzVQKWN2iZESxDxGEQxloh9T0ALGcFDgDTw/MfDi6AN3PlfQIqrIuJUY6XyfTwfjxvujWkgh/FrBgrcXjowyFUjX+m8KF0bLjuGUtxIO5ZchARBqQYXMv2c870DAPt2YxNkC9Bp1WcvT5nlJYtsLSU36jiw8hFqd33zPaskvCftSZ+5h0Arh7zGLHsuzOk/F85QEVJ5ezsAPC7YmDAlQ3cT2c6vPRxLkZlYHruz98nw0xOJCmAySLrsz/7HECyEfX9rdTL+RLsyazsqRAk8zM0NZQusHUyhtb49X2r8qCz6ODB2zHOnmpsJCwQsGv63qDUnBE8yPuAHsA4ihzQDr6Y97eN0iZwIPAbfJuWVUFO6xfzvB4yh7vb0NuWPvqIrOkV7lq0dwCY+R5aRlRNNRp7K/ohAOyz3DSPuVZyyOdNex/idOMlOuBsFGfvzrmEdwVw9jOO/Ds7NbSQtpw4/pAJ/mz2OLS6wAu+OCDeSmIVtPnO+5DxbgLJZkDiXGU+ZDphKOl9KkQjgzabdY2gGFr9rP6+13jk/z+ePVwaDE++aH0+1Ns4YnB2tA66HeS9z4ylA8DHwfxc6EDP2cIFCOyR1+rZS85Hw0Fx9JwXFgfutrhlLqz7x5lxPveVABeAJRXD0W9bwcacex31bfHJ3YqTcQNMOkDRhkzGNROvRK4OAC+tJHP5m2zAYcVZKHqGA8ADeqCp1lNLu+uMQP96XGOoMxeNo/nENDQB4DPGMoRxPOHUbJmALFz5trhKOkQG/vLYVH476WqVYQzQVODx/JOgpgDKM/fwbKprXiBRRnHz8IC+c56ceTznnicBZPXcguM1uO9g5jtwM3LE/J5KZ+0DAWAqA/7+D81vs0/Zqx5n8wP8ddawHB/tGMUQjbGadVGLf5uE02Lu95/P+TjPmDD4MfCODpec1FER+krJBztiJgu2nWidQMNe6/syCrTsf7gCBjlTzgqt0eyF18gJinkRAL7lzDqUyoE+CXrwKnuWCtcEODEeMN4ab3S1B88P3khw1/wxSVYiyfvMbfhHc2gZiV4xL02WODrU/FSJBevAcW+OF37sxMLGeuyf9o0z0eWMDu8m0edDvoMXnudHR2aP3QZ1EnhcnXbh6JUf77OwmLt+0pozz498BoN5rJO4iGPMVTMP35G89mpteOPg52/hfWUcJwHt7RhYTIBemPsWnxzcYxtrZTG88soAvv00gwG3QmYDt24pPnNevXFIOY5WJQp4P7a0wWsvgrJtkuupwH9X7W2iKmNlbzPvJC1xBhNPphMSe5dz1bYrVWhwkijGKexOHtXKk3E17kKu6Ps4xXHUUAVnfPs4oXHgOTlpnIyvwPCzLiSySt+98PfsAQ76szYWCqu/M4/FhGcdR8b577GzTrXA2JD4XNvRqGtTGVXtJCXHrsQvj+f5H2cOwguMBf3E870PBVJwBq2O0V4Edd8B48wpHQDCV+OHGBkdepaO2rar6G8wRBIJlRywAWA7fSZRQ2NLQrjuT4vIocuLX2490wkJXr9Zb4+1gpUid4JoJPS0ncVeUpXfMhI6/hZsfnWp8PhDItZ8zwPc+WBsiOzHyr+A0cWRGX9B1OGT2wdClwQ7GIXL5fT1F9dG7Lnps4OJp1Inq1u4sGlEclnVk75vgsC3Hc/3CcKfdah20/hPdO1JwB36h2ZZk8Pv1llLYzwnNLz4qCsGew/wnbUT++eDO/x+HRWjiYEp3ALRAeAEdLMwSfbWfW57Bx8Q3TQWOyfA1f4vdLHu/bJjZ2KSO+aP55UzlvN95ELrcvQueEMFIObrwfTRn8tXZ+2osPEawl+XovuSYIdezV7FIRqna7BqznYNbdyBAZ6N3NF3qTi/sQr0GdsqFTViXa6L/f1OAtXzVOjBdul5nSjY+3B03PABSe3Moe3sDbRHvvJd3b/9UHnuVOJtQ52TVNlyyrQ73agOViynselH2yHZMPr6hRM9d7X33m6D2g9wM/R6dwzMc4ecN8Z3MMjxPZguhh4mET3YLMFad6S0DRuZSktx/d0BYJLhse+wL18+6uc2p+p9iKT9nD1eeODQ8fwSGSq8GpvyDkyYFq7gsxNuRijMUmc+0j2ju+IDmSrr5yICwIeWZefhhxn8qrl24AQ/IAVM/q75L/pgccDyX+hwKh+vs3HPsyW/JiYQypvEt8Ejeg+9/tJJs7cu/PLvueO3ThnghsYHuv60vlentWszrPsnGAgfkWhD4g1YUw9v27oDH54TWNR44m07exkLw9xBSckgAqrdVSFJ+JKR4PNMQLdi7zTO+Oc2seUb33zzPV15rzep+m9NK3GWJH6BUfDfM/df3b/f53ngLuNbY6cEgGuJzhnqvv/Ejw49jY3OOrK2+ol/wvJ9BGzb/40FuB86sH1lpwJ3MJHXvfa5x9p4ZYPm2rf4o/pFoPVOMrptFO9xyT/ts+0G4TTvdaj5VKkaty1d8MyT5Pl8qLWRXDByk0/i+Sd/+iam5Agi67GRmfbvHT9Q4iPuJjdYh7n3esTvz3nzsafBAoyLALAGfc7qrUpmjTU8GbvVambkFT742+9z+8/0rE5kvpMfNs7w7oZ3B4AZs/EUus90GaYnEUz+m8YU2JskFVlHDs6BTpEbSfzIk5wgUMWi2/lHC6vPcuHLt2sCDSZvfjGdDM1oPGDCFobre148tInPeQ72VQfd/chZD//+P//z8y8ceCxaMg6iQLCRYxQ+gusBtbQ6w4AkO+IVuaaFy1AZxlKAxCqoPuOxgxaaIANt40j3oU0svfhpc+WNLcUG+AFY2Qi0RJPxnwPMHQB+lHcT4iH4UoBeLBNzld2L7azAaZNTQZQJACMUdP+fP3+eDHTOEMTRB0HiWNRPHAjHwTEtnlGYEcoDlB5KpJoj48ezEySWdftsl9VOGapeOHvQhD2BqAAazgPCoRaibiZHSELwCCUcR02MtwLyeVzPzdLmOfMi0KXfOzNMm0emx52Nxv7FSAho4+XEA0G5MrzOh88vJ8vjRh7PZ91zX+vLekZQzj4IdBnEFAKeB0gws6cw8BHGr6yOnH3bSRncc997gLIyef28z8HKwCRAQ9BCa7EKpGf9/n2Bys4B/qDioM+QxfHQDhZorunY9FTVtIAKCWAqA9pR5XvMEBLs2AyYM2LzQP6L4VBAt5yiuv5kr5lmyYhMVk/IIRUjyaTqyqn3d0P0CQDfBngDAFFE78xbduQMDV4e/1N+c1qvTGsqfW4H3TPe3+dcTYFpV8/awbuZnb2L3wILt4PsGCgDztizdrJkD7L2DdR73F7baQ3Dfus9KpS9XLMX6yiJLO6zkTrRQ3L1VJsNsOosW+ReAOSuo2SI5ew4ED2eOmvqG9D2voi+6IAwWY3M8Zth2Pd57es58y1Br91gTQIH9wKtztq7A8Bxsi1w7DOisleR698dsMk6Z72b9nMG5jgvK6h0Kn8NeAJcQusLnA5/Pe+JfhGjDbSy3zt1zesY0bMmgGe5gclaRP43QCVoyvXfMvpCf7vWgLiWrYde8bfV3G7p6azQSjjDwMQhQ1VQ7+83GXw7SKCzpatUvuoVgBzjyklSqkx91hB5ieHrTMBxDADSoQWMWGQ146M1MLSyZzuuHjdOqYWIoyWZscJ8na175PZzkZwZdtBYnkrvfYJczVHOEzIUF1NkE/xdiK1Y5hiJg7K708pX0H45xpRQ0s7CTrA7nUS+OF4N+AfMW75Mij7YMvJQjvD38QtUT7Hu3eGh6bODHo0JlmNW74EtSLrqM36OEWDDmbVMpR4VsPClaWQwtentBD43ezp0tE7GuwKVe0hOn9aqM+g7OO4Wws9nJNQZw0/iRjZ9M/G7IgE9gkHUfCUaIVAdGYNBPUbSMWxILM2cZZOaj6zXRc9535W8Iw8OHpDRPZU+oU39X/S4K1OUBCqZ+3yxE+90BTyE4Qwd2Oj1fZOUhF2SOWQBb8dO1kv6cRx5wpSTPHs7P8RXXS0JHd02TTB4nW1dhqBlg+kaebTVieiFbuHfQezQTZwCJ2u8HIv6XLxwt+i8HSgtc9sOwtGmZ9w2g3WmqxKSYEXFMqr37MGzwManFZDqgAs8cZwvlQCXtQmhgLe7s8urQsm6bitNLcO1l1QGP+ur1nP3qwMwPWYnJo6u5vn93Y89VoDPuDRjPTQ8X+I5x06uOXWXpZv/9Bx36JKtW7o9mGzxMc9sfNb6KoGV7Rb2wkgzRuaEnf+eL46pafM5iUzLR2Pjn4qoyCAqPXp8HTBcnnmPL7S9FQokTzCPHj9HNLDm6GfLhXYMuiNT3sB3gZOJ54VnotC6m4H/niocj6sSTD23h0dwNtqOc9WEgGKCfOIRZC/4krnjOI8+3hdYMLoq59GaJ+zsy7nn4HgS5M88rlaHv8JMxqqiLY3QeLzsZ70p3petW0ERV5yeCozMO1VjSez5hwOteTW26QBz2yVfcf5zAyd3TZLUqWyZ8Xk+GvvYGcFA7zNgF8eEjuyPugNq8icokWQGjPzi706uYW2DydKiteWHccg4cz8Szo3rtsVqB4BNHSO/avu/Brw2YTP+M7XGDL1L0dbelf3S99Q16JBjd0gfn4gDCZIJ4ujeajGN/ic5R+u/8vaN5O9KoqxbRpFgpLYuay5cwDgOvp2L2ylMENo3EVup0KWCgh/0L9ozNkilp2CagoXrEN7WoU4SlR0qrpK9jMx4vvOrAHCcywSsy//xJcDO/LNm4WHh8vBHfArCYn/8HvzbR5M1pmm5AZ4AJ732WEs0pODE7Me/kfXehD32gyRz07mS3+qYh3/967dzH13vhGcV+Fz+E2SL3X3jcLecdh/c4AO98J+0TGDcL//N0EqwTcZ0F0DxPbqj8Hd3ucx7CdAkgVnB9S2OwsEvuXE6pj2Dux33594jYyJ7MqdXAFh/z8ImcWGTnGJTzvFRJoK3nwIZ6xHXAmHbrN9sW/qzPi+dL5k4Ac5bpnGdbbDn+bedgfyCrz72STJZuG9s9NbpB78KO8+RSaFvM+Lqg9LH0CAdDL7Z8kdvjX3QdK7PvG+zF/BSrlm7wPrY8vcdAL4x7eveJUr7/V99x3aN/YSRhd3BTX5Ox3PeYvLcFrrwGbqmqU3IlFSyHf/MNR1whGP3DOD2zemG8VsM/rz8iy/M+lyi+4SvUzBxdykNfYcZb7zYf5vejk24dtaNV3OfxQRtK+h+99no6drIMi34DU2t77r3R78nkTc4FbuhWxR/kz+Rs5lrJ43jH9L7Dq5OEaUvtSw3chr7R4HY6FLsHT2/Ezp49uILPfePl3yDrtmv9nWfJOjp8CcGk57WHiae+Jbx1lHSN0VTL3oebJejYt4JqVyHDsrabPcbMJfXufCh1tH+QuESxbFGGaG/ove3o+DuU/aL5Mwe543LFk8MfWp+AQav120Xgf+lE77ZQJ5j+ZeQX56CvjMJcrg9wQx3R4Mb3561xO+hFtCdQRjwqtHTIjRfSbZi+mE7A2FAhI2RUy1cpduTjaDraJPGwuv2CBMtTJRrCBinyg3qmJjbLkzLDM7zNFNMkK8zT5OFtEFsnFR6zj//kfYFVPtAPDjaIIZW+B2sZdM4AwXhvpWSqYY4YOdZDwHvtIWOYKQSL8A5wg0HGJVktA2gVU2DzRZctDO7nSzt7G+DeoFqHAx+DWjsALDevtu0nUwIfWUoKhkkM6fnvW9E3Q4JgR63YhOljUxlP9vZclomPw9SVuI9/3sNsm+7nrcyt3GIM8hANM5t0+kw3DlXhz3SGlRAjn1rB++nYEDgrAMnlZvr2NdYF6gFZGKwoaD6vjIOaDEdobcGU88z91yAjFIhg4gMpziBEQnL5wjzPr+V9bGQV6XTlwCox/QovHvNOwDP/mTuQzPzi/atBWXmEYdrstIDwL2/RXvsN4b9C4hO4FHXADDgbXieM6IZT4CpFNYmqvCdBhisHKCYTGocfvq8A5x3ADiO5nW6au1YK2Skxk3gifn1mVJ3BbDXr/jY6zy8GR4fB8BlmEdOv0ECiQMtH5r/dg+3dRcV3zcQRRGtMfAZAL4DqZz3fNZ1nBNHJmrMj4ztM2o0D58RVJnnBICRT9ZdCiYYtNDaZgPA0BP7a5kxThXxVbKyNntT192Bi1XwjbZznprdBoMoT3b4OOO7Ci68kOd9B4sT/DXhBvx2tmQHSDoAbMfigKLmVeZ9WrkhD6cyw3LEzsesjM+QqqCBgLa1+LwXPtXY5ogEreM4zsjCRj/qu5Ir1pnm2TzjDgC/MvT8rJIhWq1ZqBjZe0Yrupu97+CN6OkdzCHrL7gEx9zqmoBZOjK0rmujR+Mngw9eaV36yrC2vElVY7pkSG9kDXDu4Wj3e5YLUZwb5N8WTS1H0VPoPmg+gHjbWkb+5nmuFPk5R1Oone+zp81H5iXLjBgklpd2lNKpBf4Y3TqyhbEja+GxNUS2BaWIiSo9PetbAPiuQm88wRlc7A+JjsFqq5+9NxPcY91EP8jmOwDsMU+AoY98iE6OA2v5IzNEf5JMAy3dSY8HP5rnwzeRP7JYVdUzXSM85tB+EhKGVqbNMfc3nVRgHAcvOku3vWUGGFiV2zGq2aU8szOmT8eY5xK1osLxjDzqDNbIj8wlVX6ckd00/k5ooZIgrUPf1WGtU9CRWSe7XTxoqgVSIb0VwASASTw4FavPd6j0CY3PGVi2I9ZB/3IUzl6ICZZ+9uwsqkcJAC/Nj5B7fnBN4wX2fnl5jejoF1F7+FKvblf7iQfz1FTUeIHmzLzwawcMvG7PrQl2IX+6Qut0uij8ovuc82sHX3T3EBJte/7IQO1ft8hvTBU9Yy4yRvHagx0n+Gh7dbpVRY+9g7DmFa1RVRd2YLLtN607tNXBNq/fCNuusAqdbVIXWAr608/sRxyvyDTwCJ9/s1VufPftnF/4lzGDL8QDDoqhTFn4+ckxJ3ZYTpC07U3oha/pNt+6ZejzzsBve6odQSRbdGLRy8k8SgEZ6A45wyKte/XefRTQ4RHk+i8CwKz1wQYVZMl+bQD4bvm865DgzB207TOfW9cenSoaHhvp3YEnk2Sv4XvsdQW+hDV8xujgx7cNm+9/r0LM3jhA57mKC4J30P/QTydENK5yoqn043Qe6gCwHI8EgL1+A1q+3b/l9cEPz+Ksz2SxMolbJPy1UxS8050Y4E2eKwfhOY/7uW10We7fjn4wshQpmIr9Wqe2ZOWcmTvJpI3F2t6kwxmy7LDcBAeOP+lZt7bfJb8I1ESnx47Gh9RBXe/iMISu6TM9PytcUrFIIoo+75aXXeUZm3fxQGPzlw3pAPI9KQAAIABJREFU568DXXI9cmYwYZk8r/uVHOJX08TYPp2UQuJrY07bB7ZJWpChyxTNTZCikwNb/lziL9hpcJOKG8L/OXbDcx/fAQE68MuYP8fJDRYggZfnsEfWBw4Aj56uc4fBNdnTxc/WX8d3MUnec4Rd+9EO3p25wEvGVwroFmYR1unkm6Yj/R5faY4AEO65E5Vu+zw8twnWuBElX7B/o6ezYvYNzZno3UnhjCMq0i8CwO1PsFyUDnVb7TliZO79SvqV73lszjuprIOqYMPmJRKcbt7XNQoctz8YLO3PCCQQZKAC11gk8gc6IRB+J6Dd+MfrYswzAZFXQsD6ECTbsV/v7gQkmIa2Q1Ngzax0+yc/fQ3gou6ix5E7v0k/D7Ejz7OXYaqDwey7Cw0jz9pPT2KwbfPBbR8djGYdwYGeD4yoZ80f+EDEx92BIZX20ZHiH/Ca7kN1Mp0WZ0qZw9y38eQWlMUfwgtbLnN/y2jT9MzBcmz8342nbl9s48N8fwUfsjn2y6bF0kJaBRCxNddHE1ogESy23Bm/bKspKBLf27J4vr9HSmwlMUegyBZdXEbSLbxOt7mMGX1uvhd+Gz9BJ6SmoG9jOcFQWd1vAeD2tXQifZ51xV9mk9gXn+n6bELbOPGHh8/zTOJe+mCDyzfevm1s6AF90LZBF4BBJy96G7oxSvOA8mn00czJ7bnpojtjxd6RPFaAmP0bXRO/kgo2csO2y6BLjhjkGFZ9p+0Pyb4Tn5K+H18dVNmYyGOeYGxj+PYfZv59FF3u1NdvLCjCz8cTJWp09C96U5+3fLeum8Gd+GAFxvWcDgCj83t/wZ/xWeQFpvA4xdOXf91qTGtnLBH50InHc5u8f9lmXSF9F5CE0/V/nwHgW5/2vbdQcu03xvy3J+j2tIDOorOBBICtVF8ZprNhNeg2gpgM1XxqbYwTL6BiFuO5bwIJAWB9hlFW5X2d3ooBUG0dy2EuxxMtP1FOGrcF2fM1HGA3QJPYtAAbimNaMCwZqTfAY1PjrAnw1Yv1M6C4A2TPpjmAqbY7cu4+1+SwcwmhDQrSIvafakP7DKjbiBrs1xlmbOI6OFVdndaMDbRwICJA3u04dv0b8EKkBr2q7jtnpawh5cD9OA+OkwhEfW4wvzz0BUjpasE2YBwAJtBSDlbAhbND5JB3AsJk2krwDZffzlQ9uRVUB470WaotFdBMlg4OB+YSZbGZNA6ma9+efczZltn4duQz7V4/7m+Fc9oZLT/4WmUojqGKQIbOzj3NN5NRNvSfaipZLBkHSisV/HFY2TCTMhuA9dsYIp0ptuONmMMBx0+9l8r/oZeRCwAq8RhnXGddtkLb0xvwqd/vzKZ2QOfh1e69MsjXKIujIfS0LRKyXwkkvc5w1Jo9V7YDk5ZbWaP5nvZ1FKnBqAFUndk8AgKlcDu9WG8AzjcF2AZJnwHwbb3bAMc4xxFxHM0TkEOGS03dAfcGUuzFAbQTNMSI6TMg71ZsOOMLhx46oZUUDoU2oHimt/bojuxfA+BUK2QPcJB9azsIH/u+Y1RgXd3gjOpygB/BBxQyTqGurOyMdNT+R0ubWYTI5FSQY3yFlyYAZqOdcwr/cCWUUN1//nzOeZRRKPqd4wz0LckWnBAx/PZMbH2eNi5rDLQj9DjdrNMGMLUBMzx7JzUt77+DCJ7Fc5tuibPnQKYFS88Zeu8kEAPPyajBwDMd2BCL6l3DaPT+8Cs8gZ5hnNCh919rMkC5nTYklRmjjcFnI1aqGT36K/zh5VvrsgOmGygOsrwNboC1PpOhnwoN9iIGF2ewaV3QxcwNOrS80hlR6uTwtDYOP63BJgeP9+dZx26hfbdeBGA3QKR9qaViR/dmQUXPWipaziNrkP84A9rpQtD4VL88tybBhYBcO4fhO/QzNHASKZ4P7oCZh2dgnczxA+AxaoYeMeqsqziobujgDrB5D61Dd7+bzvQ7OtfBAVcThD66goXvoANxYLZzCf7QtXeLXa3f3UYu85WFkbt3AhlrkbOmSMwYfcX5TWNcYfS3oWK+m0C/AwQjl7WnnUToY1lGP7JWkl12HI3s3TPMsz/Bv1vd3g5UAizwahtTnocMrcEK8K6ea/rQupH1X7KMufRRKbs+236cgAr4jvk0xjGenQ4QB/sOkYZfNtAC3miHs8Ysft2M8T3S4w7wrT6NHF2nuPPtk2xzzE7wM+Y2cjNBUfRbdxKKfbN0HTyRYF/o7V1pdz57rkF+vgJ4z72QtT0u+ED78P/a39MZpyrAe82p1NTeoDc6OIn8zZ5F/gYTKcshCVaRJYtj0THQ1yYhJZjQCWZkzt8JuMcmxPHhtQxfmi7H7tH3goWSNWVWGEcICcfWLeOgRt6FxnPDTkZqB4w+v20N1sDPGvu4g4Mk7EEG/MRm9XPHloDe4R3vy+gHsCjX62fOScuYnbw69hFB8+yrOiWFHxr7vs9Yz1oyNp/RTqXYy0ESu0COR5LMLIPGJgo/v/WW1lxrkAT2d4cgXf8P6eCRb5n/JKmdDl4ZG/rBe5T/Ze9tc4QvOtgyH/vHbRuDbyMn3+2PmUPLlJzxFvsLGmk7peXXqaD02ER/Tp39rzZqV960rGY9JI/tQJ+1vBOKlHDZiQnQDTyKfwfaRU6Y1iWHKimj5ZX0CrrHemGOZTAOIfmJynr7k+IUFJ1RqRt7fdvka8N6L9F77aDW+I49O8cveR8v/utE4cxlfTntzIeupTeP/8d4rrrJ0Qq37LF+XonxI3egMeTQax2nMhWZrmvxDWHX4mBEt/6lQP/I1CSPRF+EJtOVrekva5LssjtJ1UkDWmuJiMHcdwcp/GFvh/sk6D8k3/ufcU2C6IwpCdPpatfyDd11dwJqnjx85n0YuTCtc8O02+EL/WT9oU6IXofYP+YX/H9TWZn1oEgmemir5LOeyNOjQzS/ST5p3cW1bxw5gbIRRPdRA/iN6HAAPkJO6Z5UjH4k/AyW0DV3Beo7gX2ToUhoIoDzWmebXGvPH/vIclPyNjYfsrADwMiROzlJ18hX97taow5WjK86tLZVsbl/fDnpFNYYDKwEZv3W0U3Da//dHUBGf2cN6pzkZ1xJvFULV8nvBEFNC+4Is0cEeo/xZ0/b2E5IPPbqJHIe5/3gLcsryVH7T5NcKfuDDhLo1pctZJ3wJMkMnrZe9XiDK7+9zGPPZz4K5AS4NwEAXeg5jk9SfHA6DoyfYzGSHrR+QhLH3km9i7M6hmB/lf3vGWzzh23EOR7JvDo4GHmnIFJ82u8OCo3Zc8+swu3j6Far7wBwBEHjT9bxQy+fs1l1hGKu4tzZ1u3t67rtB+4dPplCBvv+t3pctPLTHRq0jsFKf1fCtunwaVFMgGqwnnWO7P+RRXq+itYIBrPWp7J09FXbj+Al7BvvWwUeKRzIYk0CuWlGcilj1Os+iuQ8e/a8n4mP+2DP67ikg9MmE1T00f7+rMfSEWvb9hS+7j7KjK58YKLW+ySZt+1AIsjGbpbGJMO6UIMxhKY2ABw7Ijb7OYL1mU9iC7Ffmcu3IwK5X+Oxxt9Hn0l2TqcSfUf6hJbWlkkTt/K+gMfEV15sCjm2k4X39AvW+6Ej4MrH8av7sf9N92CK6J73sYzsufaQZAVoEV7SGpLgGHmZGJpe0QcE2vPUjnGiV6Edf+eS0VtEpxgftvgWnHTxyR2fIkGeeS+GKLvjuSW+PY2nC0yaP5BTrwC5/ItP2f9fKM47AJwHZzEgwG8VYB0I0bUdAJYA1pk0nXXUjn8R6sfZgNU+Godd5NQY9XL+zNkdApEGfP8rUhRFoI3o1qBsUjsYO8DTC2NlPBR5C10yyb0mXpcQhgFqOeLawMXBIPB4DKXJANX6vM64GCEU0FMOXxm6Uxp/AF0xXWdy3saHgdaADjLqPOYxQuSo/vvfHkN4nCc3AAhQW/CNsHAm2/MHjkD//vxDUPo+UwlOSxY9t1vJ3YIkFTQBMOel+yAgnnUhiNpne9xrs1/eed7OFoSCHN1illdLi7a4hv5NQ1aM6nM5yl4K1co1zO+1d1m/PBqhI86kWqGDIFinzwkwHc9CzyC/hwc3CMwVtw8/iQ4Bx/7ejBHHvYCA1tAO5+Dv82oDXG+2YS/g0wfSN0DXGGjhqu/drQgANYylgdPHTP8/A8D+3py10sBVGfNSBgYzAon/JQCMAeeKN58dljl7rfXvmViM2V1H+IMKMxI6Wla81nH2FIUiwSFH9jsgEMV5y1cMg5OtWvx16M20of8L/bWDOxmzd5eGd9Y9dEL2upf1ma/XcYx39sjGks5QFtAYZ6j5YgLyyLoGOO/A6NDyl3ZK3wLAHYDshJc23kzj09oR+gq/5FkxXFPF4PetP/aMVeZ2tx55Z+hjtI/BMQDelaxK6Bk+WromwBmnSdqGpoMGFRSA8tEkhw2Qf2vcxAg54ywDDb4yrw5wRl4DxDLnkhtzRir3G1vtCiSNXP+iR72m1lPrgPfzRz+1XtD7fR4osor1av3Z9IYTQ0bpyWp/HtgGX8+9n4++w7A/Cze/ZN3XwXVnxUMj6DH9HWfWArc3r+fGONXRj9JzkiH/rKMXYpBFbwoXtSPezyl5rOuUyduVr53h72dOAJg58n3taYJK4fXOeCYA7O9MC7CeD7ipA8A4CLrV7LcEFxvf41C7DQQyMsF/977ku3HYSA7iGGRdcEAxbq1zgg65E3La7fycZJf32Tt+j3Nzu7NYp09g13s/evau3j44yhe9Wxj2+mffq+xWl8ObdtDQ0WI75nQA+OXUqBZtMpRa14e/57zTcVRLXyVDdJyEz1y6Y0sw7yaRSb47iX14+Q4ABxevwIle0xce/ODguqqSf2iGL+dR5wE2ntTX7ZAfWZH1zn8ax8kMd6VbHALwMXzrD64Wh5q2Ek5Pws5sPjJfToybnnwbsP60DGz5hAFJQO3QxuAK/X3jLK0UCRvQhI7q6A4NbVvAQ8YXs8wECEl8uRMnPmjA6xR53YlYd7Vm1hPjcR2bYPj+qWu7AwdrxT2o1mJPSOj1mgh/joOiExaNS+kgUfyDPaPvxuGaFqXtwG5nSva07AP95SMfhPmQCaPrh9Y9buPxrfA0PvRZbHEe4/TChulWcC2Xey3YY3CXMHDOSs5mgpPoXIV9kPG8M+zP9c9g2AtNlYB1dMYmHDMf/USP5D3hXyo8w6ucdXuSd5753i3ONDaSDvoIlHvvmbNkJq3YxAc5e3np6sxnOom8Wj8PhuwkGtbY9mF1qDkO0Ul6kuMuDujwr52LtgNCP+gtJ6LOsUkJQmhDMvqDz+cIAOa0FTHR9VSE9T7z+00H2NO2h8vR6uehY+bZ3SK0bVfr7bE3GCdj/fGvqbjCph76Wp3fVWHv5I9v+pR5gLuoYAa/IJP6OAFzXvlHcBBCr7onNkxswk0wb/8CujmB1khtZL3W7g4W3wFgPceJkrZ15eBTZzVhHt1PLTajt+7krrbL0PPZn7WV8V+1fdzf6/36RgvQAXocvC+5EMy3sqv9HaGb0XuDdalQkZ441Uqy8w622RHgbGTuLVfBnZtAXPik/Cs9n/O7eWaB6UsPix5GXi0/JiHGepvugCO7Ggv8+zmqR3Lm9tOho8AF9oOZx8fBS4DC8ufGJ9NJaPAD4+7z3uHb1oX4x9YPU/4D2Qpyqos3T1LWVksybwI4x88z8gl66O5+TgTAX2RaXlvqhQ9mwfo9EuSpdPvxQ2dxTpKx1v35982P8HVvkU2n8+Ne1XQUWRS5eVeQdxJ1PwN7iYRNeDbXECybTlyzX98COMhB/RRdUUihADC8ax2hCjn5JIa9ErRa/MiZpY3rXus6tMwcItPeR+HQUpQjHfBL0ordNsIjjySbbOsrIcVg+H2Uw7cAMPRl/6J09kzkVAqTqCVenATYtX3QGwKSoV37N0u23fsmmULRjeb89cgFjaSgFnKkE+I/Aseln4SD7pbzrSukkEniY5+RB6ar8VU0NotcSVzhJJWcPQ+dtv/R/G6st13bsCn+/EtJ+duVk71HNkD32NLIr7vbTvvy8jz4ZXz+gwfPMWd1Ri56t9sF38U/33yLK2cSAA5/rF+RxJifP0dZPHRjeh/6aDr/hg/sf3jkq8anOxDDefmcJvBM4rrsR44NNdYy/7y7erWfveXFWfuxa++CnZtX8fWhJ9ir8MQb/xOAxpZKQsi7u9VdINhjO76gZ07Qs2lqkhCQ5Qc/K+nwISISoVhHRualGTrt59xn5PLZyxbrtsETh5DM+XYUza8CwL3WwRabiMBnCYxuUov5pAaL7dy0SRfXFAzm6jvJm3ghdPTjxzBv+zWPnbodwW5/Hnjp0MXIfwLhXmvZIy7sAvhnAjc/6R7IsVeHmMJavU9+9t2quvyq+GbkzzpH21WsKLQqGp3k+/Hz4Ndu/Y2+YtzIFuyE/rx5ujHrPi9xKt3fhToKAOfGG8CkAjg3U0Qh/EQ1cGdg6oq7ZSRCUgPozJc7mxgDtoNBt3OkMwv7fl1Nms2Mgt2o9zrEPb9Rni9HgkBDZRq3s6I327+X8chnDSA9tjEicnmCJG0MQRR8H4fmydhxb/d9cgsIn2YzjrLzfLR/SHod0ACFcXicLPkJuuAII4BFBj0ZlyGWdUgBItpxiEF7MyXGAcBcWem85/V67q0zOu3MeADSuecwmh1LV9YtxIvBRsvetJTLanTlFYAcp4y/78DttihkX+IwSGbuj3/hdIxTIQB2gqBzhtK3Crg7+1XP68o8BGkr7OOQmM28AT7XNtBi/v28nuuLrmoNWRutFRWRAgfdcobvtmBsBcvndwUHCRpxxIyoGLpLhfEGbQBh+6w1ZDuwcAuuHttWeGTf2sHGdRhzq6BDdyju8PMDsB8BTjYfoN2cJINvjFo8RncQmKAK17czIfcX/WghGFXu2+0aex/tuD2BiV0XsrmojIWXzrqjNOenlA2K8QDACeQyVp8ROVl5XekYntzzpL4pTpT20mLmRYLIqaYRr5uH8jPZahmbX2pn+gCK27g4LZBJAHGmrIzlyEYMLO7TDoabXheExzFG1hzrkASNAOfM530WNfLCzqFnfdXuP0ZJDLBDb5Vs0bSLXgo5pCqdqs+lis/fbh3QrdgzxwTcc9/wVztCsre57653DDzTxKwjetqOXCNYHMD6+zFeTVPKCM13+nXwgvZ4guvSH3Iqv1ojPnqw53xn2TKGO9lJz8IRSPJDV/Ay79Y/95nsd/DorEcZQN8SATzrq8LwNiDaof6RQKH9GcekK2fmPOvjmJCLRrJSNFdOItYXXKT5KqWqg5lgpWTzysHNmTDv/eEeelcZ7EefDL303zcFkvTDvLxug2f0Pda8ZdF9D+Z11nwCld8SRXJNKsTI3r8NUl3DmgZHjXO+MJGySzGgTIuTWX3LjZZheo7w63EAi5cUQJbzX5X9YtvnGTdNM199/w4UCZcIj5q2xxnS1fI8H11G1mgfaUI1P4ECPS9noa5TxOtmXCN+T4a3A8Baq9G7f/97nKZg55YX0B9zybhXZhy8MoYcceAk0KS12FbV0Ro/dzvB+kqUy3jHMK+kNALt5/gZYa5SDNYjDx9Bb35AtdQE84Mr/TEJPqM/dB4k6+XPcRiNPlq8lfEvDyYJ6mXHOPFpHS5Z02T42gEy8hLDLNUQ22o9FSWhX7PwhevZjzbsYuAneYh5fDP8OlgcWgHB7L7YMTGJprdc8NqMUEbXdAIAYzuVuhOo68AklTmHvgcbHj1WsjVYZap3TDfgtKmmm7UBj4dfU4HSr8bWBDaRNY1pcQh4/R/+PlVcZX+QaW07qfDbtwS71yCePwiMR25kjNCtz2o2/ZO9X3RGYka1rgvPfg8AG8uPTtYz6Qzl514VxhoDXWEIwHfg+9Cbg49x8Iv/sPMPv/iZYDgqrQkILn25ff6xxdPlJDy1tsDNv7oCJ6Kr7FwhncU/8noy6GOnz1Ew1hvSb+q0kQC07AK9lHiF/ux9all4O9LPdVeCQtP97mnh9KFxcLVo2o6ockxDw54TZ/SNfv/Wwu3si43xPSvvTff5C1iN4xja6wqi+/gA7pOE2ffZ5+3wTgvpHPnRctP7MnpAz0siufgq57+HRpOAuvbC+inAVK/90L5N4MTPMiYdx/Y42PBfqIMaLhdhc702eG6PyfN1eO2dSMQe9lr6vdFLcmIn8LgVLa91dzvNd0JWnr/BT56RMxXT+eUOACPv2o5ZGkx1eCqY3wEMfe9g35EzjUMbf4Xe4gilg0Pwybb1/NV63Ovj5BgqY0x0EUJ3Z5VTaDGJSXrW6cBhXJREjVS5hK6wMfgdHxS2ARjUAaJHPpjXni9pTaG37iAiOdEypwOuzTNaKxLb2z79XhGKQtjKRHSy5bFtypZzG0BTgprGq7UgcADfcuTIBz1OIuHLP+THbGEOfG3ZrfM5L3vwJLnNzdl3/yk5q10ceyV0GPwqfYUPATvNOJ0uXbpqAkT2/2RIr5fG7cDW4ECvTSUUbqLPYs/MFf9AdAe6jpu/xxOM1kdfmTc6APzMi4q/+BCmQKISCZ208FL4Wp+1853ENXLhdDo6527Gl8mLgEzTGXYG13WFrq7D98HZ6ukW9saH65ecBK8JbHjJpnDCvnHjvhTktE9C96Ozin7vQOadAGRZ+vy729YqMEgFcPBbqv1u//ltd0GX0J9108iHzDPrd58JbD+O1mc69GVNp3q3W5wXVpO91p2MkD9aJ2Pu5z86LrWPfqtAwW7Z0draY6viwzU/V3AZ2av7e86dmA+NdYGT7j/+sbuDzcsXPrqpO6Z2q2PT9QSAu8uiKsPzyni+dVjUc5W46rU1DpyvPCv/0THUncne+NtrNDSAPOReSTATH+Wm9kNV8gtPAlsI//loxmdCp9DjwvvQy6+DwJE7xBi6YCR0GF9YJ9PC03dl+c3XYCz0Q/Z4sTzzaZ/tdsGLD/5b9zyS9fm+10/6dgxExyJEJwrkn1jT6vG2o0g6avuh73t2F/v3ua/9CxYci7tNf5Yte3wl+2r7E7/QFGS6oFNntFcCJ/xsPsbPUzRPQd/BAM/zdZ/YshxRSmJc8BgyR2OhQw6BzXsdOqH01qO9JvCgkkIOTVJY1AJgPmye5/qb9sWPwc8pOknCyhaTnA7LdISqBC7d0/s9mAKa9/oPr+d32Qd5xi3rGZcDvvKvad1nLP5dZwDnjd2c3CSE9WArv9JaYrJip0d6g/OzAEOg3cbqmyG+BBiG8GSf521Lr80gWGH2znBl8xVIgB+khKzUdAaggeo4zWahepFwhMDgn+X8k6FtVDdVnq4cgdmn5UYpnlPpMe2KutrZ6zgOxbOJky2mv3PW3CqebHzWPg69d1sWCCPtLOK4tDIr4ZqAZTa+P8/aVWDEBvS75VKql6IQku29VTOechFmBzyb6CBwrTHKlUwnWjyOfBvjqbKFPOZxaI4RCQjTMzoAbGK++v5rzVC+yUbehARAjbCpHeQSgD6TVUZFOxyTaWa6GSPKU6cFyijlzHkJAUcchhFAH6MXnoMpLbSeZ3TwEnphPd3Df27Eeb4IQgv8h+b0PCvO6f3fhmMEtmhklRUAEB54gXNfu4ZOB2kQOGTWUmGZDMwILd07ynwdYacd6izVrTi/VYu287edpjgGtD5kAnaywxpaWUFX4miXvBAJAL/nty25MOL6jG/vRzndDp0/93lXaO6a3ZmCjPMEg2Yd2mhs+UIWOwZ1g5FToTAG9SZlaJIBnvqvK/lwTJFxDCjj+W3Ia704awcZwvgXaC5wP2srXhS/24BI4LcDwBh4ylzWq53aHQDWs07bL6GfkTedJXUSEnyfOStn5F8bq02D7FuIYduP3AFgHAwoVYPJ15EIVLyk4o859joosBqWTXBrDZHIGMCVKwY1xVFkm1W9ATzLDDkWdY7Lc62+zrnRzA9n2nH4Sne46kotb9IyCb3Bd3LsQIIu4f8ELQNUMvamCxxzcZDFkHbGs/XHGBHSW35QzuIRvVM17Ds+nyU5xMTy2pKueFJ2ILITmcIahT7eQb/WJfBk38/0K4B5LBwCQ6XENZqrwrB1LQaEngV/a30JQOMM8V48zzmPEoAfXjXdT/VCO7wiY/Y7YJLQVNZNt0iF0S7b7XxhzXQFAeBu+cf9yLjnTt/OmMy163CCvg9uGp3jOVUwR39va9TwwZFjE5k6gXTPOVn8Xn4nHsSRjJF2B4CPwTk+mtMCbSZ/B4FP9nUtjuR7Wk1FRjnZZAxDydP7iBP0he6luYkvukW6qplIoBR9dIDP83eC21SyjNOgHYjdSjbrtw4c0QL0Cx7RPdNBR9hMCSzrsApvjQPpBOGiA0PD7+qZ091jyerlrBPtRgZNV4PnsWA54SFaQTNnyQ6v32A3P/eFl/IgeFb6/JUQNPTe1cyr57djBnSIAw/9rnsrKETwF+f8wROmseAusKkdh3J6TOt9j23WrhMiwOmnYmUCwFSPmUcGN4ee5TzsCslUeMihON0DvRY4zZA3waM4TlJRwuvOWBctNg4XD8U5MTJ5+DHOUcmPpRVsrNh50UMEgHne6tAxQMfu6OqHuyKaM7JDp9FD2CFtjKMCOrBMgl74IM5I0SwO5TWo87le2mtNt5Nx0XlZYHCgKhvoAhEaJKhCUgMJecUOc4vVOa8zFk3vMvCy33rFdsvYXLlqORP+oYrVcn3W/fDYbPNJijCfbAVw6OPtCDhn0M0ZiHfAsde7z6vr+ek7qWDOmWHCL8h06Nn8M3iHqsTFk5619ymvd4UPGAZ9YlwhnfFcSReGnFUWXXeOdCq5Y504DidXXLsT1SOHn+/F4RJdpfv4vL6he73XNmxoKvi0X7HFcJTsJ77PnCvWAXVd3MfCsM63oxP9lzueDBQTn483UjeLGUv4JEkj0P45UqEG2/YB9NoO205sxRn6muzzB4EJ4Zdv7S6VWIV8SKJn5LjGKvoAv3CmNDJaz+mWf3eV1J10a2rxWm5wnwCyPjsViV6oEDBOAAAgAElEQVS6p7PWE0DkO7RMRddsBX66XYGd2hZhDh28YK7oIfjXrbRL9op+v1WIix671epWUKWzWfsS2AeStURfaQ8bRx66vP0T2IZUZXfxxAsP2ZZ4yx/JKq/cc28CC+xV9N77tWuZT+4AEceymZrbk655KNDpAJSqDMOPp+Xm+M9EL91p4OB82R0OpuZsVXDT8Tkomata6EMvyIzVXZIqgye1pr7vO2CtP7XX0k1av2Mr1BFX+DNYO/0Um3bnN78nc+6SJV6bwcT4n1oGwR9dMLKO6HWAY58vDZ4IzQnQtX/L+ykZPlmQHDkU/0y1p55KUvTf76rGnw4SOfMWp/IkaRWGN+/JR/jI2azNRUBDawQE4ruL/5QWvcZ8wsmy2QcfZ48S2Gf/v90bzEAHSbo9KCETGXxaHLvib5zZz91PpaQ7gGTc345g6VbMWovV05MIWwkQltkjI8AfL91ZVdaLXarl7bTNoWAk+mvt6Zf9NJN/FYictrdgg/Vnxd+Ye+Gzy/0Wn4PN1ycXfukjhjRHB7aqBfQGL7ebSidD3EVg6xsKDmWvbvu0+Q3KulsiJ3g7trFZYpMvSMZafbwBddEbFftNtacKd/ANep1naIuMf9jn8ku37YK/GT8veP4OaN729n1muZOaj8yKvYbsz7i3o9M3+RdMe1bvYPrtZraxH4kK+cOTsBpawZ5pu+Qcg3T5bU7y1JV4nQLBBIDBsJE3KzBYJz379z9+Pt04/7efz3rZTyC5wRFAxoNJ4EyCWbCD7qj3aPPdAeAX/h26ic8tuN2+lcEfXKsx7Ng2/sT7XYhz9JdxeWINLYPz3ltGdvveo+fmksYl0E/mmA4DeqlzK+sUmfIu8mj/M2N+j2D/OueFU3UvXp+gYWghuKz9VdYrjgsl7nTw+FVYyVN6jo0TE6tZ/0K3to7uy7Pbn2LqP/6P6BAS9/UZsTY6MPj62YA7zsE+ZI30f7kWnPTCfnWPhYTBGkfe23YJL6HrWuZDG+Z32z9RQvicm76aFllH6IgE5k4M0jWR0UreyFEVsov7yKdjy//8uSSpKbgn/LOo2mQBUCaEg+SVrV1ZY0cgnsBrAlHtNGDDkBuA8hByB6HX2QiTh8FxiElAReoveE6mkjCuHIHKqFsnlyhrARPGN4zTGR0dQG3nHwt/t5FoB10rsFPRJ7k1yhch2sxwB7wCeMbBNhJFoFRjFCAjCEFLZTOABewYTwI080yvrzKh5hw8t06prFVna0z2rxncAC0BAjF+gocbzMOwf2c5RFHcAeAOvLPfEGk7EEzo2v/hpD4nKsoxzoQopc1CcTB2KlZCV6MIrRSyFhrTcaD/X8beQ8u23rjVHZYt+f2f9tpy0J0A6mOB7N46bvl3915rBoaKqMCpQDKtjYNvhfmRP4CBmCVBiQ0UdyZ8AMTQURyHUWrjDHsunscIZwVUDMLdQhMnDn4gI0ibyDpCuygS77+Eu9ZiMucaTD2VYRYmATHDVxu0h+4Q4HGuSwlf4OxP3vX1RBpcgRWD74B2XtvQWNboaXH3rYNBGoucPQOWdWAfM86sG0Hk7FvOUPayl4Prq4fILHAtrLbCl/UenZn9/u5HvkHP7QDEmI9Q7uAXY2VfAHLa8UNxo+x+GBNes6UR9uWuCL4thVZcnCGT7OkoXo/LgPNktp4WiZynnAABAUSN7dDhKLuscfi5HRj9W8/NWsDv0NcNlPVzAeSh5Txnz1nG2Gp+bIeEs75ZH4zGyLMvQ3la00Q+BljubNWmV+jjJ1DB2mVtGrDGQSIAgYHBePgNvaXyKMZnMr1DqCezT0FFOcyfgyr5nRY30XUy5ALCtBGaN5xM1mlnSMBJxrD0dXczIOjJPqFjRW/hzT3jIu9VK5Doj6x3DBmMXl2jRIAG5pAfencHTgggAwpDR1RSdcLGsQ2qGhdQFcBA96eqePbIAEEkmwPO3xcdAMbAcrB51f2P9dszS5fHunIO3u45awQ44OGD2DcSZU0f7ZB67cWTs366z3Q4FeQk/bQ+8Jp9AAzr88oe7B3d899yfDQWBcJrvu8zCHh1gJ59OxUupoVtOwa//GZ8Qve2o7BRJkj1GuCdrGFarjO++x2c4RljePWv5g/9EODl/dhi6FcAsACOqUQiWQKbpp1O6Isg3psglwBb5Kn1QckXrSmVZw1idvV9264GuMZ+yBnQ37ywr8c+SPAFuzVtt3i35vOXaXE0pu85RoCKAScF2JgKf8AjBARIgPL6DfDXLfOuM9/LXu79PvrGvDhBmu9dGmd087S+n4SPn/bc2vrQffsDvIvfAeAHxC37RDwCH7Z9qc9ie2scW2Frnpj1b8Bp9VmcaqonOjgOtj0k7vdiy3YrV3RrY+HI6D4T9gSg5RdQSWZAZMEa/AKA3AAnIwsjonPm26yD9pPOHg4gHJqdpKiRiW/Fh+aCUx2Q4ab5Tnh6bUmuxXkO6KKHSNCVfXUSNNCLCWSeVoeVpMt+n8qTmBuHDw9IP2c0dqKTbEro85ipI+K7wwwAnuwH/Epk9W/+2KHFkXV6D/K5k3i2emTAKOuH8KF++kxzdBSPnC0FdztJvOnCsnrq7abR/kECUmsPkhhidpdfMwGOBSJebsNm31IuyVBsouyDWq0n8JYEhvBYpjg24diIByjSfdViP1cqNBTA6uXfE3AZu/Qk08oQGLvVzzC9AnLb0xqMIIETV7V8+NhvwKjBpAGsXn1vpVrv2fFNl4rv606E9N5+tlN3oPD6TIehQz8jf/ARsSFegNH7PfystSAxh4S3418O37SfQSWPZYn8W9mUIz87SfbQhOXO7FsFoPV969cj777nUSFD1x/0C7bJSWiSWSkbaMZwJ7MFLPNcR16xTrErNkiDfkvCxvrSb6twAhEt3/XMPrPxpXjJLOvAShqFNhvEbR9Gz8Du64T0jHkS7kVfgw9sgHKDPYfvP/lvWdIJI0qa/AbkypHhWeip/a+uGIq/qvXZFri2Pf8n1fD2hwOMJKinOchnGqwk/NQ+Z/yT/nltceiyA+nQldd9um6AMZ0E3bLP4S3s+rcyqmkWsPX4u+L9b73RAXpnV3rp364kG9l3aP7COTJvrQX8xfWsNWsDaIvd6vfiv1SHG/jX7y+fEv2OzslzM+bYaik0gBaRWxl3cKXGH7Gfmt96rKaZMUZIamp8M3wfmcnPVraufNd3VB12MkWCw7EffM0kivAsdO4mAKST1/l+5EPr4A7adZXXjnD+mgSA4L2DF0/Q3nRXR6O88qCTrDfZJ/bsSYitYwhZQ2OKk+DF0QfNMr2OyI5eb87gNv3MGZmaTfvq+nefOay1xabGfqXQRdd2JzDksugBm8My4PMpEggIFrj0tfgcNK1ndgWu5iu8IfpkA8pU+IH7wzNGQEamZN2TANY8yF52spOuxT9lHYM5rWN7F5XdfoSDLQfzXDwwye2RoyQ+hM8yCvhP+9lYgr7DVwdf8XqPXW2dPbjvsQURUPNcnt/80MnorF0HAfFlT/LOBBG5L/ZYAJH2n8Tm4JdZ9+CwTiYYsX4KpKaDk59Bnt74c51QhG23eHHbE9xYwMPgU8G34p8IT2qfOz706vcWPvpc3VtiNyVhXNWYtutmztiRSUzM/nWHPNYaWc6WXOdfy5cqGiDJS3bfRWNau+9/HNX1JqBH34aQ0Kd5/88zXomyLU4cPxnZqb+Dl2c910afZNHxJQ7vyGYQL3+bgw0MXkXnMn9eCeTQLDqWZ/EbW6DjO+2/8j1J+g6aKyxjmyJ2PAFMPoNO9fskO9nm09FR6drC+PX3zWuDLzhh/j5rHN2o1e8OM52wwOeN7e3fm2SILGj5TQKHd1M24rG1t6PFz2KJ2/9MUkGIo9c+z7zxi47JuDXzc4QYe7S2VuwV29DDgkFGQ49dSBDZl+QJzvw+R5j+x/+X/gBt/GWwa+i3cayBtkMU8D2GTgQZBLvBshj5NjU8uM46tNOgza2qpg5omoDGiGrDaZKl/Dw+tzAbwcMCnwy1KWtvRceiykAFIAfABWxsBcdYSs57wbuCeRULAclIXzs1E3C0QJ7WK5zXxlj4jQLf+ctJyQp+5uoJTjno46wY9iCOLfvZh3hnbgvQmVB0Ro+re9d5iFJMO1SUTJ/B044cgegXWMWpbQOpg8QGzgYEOMRdzqg+++0MMoj9R3BxHgLtEihFGFOJtxVIySw96/T9g2yJ//0kPWfYSPiTkd7K0RnB3uxwH8/h/abzUtSdNdMC5/K5HiJ4164z9w6wij09Sp5EgRakoaE8XOt3AjjVKvZKbPB127agjaWjSD8DljMU4B/v2fdwAlTsVYPiek9XOb9VSB7j+X8Z82ldMDLmFdim/TLodJavW8KRDTX0rA3n/bqHOXcAmCqTGH+roJlL72Po+TnbRWsthTjVNW+FHVuM0Zh3ZHM6APybUZPgyMjVAuj7jNU3ACxaztpMhdgAdk0T+hvA9Kxt0ctDlgdQ8zO+3QJAgb643tVuqhiYQHXPvSsBkxWPMR5nIQo/e9DPtcFnBRnAG5lPAKyD4QSAnV9lubfOLrwF7diwf/Zgx3uveYKkCwLnuXKwRtEXLcaIHRBunEoc1LRkE5iq+7PgeVYMKuTTGjipgKIFXgeA45wGTPJul3Ga5846zvoxN1W6ef/lgI1zrke0ESj+voAEj1d6T17hZlszfs4cZU95V1czQf/YGYxZv9M6foOLWi8SkRrMBYxoHsNQ7P0957vW2UjNx6avMagP7brS5WfyzKEJ3aPglHQI1v3wZDsXur67cOBU7lljaxd5/QyqbAJcBxi8T4XJUbkDUNKG/VWxa1n3e9ulURuwmae3ZmR48p/9aI/fRIs+IqT1otdCVYMm7ND7fr8tdEM3CZ5A71tZu6OJzTl2jw3c3EMLqbcjgFpRJcErzPA6RN3CrDOe174LX9k5+GhUASy1SnfIevh8MIh6dt4TUEb7h0xUi/VJDvMc7r318xTEHdlBgDwDD98xh9BulYNPtwGDKtNOU89RZR/ypSsH0FXh6dlwAQ9jy7Pi0GLkZObTAfLT4nF0h2i1A8DoRfYXedy8eOTCyCuxluQcPwRPScZpmR56Co1hKyGDAF+TrJOn2SafFvU9FsCu/uzlgQMGVItLV2jTHWlucKLinAGsub384KoVJwqmUpGf3Z8BBMb2IQCii322FrLicxg7ALwVe7Hj0xVpqrJmHF2RpfeyRgDi8dtuAI4OL6w1403gd4P1ZyJj32wQZoALA7d7NlN3AkDv9TnRARYSNDSNVBtpQBQJMfOtBxedh12A7c4eqBrI8UTIXXqx6Kwzvv24Af4iKLMmBFxDS5kx9sTZx/lQOohqLK49+lp6Bht2bM7LRq/MA9Ek8rUTaqHnbhPeZ5j6+48OABLb/vSM6BLlYNieb6k1Qc8qWCZt1Wf5aj2UyBJaue2TpeX1P7KWU+07awiIdmim/uhkCu79TV40HWavAs6RPPZbZbpN/JJVkbdj1z0AzKmP9D4F/O1gFXqw5wBA1NUFosMOrGZfclcA/j07lQpiV+UModrWuHgyXV1OEtMAZeGhtT3f8YYsV+KgE6/kFNG0kkbHfibga9Dp+0p61rb9nMnqgOLoR/RnrwfrDQ7y25nszY+bbJ2AvrrBdPKvj2gZABL6fhNxqZB4aQs+femrrzuyRLPlDLm5oNcWW5vPzjm72Cftd3D/SWrKHlj+lwLQWnWCO/PrSvMOWPZeUqkb+TAGY9tb37NJggQ+aFs9z9LZnXt0SOROsKPQztfCuY4W+o13aXH74nmNNSQZPD/NTx1UwS451XiDb7UdyTOwGxv/gl/PNchyzXImpOvPETmlE1gXfX981rnH8rwCwPi7+IOWQ9//lGhEsII9Zh1ZS+/vrG37tEtnYLJjMxJ/OfTUumyrz3pfwIRat4i7sXsJMKIjY7cmgazH6e+/DzrRV+OkVbwm8u4liSkvnVClhZ7+rQPcb7TlLEfRoRKosecGsw5eHTuhEwh/fY70rcY7RsTB+GZfu5CFPdLs5Y/434XJxC4ZHNV6PL6CxznYbxdQcD/ry/7TKYXxvnjSYvM7o5MkOb5G25mcQcn48TV6fWwLa/zfb9uR46eRgItuOrj0tHh9cS5sRtazW2gTvHj3gbEit/je9tiFcwWriI0/ibl4q8Zjsyfd3YSgO8Fff28cfHzA4zeu/NE15yzWSjRsTIQ99Vp+w8QG3cBt9CPyhfgHa/zaAGevi6/xMbxveUCStMvVA8/VNW8AWGftslb6Q/QVrGB9YN4rG6Px7azjBCknOerWR/+3ALCOJmp5QhKX1uzVL9Fn91m2r79UpvDBDNFDx68/sSh8gCRr60fyDHwN2f7KYnQItE7S5cXD6FOETztv1T3OtORB78Zin2a8W00O3ZGo1Xgwtin0234vesfzc5HHYoe210m+nP2/E5tiI75YBHTR/uvB6tRqfpJBmNcWocg+HSy7kgtEh8i16OMUbB5+drCUYiXtW5I9+QFbQH+2Pd+0mj0OlmKc2LqoOtf2Ps3DbZfa1o2cNr89+Dc603w2R9Ts6HiQ/I4kcvm6Ovrgpc3fAsDZ/0kIu3PvzquwZSLjfozgfPDOw+MxXnD7N/9CAPh91G8B4L4mINi2J3gX+WzUOJZtoGIYdvvbBBWTYdyAD+/EgekMUARSFlcGHO1iUgFsYhiG+JOh3yBVt4Sl4o33k4FHMPp8/hjt+mdARhzFMRS+D6go2WBLBED/HMO1vAEBNZfjYzBhs4CSuSaiDdijH5w1E9VksujZBnCkRMY4eQM/uh6l0QLIBt6XTdpB5HvcC9oecMEP+/7Dy9B+zEYYDMXq0yUXgOlRj5MdQ4ofMrBkuGJg67sDDI00J0uls946Q78rX18DxPOfqmsneco4+nEGAQD2zakLDsz+z9BjoElAjBIeoYOj7vmFjL2P+lHmns/idFBgHQQ738o0vjJ0E+DzHrsVwrRuK4eNfUHx0colmfwbHAtfTp/9cV5/AFKToa4xG8jT+jwVit7+Ie/NXpSUFX0mM1nr9bevhbv/boEmn7scMf5OW9nirxkf9KFbctZvKkSZqwGS79N/q5ZSWg/N2y2DBBz60Xfb8PPcVgymj3GyOMur+LUN9j85NNA+Tpa26Ril3z+cuTkGJAaUEhQOyFqGMSA/TpgDlJwNw7kfev4YjgQqx6bMFMd4Zr602GJagKXso/fWRBmF1wY1++4quQE+GxgiYATfRSZlcBihnX3Ye0Ab1wT4N0Gl+UPXd1CKzFjL5MchE1sCTneigZ7RhlIHOtoobXCBde2MbAAOySoSZ8TfGCinststTsKsAS7z9zGUv89OxVLNIe1N1uE9+2f6XwdUj3Yc4vsfANUGfoYERDbmzdsIR252NZNJ5je5+D1DjkfoI8+NQY1TpcFjEHM2HMlm2Z+8D0MrZ/0gnwgA9/4AMDEmHJeAonl/nPMFqHF4FyhI5jOBujtQOOvTzpnkxR8CwKns3IvDy16JOKkVwEMmk1RgGhjebkflolutp4P9GRf7aHo5cmizUAEpQk9rj7yO5NLO2N6PsXwBVKa5lZldSSx5DhhMVdD1bI+RzPAFHuKgrp7rezo4w+dXYuB3XyciSf67G0AZ9qfVs3VGQHz9tJ3zyojWQa/B7Qokfs6ZTpoALVI3iU6Xnfb22rNPr3cAKnySuWN/tX5PC6RsiNsFngBFuqO44pW1sx2w4IPkX7JRJ3ClgM2ntwD7mQKBn55nqbUDUEamb+t8rjnZzEP63o/HkQFIZi3+9dMdypXSMwhotX36AhNH9g7Yp7EfkOX7+604Z12j/6cSYfaftexOGrbRfW2f1ffTIbR8mlZ4Xr9v3wz0dhxe/PY9r7vs7PhjBx1eP2cNrdxwkF12GDZt2dFeL8m1E0gI6EobVqo4ulXo61v87d/HrxhbqxN0Dl0/leDaGwN1pYOg1w6+HLYY4mggGdDcycMjY179T4IlATzkmpZA+yNa66Qu7NOWb+8ahRbSWreTW7muAzfL17G980M1r4DJVPSK9nIMg5z+u2vOq//KjXn0YdPwZ0/N2Yse78jYMx7T++pJqsfS8WYAwnlRwO/Vf/0M1uLdJ9vjn795fIQJAOs6tdxtXmveQ792ANorNkFN2ZMk7J3Pvu8bN/gt2PuOmX9jJ3RQUt9t1y7tcdZJc+ngBgBUJ+hmrHeHox/r5UDgfnpaVVcQ694nUeueQct3nHn2cz8GNNIeTwUzgaNOfOv7oi+TVPuCyy9dv62QLztWSSJU0pnAaBV6V61iA2gMSmxJEkRwl3McCeB6DRTd9sqN0E0EG+ItNtvKt4wz9G2bX/qCgMokPb50qefFLrrB7h6/3/lPQLRe5wbU8u57fLxf7+wKvrfquatRDig4/MyZkfDVC3KCgWkO7Vf8kOvFv6ci9seZ6XelXweF6GikcSAv30B6JzW+IL3mdRK1lHQySXcHAzy0tfYqOi7+/WJDJFGQ+KBnh38mQbQC89FDvycYIvNNp4WbsAfME58ycw99aL/FX3SsiM9+J/gjP3YtwIcmKWLsutA2wZhV6C/gzFxE96fDi9+Zd7+0ie3Enp3vp9K09+/Ccr65IY9ePQ5fvoUg6EkSAmK7ZS9f3xIbxYm5c8boK/fcdlo0UoGbtW22I+J7X+baQbbpsDW4T2QUx5Ctf81zslexiVt+EIiyDJnKNu7R2mHXgqey5sjfTjw973oCwH0Ex9v2F95avO4uKPC4jH10gQ6dxPYItsxr/YqWdcgz4dwdqHwTqPUMfGKSkxLUTXCwE6yMaT0+Yyqs859xgD/oSo+19v+txO7khZzvy7swRKMXGgPvs6pllyAbqLT32oiGxo8/lakEly0Apm2xMK4JhGas2dlOZvu1QOch2pb5JMqHfsYd8MPHz7N9n0R74dvglL/pLGTUabdNB5EZM3QQYi+dOLz76prQ2AaA8WN+4vRMUHbO4iutI8GPHItRzoz0Vx1NmSfcBSovrXYA7qzX0Bo4aetH9LxlmpKup1V3Jw4Hl9JZ4xNsFD0cvHoSfkZvcjym3p2qagLbkecJhI4s4Rgr6YkzkcXz8ozBpI5BsnEg3sWe6enNex0L07M0/1Px+e1ZjhIFm9lYhrf+eyjxN67R/RTbIVMYdvvfnVhx9I1YRPMc5/+HfQWeUWdyK/nWJuaoP3QibYszzlVyYDVXgcPIEfn03UmNOW1iWapy3x/ovWXOi19wz5V0oLinCw0iN/Yn+w8mfvTJj0KHmXQlGDU2zlGri5fuG9rG7Dio1+uxY8+Yaec9fqRkIAUSXlcCwCxyn4HRwLmnOsZLiapLCb2GIA5wtzOTlU9mCi1uMLoU/M2ZPz/26zgJ+kbAtp6TINhm1TszehyHVFbFieEMMI0PRonDLKdn20g7k3OAdwKEnUmv56Wf9goKXdcBSkBnAIoI85nQ984FMrNjBPu8vJWZCLN2iyHNOQGBv38XC2za7DzHAZyBnbWj5csJuBL5H6FEUJEMOVc+OhAzgmo2obOXCQCvEtsqraPgm1tqG49zquyrUUoxxjkXbAzmyoxl7N1m4eyfHMIxgBCUVPG1s9BgIkOLwbrGCHSLYDyCdxSEv6+WLSsYVlHz2QqrNSp1f7fhpspc9yQQPmMhc2ho8O9///unMP9mAWf6OPxn6riClbyfrLlUJGovS1h9z+/sNypTziHs0JcdpDmncAxgBIzGCpCeypWtBOwzThlPA8C30F06dQXo3LBZ32sQnuw6O3haq7R1sdL6liYtODeD2i1kHQBQRln46rRrMS/GqNOPAc0PcCMTNTyZwQAyFBknmGRQNq24sy+hD//9Cx81X0MfB+zwewjcb7tGPatbEukdAuY2AWIBH1qUxAiUjMuILc9G0Zqd56XKPqLjwQHgxmihXU5Xdt6OxoLOmW8qW9qwzdhT6WaHfYxn1hTntvXFjxY8AxKg6HQvQVP93Wc0Zg8wxDL3PWNhsz0z3vw/3o0BGEN+HdG8YxMv0Ct3UGaqdU1nkb2d9Usgs1vgJbsvAWBkYkZ8d5LoBAEbuH8IAOfeNfZSPRu5dM6knX3vFrptLDd/tWEHsIf85TvGnd9fm6FJ8tI7cSB7T9KOlpHev0/Ftp6lsBYtLK0bHt36OI/I/66WpypU4+DsD/iLpDbrH9sC4buAFjnL9fAlKruMEdO49zhy+w0Av0lHrIF+ay60YI+jcOu7XhXbDnK+6kPJJNkqAP4KAHbATkMzyD3O62n3hI7UmCe70Pv0PbCN/d+C/Djub3Jf6290WwNpONtd8cYy3kZ/ZNwCHVlbg96HWXevLsqpLFtvS62Pn1cVXF6bQ19Z97drSzsuCv55fywnhju1GVGnJwBDxXGAj1TOvWCO7kaf/Nff1fJ9HL86Y4p3i7+oiurgOoLbcuSp6BH4/wKsJBlgv++6iX7SOt1rUKCdxylZbXA1Ngn8fHT/7BUA8QEIRl8mgGLGMD/FOdtsZI9TQOCA+JYJo5h45+oMWkrtXmXMdL+Zo0G+d3WLzQa80bW+DwDAgBR7mj9670m88txdCXnL9LYh45TTxlTydmWh12Z47kcHEwFVISU7Y3qOEv30QzKHxmFbfuSNvnvt5a4cif6L3u0kVfQWNODM7e99WhvsCfa5ZccB65d4Mr5vP/uMUeyRTvR4q2fziDpHfhIV9ekmYkbeQXddwbn7JfmmxEgBFgvONn2y/6djRQWIOmGEaZ1ADnxlepDdNDwiniv7zFtSskDPkW2f/ds5Yo+crHb7D+Ep28zfPBp8cNDDtqUqbqkYE79/LxuZE78ltiv+W+uDrgx6AwrQD/5p/n37L3SSoLILkO7fPrrWlAHSWDv0gyuL58ilNwDMmWAEqGWraj6dqNE6IeBabGw9H/CGY2Pgdct727qi5dj6prIJ1kh+EwBm7t3isRPcW/7+VqHVwRPbiKIVH4ET2evx2hZqjZ1VOvw8dKTPAH47aBM5eV5L+k4AACAASURBVLfYpIX0+qN3lbqeRbIgeqr1FbyfI2OSoAJd4g6Elm7ZorUhuNEBkH42+tb0PPOW3xXfe3TJ+AW9LPh3yPnw2vpSvK/lGesbAHnbNWf9VrZD09hF0fGhpwYBsXugY89BazC+OHtJpXP7CyTTveNjHbTfNyCdPdr9CejsvRsmxWeg0w7je4P+nbBmWh/btfcA/Xr43Q54eEN03BWObyXc6WphWt0kuU6Q604SrEWvZzC9lXMk6rM3rO05huV7Vyc4Ady+OFR8+Dz3CgCzidMSuDuUna+GP+lewRp0cHnHdVfY8YyWY6ZZVeB8+/dbslzrK+07/HslDXx+M4ln2K/e00qYI2BF8cEbWHzxiRP8KcJGj4VG8kXLO/HPOcfd+uVOKjtdcca/6BbRFKYkyWif7fl+/3z9ow54wXOieRc6GMvJkVbQbuPG2HIvRtptOMF8T0HBNw75XYcfv4H9VoXashsbobGJ1k8A6P9G+9JZazAmLcTpssh6j2whWdvzm8BSV4LafjO+tYHU7saBfZe1CwaF7G275+ClhXO8uqnn1JVqxpt1bIIKimr8+LubHLIBYHgA//N0Exl/qJOYOlGp9+K3ZFy69bgYoFqH2w+uo+uChWq8m2zR1frYESSLta+apPYJXE4ik/mwjmFCf7wYl+174/GbCIxNhMxdGbRdvSKL70A9uK1l8sSrrPd+CQCjw9/xhH42AaYLCbgH/Kk7WkB3h4arw01knWxuWWT1Q+LNKRyJTuMM2sa+oGd4+BSgfNf3kTTYtSSKENT2eglrlly5BrH38+xOkCEI3Ynf6I7ImOhiEsUjx2LH2RKXLTqJ0rreXYPqfOPf/Gd4k5VCxy/NjZz0+22dxL/wmufdCuC2PXLL9dXl8CcyifXvM9kvG1ByQzb1BPaRs2uvhA8yhxTYNX5+9k378OADazvN/CRrbQfetuXaoXeyrHlOsYU5rrTl1W/+WOZ6t9GGNtqubuyKBE/wetai8VnoXc9PEWCSaKFB1oB1LY5YO8byPrQFrt2J2tnv6P83PiUdkaM+k7zU2GrT+J/8J/AC8KPTQWGO/NKcJK9cWKj1+4//SAtocbcIh0x5Oan/LOOQwcQh3j7/EA8Lc8DXoVZNXQHgdmoo2WbB/YxR1r3ADtwYJA648iqCE+SxNtgMfgzsZA4lMJwzdrZHPhU4MSjuM54sELxKIVoEtDI2JbgB2g0e1VlHPOu3YBHEe4h2/ghxSCh8gZVPEJwqrTIiOjhAoK/bN+DAofhacL6Oale2NdO1QUwFw1E44yD23gA2IlQ38yVXtRC7nTycZxz4cY4mcyy0EAetHRQLAAcn74zIAHgqdVtBdgDHMmo8pgJAQ29hhTVCp8pzHAhl/C8wFuvotwrPNma2bd227cZg4twbU9Y4OBZYMw5//ilatz8d2mrD9A2Q6/q3iqP3G2OSBAac2GMMaj4j9N4OAOx1gjlRjOGZ/DSYpeeJR1KRFcdTPwnKLA+zfvr2AFrVMWANhlUmEsg5I3Te6YBBzj4jQNICnrFllOFrDJIETretVa49U/pBb37CN6G//fVvx3jo9X0zjVAS8LSfX3KV+fe5IH3Gsb7XGrLnGAZ0EvCaiv4FKGvcduC24ugNSLDfCRIm6ytKMIAj66cxQiushjjjZKHpQwCwz1B2hdl4rscpEc/qsnGAG5BsI67X7wYnt4Xf0RUawySM/DP94wq5obkriamAx6xdNpugS8sXMtA6M9kA3VRaWBcpwD5KPIb/0s5vDnBXAO+VoQqs62OkVMY+a4TB0kYoz2n52K1rGBf68iQtfM/f7NzIWI4SkO5sOUNGobe9DHDdE3qjvc7PAEFXhnqsp1LylhmsK+eMvbKJwMCPAE85BQcgIi3Z/LpAWQeA9+iCaUXkwNSeR/hj3Nql2WAHep4AsHS2ANas0eqNpiPT2mRus76rF2N36IdzrJtGJP/d8nWsUY0FQ/9ywKkEeo7w8LgG4HRQovaf9zTgcgMgou0x2L/1diXRGMUkepiXzPAhZwJ1bwY9NLSy8fcK4JPBad2ru3Z9qKB+kxgCkCzgY84qptSfaZOLw3UHkdhT3fdbIGA49apkkMzQkQOad+TtVFX63TcwJtOwndGTdStr/7tfzs9pHy5+/Ax1AajNf1rXdLeJ7MbBcCrWAPkapwAM9FEnwDawg+P/6h/2CLqAvnKmU/7rzHiWOGear4A49tmMC9lxyckCDgneOPjwsZL4TDa2nvkmIbTdugGzTShk7LHdQ7uAZp2wefS9wbLKTBetjDzw/Ee2v+uXe8IMCYTJ70gyS/5vWzu/1TvoG3i6O2GIIORjd1ty6ef3LCsS2O6EgdD966Rih9F6rXmjQYFL7sza7XqOLT7y7z1jinUgGLr2cmxCeBI6AmAhkM5+6d9UGLX+P/ap7R50WHhN6xUbJUEPP6v0KOBmAjr8t/SK3MZvajmu58Q2C5+RGW96L51I0I7nt1921rU6PCRQuYYDtB/wTw9eg7T3i2cBoDU4gD8dukogBxD2rfQ4/Pxd2Zn5Gn8SKQc0Gl/LZ+qdIDRg1FRpcUb5MPiboB2dFXs7Vdzjo8FbTiDZjibYO5bHw2N3ADB6Rg/8F7WAHB/RPhdHPsk/sG1GBdKcQ/0l4DT4ji3zM5lsfQ/L1QPs7L50xWTzEXSbZ7dNcO839Kbnc2ahZIcCGQDfrW+xGdq/b8BQz0HG/Th+4vvuxQDeoEfzQQcZoBXO+OvAD98lID5gt/nz35ywHzmJXh15Kd9jhILGq4RkgpLhn6wZ/qbsdADytWWeALB0xSSyJ1EvzDm/zFNv+030kn2cx7/AgWkA77fOQPBjqge3pWL4ZyUqIGfzMvp9SHl4bmXUbzLkxrrShj32fOSz8YJvLlTUumOSci/sA8Ve/xP9eL3BuibIBA2fwMoksN1d4qKfeO4mqQzIPQuNHDBfz8bgZzXgGf2ZxWv7uvGRXdnIAtE7NjcB79ZB5/rvsSREYPe2ffAm0LRtkr1buXpk63QFO0UTts8y/hcnggffbgB7FrLvSoKDGS24UPOH5HP8uwSjf9MPXrvBBagsVHiDa+GLLPIWRRAs1/APXqXkmuEPXb76dxOlofXl32Bb+oE3NK8uTPnNV2h5mf2jtSn2565tJ7BkXNg/uTYVlOpasl1SNKa0Fc0Z6+aH+V4k9z9P+9Asz9pf//av6VrH3r7FKPDJmzDHc/je9tv4jVeA4rvwr3TGm/d0ByEKUqCvw9Pf4Hke9jh73XwgeaHCqDeJoKvRsiZ5+cEfH3vK9DF2XbrnTKehaRHd9H14aGQ0NJfFT7FC/swf1p+zn4zhSjS0Xs09b8Xw2t/BaNDF57nH3gfrzxFE0Q/hb/RHWpvPmJyInwS+ll2zRRm36ehn4s87t8Ra0oJdOF/a4k6lsejWNg/JUSl4InGZhLuW4dZfc4QE40mA6baz4M1Z7bN+8unQx33uqfZXvgfXt11je1XBQtPIYormO8vDLXZQwkjvq27qgDXH4ZzuRd+6u6OR7YRUjWrNtRPYNySk4N+dBET501Pch/yQTUhnwaPzy/9cObAJY7pO5xIf+fvx6l+/Tgb4W52kkwJE7I278hQ5lM6ciw28wUqtDzzYSfmigy7GW50V+smxeINHDiNRANG0iU48Sboj8y/dMbEzz6WOeMPHaPm9xSFro2ePkzxtX2liCtC/9oBEZX12OkwM/XpxvxtJiuyxHZ/sk0MdAEYOWE6MzPdaXkkym9wEHSZhT/w96y45NPKMY8caC/N4n+4L+A6SVo0tZCxZff0+NpQTMolz6SjNwQ2dgLD2ov7+7QgtPY/1M01IDorvR6+DH5pGqUqfAjnJhxRRTievj0k9P876aQXOIiG4WVwI6l2Yd6MiHO4WHqlkmgxoCfizMAsku9WpN+89QH7PhJPw+PsAz1nhcpRLAHsO81X3wJZDz3scrbcfOVnHtcE71/yFga33/+d//pfv+9vf1Aosc+kAMEKpg6EI1la0Eci3oyDj7m2tirI+TvIwKPty2k7+0kLS18z/a2Voh6AquLJeyf7Qj4SxWn95P1AkZAgf52CDH0vwuf843pX1CpPgqLDGv/6us5v/LwHgOD6pzNDPqaD+/imG5hBs0VYrwt4rKsQAYHC4u7f+zmsNXMaPIYnhvAJiaYhWZWsUi97n+2ohcc6KNm3VmTzjgCywEQK6HKhnQWOwJ8PPpDDGUycurKET0BU6/W1vcDJjvIUGsqZxIA0UPWdpvdlH73PvRIY8V8oO8NRj/e+/x1Cx0Ma4+ZTg9LjP3DAi70SWsECEYDJt7vYQ7FUrEeQcv8kwDYEvnUdOUl27Zzz2HLsKGh5rOdoGswGteSZ7kYykKEjTdzn9+vcJAH/D6gAwcv183xV0posNAOe5MRzbAXgrFryWw/Bk9P8zmsFoYizLL6FFnN8kDbF/aZeF4XuAGPMvRuk6Dfkswdk1jkObOFiMGzAJGrqSLH4JVOoZnLvaAeCuSonSNZGNIZJZXoH635hpPsv+xODsH/hc/PjX7yw0eLcTFkL3ef/J0IO8J0O+Adaz/iN3jnP1tP2kknNiGj+SJF7DGYDGoOBksAIQ7jsBLqj0S7Yd4BA0go5AVv+pwu9NoOk9tY77no1TBlAcOojdkSQSHMX7vK/mTxnZ7bAboJkKG1pfv3S2Di1VA91WdIONK9N+EsgB9EYvm7adsbw8QDWS7m6w6OVhOy3Vuh4QqUHF17bD4ZTN9J7x284ifPa2Ovz5vAkVDl16zAdsejO8tU8i0nHEy76R/N777gSYpjWeL/lqo/qXFr9vEE33aLnhpX5GrymtoLuig23pPdFnHezz+NwuOrygNQMw0ldklgMEMR9VjWpcsSsjB2XXkBwJcGFgsNQbssErOXZS2+ztHHegSM/Td9cZyo/+0DOpcOiER9kvHod0DC3UpDPriIIITI5v2TZKdBjRt6H18AqAKOvRSSMc3dKde7qrUfg8Y3p/2qnHLjjJVXMxcjc8FnnbIJR5SB02phJXAZCrUtd0vgAsz9MSGHaaINYmVEWPa7wdAGb8BIA1HsafJAGtcfTiW2UiHQawfnhEeuVp0QhI/WOhhn7EF/+vAPBZ5rKT+nnHp5njhBas3AAwPkrLujNu2Z0D3LJXAZ/Eu5vIJH3aZ1hqzwhk+p2c5ej9Wdro/cGe17u9F3Qvqi90q/Tz2/0j9MJzfyYYewhOlLD2HmpY+6rtAdnXGf/anvvsEAL2mP1cJaZMhaxl0Ainy/7UuOusSida6szwsaOuRIPaQGj2Nxp5W8Cj21smQbcNftvW6Za1esnQ8o8AsG2MzdL3OtsXmbWpSqlmeeREd2xowAW+0fN63z3eAVVsc6jTgeUv3W62PXqvCWDeSSzqNRSPTuUP18nXU2CwK590S+R2/HGCQa2LyhwYm/dueQtPN42//up1HMzo5+MPfcsqG+Ac/zXmR2M9fW4jnTGic+bi53xN9qUDwI0N9Jy8H6NH3gpgAtnmpWE1sJU30Gh/chJ7YvffrVAX7MxGdQAY0E3s/Mp+09+hwdx7KrrEs9+AzFem0QxSiciR3eiFJL2d9RpauXh8PuvAU/sC4CALjOoM5fhBBmRnUQPSGjq+7PrWc54TvihJXtMRrdsDe500B+EXU3Fy7PbpxOD1+N6HPPotIQXWePeARH7ek+sGxFCgpALAb+D1h+745i173XK012JsJvwV+NFHEhQuhn8qXY/v0Ml9XrPSTW816xmPbF7TQWT+PybQG1WRuXmNhjbeqs/1cRfn9E3Dao4dy25yTsbaVofWJlCXPV4cZ/dgeSkJqHnw63tfLUQdSKNF6lS8Dz2EMYPjondZK35b1nwDj+2ckeB3vf4u87TsnqpQhaNazjav6b20Bj5HOLhqPbxIwVIXEIU/wo/d0eOskeh57sfe54xHvU+dpdqOoDqMPdiOPNUB4nu47H4shvAstK5xRn6ccVcHEwoFZKOI19Ct2KTIMj2/Ow6FBjKrF194cVVdcwIw42PQEQm//7U9Wa/Qz9KVKdMB1e8oue+L+BsKlN0YiIshvj1w4Ub5NeLRTjxpPX+843kf8/PxnKazSSiYBGN9RmKAE+mEx3ydm87P2EnYUR2jeOnh8r2ObN9HKZlCfluCrqOPZg8Of+En2fepANYfMP7GHuCnU3DlhQeXWrkJbYMZuABg+PwvSvwbn+QXl8n4J3oMTJUZtj8tfoQu2e/mg6aN6MOszco9ulatLCT58lzzjbOPp3EAb7q1rN2jBZ54j+TtJCNoHzkaQNvRRWqK8xAA1jjlRySutQFsPV+4sK33kRNgoZlvZMdPrDD7gIxqn+tUIH/3ETiGd05QdfTYb7EUOnyia2Gnv3/0/Jv/63FYjm13LeQ4Y9RvWkG3rNijV9hJcPnVGY1ZtW2TGINsgqWCFy9qe8Q0/sn6jiWA79l3+PD9g7P8y3an/HGkxjdV+RPSa5ftOGLnv/5+dyNu/+3Fua1nhTF6LkXNxz5eW/HtTNPxMO9vBYLfVum9LpkryebLK11BfnzK6pBCYokTfhUA5hDtt/c406A15mFsOV2jmf9ESLq223NoVhosVQGtoA0YSeF/19hJ/CJUxwArw7greBCeKyg3Aw4gyxthgcd/EVY3QLJZG7RovAzNCpLpYR24DYNFWeHbNFgYhqqy+pGgryBlfGGyBBnMhAKrnHndjJG/cWgAnzGEbkbNAjBnhAwO1AGbqu223tXAsgxdOZzs8/k9Bg+gepG8/0TgybjpTLT/V1Dx0NgwAWuiccVI2IpI09g3CWckz88VAJuAJxmC56zIAnts2I+ZxbmbN2i6i58xrLMfoLOMxhnDqbQ9rTwy9s4MDkAXIUYr9AMU2oHa93brGKotyfKw8fPtj55/zoilAiK5Uh5V+CT8RSsejGuUye2wfI7NGOmAU73HC5Yi4SZjzrJh2510C4QfQIPpJE/VO+Ko3GdZmda/z6LEIndWjtxUd7K97Tzw3F3HbkHkVgsPb0G3v4E0/aauyDrCfmSMaF378ZdPhlER2PN7s007M5j1iRGAUZB14acrgEL/yuwe52XGQMIGgFv4Pk9IQDlrnEDWyjQSLHRdZ9pf+85YDCRMtcboA5zRVwlCK9DhypJ9sh9ba7hnQGQjkfPZ/6Gvoe928AB/4vjmvL/T4mp4MBXZMkjn7OlZGww6AgzHsKzWrpEvnzz8eHSd7w1ubJB8ZZKBQp3J+zcR+u08w+cNWHUCS+vZOEfhX2iitiN89DhwBLoAxHcP0iJeBrL43A5NAQ3tEP9m+PAuAiAYNQlirlF7ztg1aL0OrMehdfmuFxAjG6PbtB6jaOQC48YB7zNCTmu7817n1V4OJA6n5cwnB2khpfGmw0Vav6Xt911pB5VS5YrDnkr6bQFLZxP0VM+37aRT5Wl+3KoJXaN30GIV+yVzX959AdbXabDNoQSO7wHNiyfY8ksA2PtZgEJXhYY1p1Xfdw3gqdg/cnsqLCWzPvojEafBqTb4L5tx5iV1qGfFSfkZAA7pkNgRqjfdirO0bt99ayP8bJ2T+cW2afvqWqORP73u6liBI8YaYV+yL1TKBVCaQA7A2zjtLb+8zxOQOaDcEFmS/iInlldXh73ArOgCu4aqDd0nMOW3dqy0vMKxMJ+Z7qIjjh4usAG9KUfp2NsfrzWNsRZ8/9rDei6Z3TirsXuzlz/s5+uM+1Rq6FLAu04sUyUDsTX0W593mWNlxv6x/Pwq6yZ42/KTuQdYuO2+H3JVN2q9Zt9472ZES7blW+gT/aJ3O3FhxvAC928wDHuDanv0HRnSp4OF9NscvXAS4D5ZAJCInwHg7XWv5M8AX5pX5v+O68hQ1k72WoNSsxb+9e0f4/7xnLpOr8OhJyAbeZI9P2fMsYcsuP2uVFdvhVESDfBrDPChdz4A+m8fEMtPJytE7oUSfvizIxO4L88m8G1JNeBNnq3hqYXdgl/YW5lLquIyLhKDLxk9ttTpYLRkeHyqToBgvIA82tv/mcrdgAPbJelNRLYtpUCr5e5WIodOE2S0nTitfH8L3F5bXsCH5i//eAO5OeONAG7fJ33xw+auwESuTQVcnwHbuAQJQr1P1iflw3h/ZoxUcJ+qr7nxnA8qeWW/PgQQ2Ro93B222r7xuyZY0OPwOoo3x3dEXyL72s/X+ADSdV8DhiJ2Aq+SN/+sJSzyNO9em/nYtNad2X+AuYO39xmB4s86OsI78d3biR/BajijUAt02+zwVfNWB7L0vW1PP3uB8KYR/Q3PdsBE88RuzP7e9gB2LX767steZ3o/7cTpGPH5VaoEG53o90+lIM/4tbpt9Fm3buV68/3gXPosiZVh8PZ7L/rwEHJN0ypYgvdjaPo3PbL4RBJ81g8cDG/0+EkwGRvstwBwAuXbYvS1g7LP4bHow/jYms+hl+97+cWvnQGQCe6nZ9GRQH9rWX+d59ieoSF80o9XnVQnuyJd+tpH7P2b7ZqPtsOf98pBNz23E9m12BWIq0TljHPpP/Yv5zFOZ5oB2BnD/s4mdoWYK+++NXSikcDlYzPmLvyFy98eg8b+3gwT3yGJHd+HneDbic7feOlAhq3A2kOjjLf3Cb7WeDvokT0ZX2qOSNlCgbub4nnusZu3E4Tn+q0bfvy7dtB44xyesyexe0+SDvuUcSuZGiuQdQ3GZH9b+OLp7NS+e3Dk6IO2z5evjj9XyVeNX/J9/IH4TRcuPj5cbN87qL38SnXqKt9OyohPtEcHScgyXvsrU8xDAojtFq33s8j6TLjWq8+7Cg+fOsH7WUvvG8GgfAbPHXvSY5RsSceRP+HeaVUdurfsmc6Ies7VeWACtwTimAqYlv3TwxsbUOQ6Or3AA29RF7YWMix0vsEiaPWVx6HjeYt1jmgULEs49tiNXqSVpX6+dfAGgPWOBPQnaf4c63Mnr9t+GJsE/WkZ9RQ4UPkML2OjNkaa9bh9/canmofhfT4TXXfCmtffduaN5+t6qpBPtwkvdOPYrwTIv5PgGfufpK4uJslVI//0PBH5sL4C3Uqs1E8fiag5K2DaCegEiHXtqQD+LqQwSDZk/OwEH9G5tPdt3oIXGjfoM6CP3qwE1ui5sUXlZyn+MQ/VFKCxJEz8bPm8XQxrHScm0jIpNLD+Veg3dpN+Oj8DXJSjjH7u0HRMnP2hUEr+CTSlOM6bbGlWGJ2wtBQ+AFPYo/u2crtbSaOTpEddOes9iQ2iriidDOo5jg1zzqZvRkaHDp32viEnFA/kOeyvC9tm3cAYc80kSn2EKLojcdj7aF/8ZwIn93EvGA7r00VhnchDoswVAP6E4T/cfsBK6D7DDOP5LNpkwKFA4J+TNTUTYiC/ZZQ5aDCOWTvBnd3Uh6nfLa4mgPwJvS6PR6C10d0bs8bMZquEeeMArRBbBxVFaPAorsldQeRAgHppU6oeg6MzRbMOESoINRO0IOgBXv7i80s3oOs71B6rsiHacV+iWRZrQOdkIYzgSbA7SqYBuzZ8+xzeBqt0zwma6n4p3e+57Xwg3MiW6hYUoqk3AIwS3tHvXzjJNi4NOGM4RIhqzKcCZObjzEAJQAzf77fpWdDHY3ictpKdgTiv7zOmTsau93OA0aNUorAAt7sVIesDGM3MEhDIAE/LlmppluyVVRTJoE3mnt5zhJnntAkLpoWPJ3OOXAJ6BLFPrGUMCb/8W0O9qw3EtwX4Akl3AJis998q6/xsOUI6281I/gaAMCC64rmFfNOh97faKXIGqxXqNyEBndnXaZkgA92A2ipivc+g3yTtYdBY2CtwVoYfvNSyQu93wsMkD7x0SoDmB/3aOIqDnHNiVXES54/5+ntaKFkGLo3isBDMAlh8g0WvA+HA4iRAOMlAxn4F0TnzYvlnnZ0f1cM2Km5nCEdvg+43iHAAVpGXaTjVDD/lb57bMn/5I472JmIIYMq3SiZokDO8x3fJ5Dv86EqX0HnAssjkN0sTJ/2q5Pa78izLmHl/Z6FqDWgbBkBqepgjCbpDAa35N/N7K6wwNEN/Cb72nABMJE9+JhStIwzd47H9tu7/+49k1UZ/pZ1Q5CrthDYbG9qJEX07tZE12xUg/45jsiQz+nUySP0MWvGPUfUDCP0MwA4wQafIsReQxzF5K/c7qy5Btel2UEkeZ73mez1LTnCAPVqsaaCb3NCAhim49srgBi0Dv7l2ABigj4Q3xq1HtFPVCUXww9H3HsrtiqOnuPbN0DQYpPvGsHwDwDgnGOobHIt9QCZki4GWyZZno6ug26XdjKqN786k1XfiLejP943cxD7+LQBsB/YKSG02bVf20Iqqx6d3nnZJ3/tcyaqOJmp35Q4QCZJzXYIrIW59GpDBH3hd0dXoeAPHIyz6LHuTivVSdGLLKNaLteK7pQ3pNNGkutQ0H0a+Mxbe0WcOJlgdHSza7uxSkiaTYLmJVaEX5N/qYO+1AJwZA/LUazVnfpKAh149SVjf86VfsN+1mAcI+uQIgYzTXeDIo3E4x4aQ/UgVHA6MgbkPWNU8qeqEXgnE0lkFOzvBxQRlOyDqvfvG+mZnw19vJ4bDd/PCBUx2PaGl5hXRy9LKyJuxZd5qhg4S6O9//5uOnDgjsny6pUL2T9tukG7sVtPTR78AmNBLPekKarg9uiusvwS2L3M6e4atdYM/PAPn23sy+gr9+qcEK84gDu/tWWjYT1RWBujL3NpGhlbNP92ScjL3u0Lw2Etz5A9BPD5HPr9tRS0/DUoqiBqRELmiI0gChKaDVFUzzaJ4P0VTgNlOIgGgWhvjh62kffPeRV/rp+3XK4A4nXU64GUb0jppgFRXjm+iV+hxWmMfglp77vCQxxE/5wVj0QVvdU6u3aQBgkXYUbY/JsGK/eF9nB0b4FTnn2XtT7vDaYVICz+OsLG9+z0EQIOqX68b54V2WUET/tCOiAufLHYXyHUqBDlSR99JFpsf6gxr2d/aLZIhe42zzrZz0QAAIABJREFUf7GTfgsAN9jG/dbBpSBuXbFgqY9wKLym35FpbrvI/DvzIkgdvRs5/AOnISg468XYu6vHCbqM/0kAOO+IPG29JjsGn56AB7ThpEn5ugMuwu961u2rxign+ZkjwK73jC5PcuFW5qHvXlvlCuKKf5RAM/QmfUW3LL0XoFB/g7OgG20zfmbFSSDw3iexpPEbAOFNiHsSr+b9+FKnHWZhBGcuM1f8ZAmdToDRONf+iCzFrjZFODj3d4/vX7+Wtvh+fcY7sjbHhgSXyfxXr8RnSsKIbY6p0KbNO3Sme7V3GselzzROH8uRdWUcruY6vp7fOjjlEObMYZOuNgC8/lt4mvVsv4Z1Wzwrc8PmcsLVFEeIz42NxPw6Pz2+g/9VgJXWpZqvEof//d+xvRIkYFzHn5HpNsmMCaT/Y1qQJsGftbE8+hY68mJlDAED/GeeT2Bg9ekdYP3hQ2u1R4d1u05NHHlp+jrJdbKVb98m9w+echK6KgKmZ5XOCF1lzosH5/qWA0079qsGW+skKMZpO70SEvL5BkvfDiaRQZFfGvtvAeBU1S4NvH9ZBnSHHOkYBSWnUlXXg40yF+0hvhmya+2D8T2GjmOzjn0weo5OSO9Y2lYC2+Ca2N7bAll0TQLhJk4F0/HeaK1HRtpfHnta6yW5coK+5Utsy+LpdFQBJMbRNhnv8Rp9/2t9CO3jb7VvTXAffM62l7CwCTCyltpX4XPyH9hrz2+MPOl7Khy1N8ha7FvosOdq27vsFeN6c46y7bn5z3pv+DXzlHzW+muwOd+eIzZMp9+1N/5XvuwEgPEdsNNJEoXGrgBwH9FzjnBbx6Ign8N/7b83hoG80D0JRsfWoTJ2dVSeT3JnzyefV1X98AXv/E0OvHgY9KI9A4fzZ2N7xz8I/QYTCW9yBOixr7TXQ5BvEFKJz7HHCWJGbumHhCiwJMZD0F3rwB7lSMQ7cTo0RlfHiRORQGf6HX3IkaUW20mX8pwmKdKdTaU7TGOxw5NIuHiNrn/xCHjqPTJ16XPxiz4WMDpVOik4ieaRRCsVc26cLbyhlVVMK/HFY//r0ylg0ziUoKvn8YMcXMz+Hr9eTPEImMdpoT77f+j0e6xagh8sqwLAzcuhk+iMkyRa+kK0wfngx3+dhJNzvOz3DOJ92MnMqbus8S50qPCoUyAm31hrV7HCs7dDtNu5ZH24xqf0fHQjMpwjZuQXml/+8z/SAxrQtzMwqcoJpcXwxhj40WLFATutXCBLLdIB7guEhakB3l5ljnNgAoSJ62DoOzi8rQzDDFudgvPtRXitTZ2toQj7MFGYQIGUDfaZWZ7D5rvlBcrcAUgbZijIdbTCRBErJ3BmJXoHqACrmvD12Qu88j1r/zozfB9BnH/pIOn/VsXaKB/mYOPs+39ufTDnFhMsagBlCTLZgWeMMy8cGojtZLBVi6B28EQbl4Pb5906UDoB1gNwxIHiPTnjT63JvsDBOAisA+BfiJ7zTTPiXSv24wYroEsY14aTaTCOf+YXB8P8MuAd6/g6nNn7vJdrTAffB3YUJvMLI6b3jnuzlgkCNY+uw1fPl2L5lKBBqtmmBV92/slC2kAohi4VNTjhXa28QnwV345x1nMWuIOPnbWZILiAxW1HxzN6nS6aHxpDiKFAOkDjgO/38CPEHXRapwC5dtPdGh1kpZ35zBkmGIy7L+v1jZjzV4gWEkY8/68qhIxdrWsMylWS73wwIKFTKtQAx49TP84U8io8MZnqQ58HEBsQB3n5mxPks6XH4dS7qTzoAGEbXN2BobOyGsBrp2VlRRxFnO8OyGIc61oFzKFzWkBlTWLUENziueHZ8Kh+TucHb3auwhEAkPL7Rj7oTBKUvfdynE/fN4FSDCh9JgcNMH2B0CQW+B5laZ4Ep8lyN91nLAsyx6BEZug7m1FS+CMbNM6uEPitEoWqCSogOjsvc1g5w76wvs1Dl0OM0KgM0dc+iExrJ50duZ3rtzWw13isbNZJM/8tIYUnipcAofct+/4ee4+pncdj5Ov93ucd+9uhIFUfU40sQ7pa44k/0F16poxuzsaxAfuBO0gJ7AH01pET0rmAlAOQNDCKvaD7ktWcAAxt4n62Vu6jM6qVpMb20aLmh1HdZ3zbGZJxaQc03k/kayrGjt4a3YNRv/rh4wUyHUffID+oUDPNTVKGdeA4yQ0gZR2TaIWDFV5cxxS77rV3oP/XKezKlHbM9VyflzOVPNhCPNcdXepnbYEFcBp80KUOcCq4aHtgwLjR+ZrzlW37fd5tVvm+jXRkpINwBgC2pSgOHfLCSzS0inOmvTytrJScWElw2GHIUqba6/p25vG7il6hzyN3pWdsn40MhNC/+8RLeietZLGBta59nMUblNJ3OFe/2pffvP/1Q1heBwg7S/vhxMOxa9ExDjZWRwhaZEUuSRGuc950EDk2Lchqfi2/sdEArUl0YPxanuuIinlOOnjM2tnfWSA8e5dEgH5O+GNlafYotn46AkXh5J4kzK31sjMLT5LgCvigjPfvTGvxSiVINBjT3WdOgN/XpyW99kX8cAFsmolkkux7AwRkSe+5sBnP2rrdBeLYTNDiyIhu84yOA3Ch0gP9xfh0HbTTSXBH9X0DkW2k9VzbO8Fer/3Yd074mDVueiEAbPlggGMScCeBVp9T+fFbhcX//K8CuAPwPiAogDW2mObWVedt52hs2JCdOMhn8D32J52IfktY0TVdcYvPii3ntQGAmsqc7OX6wOgD/Al9r+ewPkdfDHjq9RMIppbls874FIz5ThAnmDsV1q6gij8Ev2AjWLZLTpeeeatRlCAoGUJSjQIw6IRed+/nL3TrIIzBRnOjScR0PPyJjJOOaJ+g/XvsU8CoprPGO/LsTZTQS63jS169AXrrH5LDC+R6ZY2fPQmRnsnoN8bCOXzpxJAkCfOcfbHoRM3vrQLqSiye1faFx2H6z9oxFei2k0+OXVYBYN3TgJvBfclaz3vPqm0fQNX92AFv8sMGbXcXkii89EWHisw7MtBjl8yr4MeblHb8QzrhXB2GFigXzRAAarlmm0tnHCooOAHYC1wvPIZ3HXr0nipZ6w2w716/FcrCL5xINbZi3hW9nTkvMBz6Dl3YHpwjqJqWobHT4WP4naRVJ+LP+vn+bw8lnyV3rha60wYYOjWPD4JsP/KXBJjFB8OrKSgILrYJlsEH+bG5IFdhPmo5h4xZX3iSB75x0A64aQnafdcjZnl8DD2TswI1Z+1VEg6ndfd3rQDuTUAY/TEDDD8KMJ/zF+dz+xPSuxOM7gBN5rT46e92+wQvvsHLfyfgqseS9E8nJOy/yIUkchO0eRMIY/Pk/aIfijwIYCRJaG0FeF33pKPT2D/fdZzZeQITEwBin4IJxMaHPnS/5EUwh9130YrsWpveI5NKxHrMvF/3Hp/gCUK/gTX4D38sONn4fiX/oofHniiZzXybPg8PlOzUZyfJSXM4AeTFdrH/7FN8gdIuTtH9vb4cp4LM8TtHHiYQrqq2AUAkFbqKXesuflMQyToio1cl8JGXVQXNfNDJ+rfoFQwTu4YEFnRO/NuctbldIBPPOAUDs3Dt44c+1kZ45fefcHjkgum/WnNn/EnISwKWxAx4lJYqVb1gw/HHpyPU7KHn5AKxxY+CUY9e64SMor/se3DR+DrxRV966UR6a9+Rw7qube2mt6OTZj/eSmXfO8kL7Zvrc2yQg0v5Gevztt1xY057Jq7ojCpI8SS4JrYhNpDkU1dzn45HswgvHzO+WwbiVyEbg5+4QGkScrANJSNIFCMguzo22KOebZ3nhKrlwcblGb/2nIR9kvWtacE0xq6khTkFKeC5oYGfRyyxrtg7JKtA/9i/6RCcpO62Z0iGN9byfeeEdNtFsQGgOT239zZ0oaNcP3/TcuA7LmmKaWKjDYGYb6bQ69B39t9jtfyOfaX3xZ7L4uoZ7hr0/bN9MWwzuq5CfyXqJzkhY9BcktAWnoi9lXhj27fNF6afKjDtYqxzzMoU+oEzr50Fb1bXtdnrOw4X4h2RcvwZ1it8m6K/9tX1uY+W+o//77//0cYzAWBn+w84iDHvlkgz8Q4A62F9lk5AtyiprnxtY4m/URbLbBtwywLGgXbOw3dTH5gMoNWMy2KsgR3lfRnjym6uM4ZsGBosm8UkePqV/me6a3xe1Xxz8Haf8eAFb2KcZ3VmGwoJxn4dBa+bmN3gjBYh48oaJdP+zYjrtWUNWFMdYr5zjLJFqHUwxtUUFTxsBYjjjVGIgwnxM743AIzxAOiKMbgzWuPADIzByv4cUC4BlQiYOwCcNZ9sHINL44BIaJwAQhiVH+aJ4ckyY1S2UITmTNdyZmQsTwCYNT5OxBi2afE84KnG8cMBTCBZ/CGD5VV0em5n+h0lMEp9ZzI0a6E3juj30aHTAQoTmJwzCOaMHpSM+bsqCjynAWcwZmhxkgyvEGTAPEDGEM4bAG46laLrgCtrB//auD0Hsv8hAcIXB+DBOOmAJfTcLUwxrJaP15hhPA30QIcdnIdnGvg5DpKNKhTBZJh9o7QQ/tZH9POnADDyNgkrAR45o5L3XxVCYyXL8dMPFSoK/gu8QFTIiIS24A8rx7UxXhI6hn2+AIAc0Mr33gADD+AMTP69XRFiQEvYHOdrLmpgqg00Ap26LbJj+fbVGZZhDsCsgMRIxxENLS8AFWfPT/8yzu6zZLiWebRuIrmEsWIwaG9aJ0HL5/fwX+RD/uOMLN6Ta8XAM9hT/bbnV+gaaMj2eznH71r2vwW6ENjr1sJx0AP+d4INRms7Psc4OgBW2nq1k5YZRI96HbXnVQXyVoJeuq9AFByc830BYQCBeX7eYdr+3oOdsRWmkb2/0XuqlnNvjLnQkLNITzv1/Z59suOrj7/xLpDEt8qGDK31T9PQS1fM4dhfs6fXvCZ40/NtntDnb3Vckj2S6azv1IpVDiJ73k7dGxkqFTnO2QSJR68a1FJy2geg9pk+mhut57Fv9Jlo76/fmoZXfyaCsCaRf2n1fyop5ssOACMDBHadwOkAJKaL0bNd3YEua/55s3w7wMWYmi+8pkrwmAQ1ZxWbD8e+HN5oG8N7Uw45+geHJN+Pw8RzsH8q8WEDWpHvcaapBpGBOo7VbJ724drj4cfuUAIPvXZj8+47/6Zt3ecz4cbOP2eSzQOpHJYc6SNEkCWdaMd6IzOVUPRbAJgx8/tHgqRlTvhWZ9gfW0Q2k4CkopNUum5rR9MsgVO3j9f25llNz/43WnZkQcCcacU2SYm/BYCvM9KOgtjkxtUdGsskC4xPwtq33Xrsj/mD+32G14xn13Htw3sdV84B4v2nAsAawqxXnMlJEv4G1i0RSYAQjwEAI5PCi1sBp2e0f8C+J0Eufol+moeQT69cfWnm1Sehz/hveWYe3td1wgb8zRhlX90BH+m10eHf+op2/vad6YCOeW0M2RckOUOnJGNENyao+Vs3CMnBM1/z9gAjRz8svWlOBJzPuazoJ4MgmX+v/RsA1ve0hO91Qta3rcG68/sEuKZimIBq7OEbPD/32s55n7R703QkWsJ/5Xlv611V1sV/3wSc3rvuUtO0wDq0rfIbnWPfuqJ9xn6uG7/rnY32T0drKZEn7eR3PbqFtIDp9olPkuQEr7EpLvB26Ln1okXA97nmjc/tffObhwce27+TSHoNmk+QH6Yz5EEFPE079U6v7y/t1NGd0DsJMbQNbbrLeyID4aF3fa/ihFmPnxQVWQJd/DjCYIIs9nFrbThrHf78UwB6A0qT+Dl8FoYb/2nWrJM0/fXjswAyIvt+Jppt0CetUOOHQ/dvALht3CQNZjxNG71emj/2LUlMJMA0PaALhKv87etM0XaUfatRQuxrB1D/LwHgrthjfPHZQsUE1URzKmyQ39tHMkGLWZv1HdGN8MQB5r/HkjhB1wP5cwGzJYeHb7/1M/sPM+X7XKPPWn+xXm2n58zC3/2Rsw+2I/LfCV7ouKOhJfmrh79GP0/89tj2K0t+CQB/vqDm1j6Sn3cU78qKzCH/daJdkrvygy1qWfitNR2Qklgz9qHX59YD7Z/K3wq4vt0NCJKhd3Lk0ujv4RtwqMZOAfO7a6HGonExH091jrho+ufvThaSHb1yfujgG8fbivrYXabPJCa0H4J86YDM68tmH7LeZztKJrX9p8QZ2aDBrnJP6GL2ZWhT/2K/ULcEAo6eHj+jA98EZBJQmUoxycj5L4kX/CQB9LdK7vsIiBnjZdxF5zc+pquohF6/OIkbvINW2d77wRxILjIWoDiFOvEN7WVtUyjRXRzA3kITGR84rD5L4spNJfCX8fQJZvOcljG667cAMLy8dukmlYdG44dYPk0HF45cio+c9UG2EJhqnmLEr793YVjDF9BcYjbQ7fr8jrvof4PN8x5wHhLwGU/Gl6rb7F8WkPvQLdCS5cs317eC+1713RvslNjXke+nC1vRFu/rdZH87A6MCoDbNrcdHgIguEliA4989/bFlcSfLTuQ3+JPJQ6SJHYS/b73ea2Eo32/waFfWxQ9r7H5OTNn9BzrlHlkrTsAvPOf+VUAmG4d3h/8pIr/sB4EgF//7iR22E4bBvp+p8J+k881ti6e7L0V3TnhRGvghIzpHul9TWcRr+23uMji0FPe111/ls6CiehHnaw6waTjE/HHNlGy9bXuDSbEc7551TxajIWGF0v1vbOgfUScOsqcd7iVtF5PB9Mo28XJwVG34yzykGN0muaa9lhfaBb9/RZKeP3eAHC3OHjBKx58gAEvH0ZZ/pHF8MxmgxY86EDGbwTnEupv49qg01More6AhgPDky0ZR2EMBNb1aOWfi26nzMQjjbuG+jmDdYgnpf8Ir7tCGDBVgkuZwidwqnF98+ixng0ZADT/rkPHBX48Bo6u6Mrg3ryu4t1ssAz6roqIEJYBpR+YEqMB4Z85btCwCaiNm6MsTKg5Y04/Xc3BvTk0fTMkVjGsk3CunT80VrIbdPZeKgVG0bqlZxiNg93JxrCQkyNdg12H8hNGk3mP0uke+50I0ML3GMXf2BowcQDaFempzgkdZQLuud8L5u+yB8eQrCDKGji5vzN2XSExz7IxorUYRQy4zeemFdGPDe+pSBrQs52JE8Ar5fOerdCOOGdhsE99FrEUv88+1NkuRb9kKLFvGEfQGOvFMnl8007CLQgniNmJCexzzkZdg4m/NzM2I+WZfpfm6gBt7mvemasPDd/0mHl1YstWypOMEMUp3XuEsYC9q6o99IvTQEu5rMM9Hs1Pc7EMnbNZue63FoX67u//GRnV8wqfRhBq7UIDtF7Nmvi5M+GTsemKwWSYdyYwcjDtRjY7z2ttOZx9gQ9xunquvbbww73eWQ/G/f79Zg5mb795/dJ2LeuR9iT82PidRKK84wsA68zDX0CxrPmOLvS02ZMa28lqdlZbsvn0c3j4ZH6N4SIAZs6PyLkt45TOdclwt0t9DDlXrE2rEo2h+V38cVUXPosZYCLP7Mw+gNcE2lcu9Zy7Mk7rdJ41GfwCqDsbtCsV0etaB+RDKmduMGYd63edc5YO78y44oD8dgYU8phqtZYPPSfvz+wRYD3PTsV9DOdOnIHGGOF/fQlhbpk4Mj3f56E9v2crTGPtWPb3GHzQT1dZkcyA3i0b248w7Y7Nxb+9/lOBk3NW8rYf7c5nOf6UEAI4/LYMasBfDlXbcVqfEzQb4CyAHckxcdb4+a061cHlX4KmnYXez+isbD2XYEu3TsR2Cg1slxizgP77/sd5da3/Wj+/AWDsG+byZslHhk9Fpl87gfNxIpygYjkdoKzlB8/MPQ94JmBtzrTTdQZQlEFfz/tTABg+emk167D2Os81Tdn+WgexaVdrTUXnSRgae+3V++2Q29n//ucz/h75K/CdiuH3DCXenSSRqv7Qvs4cftMfTvQZoKzNs24f3PYeNM772vbeFKt9J+t06MU69w7wdYBR10dPmPj++NMOqfUf+zAAJvQb4CZgSzKfRz5PMgT+ScvmTs5pcO1UwE0FG0dR9CDln0EzcpAbIDhybPh8K1XnujPfcXA/ANJtvgEeDHJlb+24/5OgVdY9I2Nf4alfA/w1iQCPW7HkPakEj7WLj5WUDXfLxOiLv/37HQCR/DutK58zbFtOaYxaswOiTXtIgh9X4OG7mEqFXVtR4baefm0PqvCu4Izlxp8SMOXTaOHHJ551av8tNPtWD60dqZWJv5abNyH2fuZL7L8BdW0vaF+RZ9z7JkCfiqupMIC/9JtAGnZBzs3LIJEv9vsGwOEd9kU/utR3VAJ25n0Dlg3mH3odub7VVmmZaZrVuYtVGdA+I7aFfnO2W9oSz7qSAKpKIvmS8I1lAM9fv7uDAnl3nvMmVKxf++zQc3an9pdnJBAxXaf0ednMPMUj+sYW8Gxb+rJH3WHMlw7gTEtCAhNgRyfRoio9e8SvHsucsx6x4wPU/e/nOKiCle49vR4A0rpX79c1kg3H/noC4LqO5OZuXbvV8ZItsXvavuh/M87XjuCdW7kT2UGFMfd1sk3rsln+w4+btFmg7dAFQWN8RtZr93L1lQPAXwJMr0neFRoUfWP/534R3lfJKV/gDxXA3SGDOQhH6+dgwyz/cAZqWuzLfj6BnT/4dhqi9ksVRxIFJ5mQtr2fzdVnL2af1KJ1aMDyOzgfAWLRlOV0yH32einTnwWiyfrU/5+rc49WaeybTgwJdrcJ0Vewwf53nszvJJ0Uv3sAqRwc8Xd01SnS6fGNPUUiMPLzlVWNMyAfTTeyb8aOtx87AaS27XWvAsB6f/sZWW+CtreBhF+YApme091lrceZyrVdi92V3/8CW+YoL1PvCFparnIne83vtjMtK8fGB1vUfY2hvHL4HVHbP1zrwOT3j07A7edga8qvBUNt27/9JwpkGFMSCpKUSqKpfQDrmlvA+zlXq+uh5JGPTpyqTmLZ1/sZpgFXGsdH1H/SdZvcmf3vs7Gd2PcN1Pruu36PGln8qLt5+KzjshPxzToZ5tWLyIjGh3+jltenav8i7XvvjpaSgwcrmwdG59907sT8SQLT2EVXrMuLcbw8yTgbP9BnJEZw/esXwbPilwS/pbPQW+qYksTS7YwxMqa2VDqkg+x7f3xZbRj7HHmlIN8mrNLB4re1fu3zxjwpUOr7ep3BqJFJ0FwKjvbsc8t12Sojr0Kzf7abLjkw8hP5J/pK0VX8GDAVnnljwalGN2bgpMFbeZ11N69E/3RgLzbtJmO0f9ZrcuwQink0T/vGjyNagUnwc3fv+KWatp/fPjCf73GnE+jewnPP4+//2fGplTPtb8gO075gH+9481mP/7UBu3V1dxtybKA6FXcSzNpdE5QtnO/HcUTfRNNtr/BmySdvwhbMkQyNzWn6j9vl7mAZ92O0DI9QyOPjYUcWvwmZ4afdDeTcj2TDuVDf/8vf/76piAhEl1UDmI8hYaKdYMoSfbJUVOFB1lcMJ/07Zcf63ODa5eSnrYmVqoSbGSUAPVmfh3hYyO8DG2yzPv/9X4FiuoVXByOagRCYyWiScZIKCf9MoFJ/tn6jrB5GMmAgIGmEAY7IqT46CiYAlojhN4CLQJGEmQQyQT0C2G0gkS3DRmaM6/QFgIvj15VXR0F8Y+IM3gidFXQQi4mglOObedrMrb/XsEsLIDvIc2bqpdyfAHBADxywBYE7AHnGN4BIjKaMoJ2pKJUBkAbkOjRZmbXQ7K+K/nu2FURVgreR1g4Iz84cAChz/krvBxnGLYBoTdEVwLcC/Ln+CA6MoihJ2k7vQelxZtcBF3F3H3oLxpmfaaKEvubUmXacKWW6mIDpla31LXcHuAWekInMOuv32+6ls+zCSzdFUUGiT/sMzddI0/dUmLUTrT3gHED52Bbw0MwE/rN+4XmCdWu4p1KxM/vO+o+zhKDtADD8s45Lzko8ASQ7QZu1fZ7xGRyncm34sXlDTlQMiG1R5nd9DvcGJCapQKDeKI7THnuWdxViPM8XCHNwAVRl+J8giB1uZdhpbb85bUbrEwA2oJLFPs+fwI/25E6g+Z74S+cC32s63jZ/p+1XKdB2XOMkyPkIQBNnYIzREeKpgFa7sVWoAAzHAP7kV/9IfxMUeCtWXdE/P+gJy48hNrcI/XQe5xv6DG/x3Pe/7EAAkPCKQIoFvcNzefh3IMO5jsr2pql23hpE7rafGCKMz7zv/YwBrnH9z9dmqQ15ZBv6DP7QtTlCIOMla64z9bVWtHvuiqgkHq0BFFkYGmq9g3H8ZoJqPQAg9DeGT/uQAJeu8pwWjZc+G+Dtur+McY2DDHNlhNISDad3cBsbyc48rsBTJxZdhDT/OPpkHmJdP850yx8CPfrsDUodI8+TqjPeQv5eRyrALDMHFAHkXnpWtXuSYZJEtS2L3sS8WzauPsDZdfLBVAD3+tAO++0MQbAzoNny+ttuOoknad175NecVYTO1P3/M0eC/NYiC1BiW58uMG7ek010Wu7uWui7BgrMk8PyOICvA9oOdstw3Uvy3jo/sRWc7CQDfuw4dKLuN+fb8c6LkXmr70JYcWL2iIsO9LTT1PZ628B3tx5nDBz+/Q2gRt5SdbDOUQLAnq/O1Jr5xVkNaAZtm5fHrpB+SYDjOy/w+93gSwcicOy6Cu1+Xpxg7BV4sO3QOK2eomVsJ1xgP3V11lYwrrxvp/ZeuwSiN0EmiSoBpuKYdnD1BQDgV9bF8x3gx5L6+3cnEYhPzTPTFaFbgpNAFD/i7r7Q4B4JSgdI1fO0B+PXcE4VdvnhlVFQmg8da7DPX3tR+9B+BLy7FQjxJU3j5oXsXOye3c8crbMtsHD+oYse929AKrzVWd95T2x//LN5/bx/K8PfAGh81CSgmn4/f5SkyBOogAgrAPwmqbAeXqcJSHktvrV9eZ1r0Zf6N5X32HDmu0nwe/mXNfZ9n9x424H7GINP3nYHIHyV8PUCdt6/2p/WB5Zf1j9jyIxse/PMAAAgAElEQVSQaL+tA5Teh/LdQgPbmrvlIwHgrrhpG2Bb+gc8MgAuXh+g3E+eGzqx7E++QHc+AGxPVRp0Gv7K+rxHJkQxpwPBJg1GXkemYP8dUhlFo2/hX2jcwUoCfoNfIBc26f3uguO1VeXg/MRPDW2h69+ENL0b3xG5pds7ANRnuOk72UO0/s/+j946NnjkAJ87cWT2Pc+O3f7qJn3HfX88M/Cx93XPCZ5a1rNHWymU51LdNC2MxxZMBe12rOP9/68AMAlQCcjEn2geBqS9K4Bbpn0yrgL3jVWEVs42Jtl4aPpUpo4tofc0ftXzgTdtX86xCAm87cPhGXxn01D56q3zbZ98+o35BlsQc1SQWy2UnbCNdNVkhAlGf/Azy37sa3tUet688NiDtd+skeXN9//CH0ng5DO9If5Ggif8nASC00I5Nqkr52kBPB3SIlPlE6Tq9SRcfP8gAAzAG3xQAeA7iZl1TIIJHdhkB97J7IyPBOzGY5Chns7wMLaEkzz9jxxvsfbL6NfTQWRbkJ+9rKRwElre1sR9Rm4/n/Fi79hO+F4Z/bjFCm8i4BV8/K4LZgLmgcy6sb0TiJTdM/ugOcTW7zacu89vFyGCRXvF4m7wx84JWxH60tRC391S3vaPbVqRH4Exkl1XR0Q2BafAfrIscoVb5gzNd4e89q10DQkaJO9JnrrKVd79ML/Ho7F870sQb3SO7eysFe/stdD7ebdljvxiB5BDz7Hpc05t24pNt00TWi06d2aCd2ADuuG3+KMTvxi3521dGzte9N2FKOKHtEKPvGoMlzU9AXfbJ2OnWF6ubfNbABjesix6xt9zbXm0gevwH8mCJDRw3+KyezzIrmXuhS5JXiDm8WtAZ27+rdiF55AQwHvoKHDGJPv7o5m//Xu6hYHHNP/9sYPjEGvWdyuAk+yWID9yhz3CVtykpBxB1XjErteOB3oigfzGXCsRbuRl1jJrilw457x/PHjx9NCtg6lOXNljROK/xD/Qz+JnN+3Zxnwr539JRgo2kxlKT/5FBTYff3WC828YE3SOHQg9dDv27QCyutY4OIlozxETPkpK4551En22feb5TiETeB0t3j3+y4Zh1277kfjDq/+VOMvz3862XdAIdtI0fhVJsHcjB6Ir1/6zf2nceH3z0MTGoyJLl1bxWfs9yNXGZ9r/0hLiZ0tuYfv5iKlJKER/Ny1pLNs+PYlaahGPnd/tyzmu6rfOip3A13rwxZ2s8z8lZBKc/38UCVlEAN8wcRNQt/PRMySgdNbHBujIts05HRCOMoMO0X5O/mmxO/qf7O0lIw0wBo6eHsJPxL2dGhvIYwySSYrzYZu1smwWJLrPYgS8iaMcZWkFOBVaVPYeAwxPisj9GAUae5RTMvelUOMgpzotgjJGAvNIoGocpgE+TwWfgcNICypPTTCfk5ns2qyFnrEtIlBCDShukEqZj1Hsm1mY/c6Y+gewpSu7AGQaAPO8AXfEgLILj+N8OxXQXVcwnPXSKE6rTjkEqUx8xwUD9xltZMOeABcTGcbfvY+hx48FRAXtuI7xa2kIMBp8qZZjuqZ7zCdDNmfkLH/lTeuQlXE2a2TBIWfhUwhaCwzmOFm3kZb1yfMYI+2DW5DDAxc9HtpZR+Q6L2wMP/r2h9am/bX29dBHHD14sw23FyDP+ooRNpOnAzypXolBnTWLI+hM+O9HLdXIaNS/3xYnCQ6MEpvW4d0aVjzIuSrwHsZtn9mUzE9abowj6fHsmODVzvBxBeHTsrEBZy0Z7cWgOSubcRolswis6/nsBzTuOY/Me2kSJwCfvUHxl44tJzSfAuAYjxQwgfY3c9drMhlopgfR6TgcrANywgkp3u9SruOA4EB4XsPjXVHR/OmAwLQUYYxW4EdR31Ws6wCs4sdAFK357FnTX4C7pbMkVlCBft5Vf+CAn7WXkWzdAB+HR8S3GKdM/2TrDXisfQxfYuzHGYFX9dreN2TGyRosWdYyse8xCCodU0FQdIQcE1pD57MFDOWIod80RAdIBYA6ALEOrt9lnTot7sehYsk6GBUgKLTQZ6+8jlc7rKEx1ldZlJvd385e9nQq9ivgI3vk2Cuzad0+pROoMBY5QxPdJhqGDwL6LEiRtd6KoiWVzJO9vPb0Wys5rIdO5/nsWyeU5HkLquHAG2ihJMidKKCdGcFUCPYZZsj+zkoGGO6g/RquedZ1VEYhjMgO7LHDY7NGBhSq8jtGMS2PphvDA55ji7C3cVimsiKqIQ4YwSg7Z5Pd/30vB5ekiBxXkgSyznr1OowtKl5ScgM/nUCArO6s9w1gTRX4gK/oX41PslOBJQs/0y8B0sibtu/Qd+H1VJhwjqvlv9bPWdOZO2cF5frYH9hXWbOAYm/gl+vJQGW/u5UaiZBrX5Nwtp12Uv2QtvkNQJp3hgDYH84Oy7uzwpFdQ8/jgAIqea0GELPenyMp2nbRNRq7QEPm2zaz16TQA3SRxzBBITJ1WQPlEtAhR/sfmo9dzLpBH+8RCLHVNsijde+zhxmv7BfGy7MI+mpxGtBpm1LXhmeS1PauP/ydZ0Y+tgMdutlWmATwkHFUQPrusVuOfTL+Fl0XsMnQ3a0fCLAeAN36ZEH8t3qP73p/MtYN/By5M23N2AvTWoGp8Ccy4+yZEcGfAWUnvxQo2hX2l/9lWrsBKc25z98jWcg+3JcA8SYidOZ5VyjgH63tFH6+QAbGKNr9vuvWm/i4BOQ09+5+RMAAuiKR1FVvU36HHWC+ExBw2fQLijQgl3b1Iy8nwN30iv3NHhCQMR1DQN/fPkPxsfGjHxYQt3029IsO5wwyeOjtBPEjOWNkL7qV4Ar/bj+aZ/bv6JuAdOajAZNEWHcAeOTLVJDrGcfvUCtKBdjL3ux3aN7b9WoT5V1JY4AQOZTEj6vT0y9ZD+3P8J7YaeNzyXI2PcWGbr5qPMLkJ9t25k4A+/XP4du2g7cSsPeTSr+7S9ZJ3Bz671aMbVuYxkfWnnkVzmAZ9rN4wvIzc8R+WNssftAkaY686naB4nXrYPsFFTAa3aXndsJM+6PoYsYafd4JHnhq0wlOdDAYDuP175mT5a22xDbNnfAKQLh81kcAbNU19JxgS3TVrmXmgi+BfDi21vidB5vjjONZ19P2W/at9V3ml8rpMQBmH5iTK2gFfH8fLGh5Jy+9VTXt/0ZflP9F8tVMyjboJ2u6yht6xi4TX25wPvhKd9sC3nPnn+qAtbog+GHrOyrlvH9lx2CDQ4vIvOzbSoU3iKNvAL/b/+rgoa5xQcYkCTSPUP0uCkLnljheX0Q8dCUhjf38BNjz7NlfEmFMS/9wu37bKiPv3sAr+3V8Gb2zOsx4XJ//ksKY2D+2z6alrI+LUK617abwNOTVNlbrG4/2wjomgGNCXN+JwPXkcQw2gQ7IHouWSJzwsWHjDkY/bLfAxhFNBzPItp/a14J+OmEwCTYb3H07qkm/Yu8ThASvRyaI18HESBwUjfM+//74JvbJzw5vLlTiTOXBHzlK6uWlQ3Njh0Pfh/+t47fS7bTsns6JJDgiC7xvwxdd7UhyE51o1pa/WwkfvX/5K6vP8aE0zvZpmp6SuDH0WHKMPW2+x37Md8jWpbW2d6FVBUvz2MXgmfNJgprCNxKsKbxpm5G1T3L3tJuvZ1qGDF5Hwgj3cy/u/SYTDH40/N8+p+4BX4q8mqIUcKRvTkqoxzaNTXrrF5kfHu8kQb72troRra0eRXgSfifBTXKCRM4rQXt4Dn5ijqxt73H2K7Z920/RH0l6YL5URttWJzg86g396ucNNtAyN59nJB0/Mi04LpQK2+24WMVdukfzH3tUz3DHzNF/2Kd/6kQHvWFLv5X7ejaday/fYAoeWr41r9z8ubGsXu/XP7x9tvVvu0DIazT+YDC4tVWSWDYJfLIbZd5OIh9HOUrv4mchZ+BPfB2NA/pqXdoJk7bjxv+mkwRd+rLHke3EpnpuZw5TtQv/IxeRLbqORFLW7aVXaP/Fcq8q+G+w4sWrE8d04Qivj31T9PovH5Md0+Mo02ox1gM67Xpm4gherumM9L1vytJHaR+DeS5wRLwOI9fHPjtghoUQ70rGMFLAqM4m6LH+vD8MRObdAaJEKChnDMhzBmNKBxp05J1kyHSv72z4gkcZpzLF0+KEn3aAj2PySa9TPea3hoC7MvgEgMuRADQjU7ZBd97XgENayQywNGC2HUKAORkckwmZ+2krN2cHa39+ae3hudY66t+M3Qo2ttb9Y+cyY2kD908ZQGLE10DtfT60YqNmA3cxggKipR//7SmSOJDgP8y4wtqrYIdcADMOOcBsgO63gttBoMp07Yl7z6RsxiDvzLvN8pu2zt+NAAFvBs2CcFMp/c3bAcdyUK8K4G8j2oFvetV1bdhR6U2mL3QNvSNE9Vvje1srJyP53nADDA4Y1nkvOm/PvfjNPNf6em/HkNDX3dLG9PW09qYaFsCjs/PPoeuzEVYG0yLVhs0H4DlmKYE/IDrZ+B0E+M3otXL8CE4ZwP2j/XnyKKzo+0xzQBitSnhGrS5yvqocutd55v1tTP7G8/CFntmV3K8hgGxg3FKWnXTQBm6vt/mptvdtlaMxZYxkh+cNpyK8DCF/8bTAscM3AXNXjBWddCD2Xd912D0Ab2gM1zyPHytfA46TBPMZ7G4/OwZVy0wP7xedFz5e5z/0/QWAJ2HhBSv0nJNQNMoaQxLAsNf7dkTynpNgcbVeisy+QAix0zjIGKZNE3I8tOYY3cj57NluLAGSDgD/ST5jP/A+O21H7Wnx4/xxRgmGm1n/4ZU1kBfgAdDRPjUfWjZN5blpbBKarnYvMyfxOPujbHUlQXl/5/vInM2EhCd555HF4+Chk3/LgCRTm3XnGvG1fkj+4v0xDCdLkQ4X41C1s6c5AB5o3nQNMDBtxvuqM753uCXzaQ0XZwb9YNq0E1M8MQB200kfkXFAhaFd7gTMybgKMPgmlGz0cZZwxH2uWXgKevuNdpmjk3aGjhL4TsCFNXTQ15UaQWOU2WwnZug/QZ/YjAQ09BzZMVRaMI4XgLFhP4Gg5qPeD2w4jiigtazpWrQ1C+X7K8GP9bP+cGBT+7OAEw4H13E2q5OtpMunpWbLdK0ZwJDfP/KvnRXsgwSA1e1BYwxNkljQ1bvH5qkA8FJN/npjEVQ2ohc0v02eyF4kqfRLAB29eR2hMRn3l30nevnepQDwrXvCD/rpZIYeox3Ess2xAbXeOYMoHXsaaGL9vD7okLGPmfORQ2o9qQQnnTM2md045e8Z2O+cOmAHvzRwSiVh06/e7/U6HWzuAPDSVv5aP+PTWeo89K2/7Yu5EAda/ySz236KaeN3Owa6I2mxK5R5f+uSl2Z6ffcspE249bjrOA32gQBwCG8GaFWTZCcSm/S1yGLlLiDS0otlySRjkfkNn+r+DoDi871zs16u97zztG0neVf+UTvyzOunv5fdabn73pfNzTqc55+gzCYXiC5PVeNUhF7r64B/Rt5+BXYmvjN+IgmT0KlkP61USQgmsVvr+QaAe42gPQLA6HPWBTqhZaH3tfTMT/s2etBBTtv2aZfc+6pnvEfHMKbs84KNvD8yYPxgPUx7M6gpcqADw/pea+6zSqdDQs8b/4YzKh1wrET59yiOTvDY4AGg291euatLQiMBojcZaioVv2l0IiBzbXqOvAp9ONlswLasZ+R4y9bf1tX6+LuhK4JDbOHJXlvMz7Z/SXRvmuiKBn/+SwC4g0Q93rPXs488N8ceJeBLMid2mWzmyIj1acz7PhbkwRTsR25Spa4z/Y6dTotevTe4Ru1f2Z+Lf2XEDBd57j2d9YfHutDhqsD1A/IcyQOSVFk7Aj2sDb8bc9Fnb0vmbOAmGHSLw/dZ/e+0ECdBbtu0QtsEi3w24AStXl+8A8Dvu2JXfXw+9kXLtdcOiz23AWDoFb0U+lgac0zEwfj8RtcnqSeJ6rkn+CJ2WCegHhr8/rAfOfewL37f91+fz/5bcgX2hAoO2i/yPo/s411vwi00FR2WBL3FRmWfLz5DMligwsyvOz/pE2ODDt+Of3H4PhkMzee/YoK/EIwxY8EN3h/JIfHbYi3t5/6J3k7go2h1C2/wuXI3BQfwWhckOWFxkksdNBj5lerwCSZ/NgU487/+JRjO6zNvAsFdHaz3Q+OcPY//QWI+c5Q86QKt7OUmpxL4pyAIXvv3f/+r99iyZXAW3ZuunDdOos//60ukzrNzNJjmwv2SL2/XwcY9fpPJek/jV6ewA5/gk8FX8UPpYvxzzi/F79B76PDm9Z6kktBoZPQpDpl1siyXza69qyQEk8gfdMlLX227HB5ywn0e0EHt3575G71iZyKj3ClJvvWoE+Sv5zk+tMc88iJ7NU8e7P31z7Bv7vcTnBefCQ+dRFvTRr4Dg/GZrHNzgpIbAMZmlzwKDsh4RiYOPn18A+vKTXbw2C33phuPbbj73AD5+kemjs30zwLAr9yTjmlahx+PHVMV3+qcFnradX0TLd4uQ/+XAPCVAPL5cXRNhLeouPVeOYaxhVNJNlbcBvqOfcf+4L/3/oJfhL6DWbe/THzFftT34GCSkWnQF7xx4l/eYMmwTjQToS4DUcHfuK0poexHxhn/d4suNOa2dXQdZ5SbLyaueO4fzIf9IfjL2qRAIDZvFixB4DeZ6qxb0QGFK807vwWA25fG5rw7vuUY0VNEUT6K3uuip+lyZ7t7QDptQ8uwTr4FN9L8jGNYj8Oh0bsvfuC9pAL4GNuzMTj3GJPtEBi400YxsDKMXoPbQLOvTQUwTEprFRPsE5C72ygkU9UGVwE4mtBVcTcS7wfgMGsgg34rvGLkxOCiTd0drNoq1hg5HRwkUNYZ+A2advulCOlkkvMDQbfS0ZxvRRrD687sus99QsgfpT8A8ht8wzEI8JOANATGvaeQWSviIPFmnpWPZGb8cebnTKzXnr06rbPU+vM506tBftbmzWBpwQ2o2ABQg2lvdST3mjnm/M8GdBok9jnGkmTf/1HZvkIpjvNphyNnmhZvpxJvWznpPrdYcsvNKI12HpIpv0FQnaUDedz7MEDHtDU+xsQYK1f2Sgmqpd1UDtzBiQX9W1AlMJDvAECy3gHAWeeAM+Jnnd+3CQqv8YEx9NsZGu0g6TmnWtKGWhTZoaVZ3wM8zXcXiGqDTxVfEXq+97sPnrNBLacdISeJJDDi2wMZjbQSJTEiymKdAgx7DPO3RWnkYZzqQ3Pr+x/DDJkKzx2BUO/Ts6gMAeBv2bytozbp4G131BnIWn8CEr8BID2GNxhseVFrBrBDC4wk7uAIArRGsfYcrdC/Szuw/lu2fo8lilDPSZvRTohpWjsytQLKrDNGma7RHv/1ryvjOxCfAccZiJwPfzMP6LEzwPUZAHzmqrWIXtE6HSPOgFFG2c45fKTPCfSjF5AXee8GBY+OGTCvwc12Ll5jP7RcToHHEgL1nFR62JWmM2A9RzJPGdjiUwVeWPvfEhvYCxtU1Ro1nwc481qdTLTdj5aPXquRmzv20Nm/fs7/rwHgcXzZq8jne85UjhswnuSC6yxRr0v2v+k+fBhniAIo9mZ18Kzndx0B2bSn2wpT1ocMQ/596Gv2WkD6Af6OXYPzJH4ee2jW2evlZCJApwR37BBHnI6DNkCVDGABKQNer55Mtf31cx2Rkf2K7JwHT6cFKnExRHlGywGAFc4oBoAIHc449djrjNP1ZHH6JDvkEEaeTUsm8atk/rdXBySbIdKKsFskaVwOAE8FSpwYDeKuXmQe0BI68QRb3JosgwdATWXuOk7M73JQ0ddUOJ6OL9vartvn6Rkc2aC/AaL8eYGH6OSu/CfB8jhy44A7qU2OiHhnKlU6EfCHLV0tjEwHw6Nxqu7EEfZGfN8Bguhm3b1tmFg/7LvW9d1Zgnn8SXe03BwM4ZAyAWDvRdsBCiRRiSQ7B+C29DDrHcd0dTxyFr1qIKkCYZddILv542tsNq35255KchZ+0f7+7W9JdPFq2dFPgKj5462A2nZ0W6UIXUPDek8CAHfHkp92vtHtAJgGXs9y+g/sRMad6pgAAb0XP/i7+X3kdnRNgnZ59tDT0JzGQAUr+9fBpGOfPolzGgf+z9vOmAzs6GKBgPG3vN6zGL3nkW2Rj/FbN3kYW6XXMPP+Aq9jRx2Z8fFfB1Khyban+/3onrebB+Noml5fcHUrQEGSLxNQ/s2G6t09yTezn2TWn2uoABwfoG2cJBBERmUvN0ku/pU+j45rmqIjwb3/CScA1B45rODLHAMif7Y/d2BG/r15LPaVAdTyA5Pw8fOMaeganlsbMvYLFaLss55P29PDuwOspcNI/Ly//Ev8JdaCdZQ8QS/KFsFXceBO7Of/NJ8AOCSlUrWt57yd2PSZ8KMr6DEvNK3XcTLQjlv4S4WatvPfVtvoAyXqL92IjvBTgqW0Lbf71TQVW26rmvku4NRWuzQthcZTvXQQ57kRf4VAR9M0WBM8svZUzethVl3D/qKLDMDNgP77OzaFwEMqWzOQxrWYE/gHOAG02Od/QmvRCV75Xq48u3RVy1V/LHtRFXp17FE/wHKjnhkvNT+2oQBBZw4p4IgP4z2Zd7+4SuyQe7ia35vY2QFX87ttzh0hMl+07MDS2KPsuQId1l2Dyeg68JvGjtDZ7+J5zScA3GO5EjO7Vf8kxC72MKbKrA/7xfiCcYQP9NMd2/5kR+lIIk2zwVnd++KrbftR+fnS59GVZlja88Z+vSq3R+78lsh+gjzmsf8+1XispexCOi8gQzlmJevw7fucsapV4EgoAesmr2+u0Cd8/h7bZzr/JeDGeuNPBtOJnm6+aD8nz0pw48Z7Vh42PiYSp8sDc36rlkkmMt98z5WdA6+03OtuIuCr+Ojt3xI8aXoFq2/88+9K4BX+Zn3yBXtP16f4c3+dttues+3LW7aSGJUEvcE1vmsVOH7tj7PfJdOu8Y2vQEJBF8J0shVrFPnxcmT2+cUnCAAbg/juCT3tzd2GPHJmMPuYEbarU813J30hL4MLbtAaun0DwM3f0GSPFTn/zqsT13h2jsxSd7/ESfqeto3fwKTuv/BFyZVPNjIXfW+f13gOgfSsVetQxiE58HZ68DMGluiqXORicIQcG3Hkg2wnr6Pw0uxr9gj/Tn9P5wnxn2T9d7/2bvXMYrOH3p4zT/GlkKn4SW9nI+6PjI9P9gaAsc+Js2CzMM8+UrR92U7sYJ7Yn1nXtSFY8w4A9z40/vHSwAb54u9w9jJ4olZU3QiQ/zyLTiJ6HnwYe116oPdmaaITmyP/5jgCuePDk5hDwQTuCufL9hhZLZ4ShsJREOzJf//Pl1AtXORb+C1yuLHDW38vr/tM3kn6RQZAv9jCemcC4B9uOfgTiSznuVMp3XgI53HbTim6a347GCuTEW45/gd2YOzxiZdo/b7FaZuJtcqzEoPpzjbHB/C94wcNr+m1wiM2DhJmQ3cSNG4fjn0Dlz9+5vjhhwYf/MbPVQDYBG2kcA2HtFTcDJMmejPBKCZRjwaTVgZxUuKwJlAUp0cTuIUgjPS2cWpjDkKFAN6s1gDBETr/+w+B1ALjtsITRYtx5QoYO2Nnd9dg+T5qIIorpNS7TbM+R6AQAMaxO4w/igknIACKniMhFcuZtW1D8FSHOYgVcKHLuXGa2dDfhAvZCThnIt6eVzvSnfnQZxz0NewTjMHeXq0MR7JhWNk3EVOYBibTWOsmY1xBmHFcOExb7yBo/SpXDKfbmcjuIMjPXo3A8R5Z6eJEb4bHldEvuvkUKUBQjJs7YJP5J6ChHxuHZ38DyiUgnVEcsGOqZRgb89K7aCOHk/We0aZ72gDCgH7PYMIIzTvWgu7K698AQpwwlGYLvVuZCrhJELBp7pwJ8X3ewVuvzwDfCOs3wOKhfoLIz7AQDzgTGXS3bIX/qdDQOLpdHePK/O/z8vQOWhyGDDawzNqKF9WyKA6Fsoyneue7Wln5AtbPnk4g3EbNROkxgNhjO3Ym1AW/2hBmTd79PYoXoJBA5HchgITuaX7VeJUBhkzs4G0bnaqK7oDU6yxzH7KaPdTvbieqNXTLkcmkFD3IYPk3BaMmuBgDJMKVOckJhIdZz35H1iIryD2sJ+3oTZ8TiOrzVrwmCmSW0QNP2Tiyc7Dfy15woKoSKBZIW7AyAcAo3k5ISNXUouBul6lziDyHtA7TOnaVvXUfBpNkjQLa48hBv332KPL75WHoMC+byNb3J0au9J+/qo4WrKPXwu/eNSYAnKqOBPIBi1jDGNRTMSZ6ewLAmj86Lm0wN9EJWgd08JQVAB5H1Drx8vp/JqbkGXHwYuinewXy64XL9Oxu7UZlHetgB/P7aYPyrfhONmsSpTIfBT6iR7Q3CgC/ejfj3AAwLV9ptwwIoPl3VfI7f8aJQwtP5H2ZrdZTPNcGdMZMi7pkaFO5AA//q5mQIMuet/3S86tTk8B1O/MHUBD9OeklrXC0xxu42OQj9MtxXKqq71RUy8i2nZRKxq6Q0foiC7x/Aj4+OZPPNwCcZIbJRJ3vNe3oWzHhBAW+P+X8yZGQ/ul1Rs83uMy++H11hkw+TwvuHWMCLMex/t5PG+cDGnk/kSPwcoSEz1z/ZDZCkaoLEhZwGtFt4Y/Q3m/n3UTHbstVX+gW+nnf0SlHvur7DVS0TAZY684m3Uaas727Ku5PZ4babne27yYiHJuhs+C+cSFj0lo7Pz+Ceg8AsKA14MgjLepswqWPeTaZ1t/abcvF6BpaRFp2Sx7QNmwceI2VIwvajs7+LQgJcJFEjLy3W+jq37Qfi6MfWndSm+0nbI3RW5KPE8DEnmq7DpsHekmCZ2xdAICTPCda+h77nz6baXUNIH0DBnoeLbQ5+gCaiu8Rfux72sb/XwXIvv8pAEXQEX0PrfYxHt2C/FSZP4aDWgMeOhm9524XduQzt2Nz1f4dx3nsL+RaZ8nfNhjVpdBkwM1OYLYscCuT4TMAACAASURBVDAyYIz3Vb/H5nEV3AzmZKWf0W8XoMOrz3EOr/3dvpfu0fvp9BoaOo5K/PXZjK7kMi2OjdKdSQgqGCuoAHCD1pqKKpUAV3cfwAdwvu/zEP1OdySYBKR6fgeQL0DHfnJawlMlr+foml2HrartMxc1frfcuwtLpmVtRh1eISAm33CTmM8wvw33ERn2e/IfPiYgbZ6Web8dBnSfZH72N7aFksbcdHKepXEYnpnzwCQ7X0zCeyJdIx927NsXL2l8Qm8UJZBQyhFX2GXtf5p/ZQJZ/8nGSvWCafm0zd8gLvMkMHvstdHjHQQPZrTBX+gFGYE9zOd+9vDAm7ABroPPhX2ge/qIKJ7VvhA2Hf79frfnUmtfsNVJrNPc7EdPcshWFaJvRJvYZ7E9O+nB8uK7OX5ykq177ddGXBuM/bA9N0cYeN/kx4pMvr/1TvCuXjv8vBdQZ39JCDPFFj2fNRN9foNGLvSxDm8AmASzyIscv2SbWvQ+y5ME03QhScVTgh36eSvi0bXd2Us+ZdND7632lBbQay9HvlBRLKZZ+yl3t13+I0nyyY9sfCX+cWw3aP9Nzgb3Az+7upSJtkfdsgb6rQCZ1iuybhNbg3tOxe50cDj7ooIG2SijW47/VAlaCbxPm1YHEOIXnGIV2c6DHyxGQ4eQFMVEfsWG1g+Ynulw+CJHCG2CFTyj69mX5XcRhhZh7ZrIRD0vfpDPfJ0bbIM9Z01jp3ovB4/y2GbvXqyRxE3071s1duNMKe4AWz4Bb8839mzWYf1BClZOQM1jGZt9rkctN76heaUjwa3fsqejH+b4Hy0HiaAEdzlCJnb1YCXfneJTjjlr3FDjbtnj/TGfRs9KNhy84UkScaekmcsrf7Hfzf8TB2iT7XT2m9iB7DfsRfibcb06W9XJ6rDhJPZJAIb2vA+T1GL5bxykksOMJ4SfXNVsvCP7AiaLDgcjRj+eTogO8eaZ2d8UElDRD7+2jd3r3Lh69nCrXuFFeAP/qPfoTwmg4cYk+HaiIrqHwHbvg3FuFVs4UT/0dbCSiPBg+oV1xG4IBqj7bnw8uHknVGS+NmY8PjpnNP8vpra2AR1COzGmkwn4m6S7Y4dNcPjw6yTk6d0kc5nCbXvF/kox2ATeCou9ujIpqbESf96KYM2nj9vCviBx+9gmYWXHSfT8TjiUHJJ9+tq2dGGBNi9/uwKfmtcbKNxxhteb/qAZV5hP5al2yYVsszbwdqRCAsCp1seiVADzP41vrG5jr4M3NP2Hfvf7dCb8WYChe5zAqv35QDjwOdlkwek+HaQ1H/5p/2STeoe3Bz/imS2r41/Hxmz/SNeu76RxZLUa68UG9MJIplge7tx0/XYQDG3TVSGLou8r+DvxEY/ze2F3VLUO1TiHbi07JgHItD/JfW8xrcc8FfN+pQLA3dIlA4lyd2XSOFNxQu4M7d5I/30yr7JRlH7rOwzwLNuQix2CPa+E7/o3ABYG6usQIIxgsBsgkEAbyTUtjDaCnre4TdQoUwQrPfYzp61yZFyvQ6PP89xtMfgKWFfAqSLnfJGMvVeoa6NRzgEzf2ZSQbBvqw2EXBRuBFqPH1DSWT0zZl871ngbKq1k4vjlDGIAqFPhVYKygxZ6ZIyOMG4EcoxC9tLrNsbMoYsx/mGwDlYipLmWdTgGzyeITin/VBAc8HXOcGnAkVbjCPJUSibAC7iHgZTWcnfbMJPWN7fNoowhEJpKC28cMoi+W2kAaGIQAxBewbxPER+h/b2/wZY+j2zXbxZwPkCh6Z+Axm3ssOcoAu3ve8bHcmz+6jPzUDAJNCygC11j2A63WSgiG5Ihl+QI5AsBuQU/7spdDM1LEY1ywoDxu5zhv20pUDxdwSMa1ZmLyAStHNdtq7cBw0bgy0noYOlv2cdKjonyq2SCj1YEee86KDsqQr0TJY5jo+9kALjFxdw14GLTB+8HrMQ5b6NRd7+tgpBt0M1vmUU4o9Cuho9CiXN9gxU8S79bYWksKCuPZYL/rMVxOEceoDcIFlq2Py3xT3XCCArWDdAd+fFeR1uVTX6YUXgvog8axMFRhx4JfiCL5LxshljuP0EoeHCceo1JugXAwmfBGvyOsWnT+JzxQULHnjELwMW66bfp0UZRXrIOSq7SPRozQXrvjb3pu3o/NLJOqWiPBKdU+G27JOT3W3mA4dHgBTQhR06yawHeAA8EzU3TQ1MAmF4T8ShnBJXDBoDO821+mj6n+si8twZu02YCjCuHkrCh8UR2k83XVQnQ730MRhgzAEV4myC1/rZBNpWOJ4ghA3WC5bFZtnPEm4yRxDqC7GtfNQDR1QwE4Nkf7ACNzYHjjw4UXIaHA8jF+fU8JKO+a+0ADRDU/NAyBTnc8hSAPby4CRXoFpLZrvXHpiwAqwHSHhd7CA8SBKPaKw7rnS3NPYzh8Mg3Z595Z5oKf3SwUuMPPa/8XZv2d5AQnWcew877/j5nDo/9d8AM01z0m/WeA2Z/cQaoArQnQHfk/53trH2SXY3TmLlsq6rQ7G2fsB6/BWmjb2JvRh9HVnvtvs8MXo8NZ3lhcGUBebJx/Qxlho9eNo3i5Okdpe/hF+zV8FMC9tyXvZus/2MfRi62PZQEsjla49ilWw3CvF6wCl3B2tAyD53afsEBU6TTtAZ9TpWBkK08RBbfAUQFuUhEuM+Y7QosJ+AqQDUAJroD4LrpK2sm2o+MRha2nd180El0XRXUzrnuBXg+NFPjMcA1XxwA3jLmL99901Z8ZEic9QXjAJUSTP2yuX0diRh56ps42MFTwGgDngNa6x4ASEBfnONjx0wATXhFZF3slPdcJQ9APrBtsNiR/HBG8gH7yj9D/2D/tw3ZicdvxQL6BtmU/Ux79PimefubsAuv5/pcg55SkM5r8o3ffia8LIvDzBb5/Ooc/JXXfuMder4B89P54e4kITmqlur/8sm2rjzBR9N4SKKhmqgT5DhuKYlsSYJ4K5ts+w/vn30pR6NBwpOp/yRgtF+Mj9nriOzqyo5jOw7wgk3dZ8wTgD22x7TYvHJavFl3QK/fHQAueyc5av0wNvOpRnVwgMrnTVBGz/O87g6heR6AVjQzPPCzeiWr2rJhbYrYj/BGaG7PQGtZyd9vBQdJsthwb9A0iS7R4w2sMob3qIW3A4Y8LTrMeR0AHQvMff0EaHKP0gpDaQ4XHmRfJvgJ1djY1/AfNKnfkjE5Qy4dFLrdaOTtBoixBbCPwp9I2fDrCRAZYBkZNgKuMRtdu0eDLObSCXqtH45urAQTQMS+ru/3/Ep+EoDuoJuwgvB+EvtkZ6tyUa9J4HU78eFjvEek3QlH2z7W8rYAfXTzwRfGB8Ce/DXAI3tXAcRJ4Mr8NgBpS7Z0sO0i2WxDG8wf3wc+3XMH14aiOEbj/A3HgG7aFtJnpyvPJLU3ven7q8J2fO0Ed5PdkgDNJtwtxrCU2klKAtU1RipdbcdU0vSpbpUMsxzesz4PluIAUjCPPmP5TfhjBL7WflT82O0QGZ8U+50K3G7NvT7ZdppgjUMTwR1Nr9/j8G+sYz85Q4D69V+hI4LkjPXgZ+pY0nrnVNSvD7l7CjY28vwGxi4ZxT3GHK2/CcAU/iK/cmiwk0ZcYOI2VfEfEiggaWB45+PDnL89/mcZwNis4e3Y7Zb1M7e8MyMEg2t65Tv4xBQgH3Y6rHRCpXlFMr6CLdg04DNXoVEn4Jv3halvK2D2r5O6vN+fH04gVuSVhK2tUn3tscyOZJroOz2DdXbg5tk/+OwE56xbwZJCf50Q5jULRR561x8bsFks9Z/Lvw1EgnVbb0/CeGxS3lEtf+XSyc8bbCpzTgAYef0mp2ATacyaPnbk+vfhtcZvpPt+SyJsf9CrPYSTau3FfG/7tBKGOTJuEnk7wH4qRD98jTXxStsGHnq5+COz9/cV2MV+x/5M8s4kTn9+R+NErEHr4Pd4DPBxyVVd1/SQM+Y78XoKbJzcmD2kwwA8RgLsOWplbA3sCNYd+YcPkDGGiX/T528RJq2mSSrz8w5GsMFafFLHr77vu5I/fgkJBtaqobgTEO7uIGBpkXuWt7N32afIFD3/6IVvX6D13ovuypBdvpM9kG+vT8Ea6nrWu4+mJYEUGei5DK/5XmJl8078AeQZR5iJlzhSQJfSGlrrpxbqGVf4FDHNemjtWgzdsYDRv6Ln5i/rvHznWNxHeP/oM11j3JIFk7YszVwdYLsXSdcFqLmAXlZ9WgWg4H9WQOTC4zjN3874qdZjVizjuBMgyOJHOPi8uBFsHawIwWl8E4ysFscYByYuM5uYO2PxmIYxIYSuymVTcPDbWDpT9zMWABkyPEAYRAZTcdYD7/8NCNI9MPgV1OKloyAPSuPP13jusZnd8DO87vkW4OQYuUPUd4AwQqSzE3h2B7gSEJbW0RjSGuOsr2huFBJ7uYQ9SvQBtjK+GHwwlQzek53qxczEEgTSxGb//fYxTCuqclXifffISBKjkrHcLcdZH33HetTSnwyw85mNrTsgwVl9Gqqzf8TQo6zXSJ/NyI74GQbABsix0VOIeRtgrCWAXxvD7QwtT+ZZPZ+yDY/Qf+kT4Wm7QwKrhvz/E/YeCpIcR7LtIxcE//9r30KRN83MT7hlVDW2wOH0dKUI4dJcRAQ/wutNfzff+axX35/qwOalpo/O/Nr1jWLoCoJ7v5rmz88W2kPvppMo4neg/RMkbMMkgZYFDKg+dkaPqrliqs+6iNBTgdVr+3FW03NHHM8F8FHWpgQ7H1tVoTZ47HfvQXgkvML3+nv3LOM6mbul3HP9Ol/w22sddf0ELnrfu7q/f6/n0SJQz3GAcgQ8DlcDlKfadQJ2N8jxdU/N9bMfY+iwR7pfZ0KZh0qp3nzKWhFg030HuB6PR3KsK0hx+juAZRnask3/NJ2mQp1xnecM/e/ZrVMVUIDnHSAz3c9ZxOztnr2ZM2870xq5/s4i6+rZyIHw0hOIGQet6cuBqseR4n38fYPSJ2vuuSCGJG3TEBLxQDJfKd1pJXf2LQ5c70/0SH4XebitR7nuGE1+eH57eHQCwE2X+/zcgOPSIKgNPAXURgavEbw6Ezml71wdUVn1JLroDXF0ZMi2fE9Avytu9x3RXXbqB4zJeJJ5bb7I/2au64hhmMZB/scGduSsCRQekCRrlDPeWq/cMv1eY+T4neDGenM9dpOTLGfxrRscuFu5e9O316srL2aebRi/K2MDup51OdRT4EXZY9bLbVP6egKO28Lq1mvI75/oiPl3wPpOstCuas/6Wd8CwMhhKr3oRAGfA8g3/5k/Ss71fnQiC/b0WabnZenmkN+gK25gFl4+8mF40mDLDwFgKmCsB7RHCrANwHV4UHLgJGiEPuCTlf/vAPA9zz6uozuBcN3tVBWJvOXNOaMw8hD75OytW/N9tjUli/kOcuk9XeloJ49cH3h3AjPDyYdXyObX748fJtt75F8DLzePwtsnQbFsLIuO4Ye1UbdytdcmNJUgc4OfgITSgQSwkCHfAsC8jwCwWuR2UgIy/65w7eCeg+8jXzuIhLyCp2L/RNaJqKlAc3Dmapt45jq0rOdyhqTlkAHEp2tMRQ0b1M4bxuIbYcz78b9aviUIF3vg+ENjT+V9sf/4ue1bgpjev1Ij6cQQgNf2fGWDn2z3SZC4gav+97fkZ/QaR8MQ8PS8PZdU9HUAmKXCF3DAwsBHKrnu9WCdJYO6y01+/0IshxbXT78rHrCR7yqqpmmv3SxgV2Dh94JzQFeHR5578NdC/9Gl3SGB9zTQevtUN3+R2Puyg4fv8LMNxk072djUuy4c39T2CWt5ZI3t+vxp0DP8vUkz/vfQV/y49eHaD3v7MttJLkBdAlG3vrzvv+1/KmLaH7N9MqD/v55Wptq6m4dtX0j/zMJ2xfE3Pck6vP2UwSdsx6niGR4cMN12WNr5Lo4ROQovmF61N0qYmAIEgsb4qqfSSDbIWaAkkM+T5u+hcf+V9bWv6laj2SAAwNjHAmAXOIMW3kluGTs2Q0DWsasFdtsXyb7dlay3/9t+WXxW2oemyxYdkvZoHearbjua0thb896mu2/+fv+OwGESZjJedFrzX9vLjWvGDpFRDSD+bmmuZ7QMbTvq9kfhj8YIT1CDApHCnG56ec1rWDoJBMuX+HPMrRO14k8GgNfRYo3VbXFCOnMYbxp5ukC8aCmYG0du8J4uOEiSxp5vDM6wa5MEW9PC6J8bH8KmzV6HHm79RtvO8FR8BLUwJgAMbR6faXwD8b5w3DsArOdQ8ZvxbQJuJ2y5y4Fk+pd10DNoy3rvf3C8PcoDevigmQvP+EkPNx83H4LRHxtrhJeekyBCcDR9ktg5CV/WdcGz8O9Zf/aZopCsefaFZ/nnqdS9/UbuTyLmdqXyvdNh6KMVqoHh3NmyyO8e7ImCgOi1XOsCHR+l964WvI/6kt+o/aYY5OjKqTL8holaD7miNbzAOqycT+IDnw68OAA8MvPYgZV8AFaNP7uB6ARPFzcbO3Vegp/cnVrQW+CCdIvKYg7+JRtlfGzWOPbOu7Bm9y5YkunGwmnw5pGpVlEuEEQf7TqgP1umCYeTt8Bedvyo6Q4b7A6s9zqz5PY/rgCwnzVBdvG98bpqkX42i/WUSMVAMK2lWwSJrdAp9i568Yy58CfZN7dtg10V2hl8uFvwFu4TWbWB/Mhw4WDyiTJgJbkd/3tkHAHg7iCKjNY9Jz40ZoD9fOHGKnIY+u4uKrqn5xlbKUeUaHwu8rK9QGdgk8dJLj2ye9a44yn61d8FgH0szJBSJ2TyfHRDyyE6Bfh1smMnUN6y9A6aL52P7nuIBvl2+w5cC10rsXnp83La5+KjD5691vjcPbA+4MHIcgLA6P3ucnLH9Uhegj4iN5Po0587ORbe09g6Edn+zNMS4b+dxd4KK61R0/YoGzgVNvrZDBQFqk8mHmHJ9d6Xw2Vqbbfn4d0BYDuCw+FkvIkBcD7aOO+ztI6Aft6TnuBk4X/foBB1CJv3tcCihcDJkC7FivPAmT2OqYwQ+bsA8EsgltDR+gCQJ4iyTlmfxYcwcxa9FZrWMWudM+9ypuHrM85dAtn55jaKuV5Z7ewh197KJc7GGvbZ23Egq6IPBvls+xDn/QQ25hwi7/sA2P3u45Q20P9c1xVJstk19lSwDzBlwT+O4VSdxUEM0GAmN9j1Vwyg574IwVTP0IYuzoBAiucsxcrgJcPL858A0r2uqvL1LWU4QWttsHTLB31PgA2QMZmb62Cy56/gx7V2Z09H0JsfKyWOsTL2U+GoBAm18HgWqQMM8HCDagkAU/2JUtgMnqZFDLVk4s+5ad3jfzJFD0/7nJetfPdeySCxAbJO8O04aZx9RqLGd1cssWem9TIk9VjAwHwX5/cYm1IuX4LzWettUcn+BAiK7FKLGn+mEsBBfLcKThICjj4A0YrLNWwTOArgTcVwB4CRkzZcXcGqtUp1mYzfdlJuR0PfSZ6Bq8GDDQq1Tnjdb2/7bbgz/g6MdnLInTGusRIYs9FUGeht/EnYJPMahwRw4w0IMr4zToPVW0nZVXLwCrIxgHKcXz5ktQHyUiGJvMSx0b/vs4066G7+0WTHkD5yxnI0DkeeGdpvoFPG0ai2M64bPLsNa/asnVqPUZWPU/WOHouxmsxI1o2gAnvS+36DPwyqHTiMDmeKDu+LH1NVrDm/q8c3CSWGOA6rnk2ACkO6ndDVHZvVxniWp6bqVbT2LNxd2WL2HD8Uc40AsPjh7SgkkBCHJXZQDOP3dSSNKZs+DkuC6shR7f/vfzxnpQB8iT6GRtoQ9fylixx4nqQQOTrj1LVD+A0oYy0IiHUb9wAzkbfsbyc86F54gXGbRgkqPj/L2XpX9A0hX2do6z4FUljftudCj0kgbP36uY/DK++0ZV926FaAzSPPFGQ7evRtgx8eggdN9wfoqGxD82PoqiuBOcPY7x2gBTtVtML64JAS4DDd+57PRCj4Hxluw96LRAV4OrXcjjd8fgIdlUDQa3wmPT+cPRwbju8lY7c9XH6LftHPXZHV3RVCu9F1zrqe/T9y5csZkVS4U3V8iMNrtPZl3tObKJmfiqIjc4sfSYgxrQ5PUXnVNIX9yu/YQ3Sh3/uAqevDaGArt0IXtO16rzDnbC7fL11gpwAuNt/yc4+hnwwIQqcCfSf7brsCnBke2u370V93BWvTAxVvLYNbL9PivjtAaI3kh4gCuqJWshL/5LaXkzCibgNpF2Z7a2Tq3VKtqxTflbWbGUJSBPveFai9BsxVrdZ3b28HikBP5JY+BDiRufAqAa5bJ/c7M59pEzgiRrRh+/iRofJj0u5xu8ZozvFBYkveFcDwPg6/1s8B6gmwHtqrgD2Jcctf65C2nSgecnvfsbuw8071yxcAlQ4QqVxKclsqUtNVSZ9UCD/+w1QQ31UmXKduSFoXBbHajuqkg9eelrDDng1ARtLGAv3eSx8REJ+25QR2v2TDO1AQ+dM+XW6cUdiP3BbMXNvt7bARzhFAskxH79/JW6uP8/zu0KN/U2kI6NsYTuYz1b4zPuulsVE4dwz5FxvPu5OXzd7efnkHgNCLva9sAfYka0BQ3B03LvsL28rYwAnZRq9ij7bNTpDy0P7wRdPC3Rq6QeVvPANwiP7C5oHPrcNG/5CoGDt921sGuE+3nexX/FZ3e5hArX0/K5kAsNCd/taYT/cIyYAR9LfeM10IE5kAku4FKEaewceRJ6tH7y5QeVa6mmnU0FAnlpgqOqAz9NqJObbdR4wcH118P+AnnYQy49icm8cxHY4Gh2EfF0cKTgff36AopiCJMpoSyYAKFCLntqrsM4Eh9NqVdEmYTc70+t361w2QZ/0joxhjJ8504Lw7BDa96l0vjFAsqD/Drz4SxMQS+rn1WgLAWVfzjGTek0Cg+YMZ5gGb1GDAfOYcWZP7oU8qnOzrjL3/Laly/UONWPevL8Ec3eJ+5FD8JhmdGxTy1KQLZXtWInOvUWNeJNV5d7xPScrFfvN48WXpdFHmI75p3jlLW99Hb2yb86Y59DW43LtCMTRPcDjrqs1d7Eq/S+Va+Go/P+HVb/yG67/5laZPKjhn3vodnSJaPpsarNvHzrE8Wx+WoOIrqWRejk3dAcdex05IaJtCtycYnaDk7T8wt29VwMJwOvEBnn0lBsu+UsDq16zlJqQpALyt5b3208bYYxqdhL2Vezchp+dwcJznGjoZnQSNZwFj7yy9Nw1TdNP+ZtZkW1EfffiMrzvPQHfez2nbnv0ODd1J4/3e7PX6yPC4/74S0LmP9eXZr8BRHeGkRCt9PuIPNYC2m8/zX/5c7LGjO168uh3wbnyNefHMF30/z+i4WMtYXe/EgOned+6/ko/aZooOW1sRWdz+Xa/5bY9JKge/mSMQzkJkbzr5yvN6/gO/fu9JDAcSF3QveP3LP9CejK6mA5DnrQRNJ/jnOIamm5XlK5cIACfZ4jMw3bqh/eRv6xI7ovwN4drGTySjSOSTPn37C+mkJwIWnW3HxFf8TnpfHclKpt6Jgz0+Cg5+4h34cNd+Cw29Pxf9Lu2O/TddQCWz+rNxF/h2MSZdR1C/q7fhr1cA+Mxz286DF61Tkjd3l5I8K2P03isA3AbQGsgMcAmWADCZITwc54SJohgidALW6NPn352q2gq2xMldx+uXx7CqRBs/g6xvT2Q4XmM2QzwX75lKZBQOwVnQBVy23NP9+s0wkOciMNcHYGvgGfNdkaOvtoVYqpkIygCmtiLNOC8DjyFZEa3h2e0jE5Aa53WMaT3nDgA742nOTGAOON76dxPy8ZEn+wdAkpL9O6MLgdBVJS8Gex74LdAT53SyiJ9l3Mz+ZJF0xan28IDMFSBh7HfFQgPenu+zAaclDQJvKgpxMr61YEIZU73o95m+NhDi80IfIcn9JEPcFVi616DU8x/Z/NsiIPufsa7j3pncCKYkJYzwGwN9aSvPmCcdIKKd9OxXWoy2QGqHwaRXRi/0AXjkKpcBJnQpAK4CmhhuSUDYAHBXqMcRilEZRygt3PJvaIJq6BhpWiBa3zoIYOBpjRa3upwqFz9n+IkgCHOFDvyyOePLTs8AYEwdeZWAkp9ogL/PzNI7yKzBCSLzPO9bwe5WDM9g7uDiytXMBbCpE2TCPxmD32lnQesO726As5MqTvLCZFqHvqbFhh09tZiehIvZ72/ASJQv7TrX6WxHF6pjHU9W09CovseQIKsYvrqD6F7zqaqKAbIBudsIuitctIbdgpf3tgyFl6wTHjp6n0n9dhZD31kcnU2+58WMUTtOaWguTNxnZA3lnMB8O6Cv9i7jlLmdU7WotcNL4HUCSbRRk5yPs9TyYw3QlkHtyLVh0okMyEIHgAW8P/P+9QG2kQcLOOIQBoTKmTkx/HB+ul3P7VigK/r3HVRP5YJoO/segEqGoSnY79Dv9JxPI0w0Pm23LpCSPXoF20yfK88xSrsSF9qOYbpBw040stww/+ZqvcOJVea5aSk1uscX1BkmXZnGu/i7WwsyfngcGwIdrO9P5uUAMvAoma7mn8dm8Ngfed2gCMY7AYZTNXMynEdOzjw68AttNOh7nLrnpVQKtAOyCX6yq7JYOlf9BXTJ/rmAs3byvO4r/rwHpyXYLKLHpASPUWrIkw2kjfCLtXdvgf8dWXoDMDi2292k+TsA04AM/vtdwcy4Sfh6VZyo5aBs0UoIMPU/D7QeeQaveZ1s8ed34QuBxOswmCa/OK2a56lWHb2C3ea23xOAwhkJ7YXGJQ8JAHdLRo9v7Bdf305EOez5bgO22G8Eyl+0JPnm5Ii8HxnV41ug6HrJALPf6AVHE5nFpiNXHJgXXc18SSy5O+20TGxAsYEK8V6fbW/5YB7SQoQu/DsAfemw8TFiLxBc3Ovu4Dz6rWUDvBa7KDZj9mcMJ79TNPzO9Nc8aJF2618SFjgSCACq94ZKQs2JeTt488xT+vYzgz9ABuMDiNHyqFImRyD+vAAAIABJREFUiQucF7X+Ssu/BngN2kyiYnhm9dXhZc3a52mq+nWz6AHetC999i700UCfAGD7i88zuoNGd1xA754Wt5rTVGsh6BpATQJqOjjkI5sjlTjiD3esET+MKNJ3CWysbOoKqabvTmi2nfrYWKczxg8BYBEpXOUAyQk6RQ4pgNBB/tX/kZkN8mjM3QEC+a/5A+ggb2ghvfcPv1h2ZGW61Tb6xQG1qfjpJAD8ZK8o9uzzs1pRBzSyNfqSWW0nEhy6Ez/f1UXfzrR/HzFD0IBAYqotgitoocWn2nvG22Owvfrwye2DI7cVSMx+JmgBQN8B6zvA1wAYFJfnSSYMSG5xof22NTNkOf7a+ObILnemmN8FRB69V3byec+AC05yfb4nyQwfAvsQ/aD7jr/lseUIEmv30hMAq61Hln/zjPY5IhPe1TXwue1xA4+xcfsII57ptbbNyW+yXqG1BDPyjqk6GlkXwD78eweAxZvoQ6ojHThyxaIiblrYyML1bZLwdPynShxUwEG33ADo3Y0He7oDLydBY7ClJNlGXyH3HRgZGwQZ0K1c46/OPA3qZn3aFzBtjs2k75yQP/4Ne8QK419EB4R+3NZWvC15XsXRt48AHkRyVSf5oN/bdyLxoP0my6uxR7ozVtvijV9S9dfHSfVctqp6E+wPfcFyR38/yUCuYJvzkp81SvJT7KpvVZeR0RvAVXBQ+ISCXsE10uZa82b94p8O4OxF/DkA7P3SH/GI+F/wzOATmxjP/dqcLfQ456aPfRl7P0lfelb7WRoGgRZ910cptY/bmEHkyIitsSMJAHvcDuQt7+IDrO4M/9peEx8Pz+5aV2Lx8xytdRIeYqOjh7QOeoTkAQHg+PLv9snmcZ+Fu/Z0j+9Orm6bxOM89n4mRcfD0OtWUEPPGl+3we21wp8Cz2cN4MdviTM9Bmw0kkxYRwLAHJd22+E/J0isjb/yZRM2NGOw6tMi/As24fEM0Voe+Izo0a8ualsZfvhUsYPCfjmC5e6C0HzNvLsF+wkAi/ZEmxNpML6qCsXBIygcaB8dHRNc6DnXeDrEibBIbuTYJrBPCUXsY/w+jbGr8192rWWwhEn8WgqywGzx+drvZp/hHSrAvRaTyNGdVqy+rTfHtjAOObJj7A4CgU3v0FbbOK0LTO8GXtIhQ/NCF7Mv3UkMnjjBQ/tlE/8ZXtZ8u4L7vR+fVdInaWYSC9uHjzwN/vItfjRq/SMw7WX0er2TiLK+8Ln8gNABc8h6ZeairdNVZOap37uwTUfAaUijl+nQgz1pU27k0d1NRbJDPi66TevNueTDYmOrdDLJJ36aqWh+7BQxk+Bp+nRhSieCvs+Qj91FG/8+z/bPp9jqxKeuBFXk3uqRie8NPSyNsxdzlJT03TMY/MyDg078o4OrL9k9/lcXR+hebNxbZy39JtjdMZgXdtQySvs/tjU83vwQ+bP7Dn8RUzUd6QxgCEgODIaGfkemyZ1hECdgWxbY+R/BaqITQDqVMSv8BegmeyHKdc9qw+bVd/Kfyag5TtMBT55e/FPejyPyYUCMsI+hkk2WQAko9JRl6zyn+C7+UFrfBt9PAiFEvGBZiCnPed+zwIQdUI1lvJJmcjadv+/2fSZmjxWhpeyNqaKWwWeDWNmH6g+fueIEdhC+39POS5+FYYNzmOEotsmQx3D2eimYVwB3Z0rRZkNGdxurDWgBfnHmitdu1q8rSMgsegUfSuBLqL3OTHueocw609cYmzmXVtfFoO4AbsCybRN5G1ALCDcwnAyzX55gEQGeBmS0B31ey08tEEKTaYvV7QM7gzxA79u41fWmn9LOdwuTAy5K8A+4iIC9DZBeKxt/z/+5neO0eAm9p12Mq6qf7zdDsyqAMUrlCA595NmREx63hJ8VzSrgrNU70462ZmeedoKjNdhfxm3D7gCcUeTan64WYS6d1d0GaSrPAoTF0SQ1e0DNq8K+K7U0Dr0vBma1xhhjD/kAwBzneTOYvP8IENPEAmE4NgA9nEHdmV9elGxb1ngcgJdRVBVLDRL2NQ6IPffLyV5jMdlhnQmaCr2AuQSA2pDT9Z3k022HoGUyVEMHVEVm/OuQ5t/cfwCd53cyXrqlJ4o0wNAmPghkSabwAq5tBMV4XCCtWxPJgb3XueVDy1DkZmhh9uO1/9PqV7TpMxTfLQIVYEWmM147AJMpx9k1GivB7+jLbPoxaD4CWFsBcsuROLmM9d3uD5oSQ5CUYRp4/vdxtvGs38cZeBXsaIPrnXiRRA90TXd8IEhu0MKA3jrxeh4BCtbAf1d2/DGKR8aHN6ZTwQTdthXm6M1X5fk4SdpTBSdOMHodgnbkjlFYrRPP74Y3w8+R3XZGRygHjyURJdmPGW90A3sM8NaALy1hAetkQPcRAvl9ZApy5tD5gEokY5wKo0nKaDmtMbBed0s1VJHe0ecLB8B5n8sS+ybGF62IDr3ZnplA5wDA57vnB2RcskEDtm4V4+pJP/tZPLpGYD/1s06LO3U+cCbw09JV77SjTUeblUkApndrTORH234fZ9I2MKx9EAjwpc1i1i/Oo23UqqAFcBK/cK+DfrIPZmINep+gK8KxJi89jlONjqHzjGxhqpC0RtK3HZDqBEk54J/JCiSJiNgTyCKQo/n0+OGPfgaVLh0waj547aEdsMjcI3fHXvp2z+t92eqxpUKLlt8ToPvpCIw++iL25L6bsVkU6c8LBMl16QrzPuMK3Wsamu4n67BvAIAONiehSTxZ8tE8bp+LimWqSWWv4+3ET9FarHyinVeu6Q4dyJzbl+Bx1tcD/Lfu1XPgf9Y1AZENEhgAHVloD0eB0bI3fJ/tzQlGye6eIIm+Q362LkZO8TvAGRJ2HJy1QNUA8+OGQGMDsVIERFveYp90QMp41C5vAOR29Mu++1YBpkrXu7r5PsOuKxCbB5Cvd2J1KnAnmXToUfcBTC+tbhcsjSG8GJtPz5Ac6iox+CN0soH3Tm5oYIP1ohJRrqsDLnaiE9AE0NqgePSk5Id9PwfhoxO7w486M2mdJJPEl9jWpruxUel+Y360nzF7Lt0BcPZMg0qQ9llbdDa96wl07gAsRaeij9eGXpvtRacFTq09I/mTBEHwE+wck+wzoNhL2K2h5c9gyCZE9/q2/Z31zQIsOJrAjZP+5vxoP19B0vEjCQDDe3fCbdNmyxie4wS2Afvaf7Ys6pbkz3752kcmkHCBHqLjl64H38k6bCIR/gnjuStj2YtOiKWius/ohQaw2xLEpgMbviyCJPxg/Tr+ETYfiX7I0yRYib/AK9YnvpOzEqDUZ+x95MmcB+tvRt9Qgc+8X/IP0Vc2KHTaZzSf51269OXzIIvdWS0JxOHV+LANIkuX4XvH7nuD3JpVcIVFhgmuumrqWUvNw1iVqES8XfMVBXPGqca++Ej0yQavF//R/VzXfvDalEkojB25rer1fHRI+yU3PhrGSgJtjkSQ4oe/YxcRQL31FwUS7A1BNO/L4CzIrrtiMbZ18C59EiwKvrIJgO8EifjjkbfZ+8Fjnn+q+8ItN5zEcrDMdwAZGezgj5NQ6aS2SU3Sl3v+7L4TGhS+a1ti5AFJr17SI79D4divbZ93gBwftzG2TLJobd5zB6Ju/ID9OjJv9te2tGyvU+SQBAjNwQH4wHwZ7wTNsdtZBw9pEpTWNn93ROAZrS+7+pV96gIm5JuDj57y0IGDf4vLtf+iq+CbmzewGXdG+ak7iRFwze9/WSx/aMtzNV3k3k2AV6JY/I3oGbJUqwPps+E5lk9jzMIeG/LZDzrT9HPFh11wBOZA0pfHM2MJNp+uK70f7VvpenDlbOr67vCn1KXEWdPENzl3+0/3UVe9zgc7NE/vN8RZXnvS9D1+Mt+/AtDi9SnG6I6nyN+O6XB/aCJ2gmXU2Gl3QiC67+Djs/+Nw+qZ/JvAbdvb0HS/m/GDH57vToeOwdlmU5OERWeD2IGdgOD9nKTNGys+Mljy2vjN255r/tJzUlhRyXOn9X3sTeEj+jhha3zj0N/o9ucFrKMSckIzYw9rrcbnN90P1ouN9y14jF0afvhMgrsLbG6/ufVNWmPHdmfPsB0zrvIxy8Y4dFkdS3rO/Q5o5vYnkjAp3Jlk/OBot+/wx+8TfDdfckQHRSYZid5BZy/0PTqvg7zdaa07YVnczx8/69luMPLQM/GAd7fcW//e/gUJtM0vXqfnP3cvKMz9HfPcBBmS3zLR6lQ2whaZ23v1j//9/0OV29omQQrANRy1U/Exjt8J/JUz02ff4Jix2RHoOPPvTLZmdBYUIApGzybAIFQSpoScjbVoMrBJppqclwuIGoqUAoTg+nyAZhQMuFYA3rirBQ8O+oK0q9iWuYdBQOyG8buSogU7c8LYbcOJDZaEkEFm4xn+K0PzMN/8QIVJCDXOFZ8OAEPgVIppDt+C06nmopVWWsnqXgm6PGOz5wCKh9gsLFcZh4kgUDtBAyBSMXDuLyPwZHvMJN7nnQTk2gDy2wFoAdzrtMHVcZA/Wg/SDjKtf8kgvSuIEmzeYNm9F/p307r3pFqI3Y4B9998eAeA2dOuhOLebxXuu/8bCHUQdaoW+d5ta57/cqatRztCP8oVx8hC1Z3jCJagyNZBN20/f37/7fMM0YBa73YL4YWnYvE502bHKyDmaf39fEyfqngbw0gZiGSrdiYnjnwbsn2G4svA9TkXyRq8W6wDbngVnpdqXRvA8nilGMagNIwl+h7ACxCH8fg5AkBlVM0c2lkAmE8AVspgIAGcNb9wWyp57xzIl/WwiqCDicz1li+sp/aXz0kMOZUr68ywNwRgWZNDr0MHb/mxhjat+M77CqRDNnZQRc4BIIveQaJExnGGPOtdjqfB91xw5NZkWoUegVm2AnXngCEWud5GXsvNJU6tz8ifStYInW4FHtcTrDrgHk6IjfdddDLhXAlgx0NWaZ6iis/+3GBBf4few3n6Ni4N2/z1A/10S3Se/QK4Dz3KKPMIT5Uka8MZ3fAKtETA1YCqzxuR9TN6/rlISQAf8rbO1+oqIsb2U6WY5EYHPXz98P6srOWLxnoc4ud7AvRHTtuBrxb6Q2sG1Cv78ifg/GV3DPh281AHHvR4AdEYsTIA2qk99w6N307PqSy5nMVv9Ine0DNpv3ZoyBGQ/J7s+azhVvy6neeAUl6vSiC7HQfsPUwTbA/8iwBkkwQ3NgaVbgBxaVWZlopfP3MWj1q7EgAm+cJDH4AR1sUx6gCwrkF/f0sYvHXNAlzriLV803vPOcZqmTqyXfoJANkBGQL30zILpwibzTz02Nl0MjHflWCkMibOy5NQ+awnLSQ5Uwse+PXXX+OElk662wBiX8UJUhBpzhzVNht4yhmA4jNXyw5orDGREID9TyBGPM/6dSWh94bkkpGv+l0nprQeyl6uc419LtvMIF1lapuPBDYrCGaHf3Ws11Ty8HEweeZW0CVwFv2+gaVjjw8B6n4C3G1n9HwMQDz/UXEKgNnHwbA37RjqdwBB6CbsM7d7FQg8gQPejVPb1WBnbnM912LX4/DCU+GB6KETqJ31pvKkaYfKkPA0ulhrmwCwW6vPOGO7vME1denwXhzb8s3dDap3pyDT4SQkt+zp7HGedBLbJnGD6hivscbzjA853G/XOnSlDcHuvuZbAFjv66pG0RAtDKG7TtjieVnfyKB3YkLs+FdrdK/Z0h9r2HJBe3I6OYxf444No4vatnqdATfJonelFfIIeaXxvqqJr3MEoZN7bPCv/u4KY3ckmgAwrZp7faN3E6A6cmCOm/G/MW+f71NZnArQdBLbBLB+v/lx9K47DE2HmTx/dNzoQvO/nj3A22uty1bpQFTbYQ502r9ZOzwV+eEBtbBsAKzMzCuBfu2W1kmf/mrwGdFft8e0PJqzZLEvAFRf3TiuBETm29XrOUsuCVz/80+1QZUMpuPaAPoHrE3gTZ/2i0goUgIANsH5u4Dx5mfs2ObFt6+XvYJOklTUlfqR/6bN50/2Za7nrN46qsqJ1+WLdKcXEobFQ/JnsTV6bPfPkUkrfzLQnDHXfENQ/bYxWwabdiqJvPGDJOnEvwEfO+s4MrcxMfAht/6f75Po9K7EwWZcuzxJMl7PH1qt4t+kAukTR1FFfAdju9IG3CmA6LbgpgAAvdWJ9KazwcRevpXsWJ81/UlcL5k1wb3F1BKADvBPYc3KZc9d7pt5YHA0EU3Lqx+IAjtFdoHPubUcWlmNHdUyx/Ob40F0fydJaC/EVy+75Jk3rfu7cEDX+MgJ22jMIclnJss5liO8pP+7OpA4ALxAPf4Ldpfpc3x1qlvz4IU4lybzE8GPu4L/4GvSA9LbR1BsovgJfJVdSYCy5U7eU8Hrh+8PncyAkHXYW058Kswk9L5j/gD7L3zA18om8kKvHe/xjU3DOmPjOICk/55foINlUjkxcNYgY9qEu67YZ207+RjaIbCdd64tZv4Yf4iEC13js5o1Z+vYd4KHlvsEep5rFNgF10lhT7B87TtnmVNd+Ytt9NGDqnycYNDazYUfkug08qmTzm+90TLeMlc+igOd0HL2D7u8O895TcbuItnz4DVji7BuvXb8juKh+zvW3n/bLy0fY2gSPKTpu/eI7hvImmwKCWBkBuXf+J297uwfiddeE48jrfL9/TjsRw+McNTvu0r2Tn5hzI1bdxwJemzbvvnmlUiv9Th0NvOrVt9ty3V3ilPBjU06Rxi1bo5MCh3jmxCQ1XWv4O+zNvYthm6wQXM0S+gZ7I09hb8JAC/uV8UIA3C/7DjtmYUj8YrteNmB1E4yhVY7aQ5ZfvMpQeTMgeKzDXRbjjzjunGjpgvLyZ9aJp8kocELkP22UaYS1r5g6P7ItLFhCEaLZjoADI6ULq5QUfYwMmkNtEPzoh/p4hkv9AJuvk9ZeYC+tq55xpQEliR8fehfJ09N4oR57R03wL9p7MF+2SS0etzDb99sXuNUUxTX9v2NBYNvmFcJAL8mVw5QZ4AC/pxFuhax27MEWMtCRLDQGkQZGhvwyHdlQAyoALCg78n0JEBIIFnfkRB5B3JEmMq0ULWmr1PlxYD3KNS8e1uNHEE3yqIzdEI0CDoZyKmINPjxPPecBedBFoMMgK4AQ7KQl6EFvPF5B5nXWGGjyfg4N5TDdROaWmfbB7nwz66YNGA740ZotwLTXN3iTT/IkB1jlvcjMLo9nR0Htz3RwkrB7xgwlk/mrw41N9C5TMkaH8Fpgg9TYeCw3g1EnzWcOduJ2dj2rnEZwLxL82hgxwL5GYCFuuk39BNHPAsKXWh+qrpKhXEYe4H2jJsPzjNKZQVkg15bjfejcXIJsBbyuzebFXIGUPRrYOQ+k68ybLxveo8Vm8DbgLoA4aE3DIYMiMx+gxhzdlgL2/BZV2M+wPBvqVahHVAErow+nZGUteZMGV3366/KEMyMRA8CfthnrQOtlb9VOPY6fctchy9vIyrAdbyPw09zblh+mfEMm5yx6QcJ9DZWqFzNs96V3Hc2U/PuyWBvA+Vs9qdjah6ZitisYeiwWzqyN9DZbcS1YwToKQDWdOsJL2XxvlZcNy1icN1yoBVu0yrjtsM5mchxMpavNATNs9s8576lEf3kVooz4SMr5VBJJs9edsYXcumWTeyzKzNmXQlQnLbIvOcA2W8wsTOU7/lGpt7JD2ktn3dvhR1Af4/7PG8CbDjXyLPdk/zEu3JdQBYkVgI3vz/yXIkVC2Yg9z+yqrUeFQDthIRk1Ab8Q0bq/V11fSpQxzGM/nkCwK7ifsvRuyKKZ3aiwOdcd7VPwPd5rIzxu+3NrmN+0t6m1WtAV8koA7uzH17LOcMWQ9jfJXx2WkuxH36mgixRrWNXRA/chmnTyOEh80H0039HACJDQ5hv+d7APpWG7L8vH4a5gbrjEI/do7Edh0s6RP+NHsFGi9O+1dYARciw27glmUXyxHQyY/Fz/b8+Dzq8sUGujN1tjsbhyryyalQLh9hXTnam71YhblXh6oDwQ2Rj5Ex/OPdPIKPG7/u6O8oM5PDX8zVZ3oAIkj9byRSd1wY/FU8av+xF+O5ex5et+jyTCutNsMnINRYBx0fWTKcBQKtDf1OhFzBpk8Naz2mZHXwZuRUA7n8cwEIvq+JVfCPAXh8CAJknNnTGRiszZ+FLzk8GtbdvAm/6WdvQmf/tzKcqps9roqI7e+d5zrm+4dENkHQL3tUTqQx1BnQFJ8n0PQFqBWRcwRfbkQ+0CBh5umQ81wBan6pu3/u+33w+SXfQF3bor0/FxILqXf27e82en0x/rd847JqjpvTuUBJb/+yFeR798wnksTe33Lr1va774/cFwvNI7ZWMza4IeTst3xJkG3jflV77DNruteygRD8TX6P3S3NxJY0B07Sa60/fD91SMcul2MrvG5O1/joXSnJPjvsECgH4TjB5vtec4Atsaa+99CRda+Zl95l/HuMFmMA/nWgDn0PnTmgQTb4mISaK3G/7yP76uS7z7AThPuNU+w6AiN17JwW1fGvQfINbi6xTwdEJtBqK/DLLZg25ErTaB9N3G6DZI2qYytn7h0Y5A7c7MkA/+tuB5GdBORMavdFBrsw9K9V69zVfAW2WgavH8S99n0GzBdDvQNSOfemDJNQXHRsJ2nUkmYjgcmhEQav46aG38Abj8dwqcNXPx8bpTj72g+uIgFPRcwVUPBYBzLb/t6qWqscAeysrPb6LUAlqWc61WKljL3a8W9nYCRQ36YPDnP0iAHwWffd124d+JjSz//at59xgr2+Nk3110tsXPONOys/+rJ+Qd2Rgr0CxzJUJBsELuqYxsq4IywO2Owty1Wsx9oPWozvFQSt3AIAxnu/r/u9yNkllBx+zrNyqLmzSHpOe7SR2J3bsDr46wF3rGV044O/zM3ieA+3Ss0UIHVAPJw9YMj+2X4BcSIIQQYn1Ye8EEXT8N/q6E6KFz/3114PPTOt4cJuA0Rnwf4pwsHvbB7VeeebdAWCNoX2N6J539yLs+rwj+G3m/fDrk+jR2F+tjsf0wmd0nIP8+1lfAkSxE+NvIG8A+1uvtz96B4D3u4zNZOyAdPzoyK3xw05AcY8hAst86XT8jwos5rkw2tp1Rzd0AGL2BbvwDpzdSWmvxB7peTskseF6HYyPeh9ka6e4iSG9Ejuf27XeB6+YwIXW51+Dx3qPJtAgWxl6yF7PEUwahvc7ydF6FzYP/hlnUCdwPp0/Zq3uZNq0v09yfJLi5Deo6n87PdBBtI9QI0E2hRGxVZDRwRCrEm5s664U9t4NTt18vcVF0TGWP7P28FZX7OY56VIDVt2toVu/D6m/fP27m0UHl5nvMUNtf0UORvXq/9q/bWmVbnYkbXXSi8d0EguCa7QMvjt4Hfkxform0TjyqZ4en1zP0h7S0Y15+741FiMTSk6BU97xC+7DbwkNb6zE9lYVeuR6vl/FGnzv7dNoDWNT5aiFFD5Eshub+GLfgktRoMP77F+52xn2V+zd9h8PX03iTnjrXQGc9f2CCWG/jP+6MYeNZaCPl88HA5XsGJOPjiZ+t3VegseZb2hhk/ayYeBfuo4ERcuHC6fT1WDckQeLY0IH6MP2wTbG8OkLJ1i+mBnPwQ+JnTf7PLyafaUb1tKd7vl+pj2+H++fuMXsJToFXsQuQcZpTnfyzI5z+VL3m7/my5ZbyIokQG4Cys5zOQmeDP1E/mefhGtuwvqNDx159Nv/xgJ7GS2nlWGEjMG1IVArzmcVmmGpNnMAuIJ1bdx0CXcmEsIWBCNpYIVV2QCrIFdSnOBcBahl5MXZfDOLHBcRr7sX6RWj0Lw6EIcFhgg9jK/PaT/9/Axw6gU9BKDx5NwqPqfFz4x/naU4UJesOy1aqLzwkLIMxxkFAAh4vlkD7TAtGexP7RSwhhj5fcbl2cc52Bvn3y2Qitg3u+6dvRiayR/Aom0/l0AwGby8n0oiFLNL24cnnNF29igZpM4AkUFZbbEAgAOCPAwyi3vW/BlXZ0S10Y3B1AZdV0AArCAgfZbWtAh2IHiCRZ0VxvkqoZG34MepQEl/A9hfQNEXJ6szplCwoZcA3zjZWhfAlGMoDFlQiQrAHhA/TEBLZxI0xIOn0sJBhsnMGwNvDTnePe1AZkxumVSBfa63ganEhHF2DWyqZYMVTUA2K1SvcQAkfRhf7t8qX33tbPBpvaN7k0W3ThwVRp3JiZO7HLOZU/wuwlGBjIDly88jJwfAkZHwbpGnQNkCM68zRSRPBvDW8zAwyV7k3axPGz97pkoUcAAU3CqUSimKMWgBnQmmI8+aPpo3w9M4SnneqU55aIVMzFzDe+PMImu+BdNwIFD00LTexxq5ogLAf9anDSZV/QFc9/jTbj6gNXIUWZL5/OeRB08gcaoYdn7I7xgM7zNzljq0hv0+G5kvNCb083cB4H3a7N/FoOxBsksnyDWZhgQobNDZOF2wHDlgGSyw8FgT2wWjsy97HFmbSop65JxoD3CAAPD/qNViHe+AvMdY7CpLnDq1cb+VXt6FEbm0yrl+Gs8NXNuAET+J5sfu6MAPRjWAXeRFDN3ozE3W2fm+A606B5nWmNhAd2sftstVQh7Hk3n/JQAsunP1hyqEJxPvX7/8ejoV3PSL/kTf9vmr7K0dQxtH76ouggZ/nWSEyNDw0AJzWVeApwngvFothyruijnkzy3DmAM8oMD+B3AnuTE8gu3YThJzC6C19qXtnzkflRY+0CxHE7QzeZwM035a8FuPnEQw2RHTZWJarIVu15lph4HgtuiAJCHxn65Jxd10/XgWh8pA7V3aI+VzjjkpHl/6HXvTziABlJE/otlJ8GkQKImUfxgI0T52pThrswGpsQumA4ft9EoE+taBYvX/Btot92/E2SSY9UVHOcGJALKFWHS57AcypgVAkiiAjak919i0l6d9q549cvxUk0qnDzDXZ/G99WcSSTxPspMqAeYkyMxzIqtXEgbEzh60fWLbze3Dwht0pXgCAAAgAElEQVTdEg49lgRJKmEWKOvxARK07NuAVc70ZE+h35bT4gkCwIATBLDvAPC3igTkNPfYqa8EAInkBLSSaNst5Bt4io6JXQ693frE9D/f+xwv/3uSQR7dojOa9DuAG730P1q/4QU/b6qAkcW3bo/sWNCuq9m8PskaOYkbuvbWPTd9fdh3o2ssFy3n3zPtADBrrjWkRW8n81IJbLujOg/wxPZLAZmaPjWT9c0/j4ZouXof1YP+07uOPK5KMYC0d3LFu+12n7F9xir+mgTQTSruUqe3/d5yir1H36x/u3SFLx6Acm3Lex759zuBlgreyOKVf98CwMgogBIS05HDjYnQ6lDjje0uPtozgM3zsnHmjEf7fP53wC+elW7Ki59kvAtco3eQ1djZwUrCX/OEAd06ODv2+ihvEvf+fIJE+hwgbMDIYCYrDLubRK+ffsau6IQpye8+woZ9RobEbtyKpdg7Gv8C8+h7Wr5SIdE66JwhPkn8oYv1F+DnU1jwrDGtdA1y6r9J5CYou/ZL9E4HiO/KGGQO9jLYldf06rxjmXGSl9cmORJksCfmrfGREAI+go9y7BHJSXWZGh8XG9z7ItopfcYaY5N1why2G3t78JCJHXQAmP1g3Eogavshz1gat39yJdgTxGtc4oxvaJDWnwlI53l88HXapnPXEkBOEpm8Pgv8JiFQcmwxpfDfZ9HBN9+OBA/v7xSrtI3b91AxHVpIJRT2Ab5jdGc6x0XfvhUKIP+2JN9ga+OMTZesP7qOf5+OC5O08ZfkBr5KdR7getmWXps5U9O8MJWXaff8SV+tL9Xdh+Tq2Hey65Yge31y9i02dGSZkuuVZNSVTWA7WdN/2H86tucVMMEm6b16JwwnKBReef5PtsH8QY5T1fc+ciJ71JXf8It5fGwhXzO0zM+aP7xxfMfC5/BPoANwQuOPVe3l92jsxpQm2dLvDq03P/czfYRIJTgkUTj6Vc/HPjENxPRz10aNG+zz7McEXA59jb5FBrpAbPC+Dd5k7WQP0aUEXOjwUSUJw/fBODaAmgTwPSqSxCTPdQTF6ZBU6+HnPf92xTCV6eNfaFz/moIOipHYt16XLlRKEGk6kWk7hryRw41TEQDW+pFY5sUYOuHnrP1bDtyJhVzbMYx0PhA/3KXlnwHgnKWbd5hmCkvJfjZOMAHgMT7PObyDK1lGdIL/3L+JQu8ApmWwqjIfDP3obwJUMZ9euE6vy8GIKU6WLyY/wv6hCDJ2zuvYB2OGWvM3hgmk6IMUTF/vFvjs4auIZDq8ap/pVvDN/9NQ/nh8mi4A+1Y06JbhopkhnMYgOhmnfZm2y9oOBTPZ9driDP2uOw91PA3+DTmMDan9H34GW9S3YJkb3Hy3XKZDjvnL+OjgAiM8TFcPAxEYjj8cPdG8gm+PPxf7A32VZwq27UZuCvnwwR7Tv7GVmjezHukwo/UkPoP8l27yMUrYqRNzILANZtw8zTx6jZgfGAXjuztG4Q/EF5zik2d82215ZNbId4689OUj0/4zZ0wfW0xw40za9HPwGMVEQ5s3bnxkvHj6t98eCjYzr6GeQBXGU1VcIa9coRcmluuyBzJvsKQJbh2sEKsFUhFDM//JohmisaEu3n3+Y5NR8GEYtYl8KhocPEymJ9nublUyASd9f2f43M4MBLMBk1QoHMVPOw5PbqtXM38ZNwvAHSI4Qmw28ZkL6wHg3YBBE1gU4xgizz8wFFxpK0E2ge/O2Ie4wxxvIbnGt8a/5yJrrB2gfylCC9WpcB2A7laAu39py0MmFxm8rCHtm8isT9ZTwALtKXP38j5jD+CaubIOBMAz5gQs+Bma24qKt7DPdUMHz/rQyQmng/Y1GFOsV+a3Rm3vV7dCJYCsq3/quU+A3TwghVgZhQcgdSVUKfRn0BjZ9xmPcnRa6H9rV0CrICuEcVLYs3eSRoz9Y9CJVh+Q9z6Xkr0QYJpgSwx1DHf4BQOXaopkVG5LMRkzBL00ng5QYhT2+tIOFgFm0HcEnuZFZR9gG2cYevcmKNp72oFL5qRr00IpWUPaa8ZCm0td85l0InkQIxs5gCJ8KfAx8hHqBlSHt5MtLcMpe+8zzJ7/oPmcKY0cCI+cCrpp6QNvRiltgB8eaUAVOu61gUdYs3Ou1AAuuwYJTGkefQYM++VAyBh55yzqoRFoD4UPTZNJCh/nbwAvgY5xtgAI9f1pCzgZkCTArCyJhxMgKlW/m/2+4Go7VccgsTES2kZGvPcSAGTnSoYliSOAudvaZfn6DrohE7rFnAAmznQS3b9lHiuJgbVe3wKOm8m2V8fxa/qI8xVQTYln+t5nE8++Nw8AKORMzzwVYE88TqU4NOTv530YK8domiMbBJIaDBC/Da9yljzBtpOsM+fWuC196UeCOZl79EJayGWf2gjF2bzlRsCmBGYOL5Xs0DMts8uxzPz1HoJ6W90v5+e3p5KaAAtJQAksJAEOQ7iDUZYx473c+p2AsebUZ4addtnFN4YwAPhsLw14MEF19o7gWVfSxr4KoMk6a706g5o1AuyCTgAIosMnMD8Or2l4kgpcMeUzb9GHAfN0v1uI2cZc0KyTecwvzz4ALtz7RuKT19JKYx3uyNEFr0wrw6xZ14xLO/TH08KY87udaKFdGzlOtnfrD9k0nBGL3Mg6ExCIHAtfWCKdofm5Okpjru8x7vjaJmQOm/TR69kJOd0B4ptDhkPNWG8b3SDwM+G0Whu99AogbKcYaDMygASdXX/oEKDl2NkDpnVSB+PBtn3rci+jAy3Y/Twr33SCTvYN+U6lQQfHSELCGUcvrDO7coG97Uz/c7/k6bzr3nec4Ffl8gCEXq+y9TuTF/sociOfd4Dcdx865zn62/rHsiB+C/Pr6sQ+b1BPalsydtMmMLSNM0PxX+yr5B7gCYnByBNs/lybowF++rS9wjWWOTPNu4KKqh3JQr3vBOArKEMHiZYXGsFmT0/gSuCDgghOBFie8yoXnb4DPkk6Pus19v3Rr1XxB8jaNgVzhO97bfqdgMz3kUU5J1m6Zc9J1/7f9o3ewxhf6/r8w0mVF0CLO2KwS7rRQc1J6hpjFpoIDaNz37S6+kJJVFKi8e1IVDNNy2cffZBxRg+hB0g0C71FhmZPJtvfoj7739+7orn0+quiVyOpAE6eF7vFcz/0r6TTnEmWZ2V+SnfwOj//6KoLLQT6rAEoB04170mW07rAL9i3dAhgr775lJyRyV5gmxHwzLFIWZ87QepeH3jttvUOfRyaz/PwgfLz+sdKuOwz5Lnf9s2JTAQL0pNIQMH/JYCEjYi98y3AgOIEywEPoPIU+0f3tt/edmPTK7zIGjB2/sYX645vb705ScndErqqY6Ap/D6v3Zgmvz/rdmSJaWvxDcaVylbpuqw3ndngZXCCA+BLV4ytyfrelVPH3xEA+wg8ONa2+ohm+yoXf0CXJGGfFuqDsTiB3rb4ex7h20l8G/uBZCPauYdeE8iFF+Xr2ycROz5zcmXu6MrGheInZ8fW9gyvcg713SoUv+SWp/hvfD+i7vXspiXOO4+/sfYGc2i/C3mOrRz/d+zCWbe2K7Fd+lnQpW5TNzrm1ckCef4GgBJAi1xY+2aLCbpySDxzErPnZdg9xjdOAcme0Yj+i405HXvOmcixx04SljCCCVRp7QlQnnc81/750BHBcWxAPSP0tRya4HPOUDeNTUBBfwebi17iQ4KCaVR+2DNw2wAi+7JrswfpXnd3G2N/2q8KlrlBEK65KyE5qgZ6Xppff1UMeGxW220TCPa6vYM/0HtkwSTrPdex1rRqRraxdmA20N4p4HgeWMt15tS+oN55J+h0h4yV3Zv8p3nHFh3ett60JrBOcQBb4kE6vwbAeHf865+GJ9KtYv1dqvwkkOKDQD88a5Pu1k+mw8mbvpFDK3cZB12ZsCeZM4nly6ObZNsddtj/tu9ap7R8PglTnkuSJ/vTyQh9NjtYobF2J0gvjsj9XUSBPZLkKWhwi450j+SE/Gr2qGWn9lZ4CHoX/fStarrf632cKTnBdpKF+0x1XdPBNvYU+yB8sJXB7X/CS4dHTjJ3ZEQXUqXaPavT/mjTH/Iv487A7yI8qmnRVT2+lumx4QIsdUfb1du70z2PlolJhM51rwDr+EzonyQyChvd5MSWsezDy16ZBPXQ3fiQg4fkfdFfWvut/F6esz7w4KaYpUhXc0g8pILEz+/SeS8BXJKL3rbO4lmvI2g1tdFv2IbYL+sTJvmbfYN3pAP0LvD2tz5ZjJUiNZ7Xuoid0nxeZzEb21qaOl0N5riTY8eMvuQ5QoRk9dFhb6uaF88gvgYtpvI/eoBYW+hzsHDxyJOB/9+fKgc7gBhGGIdaVXp1RmuXUrcBzeDDyG8noSsvl6xHUauFyBBEnL/hQj8jhkpGo88ECAvQdgvE576uSO53tOPd2WIOYLmtSgzXjcCPAKTyzy/fMej8AjmEx3EZx9GjK8fDtz2Dfh32XqCkBSFCpBxVjM6unOtgNgzRguAEQEp4n+819BnHEm0qC1E8HQT9vw6nZ21xMD2F0ybX5HgC9Kf9LmdLPnuF4IBY70woK+Knkocsts2OXrAsgmcTC9qZZS6ME4fe4E5xLc5Ur/OLbsrYtNH0LHJyt1fhnDbEI8gw7jW+ABCbOGAemHaEr5ZLk2DRjkUEfoAcAALmeNrbStjYYVqhq7Gdc33GgYOn/PyrlY2mo7O/umUeAT5+x/6QSddrJCHUCRr6rp0zgxHPO8gG1T+o9COjHnp/C3rxfvYbgex1l19zKQ8DSs86OMiw8bahwQWnMKzIggzIIydTSSe02IkBJAdADmQcYT0jXkaca/07yQym9mkxhGLpRJMjVzSXWjgym/U8t7pWBrMqnKcVYfYlZ0YRuMvLthvBgjChzQR1qP7bAF/GiJMxQOHQZe8lP6eyv7V15D+frrIHKNUaQae9X9yzhsgCQAQozvhMyRmnz133uMMHfCTnJH/vFs7IApyK40QNPaBSvLMXjeyz1eo3Z221wdhZe7qWOZ/7nod3ABjD8oA4Q5QEgO+qb862Tib7tig+GZg4TgCUsxzwC+NADt9yI3RLECAAN2tLm3Z9r3EoAM1q23QrMMkViWKV4Zvo4pxhyPre/Jf1UqJQ/t69TOC4Pw1EEygwL057WlpdQS/tcC295oxTPt26uh1ZKk/urL0sjCaeJ7SB1k6GHc8BHkx7YxhrjIBWXvfSx9ENe15MbIN3JeGRbezRCaYt3abN5btDBzKUtWnaaBuNvWue4vusT1pfLrD0z0c+bfYx6jN/fyYLMv7b3mPtOeMtdEGgOPR4AIvizxeB5JXOXm8eTBIBQcfcsU5b9sa+zwyeoBHBgexDOlnoBdq/1r/iAd3DGVcexpqoMtMdIPF7i0dvByff30BcWqpBK+jyngM/sxZ5bjJdDXS5MivAW1fA0sEhz/60fVgj3m332ws1a1hn1G4CYb7s9eY5nIF1J3bpegCyF4BhnShHL2uSQFMAQubc8sTPqQRLrYE+3fXgLRPfAWD2rStMCLosXY/vYpAydPRepz3qBkedfdnEjllHrbuh+83MP0GJAfoYv/5O8mvARH3uIxzYw28JVIwhe9P/Cq2uPov8t81El4xZe6qTFabRqL8mmur59fjV/wlUaA74YaGr8F23WH6PbnQ8yPt8eWx/K7WtkGr75jjyAxwAwLf9EQA1Z6sGEJiknec3siNCZ9PSbAIz0lV3m+UOlrceO23Aywcst+EEMdsGh2dXRlXlatk7zRf38Qms4aHNCuB+2MtFD0nAWLrWczqAfCravshgiwYAsiECTLNvSRovO2ts5T7b8FQNGIhfsEMUtu8JUItt+VMA+APgfCbZrSM1T8n11uF0rPLeaHLPnACkCQDH3kzg2j6nktGGptERLR9Oh4mhK3zATix1+0vNebqG3PSHDIPf2wbD576/I/FFNtkCXAm0d5VXg6bmT+nwEnJr24XCTKuPXmwA8a40SceC2F2NU7zO/pyOFqxVJyoR+IOWYk/l/W2/kTC6smzaZvsX0Umq3CHZrHGAHleDnJFRCx4z5/y9vjTy467KPPTx8F93fHolE9wCT7T4dMMiAcXvGqzgFD1UwZeTXmc94AXL2rIRZY8id+4Evjx/2p1bvuyAWMsbF2v7JvfPPWN/hcZWV+p7knOh54+1lQ86Nl/s+jwCem0g3c97bLJeIwK9x5Z4nqHn4CefPdMxXQ4CVgBYNqC7BTEP2e+bLAYLZMzjg4qqn390Yhc0qb8Z79L0VN/MGrdMvJM5jAs8dh8JjujoliUe0xfZjYzpJCXjH9Va3POQSLvk+Ig5L0L7GiSo2qdTUm+dN31aq0taVIc85PtL/l34Fjb3FxY4v0LGsLZa/+5Cpd+T+Jpxj304FYpdQZjgZrDnJy8g85w1EH2eZAdJimnfabzGXUnWTou8BzwvftHzRBdDSOBTYDf9DNmW2CRKosz7N0GHp2ocJ/kS3GP0jfb190dWWDeV/XL7TsboyvCgGlfvaD+kkxCaP5PI8PbHkQ3oaV0PHm/s3H7YrOkJ+L+xSNtSBg12DVkj8I0kLa1dwp4hg1hr9umDpkZvb0J23rU2/fjnx6/JPMEX0wI4dnd0T1twO+4ujEEu+Dmy/Z5b7rNA1z6Nj9NJU43h6hnQ+8GAZz/7+Lo8b/C9L2NM+94EufScJDBE/zOWl986diAzxD6Cx/CrdH/oLf4Jn/aZjAM97z/0Vh2azn7Dt0PLL/twfHDZV/a3hUM5wJ/38S5kDX+3fcC4ue+bnuvYUtu6Bx980WlmKlqP7ftZYJPvM84b9/w7TIw54Rd0BT9+5d3tgzhG41Pw9muRhp7uQKbxp0kgaN/1rsz1HkrkTADYY33hHVkL1hv/jrPi88VQiS5rewN4YXTsq0r4+HFj/0l/P+tKjM40XFjgrdvucX7SafQ59vQhZI839lsXHGjOxFKw9TseyR623Sp6JObD9y9er3beW9Spxe3EaHTRFGJMJ6k8dwPAFOWKOXzslo5Okc2qrqjRUvHzHRuZwsmHiRXKPbty7c8IwIARPq/sWWWEx131F+LNMjaxwqyvBX7+0WcE93ebpbtgv4SDJkIWr/cIcG0UuqtBTsl3zo55nbdUL/lm0L6BkWpjNeXsreyoXNB8ZUgm42WEsRlkQIqHwSQIEVBai26bhHHeysHr5+zHbEsH1dpx6TWz/TyMxTv62WHwv8uQ3gAWWX8YKziXrz0awtNc9FoROg7ZZ3B6MrExBj2ttL4SUeqjSocAs+x5Wj6YaaSIp+qrwRIYinHR/ob7boGp6zwnAcT673k8jhTP2H2qDKJZ13YUT+tDjKRxGjkbpR3ao8S9ZlH+mbMy35Js0II41w8tzSH2R2F/cU6/Gcet9DDczDNDJB3IyDpiDSUArA/nNlKpTisZWnfjkHgt5nYDfnVmUztn7KXGhnOs75NJtu2zBUB9Zlr67iv5o/TKKBDNw0L3mUJn0N98842PYuwl6Pff/9DyM5TB+riywudTSbgmw83r6xiMFkFe1lboQ1cEgW2IOXNzhbf5dVo76Hqtn1tYyXF91jOBIgWGf/XjDFSeszumcnoEt/bktFH1wJPhpT9xAlYWJQN2z+u8DaTQyyi9q+LxBTANYN90/koG0XMSS7HyNsw0rfHvChe/U9Q/wCzr1wbfHVQ8baoPD07wRT7Q3Iii9PMLnP1mNIROtyJDrTbhoa0sCC/dDvrJ/B2A2TwiGV5g+Mr60M6paJcDJedTevRZb1qeH3n+BDhc1e4MzqwMexbDL5t00z2GS/9e1+kequZJcOgAsCpXuxUchrsdw+fFL/r3On8GgNm/lp0B/0cGVgs9zwUeKgMozqyc8QB8cU7JZM0bwkN9PhFGU2TL0lEEVTuN+p6sZxymBhW4NxUvsQv0PoK1+l6ZsN2exnJtzr85L9cKzf7K2eCMo9Zzoc93MPcGadn3kwhkOl9a6OSt7PNVidAGuOZR5/R4XvNvko3UphcZonf++98JqIcn1ojuCpDmV35mj3hW5jqJKc+g+/vMMTbLN8es1zT3aSxlIF8y9tDIyNPOfIUeuoWqgTGva4JYrX8BiLsFb4/n9fOsEb+D5who+d2TVMFz+zwofU9iIevI/iO7UumwdgR82jQeYOoT4Oxn9l5+A+pwAN35Q/KH/Z/xZ47LawmMdSb27iV09mpBOraRK8PMXwm8f6vIP2t89P6u+rdzcV66abLW7cg/+ohKwNiWe54ZshUZ37KefWT/7v3vBMSf/Bz2m7/1/tabBmDI8H9oEbvsGz9xbwPI4a/vlImvQyIjXTHgu65k3grLtVu1+a1TeUvLD9tiU9ncTnCCFWMwDp+f+5/ndvCCdwfASsUL+nTXIc+SfYNzjVn+Te+T0JY9WptY7TCZf5KvYitJthBcacB4bcKtkMg47GDEq671J+lqqyCjh8hM171dIfmtcq/bVer6nztpra/+LQGvEydYM+RMWtrHwFh63Kx/1ui2F/EHmuLskz9+e1e7932ewwSBsvhJCO6k48iz9RU5ww28oSuATwvo05p9gjZKYKggmmiH/e6K2yOXnh/0XAEl+D/QQfiVJJ3oBtPCM0R3FKmedUfuHD8x9NbV9SQYWZY8z6EttM2W0W3LXwXo2mfCzskVdGTp6/Nz/JJuOezfDm2fROhly3nEEnACaMMTpUcP4DnAd+t+b+nY2yQ2+sGPX8K6ZtyxfR2yFZ+LhcY/7yqbpi3aUqeCMGvHkQcAdG1LHX0pvaSASgfTRIOPH3oq+cZ+uGld/Ce91IA09Nw2aDCUaQdc/gbr0fOIfZ52ff3B/jeYV61h7RdO5SXBcvnqd7JB+xknsXEGi47EtsJ+vPXFDVojN1o3mo7K/7BMHZ/QCRqiaYGps5/4RNzninHRyTy07RR8/qztHCdh/hucaOgVudzylEAMrVgbmG9ZTIchPXP1h+hw7Nvxk0y2kxx1B4F1X2MWJODJf8KX7YDaJpJk3pYpYwvn7E0mVsa63h/myf8bY9wAIvd0J62mp/Z7+f0ti7POSaiMna5OOALCwy/tF2cPSqjW+mhsfWTJV3uyXk5iHOPaTiwxxLtzpOmmuhIR7KQbGpXUnSihBP0OUDfP8k7sFY/1nKk6QmIKnkQTHag6984P7JZ2iE5eRz8MjRNMFy+xzifIOHZeH410ZJBxswkAz/vgf73vLydIBM8BZ0Q3Upmu24LrBWP2Hs96Lk3EDkWu5v3hhf64RbNlXGbtRPyzdsG3fCLSLAr4rGl3eLjX/hwhRd/eetnK7vULeBf+5OGjmr/oxsV18lMHq/sWJIx9uQFSXn2q6ihYmi8kaznjmHWhEyN03zSq2xqH8JpOENg25gROkC/H7n1w77Ofj9bqI3e+2ei9ruGL5WXW91+dwF2BvIwpE9T8fnfnsiTGeC/LbzrBMPvdjZWvLSR/JT7WG5uBXqAD/d0JB61HIxc1j8jJ2460vaYWy69YwSbZ6v4+OtDvnCMoToxmaLaxhowNmp8qSu2XcMlnThynufrwjevjH+EH9Nr62VeCQ9b8M7G1+QNM+8OnKx+YIrpeW3Tir/9OYcaxlRzEKl3jQaY18dHviD/wxi/+JM/csQYb66QTf/fCnUa/PP7tuxNU25uii96H9Xc66fYkDF5js99xCWvmrsF0IPaDb3Q0WdE7e4b9R4Ke+XqwfM0PfBKaJwB8x2iIe7Bm+puCAuze46di65gmE3+AH72ss67YcPqdZHzHHaHnrnC3HfZM3GIdg2hbWQiQyyZtZuGWZ0vw60+IK0yBs9eCbZ7+zpAaZu0KY4iDsm0bBFb8e6YGAWCIG1ChgbD/KwBM5gbzvIXaEki2pqsXTwm5MmBG8PUZam6N6LVcRj6g0hhPca4J/mU9u0VAhF2yqGgX2a2hyOCB6QB3OwPJwmS0UlcFhlgCqm6Lgb0WYlRes7PQKqvDz7TwGGR05qDfc/avFWLZgwhHG8PKwnvWIIZkBPrbKIziuEvyQ5sJAEP0XQHemSfvAHAYmHeczLRZA73/VCgO/ZreJZAcBHyfeXPo+zF64uAnCKEPzjxGEoAGVWWhTz07K0wQgPnovXaUxrlgHxr8Yu86gPda93G+9Ry3zLGyirPexhvCAmVDpgkCMMHZMegGTUiwXOfrxkHdCiXPxmesWqkPAOLqXsmDyZLqLCs7gxasG4B3ALjOD9ozb6tC46IXQHnkQxunHs+0A2K9X4krE0DTPcfRcSAUC1cgzrakTpBM6xhZ1xXO8LvX0RssS2WN8H6vF2+AwW9yBsOoz1xvevGZ189HjsUmULzbEhHUhYZQ8KJpGUIGjHDknv2ljUU7KX5n8YDoSQ48NIixxTu6Xc3y4IL9vu8YggFZvp2dZS4hg+g6D7tlxTrMASXvFjy3c/euND0rc2jwBmm5gsqwrgDuYBDZ+bTP1X3iuQT2Ih/gPwLDdxuodsq7UpQA8PKrdNEfbnsmC05JCgAXB+jwUQQJYkSpa+GTxSrwhAqX7OP3ALBaEk5y2P/3HA9hOmPtu7oJYLIz6KyvJT+eSt7bnujWfGGDOBXRU9EHnP/oau/JIO4sWV2UBJOAKqGX7BbGuruRGLyb79sBen7Xck5XoItZQzsUc2ZeG1nQPrSxTkoG4Lk/Muw+/+oj0WOUotZDAPQmkmxrGBw75HbL8E4eS2Zs2ijqQ+bmtwofB3NxcAGjZ91y1tIq7tg8AZYU7JVji2zU+nWVJOsQRy1dV1rfQGsLAuz5uicRZgIxAcWmlXF1Wzl0K0eZM03O/k4Sg0Hd2fNymnv9T3KG7317C+heMnc3wS/jwYnyOj23C+yQXODTlY/Ik1dC4ZFrGWWSlDagxXPuyhAyqWN7ZRwHKJ29x95MtW7mBQCkdzWwqe+65Zb2Dx8Ju4V3YL/YsZlkIc3/1WppMGvrUfPjVk1Ex29ShpauM2ZjT2yF6+3gp9ondgx0RDkq5j8AACAASURBVKIUtKPvoa076Jb1mgrrERRND9qnc4TArFMD4siVVzBC87xAYGSprr87yuh3ANwkuS19fAYsAN50jarCTsBxOgxxHjAyAt2HXd8B7Ix/ABSv5Mi70f/IzCReLrpnHWIQ+h1gbL+OZ2fOU2FgkDX6r+UJtA3d4g+YFgvsO+fNjm6iTe7hrWrN/y0AT+VMaDx0v++Orac5uNLSgO47AEzw1bLymYsDyrMuAG8bAMt6pVpy7MiiC519/S1DO7Z+dAZ6FZmJfMqX8ZOwhzYYvf4X739lzReoCM8ceiv50RWyVPkTkLMf9iSbaWoAvJYhtrVS/Xq3KIRXbh60TH/ACIJ1GdPsS1xdrwN7Y/q3fN2uDp0w27qw/SY/1/onoOPK3tEPj/zKGsIFoVt9oFV91WdWZn03UKkxwSWdFNHy1PK72m/7GfiX1m/h6daTPuP9eTl+ke6xnTnB0MYM9N0ffz6Jebbzon+OLSQ7Dz5WwFw+Ey0UZ31afjdwh85OQkgSTNdHy6w9xrEPe339pS+QnkgHtU7sYru1tseOr6NFik1PQrZl7vgMSkDLPAc7oHp89uf4Y6Jb7dE4g61PmJ/o7I8/f7PdBb7i9wxtt44N/rQFDxqDvpd8k9/5SmrRur3aCXay0yQl2x94JyLEr8wfAjOpPleA4en49LyTCnG/f/Ci0+J7CgV0C+vEXvURYyvrh69+OIOTPf9mw/BcEgN7rbQHYApOgjcdxr6PPZGkZ9YwexR/oQPAse0jT/m8AvxjP/cet5zn9zo7FLtmA8BTAFEgPnPiXUM6p9I338e/6O5ALf+4xjpJunT4v5/NmjV+hy5nTV4VkAykKuwC7m8VNCC054zd98xNndlat+OXaUVzbmPkXmibJJKsQAfJ9O+uJPZtz0M6UQq5xXCxRzQm4YF3S+2zqfVDV9Gj15GpJDxx5AGJQbbHxx7Qo47cen5OJfW7wvYOAPc4OqE66xbahJai+8O3d2FTJ+iDDyPPFmNbXa/3OgAMTUEzsh1kLw/+tn7V2HD1HR01k7SXI7hMn40fWhcI35lKr+c68cPvv+9RMcF4U6zQdqswPT6tG++9I3HJ+Ip1VZKaQ4tfAsAV5Lz98OzzYt43P/rfthcifyOnNj4Q2l2bwZePLQSeYRk/9jvPfyVfU/XXGPZz/e/PEUA+Cksdcsb/0rsa9zUNTqDTbWsnKHnLifv9d2AofFSBwGvRoy8y974XvY8OaowuiWwkcKjTz9rF2q68zyt4KoS1p+mIs/4kurArgMHLGdPZt+eZnbDqGJJtnMV9jckPv0nGE9yllT1zzN7m2san8/tNxGc9bMc96y+aFl12W/7go+KLHO/5KoSaBLnWN1qX0/1sioqwS8BIM/fHL5a9PmoLu8t0PnoOmXJof/YReYF8zhqOrhyeAb9puxEZwt/IDOje6yPbehISuyjqBJsvf133OHDoeEL8547VdEWsnx8X3XYK+AF4ayf4JU61tjB7epL7rpbHXgGvT+RW5Fsl4s5CvzDJ4hUC9Df+ZmofHm6d3vIo+7g2r+2zgYvkyzgxfeIr3Mec7S886+exKqFwRCm+B7YeBSLCV9HHHT/TuvoIyOeGvCPnqXM/dKb59P57v+eldHxj/Acrfzb04P7Pw4+l5QBuJIJfiJPDA7WhvnwqgXGYAcJMgEfADgFPi6Tam1F0O4gPovJGWzIcYWeH4wRo2oBZAKgBLI0zlXT7Zpg5+j1Bmruq96fKSDl1IbZR3s8jnJE4AUO9RQpiMwMLqJsxKEPrVBtMBSxZ3hnvBBUNKIyiliEiAS0lawEa8FtzsCF2MtUyz3Wu5zyFOYMvXy5YDSMABKSF7RJ9G0W5dg0/M+djYMvQ1D5xbovm39UqYbBx+obBOVAbxwfqu9edXSOrz3E17ZfA/QngtZBXQOEY3hNA8Lif/ySAm6H1ewwfjA6+jwG/67SOedagK3sZYxTXAEGTPSknWsGauw0PwLIECFAElS5e13E4X8Jp9iUG5ipQjG0yYG4AF4ALADf7tme9sK88h8x6YgFnrKOh4HfR4OHzabce0FBncb9bQFMxd/M/9CeexEBB0LfD3wHvuy1O6D08d2fzhJ8kNNViuvrue5zjINkgNDVMYJQEF+3MZkBG+cSAAVg8dFKKy/sJuCfKG/lFALEFMWAIMug+Q+YNYi1fYnRo1JyBCgDiCsgCtaI8YgRIGYkWcUC9/gbfsjMaa+9vVDoOrTZJ8kFrkAyxUhsjoyM9aNEFkL58vCDLm86P+vEzT7LAFQA8cmQeCF9Ch1qXnt9JtiiH4UWDDhxUpuzQYc+LtQFs1/0kQ+lnft9n3GNaM6t/WmflPWv4Zd3JxvI6j6F5AxtmPdH3GHFqvwuImGvVnotqlBgDHudUaKyx865SwjHcbNjsrwO4jx4S/ZkPn30woCfatwG8ST59XhdndNwJSp1xxri8diNk2pDJ95NMopmN1dUAj67pCj/2dBOiRq9PkFNsK4BJ63DanoxjiLzxMwf8jdG7GXYNrh5aHuedLH/vg+l1j50447Leyr8a4N8ASeR5dEtsDBvT0/lBzz6B0qGhPG3vC/2E4mx/jLGawGAcGObURjn8Fgd+DaXYeFlH7XfGgDyYoLPNs01cyr4kUz/zgZdXZ2lcZFRrTl3VkvWJLghdp4VsV39+a7/zbkWZfTv0an25CYQAAKG/ckS15wZPNoDAWO7ODR0AXvBrz/uyszcVTHIWutJx6Ue2wrvzwgcI/diVsSmypu0sYxOZL7QP+m8cuXbE2yFuQDV8NufzyUFWq86LPvvsb70mGauqvlcAOI5fgJjQDTq4A8A+C1x241T4EADtpFwc+JC09LAq7pKpjKOtr972UKLOmf8G8k8G92TIpiIhwNSRyyOYjw1JUKIAVL/vnK0VmZh1Lf/m8h9ajsEXOa9HD8vOd4VBEmTaQc8RE92BITyxfoT+3f5Zxrnyah3/N4CE/KSDAQlCRz6Y2KHOrGvbpxvwzjU8D7kFv/IEdGQHkTs4wl5j+/TzdhT5qemjEyYsckcukUi8icqxrW+da1BuZK3nIdBp5IDXcp7ZAKP1xiTrHHtBcnhaX4ruRc935wh8rU527Hf0PFe2JpnSgIqfK+RjAl9Df53E0gmuyPfeH96xNsEG6lmbBrjgn6x7aPckRHjwn/59qkqyBnvU0669HtKdMrLusVveCa6xPySzlEBG8nDbTJ0st3ZreMh+hwH6Bq9i4ybBgfcuDX9LUiCB/CQHO6kh0qNtZa1bn+0Ve+7dgn6r36OTSYpjj7D1oDf93t1Fihmx06Lfxy8dTEBULv10KsoGN+nqRABAvYtKGMbihENX4sanFj6h/SLAI/9VzzqdCKb1HC39AyJGBsFPx9aYasZvXdOQYdg1d4A8fLbBQiU76rkEdtpGwy7V2t5nLkZebIBczwlmk0SQz4T+0Ebb8/daIm87+KR7bmA/exwfIS34NoH9gPPPnqS6NzY19EEQBXnXsoKAmG31wQrGDDgVhyHWDVwDrIevl19Mb4e2kyjKuJF1K1eih/A/u5ptZcQGjk7icflVyPnbd2Q/7b+Nrm5bufHF8OFlb02irfdhWp4enSKs7NiUkUsck+X1kA6ZBfQejA7owo7T2U887kDVuyL1yL+pIGftkM+2Byx/1j5GD3UHjlcL6CNs3rLHPvqxJ6IfsOU6oTKJGItjJYmtAh4QlSr8xr4BV+xgYBLS1nePr6N12zOhQzOLF2D7q0NOJ33c+8gaoJ8iQ2PbtX+q96da9c1nZx9kl8259brXBQoTOF962DOKNYEuwrj9kOY3A/E+EizJal3lbZt8cB78tPZ/w29rvyEjTmLl0J917fP8TthgDOCrJ3nw2C+b6NK8yFpy/8BW499uMAj9r+tIughv5c7dhzsBJt+374y+8H431vaF3rVOyLfwYuQ8tNqyCl5cTCh0h/ymiyD+hAKHh9cfXeUzwkWb4yJoLxtnbj5OgDI0jf/B/oGzp4BieMHB9XcL1tbvJEE2dgR9Z79TWYvsaNui9+bgOHXWb3ReaLE/LRfBTsBf24YB3/UZ2u03EoC3HBz6esZ5d8bprqpaU/Barc/dkYakzE6wXr9h/Z/2OTqpFVujf0dlI0mCx0Yce15rojF3ghz+9SZUZu2UhNNFZ3fr826hrfgGCeLea9Gyu4EEZwj/hIGwi77pOn0f+z5/mmdD87Ed8HktZ0aOYNOs/Ar+nXducjJxGOt727+bMKPLXwHgiZFEL8YmCK0GILY9qkphB86TEKkPFe/4isFsNsmPBLljVxS+4vuftcsrsmYpblkZpHH6z4Sm4gsuloUd1XuSPQifyz62XtJ8OYZ2bAXW9pv/nLWPnKLjop+r908CFXgZY499PYVt00LeezK4iff8qtxlXYKPaF2nA9gkPuJXU2Bn++DYiRnj0buz902DYBbRHUmqRc4d++h5yHH9CfikymkDwLwIxvOCGlhNyywJftrFQtwng2GATF/Yn2qTegeAdZkYTwCaW0IqW1tOwQg85F4HTda4bFBlwAyNdwyXM4Tr/U04MXLWAcl3ymqdzJth9iijGMXMuwVz7MoAfbruBcpfgCsE9M7OSba118N7kgAOm7zZVruwa/hupY6vP+eThsnPerXN3g4AIHIZogQecv//OACsqXfAjqwojDU5KhG6yd4lAAzZ2aloxTxTaeKmpTCz9HI/j3y31guAEIbPpHofubcVDQyifaSNMYdys9e6j0xJPRoB1ONfmpKsoQVGDJAGO8+Yav0NSk8lJga6rrsDaLxjDYVyVCdoc7fC9RgrQMsz+mwi09Y4C2oN8tN421CwoTECFTDaLfM4u0Pze/5wti/GiN6lte65tbJjfDZMni/a6O0Mt1ciQwVgO5nCa/gYSZJZaY+1BjNngsaXikNnw/6fQ1iV9UYg0XvnOU2bm9pDK/MCijzP5313gox+D6jdBrb3oPi7K/j6WcfQGYXflXj6VbLb3lnOOIs4Aozh0KzGWvzndfdcaIWZrEpXzLidZyre1zifNkDVUg1D+MiiUeJN6x6H5GIpsTZgJS/elcXb/svy5Hnmv5UhP4YSdMT8jmJ+5C4VFl7LceAZW5IZYgj3515rZLyuORVp4+CgoNtwP88qPYO8MS0ZTNiWcx9ncV/01WA1SUQxlvbogazpGkDHiNf7BqSjnU9nGGatVn6SAZgsOjnXGwDuBIJzluI4QlVEesCs5ncMM8a19LGVFh0Ux2nBgdv9EZ9u4CdyfgOfum7PH8vZeto/Kuh7LZt+tiVk3mSDtD7IAmif8Wc/Ayo04Onfj35dfskvXs7jsadUaY++3yxnrscw7zHdwKP5X2DPGL8AWW2oHvmpa05wK/beMQdfAUpdd8zEvP602NxA76m6Hp3v5Ct1cHku784DAsq7dRhr1Pus3wl4ViWHZdvDo82DvQZZ8+0sAqD+bY0JFgUQGydrnDnA4nscLyLQ1J8/6Gx918Aa8sWVVrOXDrJobYcH/bwv2ea8J5ma72x25JH/VgeXkpu6j4BJZEz2tc/yOU7YOH/fzpZv/kyFU5zT6JZt65R1e1qE6YzwJ5O6geo4nKGVX3+NI3nbTJ2o0wAbQfE+WxkeegHXY9+FDreFFQFWHC3OhjewdpIiFpRrnlCaYO8PFVZUvt82flf53XKK4C6BL97zLQAc3ZOd1761/ezfjdOITl2wd9qwV/Clky82UDxO8BCX/YypXLeNMq1E13+6+HzGRTKhZZB8CfwjBzaUtAJosHQuPfIOcu88aUeHTuz96UCfaXv4M7SQ8XV1B21vOwB8X4ftDo/pb8DGTrbT79FBAXhzpAmZ8HzfHSoAyGUHHDB2aLQDwPe82mbJPHftuwrhpi/tWULcBZDUxLDn9KvWRyRsta2Kn0YCjGVmnfWVs/CSuGwbEFDlnHGeMYv2oPfe29g5C9pEfmkjM/6VY2N/PPTlxBF4YtW8QZxjxz+3x6/Y5E+CFTzXdsa0mDv2nECqEZbCLUJLq6dz7/iOXt8F6PT7ts2bZgWGuXL2+ZwWpNJf0yKz+atleY8v+7l2aBI2Nrmm9ZPtjQls31XPBIk6MUjPllzl8do1tXiMH59KdyWdyTf886+n9aPn8QDo2lf5T7Mh2n/kKX641qU7wWRR9xicxnfAjZLIns0F5OOMV69BVcBjL3aAzDfWJ+BcBQCe7+4A8KsFtb6vBLHmxZY3esU3gPVVtVj6HbmUBGHJ2iRLQxv3uC3zK6kSkLH5os89XBm3Ld6xYxqo74rQHmtoe3nyxjFedgZ+5rSE1D81L8u5qaYXTa4NuYn2mwgW/uy26L0GxrTGTrJNJl4U3z5/csbkAs7wJfwLHoaNIpGo+pWuKNY47wCwMZE6WiGJNtuu1jbLHCUnoLcDwND5qfiZII4AVslX8Ylbpf9T2I8WJ8Ff+VL6HDsCLPN5txOxnot+fbrtgL8cO3zOIj0Je1qvEUKx87K28tfz/JULrLP90jlCjUDM2YNOoJv9Xpw1wV+CJ4D77TvHl5hkRR462NwdFLmLIW7+7eql9k81BvbgdRwDRu08CL0lOUECIfTgQgF3oJF8XWxGt/b5xvo39/Lz8bf13dBmfM437beubf0VfZx9uvVArwG4FL5JAhexnzuQqHs0jfa3PdbLJ2jfM7begr2NVUSuehv9EY386eOUpLfVyURYEEeejVyHVycoovukhz4DwKtDm47o3JdxbwBY82p+AxM6/NAL5p8VfEsSw3af00R0hufa/bqycS4KR9CHdO7QdQnyL/7VAeCDqUwRnEdg7DADI4ayxyqt/QAmGNp5B4Bf05pCN/uVUzTW+BRBasZ+2y+mj7Kb+tnQhJOqHFjEjty238jgEMMkgNmWShDx5Z9579Y3vAPA2d+x2UfW258cf/ib/mG8xFJaX4lGaVFMwtexmcLanlcn4/fekLRBTEnveh/l9cbTsAW8xzMwxpwkySQtqwCNT/tV/O7v5gkv3gnS2OZnPZ6Fi69RCb5XAaDeo7HeiQevAgH77wkeIkKPDvUS5ljG1tlO9C6/O0d2vnGIW/6YDq2j4lt3gr2+++OprLffPYPgSC18XTorxgbfRJFjy1eCCYFR26L22wrLMhHuUYiss369BTAZKz4hNkDHnu4EkqZtjenY1xOzZN8cNFblfgWAsdl0H36Z6dh+TcbizgzPXG5/JfjT29Zlrb/RGwlUh1/Kv/vH41QdrxMDi7PpWnB8K70nK1WKvs/seQmc08KkIo0eLQ7CZ9CJ+/cchMm0mWzj48TIsJzRdyZ3Ag1bCdQG4VHA1SawM6m7BXY7NYfoSoi9BNMMWs8X8HFX+LFB2XC1fNqzEyCkHM78PptG390OPQThV94VwFeQfLM5ksXGuTR5ZwwJfu5qLdPi5RgjeHLHZiApEGtgYBjSYx4HqCuLIgBWWUYR0loMj3/O8dP4LDT+4QSDt7O9AZs1DFJBEeNVAFWCjd8qpF+VPmNgned4PcpQmhaogHNk8y5YWBly5l/WYQ2DNsR6vUMTb0DyW1JD1jN54am02XNhaQWsdYXu4Z8YK1MtM0B/Mg0LCIgda0NDmV0dAPbyDRhyjwsgPXdnroyTQEjTU9NsO27QngX3iKJtWbEZl8e59/smwC/6OC1ueL++S1BXhr3GlQDw0IXXfEGWJCbImf40qL2bxyjeoO5tjDIf1oB1YB/6fS34+T3OgY0b70EAMCTzyVqcsSOvUBjOQpsgXGhqgPvJnLLlomWT4pfNUsah36P9n8ymzY5XizQA/K24crW5KsBk+LtFDAH9GMx6luRbVy0iSwgAsy4doGHNNFcy996yaRUe66/2tGcra0uRK/f6Ybxv5cGc5WqggVFpnVYGmb/Ec0a7WNsxmofmCZDmAs/kPCx7QXu/lanwlb7DwcAQtLP+xTEnU5d5wTNU3711YJw45tUGKHSHYfb+boBxV4TcFR6cTxfjysCFdMokCwyJxaEbkFXXYUTdiQaHDuTAFf0u39SezI8v2h390Uast+Chb2dOPwYmc3RCAYDj6Cm6g2j706oudO4gzHVGHCNJcC6AqI20GncbwBjUhwa7PaAN75WbWa8BcgSG2a4JHyBL4el77zuDUWO8xyAGYa/4vlcVR0mEewN1GMTtHNw7stbjfgMQGXaYCtFnzWkNLlCsZSIBQqo/sDsAXgyEO7D4tiGzhiRatUxf2flybJ7LqVJ7Z/InsHBakGnIunaAl9uZxkFBHpjjC2Bh3aAv8+nQzaEjBZae/QUU60Qj5v8Kes6NrXviXMGLOPJT6WA7JPZF23EGYSbhh/VsIByQQi3/9cSWwU64ez66/gZVj+33zPUPV5LJUU9lWXRF7tX407GkOrmMM+MAsAIMakE1Lz6A+FRcHqV41iM/JMGDRIDwVuT9BMTn+q6gPB0GxrlPEus7YLrPmYpp2/fJdJ83W/6tf5DfRr4vsGVa6Qz7CVhwnIi/H/tVauXw/Thr1kFTdd2+SFei9l4Bpi5sMeN6CJvWbA5aVZUQc52J5a/LptU4dBSBAv842ug35g3QSGvCY9/MgwPE7h5jE90JRD0O1rNlFEeR6DoSBAF4t/NMJzHEhoZ2X5UvesajCLoqlHG1uZg93RbSBGeo5Dp2xJcE48/5rBxsHcb74NvmX13X4/omm7Dn9L7TAaEAytDajmYz+RNUIpHT+/n8kT0HUNhHd+gZ+Av2d22P58GyYUkUvMG+0MnwZR27QpJRV7b0WqglOno3c9C7IoteSV2V7IEtYrkzBJYA6Va+ejxlFyvgGSBtW/YihwIexT732g+fEwB2hcQjvzLHyAjAwZ/2U9d1RdqLTgag9XiqBSHP78Qf7iP5g3WGJt8V9Blb7Dc6BXEkTOQ3QT7a6fH8rtKMbpt5Ps85oOH/EQDWvt1nzbljBhOqClbeS2KBt7Fa4yIbsuhJHIu9F1sWGup1CSAnbCHn2VMJCj23zkqlTp6TLaWbTkb2qjyWD+cOSakWoSV/y0Do4l9PQP6/z4t4NvP0fAzC6iiZBCD1bmwIy/8LTOyEY/sRJ8CJnbo4G+NlHK1PQrBtZ0WnHjnnwNC+//bhGqcJ/WVW0EmbcNgvVMH51Vcg5U4Yd0XNdCnsCnLWbvciD1JVzSvwNWA0vmDjB7RYPF1lPPDYKh3YOLb7BK6xJbfaVcGnJCcT9CJ55fYjCbYqRAsd3AGYnrPoAXC/bVtky+kCdnXQ0vedvM563fiY98B25VQry4aci72X09Eqm3qecubqX09QULbHneQB3sAzX7jetMfPsxekOIUjwwMUfuAvMwrzxPOfChlEZ/inCbxKaAQXkp+HPji+sBdz59Q6NvJlZXT7UwbsJ5Hkp4RlAsCMM2d9M78NCjOWk5g2840uehJxsJPNJ+8EkG9+Mba+3nsHoHfnVkYy5//8988TYAhPalXlV0S+c8Y0NNc+oOnP+iB4bMtfb+usowNII7j1d9upHYTBhkbmIauWf7E3EuDxSMfx+paQfhIpZj7dany7NCQAjC4iUKoK0IP7Xp0PnUNiHzXJBYyTYO3iZVn5k0w3vgf+vb7rcd8BYMn1X359ZJJ5NM9i37ANe28/sL5Dy/IDB0fVuj0POdWv459bzj16Vnvac+oCIr2bysL26dtPha9arnwEiqtoqzEz5tKdN/EfKMDTNRp7kl+SAHN8rdHbuqaP9wCXgKaPDHkmxDE82af88f7K9idwrWrYMRY60QAaEPbW9vCxBfFrZ815L/Zmd4Dq9+k6+VN7/ejU5yJoEp4wJutq5a5KnuMYylbrxLDXc5+5eb117Qjqc9a7dcDGVaBz21uyO4bHF2McX/wKAGud3FmmhEfHefB1d8IFWg+tBH+LXXPjGu2nYN92JzL0bheNhQfWTrr5KfuxHW2bz7DPvxXutW2me5L8KHkePfAqvNDyXsUWx6caZo4PPjGgk8BRrY57YNNVSWvUyTmnO9xj3P93DVu9PRU/JwP+BBQ3GKLn2+H2CkUREYjl3du2bhVdE7vvs5ExmWsmhK2g0bV6ZionANzlxKUVJQESHH8tYitO6EqCtyu02HhA+ow9Dl9na8P43ULJBHe1XmjBxEbBqOMrvLZD7zmVUxJOZZCerJWZn9dgsj2OgHo2qDMgyWRaAZafULSAU9zT2YMYFqxVV199A5xl8REIZE90JlALujsT+AgOEb6An2FWxujKaJwKK7UIDByLBIT2XCethyv6HgWuvdgslbfBYZrW+gnsnBKBVUBq1x0n/uXoVYsXj090/ghC2v7IscvZDmuw2NAcYX6MZtmSIzjvLJkXMYjd5kJ48K4MFUN6LwfkIAC84G0y824FpffEcOs2AVH4XTna4AwtBhjjK+Nlxrr7ktZJOCEtgFFEneWd9Qzg2Nk591mwryopjXWc3+/AfVq7sf5pE5QqVYBLze9PV2Y8UcsBJe49OJWmz/fQosHh5zl3tTLO53ECBYaX7PC6F7gG/2q/cBRWaWYkTf+AFrfTkecm4CTaJaNYv3+fiVLguYwDgwlJHGBchzbHePB+jTfHO6BL6EN8PqrgBBRyBsxWDOtdnbFkh9YGeZJaOgB89myCh4ffCoRlDbzWM2hazOl6WtqdNRfPm6cFFGZtAfmpsL6rX6zUAcFHFsPfWYOtMGm66Uzq99lfuqcCyJfBlwqbCCfkL6342ukmIGQjgblUtjn6Cf2nsZ0zYFnrMVY7MaezHbUvP2XAMdfb6TQ/TNDJ19A61c7qyhrkb84ejvy+A8AY0Hcw4AMEcjJRqki9f2PrxBHfYOoxlOZ7dxExGKhdzC/b8ANYAAA0QDABqN5rjZtgh97fySwYc16KAru4X5WS8BeBEo0f/jW/jXPRNodAiltX2/CbqnHODm7a1QDKnn7Nl/GEh4umn/HlaI93EDM8VUCQwc+Ab+HdVPCcczvLAW6gFfl+64qzPg+/qjJHz1S7HewO6AU5AZ+2w+Dvqx1dkwAAIABJREFUqu02uhbbx7JyzqNnfzqRyM7/KF7d2xWadKG4q3OUOY29I5nZupRzn1KRkWc74W2A4w7ourKwAsDg3keWDT15X57/I8njdtoBgg1oW8ZLb9lLm0zSAAp3RQJrRCULdLxgI+3JNimMsygPePe8L1UC2U3Lmee9pxXs8+9Nssh1d9urpnns/w6KN6DZ9j372aB4HHfNHwBbC//uMnHrp3dHA9knrGNJAI172qJpPD4bdvYE4XwnyKFju01WSGL9F8auv7N3CWShZ7OmBBuy6lQYMDoCOMd+dCu7bTUJKML1uo4KizsAvMkyu59dfcZcFQAOwLcJMDedikd4j54Gb3SS0srIyJbsqea7zj4BGY3b6yV/aCpKqZjRfdjo29r9rYt0/0n0GZAI+wE7g+Qzi4XCGwB10C+nhaHoWzb2sfWx5cZHMP/vOeHw3AaJw2Pe16EnRFL2PnridNYZm6Hlm4Mgo++wr+BpAxrDgAFlIxcaqNP7OIvSoNnIS+RF+1sak6qByhyLPzfzbxkNoAhdQh8LdryTujX23uulhV1fVyVUpkzsh20l7S4Tw1/FvScgYX1qwDKtj1MpkcG33uw20C0fOF8W+2245OzfwS/KPtkzk0NQHVxCPzHXTVrIdf592Tf3ET2mAyevCTdJ1pLG1kcKaX06ySNB+fXjT/Le0JYDbrOO/X6tK/pfv6e9q+TrqXofPvR9A5C2ve35TwBP83rZ7wKoKgCs7+0/TCBK93I8iOXKqSAH64iP48StSdAQeeA/6n79Hn/AhPB8dEsXLzQA27avbfULH8BGIQHez3vG28nY3dIUeYuso5Iq/r3kdnxzZA8JmMa8xkY8Ac5px23+d1Ar4CS2NPSsRMI7uZL5vta2qwMnuAR9w+PBSqaav6pIkqCX8fd+f/gDDgyurLc9PJjQbbeyRh8dw55BOSHluUGy6gZctxNh+E3dBHp/2/7X994f04DRrVn7PZ4u8nJlXAf7M/61jxboTQDYYyycKX5++Dr6/n1/8KpUEIvWbv43/4ytpZ+xqd8Bo6lunQBw66djS2Vj/f6uLDQGYFd7eGNskVtfzO3BFkaWICexTxpTpULyYHFFJx0ApkLf76vObp0goHd2xVT7A10B7GWWLDgtQ+O35rN475GztjvWnom98U706OAeOJXPhfVe7FEBPSfvYe2Z5d8EgJNMNCOqi5gvNk/2KvbPSYC7OjQpaJt1Gx93/HICBeqk9K06088+MpYgt1ru76CTCLRHrb2KeCpXxDpeAVDLkvDNzR+bvLEdbPDxTHbiiTGAsRn6DFONtwu2OjDZ+Bg0emjVOOG7sr/lH8VsTlqwKo2e7IAPdn/2dFvdduUiSSDQpcaqhDAnRVSCA3Zhz1H0eVejbzJaCiz++CN+qv1F6wAS6fDKsm/gXcFrQj9d0KP9OS2D9d1zGwmbdGLyg6bTl2S79f/gKSTUa68avzyV+oM9nY5GftbuCuTeHS349lslvbl26IvYjR9JgpwSaJ5JbjJaXsaRnfq5A8AckUByz4teZE85cBy9ivw3/Yw8oYNX25skvtC5wrwlmWL9HTyZ8d1dRcACOX4NM7c7657Ei7K324fj+DDs8SPHyz9pPBH9w/wWq04CHXhV4gihkfBQjh5tfKj31nUnspfGbjE9uvPinPE9eMTNK8F/4vewluE1vTj6MPo7QqeTz8CXSXIiYaUT/TtxCN7vttnsSe83/gvj2ETNd8C1Oyix7/mbdYtsZcxggKLpxsa6k5AT7Z+5cwwbuko2Inu1nVk/A8AyIRRtoR04XeU0d2zKf/z5R1gRgRWiqaCRnWUqKzNYlBAEtMwTBxNOJ2uJ71lgFGAIKIy6gHoqylg8QBI2nwDwZngNwKoKgTGoUN5R4Mt0fP8CTWdwdxYxAipM/25Ji6PagN6uQZyOA1JfClKCmQwwjIeu4nlnP02F8zMIC6IKFpsBxnhtA+0mVK3ly2megDcZGxB77gsdaIwyGPLBWcQglZmYao58EuS5Myr4tgPAARhGmHjPc1UHIdyyx+C33pczhmk9HuEzVQvPvhKQPe8aQ8ZG1ZCh9mjPKICuouTtYEHfpp3nz2Ow9+fhD4+PjPajYKx416HVPRJgO++sZxsorwdXy4gOzt2V9L3nAABp7fXOtmf/NsMtyQrwXBuhKIgYa9sqAQUCKNLBy25ZEqEWvo0jE6HdFSo/n3ExAbcxYNchz+oANLjN3QFDY2Qko3D74Gd9RyuN4dgKJB0EdozqfBj/S2MP0IiCF2iuYE1aK4QG2uFHKQUEmYpYGYsPnXZCxu1stxGZ1otJ4BBUjrQMTVGJHGd/Ez8GwBl6zxoxjzf/tEImu5J938QXGUXJHnRFRckn9rJbPGNIAiRCwysf10l60cuhDfHvv17ZkX7GFweV/ZSMhy+bzjSuc+5sVRg0X7WsOw6RddZne948KwBisqqXpjtoguHzfs878w5Z3NdAy/odhoN+JtGIMzRxJlUh2VXkcRrIqA0dt0PlZZS8nqSKY7CVCANYtfPwOiMnYBOdGkzvzxLcAA7jjkG3Z6oeuipj9E4giixKC03dC0CtZzmT1c7zyDE7KGtnJEAehxf92BUw6H/WNvos69yBBxzZAOxj1E8iCoAbes+8NUZrnh9HtvdOa9yVkze/n4D8aZG8ulI0QkDQssl6VmeqZhE3qe2zJTn8284wyWvWv7alMjaPbyoXkBfIOWyXtm9wKNd5NzV4TMm2jYwPLY7x/fy+E+ag+2OYPi/AIc8YIvcasEOmAvzcGbWsB8++HXLsHrIZnalMpfWXCiQnc834u/UVfLT2o5LMAqhgB0UmLz269ZOTVzbAa7oe+2k7KegYgtgdsTemelwJbBWA8JZdOrWB+k5kwSE6Dt7YhYd+Le+mWncShrZSLKuJrO1WxuxRV1qbPgEjx4FvwBH7iD02DToIOWD2yAcHAJ+fqXI5gWO3S9wz5XGo177XuicxI5XDZkl/ABvviqBDixMY2WrdTNz6tsa39lDeZbofRvmsDFsfB1nd5w7iWG5CXvH/gIQNEKbt6b4zrdJXD7GuzAlaJVCtfWx/hHPEX5WpVeXbFRmvysyxL47MnQQU6JvkCv37dWapdUKy75tPHQ8Ye1zrm44xa4slSUH7kUzo+wiGABC6Pj6D+afaoh/QELDQuoMk3tB31m5X7tv90LbGAI11Qg42QQPvyYx/8/8Gg1QtS4JMaJY19XQFjHlwK1/z++x7gwGRpbHX9CGxgudkfQAAM1LJONaGZAtd/w38YG1Oa2gSzB4zlaC3GIXqfeTjJqQouLRnrLe/o3cCvt22YjpEbEcOfJQhiGMDaU+6grnlZ7eGZe8ANsTbbDs6RkDaS4fO/rH/a28jbyL3LLMI6Er+y2eS/f58wTpr3JHPosGSHVOxHzpMsvudcAfNdiADiqXCBb3yOiN0xhL7JMQONqPNIzCYoN12NulOTYwr/lz7/tFNpjO62RjwgxvGvZ57sF9eCcM/2PdtY2R9N8AG1pP5PntfVSyh/+hkrcPaf5+VLd86SHkul0ywry1decnHj84ww7Oxheqoo3meAV/RyQh22pFiD3fXtfaRwAs64aCT3WPXb5IJNvyZn23V/GFu2dPMNX7i+mfvPd52w7pn/eL1wf37kT/4nPeRIydpqPx59jTru0cS6f1bMEECRqjd+gXCp8OXB5wK3O6m8rvPrvzrtCi3HJyEHbdhHvvXPCH5O8IbINt2zuw5ic2HTy67hfXk+dHX6SBw42+dXKa93f3f7mytJ2nVGTmetRaA7RbG4/egJ5BoB7tkQM/6noCc/KVnydOpZc4zrYSCO3ksezdrh79l/6GSp0YORL6MvlEC8CSmbOJbVU6J155n+BzUR3dx9E5XdcmuvpOHtK8igm9nozb/9tEanYycYFdwvONLOVlsbRG/4Fmzv6aK3EcdDvOAO5ufnhcap33WGf17bGbkwfDeK9g2ikfb4+CdkJ7yEUgCiJ37PuaqdcBPPB38aRKYbJcH1+gjP9oviR+giMrwWSVQfeqvxSttj4yBgG+ZSrokNfD59NFG38xxYbr3JMlqTcfO4pnHHrL87Ja0m7hx9sfJFnk3si2yI/5GB1fe8YyMVmOlmhW7SWv1U+GTfg/PoHeQVYePH7nXQdv2MfF/XwkQYztkrOOHVUcZ08pAUbYbn7np77sQ5m1Hyn9IAdTZl/IlfRSLnlV6zmMa/WDeHppHVjLmlg/Cj95tgTeBjgKX0O1ipOJz50Bi7o+cwbc9tirYDLhBJS0zJ2w55FOe0TZ16a7x/3+yH73/xm831sR72r/R795HbAQb0Hor/oDvFbrYBNXuouFOlCQaXvEg/CrZcOqYFb5Y+9v7Zn22Z4SvvbbFK8bnnqn0WA8xiF/mmafq9iRAjp914fdgidABz7J+0dGv1suy/RPoxd6wjBwcJmeai1+35T54l/0L7R9V6IMDtn1lntXzjvMVWceH9yZhIwm+6EeSGDrBETsr9J7COX1un5n3vnCDeWljlN2pqAtxCFCHvvQOlMIbWzD9PmOGF/WKnPke/6iPBLDtNPZvzigfn1j+yBzRh7y27Hu+vjvs0MnnFTj//fdnmg6CreOoCcR5V9ZCAhCrDDSfKDV95q8jzLJ4G+1eV2zJMVkIVKpNW45xgBWEEaCAEWnGGia3sVvOGAZtQM88/yiLaddwg2pyjO4sCEbWoEIH5bS5vdl7fQGCWotRTlmbYQwT2zJ0lEoEts+WGqS7DfUOAmj9DlHX/LL2EcC9VhDvZn69MwMAcBYgzjjNCNMGlspNzkWwLqkzmyDwrAN7NQ5jeyIeY79finoD/NAGjAZz/fUABFqXADK/HOX30OrZXwKyVKV0AH9ixx6dGIwAMBm3OAxxFrxVXgNXbq9tk/sl8J5AGeA9gg4ayDWh9xY20GIHpHDk9RIFAPkc4EJ7MABOOy7QMEByA7CMMWS0bWq6Mq3H2j8jXAFYj0E4rRip1DXvXy2F0OjHga+snQNQD13RgmFB0Tj4rJGDug7GZvw4cFZqo2HtvBksTjWp7zVovjM6soixOGCxdEnwLPShBavNngBwFFPoWp+ucONNAB0Eyzqzr43vo8g1r4eQcDA68HcCszMWztnFqMXRgt4j89YwxAHvqo/jlGuNyhDU+PXdARR9NmpmdeS7HKjnj8aIUXfTkp2jyRDVFi8Q/q7u9v5JEf36PQD8AqOVHT37nUy+GL6nQs0gwD+easE4idsuMAku8BaGPYYC8+qqzcjn6aTwA1B1eGzW+xvfbGDy7cgdvh4DX//GyWjD2oaHHJBn7gY5tljovE609jojQjRZWefwUAOY33i/MwWz4arimLbdxUOhkby++Yv1I9O7/Mhca0Ntgx2ScJF9OSNFfwLwJZlKl3JmBnzSfNQBgaZNwA4H4ybwHdm3gRMSZV57NrIC2f9t/NCQU5zkqJYDzLOan+BnfZf110DgJc4mDYPh8P5LzvPzP1o7Sb51K1PW/E6AYM94fipf32ccMUY9+z8KQBtUS1Ch2wwCOLFv+rfP8Xm1Qg8RtFP5ql54vubsJfYPe8zrlv+dD/RxB4CPQ8EaDWDQNLhrvxncHxmo2oPnJQsovM8g1Hd0AgltX4q+iYV2VARyquuLZZJl6mZzonegg7R0L3tw9tj0P1VsVKRj53itDciFGQl6Mawjx6YCfO3nHXjbn6qWQn9yJlpP8cUbXo+AftiNDUZ1a6aPZzzD/e2xjzohjbHu2MMf5xPzOPQ1FdyhNX5X9nIlqIWmpqPEXGt7WgFiOc69EedlmwTXdvQZmxRU6UiDNjIDDY7UkPXuNdleyyDHqs/SbXsOmXhnK/MABdBPhyIDiluh+30+o9PbdtFyykGcBA0FTiQnj31X1V16L9VF+vmA48/8SPzS77ua7FsArG2zTg7DHrs7U3QA2MlVXMgZY3UWmcdVRwdhY3JL80kH9fTcv9dPS4N30AdQ5SSwAIJPYOMFiI6N1OTWoI31yEg/7QOB2wXtvAtD7PEFA3zTjjc+2bcAMPuVNcp8mlf/jmZan0UHBKDooI4DmC8+muRL4wGb7HIY2CBHeAOAlVBOy/rlt0mEGX/pxffDigTTQ2MDiM4Doh9ViSIgWsnHG9zehNfY21RxmJ5dfdcySMBtKg7QW/hq8YcSTMC+bX3UCUvN1yQ1sM6AxwQINpgz8tb+0YJauo+91FiS2LVdWrATbPvO2aBgI5rjaetWsspJhI8M7So69sprX7YewW3sR193+Q/s420/3TaAxnVX7rXfcmhW/sPI7qZFJZl3RYjeKz9cHzqWWFed7nCrO3XNK4nJgeQNNIdn3smVzAs/n2vQ91R4IF/8/QTPwBB4hu27sXM1T3cRGV/Y95kek9zQQcOuJPM104nv7mz3+6wDwd83XrS8CB/BztYHE6ymNXXWKutxY3nxxzcBBX3yStT0OqQoALo/Ca7CMqYS/Pi+VFBVC1z0+q7f4jwkemCzagwKcBIAPgGhouMUbHy379pPDM9sq3pXWz3/aW06UbLxFu05HZt0f2yFxRjQ99pzjvbBzyEBCdrvQCd0QQDY+zI4Ybc6XX6M7yaZ8zr7fPjdflcNvBOaWWcCTdB688U3vj9th90Bb1qu2vcWEWxyMvJUGAL+v56dRLnwcAeAsbO6Mp0KJcYU+0q2dzrwkODS4HnLNeaYhJMkFh8MV+17B7NDJoPl6B0kxIZXNmkXPunKSXfRGr+X9cbH9Nnp4CvD/20DgN92sLfXnecga1iL3/94zmh3AIeige1iaZ3+jPngDNgICtg//x0fzrolScM2x+1DJ7jscU0BUCcXwRPoDE0bvA77SDZkjsPIc/RMrQvHIpx9cWFGZJWDIBPww8bTdeAerEl3jGh5deTG/PB3egsM4twzNJU5V+KTfj9xBb9fONZUe0eOckyE8K3FuKNvt+tC7+E9zpOkUHos74p+74/XsfTY4jlJAoi8K4elbqaS8MidZyO7M8bq5Ynb6PvquqlHfeBHEj1aM3ddylihi5OEo9+5ZX0lKY4JprGsPXqvzNCF9JJ0rG3Vt61y5ELbdPOY1kddAXxsFNH7hdlHluYBH3SnIxPL9+vOHARwmQH0S5Fcd/nqaw7OMzdQ2Pja89HL2CB3TIpOSMF0txXyNzoD28E2v8/Aznpu/ED/bjvwjP0Zk+3fSoC67Q+SmsWva3tUBax97jwR+9v2krGqJHy1XSraiy28NMO9Z19kF1jeUlDCEbDTmlo8+8IKYhPannCH0OnMOGRglfaFtvA9G4MFK/jWHrwLau6jz8yPxi31MuywdLjV+spu6KONVHmt50neNDZLd63dI8kQFcJskt/kyFQXnLGHf/vfUGAUwwR6x+n1A6cVQhs5+nUHJHozPLDnOa7cVKs0g77bJg5Ca2dIbVrsPJrgH0PyZHJnkN8+HrSVVgC5z372T7teZ5aH0tr5beHTz76DKJ35RfAqRkCIzAwz2WCvd5iwpkrwuQ5h2oIRhYkSbmLDWKHqhOztfod/LiDiBu2XcHrumS1BlHsfRXgAOxJc3d46+0U7y62AvM8y/tyrRs0kzT8rZxAGyjA6NPj8RPa8sj+17r8/ZzqyBlq3ZJgkQ6SzPO+2bFRwn0O6vXbvCshfnmAI78m6ZCYEYFB2NrAqpr1KPMEuO7EEJmoxlP39Tjwg8/ABAKpS91sFChlAtLi5Axy0q+R1bQSe35WDlDUM77RT8lbK79aqVHNsy4TwVWdYsRYxNBosigygxUgcyen/77O4CERtptDdAggjIAQQ/hMgkMBPjNhjiMzclm8SjMl5HDE270+DacgK0X9X+H0zQvScbq3QgFGDJJlzgpcxNNI+ta8JUBgZbODA8tOqyECQaBIg6+/2irm9nIkC8P4fY2+iHUtyJFlOdVUl5/9/dppJVnNMRPSaihuQPB3JRwARHu626Cq6mHnGztgm9vAdztL455EFaQe4zoSu+dJ7wL993joRvb4NbADCd2Z7FPcobCl/r2mM2d23ZKpxjgHV4O9c+fs1LkPrMTK4Z+YT+kHWWy6cIDM89KG7uTmZZuuYjDN+H65njFHsOTwB4KHPzG/maj2xyq6dLBJYAoTnGmXhkunMY00bNxFlAS89oyuJGbfkYQMdGK/o3FensB+m3gJmP47M3OQ6G3Kgxd/j6N0sPBs4k32pz2zsj1UoLpiAajjbT5xgUf52APg8CzDK9vtc+oLG2WdW6fvzBUA9Po9jEtTaFmIk50sYqx6LQQnk5SYD+AxmjyvOmdYBHXNbOY9Bx6gYJ3vG+/DH5XtnHgfA9jOeoP1rFwUszFlmIjoCwjFev50gMt5vtIv9ZDy0q/2tpWuPp+el5/xlRuldJwHCXyfgrsFUVMVw3vFhQyWDnBZr0asATfDgBYZv6/Is4K0/uY7J7Gc5/ncutjm/Tv7uEwZ87DO9NB9k+U2SmOf3ulIRFZpZem6KlQ1BB5m2yVs26LkCYETHkuE4DJ99GdtZ76G/nCkOMKbPxzB7k5q8XgBboh85UQNKL733qP/N779UUnL/Bh1al3XlxGb1BrTwd8WPgiiHOeCR2z2iaE1rlfUE0NBeDU3UGt09+cWOso/z2KA8m7alH0dwlmNY8eq6f/7zT9PsH/+d8wNDlxeX+D0Abf2xgJSBKiX2eB0yrg52WvdNRXfWOQRPMAG7EDlz6VA6a3w5Eq7kI1DV34lN6BFkELv/BtN4Hzsue4cO2ARhrmsgjsskzyxdTes/wSjoVDbGb9XP2LVrD28yWdPytSfGjmq7p6k7e7q7xn11DZWYuT6E1PP9449stvhxW1kTZHj2uR9a93llwnPZtR88t/Ef71oa8KRiUP5VKtd4QQvWTUdP0saw7WknQxw7N/SeOf6moz5VZr/oMFf/CoT0OL+zcBDm7Cf3vmPuIJvmUQFcjblb9WJf49e3fKHCKmukDjZfgPevjiz40IHsE8vSBHLiJ8/OS2aObN1gWnwNArrYpMiIVF3n+7vHg33YeFIi2eIlHQzZJE++/3NN9YmuUwCKvWt/x7RatACJG6OQ+MRMWxPu+pi22+f8yk3YgPbXRkrlY8aIfm1wkc5LwX2Q0eeP86tkf/PXR68WcM4eIRvfgIw+70D64lfpMNBHQrz7HXpR4DadRq6dfTogvS/khJMOzhT+l5OgcxW2ir4PTtSd4W7FvvxH25Vlx/+FncvzPvJaMt28jB1dHRS836FfttZjm4kQ3Iev3gQwgFL0TVfbRLdQHdSFJ7tKvX/oq+4+2C044SvWP3tWyYBzW/zq1W1bQY1vaRu1Kis1P/uCleTioP3kunbgW9fdhOUjFG8lz/GzdMtPhZJppZNqNvlddj0y1UG2CUSFNhaXccGCaSf7eG2Ga8OObU/nncFJPvJ0bJyPzh49cHfDxkRk4Q0KiKed+Ab/Skam+1JXo+oe2GXYrm2X6/NOkIL/SMIzfTqh1QapeQqa6gonxtpzc0t5WhmPXRR5nwRk6MF000R0/k7Xvyie3xIC9b74kH36JALNYOhscunNeE+ScjvRM52w0BcTWJTPUGd+Mj+JiyQgRb9KZrxjz3wii26gSXs6Aty+ghO3tvpPH3USeR/NGN6eKlRwUfvrlWg8duXtOHhoQUeveT+dkLjH+Gk9JB/1nki1j4lqHROcmkTqtChGX78J9b0+5hOtgf41PmXsPmtj23RkdGRwgqJtx7ZfjI/p54h+BvcXT3SCbAdmPnLJg2GU2RcS0jqRaa+gBXEl1Z8b3uNbqrV5aAfB/xPTu5iBh37Ge+TRXS/NRf7SCAD9dEWzaOTBFH7rTvkWyBiXmeA469r++S32UpxHctV2YhbmtfPS/jrE/Fc4A3b9rtvs6wTDjdvDpOKJuRB599o4+phKScuZo6fsD6Kbo65d3d+2fT8/k8k+ND5u0pnvcya83iMYf202FyNFVvzG26HLLz56k8QeW5lnUlyxuCbV9tn/kHUUR+yOdG78Da/5888koBALIcE8PDVjG5vsEau+P/SOfa77dKL022HAcuC8fpP3rHv0d+uj6EnJC+EfvafenilMxP5rvymfQ5Mjs2dtpLuEF5CM0joXbNr8Nu3c9TWrkTaihg78nOIx7Fvvw8ijz3n303lX8qZfH919/1j9pWvdGfHI241NjW/29/9dzf7vaiZIF8LYFip8DDCkCiIEqhaC7BqdR6ASa7fqUQWTD/54FdUMwEZ1hM1tJzcZWsm6+eMDUkMoCDUUlYMZ5ZwD5FvIG3j8llfdyrtaSW1sVxzeoMAIb+ZnA8JOlzb3VPHOojfRyBjihfLDOQ5TbgZWZ1wDakcZZU3f9l3ct9uFGWCX4TsVJrfE3S144hiiI7gfhq4V8XXqMczfDNm0tU6LCgmIERRnk/4qUyLzjMEGU9FmuYFulHoKZ3bd3J7rjNsJI2MItpBKQA8gJc7wZqnP+Q11hlIHgDWezhTF2PL5SWMcJQs/11mY/3LGFGc5xlFKK9lu6YeCcdXoZKFHMO35Rj8MBa3bGObQQxZwz6i8Asv0wbmMoamufuTeSx8r8De4ssKf+yazcoSgjUz4e/anWz45uLDG5pUTZw60vNF7rH/mtln6GABkoPv7T8UxVVdWqHP+ULcwjlOwWUve3xFtb3LAda7GAETh2aA+9yAAEl7SvqZKQrTFGQ0WqnbOYszGEft5JqanMg5ZWt9JZohmEyjSvJAzTqyaxBFdx5kP4Z3lX5RsG6V/xYOdNYas7mSWpi89Q0a2M7jO5AA7oIOWf79VOntfz397TsgGP1rRYejoearqv1mpDsSmn8fbWqrpz/MYZzTK9qcMSkBkHQHJERmmt323PxevbAtDA4nnXhq/z/H0fiYrFD76zYnvRKHs9/+c5+yZz3rvU1HVTsmVazEU2imDxn7Vn8rwOgB8yw4cuLfaLMB9nBbfcxRBOwLw7NLadoa4wegBCHXNj6rw4elXPzeBzGL2AAAgAElEQVRgRguwyPC00GmgJ7yxGXExKEkGSADYWdznf9ex91gmEeEXI+s6arNQVNbfjG8/c2WXk6CGDkJDe1Pa03iPx5mkYpIzBZtWxO604o0tE0efFm3IanQP97TOGIMWmtQoqJAxoDxgZDt3ob1t+UeQXAJIevU3wKOrBLzeY/ybDoqv3n0STWiMnSADL7aTBdhBwNzrqe8VkHDPaW5iPs/HLoE2rTNwVisAzOdUMPqMGq+XZOyekdfVNp2A14Dvj3P/zhqQuKT17IBB68c1wqdF2wyKPfZZQ9YVIIfYv2lBGfuivTcyWcVYS4PMgQriD9/iSFveBHwhYxSa5XpkMPaN3qf14A/QfdCU7nDSdIZtgVNsOuuB+fffkelPp4Zjq8oxDq2lArKT4/aW6xh3ANgdDYaXO+gBWRE0atoGsL/0cr5vm1K6o0Aaf0f6em6shKxrW41utr7xxNeRpvqv+cT6zT5JPEMARskF3V8yEznFHvJ8eKeBMpJ7NL4+fiadSjYADJBOK7+3xSyVw55BbeBbAUzVh4DqrRiR4ZSps3/eddtY2TkCtG0L6P2b1FX+25VduuXoraxB9mfBynSoMnBVgbqr/68NmoQ6ZKvuJR3SSYOra772MLTeAeQmb+QSewUw0mCgn6fA6Oy5xz98H738HwdITOZ7B6u1dvecwNGF6HFo4t/Jafa8bWDv76xpyz49S/RCQoTsA2z11oPWqXOGeWjl6+PdluxnMrS/bXoKby2BfeSo1ml8WAFQnuPQY2zA8b3PvbnHlUVDP1/7cUBd/JdrAyXQqfExBz9LCSGO7uT+2i7O8IO1SZT+40Ts0WPmRwN327Wo+Y8AcAc29LxrHwxB7dEEW5GPXiZASMUY74NFEEjQ/KGJSyu2dSPDzAPYPJpp6eLboeUwA2esdnVWJ7FyXrR8YFf7lb7NmgZ4in+VRMvrn/uC2Bu0sGP8kR+biICcNX1WB4yWZ7GXksDA+yOOLgbRFZfIjz5juf0p7K08c4KUTwA4dB//sPmgg79d/etre+1HVrInrFn4OutHYhFrp+QmfCMn6ZOIMZN9O07o+kYfAQKvTV/4HP6znn+rZU4Fl+n00AN4S5tpGmMqcmu/Hn+MsQ+J37l1i8WWR+GLTe5sfOy3Fo8XjxMtT6codcl97+/EuOqG0dXenvMk0F4M5CwSAfrsSYJmrE/b3vodW9r8eS7KWdypNLoY1wSmoRf91Dj8DcuoYK8CwQ0rjLyiitVBeevUoy+q8hD88/WF6DTk8akTk/zZp4ABvWcb/Qq07Ceyxs9UgFfV7NVyc/W71iVJVtjftmmN14RDkEWtSzR/Kpg6YQ89/en6N8nha3fFl1jruPx93zdnxoc2U4XqkajDz00AhSoJXmR9bUvJnngMWZbH454qf/Ov/nv8l9Bl7v/ywGKEpV/M7xvwS4A0tsH1qc5fJBZ0APjKSKYzsiX79tMaR091gCpB8dwgej+/g5nIvs5kJLPHF+tW0SPfOaaljwzy8+w0ZjaWQ+qAKfl/1vHFMqAL65BZRIIuL85x9ZPGDb9UEtprv3Iut55BS+j477K15oi589x/qtV8+V5vwgZL3UcgtF+UsbdtNMlF0r2ijanw/3SyEC2h6OcBYOjixbZB0Q/eEv0b/+Rja3kvd/+dhD6hEDoZ9ufIHtPApV39IdpMchOvtwCNjifwAXJZ9NdnSHuPKkDq8Y9evOQ7uPtN9DINf31I8Iw+ehHalV0FzV2Z5v0Of1HYEu6KPaRXcPoUiuil9Vp8em3T3zpw3YXxhH4GgMFPSTywjDmbYfqxLcT9ozf0UgK71oZYEL4GeqKTLHvfbT94DzexCHnMfEI/WafeM/ZNicjoshFDHpPxmnsmb/wufJ175vpg9Pi9i7lvC2nwcq/7yKlXP2k/uoPra3uwHujei5XOMUpXl9oX7rk21rI718nSvZ/mEfmeRz6oYri7ETAmBaDhd/sNU/hyaXp43rQ1HRxMKiNzX/3YBZjBVBKH6qN1IqfR1ZHZfT/FYtNt5r89Hmwc4iv/oQDwCpwwWGcHocAQEiKqBC62mo0MrytMxThD2DLEtGB60dOaSWPkQhwycjp4EPBsA5IsJMzN57yP0fBh5rPpKOdW0AR0+C5GvoiZdmVvZkoHQO6iq7JzKghgxtepbgWEQsvZtlMBNcY+Y9HGGzAcjv44y9fJ3Y1mw7uSjntBiGZc2m/askyPcdYM4dEMBgiT5y8A7xYpY5zqozf41AqMjLcIs5yxi+BGAX4ErOVzt3peRiKAblq8LQg2ONMMq99plcL7bwC4Feit2JCWmxaQppd7lmMFGMcOchWlq5bDhCho/n6dbcALqvQ62IPdp0e6FffYgU2ztOCJcxDD9maESkm8KVQzccYB2BvahfYWLNiKpQEJHqVMACcTTgD7BkskN8YAEVGxnq7ON7EkU7UDDsgBfn4yeEaBcH0H0D4Czg5RjKzO0F4ai2JlnLeFrMSXxgZAMRlpMkrV3kgvV1aLFjkT+DDTbdVr424BVgM8E6Bqnmoau630aTE6dEygN/JF48rmx/hYsObTxmMyhJpvLVvO/8XhocpvwQnAaMsdjPtRWubPqaDpSlLxAnItmc9USyWr03s3YBLBE/YC2kWpA6hfvjhDU9U/gKPmio5w4EvGsGjQFhrG2beVH6DNezbJlUHnoW3s5fym3K9bNmntyHDs9i2dAQfQlXHFuYXvF5AWbwT4okImbLhyCr2H8r6KX/JR8r3aIXlcM2ZXEc7+on9IFNITbEC6ckZyawJM5R1DK7QYYe2Qj98zLWafxQ0VmHJbugHnOngD7XUnjjdLrh0I7AlaeUcGTBumAihu27BrcA49n8m+zpCDIyOzOqPZDv0AWcz1N1knstD6/Y8CiFc/bgay7Y0ZGwYvxrzWpFvm8HnoCqeDrMuhiAp4tJzAmcuehlH7TE/x97UP2uIT6Ylvio4KT/B9ABhkEwHa5mzydfizNys3YvwGQM44N+HlZnwPMBmbDNpLFqboDVkA72CTIYP5Hn9nPAENMJgbREEuaCjwE0INAIeg89e+GNvCTlW6DXyC9gXQEZC94N3YZdBQO04d6Mp6rdwEZCEAnPUlASL00Uc+MHd44rWnTA/TBp7559qMLDIjNrfW2RXAkhtXN0gW5WzSlS97hlRXUmKz2PFQe7c5u5p7d4eIDkoiv1mjBhnQzW3bmK4KnPX9BwjpJCbWnp/d2rUD17RjZe11fctod2QZvuRelj/Vil9LeJMJxg95E0oaFOqxAaD3vZtu7vtukTaVGNJxZq3o2U5EgRb005m8Y//pCIGbNFpnyL/2udb/U8k4ckU6A1tSgHL2ZuWEHfgBsG3/FQD08sHy4a7ElfNa2+laYRoVwHPmKFtL3CAbS+ZE4c9Fy5NAPDZht5zWPPEvL9Dz6dqQQB50+CYJf0DP80Tsm99axJOpD9/8DDBEXgUgR36ug/4CLexpKvrCf+HLBtm21f9vgJ3uIflt/XsWg9bBMspan6Of6ZIgHxp9a1n6JEE1wNVrd/d8gNYOPrd81nfEmwLRtRIJGkc/RZ5H3+vZDWK9Feux/bKWtGwT39ItAdsotsyAzHqe7D4naazOXp4Qk5F8GYW+LR1z1EirVT2+ZcdNoJsA9bXjrPTTncXdNioBI/4WSeqZu587ClryiDXLZ9FNb0K01+tjH8a/sh4Y0Au6irz/JvJGXmc+6H/aAXcnAfhWMoP1IFCU+wOiRma9Cbp9RijrFfto7VLWzePUf6Ojwvi5js4lm3g1CdlKQh8ZlkoVgadJsGq6/oyZCsbHvqYrCrbJl6a2AqQ7cGlswqrkf5MM28Axe9AVTgRS8DvgSew95Kd4k6IBiiJME+M3hhco0IAjs16Nxbw6l2T5JPBTScoZ7EmQScBvkufPT9nNLcNJDLedZh/tG9h7bZUrE8aPwY5A5hhfHH0D7gh9MTN+ms5M6+O8nmcrqfLT3v2891/jr2Bn9H2wL/WT4HzLPq5tnoePUgARHAz6ZG02YZnOFeER7DPotxNx77POmhuXONe767C2+vzLWZP7Qi6osvLa0Rh94snCBk0Lwx+RbbExCchasty2ypHH5rc67uSTGDJrTuV3JwXre13R1vZv218zHD/ngvGHwvCd0AfMGDwTXgLfYW/g9e388rVbPK6RydaLtm1moprrJKyYZscWRg9I/ua5e/1bqXc7+tkv2us+m1Z+K/r4tZNanve+gU3FN/r33Q4/OmgG4DH5f/JN04Y+9vzXHqK6MgEMderbbhX4LOyBflK5y1mgzPe3AoiLOU+BFnRLQpAULUk7JCi9+m3PPI4/o3ug3xlX87XXcOSb7AQSeG+L8fKTWDfu05WUtPoFn8q65MttM5EAS/KUxqhAMvK9sSklIXC8j8esIpKhUdPn+S/+c+QB94jPn7n3sztohCiInZVd0TPwc2SXtA/QBWnMv5PcG5NGlt0A33kDvwXZ9luCx5uQdPESdW6UrHYy59r9m8A7ydJVAX75qvB5ze9W6o+9Z74/60WVOTaTdOnVHXOzH/6A/Ym/Szr4vjdBYmQza9m+64ff649PgFy6wD6uknxJDAo9sZ/dIVa3iXya7pjnb3VlvAHKwywKfJN8EH+KpKm1g3WfJO0RvwlOLf7oZBOGjRxjXd1ZZRIidQ02ODzQP/EbwdvaN0aX6FYbD+zgeuxRdzMZQsbPavwM3RjaHt7xuNZ2kd6U3YK9s8HzxRjAOBDb8I7WxMlUgxe+NhQFftuleH2nG1wdvmv7IjQ5yQVj53rv5QHbJl9sEL7/rfOj96A6ReK/632fSf0juUsGhf43fs4EwS8+/Pe/H644LxtmBehfOn70GgvGZuu6VsDXWRynUiBK2mkoo2pbnuJgcXucxA3IhJjjGEdxozwwhBNYCkDR53b8RRxsp6SvYUOOkHXL5POmlIWCEt1yoO93CQIH/9yVknhtpA3LCty8wmErh9RqwTtzjQ/GlNYim6Hw7wLAEG63+OxndgCYs4uSgaNgy2khWYGJ3tMNvGUfnIkzFagXpLHV+K0Q/w2kZTyfdbQxn034ZKQ4ALZt2HJGy1Z2YFBIgHVGr9dBeynFN2co/N2tCnh6eqpHcGzgr88oluAxCFmOVhv6b1ZHn/EBfcZhXSNh+WUDWua3JwHlVgucr5I5imN42+zQGn2c32T3ZH7taAK0fGlvHDuymZ8A8I/sywGEepwfg6EqdKny3TVIoFSvDgDfFkK3ynYNZwckpoVD9nXpwvfxXAPqEJTDyHFg20pqM1RR0B0IusK2EhhYo//5PwlS6F6cSUxms/frrFccQAGZ4VkCwJ0gEYBLwCbB0QUQrgwboCaOZVptiM43ADyJOBPIsUI4j0zm5xoGEtcoyTXCMqNJtqyKqK1Mc8uaMYKTFJDnuaWUpxYAOmDml1AbDMjFuZHG8WlV/0sGGMG8N1CmM610X4NNtN/EgNVcZpMsn6aKnn3bCrHw13WEcHIqkQDHgu/2z6zDBOpGicZZzn0Zuw0jgatqaYQjcW70OV/UCj5JUCuA1qDXcxPo165uy542GFnT/qnfOwAcWtizl1r+vfvU/OCOAXUGKp/9rAbKetx7jbPOusUxjc6DDvN71kz72RnTfUbH1aMTKOtKzb1/fvvtTK+ADOFH1qjXr4NtZIC3g8p4cWycUYmDdfZcvNbJIHdMv8ht78uhtzdhzOMa/vo43eM89TxFCco41gtH0Lp5dMlvNgCdKQDhe8+7EjDj+wmAXLtFTvIEgXueHdDjfda6K3Ey6M54Xf33Yx+YzyhGaKj5qRMJ73On5dAFYRAKps8F2to5NokM/0YPrC3q585exu7B3tyZsvboYTqMeD1R7Pq9ApeXz3T2nXXVtrii/U6Ame1eQsKfAyY61xLHv4Imvf43wP/Q4kcf4SRLE7nyPAIVXuAZeo9M/QsqFlDez9XvVJQ07do+c4LgAg8EgCX/rrNcYBoyggQ7Aj/tWPf64/Rgj6DXOXv3h7wruY+chnYZO0dn8Ezkg/QEfouddQOE38V+x/l241lHOsobm5NgCHze93UQ5NoPw0PXllzwksovj2HssPcMKYKF4X1JF1WYfs8M77ZYAghvZcAhpAXLABM2YN5zbwc56/vtboO+ip6SPMvqRy6mwsJ6RyNUstvY8eyR5rEdi8bOrQCrrnv1GbIoa6zWqgn2EVDX+3SSSCAyz8ZBz/iy/tix8evy3tfum/lY2ITHFIBwVVcR3rtOzE/0n/kh0LRAmwCre9Ji8LcAMHr238lq7ALAE2wkaLDtGI2iz7hkT5kL9Ius8H7bXt8qt3yH/f29jR3P9s9K9HiTnjeRb/0B0Q3V3NYvU0mNf9H+G3KJ9f4kbo3/6j0dv0i/v0cF9XfAJyTbqVgV0Mi6YMcusEsgQcQdey9JaltNmOcPaDlzIQDhZFD56oMpeB7j56KCqJ5ApjatcZbj+pBJMnQy51RJ3TN1y7bmHtJff/yRZCEq9VlL7EXr37FlSfYkqaQTTH5rKci9wufxb/x65O03uVr6Ol2vxNN//C2V2AT4m7agRVpov77j9W/Hj9Y9AN6cIDZBtehLunKEz1OsQJeRPQv0Y4dV61Pwl0wQQRh7r3GTt/01R3YB7nkOwl2GALpTXz+76UC///G3b6toAMusI8EBSYD42j1O7M/Va1mwjx60DBh7XHdRgJig5Lmc+f/t/03A/t++7Out70Elkvj0DQB/jyrLXbH7uhtS3l/d0xU6vW4dkMC3WT83hQDMffG8ydg/H3TQkzleGet5VTLM+DHY+m1HaL1IGid4q/slgZcxfAtk8L/2uQkakdTM+2t/PfjqYA4UyHyCwJKRDiYO9tYYkf3/sqGfCrhe+9jb6XbCOrrtbNHEn39fmco1lu+qYh6sJDjZHrFHgQI+hWlxjgsj4cyYmXyhodNLg8+RMC1/oY0P/yB8R2/f9vRF1PDVbzglAedel+YHy9tJ4sz8U0nO0X56r2nlDuf80oFjMC90f+hnu4/gS/h9V7wKh9nCIL0Pv93OL5P45E4diIlLcKJ/Ehqxl6JrsBnEk4bbB7yEFm9QxXQQApdcQi8En5ujwgC45rmv7mt8g8D3ykMNeontxhX0vDN/Jyoayx9cawrYwI9JtGrZpzX6JiIGGzH+Wf6h8WxwNsnd2bjXf/Lc5/lhEu33TPY5CzXrlOu3Q0dsMr1IVHAL7Qoeyf+X/f0GUCnw4pz6W/Ev//m2nv4GgNsmaX+LRNzvWkUGasAE1K7OG1vy4gaFU2VNUugTvj/4WiVa9zpgF3o/xxZ3ojUJaA//Uxjk9dIxGKq89boPrjg4DnwG5vJDjoiypM8lesaP923Gx7jxCbaSPVLXxUr6XXbaBKx0OBPNyCbcc5qZt+wEJwooAbGEKfbBxdTdaYtOIrFf2J9Pp8JJlMNP62A54/vtp3HUoVXRdWIi6zfRGv5vf/sedUBnHcZivVUdXP332JleUwdNx988D+Qsbic2nc9TCJMR2kYd/Ed/v92oeh6Wg0N3bRdwjfgoMc2fLfS7A2J3xHmTRNLFL7qZBEIwfD1HY0WeWJ8dGl57amzGoS/zvZNtp0X++PseL5jLc6Y4Nsh//O//b0oYx8n4MO8QLgvIT7sxR6BTARUBmuW5mWE23gb4cPbK9u9fh8FTvWuvIC6BnguU1FlpGOQ2USVYiX6dv39kH5WC1njN7+M49XxgUgLAOcNiWk3W/Bu4eA9p51DsGFqTsT0C4PO9IUSvE8J8Zu/sxhlzt4H1GQhJ47pM2g4z93kBzFWq6/B1cP2Cfb8YUGaQIwC/wYYAE9nkKGEYlA18x9VzlBJyC8yZNwBe004zaGhJF6cVlX4lg8b797SUetdT14iBNjPzv1LB8gC9blkzLZ4vIXYF8NCaPkumdECsDSxiyOz6YCDEAAB4DQAmYSjAIFliIpI8tRV42jtovAo8bWCqA6gIxm4x2M5tZ6xbiF0+eghPgMRkfWptbtXADu3Ol1bTaeWyBgZGDs6HDAbooyvQbgbtyAv7PjWc3n9dSwaP1qezu1thXf61QgvojiLIvJP1aINj6LZbVrDnjF3rKaBC+xEBvMoRRSZBrecqYK19vGJohC0NMHPPcYjH2IsSFXHPvkuBOaAYgzNObwzUVDRs4PAf54xA8+a0cjKPnPtI8Rt0tEJcY+PObYxD2mW+bclcgXLuo3vAj9xHwWCMphdQgA/1E6BnHdOAGp1IQ0smd4cYQzSKLs6z9pv2PFHYcTjJiNQ133O0FzjpYM4ncK81JNO39BS6iY24bd6kkB30TkDPiludKabyWWuQFhy7L199Nqsuw9r7vEAJRshVTV7kyALvZQGh7O3S5wZ/ec/rL/o54+3zg/N+rnqdlQsi15m13I8EhwZn0LHaB7I3M7bIf+0NGbproOmKjMlBBSvs8EtX+ZmeBHD/kUQkDbkD6QSF9dxu3e35zfhfAKrtjKYDxkxQGsdV/KPANI4F7VUIYLURr3m80rNBi4yrdye/I9dCy2P0nbWhRf39hmVE/ophu84Z9s4Fbp7HNG9+At1DDAJMOdP7yrqj92ilzTlN3Pa1W95Z6fM2lENroocNrM6j7ZTKVtx2vaMzbSPR0mZtSMtBAKICggGBtSfoDdZLa8z779gv6Kc26EdP3MSEsQfzvDikVy6czwICZEOQz147TyxOBI7mXbcZmAKHSiDYAFL2lBfr3vR1A7uP4/WufSdq/NCfArjsXGwiRvg0+7PJEJmDafPTLlH2AIlOC5Jc+wQA9tyPFnSv3aHxUuGRM5QetLcCwQCrG8hltpOM9HTD4FMtpdsPGwiPrjANDn+xZ1qft2o/4yOxcQNUdsjmHvCbWijZ9lYy0PVqpVALQJp17QQS5FLLg06GuHvKfborSG34p3OB5c/aEzyDqqwrt+3gS1/EjiCB848/NgDrNaiKOWeay64xWRwwYlr8Xfnamfi/JEjuvmynHL1XLtrVUfBnJ1B2oMV8PMvrqsRJUGv71yw4svbad7Vu8FrLjMvnvm7o5cwYQO4NAPeY2r7gPsl0j88X5zz87UTR/zw6rciesV7/WCQ0ixO9imYhABzfRxvC2Vcv/aSDAfbKTr7l3d2X8cHDIwOklfAwvZ9B4tPjK3IGH3QQPisAvYDzNyB4wfZ5TuvqppcL+Awf0co/9BOdye8J1CZBOvaGJpO7UQHsRL/zPcuCyy/MO9euf5RNapC2K6CKpC7A6rtaz8XeboAam6jp3jQxdELl9ZvIav9fQdkbAObJseuVn6VlwG4Jfa/O5GoCu1Sw7PFPAzbPWmpvkNtOkBhe2q4I0X2qgGM93jPZk1i0ujzB7ZxdSQDYclY689hrBFDEC6/d5PlfUFI3/Rkh7GAF+kXP7w4m2DZaG4KRvYctW+DJVJQPNmE7dc7hnOTXPucQPYh86Upz3qMtPrYk/PgJAD+VTQacx9+zBK5kZwe2bXdEnn8r+zfx9T1jPHy1ySTyizugR0JxNjFJK8gkZF8nZMReN7ckEOM/voku37WOfyYmIQFSn3cgLfSTb12aGD+4jyPhvjuGb/JnPzc3K/k+dOpnZbLGBa4dWUY9gcLuMrHPjs2Rrktaq3yCzQj4S+enj+8wN0HkptvhBo0vHjc+sy6XXGGdSRgBU8IXa/3cawAfXHuobYc5S9D8XZ2RdC2+b9M183CS3uz7Jiys/WSZKsFX+FkXJsAH2Gu3OvCsJRXvmoPWhdhn+zsO/KhzjhJSLC+h/VRHGh+cIA/++Stn6OKFXvNRBk5+nY4L47ePO1A2e5IzkZmftfZYpKuCP+nZriTz/k4lYXV54bscQdE2PHzww08fO6BciI+/0zgbftZbwah7a5xva1GO1Hi7YHRhTuh8E0NkL77J6MwrGGk6YrF/XQma66bYphYy8m+P6WCunwDwBE7AYC7N9YZ8fsePEOcvfn15WoVEDuTE7jJNzdijY9a+AL98E71Fi6xdEiRytrH+jySW0ON0KXSS79rxCjjKXnxf4AMdUIS/3HEQmTKqkgQI+LpluOQ6AaLQgZI808EihWDfFwGi7kjXRWbZ46+//9q779/X+/W65GgY3eN2RhRVnIFQFdxY390v++jxMW775PlwMfnVee7wY78udrp/m04xsR8zFtuu4/8Q9PUWXh9j4zNvJb/lWdmp6JXohXym9VUB5G8vzcedIexbT2BwOkPxXeSZOScqNT99w9hX4PB7FMh3XFu4l+6hsfFlWybYjR679vgMl9gUdPhWmb5z6tiD5uOEkvMfFcpgfEqouO3TjQPv8WvNn/z++g+xt6arzqNDXhyuk64al371g3nDXc7WP3sxN3Rk9sKKdXzsPeLLulSYgfyE6hqotbF8ngAz+hkfHl3Qcq35+HukY3yATbIOJoON5GvJM3xsLOzY/zhnLPxrWxzo7KkYebfVxxBBlHYB8EfJqwT9KoWMJaXYv7TY6Ra7vaCdmaZMZ4R+nJ1UOOJIWqFNINlkP8a6N2ICKyifMK8GlQXBWQMoInovIYPSzhzThlqZMlRwMBYx2r1/tdgkANztU3AGmnEBgjUGMkwgjq4owWiHiDQXzsnQpN0mDK93nC4IwWshIh4PFKeczA4zk9Z2svn0DIyvbwbdtsbKWqPABpi4XP/TaWjDl6wGQOAWFgixMFLoqwMEH0bV5xbWyVLrM2JhmgZ9vGbaW4MkGb/G8jmoewxeBfpw6FmvTi5gfJ09tQFbsh5psbCBoYxhzuc9Al0GgIQzB7Lr8858fBW4Mk0SIEsrIJ+fbEc1bYk708+fP7zX2Si0AvucaaG9P7Yve4SDD41/lOa5VnOh3Za7SoxGf4NnMfSjYHJd+AZa7xZYHWxCGfu+Z44C4JP0EUXcWZY3MwidamMiwUKf2TWGguhE/OYAwXzeQUbokesJACdgtcDc5WOfqR1aDJieamUXjlfANjwT+fVWV+ezBcmbz2UwKnDpFeEAACAASURBVLkmjvVkryUeeVupZv3WmBB96FlSqA16wF+9frqOClyNIw7BnJdxbut7j3xgz9pYDS9sNVIrst2/dQq7EpHMej2DALDPGz4KN/xXZ6TMfl/aqRZ57BkOaztQKE4UKscFQHO027Ex6C+KuOK4YtS+AAuBaI9R+z2BWgwmaOGOy6DH7wHgiSP7Uj3+AjLDTFQr6fPWwejft5IJwAa5Bd3tWMKkcpyz3zPPMSJDb3PN0Ftnotm+qYSXPvORzFoZbqmQ724QyY7rtp6v8+m9PTyDAwLAzdgt01zmHl4J2D0tcTCuzdsZ/1vh6yz2Cep4XfRPjhDna40RTQICLcawX0JLyZRsfZ69ibewsmwDbllnkqSS+LY0u7977WffFSyPTNjAlOajLiGhs3UmkCe6E/ryY28YmF5wKTwUvr+greTjedY9v22Cze98sJOQ9dCtpm999cuZQNemkfNV9iOg7dXT5qUvgNi83Ech6LkvMN/rFVoJ6HuDLLMEbVvo2X0WKC35XsDT99O9ymezfhQ9TPZnzszdPehsYK1/dzpAD2KHdsXrXY9JxIL+3vm3fGonsNcYef5WwDQ90M3iDQBHHm7wWPr3Pyd4y/j77O3XkSKAxnxCK6nAzGvkTLUqDfCcj/z9of8AMqL55T3xLWfvat0FDOWMpN2k3+zHrz8SmYBTu9yY3wgEdWeJfBJHa646P2Z8BowmsA6wcH7Gp5K8mmqKkqE3KXDs2KxMty5dp5Kz/94W8OjFBWLDa14K6++MdUSj7UXZenEOp4W8+FdBdOlzJ1TGfgJo1R1ee9v65mmx3OcmAaTgnlhvjayRHIw9Fx2kwC76sIM72fcZv+hhlr3tg+xVgvsBfvY5zU/dspLrusvPx/+x/xGh0QmmPR4N5ZUL+TxjTkKm1jF02WCJrkvlQ2wo7dWeI0gwLTyo++FvkNz1BoAbZBjCDA2Mveijuq6fGHsibbenGnv45vrwouqxb+585kzu5YdQ61bCBuQAAEMuwSvQrQNAvv8CFq9OZQ60bGRdQ8cB0WhnSvY8QGjGQNeaoR8nf2KHS/+lAgb/OHul88u+urttKfb+t4AI42+byLJIthWAy/AkOohrdd/XlnyTidx9xwBd+8c5M9HfNx6yOg8AlCM+Gi9BRDqheCpNZAu0rat7Ygsh30SLWo9ORmbe+n4HDHWtk1mnUt78fTYAf50AivcTm3MSNBn7bUv4dJjSdxpwbpDRLUmH//bog7TWbzq8vGH+XluY9fIzzkVUJelvOnJAm8gixkm1J+MhIZIAhfepErpuZe10NMFPcetfBx5GLsxRK5wB2M/vIO7d19Gbt/PW0B8JqK4MckJmdCXJP9eeLgAZO+N2ROPhswfsMwlGLf+vvLH8io7stpHiX/F3A5NtW64sSoJ5B5m6kpIhySZjnOhhf1Y66uJbI9/BAAFo+0xQjSWJZWkpeXXq0KxxLGODkdd9DiwYAv6M71X2cbdMfdutRx8kqLK6PvIs/JIN5cxyQOcuMFgawU7JMVI/X/u52PCH/rZvuH5iB26xd7F1odf2T2RrLhaX8cf/5J7bgUBzvhiYbTolpaaDWifAorPTyjj6Vi/xlpPVrr+VewfDXlmka698dCe1GdfhuQTsx9aXbr622uA8flgSI8HYfD9Pev02+AJ8hACicbRZz8xpeFD+qfVDORkaSflMrLf4ygU0fu7uaJ/nyrsETH9rYbstrmf9nFwUnJEAUmTgJjh9fMuxWX6zf++aaA4VZLOtN90mGjt5i3EIAEMnrV9NQ7KnZJ9Mxxi995sdfxPGrHu+AeDo56oirn3X/Ns23G5J2ZCe0+IRi6uw/pzpmkrr3avgeT9twuB32APbWa7Pxo79kEpq05n4YJIN2t++SdbVMYt1blshyWYCZ7eTCbQVOzOFH98CjsVakFXMTuHVYHjfoNPFJ87nyDLL+ENv6Nn2ZbQQt2X3BEXvM8ZmNn89tga0cP2V+RIdPhszgb6YL/in+U4YvZM1wmtb9BBDrpMRG9elY8JXXyxPSR6RyHl13zCy9cZT6YxMaF6P/7w6ybJhEuVDD0mq6ARKJxSOTrGstP+BcRD59nbwzdINzVsXxO5+E9Qv/41uwqdZis/4CDDDqz5Gzvucc9m9D4X3trx57Z/FBwh2Tmc70dfEelpf3UTBsSfzrPChXthDjEFz3XhBrunOUfo7+z7+6eATJLtgF6LP30RPFdHt0actm9b29LrOxnM0RMa1ukFDSEe5YA/ZshQO+tiqSejrIy89dswBvnL6ov9rW19WMM/ZKmmFwILu4DUQqiG3xSkC4A1CeGxFSBCIhdoAldo8DHlf65XX58lWsAIZsLAJFoA2z4iCgBAT9YfYG7DZ7CQT6GhRHHiBJzu/jHYdnW9/dT1rW5R9qyIhFMZDpnqMFXZigOIJYPtZEgje2gBeepGlIjw8Tm3G1ZknKUtPJVWU1wAus/ZX8DmAiBXxDWi8mVr3stm02C4IojDIrQAr49UEe/4PAwcB+Q10Tyu2uXeUkiyw9GBPKwMJ3igXA4TjGHXrO6+DwfoAWxhFnWnM77Q7dEDbQEjK+fXstP7YBIbsRTENhOv1zR+0UdJ42sHabKSinTMVVxzbwUjm2VWYw+AGpM+Xcx4YztoxiGWoTeWhn+vsNAnzjS50xQKAC+CGvsMZojaQZZD6npNxN4B+hK/GUIJl5q3PBKD89xiMGCgkaEjxtEDXrdzWwUQUvqS9s37XOhDkZa3hQf0NwNUGzv38Y9hlgHHWA2TKMH9bx3bllMbWYAxbq7XxOhvULQWuTM7ypbYdw+xRO/DzfOgSR3J0aujmGIcXrJDBbSA7Chr5oL8d70d22mEAiA4BSt6tESAZ+j3PU9e0zMC5+Kz3tKgB/ND+BxxbeZrrQ5vI6ciKyDzuS2ZfG3ULYIZfAD38nAEYG3TQFGxTaBvHceL5N6lhDCaCOcgb9hHDFdCUwFa3VTKN1VkPzL/noomZh8YBszgiIeE49wRU81yqJoYGvT+vwUbCSACt7OEaFKaN8Ro6g4yEE30euq3qC+/xOCLjrLIOXS2fe4eGbvb6kTMN4rVDz1y5FwGersi2PJdcqChn9JfAwM3mdcBQ/OTMz+iP23poRBgZgn7ex0lLBbbAj64mTObtVhWzfxrKBrVn/dmzSvhCfnXQp1upCgztM96Rx/zshK9rmJIccAHOdRoAbWglCggUOYwc2Sx6PacrEdD53pfz7x9KUBmA20smOTJ0wDUG5CzrvgFJ9NM/neqYHe7vY/DbJxqG6GzUrDGAfG7QAXTbbutnWI/qNgbEZH+cN+hEMCQ01U+TBGKHd+9vvV7tq+L8bLDcfCT7QwmCI6dvZwHOYzo3jG4d4/9cSHJH88nSJ5ZOfqbieeeKfNQa49xeXjmXmZaGttlrBVT19NtiV8FI5O+AUR0AxhlifzpAE1BFQPfag9a51UqcqtQLrFverOPxcSAeOWIbhcIo7+fQ5kwSGsPu18psBf+Cv922TuCF9+qMIXJiHMSRSXFqthKAPQbg43gV3aOTWbI+6TJAljzy8+pPAYviKSXWVQIbexZgInaRZCTrqu83Let69BL70/qyE++yP0mGyffYq61eyVwCWhJQ0BYRIE0F4Ni/Q3/Y97d6Q8D0ZBwz3x63bm+eHZu8AwFvgkuOPpixjg2UPYs/Bv0YiJFsqaMTOGNs7d9qZyz6kn09MrLB87fyA1uj6b878HjNClxjbQ3iqaPPJBaJcZEH1hcDfNEVxGte3Uhe+r20UY5QnwXo546cM/2rLaLWyGDE6He6XxXIkQBCgLD3Zdo662/wfuSmrnFCCF8YBx/7InQ1CU9Fa+j7fkYfHdBBFipfsJ/tQ5RugN/hPdO5/Z74UO1/kPD7pfvcDADwte3Cw9+KZuwL64+zp5aV49e+HcjQcQRg3w5WN6HS9nTOplegHhojYPVdk/WDen5rb073EI3b/Ld83nwIL6YiNoSLf3Np7NwU/aj3SIjvgF+367++lHyVkc/Ru9Gx0HiDXPoolRaxv1o2McbQxyS2nBsncUwJG3s27K0YnbOkW3+yBthzrO/a6ptAoHkSAGqZQeXItkjPemkPSIqD58XfIsVO1ktL43Qxa//k0t/QdeRImLCDZS89s9/ZXnz0BAKz9rnHJgNh28cugWes86z3BjB3JV3suC//hNaxqfLU6DySWrqDjJPSJGdYfNNX6NzPbrmt8bS8GN+f9YtdMwC4xnp14uzB+KNNL5eex/5Ux5muhGX+TrCe40YuPuchxqht+4rkT+ThrdrFX7D/la4FdC+ITNKaLy++/NM6hZas+FeNP3QBiEaI7ogOi/0itdAArN5zouLxBT8JOxOQ6Q5FtmGp+tKanyXvpJDQk7cvckE25VSq5d3QPfNBZ5pW5oi0W71eNgxy6R3/lf+zv9ihb7Ceziskh2bvsW1Cb/IrtC7dPWx9fEavKSkhMxW9tiWmYELfdSD90GpahmYh8P+wKe05j93mC8aVBnPVuJyYLB6dqkPWi2veeXj9Rj58OsVwrIiTiKLzkpa0NBCffm1czAYnX02nQXw0VoG1AxtFXuFj4afO1D7P0zUuCLJMgSYWU+4Awm/+tb7xJv1mP8EVt+pX77f/8e65Pn/x+E/ifX2fNW6fovGQW/0/viLjhP7RFX7mGGBfu1SrsVWRntPsX9Z3bfK7/uNvZmwyOLKexktsf3yTM8Bw2cfeT+b3W4I0nWKyzv/x/5xjOG1H8XcnEouWblX5sf+cHKEgq+eQAZLgkiDa+sToW5KNU0Akglk7zDj65d34B4vXbgJ/ZNXX//sx71kfVJDxHgUo5XNXpwG+546ch4eurhUeLjk4pNcFAbFt90xezGDz970e7Ez8l2u9b7OP7/6gPwnIXb4dOazrwSffvSHBm3t2giAJzRx5hp37JpCYRsb+b1/WWFnJ9dgHO4mLn2pPzkJAqwowt70fbGNkgWNJKRoLTVfi/QgWbJxvUl9mGBtgiocq6XaLv2Qv4AMM3wjbsA4YGTk2BwkqxvPmiAyv9diXeeDapr1/2vd0bJl4An7qCOx+FtgOtpkKVq98kv9kfOaL0ejRuWbjgq/Py56bJxzLw9b7djVoeXZluXy4sTfV+VCvjr8i+7WPkS95GjzK76IRd9C6zufID8ctwt9UKuOn3+8WP/zHWfR/NWDE5Gjj4SwqB61oaRGF+jm7ahY/DyrBOaPHKH0BFk2KibHJ+vqbNd2M0otvoiEQdgeeoKcCSxaGdrYk4SDCalGmt4dAL6h/N4jKAm2wFIKUbFpPDT3PxvwMAPdcYiTHGVtQQwS+WWF6v4EtbV9n3rOmCbxE0Ws2VJOwjmoFe88MceB+wefOmnvPuG2DiEwt9lK01JkuntucscuaxYjdDcCpjEAZ0GIM4I/xVeNjney7OlNqA5PcmQAwCqUzgrlGe07WQweAP/cYMNx0NVYTa2gm2ZjqOGZFXM+vBEWkcO6Zzrqvld/XQUAgvABAP3sNz++5UqmanCDPJERYsTyHlTeoEobfak23gCplz1T8/AmQ6D0SFXqq7TQpCGz+quxWB07VwrcclA6gxuCCByM0OcvmbT8awRqQ5JNxOWtKhi7ONmO7FWIKah3++pxRch6tM/DYcxw91usGOSYATFYwCicBbEzsrEw77DAla9n0ZjEI0xZtaB7i12Ti7/lM4jm1QNK9CADrfp3tvMp2DUf70LN/OKYElzQPwAfdmCzjS2+jlFAar1y9QQM5bCdCe8/rGiDS6zHPbofUYMJkbGoJUE6M5Q2qMV6Wqw24j0FYLTQAwbeqIPOLTMl5rhjzlwYH1Gg99u3g8A1u6ft9hqJom9bByycVAB4ArQPAuq4Dlvq7K81wSJVo9SNBZB4SIz+Bn9DyBi38t4PVCXTwakAHgy0dHfRvafoLcH4zwLmXHfWZh957q6G0X8j9fP5TjmecuSPD5PyolpEO1kjnnf9kJL3nRHEf7cMd39gfVLxiECLTZWSG52PTXK959oIAsIIv6uwh+doytNeV1tut7+30wFR3z/LMTDiZoNm7vbYrpQhgMf/WRzvR0B80Dx0xlhuPt40TPnhfoZ19tx3PThxi3ICGnTjUVUuy265Bfx7nlt8WPNFDVORQISCDHPsPJ5VnEfgmg5jsZUYb5zLzbxnu38dRIdmD59xkrbkJLRp/LMy8wTP0p+y3T4vFaXMHyA7v9tZXToQrHfn+hzcrANzrx551YPHNrk5HjLRabzlpwMi8HRnYui48t0FnZQ77vUpG0Xduu7/bwv57lqq+E8cqDp6PJVC1+nVoh9zPvbaThoy7JCYyDj2Wdq7mifl+r6PGQpciJ4rOOckZ92zWkHf0tZ6zWf636roCwAv47u6bH+XQPQFgj6v8Er7rtdUY5nNdd8/G5rbWj7GX9FKyaBIPp8LCtLXz5ms4eNIXBFUZh9d+BC0JhfYhJnGt73fl8eh/3bdbmt7K7oqmduV6eF7rgq/21QuyU+4ZY8e+ROvkud9AT/RQ/BJd57NmtX5+f9uTsvfITMD9BqStBx1sDW+2j5kkswR04Iu/sumvHhLoYgCQqPI6AZssmzkBrL3j8f7MJnWFIuAVyXrev9udYPi0nUrTVFr2wRMGyjri/UuFx7Wp5l5OcR1axsfQesjft170ui9o0QAPzy0zYkDQUOi2D1+58EkEnIqftaPDoOsDjD2qNRsZ/v189VXrtvYfc/3KAM3LoN8TWM/9Y+tkPTIHOpdwT3XQ6UTltlV1fQfYbiVVBVpf+ZynhH9az6H/Ip8FguEXTVLTBFU5qoY9QLbdJADNn24KT0IsYPdrQ9huVevHbkFXNCK+cbKSzj4vfjWANR0DPn6nzrovYJY5002q96ttXfwLj+8EBFtXZp4JIOp92YahR5KWk+SOrMF3bf8glU3DP2NnoUOS4BB/tP3a/3LgDv93DSMSA0h0xvfKmDKK1umfv90pLzrW74+sX/nQXXMkP6bluXS09esk3JC0VQlKPoJo9HMS2GNXtk3espREYV/jY7W+LW1t70yC5j2bPWLii5OUvkKeMGd8culf5s33NWfZZEn+AitE4T+tpOv7bdtcO94tlKM/6ET4VvPcRT+/2O8qW5R9JwDMMT+Nn4j+IrszVhKWNP57brZkSwXInSAtupujp9wFTUC8OmyInyZ40zSyyQaho2sfFQ5leXOWCp3A3LBF9DfPgi7xu5MEWAyja2+AYTubRCUkEP0bdsYzBTx34iCBMfa59xv7nHXFx+5AIYH21vcJBCVwux0NUq2aIFf25NvZZn3e5beRHdXKt2kVfsl7+ZaeSSL7r8G4aUXdFVgfvVTnHzcNqgMaNOD3tddzQeayV1sOyNY9e/cmOV8e81hfvZq/X1xB79H62bKq7OOX5to2fv0HPS9Y5Pr12FA9V+w/3ftjt2hsJXc6aPmr/1lr2fq1E36unipjpSth2W8S/Vb+f3Uz+/4brtwtkXW/lqU3mVBrLPlmexT9skHVT4LdLJbG/o8/v2cpo0tIJuBeF3OrhUYWWS6abn9iCtCydCkdeK6ckxzWVwe3SHGQKWh89g2wNl8whNaf+PjNR3Tg+63ClSMZpZcTmJ5OSvIJR062PG5bL/Z/OuWkswh+igbfBXYZqe2LEg/Q3dq/6UxEMcZbYMU8s362Ej4Jf6yHg7dxi293tTyf+ydBve0Frg/f5k7IZ5Jz3/Wjkyf6P0nCW8mve9h+nQQKbNnI3yS+kwyfseBrFFalJZvNBFexTVYB4HQNCJ6mNdHrHoU0dsM7pw4ANz6oOf9Y95GDi+dGNncnhZcuPPfyP9kbjpilYNHvDx6ne0BP/v6xaxufuvt7riOu87NbWMb2vjoOtwFzJShmzUnaaD3a9rPsuk6M8LDPV6OHURqvvzpY9P8KMb70c+ejAPBpA521sPEBl4DQpiIuBlAUWK7d9j/cDCZpQC6D/VYJkwWnW4lGZcgFFNmsvV9BT00Fe9G/V4BNgJyCtAN+J0gRgHcJfKoLDIJsK8nOEHfAwN/bwEoLOQVkdAZFM21Xc7yA+DV6RymweQSkxYgpkz8HYreAGgKmBZy+11lkrCvepZ4bBwgB/hUyBHZ8nwds+AIxW0FNBWVXTv7Yl1I6OPJx6pJZRACGiuoWXN+Ag649FTYCPqYn/fusNwAM3XUWs/YC4VD2wOVJsYvpTQr6/C6HX4JBCuI3mmuA6AdnDz1iuPXzAiaFWMMPyZAJ84RWm+F/u/eC9hGw3J8AbStHwB/4+DUMbwCrnDmPbR7cpvNvAeDL4zb910lpo/WvzsDTNQYQtCbiWWU2S9mPAU9AYbNFa1D6blXeSugZFH8yynSvDgCLvz5nc/usiw0KtlHayrjXdDbrypx3j17HJ2uv/9vq7R+OlPk6a2EA8/xig3Haf+I8OTYl2TVGSbf+5Rw0Z8haZs9IC1x4W3U2iPkJXM+kPCYb97nZdRYGYLICGWPij//+44zt/7g1+fI1jta3smn1BSDXejlf4270yk0K+QLNHRAx3VZG3G+tWLcyZgLAc6ay18v0C/3xkyQcgiazTzJw7MCfFtt/W6AKAxJDTRnB/ZIs0b4QwGdfte+0dG+jcNdpqjVHJv3miIsHmld+nGFuvmadCQYF3FoDBcAlAY836w+QUs+5QORMkbNfWy9c+WDall7elqatX69hJrk7OqIrYQHybztHjc37vfRgPpuxhC7WyTJtmHFyREXLjnVsdccA33/lwOA0tdwL3S39+myTAci47j3Xt69/5QcBUc/n/CNQ5UDhGT8dH/4qIY4EhOi7zeSlWvJTMeu939ZsdyzYOWUTtB6HR1/bTgCYKvUVAIKe3w4QN0gr/Wd5PdVSA8B2NcRtRX0WlOM3NMZtH5ugWfZ3gPIJHNxEuAmmAnBACwFS/vMGnC74ZxswoFzTVB4yAezqjnDtWttacfTlOGGcA+6GxhdQ0u06wO19r8B1nr1JK76PdeN2SJC98LZORE/T9YWq1dBF7onN0UEDP+/MO5Uz42yf996qZMtIVejWmeduKzu2adY3znvbYOET5GfkAc80DcwZdOLPvL/8bPN17Pquim/HyfTuNoxrtSAPCB7ovl0RC93oJxVj6LwOQGnNqYyDfu56LY7vcb+vzFn+Q1pI+vuyZ5HlpqnYgH00wm/30Xtth70Beo2ddr58n+BW5PkAQaMn4xZMYFQtOOuh9zl1dp99sdkb7BXdAYBYXzcwOcEZr/fwJ0Ep9hFwoTtdaJ3IXoYW0ZF3PuM/sP58zra/HV74ntY82fDboeSv7Ptee1rW5nnbYeNjZz+ABDy/e5DfqDBXIM00NWdhK0kXgC1yKIGbpuU8/7F73S67S56VcJoxSh9jP9xKxPHlXzBTj3QAuKoFu4K7Ey5Nv/jbo/baB8lM117is9DmPyw3unLUNOLquSSs+P5jd77B1rbJfwCyk4Dsp5fZJSA12RixCaigdjLkyCwDZkPnXv/qoPTBH8ZPsu0338W/sP6ZTk0O0E0AFGCs52Y5foZEVTE/CbRpbiSmmm4s+34HF72uU/UYGolNnl2Yik0DE4vlcOzQ116aSmPuka0YezULChBHZyJkZh9p5P37JQCcqp5s8Pqh2ncqAmNTw/90AoGXOCKpaaXpJHZTgv16se50j/B7T0KJcZjpVNC01WNEjyWhfYFQ2Xlc1+/rPs1vs4x3/VkfKkY/em4CcKbNsildGTyJG/q+7Iz4eOME30IG1rYxhvg13aFgE7JS8X7t6LF5NLZONDGA7WS1qmyfDgZNQ7HBIl/bXoRXSSBgj8CCrt9dfAeN4MdlHb/2Pmub8SUY+wZ+Xj/jI49qPnuvJINozLpnJ0kSgKCS+RPwmQAwFXGM/z0j9uqAG1RfXKCDJa+t+Oq5BBVCv32utFep5PMnQPSRa+me07LyleuMoUyqS86/4XDXvpir/t2xCJZptkNSpS4cJn6wWjGTwLV4Kw9mXW+HQdusCQpvV5lzozJmNqSafe1uDi8mht/7+rFgd6/NpXE1D7v19OXfDYCA77V/Q0LldctHNr6yqGXIm5Den/0WaAjXRH44MXAqjqGnz/xvAHi7dEXGaZK7pPgyVKqzh22zNW/evXtwehQzHeRalnTgJdXM8St4NTbWdj70w1gIEHeiEp0uwIRZg1s5N/4bz2JdE1ALYYFbkugRvsMg2kRTJ2DMsKlQvMng9itI9tMEl2gpoIouodBkC05yjFb283awmspdgn66hv0DD7lvDFNL1iXx7/v89jPeIwLNn+OfGcMV71Xhz8WZZFZJTw3PXbxL9k/pt6ZhXRt+jVz8tPs/zyLJBr7r7+p3Amfw2aXf4a1cn/umbf+u0dqDqsyXrkuC4I8CmDexbuxq8Jke27VffMTG4opeE8d/skb/8390dFGS35lH1jkVn40jvAFRfKmfdn6w2+5ERzFIdL6izqFVd+YQLYyNSyK5af0GMJHHQ+daSXcoS3eo1W2xQ1aO6ciQofO5f/sMnaT0G9/+Fnhv/v/QtlcvCXJv8iU2ODSza70Fidm7TcamkCR0qULRr59s+tI/6eLpnNd63Hs5dsY+tzGK/N4dHjyDiYvod/QoST+NRxhT5sYax/glzEM/iRvsnkQQf5JGGzc5WYT/+sdkJsHAecYalmRotWJ4Qddr+BWoipPZwYsm8gx4APpRPMkwCIBBcOOjLMYJpiKtDWgAEAC9T0RfZzIeHvgtQEvmIEbNP91CjzMoshpZ2IBdOsy7Dag3ANyArYSlANJUOaSyFfCezMBUqtBv/xDkVFK0kGITqQiB4agEgy4aKCta8T0tlM+6vgFgB8o0gglSw0wYOCYw/RtjubN1Pa7O3DARB1jldTP41IplBCN7a4F3LqU1VgTUtKATCVYwrQPAVK543BbKYYg3MxuD0Irq/E9zpHWZvkvgsDOEDOT5w3Zgh3krGKnPRRdtNG9m814YAayJQ3RrRAAAIABJREFU4hQnwQDQ1/Q1SvK2YJ01f50DHNDx8z+VO9oklHOEWIOv2z4n381YWiBfPvf7TT0Reg1S4yxlPLm2A8C3VZvawEqXnGsCznLQfb5kkHlukBZ/G+j259+42m178LbA1T3uGVNj4HRluj6Pgx/wiUr35n34TbRyA0My1GqD30Dqe15sZOiCHwAhVLR9z1n+gtgR9gSpB8At+tZ6oGAki2iRZN78BMTimOiFA9S72cG+yztDKzcAPK2Y6FzAGYHwp8GoX1oRE9Bu54v3THUFrPTeA1y0Y0fmYxsQr4FAFWZoebKx5wvcf8+orQpFj2Vo0gabEgi+AT0czd8CwJF5eV6UbfH77COyrYEI3TMBMyq/N+lJvKR1c6WCDbSvYZP1i4zj3GTRNBnk7DGGpq8/D0wLk4yvk1LawbzykzlNkKYDwPq+q0c0X7Xon44EfJfn55nbkvRNsMJRUsVFZOiAlhUE81rIKTAACxi0hmVAEfQZxlBogASJP/7449P+E+MtdLH00o4xuhHx1/JYYyVQqbn+96kYQi9mrVeOA+izN3uuFzQaXdQZ8uZXgZtucxljvVumtizsYjDr5fOvHVXd600wAiC9sk3XzBmtr8PGmt/AnnVXEgUAwxLAo9V+EnB+ytMYnwKANls1c+fVwVHZfjqDB1nc9t23s0h26D2D7AIj19lZW4JEt56/17zsnjsmnS3nQG9cXMnbBhxbJnmtR49doNAthhIYbb4z3VDZd+2V7BVgZLKZo1eTaKKo6wHO1MHjFzl/s3sHtOAYAWSIn6+kKTmY1q97Jpeecc9jH9Besok1AsDdhKIMAF3VHSq0VvBPgv9aGACAZEDnu3MGkOhnzESsRYEcJHghH2If/kxeYGysP/eiMqgDwNhzuXadp27vpJ1G3kATor+c+Rxg3a+ySS8Rzy83UemsJfTKngEssubttHpdRrZrHLS35fnMscEOHPfW57e7jICtefACPNkfn7HlB659y9ErzAdaIVgXvZzAFPLcLagG6NP3sP9ugI0gdIFsnOm8CUrjhE9CbtNQaCXyo/0JfIeuwPH6DMKzQEvOUGSPX5BgliBTHpuwn5VnRh43uBX+nK/ZQF/gxP7dzZCP7rX9UwHgTWYK1XNm1xegnsozzWs25bbMNsAbWUBnAcZnWphEvaxTznlFP+hWtFBjb5PIh3+8+4t9ZH0+9wU8ujQ3vpfu27RAAFjPsL2iiuAKlKK/Wg9fXpqgJjTfbSd9DQm04mPt0LBl/NWtuEM/m69kKzwdvLAvkG0kUvX+Xhtvkgr0+A70dses+F/fM3o7iJD53FleG4REl6xh+OwCfdYB9khGT20ghz3An8Xni3xPdSTtm/FpDeKW7bqjWf7Jma3fQPQH3Bzixz7pOZHwTovo7oATnb77tTp+A962j0+g0us89LLyum3FyEjWVONj/4MNBUwVTTK+xml8/+snZBV4ztu280eF9i+ANvuM7YbfhNyKDBiboDpldFvNttdYG9PE2O8EE+JzLB6xoK2n/aPT1eXzs660imbf3wAw+An3f4NjH7nnsYU+eSHD0BHd0hif0ddW4iHf7+NduN9WuGe+176/ga7vEVY7jt1Pvdc+RuvL7oTVnXvggRRnxM5PgQUdPE6CUbUU1rzVQcC2+Mgj20CujsrYbcc8bYh1Yx+z52t2HXP97nHsQHyqPANbg+uwkbwH7lj4PZrn4o+jn5rmm96wZXvcXvszf/CTBuJXPu15klx/gWjjKNkdxR+YzyWc+aULc5BB/nlkFtV3xjSEY85aw9/4X+/+6vNuf8xZrqGnGDDgM9hoXpsKZiEbPvv7kaNr3yK/G+hH9uFPxG/8mYTc6wF+jj6C99oefjs5tL+aQpc94/52MqgjCLojC/fXGFh7JbZjb2V9t2vLb62jU8yQ/c19RPPTqUWYBrRuWpCujPwgGN8B4La52GPWHyzYAe/xa+AZjX39nfWZoMkN/maM3Q43483gweJigwbnyRpubKSxbj93jjSD7jt4pXumW07O8IXPLuYwzwZb5busJ/ZfFjY4KfiPjzqwvgyTYVd9EwsHR6kj6uB7Cs2Iz5Doe+c6somkQ/AZ78f4Uzy3aXhbSufd35Iqrv0mfnLyVY4+0BEYyDnuiX9w+UnztjzQnoyNNGuQZLqhQ8ku/LfzHX0fe4mEL9szjtOsv9m4Xifvacw+UrF83uAExLPUJeLb2ST0uXKcOW1XqDz7tS9ffNF0fDsILS4P3ec522E2Vd2KP8TO6i4SHEWoRD9bnlXBynps/G4DwPgG3wpgYfBbkORxzgagi7pDFon5V18+FcDQiulqZIR+Rzfrd/H5x8/XvsofK5uEtaCaGv6Bn6H5jmm+iY3LJwkgGzebJNrmgbYdm94Zf1fyQsP4V9h/nWyp55AsmvjlHqH0G7+t/BpaAi8a4f5ZF/mFf/79f/4lBiALec+UBazJTwQ7RIux3UARDhWBAWW2fhk1hIlxqGBVQIx9rdGxYFULfSk1NhwhF4Uv4zpOMwzULTrT0mai/aOgyDSlVQ2Lh3D7AI4GogNytMDWe7c1oKp2DtN35Q0BYIhZ4KbWGgMoQF8MNuZOdUCMkc10heC9HxMcQGkvgS5gjiCAEFEOCGyyAmCMdtD9LDuzSwcoZFoshzEXpOF5BLABnBFAZHhqX6TolcB+x3JuhFCmpWFoa1sbsR4EclvIXeftniFCsKA87nM3DA3WRLTTTg7raCDwMciZH624O/ipiayyhWcCIH8NqA0amerHAYAxUUqe+7mnRv8aCPBcn/Fgoeg9y/4DWKpN1CrGCRKMkHc7nbkeg+U1upa+NI8xisax/rRY1jgRUOen6FaBt//+r7/doADKhowkqtY6MxsQ5isT9i8cqF+zO6dqDvkiwWkHFf5yNe0C4GRKhhbWaOVplgejSLYycfZvOg1gfMaonAyre8aRzuyY/R9DmooC0T8OjHlNrVsEkinBREHq854AVugUnsBYsQyYDCXoK/cJH9GCC3q+NKj7/tICDuBQAJ8dyROwwSEn6PVbxSMAyzcYulnoyH+Pd+gmlTsJuMZoHoN7giVZ/z37BOMfB9wy8+wLAfBOSPk4HjIAbfzkjq9Bzf4SxCVDsxNkel7QZmhlwMZRXx1M7QobpI91lSSKx5SEHwADjS16ZNu+20mdwFTvb7KpA7zDq55bAQitYztQ2A51zkjb4LNXnADEMD0GDmdh6vO/amPbIFBodmRgBbGR39m/yOd+fRNMvsHqPpLiJiVYd05Ao7ATjrToKic/cx62+gV+qS/PNT5D8pfWfT4KY6oPvM5nj+ATgT3qwEFyWtYUZ3LkjpIN7LQGmPe+P62oPYSzNPd89lmmKzvcguxn5nbvH7TRCW9xiDZi00BpZMfyYlcgv6AHdBS6UxVp6Jos6+bX2BYi8AHBClSB7vu8pw9gbdmdNbx69Dq4W2HO88LPkS19BhoAym9nGF29NwlTC6b90/uP/IRO4UXJgOZXAM3OzIX+kHG3xaqeNYb5P/+RNW9bh7PsvSdqsTuVSxwT0g5T5AHgRFo7frkqI0ePmybPnrga3LbJf1oOIJuZJ+uCfbrBnW9GVrLTV34R8G7HP7bMtj7v6q8LclaCSq4f3Xc2l33IPDbI03vSCXUN9APCEcAMzUp2JtC1jnTuRlUttonmTYDsVrieADBgWo5yYSQLvLT+wh5xq7fhP/Hv6pvYH5JbBCBptfXSx38dncmZec2z7sRx5AJ6XJ8hv0g689zPc0Qj6LUdef02a4+f9dpcTmwae0k8RaUJraqxxc2PT0us0FPsHL2wnzbQrCqn+I3sd3ee0nvtBLfTLmCjaR/e5ciQW4ExAIEfYVqL7Z5xi75SwW1/VjJo+CsDjq7tPdfbSXKLf5H9yUgSnNuEFwAQnT2rQHzbT/cs8BFoDZZ1ULLlHfy/vuomL0ZWbXKsbf0JnPS+40/8ABynxbbGD59SIQEdX8BevDMtWb0eToyVL74Vgm+FHL4jMt7JIuePlQmhkaYN/z0CMDr9C0ppT3PGLRn8m0zk746Pgk67rflnjm81icc2+g2ZRBUe+qYB5NYJsu9MkI950fvH2uPLdmeiMEACOSa9OiPeH43vbZo1KBUAE9/hTdDTPPAnP/PyvbdC5uMjD/10wEn8wREiHeALH6RTnO37k+DTR+m4KvT8h99qe0W8VeCe5zUJQm8AmEQx+7ezj16XovFr4yrRfGi9E63hWzrM9PcZfyeMvABvt4jv5Frs795P9rTtJeZvk0gBxQkYQJtdYYMczZpE75FAjz7VNX0ESuhkpKBlbRJMdF2KGOQTi8c2cEJiDGfK4S+3PNf3hSXYDhs/2uv1ms7Dv+o2IZqkjSL0o3vH3qWVpkl7Xl/b2XJgEvnQs1uJm64u2b8B1ud4F+7WsgRcRTq8K320VMgX1nnHk7HKz8Q+6v1/A98dsLM+P4U1Sny8cnUSdtbey5OQkfe5zHlou8/IRW4ZP6zz5jcYN/bitKanAAKMD3wSN0D3s4tcutp2xOzj28pWlBW9OLbG0KbnoQRegeJjV3U1lAOR6hYge+50UDTt3Cr42Ho5JmM1ePuroiX7BtMlctT2p0CAoKB10xxN9VuCftMHAX0lV/7Apwrgj7xMQhlJrungFh7TuBUcQ64SOEM/ts2+zy/dUlzAr2BcXquxm0LvSsTdwonsVexZjjBCN9juRQ5M4mlXXjM+P2OwyiisPdow+rgCn9XB55N04D1MgCn0mX19gzF9Bm4KC7LnBPaznulMFrrYufq6CnK2vmyfhXX6JhSMv/9gd9gb8Jbt8G9YIvww+vfFLX7bz927KeoYe7mreNEPHG2VmMDiw29XQGw9Pa9ttk54WP1O6/rSHcXTfQ/4jIBc9iz0znXYF91VbWKulr+5buzd7Gbe6wBgdZ0RjaFnLz9Nd0fsAQLAuc/4mMe26KObaM39Jn2IF7qALfZ4Kn3hTWik7as3oK/hdxIbGAu2lfWDOvhI3kv/gDke+atOichC6LSLWugWR0JXFyiiVrsYJPSStc7a5Uzfl4fDB9sRzl+Qvh/Z+iZoNN/cArbj/zhRuDAY3dMJ35V81PZLbOf1N1p+p4Pk0oOG5C5yczyB5eaDP2InMmcMafR121WmuDMwJ2wdDJvjv/AvMcRvInvpWJJpnSh6/NX4McHr4MGML+dVzw4c/PaPLO3Q/03QHXlJzCD2+dpN1p8TX2o53vjQzjlj0j8KCvAF+7kzqOCqlpeii/WfTDOyN0ewkdjwH8fo+9drQMMYfsAYitdgIKK8uHoWgWWZhwgYJFvMDBw/O/9sCAVI7ZYD+9yfwV/foxwehCcTD6OGMUTogM2AtJd4EVbniyjCnCGCEblngL2Z3gisXq8OEPyeYZEKYM/NikutHY9gOL93i1o+Fwjgs1RPJoUNMweFaFdd1na1kMjmLlDKmrCe7QhGGU+lw3im7WhhqPiek+EGMBElmJZVXNcOTz/Xhr6rxQJCJOAQw4AzfS7RjkPyKrzcewPA0EDWqp+W37v1R7fwDv2NEw3XnPfcSkqMOHufdZTbGNDGTsNcz/cDsOV5/mwC9+1k8ojPGK8g/eugQ57/DRjoPYArjaGdBwJIbTTcVTlD8z5piDM/HG72UwL2dUYAEQxmrS0+E941h7/seOi6WkP4O63d/9Otc9m7DnS/2eis8buz4eHsBRV1ZNJEME/gYoBLAHQSQzqYfw0nJSCc+Xfgt/cLZYDaBPy9bZ+m9dk6SGsxchaT5g9wvkDzgHITCGE8chSpMrtnAzhQGoHupIvHWXszpBziGhGhtZVTw7r3PLt14o/M9XOhAB4F7m/moQOTqfDDR9P66J5vJQfVMpzLcRXD0L/2C8fALU3PnCQPOsA+3BygTw56EaINkvOf1lYB5A7WwucGVjDEij8vzYhcbzDs28IM2ruJGFw7AFv4Ucw/o5z32yiVXFeGZzufgC8RHNFRblGo+8/aEBgH+LgB4AlOYWAD0PhW8xmGV+6/IGrF+67TrvUTT9jAHvnw4aNiwOY9AnF+RO2JxnCz1MbouNVgvjY3bAfh55kmkataF8bEfrJmoeXooKv/z/7+MXTOsP9UK0g/r8DkCThoDgKObqbpDyGXuTlZbFpA1XL4V2Sf7u8zeMax7qQ4f1YVLPneNzOZR3/Ov621NW+O3vKPGxRT9UvaW7O/AXE2GGgbZUDd3Ic92IQky7syKXxmL8FIOTCqoH70bOvRN9nCjoxvuEHmu3bDhx0gZYxWH16vkfPjYIQvNuHhE1CdTHTd/ydQHAcee0WG8A0iVLU59KSfN5N6BHYSALZNE907mI/GnuMIUq10rJtLc1xzg1znjeitVC1ZZRbdkejj8SigYcA2TKN5dELDX7XaS3AHHbTVRv/rPOzaarMtclTYB9kv4p/Y+kvpbe+H3gH8liD0HeyEyPUE37+yIQSm9yVv8vsCBVz/o0PBmUsDAb3+ccS478z5Xwm2pPVvPlsHbOyqG9gc3jiD/0v7ddZKPPvnP/60HcO+tWy7IObw34fvZg/ZaumFG+yoFo3WYUdmN2+8oJCDjlOZ3WeDaq45EiDJKKaZAW4A8AE24RU7yhN4+BXMKudYjnCDK7eqZRpedAv4N6HJ+zzy5POcuf/u/fCn+eQbANaYu7WlZbNoWvLt2kORe2+L9PDTOctdHa7+zVnugHUr6yxsRy9Px4MJaDZYkjGElsQ6DvTbXvtrPy1jih6zfrH92p1dttuFrmVsmmvrRfiIYzv8+cjNt0JdvCyWUEACGoDTez4dANaY/vzzz/Vvap5e9xEQ8ILsVPxpj60SvNj73h+ef39myScgvr7aHZ/B0a3oDn8H8IFX8twz7uloxf7oHtznzaCHhjpppCtysc2SzEziYrp4xR/LvS+OMTpLYxE/kPyRPUh3Evbg5T3f70Ge2076EQD24EKn7D9r0InHAGv6LIkKPztT4GN4cCJL2fejE/xz9scYzCS6+toHh9BlDsBL3pf94PmP/aP9SsLrdppgLcBIkIUAWlQ3xRxa8NjDHVkALaXiPL4Q/OnACNiVeW559IvnRJ9kjUYHG4f5Js8BcHdFh8dyn4HBtR2n0DVvxQpyslssvnZW7PM9B1w2rCuaLGMz87fainv0GfLIEOisA1SfAPCR+672sk0eWhCPpFIsdkyvOzSY/Yi9IBDW1bPan9mc+IyS17tvjAl7re3HyyND591h7a0ul5zn9bFBri0suz6BbO0OQXt8yA+wffjQvqzsQAeAg12RRPmb/9K634Fqg7YqCNlqnOzjN5HWOBR2vvGltZ91zxvoLltcaxj8MAFkzsvm/uM6h52Ft2rv5KtKE2pfhzyXHiKb8D3t9w0xx9da+w7+YK0/uM3Z6PDaFhfkugQQdS/0QPsP2EizDP6Gbf+5qBNNGst4fV26TYD/XT/sbWNeD4JWRP8km9HhiuRnJ9Hp2JfzcHAV8M0MNq2tWX9ssDcA7Esvjp2Vsf7w+6P3KiC6iQdimE3yCcbdCSQJvHcAOPeepNjBX/VegiODsZ9tMf1bjmwHH30vif8p1vEO3gT90Of1o8+E2pYjALzHXUAp4/dMJWL2du4tehvMkTXUt167p/0LaKYDGx7nGS/FEayB74n+BSfU0TZKpjYTREJpqvbrbjekrA8Job7fBJCzeV8HuemX8cXGGD926Dk8lf3uSteLjz46Tdehx38kBsjvnntZv6vI7BkzcgueJkCGHePEBsmpmQ5Yhng2GOe328bu6P6WeMFgL5MAiV9/O4nNPBBAThIa/Ibj/bLvSfxt35V9TrJL6MVyye1dMg5x0k1ytb2YcSdwt/TGqK/smoSZDqayl/qJ7SAWVYdYvqeff/tbEoSIa9AF5A1gN51qbt2V4BOY/nTwiY/R40L++ecM8octOSrkzuGsC9jab5h322feM+Sc7dnd4/BF6O0mMw+huztQvbgmRTghrF63P/44CYLjR8Lz7S+Cf2Fb3EK9mXfb3/BTcM0TmLUNG95umbHYQHwY9Ap0ZrzFR2Vk3buIpFuUUyDS9Ekxa3emyZyT6Dhi3TJHz3krkjs5lWVseWQ6sAxeP4Fg91cuRpYlNjM6/ci3NwBsLOkYTf+6WYcGesLAAFUNILMRLwG1ImeTNViyj1gEqmdZtL///e92nF7i/e1sMN9j+FyK9yW2K2RHGWGgpZQ7rWW3FdZkU2pCk4koYqEVl56F4llBEcWJYeT5uf/vKrBIoW01EEWPoZYWITGGlQV3zqSTIKlMVUBIBHGA0W/AwWs9LW5XQOm52XQc1V5TnN6uBLh82pkQAidFFDLSx+m5GR4SSgO+v4Ltw/VevBEQA9RprxKg78zBFQjrqOQwd+jl0tIALOyL6XDADmgJ+rhtMh7F/BvwTLZOC4k2ZuPgFCp6HnKBU9NIPutWAIyxx8q5zOGfAHnGmb1tkdSXXmdTaZXSAFCUXYLTeolOSLKwwUaiwYz7Z0XW78Fnz3nowA5Ht65AsZYS6P15lucq7LeyGBmj7xIUzcRXwbzB6MwyYHiCo9IWOmMgDhXPvpVdozgbQFcLmygX8fwqbs4n0xNk7LCXvu/QPxUNqcRbMIAWvnEM8772NHu+wSkUlIGOBxDbs7CXvlwZc+5324ZOJS7JBcw385kztJ6zlNbh+QawUPBXcY/cu4FX3y+y35WhZPCxdmf8VHvFiY9sA0fpTD8UFeNdQ22JSLMm+wuawEiniimGyMkoVUXNpcM4KQ6oyNmkrUuIJaCS9zq/48h5lYdm3lY62b9rQd59nFv6M4wJ36ZafJtCn0CfHHMDziO3tB7J4A3Ttw7pOX9kz2RhO8A4iQoY2L7ukW+hm8huz2eczEszpvNUn/rzc48OAJuHfF9NcAGILJuM7QRN3xfAYRzkKOjs/3bKuMbV6BTvkx41xGMHuAzZlrm9Joy7A2j6/K0I+y3DvnXP+7yekz5LosOuJev5dUbiUIr9OyNZ38+RB6m06ySTzhAUXSPDcOzuGgx9We7VWdc4nrFjlG2+/NQOK+sUQt7zokVLDagsfUYGJ6N9jPQJAAP+1aOs39mjBjN+r2TGE/k6AOtQLj1SkY5ux2nFgSAjVNPqzHPrLJ9Tm53M95a+fnOYnSU5jnN0XlqpQ+ObjTlHEtzjGxYwoNrJa/GLg4NsIEECuQG9Nj15z8y3AViRv9oPHyFiIDHz8+POhkTXsHcdAM51reOyLnlI042cZxLFAP5/MPl5455tbSD2C9yjjwFgV5cmOIY8B2TQPNOdYx3DbpXtuQHMnGu1XtA+9/4kW9jRi45uoCF8sFW9v3UluA5p8RlrzPcVCKPCoh1GARaWJdYPAyDVGLAlWHsqE3N/NvPLH6aZ6QLC82M3om+T8c1ngFrrHO61yCW1PieD30Fi6Ubt4azbjmdsmApg3nk5mSR6zNcXkVChrkS/a7+fW4neMj7sok4YWCcWfoD+M559ArYOe0VilNd19LzmJJ/K8qowOQKC1/6a29oLmwQb62PL1NALP6Obt6NA1tzUO7ZE+P7SXXzz++r9b55CZu7+JoD9+hYArp0A18cpcc83YBn9PfJ2ZBw28MoN7NnoB9taAIdTwSUAmPlceT9yp48o8HqdJ2IvmyfK3gWMfc+hZPwKTpw09AP4yUDLu52AwnXYsByZpACVfn+BQp/BrT21vsu3CW60XRI6y+cEhcQTv/lNXYFFQA37vue7QF7OhneX+6ELA+pl57xAUQM0b4DJY53AWx+zwNr80CXXXs4VbRNJfAAEt55sfCb2vXfC30fXZBw89btXXB15qUTxtHBkP9HnmvfbgeDS5SStASQjO3SP7lRBJajsbBJJbb6OfnsrPRpANT0MOEiAk/ewK9ruFt29neqo3GhZ3WvTuJnnf8bVxxjEZlk5DkDY6/zeD/pgrdru9f3dPrMEEPsG8nj+vkeRuC3rt2OdO77djF4qdLfC6IedOnJTbR8/9uGsL9WVIoIO1rIe8B780UrlXT++s3os8jq0vcGd5i+o1LJrgk5dPdQ+f1O0VtDdzc4gVClNpQ90nL3cCtgvNwy9Iye15g9e0fuYQpkwSXTA7l/s80piHZ/E9DjjQ/9oXpxZah1WfPfSX+a9e+I1HP1z9eJMqlvKkjRrurTtWZWZT9BatBldtbTBETAtZ37bZ9YTXo6dGP2O7sQmcFXwJOrqMyq4sAdJeKGr4mefK0iCzu99CL42vGv/ePCR6QzF+Jpn8Z+0i2+yHPTDfsAz2HYE5eLLDLaogOQk5mJnOFB6/rlj01S90wHm7c4oepI/KjlJBw7kpMbBvX6VV04U1fwzFtYj+z9j0BGH7hesij7Zf4vNpQMnKy6CXPsS3dcdIChyiK0Snu6EV2ToYgzFN+WTyO8meSc2AwHA9X2EtaUa/g3gpuq/9S9+5/W1/if6re0L7K2mr+4IyREr1/ei4+fIpfblWN8PrY5uu/4pjvm5CD82dDV+4ZOk0/KZBFpwa8kSyQ8q89F3wUnmqDnhsIO597j4HUywO3DFj0vBGDSvn062K3lBp6JvgGqDnh2cuzr0rN92tlDV5mJT3ptPtTEJ2Fq0XNdYCJgh9MA84ZPIkICHdNjstQa3YI2dsH3m19XSyGz5iuZj4zeDg43Nkn1PAVoXOvh6x7Cy2h/ZPrhE+0u6Zu23wYrdiWITRNg3javxlrZ/HJgX/6JnD5u3HYlehRdaH0DP3SGKz+EB8Z5sN8GKeHscBRr9sR1PwOWurDdtRr94//TfbIA7Q84E2cNyJ4cWEwNMUHx8dxJhnLw1Om78Xq9pMRG432vfmraEeYwfCd1/7BLH0k4BgTrlWN9HBqWgabmLe0Tvap+2yyxyIPGfimeahjZpIDSVPVYHMu1v8Oo5ruLPv58AMACzBOWAxAsyRIIbkvJC5W87q+dPCPMa1PPAXLOCN4Q7mYMDMAgQUSWLXrc0+dz0Wxn1NWh1rRYIBIFBAAAgAElEQVTuZiBOq0zGdAOWBHbv2W3LQN8s22S4O3PgZOz2xrVRoN/bCRDhuB318fC0LtqQOLjJdoRWbtamx7MZCRJ6AJUmGhvTC7TtmXMIzzls3oJIEmMz1MmkoqUkhgqkRCtJWvg0AEiGMtfS4mQrG8YoHYHdjpHX/GmV4ftMsDhGWoBIEcvHyJoFgoH1NQkD+0QCFGx4bKBLRkjWaPvkh0lXIP4WIGmmMZ1VBVB06AAhFiY540QDaGZnbXaN8h0z3hjsPCcB+NBsV200UASTc22c8c0UbtClnQcbQAVS036UdX0Bm65s0DXwY2eZcf/mifegdwMdUoLnHgoEvULqx/q4/cYo2nOxAGw7m5MhhLBGsfH9Pf9174ghJjtNc9D2kSlIduR1nDCm3Aox96AqxnsvRTF0JyMxhiR8PS2ZbTywVtXyB6P07HcAzzjPVP9x32QNh05Nv5MJTUsis4e+fYMPAwR7tBk0LWUj2GPgZS5foJJWzb3+fc1fJkeYeOPg46RkfXa+8N92OPgaEPD9e+ZBKzqUNsr3k/F2Fl/PpuUe8vJWs2stbMwG4NH7AaDTEp9A1m2PVVUJNjxHqep7fU6o5tkVRQqs9BqQuGAlOsAJLYO9Q9q3OgPG+zUJAjE2kvne+73VzVnfa+xrzavlD/uYZ+tmIZbmxzaAuR6jH4OY91+dzJEHr6GEXGC+osMY/6lijZH0PWsYmrRTKPE+/BEDMTTcFaptZGZ8mwxEparee4PMBM/8jaGXCxjpsUM4yHHoFTC926bQ4pjveG5nj29ykGXwCQDXWauXvi0r8rm/P8z1ZlxrzVMxeByfv20FLYEI5sHZuyRHfFshtpOy3C2bYBPzooPa4YJm9cldxycAbFBuGNJBaK3rGJ3YI2k7RPu+BdosNjz13yvMb5Bwh/zhPX2XFrs59+yM0zo0wagOvK/8mWpVO3wdNF+7sJ0WB4cqmFM2u0eFDvU+jPxDnwC0hDznvFOU3U3UilNLa84XML2O29Dr5UUPZJ1U8QtJXrVcQ89aXwLmtCBOBSo2+Cd7dXR79PQ3yamTE9IeafUN+31bokuyKcP32JcN0HjdHJjWvBMAvkBstcmDVy5/lROuM0FFd5ynh6wE7wRovPJ3aGwDFcfWHjmr+5C0RbvR7sQCkGT+cAV1AkLo1QZbVMEdvp6KCJzB8SAbQCNDF7mGP4Ajqud1F5sGTEJ33xbQ0JmfTys80wXua1OGd8Fv9J62/n1tRU3Fwd+xSdoxZI+2EjjJdSuLefZ3LMgV9h/dg64ncabthw4AO4lMptcEVfQ9AhkEiDzHqjgwO9Z+QPvZ38gP9jcyMNdjoyQhZ/RurS0+F/YzNPmlj5U/BjokM6Yy8D7/+hSb3MXqGQwY/sk8vvKUZMhrI82RLNAStoltScnKSsLqIxokyMUTedXRJ/OO6KsrWfp+kqu08W7QuzsLoTOuvi3+ZI4kj9tuvUH/9ZWafzzK8d8SzEj1futtbPO2RSQPsK+CE3xbLEbHpFJLMhQ/7q8CwA3Ym8PKn9PISbClhTz+ccZUQTfJD1Xy2R9OAD40GXrXqyss8X2aX34LAH/AKSW/yv8a/mndxjPaH7c+mKqupkECMB5/BbLS2ne7RpHgFp0SfKITebNei3X4b+zf8/sLgOZ50UEA/KGDCQw8/gD7zH27JSCJGbLz3zO0dT0B4O7WYJq3DxgbhleDgFRuJrFRGM20TdfYlIg09h/3T+BtE1QtSyrBuyvHOvCnZxPogReDMX/lwx2k1uns1RtEFpC3eMI3gKjvYtOjv/tsW627qkFvQoODJVT2gER+z2futr66v2jeiRve+7EPtQaz1yThLg6TdRebdYck9ljrafyKM4JnPdZeGFpRYreeb59wEnTLnwUT6AS0rlqGd1j7C9iNjr0YjmiegB/rYxpa/7D3CPnB2uP7JWE5ibGW1e5+GH7rSnP0a/t0pufDN/Z7R9ftM9dnIgkYOkffr37bAL/1wdhnBDmRBz2f35KPLt9It41duHjldq+JfGwfbWxId0FMZxrkFfqPfXnHbPviYK2SCQR1NQ4CwO0vyH8hAMxY/yoA3DJ05TmVysG6uAb/uRMvuL/l2fk/9g/fEv/Q9D14eHAWVWdJpgwuapk1xVdnbYxtTRIOhR3ty2bthEUhx4IvEwBu/JSzgEn8ib2bkbddFV06Ca/Im6nWd4HUCeRhvzFvH3E4AeAuiLDtWQFg+zMTrGqfuWMEYFdiQfmF2d+sD7Z0J+9bv85xIdsZIEdbsd7omeZLf3aCbKadCgBn/8dGH/nDsTvMV9f8459/TwKV8NBzlIdejdM1f2C/dYKPPkeOYhPpvcZLmgdbT195pr0r/ms5w/xuB7lHpyjpV/QB1m3/6NyLBKsEzQkqcQZ65C32du49ezP7g/3Zetv3HHuFvTB/UgxXe+h1dMxgYh1KHNL+g0+ownj2R/KLFsIdZIwPtD4LcsTyd+JP6cAXnU0iWfCHHFlx99o+SvyLTZwKXbZd1keK2WY9PKFA7sUixKu6l7oWli7RnbD/weS9VjfplKTMLUCCTqBv2Rr4n/gnHcB+8dtOEAF7RE/oni9+AO8ltrL+B1hT2yxf/y37oPfsWwwmvnb4JookprHrSicU8Am6C37wobK/LyY3+9JHRnlOTjanI99X3v5zsAFdl2NwKTiLv+X1HnqKPQx9rC/+TRjY1uuhE+yisjeN7aZ7UbCv3JMjFr23JZ+DMQ0eRKKWeW8xDXAo60bzzUaSsSk77sM0XAGMU6HnAKgIGO/MEqrvLHTqjJZdsNrAWSMYDMZugcSAAXhuAHgEAotwDbTLluOkEZA88wQYSksOjGBlFKu188OwBsuyoJRg+5o5M6KDARhhbGQTuDdE3xslzvBWoYbwbvWHNmwMVJ2FY6PyMZj1XYJg7Yh6/dxOZkDDEfwEfrnWwSjfc6tDNGYAo9fB/DqXu8Ad8PB6TgZeBMwC+yGobDbOIne55e1nXbsF9SwZS2cBkQqXBXi5hw2meTaZ1X3OyjWqlYE6jmgHMruFDYxIlt1bhQPtt0F5GVFMDFJ5l+l7Dko7WtDc0kTWKA522nv/lvnYCknXJ7C0BpneI8PRGZxeszbYFvjnWe1QarfgkQYD2wjs6x3otAD7ZvTTotgG6g13f+mnhQ1nyKIEsq4JRHRrH7Oh+XVoavZU47u4nfh3BHHoXH9PC5pJHunECj0LoQ0NWKnZCQufwKdcq4AW9FS2xDWKAlLlDKLuehFjdjJsBiT0GWPKCNN+VmvPGIShoa6ssaE9Va3IvpUF20L0Aqh1Fgx75+d8Exs9HwOIBMHHwP1mQA6AeQ228L73cjo1NMjcxnXTv+Yq45IMq67uInBreUbrKtqAjOGZIOIYmE7w0R6JLHD0NZ5LJlfeiZbsVMuoj2i2gYUuJIhsJ+3tfOCqlzmfygSaBQwQtMkr0Chnb/h5Q5ysB0YOYHobpMgBraeNo+kq4YDSBfgzd73IgsUgIAPvvSf01Y4GRyyQlKTvAPQyN9OejO4zlgCDZNVO6xCtwbmm9Sg6Ad1/wceh/0gCBY7XUEY6JHFsM9nayMJ4Zmz3jNw5A1XPaeeOvWiZhY4GKAFo9b2n9S1ZdzK4WF+v9TgfNtLVklWG6Ri9sodMFmVPvAkUNugrQedtAdktsQJQbDJLbru2yqtDvCZDE8ikzH8DA9cBGJnGeAM8zb5algeISZWWnOxxsEf+3pbDEyD3s/38yFqA0DgBY6lWQlrodisVLW8H0Fi7bwOR0LTbblcbKut/gyoBBKmIeyvern7ReM4/dGJnZ0J/Gq0SDzGSoR1dSwVM+Heqt68tu1mWAMNkqPbeNO02eNR7Jd3HCx2IXLwfTOvdyLClC63PC3gC4F0wZTph0JkgtK17DMAzzjdnmCXYG13Ussv0owCBiVN2Rjkxpt2RkbNGn+NQzjc+FdtUHB2F6eNNZgna0YEH0ctZyzzTul5u+9CkaCKA6GQCl8PUZx521cp7hj1g0trLDgUMCD/t/M5zAyhOVi1dFkzvSdBChnLN157KjiJD28+Bj3bPcx0O3/Jp+BWdgD4z709Aw3a1r/kGiG9QbgAv6NOJlzZCFbSKrH/lGfbS5R2txWwcAb4ka05W+3Sk4XvQ411fgTl64ujLyK6xjdyW/5tQyXPbfstaRq9vhVE2Hz2EfEiC5bfSv+UgyRSv/s7wQtSd8d5n2GK/Q3+ifdPO+Md7xmUCFgQ2fwMdmZN+dpJc73m6c2R9vJ5qTary0po3VWvxLXWGX/xh641J+GvfLuNaGxjaUEAHeaWfVHi/dOpnOwA2vDJ7ovehCdFqtxtsez/+21eehebjJ3n9SWgZeyxB1m2F2WuHPZD7JliHzHIAcxJorI9GrgLcNrDKPL3+kovyQ7KLqYKaTndprZ4PdX99FjAqd/B5acOPrV9iM8rG+wKc7xmszZOMyclKH10K4BN9iq5o+kVnaPzYbN6j4WfwD56XG5EEvcmAanVo2eYOXxP8sW24YFnGkISbruzX11gXJ9hO8B8bOAGpb0AnCTYLfJGs5+TasVfXV4xdmVd47vX/b9WkpnAq4vwqP4A16Z908nkTMfBfdW0C2iODzP+h2x/2sUHUPX4h+oJgRWQ8wZEEfzbRjv2/AdhK7KMIg+fm2nS8Y83BZxYMxAbZM02RafAROuvK63NXA/AKQlaHo1ttN58znleWMQfwwz5io22cxmiweaExfOEX18Pve5N99X7LnzeBArxtEzdCE7yQ181zyPKu1AzNfEFjyPEmWWjPBmBu/20DJBWgPTdLW2foaeygsd1pab46dsh57IQA3tG3a48sPsT8nNQxR9iAXyAPuObVQ+jN9gv3fuFBaOgNjIGHxnYcJ938+Lt/g61rVj3z6aOGsHfA096EpcjeJC6/VdixnQY/clB9AlzjazpBV/zogIz+zTXWvbH5cNkcrD0kgx/isZ7P6XzRe327JB1agH7aXjTnTtDzW7Cj9Vq9Jx2UoMx0kdR+dwcP+U5TzEUrct079k/sVj/rPPyu8YwJOyoBawoespYk7Ou71ovir7GPO0FXcyIADDZ07S3nbf0sYGo7D3wMXd3817zfAeDMZ/FV8OlN+kE/xE/P/kQXh2b7jMzFJgnwZM6RJ9FtC7JF76P7ox9JPsLWQPbaEys8ufGL0Hn25k2uwtYmwHrxgPINml/gmTeJA/82nxPUSwtzv0r+kTjIfmMPd9fLl367AKLl8SeASDBWe3bB3ayvfYyJG7D/2Z8EVzv5WPfvpKS/OjeWxHf7R4OF2H8z9pWEHvzlL541eIltxmB2yBX4XjJCpgo4ctuw3qNjL+kzF7yA7Q5v+X5jZyYxKLpHWGCKL8a3OjY2AfbueBA5lnNrwVOvfasxaY5zz8ZXzLfqGCobVDppdIXxM63HPDcJSuH1t+sFvpRt0jN25BV0h//axwJ+Ew7j07b80Xc7wUbzc0vm84sr+8/mrF49e1cJRlRpbyGkfLJgSFE1wYbAZVwQUkeJgcUszvat5HVgH9/V9mfuhb9LAYR8rLXDw1KJUQRH+K//jN/2PbozvkD4b3X9PfaN2MZZBzrsOMHyYs9lf2rOU1iEL+XEujVrPOaQZiGNV6FY461QzKhGYYsw7Ugt0fxm8LbwQrCywBg1uW8IGAYlSy8Mr0llUVqw+f0RUiHqGNExTvleMlB5Xd9A93V12ZzhcyadcS1h8Z02wL3J84wI+nnjvNdZQh6aGXmcdUMQmy0oghfRUWERXC7ExPdaQdT2DGFsVZaDbwSAzjO71ULP91VgDup8MvMG9DIonLO07rqVMjJt1t8daLsVIlUdF9AuWVYQHOvDTxtOk4WBQZk5k8kToycBYNEelcABJsxQZ7wLKJLButXpnUH0bbPynY9bh53/OJPgLoKePMEpqg/Q3wCk7Ty3k9LG320rOQG2Xk/T+Bh0+v1mWFUgjzEIwP6PMUC0KhiMvt/IkGb20MkYKBVk6GrEphHm3WdpvS1RNNYEbyJV1lHbACbv2ZgbBbNO0jrpv1W8xOjOSOzMSA4ItBHvXVBaD95AlQWyACVvzlZxc30byBi3rzEGwPNbgJ7gEg5SO08aJ/vTWWsO1Lrlyc9AIuvMPC0nj7L2GX/lTEJPeh4BkkuPXoum1K0gxpDpscWICTBqOisF/OnQ8Bjo8Bd7fcGuevTN1vQ+bUtAXbIVZRv4T0LAd+wJbEc+92d7hm4AQu4ZGsu6kQhwDblxnlHQctDiEi/dNAinwNcGDjdAdSvKNK+N3VxeQ0v9cEAHkG8DvwPzPM9Oi5M9MrTX0H35q//u1UPOGmAbBxA50HqkHZc8L+vZAPd3V9YZQQ92ghL71PbDlRdm2w0gM3aeKZ40f45c0o+uoosB6EyTT2Vug1Wt60gK6jWy7pkA34JBqfz+AgyzDpOdbj0/LWbarug5fG2ErRB2Rq0yCoeMtDY+i/IOdvUb8i86citAmq+dhfqjXVV2qR0rxvMbeKhr9xwn7WkIjgCwnp+ErBB5667QiQzgVK7IKCcB6eMIj5EZ+b2JaL85tddW0v4PoNuy088896OlOjS5lZy/Ox5k67b847skzngtLhgX+ohOiDNFABhnwc7iJBrRgSDzO+BvVeVhB1BdmHXM00ND2q+cVafvv7zI+92hwXvsYJZAwbTWu+e1af/GEcm9pQ/2LF5a/ej9GzifFt6cYdaA38qJ2McKoIQOUmGQfVrHJ+Pdfx0wozVW5h7gRGtOhx9AnV6j5vc4z9HvgK7sIzK+9SSfEcASANXf+9tpUczrmwySdxO803yllGLfA+x8MmqrvVqPvfeZTHlasP+WKNvfvQM7v9CCrmU2dPXbGdDQVu6xCUkfm26OZYl8SQA+9sYEFPX+AEmtd/seoa9tidxgS+Tut93lpXdADclTra+ChrcSPXwlnurk1w7IeV01vqEjeAQ/IevoT8fJzxypLEXnQ7eyTdyCXL8MKC/920A9/t3qxlRqtf6+e6b7DW8nyS4dQEJT0Sldhf0CHJEDERLw0mvntn2dMZ2OVdVhQt9154bzUiZ7yznfd1oyxxaKk9oBok4so6Uu4/ntLD/mrnHpesadvcinBsjKDmQO8EKSEzZIde85/MXad0WJicDDFzQmBuVZVp4FrHK+d4Be9zHBdx3F+iZQ3/38/IIcDH1hf+svy5CbyCJ9T1UJBrnsfn1HwFWSMk0nBhGzSNgm+l0t2m4i0JOQzppiy16gVEFdAfOToLZJLWPfn8+2QmX1sZ4HSPX7Ouz6sQ8/zjQ2WPj1PwKQrW+HPd2BzwT+wqOe95y51gFgvR/A86nw1P1FU27T+XV8uGf7B02Pn4SfCgA3LWuu+CqAon0P2g2/FY/Xnh2f42tvL2+TQINe+VS6VgAY/AyZ2BVe4d/1e/v4C+wurVsnoJEY+tpXv9H86/u2zPurcSH30O/Ig5YrgKeiD82hW7czDnyIPvc2vu43GeezZ4NvkBzWAUqRGJ062tdjHtgPbwAY2upjXBqf0fPprKexxXZfzKLXlbFrzwg8tQ5gfX2kxAi0t1DgDaYTANb4EwDJE1njDryEFkODBBju+CaRIMGGyATwQV2DjYpv2fNivvx8fY7YzJF3d78OjTswOQNuORA+mySqwXjwD1863aD0ytIOBOFHBadYnZRW12q9ufLXuNIUA+g5sfVKf1un9xwqMWMS421vlEyyfmJTnsFj13ZBVHd1QCf88x/73D4jFP+Y/UnQ5g0Ap7DmviqBSgL05fHYZZN0sNDH2avv0XLd8cCyadZGc2qc13x35DcBrk+1/9Dc8uDSp+QIfsrS1ZDv2ONgsOwxdil7564dg9dC9y/94ENhn5OMSaX9b34o+vs9grJ1uNlXcmD84PZ7saVfrDV2+Ab3+fzy9NhTvJ+K6wc4K943XQy9dsAKnZN1Y5OJCsW/S/IWnVo1kQ5yr/zoZFFsE9G/5NZrr0XuguvB45wjv7536Hk69D32T44oSyAPOYEt2PMiFkOCKLqmeZHEmt4bksNahpmH6yiT3+IYGQuJErE1TYeSKYMX6O/fuga03M5RqJlcy9pr9w1+pfEp3mGMZtlm/Fzt1xDLyK/G5zl7Xc9It4J0duGl+ZI0t0lYp8tlJXiiP0hW2+8uzt30h42O3Fj7dXD988YmtG+BU/Pr3/9+OjhpTStp8vL8FNLoc3UosHsgf+z832/JYiSH+xrjjhNw1/XzncjXJAChO0yXZ80bE2seEH1jG0rWvQWusbHzLALA0Ki7roFL34kjQEYuqFuBEufPmP8864FdYvqTXzH+PDzCvqrTQSeq/UisOQ831fF/7eBnLHhNsnDieG6gIMa4v38Z83dDiKcgtN9A4mbGqwx7K+MuwczmtOEQ5b5OWZ8L5pFb8HwrKFlfDOU+O+/NEnsF9TpdmvAGwM04s0wy1KTAbgCYw+XNyRMsuwBSBKquFfHatznrmKqFEOQ1RCy08x6ZRVSgxCHYADBEcWlpfkEpGYyrnvlcBzDHXFph/XavMCGMFgUSYpie5WPMdauIvg9M2KD9dYxuAHicfRnZk21BZrXuZcOnMoiuAjmfpSXJPpEqXxsrYvAKxEIP3ssygC69XPB2M2cz1a9xy/UvKJw9CYD7K4jkuaQ66VVQs6RDGwEJVJHGM9I6ZQNmIjUCFtcAH4exgcjfQIierw0NaAdFMa30Wul6bnVGYmfieOxnidiHrLME9LdVJYrO14eEePKABeOcDOCAopaA8/OdaJA2d8giFIFB4DNuZbh5HNYSK7ATIA5/JetzlWL2LUMhQOBklTlTpcfNXLMe4WOCNl6DoqsOJN7MonMRhnzTFWv9W4tU5pg1WFBHhq3paJ6ZaoWcnR7nJHuCvLEImcoLZDTz6awtO4QTtMva7Fo1n7d8bVBI33krH+5O22ifdh1nfV2oO7e3gjPAq4GuUmSsyvJyRpvuT2XxzO/SnB2lVay6ts/J/GQXVis8srzasGfM+inDl2q0dhTjPCdBiBe0pPnQmtJJB1NlrOsUuLiGluX+rnHrvx4De/FXwEAHQhYo2+qorNvuTe7XfJinYWy0gYOzFKBjAwTwKPKJSqJrJBeYR7BFz+AsDPOQA9nZsz47qmmGcWn/9Hzm19mCP3V57vBt8xLH/k2cQE8Z0MCxonJjKtigQz7H4PUzznfu0RRaQ+/nBtjunk5lZrfpNe2e/9I+aCpwZvIrS9fYBXBth+cC7xVAjnwZkOMMxzr1PN888EkOK9oliKRA4Hk44/lNn6FraVHI+gMw6dk4+shr76PMzKK7yKck9gGqJOGJgFVk2I97zH2aTizjrBujsz/G/LDYGwDW6qNT4qjnu3bEhq8vmDD3JHiF7F8goysct8qNMfKTMy4BGENDembA/g6y7jpEt9HmXN95s6HfZBtosx3292xp1skkOx0YdJ/f7OoXpKX9l+7R5wsCWPe+ed9nD9x2i6D66DHOy7mt/a490/SZFUSvRZ5nvzpJs9cI+4EWwbsXVPNtMkTz0b+zaTUvtws0UU6lwdic0Di0+PIOMhT7gGciS1/gs/mFezY9vQAUnxGIegHarNX6TC/4b39lMvT3LNS/BoaQnfgzVyfcLPxphakzrh87Pu0NryF4+U76YcFWZJgIKABRH7VzA58EVwREHbpIm7Z8xz8fQO060Ee+d+XLux69vswVPYcesrwYOxV+aoBBwEJXy8MH344RYQ5sQQWgdDblWw3wyk/MHQAR7IC1/XPfrq5yoO8GS78BBujn2v/je9z3D0F1Qop5XzbB+Q9ArZ/H915gpVtZ9jr89Du+ABb3U8BVcgS93F0ubtt4zZtAYDPN5/cGQCMLCFQiN/HTdw5fUEnAW4JTuTHgdGMheq/9LbEYLQ5DMzsoy4hJxFBygwL+AF8Ad1uBvm00Q4d6xR+CnnL/VNJcvGcehx3h4ycOAIX/SmLr2rvpEEFVnu5HYLdpxviRbayAbPqd4LB+x2fZBIYkCHrdTWtVcWx7rH01OhlEt7Yfg91KtUyfwb7J66GHPlP4t7V3QiLVeDOHJhnR+m3HPkdJsMa2IZVId+yfV07cCuDxUW1D/YLT+FnT5SN+7TfRsGkFGzrnPA4QXX7ovwv29pz6d8bVOimfTzW6/OexyQyKWsmIniVvLzVc3Aa+IPEwsjHXodPcSetWZ379cz/5MEXLtItRaigD0bAuC5hiV42fM/jmrboZ34tgLBX6HGXV9kp3pWHc0I5t2Ak86j30ZvROElOQCVoqgv3kSFFdxsqRmADuRYIstmCf23txll8CRk1HmqMKH24S7xSWxIcN1tmVhNrQXe/45kmcTBABO/I3+yJ+1PBqE6vIuv7Wr9IlzK+TVy8VnQeAQQTnySfXVhs8BxscG3X14HROUAAOv+Izpj02rHmgx3nHcuYFTzS/t8++PDO+pjHqn8lJdAhj/d5AzXSS9fN6je13Hpwr8jl6N/Q4ev4yIPJ/M9r/bwLA2g/xcXRQ/E72shM+42flmhcX0rErCoJA9/BnfD0VQGRs+DzMoTvmtO4UX1484tCqCyjKbHz5H360XpF/cRZTq0NSaAdMrswYkdM+S5Jzvl01Wsb83yTS2GbUHo6/I9tC41/7f+j5sR16z5u+4FNwDX0bvlVCAPyso/x23eFlJaBQpbjJsrl/FoA9ISGYvQ2NTfLIuagDp/jtV35Jrg4Wbj6pubEH75Etn4IDy+XI9VTwrj/fvsvK3cgF8950zsFO9rhNpxMQ5V74In0UwfgQ0HZ4PLMiZtN+5lb7b7I5/A+tt+xo+X199VJ1nXy1XZuGv8cOajnBvb3/jjnNuh2avQnKcxG+ShfqZKynE9rg4TeR6XwHbAM6s/0593J3BMv4Cap63XMWNOsFH7EO7A1xmev3nr35+59/+uZvYBY8FvrnuBYSYhoDy15tknNXHSf5+E1KUtLmLn4wvBUq0PQb2IanGh9t+nTdR5wAACAASURBVI/ti74PP8U+4lmRScEHI5sb99e1/z9hb6Kg224U6UJfMO//tA3HgO+KiPyUIVVtd5nDrvoHLQ05Rg4isafjREsbs44pcNX3fyRqjy43rv2f//nXP6jm1b+HiUcvrKITl+qIw0RkCrQgOpkLYk4p5mHUCIcwYBg+BiIMpJdxXDYzJe/fAiYMh9BM5RCXGk8V8HeQbVwwz7fKkPl0ALgj+mdumsMYaD3P9w7NDaYomIsCTmbeC97EKB9n8ttzABXK023sCsh21vIaXmcc78FUpFQFsCqOstdhuK6UvMCI7/3O/Oc7CK+es5jsCqKKNufs+hziOIZB5AgC2OK0RWg+RuMYxjhgXU17ZeBp5G9PYhCmLQt2zN57tUYfd3z+TZeB/xIAPkpw6P1tZfgC0CiLdUpF3z+dkKYf9tAcc5TKBoA1Fo5It5xwdtlnkGjPLRxU+TNnrTPsTKIGOPUZAQH3/RpbtZRz2cvkO1B1AjjfHnf7FzKmSaTQGAGfy6DsypKhuXBu+PzORG3+jaASr9LKIAp7+fdVBhbCynYt5+MAQhUA5vmvAdCO8pUBbCMiAeBuccM4u54A2QmkJrmAc97Aokgz1QmvAn3H0986427Ly771Z987EERTBNr6LtEG4KU8uJNFdIaR3G2ljgM7GcQdAG5H5jVWtEfdhpS5vqB4y3w+0+26aQMF/5FgY1BrKnIsm0ZJnmq0J5kBhdqtPo4BMbIqLdCGZ6e9r84oAdq5x2UCmA0eraEi2TVGhP4to1UO6jGcKnBhOfN98ASKBI7OHSMEyLQ+Z8LP1N7g72YU5gP/DATR+12dF9paMNL8r24M1merP5a+M99TjST6nPUcZ390NwYTIN6pOp4AMPqxK9ZO7J1jGF3+AhgN/t6Z7z8TaNrJIjjBXJkb8pvgitZLx4/TtnZoAZnTdEeHBev/CSqRBAH4AG2lVWeqfvQTeZaMa4DPtmnetkgBQdHjC/SKluDdlm/o4K4IhY8jX1eSvAHJ5gnLMoM4AYfRZZfRi00xwQx3WLHlT7JaANoGtN7krAWu5ajfd+edBAu1TPrkLHqadbw2jWWlDOox1BuQynsxVY5p/dic7bCGJgIau33j3A1ue7ccTs5L31Ug6vBOAQQ+9wGUqLJjH9dxiv5Dbuwp5cz7bj/LGuvcsQm036+jOuvUXpB4hKOKM5ZElt0v0/g3JkA99Om54JBMYhcdOLwOB9pCIy9/d3CajNzO1KbaEzse3ZKzTiKbfk6yiOXzB1ZoSpZZa0+dvR8bOfJ5ZTPXL5inJqjZwd8ke5WB+A0YQCEjA7SaJuY89fqfqnCxN6jAhj4PnRbY9xs4FHn939btultsddjywgI8933y2JJ9z3DTNPb/tT8fj3ViCvN8q306IUZ86Q40P1qkB8ii+oqz0Z6cFqGy71zJvmC9DjYVHWq5TjB3wMNTOdzckZaVI3Yu/gt/iEY2aN+dnaAPWowfH8oye+nglenoZlqj4f8kCWLBqMNPk4gWwGEAmrEFANOZvx7911+T4e7Etb1WxAGHkt+ddS+eNVBp2bDVRqaP8Vf7DJBbgBFt39HOL1V8ssf37sPlz/Hbv0G7VePuTdZJdU4nzXR7+9dvOpjADAR94+MlUS7VDsiu3vO3RWhoPp/t6kntt/XSkXfxkTsAvMmMPwOh7CW8TyKTAnnxpTYBOrKZjg3Lx03F9/7Hxu37DbVuEuH6HPEL0aP4itjI4AovPoEuTJtwXbmkDih0IYmP//dzn2RoKvRc9mNXiGkf547HnOEGgNkjyfDGVyzbJ3D52mi9N7YlKwkN+gGoaxt1k4WCP8BznfxnuSZ/esY8167UQ6FD7YsShZHPWtpxG4xhpJNLV45Bj1eBQI3NWt2dyrJOc41Oafon+Ri93XSfNWDJjFCQ2Pr+d+4V1HmNXWAvtLCyVJ7mujTwHNvDpofQ+xsgZg8aQ2FZ7/nkDvv7iqL1v2P/qkK+C10yvzHKvoHBAOW3ht9n77XvFQzHDmRP1q8bu0HfZS4VXAtBb9D37rJA0tPim8hKy5RvHPizK5cTMI09duxTG2sBrLH1s8z4XOg5d6GY5WMHsh2svUH35hEwTtlGXZVF55n4rYv/dKvx7NvqJc5AeFnbWV73o982sNTtrOM7cN3EnwLAJBmFR9OXQ793sOoqqPg+oL2iUg7dsLhLbA7m+SZiQh++o9oKNzKuA+SSb42Fcmb6LmO/nQYazyWKZjlRwDrn9hut6mzfAEG33TXdnau9wvOt57QYJ1NoST7j5XsCwP7OlcgbeXBXHU5S1uzh7wHg2HuSD0lUj5wguKvn0HnkvcMSezB+B/6L5qtE/fBGAoobUBIt05Jc+76FYcEufaZl4/tM1blNSTXybYS3yK+ccZtn+G7zhl4jqYkOHEnmH9k0Ijd8tZ2PwFa6xer7rMi/xfmJe3S193ttDnrF2P/4aidQrvMeDD3Vi/m7dcgbAH5bMB9ZOXJQZ7TYjsZKPIW4CTIEPP7lBYrRztphNY9P6H7ps3UYOhr9Et9sA1jIibcgEH18/K3ZA/y8xrATYNsgMcl7hxZET/pvbObYLN8e4BfWVXA3bhP/C3m9icZTiPUNKjthaXb5NXs1Xa1mMX2tScdbRm3wlQRuC5Pr/cdWz4eVYJd1wXu75sF5Rn7gG770+ybR/SkADA12h02NFZs28xUdncRSsBKfzcpZ5DIJvBpD7PPX3zcA3AmCnNlFD3TeHbo+a6+OKdhhyHHwtst+G3wj65gko29MZAe2wQkAD/1gu/2Q77PXGo8rC/DtYiNj23EKc62lbO6KB2kudxfbLVg5yVuaJx2flBB0AvgrT4kjOQAcwlALo+/eXwwHR/BCSE34TSQvwZ0KUDk/Ngi3Xa8+e7IZHwDfmyyB8f2/zh7I92N8vQbNyWDtALAUK3eUDFWIYNyzX5WXzyaLAH4DQNqQc5vDugOy76liLzBm1J64hQlOooNUZSDb6Pn297SVs2ORA/edBt///v5X/k7G1YITNjRGmbbyB0DTm30/zTGw/5AB2KBqlHsI8XKexxBvhZYzWyPyt5YUJvapbuP8OVP2DgdRn7syYp1ksKmqMKuNidkOZ0ZWhizKxQKSCshyAAi6eN61Hxh9nXVKFknTcAyozWyBb9gLneuP7PdxDvzZAiq9x1qAjNzTDi98gPEvY7UVvLnx2ycbtD6jrN/0Jd75tqsFJDxDgkEDW28rB6/NfXa3YlF7IN4JEDFJDVMBhUxoA8ZA7ffQk5HVRr7pm7WllQFn2hl/xyn+zu9HBfc3Bm3jQht7fynGwg1IrwMk/ntb3AY0wUDYAPAJkDX6NgaZgowkZvgQvkF+3t8Y6o4hFYf7GmqCCgZxKpHgN+DxMhAlC8co5JmMjwztNkiirbSeU9ulvQen+VuU1OdlA9F3VlBZHQuikzMI3CDPd97RIyhk5F/uyILj01Io8iqM/GbNBcAbWhrn5uJ/O43rgAIYhR8DTLXzDn9i/CE//e+00NNnLIPHIydDEr0kmfI3ZUg7kHc7NOlgoMr+Mc6k3+aOLI1rw8ayg7tjMAZNwgeQoSU0czAQ4jWtcQDAD3CJU83uQuNnL0aG+O/Kulw9H6PG81RwWPMZsUtFtN8sQ9h/zj51wFnyyDLc9gytCZP1d5yYS39F578JDsh37ccLGLeDm3lEZnJOx0G5qsTzfAykrLZ06siit0U8VWZ2bIeHdYbZ25+dSl5DG4M5YI324a6Q6TmLvqkMuB3EvTPuBLQnCH/p/wlgh942gLzAQQDqN3iFTPZeymGdaq1uHQxt6bEHYJ4XT0Ch7JuuSuO7GPrRzavzBMBkDqLxyGsyuH0lg3SqMjQ/vUOw7rc7KXMm4ZN1MrOoU60qfp8kDMARt7uzt7+tPtElofvMtyv8o2+nCvmc6bZczLlugE7fx8GzHv2GVXCHgE7L0TsJDvtJi1oQNOu772LeKDc7Pg6457qvaYv6jngtj8SZ7GFkQH9Hr78taQGsJNvfBJ5sW84CWdLgDbT2J/t7ZxuZZdC6bK98n3bNWVyDBV05E7s6+4j9uvJ1Kx1XPuUeeBwoZOKb7V8i+dqrk+AgPT2Af+YboKU7z9A5IvOPjZB7maO/JHew7ewb2Z6IfsUuiAOavZZt+qPF42wmTnW3lvQdsdgf5skEJnp80dq2kF0wBT3/VoK3rM9afup300UlW/iOZScTAPDdnVzEH5zD8XM004rdd8CGQK33cSo873XcVf0nKW3O56K/Ub0AGZYxCmKVg22AympvgmVKkJlOOQ20m1fGGTc4MvtzALxJrFYlFgG92Mmhn2792JWB9uEq6N1VmkfPCyD9/gckR4VJeDT3hQKss36eYfvwWzYJxrz/8gBgYQcWj/85AuqA/U+A0TxQeIHpWb7GtwA6RB2AbwK54ecNvhAf64Ac9IxMI8EUUEeJnG5daN7Kytre6vlj9zXdnWpIB+K4ugUbKHrut7utOa8GrLtFsegLwAyQvBPbO6HoCuhVAiLyBp58O6QBmJO0lfeb+tfOa/rj3P/6WlaDZdgecgeZ0JE+k44sANRJ+LKck84fmmpa0ZN1Pq8/3DNq/g+NJMGOgDU+OHPkX9HKBn7lOyQwz56epMdaf3jnrlSEfuDv7hoHgOiEl7EnTD+mqwgr6A5Q20lNI+8vP6i6V4Qop3J0ZAE0jv3WvHDt1wQjGSNV5TFrEsDfBZ+9O/jKl4hGwNg2/U0b+usAtN/v3NG3FS7B15IcTYeyBOp3sMGQ5BPPA7Df9DjWiX70M2XTFH6AHeUzns4bpu2Ray2nkoC0QZMNtCXhoummZSfFMbbTxw/shLTYFz+rhJgbOwdOY1rwOsZmnQcfeSb9qM9M15WXB44/TCcNg9R3C010iMnnjD+FJWPndbVUJxvfnZHy9Gvfp1tRBwm6Eu/YLQTSvu+L9kwL1rNbCQUJoj9YK4keh6+m2h5ZHn9lA+qNlbQN3z5P+zvxCT+sdVrqtuyADnpNmld3yKTiFd7T+40Vr00XWx/ZGF+oAoNjU/Q5nfOeq7j4e3HZyFHx0qnuFc1/i3q7gmTc2EunE8/csepzBZuzDbaJI8iGDji8vh13BIdPu2DpLvYJvd8BUTpYsjeyoNxdb9bBfrP2E7SoZB69R3cgBUpOgi3B4wrkBFea6sSTiDP+onw2faeCay0bwauQ9wQ3GbNlDPNt/N9nMPZXd0DqDpqRi94F/9stwuNTtq0zdrqSSEZpt/9rPxc8p+yl5p0uPPG1N+qA6HM81OdflGzI2EdePfzfNOY1PLiM1zMDt/9+9JFl964FXuhKU/a6E8Q6+aE7bB5sd/Ys+jey4sIwvud2IieYN0VPGr/3pO3Ilt/MlyI+CW/hV/ZpBncwr3lj9Mw7tqHnvvhccHsTjnYvtFEGWscTdl6THO6rm2LX+3sjZMEfuB+ceR87bM6eRAPO1XOvhAy6YLTMbXx18ba7ur19k/DHrolgNltjrFMdRMa5cycm64DB+2xXpGOn+cPxgbFnJv7Tei80uE4jsgDbD//bG2Z/ONdtQbvg+L6yVL7aJEq0/ewPfz/Mw3LXMmevdzgJe3Fv/HMVKOXEGOrE5F7/ABuHAO92HU4iB/jxKfAT1jO4/imu+/pr+0l2rhR8ZP8eIfA6PWRrIPidAXqyyvZi+jjMOEKfI+9gZozCBIu4I2cDJXfwLQHgJsAc6jDEXKzcwEoOIIEZHXiXd59dnV8M1JfE64Cojazv2V26HiKpaMaME8MmoFyClHCSWvZtCyyMmjersrMttX4CwH9qWcB+NEDAOfb9MCalMjRZf9+9aMV0HJUIPP35VgK0gdZZFP7unwLMoqsJYHMH5yYKLFBIpp/m104V833BHgmO/37uKryA32rNgfHzpwBwG35p1RMhzX4CHm2WUBTVb0BBB7xR2mfPS7mKJjB2OuO1DdRXIWoc8YIDpvYOMjKBBgFQbwBYtGCn539b8EWYY7CdjG3NacC4CA+1BE17ug0AT4tX8YYl8fDh91n45A1cv4bUMRblCExGYZy3cki/eXcFd49x6Fx8/sVj2pAhixrnLdVU4XGyoTgPg9/f3nSWeg79J38fQO9bMoA31VCrXHePLxDMZ1QCXSDId2gxBjYL/1Xo4d2AXJ31dWfvJjNxz3A/C+9Dp5fDMpXc7EX/iyKOoaT7tTegCv1pXgIQvF3IOnhOemAAEGV7ipYAHPM9gmjrNDB/7emxjT7nR8EJ76VJHmNmDZoowTU4NZ++w/QCOB4HufmXvTr70HcgW1eF7xLI3sQhHPFkWA/9/tKi2uvWXWcCEL7KSZQyz9Oc4T1Aom6xi37AQO0WOWTgei8cEAgdtgOac7oraBkTGaJ/D3hnx6L4oANkTgYJPesZBAG6yogEHFTrb/ruyK0xOgSsAGYSDM8zFlD7kXF3nMF1kDKxbhMe57cz5MiIl677LRlGQ+CouIXKfH/vRsGAj8P0rhPwBQDsog9fozHADwEK2Ui0XrV8iGF85EQxKM5JXgJA2jn4qo65GwX7wBmh8kV0XtUCMGd/twSyPvwqYXpd4Y914OGrw192tANAkeGo7+i+24B1251Er0vuH2B/wBHa1cWJSmXVORu1jJ7WY1TG1Jb417davjP4Y99EltDqLnOPEyFnCUAJ8Mq7O47uVnrxVHhs+GACZfDEb2Ap3xToBE4vuYe86ooRdGHzs+5Gdzza+7V2ceYZGchdRr+10MLGU6ACetWaX3rAeWe+ATbvTHP4q6uxcBDt8NCSqlqKnWeKlgqgeUFontvrDHglnRkgrekPWyYgzS3/YgeEn/A5+G5X2LV86nbVnQhxwB7rt3U6YxebkwawTtDaP0cPTkKnbBGBbN9bBIDZlzcA/LbihbZEO+Zr23ArN3Ln8SbWNX+8AWC95ySEWfhvyY/xzZKA+hs4Y54TaMj1BeUzHtvK1fTruMcOGkD0e53OJOhi7srtTiXSKw1MYv+0/pZsLzcuW8/Zj34hkN0Z5v7c2IEEgnu+6NCrgnYCvLdNmgpI/4z9iJ37m8+nZ+pu8w4AUE2yFTALEHQrRT2ir+XwGqrFtDszaBo6D+b0tBp9O0Dx+a3aSUtg7BsRrOx7/WADZX1Z8gl+G8haQmB9AGn/rwAwgWj5ECSGMYduxc35dqLyqZyYe8ujPzM/ksgB/xhTmIcCzd29BlkQv7bWkqGOjTIL/2RjbA/oS3ueJNGlrQWEZryhkbdiiQCjKlEJJthOGn5//aBO2r7P66f90wGhrqrFPz5JB2UY/laxrX3WWdBGnQS3fxYAlv2jytp+1mxnttG8mgCAgHydXdvIv/mQl16yH3X7ZshZ8CMXAlj+lu9edtJdZRe7E5vmJ5C4OvTM37iW5q/g3dhl4gX7tndidBc6dABYagOM6fDe8PIpBBj6Zv9+gt3rH/Uew6+LtUwVUn2o7SQHdMfmKjzy2r/YjulYsgGI0D2+SnwF/FwCwHvHdGRPfEH/Pv4Fdlgq76a7zNjGb6KTgrokZrO3LZ+6s1jOa/1xli+84Z/98BUHILDPZVs8ldyMAb7SsiULzLO9vs9OchLiVGteeGrL7z6j0fGWRRUAfq/Ise+grm5KApePUglTZ7ihzbbFu501OtQumNbqOceW9vO/QTsJDB+BZOru6NgJDr/5g+1faOy3QrDP5tD8t0bRc2y8rTjM3FZ205nJtDSm2eFpXQkxVwf1tVkWg3NWsWnzjCSNbhIrewKWteefPXv1y28B4MZE4Yfm/59rh363ipzz+C0BN3yFbElBVBJVMvLl6n+TXl4cWpXf8e3B2pebKApGCI28dlj/zf4lL0X/L1XF+W721nb2wRjSNWFpLXr17UAgejOuMt0jDuY/AeBgKtNxyQl84BcK8iz/LZ6zPga8uufawe7BJ7S/Zf9mT/MMMINO7Dc9NT9NgJJkvusKQfsL8RvAhrYTyZ308mJa6ER8ecutEWS5FiAFIvALmCaYKfNnXGTy2raDq3ZCvfbi+w/ZkX/3Ojz57x1gBF9Jwj/nkj0+iVkeM0mQDsQ9HUIkR/U6tnPk8+AVtD8fH112NzzGv43XYifw7HxmFuVz3cS2C//4PtQB4L/+68M+pJfKXz3PLbqHbtruTHcI0f3oySe+8mLF2JqddOD9G15qPxRcjzPtLn7Q+DEBy3/ARjOttI1vHaIAJ9evic++bhLQmUD6wYfStUi2fc7m7E3hR8hCrv5inG7Nrte4Qs/0W+rcPFytvs2/z1VCnANyHf3RCSCSS/gr2jO6ABgX/KXABQw3e0h8kjjLylQSQDirNzne8531oKuM7Uzwlg4yhy6/X17/gAAwuuCc6wx85PsHdhwaPoSIUyc9/wi1bGYi3FROnM2cALAc/GRfiyk/B8uCJgdP5pcIAECczEGPbaYN4cchXoBVr2vcOAgxRnRpeUfiWSjGpwRng0W87zlbsN4LJJMvxkROoQPASha7gPEZMIIxrQNylyiGUQA+FEu3JtLov2yvRwRw+Q240fvO1lVgAsp/WphZAHs/b0BInw94eF/W/pux0XdXkiXWLfPCHFSgjvF+gjSjJIdRPGdQzz6E+b2zPhEuvxkSNhInaLfAgKTctsrOkNu6EcH6zyqAyZThrpajSMeAoC1pO3O9Z+1Q7N1oMWj0Qys6rYnAx8k+nlZB+ly3w/EqRiFyzgYMpuJjaX329mS9sAMhgmTI3ZT2m3NiY7VAH4P0H3+9xkCvlQoLzQ8+uaqkhxBfh4v9pWIxd/yk4iun991x9u9/OwwCuPYaOP/95a/E0IpjCTiBMal/EbgoSY1vmvi+Bmh6kWQHgJuvvrl1wJp2hr8pKMazrJw9bYDfCSpl7DSgfgFrz5l0trMdPAElleks2vr7f6dlRgxG+HDnrrVzn9Hb+rCz3TBQpY0w/jE8fqXT09lBCmwdevEzDsbbpqkzY/U8WhsuYBcdQGASRQ1YS1aoaWaUpuTtaXk1mbbRJ0rQWQfwOvNTkZJXw6fhX5/vRwfJHsQh2oBIPr/8JdoV36Z1xzpKBCH00ZPk8gZuZlIY2NJP3dIImd+AwU27qdRhOvB0aP7PAeAeA/mU76wx4HZBj8Y6DpPOeOQ7d07gEDL2b45gy6XTzkZJK6pcvqy6RS86QUjrQ6Ze7bFPMlYcFP14XdXy7rR+ke6uYEon92h9dpRFD5JRkqXfa52d2+uMoyB6ibMsckkCheyQZPZybUVoJpN7M28PwP+twwBTAVymDQdEA3xgmHv/hp40JpWM0fkJric5bU8bh46AwNFpvzgo8FcHpS+9UgFW7/cY+bEF14H1HpQh2hng8JId1nL0TmcSt4naxAQcCJ/TXIHA6pBfAFY8U4G1n/pwwBFXf2I7aBKxY6laQq6sU7d3Obty+TgiY/Db1qr9niAtWfs6wzcAbApRd4iRu3HkNhvVezTO8D8sWKdi8vvtdMCZ/QYECwAmmRWexoa106zuOEM32KTQVPgmgNdxGAd0DN3f1ZSdcGVb7bMfONNTESue2CM8m7M2ieygu8Vgn2nGC92bT8RXf2jVdXSYaA7ZPYeEnPqREDF0m2dOqzqt02ZmggJUDjXQtFXR6Zhy9hS9NJn0Oc9K/Ir56vaEgMmAH28yJPK8E8r2ioEJAI8jHjpZ/+esV2c9cnPpdffzbiefqhCAv/68x1cAWGtt83LkX7e0bRvySmATAC7nepiE5F8ndZn+g9YiH8PnBc5Jzn6v2S+coDu2nRvsDJ1AM9BRn/mC+fEvj2yfQD10Zl6Y7kKHHquC69gAFQDuCimNw3NtpwmIgm4t8ELz6Hscfu0d+37ofoIODcwd2TkJIiTitE4wKT42Jeeoh6Ql4BFiR06S+Kd5J/BHZ4Wc/UUXYwdat0yAg45gh9l/+QU7z17l8CDt1EXHgJU/gP2iD84ZGzft/JOAIB0edwzZHHsGWeQjGL3jTz0yivNAXnoJI8uWn+ITu4PMrNFg3ivvqgtay4pDV8Ofmk/7U+1HsR/hz70H8dBByZm2B7GXzl7V+Wl8OqaF3ssG9J5oYlmMz/xL7Fo9leD/toDO1Tr8JIj3BNDZo5HNBgWt3bb13e5JdlR+ouWF/6St8tq83blG88EefpO2TbczngFS/Y/1DSApuiOwFjlQnT1mDxIAmip82Z1T5S/eJBFo/dSspoOcrK+Tx7uy3auU3hn6dIJBCdxgcavfzoabPMdmL5mUpAfZorSa5RskYFOxmOtruIYFuR38aK9lsK6qpEISyND/4IQHdPw+vx08oI+6FkABmhEo+K/eg/FzQ3tjIz24Bh3Sxtw5dIqOwH9Z0HMrvNN9b85nzvbSa7xX9pywbRKafa4jx9nR7kABX1ge2xarROJp+dv2Jc+2C1Z2ZONH6E09jwRSAn1vtc9FFyWPlFiopMTQ67a51ed/s9OwuRr3eK826sQmPvdWZJ+ARwVWW76RTNrz9nzG50myUva8+eWt+I3NtKB97PQ56c9+cBcBB8rnvsQJlOY887kOFHBu8DC2NAmFjXV0gnEX1LQcadkcOu8V37/DW9jZ4Fz+3reher1blL86LHuhCrbIxYsmRpflupO9Dmr959w/GWyiGX67LLWdQrJVY96dwI7ewC6Fr1/8izXGDpoEM45vHih/YTtflf80Cdb5XgLAPzDEFx+VrDy43wZypNehhU1CZB/ujnQtA7vgAZxvW7KvftwkgCmOs5/bfkI+2z6B5M/xFU/8pU51CkzA7emw2HuAP5huJVutnlHWFuR8Qj+xx1qmgUmBayfAv74DHRa6oCX0PnvshD2tee/jvjskIqOCf2Q+rF/0nEKRS//MHubcxN9JvOQc99/4efqRXPnTNT+RrekAdFcSJ5CODatxfHft9yMcOzJj7+QGDyHJLxOaHT+6QRjAdLoaOvbHBpPTHO1TXHjOJul7b6U3tL+TsHz5q96/Gz9umZzZPLb9vIYtAr/bRhh8Cx5DxhIwp0IYUQFCnwAAIABJREFUbDd2aOgr/xAryZwv/Wi/JF2iwF6cWPGHwsM3QNtr+U2n6/3THt/Y4b9tstPsE/oxuH+wPM0Hf81xqal0+jXeIrk5SQhHDn5jkLDLHPGnmOeLI5gGyt/ua/KScBDboguIfI6j8xv/+9fPMC0OX2XHZN5/z6HOt2yYavD5IErZkzQonCpCWgSdAPA4wEwSpZkgdwSf/m1hR3UDmXo2hD6ACWFGeTd/m9jP5dhrNBsQHa7pknof6Agj+xcWLtrI7DaZvr/tTTtGBEX1DFpMad8IRHmFE1xo5ehDEkOfLKYwFeuxgLbwWXB8GSKzOk6Cn5HAIIq2syiPMyOGmudmjWt8OwNiAshnDFUETMm9xqCVCevgfq3Lkp552fiYu42hDzKa9Hc79i1gYswnHCCBBuO3QdkGfxjonwWADZmeY3wDsawpH9i2e9AEdNF0QKBdm4nDybznZA5QQjAdemOtnFdnZJGR3/txsvdH4dhAqgy3zoLTuZxMmTHwOWee3wpEr7mF7ozdrSyP0zV7G3pbQxC6eNuHm671nxX8Bs4QqBTLrGOjs5Yhuxm5pxKrJF+yYsZpPwFg2gdu8P1tKQZtaF5ddXzufahsISpXs9a9SzCGtFDx5Zer8mKIo9tsvfT6p/Z1eVYG2Duu8vzOMm166QoZ35kgyrWBNvfbjpjv1ksEiKBjwBvoIaB/3oXmm0f5HvRsYNy0oX8ng88ZwjFUoLsOfL8t1MTbALD6vAwD5B3dFTKfu13QzzYeMZwxSmJIp9Vkt9Snpa9awuFoYGh4vhOIIQDMOk5m2ASj2qD+LQDMHiIDtcdvOxPusWFf+ZeWuOgMMsB0NtBvy/gNDGrTf6twXeDBVyN843SFCvLEdFiAHjTQgRSCNj4rg+N3AJqzJtuv19z6OXp37A9VaCjz0ZuGQbvy+g2WxpCM7jrBhKoAPqC7QGU5+w4u5c5J67CRSxqHBLCm2dvY2krt0MnPe2DtyI3js/uqyOsCjG8QqK2wbvUkKPQC+04pfZwdOT0+F8lB20tpl2tQsJ1iHY2mIMBktjIgu4IQ+r+yKHXu0+L6NfThPRKbuoXebxVs2tu0MrozjZ3FK+BHDogBhfB0nIWviuZrx6dkjf7JOn+2iQJMo1PFK7OwzXAcnKBVlV2mc+/ZbS9FBwLqjf4quzfyLPOWzadxde9PgneRv/p5W7K9+vjcdzuJYGDb1peTgPLe4Ua2sxJ5DJaPEk1LzAAYr77Aseh7eQRWE0DEXnnpjfH6qoy1tyLzr+pJX7fSzvnYYpJFj4PUz0o1afYMgIzzD38s0ERyAAkZWm9XgDfPNm8hI3Iu6dqwbaE0zzieBKDHP/U0/l8BYPRfX10Bu2o+brl87NINAjPXlmF+nvT3VEcg46L3dL5Dl6LdY6vNHbxzhYOf9UsAOPs7FXZD+3qt/YXwRM7j4if03YAQ2ZeAqHrJ+mQC5HqP6gfOGftAyVH+GWAC2mybCN+ggx86S4LDfB/H+3Wku2oW+ll6CiNDb9D+aQnvdWn/t+UY+yZPOqBzEpu7O4v3bYC4N8gvWXiAcuuru1PWAV1FlgNMJ4l6wS5v2dj7eVbk9qmcmL+lNwAm8p2Vr5IXbRf2/WPtv5smxv7S7+qAks5fsXt9plN5GT0xSX8ECA04AKpl53+zH0nogdZe+1Nzb/pgDF7bNm15huXvt4ddXQ44nPmQtJKEmPis4repMiwQ8dX94jsqVvA/NCKgNQDM2yHtld+/digZmtAzFGCLjoytxlnzrKs7yejOBiRf+4K9yv6EHvp35BJ2dc5CtuN9Zp307b2cALDPtlpA6+/omT2T7HH+a5msT3RlNvpc/Hx0p2h+ZA+2ZOR2eAOdK3+LakbPaXQK9kaDkuEDBTiTIB19oLkNbuTkddkhm+BCEBm6WF0ane9g8TcMwTfkHLSS3difu7NTgufZj9iKt/y9q0kCuKtSKAHo9wfbPWuaA589yflogArkTLBLRRX8CGt7ixGcaDj7jkyjIARdap7CftL+zYAvPqQjRSf4HL3+jU62/81ZQr/R0+N3HBrIlQjYJyz74HnGt3anqFpCPqCvckd2FZ84iXPlAyO8Hcj8+mAC3gvZE2NE/KzQDTZqehf92fbhTvGVKXo5QeOlix+H/b1wXxUXu5sEaUDk9r1tUwjHqE56jS+whwTPCfhAT9h8XTXbiU3tG7YuR753YhK+rcYmoEoXkNBF7BOSM/sMtQ66MjqJ4jMtALsbHKdDYyeQnWQRJ7xusjX71NXCBJbYe81Be0MHrgQy1992AcXILJ3xnai//lnTM2Njf+rvruJygdRUB0Kz3c3BHRQmodN7OfL3jPttYvDT2L8dBA6efvuopp8REd0Zx1caDc+1fZhAe4qmXlrDBnFL4QrMKjDoMx4hYVuifNTbHm97/Tcu0JlQlCQ9n24Sln9TjMT+ELBs/1SfFX1yFY4ToLzQPOvg4yTUEJh78AbG1hcJADseMF2+fL3F95MEl1nHJ39X/u9duPAb8oeOO+EHRxtiV5Xdn/1MoH7bAE8ixLz3FnPpc30dkcYE/wUP0T4qcTFXWoVfvD3iz5O0F12dLqNjn37fgz9+s19vu3Cx2yt+0x38qmAjum33EV2n+WU944ePHLX/PXvAv52g2PZl9v6mzeA45cuasO8AsF4Sn0mW/cff/nb2B3+VADDPypxH31vW3VXGv1WAIwMthyYOloKTTZC1T3FiXVMtbsAn8+1K82MrTUfFlRmrMC+cc+TfbtDNm+tD5wxwGTtZyDrI+jF2OR0AfC7CjSeB9G3dHF7Ufc1jG5ehHr0z/p0DxlkJ8gdbnfXpX7Co6KngKY29QydUBWMjEQBGztJphMQ1sJVOrMAW6db68Lj2Af5wYuj4VcwV2XgSgcqeaawWOxVeaP5lLNP1X3/FOulAKI5oPpgM6/eHz6flGu3QEhAMULJ3OEJkEghUUrqaZu52YuxWlnrtDZggnM5dMq2whmD8vTHcUNDn9IcSyJzwwdv4uoNSGKEQHRm6nWWpXQvzZm9OpdgsZjeeVje5n7WJkcCjnocO0LhO2Jgt70x/QIcDeHq8XzKwZw4XWDpKuTM8EGydEUBloA2Wj1IBeHEQfwti6XH33RG7r52tos/9VDBZaGff2PE5ViJjrWNgYWfHLiB+6HfH1mskFPQdPnoSdwanP/73dxlwVO6a6ueg2nGycJKALbCcPcw5JTD/Zrw173APkVtWDOAbJl8DP/sR59UVngW2naqKqnjJ+u/s6w4OQt88D7r/7dyiTLZFqcyLK2gzbQi0BV2ZAJC/a915N81Rxc/+vu3xMMhP5WpltXUg12sYcMSgi/7nwFEc8HN+3ufQBw4U9IZjgyzb80chha8BwOPALRj3ZtO1QcV5plpOCveWZ+xTZ6XznZYR3eqvA7Q5pxikV9a9leLco+IAcKx3snZPVi3fH4M/AVsZaamQxdGI4bz3ioY3spckGmDUSL41kJN91r0sa5xJqbrV8TdI079pWEaTW5Cn8qd1kudnxbwBAvgkc0qFh3RNEo42MLc0mQpxA6MCnglOPfxumUqGoehsnH/uPma8BZMCzAT4aedDRs/eqx762wBN2jCtrL/VbMaMHI526BYgq9Cp9EylKu3S/CwDtbRrpkVvxiTAAj0zL4Lvb8CW8zk6dfQD9OD5zdUIgFas57RVIQO3AqTd3on1toGG0bZnuMDIGo4bSKQqvg1ADM63teuV0DNZz/DLGqb7PPOR6Sv6J2vff7vai/M6mfADhmUdCTQ1HRFoehOi0A36LPzOnlNdrnUk4Bs9qr9pO9ZrRK7wb98pcsD7b/DfjO2mzSPbxnY6C5mq6zfgSSsfPaMBJu4sIYAVGgr/p2I5diV78AaomiZE0wC4fe+NNfJMHjVKRqz3kWP4npNknYx62oVpPwojxbHn3N9Knat1lx2R3KG6+qBABI+9ACHPbH1l/vAehM66o4hkB0HrVA/l7zeg3Pqkzy4r3buEXxvW/DiVKdpDMrjDG7ET2C+9j7PDeeUOzySF6Dz189r4fYYBR8YB8ldj07QeAETNWKL5BesV1Hq7x9wyNU559I9aki7whO452ehzh3Mn5dyyYW1cAMtTgY7DeRzb0HC3adoKgrsaWHKXqwC6s9GlO0Sfdcc8/g4yXfz39+9+TqdMPp2BtG/Yg92p4ZUvb4DK3xv9pd/Ra/CnQC4n1n4MtRXJd5ciMpMDKm5lg0lkgm6d0Ge6LVDsyK8VnZGJc5fuJvCFqgighG9IFNSYleSqAA/38tomWlBetNhtwrNHERBH388VJH5tWsu+ichr2wfUMwD5vQjojb0WuyMJGZ31vd9fX0l0fypihmealwASmOv9Xv4iKJZAEBVk6DMAk8eX++bfe9BgW1c+hl7u5CXmwHr4m0RK64cBbLr62fJk6ONHAGOSiDhvgk6SA6cd/pwXNuUJNEteflX3JOSIf41dzLN2vnjnWRN4AJ299LmuLMK+8t5MIg4+/vHnp9rbcwHstg874Pwk9GwC0E854TOsBMsGyiXXbaNMgB7e7aQE1sf3mkYYFz8a3kPGkFymcakKO/gOvqwrU0ehVovLRU3W7/9NLxCQpw0xQVVwk97ztmnoOEKCHzb2AfmkM7AJJoEj+ksySYcRuYVtDK83/gMuZoByNsm+xQD8rMf4xJDP+/3Ik/IPnYCQzwun0JoCAmYAAnrwQ1pmLm1ePD622GtLm2YK4OV8IyfWB0P+y6fLHLdCFx5tPjnVM4dpuA5NNlBe7ADasSEkT8a/AndcG0C2z+CPJZ8468jPxS6PfzwFFO2PsD6S089ezbp07p0cds5+fBb8WicFCe+0/ROcYMHdsc/se+kOPtkXSo6iajLyjf2n8hRaJECyVZYjiwcfNP5XCViNY96Ve/Dc6qTom01MkD0GjnjJVOFqpsPYkmAkOiMlZdIeuu0+5GHoeTpbCPD/BgHXy/z2juKDqz2dt/R65HEClNhcPZ/Tar9oFrlk+X90xdqbPv9+fuFBdF0R/iMdlkBoIqesgR29cHLr3QmqlP9BEGFpLHTR9hx7FeMeW3rPjZatTirxFWzLQyR54rOhZ7nCcX0NhQa3bXB4MP4Q+y/9A4YqcqZbXVfLIm+afm6/dvybb/y/fwmwonuC8OBbyOzG0+Dz7jR5bDzvSRK0aleOL4Bf8PoHLQNjP4aHWLeeSdAyNkb8L+yGyIkJvExQE9mhuViGf/qjcQuf5ZxvF0LBV9EPqaxPcNkjzhh5vvBu5CQFFPrU0bc6nO+LXWFqjG5yZWwuqHOaE4DXX9Q5cfWbxjtXuXyffRMmrXeUlGi7LcCU7Exa75JQ2fJJ/GJ/f/YmBRPq4qFuCndiUtvn/wznCG/k1MGh7N9P9eexRaZrQfDV8L3t/KlEPf6rE/4ii2zrPPEeaAZMJwQz2MNVVZ0AZ8v/ToRfntFZpOI3nWuiAztAzjO1JngiBYNr+0cfxebU2ShZw/tin0hXcCTZwmsaHJizaruc/bKsmg52nYBxzlvJ0J880FUdJNBgNza/a+5ODpD/772SbA1tRvasXv4tQbXvrFXRQuNNzVf5fflz9yzP+UuJS1HB4QvZ0vOhjkfE1gg9NX5y9mXoTeZyJ9NAK1ukkASwVABPQljhu9DtW6AYOtbzb/rx60qUUJzNNsMws7Z0CqjUtTI6dJPR2AeuYET+/6ZfncAy9gP2kvkaP/Y//+/nAb0/4yDHIU3rPlpZHMU936E1lHlQi1BWtJyoMTD67rB2EETYbiU1Y7+BWBNZV0RY0ebzIiALMgmqOfKeVxyHzVzXWGvcxrDW/5Ohk5a/qaptEPS946wzkhirx32dKLvy2j/A+8+x69Ycayix+QksOqD+MaCxmzmZ7O19TGRXoKwsI4b6o6hW0PEZOydlSPBkhva6TJSbNvYGgFmTnTgL24yC4wMdnPP0QnKWEB5AcO9jt13wmKYlfUVMEQbI7xHw2tf/+NtXIcqabXjmbAkAx3jNHYRkAXHGVrizXoIGtCN+95KzDeC5d3hq3Xx2ePQIzhdEYK+pVgAYwMH7U1WwaWwMWkA2O4QD7LWgP5RkIyMOTUDAMWqG1xBst9CO8jxjDDHpH+jqh5yY9et1C7jv+wlA7Sc7uYBXMSTbkTy0qHNUpQyt9UYB23CjVHg+jAO28+a+2OVlwMWT7XfuMmSSVcH7OQAGkKeF4YKScbRfGu+Wsx3EQGG8xsbZ20mEuejnD3zZiuENAEfebgXdCRzMg1CGVvxzR4MMhDbYIivSqu0NADs72cGqBeagxz4vgLYOAGdt4TuyTHHi/vpLGYTJuMeJxfmOfBEtdYAs9CwF6p9qn3fa5sznkxWmz/1s9WMFLJBGd2hXaxqMzKbvZH6OAz7/+u7t4vmXHy56GV6CbjEA34q1t7qpZTjj85r4Qj8O4hdo7UeJbDn3MTYBQPLyXqkgOdoOLnwIIN2BDtaLaGg53fIbWmTOSZqY4xo9GLsggXKPO8D/+U5lkPqY9dlv4ziH3m89O8H2vKq5k8DRlfn6vu58BXxqeUlwdBMp7rZXvmZBjt3MoRMe3rm9BjdOelcSnPm7rfBN36xF45Bkxfx2T28j8Q2mmtu017M3kd1zj4lsJb8375OIAM0cHofmd7cBTnNmA4APUXZgpQ1Qvn0y1o+juutu0Pe2b9Iym3MHCNaYP+6+LJ2FbdI8deYhHTgdCrptHu//9V/RA29S1m/6qwNWP+i+jHhomIRFP0uq2+DhBoKPnOkM55lYO2LhRRJDopf1H+ArVfSAotieb0Zzxom+V6Wg/7Zdtfr//K7WmPPMvsNNH+27mG0XTUCVPc29apMc8/8IACeAHdrDhgTUvEE35DIO6ILgBKg1RsuYpeSAdblqIgFgbJXY49Na1PuhKyj+/QrE9f4zz1MR4GfGWe37WJv/2fNuIwwoCA1oHzs5B9nvZLep6Ml6NqmAz3QAmEROgl6ACPIxONsGhjQiDmWG//0O0a4+ue/6/hJj1B5wfK9OgtRwsdX27t8+k+an46RqPx8bFP3aPIkf1a1CGbvlweVfTvVGdjE2H7QHHUDzVG1AU/BjgJjM0Ta9K97WVto55LfYcUnOS+LXVBZ/79GFhO/0lSUAHHou50OCctvPXelD9QDjnUSasf+97pEdJyj2refcQT9fRBxAt2+iNPyQ8WI3+4qNAbx8ruWT8lxkIPP760tWoDqnAbamkbOHxhdiE7AGAhXICQJJASPLbx4b8ehXBYq+dcsexR/jnGmnSSCQSjqGY+wjG4V4z77Cq/lbQWUssw2mdzVar5MgIeC43nt9/fYtNZ8a/thDaxfvs1Olv3v321q8foOld+eelkPMDbqSHgCHWdoaWc7iDKhOMu3QCziAPoIv1XuRs1Nnjeyt51/O5VZ133Rme/6zr8TTGgI76lR0FP9LPnuPPx5GHvb+XrJmun0kIBpbCFwh+xY5ku9v8sObQAYtn6COZUPd3+7A/eh6d1PInfJXoOR7hrqNtJ+U5KfBSdSivcDJd01tV3C2sRvHxiwfS/PtqmsqUwCnDWAPZGQbysGMTYTn2eh1zrhlMn7fqzcO+RSd91qYQ2zE+fS3Ds3n3DV5dFLwvu4gZBnyfc/dAqjKG3vHtDzrABj2Oc++koD+gt/sF3dZdxeMVLVmbsEdlz+xX947MkMvkWPxn6r1qtY6WCqyqP1j5Kq+B+5iXKIqQ9vPZS0kExpDm6Rm0R/Xj7VYbR4RXXVgreUvCX7dweOqgPQ6cw0Ua0V+BjswmrV3rXPcYhf8wJMwOZ1cTnBv9UXTY84wtr+uhsHHazxXsu0ktot+vP+5H9vrFRY9/M4ZUEUWGorN/8pqBTDo8Nj2n5eF3f3RnwJ19qe/dRL4uRKDRl6fROdJsk/QNc42wbdOUIW3sFsJ0kL3jV14SrOG7E2+3XGBtStD4/GN9iobvX/o+ElgZC75dxMHX7uufTT8g8yt9PzwS9NeYwjI+XTkSdIdvvRAKRdOjowx7wlbnfPsswUDOzx44VfoCf0bOxEdy7TTASB6rBN02Be9nnlEFuS/CDy9p+8evhpsi84W7Zf57MwToqsUTaALXrkaPZdEQ/BkyYe7avQLTBa+Ej4RZqIWuhvAu883f7XcRA6/vgDf49yt4SQLdBWn9uCce/DB+DnxXSRrz37pXZJnvvcuu3AecuNMP++ovzoIXLwQOf6nBBfkI0lDb6I1a+z4kF5zwcLoJAots3H5hpJ8+T2xo6WH3bfQC0lch56qpXTk0u6f6AisXe/1FZLsEZWw4EGdrI98+C2Bm/id1zcJ3GBpFLzpvbNHIwe9zmFx+Ff2nJP97YcthdlfEcZiHln5o0/k3DfAffbjG0D8cOR3jectj2nlOeiqJuR221ge3+eW1t36oSjMMQHJDp1TFRQcmph43dr94J5bjPdixY3vksDS+KrnMxhr43CdGP6v//l/W3IWAxWADgDXgA+bqQdz96dGkoPbAeA1lO/e9Q0qptXAXYmr8TsAzOehg98UWUDwNqgWbAxQtvfHhaGURREQuQ0sHOyuADYRlOBfcst3U20V4/AFrA0JKSPwa3vWwuBPJeYS5gh7qB7D+igYiLLmZWdniEt3zljdzPE24znANczgwNhwFkIEIMlKxhqiM3l75fv7vyl7bpR+g5vrEERx6O+AfTmbvlMTJWxlZ0fk8Px5kLN7Jntaigcihz5ES5fx+ksAOAyd70ZoJ6HgOC0D5PTYB+ijyklgn+kmU3sNg993Kc4VAKQ+A/BEayQU3XsHgZS2W2+MpOvWfjzrB921wTWOwxz8MVjJhu/M2FfQ/LaWBh1eMJtAmWkdi6oGUZah9sFA2LRXP0bIGPNuoaaBJ9MGYxRe/S0oRKattkgt1PjhjHL3xDjW5oGKVDv76b4P8cxfsygwy3QhRVCtkwjO6r0WzK+hAXCVJIVx6iZDp/cZOYEje4L4knGz+TEC860OBr1yykp82lUDsJHhFmX5ewCYuzICfiVh4g2ItGIhwIJCJxMKIJbMXQEXmrszRSfj9g2md2tZyzwHMLXSvZ/mpYEYycogTubd9SMjR3ytKuKpNNP7rgCpljZLMzGyY/RTWbuGBcHM3+QxACBnTyBBzwIM6BatAJk9Xzs3BjnjuOqH85BDaFtvlKHb9A0pN92QBJRv6/xypUJniQKWig+7new5ZwyeMhM6EG76GUGIExz+2P3j/F+Z9hst9b2R0FHvQe/RueN2mOBU7xmc38SO3wI57DnGIhnqXb0VvrgdFda2oMnOqPmOCibtOxWpLTPbDsgcFohwq7Vq/coTkLPnPL9f1CX/lb9v1uVvZ4FdQAu8f7bX1x0js9e/gbcBPQKieJ+OkxS919na/XsDAzfTrqxza+uhcU1BewnttY1jWfgxZxvyfwJ0M8m9e5U1AV70efmzdffeDYYsAPrOXzz6H7JTMEtHXkd/7PUcHv6XAPC9j/fdVugcjdXZo/8s8AvdO9ClDOK+16oWfM6kgIy+Q/Z8f9bj+c/3OVufwbGl9i7drIkNSWaAvnq6ucyYgB563/bdBBGh//wbuxv9mH1U4shW2aO3AEDp6PEmpNK+2/P77My/fa27uho7jm3mS0UzFTI8v/0IbNymo1MFPHcIvQHgtxMDso8qTQKH7T9lPyPzACbpdqCq6AQo03WjbQcBnsztli3axM1wbqcSHQbAAh/SWh9epIV76yMC2K8DrLV1lxkS8NjL8HKMyeiSAcAmAPPeBZU1xl4RLzdQ1PZYgxl8Vrx0MsuHmdErfd+ZnHyt59//Lfd7JdkhNN06BNoLUJzKEcsZgWpj95l/ByjFXzrB3WGTd16/VuiMbeuxzp2SN5LRPArdAOYcPTUdOsIH2YSrev3i84yffVWC3X3FBvTFOP7wc8fwX3NXGlXh1x27GpXA2wQQA7rc+uC3O1Njl1T1omXZdkIx2P8EgHv+spn/R1eSOGHzZ3Dg8PongCQbOwjQqEp3x2r+7xankVtDcObn+r3wCToc6F3Zg4B+9nt1HUR97x2PM4BnObckDCSp2vMYOfF2NGl6uGRaVfq+OMoV/LY9VXb1VGzoeSQrg98QjJB9kgqJTWD7bV7MDRnd/NM23mWvz3pPQND4UX5+s01j5qZCcf0LjJIEftXZPnprA8DIAM/RNlHkBcFAy17ti0FA9OHIalqNjszI+WR+//Vfe4e4Ji4As20kKOhdC68bXHalyazZ8x57fqpVdDaa79sRaEz+EzxjzMV79loKnk9Skj/7SwI7QbNrvmVfvMEKDUML5v/z+ZH2SwaTobvMkfezP8tV+U3vy/dxzcOcb/ui8AP3XsdGTPtbAp1vohJ0gq2AvYGvpQRkfGACfXpOOhBQ8Xxjbm3Dx2/elQiQ/hHckP8zwUpwR1rihw5vXl9aSbEP42tfqPjrDi+x7cKtf5IzXE+EzukEo9YHLUsczB7gD3v86PHxJzTXvpoMG03zkK6QPiGxo23hk1BLgv/Qe1r0/p/P3kv3s+zP+GQTKdcZkuAe/V3Jg1YzkWuL6fxMnDctjbjIPPXcue+0WiI3L+l3nff/OiOdrnvBk5EVSjToThIkM7TMZB9+w83/9vknwRfXhjm+yCRzMac7cSCvYi8dvMSFW9EjTbcH+/AGp1PMb7bxUvb9G2Nx1Y+HGV+wceR3/1onGaMfIQkejb/dhSs7Rp7RFext0zEH7HaCXovPEkiUPRobffJ0bCduADgd3LD3G39hLh2/yGubzEUAuM+prxp69/RU7s4bHQTWS7G5pJe4YnPAfcknY1ODn3/rodMGSRKe2Syg4z/vHJo3TQfmxxlv7BjEf+tl68snbhMsd3wzB+lTPHDOZ4K/TQvtC7CX92s7YycyT4fJ5jXrn5FXkh3d4UHfbpyHuXQwtufzWwAY+uDqvt5D8av80OahtrczdvTJ4Xufl+RJRlo9MH9/hBAdDi2ObTb2lyKoF30bAAAgAElEQVRCb2cH/Pbu6NvFZHR8bBxQT6Mr5fGHxm4y/ZVMvfhXtPV0Tu31H7tk7KmWP9l/Eugf+0oWXfHfObvCa5hXbNgNLFOZjh6icjtj4BPKPo9eefVlJxARk8D+zd6ENyx3yp17Y6jHjqv41aEXy7D8xz54fmoBHUGY7BaDFipfn8JgsjT03o82LxpggBsbvX5Isv6VAXIOeai47zPZSawBakO9iLUDwOfeUwmgUbZewPd3Vx32BePd4kybft9hECc8wNICcawXA+PNvtWzyfyKYxEHk7m0AMCxR1HrbjD92BDxcxecgDBpwdpOL0TcmbktWBrgZG/e1h+d9WhwXICzMmWnUhtCyR2CS2WMbcPMgGF+MOrOC98vDXhxlrSsEB/RXiIZ8FIkq1xhlr6jlIy/bG+AH6onDEDJ6R5wwIaAMnAl+KfFEYEYM1MlNBzDyEoixq6DeTIOBC44Eyt78M4RkI2Ml3aq5UEkaLmJADhPFqrf2HZ2PWiUE0KnDYFsMHfO0LpiMyOzGwsg4UAjbPT+GiI/z4qK5zawu8URa9M4AFNt+Hl9zvLNfmMghS6UETaK94C2A+B97/3j2x87FAaKtv2exieAu3eergHSWbdpmbGGHADLVqwqqP9V75RCsWLofRnH180cNJjpZ+/pxpDvagaUC4JY9Ek2tPd8lMUbGL4qmMZp0rkz36aNBuhEgRqTxBvJw9w3syjPBr2Q3/cdfMypA1x2cqbFyZFhbwWwQApXnG4b6Qs80VmW/EtL86V77dHVYmf0hNfjzNdtKarX/vt/pirY2YbTHlEgiuhrgF7JojgWC4J05rn5RrvzDfiP/8X4WwRBeok7utjnE5StVn3HkBx+5XkANeHvdXB4bv8L34huaemI/rFBU3d0Mn74KEGGrZwLn4kWAMmuYNiRy6aWdSBGQWzFZALA4lvt9T5fcnVafo3Of+8cwsHDgOs2YHZ6ZTSeiv2c1ytjtcY2rnF0YqLGKDJIPi2IIkumAriAcmQMuvU3oDvgxM7hTbxqmb36vwNQGInbysY8Wpn35vf5f9HPkkeTZS5bae5m7SqVd/3Qi/fm+18DT+iKdeLDb1fW3/DUuZdRdDmJVQdIGpnX5yH6fh2dNsLZY/0rpzMZwznXNkyxlQ5g80sAGEejedOBAju/kWNtpBMY8esOim/WeOzHycK2bB8ZZH7PHGnzJMc1OmMr0jLmnNtM6H+503LoLV1AMm7+qyrwKzFss4gJuKBPVwbtHX4HGGL+3zPeFo5/qqBm7yIfJog0d7uSzJIExLF/rvnn25h06HnfcTP2HEGppgGeRSarx3jsq9NhZM6wbcIGssMDW7HK/px1jfFjv4HzGhN0HdX4FwbC5sdJT6oarnN66Yn9MRjVoN5zZ5NpXbQ2NJ4K4C8APA6c5zw2s37vO1Rbv7eOfJM4oCky63e/d28AkgjCvBVRGiOydO0NkhNjEyfwqbnKngq4JYN4eYW72pW4y11kZ1PnFzKc3y4tJEw54PD5M8kAn246tlX+foBnAaYEc7O//30C1DwvfkU6vgRASYUTMoE7oIx/Pi0kfVZz9h1QgA5PVUet/bXFWk7Sqj3Jh6Gzvoqi73C0XDBxjk0/7dgW+KIbzVamOam1Ar3swZmv/NGPSK8qTT3h6MZNkn4DwKH7Gt/2XKEFxaPtJ+h7JOadj88dZ5F9kcPei+IF9q2Tt/nM20JOr9MCLfJ9bTKd713xlU4/DZKwb/C2J+M7G29ZTZIRthl8Aj/gY+GTOmDwvdgVwLTAM72qKrDkTSd3kzTtNSsA/AV1AsjF7uxntX0XuSqv4wsAKiH8+1/rGPwNL7F0FRWlzEf76ECk5NroPyVdEEBFDiG/sFVykLG5jn4T/jG245WIMQSKnR8naa+DgV6OXJt5QAdvJw6STGx7yNeWbBqbael3aSOPT9UwwSwqsbEXkYf7/fBtrpBYGYnNd3csib3gp2hyrmAPoHrGz3b5h/36LWE0iQW5vgu6y3e2ZTh0TDKOuzFNlTJYkG1hdN/Ignn84WfmJ3o75Cl5PEkIoacEzt/1dACehJyWE5sIfrdm7AAwgdi3aOMFZpk3/9I9ol9XYi/B8jcADEa29uHgDnM+Gkf66K+//2W6d0ep0XVbeSiMKHbm2/Hi9QOYV9/ZmaCNDnLelc1Ne3Yz+V6Rh3js/bz8oylc4G722IR3W2dk09JzyfwhjL6miSKS95m0QfU9r5+e108H4LnDVTN4deJ95/V2RjmJfQ4CxNfHj8BeCV9nv+Q7NDezP670MjPBH9uNz/Y+wvMbBnumbR4nNk+b15YH9ge+9+DPpkd4MUFIVT/+7fA05/3vqgAu2gKTgv5kD7b9Haw8PK8f5BtYy2vfdVKIz8Nt3kcWTkDtwr/lc80VLY3JsefaXcktAhDIBQcUxkw2ydiPHjlXvhL0jt1zJRKUjsaParnWvzc+pTHRvx6fbgufvkZ3Ufmu/W4LpTt6MbfF40NJOt+3Uwl730EnPuspjN/Sevi34In3s6pEw1OZ4W8BYI9Rifp0d4tNPEF50VMtMv7MckXjvi4img+D+WT++co/CwD/H/um+jBXN4K/sZNgsvGT8cFNV1rfZ7++vvLbAc37IGxn8DiftWzyKeLQJLFf4EWe/gPfrnPBJjrY+ieuuArwzL58ec1XfnvjEr/hMxRA0Cn2YImDrXv+3tybN3imT2qURLCvxfBJFJE42SswuAoktsKxj0w/nrV5VWO+lfH23aaLTCcdH308dkTj0egP5hubLziUfiInwzPYXE4Sm/gI14T5w0OSLlYEDy9aBF95r/oUX1AQwngtGzS07GvT1tPR9/h43zO9L3r2JMnm6sDQbI8XHm/bZHGYC3/QfnEA4w+/+FXHI9s/CT5++9jxIcZ29+FugQ5+wW/n1h0S0gkuiYKcj22iI6vlsyVRRB05vXbT3PxesgRbNPuz70etpgDK+ya7vrAXMA5fgSh6+Zj8HwDy3e6qA0I84FcA93vgG3CDsWTovAzSzq0yWDVRMgg4bFdGTOZnO9SMi1HlAO5nJbbT0kLYgt+tczYghdHHWgwqldA/lamVMQLwLb7SvgQk/AzXcug1tzZGYEob6WaovQuSZ9ixGoXswygAlYwcjGYcOgBS78GlrLLGP1WCNOO8Dri/N1TIGkJ8cUL5Ny0zCDJstmIbbPqeCP0CPEfg4IQeB2cE1FnHADxdFYqipkWTDD/WGOfXVD6MVXeMDDgMoKZ5IWBxnAVg2bb/vh+BnEoEqkd/c2y70jLfux3W9OLf+woO4FOADGdtuvr+97akBBAxvX90dtoxWEBORvsEgMnaZx4A4MyqjXn2XfylfcRoB4z/kyDrzGToOkD8Zgk1fWFUkGTg9SKQxujPHgiwDl9sZnxakyBwO9MTRZAWSZOB833XlTq/JHgw11tupe0wsqaFOgGeOLjZwewRynQTRTqww7zgZ5IUnPBxk8fhH43dn2+e5LmeNy0wRL8jx/Ld8GEHUZrG18gIjYWflz82wWTADwcklR0WA0E/yC3kQxtDfafjkQkTgLEha3ANwyfjneCME44+g3NaKTH+G4Bgjzirpb38hhLsAKT3AHnf8lUgnQLUotmZG4ZRZN/c0TJBX555fIAxwDE6mYvn8ciAM8/eD9GU5vPtCQ4nPHTu4CkDg8o5Eh8sg0fmp51+Ei/amMycp7rIsjHBK8/5ajm8tH2B2iMz7ShNgEr7kqSD7GsMueiFPh/WrGeSeaoKM/ZRcz3By27BKTnyPey00+IOmpGL8J/GoarWdx19f4vPOsAoeUJWrw2nSentpKwYxQHu33M7BufovdP1wavIug1qzvtUPmNTtKNJIJtM2etZ3YJQCQK6k3r2Hl7SE50wNcYx+3BAtLEnsM3QiW/QCf0ZAz4OjH66DZH1qFsYJYB45JnocTb4twxy5GVXXzW4noTBBR/QP9AE9AMNQ7vHQZm7PaFr9oaWyujn9/ltU50s83HCEzTaBJpOIHBS0mnhuA7A63QkE5gOIOEl2zu9wO+1k5gkZ3Vknp6hinS+0wFur19B7nEQXh2k4ZXBmTvOc16mzO93VyBKy7q7yiaSsGdX8pl4eUBM7SH2hhPznjT4s8dl16AfvAYF5kY/IgOgL/5GV0JX/blLZ/qgs2/6JfbiBBjnvVzZkms9pF+7DfGx7cU1I5NJ5guN50w74NTgWeQzHVpotbgZ1h0A/o2vN1lpV6g1k6CKrcG7gFuWt9DnyMnOtF77IoDqnYATH4KgrqrNXbkoP2UAhdueHvn8jSO7iZ9XFrZf1cGWY09XZbgAZu2z/aFpZQrP+t8BnHKEsXfbZnoz6G0LjX677OfyDw548MktghMau+Ua9j1r5PzYl7YntbHnChjZ2aL3meupZCr76fjEI0q6Y4ee9/rPnC+Befan5b0CggeIGWLWegDwAQpCv0kMPcC79nb4kMQOWv9dFdAGv6neiNzqJIec18gPB94WYHkB9WHPQ0OssekVcE1zokLi1wpurUi2hYG+RUwPT48tR7cm6MqSQnbwN9f2aSxzLC/FB1nv0dMzPMEwEnhiC8UW8edHXijAZB9TYKn16L3vtl++7wpAPwmxn4zST8sX6A+7Hp3+m/1g33KSethgrqzqwKr0R857KsnG7oO+kL2vvn9xlZ3r+vvLNzeu0Hc9t0xvPc54mcchEa9JCR9Ue3eAkgTJ8NZgNlNpobGjn9Y/sT0pvh37qX2503lCAlMyuOz6roxqvOdNcII+sHnByRYDqXkOXSCbOWsnBwy/nYT06YYSfZ+gk34Aqne38ht2vH73OuYLosX/HgyIqhx8C392krSZk5/xfQeZSgICZ/TSJzTU82mbg4BLB1gxH7Abjs84AaXVM9spj84bpyPH2D+dIMc4sW+yYWBM1knfPkBTzBdwH/nXvg6fgce7OjHr0V2I2yHDdP696hb+Q4MEqLti1Xvmta5/8frHo5bL5s/Z/0yYWFs1IC7/ZfZ35RB6Nv6oE0zcNWftyasAZhKXNNNO8Ok5OLg8yRcOUEyLTAP6n0jlDtG2pzUvEnikr+AhZJzel/3+oxvGCAl0bfzxbYsLPR3b3sEmdGBkDNcCej2fjyX7pkTPRfua+5WM5YTAjNl4sTBqAl74s+4wpiQpn1muGAo9ToLm9wsdAtrG4wpDaA8cir/XHvn29wsIu7JyaI7E2+ZFWoxTUEKnTsbpf/le47L9XP0uX4/ETf2ttR3b6hvsxQmd8PTxY/N/z89HSrePaUssOkqS4NiBresbR3k60LR9vLZUzv3C0cQjY2+KT0lyufbYexq/rWl/A2Ux6qyHqlNBXx0h3m88/ArszTrAJSFCElCDW4/fKFOXAB3PfNrvN2ZF5fdWbor25n720/p42wOQdNAYqGl1cMlBBmMnGd9ZfGMxjOi5Dmbliqa0ntaPeCK+/14BiN/A3tumMfBIIs88fWSr91xzKx215xbZh73Q67J+dJwiXSfwn99KeBcWDSbW9kDTbP+ecSWDdUhDD98H0D/s41tJ3jYRtAo+D89bZg5+d6fJJE6BLX9doTp2p75IgZ/3zHapaCq4wLnjelrTZ006l01I7zPR7y5idvUv4+AjDKHMFzYJNDyiPZJcRI+u7b+xLWTXsf9LKOMP9VUclqtOXJ6uk+UbNwad529QFv8k64ks0xjp9KuN8oZPYPTGuvp8tIbG2bAL+1l6xm93lzf95Ay3cLLXLxpVl17ksRMIjRWsTOuxYh8sDXYCQftMx+4sGRP/hPhgngnN/euXSfEV5Y2VrD06ApVMym0z8DIKjOaDUDZMMW4rRvq1swCMc/UwFyMsIJbnZ/M301/KGkYy081zTPyjmMiQ6oCf3pfA8J2Pz89VDeAFxLAm2g6g1gav77D5/jsB4HGQ36zt3pcQQO5qgXghnA3iBLB6M8yzr8oQ3NZhvYxLqEtRiUD0v1mH9gwi7ArA4xzN/nlPK2PsOtdRVFbcc14RxBFSPwC8byy1FNHrnNlv43EHZwIUYzBVCzvWyTk1EGLjcTRYt7Kh7ee/GURFakzLUwMpCfhyefq5cH3WeMCY6d8ehbVg4usg8r7memXCV/tRjPa3Uo0EhzfbvQ0L9kA0DDDM+9yN0jSE8d7GNjQQYywj/v2vn2AJ9yo3oJQEh81A/cFD9aAI7ChpnUNaMElJjDH1L1+1iIXvtoWBf/tfC//JFDLIN9k+VNclgCbUee7t/s5Z5yrBScYmfN/zbbClFbTp14bvKrqrumIcV/hjwcafQNWVES0HZO4Q7HkQeH2B/5MpOR/eAPM4u99ED/CrCr4BHBgbgxZD1I6bgfA5E8lCA1wVwJIcrTuRHQD+7h/vhAQbQWoh+RipBEAso+Zcmz8iu0ZB6zkTRDz8oCwlGetj1HFX0eF7aGt48TrLCcDFKRxAo4BKHDVkU+ghFUb8kKH4J9lN4kvLITpgrBG0DkQDuXyn9UlofPhPezFzb6feMhNwZ4y5DgCz1x5lAHLohnM+FSu2WZff+q6w3svfQBHed8b4CfR+wPEn15/40NFpAOKib2fkfw4CV0NoPI2TllcAJHkKtIYc7M4jFlknGBaHC32fe0kCtLzdCJAbHn+AP3gew+m3irFz1j6c3iWdXSqXkLEYjN1Siz0wOHCQfIDMGvAKAKtjQgKC7/luG+nKLP0+JHuAz54KzXFQfmuztkDmymeScwhkVaGT9US36BVN5n6UuwtIBwQa3BAJ9x0ubci3LdA7/Br2ek/2Ru9j20854+hd/WxSmIhmEwHOM6qVYuu4voOtA+C0EOT7HTxPhmgSMDgH02WZmW3/pNWzSCrn5oDO2IPYP1Tke43jyBM8yDNWziaYkuopZBwZ3F0BSneaSzfPgjqAdbWWLxlpGTgyCzlg9e4Ems2A1ZANUDXA4RaTvS8jTxoc6Ap2T09nde63msQE6Qo/NzaBKoFtz7Vj0AT1h9+1Jta7gMLqBjuk3/4GHP/9R8eucd5kSwCS374V5y5Onn5IhkmCRzaIwFcHUV+bSed+rtyZ8zm0Ybs/9pGvnJFdVN1sbEt/H1aFjH5kn7iCetbDvKFry0y/uSsCKO/AIJUztocnAHzo6ww2gIECjqbdBdfPeg0W7v1oGqPtb+xLJ4iI/73wgJQEtNB/BF5eXwwAP/uddQX8mECofSbZPHnP7UF9dUNa97n9528tturQAYI1ZgcA+ch2qtnkPL2Hn5q7v9JiWmu+A/VDv+VPWvaUPCAgQeCYI6BinwTLmvLFo678+BaRSkWAoE0Q6u8d2298QfRryy7OEFtDQIzPb+gRuX7Lu0cBDzemW9Ne29Q+MOfixJsTJAt9Z49q5rb7O1C/ts2ro9rv7eeZnyuhoQOQ2LOdnL78dXe2eGUYtsprU0q2H7vjexgJAAkUb1ITzzm2tWh8EmbZi070LjfO8uknrvNPAsDjH+lZ7qYxiqKTiZte8NEazOV5v1UceQ/Mp9rp/Lyfp2OU+Ph0c6sKtsaI9H3L/6cDj/b1qr60XNg7k0U7x34dH5ZxNSZ+xLmHUzw0iWadgNDAXVZT97mOX/PbVRPINa3vT4kSBqsfPw3gT3ha065+N67GPn16mgCQ93xa0nawuc8RWnyri/gMvHZy7artuz9Tfh3ncb6r85YNaSfttp/h4ysx1uveBIjQ4mKZ9hHnjvZOIOB5HRhlj7w/SjBThfZgm/jUXeih9/qKlNBn/BKCS69/DI+xN61vV0bs/H/D0bQ+Ki9tz1YgzVSlavZKGDeNjp57E6Z5Jv4qehF/l6CgAuJaSzq4CfhP4n0HPjWWcY/RB7FNYneAAYhf+17k8FGE83YzmQqmb5M0Vgcuu3KrzT/fJT8/srX/QwHg0fEHdxnFrq5Q+FfHlpjvgkfrFH2fo/1BJQTEfqNDiG2G7wGnNTa4hMh7dFvOIpKLxE3m6PEeaDr0lGRO7IG3E8XBTSb65kThqRjDjnHwfO4o/pP9bTYstfFW6CsQBc2/CUPCf3o9mhOVgOj39YfvOzeD32YXfui+SbLae1zvbiDNM9yV3eNYrzyBo0MU9Uu3iO854H+dMcvO4jXRvGTwj0RS8eAYzDrDt6UvZwtGFz8pvNHFXN1uXvipfZGhoSRV7H3l19rGBoB+D3ZiW2u9GXjz+CAjgBrf0T7kao7gKwSAT7KmEhQGtnCMY9og2+b9ZKa71LW99RwC5/gbHnB3Kth5v1hOzmPjQdqjxtNttw2d9dUe8h/bP2k8oKfJHCO7bvzm6NJOEJigpbYLuYePaL4cG50Ed3xgjZxui/n5UwDYes0L0jcW1w0daZ/mLvP/0Mb/67/89V+Dt5l2JL/0neE7JXmOnZ8A9/iB7owp3JDD26u7WIPlxtgTHedj/uC++dy1owd/5lU6ShEAZl/dBWoClUlkit3nM5kW/tnjxX9PAZf3c+JKg12Jb+IL1ziHfirO4b0t+hj8HDuq44LgL1rLwZ+e2JvmuMV5kXfM4U8B4BdH2n0Mnpv4Suw5CkIp8OkOivneHoBluHAIYaLykbyV3w/GEu3AOrjw3tt3H+gCRBZkEkxyNBycWAA473k62YBxoGm/KYHFRr1ZOBiqnZUrQ1WKOfdh3VlxGocq4MtQnvvbMMYAcGh/hwHCYWotZFC3kcH3u+pZ33FguFtXjeHj9ybQwoFkzrknAa/mMGaBLhzeCZLOWsnM8vslgI4i+8Zw5csQOABbB7ZaODfD9lo13yOkDO5sINrkowdMZpc/O19uA+1VAm1wsDc2wL7BJFSuOwRHMEFzMEaC6hF2fR4+u48uoshiWR2j9/uODCoM1mT0iCInQHkdMsIQwQCIMHf8VFCigVGUuc+5Aoraj7uaLAKUO+Y8UX8nApN95vWuYl8nezPv2gEIIBGH/zeFqfe+tu8HjD4GbDlonGNfQs9c3n/fM0jmfSoHDrhtMl9rIIHJEWZFN+/Yzmw6razmPAd4XWWUDgBUoOBYcEcLmWIt+LXHGEGpKNLG79MT2Aj41wYnyiaHtRlKnPtb5deOIucbJz2BNWg3fPQ+P+cI7ed+hQRwPdasYcG0BboSHFvDiZHfDD/RJIHjZCBtBfBZ97Rg03xT3T7jVgVQ1iFZHBBVQWR+cFTvajZVd+19M1Fi2YDXGDtG2IDdnOPu521A63UCU1354szxFKRm/+C1h094/zcQrFsMdcJHK9nXmTiG5gDb0qfoSejoOEqVgARgE8eqeAfHCRk0BKLPYTijFzrjkQrPbgXlvfq+h3HV/NfBez439sOvTit6QgZI7vwQT94t/rqVdM461wakWi2OHrZIB36hd/aZjP+MMXvzjdWdA7i7pjM9j7Eoen3uiD52wTFwssE/HAUHgSuD+IoUrzf9OrY/AvAEJL+ZkEEOXR4atfG4wY2eiz6DHDk0a9sqSWypJklQiZb0VwXWJx/cInYC5Juw8yASH/9TCaE9wmlE53TFcLenXj66K4B/sy/47JXlPg4JgCbyEv6m9VZX8DQf7h6+gYSVMV2ZGLrb/Wt9vfyJwR2HqStQkrF/y1xIybLTtkoAKsuAbwjR/AlGPneA9Vz0nQXG8owFdqNLyXbF9tLcACjU7g7byXzaRvy3DgDY1g8vLb48COBNgBGQ8NB9BX6PfTkmY9O311ZJdmG6QqWq1Wuc/dhO0EESXzJiAx4/+G8eehJU5kqQk7Q272tvqH71mKi7h4y4aqZtrysJ8PvuK1P02T4faDsO/NpD0o3HBys9a+dNFSoTtMWG6TbLmjNyloqq5a+xPQSqTqIoASo+o3878WSwhtDcVFSENu7WW1qX5asr3TfxiLVlL9dG6U46wj7CSzl30dQCjrE79EM7b+bK+q+75ebN7PWdsARQnY9kHzsR4bCF/IKx30ksbrnVwA0c3/YC7f/9lJGvHRDBH+xkndZ38YXj4Itv8XMJRET/ZRW9p3Tkwe7pBDTNH78Cv7jP/FSZOLCQzlzmt0lE65bL3Ta8fbY3AXMTGkIX6B/2Ir5ZZGP2anwXJ4Dffpnkq7u7yr+f+99Mhxza1ZItNqB+9AwHf76xJZ8vN298dA3xmw3E/nhdqjb1hudf+z2ThOkEm3J0AaalNxcMXPtW3++OR4Q217YODxmbqKuLxDNX1WX5DV2JtfwRrIXKLfbq+Omyu78x4Pf2F7NGANYb4OrKtd5PqvqgSwHgjNO01vrnbbF/9IoAKvFhyV39akzjCeqwHgJizRd3MtWCxbnyLPZpzzHdM+ao/Xw6nmWffquc5jXNw3pWfLOxqEuHYIN2gq/OlATV5evdMeRB8hIzn676YP69Vw1Ihg8e23SS7Xuv7lbs6ZTFmMh178f3uq8P4B5GozdrO2U+C6JeV8owYCXQBa+7k2FYPQmA7T/qvZWLSyM/fcMQDxX+4F/vFTfYZ5n3Bsq7+9oVHJduMe+ERrFNd89Ll/9vqs5iJ/ys8j3bMTJIf+e14X/LrbXJ2x9u/7b5qxMZjywY8DwVbXtlT38vtHB30Iq8bXuLCqrBXUQj2uO6kza4xya7QZ99NVZWqLGQi9OlYfSu8NGl69gGr8/xygclBuU7ElybgE/greXf6YwwmDV8QOIYtj3ySExt7FC6WZ0Qhw9NiwbUB8/VHjq4cifNvPusv7GBfsMaOIvIkuhD5k9BFHPERmF/WUvuZs2Vhfw0/tq2j96nECJo7HYuCE0uL3mPr4AiPsnad03zFyYy+B246euzHXtRWJRa5Fc3jswx89A/xAradtZ+gQMc06D8g+af90rDVFJOcpr3bbAF6frSQ+1j44e+banRnT6LYV935hnlsvJjgsCzIUceTLKwvk+BS/Y9dLW43VIW/IFdyzuWT4VHdzFN5PpPWtSeKgAMvhL7S74iFbzSD1pcnqIxEphOglJo75MRTxLKS38vXxxenY5k4vvWr3nWJPyMP+X9+BSnbTx11JCd+K3ZFdoVwOMOVh3l7ofmWPjaHMDBWg5OONvOtnAAACAASURBVHRXXVe7Wj66IP5dYgzDL2PjZjztTfDRDoDrfNK2PnqlMd72jW1zHkJcfKrpX/IUfdH2EAFg5IposhNLwMNeG1F62VfE6H/NB9jbkotKuBg6x9eH/tt/bltxaXNb9vNa9PS/xZf8/mdsUL7vnKtjNpWYYf/v4ATRyZtUngJW+1Lf91/eeHHONxbQOIzGSHJ4zqh5p5PBtY5OQmnZcc7KPubgQlPIonmfu7zNT83bK0f06iYkcId8uu6eBMO5IgysxHz8nZl48yQGC1P/JhRz4wTVbpY8dzCMEOPBOGjt+HiDpjJHD8xGRThYQNBid/iNbBZa+Gx/6ihwTTaB2FT44QDzjNwhCiOsISjG1886NEKexqmaXdWYdg6//7dtBRZo01rSPjASzoTx3BGDsY6zdmUXlnPJjsqIPIw/AWCD6iNEj3E2BuM5Ce9dDCAUB9UdV+WyCH8Co3FG8t8Bqybw/rvzsI4OAh1hkfWP4TjUvA5F9p8qrOx7gXLjxCEsCcz2nmFEmz4KtCEDNAI/rRgIYMBUHWzGuQIossAaoEoCQUD7226jA0+732swhSYxbIpBh2dwHn6s75svDnu37NustalInsN/aeCM9xEId4gCYEWIZC0+owocRQHfgTT2N+dKCwDA6FTIo1wwUMQfycjOrvSzbglRyrQquFcRzH1qFTDFcNcZnvsGTsb+rinPSWJFaHDBIv3drZwJHgEGdps/5stnjnFq8GOz787nTL/hh668hgeyH7fD+yoAy6/vgUc+2SiIo2SRO8BuDKXInddxy/5kPwI2RRlGnrJPA7ZWBigtzmTYdBYyLe5YJ4ozY6nF7bTT/56zGaWhExvcJZfaAQitxvB5A62AZx2oCdEuQBADbwA/y6zsibNPJ1AuQ+SqABrDLHolYNye8wad+lzkTHQLX31+wS+X9Z2khQPcjiOLDlsaOY/zXPv+1p5HOxS0NZEhSkD9UvLK2h3gC1ozDY0TRDKLeVWGl9TatK2K/k6CTggmcsP3/Wq7p2X8bwHg8OPQU8lujLgk3HwGtukvBjY/8HknYJhO6nmRR1u5s9+edmAgbt8UAhyQ6Zi/vRxozzpu1/lbqy1sDRyH7g6CnCPjcNexcocWcG2IH5lRAeAfLWo0z9GTL1B4dMgBHAdUkXyvDiWbsDRO5w8+uYPSp5XV7A8gMi1h5Qwf4KXOD1vKtDHKJ3S8SVWy6qW7zvnpvXGQfwNjdIyvHGxn2fQ6z+IePAKIel3nuhUysb06QAUPXjw92d6mke+/tn9w6Jt+bnuBb21Av+frdy+58s+umPgM67m64NBUyW+9Ru6MZB0B4JXlY2c+sgwbgvPEGVqbaROYOgMWW1zPJSP8zMuyVkwfyYC+iIOURAzTjPhR9thjnwJE69t0w1nHNE8xvef/bn31eIHvFRr5dnk+1bpeA1mPKAPWlRma73YH2sDc6paMl7UGmIuPou/NTNmW698GrbweDE7NbgDUOJXbhlCf+xHMru8mCLX3lnblEPJl7Y3II4Aur2LsvJx9KmNORw993Dp6Ez4akECfApTgtyHjsI30HO0PQYauHJTs5/u2qyep6bTf1HefTh9vF4w3iQr6OEEd2TlrfvvsGLOBcA5L86ejT5/RCZK4K81QleyvqujB9kIn+P40g7kBAvVj3aFz/exE8UEHStse6jlT4avvk80P7VGlR0WCKosdLBkk7Q18qjpc340v3PIoi/otUeXQq/nvvhea8U/izzixyFmNl8SgfzOtUnkoAFBr1H/3vdFKTEyysavnfcci687en3sqq4U359eAkWlcdoJbXK8Pg7+K/N+W4Vtlhx+X89sAjBMQP1kW3rvbuROw4+yww083pFP9kgBwbJG1k/A3M9cNmPn8v8EUALatV5V38B12awdTV8QkkbJtTnzfN6lxeUPXYa1+Pvs3ex6bMcB+t2zVfLoaryuWoe/fumDBax3AvezPbwK0iO11ce7Nv/0aa05VCnu9dsPaKsOfw9/Bcm4/IPJ5k0nMLwe0iV2JPcAc3wAwc6N1pe+YnZ+2mc/YrqC5ixLez+tv7Vts/F392ge73t++y2tXYGX8oNe+12fbZmPN6qBhmSKQfhIBAFw7abI7gL02n/h6/ZXM6iQozDUN8kG70xq4EddsbbJR9Kj3EZB99F1jiEfeTYAo4G7khv97kgOiv7QJ2yWh/ReSUPC/sT1MO8LoKpCpuTbOcyeXrg/fQYv/+Z9N7oJ0WleQgI6cRi5oDOaAf4D8T1ByMJHHXuwOUtpL9I/PZnwTaQXJ3a4aZu9Dm0uTmk/f8dr+qT4VWp+zL/kvvwz8Mf4luooWqgPUT6LTVpwN1jH4qEghciiJB56f/EOfT8bgP3cA+F7nCi4CiASVWBX0ru+5hf7oLPiJylf+vmWcglzbwv7YHMa3UnUbnqMKrQodxq5oO+4nzd58lLVuUgKBWewJ67AJjNASnDnRCa0TrrowxPMU/Wgv59A7OT20s4l++hy6ozsv7rlk7v0d/Dv2BDvUcLpkYCWm+Gyn8k82flfQ2k7wvg5G44q+qRIs2/yq9BzMinWGtpOYECwu3Tzz/u57rpZK4jPtfk2/37ObT/SN1sd0eOI5odVtqyzf9LToty0pmZfAKnPYxLDgA7ZbpiWw/j6JKGqhXe2388wJQD74TCd48bmsdmyzAaHE2/gfei+dgkZPkizmKwj3mr733tfESWwN/kh+9H6ZR6eDoWhXe0CcXfiug1g6bPDVuxCHIBfzF40TyHwDqK6GvHDaxffY29AL+PJ2VqSiMmZI9PTdAntkkfG6vQeeRC5gODcbGeJinQ6oDr3FPo5e4ax7P/AROzkB38ZB3MJrop/TKRJ63XiH8MDMWc/UM64rAU7Fb3ZWa42d/XWc+tsmOq2/vgV4rM+V7WNjOqFr/KXjowJNls0DTqFzSvB8W4iD929BwyZSUWBmmjJOLNmba0mxF8JLwRKRkz86QU6AHnpqGxq52D7sBoCTaC157CsNnrvrwfLZb867Zah4f7GsyKXJmfR0wIbXFr59D+Nz53rbyOmjyw7+mpUZJ/wlPuMW0PpAE4z/rsj7Kti0Uumfd6EoIRgMAMsO9YCZb4AOBdYRbBPhKCUCQNosVxXOHR0QSwcMMvf7rk4UEhWJHQWn4kjfuwLQZpQQJURBEMOAqAI649jFOdgW0jZ4NA8R4GxWB0UhCvZdnyFjhH3KewHSYbDTasQG1WbZNyixdyBHMB2FOvOg6qWB1WS2xoF8FZxW8jpd//uPZFwAhJlBrMzWGFxDNg+mPz0OcAN/AT+0V1vNuUbbTyXvASdBoB1W2gJzR2YUXzIQtL+piJNi+zKbzpzvFud6H4P25QloPRk+WdfbIhknSffU2QG2EFyOOVlgbikTxdMOQQcZ3+qBK4D4fS97uUKdbKy9U3kDYR08vQPHMRy8lsqkInu7M+70qTb4UV4NKkSJrQVygkdWTglw8YPxCZe84xyQcgxc+P+AezWW+bECrN1i8Dxv+EzrdzDxJJUs4Eymk+/sHnC3Fcqe5AagcW76PdFiwPo8Rz8knJif5w5PKWUpcVcq2+FdA7rBX32f7LIr4+1TAObPqUjrlqLQu5XOjK9xsm1rtNA+tM/nVlRZwGbDZj043zG0AnihK/x5grQfZ793VXs9BrlWjl1t1Myn25r7BR/gE9EM9PNrpqCMzXIQRFNUdlOJc53b9wcVWHpdSUZ9Ryuf9ZbjNMgpqcBYy+tjUMwetIGdSqHNOo3DfGdO+7ya/iHVSWjqLPVubdoVpxhA7OHhB/MBCTzRf791/JB+c+vMj54PmDPGuo3f76DR1act2QQbQydD/zbu5+7uT681+Aawcyp3ZswGtG6wKY4IP5x90yV8uw7ydrAg03INs6WCvUMx+iKggtax+6XAemco756K7hUsBwjAuVs9Gl6KkW39ihz7npOW7Os0sB70tvlGsmvuoAXQfFsZ44AZaPS43BG7rZk2GU2HFNAi7VDjxHWCjZ6L/D08oFlMwD5O9ST76ANjD5l+HweJ5LWW4ydAIvtuDPb3fe9bgeldsdTy34HLmRe8yD51hrCnOSTUMqLPBxrDLuvvX0lxk+AEvTfI4NdKttMh4wbPhkdmQmSWt+MneY58ta4rwBuwO/J077nXZ16dGxAndhUgDLKBDFnannq9E4w4zyvZ08mEG8QzWZ/K/nZi20a0zFy2O4Fm7HX0C/JDtu2p3JgvEpTzWc7/a53C8GS9i74FwpD13bR5PlsGGXSNPb98vXzb+2u71mewetx2joKlAyjbbPs+Jr3fyQx6/XR7sNxZeveaRk5I4wVAm6CkkyBoVUkQ9r5DzzQ9oNcCEsncjt4J74f21w94W4eGvidTvUCEDpy27UCAfnXABgmgPzvlMdPDj1Nl6QDFVKRij4Vn42/lTG97Enu1QcnY+pFvDeKb5keOLo/uXNou7/vns5cBkwDiL5/hCmCsfd13NqrCSapX7ncnpRY7HEDPtHRs1dsf+3GVyAzge7K/sf/ts8m6uwa8ga9EAGr9soBROs/c+bgzaj0OHQQkyRm0/06Clc62O0NQAZFkhf3P/pQD8EpY7tZ1e/0BgX6CMCR5MsOTzPudaQfXOuikqbLm+Ho3COzq6nHuRBvIaL3UCV/Id+yDPjee18nMb4th/Efk+bvPyFLtE3b0CzZ38n0nypHYCX7RdMxzOsh29mf8HQkFy+aKTkI32IsjbS9/sO0DKm86mQIek22ycnkDf7c9jd308777yBcqfpKw1AltkWF5QrmIwY7Y+CPHUqXcVejNy2vXpAW8MZipWsSPYy1N51QwUrWeZ0zSnxNlVUGb4CTjbEAu+lk/7z2hSyetOSuwPev6rQPUG3hyK3XfFZtKu65aDj/flWbQU9ab54M9+fPoj+97Z5vNX6mEx/9lv+K75ZzbLrAPMRWflkPnjuf1H7qFdwcDPdjYsgaGzT/ZT/na+P2avu7sRgclUIDey3Paf++Edo97cLHFvdCrjTd24udbGHGwHtHAjLdjBEM5HZrG37yTb0T3Swec7+kA8RGv9h35fCecpbLryBkOxfSzf2j/KFpogN14gvTn6CbO/8jPabGuOek5DeaDhy2/73Uiem2D8ff6fLT4VeoMVwH6lgGnQMgdGCbA1/s080b//Fa95WfVPrTuix2a4OibdJMgXOwSnWWKb6RoklzZazudXCaviAC2uYsOK8LMxSe2KYOhEeBhTqy92xpTAZ09y3k6Gf8EuxMseeWe9qST+LrrROYVeou/cV9D8/Kx50fnTbAgy+71P9rvQr5oj8C6fvPPkOMJOIUxoMf+HtcSdQLMe0VS21bIYugn61u8qHV09iB644f9VknbHbB/7U8CwCRYh/azli6Q6Gr1Uwk+Cf4n4eGbD3EV9p04Cd/prgWmh7FhTacH3xkMr2imeeFO+olfo+9vYtvKo04uRaJIDiiwvPbBJF0OkYIDncpj4UgUQBz/JaPZb3GL/gS+gj1vBXDjEeJX/STJKf7Dvxl/n0QS2eJzbUNjSeCkwYxTkAiddPJv7Lv4Rh3Pig8Xe+eO39x+UPj0lsld8KFxl3fVvWi6t7iqXPJTa5kK40pqaH52LGiKMCWjwBDg2+j0yHSdqZJT9eMrh8bGgj6Rw9x/HBqJwPS/E2xsHYEOfZO+t1hBmHv5cyMzfG4nUWjxtDxri/pejNj8JEyKDhYfo8H/+PPQZc8/ePnqeHAm/NoUdilxfq8NiY0+vPsN1oUGGpvvHv9rXvN7p0o9BZv5fBKIGv9hjnTPxA9ve1XYXdpUc0f3FFON8JLMpwDJnRo7AIzy1YOOE2QjwpQ9rR1LK85hn1YW31tSYm9rBTbA7Vw/IgyQdY+TZ+r7Y0V+f4vINwAV4z3BXllMG1V7wbvO+jShYmTrGd8G/alVc+4WigD7GXBYg4Cp0xKIFjOHmGyA1jhjDFxj6zX9rwwTjBWqlW/iCOCBI2key9JOgBEFb8DplxYdGCUET+8s8AnyVIuDrq5mbSgXDJRl+hDtGkqbyZkN7QrmygovOqBFzwXYr6/YvBqwwKBq3cV62skEDKNEn0lhiAa8Fw3+bFMDoIGyf7OfNYk3SL5KKzStfROIgePTE0cBCiAhAAAgTsZdZ6i+3z0VpHqOs7I2C5IAcOim1h+CvvavwTe9ZUPCjtuCPx5HX51vtqCBX38DCN/MPVrzvA7ofaB//gtwP3fRJnP5qravr26m4L6oeRucaF5rsPX5vkHCEUOhh1TyNmjicy5h/dOJSDYo80EGtQGnefmC+soeMu/OfznbBTldXSvQdVra+VjrDif6/0fO5K5An+EowtBFjMuuQEbR4KCirByIkSqZQPZLRrbZ7CAqKScdE/h5K1PeTPuWX87qROEqo+qr1AcgJ7CqcdvgOg7REGcb5xj1TVHKvuR+Mvgmhm/2O2uLgyU91SAeLXoJmL1yLnyzY/Dct2Lp5WtVpkTHwasDqlRVWTsof32Biw3ajbH1nT/JGl15dO7Q1Hom0PMnDrNRYLoaneJpZC6n04fbvFQyg0hoHIjQ1WYKZx+5/xD6W2DVe113jLUOZI6XTp8z7rsvX1psg47A0RsA7gD5qcwaYAU+0X7Dj5xfEgW0N91e5/cAcMbZpAbuVmmgJec9jqPavR7izR7nB/smCrD3tDNEW0/lHBIo+q3VDUY88lRPgpYbcNY4NvQtvDYpAbnQa/RMRwfHftw7s3ASCNxbz2AoDyG/gXsAJOTeG2DEiTBtjj2IXuo9hk84165Maz50rHucm6W925Y5dvFUnej7OGfwSFdEIkexP9oZwH5KQsGdMMdcceqxrfg+wFkct+0mw3loXr9VTAeIIrt5TAGuDrFiWtl6khvHUU+iRGjx6NAJ0HFG/1QXjyPTAFbrzQagOlGOs2BP/Pxv01yBZXv+CVQ6mDxVsbbrIo/elqL4J+xty37z2UncWCBj6eJO4tggI47vmlnwZdtMl16y3izw6BuiHe3mx9DfnUyafQtQhswAZO0OBg0u4aD2WYR/Q4d7V1HZlCMjDl+PLGJPxJ/XHlcwBqCvE0l8btb30bt2Yj8bSMHQIwYfO77v7PR5nTug9oxiG8Wex95JIkme0QHqbhmNHuLsO4O8dS/6fcH0SWSazPm1nVaXe31TjSp9c93ZOAFgn+LYDw0OAIZiJyGjsn+T0U7gdfaUs8zZbLVOt/w6fMWVL3UXZ/aNde19asfmABSUSpqtv3wCK5Q84bdKeM9PuulrgUeLTM5L+s7tQM1K0Xmd4OMxf2mFyXqQq1n6XV1JMs3q1Nmh4SHt9bm/cAaMzIz3A8jFlVBaZCcVwHe/BvLlp49Obz0QcDIyWYGVTry7gjLIum9L7oS3O/jGPtDhgABZJ/dCU+ylt6ps37a5Wj4mMTS8hQ7vKzYOaKUzmgr73wKQ60tFXnY1Ol5mdEwAzcjwvSpG39FchJx0y8eloewCNMmeNNDdwe589u6S9O4B7Q0TlBhbaHjan+27bOcO0uwd2IIMDGzwMAdAve/5pqDiavWfcV/7KeeF7ptg8hALGAJr7v1Hf3cCg577119/N3aUDnt3MFA8TwvN5bHM6dhzldi+z+05Ssanwx4BZgoU+Dx0SmcMvW68YO4J12mnc1v0xpvw2PiTvoNNSHUNvrT94b9NdZFs/L/PXbbWfVpIggnSQ+BPJ3Cm6ZwJrz+T878LP1oe4l+Ce7R907Y4WM3BBjybTZBtviNp7k1ce4sv6EIAFioauDGQBMSPftECa5Ht6xIAJjmZTgi/BXgaf7nwkm+vvF0KuBi/uYPHpu3B+nSXL754J0LmM+EhuqEd2iy7463obaA8Ej0/y0trh/HctgMiJ+In6EdYhz5HksOPICDFKdMZI0Gn+GT+/shyzoyEwE54z52e8TlfPwB/hApr/NwLR6gW2OxRFyC8+C2y2XgU1x2cfbqTzlo3pNgmZ9t0vrbcYPbDv6fDSSVXcRYkctx0E+Z7k4KToJFgpdYNHbO/x9Yd/yZ7ud1Qmm74HdrtDmNdLIavGBpYH8Tzr8A4Np/tOZ27Oo+UrOwrQjQO52hb42zcVtA6xj3jJyknhU3/8R+6kzu2FoGd4/dKFk6h3MFwxvFFRp0EFPNEisWw3xLo1LlOVfA3Bwqf0Levng0/DX+OT/EmmBAE7wSHMGM2CNrCVvs/CgDrSrnRey5+Kfyzq65tx+m+5McH0ZwUAN5ijASASaj2c7/v6Fz2+bFPKIw7AeBZH7y7e7k0qB3YhCfOIcm9tt9njDd5R/O4kkIgzJEZ0KXp2InZof10uKkA8FzBBy2QNCSJQuIcHX0gN9Zx9Nf3WbUA174dHGz8DPBaTe/E42quL/7XCSjILs4X/PqtzK3hju5HBrx6MvIjdHeq4MefzP7cCaXmp7Er0Q1dpdx4UPtbzIlkcsvr7wOO43z/vcl6oWf0TPyx0OLGP9tGILEHGrE/UfIL/jiYP3w7MVHwpNiC0R9dQNM0K97XvdP/+j3EO6f/39W7GE5rYG0WUh+OnevJetLr/9wZilD7Z3fepT1bsjUgRrK2A3R31dhm4Iig6Hd9KiWGQXzB9rc+BeRo+dzGGJlX7cC9DjiMsv9SVUfAZsyKcYBTAq//8kJnnhJQwkjjYHtf+X2dpgnQDsEx/wtYngwvDNM/OXR+noOn5bHPQCuUxoGZrOww187w6Kl56afT9TMR4ADTApsqUeDQ2AQNMMABfvKI19sYZvqMKhRsg76aj/Tff3/CMeBQzicVuF8Ll0+wyelvAfgC/wirBmb6dxT31Wv/e4xaQebc2m3YvaMymWz3dSTSYrX3soFA8dbrQKVV2wDJz+MU9FKVCfS1Z77gaQTUBH9nA61ERbsPMP4qcwxKBDMyQ3cb/2Zk47S0IGLMPrvf+SDBhQUbN/DfzpR57TMQ3DpIwRAJ5u/s+87o0P8/3Brz7DXsO8G4Y9wP2AagzPnjKHBPUgeAcZL1nB8Kf8BzHEe+/zoRv/Gu5BpKnz1qx4RWKOFhObyhJWgc4PV8d5z55gEM6hPArUr7N4CpfSYD00bZBBtbdh1n4ftk+GINJeZmoEHGpoPT//Iv/yH6mXmHX+UZbovp8PZ9x/WuaR3Jfk2/y1CiJYzPpo32IYSTcVX3MJpOHqPyn7Xg6uSK8N7oMhvyeiF0+ddfylqcIH0lJ4Q+I5/Pd7/Xcv9K5CB3Y7sqde57fxMA2O+mlUMLZYQil6FXO4DQ6fciAE727KfjTCvNk3nuuccY43kE9uCfTYBZbsdpyzxGkc7vmiMB4Bhle7dRgxV87wBrU4Eg9iZAbptlgpacT+szbJjZ6BjsptsAYDqXUwFMxuIjewF13opugq8EgLXPOGqZS/Vv8gQ2AExb+W4ZjWNkXaXAiq4AGH1H1VvoSRupX+K8dhbmW2WQsart2OyXZ2OnaDJhx1vEeTQ0+3054GwyzNnf1mkNVEgO58yU1ZpxD0hg+p/gzfAC1GIDVpn4blGM87i01L/9qcUSn+kAB78j/7WHxy6erFYqUnouJJJAI/385mOT0uxR9Gw+mdf3XNo5lJ3SThS6LHu7hAcotrIqZy7xSZat6MkARd2BrSESIBsbb+QUV6ngJL36w7xcCSi9ZtaTtUpoDP98Y3fbtR7zWucJcNOyNGfc+jayJOBtaPxuCwhgfLVQk20w+iTzHdRx9rJ1WOTXAJd+1ia5sNZ7//csyAZv2e9z3sddiV/63L9/AHVAKCVerb3LXiJfkbfwllcxQdWfdjJO6M/k1hdERm+9fCvutA81ewS/qVUvlfYkAfT6EjQt+rTevpNe2e/f7sPNugJEEChogChyY9fV9k7f2doyRGNSIdn0GvqJbAdQhbUssychkOQPeLB1AjbLW6mpsaXv4l8iEwXiYB9qnffdk28GOWOf63y+F8wv2EkTSII/9HruFfv/ruDmb4Ac+6DdJME0dvN9h/L53NgATX83yPOzU1jv77nLV+3x6hAsh769bl2xfDZJSZM4ANBj/jLYc410BhY9/iVgb/jpx/rnezrXTpo6NoUDYaHjzCu2ETJRr/16J/FDXOvj5vy79SV3dbe/9fpF9v2+4KoD6HNtzG+Jwh0A/kHfPtPtaNYYj+bgioDRuZyXlBKd1g6tuQ3kftbVP8Pm7xU3wWXASKYAoBJFaQcJX3COxy7mLsSyvyIXovsVmMZe0esnGanIgUQbvQ9g3IUEF+1YF8Zu3Wrn0Jfkcie7ac1t9ilwlcBvXr19uOjKbgnaFbEkkKEnCSA3P8AXsU/vALCe6bu7R0d1i1bogCvZNA6dMLQf2ce9exB5x9UQy4NZFwUfP+ir8SEDr6m26i5FsgUo8vA+jT8Tus6G2lwY+w688M8BYJKcpZ9z6MF6uKMPQhDgf3eakP91gGid2zd/QYxvgiCFHl2dExrcYIQD2NOpKWef96lwvhI8RmaHx7KLh2/13fHfuUO8ZfwGQKOruvr5DQRm/E3EvTscTneDU/U8sveB2ZSo0wU9GpPKz1/l9AmSbuvotpEOfvZLhZj3zfJaimGS+CZgHJ7cCiutlW5ancRJkhA6H38lcu2l2LW5T9e8+RD0iB/gvZzvH1/qnHNoVrqhqzcJ0mC/WVcNfW+yHXbHv/zLf0l+VCLI0Rkm5+3Oxf2W15UvpqHtfEkLZVasOTvRfyQWPjQyKnjlXlnm1UjmVaKez0fnIV/B60hVJFcyNGb+JpKFXzpxZ4Kiw572Ccc2vH3/7aZFxSz80HYar+Fbsu7Ga99EjD/p2xtHyRU6+uzeu5m1xHRohknVoOYFPqQda9pDtsZuUFL80uRrS0Jv+IWx7f7X/CHctz9P4m5TOFjNoYGhX0+7/NC2ZfzW+KFH1phuiWdgs1KBvzhxB5Rbz/02Jz0jHV1mA4bf97OhsfB5nsnchLcfOv70CzoPPcO5co6RBam+hx70b+tDFPnbBcN78XwPOv8tHuJzmzjKjQAAIABJREFUVUdVE6elxpW491vQN58KTR3bbsiq7cDusNKtw7sq11gD353N1BpWh8SP485cZFLLCf1urNQ+b3AcZG/Li+CGumJsrlydDQmfBf/z2kon0JbZr5e973m8ukeY8uM/ao/SmjxyEz1xkmI/edRXbqZ44/bxY4/GftIYfcd206p+TwA5fi4/VF//6FA5fJLPpagGfl+Zdidd2dYpW3V9R+zmmedRPokvcUbdKaD5GLrd5P0bHyGOdN8BPFUpZB6y4N8qdM4BfL/YcSrF1tloOKz5fJQHAKbBoQ5QfYPQeqUPgsodtdRtJd6CCsbW+wYTCrAnI0zfJwDcwtXKcE7hVXid5X/aLYwD+IKTEWoD2A6Y8JsSBXBvx/ElPP191vQEalB8obNxTv35ChBWizTN8wowMX+AMwuNCKxuUfKevxWb1uW2C3k3xg1tK5IFcTJTJOCHuFFW0EoMkDyPnz9VALcByb5k3UNPk2GFwjuG1vcRtTKUoOcuJu+5ncrc2YdwjEKOo9oA5Vv12UEjbZ/GuFo/WaBM5acVaRj4alU9CwYItnBwJmmMdSpH9TEJMDJO3gBwFJ+ynqiU3zYxEr3cgfAbHZ19H1oA1OtMmOPE6Hy/zaUdZAt0zfHcqzQ0e7ePvtvMbMXPBIjmO11x2Tyu9bdD3YGJBf4XmNX8Q+t5DcCECppk1cRo6Epl73W1sJLqARBt+ee9rLu0gQCabzr4deaLYf8EgAEcT8C5jG6zd20GdCn+IgtO8+HeGe50SNasgL+98yy09PLbZnPnrG9jFfpEsbyAkx3ob13e56lapTLpyA4r25wHLaKhqyjJuYPySIExuEufpIVHKkS4x+0yRGaPLI/HCYevvYfHyZbDvg/qIGt3Vog+2IpV9E70TQxffuSr/zTqto1tV5ryWe7tlZHFWPb5vVfv/NZBTIeKBZZiiN5tQzZJ4mvXPEDhka8FPLTOi3yKDtfrAUbSfuTlE/EIwAbr7kSaOsbRCxvQiwOXjPnVC3nmsR9Eu28igWGUAJ9UpmoIt6jU+dZDoa105UhSgulOhriCJBWhSMAyWYzoVJxQ9P5vSWGaPIlqfI45cH7tACP7CVoDZpEReOR/C76nAthLnHZgve44nK1vEgRGlyBDGPoAybT+/iZOsDx6RivpfSITea+icDVHG9aiye9/ZDZCH38KAHNGZ/0DeGlc7pPUvJvWX1movzsJJJ//mXT1tnx9u1NQ2ReWTrWX5qWAAcF7KieQ+87kTUzzJBlx7ncSxDhAB/gJAEIwVolS4yPNWn8GyBoY1QzjAI0TJ6k4ra30Hnpnbd/YtV7Tx7fZ3w0aZU8X2BJt3H9vBW3rOdgt+72trRKEzP7R1ug9NyoAGaMTAblDmYCO5e1xvuOIIqPaKUdevNVJbQ9CTw0yUd2FjgVM9b/jxPb3/LtotZJj3gqy2LkR4i8IArDN8+5rUL59/OzGVBZsIAHZiLzW/nLFhmltHNk4wnOgnmhoz+3cTTfbZtFy3R9dyfkGFDi3yOUF7roq802ouQBLP/t2bj2PoUc+q33mLEWfV3em7/Oyac4d1R+xtW+KbMYWIAC89Dm+ifkZ2Tb2arWo51wBLvg+wF3rGH7vqkL8QACPV8+EFu47WkU3DgDzsDk62+VUv2HXzNzjZ+Us9cMdf9Bozmz9RtkC0W3Rc+0jN7AE3zrbfOiiz/kFoY7tJalfBst+RzZ4LWx+fSueNhHI1HgSOAAzG8Bs+8BzHP/6yKup/st8dNoJXsdm0+LbSsiEMvVNIPAdjpKPgx3wGdld7halZCXbFPE7M48BMoee3kAC/AO9d2CfuQZMjixdHroDFvBg4yee/UcKYFNOfD36600kG8BM657DgZeoXHCAwKDcrG227Iw/rnoqAgPMNwZyksMsc9ZG1vOgWa3/xWfoFOD9roDDe0WI3icoK3klWYEOpiLY7fnqHs7TUnNoJrcTxf60f1MdgAjE6xP4V60PoYf2i9qevVobUoEB+KnzHYDwxp6W5/Lc2PjQuP5omsg7dwAYed4dgN4W3PJ5+8qS7hYHuO+Wqt/zwB9IVO8zQccyD3x/5Cs+mPbXVxuNfrJtOD5G/NP4je0/4cvAf0pAg97fAHAHynIu64NCr1Q+xedXcr1wkshXyWMCV5YX5m/5QQkA+2Med+8kp0MbNkjPf2k1h4f9j32GLwI4Df7SCaLwuOfoCrVNEAw+Fdpo+YNsv/3XbYnagX1kYVfVYqMHv8getbz/7Uo/9pdzajvdtJr/u7qWQC/HVy7c6dCM6HoA9ySE7pUnpnknPmR/lQCyhUJv29X4LPygx/X33oeasQ+vze9tv3N9wZFd4594/Y9tw1i+7/6bm55JABi5ccnqUpBe/zcm/n3mvQEw5EXrQPRu6G7xXX0zST7BFtLF6Xtx7IKmh9W/Y69OS+em7zextXEC0cYbAN5Nn2Cz/PS5Eg761me4pgb5avt27Ez4OZ9bvZ3f03I9ujKJLPyuMX67i/PMSd+e7/ZrhzZ1rHMutJm2/Bl8WXgN7WRJ9NkrFsFvb73d9GW6NbME+4xfGdnlEx8MrfH9dIdJIgmFRU7s+4TUyx/QWe9fB+GsC21fxjfJfKLUbRvK65WN/e0Rukw7jn3o98Z32ErSLcTp80OXvGfZ8YO3Yx02HfGEF58Ts3Y3qsxlKyuF01FND04Ueg+fv/EW0Q9yu8/llms5s6tYhEK1savZ9/hfSZaNPZdOlX0urftfGkyXkXRqeJPFftN/i9fc8SvzzdioyD7WRFD8t84V2iPwUyVqaXfRY8ee+BZwbP5vrR3/eBMsWF/v5yYAR745SAoGUSa6ManyIWxnmG/UoWCSkY170ZWFgsa1h1svgXGBFUhG68fX2lX8CL2sc+D7tBf3vn6TpaOSCq7g3/j9dAv6kuq+MWOfinb6pH/KB/wyfaqTadpPJ75wZJ/0xRfbuvDMbw6vfIfefusc7PV8WUP/IKAXA2FBadq2MEEMXzbiDRppk3U4ED4Kaxk6jhMGOhl0x6H9Mm1s4IwyhtAI4B4AWZs9wMSCqGQdZHxt+iF2H5wOZNt2yPFLthZ3qeaQ9EwAhwQbFnRS1c9x5CZjEqbRd6UgFmhZB+y3HvAcTAe4IBMckw4+H2YaJtmM/3WGTUC+V4ZAzgJ+PbZ+78y4nOe9X1tpdnvyEjpUKiDYfnOItP+ninAYR58H0IzCvz9DC0MCTWl5kDPpO13fIPsLGFwGjDPrJahiTL8GbYRPHFm+13uFg4lwy96tQmhACgevg1C/VSpGKPxyf0gZYBEGeQ6VxnotLTA+4WXDShXtUdzwStaRzDwr8nFwTacOzgcMegPAv7VxhJ+X9vaOBV7rVsnIhVZyPufv/4kHJDj77IbhFpyae0PZvxtgDD9pLDLVmcNv/yKQ9d62nLxp+QUsSQAAZGh6ILAJyBXaj2UdOZa7xHDoYpzGEbPzN5V9bdB2Sy4Mxf+fszfRkuQ4ki0HJFCY///Zbiwkx0VEr6m4RRTfO5NsdFZG+GKLrqKLsV5djYOCtEMrXpCRUBUjtBrHSOh2p+38tIHWFcjIaeQboA5ywvtaAGrPIfSHof5eX9bI6zRyNk7zBAgGZH+19HgGg8NgXj28liAdQXAqSqE5fvcZtf4MP/AZwjtj65Ht/h6HMokf7DkGcO+DLJC0IU1GYQyElQftmGMAagwACrTHQ0ljYGg9LbNlQIzBf++P98JBt4z3BjwYt2hE70F36Tp2pROz8ow1HNnDvD93fAMtuwIp6/tZqcxY9fsEQnUmxXPttzOGTd/PPkUfbGWDkznMO2lH9/rhjCk5M3Za1nhVpYYTy0ZXQk+s96u6dcbF/O9K/mP4O9Aax0nr4moLg9Z5STtUXvPnP+yVzENroXPh3y2KVm6Hy86gvf4LULwDXjGO2VkSbtjTrtxADgL0SMahH3CMuH7b8cz5Y9IVVEhOgAl7B3D+plu/b+Zxy9fev+Yb7D9db4C4EqiQF72+HZwgQUrPO0H5lyORYwO8R8+EG+C6K3DuxANo+8ggdUMY+1X6u1vNUXHz0sPFG+xNAPoARKGbJGqEZyrgWUlGOPHmpwH44c/uRHB3DLCeJyhr51JtBWPrtF0i+ZSWrLEroCf4hVZYvJ99DO0/z50KMDJzPdc514Zx+vc4pQ3QJ6kN5y7y5Mh4+xMBsKDjI6fEXxgasy6cO9SVOsdZnUGvQyt5/5x9OI4ec1pfZ4GZncOnfrP+H/vmlY07YEon1PVZyHueeQP8A7ZIPx6DYFtM3uvvdZ5ktrdOWdkB7d4BYFpzontuf+DQsfZ4eEvvuwHlVzvl2Y8+c7YTajRnzmRqG4I1p6IF+0+JDrGVI8uTiLXMjQ9kOfj83+sMtNlQXdNnojbtUi1r3hs7o+mF5EHOPfP6q/Wg+PUJ8JgaZI9OQLZtQ95z/74rh/V9B0ZP0FPLPglLHtMk2i2dTvBt3EwSE7DdDg+YF7d1an8PibU+7PGS0IM/Znlp0DL67dseIsPDM9Ffq8feCToJlD9rP0nAft5UhjU/an+VkBN/Zqs4CNifAJg6BFWiA3Koj+Jgzjz/9uXaRoruWVA4fsEmSXaHBPTTCYjNOeyWwRpz2Q8vULYq7M56ToJJ2wqR5Wmni73EsSa2/2UjGZCafdE6ztEtHfAV95BQH9oLwD2kXNjL2oa/CU+xDAgvftNx7Lcf9Lwb+Y8tZLt1jlC48ZnGVHQ9/AogrkfmXLP4r9CBRYFs5xPQJglNY8yYN+FE9qcCXLLZomvDX7u/jbfoPnQN9KtkmnScWNCZfTdGMYEOaKxE1avjSvuj3Z4THAW6vWVH85uX+bK9Abhjk+VomLZ5kd0NyFKBTVBANPa2UQlaaP+o/osM/hiv2Pf5X/tRfY3TMhTkqAICbB7mSivojDuf3nhKAlqxmToJCP+b6w/oPZV2dJuxjCpgXn+T/MWedQLnkSnjA3fQNhjJVHzNJNJhJcD0kbEOes+RT9PViopLAqrM+bRvJhFj/Ka2hS3Hxbb4oAaZw/viH42Z4ztue4hKcelT9rHpkDVAduEPika6CxNzu7FIPfO2b9avnk4XkzDTx8MgY0hgRVeBYSADLVPmiDtfMzKhx03iQcYywd7n3/jg+Ndv/74TDqdbwtjP+HNUv3eQ3Lw4uq7tc93z6z/VXn1se3UtmAKPrjRk3OjD7ElkjeR6J5a1rj76+fjJ2x2z8Qt0Nf43fh8B9Vt+gle0fOQZJEhJAnC0GzSE7icgq88JelsWX/7NbV+0T2k7SwGUkQHmjeF31tuy/wl0d1Jv8N0kUNzyHHy2x4vcQVcsPcTncGKz5JVsAWEj9r8GB3AAUvwWHyW0sThynjlniYsG3HlrC4L0buxjPZujMa3fn/8SXMLe6ueGz9/JZIVLj/3Q8l7vImDUhXToBxK6beMMQbqTwjOHPrqkE7D0TGxe00x1IKXD1Mv/Gv9ZBYBeWyczvu1I9oaOgotbTOWG+GEWaLt6bsAVrEd8eLDYSejrxEzkh2gVHxCfGNzJgfdKHOzEXugG/w+6yefVvnsvZFnPJ63jOvGk7bVOeja9lP1bj96Yz+BRLdc6WeLGtxqPS7dQJYCpE1X25WCz1rmRpcG0pX/eZ4DDX9CvnsceMdf7/TdmsbZW7AuwCjCi5VcEw3SyGN9B199JTNB4/ItU9Eo+dMIFsipFc/9xe3XiASs/o9eNX4x9qWfLTzVuMbi8niVbMPSTcXanx+BME7PxcYz5Xt1Hoj/mDN/R+8gJ7Ebsm3fCWOxBbJvGjCI3D1u/Opz88j//8z//cQk0rShnXc3c1dIkjJlN4adfos+otiAA3AZKMiojVAFKbBxWBuYNZGLwtMOB4dbGdTNCK2Y5OiwIRkTGmcx5ntsl4BJif/71pzdIn+s9KHDaPgrAc3a/e+bHoXgHf9O20ERVDu5dkec11TpvsprvSdbqzgrIQ9dGuS0ghrBAGZxqlWfgt4NQSXF5jgjTLZqy1302QfZ7Da3e87dDneccg2OY9jPjPbPQmHAobYDo/6FwRnn2OMmewGlrMOo+x/HF6DN+Mrl86LsrZT+r6M5ci7Y9Vq3hpWhRzLcg0/UYa+8MIkr4n0wkwBoZE6qks8WTIEf/ONDwXNzC/oRxLIiz5mpNoh/TmAxVqqkLQNjgw7aQeWVCAWpP5jvjIIGiBW8ndrwGXH90ICeCM5U7nd307V6cVmdNjtxJAFjrp33gzOQIyQbrWz70szuDJp8PeONM/uEqV9WFB04rb4ONmzmGoXwUnIKGRwFQ1ZUzHgxumD/lbOTcWQA8aIoxwrMY5G3stkOKrAOIpEXvN/nFvukdt6z8PwWA/3rkHops1zFZpOabodMozjHixjDXaia5QJnYX3b4VCShQ0Ye2HFagDJVU9kPlHGADyqAIyw/zpISlVj5L/14vUe2al3UQhnDxpVbXvAFFH/o7OH5aWBikz8C/DiIMjTzojcE9V3BI0NK7/8j69st0aIBPFKPNUZxznDoc5L8+TghgGo2oueMVjovKJbSiTfQHM6fuWBeSTa1Hb1SOMg909BUDLbcwyBi7sexrH0nmIuefaT+Sx81z9okuIx0qud4R+ghhr5/6swY0Z33ZJ6R7hDzc1X+6JvTQsbyfRJLRnb23LwOY1Bnz5eeaLduY/+hV7Vk0s+rQ4E/j1Mo3nMrmTGaXX1YRsw7S3CHz7oTOLDNMUHZ6LJ/PZVgarm/RkQfndD6S0uX+LqCX5s1T1LUBoDHdijDxAZk2Smtlxkt3VyOzhlnxeCi12LtPwIaL/DomayTPB4H8Wzf2EHtvHVlJePQvir5cGVeHGb9kAhoQDTE42MCkGveB1rOjf0SObYOTvRX7IEAiU8SwNiXcWbzshddjwHfTo3thtP2W3cEqBCw1sFQqo0Br6Dp8/wvLYJZs9jZy1OZcX40StaynXdXWsoxsu7bQFvoT6D8nCE8NpGe1bLB6zznP/p9sx6h1/yw/8cOmr09rdDGFuGIGNvUrojdzO9OFsCXAEjq+Wcv3vvB/rDvtp+u82a5564M83zHPuUMWt6xv6mcF/ga30EJFHG+/nEBKQNcln4i035TduIYfrYQfyfwMa+2zzrxqe0K5ImcTK3rWbuxGZFJ2JKAXaYdA15DR6/Eqpz7DW3SMi90sPqGtdV+857ml9OS7Xn2n38ExMapvR17nr37PDRvIb3yX3T4rZUpQC73362pQ3MJZnQLeK0xGeCHsJ9/bOW2Ku1XEQJypYoDMCD+IYBE+3foGPu+1kmxv275whFD0gVHj9CaeM4qZXxab9vMw7vIz0PrquYsXaT7NN6XHz9zvAPA6MsDkpS/1I+EBv0ZxyJZBq/t0WM4fu6AGm/AHDmcpG/okkBrj0lzubs+tGwgANhgsbj2lSSmOU3Cd+tAyaeAfTkn/fh9muIsftZ4ffy+P+u8gNThiWl7fCpaho84OoR9NY88WMRvv+rIlE/5QqJN02ns4LTQ009XOK3NloC7BJhsQ85HzhEkyP3Vr/g7R+c8H9x6ym5rDUR/K9lPc/basV7Pb+yz2Ayx0/G3b/tMt916iNfEpE0SEbYcAeANNqwshQZ81/g6L797Hkwg8VQzah2fsf7QmYyj0+At6OvwR9kEGV1+NH/bZySrFX7UQXfmxnxaN3QAWDq25dTPfGQ/z3ZhRpJOX6kC1Vz0OSDuCz8avfyvf/8VPfvv1fOclb321zt5ExttA1u7ByT5Ii+8Ntj1TT/DV3RqCp1+nmWsW9ZWn7Uufl5aCTbAOrEPP1s3/FTdn45J+2yt/bFRbT9N9Znwh+d/t6+VxPztQtQBl8x/fA8gCweYp4KahIxnkZxgJQB72m6Hr0oujT1EAFh6mgTPrfDKPE7nnNfZ1Nt+0mSDKzb82XZaV3OzNmAT4CHxhUeG1zpZ9zxr2HYdtKR3JuG+fLxa+1uv8+6T+Id93wmKHkP2HjmD3xSeiC5engufdCIq6wGWYR/dQZSc5Zxio9zjI2TO4m13jiLvff45bzx7C+0gt6lobp6NHPmerANOoHdx9CHvbbzBMLMTZIKPtP0Rmf3uJuR3TqKTnhfZvToCu+HwSXU77HkvrSQh/vidw+/YYgRXpOPAQbnXiVnX2dzLn9jksSHoqvXvKsghsawTtc5+Fa2ZNr7ob9vYs/+Ww1fSt3l6CBp6Fn300ZV+9thHtgWlV4bkubcDwCcZ0sp4sP2x99CxVKbe9nn4XUnzY2+PNnag1nQSvmgsofWUn18BYC/ROaps+RR8gUD3932Pv7kdPWJLb7cGNiD6LeNL16lvNtoJMg+OQ4FBy/VO3PR7n//hz0gdU/m8wdJYMy3/gPCb5vH/LM+EXzcuOvTMMzox1Mv3UoDZ+9tGb1voZRfNXLvaHQy7bZY7PoR9l6D4DBZaKj2Cv94dU9q+R1/7eSba6DfPSzJxim7yweq+zDv7y/wte0T/BZClWM2OxLG3TufJ534SDJq+Gl8j6aB1ivlw5LzuExbszj+WQRlU4z/bYSvxQsl5J0fJVpkxc1Z39kZd49Yubv8t833k2HMElH58nzAzfER99tz7OqLm0h/R+7FhGtfJmi8WQkI6a/PL//7v//4n56gtcG4ZcgNI81nTZS+wlXJ5aT5jlVY8Q+z7/bboWMaZ7JkLZFzgbwFEADXG+B5HiMybMBLzzszuttQ+K8GGYxYKw6dL3gUCHIXzrBUl4XclCkJrsws3w7mFJwQOUX+2XRE40+5SjEDm1cA0n8GMYfQEHSG8jyyLZ67aKhigs3BakHwD3PVc2rDeDCRmx1i1g/fljAOy9fQcrXln19/7ifKHeTmLpbMV9ZweB4HoO8u2z/4MU7wB2wicS3Ha8F7wcdfr0yjkUHHTxBjoeg/0e4BcD3gNqq2ok8CdYNQx+t4BeByUbQ+xzBKlmeQAfmQgOHvNQiUBYAy1c5GzsvdQcj4XvWNcZr1y1iiJDVn3GHh3YKADjarc9jqM4DiO9RjiO1o9Z1sQvZwFD+BdCYMM6Ax+j2mUnyb6kV3WBvg46ht4emdXBfxL4O4oZ87TcQB4FNoop7SimPY7kz3lYY9iIeNH1XcNNnn95j/aE+vvPSNmM/868M1ZVnrHzwDXvH8z7HBOvObP+O8KZJ21RwCYMbpSfcDLNpqOs1yVKa7wfoJ03wDSby34kFU2bOy0kCyRwCbB2tBIAl88+1vVygGJ9bjLP9TfAezygww9iQCqZJtgRdb/nam8mXgT4K6A9ouG32I745jPMMD37LKtJlnDJ0/T38Tf4C8yOF/g+WSy3a31NYefnVPYLesZextcLugrQ6Llaz+zjdRflfxQBq751x0cRqZOpe1rHYdXPb+xEajYsr4ci/mVAX0cf2RfKu+Xh94bfyephZ+zt10lTVVTiCNjTjvinJlH67Z8H7kMjQBU3LK1EzzsKD5Vw3luWh17n8kEbLosGjItKrN2giYAHH7XQ6MN1NvxVKBZ7+FMneczWusG4I28+Yd0jDDe53+0Sezz8brSqOn70MsYlW0nNs+1jYUMamCM51Cx7kCXgTNlWA4POHAWJztydM8d8jaUrUir2GT9ZgFPq+YiiZYbZIozvnaw9BlnsFH5dM4pVQBDAeAHaDi8SEJRLdadoU1iRlqZx2D3PEzrqtaJzvJ4ztltU+lhmbDX955o7gDNWZcAWke3VJDRNGde22eR8f9OjEgmrdddCSmyKxWQm7WFfzrxApr0sy99PTt6bIZDR88/yMh9VQg/64ujiR2LfZZFGwU+R3lkHd+UCj1iK/S397WdKMScrY/O2VTSl/hFpVMZxvPwtXsSANYPANo6gBnkP/4pmVKJDs+Stb2tDPrbTjhrJt6fJDjWBGCQYzpCB9psyY61MViLuxLhtX4nQJdqB4/Xdm0FgGets1ZTHTGyHnvkdrpZC9PRnEF97BgfWbM2CZUcDQR/szXfenMT/NpBh35ZP/gD/dpnaOWadwb/CQ67OvWpGn/k07eEHfgK/aknoQdxzs9alu2swvvuMNNA0don4VsXy1/GTWyZ+C/hSx15EFfggLhUTH1JStnqgyQEAGAA9EJH3UFlaZGK06rMGL3ew0QW9WfYo9/kGgHgJP7FHkT2yIZO4tv6ZlvVFBxi+SeVsOw1YMixaRUIKMCs/RTkMLYIMgNZQXKK9/Qkh8TuCjaArC3+K1kMvXw9k5pqWQNdb3tW7xc4TAWyAsXYZdp4cam6aDghUzr0SjIBv8C+oiIX+YX8jkzY9aGqBFvTnDL+UfyGSwAjg4YPmAeAnnSgxkALvuUXWt0mCVI/tHT8BoT2+eHQJb8D0EdvJdC2e8F4PgNuBdRVpWE/+wTx5FNKbk2CwPJF+LQTiVhPAur++9LNkutUv8Vx2Kr3w/eT6BH/OwlCmle3u8YX5R0tM152DgFrvyl0hpylxSFVuR3BP4ktV4Ao79tg6m1TnXFMQr50qu3SCVh1omqv94duN01N8rUNxHT+CzgcufvymzRPV6YnUAx2sXQSRdctUS0HRwGSiHTGVEesgfHgr/YZuRq3zqDuM79vGoUuHCiMUPjiv8bvTOGJJj/20SgiOsnkfgVQQ1i9/t7P2a/MP4mz5oNXx5bQQfvLPKuTJLAxCT61fZhA/raT1v28Py9kfLLT5xxvJy9PYtocB0FxRFcx3wHgtt+hn9sv0d+d+ELrUA0FOx3/zTT6XC9Af+2bscuLEAkUHixkNpauKB7X2DnoaDoIZc1zA37y6pmt5G1aaX3ZdngnlKNTWu70+nSFPW3ueQc6Gv8WOR0+QA9F5zafsiRuf13dPF56Ndk4CYSLLoX1qXMF8q8Mg57bVnqHJh3bdfKi6DfPovNLaBT/PnqrW1bf9mPvAXuv8aXAYXR6+Zh9/bEBnmkJN8NP6LEjY9L1IPt92z/rt8W/sH6ad3biCnTU9HDP79gAcxE4vY8ac6ejJFzdvr0Cv1Q7rrxIPCbyebDUWk9sEDGVAAAgAElEQVSCruBEtjVM01PM0Ykjh8Cih3u/TsLUcw200HKCzp/33JZvQ5fHNpP9M7EceKHXrGNUN8bF9dtVNnSPXyKL+tYblyl+XgXP6Xcw0UfnaH2Y59jymcfdnXATkUxz85Lffoxdb/0wQdEv68y7704ct27LuoUeugtjB9I7TmS7U/bUn0r60j6mo1jGmKm3nnZLewN7U6V7Ar8J1kvW+5gadX0b0OfVuWASIcN3ek/0WidU8O68P2uCr6pP2u73+Cr2hX3OURF5z8oUNhM92AWcTVvY70pcd0xrzmLfItAk8GYf3wLFvozXSJhAzi/uZ1u3PHeJR/XsrmpnfMRK+PtbkSy4qn1D6f65+JdHmWbGU8mKYffplL0BpcO4YzDqEQSNyHyixBrFshlCi5pQOQMxtpOFwDRoJwKQATeUpt9fnYdqAwUwyzNHB50KKQs7OVqjiGhhsAQ3DOIMLlmUeScZdLcwleBy5lMJ+26ZeWenwcR39la3oD4ZaTjVzqBYgO8Q22RkwYRLRNveBgaZpIyTKbAl/Zu5qOf0Ieoi3A5A3+AmxIcCg45o5bCOXNrlJjg51cfjlAXozTpjIKaqME+/s2P1nZ1tg75cE6OdYA5zPobECaSPg4zDg3Aoo19PvJ3Lsc/9MsAC08so1zsAbMNi6Pc+48ZzcrW3FIsWYSZK2029w4B9MpLIoqF/fegvra1tqD7/z0DEbEaEUQLD+hQHo420VILljgY0yDbEkYDfTkb0c31XYnG/hfpUFFjZj2BnfB0A7nNjyQwyz06FFUFBAIkbuAuNvp20Br4T8Kg2DNOCUhlCEupaE84BRDawpwQi3BFgMnwB9tIaZQPAoQX//yi25yY5ZMegnv0Qaf9r6AvjuFsgdQD4Vqh9vpT5cJRjZ/DDc+30NdD7AtwmcNigDgGNnB27Gax3NQS8nt9PMMNn9OZMOoMXDsglcHzGUhXTZOsduq3rTuZ1BVTyjASADeK4hdg7KwyjB+XXY/RqzVnzfE5CzT8fJkneRLK97jNiuu1dO+Ab0F/5pGd/7Ln9+W1lon/Tmk1zZbw5p06yL3xlGG8YGX3S8hh+DGzDOyIrFgzdzHrmpmvdskRGwLxA35HhTIsn+PRkjEm+DNjXYBJzs7PgFuhZYWjxtAgdwKfXCNloPiRD8PkQ/Xp3HMj10KWsfFVbrZEXft9MOL3rNoakL9CpXanAGRmm6JkDxmIqSLK3cX61V5NMcyo2ppK49AcOWsA5jT2VAmTAWv/TCWIIsyufNV/dC4CE8+TxPWPRvawVto5tMLfLziS0n+gwXU+TiLTzeyeXIFOwa7wWJIJKBzkISHLd2iDQZ+hw9n/0UWc9dlATPrRh6uC2gOABaMeBszMu2tR7/eA3mM8z9Jvzz1v2EQBmXA4EXQAYcppr+ggNHGjbWM//FLADyKFzB+9rx6XHBb2zLvr7dsz0GYE2/3uqhJNFP2csKXGovat5CfNufZQxfu4Ppn7eF0epM0ITSJ4kNAURHgcPneAOQaa58I9o99fnjLpXVurQBxWLN0CB3MCmQ3aIhtNSKsdawF8Zb+Rb2lNFnwSgi92nfeCsc/MTinzkKPODdg/dPR9gKWGzmwYAxMtuyz3he5nhJE4ANDQtR1eqJaQ6lkz1po1G0c5UgviGOLMdNEG+N3CIHfvND4CWTP/ye57Bc04hYxLJkMncYNhtS+/1CSaiv/sMOM9neEjz085EJo4OmnHcLffZ5wZWAAWSQCB7KrIjlSKzt1r1Z4tXJ70BNO/XyJvYEgQEpN+S1Nj2Z9ZpEwc8avuUmf03/f+292XniOYC0DP3GxS6EyLpRPUNfNO8OfsP+ZiEDAgRwH8CJQ4A590HTDW/hzaxraCHtb8WtEWX2SYf2fqyv8fuaP4D2GgZsmBextNrBT19JjLi42SsbUswVoLQ2a9cLzvNf9tHzD4EMM1gj//3XCD9x/5DXydANgE23hU+xWOKnrl1VvMGweSDTdje2Daj4ivZw7/9pqrcN72y7h306zPZQs+Z76GFmV/IYfw7+XUP1kCg8BfLwX2X5hBfM/vr5/nZldg4Y77lo5PKpvIcG/EO+nSin+wa7Mno7wvg+gLGnkQQ4wAbAKZ+oBMU/1ulPvyq8YSW34koVGbn2Av5ylmIyO/86L6PY4nK/27cADpgPfVM2XSNlTnAM8E3nt00TuXcHp0Tm52fLqTI+m/lSKpENQEFlieJ8Wkxy+3IhfBhNh5s5N/yyQ+v4O9Pgo9tNY632GQJd4STjT1dgESZjQGF7+ZZFSSQbuOnE8bfnaSyTujuDgDn3hn/MAs6oe0VA5/ubhD7MfbDVi8zBjriUHlE57jQDEn3qZw5wLrWbt6NzfGSV+P/d0Kmn/f8P3zI8Ns7KOY1m304ez466XQHiorZxEzrmwSACXBjf8KvOhOUM0LR370/rNVJyB3/b4eyiZMJMG/iaT/nxQPP1nfw1Baa9XfsM1rNIu+wL0m8TAfFdBgA+8i78haNQzQYn3YDTN0RQ9cdu3L47lXJOjnfemYnJBPY6UAm9kfsywSA+6dlBfvI+r2T14MTm4pFE6d6OJ/jUyHvSAxG3i6GtLL0tjEIwOkd91EBjLntKZ6ttY7tENpsm/DM1W1JF9/63oEkOLRozns1Pu5dLe3vvujXLvboPdRaNeYo/d8FXASAbY8PXkpgBDvzHPnxjK/t6+V3+XODleBfPX83lugun8+DkRUvutfSjBmj8YHXp0Dm85gKV13LpitajIzexF23+3aAJ/pJP/ALeJA/O/brp716jpgZnAL9z/EJJNhCS3qPAkvR33cRUPAh1DkJp1SQmxcUvHse0rTJvNpvYO1O4dIUGFhfTwfY03nieR62a+M/yFLTSjnLjaOCi+SavHXP/MZ+fBeBvAqzdN/ZF4oUN+6FPXzwoeEjvQdb78x7Eri1x41nnQSQka+6l4RS5tjzgzeMGz7+tm2vkY/xaZsyo3/6yFGwQGQkev7syfjTd4WtbdWx3Xb/QpP460mQH9/P/PDGKBYTyTWnqFjPfv4j2U3f0a2CSnPfMEnewaLj40jW9ZG1WR9GuJgwuvsuANGV7CNiSQmATppUYv7gi63XOwDcq42tgD4D9yaRm2TstsuU7Mtw/f5Ktm5/6pYPrMfRdYfvohtJQgPT6XfqXoLtsZlle0184lGw/7kZOMGfCMhvGV8osM5oidMqJVttGs0YI0hmwG0Mv0k3f92KTp/dZ8/QQroDvCi1cwbAcx8VHBDJ3RaDs29gaAJGS/AB0bKAAYH1/xSAw5kXN+LYefwjvBNMIwCVNdB16vPdjKXAwwnsGaDdNh8yoNq5yDzGQTTjrsNKNpquIaM3xD5jx5EccJGMIhG6DCP93Gdw5f7DXVkHA1xS6lOmQ9BSFXEGlfN+3+v5rJHBXnLGB+AMAHILBOgGILuNiHasCdh1gNnEP/PVfXeVaOalwP+e8YwwCCCy5yi3goMpD32M8ORvA5QKwJbBQ6WY17eUJc/yb38HGG83S5Tk5xBE45koFDJG3GLmcih4PQql29fw7z4vD3pso1J7R6afdpPq4jO3Omei99vnz0x1SjKJOhO+Wqs9BibVnPDJGdPY3Qb0zhnGOPF6Jlkyq/BswFjpbsUULc1b5mhMGq+qKSXn3D61FPnu7QJatA1pgI7rCAQCVDmw6GSA3Rf2I0pvnM4JFt+yd2np818EYj2fk1WVLMc2wF+td8bqtEPyvP+c0/gtIGcUKYo2SndaV8ioGEsDWdU0jgNz+Fk8UMDPoUfRkWSNDNQyvFeBIy8j5/odWo0GaKOfVh6SSck195kaCm5FX6xTJXqnxWOe/91BY91tEA96JMP1eKq6+ci/BXO8hgcMyXuRY+0oMbdj+E2GPzKjKzTaUNP3J4A8AQAnRU0LXXRQt9z0UGfB+4y1ABcF5o/Yb0PwrhBBNsnx8awl/w1ShXYJTkGv7qShwMvzUAG6AftzLaBZWkLm3Ow7U/9VqeUW2dGl6INjQE8HDDgIUE7fy9iDrmPfbGcEANbD2zh51nkrf/Z9kdOvRKDSlw1eJmiWbEcZXzYeJ/jbVV52qucM3DhYOQrgpn/N2/dffInzpOubH/V3bAFmx+/Lg/CL8hm0tRXY5YDONXaSfWbMPhd+bnsLW7KDzlQ7MD8lkPRefltXJ46N6XH2yUGBt23Ed71XAJCeomkwugT5pED7C/zXNQ+QTsUU/N+gOXNtW0zPb/m1NnQW6dsZNWIg+D/nS8c2IWns3rXs55v+7rGHZtJVI7yRzYf/qRQ8NqvWEfq1rkoLZjKgqdYJDz3yVBnAlqnhw9h738940/udSPGsN51ICOpDw7e9cPZ37FxNQmPRUSx2iKtVtW0F3j37Cw1LfpIc0vNnj6CFNduyrqYp+TQThMLvwdxCP73mX4FY75HGPvwrezP8JzpIQLnByg7AIxM4boU2prsmI48c6Ak4apB8NhPnVH+TkNdAGsD0AdsGtLUTKnoRnUySFfL7fnf4aDopjL7Hgd8qsAEIbEskeB+9GGDvxUvP80gmk57O2WuThFKAScaxbeL0F/NOMmsEt7ss6DljL2a8kRW0lGsbYxNU8ob2fbDvGD9HB9DRJTQRuyf/eoNJuu9OSHZyhehsIIFX5r1ktc+WTEAGe+rQ4hArwFzbFRpLVwCx7iQc8KwO/rK3p2uFqxIm4O31zT7iK97ynLX1zlgWj296EmMjJwIKhf597exV+68JQATUgI4/j2pIy7RytY6/rbPM/bxn4Vo+vSpq7G/Jnsu4GDe66MjvAqFeCTmmj9WHJPCe5B0nzAQ/iJ7b6tOmw4DrsiVDw7YYnZH47tCz+56xIuvsz1ydBHg+oJD+JinjBJyfz9KJRsJb6z0BHwUWxauTBHJsXtH0LJR+eYgau+yfK4AFj/U8b/3o78w06UClH+ixqyWbZpHh6AvZh/aDJ2DWLZCzSsE0SHIlMOdpiBanc+8m/XIX9KDdCHG8cKBLhzmIOGsmGunEs4NpXP5aB53vAMnrTOwZkuhRuqB9gd4P9OuppoSvBpRt4BefM8lu72qjVPXkpdnjdXNsQwx+JP1EghyrdmN7t//G/ZGhaz/o/k5IOp03DFZm/VM0MDw7AUp9Lpvt7yeAkSSuyPqlz+gcjhIiQIN/IvnbgKrmgx1545AvmTa68oU/lr8L3bP3u0/jP3pGm3xJAsVdMGN+EB44xnV087YSxd6SnhAvYe+/qXj5tu2jGYH3sDu9tV+ua/q4MJKm9TltpglonsS55xvNB3zCFafgOSMvnaDj4GHwTRdylGMi/rFbUzY9IDe2THgywScA/KzB7L9tt3HgdO28I35XEjqxH9nr2AXbzvvW13oahRGyz7sIpoNWGht6R0P4ezqPsb8dVGv5GXs/enF9HxIhNhiNvGOfsT/B40P/k8xZHabuhEN8l/aR9pnw0a7huzIylbJtO8M7rCH6suXAyog8H+zX9qb2RrjsCCDkUwfpu/q7+X39sDlD/nmenhMMM7O6/RN0PB0ZTiessVFJ9r6DnCtfMuZNKI8twdnIfj6YUgVpNC50HYnk5scLv2TMzc/SucFiMyloHvnkz8qe0d8k7EJfG+/47ByFrpRe7uSd9iHupDH4pzE/OnbYdr1t3CFl40PjWx185aGp4EJ/T2Hep42nOaViGfpJARWxFX1/CtDG590K0z36E1wI+rgxDPhqaafkCf4hSQhlH3ccxUn6V+fB7gBy/JvZ5A36qyr3jUekc9zSM/OE9qETv4/jYEb4woOhyaQ+97zb1yHJzM+bTodcSwCY+MMmuiwABL+E11e2kyyCbSm9pdbjoR+N6MEHB59KslP8v/bVOnk+hVbvI3LCFHom8vLdzem2Q7Wey79J0KZo8fg8SjATInPs7Mzr3h98aQr0Gs9Axtovm41ifvhFui9JJ+A1W9wGr3tLCt98LArbhfgip9jDtlvehR5srJBOEL88G/oEgFfE2EjzLsRw7h8E8c8CwGaUAZFOi6Whzv9bR0XPuLMyzhlMnvw6J1mMOHoAi51xp7aUgDVWxAo+jFFxgMv3FL+CrZ0ZZKIe5noBI3bg4lQRDHfFn4HfDQoi5L2h5sIBRgw0bfBX399nG2S+WYM7CBZizWQIyGEQuNqxN9mtcD7bjLi67gTsFrA5WdaPMKeCSgHgbK0YfzwqV+ioEiwEFYB6spaHxtqRvRUHAch2JGjl9RGIF4WOJvMaz9wj2j5/eCZgiOjzx4939iyGFVUO2aNtmQFvtJHcSg+66Lezzqc1gYVdrriV9tmiaTHJNR6P5Wuq1ZOBgwH2BHyq9dZxVOSUDq0A1vh5dlQnaFgJjqIVGe4GEe1IBYx/jfW5Xxlj8ADzJCtH+91tDMkA5ToCSJl8AI6zd2KrAR1w9OAv9s7Bo3GcCKSuc/UZAFaQ99DFMxEUE/ypYCitOQhEZc1TlY3AREF5fM//HEudhekAcNbFT9BVJ2CpT2wIzb7Hsd52FawPtHkAuwmk6no5TQcYkKCp1r/cTwseDJB97tDb80tzjlx/zqx6Ai4YD8mwLgd7brYMyZRetHCMo+dzt1DTEyvBQXzxCgDO85af3okzS+sDHBYweNMtypTf3NvZkewja0BGcq+J1lX7cs6+mAzrNvxCqwuoGrq2g6A9WDoIoJkkIRsZEJTlu1cnhvA4F/qkgYETuBavvxS82vmp5+SZyQftNFhxG5TiSVWw32DMPm1b+n/T6+1cdgC49UcnWnleBYaQ0KTrdUYazoeu69a1BMkChhIo20hfd9LwWg0fQr+Hjr2+a+Qfh0YO06pI70f2IMBa0wVz4DOciXudMXBvuuO+BtPtXPR5o+J/AmZ1XiqdBxJ4ms4n8M4AYjjOvYenIqkSPpqO4WPPRXrh2OtTAXHZB9Bn67oGvKkW7oSDdqDgyTa4TwWKeSh8krVORX9aI4v+9eV8h5ydi5X92Q6U3zNAZe/hXan2sil6rnPTfQZoxr+0iNzS5w4oTvBevxuguCuBm65pl9RVLB97+HzgJMppyUfWdBzkDUoBJjX9a90IoJ1EnQkA0wJo10gAnKptdwS9jiRyiU+wlTtR8j4GhQx3AyLOPPk8soFKeut96VcnimWjdV/bC227hBbznz531c/zDp+RWcAKCSm9piR8iXZfZzbPwmlftyIF32OTj+zAT/cIKg58hrP1Zdamk15aX0bHbwBYwOZdEdk8moSdCWSPTCCZhw4WNx3fSUvIqq5W0hw7+BvQate9gWe6UrQeMwD9k1Zjoom71ePhHe9bjJ6mLdjvpr0XL5S9cfa9ur1sC/C10TWvDgDnedtamucDiDUv+MpnLl1tfEDUkdU9vgUY8mn0eoB4P8eJEbEVb7mo60XDqVRV0Dh+VyeG6N0ODDxAs6t2Rqe+ZHDRMDosYw7/9T4wdhJe0nGk7ZdcgSzTmgeU385P3/bV6/bwcyf26LOAeOHvyM7ocgJIDWB2wmKetyu9ei1gyNrkqniTUBh7S/JYLbBf76wEX/mu0wK1fbqMKV2Skhg2ydqla/EH4aPb987+is77CJ9Ubu5PAEqrFI95ZczLx6rP0Z1e92mB10e/8Gx3MLt02tsvnSCpA0rb5eGH7Erc5dHH+CYkLn6rKDCf4Qdq5rNmHufzP7knWwk8WIB5aEHCpZsEZ/TTOA9z07Oh/wbwZUvfraOx46FTZE8nOjYOIB6kItc7OLS0786/4DnuvQMP2qf4sXreOwB8bObR559d4EZ2zEuhmRuv0Nep3tskE98yJCZWJTlDe7q+BjIp3UQyz/henJXJenlPFJiblrzMG9/Ea4F97Y4dy/dfTKq8a+RW3kFAMXbVhy+oJLLR0/i3us9n2wrvMF3V/P286SAzMjRG5YC4Q5fGAJ7/44x5PVNzJ1EdvvbZrBX0vgMD3ufh6W6nessr6Ac8CzoELD/6z/bc+M8jiwHnu3IJvabndAAYWyMtaCOHeYftNzNzPodHW+5QjXa3hu5AMrTddmzriN5jZJtxzAbyfZROSFX0TbBf9ic0dZLsze/vylvTzmCpJBC3X9JB6tC36DQDgMY6gIwcuhOMTZ//LQA833sNfxIAZp0TXIp+itwKo2Lzpsp3Wt2PEG4+O0G7sY9tb5j3IsvDD0m27rPeWfdgWMGe+YGvw4urf9p2J9mg7cWWi12g1GvLO9rPoBtNy4YxWY4ezFhy3BxjcmKPeHRaza59NHoC2/VZA8tcr0P8+2ClkS23f9P6o1uer7wL7tc2NsGW7E0CM+ZRJc5kR32PeXM6oEkm8ZwOALOnSQAH59r9ia83iWLjl4nuLYcwJZ7Lg8EmMKpnavwHbhod1jZu44rd0TK2QHgyfBw/PIGudwHGLd9brufeQ2b+R8vRyM3EXpIAnzkbn72OuoQ2te4/O9Nd1+iUq/gw2BQPnvkkznscs6THF9uPvO4EDtGD99gZf38ePzBzyBjZt+pKNUtgfVKxlNjCoavYM5t02GuHjFtZnQeevdQRNJPUcHC0sdvahrQddcm/xq6+zRe5offZZzmMmnl2ALi7HZwALNfr2hkMcTzHfKx/91mWT9NpZotaNgB8usHJTpHdXjxm+T56hDWFn4PZBH/PwEMfjVeSCKNL0W+6Bj6SHeXutLOfXpPnped4BuO8a98jb+4AcOKS2Wvtl3jUdDDP0+f8p3c4sX5oRPd1AUQN5fnnzMkTqC4qU9Cka88RSs+LsX94RsuqVwB4nUwN8d3KwAD2laFyO/XtdBwgSIv/DDStfmQNZtGhl97MHmBn5obxArB7gdyCsUFbCGszbjcLPNdFMYQJqWgg+NRBwxb+YlQrW4N9twO6Qd1zj8+ISgXW23HdYGsHgA221Bkcd4UGZxOzLgcU1nrWWVQYXib0bF0MLgs7MorH8B/HVvNJ5mR6gmcOk40xFYDmHxude5ZHsqgfsPaZJ8FcGD4KrCqAx5gPUDeO1CibrnxgfgBgfYYhAMmp8B3g0Az79FwXPbVgZixnzUowMR+vkxzVikYAQEOPAKDKGqVSBqHTRnjvzZtJl8adeTktDO4My+aDjG/4w2DGKGgbfhFHSgros0w4+4X7GiA6/EQWhOY9Ct5CqTJ9fV7zQ2D+vip7GFN4CGBHQjZCqIGrl4H1jLfPo8v9a/wDEAPqZJ/fFZh+wbRa1Xi7hY/uf4MoCQDTklK8wjqxz++q06yp22JrXpINBdgE0MuaJxNQHEWwRON8aHrAPZTIS2CfswOzTmqPOx2PRulscPrs02VldSKM5Jcza8+PgIYNqDVIYQPkGdtdmXdXcDavIFdvB9Nb8ExQurrbffrzsb00/1R3vffPAT45IRM0zdB1hsMaQLdzcCtlpsteN4Bi2ixgNFW1uYO5YcAno2zbLyGftcMyqPOsbTd0G7w7jjgsn5WUb8DV9CN6ep3XRfvSMrpPptoaSH/9HYfeNDeB/hskbYDIRsTtMMyACQD3mjS94diTRMJz2iDk+dpPAPZuGXTvSVr40yJ5aOBZix+/p+LyrKXlSTJoA6inQhADB8DKlZsTHDmtHeXvjay0E3Oh7KzPAUwPP749lWMYT/cK5JB1IvRtYoeu3s5O5Ewcg1v3xGkcvatpVRvftg+cke5Wtqn4bGO7HTTLKtkvJs4kVjUPhHeQWbvOZ8HnH1zHs1uONr+ZWyfAo3/fwQfWioxtxuLlKtmg93UXjpfcHnsk9LmG67Ephj9i2CcB6NuZf9hyTTPvisd3u6peg4w369ZAF+9kTWTHME5dTaD2GyCs67ry3nbnJYNYpzsQFjt17p8AStul2ZcJGM02B7hn/yVxqbSlCiaAIGBnEv22CqUdyGTBrpPhqmuBvcgYvceDz8ogHzr4eMth1vUkaprmdfPI3rEz/diZRxK+ZH+F9vhBNwcsjUzFds54yt7WE+TMyRaW0JbdMygB8mM74OS7rnjXHGXnLm8H6Be92H54dBlAJmPvcd78m+8INO2cuPcAbCP32+7VNZEVs/AzV8CG3p87EY83mccmsaR1iDoyOGlL9p8TwSLn1OmiE1FaxrGn3XWl585eZG5x+HGSj35+x4ReegxbgHFGTwzBj15tHhe9ACTfAevQbwIJIoaWRzyTAAukHfs7671n4I3MPQyTvxUwO1WAkyC4AMgeCcJanMSo59nOLpefUb11T+WgEvUEGF0B4KYBgljxXSoQNPTBO5cGtuqvA9kENajaQobfCdjs6w0stg3dPnEDIRs43Ha20HjbMR7z0EYArazTzvstvwL26QbRGHxMwCszx/5tn7b190sPPmtJC9C+r23yyJT187LOqb749WnNewJyfrvs9YC7lu1jQHbSJAEjkgd0F89f+1ebusFUElwNDJbR+jNAduVk2s+33M/4mc87QP2R1Dd2NrRw7C3tk2T5Q88kyWQeb7nlFXEAcQPAsaPe9pnOeW6AfsHHJD4z/gQOd1C9lx0A7nHE53kSE78EnJZXkgDUgdlTlVy61xW9OpZgghGWdybgz0IK2rCy1kk2jkxvvr7tMuwH9FbWPiPVsziq6GWH1pjWpsr135Le9DzWm2tYC/gUvAVZ/g3LuczxBOW++Nmvqt7h0T+fwA8VpJJtVLgc0W+bOqM6AWADrRgk8Rd2vpIb8YmxnTvQp+tIFLvHrXdkb/JCt1d/xoQc0/hJ0mKd+I09tLSE7njLDJ61ONydVDPdLmzLrA/r8VSCr+fhrhmrt+53628CvO3XvTq3yC4c34KWtm0XkyglXtqCkQRWunppuyHIWQt+21WFjA0bCX+pA5q9lh1QRw7HTr6MCPHDY6PFvk3yGwHg3ve7Q1Lk8vcK4NhCW+BAYcraZwHvm2dfcnzwpb4m13br3cyDrmSx4tdGb/riOaa/acMMrXalbvPRsX9M05lnJ6x0chA8cXhu7A+tUXd8w4dAP2C3BE9Vy9rRwYVPrI4JH7ug5fkQn0Tr5krfwU01Tr0HPJ77qXTke73bVV0AACAASURBVP3GTvvGl+CT6dhAB4Pl66+dF+aotQ0Yx+7YfV7a6+q7kxRuW2AT2ZHv6xdckdMpouoqW8/vuix4SORR5h1ddnjqJFvteKVLu2qdADA+BfIycj2xjPbt/J7DkIu/dAJM82t8tvAENClehF7jZ74D7mcCc8RPxx52bkp0JgA/OlMd4STf57/mlR7T/fk3O4lrjs3zfOCK5glYfnv2BqLzbbCR+OB351nTMTkuLKj8snOsR1orH/tgfCeSpdt+7cQA/ftg9HcAuDq6/Le1+W/rofuwU7Sfoo/je0/CN8/Gz8dWaTkSes2VuLKhkchYcCXsihyRIzmYIoHYEtta2+s9Z62vT7sVwHnPyGYnuE1C0thAxkUUMvZe2ZE4+9dxofaDjv86z+2CUnB64ozmIfvda7d/S5wmvpeVeduNrVdIFPoWIL471cwq24/nGd1V5xUAblBHN36rZmhn32tVhisK9xjlz+JwVgnl0GGOJcEQ+SeAYwBJxqjPIYtjgAEnQsiZYAHsGry7F0B/+/kDHjSQ1ZljvcBkGX9rSWgc93mmn3cF1mhhe7dA7uyDnFuU+csJJABMRUk7AM5gsiDJ9RggCCIFgLSWft7z2wQ01REmPkuZMQhnn05LFhtOCYyTdah3dVu+BAv3jB6er5fqPDwfNWjmyu87QSBgxN8nGx6aSqb1KnyUjOc49zjAN0FasqKyZmEirRP7Q8uN3Y8FL49RXS0zOphiJ2eeRxY99xC42hZVodM+F8ICUUTx/MLIXOqWgp6x1BnWpzpghDzZLV7DERaputD73gpSSQFaPwzVU4E1jnuD9CggxtMGwzn7Y77UFO4AoTNHn88DMH4GgGmh0WcI40jYoBtnGCMRAzNZQ0M7dn438YAzAI8gp1JP4KTPMx4n/6pwQOF2ALgrw/W2BndxXpomQ8MD6D3joiJ2nWwMGbUTVvV4Ac0l0+CJVBUsNYTXcyHngbazTjaVx/osuAFTVxjNPc/fMYq1eKngPbJ23tOGp0DdBK8jGxrI8pmO2vMxLjL3aVNoYD3Xn2p4teyeQ+49vwk4JMtUNPoZwL8TAvyOqWhpmtwVWvDpnRW2VYqdxZ0x91g2cMHe0ALOCaJyBtlfTyLyTzxD4PHuPmH9pP8NwWo9o09W//T4X+3rDKTnv+ifVBiROJCgTcas9VNLQ/2It+0EDYBkejhKMwAblVpeA8kMdIToYPAKi6WfAUO+L0Zqy8OuAvYSDZ/q87ulc98f+ZCL/Yxz5jMBBwF503K3nBnrtKkmCYARAw/DEdug2yR7DWc99EaSuxgPxnic5/AOIAFgIAEzjGqAIYzP7Fnsl6w/Z3qPfJDz7gD9JiABiOn9x9h6NubooHFq/Pfwj9aXFnU+42V8xQ4Qs/8Yvprz+8z5soFYF41v5FP2MX9rb3j/K4tSLYePPbNgra6lpeErADzVLqfV2QRLSLK4Ewh0790y59t+57zd2Ht8D43rd87Oi+1wA13o1btiC/6EFpq2OkDXvMA1nfEu3dQZ8mmLtZmgp4PCse/ewHESlLaFn/YYeY2cCBCSlsVyJM5+4ejDkM+k6Kqz88lM+Rt6wZnsdYS312FaBdbVXbquASboqHmU9YXOSNjI+/a52CO9ttzbgF72ebJhfdYnZ+cODUuulk3c/oNpZhzTfv8tL9fx3IDZBo4Cuon1TyWG9aV4Xk+dQKNMPwcQHltgAMJeT5zaTUYdfVBVz+eMyeHVA8SqtRPn9MwSHv6rIwLwLSwjnG1ihRWdZVrKc9ibVJ0EeESGvuWt+HSqZ07wPAlg/Lz9rdGrV6UrFYRN1z4f8CH6BL3G/qjIvm0dkhKnaoZAe9NRiLwryDKyPkO5A0merxz/AkqXVuPDUvm7Lai3NbPtm28VfA5oRO9lrTMOdEpXY2W9dw1PW8/RUfq7A8A8U/vY51qSMMX4mRdshtwIPWwVPt/fLZj9nNHbnQwGfwlkTSvqBXPNn0MQyEzNvdt4Nh90FekdAI5dlnU5PrjIWH/rPQr+2l+MrZKkOv39RkSzP5GdJxFinnlsBQM+oe2jpyRnXYmSZA7oTdfsETUTgBnZEvvmDmglQR7fVjLzz+e55+eZkAKNCejK4Ix/JFmSIMDY24c/sPljg/mW53Ilw7wAV9sP4ekOJrc96KDz2BsdACb4ah94aAC/kHFr7RuM9lgu+5ck3ga86PCA7lg5qs2NMLE9MsEZzT+VHm9HSnNVpbd9VwHGs38533evxY/fCv53MAb5QTUO86Piddyys04ZX9ae4K7oy+KqkjJPQH8CwPB8B6pf1SPP87qin7UHwCeJBNu1g8N3O9HIVninjzfJh52Y9uEfmDfWJmM99LzfHj+k7c+TpD0ylEQq+OjDFqiudscnGKzjBJ3rmJGu6jWwOy2EmYN8eoIJ/gwfbmiCdyAfsB+5/+z1sY3jR689GD8e+7FMFq8RZx5ivwnf21adGs/oV3EzctF7826vrXGgkxlT78Fr/J5n6W7R49yEz8vvTkAloN4JcbwXGdH23AoosIAkHzIWg+KTuGU6NlYTP7bPANVz5Ld21aV0R7CBVMySYG3/1wbYFBkNz2Mf/iyg5HGNrwuuQhDp0O/oCALA3tPRCSQwr5wU3rmBrvhi7wAw9MZaU4TQAeC2Z48OOwsbPYUM6OPY4p9HtuUncvGjw9HI59XTiwnin3mPxxbp7i9tt+iak9g5gU2thQtp9HbbXNs9C1uaNcen40xTkiZ8s8YobPYZRAKsOcKpk5Q7ALudHRXIycGYVLAjD3K9gn3Ro+BdbZt43GVDrt8YrEf00Xi89ifFPXpeWpAbQ6j4gJ6vvcGeiSyeilvZerb3wt8+Fse6N9g5CQEcd9M6FjrRmJdmZvN9hFgW0u3xHXwtrGFk/dvvCdUkFoE9MZRkmyF2LzYNfI+8Rrdga2KrJ9GcMSzG1vq3/SziB9gGPW7vz0MTbQ++j5jZtc/IRzYMVkKXAr4jIZUCIl8/dE9iim3KxsO03n7up/3Hcz1O+3vj+xgDjXzw2CvAGRsvScVgPWA/8Kj3uLA1+4LCGp/n0XVydvvwCJ0Y+oz6jsHhVzBm/MOVH7FJOUZN150irPELj10yR0zhG2VOa09kH4aWTozobZsxDo6s6gKFtuvtt9q+jKzVZrDO7yKn+NxZu/BS5Pvai+CDYD+6Nv5+ybZakN4X9Bb6hRbkLbNvPER7SKJhJwKytx7r2In8/m8B4ONfPPQNHUCrL/ldOjG0SWfWd9JjxyG1O2D2wfq2Qwt7xdLAI788WYP/QSF2hnwzMYeqk4EIgN0On15AdlcbaBsQSpurXLeCLRsZ4kAA6TkQpq4lUNsAkpyFZPZPC5iasN6hAEuCzlQijZM3n0HgnZ2RsydUaSeHNwoC4zLPfIJ/07ZEzLrEuE4sylLX//0XmZ1brdgBYI9h5i2Fsu1Z9bwo5c42TXCUgEu4M5njIQoFxeNope2P1lMCYDM231VwntNUdbWBlrWZCtnnuQb3hzHbUWzjNQGggBhtwB2ja1qAvQzkZ4wne3SYaHU5QGjmCU0dkOe0SBxn50N4vQHwBn/1PNarM2+5Rhmd7TSDRsQZTNuo5o8YAGExMrJPC7agcW9lPgBgMt1CIzu+vNss8giJJFCs4I3Rkcp0/SRjJv/233agnjMEB5jkc5RzO6Z71/IkwnZbrW07Cwvuq/UXCRUag+Q0bdZ5NsCNpzNGUgOPdrCmslWGWhQE1RTOyznKHKe0x60zcgRqvhyMAYg7A/duwX2M/e4k0AjdGOPfKrYxgBkHcqb3kfUW9TaodAPiP0tGYA06ASMAcNrEr3H+BgFembw2YsI72h8AZIA+FAZKL3yxgdw9LzUERvDVCuuZ2J9/flYjHXpwwH7auR46DS3JSU3Ciyl2NaikoQAwAcEncBb6wIkDuGsa0L9PgLsynVwBPQY/c8OwPt0WStF21pqfKda1fnoH9Pi7MzvhQQwRA2cVqETHnazK4VkZPDkDquWmQPIN0GNwCjQEIPpa6ViGVcYfoP9uvee1s1zPmVn6SWBtaaXnr38fPSoQ3yDsmwZ1s5J9RBdqWY18kj9NgNNOikANZ/HlvclkPR5whlYCrdcfIKHPAUEHxUCKDaL7tb9LQ5OIZjA9bf91X37vu28DuDP2GBeJAshHt2rxegxgDM3ICVagssZzAJhp5ed1f/QvHS9y3usmfOj7PvMRsLErNzBE10geOTuALlnk7NcBXB/+lJ3T65/KlCiWNoqxafoMxdvBxzls/mpAGnqyPrNO3OAE+s7O/rQC0/VU3Ib+kF/pVIEt2eNkbt0pomnprtQEyOYZ39rp4jT+jEa1/5xRA5+QSHbkx9DCDagQXMl9asfcLbgG2JhAAWBiAzRdWadnIK9jl07iic5SemzAM/6HTkVnr2Qq81wCgpsQRIClqi5NGbdjG4eTn5/pOtN+VUA3gNc8346dacadU/acyQBeGRsJZe203RV1ry4vuueRE7Sgbmc944s8xH61Q16Bz/DayCdX4U3Aabr4dIvZlc/R/6zbnlEYEM9j157MS+9scSqgWN8Fa9INwOtwMtN1RMiTMPvXn+f8LNPWBGd9ppqC2PKVRi5lYFro2K4dpHUADLu2Er6sO0+CxiQRWd+vHWuAfYKbAEQHqH/ez551hS1VupbL3vvVvazPDch0cmj4be1JJ4nof2Nfp0VfJtRAmuWbdefYrxWgOnRtXZpWxsgrkog2gXQig7OoXZ3B/mssqWjrs6/C69Bq2/PoKRIMOP6FfbN9eAL88VEDmL47xJiXBJLcAVDZHz5ShhaGATrhr9ajLUt7vNDXpcZfenbf/66kaF8RwNJYwBBe8x/J0l7LGWT7oPjjNz5BILcBbmRx9JaIO/q7nwe/ey0mMGt+Ghoi+AAt5/71V9WBiDlJT0huPaxpnz+dPlZumlYHyGR+HguJYlcAGPkJXXTABxtZ8kg/dCTrJCx93vhFg8i3r32COjUeaNv4zDk3OEkWnMm5a6VAjxzVpXntLxgD/ojmRGI/9yroylngBJXhSetEyTM9y3ItQbyuIGSduEdj9ZmptrejR/oIpawRgfvVgdlyBQ7ju6BfqXADiIufu3yGXsXWJOCUPUZexcenMthzn0QY2c8NKIKBveSrdb3eGTqOXgkTx6acaiLNQLpC1z//vn1TAvMcPXbTN/Y19ImcQJZuULS7aPgtlm3617Hvyv5redf8KNl2ZPMEXvTutGqkwpqdTTX5SVg2n25L5PbPqC78dmbuN98DW78LMkjIQKZI3uqnbQpG1r9D85MIJnvLCVm5giCO8JvMU7pmE7hTMDLB5gH6qdClQqoBcmxGfuclwXoOPjF6DYwAmXPkzhyng99m+yOP8e955PByaI1gqb4LZjlJtLL/xse5Ewx0bWMH99pZNjzzb7tF9JigTWja735udOD5CXCmK0JoUWOyv/MMiNbEJAV3VeSd/Bi8bTE5BQEIFmqMBJ0Y760DWa+PwiSNdBZxzEM/Qs87CUyzwCcJpLqeeN3Hjuo1hy80b+w01la/uwMC2Fzjx4133wmxOXcVW5aEidhS7OfiLe8ERvEfgaD2EQjUZ+7h1zsJEPwC+XPTmDv9XZ0jNkEsHST40RiQp83rfv/gB+iPW561PNQ8KcDSvbatxrd40+526oLn2Dvvx2w+2JPoUzgKbduxy2NvL49AZ/jdFNvk2YVvPH+fI4UKdw4W++izKaRjTLf8sPyd/e0AcAdETV8Pj/k9Rw+nWxY/XmvjV+jOfIN8SPLqJrJ7PBVAxScwxuRAIgU4b5rGxwy9JegamRca4Oiib3ZCzw9MoP3+xiOO/BxbFXvgxquQQaaRkZhJpMnY9Fn0SvbMGLKPGlSBnbAODX98rKMoGy8D283Tj/6ZbrTNK7IPToek2Zged/uFtw+g7+jukDkO0c+e6TP5nthB+Mn4ZCfgK5vroYMtrJgipXlhy2Rbys+YUwyn+94+k6bQ+gAb2Pad43wbb2Q+7W/c/r33aPShaXrsQ3C3I4dNm4vt6dqDJ49P/zN8Hv4Gf0WvwguN77MfPJ9nrj+/ybGMdY8BeeOz3EOMArvKAWAcdZjDYZfp1R4GfRhbG6zqhVLwBOPaOe+ACUxyAIMKsJDVY0aXQTol6nfAxUzr3tjjlc7GkG0jAZpWxgtcRniQgRRKxxHAeMlmh+H0mTZGzovm6TNzdf/T8q8dYFcRqH+/gcrPswMxhIe3HmcP424DwGTwYkByrf7GYcyarDP521PpF+N2hR3gkfbJLcKe7+mV3mfRGqAcA4w1DhCS9SJAa2aawEtnZLJ2OddgiGqqtHYNhxC9Zu9z5aJwt6VPg3W3gIcJ0mt9BXePB6XcFWHfMgd/Btgex/lZLxs0bMDQQICADVBAw86yLkvtDZBLoE9LlQFfe3zQ+Nnryb4TfcWoaJBVFS9R4mZaD2AyYQq8ifkdvgE8YD90JozolMw+9rAV3EkwGMmIgLwByAVa3hnVzOlVUa/gEJWRY5xyP7QDyJr72wHeim5anCXot8ZbbdXrn24F8yzHEfgjo5rv/b4vhiqZiAvURM4IBGgwOYo5Dka34Lbsev4n5YeD4sDC7NVna4qVY53Q8mEgT5tJAvmdJXSvQztctEmiRXZogrbe246ksybbEI6hlqoEyWhAGsuHh7apsJZse9Nt5Dj0oPWSPkGmmFZj442xnN8OAM9PZwiL5jUvAhVkxd0y9vDUgGcAI30We4zGjK8DcqGP2e8BYLv9oY36yojlGfp9ArkTmLrJFGczZzQkYePs02TIJ/gW/UYL5NCpjIv/HwHg597WV3rWN9AMuduOZju+AbgDUmzFY+YAiCh5h8PWxnkco7T8z/omaYmgsT5LJfAEcZ41aKPspu08BOcxQEJXRAWooDIwdxsUlXFt4D+6scGK5hfO5SUQahohKD7tqXtMAR1ThW/gcqpBMq7hbVeKxNi2fHnuaYBWt/lYAQW20I/zEvPqI7uhLwLADkzNmuJI65Z30G70hdZg9u/owZNRy7EWc8bkCH5d9/v/G/vOS46HOXaXAZSnoskBmJk71aymk0lOuRMTNnEg93p/LDMx/CMTbL+8zkBJctsH0K0EmAkAty3R/PjHHwHQeBf/7gCwPmuHHhv0W4IJ4FPTgeaZoMA7ACwF0S1bj85hPPNbsnOTUKDTbi22zv6h6cnQR3bHNpjjCWy3bADjtPUqOxhac+LZLCy8A1C9wewQ22mr2JOvfxO07q/ZF3Q++0AA7pbhDdLfwO623l3wKWcoRZ+Yrwf0PrQ1oMWhV9ZpeOKcNQ34Mok6OHo81/qvLMTIhj3D6rbhXUloAGQr20JnGyQXHxsIJ5Fu+PJnAWAnloz+IBjrKVvfxU65Zde/Hr3rc0EFHl8AzuFvP6MqNgD2Rh7o3m9n8TlhRfa8ZJj9wX0HSaLYP9CBs/irvbHHP+8joNtBlQxhElAvPr4T3DoAjA2V1oBZt7wr+kDP/HZecS5KQptp9grMZQ/Xob79I32vd7KH550CAxrdnbmQYMo+HjDp+YftpQn+wFPwqNaoO//AA1xncOGcTfE+aoN3mEeqHRx+p+798dsPy3/xIL///Z8nkdpnOH63wwGMnbc5tMP+GryRyhafPnbW2ydb+eKEjC4xd6AtCQQKrITntjMIRym0b/QtQCs7XXtCi9auQNIY09EhfKCfV+vbU+EcoLvptcFE1l6/FThDbWo9kAf6TvdI7igA/P+4ukH7IJqUUxJb13SmxEit29g1+t42xxUAFh9Chx+B7UkQFsAleSR7ydVZFy3izySBNr5kKuZUdYUP89DFjx/ZW8tZyZysGfTn8ygnOUbfGz8pu4I16ufr/tBysJFzJnS1RM0alc8geVV04nUZ289+CgmA4xP33vBvrUnO3t4AsKhs93cr+fcctgTsox9yZBBraXkuP2GqsD2ekR9ZHwJ22omcEexEhulop71L62Z1dPrkfY07IH3sMljMctDyO/zJkUS+yONB52RvM+bFGZoXsRXpYAcA7UeNbg3pYL9hb8PDGRvYjP79tXXn2IhgVxmrNjhjjg2WjkR6L/rYz659F5/+t+5eGmrT5+07A75TEbdz3OIKA7PC+mYRxCPWHeu+Z/iD2zWOAK19+826f1t/qnf//peERHyEg2tOIHU7R6SydfVLOhBoeIwRHvzQJ0O/3c3m8PKch764xXRied4luzZr+zkzvfOdzJNrLA/m7EwHZwgAW4bEP33hakFjzwvSES6LLrvj7IvpJc/XDz6E/v7jj4efOC+zAsAtD3WPfKsb93l1KtBzhx7jExOw2sR3ff4zm2KDoiVfRgYjtwDuew7xX9c+M7/MEXIf/sk5amkLnLSvJNikMGeJdpOs4juybugHxuXxzH33MST6Tl8d/ROoNvutdXUi+Cb4MjfooYPQ3Q2C5OGW6a2ymEbbL3pm5I50Z2FJ5+ggnSX75ts+K75ljnWNBxv5FgwhOIh+CEYliUYFYo+9NBOP3lMSH3I6vxv3SWUmHXDeggQ7HfuaAi503MGTn9vU2U9dRKRR8OWSOLC49WxHeGw67/BZ9k8V/LNPMz+96yQhXXKOdT44xrO/jf1GB+KbT2DO8inYh205j/29F7pP+FAXVZGEfHCdScz1GJzYH9qMXZTntzxtDKIxP/wSfQYf3b5nB/JYr3P9F1z59mU7oR4+pCsJz4OuMu4563iIz+OZI9TAmfP+LarwWj/32qe5Eh/0DvRUy+NX974ihLbZe63QIfFVs6/BbUi2285n4eskUCPL0fGN0exrw6f+Tns5L/vnU5zxLoiKDfra2wJaX0nMhzZC18Z6nueW6DtCij0/3RysSMaWeelUybNU9x+8cny6g1XPC8C7w/NJZIGnPdcRTdGHSQzVj+j499+TLGEM7UrSvpNd2paRHMPOad7GBl0cYu3Kpncv/+OkeCQaNM5lsuTT+lc/KEqyCbN5E/V+fue8lwH8nxEq8ITyW+BzArTjCO6mTubzZCx40JOx7vc8/xFA9II933O2ZcDRd3uBTF7SK5le35z1BU+yCWQkQcDcj5DkOUTPcw5iguT8vICICTSZwLzx085Ql1t4zcQ8n/lb8xyANYOqZxv8HaN3LJ4Drkjoj5FyZ3dln8ZC8r9TGewzeSd7Tt+z798EHU5ft8vusw5Qag7APc9scB7DGkXD/nWAmgqPzpB7E/AET0rR5rkLqum5r9ZVyjSaed8VpBj/yhADnM64trq6K/f0HS0VzLQzjuN8PgD/y5j3+j4OtwX07mOE3EgBVbg+4wMw2DNMcKhkKL9poxX5caCe4eSsi6fCZwJZrgBQ4OF5H60JQ+MDeBOY/NIC0HMdR0PzROiNf/ZKtGAvoT3WyRtjRZH3ocTvAHCRZRIUnhsA7I4DM3zUSjb8lG3oz5E3+XadIN6z/JKMdX6gPwzjPtMFQ0LX2ogZwyHO9wBadVYFFTZeb8mhUSwO9FQbi3cLtPd5uAF+YmAqseUYml/WgjnjCPGbTg44Du1sxIHb6qM2ANhTVx9b0ekTwPa0u2FvMEBwFC3jHLiMU0EgslssZV0i06vT0mxFgNc2EM3jAsOegcgAQm661d6s7wGavG4BSLuFivl6khJsODIB06eM6G2Rg24BeEDHNX97RazcM0/9ODO7MldNLwOgid2kH89Z75q8zzJNC609HiDAW+jwHQDW89yMXetq5+NdlQedMjfowAZvnbGCs9NnOa+ezrvh05suNIYEcCIjZMSk8j3ALLK+9/vQysnSfrft5B7P7zKuvxnW8BVOlv5GXgloe/DXBVKfL8QHfVb3f5MXh55tX8TYFo2GH5EWUwk+9OfxPHJAmcDmndHrhw+JiJjux9YYuu1jBEQHJ2A9uh4+IEhpgNVOD2PJb8aGrE3y1JvOWTfLrzlDhUxDEkU0vv/bADAjIJN+97/lQ8Ao0T3z477wTpww2z+m63eQ7DaeDYqYjtYZOXLNdBgQHUDuvGvOhtHfAVsWOP+s8Nx2q69VttG+XT7g/T4b9ciIZy6cKTiq8NDGy9l0MGft1+a32/HFkdP93eY2TsTaiT9+f2Tk8wm2GnYUSXk4GAB/vR8ANnfimmyWBpCofoAe9QzOXjxzGP0Bf5g3ng0FiPE+DR8Q2GgHqdvwnU4qZTBgd7ezuHMJH36uVWxozcUtJWv9TYsTYCIjX4zlV0416NLTM4/HvyGwxedOCh1n9abv7mBEwsaRtROsOAFgOiwUAWattxMKImA7FGyCafyh2PntiOpxkhFUN2APbss+MeK7C1MDF9YTzzNabjSw1kk13/gdndl8BfhLQkP07yRUPPOQn7J6fu1Xf1Yt67HZ9GwSnjR2nakuhkiATHIxfi0AYo/F9FDdbcK08mfCX9h/R9dK3tQDuvImvkHk2Q3Q629sgbYh8J9bpnoIy95H/gH8aS9bppBUkucqKLTtJelSFBugdNEjPwQ0af5usfjc42N7HPSlSnOSLcbvQtaxJhrnDXg4AcpgRrpQxTdtf5SJJbByEj9G13awSolAN6+jB3lmj6U7f2hsm9S0mAWAFrKJIx46AZYzapF/VC28fer1rzsADGl0Ql7bovZXK1AYWVk0Xq2QQ08JQCZIJH20di6JvRpXAs17ZjTr08dsRE4PHlNnxZ2qBo3rwR/QtdIf7Svf8gwdHhkTG1X8p0qrdMOgjWyA4eA7sgtSWIAeW/t1A4Hss37z7Kw/vnLWP36oeE5OS85g/pZohGxavyU79fbht5MBgZeAzprJJGbih45N/kqG7Q4CEwixzzUB4Pghm5yCHfH77+9uV/B/AlfRWxlrfBewtW8415Fnk2yOnXf8JRL7JthBMnJk3RNo+yU27Ungs8+I3xw9YT4bIH6PfCHx91e37m4hSQLLy59qnOtqWajrOkGDfaYlNL5Q073Xx7z0bmmpvXNb1jOgsaW1pCWXNnF7zggdWwJb7gCwSVjdnwAAIABJREFUtg8SmIvs2UA/vH/7jWBGTW/YCvqMALCC+qKz9ok+bDcAa8vzBELwHxtf0Hw7Scs8OomEjCN7OYmy9u3WDli/5V+nBW9kSuz2sy6XX4JNL5kVeRH7PLh8LiZYwnFK2bvYxN7rue5cP8EzybfVJRvEREYooYIK4Nh2wRAbL/H7nUARWoG2ukUz+rNiDsN72XufSz9dB77hzJ6P8bRJgJ45saa/zlmU0As+D8nDR869jq8LzgotgR/Yz3943bq2gyY6umvOOA/uIn27RsXxvQZYSwLjrIf0jv3bXA/2Fvm+idJUpmtXV4/H9ugkhXRkI+G98DPJEdHgLLSwBWzXpi/9G/48smcWT9/FD6H7Ub7g/gRI8xkB4PsMc/aB37gc2eskB/bPJ746WPG0a9W1jUsTD+iunuXW+NFvG271tCbSvj2V00cO2+b7gomaBiugnZSWxSMmwG0ZSoHH6Fpd18+kwxH06zjCxDT0WMuoCdCytp0U1D4/e+M9dQvrdAPtte/OF6ZZyRvzatrhIn9Nm2UIM75eG+bcdvzqwqyP8bLBbFp2Y5N/S3BhvPg/2GK8W4PuJABf7+5RGbMTAibZ6Eze8YtfnsQwt4vxjzqEKUEMeiGhCzmIn4TPchIRRu61jRgCwH7aNcfOvW1t7EDGZ33y/C/FAMFyNJ7gpjNg9KqKJSQn9b/ZX+7N3FYWkejZ8vbu5nZjr3qE6HLjECvLmZnVyPwBJAfdHf++WnxrmKYt/Tcb8Erks1DZ+CK0zNno4gv45iPgKnvRiSV5NjzR9Kl/Nz5okpllWj98kyGPPsGP0maULx+cdvEx84t8De0LAWAZ7DcQCeFT+uzWnTMjHGG9nBZDBFY4M04vArDaBQyjrWOfgC28b8apDGiDzW6l9AZwoki2PZAzYkbhZDE3YNMAGgFAMRg9y329gfdQSRR/CImAAoaws6wng5SS92xQ5sD4jzNnAD7PleGq9ehq5wYBEP6pmotB1iXxCEqzDUaU1rLGvu0yRml3ZvU4JlRo3SAZxNgAOwEEHBwJYloyRSEvIWJo4LSx/1nfdeqQaha2V6bYCWLPGcHKdsJxJsh+wOBKD8t6TMsHt5WdLKRqrfpyQKaFHcFsjTFG1OeP2+w8FW8vp8dvyz0d3HNGIAaTAes1QmjhCnPSUoEWNjhRZD57n4sXqNZmv2M0JVP0BR4M7d6C6JUJNut+WnAfRdEtd9MSEWHmgIgMkQpmIni7JZjPxbAx8KZNwE9oV/PrcyExTFt54SSgrMV7gDetOEUTJ+g2SnWV8BoIEoYI6tB7HF3O8UD5UM1LZQHnsmKkMjeCYiiUb5VVyBfkREBaKoWWz48RJNrVfOYMUlcLit7G6WqwlUz0YwCIZhRwtnMTBd3fdcDe81aAtfnITvjyQEBA7aVk3J5xglF8FPgAVHEK8+6uoM67YuzF6Nnzi/02tzqN/ER+5L1jQNQZejJ+MZzO/s0cdD2tvZj3GtkL7PAOkpswgD8rLescI9NLWszhTGrooSc5WtW+1/oplRzaD4HRMdY0VzkSAdj0O05ngOlzNvcIotMi6AoAt5SCN95VyTkaoSvBNQ5nbU6ClcaCbmf+nRV85LujoAlko7v3jJh1BLPH2Xsn3sxerpG/bVPirFcbt6EfCe4Y41qj97PNR8MDawhzBIQS1tbYXid6sj2l03V/vbMzRZkXAKrf9fznJNmjFAaYqAoxAvzZj1zY+hMD3WszBj9yp/Vk5jY8Oy8MeJO2OmYRy4XoQ3gWHZDP3jIXedvYjEYIn+l9HfSQ/j4BIiZdFcDdAhrgCprbNcp62bh83kUAeOXdgIZDwE2DnmMBuTd4FTBlK4mz1tNqbAzkrroKX2xWKol9JGukRX0l5zz7SlXzcQDU8nHkKACd3/vwEGfIsHfsPUAH1+EEZM9mN0YW/GeqxU064zRlr2Mv3foZesJh1U3IcCpslYkOPwcMT0DA+IXfu44u7zoBATt0szmmybdzTnVXO+xUeARs00YkyP6yD59nnorMkd9KwkvFWcBAftDPVOjtN5//ar+BcaMfsXdsy4+9RwBYT3KhQs0POcV+BsSYqlDLMvyDd0VgAw5dKcrach6Y6aHsdlPn2FfMrM943b3JnrmCpjLoO/mFAttURiUzOIDOthfzM8oRRL+SSe6k0OehC9S8dTHyKUDYVpjedgkJURr/JgDHHt+flkoLJuv7AD9zRlLZAw1iEAD+doSGnqExcjzO0btDl7HDMzcHxR+/LHu/503pGbSkzj5ErklnO8HScurdvqyDfbuftOmKfg8N1CrM/PD97kB5t7MFuAdQCa/tw0iWe4MKsbkyn0kisizQGsTu6BbQDtxNxy/v1/hR6LRjV6KjoGet9ySEQUdOapKfPTpMs5c/p2cuEKN9RqdtEB6eIrkqK7ZCssE7gJrW594zhVGU2DG+DavO3y1LQ6vxV3i37k2rZtkNa6/wfRGz/0mrfcZ23ofIH3/Ze2ElnH15VflxBEKB/rpG6yVg3smk020KO5d951kH8JfZNja0gXE9B6xg9HpwkwmWTVs7ArRek0m46vaHW9E3LfOHrdv+MJ706Gp8OvFWd/hh/0+wojqptH94ZDr8d/CGsS8r6XT1mnTeU511VdI3/3yrnGl9a2obG36Pz/AKj32a3XWAS0cBzEAJSpr+xv7ADpNMS+cQHU+Wqo/FT+Q/fAfxI9NjC4TtIkeOr1nYSoPNThAaWrkB3z3qY48yY63/+ttl6kcPRO77jRP0ffv1tkUqYYEjTaR/NCd+ugrp8G/dR+I9CbisTwfoutDCvtu0KNa10GjzZ9vioscT4J0E+K48y56vbdS6kzmAhcQ+jGwN/+wRGknyyRENPXav4KvTATSSp5MAneOfxtYoX7OD/iQiHPxlAPimP5LK8MMaRG7fqyupJOcUANaP5nDcAFeqLUO1vR9aFIHs0UX6TOv9Q8lylp3ildgwu/fI1EMiZjr5lm1r0SVEV9k/e/QF/jfjMN2PjHAF8ASJwIDuAC3338fpdABYeO2xbebZvI93dcI0tBGcIwZt8Ca6WcS/gSasXwI/+QcMexONNCfhA/m+jyix7npeZPlh/1wLkKS5YCDZK/kCrV91PRiHbxsaDv2tv4F/Kb5veazrRGNZ79jExsamMybJaX7e+KR0FUqSZZKBvDbV1QMf4ODrsq/w7cQKWn/5f6MfG9uzjfSMM35PlBG1WXpVeDXdF+j+432t+Wb9c23GHv5rn/zW+6fT2eADscdbn27Sjp61BWHZS+x/9NRLP80YiAMgmw9e9dj47YOz3m3r9HxCQasz+LvldicGEOy+O/xQYKT11vzv4xa8fBV8uvesK29jm6yMhB4IKgt7uWklm1OdLEp/sF8r47HRs5efwdmsAkHhE5icfWd94SW/ugJxeV+eQUEdR1xBnzeeiR93EjecPLQJOMyPBDm/w8o3Fde/PUFg/wx+QBJwfLtgK3QrIUnZNDxV6+x74yIzg+OfeD5DcOHhFOHgV8S+z7hcvS1mG/wOnUcsbZPGwlNdrAL+xL59CwB3zKLfn3WZPbVtqWdLFqX728r9FK3oB3nXY2R8BLJbJndMRThzV6YjaxsLdgfl538UzuadxDqDi3yjh4xOONMba47/sgViogISsNc+2CP+ukMJsgobERreNuAJ4v/y5x9pAu/M6wbXzhlPMWRETBFUUvJDMjYQArqiUBs8onpliW5o1wI5bUlx4MVIBGFQroBwCAF67qNoOXOqr4eYMBoaILwzEMkw96wmYAHxsHkxYqYiaCqZvLjPGrgVw0wuRmD+6jOHdCkVjgn43UHGGNUO2lipL5EgXFgX1hGCRoDq864s0N8IU69rBXlEgG51JXI0GB6jFMCRZ4lYYXycYl3z43e1CYP5smd83wZ89iH/7fgrs/b5oltQYIiz1wnQp+owinWy7cZoQrFo7RpkuhW4xtxVyShQ7/MYANnzvGfPs1tFTguw25BOcHKcAINLMfgIsJBhuGvazw90o2d28FQbg5LRvE61gFtlZS+hUYyUlwFBhdSTQdotOjQ/zohuGtfn4hHWzcrCIMFmpxynZwTucfBG4UiQWInqf8+aKvOXvYeGw2PfA8JbJfFzo4ygZqrvR+A7UWKDbi0gUd600j1BlDHAF/SI4oAGkF8EKwEtBGAEEAqdbABYCSu5/7Qn9+TfLXCSvJEAWANWDRadMQkbEo+N3IXuAFZb3sG/mcBkk+mMuckwA+gUgQMgZM+HN+XwzRnMCzDPfGxsZ0+pTA1gHwAVHkcusYZeC2cCvrMx0Qd2mkwnmwXfPMAeRL6lffP9A71SdUGg9JvzDa9/22eSPqApqmMlX7ptnqS2qoEaQE/C0waY9B547vCw2xNFxt98h/zupB3O4wmvA7ysQXbW40vrF4wg9hagjrXj7N3Iuk0QyD4mYNAB4BE1BXIsmMP1nnMFMaLv0p4IALaBkKOXJA9slG4Ftp7VQRf9TXWDVe6+fh1XVapM0EIBYMuqL4Ar89puC1mVUw3lgMC24LSjqiruqR5vGoL/bnnGOncQH55GD7bzf9N0ZHTke+uxllU822DWnAnWFT/OLpRt9fApshd7QcA+a8o7sLG0X6JRAHNAh17zO4HoVIGOc65nwsc9Tz570clzrdbWRvucWdnthglixcleEP4YsAMY95mtfa6tOwY842qAled3IOTvvxL0iT36bg3F0SPsxVaeJnCHPu69suPRER7T2IAXBgegu4ADVAFL78vYpyqqg0uvhEgHAvaZelonDp4s9cr87wRIkjS3Sm6Bs94/2fn5iUwAWGaNSejM2U9bGX9nm3bAqB1AnO6tdF/aiVxQS9q0VL2Bl8wZyzs2QwPD8FVXXvCZ9oZWr/qsg5V6TwckZMdHZ2k8qex+24ga20auqb4gcaG7YDTIivyAt25gtjvyWO74hnFqJwEEezVrs/ZLEqyyNvCnbUzJBXh8QGXmgv2u+dqueebU4HHLKdbDzvhk4Z8xzoXi9w5WdIVUP4t/kw1NwBGwQnY7ssu0aZ08dFnn4XVwkv27A+C6Hx0CD7LfJH0AwAGoMsfWJ+3veN7TtaQrJG/9kzNHZSeufsVeQaXhjwGcsDapMFrbPyBGJVCfrilJmoqv9U6++ujwhA07PIT9QcCzz9TbZOWpfPS7J3F3fAcAXsmZtse95uogYBkPgLQBWXi79+9U/09r2HRTWl5v+sEmPbxdCQYtX/DHGhztXARjF5Ipg39Yd4nff0T3LJ2WrFXAZ/ym3rtvNmboRPbO+A0T4HBype3KJMFYHkmWzvs7YSJAUuz2+LtJPtDw9Lf2MPSVAImfNZWjjH/1zSde0LRsm2gCxICmnSib8XGW5hsURd6vvesnf7Qu16fm1WoNjn3KeG8fAr6ltaLoqn2m2NORx4cOq5rtlUBRAbuln8jMppPI07UTm/7yHh2nsImbm6wXOwCZ0wl7rRe0j23/i34cFCqSB7g0N9mXEC9StbQVdRoPACZBqF5fMJ6m0V4/3e8ADEeXaC20e7KFx3/dZLLBIQaXODzyTBgeDn1uwp99g2n9hC2ADPA6kYAw69b00fhU29fYS/j7H/vjMcQvkLuWamswNu11bGVT6bB6V+rpo92K+HGyE0lMt2haFXze1evBv02vg6tBo/iG1jnPy7S+2GixI4IvNBjN8zLu9Xmgf/TD3U1C93kuRVvQp32P0gd6RiffaP/x3fSITe7Pw8ADDvA/CVbCS/B9nPNiPZgZ2CY5ARwSslLZnsBXAoy3/0iwd/kie4ff260xoZvuepV3B/88HbKe+6Vrjn0z+Jd5ajC9zDNj/+bfoyvuQN+dwOD5jI0VuxodE1nj9RXeND5c+0fgC+GbTUCwPz4BTtNWJXl3YimyRzT8rQNS45es00dQp/RxB7QPXbqCJXTWBSPYP5ElkS10tIgvtdfjR5Egic0cbGECgOa7HEuWsSYghd3WuDdyrtvUdsCx34/vk3vS6rZ9ENvjX/RfxxeUoNF+ZvDqxcrB/SR/OmGLALePCDCuUkmYoovqUpN55hp+GOeJJRzsLtcc7HRu6YI+9ClyV39TIMX6R4arY0weEJuxKlNLFzKmDrxCX8jP9uPCV+9K4NbnjO9lk+GnOl4VniCBuDsgoWdOQUl1BuO9Zw1nv9kXeOksstbx8kvZgzsB4J08Ef2NvjG+Owl4fHbWjMQ8dQp87FLrUif0dkLi8kvkdQSr12fO2ZV83SCgMJGhg+FNis56bmBiftZcH/kfWjuyhXWomJVpzHzDe962O/e3/O1kg+4yiN5Yuo1MRH8Iu/lme6+dtJgrtiOyB/uWojyPeWyB7qwUu03zUcxsYmKDN9JZzVjxg1NbBts+SAdk8Ft4jvWEXZunXn5ldZAxjwtzf5Yzumk74GFfYVNJ359jfKcjCftKdX3k52IWvzznpf0Hp6EBtHeGJIbsLNII3NvowsDORMn23oyfG8jpitEYLwEEzRgCqJ+F1iQhkDsA7HOXqr1HCxwCRfpMLXJpG93CiKj4IaLZGTYmY0jgx45XZ4gPIJSNGaBxghV7RlkMNwNRYtBpXdIGDdksndnPM1HwMDXKAAKK0sIxDMPhgNyCW9lRCLrGJ38WAFY2Avt4O1o4SDeAFMBpMy7YUz2nK1n0t2iFQOItNPK+J9j8I8rvL4O0qV5wUPhxkO4AcAsd6IDPOPuP8XTAuxMQWgjC0PoMINJ6H7KeOXjsz39a/QZq7+wU5k9QaYNqAS+PDpdimYFI0dpQFI0/LZnubCvGy5hMh/TrlwGilq2jFKENHNEGrVl/0wc8MAbwfZZPgvFpgd7rzL/bCIWOvd8yesdw/G9VqCgIstE6scQGXgWA+3kSfi24UdB2XsXHVbV809srExHDaPgWpcA5FdzroIYAmUfndsJHA8g9zwBzu74naUEBVu//O3hFALgVdJ/RjoGc8Sy46exPtUs5Lb6yM/YvR1Zln+MwiXAJgmiur9a008L+8H9XyOEIDX0hizDOvoE3BlynJbGeSWshxkcgJkAirdbeFX+3YeGM1wG920D8ZqDhaL1k0awdWfwmf61TnZkGkH7zd59N3/In67hVdz7CYH5Q2od3nxfmDLAkYnTSxvJX5Lp5d4yD43AfwXFecRwgzn7XN4C73vsBI9mPzoTFUIKuPgDvL+/rzFHd1y1hkXOsj6uWZJzq/PV5GfsWuoxzhUN7g9mbAJOOJV3ZQAvyTpDSMwlII1j1DjK3SZp46d+R8ZpHy7l7ne7zq7K2cWA6EzQ7k4e2MehPNRbZO1UZ0A5d9uHdnkmfiY+kP81HDw9k7VY/kZykzwEoO0PxBsA7aOR7kNXPQ79mKE8CQozJJEEc3TE23HFeh2ZOANj8tTohgJUYj6CjZ+3/xBO2+yrzlgBFn60tflWA23LRSUHlEDozHIAvPMR1zrC3bI5j5UDbAOAN5Lz2ZI4raX2cvY0cZi+QQaH9OHL8IP92XAEnu6IA8LSDYLzjDgrT9p8gmvjLNuDMCZtCq4y9Eto6QzpAXeiSeYxeKruHxIjVbwO8lH7YpxK4o5PDZgFnndYh3eS/Saab7NdeI8bc1Xp2kqaaQNcCEKpt9w3eSLb//lSlUFHQ4+QIh8ilVJbrJw54wBCCkJZjothXBdLS6QHgn2dR1flFdL7sST/PCVmbxYwD2CBE05jusV9ij7r3EkIcu//YGGnFrWslcuzjTICbs4ajhwPWL91PxrDshQloev8ugImkH83VNgHrUwlLd5DzY4+GLu4KDXyYMNj7OIGs3buF2zrPC1qIH+7zsO4WqpL7qbgMYB8gafyrkYsJEmccHy3chq8i15JgF3mU55m/5NdO4gl80DIG3Ug7728Vi6wDQNeCnAtU+/3uUFLJVGaiTTZiHzVDJVF5/ohiWqAj7yXLpkUw/h4BYK2tgtUN0LXcznuKRkvcx36cs39NPFPNMAkme9dF49J5Amisd98ln60PPeWSz9el/k56pX2KU+Ezr8SnE1+og00HosAKspebfMFo8Zk1zzthGSCJa3ucPI/vFr9gru8OBQ2Q3faLq5+Gfu8uTKbJ8U9uwJMK1Kxh6Ldt3N4bgN0z7/Fr9HfbFH6W7B7tO/LnaolqOePknujyph8CMeiypjP0LrYk/pXxqUqQZgzBFa7zd0d8Rh5PReLYpTwvIwpBdyJa1un7ePUpdorlw1XB5AQlqnz8oAlWHfsl+g1/LvIldgXyA6D2DrD30VZtU/S6Ri/EPs/ni080Px0sb84gbWwPUDvybxPJHSgYwrAdUvqKvcDub/ponvSKF001iL77uUJG39POXt93xxvv40mgWdnUgbG7XEPrRue2rHkmFJobW0FBETPTBCVLzh2sZhL5ZjlmrRfXOol8zzfCn/TT+m3t1wwgOKCIJCB0qkDfXbYsexQAf/5Hot7b/lx7KQGF3M9/zBMbKO+bybV+96KwB3OEyHPtCWgNtnTTv27TPHLWb0pjm66gb7DNyNLRp7L75Vo+z/jjOUqvbSFst28+D7HMTnL860/htZMoILtvsCWPZ2wmfJuXrHm+3/Mdo+9DI0mifyUuPJjwnSzOfO2fDn1E/uSMcM0vdmdwlC4G4T0HN3sG1okYHUTQtVoTd/qYFq7h84z1xjnusybbX3/RL/N9HvSzSve1m8fnGvrSc76dU3/spXk2GAhjUKC1cSQw+nuMyKH1N7CP12YxD5nm1k9zAcQkanmNp8hFviprap9DSXVOMEkgSOOibfGIiATsx95mfNpTHSnTtJWA3buwAJv52J1DVxQIma9H3mqU6hxmfjKB7i5Bi3ovPi+6iquQZUfnMgG909jRVloTp9F46VACHbVsDH3mDfCMZbdtsrciwJ/jnhsnwr48GKkfuoPsJGf4wvSlRDknnSSw/zPa5fNOGoEf32u0AdzutMgaZ0/fyZp6f3eq6O4GTomQzjAmEbkqHPTPP9MS/XQAcCzqjZ/oPvlvx8ecADBHObiT7Rxthn0Zm/tTD4PDQHN3UmPL0WxonsPPNz/3fPfF/ufe+77oK/l5GeNHQsUk1N8J4NjYyw9aVuGxgzV4/zMQ21LPDU7SHfzixnWaTo7dOTyv72KLLQ2bt2ddb4wwY3jLjvYd/K7LzuwENb9lbMFvSUjIFek17Kbo6cwiSWWjk6SXFADuSDbM+a/J8FhDL0Z/b8KLgzQtZ7iu8JThhUGpa8mEvhUii9iVrhup37Zc3uhxxptYXgT5zPXPR2GerEpnRSlr4N2204tRAqkDFgjzQ4DPe71tYy1AWD4zyUZLwDsYx4r6afHD8zGYvmVLeRxlZIchE615baDHG0PiGCvPu/VaAIZlsow3DvoYplerYl0rZXyI34p/syVHFp0txoHlA+Zkehwjv8eWtVuQ/1VaL8E/FYow/zHyZ9FyBrVohsypGCYiKQLAh1aVScwYnvvJnCOgREk+QDvXhgZWcXTALtn02oy0du2fXgsM6FsoJvA/QMrzCtMgtDIAWgekeD40dwI9Npzfla73WPi7W3RKIVNhSQtCKi28Zxdg/1FZXBluH3zuTJQIvAWqNgDQZ2PzrqaRE4Cbpb+BWgGUEcx6Qd6Oc9CJHWQZAhJQCafrSwzF8HIA7fNsm5ZFHTg6leID9t+Vg8zbZzDPmVudYX5XAN8BYI2RTP6tltsMq7O2Y9h05TprSWufph3JqLsCDcNTBs1pD2q5mKCHAsAGuR/eOi1Qm37nBSjI20HQ3ji72s9Yx0+3baVZjKVjgD0PUUUVyl1jpFVSy0OtkfSGaUBy+LkhlVaVIFTBszYWowzbCVun48zB730nJ0CzvPNOXsn3kfsbIJXxVqDws7BKwJDK5Uw9B2nqTDCcwk8AJ05e7+Ma2nrnnr0R3igLfdap5wD/nIDQ8IfWKq35Vqdgix8j3XN9G+jQG79/BugnE/F9/nUbYeHHNsQnWFHZ168KfztQkfV7NuhmwHoZXDHFnhNQ2UAGBlLTyZ1ZGd4bZ24cZGiBbGMb4G31Qp+ieTnAtzP5UbGtAJPJ4wTebqDr8LVldc5gPjaFxjcVvdBAtyrKeAGU3s72N12VqYTmqPTVGjX4QVAr45oA2PCeHWXZJxcttjNt/T0ZnF1BoXm/HYgYyf4ZPYRRTqDXGdIDtMVe2wCwky88lqztH3+kJblo4zg3ZUt5Nvp61gt+kazUPmZOmm8SEwjK9BELugf539WecXLTCnXpPQ6+bBky3HW/A9ua8qwhIN8tBwJqTnBX730eJ9nSyRIAxNAQdnknOoTHBySYC6FBAwTTpoxnmEIkM+xEJ1Gzq82SuLNdEnz9iETbgkXHn+NbGcy+dzUxY8AB2/Nvs143sNRB4L8ff8BrOQq+gbd26Prs4QOMDQ2RfOgqGYw+r8fIo+ffChi1rMS5731EvsImNy9qneBrz0tAztjxb/9qbXXpzZf9rDEfmT1AwlTran8EOJ3E1HNd6HEBpZyhvuBM+H2BtbeeP3w/QISuDTg7Z6ddZxY6nKxxPlfQgeSm/bYD9N3LBrsCwLFjxmYfOj3rZ98mFORs7UdmtZ96KtVGZiTT+p2gRIKBxiA5fDo1zLme3WXIc5e9+bzM+s0yI+/HBhVvvUBSVPilattXgf/0+7QNnnP/NFfRb5/3DQ3QaUmBJXmG99nl3cLN66w2al/0FbIz589N1ZzAUU9OVSBPsuqj1Lrt6w0uvgJ1oqdh7KNvjx+3dsHb/qBb0bZeDRWlAuJnfLWATGzJO7G1A8C3P9EyAhBRwNxLH0+gEH5xYqiObvkCeIUOxnZ81kw4Aj/tt1yqdOgndrQDAr5gzly13H133CFRKrIv/wE26VZoyOORn2lzbZORWx8yXsapoDsy954jtmMfnwV/WmdM5x/WAf53p7UyB21je1zto2cEN12dcT3r7cD30BH6jvfD97TQ1X3HD1eFi//2ss56vwPAsd/zZYDaXNeVOYB0frZ7J6N4AAAgAElEQVTWtOwK03lVcbUd6gc917dfpI/oUqT96Qpl20y2Uyv5TlW0M/4+AkjvUUAPf8XHpUwhB2vHugYTysS6Su4w6/M5dIqNBX7Gs9B9TrYfe7zPzDTOJbuv5J0ug2ZuIPPGzvCdwOJO0Pl5oI9Msu+ngM68QH6gPpsXthy+/TsS3BrbOAEO240J3N/AMzhgkqBUqBDM8cbOtEaSwS2Dmp6pOg89bKU9AeCmGcDhU9n2jK9b0Tf9pSJpkfoU6Sy/N1itd9wd/djrOwCMP7Z28lIUdoFb8Jb9D63597NFx695xtidAV/+/IV9ym/vxH7kMWeU+9nSCxMYeekem3GhP/xF8B/dn+QJDUydILrrYZLMsOluf8fHFVr27DEhd2K3KPLpvGl+fPkdV7cCbPPltXRE1Kw+A8BJYOlqWHTVj9+2HX4n6DiBWIGR8YVYB7Bf6PauqG55cf+7/fvbdml8lfuw0zXXrwHgMZw+/crh65GXR+6Axf8Esvj2nE6MMW9Woq75QDGHKQLDjtN1JEqps6JsIvEifOgCBvw4Xes1jtxMApDWPdjL3fVNzyaAE7m93bxOB5yZsGWR6HjCLkfXPy873aVqk9a3fJ47gefmRS6F1+HP+MHC3iPTPMbRz4nraL45bkjJE43bfOg/n6sVwwj5rX8zNjDEdBFa3da01rZR7wnPzBresm7xI/T/N/nyze7K+N7UHjvnjS2HLtboex/Bp2TR2GF61p2wyhr4SEft6bPAoiOOQ7OVO/vAvvT42x7FBjsdJp61cOLSTAHbqgPn3NMYSSdWS+60fXjTSuTV+4xxaOv2c89Kop5Zy9HPtsPs0wT/FQ8Sb2u5pAkp2UFLfgoV5OMNTriFMulcKQ8Ie4lt0iv/7Qj/nOtr1r02+731L71+63LmbNoQDug5BT8yfWisttUHZ7Q9KJqIPHCa8Ngu+LA3/d267OaH0NaAL+azYGopqFj6dAtoZ4QbNMiAQnxZgCUKLcpnABiAx66IJ7wBYA/amTCbsdDgLIzLQvS7IFQ991SGjYbG+EMA92JIuB6j4FnMzuLFYCZwxJ4G1HqfGfwtgv9SbmNYsEYvB2oqSMwQIgBtZimkGzDvjMY+N5VqIVriQZRUFPBuOVBhzBilZJ3gbHH+JMEfBI1+i8FRKl0JqeHGvdxAhEDWA2xMCwXe18HMoxjnHAwMxABMyW7pCjbv/wg3qpT+OdmLBmscbIzgpAJ4AeQNKgUQzoHX+tF8GZfWmCCgGWG4X8BwZyYfRW+6W1DVdC1jUcakWGmAYRvYllZQU34TACYAlSxEjWHO2H1u+tYy+wiMagPQrcD6LaYHO4X5FADMRssAFKI7AkwA5mvIfyrXpYXQ0xGkfua0HTOQsM45LW0YW2fiW7hOpYOeR7UsmZtqF601aRrkXBSNuw0JKoChdTvgz0Dg3XYwb4AAZY0D3MHgAwiPQG5HC3AQg+zIjGmjoLkCxv8sAKz1TneDBVhaQR/QSEHDAvb1rjxztOPzoAYNdb6OntOB6x2fmffIHa2vBL/OxwHA0Hqxpr/+cw6uH8BCz1G7GbLpfAb7BIhjdL5b94oQ9Q74ijPYnTE52umcWeXJ5zyWVly0oDqg8TMGZzPPmXs4XQ46WLZ+ZnSTZbzVZBUgnPPCcLoiIyYwMTIjvLvCuity24iJ/FluhKdSLREd6HYgj9BLNjatvSpwNs6LHeo5Y5z7Wo+a3mcdMcCgZ9NIDQRQMJ/HgGQt7nZDAQQyh9MmTZ+pnYnkm9akzs78FqDc5IU986qBewxkveMG9PkOADkAQWRaBzSOYec1XwD00PoYWND1zwLA28IX2yYdPo4TJgdtgCkA9QbC+zror+dwwI4B5RkfgO35e4Kmp/WT9sryIdXARYrHEdS9qeKep0imqEU1AfHnY460wN5QlqNoPTpUZ2LucQi7doN1Fi1TMeZ3tnyrQKM2CXD2bvPVPIRsy/7vGbsLRLwV5+kUUef8dDU9Z6CQ0dmgqLs0WK+OQSFefuaVs17P6h+n8gbwcNCtVg0kb1Ayba6SKOOgtnlXLUInMKZ1rnbvC3xtABgeaD5qnXDaf3nc26bwZJo/n3M+mG0REcPofwBb7tN8A4LG6L87MniPRj/0Pu7You+TBBc78NCMxvbYf7Yvx5nwcSzdwtEvyDz0g/7UmkvnE/BH/jOWA3B8CfBZTmr97Yjm+Biv6dhgnZTIWtNiHNtYn2vNcYxbnlId44fWGZzIxpeTpUvsZEXWG6h5KvF3/TPv9isAO46tDpmOsS1S0hnW6EmcPwLA7wS/7K/kO4BV1naSqmp8TUu0sPwMAOd5bsGlhArZdx0onZa8HYxp/ddABA4mgHO3VG4doPXUe9p/YS3Zr2++UTb9XQEsfu0jOJgzvlIHlrjuELRp4h3gtkopHuwONprfBnjvI2a2ir/9tK5UWsd/fM6pXg+9bBVWA5Po+NbvWYfobsu5qdhuf4GkOyeyPvaiOMZHAUwiWvhhk2VOInMF7JuXmt+s+2wvTNvi58tvAWD8K/YWHf5q0fd8SeLD7T/8nxLQoL0EFiM3e7/93sE2SPI4FXBZQv/0WYXSIba95Zw8FzAmKnwE6DjBduSvnt/+9Wlh75cvpaFbDMCN/KBDla7qJHOtD/I7a9f4ygaAke1HF82EaB3KmXC6vwO5ve/2GStxrnkDu7fP5OvWuVqDTbiP/sX/5QyzOwDMMw2IT8CWzmnt07J3jKd9demBDgBlvT4r36AFyU/0MgnMjcX0ERW8T2vW596HX9CtsZ9JyO/9O+NVEoiwi0mmunUU/orvHYF6t3mkGOJbADhyyVw5+hdenuqkCVRKb4o/tlJ0KpEKP8B/tb81gaEXJmSbIjOLfZF/2/4zWP1OQODoMyfwyl6aQFrWafTnJJIDfJqWXeQRQ9c0O+sCroVuOAGr5zr0sMZBRwfdLxCUVsOtU5a+sU/2KDbG51V9m6eRz7TAvwKS7C1Viqfzh/2o9V2QV50ggjyIzbYJ9hTcsBbIH/wzzgHfxIYkpB/dzPjLFtu5h46b1l/+qwsP9hiGY6NNp0PwIPBUreS2qEWfZn2tj68OMcw567w6iMAk953vhf9pzccHEj/T8te20unUmFbKp3PX+HVnopryWY93y3X8OQLAtqls54PFvM9p7O4ulhXTbYME1bdsGBoYnUkAeOW6qoJztAD4Ati3xr72wNtvhweRD25rOjzpIxoLuOj9Nr6pZNmh8w5Inb19vuujpGihfGPY3iswg/o3uKv3cPYP+0fz7gCwbZg5AqlpFFuOZ3gtim5pM378Gdkjo3PvcbYt0Xh+26We7/OjbibQJfZb0x82BXuOXZ8CpMhf7HOOytQxYipQ8xwcWN6ijxOfML9IRip7ZALEF/31PmY9OpE+6/otoH4SaXxedHUsGmzl5sW3PbqJc+Hdjc0wHvkPWo8jw9EXhakpSeIX4/R7DvL6ie/j0lr+4k/oWviu8QVo5kXj45/BAydRplpAH/x1CuDABzvGsIUs6282vZ14wNA49Nf8KzYUTZHMnmSRxaKgie0oKf/y0z6fEKFlGHNFf950QcvpxSfjX6rDQvMQNqoPCiIIO/qtMRm6SqD/X2sw52z3WfHQ9LEVRvZ1siJja9uI7r8k2+rvThC0fUlS+Yzz5Z9Lh3oDCXYGO4v/k4QFNyOcr99HHyVxl3HdNkD0UujAMkvV1QpalC0FPtgB4H9MAS0B7PB4FbiWDvM75v9lHtGPnbQZXg3VY9cRWMa3zjFYCTyjI3/9bYthf3naT7oFtARRB2IM7shgtIGpoSTz8T5zLUJqHehP4HpbQiHwWUCEpDNc5ECpJcVwzgJ8CSwwHibcRKMAs376jFP9zaHIG5AsTwxpoYWeIO33gFwcev18OzMYg60FZ8/vziTfLKg4XAgKQBcAPgJfENgN4ui9aWeU8Xvjx4EDJEB5rbO1WQGc7YkQwMh21o0IatrAed4P4KH1piLmzLXeZ6P1MQzb+GYdurKCioa7YsXg6wDMug+BTQCRdwJQtQNtYG0qtQhyhh6SjQIziKUMyIlgy6k/LVgnwNXVAkeQD9Ae0C2Aqp1mCRKDwxIGEp9SkpthMTrc9MO6JugwQEU5TRiC5oELgGwAqkh3QDuUyAgkzhyrvez1+ybQGF/viwWUDJmqsKSdDmNgfXpM/Jt1P2fMPjTqVuzl1HFWXCdQwK+SB5FNEzSzsFxAxjxAAKTO3P0WEM1YOmCSYLZ+TmueoXuyiTlDJ3S8jkzAcACYNWITyHtXMhH4V7Yq72pwSkkVBFn3jNYV0G0I9nlO5hEjEQqqRDl4aUYhbOA+wUON+fff/znt/RIUIIDupIZxis7eYUBOJQs86aDDrEe3L+EznttyrzsLNL00HSLP+9ldYdn6gPuaPm9Q4JwbdwwsKftLfymhpVqd+d1X8Dd8k1VxgNsGXP7GAfB3Ezg9z3juSYVgHPqW9Ywb57DXpJ0dyU3Jy86IbieqDQn27f4d/ZHkFQwAxu/gv4JcM760OB3nUbLs+bxbpzC3bsHl60WL1kd7bnob5nHMF2hgPd9ndKaFEC2uGqhVkImEjgaTszdpWcm/GzCJcRVwiuBIrw+OrWX6Mz79JpkFQ3rPuo685oySBKknCWHOFbNhP+uMMwg993vv/ZRA1Fjz7LUJYh+tY30HoroK0vwpPTT7x/ugPztND5+3rDMICvEVM3bVrp87OqrPq2E/2Y9NiMo+N2h3xlKt0fnsyhcs3fAdUNyKjkmWke05vu+YomvUu814aETfWXQ9f8sBj4G/oOkZj/dhs7WxF9AVZNVDbwBw6Jdt3STdov1bvRHboW3qrbBZezYOQXjy3RI+9sEGiNhzyX/zOWfxjswJU2zLqYw5Tk8nOLYjeDrvzIJ0goc+6gz0OJ1ZXycYfAtkKSAzIZa2T8kSx0Y1zbR+rsQTaPZV9TuZ76JNOnB0gLT1xVaRZS++ZYbDd33eKLYJ9oSTNDTnWb8GJCwbTnZGFu/o7uffWhv8m5YNJzikedgHI+FxQNFybgluhD8DTsmRJ8GuEzw6mRefjEBTj//4a1PZ1pWs4Z2dB3ISXsme5S+LD1ewDE0MYIWPZ1qtICvrE6Byu1Do8wQORtc+zN369+zd2MfYV/u8ASwn2xnZ9bLpffHMyzZ85P7908HnfJ1rbhndNKH5cNZ69nnspZljjgfQwhK4pTUm65z14AfbN7ZHAIC2lbiu9e3RXWNn34AO80A37PWb0JA9jSy/Azv+7uIBAIqbRmJ/vCs+GPPtb8NPMRXG5h/9l3did/svP6Y7sNCG7b1OWc9bfh8efB4JGLXjylaDJ6D3Y2PneamCjs0AftEAerfWXLpKAJLjqCLPk+TKj77fIHM+3ZaBC7ie66ca9QZEm0bb3jrqvnz3OwFcz44/n7M4pQ/1o/XAPoQ2XknxZUe2jkE2xE/fxMLQLBXpu0f2jR00tVDJVIcl7hbW97EKtg/m2oP/iFaPfpzHWbgF0N4Aa/yonj//dsC/WlTrduwzXdPBdA0A3upWjrpuAeHI73QByfjg6x3DW6frfn23bV5z3z1+7sf+Jcnf6y+b3kYA1Sg56oDkN9FejshS17ztMmFdNrKS+S1dkZSVjhX47xqvxpCjvpIcYlnyCohmvbFBMhcA/pnfZfNAe21v7D6N3iy9dYKjWm/rk+xzV8iREL5tk9d2hNeOfaLimFcCUoKSsmU3QDsFGXrX8Bq0z1wJfmWdstef10bfLD9tp5tOMDogL6D96JC2dbLO25oYemJ+oaUECJIgQxCXfeg2s5FLbyzjE//g2X7XM7Zuq+ozyocPc+bv3g+dZ11G1k6C4XYDegcnw09Jer3Vedt1PjKAfYkIOjIDOieBXeOGP9q+dEL8YK7d2jn8HT5tMF7P6QQh/DHcYpK34B/oOWd4rg9IgjQ4cSdKwJfmv+Fzkjp639t+aFnTxSeNwyM38Ee0H/j0mivrfQdvSQQksb/9V/zFpkHs5fBrEqz6mZ3cL10PfeKLkkDbuEUniVr+CqfhyIFJlPhWQAW9tlzqCsHs58YG4m9QJOO7jzxPBXXkgY41VBGGnpWj/RYb0fhPsu/Q0O1znGT+2bj2N9ueY4+b7rFzsQfv5KO2E0Fr0Pf4o3eV6Qmo2s5NsnA63+QJx7a8jgxExp+ks8H/XwH6kdPSO/iQ3xIEWsZYxg2WY7k6gqD9VHgL/Z+kbnU82A6IuqY7CnUhwOv5wp/H4LD8KX+FZDsSJLtbpH25B4fQzBgPQfMueOiCQAkWy5byCe+uDa3boQd3xNBaiPYHSOv40r1+tv0mMau/685Zm0S7mBO2vwKM8If3o+zbTpj29ees97yJ+Rx9bBkwBTXen9gqvnaOVn2fP7+40ZHlxsTS5fCXf4g2k9iuYDw/7ad+86XuBAv8DpG5eXSwJXSQPn93NhWfq5pfUeddVa3jwQPH7oEnIg83QKz7JBM7xkpCd/Rk8GKq9F/y1AncSY7je8kbt4CGcFMhGSNRP4q4I0AwXlBAZq4KDlihPv9r5jdhD+N3JmEIHgNalWlxkp+x7MoUAAS43IavK/8GdELRdIBSD8LQi+JKgKSrHUKcCKq8Ohuq/96Z+HbcVEJf44awG9zeCQR4d9BmnBKMDoB/jO4GJxZIfTvZptX/j7E30bJtSWpsR5Fw+f+ffUUmBbwlyaab3CNOVkVyiRN7r8Yba2StG9SOdfOtTxuK7ahH0ab1IBnRdTbvOK61FmRRwiwn6DLzlLChJdEbACbDjiGpdRgtZC+nglvJlaD7Jq41iTGwlS6hi5mf6QsDMRlT0CkEjEDTmIUZHHwao0XXk4Fqyvxeb2eKsLscVXVmwN//8Y/vb1qo3G2oGBPBt9Nq6CiWDYix1mTaNz1RhYVQ1p6fLHTW+hvkMvcKp86ia/oCPNPq+ezD1Yo3fHrWbwAyz/E9BYB5fwu8yIV9hipP/bwdYjKAS6DyfAm4f/znPxxIUsbjWc+5AFrtClkArM8a/vYJkAtNTfz+LIWmYGUg58KAhrSCnXGOwMWAs3NhFHUDJVU+5mecj86OHCOonOa8uIF05tUOqdAx7WX7nlYADiIZMIV+vR+wuOlinylQfAz4eaAMFVpmS745U/VxpFP52K35ACXiQ7ccGUfuGefs7cqb0lrn3RpfzukyQBJvzTqQeYSTrCtpL9qb60Of+QaZ4HefM6Y2GeEYJw/IpENAZDTrRovCBIo6gYkz0jowsZXDK4d6zQGKb/Z2Jy+hK3HcBcy0ky9z9fCfZe313rPCVGGzhnsDsaYVaJAzTP3395/PlBx9qs8IkuIgCrgfx6TXTYbNOrEAarpX6/Nb63GtdwdiMRr1+6+/tro8ADb7SovC7HoCwBoH50a+8h7dG5C7S9etc9vQTRY3RHWfkaJnkfiDTA4NJij4Gi7IN/GoE86EE6Y6H14SPqEiMnvR9Lv01AlRVFJ6nf49LcH009mnob87wzfXrH5n7J00wWd5Yn7CjwHEjPEYaydIP46Z5z6uf2n/PJuxVyLXC85/a73Z4zN9HDnQeEet1NfYEj27Inq7Z2Y+SZr+sNEEUSvBivfYAEeuT7Z8rw941GRWOo5rpijWzNUOlDYirqzLo4cyMYLISZaJ44vniO9s5I4+6AS9VFJmD5ETzbdNz+xVKtH+utaUecSIi3PJVbUjjDprvgPAGuNrD+h7glTMQ3vYbS7v/V0HNPOgytz3zRla3XkgFY5lCImOJ/ABLtc+XdWzc+bPmzShsQTb67eUHu2XvkCHE822sh1eRM8fB828O7gKJ2kw5m/0Al22nDpYxl+aM+3Y/1MA+Epq81EDtMINfpC8AHd+uzp83u3alACyfyNLvR4k+3wTeB1QHtkvPHD2dMXapcuO/B/5S8V1G7eh4bW/WOdUYGwl158C1hpDB4BD8+vYD+7PfwQlaIuFPvY4i0A7GPwb7fjSOu9pOxntOslu8TO/Z//3dErxbcPTnZBlO0j2KUGCC+/pmal6Qi4GM6yNjmOR57f8xAHVPEx1AwkC0GzrG69rbToBCOj4n9HEW9Wla4X/Dz+X7LKMm/1B/uXZSeht2oy8z2dtb2u+x6nrNRYTrv5i7qm2SoJbO1CybnFEdXeNVLCuTfGeO0mXFGFr+UnAz1SG/3pms4JG3/+69SJrStBfc/PRQfNAjV8VaMilTsYFq7yYp5MeGNedbBe7JPusBLp0EEuHkdFRU/2vdUnF+90WnXWDdeB3/AWdKJRASXNZ/ELoS8uisT8iE8gqAa+MfcHLhgZ8fyVLhOXWnxC7JPwluu/9bNs5tufI79xi3dAJrlrTt2Vm/A/RnyRD+XgE2URD0Mifk9BwkqnvADC2QOzBrVzpiiXWWLJM40FydWJN8xHj60SWrJF4ZostusKx9W8HgNvRnETNDfSCy1oXd8Jmr2PvjxOQhyx+CwAj01qOtS32+hSLPE5AW58xJ2P3cSC3nNI1dOr4gU9Nj/lJR4yRTR0AlkNedncFgNveuuhy5HljPuxVdzwb/xV+SugCM1FiOYmbI+ssv24d3clfzG3l3J2M22t2/q1WlEVIJLqKZuhGmGruGxgQbGwf3m8JUPg7hdeMOwd3mC4Ht4v/JLPpmhcbehIm67WnS9ll327gGnrvAgol71gv2FmRhATz8Ogir8Mfjpg4AYwJALdfg31k6dhjw/bvdR1oPGvEGcqz+PrcXQ6nEtjjt782dAiWYa9WbupLzSHftP+VhI7eF67hesZuOp9jTWK/IqciQzWM//PRqY+0k8tn3pe9i0TKWu6RRfjdPbADUDZQ8xbc2O8nPDwKmXXU702UINj6MyHTtPLg/8w3a4M8UTKC/q0zVr2uE9DXNXdCzyS+VotYXSP6/a//1r2y4/7t6M6XH//xHUGEDS9V3gmCVADLH/IGgBnzP8Pfvf/oND3zooshFo2LfW6f7tICUgbbaPWp18RxlCQgdiK0t7X0sHXhLDY+WL7uOFInj4Q0FtdC3/K/tk3E5+f7VnjMc/i56Z1/w+Phs+Adm4HGonkA643/2eMavILM24SblV/H9/wOUnMb+stwY/fQLl7/Fg2dpIqRF8FH98NYZ+z1Thg6a/JgrU7wIuGwMf073BTi5cVv8qgTtMb+iez+Etp/iS+4dfP3Hz5Q3gGuxWdGq/zjc5j5tk/qHB37dJDQMyX/bdPVD/rE31tft79rjyIAP2eiOR5lExqwS+GJBLoZ53vGOQl1elTwWJ6Hj0PzlN+QON5Zj2/o9s/WD/froytRZrBDdxwg4Js9U2LOduzI/oWvWKPGPw4A/8d//GMCwHs+SAKHaSf2P2Xs/iSUJQYYHSDFQvQZg/rs5VcNDmJsB04rnhZcdlURpC4n2W9CKQugDN04VgvLnepQ5sT3Wcht46nvuxJQf18O3O/FnfnfBrhL1K8D5VeJR5Am4/9lUL0DR8wbJD6C5xOMb8YTcwGgd4BYz6N1qtelBAtG9G/VQ11xdrKfPck41L0etO0Y0CRB6pZH3/yOUB+HFWuHgn7PX2lBjeA9DoRxzJ9zruyATxYWAeAwtRQgTtIVDjLg3hjlyeI6FRC/BIDnEUkMiFMgtHxnd2KQ5QzCpXUMz1ZIzjaazBz2MY6IMczlCBgh/CMA3KCxWrmF3mdsZIJaeW3mb2dIrgG+4NftnwzIc741xnBX91Fx00DDwf85e2cFT4QPrVA2W/9eP+aXFkHJ8AH0tvHYBibv2GuzN9C15co4OTgXJXS+bb2RR9C/XhqlRnKCQ8Xe6+Zr/s5+/qwe0XrDpwT6tS20vswYdw1aLrYRwVwwIODvHrf//f33L3/bShLtFVXF+v4oYQBOP2j+zbsArwDIBp8YliH+CTZP65jO5MNg7MrvDlr2c0xf83LJjdCKeIdWljJC4gClGj3rTkA0zKnPkPP6m+SQPoPjalE6tHAChNfidvDoq9z6HGRt7OIsa2eq1vuqWB5e1rVpa5+zHPWTeeb3CxpbLiugA/30mdvJJFy6bJrX+qXCJO/SuiQDn3ZGOPrWGIghvAug63W/MvZxxqWt0RoGEg6iZwLY2tPfjhjAwQ24TvsZ3abKCxydEjSzNh/PkohBNwl4HOeq5AwOF82vM+jaQeT5T+Yt8gBHe3cOuB0WA/weI+LopUqIytk/kbl5fsCffrcDpTNJLweuDKVppav7OwB8HGgCb67gjqPit4AgO6d3vjSYQPkadi/rv2dkH/qULC2iSMvd2wHxJxnRgVoMBFcnf1iIvWtcEDodR9YzVIJZAPSTgGVcFydk9jnPcCXGgOE3QQ8HQhIVFp8Ep2x1gwJl6OJT5fqHINhxsDvJ7bbW+Bv5iz4NnsmZse0ANYadJEywhZbD+yo9OpnrDmwdWRLno15NAgZ7bF5QVroDTPf5mA5wTIKi128q2vTvNdr3rN8k10yCkqRC4YoOmLMEbyeMd20OHU6lJ0GL5kuuwenA/PIsybkEdbApCLDqvtcB1HaHaIoOFWdc5UBsPuu11H1enwmSmMdHN716E5pe3pz1ngXq6p19xziaikl/6/jQPAymkZxLdxXw1jp6sSFC/2DB+/iF1/DVO44D7jfaH1KPToiesTOrrr2SWNyKNEl5BGObXcDLInE5GF25Pq0X4e820LHrRLlUlLHHwVD3sT7oOGwi0cf7w1oTvGraQoRaPOEAMQ8QnA0f3kmR4xTFXh1efnmBSsXFQpWAM0dl+LXIxgoAgwveyrvIkqanBOH6jMDQaLA/eESfdZCe9/rdIndic39IjDkB1tJXcrBSZetqxJNoqfcncdw/qoo59JHP1tE4LZdnHbzOQ3tu1e95BPODIzsJx7QsOT9OHr/Tr9gqx15jO63LsYRMSIJlAmjh/7TiZ2+cwDMVz40B/OyqYGMdoUF4AR69Ag2V1NyOW+Fd3otu2QTebV+JT8P7bZ2+FTokkvzEz0mgtszXfaOoDiYYHvsxR+HCL1oHyA0AACAASURBVGB8JbvIilLypRPoxyk2+vo3B13WaoFAY+92NLN2/bv9B8xX9wur/tbBrLtf9Fp25ep7tFSsvg0k/HAG1oAIfK+dsYwTmbmBkshSyS05BO/r3oSC4yBVB6g6U7nX4g1Q0ynKldzll+pE9P9bAJj11ZqA/zmKhG5dyMAXh4mEzv7ZVxTHbNoxwu9jF48cgq4jC25fRnjypw312qyiY2Fo4QVjifEvtP6Bb96z3F991kml4Cv8UQdTWQFhny0mvOzGwrkdINvA01ZrWUr9ksiInovcSgLDzQuR78bMo3/f57TcOfKP55jHhybdtUJ+thwlE5m3gR7wd1ccZtx5WPtm5IeUHHX1k45t+TYxyW+T5Df+LR/pNWO5oHUVcCBvL31+/JBxxFsXjvxK0mwqyt4gCv5K1pN1J6kXO+6tkH99yz1m/dudayp5sxOU2K/Lb1d4HVrVM177a+/NPrF/6a6zlXLgsPbNI4c74e88b3wtry+RfSQo0WdJ5rv15ZAYir7sjlA5QiwDJoDBu51EMWdi2jc8QebgmbVItRZ9xrb3cwLl5uXCH/CJOzsZAy/u0X3dcryrK1nTU+33+Cel41YfJRHs8JDGM3tiODATVBAInmT+yLijG7+rsfXabvOzRy1gP7d/Et+t6NVzNM2HgcDX2afIhNAkyRJrU/qap+gHXu+ONN7DJ4Eh78o7u3CHdador5MHvHd61MjlF1/H554FXOw8/r+xH5d+ZBdul63jZ5gLGq9QyOR3A0Gf9XX8ysG8yDDObj5ntn73dUVw73/LY2jBOzL2Q46zGp/KJCAGW95+BD2z/T7Nl3x38xfrn9+novgPQcIs7CGV4aP1t6K3Qjsb/9gkwqEpjVvrMcaCfSjjm2AtNLckXkyi++zLof3Bh91q/p8HgJ9q5SP7Y991hyD7Mr1f0aeWH2djNgCc9ajOo7bzNoYCrWXZMITr0+IJ9BK2ZdNH1nOPLOnntj4zZvGN4RPsJ3xUXdFLh05U+MFiUXmRA4V//tdH4J7B5XBUpcU4gGO03EEOPfwE91QtN+BEz2kDJBsQ4nJr2Ym+YYSkDD2OCme2zRlqLZgwjv3scY55vALPA3wbNJ0A44ATPZPWh73AUjKdvXUElISjHW2TRS9X0hh4l+Cch9m4mBbWncUbhaX5J+D0Vo5mXjpnaM9RuzLoVJEqgOtsmlvwZ7+yxe3Q0Hy6lS5r8Tois5ZRDW5dPoRl4qo1fgHrCY4PzdPO92S2nbbGIyw9/m21myCBsrskVBMQ6QBwC2tlxKDACEhQmdUBYPb0VdY4tjF29WwJ/N8APfR2qnLLN3QcHgMcflufNVKSsdMZt7SEMfONAz/XUwmzGSCpCOqWIOE9aJ9nEJTJ3MtQLMXxVvEcwDcZXL85ZI9y1Phw9Ij2CjSd4Pc4MxbMxGHXClbPOOv9rcs//nFXluHkDj3HWd3nPVpuTIvnBqw4qACitF+IsbJZpIxlg2XrFKTCmb2Db7KmJA0kMyvy5gZR0N2eW7vSpZ0KVhHe681Ct4Nx5Eufves3G5yFhk7LLQPyDRy+NB++iXz9668YUvC+6AkHwSWfKsie90Y54oxjvVNVP6tyQKXGkxYaXnNbf7nGbb6GJDkzDL5OBqEqHLK+AIhdudElrhDNQ7T/gOB2ZEH3qRaJgdUBYPYMmaa/OwDca33oz+AgnkUCP3onAWB9JhltuYhhMgBHz2jdk/ePc1XAsRzOVLhc56jNIsCXOEvgCQCwaAJHDvTe2eK6Pw72yA39/QaAu4L3iAwt+QhR5K0qd99WrcdI13p+68CzdCtncrSTqM/pYjziL1XgdzUO4xVNdACYdl9e369lmAPcn9LSO7qSJ5nmMWraMQGddOYp4yAxpatVTJcCiEPbJL5Aoz3ndtwgv3y/5OcwhJxOjNvjskMCeGaqnEDczwDwwabm78Xo3H9ltQ+tdVu81okvhmM+PxMkAtpPJdO5cKuDoGucTq1TaZPGGDmD+rcAsHnQGOl2UNG+Mnuc7GzJSXjWQQFVPH4OcB274P38/vcGEcOnm4yl9VA7rmxNWu6OzZLEIANtpxiavvRfV/GHNp7A2XTB8fXWYff+ar9JmMJB4YzPjwT+/auiqBjDcVS1gXfOVqx2jKHfGDd9buF1BqXHGvwIvWtebwboacH9BGK557RQ1x7MUQHgAYLS+lyO7MjnyGKw47aNDCF1Eg/6AFnb+4sDp2Ude+e1/gLWqmzuasAkbo5z6TlCAwfIcaCMij/nLo/DqNv5scZei8EnJHiwPnLAvA5n9gfMYC43hlqZhfG2tL6tDn19YUWeZ71kuwamzO9g0gSm35ZwvJs7Nmk0ySQ4L2KvFD77/qbjEfZHHImbZOdxiWNGibhyZdrFZi9j9zW+bge01gP7hjnG+RcnCWdW6juvk+eaRAuNxR2q9Pf3PyUsgjvAdJprywQ9gPV5EwTkmNCyyknoI3JHfpOcKHo7+JykE/P8tHSeMYoWThVlV9iPfEY3Yj9TSYPzNNixnf+RU8hyf11J2Z30cSo/x2bUM7dlXgLAW2lcTkA9cloYkkGOrMJRuJ0KhmYUCFXHmbKVXvsVOsaBs0kkAYvBdnGaknQd/SoAg30b+kkr4pvX4leYxLNv/9wCfY78sb4UnXwT4axexqf3NaZsGUWggurRs+6VfAWd8Y67ZZsqEsYBLV5F/pb80BzBLuCBoy+N3SLfM/7bnuzOOpa71QGj52eesWDaozmu45Gm04JayMO/XU1/Jw9EerS9nvHdMgN7Dnr1WiKPP2wm2jpHyPwSAI7OWDuLd3R79tceZlzIN8uR0cPZ5+AZ/dDCmnvu7lOrJ8V/4nUSFE8AWmQrG2HWtZ2u/cxDz98Eju10HHB3soDaAvYxVbF3N0ENnm5d1JhAUpEAFTZ740bRTwJWwepeByeW30dsaEq/VbBuxVfwzfnbNmxa+poOKrG6E3yw37wvQy9Zq4whCRjV5l+O1qNPYovZphnchf0Brf0WAGb9sWftI/ueKf9E6yewSsYWmdT8aB1dCYadVMw9mkd3xDltgiehrJNIqKBr+RG6DBiBv3r97HD/Nha80PqfdffNanE52BN8cH1vP1HsI/RYdFBsf7AkAXLJ1uXxBCo8ru9DjqpKMHX4ZvA3dqvH9P00bWOvEAAm2JdKvMhyjn/QvW4xfQIyGU8WagNX2IFdadzVu758/JvQxX/JMTHrzREur38WnidQoOs7kHr8i8YqkfPdRQBcr3dzxjn+au0DNtSxpcYu7ES89qvj/2ma9LYPjr06SDhhGFtl5RrYh73R77tl7QZTmM8m5+c5JxHV65qk0N6jXzuGftf25x0ApyUpY1qfUewoBUyhZzCS5YPsFeIHpTP1nE0IT0I0+oBOltA1tBGcuN0Cb/5ZefQWqLjKcdrTSo5tIuwC9PBXaFfPJfCJ/u8APLR8/CfjD844C/RPgMnzqrNKHeCXvTlHZoX/N3gF/roDgol3vJ0H2I/jjxqd2kf26RrJ37bBzj6OLQYNew0KU4uONKO+lyk6QDXMfjAlRzy2fT36uMcqPnAySc27MTdrqXdJHyYAmye8wXXTktrySw/MOss2CP+KPlcfYt8xFnzTr71mfp84iWI/qswkccpP/sbd/tGOJbT+5D34tvtojMZLd9fH2E9dcNj2nOd5/AVLs/CJfqN/0ckdo+ouM+CNtlvw39pn6Hhf8KN+1t98j0FzgcdcNPcB3rY57FvDXe+Bju9hLmr7x7GgSRqzTv3+d4o1JpEbe9IdYYvWaEON3WbaH58MQW4jGmOX7ZgqfB0+WfmJj0n7fhLeZ0Ph8+741z4Q+XjO8R0KYk+RW/bmLtrwchx/48QRh9bPvnwBUtTqbEQc3tn0BUD6u6tSX7AJAxBIyKTT4oVWhapw0fvTE38DuO100X0mpP9J1RXAx5+P4gYgOuCkTTIBZQXjfMrUY7xGEd5BmSzWb22pCfDZ+eeWtXFSAKZwDIaxU7EJ0+Bc6YOyW9HfgZLc77MkpHsGcOFE9wyGWI/wj29g9ibExvpqEajIzb0R7Po+mUFqcfdmRaQnec7aCZjwMwt0MheyBtphlooQsvZQBgs042BXG5e8dw3GnQNMpjXgPE7Tzjd3gmsnw1ZOqXE2aqxpR5AxsAdv5UnetODa/x5AiFH1tjDQXJumGLt+d7Dgro5eQaTPO9Me4NUVFZy9qcG0wfMCXsbquU7QFSEEgH8Bbs85+zpByKnAMD2NoMTRwv7yG2dl6GbBRxtgWdh1GjpjE8A+wd/OdMeB2+Nnb7zn5qkGfHfbsQac2juUM2dUZX/SFqz5rgONgMcLUJk2OXcIwByw24Jb/85zQ0/sG+0NQ1u5P9eMM8ebkM/EW24BYwWzVX3sIRlWaZM75yWxNh5n/hsb+fsk2s9yT8ao9mDo9AShhu9TFRyHIjR9AuxVKZnv4rFQAOsGlJM9S4V9yaRcn2AA46QVKPvBGm2Qbdtk9PohZ6UHUil/t+9LRWLTpeT5ggcP3usSWsCIfitlTkLD0J7G/VYVBixMddUs/Gnp7Grxdco34OFMp3VIxZEp0MV4JBPWANmWLzhb0D/sl37fCQ/juKjxt60QJ/B4n7w/3eZPdDSVixMwyZrpjJrPwf4FWNYYGQAjgDp6uBNWst9Za84zeisPu3UlfEIAKvsQRw8GHIlhSjQ4vHT0fPicn3a0Ngh80M1tSM3NrTNwgkK/bwKKjdI665MxdKcCxpRgUdox6Tl9Xixy0qDYFQpKUNqKngW1Gwxgffc5ciSvgReD+Q5QMhbWYRP0Bgt8L4pu0bymasjYYQ1p+NLGxkcGao0k1EViXMt82leyv6J3fWaHytNCKw6VdSrgSCFIIZlmx6ISRyaQqx3XesE/24J15C5yearJMMA0Rjvn6mwbDHZwCfIjf+e93A/ueY9tACu1kdnYMIkyW/VIZZGukb5s+lx8tEbiSchxkKufc0j/GLDWieP80bfd0hPj6286Z3rEZmM9y5VKQIOfu1K2HZjBw7dTWM84rZ+nghO9x2idnDRnvDogMHNaeR366gzck1BUut0BYLch3HXAQadP2Gcw05ETVszBd10hxXo1/mjMDw803r9lS96wn20lLjQEXaULwt27fCsJgi28H99gwCDtiOs5e81VGTEOmhffdMBVc1MQBH2QMxnXCcOe74omYIq861Zs8OqRL+N48dgGE/SZoboOO4A1tpNkAjQEvTDAjfU+2rj5ij2LgU0iELTbeo+9OHKvg9um9dhf7mJjfp+kNK99JqDvCWwEv5AYtkT36tc+8oP1RF8yXsvx4eemjRsjLT01vvdcx+F5ZJocfwebqjPHp0dOgl/ZLD4WJQl9JN6cBBDN2uuRtvpnP749IoCbdb67j4BzxecdYDv89l1PAOpNeLts47E5dR8YFv6zzSvbr/Tu0moSqPQO0Vd0VHCBn39VUkaue3vPTwkQ3SO/xEmkDv91Qk4nm/OI3xLYFVB/nTO6PjZz8F8GedsA8Ab443VeohOhedoG6u8OwLu13vAX/hdX7tnjlXnmJ9gVPYyzyXaU7fdNXocnO6gJtmaPXh0VB+NimOgQEXD7A7CZhEFiN3k+8kfMQsDHb2DeM3jkZfZ+7Be3Ks7zqVT12sl+wK8z+Ee2VMvLrElaJcuPET5WklgCPi2z2duVbYfAMv+xQ5p/mOPRb+KBy5spnvxacLtSZXVLjnq4O2A0Pl6+yvp18mNs0Nu29RoODaQrSGTflTBA0q75/6um/vSI5+w1vKtVb3ycoAd4IQm00y2iZFbGdSd1ngqy8fFlvdb+cPXgOEBbF5tHBudpHqwphSCM501YZcei2/YcYj7PWZErPKC79o+8+gD+Nc2NvY+/E/9F/Fh551uBzHzBlHrOHkW32Dl7GPl9ZH8typU4MdjY6wl/jomoNXJQX3ajPxun8rfdkq3IOtt5dYblz5b3sUMIeIUn11ZFhxGAWRpZHrCdM1gt9+cZ7W/xZ+Zn0eEdLIe/b3s49IP/GVqN3ZoAWoK/cx6zA/nly5kxoG8lRl/9IPGGLhSNEMDA3oCewAFgSvTdnyozk7C3Y9nnEGCN/CIByXJrEhj6SDfNpxM2WJ/uYoYtwFpjz+mZaVka/5VwjPzOGpdtjLEJkCkE0oNfK9gztn7OGs9Mor+mAEtvEBYxTsucwffdYeNKYBydlvUTjsiDCcC/RyyJtjzuqo7zuAs79XEdF3+KDifxEj/b2rx0p8u8rEeG0N8AqoJBzdu+3i3Kxwb4BrgVoR3pYvcXF3VBzElWcBfS0fVjf5MEg78/HDTxiOJR6ALbkaQAvRm8TIcL682KxWwig47Ryxv0gw8Vv0ljJHRn+6Bf/uqEruCYXWPNkyr3LoDIHnSnoOhv9gIZhY6lQIP7PG7h2NGbze/X+d9Df/jbTUuW69hzkbfBkBTPhPjgT89huhS4w4t0xtAQ88t+5jiDvGP4//tc60nQ87f4lr47iWBqnzx2DzTYCZTQLvuiv49+mySEVwefrn7uXPRLJ9RvjErE4Fm/4esTUB27DL+X6LZlZfDZyouj/0ZFR1dEPr8J1Xq/5Aj+nMU/L94PfRHX1PuPf7KS8l8dE3n1k7dPwBd/68RPjLdEE5NI1XYh/l7b38aHIXr84m/Mxl+WPxf662Ic9Oj/+t//33/+TxwBW67tM5iGYzdbZLOW3HrNhD2LY8GdTN1WFGSoAEgpuW/gxUTJ8NNCJgBMK9pUyuqH3tcw2L//+79fypnxZFQrHLLZ98bm+wRzOmMihkkmT4sliONkB3zf0cKtwQGtDwmaMo4znu8fwMd2mup72lvg9FminTUeoNat4y4Cl4FcGdLMQYD1H98Zt87wFkjyBHeOzqqYVsQ9pg6MeK1kSAz4yn4kqP46pkyMs36+x5XkktQYfOu47wA3AWAMY80zlZIxtPQszjrVIkYQxVHo8Q3B4jA9a14guAVEA43eJ5xCAXiz9jJMpvIAp7C+6QBw1mgdoGT56POTmf9kk57Mz5IeAc23Ex9BJ8bvjDHoktsDIJfO2Tfmd1rwSSGNkyQG2c+qkmN4+OzeHY/W/Tf5oHf0+TkE6DUmCzcF9GkVPvQEX7cBv3MZenMgOTTQQtxrPcaqFE3oc3eyDS/v1TzYnxP8fhj0zuQNnfq2ocHlgziRMq9UbZ+5DINfAavHiKGl+UV3AxIWXGiRBjh0ptFkE47e/i5aUO2syG883ZGg9xYDVnJiHfVatPDp/ZPnylmj1umARQJItO7TngC4WWcFGQKOa0Pm4QCiA5z09hNUzRgsk2UIfMT2/f9PPiUTGJpKUOVuf/cM/oB4Pg/EzU/LOcC5fncyyvu8BpoZ3+oNjOsGAbofPumztKChTgpJe6fb2Sg6pXLQJFiJFeGpNYjZ41en6F3tkED+EaDPOalDP7X/nOusDGz4qDM1TxKQ9yrA5TIQ3XI6BlzzFHOHTvzsy6GSPX5b00KHlouzMRgl7FNX/nKujnXz7BXXvXvE98hYGet9ZAQ6T79b50NHGI9clzW/cRDv1nry/svJaWAXQzpZfGJykj/W6LuCOWWkNgjmaAltwDFIH73D+mesCQgRiMGBazn/Gfq0qE5CQNqAv9nLvwWAs1em3DxfOkZONVcBxcGEwdVOSu/1yELpXL0r67Y6qs9I7Mp6cGb0yc8KFx8xMsspesYQwnFBYPTlp6WxyCp4gvVlPcGCov3245p25vxVqkjuzPvJ3mwF9ksL3Ka5vhSai7N8JRftO1lTOY7RoWTuvnKuMbQd5uNAYG272hee8ZqI3sYxnmcuVmke1D1JME3WeScYWj5Mwor0C+/U5129lPeJT7dChHtZlw5Er26OrrIcVOB5AgDMAxso+6k9kSxKBfoxFJ+AM2v/sz3lnD05stHy+rv4JC9MR4grcUXz/wbzGrLwqWgnOsojPM7VDryBb7qCpXknVTZJ8H0DwNBC+DJ07kClOiB9X/ZRJjizM5LIERJCI3tydpf3ZTalW4Xn83mj13rtR9ab8bAfr6H7lxJ0RyF0omFwR75AtvyGB9v5ROLdoblqLUcgmirgDipGTmY9M86qGpsJ6n4C6T2HueMESJhnz5t/tz3WGfDYQbFXxm6dALDXWE7ZSZygakb4LDJqHSRn/N9X4rXfAsDvkSpNj2+w/8X2er7NjpHjWgfJF8adrg4C+6rsvhM7em8ZJzSqrfbefff6zMh/y76zFptgtsEBMEsSsqu6GgUwxHmJ4/qOKm3GgkO1A4yvXar1BvuC2bM/i7u7muJ6d0Hz2D3TfnoGsEGM6ObgqrWLk6y1lVp3sDA8Ip1rmXnk+HbUeO3M189iPnMy1x7nRXKXCK2T48xfExy3TWE5s7xDBfBswQ8ebjr/jcbWfor9gD20vDBn+07Cq2whBQjAJ13xZ/JQAMx24N9OJ53mT/aUxAEw59qxwQJ0VyBBBH8PAYA3gfDM89tHdXXC2W396Q59n/77OvSkwiP2AQkA4bWAvnXUDxrDbjDtjYx/wcSRY9t9AH3K+I8umKMjGgsJ8+uRTTfYSxqjAvJ0rUZSdyIl6/vbEQRZyw3ue1+FBuwzzH5Djy0HWE/zvpz/akVfNurBjsapsmluvwh8d5257usid03CY0N2MhHy7pclvpL1oL/3DGK3SaZi1bIzCaiRf7/gRu39t/X2n40v6EfgppIjTSOSGR8/nEC5uzChn4OX1v8Wv6/+5ozMXm8HBc3Tx1Ib2yKJhy+2RrabX+YW7aX+oEpLz4e+4OnlwfUZtG3XQbxjc4HBxpcnOv3tp32YbZ9yrdcdf/dzlATFH3QyMYIa/8ZbIXrshRoEMtHr//hP0A8Ez5GRWu/Ikz17/CTGSnR88+4qe/hik4FTSUYAGPzFmsMb2LgJaCvA8x0b+Q00iQGhl/aLMK1NZIwvL/B1/HsEX78HOEnm9Rk9ibziMweg50hBaMOdwyaRIhg4BVEal5JV9FwqDz1/+xXz+/2xfrOcFa6Icnr586zJ3N/JK+CLti9I8mm+TVApD3Ag/Huv7cKpEIWv1m8qXToBw3kg8qDngI3ZiQR5SXi5cfOh6VmPfg5r074W/OzYmaLFdMRIcNO48viUqFBGpm6yWesl3zzY4SSYPP4BXdIFQlrHLtTw++WnPw6ZjOkN/HWlrL5PIeAkWOEzoPimfGyh7TKu69knocjdi/aa1inZY60NnYTis2Y/Dw4Uc1gpToKX9VF0eyf/9REDndik99Bpc22Z3VVx3z8LAMcmyjpCP5Lp8Pjx/58umfILpTvbbOPsQdYfm1pLZ/+z+TByt4O/7JV+b5ei7M/Zw8Cg89O4yu9CBnDUUON5zWowicf5/Sf9hT8g8nHO7R293noj44vNQkfFt4ALeY5sqaEeOXM6cIH7x87sxK/Fw3lC3iudA+5PNx3r2sHQKfbc7odtV3R8Jes+RVzC4goAs8EAtiuLx61aovCplIzjZbeCYJE2N87uOISJlLMQtLtCCPJ5t9hEWagK6apI0MBnkgYY37v++vcdxwES5aDxuEdA/9aq1YsxSgMC7PNc1iCL4LoqjsaQZQ4NwNu5x/cQ32/Gk8ao6kjOjgVstyOISpMfFSglk5y9+8v8VXHokvJR0DnvTnPaTM/L+VWKEWLsUvUouLuaWOvzbzJU5ucNmADwRMhkVb2BkQR8YniK1VnzVCzEEDqZgtBCtTr1Hg7XHvAymkqCDwN1W1cvYILG9bsz9Rwo1rjGWMLAwPB7275g6HHORRT0Bqvyngg2soLbeArQ3vN3w7DZZLFcMogCGDA2WXMc2Q2iOjB+AsATEMBhwftR5ACXZEqm9WNnHnYlb1cltwBEGUtxEVA5jqiRJ72GzEHv6ev0OfuV/c2Vbfy0I4C5L1BphhhhcEDXyjDxg1vEzOV2lI5jIO+zmzMvn6wdkgGa369gyBiqIkGq5SL7vjN6BUq9rwNU2nrxSzbhxjRUre28tidrceUzGYpUHbKmt3NgHEN1RjagBUWRdYbmYhzwjD4j6uKTXwK+B4DMQNhvFDxT5rxi6E/XHSD38a0qE5fGk4H6b27/OdsxQO1cxPseWfh+j4yiqh3DuQE491ipj5HqPTRAvau8dG2f3/GnTEHTz8itGNcBNgnIQmdzluzQfDsS4gBMhYdBvYMBP898NBUR4DtoJoG897ylBpR512QueuI/W0XhsHqDot0WSXxvZ3P9bOBvDatDp8Xb+sztLes8jei+JKM0+MsaZt2aVzDwuP4sQQ9pHClZq4BU9C5Zy/DH2w3jBz2NLlaCR8t0XSfa7rPaAJNUiNrAKIz1m2xE3rfhGmdEsNllcJRhCS5g7Q9NGw+sHoL+k3GYyirJJwz+ZGBixG3XDWSe90QgX0GjCbBtgET7FuNHHQUMtifjO3ySFqWdiHhjju1E0frHsmoShM4+TebpS1ec2RSDIolNB9+4HVMA9jpAAr75oZW3ccTs529gXdc3/hG/trMJLNiBqm6/m3lwBmqYwqQ19AU9m2ZnAK/j5NDC4HTRAJ13dF/OEb+PxGDc0JcD7Y+DhKpiMLxpdvBRn0kZJ2CCguGtDQTsd0o83aoSeBAHDzzUmcyH7z9nF+3j3rVO8mDGRYZ682rzJnIUByc8pvnljO/N0FZwqe0M+ImW+V4/GVXIz+83ySgkOOLMdQeQ0mtZ+6zZy/saU8aTsbQehRYI/pOpvFVYo8cd4Jm9mnd0C6vDw4MrVv9G9ichawMGwZ8jc4f/Dr9dgbQY1frhDLZ2YEIbzeudKAN/Zd5ZB61RMMDafz1+dyhwy+DQvPimnSEncdUOgeGvfpFftq0yk/0fRzzn0nP5Vq0oQTG4CfxA9SQBZL9LcxhHlcf0OZAX32KPhdeFB1Sxqx8w0lsxbwfA8Bbrf10zdOw9GGeq5PgmLo0Mkf6UU/a7zi1lfd8G8KVftZ62iUko0raODgGPEkSIQzPP7AS5thF6yXE4xUG0Xwk+VwAAIABJREFUrVpfB63vAScYB4em9ZME4bzTa+ZEh8G7I4/gTeSO/ALnjLEHg78yVPNYh1Tbmll523RHGP0OPjsY07Ib3QVPamHBfCbHeZweH3s+iXfgB12jZ3QAmGe+Cf49TZIPzYeFP5r+exy9/obDNS6PASKcfzAGgjk4iT9pwJU/fqstMoku0AjyT+vzp/1iDZSwGge+KtXSNrCD9JId6sCATUWwhgQJWip7TYwJw/cEym677cz4SghnjTPuYKyW6/hASLbsRcDv5f10Z5jY+iLnjGF4+XMCdsCQ9uBg8sO/E9RnL0xPJffez/m7EyFPW0onIIUPwndJ5PLcFLT7Pnorj7IvwvNJNP7y+fwfPwr4uTD/cby2nmg6gyb43ms8Lc3PQ98AkfXf+ns2UFn7B/bzfFbfmLcHY7/E+uL8draehgXj1P/VPzO6ODx+H4EFHkAXI7vuhA+CZmLE2ADRsxvgzhiDr+3v7E5wMyGtoc5qJ/H0siV8zXSgm2CA16SO7Ft7dgpNwKUHD0Uv4it55Qbrauw5ciiyNAHl/qEDEnTFXmUNc6VuTaJoCir0I9XQVcGN7X9z2nvWGkLhh+CtlbOdgJr3x0aiOIFxJ1gwmFhBPsnv6eTx0hTz6rbJ2Lfircah51rrHg30vPHCZ2+SOhXAHvPYdCTde2zyJ8z4wFzY/N6PaXGu+0kuAp8xgnPcjmFPEhZ5rq6hMpfnZSwJgDrwfo662GRSXUMnGuiiZVnzY3fHeFR7aOTRUbtX2xXmwp90YJyYiMc7R8DErx19ozlC59gr3aq3k4iFZU6AXOsje8jrTtcHCqbC38hcB9JnUqdTQk2yYwiHvsYnIJx01iwx20ly2mSitqm0Bm+r3qX11SXSq6IR4Xf9tv01hWddcat7N/i3+Oy0VNZH4Lyb9c++KYjVQbOLJ03P2yFQyyLaa/mLzyB0kJdcBVKzaOjvl9a4T+vI3qYzR9Zj5SfdT/WOCfZbzn8dRa6A8YsX09Gm/e5Xd7VJ8NMa07WB7aeV/rF5DgFE/uH3SFFkjXX8L1r8xpHM0RhEeNuJmusYeO21rFVA+o5pC4L+xK8M8zeMrC4oV/T32DUkviapzDJKuqp8or/FxJpewsdj1JgOIsPxL+t7yXPxjYsIbPhX0dcktRy5PGfUH/9j66RJPjoVupOU8SZ+nS2zfTX8Z1tqu9JFLi9ut99KMUDhsydZQeUYWpnQ7Rj5mut//O/p5fL9kYDnOGyGKbDlO0MRMKyHIXy25H/PXaOS53JqKPvOSj5ThMEaOCUrNGc/2vk8FSO9ab8ZiicjWc+fDJLOZOgWZCxc8cZWYfUCjaEF0bYi8TPG+AwICVjpa4/ynOvc1mJaEjlbahS3xkvJPJVjvaEGRd9FXQGazzKDbg/CnJwxojOG3WY0F7ouZ9bH4dZ5wJ+yHnkvz2R+HQBuAxyjEAWCkzP3hdVOAFi0MGBb37Qjw5mio+QIALtd9TDT6/RgPN2yo5/d+40wkdK+q7+1ntuiwIqvAsAAcM9ihIT/PcbCFZQYsGfhOQc1tTFsYCujUM6lx3m/Z9ZmfDjdwy8B0hFA4R9aBJiXqtL9XVsJxnYOAeCPo2CAqefzrbMrhibQD43pO4LXTZ87Ng1qnRH6PE4zjOl1KmEQd8YP7XMOKJHCmhZYS4NjJGAgzDpemYYDahGS3bobIannHbn17YeCVR3ob+DDuw0c5lzvTQZYedbyxO1IKpNVinp8V3EsTAVzaIhv8oR1FoQP7rkvgGogc87bGUOgn7m0N0+iuthOS96Z35ZL0xq4A3yhry9rykbk305FIDypjElvSYGDN7D4W5UDFQ3oEmROJySE5yYDa1oQtWMr9Jf9FP0RED2ybuQcGYa+fnTEVuoGgOPAjSG6O5o9Wfmu7xdAhR/fAPALJuxEd4UnAH5Atx08AknajK0g7QQL5tiBgG7BHt6OjMRwTbJAP08AMIGMN1M0/Ixcib7JO+cMrkmi8bwHTDR9tH52oI8WNSOzXeU13UL0XKpEO6kmtJ81pxMIchJZKnnn5xiIDqhRRYdl8s0vWgeP9/vvOKYKkG22/jjax+lNJqTHMRn4DgAPL7pF8CBLDGgoxS3eYbPBAwRE+Vy3KqDocbnydxPssgY/s2ax7qkmhR6QUwd7FP9lzWi5s9ZUjJStIECvnDNWPvpEd1PhRsZjt7x7nSjgHY2N9mFxHkrQaM1yRpHe3y2/Wheg10h6i+xSNfm09JoONb1GOOb13vsc1z3C4xwhYnr+HMB1tmZkxwSAx3jwOEynQ49qIT0OWNEBLZw9vPlpo4H9wRGNY4AAyo/za+YZGPluhWplnMB6nAUJmBrPOHi/717a6rara8wQAM4zE2D2z8HiE0z5vjZmdMBxA3jIB5Lw2Gu1JSKzF4OVypUEZaai8HsanVSQKVdLZQ3leyidXTpBkDU+tCGM/o27jxfRvdofWge+QfEYRqmQWwdIVU5OayocXwTdfL0rHjZhQHshMaWl85wmoefYA6MnkI8rs9aAdKeOMeC0DW+Ge1cVa56NbU3nhZ117XHyjQPltUUw3ptvNAN0IrKZObgabmTH9fzBgBo7AX7xDu9jzsztTYT6rYIVfKKxkSyhte0EXc2Z/XOgUp2oTiVESFkyS/wm3KpEJ8seyVLz8era8M/if9b+OF2vDlRjp07LsHVgDD4vz4R5oari0BHGgmNLepxyVJiBQldZ38h908oEniwnsR3HsXgcs8O78AT8b9zy3UOC4qkgcVWBMOjiyXsNRmbL+fs9lAQgznrE/mqZ7+CNlWw6VkCDP+2W6PW3agOc31jjtyOUdG9XeBy/w/8lAKzWvax3eGwdNxqLjuLZFqxZl6bX5su2B3Bmg1WQT53gwX50YmXbcqHn5duMc500lre2yYJ9wXRduaV7GudflRtPi7okAcxZ4YVrGSdY0X9XAgT4RkMz/pdj17hCicrhKXiPFttvYuDqiuiUN3AyTxi/0CSCmw430Vl0LJpWoCqBhNdpmqeAT+jIBvZq++Fv39hFz0qKEb6xnNOcv4v6TN1O/PB+nSMk8m6S1rxHsw6RLdrHrM2b8C6ZexzkxmGbNNTJxKn4oRIoCUnHju39+fgOvdqyN7QxdtH4GA5NFr40zVtmFJD5PkuyV+iu5TO4iHdCp9a/antoH9/w0qyFce63Z9JBClBydrXkh9Y/rWAjd8Lrc/biPKcDe9h00FyvJfPDP7I+Cu3dVCHNejtwPfzTnezYx6zLUCZ8+awRa8d7TZO+ZzqAYF9rTnr/2BLILz1u5c3vAWB0BeuMPwDZffvw1nH9npfsUdn+3CrClofbkU5XUmyxiV/YovCH/V2DSx0Ik64668T+d9JaHNiMPzIhe63fJ0A8vjON1evzfdk88nY4g87Dj9kJAsBaAzBCd4biWmjb56Bqr9oHPv5TdGmv1SbIxWeU52XOb2dExvcm1YEhm856Lr8VTGjtCDQ0JuYZG1SaQMEEK8+54eNTvTtsHq5Z9on4CsadPThVz8MgWdd7/m7RO7GUv/89CQX6SaDqLoZpfE1l/c9AYfD6sReEgT67jQ4TzbcabHeea39GEnDGri45nXXb1sH6e7FF6JIf6F/+mcVzwqB5IPrm8Om3DpI5knEHJ1dXnG6xb6w/MQ8SsF/+3o41GRT2dWz5+GTojkCCqUbmuXuMMRY5wxt5fejXsjfyd4Z55PH/tbDhey7J33QUjX8pMuc3f7npSjJk9MsesRL9GLwc/Y/N6TWR3futFR2g2pe1eioBYPRydMom8jR2OEdAPpWjyKfX/9FMomtOItnTZba7+pl+u5OjsFQFgBnPJgFHlt14YJOo+4gP03DppU6IX1slNOOufJ//D/45BWvD0+3/a5vlFIUx5iqi6gI3ZIUTb0qRdicmkt7gExJ9WNff7oMGjKlEy4MrkpQcXP/VBCXJeeJ3bXtHBg0dje+T+Z1EBflVHl7xe4YWj106OEfvPQnuwjc+gjD0ab1jW0Nrjl0xPn/xqo9+lWzkLPP4dNo29piNWcK377EUuv5PR8BBu+C/yIuJ99Xe/a//+I8EgDVxO6jGqXCqgGU0VgALgkKZISwPU2igGCxV4QFjdgaC3zsgwBMcwZxWRAtSWuHzXhYQJx5CXOMh2xOHhoXi957j8MpyXqB3FU8YBeLooATC0cbYOLJRTmYuOboMdKmOXQc6QkaGxgZ6syE4OKm6U/UzgTcCDp1FzqYatCNgv7XrFtAh+FSa2fFlA8CjPFslfyrnfPAh68AeEiRhnhjqasF6ERX7bgNqhG0JxK7QsoPky7hIK57Z9KGF3zKYMzYxU5z4Iketf4T6Zs1bwFcrud+M0GYwFEfP/b+dyr7GCwDgMoAm0AAvQLdvZiCAUKCoq+oBs2TiKNCqz1JBsxVWXWXXoJnxqpLUBuIcjB5lumeovMGZrmCA945D7Xt/G/QAadkrr3F4eFl7MeAHZ307uQAmx8E4+3MBOgfc4pLyWkMOBbxweLXhx76QmUu2H2OTDHCARf+zkBG6nwD4OALVGsbOtXnXcaRMVo7Wr4G+9c6ARSpBVoZtwMzUWoYOjjSMTYIEeu2RHzaA1pmSAOEaNGfPGe6M2Upg0BogSwqwnYYe448Wz2PsDPHe2f8b9Hjb+552VNXC0gkVkjcji46Aqc/YF6/N0I3kPLKsnQZvhezhLynjb66aL8Go3xxq6XCglroJcDTAT4AXhRz5SQJGV5CIFpTRSCtS6Cf8KXpV8zY9PDLIhlkHCEYeQqfIqjezzusxRpnlUQVd24AxKK8zMD2xAcbot6zrVMF8X3cr5U7wQQYGBG7bnHY4ej8nuPS2amF/L11RAPtUKFRCie4hg/HNOjTf1XnXt/NoAiZepz4LNoyQTharQ7wsk0Ech+ZWCGW8ybD1/OacO/07Olt6MnpFjq844lWt/1Tjz7nNrRNePmGN4G/JoQ14JwnLomeAe7fH9xxwfA4dRRfkqbSy2iSrmc8kpuR+9Ah68pYTjE+/j9ExmamWtwKLfqFaJMaQ1+c9z0MHlov5q9eEwO9+luQlOgc4WDPtU9MWcg1QPe/OkN3APo5Kz7F4+bdKUY3pJMbY0Mx+Hj6OULYe0zsxGNeQyRmoB/NNW2oFFkx23//LHgbM30lnWUOCxgf7lZOqeUxjdeClKj3BSP/56bLu4HFaA46DhbVgHgrIJfA/dPD9y0eBwCuTwXoMhDEKwCZdZdGZzcg59l7j1x7qPjkGMVhJLtk9TXUQDgrj0tH768AwAR1Mh3F1hjz7060N0al7Tc49Y57IOKo4wfWHP08njMgN3Wf6tFwPXefM4sif4TT/epMxTf9y7tuhOa2cRx4vnqKlYxIaei7nvLPhJ72bZ2FbdIUh+t66wTS4bc8vvDriEZpGPoRnt5Jff+LECS3mnDf4+rV/2g7hXD2NqWmnA51XB5rvZf+o1skar4Olkr0joPs8YOyWrp6A5lv6G/9OlZPOsG87tfFUsH9kYq+j13yE2W/7ET0cXJmfDVoYi1UgvLEw4yA5IbprAS/joFsDdKs3pOUYuEmyKDIHWsA+zj7luWB9eA5+oIJf13YCmBxt4JdTgeNrhv6dADF6pbqCuUvH97PYIbshetS/xP/v8Uu2+bxWU539/fGb3cCa8ezGKh1Ase2haulxMKO/vB6/dIhqecJ+d+eJtNjdVnXQeZ+vHjrdbHytk9bnbcduuehKjqxLQ5XsVegNp1dX2rTDUPf2OvpZ5bDqBIZNYt3OQdnH4G116uoKnyHkQzfsZ+NBbC/NR500jAc0/wn2gW9jH0hn/nWOPeD5fVb5dhLh29g6SWpq+Rk9yx6IrhJ0SqURuoOnIKP4G2xuWhBdjn9Af1Op5GS+kXN6Ny0NXWk2GaA5ciZ+lKx99t9yS3qsdHrkQHw7Wp/tnBfgyVrpeQQ6ceZvcG9xOZg+z93WjHpWAo6rM9sZrc857gc/ya7T4NHBiV4fRJrW6XsPPHYwwoydudIRBTrRM8Q7so3o2mStdNG35i86TJaSz20dOwMZxftaLjeNch2881sAjnWG3yK3NwCs73OcxbaA33eUs9R7vYktLTt0veams3DBk07UGvpkXTrB6k8B4PapkKDr5380xD2dQEiAE+e07AXsJvwllu9nceOr0XtanzSPI48cCB2lqjUDoyPH0KNUnJ/9l1ifvWRtNqCxCa0kCfoaPZ+EzgnAuEOFfZd3ANhJH2O/n6DNONl7X0K7Ok9xnOfGjWsrjChmuw+Po4OwD8Pv33op4aSq3IVzu4NGJ3iAR19coZeR7KNK0bZl2efQ7KKZrmqXHqNyc/VREo29L9+H9mcRuZuAvGRxeDvMDS493UB+SaJJQmdoIElkiytITpV2t+x98PNJIP7eRQCYd/eRihlLJfQNXnbnFlryjm58aQj+AOt0YZTW3R1gjLvXP4l9TTc7rTL3xz5DP3cS/NrMGi+2jM6Fh636KDLPx9iQNr/q0BH/0sqs7EP79UMbwUJ0CiRZ6fiLJgG68QNrCCGDW/j7r7/io9+2x/mm6VvrEv/RJDTVC36Xv29C022Xv0Vq7ffOvFeW6m+t4yYeoQjyO/w+VbD4l9x5YrsJvMUxHR/iXcds+57pJFj7zLfiswO8VLNrL+lgu/SbhN38BLPCT80j2cuxmwz0c4foZ4P45Y8x6S2fvfrDcqmq8TNH5Hme3TqWEYIz9Hp8cknqTSKzxn6q+kX/4/fuIxzADX7Wd30nGHR8g3d2QNL7/d1InAM/iDHPRwfE49p+W1rYI/Hadxw5Pjz0ySDRj+WUfZ/Y7JvQ8cMPLx5T4GtML61LF3gcv9e3Tt0NeG3NdDDxe7Wu1i3D98aCk/BiXBN73B1pvh+3cZ5EPOwC69LhOTCXaWn2jCO4WMv24x55Y6JMfMytuqdA5uhE0Yd9nbHVPMdv3k7U+L7wakLY2egwJdli79l1HRQkM6AZYY2FkEW3T2lH+QssISK3jhjFxQJ2Ra/Heyp+Qj5dsXYBck3WhJvsOoPGb2NYWIBbHBejBIyph2unUg7Qyxh/VFANsQMiaHVEAKpBqis7vuvvs5A1NjZojOpBKgCfY0ROADoMnPnop1vY6m85bv/2LznHsTNXmRvzxbl8nFZTRdYBNxPgMFioaI3XK/vkmxgVrKe1kulLM14BD2gkWJ89DYNQYg+x+t2uRFXgZzPgGBN7wjMw9Lpcnrm085j7jpEwRpxa/26L3dDEoe8xeDOmfnN4BoXt1hezfwSACTTpLrdymfaoHXTA6agFJrO1+S9jiSGr/zSvGDJUeQn0DjCcxA0Eiughzjk9e7MqtU4aNxkutHXUu96zhHpPPPtRGruWaU2GIX4Zxt7jtTLfa05L6o87flZwJhAUgCQJOXw/Avxf/zbnxEogjyM35+3de5QqSS/Bxx8/21IwJ/3+7SxvgMHvWU97BoSMYDuSpRyclXSPQ6TRtH/R8CiV+44I8a5YJBNqQUnu+G85CcYSOw6SOhSeAGzTL8ZftzBHljV43Wzkry2kA7F7pgTPSFviG2QkYQOQHfq3Q2oAYRRhxq8K2XPWktttR3leTu3HKL+AB61u5gzb7l5xFDyLSyuP793IT3g9Z0TMmlokZ7wBdwSMho++z3V/1j/6SD9vkOAE8ursW8+5zkzac2EUmFoHWKqZQkgdYMBQfPUEiQdXJuTm/0RvTKs06AXAhAEC3b5OFpxbOMkzJmSTxkkG5yZ4nLNbvX4YHFknA5iRlxiAr3w9W+b35Nxa9Pd+t3r7DQBzDfsYHTSBqO/f//1fGwC2s3twAI4uj/L7kGq8pkf2Wr973Dggk6k4ju7HA9EtrZZHckbMNWaD3yRNOSMW2hwQfN5bLWi8L3L+Ptmp9eA/BoBDaAlICse0PDiOhJlvGxS6TVgrLcC6VU6q3LYd43+5zSlr18aRnkeLsKzpo2znM2hGsojzaaVP40jO+sVxMnhF+mICrDiws69UnsQpiUHujNnnTE3rgOe8HweCHCDfCgwCLMZpE2jK2iRrfHygg0nXiOtWhTaUPoeYdJV43/LErfxkuCRQkUBqZI/3SX+pyqaT6xSo/eTZcQSVw8M3PlXjdyLJZI7q+TJyRH9er8jAY0B/QyAB86bd7N8bAG6n1I9A4+AsDCx+2z6xfM2YqM7AcPdUSsZB//49Ri/0hOOnnWLW22Ow6To7KCvIlfl7xa4OB3aYzXsTbKEd2BhaQ7/6joSKJAvE0HXlBEGEsb+yL+O81Fgm6Od1qxaXGU0cO3SwWLqQXOWKlRnWqd/kkpSif2/QhavbSXLWvwIdB9t9X0ZGxhEuwzLrHsP0DeTpO+ksWrnmXPDwKPvkQM1kXof3dxKNIRlr63Xv58cjCgDzE7t26VgBiJOVPk4ajHwc6YylHdZtoxyH8etR3uXOfLS+GBTzAdW50PNvHWpYj+bbnU+qQ/VznUE766aXyuFq317pEezvttH53p0lRkfxHtPr1/bMutJHDG0nJ11rWtYYPjvzld/6XGvHGXxZT4Fbqp/zFmNAnPslhzf5MnLlcvbpWaav1gt3MK63AV35W6AOomOOcSLnTGF4Mnwbnt5EkMhbf/aNW44uy7jRO9Bpt8jUcDv54Ozn0FAnOHRFpGjhPfrgmt/IfT7TOiehMZ+4Eml0EBUgpi/abE7Hjz5vtJ35hx6+5zhx45t2J2Gm8iHOtOh4WsGOnVbJi21/tFyBDhMUFcDBt5OABC1OoSHx9z/DiKYtyc/BSsg807iClBxE+13XyRBOHP3uU2APZ6U6hmiPN7Czju9XvuY9m9wfebT2wbY2FRHjXyj7Z2RzeJGqydHv8x0BKHARPqDGw9hW2HRUGVm+5f9+6ErzqMyCgZ5vRUrTnAJjSfPQPdtJI9fgA8iDTiDyPECEOUc0lG2aPXueZZ657R5fZ1ssD0R2+9/ff1T1d1Lgi9soxDh0MqKEZAnPa+RhJ6OBJTOv2OQ86+ChqdDuKqT4HXHel77Tc8q2N3Y7iVdJAGJf8V9o/3XUDIlB1rtPx6WT5DFrkvlsa3Rop4+2Odsz/wD/RJ7Qtj3VhuxpV9h3Yonuufysv9j6WkuZAD73d44zEv46+rxpY+gAW5UCF/bo2AinrWbOon6r3KjktO/aizIBOFHtx8wdIPMe23kemaGf9ttcAewRRr8l5ugrYXjRkc8BHR/ZoT2wI+bw9wV2PViOhHb2KEePUF2ZYzr46QKi1imNdfvszt53EnzCWMG5lqPgs+lg9uLRtDD/5GRXAGt5Bwf+FgDWK47PVLZTrYvtJkHdnpf9TXsUyw96HR2E/xUsd9lr0+kB3W1am0Ip5Ah2HHZzBwbjpw+uXb/NjMSQZAKYwpiWpb0vWcQOAP+mw9Cljce0X6+uYc+vRPexzdxpy3QUKb3xg4wHmwx7hM96TUlc765a2zEv53o3LuNepvwGgPd71qSNtZ8BYPxnlhOyeasakhgCOl68aJmg/2Hf2jYeu3WSGXqM5stJ+Ds+56Hz6wjT7zP8e4fHygfzw/bDPiu7uouGQgMv9Y6vxn5rktRV9JZkBn7kT8Z3rs/gEfRm+1n1PTLwyD0S/Ms+g0Z1L3EA/F9+74dTSIjz86vjj/l0/FsvDf2aRPAlSDgIL79KET8xNfwKXTV81lzYYIpDkYfsv4c5JGT6G4zDvRwBFpkmOQV/bMJnx4l6/1suKITS9r6e77OBZQtZTg4BzYsV78NuzH7EF9j2BTaibTrTetaoE1N2X7dwCVxA63w6MLzjI2Gs45GOQxIAZsxx0lRgRBUb5QAz8AQ8fr9zfYJVotHDsOUo4JlNZBhbJpzvke04IwBMxQxZOxamowxexzSbTFDtBbhdMdoZP7rvzbR9A9hLfMGbvb0c6tyELyVG8K5boK7gANRLQWyvfyqApUDIDPX4hvm7HQCMLUKHUXL2x2ajcnZfGBRFtIJEglsCPGuZMyRc2zafI2R+E1SpgF6Hys4tgXQAT1qa8nML+LfiFAEA492MlNasohPaBzXD10umdVk+aXpsB2QHKfterSfAtT/3/g6AbUdd8/obAIbZMTSPw3YUdFcLoeAOiHscsr8Bo7SYuM9CAODHIFgw9goAAaQ49cPfGOIac581cA5HN0haIAMwcbbbRyAECPR5Gz3meYPwGA3d0strV+SBkJTzVDQfBZFdYG1fpwTO1g6UZa/mPgceowRb/ujb3+gX5wLgopMuoLdeK55N0K/51s5wtasZgxo+RRH/KQBskPMp3DjclgrlZMUp1g6zw3szT7Kwme/Zq0Fl0jFpn3grTICCn1dtInA0BkmhwLIntAnLPXGY+6ybcQh0hpn4oKtrwh/jpJFOmfGIT1wNpH3/iAKAzjxfx1j29g76eDiWhVTo5e5jWO6ynmQD1lvKvBObkpAy7a0OC7AxkWkGTh/gDp2PnPs+7wBwvXIcWjddZnwKbEoOx+HZQE8GX543LX2mDXwMcY0nwJB1bbrof//msNL3nZ2udxNAfoO/PEuft9MXXsh9e4aixiSac4LHtND7YThN22sSsTAgXgdUgplySHcFwwoRKqcAkRj/Z8zzYPPgOJ27uwLdmxXD+FMFsPbAAcahTdb87ThB4PRNJIHOz5i+fzhJhGwDO0K20qv3TmOWzHfAxHQXB3uf82sHoyqjcf7OGWvnOeNsPq3KJNtn/XGAtO5l394K3dA9fDV6czyTmjOGYq5L4LIBKg4Eff+2hiNp8MhsG3KNJW7+03Wplk1iSRvdBIA74U7vRC/HgZeElVdHS0bSVn0D7sFTTsDSWdxDU/822ZdLa5FfVDVJdpK0sK22IwPesVl/z5iMDT5e6zjTob9yAGkzyDa3jFdKrHTCiCOS60j8eA2Vlk+aMzhuk+Ee22Dk62kvNwHgyJ8Iyqsad9Ys75njFj784L2bVq0vn2ocOLkYD3qKTOjo6j0e5E8B4J6fDa464zi6IricFuuhz1xHAiKeiUgYAAAgAElEQVRzAo+9zh3tFZnSlnuyicYxi+wKJtpuS/DR4pTIYlc1TscgXUPLPPbP8xmdzLhwEJ9xlRxg/qdtby+IefR2wDGu7Ofo6cJVyOae10mwm2dLHBw8PxU+0K6fKx2iBMZJzCP4gPNzjd6pntO+fVW2fYYS9GR5hiPik6F//fUFgEdfa21vW20CKmDaSmQ8FchTGdJ6GJwODDhVwo8zx6K83o0+yz5+gXJJ+HGsYh97vcf2IkEEm+hUNtSDyKAHx0nf0II3tCfeuYO6ogvOFmNf83sTGyALgkzsXxIMIg+lX7A1dH2cxFkEdMI6U+7gO+8zLiWbf2wiB+aEo4QV7GDF2bVnwDM+cB/vhH+MP+e+owdfw1374ATQZQInV33/pXJuj4zwnlUXkGabdtA2FtrA61bYa3ztYKJSpJ/htbEDk3lv5dpv9tdZiwkAJyiW8evs2F4r6RAc4qITH6FSdMv5ZoynHZaLzaky2xajW807leef3hL9cRY38k5jIWEH3WYsM7wvObutGePkty1eFVpnra4AW2Z51la2AF2C7JDLd/iPqLbF/kLmIJc09pt/bzsCOuG5Fz2MrUcC2erY+ET8dydNVyKo2UdYwFgwwuO3tn8UMPDeYN21zcMPjZXWd6GPveeDC1653sHf5mN4tp/tMx/hnxOo++nVznomOahtcP9tgzL7/M/wSJ9bBwz09eNoj510zznrR7JadFgn2pA86Ou+/4Jvue4+OqftYWxT07PG/v0/V958Uz9tuquLGPYPsrzXcKt170Bl+4aaLsUrBF8bx3Wge+liJiayGrpsPbi49UueX1FxyBn5/8+COOCbxgKvzOkKSPZD1yB7TnLqBObw95rmSj4HJycJR+uQriNVhTcJAUpQFB5MNWY65Ik7UoARmkAOBq8lAG39NglxzdOvvXbWF3+FdUM+7Qr+N/ihgD1+OXgBWYSdDz/qWeAV9um3ziqL85bv0sHj5sMf8uHx63vwwx+paN7EXfioj/5hDXTtocMnAHzOy/Sz0RdbaMWatZ73Gk4QWGPuAHASXcOnfuTIjXfdkyCQziw/aMzT3GA+82i5xHx1v/1FHlNkg7+b3557BezBMhnbLY+7Ax+2RuNtngl+xf4lJpBE4A2YiSY5QqoDnnp3YiA7Xtvh3w9HKKG3fKTCKB26y70yNLjw6XJTHQfl5+lOEawn8QZWARuuqyqzli14Ery1f0t7N3SQ5LK1PcGNsfuSaNZyzbz1dDw8mIaiq9GvJHWhhzIm6OvWSch4aI+5hl7y18Hr8gOamVeAvUdm9H39rBv7KlA4R0HN8yGtQ4cjf9rX+coeOkS1fWb+euwzjYM1DQ1PMsO3znQ+Mk9UArne1fvaiWatc8EyzNXjn73WZ3TslC0Rf3p3NMi+vPa2q6qnA2Vjl2tvBv/RaZU9hn4u7KFrzb9JlGo6+i2BBb2XBNFNyDk0NK2e36RlvZOupWCOHoeDv8bxP7FROlwu3gn9K9aQWTcM6vEJj3vvjk313acAsCbbgVgqJPSwOJLSAq8BzBKhqhMm2x0FUJ6qPsdghUOISgvaUX5NRE70DgB3AI8NRjHwvF5cDAs5CWhh9joqdB9ZFN2HvwFvv2sJdgkwimGY3ASzDmU/X1V4NkLImstT4kzI95rbf31VR/rJppDNdRN7g4Qz59IvJ8NznE3M1wbYVIagSHG8IzRj0C+7wHh24H+b/rY3Ep1wr+fpzOIomA6kWyDb4b/PRpggFJM5mNYHTV9ipLTAbOM3Dro+YwJnf4h+1nXaNmEQ/CkA7PGOgmkGPDTa+ttMcxsT7FlnP/1WAYxxkLW6K05bSGe96syJCsC1wcH4+qwd1s97V22rqBxGOVHJZoZ3S09lwKR1o+ej4MpkH7GmOivJSQIjkONkyzy6h/2u255Trc9cjeqsrAlmqXXFGFq+p2y2DgDrc1p8sdbimW6n5jX9aOx2UIVm72zIxxgeI+/BaKtwZu1f+kzSg8DxGApDcwGiUliZK8J/AQpgNQ4QKb03W/fwtRSJolCTYdX03gHgpu9OSEhAnIoNJZikbQd8xm/moQ2AtkMD63hoHsEB2QFNAifITfRIGyCAeynSDgDT8s7OS/HWbJH+bQfpAMAOACMPOhvxki6e6wZkX+P/PocijucX2Gv2ckRprIc+ChSkWlN7PA5pgrHffTKQ4hBZ4dGyMlmdGd+/Grhqrqvg9bfWA1nwOgFC/7TlTBUgPwSiCDgRQOzWhgdgKMFo5DLGdvN+2sQksCVy2ADPtlQKvSch5zqH5xvQnwLABpuTwZkKgTiUzcfjSSLTFsfSm+wDMCMAvJVUcRgSVFSiyW+tqw9IHh7vhJKML+tPBXCc6ktTne1OEBBQ9aNF2yg/Oo9EHuZZwg6v4RRe1Tfi11Sc8NOJE5wpa7z0DVSZ5UmumRZS0wKb93FGY7LP41z29R+xHYfwEEQHgGPYq7VYcMRvAeAjtwZUtpy42wH9bFHTFV4O73q+4WHhFDI0kac3Vhz+c7JJcJj+S9Xb7Nckf5y2iK1fxYMTYNX1OO+7zafl97SldjLAhWVwFIZ/9d9fyriWPBM9z94feamZfddcnxtTB1Nqj3A+vUa499HCaI1J8/L3P5IDYxyVg3OcaZajk8zxVh007jdNEjzz2twVmfoecrw6+kyA1nTwvROaRm5Hf8X5I129P6FtOvfcjoBb5lj+GA/UeZjoYgLJkkUTgE6FNDz707O5Tte3QiU8+X4fnZ7Pf1R4TyIIuj5z2mpaztvS5+kEMgb1tHjvdfX+OfikzN8QWweAwTSdmdxnR10tlofempYiH3PmInvifR9F13jF8yA4WruG3SOeSeIgvAc+T6KHf4yLJD/mLLgJ2jRG8hxtBwz9Dl4E3xyDdRJiSHrEwde4IWufFrGnGmUUzHGYjW6msw1yFXun9XUnQKE7nTQrfho9hmxxgIkKBAOaXbTXzkB+x6HLuVG1yHJbf5uVBKVNEO7KJ10tfNy2rTLccRJzbVdCeEtOwgjBjuXJNwige23HWg8kAffQ8wSACdTjNAo9Z/K2c63Pwjfsz63XQufQoJMm3QI0YwULclZy73fu2Xftc2gTmDPk8rn+mxb9JzHqp4O5xxna3KAQz2EerCfvZd59FIhts7ZxPI7Y0H/CV2uP5l6wVu/fn5LycFpLn7jFvGXnBsE2sSpn6HUSqn0iE0DW/fZPfPvfDvltSXefMQmO1n6hM2ktGefqdoKB14Mfsx6yQRMwTmIE/hfshz5L0us8suRKHBP/d5ckO67voAx75W5S5Tzu5NNwYqpD9K6VEWUfKclOeGtwPPdjM/wWAFYwKrb8dBIy9d4dGjpJUqOgpd/t+1r8fnwkiNyRxy33X2cwAeBOlkTnhU9WJuDXIqkiaxM9orGfJL4TMAquzzVJfrD/QIhz/ob2/R5kBWttxydvye9ctx2FjHlEN+Dl0l995ztv+Ojl8YuXakz9LALQLecytkyBOact8o4Xeazvb32aRWrb/bd2qVeHpe/6PuLM76dysQLdjOusnYMqyMn1YYJTKPARjb2BjBdXHhty9gV9gJzynAZyJTFsklnKJ3yt/7eAb7JD+2/+lAildSUArHdGbqQluwph9GP/4+cHtp6cINLVCrhsT421O+Y0Dug1kVy0P0W+Qwckda512p53YHnb7pL4Eb+MftyC1Jsz/iR9NovG+h6sXf7MtRfRHd21ZRIqpVvcpSO+jdcG3qSHOQ6tfb+DX1J9KBkcRmRMvx9xtf63twKYQFYeEqXbPg10MtWO+DlZe/Bw8+fbcSwLOTw4GAy9qs9Pl8sJIPraokXufwM073Wh2awHNIk/4+Dn6Tx45vG95/jGhUO+R5gGJB7qWuZ7qn7tY4//G5pED3eSWSc0nhbO3zvpoJa9284lHL0U0oud0cnp8k2leO3nkRRnnUfONG4W7bOH9nV8F8tX+frfGgcRb3qPA2N/CYSnKjdxhvVf6e9NBOn1A/emICI/2LXIiJa5r67Bd8CebkKaPaXxlVtHnseH/ioAfN77XUPCij57CwT6vowzz72TPdWJ5utIUp1C7jdvC33GurZvZCKymfXHPrNt9emPTtC1v6AyqP/rv9Ph51//9a8jD+xjHF/IbX9OR73CuwmMjj+XDlXfOw6Op/Dj++ANAOu9dyxyzxs/9sLnn+n4RWRKr9DGqzqBGvvSxWvSQWOXY4vqCakY3gSjq2J3cFLHf6iQ1r2no1lVojcteu+/OWM/gru8/vI1yU1g3u0k2BmLE9VTHJd4glGk5QuYmhU4xS3fBz5SaWyPI6M+Ie217DYZTfwieogowYV1Qi2hxwmQqr200Fhn7G7GMU7GOUN2vxfG9ycA7HZ346BkQWAQwAIBTRy6jBnHFU4GhAMZoDIynEU3C5HNmiBIEW7GlHERgNVnK2AyL97L8zp7PJu8GraF23F+Vis3jbHPKDT4MogS4IgCOSByDHCcgmZmVYN+ThkZdTjcdux3T3UMhz7nSuN1+8ThIIy6w6wjnPQuDPX//Mcd1GyCJmu61/pQwwfoyWi6ABaApxw+GVfOLyKAxf5YlQ3t6bPrvMZRhh1c3nZ02Zd1gLfUCI0fOnFAcauK3oBsK6C33R2Bfo2dChzWAAcu4Lwd4qZLK+M91w1QmbknyPc6l3DYdACIzBDagIVW9mwqDBjOEHkV5a51eILMnHYSn301zS/vnOy+OjO2g3+layz03HZ3AmydnNFZsARU4M9NgEhVjQKsCDsSMH6j5TZa4OV3vA6SiPXMe9sOsoFB9qrA9rS4IyAUORD4SDC2q1Wy/yt84rTBUawztYMucG7gHETW3PKWM6BzxiAGKhVkGFcdmD1BhAqYcB97j0zQKE9V9MzJ1+C4nsAWNI1u8RrM8/k3NNMOQX0mo+01QLKGATRdXdFcSzafn1sJFATbO0GDgPQB2NWizlXxE0hSMK5blaTVh8a3Ga16XVc2WnyS5T8VWJLjaTk+AeDPgDVNjWPEDqfpcKDPJce67VD2K2NxFagM0TmbcsHuGoG83yDjI2BaouF80fMkf7r1pp85CQzLYzHwtL8Col0tC13j5GU/bUxdGfD5hvVvY4V7oKHfnKctv09CwOgoGzB2yifA0no1tDsAcAwX3tdBQp9hrb2Yrharp6V7J3gx9NdZoHZSG+RPUshkykpeAETBNQD71YUbfF35uwkkvzma+gwPWgrLuXHOaK0ztN4KfBzoHu8ESNogSQB+gpAWVmn5kzmuA4kEtt63Bs/tMGb9U1Urx4fmvPjQFdJXBYyChCSTJfiFbADUYxg6U9gEmPEdzDrCoZ3W0OzbraXBf+M2z/fgj8gtvQsDYp89+NCBU4H5ac1tnBTJZMk+ot26c4Ks7aAl+7j1aZ8h2A4QeEvP9vV2PAVvh8fCw/zoeyezHObc8aDTWFvu14B9bMUED3qvW8/pfsmoc4abDDs7V26sJP31p+xc9q3fEbrJ6mk7acH8m7NR96PLWt92VUHjKD0VGj78a5pLgoK++9dpMZdkn9nH0T3wamT03U78LPHwS5w125aWoBZjIMDov4dITgLCBNPtACl7yntUFQ680/LdCbhJ1tUP7SZNa0MAfVwANE9AsjsiRG+7nYef1c7A7A8JGwTas/cdcEEGtm3ph5VuOPJ58DHyuw3ohBDjoG3s7b0oxwt4kIAzBjs4T+uPc4t9hPZbxt32zpw5qmELb4s+PjmWM7kzX2xUEvSOs91GeQJJhza0f0+SWjvszn46QXircJibxtlnVuEQjFxfp9tvjl/w0e0A7fNWN+kDmSIsBg+chMhJMMJhGfodkDy0zBpy7qG3feyCsx+y22ZxsHPaudoJRNir8kdYbqE3Bqi2A0TyR3tNAF3X86zmb+jzHAngc8QyoNZjV4L0OCLB62+bOpw6PV/4N3yztLA2xZ4hmgTASYqe9Tq0893c/of2YyBHG3djp4GbPS8nV2UQca5ugMJjdkLmJtCQA0IgPTo7DurMMUFjEp2zbkkGt152gCoJfh2spZqEIHNa3sbOXntn7c3FARsg7La8rO1l/2scnl/GgP7eca2D9FSK2a88MvtZf33TlRm/dY4LhpTTdBzFq3k9jvBKhNaRE4UPSBLPma7ZD3ipj/FoedXr8KczFztZk6BIP4912i5V2QvxEhjbNt74I2w/fAO7KuCO/g/FkhALv5Nox3zYs5bFxkimz+iVxgftnOXerZTLIp51qWQ09h8ZmtFt4k07mdmXHLMSvyD77r2bgoV8Oo5a7+XY99V9Js9YB/zt39kABb6Jnbsncu5Fz+FTNf0qHFEBun95s3fyCNuMHvec9dq2dval8InU/czDwXXroBTpeG0rQVB/M78Xw70dVH4mHY0csiwf7D4JBAebfa9sn02wczqgWZ598z3JzvN39id42HvzJFcb09iOjvzyuKRLZh13jZY3Pe/xA2e/19bQ39jTrDFjbv3B/pEAiT1ykie0lpNs4+eMb0H/PglY37+7gnBxS+aan+kiJbk3z2h901dqT7sVPPOERjWeDl7RseYE/sb/TLJl9PMmUPp547vOe+8qUsYSX094902Izn4lgcBP+Pb18B9HYZ1KxFmB2WPWUb/ZI+iFdWTO+o0/oNfI/N8fzL/pttUJfyQUgdd1aRI5MzdkEEGiJFRvskzsnNVtb4I2iXC/JaiC58Ciqy/C+4zDa4d99o2r7ROvhfesu8h1wuqts3pZjEmFPcWHJ+C4dlPjn+bNg+8szSJv8cfBG30MjddxbN3jcwHDVPCfsbHv2IgUNlhUWp4sHmtM2v4rdPXxlz1dU34hj6y5ZY902fp0kFu/iOrzGGQEenYT1VYOneROyTG1Ih97ggpV7OWu3O5xpkAn9n3rkaxv7Hf/6LLhAHdR+P4GS+/zSBr4WQlOwQs0BYYHY6cwbIuhkFUHL0hW19ES8mM0nzb9hnajz+DZ6J2xHSfmp3F3h1l45xS5jH2nsfQRZLovnaooNGyf2CzX2Mx0cNR8OxHot4rmEy/7HkGySNO813B4K8+Fb/edvS/oe/C5xru6ImO+bOD/+N9XWv4Peo5QT2BF1TEMcg2NFZEYP51N2EErBvObsNWLY1zPeWf/DwFg36NFLqMmLUk3axrB2wHg3862Mb2XwuqqnQY4b4AvfDIGkxxikxH6m+JFMAMokiUaQynMd5+hwGaolYYrPhs5nzMUt/rFYN0B4CgWhEkEYYA1oOdU3o7x0ZnazUSdcYUDn9Z0HKaNA5oEgICqNTZv50peSKLAS3CbBZMspKPMKvEAFrdblkDPrAcVyt0S508BYJyZTUMAGYxVrRsCuys4NG6COTger+2ZiZEFm+srQKH9nht+q/BlXdp4aTCkwBQK5Vwj4TZZ1ASFNDcCwN4TGXHDL//2l5rZ502vcPKeTdCkaSW0m7218BqF/Bp15ouha+i891rX93P1nK5w7ZYxZN91ZU2fTdz86X+Pg9HrO5mHmss547sMe8YPT/KObqHTgbg+D/CHsDyb1k61dACg8hcAp8/0LGjojJOFnCCyrsch4jVFNxfQNXiyfE5WXNYjwZYGsF3NsGuGg2ZAdimI37KTz3hFv1Yukwo2L3KwxDSX4A30Ao11Nh5jtVKaoEXuF5EBVm+HKQG4lS9/2AWC8N8GO1AyABGDSsCiHcQZyw0I7Rj4ntMBYK1/9M06hLmXalXvUZ2tlr3e4G9GrBar3/7IgeZ3S5Ytb2odaNkDgAVgJ4gfXg9YwwseXWJ5P/LBOrk6eIQW76QmDPZeyeaL8O9UlzbvaMhyrH0QokGXn1MZ+7cMC6jzJXh/Tdcxxh3cHrnR7TW93302ig2GCcJrHBUA9u0dWCzDZMFldKEdIDrn9Qv6GPACcl0NnP1v3kQWoOM0D8lUty8cYySOI1WYJ4GLsWHERe7fAWA9hwDlyvWbtlt/wL86+/y3M1hxfhyZ6c4LkQdqd8b5QJ2AEzqenawAMKMwLvD3CTRkXwdAaEbfw15dn3XSPeto5hU+22wCreaIelZadGf9+Gn81MkKPb5ggqHVe/m8viQGdsa9je1xmJBotGfcBJd6fzgLeWjPNCz8aZ0anICOofNNy8tnOOUADr30mYSNaXkP+4Oj5U9HCGh/m8eRfx2EhQ+g96N2Zjud7ES2+nyJo38dDnGicjal99BeiHWSaT98plvt43mnZLI+byXlNV2ndyedtjHnawZ7NMbKGoWOOwisz3EaRjdlN3aeBFqV8Bo5JLpQgiPrz/EyrNU/Plzeiaa9v8hqTa6dkqyDxi5cr0mQPLXvSSCuHQVdAcZ16GdwXZz1GwCWXIDXSPZoBx92GnTdFSZ6B/z54qvwPZWVlMVvAD3rkwW+q/Y3gxkZl7lk5UiQ1HdbYdOrunvu+9aHfi7SWvzjHzobUa2812Dngs2N2Na80EyJn0NbWr9OZI19mTbzGUNkh/b4CjCNHtY6xQF328mMh4DyRTtg6krsYIzaCwL2oWP6fk1ijxNCsqA43vXv3xJdrf/mPC1dkwSvYMzjqPvGzlw5G4wjBk77R7+tAhrSg6aRG0/13+sXoCpy7SHWAjvjB/1ZN3wOqVpTvf9/GfNpU6KzuwKlbackdG5ghv3thNOsd7DUy4eRrTddnhZ435w5K+7YRkWnzf96gvQGchb9ihP5dX5ad9fxKDiogx8zHtPwYDJar/Lc1tesqXGKkyo3UEoQ2PedVopvAjmJ7eED0fhWGC0+oAX3b9WFwiaa498/fvVaO1npX68AsGQCdmLbI83Hej9JCjcf3QkpyLkwR9Nr5p7ge57Aet67PN/N+97A1uvYbQzWz/l/DQAHD+c/jaeP1Mhek3SzGOxPiR+8H7tdf6datRTzXHQwnfVwzrD3HtthzBFPOyPzaTPE98HRycLeI49IBtFe208zn98+puiMMg38zuCzezei53M9P5ss97PDDvtqbDD+NNE9+PmsqcZcrSV/owE/a5YOW/TtbAE/IPc4yzfjgNCCmd7CBhIkpNOjX2LrwMtvADjybxdoZebiF+bRSdSe87DC1SFu6KvtcGgAe05+RuO/f8Tv4GdNwiH2NvtD8U/Gn2vzb3XrkKLIICwH7OjeABnrRwCYRDWPZzbBwZ2p/F1aWD4Wb16tVZ8jdrAD2+eYAEXam7avr/fh9slm/OksNvw5OBV6abliPqjKs5P8VgHgc823ZtgH6BXoOXT7Exv9lnSp65wId/ieRIPBDDNA2zVK3B1w/lYUkwBo/DC+kNhs8b/3fBMMJ2Fo9yT7L7AR27HtZe7vCvKrBfVzdj30zt4cP973IPyz2AR95N3S4vpAwQFvoJC4RXeFalr7DY/29+xXjgC5lY0K314/SgeIG7e3jqKStpMlGMfbgvsUrXxrzvZr/4QjiVscPsal9FM9xLa0HyyddrLZK3+CQVb+/hbwbHtQt2MvExDEBuw1JQGGwCF2AvZ588O4AS49Do9YbrjaPWPX/3+LUEi2Z13sH58ktt/s7sNr4sNZxByNOkccGRPfHVVZ6/6tcb24ueUlMu/ogfKl4S/8mZD9dLIZfJwiqUepauvYU63N4DLpMuUDS95bfhw5Ed3cGD3zueNy/uTglfwbX8t7RBr7aPudAPA3TAqarqTL8TOSiPb6pH4rROnEa7+rknrsC5wYJEUzvT/WEyeR4vFZWea37RTi0lLBs2Auxnm6ThizJxmmj9zV/c7Dnmd7HUlwkpkzOEq7mE6AiQtdHdWsZzSQ6JBg6sH7n4PDXGC33rezdqD1zyywgLoGv5VEP1urJYB5Z2DR0kyPhECvQJYIrIDscSid3uNyzuZdAGoIjEVtgo+BHiJ1O6JP+uCAQYAAYNpAw0BBMFqGlQFrIPN9SasDjaEzllqxv0D1XlCtdQxUgOhRXr8EgFfoBThdvb+/B2u9rCQHSDkIO3uwTqM7wNdnQGmsb+WnxpuKgtuA6oxvXbOKdWjHRlQMf4QEwUYIvtukNLOgEJQpnAycOBH4kfFGxfhPYROBglCkTXCDoqzdAq73jIA4MNap8+6v6W8CJw02vA4D2N59b6DG/XcW6MNqWr8Cf+/zup06zoltWzNMXnTJ0xEeOAo7CNc03qNpp8EBRGOIsrfan9Bft8TJ38noWlCvLTXoNNBPi5mrpbcMXAVEP0IwqH4cOBrbn4w91iJrnPuRKe0kaieHroU+7kSJ0Ei3fvjnAeCd40s/2ctpk/WNS8DBVR3jZDvtorzwec4aFDf/YTAfp+9ktzbQvfZvWkMtnWzlLLKqgWRXnIWmN/lC178BCd51Mo7aYh+ewGBpkP0m/2BgHMO9iB65fwEaRIIAxGS+3es2I6MCd/ghMmkTMKgA1uesqVRfkoCSmQyw6TMmeIYAPAEBzU97KRCfTdwKCvZ1zyVtoJwA+nat6HZYkgUakGR3nqmftyUh8gR5ltzwdQJrW04AwjyYIWbMCXC6m8NkiDfgBuSj53LfBo/Row0ID7/9IQAs/iSwoAQU2/7jQDoOa0BWgR6tOw6UBf7rFNK41RVo6RQHX+TBe35LVz9oXv09nRKan/rfHQSOXtnEmkOLdLgosEaCRq7Z9uOQ/AbtpP4muFoA/UogqsQWAgyag43GkS+9rgGumw2oADDOfo/nCaYEd2wAB/1o+Uqmt4Jkg9/0DJIrDritZDj0zOrgcsAWzwuoOhg/P6/D/P38N+Oog0cHLNvRnjNaos/SYotM/a48S4BFOGpaDg+o//vf0w5JP3oH8u03J4Xx51RLcQ9GDzTyOuSR/aerja2HMcIeMOC9fhxe5k+pWP9+2hpNC+t2JJxElkmOan2gOb2VitqVo4dG9+udBIDRuRnHBIE/PvjLZxiJyJCvn8ybrLQ/OU3Yd2Sr17C6YnSmfSdZsIY4exYrpiNG1j47cnh3Kt0lv3E++zmfzFUAuO2Tvv9yfNb+9DqEViq4UObVZolHiIBRObO636W1S3UZZyZ/iayHO3EAACAASURBVGHTuUDyyvj4Y6lOMIOH9R3PJEGyyQlHiN73BrY09nPEz/fvYwDPxjFmaNzYzhnmt0CJo2HxNTIcHeJ3j362vCZrcR6s8QoHdIAbet935xk6ay8VK9FrBHbY71TKbiCDgFdoInrWDrr5MWz9Pk/nhODaDjRkj+nWIzs5QfGr5Z7x7RyVNIuveXaiqt87srvn9M6PCmfwdRzoE1RpOhxM1liuM9JPgtO8QHz6/rR8bf0BJuR67AWvxSRCWd5J7wyWDAZbnXKc/eKPsXvWPnrbvd32mSrTqAKJ7ZfEwTjys392dExXjrQQjHPETqGxT6ID1kvT+Mrn5I4OYG8i1/eIlu6IgC6kkuWf7SVyTzwquw7comeEbseWLkds88fh85DrcXSyxpugUF01BuiKXpDtrb87sQg+2E4i856p6A3Nr7yQo/M9uw+d7yUvcYBc0jPE5n//EmHgJ+k1Okbo6Ikkaq4eFt2lQ1x+TjvDE6gOnUAP4CFJn+ChyM8OOPk5v/BiPg/Nvj6H0PH6y5ywWbhF957EAk/eIyj77gerDSYPDaPHkiCSsZ9OL8Pj4Z8kii6+Wgzcc9L9Xd2LvGj+PfhD/Hpkx2DRWb9D47j/xqZ4fXp7XRIde3xdcd/2Cb6utBEXPn4SCssxbZ73vtz0j99KKbBHPpbOzb6s4xusdSU2j74mcc789QRCtKW2pQr7X7z00NORl16IpalzxmddD+2AtU2H6qA2+KfpdxOxhh9nnEe+oM8qKa/xhecmd9s3LBKw8hl6cDBT2ffIcxLI0iozuFo/3VkIHIwcbqq/9M+DFxpzodIcAP5kJZ1gYkuMXB97vH26vW/6nIquzG07pNmv6wTku2XqVrvu0VLt0+q5HHn5Pfsv2bWieS3H0KexrzHeFOHIFqtEIro5dMe/S34Ofj78+iQfIOdCKytv3yCwnokf39d+PIXeh5eOT2HG63WZowz17D626tCJW+JHHjq5ePgTn/Gb6MuevgmJ15pa1yapq6tD73WPXZcj7YLD9HPk/PdvjsJjfvk+sQp+oFPRgnX+tz8kruiaBD1XNr/ddl479dgvJsLb5pB8U0C88ZT0IN03sZ3aT09y4fJX9hifR5JI1men794j/8T36IH4YjP7K+Ct4f4i63p+skOOP2v8PF3pnDUkaWXn3vvW/47sGX/UjAe9EBrN1X6vutHNRpIIkoKIkVeS3dMxKXgfBgwN9X7ji+xEJG+XdeUefaHnebkIGI9+xnbp9zT/eo2qUIv3v1joj+siHTPBP/x2O/5sEvhaAlz02nTaz9Uen05D357p6NE3gTK4KQk4yKN0gZCtKV2cJxqDSYc6+Bj50cmvuWgBn3ySVAF3kmXwWI5qtT04+7P+cSVYzyy+rVNiZdY6fn6PZ3Ri1kn7m0Rk/x68cPlAh45Ym8MP7jqaMTgpbJLfTX8IK9078QXxEh2XPN1ZCxIGwAf2TQzZhc7HjhTGMjCefayuyL91OqkhVPxAk94jepXw0Qk7jGtl9J0c7Ll9WSf/A19kQ7R4KwEQqMlwzkb6xrmpmQIia4alOsZGfTlgAERdVQCwyKHl4yz47pNC3WAm1QVLMB0guFoQ/xIAXiKeSqlRcv+ioOn3v1YS3p8/GGBagzcAnIXObvveB3gCMqIoOT9FTB7GSwWJWlqu0KKFEoywAZS0FrNw+u5tZQVxw6wofQCqHF3M6//8531uZgiI86fuCiuNgYOuF+yllWn/AFyi3D9DfM4kBWCdgMvcZCA3ACzBN+3xBvGo0JVSgfGbbjrTXf92YEbrbzqNQut912txdP0Q6hIANmx/b2nQVSUBRrdTkTW/MwYzUQz4VkpRIttnvttk3asaJcT+vxXAyqQDsOI8Q1hCi/D3m/FyK4IExOJUMiUfemZuWb/QqC6TUnZ21HejlQGVUrM+vD8ga6tjAVnwGYDFD64AMPyk3x2o9P56/XZ/f6yZ+Lu8mkcYTuWGqznqvEbu7/cAFK34viB1+HcNIyqUtVY4kFFmvWft1HGgsc6kPKDmtGpaxaPvDBqVXamEll8ADjT0VjCzNrTLyFpuVUO38EIZduIF+9p7jmxGnrzOEf5uh6LGwVocJ/SAbI/Re47zIrvAeRuS7yeoaYByqNIK9XZiDbD5ZxWoZowJln3vbnmkrziDnlZBZDAmOEzVdiqsMQo0XgxrJfhsQDt08rYzDC9FBxE4bv4kIHvzWmi95S3gs88E59ns9dFjA57yfTI4yUBGlqHXxVvaExv2Y8x6/x7e1nOa/16Hb/MjY8VBn5Y1kS/vfY0hbn2SJ55EGe2fBUHAMi30mDvv72xaaPGAZz1PNDWGCE6kHvs1D+uqOLrZD/1WIpWNei3UR3///tdf57bXIMMgdutw6ajZGwD4WRdnXc4aVQLDC7CT3bcZpug8ApxUyEBzm7xQRu3shTGFHebrNARQdzABOgTsChv0uuMIgn86gNWVBY1dxCc4Ujf5LViQKggnWIgubTiUgWj9eJ9z0oHdJAQmKQeaihMpxjC6OK3PNgDcHUA2AJcAMPumxDVV9P+m624ahLP4dOm/aYw1aX3J99DIqcgT/5RzAscCe80aReeE5+UU6QDwix/virlqY3gSA0O3+pG8jJxI1V06/WyiiAPVNtpyPa3lTB9zFlYbWbqm8T4tj6V32lF76GscH9IT3bmFSsmRGCcAHBpdnosDMN2H3gAwgRkSNkKHawTjRGnMbv06AswOSu3N9z/an7edAS7t7jzw5qGQJ4nEtsLnQMIoF+3peAjRaQeAdb94ToEDqiHJzG8d4vUek4MA4ZH734Wnw4CrO8Z2GHnVCTc4s6nA7ODmmafGOt4k1qkx3MHXUyHRGE90kyMQllMav2QeOqIhCRypxLkr+2LDBMNdnXvGQX7khyqEfO8kzkk3fGKh25OaFs4+R4aoFScBjr++yndorbHv2dfv+V2N1VVxOEy4n3tIhLLDc/ajq/6wi3T9G1xGVmmgmht82HgNLGy8ZWxdiYDmS+zmcj7NusPDRydWMBt+AwM2DoePZcPQvr4z2E97tmnRfCrXpz079kw7Ml1Z++1zn4tGUGHbpIlPN7i4VJV/KQAJTf/tX5LEEnyYBAPW/+zN2BrIQMZJ9Yj3ZJKifsM3wWTousIXs44dAD5yTrKsBh4MKfw5wZiPBDmDjfmD7zsZs3HHSbi3XBG1CNds6znLjpEX66kw9x3eRvd01UuC3aki7XVHf+gJHQC2rvru6UQKXfMmUeddW5AAPWS+2xY/+HCcZFVxGB6Lcwx50bQADuazvC/re6pRvjmRYKQNcWK0KzK2u8grc0n401oq6OD9HV8QZ0D+i8avTjKyPRUQH0Ha+DABJzB9zj1lTu1MbFu058K/u2Uk8hpe9lyH918++VObw35e61v0ieRzF4x4b3WswpzveGySWbjuamR7d/BE2yAHt5T9x3hZMwJGvefszcFb4wTPHgd3tL5I8CVJWyeQwDjHrrv8G9i/xq3Lsbvfex6g8bQr1KIrvedzBrv9TfMs5vU3027+kupre/h06Pq+QxZ2gYi5dmy4K0EaOvvT0V0zheij0BvB0dcvKvzR2BBaOOe7awyTwNH0/eovrZXsGOQBGFO/5S/0mecDCN6iDPZrA4MVABZWnQAA77wq2jW32bOuNtec366WuozK6MNj0Gn7BZ4AcCpk8W1HHmVe4OgEDE9g2WsWntwOFvEf90/zXWRC5GfjFp+5bhqLrdntdRub6ZIUfOjayCTJ1+NfqwAwHbi0Z6lsk98qRErSVHf4emWK6bJ8ZOKF2Ld3J4DIxTsA3L4wPYekQezP2BDZ/5bJWkePsXwa+Ai8F5IFdBtVYuvY961/29/M/r3V/aH7Pd4IGau5tA6wf+Qbjtbc8mDkUBe1SVRKTy6vjI9o5NNv9A4d+H3D5wcn/+IvdzK65v7Rmmw5CvEIDnpccvV/F7lQUAVA6mwnfDt4BzlzksSnAr+Tgwio/RZM0/2/BYCRNS3zNI6rW9xsMmMJDt5CH2jv2Eieazq64SvdgD5HwAUb8/43kcFFBOoSNAUWXYSIbvUYxigm0ZDvsl6bFOwxyh4ZPN40w9q2Lmo56n9/a2K56T3/cNUXAPYjRw713Hk2yRvumGubPn7MjHnjc/JDgGWg+U74CC9vR1F47pbf0z2g/NskajF+OuuwX+yjacp+ssiXe0534P8E38d+bZ7zflpGLQZRpyHiTy2jJItIslz6ubEea9L6MPbn6kOtY2PlbPPaXH0EFaAbfkwC1co3OtR2Mm230O75HRv8H3//r//pSiYIh4GcyR2HSSB/hCxEymdjdA4YMZir1r0ArrcV61tB8AaZ+0y+rkQ7Bt3j/NLnJ1BYjloYpVtMXgCuMkSY97+olYECihYKe+ZXO3n073aYQYTv2U4Anla+bJCdOm5NlQAkP3IgiXFxdLxEt+Ocyp9RVDCdfmt/Q0gT2BUzf385ACC/xQTIHMA42QB5soVBGfICe2RBBGzsYGmb4EyjAudkrnZLNhiPdWWcrDFr0QJe16ygTeC5jQ8cG9nn0GQ7gHdV1wEYOtG1BFfugCzzzzhZsznvYDzDncnFuwHunQ0ZWtsqVwyS3sPfFAXfa5xvxV8nXQQQboCIzHYcOZ7DrEscORGaJ5N+Eg9S+RSjgmdybwfMTR8CgANUkykUQ7bn3w7p/yMANYbke4YSCuYNSOc9obNj3I/j+AUY0CxrdlqLfA8HGG5VQDLVOjP6rbDs50XefYDWACdVKtat4lmBNNHHx6jHeWblSlBzAmm61skm+SFzTeNMBt861rU/VhhkW+md087YPpijxLZylLUC0P1m9HOWgCHtOUt8uaMr0LTenC2hK9p4IPPupeOcwTyOLGvc8FbLT5zVAKxD45JHY1QPVx5eftvGJyC7xpuesQH9nwb7MZgmwJMMwlW27Ad7IrrW83DAaFxbyZt9h9+jXElaKUNuKokWdGamWlfARht1boPuypNPvk0WS9p3rCO7jRaP6XGYZJ9G/hVgzPzyfjuMTEMBT6eV1oCoDqScAJ5oeQLA4QuBgqHkAaf5fGXQgr3pVDEAkkoq1j/t4W55DUC8E1oyL37IuJRhcp3B6JZEQw+nXWfGSrDLw5/H+d9at5mfMp77+zaU3Fq1Wid1ZqmetwbpdrHAQdcBvdfBEVrSAka/oJ9pkfN/c+AB8LoVuWRVGykLNqerimS3aIVM3u/v398nPh7QX+eqsA8v/vE6P9V3P5z/QxxvssPbErAzdQHjmodwxhUMOg6DaSMnnnwM0A5GO2g6vNgJW8zpjH/wLPLDASbTls7gXWzInOlAE4wzDGd9sVgJJx/vgg71tysNm8lFEuOc1venktDB1hipvUZvMLcxDFUQOIoa73c7PfgbeoEXuoKqHQPJ+k7r/+Yb5AGy0zT+8U70ytdydjDvxdTek9ED5dA7nTl8/8raXiv2W8vegTGPYzBEVwfp89CuXRzWNauborNOG/Vf6Kk7jvQc2M+7IwHVxCXDRv96nU9lfTK5z9qfZLyfCS7oVb2bANjZq9HB0WdkRgezNV80zjsJhh6XMMli6R4f+iz4KjQunCDHCeDmCnYVVnlb3SM/0fvoX9az9Szt+n9PELjxYWPvE3D7huoW0VqRSajr57PXmTudAm7qvHSG8V/0KnwbnkoyTtoNL1bbYEHej/zi/jhJ95xWjQ3HTWRDHFC6Ji2bI3+ajznjqitIXv7S35fTZiotsS872ILDnYBWV2e33EJkdYXDxRPjsKYDiObavPh2+ACvp2ViqmLbOQINMt9OgHBg4lunIxsU8KuuMHF2V4Kz2F/7JPup7F3omYRPHJgKyNC5pRO4wF199lYCwKl06Hc6UCtcNxjt4F4bFWtjng403+cOYFpvjQNP9xpfo4cW05iGeXZ1pemOTpP7GhvuoymScrRvTvauDiTvGZTWb0MAl83mVtzT2c24MG1BRbskOWjnD+ayUz3y13h7zmCPM3xbBYM/ukuW3tPnI2oTbSdPQKeDcG9XC/NNRbL7CC7ki66BrtEpp7W2d6F1epJPc5b8BqQ70TDrsrbDG7BCnspG1FzAxPDrZV9+D8rzppuL7KapcNa4qMSHB62Dp4IKem7ZgT+NAI1HYP9PwPEVsBO96N3jyG87yokXDlzcBQRgjwRRUtjxYuccpyEmRD6vjeW5C0f5iLM9fziyOte9GPktVDnznQSgU31UHVIsSycB/STLn06I35gnAftyUH8Ptp9ufISxa4X/y6YZ/1HbVj1f8Cy0d2Tx8FjjeyrD9JVVwPceqgFNs+PYz5pEPxNA6wRy1gM5eegDoq9OQx18iHxIhRs/YMpOWEWm6Rq9twsckN+MAXvP147jXXNDHtMxbauJ7yDOmfPT4cGsOPjjtUEi81dW4QvvhO3IgOVz1vfF2ce2GtYnUJb5QJ/CBumAl/mu/7VpE/5ErzdvsiZ2+NueHl783tFB8FsvaK+mys0JsBlPV/v6HZbL6YxkGrZsybXy/Z5K4FmOtvs4DqODhKna1rPiU+yf2A9bOX5/Gz32tr2PTTb+a1dYagHzVPgDfQzuirwVdt4qU10f+xu/L8/I7/jy7uKR4xcr0BMMs3LSewruHid4VyAvv48tMHKacQS3fEcjzXppTSNXtvgquC/xF/afdY2duDL7tde2MCGyaZvoaTybNEgyCDjYBWvqVjcFahSmwcNtO3oNjKOSDNz6sxNesB9bBxAA/01/dADfe23bfn2L/NtFGiOWbtthEvC+NcXn1fGX3D/6Zip3+7hQfLnwTI8BvyhjkGzEv9eYFcx9eH02ru1xEp5vX/sEN2e+0HyOqEvsx3kQ84W73Ug7fwbIi6vPUWRDe+H1tK1/9XHbt8Qf7viPEl62G4eLwdxiWMkLN7bV6Hotwmck7MZ+Zb3XvqvKcDBFxQJIitBaJTl4inIkc2cv9cu4s/7O+sduyn9rF1uXThfTTvSDx96uP8gesIb5r2Qd/6RQQvan5HsKYulwsEn2XE/CE89fHt/26mAfZF3wtXCZAtQT3xt5lQ6kUU5Hr/z9P/7rf1wRKkU4SpJsdhtg+K/KCebnmVguef7jj3/8XcHCLAbte3URFU+8s1uhouh+C8Qc4TnC3guDYh1J1obwNVGNoQasd5tYtPnjLOd6xpC/N9ijv9t5AXiMwbFOHY/he/6bYaSzbk5WSSnhHwtHqxc7nxLh5wfBfOY2vfeD8RL0yHdjHLhEfzKdRsNGSQUYUnErAaCz2m6H6qe8P5CBIWEbc5SOjFeIyUFkZSoOwLhan33fad6cEfDuz2GUWa84Qj5jeaqhQ/yZfc8dJzU0q+faQQCdFmj2egwdD+me636jYBy9Bxz8Quc4Cng2TqtWOG87l1/fNQ6k0PJe0Q6uvg9gtsBwsmiLf7P/tyMZoU0WXgeAN6sxe1q2azliQ9/HIGJQ5ajo4DWKDkMUIbwZaeMAcyuUe2W60wDzfNt/UznUTkbW7AjcWZO33atkhpzx+hxh3i3RoPdWhme6VibdCjDf4NDv+cGHR1l7X6rSX+Pzl3Ej/OY4o4Jn3y/tMsqtlMyd9R7gRVD6PctRoGHbJy+waNpAMYqeu2UUijJ8eUN28W7vpQ3+57xX3eF1zf/9oHmMvTdwz54d/h5+1jiSCWVPtWVVqlh+BoB1LfKlW3y3kdXrnL1KC7OT+WZ+fU2V6CEUP0kRDSjDO7dzjuc0v0neygD421ehF4YLOJFDGWdyv94G9i9Zz75lVFIMhWmZUs/p96qCLAGx3NSGX685bcLWwafkpAmcyGE+VZCsI/SgMSjRKwbm7fyObMgdntvnQPs/n/MWYEoleTtmX+eB9qmrP/2sAbidQIFjCbCr2R4n/FSI6Jo3cMj7tGd2wCuzc9rUvXJCLdH6TBy6kjBP79lUwmSM69j2us5ZStKDbnkmo+u7uSs2fyTiCKuZ/nXm6mAAO9xTBeX7P9pa40VJWpWoMAk11qOJyoWvDr1vAJhjB1rXvWfwgYF+zm8TYrgfmjGdDh4DG0JH/EYu6W8qX4ZNjvOPNVwDbeWMjTg7JeI46Dk07+vfbwAYHk4CAMbMAOoK2PVZsew5lc2WASObyJoWyQ9c8RAkN42Ziy52/j9byfa42+jSu1+dovfHkZOKAtYOvWUa0k3FAyd4Jv4YWdNyHUMLPoJPI5tiVGg+J7CtAMH/JQCscWV9SBiLw8wdH3zu2ICGp5Kzg5m/BicsGKZF6Mgi0XoHgAkEIItMT24ptdQInjxr/2CYOP/GIV+6qgN8ee4aZLw3c1Y1ssYZHvy4MlilbJWXNyI/JUtSEZO9jTxPhdweKwHdH3kwZwhuK1p03BzJ8d19AuMk/Y19wjhkp5zAi8fxZ0zTSUt2Aw7vtzOP8Tcu0WcZx7YkyxzSMvjopQlynw4mTOd7D5Xh7cDptWI+t2PKV4Qnv70GT5MAFQddAo6pIplEXq1BwYUOEB6s9H0fvZ+qg271KV6UXca6nACwKlD+7a+Lh9lrO/EV0P0CLI09rXfHlIyTTsIobVZNid/cOgCsGTupc462cAD4u5bAJ7IjujHz/NOes6ZxwGueew432FmVtVq/N9CIA+vXs8K+BydRiuTmBBvTau1uub2Z+OuUvKCc8PgEgJu3vK7ffrZTFPljGlJl0rFRo8OytoUVpxIEOjPSslzcoyAcYDRO040RGr3+15gmmG5tIn32/ZdAIBs8A1IlzhDBaQs9NHpauSK7Zv4cN5JEiRVscjy3rgq93WcDR9hk7M1fImsCwFmDYB5VuCaAoSdvAJjgSQdItK+SiQQA9Ryt2T/+/vlV5lgH3ttrxb/f7lMdtAweUxePDfAFDwuzpmvIwW2jz9puaL9GquKy/sjZTjADP72JRQTmMq/BF4PLmMNvtsqbDEMAoP1d5/6hG/v2RuZ2hf3V/UlyQfpnfkSLlhvWS6NX/lDJhQM/axA94COeBuintffTzUFjG/zn+yaAoH+fxIvv38J9Gv/vAbbgS37exPH9Yrvctd9i/XuL60yvvwQE3LHMNp34dc8ojA4kAL7zP7JvgmrgIwLe9tPFjE3i+Og1Eg5Yj7bbms7poGa++h5kTMcZit+FsuP72BD7/2Q6W1dHJtLh6vgRT2v1zAOsHjs6nTS4/yTqar+OTE5FqnktsNL23Ukcngm0jYnt+uoSHccBX/ztb5E9lj+eo7kmT5sEFNZGc+mjI6ia9L4OL3sOQ296lP1XRUeHnkZhdHBLH4Hfs3/BqVTKScazNjjoj961bR5eOuOpIzSa38H28eug3zaYy/5055uWQwTg3w6Tzc9NT8hvL+k3R9m1b1Icul80/3a4Y17QIWvseQ5Wk3wh8HPpYu/NzwCwaclrvBXSvTcecyWKQVfacyrvWOdbZkdet/wzW6PY2Z8z7g4oScOunDx7OfuqSuH4TWJzQqP63VhHf3tfJ+ENHID/Q+uvBPV///d/PwHgDlLbdpsEwtgMO0bw8fEDn0AQNgK800d1pptW8E+OPAu+bSoZuuV20+ZgvJFzWe+Ry7PJ7XtoHnQBxxxncyo6RzbxHHRQV/nDf52gF7oNX19VxRUAzpoHBzcdvUdw+DolEFQLavij7QSCfGrHm2KdJImtXbr6k3nr2SeWgm7tFsqeXHB66/TQrxJBU4h00fdHj06885mvoU3WqxO59Fl3Oz3wsfbT617xE70sHc+ir/rHS2m6L6PH+7B2EDKSNe2Eep553jd0c7CYMSMdU0r/fg8Dn144Hfw6WPzQ89BG0wj+28Zh2CbdEbQrgl/5DJ1R5Gk/9NiDbeeI3uy/Aq6Pb/jgRNkwX4ILftGmzTeBO3PIkrf9Ah4g4U523Flf8Nv//v/+83/EdHZ2TWabFPRxjP3/jJ2HgizJcWtFvTX//7m8XK5eAYiTgcruoTTU6s50l0kTFmGyCCHgVapk9LJvBLCEkgxcKSArjWn/cLdXvMurPwCsUa4RKptZaqaZZ5qQxnBkARvYeyn50jKdJccCS2hSGdbtvlDglF3fwmcFMUCpnDGq+vJ0A8NDeCjmu8KsmakFHffp31frzgMgbRvhfoYd6scGa+Uaw3ONcV8/Ar4NRABoDEpn3g3DdwbiCTCNs3Kf3/URAJaDiIyg1e/zYNHCaT8y2YIaWmfPbbAj2T+AfCLyE6iq804CxMcBIYPIoDSZW1+Cu1zX2aGHPmboJ7AxjHsHYXR9FHno3/SY/ztTf+31/NFiM8bV2+Ey3b8yn0L7dmLqgUfhzmedySOaaydp+WidTipDz/unBViAow0cnLOnnwWmOpVMKRRNnzFy010blFoi2dx+fr0D2n/x6w8tfnPtAlL6G9nh7yYrKXT1aWRaVnB2gDc5dNmtIe8AeZ679IWSiSKcAKv3J50JlABDoBLZRGYj423gTntpx5Qsplclw5uAMQLvqoKmNbO79zHCHfqEDmhh2E7R635n2DKvNQ40xlbgyeZb5+Z2YLvaQusnEBRH1GDYyPTjYMtB9mKvA4nBdVrc4kwZcMs6e75MYGSfPkjr18/1w6EVT+m/Tjw6em9o7F2duKuE/mkn9hOoeRvU+h4HfDP0Y/hln1JRdBtpWivk++00O+AzwK1okfW1TvjBeGPs33jptHSa4JQygjuYCX9R9cC4OlMVEKEBcDssxzmK802rpLuLwuGvZpIiUIwvAsinbdNcE7rOywI4TzXsOF/wBJVXfTZP+DNnSH5rEX6MzwFeksH7ZOyOgWa6Gxl3B3P6zBJkncg5RrrkS+wfGfV7hv2CXXEQpqX4GINaU+ilM2h/+39zbstZ8000ixwmMa6JJO/CwYYut0VvFnid++26oPmQENe83UBKdFadA99Cp1o2sv9//KFM6NAN9HUM8rFF7lZwONg5Mypzu5OAeG1XcLRLwx7HLgrtcN7vAdMmyUhrGf5LS3utzd//o2qwbdXWgVjLeo7MKPABYCK89gk2dMLB9TkD/gAAIABJREFU4a8fHHWAnKZ7ADvzxAk8bwV16zfTgG2Q0DJyQrKx7cOsSy5osOWc5Wu/YLKuJ2B5y6QOtGZtFnzufepWkkngWyA4794KWAKsTV6xz5aXsNuSC1GW1fALsqqBy36efofONxt9uz6QudyBJCoo9M7OYA/oMGMwIe44b/115vHlDF63ZStQXWM8gf+pqDbQMBXamQ/8j329a4FteCeohh5y3fJjHHd/Zpt5W0e+7KSRzVSaqOoAcCTj3apG7Ly2ddt+0xgsL58FjVkQ4727XXQ1IeNFR+bvjDmB28eZHxTbAcfZfF1vgE9jK580k5318rlUkY0klvB8y9tJwPLaDWAVef4AGxMAjh24wPSr4ltjnPb3PY8XsDXtcN1Cf8Dtbp2788w4SWpr/8sBuNGXrA3r79j1AG5QyTd+9jqVbMMfFa4AGMwcvgXJvJNOsFic4vDT850TuyfBStfiY/R+Nkvf/sJPPP1TAJgEr1vmQH/e0+cl+F03aIStfqqdvlQnvgA4T2T03sMf5sMJ5ADSMqeuZOv3Mib2zL6pndMNjtPa9Vw7gK67iogGymaLntvjF6CDE4w0jS+G4wrQSSzQ0Rn86LFUAIcuNpj+DYDWmhtArDMgb9oy59p2wv+LDNgEfsDpfCY9nQBL9KzprBJ1aB/fWFMH2nI0hPT8Vgj72kkCkP2mpSbYSDLWKwg2S9J0Otv+7JMWnkQU8Dj5CRkvlZ5nUTUHvb5MOfQL89R+kbi/cjVrz9Ft5jv5KLMuTddWn89/TrYuma11li4V7cPnAO4kkvA+5E8Cnk+wUuMdQYLdw/40PsE4sEdu/xXbCWzJ61I8RgCYDgfZ72CWdxWgrhV96ifdmpZ2qUxt36f9MQIjujeY6HQt8vENOaPxwydz1SLJHVnjjwR972+SO8HqopPqDMXnGr2PZB6v9fO9K+wlm449lwAUFWn2O4zqh5rAKe5W26+E2Xl29OPqfdPvLtf6rLLhhz77X+j3BFV0dIN42LI0vnl8qX5u+OzYm2Pne22HlpSI0vjXoR90kni3grK3HGdcwc37/WmRq3enqIlzJXNclD534Yw7wIUZl58GN37GqKNk8GlWZk8Cn753+9HxkyYBwzQ1E6RDEONkfgSA74Rl+NL2xrPYb/8/64bu07PU8vXWkccelhy45MwJAM/60h0jPlN0vuiHSkKP93kGCRY9j/49fuDaoxzXYJv94K65Qz7YJgMmwTJrG1u67aCD3cx4Vz8Hv3+ta+sFP6d8hblQeB/HHOAfysbOET65HhmYZC4lHY3zNjojWJX+T0cNZP2VtH9yFLwW19iMdY4/N2tAgn93gNi71r/XZ6fjkp8d2u4CoW/Jcr5POmIqYN+6JDalwuUkwB1s65kQAeuXrzhrSov0TlbYjio7A44fxO7NeiVAqtVr/wi6poMMe3d3mgFfC5/sMQx6ouRkx0ziey7uSQAYbLWxD8uvsd++0Y3ljvwyXffF5Q/h6DintL5H3rSdt/w8CbkiN9t54yM/80FnfCt48ivKb2OlbUsNr9/J0NDAt2Su1odc1xWxsE+zET6P7ZvBGFTtG39H85KtED2D3HwlqmucFR3xvuvC4ZfFgfBfBrcaneRk0oeew6fZj7MOpSea+zrJ5hxZUPgu9ClZ1f7UOaLkvAA9se/vWAH7YN+6RA9Ys563LfiD25yOQpqfAsBhihyyHDbZrC42FwDIym1aTtIbHCKxgYNx+DzPhDgBvj7TrBfK7xtHjn/7DKzd1AV0Ooij+w+w8LzuVe0zL/rGXC1kIACtX6ou1qCIE06GWbLHEeLJsEiV9Dp/o8jnEOpzzsE4SIAPHRhfI+KS4M94uN7zHE7UZz5X10T/CKAan5ysKMYQsQyfzfrOgsQQWWctH6rCYc/L0Ud6h1r28oMj/c5UXYdgMxPeSvDzzKStRBINmWlHe2HEpKI4Bsm3ADAAOHsnpyFGoVCIVI3kZ89FJIOHNdjAwhqH+Y7sy6z5Zv3H0Da9j4S6Wzq/2/ts5g0K3ALsMrIYD89t4deGF+98ZzNum/Vu7YUxcCdOAA6fM06k2G/QqgJ8OKnJ2E21Lo68FVOdN0SG/gGL57ylY7DIhhmH3i0WTL/bZi/rXg6VFODQcQf6swEro9KKM4qXtbTSLrDTz5ZjaaNoEwdcCeyzGpIlZrlQGewoFwDAu0KaRIgGyJv/7layGp9atHawj30HVOmAisZqrMXjj+OCIa/7Wv90ywvWsbsb+D0FLlrxG7SbQMgo0K4YBqwM0P82oDLulZWSKa6KHIdOY27A/tDn2LZau69Z7/NM9oz1TIKHdFUAEHP3JC1Z1Ywc8ZyfPdxWtitv0uIu5gD0xhrdCUV+vh3pUb6j+PtM6LsFkgfl+yZALoNhDKXOWAeACj1kLtAEejPrGzAKGpHPcAeAI/OV0Z5gSgMEfca7qkMwGDqQzJh7fHyG84vswUEBIDDQMKD8eY70D7w4VlayIMN7Ld+ybySUTPKV6T3tDuWobFeL2B7obtEawIPkFGv+Bqyzh9xzwKE5u0hjIkHlBAdnInLacz7SAJETgA0fZawtiwF4DP6Nwa69OA7z0CjrpH+7O8GprJ3gdGhiKgErEz9HOkTenXM3Tc8bAIYfbrAIfaIxCQjZtU+FAHrj7OWAK96zCWJ0dxYMbRJllm6QWQvG0JK0+a6TQrAfDRpK7jlwg/2xiTjYmA20YswfW686UzS9nQSGOZPqPZelW+bRwW7vq+yS0Unm3WoVTuUXwRPOBBR/pItAgln//vvJpH8CwAdoKHMJQKhBiOaZyLjYbq+fOdMckIM59/7r+gOYS0YN/ZrOTGt7vEFXCIfex8alBfwk1sHM0T1bIcm2Qd+M12CyjwgIg7iFtXTQAGLbMjmyrLu62H6rALDt2zme5b0Ya0dsItk7AOwWfOh7zc9Ceqtd2WPpMutlr09sH8la7XWczk2cvbcEHdwBYI4xOA6a7CED3klKsf1onba2j+iG4yY+9v8K9GavtJvv7B4qnMVvfQZgEo6iT62fPY7wbvQv8vkBrEb/3rTX+suJGLP5QD0EStI+bgFhznskAOxEtAGtWoZ3hRYAiudpGg7zWEdbZixg6c+H53S1uiEAgPl+6cqxxRs0yXef9gH+jSunZo74ENgBdweMIfMjO7WodMAyEC2QeHQjNNzdHZxAJMBPoIXoTzRbRh/BR93ba7/PWt33rjDHptgzcEl0Cq1/BoAjtyPDkC+9HwJTLSMFcgeFfQGGHuPQ06IVGQf+6Esmmf6yZ8gj5pgqYnyH955Db37wyNbd3z1776yRbI1nzOb1Z9zYlNGvBfb4upG9w3eSZ9jnDe6FD9enIDi08i30B5jUbeXwwxmf+XH0MHJzUfaseYDCBYe9pmoRengxwP4rCDYvYG00b9bZtrvPKtz5wytag61wWGBx2x6uP9/4B/5AKiTVAi92+LcAMLRCAFj0+Mef74rR0Pz3AHDkpHCABfvYg/D22tSRc0nqY/87WS6Jt5zBmYRyaFb/EujyZ89zEoCN/Gj9h9+2mNH6JWkFHp1829zQgflStse0+BNdnDNzOwA+SUvYoeA94HX4qnle8BsHNl3htTzD+vpYFB9BQ+vVPaKi28yTxNI209qHQ++Swybm6CcFQoKZRMfq/QQ8vbajxtgf9CP+H3Y/dKr5uBMDurn8jVdb3y8BYPjFazwB4NDR2lr2xyd37w4Ax15561371/NRB4AzNxFJ/MtOCroDaPLHRY8O4Iq2yue1Lnr+28KVxavc8ccB+aH1SVrFJtR9JOihx5pWQuOR5ySf3wlOodnxX03/G4jAhl9dkcCqgih0PsBnZe81VJtiV9DhHVRpPR8ZcH7so2xyB3ZB29DgG3SVO8GZWae7Ch7/UfPppHRof3XgttDXfiF7c6Ra8Jv4/fL5Q+9UpganjM4gWJ3rpTNpGZ0ACDh9cIGsPUkH9kFOcld4Nj66nrEBXnyZttF2v9ZmuJO/9K5O8s8xBtrX8GrwlQQnwTj43ns889PvCcpOlw5jddKlg5uMbGP+5hcFxq+Ai/wHz180YPs5fgh4K7Y7nYiCJfS6TSHUJAp0oi14BTKIoHtRm/H3gwkPH+h77KesVzDG9g9OV7DR7ZnDu0NX3lP4+9iq8C8BcnxoyyrvR+7s5Gr9LV0EdqXmKPDaXp8bHauRjpxAJhgB9kG3/G1Z1H522wJb1LVHriGTGgfzbCcxC97ZwqUkQGSd8u9dPR09nsSIk+D9fKi11i3y26Indv/1N0eSHNrT9Mf+13s66ZTYFzQg/nGAz+uF3xS+Zf80123x/OZVbGauPs8d38SeMfafxnLsZ+zH+KHwc48r8iprpQB6fIjBVuYsZ+bDGNs2MQ2N/uz4X38ebBQ5ExrueFn7K03zZ3We+aRjQc7k1k/zCbzH/sV/S/e9o9s4psC2S5Lujt07Cfq8D/5unb5rP3pjsD2wfVqKNyaTNV19gK3vtRkflufe9p5p/xytkNbVWNlaTxK5bAdOAoCnNgxm/Sg7Sbr9YMPQLEVUyP0nycsx2dgNnWhj/n/aNMt9sNJQpcq96UyCzIaTaVsC8wjIOo+xI+DtZN8O1DfCV5aa2XSMAV1DldFev+fr0SE5BlYMlnau2Cz92wockIcMRxb2JkL+Rrk2IXSP+87ihhAQpprPZjKIiB+Cn9bbGAdrZoZpMz7ApxHOoyBPNtMEZbQHDRBgsCfAs0xFJaPoJgSctpyArh/BxQn2ew07WKfxjQHSAl7XEZDuoJ3mIka4ARcJC63L0pnmbGofJZqgNHtw6GcYItVR1ZKotdDIeYJS7dQtnW9f9L71XeWTQH871KGpvLsrKTP/9zl4OJjQWycwZG/ewHIbWHEiE/RIZXrGYgNTYJBo2oGJKApnJU6A0XLmeva3iodW6GeMQzNtVBisGKakkqHB6LtSDxpuAO+0GLLT9w6SseZJCghNoExwJA+4MwIUx9VrfIFjd8DJLfbKQbuBdRuO40x9c17YA++ZJ6fleAAxV+S9DbhOfGm6ascmVWsBE79n5L2NOAycU1FuGXFYx7/wLiVuKJO0A+rwJk6f1o6EF54SGSowdZwZGSJTkSQ67FYl/eYOvhEsSLUbckJz2QQTO5oK8E0LPPibOYR2W153YHMdvHN26QTI1rCMfDtAjM+LCdigipo11tbBb3rAMCIIdQd0Nc4b8Dvr0RXaj5zH6G6wlGx9BzGmlUrrWAw2rUEyehPAEP3+PgFj9go+B4BYGnuvP4FDGUl9Hunu/QKGen87lS2fuwJRdAvojZ4JL74zJXW/zsLpn4C5n6mNOctjDeql6efNVX0gvrOvIj2Gzv8wWPNGG0wTPAJEiz6TYTRO9POMBTAILuc7ZAvvyTOTnKEWkKaHq0XQqayfIBfX3DS+iSkz1mkB1rIbeaLR0OLyJCbMAkU+pQIYW4B9bhCZDP/wYASI762KWMaof7VuC9QMACn9LMtxAtS6Dt3S8s4G7bzj3To07305GJY9CyAp8NG0zThpcar1PeBWv3SIDPnGXAATDJxcrYPz7NKX1boel7EDhp7vrNdtA3ZQR5Cp5HvO6g2dAKCj2zqh4074osJ4aWYFPkDxTNf/ANIKgDl/XzoCumm+jXOYscnBslNyrSktxF8ODE7JgB8NkL58BiX7TDDV/sbgGu8zopTgMWDjAXAXYOzqR+YGrbcexMbvjhYLEG+XE9Er4AaJeVnLAKoJZOW8LdanZQidjdb/QZYtCEzg1ftXwVfT2/grBEQSgFh9SwtIXdtBW+jUIz12fBxjftbOzicrK7aFb/sL1i/zfvygtz/R8iHPvOkX+7rp0bK2/Avbr1Phou+cYDp8txVomySED3gn2LU8BJhtMNrrWzaE12oC7Z3gdwe1bsDjZNZXq1Mqq0ho412aCPevLFkwENl9eG2qEnV/d8jy+lUVUycorf+T5KPsQ1Z86cJo6Msv8iNlD1XAm7GyXy//tZIgsU9oKXaDWa/9tk2bAEzGtuNM+/ZA1iS1WZdVMvJdCYQ8RH6einXRlfTvJPRpDV4tqiuAcPsGAWuAXBZUPJ3KVCFdUYXmpRNAHfs4XR3WDg9NPx0eHmDYezIAzd1dhzUD1AY0WkA0reMCAkl2bLBPz+T5r3bhWutp06jnd0WjEpXACE4XM+kkWcXjN8VeqaQKR+uTlHHvsfEd/Gslao3fhH+AXLWOqZjYaQM8R1dpX1M1mmS2j4DiJDslAKyW50Pr9rfye1d8doBMFczdArVb53VSJXtGAOIGOw+tam1Fv2Wbvvzl5zsnJgyPwZP4U50gvboxNHL8XdsU8m8mS3Yy20JGgLm7oBQDaGA5a3L9JNqgE8D2dxMQ8tNGaRKseFWg2vcSzaWzAT9tc3RAPXNdm87HDMm3NW/kc+z/TuJkf3x+vGzQsjk+E7bfR1S1vtHeYQMkAMw59wFCI3MzDrCExivYK/3bAYH3mFa+Q3clJsYPGl9i6PZuKd4BcfAEeOY2YZu+bYso4XWqTuMXvgNo8SXfbSXBW4zXKFllElw838Is0A2hi9Dfu6tiql2TpDU6DdtPPpiDfotV6TngVZuktZW1Te934vo33zQyPC2tSZQ7ifIkg2tcz4XaZ61T0/eRv0ooGvsfeoQ+uiL/1uMHh6JDUVXeZi1lHyWhUf4186MDIfRln2sSaKwNHznIUQW/PTzQCTOmVSc9jl3p4PYjB5/OR/a1vwacYufYnrV/i28b3XsCpCOvTyKG/b9pRTu8q7HK/l2/vnyKmTP4lf51NaTPqYrcsO1GckAFKiSjsc06IYkOjq+Ep2etCGCIfrstN3iH1ql5J8kCGwM4azo0yrXt75G0Jn3eelOynKp5gvqhn9nr5xcnrJT/Q+dQkjaNPZxMwG33e4TqjP9gb/rbAfF3V0/GzfpwBvmNyx6dVMkEmqv0LPTA+otcwUXhQ3QsBSct+0lUuf1y9gBaAdNHtyUeg0zembff1utxsI9KhAXP/ddfOSrELX+vbrVa5+CK6jj2++DmOX7Icm0m10cYwS90fLP/Y3ty5RX7kTjUJqg37SGjmAeYYQJ6STxcPyw6XEFpP8P0QxxjEuSm+KDplU5DkjHgI2Cced4GYG3XuHtEEg2xu2Vzb1Ayx4f4PtG6eMy43PqS3SnsW0K+dYsGYRuVIzouPGXs9Tu24TW7CmxefGE9Ev1909wroWtusp9fvos+3mTFDaLyjhfGZj6Mj6R3RoZEj2xhYtk42rEhYI7P6ZgDY+6E0nP00dEf71baWj9kRXTQHhHD8/g3+z2yZUw05t8dDZLAp8Rj+QCxD7W97jT3fGEa1B8OlGF39i5Y2OcaSvdpOceEUbwQc/sMbYDdAeBvBqV16H8Q1tJkGJYSSGRUYzBpUe6sPZjoG5BLABjBx8I2wXXgmDEDKnXGZwcFbAScSpQ4hDmYOQ56KlgCNoU9k6HRlQgC2DsTqQUmgiqSJMSwZ2eug+vxPv9LJlsA5BdTPbfjuLyz7SMIXhnVw1DZU7IMKhNhBNlp0TNzwxFkVB0IkyH7zcmMZIxh0QzbIA1GULdA8G3mEv1fsm9E1x3ARUl+q8aFVhCECAQMMbcYm0wl79nJstnPMXqzp5PAMELwnSW6wV/GdLdYuVtxaV6A6tCgpS+KibaKs2g3wHILks7ianDae1R0hVHFXojv2oi6K/BahPR+AwJFVqwhKzpLtcvud8sO5mojmkSPh96UEalxdPX/7ZzqXTJ0AnrjpIVub6FtdhqHQ/MnkNOCHHoTL8kQ+RYAxlk761A4SulXG+YGxwoI4J4EMbb1Op+zbtBX6HCAK495s5FbZhgoG+P8OCnzUAyF/LlBVgeALf+3IuDl7D9Xw0etPzrISgY3BoD2Wq3blLgAcBG+zdsxUFfuxkBCweG8H1l5zjyMERSwY2bisU8A+PmwzyiHvi12690KYGY8C5reBnho5Mu+XS26yXx7GcXTxhWjC/6gQqYd0F+/NgCsMdG+3gkgzyDuvQA8jgzsts8B+KCH6ItU0pDBdmQFLYgO8bIv0WmHDp/r0H/sWwIH7wAwyUO5RmMeQGae1XMICMhm7B52i0HWgQBw398BtfAFDulYSdpXJSP0e2ZCPGeBw33/bQieRInJ8Da9D2BnfhijuwFQ6SA71qcl3urO03rI1cmb1ekxVSeVBXJ3H9iPgNirc+6zbDRGtQCGRwyo2C6IHNQPGevQO9m8oZ0EgE/wtfgO/m29YQN12gD32bi+dkBtbA7TxkxJ993ZxS+QqcYNn+aZmcOpopPdI/lZzpcvuCqE3/I0+gVH8tA6CzIf3PZfshbfdhi8GDBFvLJV+KZN6Z/ruamyk/CauYyTdCpEDQxkEM3P+rsDVi0bWKP7Xfocp/6swVR639e64oVy1qvylGu1/r9Pi0TWzeauxMawdGzgyDGBfdF/qURl/48D8w8B6rrxy/m3z8d/Psk8dCS59x+/INXyISzoHr5gjPxrk30q8An0EXyKvJyKu+ePOwB87LTX2iSwqh8SkprW9Pmv57wozTf7O0lLz+fSj9j/d3tIjkuADkjs3H3OjPgePUWQRUtqX8UBO40v4+T93HvrN+1zt0jzer305ruzUID5BRTgA9b7ZHE/zzhnIE7Ay2MYeWDetx29FZhtv9zjYvy9Z2dtBERN1xh9RpDxqy6dgSrgZlqVPJszdrExG4DBJzv24CRidDUGewJw6PeOLl8+WrnQCbC2fScwl7GneuxVeSwAuvQHa91JbHzWoidtK6vLy1yEP0IA2ImvE9jReGKfji/48AdVPfCjdcWMx/vvxC2M4a2qJVjc+tJznMCx/Z6RP4ePR9nLB/vrCfxoTxQw72cYuxj7Gv2wlcifOvTlf884E5BLsDqBzzkv9g6O2g/RWYnrw4SO11bDb2YP+Bd/yn9jY11nwVm+GzDDj0nCtOyOe946h44WmboG8JP3deUyci0JbpvssZUK785JgJXCLbyf48ct343ME11UAJgg0VYAEjiKXUm7xoMnjZ7W3+0XZ/9C/x3M7Yr4OwCM3PrwUZ5BS9b6qI4aa3g48g2+7j1rHw6Z3vo88mmPD/rWKlKit/0+/JuuECEYx5qvjdr2bDrZ9FqLn8UTkXsk0eee2KbhwcaXzv2iYwcY9x03vUbm1oJh+9ooV9vE5901IHeYGSzkJO0Pfes7OqXoPRr7Z0emdwD42IrP9dIjks9gLQQbMvcdeXy2YJ31sS+wmf38P87g7KDO8f1K16EHdG/jDSS26lm0CG2c6vbXbvm+OEfGg5/XHd60NwHOO4AQf5Uqfmgy1Z+Rz9hhbAsV5P6eFfEcJ0Bh+yDyRvS7ycwJNIR+sr53AJh3UhChNri8Y1v3JrlUm4SNnn1/B9uPr6uUlWqb6g48bO/4tsGyt3Mg+laXHfvt8b91Nqstyxk/gT9dx5jh59hL3yo0Y9chI7Ig4Rn8Nn7HzxKOcgIpxz9PJeHrOUOTWjd0jp5xOrFYB+c9Bw+89FHbc03jBG6plNQ6gAmbbmSTyNerTjIjzuLmjN138DtNe9bSPNi2xOyP1+O5SPTeyR34MMje2xejg6QC391W9my7MDLs5uN/fWLKYAX/myzvYC0FN167sUv5l89kW1ANuAHWaQc+5sUtR6O7BruRbp6N7/PYOzm2+ey8d/yo478/z2jZcvy6wxfpXKT1d4xlfIA7AMx+wCusc9u7p9uVaGRkDs9zh6Rjt6+UZf2/xZhal1qWnCBkjvPw/Eff/PXvdGFte4AxWmdbZlLAEv6+5e8mAObO8NUkq0VtOwBMcJJCo2B4i42iF+BD4gLgd3q27JC7kA/5is/1IT/miIemuVccYbo5ZOzMfuYysbOf5II7r6DHbOMIGw2Gq72R3dgxDeJjFGEi10iysX1ukaf/p0Bj8LtZRu9lV04HK479elfiHtymhbZkxhR7IHey3plvx+aymavvOr5zrxOrRpLUoXMnzuTsZOmpO1HeMzX/5g77NKryHznAntx2B/ENf1+FM80Peqb9/rmZDqT3PjdefY6OGTqmAxhFevDxHuWRhbOd82xetm4Eul/UNt2sCsBhBjKlyTPILp3firNtlXcCaOO8x+GN49COLw4QDnWPSb935uDpoW3AKYGoLolmMzOfUHuXbFtAzPsX+FxO0vO0sMcomgeeQKWEjBXkPNuBmvxu4vAc49QkiBADnLPi1oF7O6A3qME8urLHc2GPGPIwRAiIgIG+zPv7ud9aBcNMdzUKAeAtNZ82rM+TcbZ0b7fY6DNiFnADJHgLZN87Ah6Bwj5pns4mt4H1GYhhbRC+tOduR5f3S+lFEEML77MuQtdNNWvwUaLvs/Me5rhBXOj0gGlWiJ8BKJ4OEB462bOYySyTYfrOdG7DU5XIKemHF/PcBID922TyWZE/fzsDZAzqE4AjqbDm/DJwx7G3USdl+AQuOJuQAJSEHnTT9OVxfQl+vFd3/zKYNI4GlejMDdnR994tGaAby5JJdCCb3eOTofOl2sL0BZ96zO8MtXOehNcgRmZXcXmtpTQH5Hg7QGlpUTj+T9O3sVwJgnNdqpMExqCACIh8A7d4+LaTlIHU+5MrQg8rc86+jWF+1mTOcfK8J2PI2WfH66Yy4G0MMbYO5BzwuSqARWu/funsrgloFn97nCNDmde7kmpbGYVOclUHiOS4QAP6Lm2+M9auSgggEUP8ZAdatodBUMA20C6Qywa8xvoDSMLaYjiztjmfrloYlqzodWMN+gzbOyjz7QycboGP4YnxrHmgX3026TMODHiN7+cOHZtg8s6wS5bxkVdjGBFA97p6zTcQgP7PAi8tuiLv+R9VPf56aIHMR+S5dYKSHAw8byCtaYG1BNjW86jaFIiQQGeI5xN0hvLWUXoZ6c/XWr9Dn+bVzXJtPdrPBnD5TdXQbSd4DNMCdgJ8GPBnzj84uoxhs4bzSWh6+TefKQD8y+9O4ln2JbQ68Ay+AAAgAElEQVQ+etZnMmVPY0/QOSE2HQkUAjKUIf7x403LumEb3M5s65qujDnrOc72/WwncRn0fX+z+zg22DjXupaM+Q12he6wKToAradajs8ZXv2WT97LnnM0AtcmODJ2zVTydQUGNErFwf1cPed0Yhl+spGvylwls3UAWO0g54Hd4YSOEnfFetMrvxOIPfKtzhjs/YgDg9fz6SQA8BDIM719ia84UKoOQmMzG3Q91fmbWJh5fXnADEr0Tnu1A9QNj+gSZNI3v+AEQr/4OoybPQx7YF8NMApvPX8iT5OoEz7CvsfBz+fLE9AAySkEYOO0EUz7dEDZj6OLK0C0LTyXn3W9aVnkMzRPgsfbZxr5PmuKTU2AwmtiQ1eVXH3+c+jPQHVt9m235V1JClrndisxE8BK+8Cmm5etI5ll3opRB0iJH4b8BHzZZFhdv/rr1YlkeJXkQQdZxlY+/GFAIG2YlyaGTk/bwaU32yEGQd9nMAJ0E0juvbyTKx0MU0eukaMNYnGf5DI/bkU8McdNvAsd9A8AVSf68j3n1CUhLPda3p8z57KH2Z832NgyrBOGv8lMAsDRLzoLOmfrKRHwlsWMjYDtq6WpGWr9W2y4blGNTbgJEJu0emjaL3nLmaZRPUN+Pp0dfN9pXbsJdnle9GsqbvHRwvext6aaYATACf4939Pak+egl++KPI92gjrImf+WbV2JN6IB5Oztm+H/I49Mq2PDYmu2Dw3m8e7stWdgd7LzTafIOVPTsziic47VaLoEA8j5losdwdO69k4Uw7aI/b0JLOHTSSygk8fYZi2Xbj9K72j5Y/08Lfi6s0XoP6O/5VXPCdrzdeU/jLn18nGSiDftO/XvqXx6ksYU2LTIm0QRndFectRr87yMs8Lj72ZPzYslBpauQ6v8oEt7/KbXc9F3RdlHkBz9opab1djnYC5TXEInkaxLqvpe5wE/nwuE5rO2pboij32ADt7tHd8BAK4lsNCVsOYnr1cGbd6qwou2+7Nk2R/s0LY9wa5Igjn74ucOzuEASSp/qKjVU0mwabzwrmJlLLJpggOV3LJ9kYTxbmVvtX1hW5lnZsMZmPhi4f0NAIcGEhyggtSJ+tOpCZo57ci9r+NXDe65bXC3aw/4Br6c7jh6cDoshEbeXSJy37syyvsrm9tJhMFMHOR6/pPKakw5wU8dabEJH60zmZvX5rFVKSCBRvr9Gd/yN2vRzyPZgTWJ/xusigTtlsnM5chO2U6DX+i7+GZJJD28oXGU7Uu3SgJX2C73PR7/+NF3YK4DnT2v0Mz4z1/Egrs8HHzxTXjILetq7ZHpNfPQGEWTnSijIJxwItHkH3+8k6ra/tGYCKAzxztYfNuHmXtmZlvx6Ka3/fyNd265T7Xsbwp+FR7VgUe9BxyaAGT73tn3KV4YHxy9ca8/e3A/h+vaTmfvxe5/PXvz7sQ1PEfsQgmA8i9Hd4AJQCd3oB2cjI51JHvHLqk4hQc2SSNTteu1mc+D9OT/N872jmckaZ+uk9HleyTDmfvzi+jotkuaf4kf9T332b/xG5Fj4rvgxeH3T4EqutPYGhNO3CxHmaVryuATJZP1XNuYP/iiXjkHajcOoM8OTlbP4hknQW5kjXFrt4APHnQPH34lAEwhg/mq7P/189AP2wku+j+dBG7/76N9+iS+HLqyP6f1y46s3RH9liTXCSrLvhM+NP/qezeS0v0u3JmjHp34v/j8nbCn+zTvlxypwgB//zzzPsbEn2s/WNvxmYFGKHYi+Hx8/d6/KejQjMAkBzZLrMJ+ggoKo3N5xvFBR8/BqzdGiA92Ck0mxtb07rUnANyGewslQERd3GX0MEYHf7NxszAHQE/gTkK9M6y08GHmKENN7Pc/pAnGUBpB+O39eg+996PgJjObyrYBtTGkOsuAoGyMzqfFoAhvqO4+T0ygQLKX11J+ZUs+Y1Zg7GSgFiBtopxFB9QOoVZ7KTPuCpKuROy11FhR5Njjq9AzNrK3FEhKADg/m229QI03ft4LiJKMjBUMUaLbEhdibgcchZvn5X1iApRAK3tfU2eQINBuAs/8xswejj1K8Rnj3b6nnVuC1Zrb3d4Hw58s+HsNonpW8WOMHGPw+UpAhat4psUmd6C0yHzTHDBA2cdz1sq0aPZajdPhDJxRvAaUR+DemWbhLbJ6V/lBE52pcgjg+aX59v8aAGZ9kk363lf2G+V7C7iWH6dl8AAWgHMx+GhxIr7YyhrGzj62QXi3EINnqM6DhrWTMWKSqEGg0TxhAB0ay3XQZzuGOGS9lp1RL56528tskooqERbQNB3gq6G4/O+A6ndF1WWQicb6PETGRLAi419ZchvWXE8bvoxnzK9nLciYPW20xwFjv8LbZYCMAtMr70xgaJt7Vj5uC2jxyq9fCUTR6g4ZEyNjV70TQvSp3vmmo+gdKpXzXOmcrTQ51Zqm51QlJPi7waTNOM88oz8qk/h5Ny1qT4b+ZUl1BeLduQHdaMf91YI2ThBZvJqjfm9QBh63w6fq2qmAfFX+aE/HCD1y8VmHFz+OY6x3JGOtnfVd8+NEOdi2mxFjJYTsnPHSGy/nstqweIwCUMewMe0xIdH17Mmhl2djkPm0dju6dO4DNLgDixnY6DrrIloCJdiLXGYsZN+TtX304hiU7JnGfzKUtWbPMsSeif1wxkt3jaGvrghBpwC4dNVAANiAqgT4DGKe9ogJeOuHLOOs42a1B/xJhV5XxTSJ6noCwHl/BcGfxwME3wHgrHfm2QHgPss2NLXHFfTexQZaXiLRwJmWrnhNp5PQ1TqBWhXr2ZIH97pAtXfFSIC8PdtOzzgOKlmi43gmGE5QR4I5QGBAGv1fDWDZxHKGozygf/YZ4Adav4G5Tqg5IKn5KQa/aQ8d9oyFxK4OACNHTAvjJNIar+1WABeGDjD8Bi/zrYEgHFXRpG3gT/nfy8DvrgBWi/rRcZtBvY46gYk7gVDjpZLQ6+/Nn0RK08TqN+wl0WkH9qF/xtP6LmtE1n0CbJ1oF5ukaM+yNsBQEmkk9yL/vgFYC35Evn2TUdjVrPuOPZX7bYPHdslMzBNuTZtAK8CM+Jc1PhnsM3nTj1qwG3mmxXOACNteko9XZaT3f3QCenjto6w/VUCrkzKm2+H1ejN2A7GrV5d24l9p3k7kGy+6/aLWX5Zxpk/8xPWzOoFGz/MZu1U94HU0SLo2C9XhlhXHf1tZy9p7LkMPzVfInADXceYjfyfx8uEjaKH5pf0DWvNlzKNvJwDcsg/aDB3XtaaNR849fgliqvVry5Pt8JFAge0m2UPzbvPArJHeo31F3odeEnzC/ujK36/+a9kP6N9jow9tE1SWPx57sFcqvx/5M/qQK/DZf6K/tV2oxJxkBdtPASjRj9bAw+88H+BJf98tsrEPe321NklETnDn3eJ+AdFjX3ktsxB0LGgsho5M8EOfR0cCojbxBYSOXxHcYyto7iBDr/I9nrZjdR125urhjLn9g1tHgy10AAT/tt/HOPBZ/in7XSM3uIsvH9I+ie+2exaE2wSPAQYHQLOVeuyalVHwx46RwIrkC7IxAWAwqMaHWvbl+QNUypadhFmNl73FR2q7DNuyq/Sir9KCN3ZOgqMtAzeYlT3wERO2y3U01NopDYD3u7JvWfU+Nim8sIUMVDt5rmMPNM34OeWnGgCWvSV8RC7OvAS/DO2NDoR+jv33XACwSlBY1wSH0rrsET6et6vAp4PaBOpNN37vVpA2KA5+5GTT2UTTgO1T4ZH4Hp8BRiqZ0naUo9nWJukAHB2QSNjzPIYevK/P4O+K8w4AO+D6zKOxS+x+bEMKHuARPTft5z8DwCSMdBLFfaTH6s/ohQ4+s9f/KQBMhxgSfrN3oRiRicRczrBMAUNobffJ+EId0wB2FDpNRJE9Yn38mfhNNvr8F7rKe/XZaXnv92XftT/SN9LVvm6wGV//rKF1kd5bgU7038xo6GxtNid86DnLgptQPWPP2OadQ7tZn+miYLtG40t0TAFFsba73Dxjjp+UylyNde3T2CydBIGN3PYaidTo4l6rzCs/0Avynbn1ET2s0ZHJz33gcySgEqDoZ/N74yPslfliuiRlHMKJUhGnAPCx172vSZhBhqfFaZ5u+rXtsW9u+3DHkN/ghcYi8v7IBopzwI838DJ66RkflXbe38HPYvtFP8QXTSHSfYRJV5oen8x2OPvx1reLP7yLIZoejj3BM7RmD2bRuryDWF0gZ7oYe9jrMzYKR9Tcge3PAPDej7zyM+3IhOexkbva9HSh1XQlMyZAJ9wV+zqyJBvbFZ7n+bO5bx397qjWFbmN3bxtuQ2OG8GaRAV0CzhEr9PRR9732C7Z2wRg/zGVveJn7M/mH+jSuz20nXll/I1LsgZb+ERMYAt/vHfTyvgEgIdHSFA79sqsOQVjrC8t0N9JLWvbRI9KngezbHw2dBQ+7ufKrrrtUV/zQ6CSrhDpyiZ7950In2SCFKkZR3MCRbAt/KYef+8zAeAeT9uy7EnWcrC+L1i7WMTywrGc8KXXcK698XN/6WS/sT+UENZ488h3CzPNo+jAuKL8Ns228EdoESzijyemGlm4tvLBUfTYrgBGaN6TP6DM8zIt8Lez3DSXBrwWoNhFaMNPi0XLDwxsBYAPKFFnA5JpdgAEg7HJQs8Cj3PeFWrP591KVtd1GbqUQzZoMhmewQGsvYDI5yVd0Qoz3mBUCD1GJAwF4chpJiu511bjb4CY6/N5Ozf55g7wRLCuYjCBPhJTTCLhwZnO7QjwDoyldwUkBsS2fkYZKaPZz3fAJICY93gy4M1kZXTte9YauoFejZG2Pz8pug4+nLZBPLz+xRlvZe2v5/UY+AjSE9OQ8V8GW/ZXwjuGYmcScZ0BngG8FtxZR5OM5PHJPAzR0AFwB+B4BYCfh8f4WJD80MMIbAxsjJFunZtx74K0YWSX8tkznJHOsOqlREAdhVgCVNfdNHlXpuaaXUzWOnSzVchftq8cKjIjExi82+t0NV/oj8rcMcRnrU6212Tq6p20zmna1HAb4GwD54BdXsx3elYqQ7Xo6wC0AhMNOSO7ftzybwIO/d5cUoG1qb6gfaLXTwHJCVAkqwdwMwA4a7Fzo4I1QczQRzmrlh1vAOA12KqQQ1k2fVgBo1y1BrU8HYi4HSLtKS1COe9gDd6ch0srTXi6x37LGGhVc0EPdCVWO1s4PVyXAE8CeG24sN6fGVwNNmcnRe13gpDu54xfMta1DsomDni6AAIAo7+XcWNDM/vUyQUxBpe/bsATI/uT/zYh6OhkA76RV1nb7F8bSBqnDD+tpdf4yWAEIIJOcpZszggCjLwzR78FsZ1p7gzA3NcB+TaSsv9zvtwlo70+bucewNj+QJ0Hc8Y4bfDQV9t9IToOkAE9SrJJJyhRVZ/zRre1E/ograkTIO4z6Ei8yVoDGEUWJ/N/HfY2fN3RZOiqA8Chqwky6N4BBtIR4ZHvz320tvsWAMa+Iwjwx+9PC7SXkxl5sO05s4p6fqoCpoLeCXcJjGE/wWfmKdH4KF4nzMzeHT4f+kZ+ZB23ghAj2O8dwfIOhK0ca4CsgY6VC2/6uisn2ffYNLu2BvDVSrsqWV7ycfhmbPMDRBAwMX4zwToAigbmLGOmzXR4MHK6+ZJOF7xX3xE0JRCoPcHO03WAolJMDeCtkwvfJYjYjjTj4H22I9Xq1IGZ2MEnEH7pQ987gIFJRaCHKqmV/fwad2whn0M07SOxVbwGY8sD3Nz7iwyEvk8AyGsdOxt7V2QF4IGTjY62fKN16TjayFTLAIEl7sxBckf4tyueNmD4lsuS4aZp7+nKWX0knkmWeOxn8QdyRLxIENj0IQBr6A86zSACfsj+a361fAYAmwSWrqZLAhmA6wAKaknvYEn8qfYnAmaEjvU/AXP6IUAHaApdNA0DhPj6y6nVZ9BjQLNQHKAa1afQYXSmBFV8xqYbXROgL7zbrbK1dgSUDZla1q3sYH6pesx57qdN/dvc81CcbFdVzG2fpKoo8lF2H7pU93GGOnTZZ8ZhQ3jcwzM+w1K0M1UgXK9rCdZybYOOnpr/34JjXv8CK142rTdigmyjS5sWj30wa/Gq8KoWZnpMtwrvNWavvb8jB+BFQLCmOc6nv2mMdWz7Jske67+37Mz163Og57GTwjcZE/ZP77F+JynJMmmA5G9J3TwTgM72wthYPMO7AojqZPht7craYPfJPj4VzyMAWr92UMk+2dD/6tcFn/SZ7BP8g9u/4XiE1mPs2Xb70eaFG3evNkCGzP7WaaHllvYrbfPjS9JhrQMBEgVK4NR9PvO05DmtOUnaa18Q/8lyhZb78qXH7jqJIOaFVHB2cIJxaozgUPhHAi49Rj8vHPuBRZyKjtAU2IHXzPI1n5O8Ax4Umlgd0QGarHite7U2vO1WjdsBttPdSQBo9EGJPLDEI2va7nz7HRHK2qfm53MExPMdtlnLevP4nF0YusbPXFuuE9j0/Y2xELhpG85joIOT9XP0Jjz3raKr9XPe893fZe9vXPPw09C+z5c0jhOZqXnGr5suSiVD05Uistc2ywjW4ytOgKgDsviIYbRPBUSwsv0l+DZ0FpxFP7030CA0h68Hv75ti3QiQA+clvtz9m7TXfYk9GmukM2ktpLS0SPAz9xHf3PmZXw18dPK4BsgvwNQWjv5RrHLUuQiGeF9K/8Ver/nhwzUQJVkwR7eCTeWPSN3WF+usU1m43735zNQFmUBloENQocLr9flb0NrHOGia1wIMpNpG7n5mSBodqF+RF9uc776jSPwevy3rs7Y4qNi35BcBEZx8DLZKI9MBM/x/tfZv3SMINn6dMR43kEAoxOkkLeYK5ZpFQDmyCaT3dhKsbuSvNv8oXlw1IznJD0//gnrlzEkeYoiHKrxJF/wsViL1/KyL9Uhgn29z02/329baeIbBKk6wcEybQoAWB/4kTEwh7bX9F3T510QxP5Ezr+PsnkXX5RfP2tnbErdCIsv8r7tRiF81cdOjMPP3NqPbptSvqELfwZ/0/Oi87HpIt//cnnn7iFxI12fSzfJEvsYWtK3PP9OZCXgbf0uWqbz2eBJ2f+93++do+Hw39CfPiZIeIzu0TUjH7AF9ggGJf7kuAPPd4idfYyeWPsdnwIbAZztTtB/d+XTpNWplOCf9jr4TeOcPtLvef/aU9v6uWX4N3zu2IHXUXF99AKJNCcpw7bqHvmi/VCRDkdDaD3w+7Xh4f/4q95H04KKXyb4aTur7TJdk7XbeM/bJ17/Yc9jzly0XpMUCp7od4bj0GNggVSL59vIo8ZHSJDFtpXNS7HoO46Xls9+huWTcCec+Ldfxbv4l8RcWkAj46BTEk64Hh0yI3ah6D8egOSZv4g2C4zRdZTl3E1rIH3+OkNxvscQW0M65de3U4ZCzWACqOseAgPaP595YCNdXP8YJFdL3HshjhP0CNW8Twb3ozyfBXXgycyWw9xNSqoqkAE5TJhzddbQZQNgzu6xnc3ewNO3FrIGpIdydK0U7yHmAW7vOZxNGkeTYJuJD/QTYhvgGMbCmEBhsYc2xDk38xDqAiAxCPb5HUwLRe4o9SttLvL8BcTIRDjOtBR0AVGew/MeWn295z6VkgYv3t8c4Kc+RuH0+maoya66sz1FgyhXWjmjHO51Pa95jKcGftcRGEUzDiYGkp3BOqw+NBLjlgBhPtt1ufc7buDnuvm+AmC4T+88bSJrfQAqzvOtOPPXWZsBp1c5RfBlXeaMtfOAtMw9SRYyXlBeFYDp+SDkWR8cBd3XBkML9rulD5U7G5wDINusPyupEZYYhff+W7ZNBY/lltciBnw7rgQyQkuR+hvEGAByJin54Bb2/0sAeHvu50YCGq5U/2iRswqaQIuBO1f9JJMRR2LXuvlwZVLmtRWsXN/7XSRzskhDoyGWzmC6HWFAi1z/na43ucEL+fpRq8JzroQqXkZWAhSr1bp+ArhMoOzyhztY6R193gHYTkZXOzdHJtooWjrss+yPMyJeGDmcti3ijXelGXR3txk6cqlkBAZOt0EhQ7YrNg30jm7pBSMgZ9oWP9ezAQoVtGjQuR2EPjsXnjmG67Qb7evhi26bj6zZdX/OcD6tXLNHd6tq3gWNhK5Cx91ikLmaZhTMnMX3Wkym85uC8lcHgN/frwPjhLI6KweAvx0u048cked/BFDlmDjbkBbJD038NrKGteadOsMT3ukAsM/axVidlnJ9ng16M++P7aWfPyZxhOp0aJf3daANpy6VIrFxkHmaj/W0AKgJUMBXJKrBm8cBGbrXdda/89I72QNbETkaByoXEzxPtmpa/LE+oYENfJ+9r4Q/j/EhFKoZ/PsAm21f3s+RkZ1xr+F+69wDsl1nK8YGnWp0V2JexsibwF5/Zb7SnQG/NihJ6909Uyzz39uTubqmT9tNqV5fB4guDfBnWgT99QoAI7dYA4DI2w5vfv9pqj7ywkkN7wBw1mY742zgbluya4Z9puiex0tV06dvwNq8ZfsGsvf8uU3EkfyU4xZwaiskUq23gdKeI3bsuzV/juLoAF6ARmh37V1VIsFH2YNc00Emdph9SDvRcNPK72Qpr/4zjHp4ReNh/7syNhUgsXcD0H/qYNaQAPCpZKwkGeSEhgU4/B53kiMDOqRF8zf6/dDXz4CQpzwvgZ/lqQ2oJRDWPyeAU2v7rdXdyw+T/B5b91SBFwuvPk8gl0AL75WcEpnftnKPi4SN9pEPECB/UrtnUOOtiznPEn8tZz5vAOpDnk9Vtmnq0TmvBORnTqkYjE3ePJa9kY+S55tGJ/h+y5y10Vc+d0IEetg6/KFROnihN9GLtiltILXtOIBN6TSPbWRjJ3k0X2KXNch4Eoqmkprn6F/r2kkY6X1Cl+FvOgmvfEN4w+8ufrC4GB/om2/1ekfpST5vcItxdhUC/pUBQFenr85vu48AcPti2O5aI58rOsfv2OcvOeE9nxZ8yHyOqiB5SPPWuyUvda+DKM8z/5PKg0dP4FMddvD/Zg864PJNf/b1Wuu78oJK0X8/FdQGPm3/p9JDP8iZ43cPZpX1j/+EHjfvTAKzft9jaJIIQrcd7Imzt893JLrExtkA3+7RgIyF8bR8uv2OvGMJhuoUkg1tO6CvRhSeZ9QRKYzx5VcXUXYyTYDRJFSRGHT7B99kR9ZtE4XefBV6jSydJNLpCqPxf8P7dCV039Va2GU3jnNsx6vSP2vP8TCSNxsA9v5W5XPe+dli1rrM4x//3jjWKomWJ8iQ5gnRn9vEOnEsALvlhRODkiT5TmqMPul98cpNAKYDsh6z6SB+yDd6Qi+Gj7/bp217t61864H4Re/uTlx/47t+V/7v9dMywZ7aM3+v+wS93+sdozdz2AAHCWneT+8jGZe7lvCvCIkW8dt6dlqf18hsEz1/9xE9nezhtZ4jmNqv7QB0J57EZ9355xi/XY2uqMz+ZQ46kxtalD/5n3TKt31TYidvaf0NrXi93Br6kxYIrHvNtXeaw3Qc/Iarto/pAHBV4iWx7umWKVlYdmye/Y4HQOs3Zojtrnsa2wZj704EXamrd76PVklSBfjBu4I1RBAa+++PszS70wJY+WcgJzjPqcj10tpQOHY+a2V+mcSfbhP77ez0LmYJXwRn7SAp+xqayb55JrN32EcnOG95M/60eM9+6HTpG/3M/luePdfCs5yjzR6i/5F78O4GvAI+gUkiK9wK/3mx/ZEHe/BxUUWs0umikTuR2hiobfb1d3Yskyw/tthP9Jrdnj2XTWxclmKOdwL069qxJzoArO+R6bDTJllvQk0fgdLvpkL50N/gCzu/dPHQuku+dgGH7nklUE6Sbq9j9G3eaH3qrrBJ5k5i3NgkBNPdmUz+YXT23+54k7URrfoc8hFqfz7xNf0k2Co6GcKbX1v2vJJI/H3sAK/fxPuYs9YqRWqzR5X0QqIL9/+E87LG4JwdAO71v48Ra3+P69r+YQ1X7tURIoPPaNjww53gKrnRibWiYgK52aTV0fG9Yye0/YGMxK71bc8edEdM7Tsx0jOPsVuUaKwxth0Hptj4fyeZdXzIfugjXJ81iCA7TO0XTCZ9tWA7jq8BPDYfwG2rRk0McvinSrdBLSL6LCwLEqG+IPsBWcZ528nHuDPoYtlRhiCZ8cpgm97tCBq36nsWDCec54mg7Sh2T/KhWBwm2oQdg2oqE800ZVCSoQgI6/UqAJvsuDY6vOmexQp9f6YtGUZvJyWg+jKd5+GbM6O7gsfVBs4CHYO9jAVXlI7h7Aqpqea914i1iqMSMBmmpyLiZUA84zFxTyYFAeomdDJkdN9p7TGCAtDLQ515nf1yS7uAaWRSECjqyo8FtnnAZMLNOwIYplLaS3ha/OmP99k3Um44mAHitsVA7tVebWsxfebs2zG8GDv/Oig/led8dttw7P/Z3yGUbtdwP7+Zm/u/7SVVAPvuzdjsDN/zvcIgz4Q6KOs5XhV4azxshnRn0VPBzHNToR9FfQeVPd1x2Lj+blHitR9lrj25M1w7g89nDk6AILJr22rpOY1BvjPFxnFXAHDkpAFG7e8VlDwZ8COHcCKg/+zJyMlpX0UihcYQPo1xeMBkzmIbQ4tMxSQWiPBW0fRahAa3AhkZsgDeAjjh6227S5bYTbengsVOAAHntx44yv4Z2r9UXXSBuzZ6H4DU2Wks7axLHEfJ4wRS7Ex+A+9MNTFYSGBp3fQtscPzf24SiN1VMN/OesJZWn6VQ7RA9en0IH0lGa3ArcZegCft7vVaG/Cea1c57t5EfmxQowNbnTmO3Gdb044pNOXzpKZ1HbyTPX+MvXHa0AH3GeQN3HiZZjzQ6v19y4g+I22PHsh6mD+rUgjZ9de/E+AnsBQ+TrUesv3InpNoNIK7iLKzGWO4vrMF/dznC7dWG1oDfCEIDTCiuVJhInl/Wr1PYDtjzPNjWAew0Y8y+8K/b8BN2bDsj0G7k9mXany8ny4AACAASURBVLHWYSQE8BztdZ/B1gCxlvboOslIg8DJZnY2p5JGHn52APUBUA0ojdHImrjV0iQUtK55O+IbqG2+Pvac5fbuC/rINsXoVT2bAMZxFAagTuAsQjQ2aG3u/NrgSoAXXbQVVnfiEHP52xl9cUq6qlt3y/nBceeNqdqKQ95HDuzYPunvre905QJbdvZq3b8BcD1bnnWcvOfL+wxRkmbS0i4dPfTT493g6dqmnfl+wBfRnxx6rU9V4oY+dmSWX6+MaOaYyvwEgOK4+N7xDU43oGn1xDmGkpWW69KhYz+gH3krz4uTHDnJEQ9nv2bB9HaAx5Mt/axNt2PGFznPf+49enDOksMGIdCJrdu2d+4X4LZg/trBqeC+q3NswzwPwxFHr/mM19/+ePkjAQiShHeum0F3whiygAoL9uybPXhaPDsBNnK2ZQFdKWjl3s66nqtCG/g3ALn0/qyEhVsSNTKGbdfawTCP93m/j/iZH8CqTkDlOwDArMHlYy1prv0/g2adUwUwDrrspLpHv8q++FhP88Gb9nc8kfWvBK7xpzoAbOqQAz8AeCro85STcPP8frpqjP3Ge/A32TP4o8EH1tn/jo69Kxv0HXuMrmgfHDvU45XYnSCinpf2i2un9NitzyrZgRbStGjEvkCetH/FuO8gi2i9ga7TJWrsv/bfs06p8ta4Cdgbq0aAzmJ28LQrqQ7tTgs++WKex/iDrBuJYBfpHNq/AaZvAP4Bd4dnIlMGALT9/7b5eJdB8ef/nLyOnBv/9IzvVNitP3Foo84xsz8x9v2r5b6qGacrUwIV4ZmWDXnex9Kmyk8tageARGagW6ioObJxbKhusdfBFvNqtUBt+uuKw6663bP5lrtZq1PFX4qs7RonVYzvv0f62KMITlLnX1MocKrXhue0Rx1Ufuu/t08buR7bkTGeAKLW1wGHrbprHj/0d+mcG2z9Lke3A4XIhSPYSFqKzbUyGb+DgDHvznWR+40xmDZ8kezNXB0ZEJpBH8VWHvvgrMH4B7N9S+dbPU2wAn13273QiWjEFVWjP1v+eQxjo1jeVWCr6VPfdZDqtsf0vfybSonMEU8zV+x8TNimh2+VZ1oz1qplzAL2bz0d/zV2h/yPO4G29+U+b/EkUs/eZH1SgW8fxHySBAr9LE6ySXqtP7ifdaYAQnzzlle773p+dwt8+yO7Aht0eQfT3cbUtqV4K8l6x58l83Mek0T7PV7QdFl+XAg1eFG3N/0pABybLFX80u0ay7YCTUIOOj9gfNbRuOa4+SkwGn65/BzEFLYf91u+jlzG7jo4wkKX2bN5yMrr1eHn2DfpASVDO2A3QTY4eOjAtKACGBN0FjRyeztAZo9DGwpoEdzsbj3dilrPoMMJbt7SXd5xy2dv0fAWFfbQG3wL1XwULvl5EUgaa3RIfPN8ls/pAFZq4uAQjo0Z57sCb8J4Lkzrm3/1woKeF3Q1rt7/zWbWqhrGuAJl6TSwmGrrENOk/LerYjl4ZybcuOlJhCiM+/aPdA+YwtpDSbbzvrCOE3A+wUzzRs6G/vBnDx6QX9o/azn8ud575Aj7nX+JV43MEq+Mbr5b5/9U6MU6Msf2q6ATzvRljCTUgvcjg7Iw0+HR9pdiUOGTlXXvBLXV4W8f5xv+113Zjq8qP/rZ49ZpPZf3OomfctSfbcJHBhgHeX4UAAbzxNdnn3+0c4kbVavjs0ZXlyTxX+t3+PouNmv/8ez1M2bTo4OnW7V+7L+p4Af7N92Nz3cnvTZNNubNOhEgbxwHB+7ulPKNTn20Hz9jd+jPTth04uVcp5b1Wovu+uB1l7yo5MW7APVcM4V5L/xePCD5NglOP+FOZy0UADY7FdCSiTwOuxz+adezFUPhfjKweuG1yWxqt5tlTXCy4vBNRd8I1BO5RriOsdMAFUzZDkKSGLYyM5koI4AGTKHlxQ1g6HkKAOdMvLRP7J/7zJfO1Edp3JlLOPoJ1CQQnoyiALQauxzSrGFlWgk8GgPN+ir2rEHgNnZQNjDUi+Jeo88ff/9PwPauugoomixkBHEHgDFO+3GHaSd7HsGHs3Qb1oDROAJ6loCXM+5RULqvzxLezHSbPhFY5XjwPe1NWrAcOpNgBIRx6ojWcjNINxARZb4GzWipl3J8AHQbRxLkOYsZAar3deUEoKG+l+6Fd7QGMepkxGOs4QB9Ot07D4ygdZ7uLcbJeme3RAqKvvrcGByqNj70vBu4+0JGk5zxVlS3UcNeABJhfFmhPetxzu+dFyAjEGAeyxj5cdxkKL2t5Vbmev/y5Dqf0MsG+mz+jQOSf7+1WAqfJPsPRUpVGPzu2MEYkLr+KGbx9klKWID4PnP5yMhztlSUAAFlr8W0GdHzyfb9VgGj70NboeGtaFrjtuVEK9C0CHmCHe5WEJCItXyfW9ZByxj9ycIKYERVzxvcGNk+suKWI57TBSZk7//rv/75z5z3krll7wVQ2UApIMF75SDagircBwCZazAgrCjstHdmHwEoXUtbFV2X9pFa1wTrvgWKWX+U6d0NYoOL60CyFoDbb6dkx3uf5ZP1SYUq93QA2OP3GRIL1OC4IuOyX+9qfhk7nZlPViZGPToRh6or3kL/AUHMq9P+qQMk91kfAR7+OcsgwHnaED/7K30EHUSeCRR7AyEvWppg0wFSOPv3uU/3on8tr4clab8EfzuINgaj9vscE1GtMU8A8woAS5xH/y+YRRKH5EbrV70v/Jb9gZY7EHVow3v5j4cXkgjRDtIri9n2Q4JGhz6eF0fvpIIZgLMdA2yUTsCAlu8zWJDx8CMAqenX/AH/aQ00EMmLrQZpecpRHh1QpNVV72t3m2nQmMrNbnckYAL6Q4/YXhrHgADwBkbHRh35hb4JwJRxk7XMnC2HvrTkww7N2srmfHddQCZi21oejax+OY5atdnEzirFbmRtJDdFb7HP05oZEJ5roAX+ZT+7AtdjuBwExsZzAKE4k4l8S++NwEudLTnBrr63A8BaS+0ZZyTH+QkjtrONbXkcZTlFE/yg8qDBJVFaEh6if7fiZED2Z268B6AU/ybz+0zEOZUEz8O1zmpC0ePSXcn6zeeHX6pjSmfzvwLxEwAGkOEM+O1slEQIzf9kZk9iBODt7YjeHSg0JpJoO8i1/ol0rpIGSLjIHCJ/UqmuvbNNVqAl/Ktru0Va9nyBUPZ0/Z/dQ/iHyqKTwFQdiLBf/J5xnll/1trvHJ8J+unOBNgw9kXGzm75pftp46n17qDO/7MQyZrcP9jYnNEIr/ZanTOzZeLPc7Az7so47NLI0AoKTQXD0U2u9Fpak3SNbNwRHkDP9LnXN+020Nm2KzZIqqGnJaYqZQeUyF5sEKATRwnayi8i8UvPow03tgfBQOjjrtqlKw6y8iRxeK8jK1r+6n1uSDD6XLQuH+HfT1JZZOHajta5A85DQ+wlK4hf/FOAn3lSLZGuWglsOFHDwHISIzzn6mCSqoQFkL3Oz4vw/9s+YzzITz2v6YRA6B6lE4AR/7vtWPEzNITbqefjZ4dPEkRx4uBgFOEvjsZam+b2sW0jVeUTY4e2AOzhUT/XXZi+HWEQGgMPYtxtbxJ0OZiDMC78nmJWvQP6Y7+j/5bHpLs0ZwJK78qk3K/1O/RRgU3T8Pin0gOiO+z0DlDpO/bW94iPhj42iU37IRwoOquDyeG7rP8mPo0fU5E+bPEArOs7eO6Do7WPTmLt24YffTDXJzGrBWES2bpjlnlmjjDAnkXfdWcd+ynaqwkUmDftJyQBh64QJHmwv40pHnthbH3sEi+O6SB4GjZ+ryN2gunX+vHdtaQTqNizpeWs96vK5/kI/0Dj//PP4Hh+/NBk44HQy70f7fN5vZ77O6C7MuyNtzjAcHhoCl/GP/K7hma6055l8pHhn8Gsxe0kO6me84i9wC2/mCt2b+g07XMlU2zX2xaOXnsnKElGyn9FPo/tIdKaREnLgUN6oUv26B1cXN3guQmTm30AXyExtDHbTkiS/UtL5lfAbeS35238cRIQzR8TtBfvPy38PVcl3coOHx9zA0Sye59ODaWrWvdCZ/f6oiP6+/bPT+XcdJQiEaUDwOGF0K8xuMFQ7R9VAPjYi0O7a1cgk6a976xD9BvFMWMXTNHQt+Cv3n9jSuufZHx3Iib3oC+wb6Al1qVxwMYMoT+KrcBgoGj5yz6Pd7CCTjDyO+Dx0W8E/ZEvrAHjSGEMPlGIt3FJMEGSS+zDWilTsIKeXRz49i8IoL0SoIbPcqRDOhLCl8Q72kbuSunQxQbIxQeR02tY8us7eLxHXPoZlj2hsZb7p7PFVJwjJ9rGs/yv4GVjU6+1BgulpbL06OAOuq511buT0upOdCg6mr3rmIU+a5909Q5V2qvTOTImsnjkmdZigpWJQ+dz55nh21cBUvN39mN5RfMDp+M7EksOFgSR8CC9sbDzYCGJ4/ETLFv0gk4W3e6xN+ypRz/4bBIB1mcHb8DXgj/Omg6Ghu3L3LHlG4/RPe1ToKte9t5gbqfQYPSDE3BEpJMI3/5Oy1TkYPZj8MVZu3dVrzaHwpW1/+5EoqzNFsBmf5b+kdXtu8QHGfqpALA7ieArlq/DHvMsOuVAo4xB/3YL8bVpJaOTmPOtCE1jY/3cArofLEJ0ptvzyx9//H4CBO7V/nx2HKKRFXdmwgruZZw3IEHrg80oKhr2rxH2ez4fgIHebwE/hknAYbJoY7gHxBjjeZw0lEJH1dk4GMWGpCPyk71ZYF5X22StEHxxpBhXl7vDICPezYwIQFciP190qwgqUO/xk4mj92odIAp6yN9r5+tmDpnjZhFb0A/BSkh3GyqIromLZwOy5N7Qh6rN0quftZ7MsmGuNsC0H+zTMmTawHZgWs+3wzbB/7usnxYmuo6+9QYCD0OnclLKiPNZOsiOksEow0k7Gcun9cIEDOQ0TCah5z6CmXF+zzwbx6EEdLeFWQGOA9/O1tvx+2lv9bnmpTv3NbMPo2wwPPQp9Hu3MYDPOlB1DHgM+fm3jZIGALrlURuBgOEdIMe4Nb88BgsVTXaAOzPXAeMY9XdF2glmPXslx6+Nair04oBMT/4JUPjM3qnweOlOK+0Yfl7XZ49PRwDLEs4+De1/O1eGferWhQDsnHXKONuIE5ild3f7mASAJec2mBDDZLNrzePjRQqLwQDVRyufpypHLWxncgbkC/FAOcDXx1AZraTh0fLD7xxHEpBrwfXMow2wBkE2+3sCmGMIddJCjD5VgLbyTTBm57pZkJthtwZWG3DsCYYVxkKDb8ybccMrGksy8jujeTsvNC/wDN53BypszDhIWB0LNNcB2tpYQR5x7Ufm4mQtn4rG5wYy45CjHdzjeVSNy+DoM2VytuAYRaNT77aDOEhd+XPOmSrAtZ1O1oJndQY6xpJtCQGnU/kR3lt5hhPQQfVbHrYh1jytqh5aE+n53RoYB1b8GYPzt5MJbFqZYA2Gc4zlWaORSTgdBByRmQ0OhobaYY7+PpVgdpzWUdfcsA/4vc/uC/+Nk3KM4FRM89OdMG7HrG0gsslTEfKu8u1KiqMfDBC/+bKQGvM9awQo4jk4sv7InMl47Ix4QMFRVwdochC+MinlCL0rlwaAsG5+txHu/UirJbUfWoeHYEOqzAfcGqcpTmJWMnu+erkBr6XBseita9Zx1vfdBhz5gM34bkW5TkkHPtDXCSDtGw32OFgzNsYE895nH+f6vC/Om522oV2fK2zDOS2iuBZ71eMtejfNFcBGizf441RLTTCiwSpkQlcvkHWs97Q9fgP+2HWex3Ntkl2WBu38W/5MFY5nst9vS8h3K0FWE37Yv2MvBDDPece0FItezFlnx+SVLeDzczcrubse9XN9LpRbtGesAWhVyUiyQZ4vmj2OmW0g0VgceNYSmdodA0JjdADYAK5b/5+jSeLgJnAcmwdb2z6PQf0kwZKAmvkRvEmHIM7YFf/6CIB5d8Y4ZxhNsKNtN8t7ra32vUBg3UeGc7e2fNlofkfW4LTvlq0z+qf1sd5Dgloc7K38QD6Ejjg7O6A4/IkNxLy0AieoPYAW/t7XJGcE2lTMWTwvm599RJ9638fOaPmfCvG0T8N/Rma2Ls76Jcn32/UMp+mexLm7UpeuJV5ntbO3TRB64N1dWRO/IZVWBN/eyYNv/RfAbCtJ0I+daH37tW9ZFJkstrB99rxXMoAOJwkohV/QSb89PJsE8YDNAFC+RmLwWfsjn5z0N/x8wKL4adAvsvZud8wcOgAgfcf+2Xed4AKtQUnwOTRHgGfaMS/ItoEbA5NV4bv0WkTm+a8cXwAy/Nf+4AJQoZAbWIdu+Nfni00QAH4muHknW8YeyZ6RYHX77Q0QJjDpnTlyS7RHy+z1nWesAz7nr5zPh09zKqa6Q8mAxwQVGrw3XVlWLGAKn3tdRg8TiMA6AC/qVpn4PsgU5NOdYHgfNda82jKp9+CAjZWQ1vzDtV00kPEPDdf8mFfshLVxf58jFZC5bf/0UVedrMCzVo+PbTHqBj9M8uG0dJVdURU+8C/r9/LdtMOyf3we8wK54m3haaHdlTcE7ta+HP99znskmRZ6Fw3ficHaY/yz3UMA37+mbXoooe0U1vuuXgfg5pknoZH3DDO+MdWy70cRhN8SSGI/ugqTwEYnT3rF3mZq5juyTYmcOQMxssZJpCf54c1v0T8boEXm7ZFX+6LWcwfneG7Vs633sdnqzExoGLtzscl+rrobrf3XWIXWZv3WyLQE95Is2/LwrvpmLpYHss/KfsCfNqGte/BhH2zB0SZrn3ubmS214ge3DdNjANOAFrsFs/BqElF4rMZLUj882Ql3x19UwZN08fNg23las7HL0A850zI4b2yvd8twxoZfek0t/kfRHLqmsWbrW9lYtg3TTYggtXXzBDG4Z/XFvq2D37IfvnXGYS1e+2v5EzsSu1p0Q/A4fB0MkKRtxtaYxl3Bt8GvdwDcNHAC6HsMGjNp/OzMs3AjXXeCljoPXfaOKwXf/OlWtPKPXBBApfbKTNYC/YS87apcz338Pv1u/T32W9vmwVrivxwaHPs/8hv5tbYAGItlrhkyPNn41Dke43nZbQPGtpMeSBwFu3mTCdJRpH9i0yZhi3m/jlaZve6OY5qzZCKd9WyPHXwo+6e10/OIRWkyTatamuxZEhezrmNPq7BE8gUDX/s7MpkWw8g109hg5Kn4jq0LzXTQmPF06/TEPiLfO552EldnsUqsHX1o22HsKO2Z7I2OuzT9BcNNBwbbD8P0vYfdDaATXvAfQ59veg0vri/kvKm6hj1t+4M9v+VSyyt8c/x+lKSTOz2xpet+DjIHHAH8yLJTNk0dUYF/4ZiEOu9MgW37K8y57TD2tDvobSLMFu4wd2y8YCxJcGbP2SOtN36Qx/5kxHil28ChRdWff74dUBYggbg4fW0kr4G+rSE6Aq377Jw/rzSDDnO30x1CjcJhTMUfZw8U+HiDw+8WI2GCDhi8Ge30Eh9BoTFQkh1lnXFGAYRzYRz/IcaeLItUROwZtKxPl4T32lARkRaPmRI95DVuKuT0+SQIDl12sHNB15vA39lSu0fM461M57yuM44vjDcgaQtOwOymHY/3WfMIq4wqAe3JopNBQKDvmWfaja1SXDpIJi4C4WRpF8MfIbaYn5mLAPB9RszZSwVBRhATgDqHaNcZM6kYjaAm01fM860tG4pR890W3Fg+m1DQdP5TBWobR/e+8jcObLLSR4k8lVAE/u9zJr+dZX0bby1EsqcDtlSwrrOCbLqKj0fZfwRq7mDVlS32rXITRc7YclZBgb4vOpzzKMw70NrbyXXF8XFi9ow35vFdrmwAmMz+CNG8B1CmFRr78jKEp40OmHWCITEgoOvOLj6y1esUYFk/x8AbR7n3BjnULdN3jzJxAXSRL3nDLWtRqpVYfgBHxnQqM4cm9IzbSO4K5Zfj6TULkAx4/JqrDFzpATsL3XodA2tNklcFzg8OY9asnHIbl5tYQtVOVz92kg1ygjHyt3iun8uasq7Zl8xV8yFBgwAwAJHHN+dHrCEYJzW6NDKzk3jOvcPrBG4wzNiPdgjuM2zRb5193g74K8g5+9yABdUubp83AboG4OGPXTd+e//7jf64QnKWIE+DcR1U97oXWHU70P5+AESNWRWiVj9t2doxoQVOzjdaAxIdReClPFjz07QWHZ66M5+xW2JD5N5OWpFT9q6w2PURn0Wm5t23w6KZvYxJsrmfl/Ze9V40YH8M7IiiAf2WV3rskrup5Nn52yGcdyETQve9uKLf0vNlQP/xVEw0/mgcZW5FTmrdtpV4eIFWe689nGXrSkuv2dgXCvB39Ze+o8X3OsUD3JkeqlvGJII5+WUGRhLN2a2PM342g1tt5exUz/xOUk858wvyZX078SKBFQIZeWMD6W+O2gzedR7f9rNp0HJ4Wo9baP33OdMVWkXOpOInuuIkVc1RJugv3Z99b/08FdQgPezRvDt6bW3YdnwbgKFioefZyUL+fGThsWU1jKFVvYcAcHcoeD1PcrbIVnvU1VlxlMv5exy6u0WwwaTW0wWY9LsIPMru11rrPtGIXz9j/t/svtbP4bnxP8YP82cO0G4AWO22aU/fCaamh9E3m0E9gVCmbD7satP4V+hw+YgE/Zgr8qV5Gruw9ajtJMvR8IidUleKL5jVQU/kGXPWu6NDM9iWiZYfT0B0W4QFwLyTIBNgHUfgtZ5T9SI556S2tFq/g6DiAyWY3LL8th9uXrU4KVuMQN2HXpx2/m2j3jzAOiPXvp0x2HZO21jyN7UuneSmOf70DK0r99+JN8f+HhsZecP4AI7bt+eagGyRVwBsL5uqbP5ey5PMOrKqfQZdx/cAIKdy6nlR77vW7p5zB9o7EWhbC68foHeBg9x7/WoBqoQJAbPPTweApYk3oJonBLhdUDEgaYhG+yWydweskV+2GWftob+7EhH6wr4g+LndNDbQ3fzcc2pcAV2BPXS/L/Jok8s6AIzdy7M1M5IKvd7qwDWJKz4uZlpgLoayo2paib03HVAGIPx2NiwJGU5Al45Dhlzr6TnMupIQeoLGuk8yYnRdVxO1//OqLhQucgwdKui2YKH56PZN4eMTRC7/B/45+9Zqa9TzLUd6XyGvgPyxJ5bk1j4xzwIE062g7CzeYV1K57rRSbEbQ8ZOTDobN619B79omv6oWjM4Xkmr0tHPS2njm/FlZoyf5JTWr9g1dKRhLVwQAWBQR+JRVY6MOtcLb5ogALL55kP0xqH1kaPw/dpTuWJxGXzidyJ45pZ1oMILW6Wr9c7+Tje7xjI3wTBXpTJWAYrRyTb/0o3E/sroCV2Lj95Hr9BKGvz0wxeU3zL7jw2vZU6AguOT4lv0T6/FlbcwPl4679hvmWT11wM83tg6XcUG3rAd0xZLfmF0h6Fif4umFDT9n8FwSNps++MUOdTRJ163sXMOHZwEo2DHwmnwv8w/Khgqh+fbuNIK/LbT1h/wcmptxHcOXtXRJw5IRVDQZc9VYw4qBvuMjxeauM+LhlY7wHBjIb0XEXuRJb1e3+QcLcwJ3PdZyFnLDSw35oluo1PSK5FiYgFte3kwE0gFG287wc+TfHl4fPctv0GpHaALfvMUzv2ermash2MlTtZY30fP6LO27Z/NDd/o1e8U1kpEvZLAWsa4gGUCwIsHrY/PPAwdD20g16g0PHp2MK8kqhXQXr4Xtrzwcvs2xHcOHj04ZHWY1YV65n3WuClEuMnx4eOHthw4+ngqg0ki1ufYwZF1W+xwnvu8k2I0fXa31v1mn2oASR6hw90Y76JjJyeUzJyvWgeIUpK08eAYzxE4yKr4m4kx2f50oH7044O72BeazYJvkQEUTrB/uozjGbWAYDTdmSdzm8KqsQ/8vMcPuIOwd9LAq9Oi7AMDaotFeX1HvoAxbOJyZnHk1/On4j7I88i6JBInAXlwj+HXu7DlMOK8E7+EOAT0dxL8L50SPtoOddDbSaKbRT/Hr0wngMP/g+G8K+Nzk8iEALB1zGV7EQDOug++WDZy9rH4bF7K2rW9Kb35kx9GAnT0Wx6SWNHGE5C7/3geHrId4pUtAOGkDH0Bz2Pg/R8DwHqsjCwMtK7uYIM+Hd+qiLsM2Q7ccDbVGg26OIuXrIw1Jt5tpRb8aKM0hJF3mygIAKvVhh+VDJVjiFggSBFFwOlZBDpt5AokX1mhURlMZT0R+O1gQpwdKGmDFiLMhm7WZj7PYi0AkWAlzuNm4iRTvAOozlLBSDpCbJTGUFC3JIpi3grvjDuj6DOVGS9ATe911iHjO2DUjD97qIqLVSppObUAYwNE7TghEDD8GENaYaYK4w4AH4DiyxmArnR4nBkcvS65JxuoFQeg/ysYOINIq/HQ2QaA3xkmn0DgCgTWT3M4lWyn1P+uqOfsAbWoyTvujKCuoIN2NmPzbaA07TUYaTq+DQQTRACyG/BnfwjsHmBw+FWOR2eO3xXcy6MbAD57/Oyvz6BwSyiqgMdprArgVyLH3NwONhViPFd8RBBY8rEz9bim9UyqdZOtzHoeoHoUdFffZu3z36GpyXLutpK+7nboW8YAYEywHWND9x2/tqx0HMEbHDighV+4MqXnqHFicHkNKiPdyRvP/C2HBfJanibDtOlBsqJBnU7YwRhoPu8K8m9nH6OUkVW8X3v21wM6NEDeYOobvFpDLAbZnj1EpmRaiJMxvpxBdQQAitd99iJX8awxap/nS045oMo+joG0cmu+F0sNTRCwNJuNo9YteLSmx5HhrB85M2OwtqF5O0S0ztWzyaJmLF2BhwMRGtoqKsbUMsIdI57Fkx3QQMmbnu4zqSJ/RDuMN47KpzPyLRO21+84wrNe7Iv4k4DUyRh/np8AN9WlYx4N3+peO7DPQxk/Y/TcPcbl4x2HnvPo5Ed2e16yxy77Bse3W+Nz/3HW5h66YSA/78pLs+TwbrffMW1MW/0OXvD8yKBOyhLfH6I/2wAAIABJREFU4EAWSMOZ6Nl930NbLQeA5fBqzdSBYGTOHQD2GIc/1h4iEWIFG5VU0NahxwF5cVDy/bSIeoDJyNg9+z3zGsAfWTmOHQ5paGVaoCmA5jZKmuM7o5gxfPv3TmBEtve1vd5an5OQWGvt6weI/BYgZK4A7bS4IzO534dsBYhwAHgq1G5wSs9LFcPKnA879WRYr32CTfjq2KOz6yfwHP7AWSKAnFHG8Ynuv89g1vdV6H6caOjn3oPY7rynbPYvmwW/Jgj5dr4MrD5rgR0Kds9jqKANUKQEswBnrx/xk2jssSH1HBz104nBkxgdy96bjvOUn+z/I2fGfvbFp4KwzyaMn/D3aVMfO9jP1r0auxVlOi71edm/XEEMoJAKYmeAP1WVOg8WhKID+cemGP6SjyT5L0CGCiNXl46/pHmsTUVbvJKNYxexpvatnnExV33ettRHAqr2cPSe6WwANJz1Xuf77MS0H98KHXQtIIPA8W8B0963ex/PPDQW2YdFcshJKnt874hBzLaXrpkAevYyCcqHXoauWkfp+SRaNECy710w/YzzyOcMhMz4rjyBFnt99Tug/+2rdiCxKxf6uCPfPxVYzAGZaXmlBAbA0Blst8C+u65skDY6eDtppSoYUJp5k8SdvczcGTfzwi7Br+Je/pV8zTyyL8hgv3uSRY7d//zis42fd8FDb59g+ZZK+bbvDS6NPeMkaB8N8QIgPJZjL5Dc8txIIl9XR4En3AlgzP3uZIE/2nqqkybDdzkjzzJmKiSOTVeBt9c4B3+iaiHBrl3ptR+SQNp0SaDgbvXovRyiQnd2YiT8lOvyLuRGJyW/AuIF8J+A4fDv8ZHVeWT2hCNl9Gx0AVXl2n9aK980Jdr/9StHloGrdGJCCPUdaLifEZr+/JQgD7gf9I0/nLFHV/zmSjnaDL6Th+CdVNdnrU8Cjtu16+V7hmNaYWet9Z8TQafirHEXAsfeu6qAu+mhZxagXZhAiOZbgmBjVycRb46AsfwvvwnauOkR2/Llx02HFcbzCsI9z29/CtAe/tSeJsEsAWBwgJbfjZ10YULPnw6AyDDpLFdMj2jYLkVUAOPDJJCk9RdeeNtwfWRg8LvZEwfMlBixtv2R39hG1uHvatLFLd+82fzRupRECI6CI0iT/Vldhf1848y6rvWLxih7543Z+qqhTc0pgWzRNLIcecN8g3GnAqsT2kggYW/ugHQny+iaO3GO9Tl7Pli1xvJP2WIl6glCtF5r/eAxOOC/WEfWM8dvJfgU7PXQ+5fAhPdmqgrDt5s8960709LBz/KpA2NHvk0Frscy/Kz1lB73Wk0h2vEtJjlF3yE/ThL2DALbV/yVJIdtIy/M5wh+d835zz5E+Drd6+ILpJPOys8tltOceDf+V/uH9gWnS0HzMfTqf58H03mUBBjkeR+zSJXybdsoMfRv4XPPc5C5GgN2jO2Boa/e/xcPnW6Z8eOwcahw/M3da95dAbv6Wc9yi/TW5WPrayzB5FMs432UDJzCwGAFdJLVOm9yka5VAij+2Bm/AwLBwo3PjN/Uid1O+SRiNotvfT9HXoT3dsAyocT3iwvWjpV8BUNwIjv4jeMKSQjM+BPwPbiSxOk87g4Ad6dZaKznxCigM2Phz9hld50OdOfZGcetf7wWMOyMqxME9LyOpYQPN5G98YIb+z5HQplvkhQn/ky8ILojHSKeRN7xv17H7fQySx5w7vTzeY6XyBnMrG0u3/hgHyHGo9pu9FyEM8pem0QeMGVsCS3N3RGBoshv9kjrQ80J1+V0p9AaP/9hn9x4z7EbkV+DbxEw79hsrn3jkzyXJACvjehXZwAfJTbOOAHgCAJara1Trs1x5vAMmui7HnpAlGnjq8/+kIE34O0pu6+AQU9ODHha2j33Iri1Gd1yK0L3U1GGgbeSDOOJjb4dxxUq4+SNMNH1EcwLzjkTaTI+7taoPP/OgHhVEcx8ArZs9nmEUQyMbpPCHEPI67whtN+OMFnUKNcNXJigqxV0Zz5OYsABriOkl8O+GSb59p2BYKYVWPDQhQSKDMIYzlEQd4Uoe04bKSopcI7jPCQYvy15U+Hg+R9BGodC73ZmtLjPdByA4ADCFt5yPqWcZwYeb2jIQuOqoPAsFTyaKtSfgN3O0NZ4oUGAMZyf7nffrf2y3hiaoTv2XM4cxvsBak7LozmH6pmXz6aS4jzASAwNnbvigNTzQO/LrAnGQd4TYdEBOH0OAAY1HKH0jInK9GRGvpMRPM4JAFupjUDf52R/knGMmsu63efPajNPxWEBQmQGnXUSb00AWMZX6Hpbj3s+YzBSEdhBmBtIsINaAFMb3negEX48XDMtIBqQuY2U8KQU38owU8EYiN3mrQ0sKjbSBmRpZellDQeUDuPSttg5eZb8VJlNC+w2NpBhGAUEx2gLtS2FYvR6fLTiLOMtQEKq4QJ0Vrs9G/Lbsg35YWNe1wkk88ImQ9brhVK2YN4M+m5rLJrayqCsD8DWHQDOM3f9G2yIkalxwIuxyDh/879HfkMinSBDliHPOHSh/S39os8/2j0977jPnsfQYN072Bf5EMML+klrfvTXBvMwogG7kJttKOodr+eLf2cNcLrdqm8AJIxLQC/TYQUp9Wwb5AoAKzGjFgPjlY/uLONuUdvz6dY9VChiwwCgoru9Pza40K0BIO1IlsPqjg8zUQLAXk+vxxpTXdWLbtRt8MbdDgo5b/mBfhm9xvyP81QA7g0CWy8/Rl/4PNVp+WP3q0RpZO7o49uYlKOnscshQdd8A0DRN5v1n4qL7lxwB8Uyvt1k66Rx0BeofBunXNN80oAQ92UNdS8B2g1o9BndtjWuFvpdyWu6KhtHYJTGmIz6OCD6kaNMS3ocijvocDuMt26At7QonZHeOqN1M/YifNWt7jUmzgZC13f7s7sVLDzAuuqZCoBbVjzyswGIDYzt3nBfZMu2qoUGw+vZ7E4K7ACwfQXpubG/sIlup7Dp5tNZEiFHN64ezQa2rZq/xesB4AgMslbYrE2/uge5hr7Tu7JG7wTWrnr3fYO65HiXB1hVYOkKTnQrM+mFtHCNfjNt6H9jf3ZgCvCj7YZbXqJfuipA49pOP28d0Pul30M70claA3829K+pCRDtKpSArAISpq17yZ6z9uNQII81/wSABSzGdhed+u+pwF1ajmz71t0ntBzZ0gHg2B51Bit60C3IFt7pM9igNfsXouEhdFpaO2D0fJjKkxJmmr6B0slYl23Du70A0QPhh/yrdV1efvOWkw4qs+HYWwM4dsDA/tC0Q1z7qzpmjABvoL4BQMbSAQQnW1TLZJJbew7wV/hqQTn8V4OlBRZ1UkR87/i53SmjZWgH4O7jVboFZ9M+tNAVM9B2+w/QFRU1me+AfOPb91Eczbtm/7EB4ZWuSCQQoGvomHbkx9XK+Q5c6HkE0mN3aH3SIYf1Zr4egxJohj9JRh2SNf0e+fHQjXirW1Cy9i8f8lXBszK1gxS339zrC+BJMguJj1zD2PTvK2F6zh12UNCJ9ZE/+ov1SGLCyvWlz3egvv21zDF4xNs2CdBGgCC+SIBNbJI7wacD2XdCgTYnSesZi+f7PAu5ZL63GN0gfideHd/O96U9fdsBJGLFb3/ru7apk0gekD7VQ1lxP0tuoeQe6/h8jm2n8y9Xzofu+NHvTpSlu8+VfNH2wdl/ybZnrsF3dv3Dd2+AXvdIrNp/dcAw/yXA+G6V24lHLQNe8mHO/mt7zbbo6IjDH+P/NW36/Y8tfQdIjPVMBRv+pfdiAkqRH/iM628ZA3leAJDudz3/OwmsY0/icwTwjhzq7ni678iV53eOyyD4q7GgL1AbBGv22LvQAXKEQhbWQ89yQc7Yvwm4aeFSYMEZkf780dvWg/Lbxp+gMkpyHf3awTVjOJPoTUW11sK6S/INv+tqzQ4v3B3fDoHafoQnMj8KKs7cHjrqFvO0qj4BwqE1Xd9HDVDF9y91YJLAEHZNhx+DLOFz/WB/63d0u9c7bO81cXKAkunGz4NfugORL7d9slWdB8z3/kXfQku67luCu77/FrjeAp0Kzo1/6Yce+ZF5eb8rAHxaw5qX11lq3c1aYK8TfGzcyLrtYAUro86+Xr8oUbKxjDuIrZFQOQn/vo9VS5CLn9tGPv6a6Qn7Vy2ggzPRPpv1v7GQ2ZDzD3LZNDUdBKITxNsJojf23Xq1EwR6vH3mJ7IH/6l1Ev658Azrjio40fNavrGDLtyQPT7J0Y2d8d5OmERHfAQYqwIZvZO4UDqrKQAcXbvyCP1GcriOGA1PZ/bGK2RDW4fBA9HfpinFXmZAxDO6GAKZdweAea9upTijE3haD2ae0e8HD5oA8O7RxBImIO3xi86jEs4ROnymYsDog7EZkKXFj40vpCiBArvwZ/sJFBBkvSbRz37Q8HKd73zjTyT54p9ozfDHGic6tPXQCT4o+Fy+mw5Icway928CwLMK9pxsn5b8sP06oa/mdQLAxNeil+YYw2dexHX0bD23bepfT1wDPDuYcfyv2z9YDH/lWSeC6tlcIz1yd4zT9+7eNYkzH8cEzrGUix+NDDdNh54a13r7F1k19pm9uM8g1vpEnz3xUB0BYDodu2/kbOaR52GPdtFHY4v/eISWL4VRtwIYAzel+jBpFkEk+lmCDECfV28FUYMKm4G3Cg0HTZPmnKwWnCY4Wt3KyBfjzeTaIMJoBtBAiCMkouQ2q50S6SZ8FpM5dEUr1VHOIlES+mzouXaM3laAveEQWNabFi/LIB0Ag3E6wOCAmYWgWpG8z/DVM7V2DY5/m1+cC4SKCCn70EY9RhDgCvNj3JSY6289q7OajrKbM6wA2yFIr4H+NxM7TvO8BDDcToQrlcppKadE+5TgyY6ukweohtHYyOBx1uhDPzl7GObccwg+W9fm+byjs93E5GlzBKNlINDSCpsNap6xToCwDfWeBwEIDpg/ezpJFWQAwW/Q951lCK30fmP4s+4ovzOfR3J+CiotQhxO7984cK2UN8OkWsTWfp2McfN4BVSo4nqeeWen6F3JBArPAtC/MoTFC5UZhnJKywMZdM8ZnwJQnufYARmHVTQPjTiT0PSmzDiyPCP/7sQF1uDvaUESkGuzjVjP0G8qDNtIgVr1ffMRtKO5vBNwtvWwrgF8PHR2zvjb7DWc8pY9yMS7zfJ57zMHnBeMCpTWGtQ5d+h0OnhupnUbgC8GhTOnLoDR7zKPbFCAhI/sx2dVh+5po/cOmPKd5Jf0ks9urPd6TpO9+gIUJymhE4KS4RtdZ0N0nH1wkjtBInuwZ0x6XpO4Yj6R8T8CYlu8rJywfpIcGpBY9wBQ4VxHz2UOqewbHtRnBR5jsOkZajH4DqLMOMao3GzNBWMMAOj7w0vrgLL/vVZ6X67d8zLvFtkEWD02VyzEG4AGGLP1zAQhugUbhhZy8g0AxagiqIMzp3fegQXkFbRORxLbHROc6gr22BvvVjfs53HMy6hjPdv+8SxtiO5+6W8FXZuObPMMiGdH5dlT65nJwP6wgzyJsvRMM3sWkIc+BAvYhwFvmaQ5TwWGHYapKjcAo+VsfarxjyMGQNsg6xqZm9F9KtE1p8MD72SfPitdZsAdVIUu7hZZVA5q25Xk060EAVSRr8hx1uJbgJPxoweogoQ+uiUgz2/7BvuI9bW+mCSV+4zytjEZI/pZ33l9Dadu8kvkCaBSsmS111SkwhfMkTOOPa6qOoPueR72BJU+q5Oo9uST3f/Q/8oEKgiaL0Q8ASQHFH4Gf7fgxOGKfhyAa2Ra5ELcxrWP32fsArwfuoEXBNjN70s/CuBlDmt/xFnqwB7zOkCrbM4JAn6j97N/sz/bEj/yLYGcPaOP68XXAOWAe4w1dnkCiqajAdTXnlxgJPsJEA0/5y2xyYqJxV+ez/tIBd3vpbaMeoOZ7z3Nc7XeBjRtj78TbJ0QhBydMfQ8HMxWwGfG1cFtHNxOZOhkGnRP0x73d6DbY37+a3sE+0t7Tdec42B7PBFwJIyxT6d12gBOyJJ7XbB/fTZ3+X5ONDz2ZGicfe629KHLnAkV32UqRocf0BOe05zZ3QGuTphqvyOEkES4BlDvAMe3Fpj4UAb8B9BCzjTP3q1wtwItN5GgubYxqzuAtavJM76WV3oHAS5P41kL6Ux+OuHo2AXyD7SPz2VdDc7Zhln/JA71+eysv99TCWBtwwMi3eevs9669gQTJ3luExATHPyWFHCC6dUhA/soZtLaDQkAay22xTuBlBPIed6jQBoAFXhN9DcgvpRJVhI/qCvYEvRe+/TbmYAAxgZKLQeyR+jwDtjqPZ2ckX24OgeNvMC/PMcVqRrP+7/neTbtx1d781afgc1cSMCxvaruXwf7SOWJkhIJTHWCaSeUaRwk4CVIQPA6a4ksjb2/thAyC/697Xf2uOlD7xHwKYBedqGD5ccOyJrbrpsAaN6/wKKe9bZbNshIhwPLLVH8INdN76/kyucLMA/4j2v19+2vnWufsR3A0QBy7iYhuv1S/Oe10xKgkF5q/7NxIQPWtQ9t/1jWV6chZFZjBJ7jPL+D8AQKmOvhE1sRoXPp9gZ+RZMkKDb+As4mv095TuGX2MFHFyhgSfBGtt3wfe/HwZHGFj/+78h39jGycHzd5/f12brddj53wGgSXA5tXx3yOoGpAWPOMW97Fv+OdTgFDxWQoiLvtCpVZeVgDre9GuxmkpgHJzzrMPineX98MFd9PX//+cefh9bWNxm6ez64Ex7pcgO+ja392v+xeYOTvoF8eM9ryDjBNWUDjz3fnSGbj4K5xf9Hf7W9SdAdG/bmwSPbi6bO2C/9r8+7qnhxsA1MsMZdsKJAcNtHdzDzLthoO0h+uMaIHjlB6fEPep0TPM+17bc2vsNRZwp+BK8o33rkIPKY/X/jO7m+bc2WTfj8sbvilxJ07AQ2P8R0EawQnWf7cwJEjOPgzH7vRDp13YN1BTtfLPTY9M97/1IiF50My+/qpNamh8ZGjm0y9qttlKHLTYZYf0NjQJ9yb45dWN1m+pmgWuv61n3d1VGqxbGcSn5B1lAhH77XEVzZF/Ai042WePahj09rmiFeMtvxom8wJa5HZ97rd/wg80f8B2xSaAN6DCaXjlbRPwm+rb8yttPQYvZzZT4VuO4QObjtsWHqjN3jn7tTzTtpFJsX3BCebYw065GxQMeRL4mbZc6xGeKnxtbC/+D+4BrDM2VX8GwXdVR1vuwOjgbsxM8T6xlbrrGJTlg1b84zm956z33NZR8fzMlJDcGxPgq63LEu3TQat+lnsxZgchnD2sPNb9BcZNYkgw0t8/7uKNUd5Hqv7kRv3qfnZ4/eMQjd2zFM/S0bAl2Q7ZJOCS67tmH87+485kSQPgM4BiwtoBFWf1tx4lC47bEFY4Cq14JrwaaCS8No5+LeRDbIwqmqAdtQO8FiexkLerbj2M81YQ+IiYMiBnMG27znVION8IlS143f21JIINhw/Ttgsx3Sae3EJpH5AEP1+M6YTEyfYGeYdOfWDlgMiDE+n+uomJShLWFCAJJ7/ngqQ48CPQbuZvWbNOZVx4GawN7JHhmnrgPuDcZpT+/A1b23FiaqtK3sEL23s6UYy/0ZzwodPi0SptLPaz0KTbSY88nezNngRS3pUSwWghMAxvn/dhat5o5xaOB3suSPsTMB3FcGf1Ukek+vrCUUzVGII3x5vxwFfgJABeh9Ke8JOsZgnRZKBjaSvXuq7+dBnVDw01lzrNMdAO49XQBvPDnTUZQHQSAMJClzMhIByFgPP/N5hACdPrfW3z/7LUfJW1q8aKDj4T9djxy62wfFcNsqkDcAmjG7MnQyeQFXU1nOTHf9MUy6qvMOUigArPWNsnifJRdhvMGlu/Ix890WE16WUfRaz7sVSzI/48jdNH+3CE2Aeuh3ptbyiMy3ljkLyq8xQEZVEPQYRslsTbCpAV+AcwwmZWRtgkcq8gHcExDdlupc9/tzbgqBmHYu4XuqIzaAlTVrI+xfv95tPBekW4CEoMvZn2qNCYDRlSBvPpig/uyDn//w/Z0Ja16bFqQt39B5WjuA6g48ImehB/YbIw/6J1AILbx0hteEMqTwUxu5jCfZmqLRtDnhnXseX+gX2sDgZD3a+FYg7m6npfeSWah7aDnJ/V3N2qDtOkwJrGdcueuc1S5eKecGUPGs0xMA9zuHtz+AF5+/mWBMLoz8OXObF8axm6rTeh5jaudGCXGmqedBWbNtARVaMxvYWDNQVAETd+QQKR1wVg7GtuCyU10Z81o7nFMM2uO8D6AOfW+ChZzAOKgxOgNixpmOvLKBeEDHpYkAY+sYNRgH0M8ehU6k7Bf8ZS+scx1YC/ijHwDaD0Bp9EScqAngUdU7AWAySLMGcZZIkjudVGZdcV7RywtUT0BrbFoqJLDVVk7mvJ97Dsjtw1djt7TBz94shc16m473KA0cB9MX6shrVomLV0Ck5csmm0QvBSNLl4mAqQuyWC4UD7F/YbijFEs2rM7SJfDs+76e4QTj1Opw+Kyzqu9OPJ0Z3+0dX88fHtQ8AZiPrp8AcMvCOxGEVqAEqDXaiQdYt6UzzgCPLeNrWlnXAAFWjQNa8d6s3wqTbvXpd9kuT3AtMkD8ly86kexO7nEL5akQRBbDe/3u2KobNG9HX2eT/ajbnNCaiX6z0/VO7Hn9jtOLM33bE00JJI8gZ/wO+V8OHOfKBuL1foIYnPVLMLIry6z712zzc/AzCJCZ9xQUmOTYrarZoCJJfeibPjvrTdEZ9+dn2ssJWM287KgXAH7sR8s1HcET/hSvkemuiuOzl3PEhPZSSXf//Q9VYSX72+v1EBGV1cfOmUCcn/F/CACfeYx9xjpwBFEf0XFs2gNwb9Cv5QgJTPHb8gab9POy2AVaq88ANfsn+xG7Vp+pcjxAEVU6k/U+8gx72X5xVUTaR1QL1Qmy2lZ//FJ4ILjDBEj6zE8nsQx/z9ilt9vvaFvN++Hq7NGZPgJm8AT5ZxeNMs8Gml823GAr7E/bYdhyTorFYPAYY4d2hcJZf/sjb/4+usKVf7NP0hfDj7pX9njlGJ5NtD9SwBiyu23CU8U1GJHewHs6QHnmzVEl45CJXwJufedxj62NNtGJ207mPehv+5mFG3gcZWu1zhWfkdzy0VHEdk0qUtRC1x2PBmi8n5muPCT4/xVd5QSObXlZW/eiD0DUJKKme5J+grttx6z77E3WEVyo15/OVy2PSHBq/eR5CHMqXKXtE+jR9Ht83P30hY/w8fhBngOtGmXTTMIM7cxpCa7PU6EWXsZ+tYac9eY5vKIBV4I4+q4DFsZ+/MzwSOjx3ZVFnzWG0kBttwBPEHdA9mdgSryAv7Br8N30jj8feukAMOOmAjDP8qoGB6gErqNvxkfZbnQJHmUeeeLRmVO1lX2qpL3n707AYxyZs/wNJZ/qqJ5PHUeS2F2hlHXOenK2Oc99HalQ+Nit67m+/yVAfbdCznxXvmo+JMXf79/5hee78x/nskrcnAInyYXRyWcs06re7x3ZwnfHfZz96yII7SVrb3xkgp63/QC+lZh3fIFvR6A0Tpe9SGCAn7vNvc/ztU7apPFz7WB3smKxOW+7kHFxlAoYh+lMifrzMIIx35KcktSdeEIwtYkJzFpAU1nb0Jxx6dEtHRzUd6owRiZ+YERzP3oXrAU5Q4IRxU43zVHt18UN9rFH14G9QwffsNYkY6TARXKo6YP79O/y++pkkgD4V/ZRjgLBH9Ei6eaRO35XZsHz7iB1d5zqWIr34rmXgKCe0YEn9qNtBt7zURCjqfq/tUd9/1RD5vddbRfUufUxHf7+y/IxflSOzEvidzpOrbzRsVmLf/JE/G8N4k70PzJ4aAMapYK2aUCXEABOIcQmeXUswetgOn3jIRwz52eOPZ01C6dY/5Cg6OTsofcxsOgIIR16Hx+K3mKfgjMt72N7gsugD9m/tjNtQ2Bf2g7aZOu7UAkd1102mqa9rIXVf8NjdA36EvnmcSK7Rr5qXEl8U6X0Jm5rzncSR3CYzB8crW1hOuAgr3v/SNBrN86t242FTqX586Xl5jXOppfwyMRL5wg/aDF8mdbhq7/DBNjKxPDuZx4bb+wmluk+guTYexMAtv4ota15pqJf+1vJMs/fTs5wt6AKAIdIs9jJEhnj4tlgBRazkROEnCDDN+WhgdytS3pg7WzwTgDaGD9xvFYQ3ksUwfUtMwLCB0QmM71L5mVIS7hS8dROS58r5fnb6KIlRYAV/dyGhoXXtI4BkNV1dyZJH1Ku77vFbgPCL8CQViRDCVT1iil7vzyuMTQ5cxEDtg2XZgYcbVYYpxYD1AGWyeDUu2gvBSDt6zel+GyUDaqpQPEemx3y8wbNA4b99KNzxvDxYCTNSfE2C5s5yzDfpfLkVckUPex1Yh9tYCkQyJ6No+b9qsHgCKbihgrPjNR960cRryALkwEsG3q1wlpHI4pSi1AVU5M1Q0vZVWIJaNKSRO/911+/LPgUCDpBHs1vHHfTwwBEWeutPm5Q199p7yzhQ0f6aadxrxkDToZNnWuR73dv00IlyQYdqGEcmwWUMZXtusDjIZJRSpM04Facj+xRQFzrrvNcGR+0w9p6DybxoGn96JtxiDAOTgCuqoc6YEoGld7TSobASYzUJJjkGpwu7Ys2P0qFTCnGhIxqgAX6+fUrLRK7klXVb6G9VVJ5YQWux6FlbjEIx9mVbJ1BduYt84IeAGuPAhws26BvtT5skOBO9DHfHkthFN+8u+/zuw3QlRwZ2nydKWw+yALfmY53IBLZeQzD2pOllTUgoCMCw9zX4M4aUuKR7EMDlN05gHecd13yLRXtGyDvTNZv42sj1gHgU9k3htUEA6FD5r8BhNKVIw/vdYQGqJAwXw9I0xUcevYB1LRrlmVpgRgHb991jLah//sMUa+7df1UDQ7/YNh25aCB6TF6sRG6awWtb1k/khfQkcjFXsvFhCAgAAAgAElEQVR9TvjVOsLMq4Etz0AftDjfPRoykAb05ZvUcNNHrswEpWIiI/LptqaObmxH399PQHGPDFgrj2QP7JzOMIb/Dm8+twk8mq46FcjIXE0345h35e0B5hy4DWCAI4XBj8HdIAA8k/XbOScAnESszH/kJAtb/24ywtK67pN8l2zkGI4AUMlGTfA5lRptd1rfT3Z5QIR837RBVQ1dS46MnucL6AOgkPzvM2sYdu9XBwk+gB+tt+2FyQL/yQ56xv3rSWw5gP0zbs4SqvwFiPHYF5xRnjVOwB3ai40+2bBjI0Ci5UPEdrmcip/0g/f5lnXalrGzQgcJ+unfbisXApRMnlbRA4B2YlE7tcihD5J5+NaOti5+xh09Fx5rgCy8v5XWAeoCLqF3eTa21XsdYv/pB94j4cfy6woAZ21SQRI5mQAwAKHlT501tLbE90qEYyM+z9OYN1kR+zPObCcE9JlvLWfOPGc+nlO1sca8d0Bl6MHrP4YLe+QttFALX/Gf5DiOsOZO0LqBaPFU+yp51tpbd+Wfj454eL0rDHq/GhCPPsw6UYEWeruIFT1lXVCLcV3XfIwzz7ujD2PfitdIlt61iX1MUGvyZAbMif7g+ZYdBnoB8N8t2ElK1bMJPLJuDmAryWYCKAA4dwXwi3+esXc7WZ4VGbl0uPQyvkUtI0FwV4KNXwGNSz7vHq1dnPEPwdlZ2+AQ63Zo3MuLTxo+kkmKvUyHIN0XTKH3MrytJFNsKAV0tU7Z7ySFtX26YE1av54WoTMRrr2T35qnvgHrfN/AXNOIfscXoB1hB3v6aAIS67YCe3xgfM0z1pXlN/+Ha9cmYXzi8bsq+EUzM85D//YRsdMToNU8SMTpdYG+7i4QVChpbRMwzfNat4gvOljLc/Hb3vo79kUXFpg+ps3jqW58PuNMPr9vAtIkXWAf6TslG3eCH3M5cm/suJf9MImiCdyuPXTTBzaV7M27GALwso+I8bOeAbiirJQUiXAaW58xvGdh705a5lw2LzpFhKHAeleB7j5GLvDTx5d5TcZ3bJpxcL5aRXZSWJI8ts287MpvCUL38/y3sY930moHk7D3AY8JDC3mM/Zo4SfdIeF0lLOPs8AziS4SIbQXFW2BH6kSyrjF6M+m9zvB/D8lIGfNpmOT2lc/C3nrv/exdFt57bGQWDG6TfSbzhV03Qq+KVL4/Y8JOh1caYMETvC5AsxpfS19/C4IuuVb+HgxqRvjPT6ZaGRsxw2oY4hKZoensaXweW9co222ppm7c2AHN23jyP4sXAwdduO5yE34P2c2P3Jrjhpb3WeraLHBu8CBRBs6FE6rWObldWveVjLI8/KbfjYtMbhK5N7aSfAjdhCJcZYrg7sfOWt+Ct6E3ffyxw7jb0e4XmP8+PavkvDwaf/qPs6U9tiGRjkyxAmT8oNVsPH8UACDjLE+m3uO/p4Eausw6aHp+NItj7OuGbUDUO4etklE/rw6EIJx5PPym+chyAsw228YEqbljYN1YUP4ZFsArz9QttGc4YxP12sPvtDB2nt9tJfbCS13t80tWdpJ0q/nl9BHrnSBR/wocJ3BPcbn6Rb73ncH/ILHbxWydFmKatbP+O1UPsIPx1Z2PGr2ka5Ss2iet9Sb/jd+peV0dWazzzgJ0glCPy2sH91DZ8iPtdVateKTPpjjFXZfY9OCE+NzdkJGd8jTeOgQYj1o2TudAVQVK5t61uP265CpbUvcupc4yp0IIDkhmkfWNIaDnGh8+xW/QVZ6oqk4PR2YnvVjzKdjZ3Ww8S2jX4b6HJDUDzEabWH4PgUQoamVo9CG5ex0xw1NvSuT2b9v9ojIA7nCGgQDzhEOjBO7hT2hYM/vbn44+nVpshOM7TurGE1B2K6Qn73m3XqvaeB5tmMqj69CwhrFYMFT3sdnHFnx3P/rn4NVv7ol/HviuYnB+Azg2xnPJDMBCTMOzn4bL2Fe/dzG+U8HkeuFEC8Mp0neTkA7tHfLz7xvM6HJovMGzYIRTAVwYpx5V5jSLT2ee1D+EX5pxeXqSgw2MhUnyCOmxWGFGMKws0ECF5/BOJuglb43NAaqz5Ecw/ql2OddN1AG4NNGLBtt5rKCC7CgeTS4RzZ3M8HJmFRV32NMGGwYIbiOZIJszoSZmxUwjlG+Z5h0VYye4YPBxTcWiquwzvMroJzPNkMa4RmuU2gggV5+WtBpf349gSbWhDOUYxTt2bgA4AYEVOXxjB8h989/JtOcH7eGFu1rn0ZinizkEUa69t/PWRnORf//hJ2HoiTHsWP3ieTw/792l0bSFoA4GajsHr5Lja7pMmnCIkxKUEzwqjN4HEe2kRqa7DZiod8NALNGd693ABOt5e41Z6k9QDRtB7Sex+H8eQBYlUB+9zwMME773+1gzmLsqieDT4p6Ml37mjZO8vzvlXrdRq8NcwyigAULkDagGtA5FTCSFZIJAXOyXyYXG7FT7YHDNU7Ci67EhwM05z5k2GTfDs8yrrtSibnnnMHwRwd318Bj399nU92ZdmOdTMvJZCRrvTEGML5X8ZSxY42Gs7aZ7gARGHRdTdQGSCu13tNkbmZdN5CEAZL5UJVwVyfonpb/DaRwhk1Xx3dLCoyqPDPKV/v7W7W4uPcDI5XkGp1/+w2sOPtmYHB6G2r1ptoDudFgs+nDeiF0bSO1AsA8sytgbv4BbCSD9Mh/vXuApNZ3doqHni0fJ6gqwOu3OXvC6+Igzvtc2E4oAuB4VSIOcJB5JdmKRCqta2dmW4886Oo5L966e+SLDY/ozwS89kzEdhrigEKvew58O7bd9j3zCh+ax78Y9t8qjUlMYO3h9wSCqTSN/EvgL3JEX3eFw/Lv0n/Gq2qEe3eXPwSenGrbsh/WWK9uDkNQ8EPzgFusPYuKTeaOAK6oV2JLR2YCANy8nu4c0+7H+7SgzORvGCxz4NVTLEd2HKQYvlPBQrWyzyzbFpS686PiYIAZgLzImqoEM//opTu/Ewj0GuusegCp8BwAnfWyKhSUwFUJPlQCsT6daKTt0n6T12VAQzxVCuhVYXC12IQHABCoIgx9pX2kQefaFip4unNJ6GyJp+25b8ceNJX9+ccG8pBVd4We5fsAsWc8U0FIwJYEhrQpfNsCorEAxhsUjYyIfcYXNpR1r4LttpVyXeT0JgcQvNK1OFgA9FQGvDLWvwSAN9iTEbTubP/bYx393wmLmcOuJg5lkgQ2MSvPTtKSbe8JBMsGOQ6zElUmeP3X33+IsrL387ejH9yatPXLtPUtXu1gNnK6AznQKwCqxgfN3pUHsvk7mA5teF/Eo3Z4TIB+RgNB1m2elwyvTco4/pIviNzeyvnQQ1cCNYjvNdZtRWPbFiy2KmCRfpZMwr50wtskZnQSb5zi+JniL7UIDgAukKb5KjSCT6E1aN/UHZNIMqgAT9Y3dHIfsSG5fyrHNY7ihz3T+V1JFrk1AOqsnWXA80H7m6mWTWWD5AnPBgR4JQl0BwjLyqzJVsRk/Occzzqj7Q4AcwTAckbGRqUgOsVicvw4kQJgMPiAgDsAyJbrp1K8/L/7DHXAuE0ICZ3Ce5Epq5sYa8uEph993gFgeP8+8uDBuo6/pE5FtJcGcEPG3PustUB/nCrsSnjDRkS1YHs3fcZ+ep8v10cTpFJiBdYmRXTQMBXh+Ox9xhs0hl2X31cGMrZOzvYZ90cOxMbfxLn1U72eoi8fu7RjbPyikzEBeglUNa1h49meHuCufYMTOJ4zw5nHHbh+JXQMfxkHqRbAvb7hj00yapzFnz0MZ/p7/muZuvs9nS9OEmZ0qYOWD/nqvXdLxLbDtT4kprVf0aAqoDD8ggKDLsFXwo+7DyRmeq0kTeazTqyJz7ABFuzJdLTYM3GhI4OVXwJ+vZd6W+MbDSDvPn92hflmZ+u5wdaUNBSspvehiz464Tx6fbvqBJeRLSl63baPTZ/Mbel3/egDBD/7Racd1lXPfFcgxfbQPa/EyVkkzZOAEP7TbQue9SQIfxC3yGVjNdap8fGx2alWvOnn1sfIIoLrCZ4mMIj9K9vb/txzMUkc5s9n/yWzkDf6ToUWNGb9/ujTrkpv+ds2eVdg4rPn2gnoPuPoFtWRy2uLqsFJAn7826SB2A90NgpvfMMC2re8u0x5HA4AvxPEujgCmmk/Vu8KLhW8nC+tETaFAi3+km4+R/yEN5zAMRVnOhvVyZBnv4Mz6mtt8Dgdtw/YSQLcz5FQ2BNt4yipPImx013A9Fpt2+dYLgLbx84dvEC82j5C8zU4MdgVmBb6h32dRTENHPk89gi2iNd3cJvFFEQIg4+q64L9EeQA6xX9RscrL3/hHujEgw+rW6ivyaiwT0NLewze3UnKzy18APvl0x9ZnYrcan/o+IaDEXN/7z32WyqEwaVC73eAu+Mn+hya1RqiJw+xDn2xb7LvOlkCbOdbEkvrcdtKkyAqWeS4wPOs7vwBfyUhclrdzt7FxJ7jxQa0sC54dPd59/OSToJkDi1rPN/DQ5soSQtm7+/EXJIgG9zz3/9JosGvvyjx6Y1fZA13fiT6OMFAYzr4Ukb0yy92vkZHTiJ22w+KB80RL9LHt6/R8hJ+aTyXRJ6mYyd/uGX9dmGlo0LbmF6/5/3iS/gWP0tj54gtyzvxkPkmeAey5ORuPtewvwqGS58QmyPxvqvCWUdsSeuX5z/mz1GwWho6oorWTS9PhwpiffhBreNM44n6e/+QF3b7tRsnXhKeSVxocMLnIu7HH9I1fU/8krUXmq9y7bs7EjEyZGeOoBCeK2ckdPLfwR/SgW8TsOh2ojifvpD3rBuJGsiBjq/C+zn+Zv4Z49qY2zkD+BB2OSENttrAGqPyW8ZBpjEBr1lE/kYQ0Qx8BEMmep8pcBM8DOZneU/XIBKxdNaZDaw+WFtqdgKO9/xisKVyb5VanLMGEAAYUd4xHrQZ74xsD+950ALgAisjxBrw0Xs5kzbG+Tp3UQhSxHk+XwH4UuGqr1YqHRD5mYCm9QkZXQgqHLDDhAWAuuWrjfBtV0aGGWuCwcW+a/wiRNYzgnKyFp9ftgd9BGLv9Q2K2RGw0z2tbx8ApIP94kG3BHEGRBw2nMgw1GYwMR6qrQDY0kb6LLP3bgG/dYgwcMhQ8nqdDKxkZ3j/lZ1SgLPpcebfFSAYgMszBOHfAVz2k/FLCoeeJChDbyPn/Kj7TJ472xLDFWWBIjtGQSHZXUHYAbsdc4LRZAf1OtL6lUSJdh64/2cAjz7vZ/ZzbVjQIub5uQPSOKEbmJokAPGRlMuFGAN2Y5widJv3Tdei4WkZxR7rezujd+ZVj/k4Nq5WeLdjMsD+ZLpxRhD3OYGjDMCl0DUyV+H1p/l5lcR+dhto5pGhfa/B3BdelqbcNbMB5+BjV27n5jsAfByeLy2feCcKEDCPjP0ek9f6ZVBnvEdfVBvZA4ZpDpNQQraX7unn9Pi6tbvehwzBqRkMexJsREecsRRnSfTN/NHkHdTI8DWAGN4ETeiQAVDRDmP2Nfdt8CYB966+tPybFodZq4yHJBcyXw8FjEN7AI9Zv/uM9pbdabm4QTSv/yS0EDDPus0ZfOOAs48NDEFrtwH6zYHlTEUyuqHJY8T0hpqOp32LgbsNvpgXngx8j2ccgQ54+3Mb7VmlDhY4SOoEnvv82qT8nFai5okFL1qfNz23DmpZZEBHcsCKcwDWaVtJVjaZ8hjFrCVGH4F4bLQGJqwDXGUaZ7btHcaX9duuCu4uMXTY+2V5Xy00N3lpW8wALqxO2eND0Ddea69iKh/feio8/k3naKlsu4wDxfNSrYJ8ilzqAAOZzjgts9ur6yX/tIfPC7q6ts96w5kg8Sq0lSAgSVoez2QC0+a65WPWe5yO05pyQarDq0OLcsB6zGTQQ/4Bc0fKePxTVTw2b86KyefpehIbnr3hewcRbwejW9c5qDtBUu1f2xvWZdMG9ehpJ0Gq+mWcF3fLiL0LsHcnf8IbPC/ByQW0l49DC6zn4UETiYiXdUE+ePFfyqBlDwCQnkPiQujrSaiwUI79bTB2FEO3mmLvAPBpOYeMge+QMziw7wDBVtgfX+Yk4k4CVlco2dZcnXzLsTsBUe8+diOJH5I1Q1B8x79o8MeAwsN3yMv2ATLHONDiBVW+6l9kIfy4yUasBR2l2mkFQDmVJwPWed1s/20CF/4WawAtnbPj3xhu2m4LbJ1AD10IVidOIgD06uD++gTw0drj2XXLyEkQaDDU45XfTNDJ67FGDXKPAHkD91prdVKBv0M3ZZPNvgF4IxMbcG77yns/Acis93tx7FdPcLt1YmQW1J1ED++NM/I3Aalp6CS9KTgmP6Wey5Okb07lr9+R5Ovss+a56wSP8xlLGN08FT4Orsmf/6Yf8lb5C9BegmFqN/hugdx7yZzuoFZ0HAkgZaQOjVpeORGE5M/25eMPd3Unfmn0R1VA1njZh7t9bbqWFDajPbmSjfp37a06aGEfKwBMgIf1lZ2KqGxTizVjP7pCEt5r/KP9Sp6DznbCs+jjWYu2a5h/J2a2PYMcsC06dgI0FfkU0JMEJOw05NMHACqZVeu19u9Wk7rC0bJ2WqomRvlqCe6kvefzBDkyom/dirCn24YLb0c2dye5pntdswGuAaHdTWX03OXf5pnVAez5HfwNHetA3nM/CVqcT247eHheMrpt18xsk4BZe+y46FTRY3Q2MuvQgpImZn1CuhOwUYKjjy/Il8aq32980OvwvEN6GfkGbVFBFBrJkSDQGLhJy1hd17YQv5OAfHQ9azxHkIBnDuvVeFcmHqy0ZGR3hDgTrTHwfpLTIn/2KJyzKdysj581PAk+lmlPd4wJgvY7ztxG/+FLbWchbMQbYwhqHntvuqQERodELOsa22uZcbfv/IZNYJcmwZTKuej6yNLMJNVfwRjhH8sk27lTxTdJFvip0EvjQ8Ee79XJ7+vPRw9l3d6JKtzZyaQkqNpHUgB1ggy6N604p5Bq/Pgz/iPDEoAK3ed4ovYrwRc2AXACU07ci3/HOOGr0xp2PmNN4P8kx+4ckad3a/Jbtmsu8Cf6lHVCZpGwcGhadFz241nDQKdHxlBp732b40zuM5RjB6ZK8iS4GBtPID2+RfycDTRGttzJUbz7DrD0fDroeHxyjiOqBNCmqNhamVzjuBlE/FVkH/o2fBC7oZOnO/jUAUtaZEcvx45PPGT542+t0wSPenyRh0kraJsU7M/rLzlLPOi5kMp22yCVYMg8JBB0PEJwzmAunWiLj5U1D16VfY49srbB4gkqthJxqJNCY1pUdDOnG1P58GNHDocG8j77wsJyAPq0V89giM9Ag/YvPL7B/eYontieoTXwY2yttvGgJWhtcpyCZ87e2e+cAHB83yRikKBy5lk6s/0XgrKvTrSOlb0DoOhDvYP4F+MzRvzs80sPj/8C7ySmxdpFC/T1zIcAvuQ1NNQt3TX3+D3vRBYwWGh4ZdpgG8IYFICe/SO4izw9CdXzB+1LV/J6rvo3yQbE8c5xmx9FAnfCRuxOYk1Nd/iuegf65oO/JJcGg0G+eW81KK39YDfYg9jhmc4m/iLjwYixSUiKdOKFA+qhT311RwX2/H/+3/91T+Sffn0Cmgv0dODDDxwm5oXcC9ORIYBg7kqzWyBpAUwEKIhSqBE4cbIE7pkITFDvsy8/Dah1GmAA464yviWwR4haqWDEq9WwAO5xeBEKmW+Wrh2UNXRjsHd2HosMMOd1GOOKzPC+vrMaAaAIUC8hr6I5mfvlDFiwSGCd/VlGgsnIFNB+HuPluU/GpAJUd0tdHIkYOxtEZ35eSycMpDK5v7r6pNtZQ5AaLyB+AwSaUmcm6noJECkGzQMF3gzZDhTOKgFq3U8AuBU0ButdmZOAy9+ZkxXnL6d1BQZeA6AWcJMtfYC1085KgRUMkhi4d2XjB+gxhq3X8nXG0DCIgMKyvL8Bpa3o7wCRnVcyBZ5XQHsSkIDx7GPmX0qvttgG79OqJXSajDn7KSL1URwtU/gbBq/5ctqwQBN8B3xCWHbLunem9xpSdyYnypqg2wEmtKz69wU0RGGwfidr1uDkOmDIQNZJc8a40XNb/uGApdVX1od/BEjvCiPk6OGzcYzuLHdfJ5E4jkvLKFq22HGcCoYTQEKLjmxrGuwAcJ69mZ938kYHZDoDPXu9Z8AZrHtu/paJePah1oX5dDKFHZB7z553HJBBtuqlO1ZuBMCEvsiEjaMZw2QBCL2ETg+h/e4Egci95Q9rKDqgFZ5b75+vf50qlKYb+NOtaMbgvAOUBhTGEckk4sAmMxRgKHRwy6JkoOlcwdzH1mNYdMIXhlsDQ7oOGUGyDvxjB2ACpxpWB8r8/JEvHZRFbwKGUnlw1k9ypOyBItVD6ziGrwzJqfQK72zlcq+1+XTsgNqYcRLWueKzz/axI4OfCxy0dmBzHFDJwXI+/knOR1BqoHEQD6j+jDvJbtvGFx6HfuOIvBOIWNPuDIJzD80fOTEoC0kEGI6vgAUO5lS8dpKF1+YZP8kN+hUgqnmswfRjB8mwtbOiZ2SP3jJ2Aw3Zx+xEZ7T3Oda5JuuvMdytrqJHYj/eARl1G9A8CJ5x1mmyZScBxMPcDOSu6rkDwNmnt5x50djzTAc8hqCxiekUQOY6gfy2pj6O8KgA8NHvlfhxZ6bCf52hGrpY8PtbADhbncBuVyH53nD3mSLAsHQ1thfyCICknee2qXud+mcCBocHSv6bJisAbDqxLIqtjgw4wYNpu5dk1ID40GLs2A0A5+iOHcmxfUuGkiR4AsDWk3GaubcBCKpyuoIGm8HtyDDvhk7wk1qmHL0oMNAOcvyhyOh1Rr+v5/u8YF1DlxBVSOo5+FEkOgRsSJUW9hQBFtvirijJQhEA5t1ZhwDlBHv0mdZIz7rtXpK0uoX3nflvWTsyV8+iMiL7nTeLLr79/G1NNP4ECvIpgfA7oMK99kU1hvK7qKjRWE8yy9hkHs/spxNzHkHWgFhky2cA+Kzh2J23fx3QcRJmkSeyr7rV2LLmmfptH7TNdq9P7NgcyRL/NQ/EF7Td9czTySv2/wSGb/Cf5zH/w0/TFpO/335/jwP+4cy4oyfnYQR54KOmPf0MT7nCYQLpW8kP3a7MbrsrANcTAEauTpDtJPr69kr0pJIMuVFoywGmxjfSnZ0wfB+V488HkN31C5D7syr1e/8sN0Ze8dl9hAYVY2GcfcIdAIaO2X/Trew06++tdG6ZKZJxgrDOZR6ebX7FrrsTunt+TUO9Dt1C9xugjP9xJ5ids5tLtncAz/5s2fv4HH//tfqvZVfsQwW4a/Fm0Kvnc2azFrhtkK7O41r8JHzprHv8KPAVy+EJoHZCzTmX97mHFo2A1DnCIl3WpIdOt5+zwG8dstVV2y3C/KRgVSdsSP/X2b9tx+r6HhP+BvqZdaTzWifh9XMCxr8BU83j+Lc+EiQbugn628Xj2KTP521TEaTwmev1QRJDUhTQVd5JqMqCtX/i4Lftuv38JK/fTKl75yHZx73g29Ez+F1OOjDAn2QK7DbZJewLeqjbeIr+6YJ1Ks2fG7ReBDTCyzsv++3uRERQn2B3Jt+4Hp3YXDAyAD8z6iINghusX88bTKyXikCnrg/dDB9cHaisU2WfPPyRNq6yK5jLWxfts3IBviP7ofVH5mJ7dddD7/uMh3k3fuykjjpzGtv4ylN+nvLgAD9CLy2PD10M/rwyASIJHnmPSeO6W8Uf36QWFX7pykkSpVjfTsJou+Z99ETWDxyvj8jKGs05yBrXnDGNjm+aI/HvDPGxL5BLbRNIL2GDaP1FO2cvz/nr20muE3/E8Pgcfk/RhxP5HgKCNgmY6bJOeMImQETcOD8BYO3X3VnFydZVYd4FEMz7xrQ099exB8/9jMeY+fiyor2CcSfA+Nm1o4Oe7Rdmr9ofHZz6mSg4gugC2cB4tfuGnJ5/xjnn+I27kMXJl7at176aLZit2CCX5SmMOx2tjn587AfoG//HYyeJUOO5Ert6TaGlM375vCOzifcsm8zEHr1mTMFJzJvAjg1i+q9gMmt5+2xHXzyPPXjo8bPy1vtoqB4vOpM1bDzktNg+E8v+gfskcJrCt14/ePyst3hk9Bc8z5yzUaOz+ojDmU/8pU//T0HWrNEkfZnv7G2//HL09tHRz7s6mY7CyQRZowP7C5+a9VeXg7w3/lHvkQpEWq+c2FV1CPRzppAMhZ4kWGg1yWvwHX53B76PPBl6JkEA3PGmR+IFWCdNMzfe7u2QP/n8d7omje0pucue+gjBWapTDPoRAG5rqOzXo4hGQLrSsQwVNoAgxzFah9GZ0AFn7zOY5gHHoD898New0nC6IhRmpITdmztZGusYbIYBY6QNzn3m4e2Uwmhpq7gGjx3aMRvdQunLlxa6DYEGIDrg14a7FaqVUwALspx4fLdY0XpS1k/WFIoG0PLIABGH92GYsjJDQ6zJnLrP8PD2jwHLWpiRKjutW1Ts+xj7gG5lSWPgMx5acPZYIWL9rYMsCPTO9HRLSLcGXucYxj+MYad3jaRDq5O5j8Gjv6fCQBmNEZr91WebpvI43HSfp4ej2a1RCVolwzAGEZlACJ0OiHQmuN6RVhlJKLCh70yVOF4Y/78+gZ/+uqvr+IwqCK/PAepSYX2DJjH8k237M/pp5xcnhNZfbRhZUZ8OAO/qd99nOszZitvmZQR3ZSJ5HjJIBlTOc7dq7Kb7/l0/AyC3g/daOD1e/GUenJYJo9y2pVwU4P96huM8+PDz8E4qyLci4YATBM4qw64BgtB2HooMAAhAwd6GexsoKAO+42i3GGuDn3WhqoZnCxgHKG4DpDMULduKbsNfARDJDOw2JfcehD7j5Pnn55/OfyZxZIG/N7gredhG5gEMBxzNGia7Tmupf/B9PkvmnN9pJ1P/pwtjcNyVdh1gkCOXr+iF4zA9fz7yuYwQyRH2jfflLKuAwt2R4qwHi6H1LINarTH19ePHj8YDVw0AACAASURBVJeBTiUhc8v3y0E8+iQJOOg7HJgTIGUvbJQFbO62+tqvAE1v2a+5kGWn99OqsoEPfhat3W2d03omWpf9XMd76eTQ3+zCfUY2HRow0iJ3ksU4uEnuHAfTeyhD1XJyHCkFjZ4FkbxsR56gNcE3z2fOfgt/fwbMGOYZLojr0F3zficYcT1rgMN5P897LYDYYPy7Balp/8i5ZJOQAft5ZnPO9ekK4MObMVs8clcTOZi7mcjmGlerJMP/BeB/MZ8aGCfb8g7QL8BbwfaaPDzKGSkNztFSiLXpYFo7HVozB4ME+j00ydn2vIYWel0xhxxpu6adXWT2SQSos0e1bnqm7JsNeInOpo3w2895WuGm8iE0kv0heIOO78RF+L8r8rqKoWmqk/CgE84n1HU4Treu+KZrlBXegIHaWrceatvi8AFCf/5wHNPn97TBnEDGN4Kvv1keSZ4WQMIe6+xyO5CuXE4LL3122i7NmdF5XNYXO868MpVm7X92C3BdEx2YRLgTaJgz5uIIS3bluX2GosbdAf5+zl1Fc/bArQXT2u2c3f0829d78zOTrGX+5f3bxaAz9kNf5fdYZ6yuxR4+rQ31RAecI+ugt7xzOwzcexywOWdILQ3Oe08iEwk1W4mQ5yKfJ+HUemZbGPI8y/hqF91k077ZGdsJvO+RJmnPlSuODTZrGjt5x7++5AbFsDWQ1UkmzTqR7Pdes6WPpv+2O339+Ivto53KctmoD21TJXbmXb69zrbtZJhORm77q+d9qv8nAOwW/A9PuovS2PGRTcNXTf9Si/N+ZMu97jcAeu8Xc707ftyB2R4zz2gw6UVv0wL/BRxeMjeJQRp8jmrBfqbNXY/zn37WHmJTazx3Qofuxa/MHr878tzy4K7U0fpgG9zjAABE5hjkxi95Lv7997QqvUEp5OhrL2YjkeFb2fyunPDzxv8jQZQ5tP3LsxW0O+feOehdYPA1IWyk+zgR/MK283WrdbSjDvhw2eTWUZsAnZd9A631d/ymG3O517z5N++inegbwNyK5fjHDvIpIFFJd7d/NyN8bKv8FDG656p3QhEBH9PftHolAAPdkyDAe7yOTvjYSsa22/PWOTLkBL3fflB3p7s7HrUNgc9IZxUd+0mCc9vC7hgw/ncnmbPOO774YKlG3g4bvT+6Fh1AoNP6foBp067mVWC3yX7sXs+eGIGvXZCbCiPs/5su+L3n1sA8OsPvGDlPkJp7RJvIwdv+0rgT6I+9hDwHp9H4Oih7Elc9p2C8ewTggudtF2T3n4c/6+NEqDpKj+czzzvQYLkxOv63CQz2GhFgv+VZ+1K958gfgq76/cOuGF3UWFfrE9PgnGnsgIl8xLIfkRMkyGX/RQyxa73ehRcZ/B96MWfqjOhJoNo9fHCAH8jI74VMIjECfY0zUMkbPl2Hyus6C9fnPf8THiS++zFnQGus+OlnT55H0nkv+iV22Qk82Fd+B/7BUwiQIMvwnRu766Iw7+uzpq+EpCIO29ruajVBOVp344z2te7IISUy+M6lT1uedYJhJ6R2wQSPhm46OadxOd1PAAo5AT2e1ruMt+TJLSf0nlei1tVhr/f9dDUZG4tgj+YvmXZjgNgWLYOgaZL3GPu6Ze8CkB4vAeDw9R6B1zr81h9UPfOexo2Rfd0hQ/S/Z22HR/XV8qtxwtvOzLXvVV7fPH5P1mn02OB/kW3j02kt9c8yb96/C/SBmSNnCQZKjoCvayTd9aTlvsda9jK/Hx9khvhen5nbxNkSoEyCT2RQOQC1DLHN8gfkRMuLmy5ZCyqDD62dgslNUIkOfMuo4yeNDmg7GDmroSKHO8nWY2n8RPpqCOckVj9/ewWAnbw6Rz1NwtydkHa3TYcXWBPWgLHfckHzbHzzDrRzf9ul0ZuD34yeTsv7LSBpGl78653we+9PHxEjHKmD1O5m/Mf/2/4Ad4YzSpbMiG8Z0I/of2XTHABkCLrbVibwOWeQDGHeBAAYYgO2yqExqvr+GA8BFREup+Weld8o1KuNQRsHMFqILEbzbvAwywCBMYi6JcuCDxgxh0AHjIF4ADl4NgRtojIw/Lz7ASi6hVEHgG+AyEws42ScmRh6AQq7asV26UiKboPSYITu0bsEHB2mm8CLncWRCG1oMq8OAN9M2qBXmGfHdu6fbJpmrrv9yV3Z3GeK6b79fJ9vo14Kb+beY/FeY6goQDVtCbMOeYbW4e4BT6asrlPlsfegjEPe4QC+5xrHdZUobV3T+pfWdYzHcxGNDQmSueq1esZ5qpNM7DmvQH6J254/f8vZISL7SPAbUAzN5LMTYHn4kIwY3U8QRHtp9V0BYGi/lZPe120X7LQOvykg3YA/jgvKsitcbUR+CQCHr+MEtqL1JLQu40DcTv43WrzXt9fjdryx2QkAhz5nHFf7l64+aTCbZ3ignscE1zwpVb7uuaJHOTLPavGn26kSAYjwnslgfBSegqJ67zHcpWjHwejKJ5yBl5E0AdrIvzUK4jAPulm0tPsxLbgKFP0m3/WMc+aAeWKCYK8A9xvEJAnGy2ZnOrIZm4XMee+ZhixgutIeqbCFvpAPnCFj+nNLz602lL7JHueBUbANYk3fN5l8dVYmtFxLB2keYD9/WKDHAbmHRxIwVAvwrDPGWarIArZ02zdkjZOcprLmleFvg+G9FgFjNZk3oI5+9TsGOPq2f7Rhe1mg4tVnfMliy1lSBBK1H3ZUqvIwjtx0l3i+Y/hyFhP0GEAnwo+zls1Pz3/wZ7eHv/zqAzA2ILBnfG/17yZPbaaq3pkA9QSWxugMTay+wCklwWXIb/YvTlGqBcJLVMZlf5eGb6BKn7eO1922C/RushFnfdowhie+JW3wTL+7ngFQ8dFS8CEA8ZETrCpBr8faAeA+00fX3C04GftxvK8zhLvFKe8QnbgN8zgLRzc+PwB0vDMg35V3XvSRLXcSiLbkT3XxsAOQwERXuzFe2bR9fAGOVrfE1d+SqLDgPWNWYCAZ6bHnohMOFvMC8rrzRXj3OZPrHNYstkmm87f730GHDQBLKFoPK8CEQzS018Ff5uU1M31Co5FxsVnHAXnYsvebs4fwEb7Rs+dDy/BRLbJp0DNtT7QN1PQKGNOOH8/EJzjAxQApnZiqKq1u4UYSit5n+6rPSp1WZB0Ajr4bXq4zP0m8uQNrZ42mxdttf+ZZoT/bA1WZfDKfx/6zvTl6yLKkWmwjl97rNhVBPstq5QcVsuafCWJ7w489kwQXWlKRdNT0lQoO0Wd0tb44T/rVthFFSAXYtCiE1u6WkH1mGZ+dpKmZr+2uI78ipyUnsA2WfidYAmZTtinJFcjrOzGRZ0R+xPbVlzsLWX9Ff7RsJ4DS9n7bUPd+od95V4DTbcF9t6TGFjlzL3ssSaSTwFaBAQ+/GPv41zMhgAaSV5O8FtunbelusRpae1dmBMiJvYE9JV6i9ViWcQEy/z72Fv7DLOuhJz/rS0IQOi76PuPtxGDdt5nvG1AI0IZNuzKYhOkGIcESoH3eeXcTaJswyUF1ht3Y0B8g1Wz4AVonIUugWRIf8pzIW5NabBnpltnzu3PIvZ4tByRHGL++Yy9Af53Qe6pZTItZfCVQsA+5JzY7OBBV39n8VO5DPyQPQOP9vf0/7DKSeUJH4XOAavF55G+e8k/BI31e7HHGw71O6hb9kVAyNl3uG+aw3zQEWGeif5uLqXvdo8W17ovLz9D1TiKz/J/9HkF0A+LwttYMHYNPR+J3+2eiOYBG29Ua/wSZT9WHKrOq00snOqDngnG9/S5kBmMmwLDJEMFgGtxtPKyxFyXJ4Pd6v784Tsg2aCL0miQW/kYA+MYkz36fzMw9qi1FGalEzHNSCRuej34Tz6nSVXSNjMRG/Nha88wQrujIemfkz9gNLZe+09H7r8Z5nkAoaxsZmXlHLmTsJJuCc3UXidihwVMkL7v6t9en22EjP4IFVRDxeZg6RUEfJ9A8AD9r89KB5buSgAkfo2vapoLnfjyJgkcvj77p1UkyX7CuPlPelcaz7uBn6BZNh4If8FvNz3ir8eW0Xr3x5X8KAIORfR7RkDXvALB4sTFl9rAr3iOD1Kkosi52Qfbgtglu+0nXYEMdTPm5Px1t0H1rzzQvm6bgKQdtU7TU9rNckVcXpOee7sTYY4WnvD9fOm8hLxtvQOZDD5INovZTif381h2cPP7nP83PVaaTmB1/Reuf9aOd/Yt+sHcL22rsgfVw8H7Wv48oyvwIwr+D3vhKxDuMpUzi0l2JTecS0Qm2Qstlxgxv8ztH63kclZh57yP+IuN96SmOKJq9Jym1be/ImuinflZjquqGQJtq9AW2deR65Oo+a2m7/WHoR9/vjmGM33zgrkPBrUMrGwBmfZBhnWz6jk8kyOZ/4yPzebHKsXWRVbHpExvZRBr2v/SLjlka2krP1bU3eozty9/29zddg56KrpvCMdNAnorMfOF3TfjPz3RKZZ5nrYzhbbej7lJhfTt+zwtfmqRP9hY/yM8UhiD55c4Yic8d++q54capGo8gGf3IiQmQs16MOfQ/NmfpcvCWTnbqxF/bJ5XU/S2hI/jEdobTNfuuTcL85stofG2/xw5b/yB8sTL57Z9kw5wIIRvl+RkcjuSS+E1rdDbvXNtd16UDla6l087x33VMU1cAJ5i6rU8YMAvQFairqP62wuuINBmed8CoDcTDECPMux3IEmm3x1kwFGVxelqPwdqLoEkCoESQbDWaNrmdAQwmCRe3m8DgEgFOIAWhQYtEMkP6rDorrnEg1mF+n22C84tw01xxyD4BgzhdNmbIkJAQGMBexKy5QBTdLu1nZ4i2Iy9a1L7peX8+501lTaZt9WWIWAhPpmE7wRIs0CSB9UilPSezFZCralwlpCqOFTwWcs9iMxcMNNrniW3UeuvlbI4lgUIJA43hO2cLQhOdWXIzy1Fgo7hSLZXWZdrTVlgdREeYITB03e0AH6d5aLAz8z2OqxJea9UGA4ASiQ2M3fTwjJe2tfq7Ml1MfyO0P2ktayweT/VLAkxu9f3sY85XEQKRjEerSQF5o9mVcYWh3/TbVVri8a58fu/xGPA2NmNgYBzvvq2gupXyy9isBBKT2/Msgi7fMsN0zR0QB5C46QFFEnpagAA6vkG1n7WiO3zi9VtFkrUTU2tMOfsF5dnthjyv4/RWm8DnvnP22bRSS2uqcRRLboXHqVwKaEElWwN+ZEkf+hrjD6V7y2fO3fntoTnLo1H+J3uKQ+69NzFS7MBxRvsAI/BXiGyCw0OXAcwyIt3XCRkNBmGoMnaBDOLpu3oWWd5t1o7snEANe0NShFuUDHAZOns74S3nY/AOKFuA64cz53lhCGzCB2CzSQMAx3yS9esKPOSn1gw5Bb+85RkBMo1tqwKQQ7TgNq1PglbWsdog2aBLwoEDhNNyy+21ni/o7qOy5rlevIiM8joWnTJet2K0fk5bPM2XFoAYf1TDAJRuFcu7HV238DIYXQAKQFhn0hP0a16wCCSrUvR3DLdqpXTRL7KhjfvQUmiGn0/AbEALaNZOK8dZ6D4H434eANZzX/qWB9V36NZyUxOtwCjneRkEQpf4SAVan29ChGXVnIFKtTe8fLp1VEsqjGAqyxhStxLv+bUT/gHSPgqlgxanq8rYJwIB1olYA7ltFPTgn39+GvddTUm7X+ulqghlT7Ffb6flzO+58FWNeZ5jyZYjRhwweAC1s7+b7b9AXwjG7cSHfrC3Q/+hKWfbPh9EloS//XUFwM3bBk6iy9ouaLKRw8G6YWd1J493d58E6fuMU7969DpBgm7f1gGAyObPLiDND/d6fOrdTbBr0JKkMzrtADAe+rMMx1kFAM6aE+ADGNCYSWgRazR/AKDSyWWfqZUOwNjOpJ/fLQPM55uY0/aJ9+w6GuQb2I0M7T1tEJVM9n4vax+ZtMEdKu+RV31UzcrHtYdz/+p3xssepi3hBrG0KgQNlZCEbc/7OkCl9QvtCOhTq97NsndFyLNdSiY7dDrCnXVY/3Rltulp9AHgPvYNoNGh4QkBC8rUF/bP6cwzVQBtY9xHHAUU9BMH1A1Q7b9IDjz2GklpbzA+tkG3VuX6tok3CJB9uM8SZl2XpzbxswF0Pm87Bz8HgDDvzbiofM8aA/h0EDlgHvRxVxtg87F3eX+e3X+7fZ5clet6vXL/BYyMfUVw4KyB7vcj9jzyP+1DxyfZbP1N1gzdbGJ4B7T8pMEftBbNZ5Hfi2G8AJuTIBfZ7OecAOU7uOjnnpZ0SUSw3Xdv8EwSfQVgLD7SF8czeEzHv92jfFgj9sFz6QDvqZBOxaGDLkpAdcJ0lNK3bho895UAPPNPAD1r2+CbsSgdUVKDuu93oHroz2PGpr4qNbG5TCXlT7kCy4DlJC48DwODIMGJ13drbr9n3qE1kCxpXIJ7tA+SaS2bdZ30bNsYdyXie/3T0l4UcuMf+KknIFw+R+jyXT0CfSZ4KpAxukdfnXT/TuhJ1WcShPZ4APyR9WMnoWkwHBIfW47o/U6Om8B009uNzxxf/+yvApFpqx1eSPIEtmbb2DlCJT710QMTIAeURi+ubxZ7pvEUrXsnbW7AfZN58a97/2kF3HTRc83Pm5DS9rkLQAQ6jzy/O7iEhiMv9GU8cvQjNNXy6Lbnlp5Vhaqik9+sh9ArLaOgjbaFusOScF/TmdjX+1S4RNnQ+jzJhevfex7Pegd/mu5D4/ttgufIxUkKFt8ROO3EFcbM/I0lKjg4PhY0KtZPYDQ2t56nteIsbAeYpl2z6CtytHw+tSPWkUzT+eWmL3e/0JrSInbkiRfJFZscBzJ4z7HdvYreV2SL/kLgnT2LPNHRGzmDHpyr7ae3/bP+wVvXjg03uEarEd8/WE3s2eG38eXZtw4ifNL22w/T5+aTSXZDvkAP6D/xbQJcGsDq1eOve1+DFfzyr7Svd1tkatgqMNV+i5ffgeGyf6T/H71DggByoWm9E22QT/hR+BTN9z+Ld3SijpMI51gZv1MaTnRWLfR7Pdt+af9HiYP4qNmTPIeElqy5Jh2aJyh2MKTx1932XXw7xxX6HaaL3NfYup4p+sYuaHsp65L9U3DYiQ/aSz9jZ4S/gLzp4qEu2Gj73fMzP+6ZxOBFyJCm++aX877nj+8W9kn8wE5tXL79OrEaOquTxXd8a3fQIhuZCN2a/ux35LvXUeuFjTp/JDFC719cJTYve9/d9hJkzfMOvjpJmfrbbX9mHOVbzM/YWWsfiFlj09w28a7t6i/8X6ll08HBI1ZXfavcvQP+2EVevxEwWgcKPBl/1iY2I8kad6JM2wOML7xeyU1D503jK1+TjM870YXLg4vL6po8e+KH6yrYhyd5wXpp/P8tTJlE+5ov9NdnUb/sy5Jz3vtnsu1nsBYel3k7sQM6oPSRrq8K4BPgnRZlbDYEnJfp/yaLwgBlHHVA3DOgEmgEFk341aKiGWoJK4t5V/wByPN8TYhWXyijHq9+JgCcQMJmOJHlcBM3gQEAks6Q7HfI0fdcVM1cAI6WhgAOYyFI7cj/QwARxisMCJjZmB9DJ75UCIyMCgCIBNu8IyeQetZu5nmy8iowrvETADlZxQJPZag91/3xBIDHt45B97yDTAT2/y3AUMQJAFt4qLLmCljdQRivmzMjOvg7azkCBwLu6oqs01+nyugw+GTzcWZLGy+syy18M95RdGPseH1Ed2S1Xwr5AE3jVOHY9NlkAXwA9MYw1k6NYIRmXnxVLZizq08lb7We/hgXGkTX2oCMBnDm6LQUZr6v99iYi/KWYKNdnZTg35NhKwM167IOBpl8AFBNA1EYEfj6bytHpnpx6Nl8MQY3Y+pgT5yDNbTdWlO8NQZ81jVStSuXd38zXvbogM4FDujzGDUShNmTBG7jjMfgfwvSPH+l+am2HLDI73ye0xWnPY7+GcCllb737/mnSuk+w+UomUlAeAVvHCTbwOhN4yGG0EU7c2RkaW2RUe0UfIBJz5KIDmPoxJHQF9lEvY9UHqNgIwOiuM/4vBjhL4N4BSxlnaZF5MiPs3bT6kZjpZUHsuY8XFM2/ScLPVm3w4fj0HAtcsTLNEIkMpDrw0+szbZIzxOQo+0IA8QgVw8AP7YG2dg29C8ZBzise9FLJAL1OKS0Md497mot3EbgWe9xeNbQjIO5jsxUID/zBiDsDMIGwNh/8aj2tDOCu2PB+8zI6DhVC7wCgZcjqWeTjNI0eFcHdmLVOytvz/VqA8u6fVrcGUUU+drR0o9K8JkzTAcM4MzdOBQT9B/W32z8yLl8rVz4FlTbIPNcPTpfv0nFtIHaCTRNOwkAT4CwEl6QnQTiYyusHuiMxU7cCM3r/yaxR7OoOcoAb6dyeSa00k51yz0DKdMRozMju5VOG9DYFyRMUNl+gxTN3/zchmzWMvvxaltaejHVzrI5omNYK+yUVwa0qtrNnwEYusVvbKfvgMrdMmwdaPYk75b9kor5ARYFrkh34gDKNixDExuwZXCSedKiTnvZ/C2ZGxk1wJltrAYaR+c9Y3GCjHSJA91ZXfRY68Fck6RAKj493hc9rn7eYE/GQttc2cx6bndv0Xtv2/3Oav5GA+zFq5JvAHlXYDygphOaBN6VHecjLsbOWzMq44K+Wa9OAAFU6bXs6498eQbbz/1WYQXQrnnd65jkACVGZtYdAEZvrPyZlTFQNsEsgLurK5PWNJV1sbG83//NS/CNlOikM+giH9ZmbWDk1nMrHxLkjT04YK4IzH7MBqroVoSD6/0f2iP4a542UPw40+4uoir7ba1smjKwlIBRmcMnmbCfa06wDVOy1FPcs2lFs//WuaRje2ieTuzV75XYwliZ920/tf657Ruv9fUAOpncn7XdBp+5hZvwiFE/mjfy2mv/fCT5Ylumk1dKvrM/oYEJ0BI0G1pAl/VRJ8EoAyDo67ToH/vmPj4DWyo0vrbjWTfLsLGzKmjH5/39XmNkE/tD14ndk/zUOMO358n/5MzFP56W9JKdojXaETe/+P7qaNL+9c5pwK+x786eeu3Wbjx7O3Lp1nn6Pe361j8m8SjPzP81RuC/1z6z7joSROtFoMaVjb49dI2eapkHRnDsW1dCTicITJ7xL/Kw2PQEI9IqWHSygeW2dfRcCgRYu/h7d2eIN794yCNfggU9+3f5J6ez0QBkShRhLe5kOYHUnIGrazRv/OOsx6OnSaidd+u6k+Q458HafxNjEhC+hcQhkKyVvgTIfUuca+xCehIa1zy0ogTw2UPk6EvuzPtW1syxKaKZ2j/P1/pgOvKN/ys+p6MPujj2B0nbS2t0REMveG7PgyOf42cjr/DL2gZjaUioAAD3PpxjcjJoyWvxJgEbAsCyZd1aUx/YbpsKXyfuzhuMfYR3vtnXuWo6oWHej5+iNbMMc6JAsI7GR7ZVaJ7idZ9WwJHF8SXkb/QX9HzIY/wTk8jw193ytZ/PmstGlW11+579LvR/658Xf8/ROvCsA5Eo1kpUeeuP4K/99U4gDoiPXZA1nFbc+CrPZBU0UfEJc/N7h5d2bdiU1dt3u2jklnW36Wfv+eic8sh6B/rVFeAfAsB6fyeGMS7Pu864TpA0cjv277uF89k3yPG5Bn9pAyMKuIydU0cMeQwbszAtktizldnllzwMJx6QDdk0e+sZ06awzPJLO9vmJKiacbSXdYzLhX9BKi36bj6z3J8kctnnH/w9fKP5xk5PAIoj7jqxCvkM3nOO3hi5j493n9WNnAzvjJ0t/aWGV9a7KzO8dmUztx2oMd6V7Oxx+7+sCz4RhRjaZ2Q7Qc+m1xfvloF7J7C6kMoyJv4ZQe7Q7QabdA1r0UfU0BLY66z5OyC6yWc/882CU428s40snl2bRHwiW8OJFZfc64IoxolNtLbrW9fb5jsthTO31UfbxQv98RJK84vkA/IU+z7+SbCT9sEZV/RripYYG88+dqh049iz0GNoYXUNPNw80cUSHsNgpnn+nqGLT79n6rLfkxirfSt7f7Yi8rRUDrTRvoV+fiV4z1FJ4LPM9SNO56Pw3vbZnawMPgbm2DyQm5Mg0MfyiDbjs8/3sTl+f460a/rOHDI64OL2zVn/s1djh3T3sV5zMBBjHNMlRTz1y6ObWva++FLvvtaXzmHf9gB5+k8B4HRRWTsLPoPez5pfFdhONJ8kRq45eIFs5hOX2w5hZ22eCa+m/EK4XNjCpQ2EZCxNcPGAo2KKsXaHUAAaehHvjHY+61Z7Zp5h+Ne9EmpTkXiIQ++qi1oxI7DJ0jKY7QzzMGtnl2IoScHejtVZj2far7OBJ/ga5yTSkbM3cJBx7n57zljAYIlRFaJPK5I4x3df8uMAVYukO7PIjDH334yh8VB9d1d5R8ilchawRM92K8bLsdRzWCsUqe7vDFmN/Tb0b+Ogs1eyBpDhZlc2gGaBOVlPbeyi0G4wEyEAM+p701U7gAYnWbADFkWwn/2elrwY3g3kmUZLQfnd05q81+sw8FzfRhmGsq65Ba7GjkK/DXPGRyZ1rs1frYRGEaEAtS8Oph7D/l2lwhkHuj9B188sYjL2rEhtpJVCHkV2j7OV9h0AuFuyaS8EAFpBjZQ9hpICw57kEOYIw3bEvEeVNer9kTI554pHSsggONWxE8D4yFQ6FKB9ibHgDFvx2mQiUyF0WrAbBYmCFJ0Z1JczNOulDfrPkY85g7ArTFi70w63W/SN0xS6qgBOS3FnQGd9Toad3idD3uv5PoPRF06glbXSdxJsGoC6HQk9k5attHcmox+eD39Xu8B5n7896yN5BE01bTncNnIx9d3ZN/0/cq7lZdYkMrADwLWF/gwgjL9r/XOOTNrC+h3z/aX3hp9ceTQ3A8TlnhhdGA0oc0AvMsp4Pusj2eYzemxYT0YYcnfeJAP+roBox5b3NuihdbcjY8dbtIucW49S4//WAkv00GcpIj8PfQwtEUBj3TE8PEcFNObcka5sb73lPaukMCceHxODLgAAIABJREFUGdDuhJIFB+3MyDCzEZh5dDVQJ4i0HkV/Jqj6VCE8Lfj97gmKfLNXaLnvOU9AnfnfLaL+RxVtbvsbGkC/H3z7uZFW39Bd9ifGrKju6LXxqdqJY3zt+DQv0vGD9dhK6KnodWBsg31fkxTGiLwDV8hJ0Um39FfAkDG8Wn7ZqaJ943b1CH9W+0MDyxM4Mu0X0jGL1KBV8ys/QzsBzcuBHyD63t+mH55NsJBnxvZKqyWbRCNTjqU8AJ9pvFqdIa94RzslWifRZjs9Coj9R0c5VIseYckkU7ZDDJjDGPU9MmP1PXYn/MH7Q7MTWJt1PufZVhDYLYd8baTb3dKbThc9b13LWfb6O5X7kuwrSxOsM0A2SGwnTbSjOmri7UCXTYMuuYFX0/20a9L8E0Rce1afK4EIW/ckSYzch1+6It7zHN/g5om2d3tP+rndseLtZeWOTnw5ay4em7Pw3i3Wo5eSyFpeziWH4wOkw5Ec2NxDstv6GadCa+Sa7usAsO7rI08IGJ0q5RmCZJcCE2TSsxYaY4Lkq1/wP9pvOH6NbMjyfe7qVp6L3Nf7+kzupjX27VQYj06+9WefNY59yj4d2WqzaWwCySvLttBFX6v3d2cRAJCuPu8qEuwXBx4nUSOBVnTC2GjVQrbPb8InMOA48+vKQtbgRZvjRzgJo+TW2bPxO8PHY6+ds9Di06RCZ2zbKwAMqKI9fwH/s1BtW2/iwc8rWXvsPcbDB96PstWkT8cf8fzx6SQbhmewQ0T/OnMxflHknea17S2TYH1X5qxsz4g6UaQDdFl/je9dRcO+iW9OwLIm6ufrKIr6232+cNY51eQHyNK8x+fQPI5f/Lxfdq331EE1HsxxFwLiJsg2su4knWVVBpB/70bL6QZ1z3mO5Wu1TaSnKDC9CXeAnwukdhvXs+/it+c/66Dxu5Dn6DZd2/z2j2e7VbUZa/0N14DXN3gbWdpnz1lPzpEJO17k9TcqjuzAJqBdKTY8bW6hIRLxT6XcRS+rizYZUpdQQYLNyBnJAJ2mifKnoSV4APqW/vgZDvTNBs+4M0hkJL7NApPL9/gxAPgGgicI7OCp+ShB5U1MgWZjPPt107Y7FbD4cZ/r/22d71bm+C6tt/FxMq+M33ri0hFJiFdVfBL62g7r0bx1SK2Z/PNn/B306oQ7ntH+We9P5ECuYq4vv3p8pzsR48j3kpvMn+f1c15miHweJ5pN8v8MSHt2zovXutkujLy1rOPImZkUuhZ+Qw+3HKaFOImzrMeRrfZ3d49OUp3WZHzi9h+7YwxJqxzRAVaCzNW7su4cEzXYXB3loWtOhWjRAUFN+PK2WehydSq1BsNiH0+AZDbF98t/EC3Oghkzsx57ErWnWjaMuNEKaDYJdlk9m+XPz/27j5abgPLPaBgeb35vHMQ+7iNAXDRVAdq1zTfx/nStHJwtAdis7/EzbX9NAPfxlWLbylZKAN0+UyX/+wgH78faNODfzX8ePzbtHfz1R0kYvFsmL+0tTaeC/9OuYX+zZhPoGZvyJM56bzfRvOm+5aTnPThj+xmMR9+3XfraIS88cHiw1/buYOmxPv86UfzQy7Ne4PbdlUSy77Yv184PNiosAbsVGmLs+FzgqnSa43PRpXliaOGV/H0C06ELEqo7kTXjJxl2LS38bfZH9yyP2tpazElBd/8esoE/8H8dV3rn/Bw+S4Bz7L9JlGP9UrUduu+v13pOgoz37SoEuWX/oc/x87pwhTXEvuhOlsY/nvXdpKextaWPNd/CObEnXtW1k2D6P+qaYLyuk9X1ACrEPzGbG5/98fuPF/0R17sTGHvunluP8Rm0cFuKV3IEWBa55UXbgF3AdGjzeSY64iSYDD5xbJ2hGxIIOnh9B4CPTHxWlTPBWy6BYyyu0J5B1lEJNe17dgV5d5FjDsQvvEYPCOVVQHl2RH4rX5bAs7ARyBrUthJ8QPxXuBzwoYJres8EiyC++3wz/d2tMOfrBGisVXL/MUIGYG7AFaPsBOgeBvFZbVP6DQglgzQB5AC3+sKAAYi8231knTbbTgKWyrp35s8ahRqrBaiFVdZZIB8OVGdakwkLIRnE4Xza2XdXgZ3K3WSorHH2jvZrvG2A0t6uCXvwuDM2t3hQxoCMMwWkAdkl8Gb8DZiqBfRbSExbngoctxGdfT/be9b9ZIjUmVgSNclGwUAZAEJCaJ6v9cDxpmVcPx9aSru1DVaKcXC8EHzOWKy2See8UtOGzvWjYuYyzj2LlfbJdMvzQ1epvjgK6yG4XpM2nsjWANhoQwLhISNbCgGQpQMdDRR3dZ7o0C3OOcDEfCYFmcDSgooZO1+0+KZy5tsZJDewU/7DycRkHvf5FBHmed8CSJOFVnSSKpxYaVTee9Wn1a/+3oLT6z4yCr4FNAEQOYaPM4Q2ENG8fAAN8W8BYMhLWgLKUKPa3xmJBsFEL5/jIqvYuv7NCq8OAkdxvgLAOSPIsupZuz6PhUc5Q3kyVDECJW9sdHkN963dAov727BkrBh6r2Cd1l8yeFrpwMMNIGTtPwPAVKDIwUpwM2//APCemzHwdM19pk7oZhcRoMHn0VVwg3FozzEwwutx0AmeADhAjwTyzu+X/tF6iqVQfe2Io6diyCoAmJaWt/xDFug7ay8j2vTt6+Mo5/Npgz8B+05KQKewGnG+IvMknzZz/V1tH5JI9lkDQiRY8bw+k9zrMQ7RS34NkN+fHxqYTDTkBRnTW7kRxxWaY28BQJEPfUYWmW/ILwwhEnJOtY6MQdGhgm1e28jrrbiMfUErJH0WxypglN9T9AT/a2kTwIt80Phv/c78xCeu3h/2yzOWdretE2MdOfIQ1e0Q7F15/33kw4JHa4dpXUmoWX6g1f/nGTzMMYluacl4WjA/D9AZWJKl4im3XJvJZC8GoDvVqAHLujKrwXS/67mr1/8+f4U5A+br904sQLdgD+rz5pc+8+XsnxzBClbqHu1RJ9AAlB2wnTOCbY++s8FXh2W0sUe1n6EhAigiNvPbtLFNAO6RDw/JdTedn53ds85ZObBT4X/0y9iq6EXLj2n1hY5vmk4ywrbJ7nZTzPMkFkwAqQGDNz2HsJk/LfyPrh/g49aAN9CU6wGJYn83gHYAQukJVZI913el72k/P/as1mJBvtiqJFpBE81bBH6bT1uu3sksK8vimIXPdi3wNbSeqWDNZwvSP/7KFQBuYKKDnt+OjDmVFs8zf/vxVLFPtxCtP+Asial+tXVz5M10ii1/YjOxuxKVpFmNWzqZipQAc+jTCTg9yTZUAkBfXfmvF9tuGDnYiYy9D/wMcOvWl+afaW91K9UBGKAnQIpv+u1tf19tKh86/RbE7T1jD1sXwXP4ndiUt30jWxme64DBAtSRo7Ijl6/XnkKeHEDwuVbrC3jVFf7YI80/TrYc+7LpqfXbSfAUryiocQWAu/PHDSB+S1zBp/cajmL7qAi+Np/148/dWrb37+46cbft644JwtfdfWJsTyVotT+tNbiTDAgMAeogz1KpvkcUIfu+VWcAYN2yQb+b/of/9Tv+/nneBAXURrJpEPvHduKsqztmjc2pa9M+E30xdPXLG6iGP6hQkgw7dOcXxufC3l2ZmefiD7ny44v9rWuSUCa7+RNk7Db4n/Zs7NMcu6VOGhvAQPfcnWLwgbWvwssBAN9HVK2PRoeKO/F58YbYMCQxswcn+OAECRmb6H3sx4DoXW1iHaDjl4Q7DMJ+KqSfByP3LVeVjFaNEFqnrIzZBA3vhStqNhgV+zQ2BvuHf3gfRQCfIcf8fWgIOe93zKCwowOIDwYk2Ta8BX7A+gdHe1e6Nx8j/1qfaI/Xfvy0LzXC2F+ac9sf8HjO12P+dJaI7t1q1m9JPqxDdyZMsCnjuO0a2fL6avnLmhoTLH1nPldXvMEXUgGcqzvRlPvZ+0684zPosX93sGPWhvF4LRX870Kdk7Qx7x6sFiyV5Dj0S8+vkwqQRRmnzjjfjnAbQEsiv4psusNHd8C55x/ZPDjkJLE3von/6jWYeZ2gmbZpoA/bbwryiQafv9HpB7mccQ928wriZNPQf1vEszrk1mMkXbDfiz+owiwVlwTXZA8G/+MoxpHVxpLeQUxAfhIhncQuenn2jC4WvR4Eiui2pIvp2kCSOEnwJBBBe00zN51tgGxpBpsr/JpuB7SQ11Vg9FoL+Tf8TTwTGtvkClcAv+IKYytPC3j7Uc9zst97xNWRJXPeuvaK53SL+9AC+GPGBt1JjrW/g+4Pj+UfSQjY7+C3Hbfgmm8BYOyTO3Bof8tBynQvtbysTj8aAwmi78KC7EPbu9/k9SbItP+YBMfGX9YO3Y6g1oUzf9ZBywZO0kcMiM6afrCRsA0cR7L8XR/P6/v84yx2x0WGgTS+o8PNixVnUkBPvPIMUPJO4+kWz7d/4rkNtgMNvlosiyw8zxHWorApGND1dLqAJxI/QtYmGavxEtFgn2H8U3x49LNee+MXw2VnzbBTSAIxxlONGQh047/dvNT2iPAcPifhIXSWZKb7WM9aloOtrXwYfM1HebyPOAyBzhGhlYQCTeNPwkN0aqEIIwUtwR9JNoVm6CyAL9UdP9uej76nY60c4LEBRTkzMfE/yRVgSpIHOcpLiZE6LnZlAXLh73+n0w7+/x1fNM0/8ip0PR1x5vreu8RfFxMGW3rFWx6a13NI3sffQOeT6N3u8avDqwLAGANs3vboj4DzlxyHiZh74RScEwMNMNqGWhYCIb4koZ/SbisZlDLGOnOce7g/10c4005EP8donjYzI7/Snq6DzfSjT4sYCVN9yYHtwK0IBeAjCktORiIzAQx3/LdCjDKlYmsDyRBqlEc58GPE38Zk5rv3y/pzDpANpDhgZCdtW+s9Z8mGkQwEC6CtkGxQqQngEGRVj+D43u28bmMTpRcnbLN3+b0BAL/z+XdadMw+brBxlSgK3KtdFYxNPYAAxDDdUs5ZYmNglEPBfAlmU17fABDGIUFv08fDTFR+AXo26NSGFobM/f3O8GtnDYW/Sm9niDGSWsc5V4i2RkfQBACVEEhrrwmWzmNCw8Mzkz1r51fg7vN3vR+BjFOcNUo7mG+BeJSEhArtMO6zi71tc0ZU72+cnYB8v7rScipoEWxqvVQAVDvsoYUF2am7RHEvwPDmvfBTFuRb1q4M5BgsGzzEkLnXrgW0AxblQONEkM2IMdK8wXxwhNntG2jKWEPLHr/PXIrsuAE67ZPADAMR7rQYIaXxJciQljD6ciXAgP4KkBCA1HyzBu9KrWN0CKCZ/UJe3QF1xkeVZ8aQf2/jIHrCwSIAPxt8ua7BDe0tQTzJvgAFceqpSPpZy5PsYe6Pc845V5GPBklpv+bEoA02virARnikgonzOFKlfQMQOTd7ebh/gr84L5nkqgSqsmeXb+Pn817LFaV6VBJBA5xZ/+g59pL3Y6jK0IE+qXjqrM3eL+TcS16VRdKyhQw+6M57KXqjhf7of+wCPVPzEv8gH0lw2ASiBbB6XSIXbdK/ABWMbY0BQ4eA4DmDVPw69BO9PEcnXIAPe9hJQh2AjAM2zswrwWLsmVn4biN55MPItxuwNC1JHg4t4CjigG015Tf6Wie52+oSsIKv2cs+K5entSHpfZyAPmtB51XW1ABmga4Akt7bStrjWXf76U728Z5NshUBJRI8cMjpqPBt9iuTklFMghUVtl57J7OtQU/m/gEAJ8P9OIZ19EEDDwSA6Wygd3UldCcoMNY7MJi/VwAYW/OMT85igs/YNO2wYs9gq2ueSXzDTkjyROsVaMB/KwDJtodB2pFD+lyyaOSnZeFkFntvRr4RZKKKu+WwZZlBxXWWO9CDTrxtfHTI3UYdfXyqwodPErCJfLd87ApF/f58/uMHVe+xZ277Aj5jTaEleAV70slA1mmAQu+59V4TkOddBxgbB6IBoddejmzwu68z5mK7JPGEZD8AATnodws/+EcJLsd5VgBIyY8CF4dhpVd3zkOZD7/E/kuiXapV8hlBMOz9TsCITgDgnYTTAvDcGtFBkQCY6xfu2cqrQ+JPcCYh8u+u9NHv347MaDnRtmgD/oeeprWzAdjk+ThYkgSUlYWevxL6hg4A/PV75DfgYVov57odCbLh7kizAc3IJwK2VKe0/aR16LN47yAyCXcdbO0kq9Yn5tPiUTpitX5jvbBZI//FbwIbEgDmyz6n5OgkQLWfTsBf197APvzxriAJv37TS60jmcOtrzStgCYBsjoAGfso8ukEtLHBZrGtO4s5dT+6z774A/ggX/d5W/Gma7ChPGfxrf2qTfoy3Uzgpe0s000lmGaOwSM64f2jU9AkOup67MCf6Y87gS+0vAntnQBIwpeqkdtuJineRyrIJnoWohM/1c41NntaTMNf6A6tx7Hv5b+Ov9o8d+jV53iKdtbHdSKzAbhgI81rWgNoDjnD+jc+cmTqJKu0PN5k7e3G1onUdBFrOQX/Mm/wswTDI/P4rKuVDAg78LcC406m7irmO5kCGd/6TU+yvVt4wZ2goz31WikoMv458oaxvGX8+oiRecHR8o5Uq5FY4PFfn3dAqAHtyEqSvd9+zi1Hs7cVAHYb2vg/BCbf51+ujEJe8Ex14AOjgx9bRjV+wVPavzHfVmeGjA3MZdb2CgC/bKjxQc0jg9+kfaTkyzth3L7PyMQOLiI7sEkZZwP80N2uM8cD5Orwyq7THfgOXWuu2Weekw4rk3hlO3KC7hMw4Yn4N3S4Of7T2GkkRLZN+N61fW9f6z2blsstjynYYKy6LgHYtWXYx4wpMrfxbncpmbka4C/f/vDIwZy3Fa7XpuxFzR2sjzl5Lx28CI90AIj9QDaiO3bv4l+3fDh26jxLV0A/BAA7YCX6iv+rnscpdmneMA+M7NAQsbGQJbs3wXPgGfBPzUk8iA1zAmIj/5KwYE8j9CcdPfrR4xhabJnO35r+ujW6/H6z49mztcHQm9uNJC/AR+7K9BfdqcPT4F/hobVbXTDW8vr5kPmz1h0YZA1EG3fiW9MLyQi9f7l37ZXT5WpkO/qgdfDNw4tr0QUk+ya/0es8MZ32T+wHDC542yihx3zee8j6GeN5fI6OQ2AHaB3BwsDnTvD9JAS/Mdk7oH54aWI9mq9trtFjpq9XC/4kGPCc1uW6VDJjk3c2QWrfs34xfzvYmmXfdlU7/C2amPhY7xmYbctlYYIUdxybpQLAeibj66NVGrcVP/373xQoLb7ue6fDxzedhtwjoP9KkINK1LWrCpA6vhMaeOurEy90F9zEz45+6AB4+V/Ne+D12huS4pDBmU/obul1bYjQ1yZG/v4kQHdyf7oADH4wFf3mhOdl0AfPdhX783d4GXka2amrfk3x1egCq//TbSB+YdunvsWyd+NzwqM85kmQOsHmcUOYL+t/V/ojJ/X9xCzHLsOWB+dpuwA/1bEDAsCdvZqJR1ms0omxZQHwKM04fVFkP55eSi0Ue0MPI41wx4BPq9mAOA7CTpsiP7Ic6H4WyiAA+Qr626kjM8CVHF+e5cyZatnxtWLN4GGysfhC0N8te1CQbeSd7KtpvYHj3MD2y6BVxtkEE/RGgXsJ2D2ENq3cEGTJfnhne+ozOxs26qLAEN5d1WqCvwRME5I+V0Y3Aoy58wyM0VsxtNF1WnOPoqL1m2nneFvjOHp5RQdLX8kO2WARY2iDCkOmgcB2Xhq45H4AKADOzspvJ6pbfx769ZovNbKPEYH5eguJMa7KcI7SS6BVX03r97Ot3J//U9AjwG6MbDGkADl9Bh3yLL53htSOOD+lqjwtEq3/R/i91zZAoK8fJ7n3N3ywSnWz+LdtK+txB7iaR9KyLnx8GyBHBgDcVGBpgbasvHV+gdQNfOtzVTqTERx59QaIzTN3hPYsXBx06IwM+7FhD6DE5d8MJkDDzmI7jssEJrOeqfibnTojaKNfEjnOtyratUcYdNlL7RcOftY1HRVOZVSBdzdtnOtdLVQtrubC24i45Qr0hzwMmLJ09NsA8/1ejY/grO/Xfokunv9QkHwOsHVXpt3z8Do//7vbdsI/ccCSPaavzpRF6duoJBjv591RXvhbVZAb0E2AQo5NZFqC9XNWoeTa859b/A2BN380DfPzXQXxca6qAEC/Z4G15tVtlZ6M3xjvjEnUlOw+hzpKVwLYapwYZRiukUWfFaOsZYzwT9UrI8UJWAZA3tW+ZMD3uT3QY8sC1qsTAnQdnShOhfoA8+YHzbu2z0lO0/bxJBVJJz5jwqm6QWjNnZZrt6yGvw7n2kkECBrZovnO+Z4NRHvspp+tbme+ARDDhy2fj762o7agAIa290GiZPSvd3nmu7yy9HvG7Q4Xm5Eu8XISgswzAdXbHjGQ9jyAwImexZq2HZcAfsbaMhKH2nziYEJVoLoCO1+3TdhroM9pj/YZgNj1obUm+8e5tEtfa+u1/RQ5kHNWmcO91t3+6GeAVgPi1uNPUA5Hmudb1o3s0fc7yKq5cvYn40J3diBIu+IM6Kl4gZc6mGD9/8Wmacdu6WUzixUQwxY+rYRH7pGMxBp413dZ+3H+WddRCdQ2W2y1dX7fAfVt7SWyfHWlGP0e0GblHPL2Gx+ZfiZzu/kDGYCf0zZx60LoHSACHnjdXzP/5ox7vb5UaPWCYSM42WECwNgRr/lO9wjuBVgmUWQBzwAnyR7PmWjsQeulVwva9qeuff0IYPm5IbCXjvfe0Iljq9+6yvMk8jz3UukUMHqCS+Ukv1qPDZCk992unxN/sfNOB42crfv3X28QCTtd60qrbuhU8zmByslk199u3eXrJsjTNNHzjIxOADjPSJCRNdOfZe+bx+eDA7g+F1EV4nfJZ5DPXqg+XaSWF94sSGJsV8qunTQ60c9cgKntbT3tTkpu/3Iz0d+BUHSTeW98kU5eOqAcdlL7UWO4EaTCn/omy7yOBdJ0x633SsyaX4rm2FLPM/7pCAWwCW5vv1BPDn+GYcS/bdfFntoA2NuXGT9Q6rdA0qa/PD/PBkuBNeEBfYzcbj8Z+RH6WTo0Lc4RWX6+A5kBFAEsj107a0xCX68FtJLklCTuYEc6wetJHGg7pzvCdYJc04vsR4JJnYzgOTiomQR627DPAhgHmq+2H5nXLZtI3L+DsfiJt75qXAG9Z12h/+qsZ/i3E0Ab0Gx6bBtq7cFNBjjz+aJfe200Xx3VwZfGwNFm7KntXjbNe72FFD/TYbHbNoGgZc/L/+CsP7dFXUC6WxqbJrxfEerJw/gMhL7167sAQvMTvZxWiAJ4h6+YezqzTeVj+SdvMH3lRfyB+NdUcrHXrV1IWDi8P7xO0LLlZZI6tsAD3rVfqCPnLqXVer3xqk3wCTbRCcwEKG47VNe1jrLvPe/jPfrdckBAtWlrfVWNVZ+n4xfyJljQt3FLbxHgjr0sZZfdwMb9ViHdfMCz29/DJmbduV52gDFb004mBn6LXFjbKz7Xv1yhFiD+9nNJ+GHePS7ojQSP489LV8ruKb3FeDR/aPBO1lx+nvW5AmwES/Xpz7D23getVyfomoafYJPGS2UlfKc9eY3fx5ZNt6fxIRu7sm8hjLllBvMeOoY/wEP0jg1grB7sBJ1OyvjZmluPqaPaWbByYMr2h47tQxHoLnu1O/vd+0oBUgom3rgAiazg+fjZnTzVRVu238Zfut/TeIr3lQRzyabCBZHP8u9ufg0vVZKIaXq7zGFbZpyDY5oPMTJ3UTp4vH7pJ462lb7b5eNsh9Z7ziXvDgMvnTAXv3wo+EV6wIlzGR8y/+hV7Pux/5l/42KdlPkNX8bmwaY4iXF0Bb0w0qZL5kECjPz2TtJiPG3TEOjvNeVv6uQCVmQaeDaejgRNL8KY1r+PdbmxGHOLE31F6u8Cv00uZQ0b22va0VNOQH7WX/7FzwLAtsPKAGM98/2djOJ1MRY9PtjolV4b7nn5Isif8W16TaDX0MhnJ7fbHyMA7LPWK4GrbUvWVEnmlpmPUwx+KD5OMYBoc+wL44wkGEn2b4xUdtahByWlji0R3f2v//P77/mcLrU3Ngb9+6LyP1pXt23B2oAJQqOdfIseEe85APwsniXAORx8nkLP8WXcCdCVAXVaaT4Mu63tdovejJNJAPApcNEVCAJXDyjrWX068DhRmcQedH+3aYKAyOxmE3aBPjPfDHwMscVQJSi0ARayG388h1JbMcxHbAiVqfp7B4Dbuctmhjm6nbMFyZcAsFsdKWBVQh6wqM8ohsEC6CQAfH+RFY+AaULiWq1BVwF7uGNIdwXcrbyaWDmbp9e7e5Tr7xgn6cWe8zTi+Cborv39668wYegkytjjmwzqM+ZRCigLEgBwInodnIAwGXAA66Z/slzGEc+83wBpP+drYFN0YyckAuZj/WWAj1EBDoVCb/CC9XFiA+daTKYRhrD26G4BeOh25sL7yfLfPd7kgN7bdmTKtvNtLdDz+9vwuAFM6PFjEeYPEjo5O25biOsj1of7/B7vTxJO9I/MmnbcG9QP0CDBHUPIezJVsJov9InTSoZqzzP7LwIIk3c1gfa3gW8ths4gub8sO5/7FXC+HblTefLc1KCF3+XJhH/vqtujxKkOHkXFeO0cTSZq75PpbGQqa+UzMsxTMQj1d8nnn519xvrwrqYd5g4fnWsHIO2gLbSBPM/6zvvnLHI5jt0+BccZp7qrOplnxhWeXUdd9BNZ3uBq71VX8NGyiWeSQbfytIK3xSScJ9E0hNw/bQcnWEuA3vQ8iToL7g69P/vQgNorEFeDRz8fB87nr6QS3LQyhopu6Ypn+AF6WgN7OlpY3sa5B2APoDWfj7PSa256ncDjkWfH4d9BG5CaCmzkX4Cwd0Zw8zd3s+Srq/MCgyAE2ufi8ME6gDwjAMfc91zTjhVBzxv40vr8eAw2s9EVNOtErpaTkhldgUj3hT5aQGPCXrkB2q5U6gCYx2AHaHU8dH/rJT3fAfexVbrVXWhnHXlakvHYj4BC0e9jvhWbAAAgAElEQVTR17O/J5MW+3AW2w6GjPNyvuGR6IxHHvtMrTsges1vdHxXSSPTDm0MSE2Fz00zHSjANmWuDO+2mjovqBO3jt8zetCZ2tqXWe/l5wpiV4tmjS3VXaOLH/n74/eMuM9KbYAs+j2OhG2XZxBiGxwhjS9Au4ypXPOqgHIGbPSoW61fwDh0TfA1MieE45ZFdTYldlSfTQTt+/oDTH/qRfYldJBgsmQNlTn6+9JedkT7JNxCbl4DxFrD02JQdqKeM0CX11g21CQdYO+Fd3YUlv/PXOOIE1xeBzvjZBw7ngwswDXySDLo7mxwy+g7kCPmcBB2ziP+WcACBzotqNS9ImtLBcC3pBWtL9V4uvbuuESFfHQ5CQdr33kNbU+SMBJO2TktY387Q/C2a5mDbfV5LkArMqKrLvUu2WuMoxNisFeR+6xrJxKwy/B7ZFFafsLP8I0+6+N1eH5XAH8kjU6mNzTK+1p3UTXoay45FrpZkKY7aWWN0Wur51h/7C8AqLt7EzqDzzuQ34Bv6DjB/+5sEF8yAaHsf5Ihu01v22WmxUkQQg9pb+ho0hnsLWuwRfBnvNd69+XHZI0nkFB0f3cP8PpkSuFz/bPs1LEF8Slbd7Jn//j3sROg0dsf6oDInWDEfvGeb/65xtmJVQ0AN1h9J+oKQGwbTu/48VTWfgDIPm8+fBxbNa023xWmbzrsJCcwjQaQ7sQLqtRbtjKOoy/mw7N+6gA1wY72Jzog+Vn1nOq09g/O2k6gGflEQJxxdHDd+z3qaYOhsW+3VXj40232Co/oo4yyv8PH09HDmIb9vxmZfpy59x72e5hD821oMp98D7K2fl3wsTtVwYN+1hwdFV24cr7tM3f5moHf/gG2B2O1zHjWhkp1tyx10u/Qme3B+EyiOgoUfPSU/Z9NCGz+O/au1zDVc/ARSYPtM8V33Rbh/3pwhU500L3sX1qPf9rPNz30uuVol11rbCTdAy6FnEmC5zuBHvvccxh80HtqLDPPJUCKLcHet39BMGsrlmLnae5b7brJyx4fzx87xb+WX0YQkz211Vey9+VnjBxseSd66e4XsVPXLvgWIGn5edsIjKO/w5+sq+irOwMgI/VcEjSSQAJIm045bcetzbMdGjrxzGtnHnn7xC3T7s5HYFStX4NDLuamRHhsj96Hr/Me/wJa6O+ROXuXxoW4uX1UaPskhFyBfeRlj4Fuhxp7d2ERfTam4TV/XugEQweiBI7HFjd/n0SCGWz5JuGfYD/hi2BerdPfuiw8fuRStzB/BoYO1b59JPjO5Nr/PzQ/ewwf3pWi8WNXFt/8rM8JTJ8CMa2TEwA3Ydb8P++CVjhGqe3nxk/ufc4zMha+H4zG9B/d6DFPi1la/DdmbBhmCjTQvdt9Z/zMSkxBxx1sCX1W2DS4gO18J3Ov3IYHbt5gD/icynTPs+QI9PRtj15JqkXEt53XiVXY96yvj+C6WhIf+hiZ3XM3z8wRo+ho9sQFDcPzrNuZX5SPH31jPProPoa191s/p/Bn/LEX/UcXIVtOLOgZgDuGTWfE4AJTBNUC5Pn5DvynsCRd1vCfeb4Cl5LtLes1vrugsmXK4ZN/kD+Kdw28nTWSPpmCpKWVpX/4DjnbFa797gSAtwK3aYHrbKe6uJXzn9PqGZmnwHB8GwpQ37hAnhO98+4EQMcr3rQBYHj47tBzaG/kRftebNs3W7uPVNAzPn3KTeo4AWBdiAFlBpsKTLKWjsM/gJ0JcVroeTlkcI32QTi2QLfhaDhWTKMXqER6Wp6MXUUAuJnMCmUyWjTpb2e6vQlUZ8tkIKr6S+XJZGXNsyAqDNKbEFowdLYLBNbVygSKpTBelTGlmJsIvUYTAFawhTaLXsOpBLLyOq0fvBkvQRjHQmed5YyxBi2jqAST7V83o3Mr0DBCI5Q20ERbKFpGYrx1wHJbhHkjT/DUYxkDkTU+DDeLEOGTABeKMNkyY0hXAPblYDogkYe4x3pl8JveBA7K8HbVtuY+rYHG6DU9jDK5A8BtcIf2d8dweKxI9A4HGQALo8w7O5QzLwBGM64Qg54BjVDt2RW2eW4yeQhgUYWYTMrwjxIvlKHXLTRZ7w504gDRovdb9bbG7r9L+VmRVyty81DWojODyEA8ivNZeANzVwVLsjHbQZ11mABlAqnjHI5Ea2PwGByT3YOh2RV9khl9j96p9ZH8ooVPaNfc7lYJzrQdenA2/hB3t91pGcQYTSfPfV7/R9414HE758c5/eCHrIFItDM5UdZ9Xoaua4CAwG7ofVvwt/EObXbrOWRCwOqsN/MGdE7L8Qm0S3oIIH2uI1sZsPnTYNmsRIITrwqUh746E+pkpylYQ7LKGChajw5+3NmhJNXYEJkHGUgWcPsQKkcKdAUKY9Jadost+EX00OdFdQC4DShacu/cklyg9WOv7yBtA/04o5w7n/cnAOxMrZHXPIsWVyuJhg/NJ5V9W4kHyN52UBfAjX5p4/BOpGnnQM8IMKAKn2n3NeC1+PwAvBhUz6hi8KRFJJ9b/z4PAQQ+lcpXC5iw/waXF5CL7KFFkpYJm6CrP3A4jj1bTqYBEgvUANSWZxYHe7409AAYgm3APuk7LXhiBwQ8RD7elRzI8jb+dY/bp31p6xgDc4TtbPobfIvBCU/+5zlbE3llPVBAJjTDWuQM6vD9AmtTAb++iG+jyg6g6Q3yTutgdZA4slsgSRK4yGTsc8kz10miOVb9m35pyZ8M/pGPcmCtU6KM59sLMGOe5rOav89DGQDibb8EGLsNYmQEST63ftN7YrdFZt3Vv9AO+9VAcfPvHZAxb2mo3iglJkW/0AHhJEiaVLc6i/fcCS3oY79/jlj5WQBY4/LZUadt0doorhRwBe4AqrbdSaiaYOdzv/VstVLyOowdgIMZXgsN2P4/DBodlnXNHufs5azYDYyTAGhaENBVPgMBOoA/zmRnPQD1znlwE5O3vVggBUe+bCVixs68TAeHHtvqXmdU14vmkHvwf2honEV/vq2djZeNW/Sir3J8kXVKGjV9IGvnmd8ShPTRXS1CxSd0eQeAP+wG6yitARUz2uQE00KHsz76ma5EMGsuXbDT9JGKNPSoA/aPH6NbApxvUADbem3mBSh2/QaYG92E73bks4EbJcTKZ3qfR+Y18BplXNhwpkXZqM9nDSx1xxPbHaPk3v7ggJNRVOPzpvIHAMX0PX5Kn4lo2rafEzqxPVbr4c9HLiIDjs/4zOHVzm5k/V3VATDVYBo8eVdV0ikr71Ji4VTpKQmjQNtvgMPyUBIKNS8B39gFHQCmwlpz6eBYgJj1E29dEBoOOK0V85jG32p74/iN1e4P+v8GEBrAqa/1UUaWTWCBzinY06GbacP/7Ifk0qmWLd2u54FrNh8g/9hbaIAkMoBd/NO2T3seHxX+h3+Hj22/RbcaMESGjD0OHeb9wU/wP6F5zfMN/G0gq/Wjn2HboEB7PdM0JXk/RxhoJ2XXF/LXgQDzwiTX+DbJy3oOukT3pMItslp7pOICdET7V9xvKmJRtYej/5DhIirxaSdNklRzn1l8+9936/asbdZd2+J3gA+UbmE4NSxTJHsueXwn/HgeloPDGeMjtg7otqc3VgPJd0EFMie0vTqv7RH5d9qPBFaKd2Tv2jbNfW9/f3UrJsCx09/c91GBdK9J2+J9RAL+FzoBW5ZCCK/nCCTo2/OUPTv01jY57c+haXAr61lhd7M/8inbLzw0p70fu6WrM1uX4NciHzr5IWObqsTnZ8479HIRiBhs5bWE8wvJU6Oahp6yD91G9lsl0tJW2doxW22PtE2ta9uugNfvBLND40f/ri/t99kcFKOP3TSynQSabwA+90Fvuw7j9x36jD+kJIimp5h7nxWuee60BK0Oijc+8y0Jj3vZPxIv/CbLscHX5ri3t/+8OufDfp2WpgeTKfvrBE2zRX4HX/iD0Gz7uujYlknQxt1eOONfn914NkDxHCFj3nz+kSCbgPDgCbOey7/yN/AhJMcSGF7MIp/d1ccehzqUjP7gnZ2kwNzRG98C9/jH7b8yNpGhphb7KbaGE+RnfU1vdaQQPN/Jf2cMM3/bXc86cTTX7lB+in7av8bOkA2cpK8tSgl/bHIvlYcbLG+8nISV7kDF3I89+uhryRcqIKHVxvPB8sHG0Q4kmLQ9qvvpGmF6GAFHm3F4ztfZPooeSeeZPPlOdL0DYo1VsGoH7/CzxscFxxo7InJGNPr3q+tJ3s9e5PvdaUF/8/4NHyP3Fmdaf+Y+Asw6tBLGmE/jWlsoN+N4vgUfkBM8CRae1lYAt320XZ+mLfczUHD+zCdrcifZQQ/6O/G1O95wAsC2h3eP3v53OkmQeKZ3gc941OKhwQj1e6+R13/oH90Fb7O/+vw+4gL70/7c+F0Usxw8ePDHTvTwerjrXTrV6As/0/i4fxdgI96fGIIJJLJnj8j1nUcnQl8UzNr2fvwpjqryq8QTdayKnzC+9+rPyMSbV4gLsFYExMEHiel0URTrdwLAd4aniUKbMwvMGa16mTNMrYzX6GtwUfx6gGwJ7HHAlXnXAYQu9UYR6r13C1sUH0ZZCGOYeYzcEFOImwrX43SIOeSwlHHaQJTvtbIJDP/rbyMRvOECLP70eqXycAEwzaXPmNvzzFjerCFGNwAyDG7Db/qi50yGNwAAwMy8GxDuA7kZvwmYUvOpsOrWHcfgGkmd9Qjxvgz3GX4c6lEubluT8x0IsAOaQKwoD83DQLrWZyTYS1l4vQPi6WNanAXAi2LNHmef1cLXDt2MxXtnJbxZgProdabDFQAwXVV/eDlQUaCABpl0rxHPa6fKiul5ve5F8AS0kSUZQDG0GKdRX91CDhpLwHSFJgEiUaArBA18DHglETqZPhusTHuCQ4+zVu2wEHi7M+gYt/iYNb5bA3RG9GlZNmvKWYq0VEhbhHLgH0PWQRsbg9NedlligKR3ayE+PgbX/EHBubSKTuKAvw/4lIqHzzNHDDZPMBqaYV+PE2T6emcTNqCOMD1AhejVNJTMuAVQOMcnDgZgs9+vFhBel538UVhkEA2doCSsC2ww557zPMunz/P0vrXiMU1Y5k2wdxzzldHZG/gtNJT2QJzn1wHWBqR2n2pS88dXwGCeSUVyQOMAYq8M2iMfNuAcBtoqt5YV8LASjvS1LTuYD4HZda5OAGDkmeULBpv20pudjPVu1d8JTnqXAyamGxyfN3Dk8Uwwmg4ADSx9a9t/Om9MILdlXBthXpJZ8gAGWfQF7+IodXDkm3zeZ2QeK/e3AwX7Q6tmgtOtvzpBJfxPRUnOe6Sy+bQjG/mlObVB03O49ZPHJ/vhrgTqtps+k3Z01OWAfuivcVYPDTfvHQOeCrE3fb+NsMj3yIOAJ1qrVEKMx1BjbHBFMgzAp2Va7Kn19royIDS39k7OgM/4jjyUPhwQiv2zoV33Rl/u0RlnvQuUwsEz/1ufBazVP5IXWm7quj5T7k2nS2Oike+ObgAl7Mlt8zoJTzVv9q35DNklAx3aurNYvXKeQ57QFZZb4a/WVVkbZB+JYp4TNsmzR8gIO/ez3bazRgeyV9t6bN491QgapwF0J77B1AOs6fwiVdrNNawnMqfb+jSwq8/7GBfO+GoHpxMPmp6WH7LPanWqcX1LGAM01lISAF7QfoH944RNIDl7MyDJbES32LOtwwZNgot5rvTkqXSeAG7AlXUgRbKtXzSvrhBWogFVPK/kVDuJCXB1tUoDOrYXS5G3LL5tMN57+xhNv/Cl1k7j8j2ipbEXbAOMDRV9ji5Pm0N9cUa2bQccZdG5Hcwkm7SuDS2tXEOPNGjZrY8boOBejRVQ6w4immYlg8TPzw0EK77pfACs0Hnu6QztN8CVlVt/IHKNr9jfk+BiP2Az5N9rnqxs2RYNvBAw07VtH+r3BIBZb86wQ/+P/f4ChLdTjcc8wKTH8VyubgftVwQA28rLrvjP+i2IoUdoffucwhwrsP7SCUApyPc8V2tD5S0JdH7OHPFEgrQtRirA5wxnWjtjH/32+MXRyQ9QNucJQhctT170OPYQ8qz9Z85hRF7TGrdt9Z2PKvuv3nyzuQSsABjFRMjJJKXlQgBcaILk19XPVY1n+zU01zYTMpZ9/Zm9xj169x2Yv4OcGk9318L29ZpWgPReH/jhVUVY434nD0wgTgmLWosn4femj+xtgvV3gLr5qH1bEqQBbENbGwQPD6ydqfWS/ymZo8QPJfZ0whTyx3tl3y7PQj+svZtzntH/WUNVEytZMPYo9pA+44y0bid/B7ruznFZ3505Y0gHhvhXJwBseR3/H3vpG56Bf655vaqWnvtv+r7tM3xyr+nYsrdvBh8eu1t228OrG4TdhB7F2knEYJ56p3lugv7m7wLMmzextxpw3cKFaQE595r/npcA+Oes+U0OvzGf5aut3D22nm2xN8CK/ugAMHzWSa9Nx6GLONrws+ZtO9f2+NKt7aJH991dU7Rup9Xxc1P7Kt6b52+0jsdXYAz/VAHNNdidBrI7wOd9mgKX2Tzwx05M70SbDYBvF4e7sgrbQlgfPHXG8mw+xTheu+l68y0RAboBJ9F39iP8vMFefB+CFfceYf/8Op1d4MODwTwPoFtNy54b8La90/kJRdf3O5u/Qru5sRO0/HeSW+wXrC969vjCXu5uMR0A0Ty3a51D3xZA8S2CTzhZdgLm785Owa+x921rT8Uf9M2YLCOmgAhrEFsNnrQueGiuzwm+8Sfv8QUDuYJucNYNUK7tpncngTG01MUVd4eSn8kd9kN2I3ILmWtcePQX7bbpMGWY4oV5jF8nG8t4GJhqVsqV7VURClaTJM0peBNPnEWIvdZ+AvzUGHLWbXFn5BP0xLFp6P+VBbHnOgh5J9y/9dUGy7/Z0xxd1bzY1bfMY07nfORcjv7c8W/MpNSkOzCZR4c3GhtuesmYEuTvgoG2qRrn0jq1P5dODmunbfFX9qDttzuRsv2g5gtXn46ZSdIYfE9r694/zZN4TsY2HWYmMbptjK78p4PE4rvxP8VOJDIGa87omqbQnbSuh8ZaNkt6aCzIyF9/SbHgt6Q6/R3bx/rsSSBnfdDxzLn9Q61P00vHf7BV/v0f2rWH10Pja19QECJacAGP7L3nmtiiY4AN0TSWsZ/H3mv/opOl/ZliKg+tUKAADTf9aFyWTY/swmfSazXHJCHt2DXmu8sXsiq7tTgIfK6/dkeRxnfe8bToRfg4sj/4EYlr+hw7nedrad8FvBsvgec6Uff4a3/+kcPhbPBZmG3GHsZDnx+nF6dyd4zyZ5NO68J5E0E8NomAiTaBwBcMGsJCQYRA2aAWNHfrE4yOBlnuCkTOyBToaUKbbP8maph/CV7AShSLpyNDUIGmh2i7p/gC4BJeldGqW+bcYIDE46BO28yPyqXJjl0gI6MikyaCZQKLxytYou+K3BMAnIxAjCXO9gshReAmE3+DvCamATrNqF+AdzJqTTOjULMHEeReMoE5EyQTEzddlc0fVhklwbmmzPtk3jx/ENAI4E1mTa6bLDEb6+/2BZ1lhpHxbkP9Dh4Pn2VMYjiPLWotaxLwSMuf+YnhJrtFDKtWjhYUo9yfe8gk05nK/Xec/QZN/N4xugHKNdeJN7tdeF+PoXgcuNoLKgq/nbkqWtJ6ai6dkQ/oDM+xt9tCRJsbGkwL5VQJdcJBqFYLtgHSj8qz52NILMJLC/YGJs9z5gfG0sZDBF6qC+6zkGknq9uPgTk82WvIzxhADSbce6NnnTMAmKbHP5W4CnBMgkiMUK1DLowhNyCdn/PmO10n+kfxa57dinYTBbJOx+CwMZZsuW9AQPhOiu/dwuOIEI/xnXUL352tHB+9wQd4wHPDoapKoEx6nXvkO1W6zsh+7gP4C4C1LcFMQq42WVD3dvBvurrPgRSPtTF805TWLXtD1eU7AMx+dzYiQPGHDHtehP7ASejABXIEvdj3dwAY+fupTxJsNMCp5JoZMjoKGY+B1DJBcqodDGQ/8k5g7l0t2foBIE2LSdYrn8dpTDbqf/8TA9ZJFK4woUJ9P2cP2mgMj8ZYhy7jqI/zcrV48jNGDkHz3c4WmQTf0fIr3vTK5n5vrt1kC677pJnVBXym98k2kXFnQHkSe+62Z1yfdf9s+YnN8O2dPR7ry2rpvM+NMd6t/6i0c7D6WdxOCPr2nq76dFuq4VGc6+2osI6laMuJLvO1NkH+YDtgHGxauXquk+DEHppGbflnL9iTI4cnKHHW/XlunK0J/I4dcwelWo53gl5nMh+6GFkewImq8XfltOSMjX+FaU/iQ2Q72aYBWBLsaV55VXgfYB8BKwbQxN9A37FDodEB6FsP6N2SI2SYWl+U/G1w9c64bb0BDXp+DgDnKJEGw0xHYx8HYIoT3oknTVuhoTkWQ1tcStxnTB4dqUS5absk+2GIoB1RPdc64bmJIyF4vx5729Vel2e/COT/+H0BOgLA6YKwcoGjGfS3O/FM7+hMZNPos1+aXwJqO3P4/FSRfWM4zUd24jmq4nCRf2h6+XakC4E9ZCf+lvTHOUpDpFCg53uMAawawNWz9uiBd4KraNqBi2kR+jNfgURW88Tz8m/nusdj0P9VB41q0aX9v1vZrp8YXfSzL44YsJM9HW5CO2s/IdOcQDidqMLDY689o2uA3uOZIwA05sM3c3RGA1gdfLkTdVjbtmU/OpvY/tuzsrxM5rH8w58MgLZnssduTBWedfBsNusIQIBduPoWYAg+yJ50ADgddSKbafUIfebMu/h/h4LLH+kAZa+Nrx05lerf2VPJQezl0Zei09NaTutveZ/xOEG7Wsq173f0v+ktz28d0b9jczpHoDdoJvVKUKgELE9jbECCo8htPSadLTZYCYjWr5CJDvDWtgD0c68P42u73DROd4O7OkxH4ugzr9kmvoonfnWLu3TxWJv8zV0vGWG/O7Lr6Kfh4+4U9X0N/3s6AOgoLV3TLdaVoKPAJMH6BiaphPZajz/XQJpGjI9/H8HE/uR577bq8Fe+Z+9tg6KDjG1APbG/vgWAqagi8Hz8uYsvQi8JHLZdSiKQ6aLk9jd/g9251xg8BflmmpCMmEC66CyAMYNKRZvGg3yR/0wrUPQFOsb2jOz9oXeODvKcXnhQZH93AoHeY9vHibm7jt16f+0afEECXSOrEBkExUZu9tEUd1KTbCzNP3usRIiVQ/pbH0mwNDCFIbPwthkKR3vJn1m0I3+Nl0hO5Sx3qsf1Yvit531sngqeUyDghJaRT8aEHkK5A7Ddnnwx3E2+c9BofIIuaNDUujOF97xot/dY9p54lD0lKew1D8mH8Ycar91K4Mjw8O2/H32TwEPbFayF7CvjBuMfoJvfuDDnfkfWmp+Pn79yr3mnMQZfjzle9mcnO58gxmAuJOhI7v3+u/Tge100DAXOOlit9zD+yILBGZ+L2bs7+SD8Ose6PD+eApRJkMzYKwD8/H78Acv2rEf7W40P3rgPtmRwlLUpjn+JYLj0tGnoWbBuf9oBvsg9dehb3Bmb3nqgbGho4Q78eK5Fm+3DeG0nEYfAmM7a1PX+u7D6SrTuZCZocXkmct609MyT4DYVfO2btN6jY43XcDB0PQL5emNu8FX4z57loYmTaFY69z9a30mGu+cOLVlGTwKhnnvHdWzLTIDx5QN+sXus5zU2d2RZez0JTtNBstYUPQafNS2tzTkJQpeMIaEMfOD46Uromr3ohLHj287LbiwJ3aa9d3HG2GH3ujFW/LFOvmX96Axy0x/32l4Giy2+5HoSctlvj0ktup+9gJYy/+gIEtl4/vk++BdHIR4bbC6Axzp+QcdK2DbJ5xtTio6MjOh24ve78Tl07Qk8695noV/FJ7zIvLq+GjZmd08CM7PZMzq1k9W9fiXb4BP8HMaIzIF/2Q99Lrkl3ldywtpAoYnMXfI1AeA+7iHxklT9Mg/iM7Efsobf4qbs88f+6U3j1+iz/63lt/fEhSazlk5gpntqYlLZtyRFklhznyUtvxi5e3TOH3/8dUQuE7yVIhPAUQW4ob99Po+CCkiw5wd2BQ/P71bJPPtu/XULpduZ/5Z1dlq7+Ky66XFugyuGRrc84L3HkRrBdjtw7VChdDogPjDGYabOIMeQOWO9z4AcYKZ45Wzmju8zg9iffamQ++sB0AK4CJBdB5ksgmMYjnMhgOsQQrXyu9sBnLFUBSIKUZ/RToMspwQAYI4Y2j6Ttc6cewcp3m0VYRyM47viydOnkglHUNRXSqjPwAvRT5D4WDpb0XGUxCjNbwzrd7aBVSB11qBQtud3zZls424LhcFKW8SAdUmMALiIoaf1agB5wXRo9IDmel/REi1eJKhOtfk4Z7So1pidgV2TfRn7GNpK8KCF6IDw9+HmpqE+A/cCcCNPJoPmuZY2BmtAvVe8Fdo3ByR7EbBOa3t3EnBCyoz1zkaPss37mu9CU2+HJ/MKsEWlPnIJ4EG/Z30SCKEChhn1vphOqNCXvBwlcOTuKNJ1lNMavSusrKRPC3kB5jpfmIrQrWDQuxrA1+93i99vdB7gJUqwFXeMlRD9HdxqA5+fyd7vdT4yXetfc9dju4UlxnLTh57bBpb0DZnVGJjHoebcn56g6HPem72mmgS+fVfAcmsHFG+9eNOp9toZfc9/fcYGAd2A8pvx6Hk/C5sMtq1u4WzEjHM9ogRYV68h45Ev95ngVBBxxi303sHV1rMAJaYdZS7b803AxYb1LCH81xmSadXzWaGOAS9AhncBgiMzT+XFOM8xTjPv2w6AF0zzumb2OtmDqWKHtrqC85DCQwOiG/Reqwy/7/7DFyZpGc7etlwwj4yue+23X5AHvgEfbfTON/uOkBogw9Zx5Pyd+X0DCCSEYRDqeaLHrghcqhqwZBx5aMP2HGs8a4CTIFvtGKN6dhVmHQCSs21r/U4F0wSAyUgMqLIORFrhkOWQeft9AyiZPp8X0WEir5gqwKRVzh4AACAASURBVOenBjj3LJfIv6zF93M1z75U9XY74OKjPqfF685RHM+PL8fpGa8CwN7LA2hX5eLRlxmTHXbLgaznqcCmCqp0kK4HEAugnzPuyXgPYPFG7m5gjYSZlsluWzj7cBKL+oxyeO0ZII4PLbpMnkOyDc7r8wN024H5TDSFRO6KKPNKVU1zHQB9eKSqsMZ5fCe5TLDjGYd4Ev0cPkLObKIRuQw4aJoniZx6/515KzAmTmOq2bzf3pP8I2hRbPD68dsxHqYH0fiAVdBZ39i6uYMgtPTKfmxiTdvbobfQ3B0A1mcNYDVQyfsBYgKmZMIkP9y6m/XgXkDjtl3PZ51Q+PyxAY4bsPmCUx0+SsLbthNOln1kcgcqBWhp/tIdyOUGnJYvA8hQfcPf/V3Aav4378/3JD0kuSprEAChdR03Sc0CxujzZO/vWVW8j2rfE+R9noefwToz18M3z0tI9OzqHOnjtSsB/vcM6Myh6SP2kb7++vvPl214zrwrkdPBoKZV3X+CdJ5Y7ItOvMh8WU80Ff5sfoe2dd0rADy6YuqnDvB97jHItaBNq3vriuc/n3U+BOZ56H0a0/OPDjl3QgY6WPSVhLAkB0tOA7Z10LCT8phvJwpn9vnC/qK1HgkIB+CdAZ4OSV2RbtrKmgn80kTW5gzVtp+JXOj1jW+6ttHx85Evte8kJzZ/nvV7ftC6sIaxV399JajqviRYxQ9pu9jrpLGM3mV9JCeyhu+Wl72G/JwuNnQJaDtrJ9Gyhn2Ffvweh93egUj9/VVhib08dhtEJPn3559/noShftdJ6h79kb1/zwJ/Eh3H513t+OKv5/YcjZPOSHp/9PG7Axd2kq6h00/zf+gaBZ89iK38Lhhh/9kPJGPTQ3yLBPs6ANzJDAeTEWiPH+I1Df9+AK6jb6kQ07O7IlbPMx96ASsAPol4YFQ5EqlsMu2BZjkY4vE5nvtIbGF8Z6cK/9D6yA4UyeIvkbjVnQ7bhuc52Ab63Xp4ziUUrsNavRLwr8AAuEXr+aVnCGtk4WAPXSHWdj1jwr7vzgr6rEH1b3x38xEyH5qMT/Ou6D/+/7P2ezbp+EkTWCbgY/x41ofvkYdRWlmDrc7334wN56zorpwFO+o5d7J6z+Xo9xmj5cB0hWqa71arpsUTiNwW+KJLVSCKxCOHc0Rg3jf4umXC2tDor/Zb6cjkBNmxPxizvpOgdyqyE/tYI0b0Rl681258qoe+CAAf/lZgVGvrNrAZa9uj8HHTBPrnJWfLX8Suj720fkU/o9fWMvDYCxkvnVv0DOOgYAsVAOb9nSzpeX/Bj05CrPlQmzN23ZfCku0Utx1cNHYS5P0zBqP/nvEHDxpev4LUuufgbpUg9zP9kP2Jv8Leg9vqMwrtYo9nMLeddvZ4Fv5F98/fqHi33iufGX+JOSL7aO+bQHx8YVdbTgek1/sm4K5lWDws8gFbucfc/m135fBcK/AfS6aw+i9+cvs/EFbHEN7v3f1L0U7smz0CctZ25MM77rH+IT6t9epTCHYK3S7+9R7NWlvHWcZtIg32W2Im3WU09r7kjrtw2A5IsDmbPx0UR+hrHMRdmi4+/bAl5A78H3HypcDIb+S1mBRl59xHo3p4lQylm9uGhR/TmTTTwV4V/cjP62pfZBIygkSGyOU9ljK6iQLX6Q4nbGaOiECn3HZ3xjvjmLhL/JlNeqgleBXo3DZQaC1JRNB15MRbVx4ZPbyq9TLuW+tKfPCFHagC+ESxxytxmwEpsTF6iCQjUNwWwQZVwMh8RUGlCmWCJgbEoxxg0M7mIcupKycBF8IIa/C3MdRKZdvGmdW9MDEAFECbM4bFMx/jnVFj7JVBMRPKrAR6v4hzKi1sKGsdpip0lHb3oScADNiG4iaDgECy5zoeL9l5jMHCszJFQxArBDCENcYOAB8HdpS3ni/CtXAbJjkZ4coi5JyNccb1HoL3a4gNQFAVPDZAJ4PlZFNNBaiFkXZFGz0trr8F5Hq9TwaQ7htvx2On5av3V2swmzICbFsLjWQZIf/ZUm0DPt5fCdExDkxBsw/+uYK63+gX5mzFzX2aRxReMqT6DDDT1NCLAOXO2Ezbh1Q2dbttDATaGGD40k4BIaT3p8WWzsIOn0IztxH84o8SWE17BrKotFJV5mQTcw1tRgHccFRsaCpDbDJW12HhvBlaQGWAAlLDb2+Pt7NjIi8mS1D8d5TVGlR2LtW65nkMz2oF2RU8r4SB4asTMD+GR5xOdQHozDyyjawgtN7PfNMa/30G6mYAZp7bwjMKhRYgnvsVANYzJT/vjDoCwHIoNQ4cvNsxxhA+RvmcH2QliaJ85y0McJm9yFnJZICuMdHnWlkUjXMNyKlnW3+8DJPwJVUjyJSMf/nuzvYMHUWfvALA0+J+ujIfAzr8se3BbkVJcPFOIFGgX84GwDSACnKZQECAhThIkUPw1xrczYs4ehoHrdO7YwMyzkCKjFvpAhv/k3FGYFCG29UeHx782Rl6ADgG/p6vyKk1nu42hidhaYJvWftpez3BVs0Nx1EZZfDYHQCG37slm+XQF2eeeZsHnjW4K9ZZk1fii3knBjf6805ouStlkQMEoFmTbh3URrM/L0fsBd7P+3VNB3mOcTVGep8P2Q4U4FF0ueioQTWtk6JZXjG2+dBaZFz4KbIpTKxndQtzgvjmf53h6qMFBgyx57dgnx0QOZ8z3wbG+/lUO5Ns95LPdp4D3HbrSibQZ1gBJPEZgPqP3x99OdnJXv/xFJwV+9DeWTejJLFRskqbdBiblJa505LJfLuZqncbWyp8sh8xXEigSeX9+30A0amAjiy/qyBIAIPfF4DUxAgMATZqL2Pkn6TD0XcN0HMEAfLiX9LJChqdivu3fdNZwGcfnjneyRe2R0zT0suipeiVc6aR7eR3glFof2307XwTms0z1kfoM3ZxVOFJ7HPUf5yvTpjK6F/Oix3gtb9NLyWTeQf7eCeorF29TjSAU5mBr64LtNVDxqsDAvbR9zPoBxybxV+7nI4KAeb1RYWL15VkohkIvgMypJ+DLYK+Z58J1GRdhk9s76ZyD7vhZxURuq8Tc49vN3vDeWiagGRE8xfP512vs/Jsfyzo2kGMTZBL1jbASFeR3kAV6+fxAvJPByTLo8fGNu2IV6dFtX4/Z0dX8pWAKQAFvaeTfdqhRueI7wj2dcvDTqDqtW/gu/1Yxqd187nUJ3NwgxEAaL5m5N7bxqpE1Eqc6ICB6De+iJJDP9uas5bQfwPVtKj7+99JeKQKpeUTciVJcMi4kmnCDKZFJDLigO+CvqTLYv6c+4fzj673voxfIV3RZxoe7GGA8/usv+zn8gK8Ehs0dm8fVdAV4boP+53EF+5HR1Kpu2fepkMC4E94Uf9EkwmqYY9rWc76yfaqhKW2s921xjLjfX6ux/I8O60Ax9+4AsBJRtpgSFdNkPyZdrMJGnb3iFeSZnU589jGbevAwa5tgC9X4AiQHqzFtv/YN62nSBTHziHxq6v93GVKayQA+dG/nWQF/3qFrBsXX0kSXJRd2/bBr/KFrx6efNtX2IDgPARL24fJ+yRnE0xk7+wXPbydSu93gm0HoaILM+Z3W8f1f9ljZAh2tvGGAQeZT3fs0zgj91bnhR7H55sWmMd+n5bWelb8D9FcCg00vl9/URX3cKjMyw9/MvZxt+TcznzyJQq0PXuyxQsJYKQTSQO1LTvpMmNd8QzFLbqfn5Hfula61cFht3jUsyaRdnwijdu+newv+ZqDM6Dz4Nv4rwkg41c3vRGgRj+QeElgR++WjQF22riSae9ZK2TJrU8Bp7sSzTbaSdSNXHvZi1MVRMKPgfMJ3Ge+w5vPcxpDI+HSqrogmZMI/+xHEpIO27gltb3v8Uc6ITk0Fvmm/YAv+DtFKo3JtPzTe3i+9+JLgIzAjugzeKdk756H+tF9QnObwhfjddMdoAPADciz1ux7ZGxVv1120SvBSsFm0+Rif1mPrF9kkYoZkoCEL7ZHDIIrycBdfw/8pCtNSfQVvot9jkyIrxL5n2TPTQzR3zthmZ3dIysqwVs4rPXI4LtaCWEDksWeT+aE/WZZOvPnufgb/mzkUccTwhtbMLKUljtEM+67GLI//Nt+Cz6x1h2bup+jv4O/WoabrlaIoXv0Z8dFUHBXABhbR89unfm2n4NZsi7se9vI7znmtxtHo8OaPrurB3ctcm/jPbKnT+DMtsfqoG9JXh5fBRH5nXHj31JwAx7LfM4+P4PaQp1Jvp4gJwl3XGs6neSqJEaOTVgV8Lw/m65BzjqNPXvsK9uJYweNvMA+bDz69pHfMYHoYexxEpb0xshd6C5CksRPAsCN6badFP5eef/yaa4EdHSJp+uHJFjLFzGgyJM9GoPrSZSXXpCccCKrbZFNhOsA8Ckg0LMqEeS8cH5AdyHvuzKWLqTG4UeunmKaWTP0Lcls5jzZiJPAe7cjPx2Z5gztpi/ZB+CrTR8EgIM7xtbAz+4jQ/GVbz9Ta58Ox+kelrhC8dYYPN0ZwvNyYD7JQBJQ2pu7q6We0sfUJmF07ZKbLn92tEN0+u4O8gUskE+6Ipq//c8TNPwvBsSdcRanPgZFFjVCHSWR4O5MzootCg6hxBmdUW7bhuYYrXVeShtsHwt8OTVt/DWoeiZaZxAAEPHME7R+mAhmRknBhL2gUsYdk8JJgrk6CGWhABg7gseAtgBJO7QBIZ1w/mxYsrwTYDlfz3WcWZDndZD9DYB5DBOwbQXXhoeFkgSYKSRtamFwfyYBL+V4rlGm8JyvOSAUDEVlygYwch+ZoIBnGDkm8McIQaljwPch4Ty7g736m9Y1rcaooglgVGR+jAv2DboA2Mpz1ujizBQr9XF4bCCo3WVtQQRu1v0GHDsI0fcgzDXCe74dwMABED2IBmhJ0YYX99uAvaqrcN5Py9xTKTWOrfbU2XirJBqIQZkY/x/a+cZDmjfVBGRcsX8IUBtMopvJ/ntV1j0v8PUEnya40JVD0K/psJyG7DEG6oDvvibg0RFwJ/pXzrwMU3v3A6x2BWXMRT9d9AWIZhq0oRNAAYDAvDw018E5gOTwT5JObLhYyeSMbAz4bbEEoL7nqvDeE6SsM36gc+03BmURf1boGV6cVXgwe9oACn6S5keFJ7KiAZBWYCRs4EB3FVDGkvaoMdRSlYoiI/uxs+F73P9UYXkqHSQfzX8ByXT2D7xN9YueiQHaYqED/F5f+Hq8knMOwlQIMTZkFsYIfMbnAH4NMNJqvHUAwcR2prOeox8rM4sWi80H0ESy7cu61W84kBfQQuXI7XBn/u8W3zgwdGiIsRIhQxsU/cx1Srw5hpd0/6O/dBagg282DrPABEa6BbGf8/AQ50wRZCOxLPZExsgZbS1vY3BJf651c4wa00eSMpBP6Las4erXQ39fg7K5Lu9Kso7XYlQN8vKASZUoQzIONN1yFOO4z5hvPZB3bOZmjMVusZQXIXceqWRy0DP0zD3O4KnGPLIzTupWK8BHk1wzgLJkK3TRCVJ63+qXDUy2HsRWIlHPFZ0CEebe6I3YNdCfvnPGqiETFnfo0597n/+27QHPtuPVYIL3opJ/zv4y/rGGcTAYP79Lnph2h73gWYaF/Ce5CkDNbDwCtfmqE1QaIIAGqMBPwsJbVv9/yv5ETZccKdZG/wa6uP+73RSwOWFm/spNylw8+2RTZK5viFC4fDQfdPZ4dLkDFOu/+GwuAFIhzuQt1p+KvdHPW/gAiNbgCzRiPBvyKjqeAs/vQ9oD/GLW4DWWE7wjSlMYxZle3COfLUBdvoA6Dj+3kiAY+dQeNGD5go1aLx1jxAjoiOPXSHYV0A59Q5b2FRd4bMArwPE6fg0WOWC7L3ES5JdOtQ8U/fSngrfIlZLn0TH6ebsCYXrWFxsdsFb/I6iExtiCt6DtHYF6AQuWwwBe+KskR+BVXX/9h0oofq+//gP+E9dgwkWeN9+9kjbf69Ab3jxTagy+3QlndK6vd/RyNqULNXvCBUUY5gDxhX0V7GB8ILuN3/3czf8RhPgFvQjAyigtyTd+WFd25zmplI9tbIAoz5qCJvlKZ+/Mr/k3PIb/YZ/awNCekQlwTfGVrmp/ta6BHe39D8ge0AL/SfRBH1IVz7psRx0PDY0HoHrBduILOi9PwYoTLCDak/ytZ7X9Ej9TtFMxMkkRCkgpKD1Emz1fP33PhqWI8o1PQ8stJG8Apq/7/s2ebDFUEj768dpr+hZ6InutPQlQL/A9PB7aoz7xa9lfEmAkMBltL38T/7b5RGtSxzPg7Rkx3nSeB2q/zYkKdVOZ5zgzM34OPGKsYRJfLXuvHrxGNjuBPccEKK4+iZnco4v7LC/uxo/O5QzzledgMm+BJD6YP//5FfdRTonlkuBrfbXxX1z/7A8ywZ53DO/9tS8qeeVccQq7kO/IxvrHbwIzRwfg75Mkw9e1vrC/WVm1WcwpoPc68iJ6wfeUL30KpVWcu3hQF3SF7vseNjcA7Baj65qiB3iDY7k5x5RE7nVPF39O4fLTKQM9+W1+nvv1e7a5o7soaOF9+79ntDrne65/Lz/l9VdFJwpg8Q/gLwrOsJU/9tr6bWIQ4yHmRNsNEh8GfEcA8M/PM07sBH+qcLDj6HwuE0qsi77/h27Vv7vbCB36HgnUU5kOT3z7hM+PuP2p2GYLqjIxC/4Lr22Bh/1CH/sC/5Mggi6Jqay/qoAn0x+I46Jvg5tMt6jwt4lXKYrqmNO0G4I6Ji0kG/2A/ny7jL3Pc5/mMTAijuTC9hFPvEXhnbxrvwo/r32o1j1MLvIuDw5jDnIBjWQpMqqflmfWin2yjfr+QeKZSUl0wnXyts+HhY56Ph+1h59YND/25qMrBRz6Hv4/iVf0x5s0AO9uzC2+6U7WiaJK4RQxFL645Imf348CiY8rDCL7M/T7bkJ8Y/odu8LViE/JUEnfB8u2PSqGIAZ/zxiWbImenPPbZ2geGS/MULwOD1EA+uIrJsVsehda9VE1GyOGbhvL3iNlO9ZGX5zHGjwpZ5J//80Do1OIse1LThzR8eAphp0Nw3/skba/xY/h5V2nZeO7dxeddQKx/Sb0Kvr5LZCOPDDmPNiI1h/9vkcAmKcG35ZfTVKb+CtFjuED7nEVnpwEXoqCLL/l5JwEoTpkxxa0fLJfPvvdxeLbFJG1DN4yNr67dN9mQnJvR9dMYR3F7md0e0prJrEYn+uN7V68JOuc/JP5Mn7aX3/FZ4E3ooO3c78L0KdO0T6Ci0dmj9BnkiFGcqOv99jIaTqcI0beEdnEhiJT8+nRF1NY3zKFQqXBSO91sVa+W3H9TPggvu3plfhkP/I83oMtju2R4xQu6S4Ud7x6Cgw+Mpt4Z/c3WIXWQ3d+5z6I8zcRvfEuCWDowR68Y+2XfhODjT7qsdonDicB/G9KDM4HWXgbslcJYyiPohw9VHrXlddH2VUC2Nf3mMc1DjCzFNc7K51r2t7XGvteo4fMH06sohFrFNgqZj/Nj8QKgXWqVHMjCcNVEWxgWYlJqqcICNrk7MoAD3D8vIaj2HJ2UTZ0E8GcWWAmqwQwAL/1vdYxwAIjCwgWQt9QAMWGYmKs2qGpPjMK8b++Sgc5qT3iNxVE66D0CBDn2eY/kgEBTadiQg7yd/FXgP5fEsCtABHerqDrvTf9xsnEkInIgOXQRYAPQsN5u7p2j8bgumJN1s3+mB/kOE9VL0prZSBKGd4+HagCkJ4OiTYE77OQPARYft83X3hMpvblHhV3PvskgN8gKCNz4jSGH1cWVR2r4ODtPOfZ1zHO3eAB7WsMb17vZ9yKq+nY42xPKUOtYjYGPaDEDl6N9keOTidV26i288JzLDAyFa52yrOwyK4SwEky5xkSTOh3kih5/6gR0WoeDKCJ7x3Z1aW+y/xppj/BEfzs788+hF5TYVkJkpeO+c7S3LxQoEqcnoA9fFa/2V4XnyiIY/zlVJN2kj9O3QJ4bcDYp7Nf35rV+awfzt7LnSeB5WKX6Eaq6aHX62BCF3Wsskb9fvWbxmFwTrwNpoHXTRL7XkRe3tsFdo7DTodQFns77QLrXRm7CbrTMTjGOzQNz+BosRckOgEQD0AgqnzXZZRkJ4BnGYdOL4Dz2r44pOHeTkTu+XcUbUXe/DzWieNgT6GDzRG0wlEQfQdoInA5IOt3z3/+lS5N02TOLdceA4C/XaF2lEfOnAhRYch0o6/9WP0DLbSuOJhbiHM5YOL7cfbi2P51FWtxRlbkYAs87gRkOiIofutuBS35ALezPBxn9po97v3j72OvvxfaSXOF7PfadtLHFxFwCH3oUN/CkyiXdLHFqU/F4DdCcaawSOY7AZw1roN86PqMx8e+EwhsYVz0RttvroH8W89I56m6dEDBd/R85EsfjM/HOtGnyJmTWWL8kdd9P7JGIsTXm8CcztcOxLG79iW/YoXDq7aXOeON2qE8H11J0VPv5BiJ+Q8+KPzW3SMCgNrfnRGLeh468DvB5WcY0N4Bp/jr2M2sI4H7Jki9n6radeHgAB/fd/7943vz+Ligrfve1/UZd8zNj/aajgPr3O8GdIWdD80f5/oTpPranx0HTMq9Rtczes+6P51uTkRVAYXtxfeDT/qbT2Rbx0IcUCUxBi9gQ+QjnEKoLyhPYSojl8oYhHluuz/Xty2xbton78TMmezwfX/PIN5r9+SHpcUmQjoR9+o96ObleR2KPVJYwfNzp7YFrFTrFB+7+8l2YR+ig8/QOwUQp6OvfZuxecenGpnsQkrWrt9cQ/4tI7i0FvGp9EbL5QtYaC16Tjro9W+CVL5nYALBEG2uJFP+3UfLvEU5Ajgd15kvo8TF73oe+RHhYfEKlI5NZx9aF+oSXZCpz5wO1NkI3SedR0lARa9v0lPv9/Oyfy9vUKgRXo3+Q08S63iNozsUCzIdh/2/zhSdG6mAhLNmtQ7TZvyz9un6zMXw8ibX8JVVeNJ5LPEfAF6ffZzvrzz+1hkWu0rUno4/9KPdUfEaQKYLNTfxsEXX8d3b/whgFfuLT+V4EJ3LBpz9y1qJewEarzMUx35SOGwaPCom3VdJHJu/hDdYrlPQJr8JPuniX+yc+KoLHNGNPhO1z1D8Bd9APrtjN/y9hV/iJftS0smzv73H7Bly0HJ2ydjISsdviR/iw78/rYs6GZbP3h1oXo87QJMYwr8DSAQso+CNI76iZ5C/+LdvTPp2qsLj8GHH3v/1nZKGn7cTAQbkpeCu+MlHa51EZjrlpR/T5RiKnDgXG/WLXtuu2ciOyx0nkONIFeh7fKXxKc7zHp8iRQk90UN8qdhqj5CZqXZlo7VczhKl25p7YiPYo9VlAk8TP/0GTuo5JDuvP3BP7MHBWjBXa4VnuZfkpBPAzW/h8cic+Us6xh2oC57HhsX/ioytTTgJ+dHBHJlGYRDx13VPgdlqDDt+UDYg+id2HV5b/2T9ovijmrCwXfw9+SkrnC4pcfmnB9tPvgro5Dt9903Xc0aA2v+bs3bNhxyhJlqNcfORFsJcysf1fQd3uPZ79E+K6WLv0vCSZpO3AeAUIEsflX4g9u+4HtwV/d/+RtYTW03RuT83/Op48J/pTn+LtvRdCpUoKICXQ9/IGXvY9rw/1/6M9ldnGFMgocQQkwmgXegd/uCHZwJrpwBG1/ZExxN3BtdhTZuoixxx7ebFMFpiQPsR5UwG49ZzbnEn/N4+jt4X3t3+6XWPwYk0uhq/Odj0+DzVzfgmgPs6f5oc8Ftxdb63+mH/vTkFx/PGPKJr9ezCIbgeGERiagpIF/cw6dDNo0zFj7138OUbb/XeLt0KS5oCCr/3/V9k7XEg5iL6CHydI0vunAlrXH0brARZznPcTWSmnuKLB+NqHuI2ozbvLZf3Ijx7dPz7/O2T/umoDOLwTbYG+7BO/S4ofyWyKX81iiJxkRh5fXm9ToPiua/HyWf/9IySm/iI8c1zrfFpRy9fPoJ9URpQEmNc8jn2JI0J8fHAlrtA8Df6tH4+I3nreDQmirTOa1v++q2t2/CXKGh5/SJ4Ufklfvz98ZEPLxV2zDqiJ0aXmp/iqyeO2k5oJuy48GgKYeS3HX02jMXkBXwcF6ZJ506cI8HtI/5ePX7kQvas7p99qFH/NeLbfGUfM3oBmfuR5/DzJwGM3kiz0xSGjaj+5t9emI7Ee+Km9nuJQ/TawVmdk1iD2xMC45Muz9oDMB52x8YtpCcpPYQiD9gThiwH//F/UgKRQDwLoFNymWQ7Jo8gDgjTI9hgTpgy55LlKk2ATnr0ovnbVZPDo0cRTTCwFXZJbiK4METAh/ssGJyLrvLgey2QAR+iYNeB/wDDr2Iir03iukH0kc53JBeOlgSiR/zyjLrNd/6y/9kOqTusJgHiBKOCn2ekChU2CnhgOKoLw7Axvj8C6DnjKB0fQ7ty8qw0G2j4riXn4QDAHxnoGAlIG+Uh+VsGDTjJiKOtoNH9EnC0MC9/LJ/QFfvyDQ40Ssm0m/XjdC8wOF1twyP6bJ9ZuV0seaYGVwwYnPPhbg5tXrorrPO5k0gQWFEC2vwP8P+CSfDYbzKxspi/qK59E8Cv09JnIf9IfDhxsPwOH9oRlANqgGwdjj7TWJ9VJxU/yF9AfDHHvc8ED+zpNdqGAO16cDzfOBoEfn2ddjzsSH803w7HCfIqQWd2PQnXME4H4gcg8ajrr9pvgDHT2wp4ksC6ps5VmqT02ZtxKvKMebXXaL4aWfZ7Y1CWN3bEzg8eGE+MQDXAY3eW6HkmgT2AFI5RX0vroaiknfpeQwCcVQz53I5Yzb/ZHyUg0logoIQGEPPS9ynp8TbQL6DLfaFHB8nQC2PWIPTff0/XteU7jiH8/ToL7B+VYtCDCnTvkR5Z+paAWY5jTb7oSq58fwMQAE065uHxOLJbaGSyytCPTiL4+1nd2qN5h48KWHirNHkeEjsJAGJAGWl5gtU5c6/p/MoRxQHoOtMPG6SElkZUWe9vdRtrrxRZQQAAIABJREFUkE57+a471H/Tg16nixh41jhajGoGsGigI3saXWNwTAF/JYDf7gMSwATY3qMDaCwSEfsX5/DwU9nIUyX8nM3yQ17FITOSyDInh21o2AVlDRSpsye8LOdzOpzsA0TfG6ydMcFvp1/kZ4pXnJRN15oYe0ciTyDF5whkZqrCkYsavbp6evyUCVS9P+YDyfxXHfpMY3i/F3kZUKVAAd3zZ9dcOsJNiwFYAV64LnzUOozk8SvfCYzCq7IRSgC3D3EKaE5n1yQfvn34LRDGz4VrsIIk5c2PHkmU+xDkos9encf5ZmdNsw6uE57IU8k3bxsi++6jB773U/CQoIDk4cuXooXPzBR/DgDQXTUkIKiK/w0oD6+t/PQeuHvKCiULPn7097frhEbXihY6C5F1HL9yFtz33eSHzlUNrzGBQs+QZFkmFSBjAhCyjtipBuua/l7j6I88lxL2d/JUr78j21tnv9d+9fOOC800IS0rAEX8+9/0P4U1nmow9vzdy/63QbcCiOS/yF6K7xmJ2d1oxBam/9gjj3Qu+YY2jmFm6oO/hw9l+dxjCyhgyzj7fxiYhzbxnyIpTa8UUOUBNXioY8/Wjb2ud/9IyqBnoUvoep+xR4Fxni2+kPfBIOmcifUmgG0LEle+yTpd55z1O0ff/POvf5491do6qQ3whawzfYAuZvOa/MTpyDoJA9ytB5TfBGeSr4e+A8wfcHiUlJ7377//89iZS3+WIwAYzEuOZwdowf/z5IGzp9P5eIg//nXxE7rpZ1yaYNIxxHy+jx2Qv/HGwgBE9kOmAIoz9oiPz1L8GTqgNmb5LZHenU3QJp2n0QG2Q0reuuu0xvua8LnjjVn89JHMv/JbPv6UniVR0AkWOlh89IH8AQOjd0F4NnuBstYHDRih3zoBqc/2mWndHYDc9/W0zxQUcG3zA3FAFbLn+8h6+VajZznLunmLa+K7Awba9xm+ZroSXZKm36er8Tfd0X9+5EPFTv0pQfLattiWTANjbdD8srmm++2fNBCbQt/1SxvfaZq27Mle9+hpvzd7GzC1v6n1cfTBJqdvv2KmWY1uJ/F0Ooi/7zOhgcIKFzZ7TGL2DP8D/aZ4lzgcrEgy0cXj6J8TVz9ne56kqkg4+5ObfXjYl/DqM0uJn7Djp8Bx/FueqTvElkocSTAyKfD/YwSaJpBdYo6sO5+9p0jc/Mvzvedmc983lgKXQLfdRQ93UY+uIbq+CeDfdDGFcJI/kiYXhzxnaBLLkWA9YLMSqJq6I54tJrsaPerCLqaseKELzQ7PjH57C4Ti/4aRuVX7Aor3GqN7J1Lqe/cUwDBOx2lNv7fDvGWUBHB3cnaBKc+Se2bMfOKILXJKoej4ERXfOf6u45rME8Nb0I/CavMbUxc8TU3NDiH4f37+E0U8ielTZNuxFnzLPdBpvyW92cbEUpsENy94ZD2fGExwWL/54uIxE4kpI8ED4x+mcDU6LIUArPP9vm/R+nZwjj91te33J75AgGVv5hilxnYpHgRruxodHP8mXqGotPcd3oRHfvMrXv/p2I2Kj3qPwN7QbfIlGrc4Ba+rdvzIjrOnGKrxOQr+vQ9VRMSZ79aRgzve/vRtH7zGWTN//9jrecGd6RWfx77lzdcOyn6/8Q3r8DSeOU9V2NUpzpHhPvjjMOXsr/SnotxOor0NN0ydy4LiH0V2iUfE3ylS0vp6EtuRgMmD0BDQUw1a5rvQK/ukQKeaLMr+Nj09OasmvmG7Kb7uvMbhnyEF02VemTqx+yiQY8/mGNb4nf/IhNknjkA3E/ezVvTJ5Z9V/ErMxd7taP8UHqG39LsLh7ojXvd68VV9vht/Xp7sdcU3E/9HaMQbv+Fjodf6/6wVbE70sV/ggpC7+eedZPWbbHTyV7eJj6RnO1x1ik2Qf/wnjopAN/ONLhjjNQr28jxVrT4f0L2pJ3ETm+Uyz/2j2FcJ4M4Wa2FUOwKCmuH7iccQhti7gAjGOjXeWHfpBBD7f/2xoznJJYMNAx7QnQDxfP8BMTFSALzroN4KqDf3qnSaqr0fI2o/o+IEsMGC7UI5jHRGHYbIPfJRwLUYp8/wnP0wKahcPIw5yuqMg5GSqKCGRANdN1Sws7GudCnAJ47IBqk4MCKoFB9BbBs2V/ZMYKvrxqGaA9t/SQBv0BUBTLVzHPnfHLgXiH8TwCL0GR8rISyjliC4jI35Mvzh2fcySvMZDGIL8nEqBuAx8Dnn2jbQyxmGCM57JpBkqUdWX4HcOIsEJ/2erJEdEDscW4FCkBB+3jNkG2T9wd/Dr0epjiPWCrjn2Z8qWCuNSGIq0adaZs7YaSXWgRAde/ADhkT/biXloHH233w5+uDwuO8/yqiUSler+3vTAUzw7Io2+Xh/UCJRnOskcb4p3boYbZTnBULWOjvR3CPMUJzmx3EaOwjE4dUjmQ+nYqiLVACXmhbSn93B8FZJoi947nRJOI14On/7rATG83EPghQMUhK1Ciymc3U8AXicAg0AN3SLflMtzr6aX2tCgoObM643VVbKC/U46NWP2yHR90DmemxW054zMkUHJwaneg5QbYs54LHtKkxnfoAZ/fzzL4Hkw1BDYMAlxsnEKUgFeSfxoK/1jeV2R6ZDn6OvB8BPgvlm4LeI5ACqjCMvBzJJzen4HzlycDIANZ0RPcK1g4YEOjuy7g+idIDek9h24iw2oDsG43Bucjh714FFiGoncSZS5J4hgq5Fx2totiuyEyPQXYmN6QA+tmA69fVp7RMAJ2dW63UKsu4zYHbEoO83SRh937mC+aGK83XGfV2N0HTAPgD3t9AOrJqm6FJeQ8e9IBDvO7h/xobFNmwCWDRJQjHy0yPnTsWpC3DeBHD0rtZ0ppFMsK1E3PEBv8WQUFz6JFH1TuAguEyF+Iy2sfNMcD67XRsLbcMXO9IPe8kZlT1OFXtl0KKODcFZP6NxxGdVuNXy13KHH5nV7Xm4ewTATnsw3w44djoBxidBh7K+07313YwEMAk/9nF1fWSDIyHyPiDcHE8ygXDb0BMoTec98qhr9RkvgBrtLyFjnFmPjmtbaOv9S0K/+dpU89qGgqM7j3/p55pRkaewI6CYjwkZoKET5unc4/ywFADoB7tv/3t0Hwlgvc/xA32/P8mdn3/0//ogu9fW9Up2CmSwbgMIy4PenfF5Dfo2wH77g9/xCHOUSPvvr2y1jTuFEsjIdEsdcMgPEr2aOuzYIBLAkauAk/oBVKWgJvpyz+Hbz/0MFpMQX3+tE0UdS8Uvma6As78BQhw8HzBxgMHDULkndNffFAy9/n4SK5XkHD58xymbPJIn+Z7f3328AKACt8cmS6VnBKMIu7zX+ys6Uiyh/e5CYwPh8z3pcPv5Q2OC+k726v74WNuVQtGi7GXG4TdQkzhnO9ji090xKR24jKVr3YkeOUcSudAo8RT08l4M3+D3UMAS/2mBXUYiWjbcSdhZqtiAjr90H7pH2TPbsZLJBlrwvdizdwpEEhd3fIq/S8c0pifJro0fXzp2vJbuqJ8TuWx/nNiLD5bxpxuPitmstpBNxyRb5IGfYr3xJIAPP46cvKNGOUpGDNEF9BQ04N+DUUS3r//F9XfyT46aOpNt2PTa/4B2UxT/rasTxhQcnY6kHxODhtY1LcJy+V3vGjM6NCJ+I2lgv872cP31TM+Rz7hdae2Pwlsr26OjD6AXvZcYdcf1YstO1/3oD+TCsvqLD9M2lo5BJux0gueVr9b1xA66B12irP/oZU3sqI7Q834Blba9NeVKNqSL57hWeC++r+glHkGvkuAlkeI10cnugpKcT4ru4jnexFnbVuToxPEz+ecClA+wvUkp/OudZFUTfKRq54EUE4GjdQdNusTWtstCau3bmZ/E3mW/Lbz6TKbrsL/Z/w3c+nt3PBd+6yIh0bgTG+8Z5Yz97efhTHNsJzHiFvNkklNiv51ygn4xPjr6C75YnkoMsD+Z3BF+WP19eEf8YkrOT/lh5qXCf9sOJ1E53XazvyQZcqXKQMhOGzejCCD7i73CnwJP3ERl9KtYATvpc541gn1GuPeUpWBvuTvX7s7J3ldjSR5lHT7Rnp7ioNEFTD47pBkZlO1OTM6RECtzwS1UgMWZkjsh8e1w13NwfBIdndp3F6n4Ifb5KRKkEQb6oe+yV4mXDxZmX2LPncwzf5NEBpRN4dEmWjteS7wi/HDH/nPdkwMwn2W9oXl8eO9+OTYd3+zxabfOLYadDWTCBN1+Kdhm0tDebwssu1DwT/GzvtfThXrqD1JjWyvaV4zQz9QxF/rB6kOTiQAaatrgOcN+8B0wEd0b3sdeWU/IXxMm4Jg85OCyx7aIZ0sufuqB2MD4WDOxYWK6lqcUoi3102SzuhCe4BN8l/jGPlv5d9E99xFU0vHka4jxugEn/BHcykWi44O1/V3dF12Vgvkk8tAX5KJyfwqEewQ3jQgb2yW+iqxRYLh8nj1QMlf6awsP7u7o9uEhHROkjIF9xEIGOr7wbQ9GNXrOPnSmYCHj0B6bcBXETIFrT/Bjwq7zauTXjU3+nMAC35zJdENTbNKZyDc80pYl68zqtH/WLyP/nQDGd+Wa2Cft3cZ7satnMsvovp/n+Ga/0TUv3tn+uNbVEwX1727k3OvET+L95LD2SX/Dp8UviZXCU6bB+U74Az80RSk5oqHcTH+n8SPHH0xdHH+7sX/4oIukmqYUa1/4wkkAe2TPCLYC2akoOV1Xba+HWXrE0aqIdC9l8fcYoA6AZDgA+VvBhFlytT5zgxGCNsbKx2q9sxEIk+95nLp7wxqkBQRtB1/ffQPyrCUJ4AaLe+Rdd8o1IIIzr/tCD8ByOy1yKKobMAyyFWABJraS1M824NQJKGa7epPPGTvTpYjz8tLzdYCiTAIiUTlHFSsKnHEKp0JNI78+BXN3Os3IJo+E2wrxOCJKPAfAEMMjQgBS8NDtQOTVBu78dTu5xy09hrL5EB7spBY8eAzqJIC9/+5kZo0a4xYn9IAFldzwmqT85/P6tx2d7zvsd/MMStlhySRO9B2PUPjoyA8gYT5nr2ESHPrz7jxFyTVvv0EfDrKujwHsz0ghUxXKfiF/2bOs7MjkAPBUOem9PTM6YNTViTAPRkLWz/wUJYSW+SBV6n0NEj/se4NKvb5WtstDcXAtM0P7KN7tXvH9rUvqsxNY4ED7rIjqXNPzvOcB6DpamwHfCczuYDEGEMcFnuAM15xxlLFs3i8H3yEOAWKC/HJQ5r0A4Df9TWt1Ao0+lj4FqPAIjm+tGKVUlXEG1AYWvwFpptf3PzqlcPoS4K3Dbb6ZZEn2fbp1pb9HdyWQCODvPdCaLEMDNIyMBeeO4UQfc2ZUB75xkNdB9Rp0PVfPToHKME0ChjnjHad6kjBHptyZNJW+3pUBpMaBjAM9tsZj3niw6VrXcnTt4e92MOD3FM2Uo1nP0J1xVwL4sc8tQ37+OfsCeWTkynFkxjHsatlwnfSgPMPoby2Liu/ojYxYXOCcTuztHOCalkEd/TCTRXqNOIP63ccStAOEs8b4fECtBT8i1NHRIxOzF29VZ4Nrq9+yl97rMUZ6xtPRJXmeiRymywDwyAS8zTX6TLvuGHmdzNavZ2LByDG6invJTnp9UwGbjs8NqNkz/x791IHBqdiXvvr2rf0B7AfdNrHje54N+l9mTZ15ZkvL5/DJJAN4VoLJLnhjz7Ov2aOmeQc8b3cBZ9taH45DfVc/bqU9OlNJUB/RMcBUJrDcfujZv5HLPctlO6jRt7qf/UsFR3Omptbccg+gCr3it94jPo9slc9yEixTQ+ngekC4VOLOqPWppA0PTjAxOk18yyQKJ2hG/7wVtn3/FPlNp3mBc12McgILy0d4q3/eqSne15EPs+IwydsJ/h5PYEBsRpoaFPKerH1beYhtgO7sYa8JndL29Yd/YIQs8UM4MoUNYmoDJsPf2P0Gt98EsEclThIoe1OTh1hYFYqcIx5qxFZkMHapi2dCw9iNUxB6xsrm4siR/fKPX5IYiX/RSfDT4d7E+q7NiC1eJrkLSAPoSIFoP9+CgSJarhC5G7qWX7L64u1eJ0G4hZ7i5RQLhd/e7vSe8AKfNdBjVQ7oMN0Pp6Bz/GevcXxbx3xG8/Qc8YGwX62bnGic54uO3NHOHa8AOKWQQv7KXXA1rHaBA/D7eZ5vKZLFt1KfEcsCBf71X9JVs3Y0nev6tzu5iwd0zy6IWn67K915jsO68r0+0jChoMG8V+6SHCSi2z1oe67vYIf1UT0HEw2wHV3Aann//teTdgBQFzTLeF39bMFxdbPVpA5oIh+IGB57iA6/i3hyXACguWhBcog90z6c0Zd6377TJhcBipumzbcJZcd//IrsUgiTYwtalt7r+BoDptK10fazgdkGBHuCie3PLKwLM1lf+Gs7rLuYlud59bD+TSGACnokaG/X3gHxiomSuNjkQ8Ziyv7JPkwBunxPzqAdO/n6M0vnTSC8HUgc9QN9wSMa2PutUIjJLfcZyDGg6Fj4uAvt9H4nCukmansCrUN76B4/HF6Tn2zMwTb+Z4FFX0Pn8CnpKXk6SQf2evhLe4tv1x1OaTAgprmLbn6cEfp0JrM+1tyNH9hW/TbffPwnDlxfIwu0TXxA07dxAJof2/bJeU/WgY7cxwC+9Or4X/r1FjSCN+Z4DQGy0bH9w3NtnPdz1HlA28SxFA0Tlyq+V7EM+N6VwJX9ppHhi88BvH/Ex4MtaF1b1DJ2Fwi3kurvUQzd5WT5nJgJXd172Do9ewNGEl8Md/bFZLpgwhtqfzX00M+xk7MvzfPeo/FPumD/TDhq8L2+H/+nxtwrvj/PFrlxYb74jwR6+SvhmY1v8AHbJ8Q/t49ZydRxKewDUYTVPhLP91sR+ZHvD2fu5LaxxZGv914HG1ejjeRoniN45B6Z9Mof9vX/qsjJ+7BFEMGbNWY4Bb3WwZ290ueL9pHB6HsS3qc4afYPOdRv/Mff5IlO8oPHjB5oeeu1JBYAr8WKyS/KtJrYExJ0EQrrrod33rW8BfbEEsOSRed888qZzMXynTj5O+GHBEp0uhukSGiN2xRbW+eX1uLwXfTRY8/HThzeqilqpvvwP+9zORcAewJobnx+T3KvaSL92vgNTRT6jNfhZ03uCEy9O3I5Cibrv4tqTKdqYHzjx+jPPeIQ3iDOTlFfYkYVfh8/2o81nefjZ6Jv30Ienh/b0PdrOvA57B+FFs7pONM3dKzu30Nb7dOxO/msaCX5OrDfxEv5jvZu+GswVeyWMSeOfzL/LTbsPSn8JrZknyKJ/ui3XG++q/1zMccU+Wtf/VzKbzzx+MFlt5DjN3/OsuFHnXzPmUixDWf6DLkm9pRGg5adCw/g6Dhff/FuCnD1/Cr0wg+lIBQq7H02iQ69X3wVGdJvCuXwJ36b4vjaJ2KJ7JGK2xf/d0JccX8FSK+tjX+08h7dvBu6Rx/cmBw8dPTf8Cf6D7vmz/2WAGasom5/xg9VAhhCZZNJUI1wz3mMLCJB9QaGZyOKMRukgfH3PCHAoJxRjNKw82HAK0GZnEgDIgLqJlDAAWtCo0i7qr2D1Hf0hAwyZ6T5eb//cAK8eT1jvMBnHCAckFTeLnjXwR00cWDvJGKY28+j/819YJZWvD86Jw8xczZGJx45yyXGcxM1Md4y9kleIZQ5M7eqKMegSGn3eU8vaJwqof++gH0L9ABk/rsCXNYTnikQYQwSLxEYtELoSow3oW66liNyOp1nxNF7P5Q6r0NK0YTErN67jJbo+Cjh3/idPY7MbECoZ+sEsK9vJb+K96xTxuX7nxNgc1/JH0qhnTnu1/6bzhwwYDwJ0RiCJHi05u4+7covfUa8CcDo560kJAlgJfFIMLLmU+FUEwDeBHDvZ9OSv9vpeOXGTnYllDdxEgdIItkACHSxKA6N3wqs30a9dOWi7vmeG4BeIaEvumcMyzhZTyV880j2P51HZ7/GGcSA95gt+A/n9Oz1GPcNZF1mcxy4u8Kd4C3dake3jP5+nRD4sTvRSQROfDeBe3jsGLZJVJqvS3+3HbCxVsC/fvwPmcr15Dx/I6f/XYlJunLvM6VN1wJNErytQ/6C4XqPM3l7TQTigOvsC8Uwun87tRR77LikNZgAS13R1jx76YYBPwDA9R6dqNZ/5RC3g//Ke9tH7Aefjx7NN06ydhzUdaIzWlY/emYqjPXMkTEVjsye+Lw16BGZ8/cGqLr4ehZqGzEjS+UIA+x1YQD6fpMZUyBQAAj6VPtKtfRb+enPWNYXmN5RXgQlGZktXXGfRTbA8ryOo98FCjj3JD77Xu36IEMEQrHBCXLY59Bxk80kqszvTor834//786w5p/Dw2O89H3tlUf7zZttEw69xQvPhbB/rtCFXyY4sU9pwOB2YnUREtThr1wU+XhdwZ/J2MizOzbUEYoYOSDZZBlLZdTanxLA3SEVv2qCkupAaP+v9R7r5qxaeLwr2q+RYkNAF/SoA2cqqztAarv6YCuh0ywG+6BnPmfwDTqEnb8m2LAfox92v8qfGuJfkwlGNvpcR3yqq8BuOo6PPZPdxY+YjqKXr96EaHyMHXEHfTlbz/yCvZzY4/IHi0GPm/u81uPq0j2cfeif1/+CJ7Ve27TjWyVwe20//oH0REZmDo+3fp4b9lmoL68iewHetgCt97XXHX0bvUrRhoNE+0Dy3wGQSA5NMc/wFfxrHiu/OHyXO9FF9vpNxHxUgv9WqQ5I0SAaQJeIJDJtRff6bfiWir1ewPZPCeCOu7x+A9ljK5+pWB3YkxTxGVZ+aBRUfK8k6cdnG13HHpzEj3WTOl7v5AgdKCQTsSOvj+o9VAwwMRh+Lr+Rv7abOgeNKRx3AlhJM8UF8fN0b84Jb97pNeixSdLpnomXZzx56Wv4IqD2HZtx7QYwfLY6tBcJD09VZ4X98XSnnvjj6hwGWNxizEuvjGy++99j1gVGnk6DOQu7Y2fv3ZNAvIt4tvu/E8SR08TwR/58tqYetoqFp5A78fsWqt8dctsZ2F0U0rlOAGtPRSCAM+MBlxo78Y3927HRZ/Td99FTwAE/TwznJDYjmivGPnpMfsYUEFonfAJku/WMKNV7Rz/XXjMxLAVxhR888tRPw/689k/XJ2ltXTDPIp/mT/FuF16TOG8+vUaEzkN3ogT9f1P782u+iUH6sR4YPqar4uA13yYp8e1JRUNv5Kivh0n6zQcwzb+cN2epQmPi7I4DtO4u5sL3/N8SwACL3r/WFxoHrMIz8bPiG63/e1RkC/2kgrqNa28qdRxE3NG0P3w9X9O0sO6UdCGw/L+K2+jEgT+hWaa+7f2vo1V4HaynJvU5NlI84KxOMBWtYX2HyF4AeuL39WH1/fPZwv9YSRfAIkfEpfqMeCPFEbe/d9mpT6/0UXDX8UVV6EkCmP3CpzjxqroK3aG2sY+Y945LwG7zBMR37/r4N8AzdOxE+vLfXQjOdxsnQS5S9D++DRnlb7342WCc4Afg03cjhQrgbnv82jTfr/gFnc863tik5fZ9r+VW+5Zu2Cn8+faHgmQXA0w3MthUywOj34mb/qQPLl1pzG4TY71P4CQHFx09HhuRMfMcdQF+hA95XWf0CjYHmbTOKH+XRAsJ4F4n/svl5xKYIP/nBuuj96QJrtfr6Hiq99NohIrulAuwvwI/hy+E4/uZKxwgMbidifnS22GJvgDfFF4eHRiGOqOYZ8H2dmUjvg0N/+a6TA8x7kRjgf2xJN9D3zcS39esP43D77EQ8HFP57Ff54Lu+FMdhzueffQWcomPEsw1epD9sN2ZJHPba3Aw1t56GDvm10KSjembWf6Xvx1nPUFR47wtT4eHVShfR4K1T6DPbCNO8B3YEjn+bWLtacCbePfw5vDdFl+n0B5c2XrSPnpk0HR68I0XH+n9OlNb4K3Bv9494LounDsx4tpqF7DPNZLcpRlPCxo+/l5vWYYOF41tSzaZ/6cE8Lul5FeYsMP78X9vnu+jkdonDO5GoUow49ZfNMwkV5FCFn5ip+IvhVdvXvwtAcx3u5HpxV0dTvfyx+cgP4nupHHA/DcNKy/vNs3aD8p0X7Cx6dr/jW4ufIkt7fhD//7rrxRLHBkRDXoENJ1I/+aqwTlPzODCViZ1lWkYbh0ZgszXYVsi7uPdTnqYr4MtRnEu4KSOzHy/QespZDggj0MuK5oI2m8VV4yYRug7sCJBsApxFegNTk+1f1XSvMzSycn/ccXVRnA8VzOo6K4NSnAppR0Dk8ondYqmEhbnuJkydEmwaQawMx8jFUftqSx6zjBk7zzSYCqRST4nEF2QgEQge+HEoYRrAgYcZBIX7Yye80MwQN6rJBX62fJ3KlTXkMcAAbqmOnuBfZI2y2XhT9NRgZkM4gMO8dl2UsyLBvzvcynhv07A9b3OtQApvGvhQ5REK3Ze/9NY4h/XHiXd1fabtF6nvpVR309AK118KD+UnirWDN6I5T72UYKT85Byflaew2MbVWHoADdFFw4Ivu8BVAc4VkXuHjZ/dYnZMdn1vuPOwt9RztoXOmThj9BtE+9vFVE6tgM0AUC0A7tjpZLc4v4EooApKNLfRnRIgXeXHx1nFhXHM1tIEca+CwUsl8Pz6B+A5ZajrTDTsyAk+d1nwbwVrRiLrvRbnRDOCpCgxW4Vc6qY0DHLgXmm3zuYGUnC+x4NOEaa0WUk49lb7n90UyWhncAdR4Tvo9P0fQExXdHna5wEFY72Ak9OeIxQyMfuc3X+MQkCvz0OKmuDz7pC+lRoDn/9678uWEFSLFTLOk6BzlTtNR8e/Tj39v0c3IlXNhigMKOLiJAFOoxeB8Ty4Qo59nBk7vvnS4M8513KHwAk+tK07Q7AT3dnVO886dy8J0FwV/FNKuIPScJ7AsC9vh1jfDpSBg/oKvJ3lCSPhd+l+7xnYkcHrP2ARuH7mrrwCVzzZWzMPAHP/RR6AWAXdnFAliNX3yU2oeGnnqS4bPP/gAnvAAAgAElEQVQm1zm7Oed9wr+cubjRanhHZx3/PMNlJTV/oR9PoPfw9uv8vrqo9a/+TgJgHeYF+gB6Vj8xcaMBlnd9+nefgXPOPC5nrPdE904XsgqeUjDjLtsZdWu9K97mHNTqvKTSWiIZH1fdMeOzlON+wvQJbryU77+2Py4IHPDORQfDR9pPgAXbhjlviC4fbE4ngC3DT8Kl/01CDfuEP/ebrL+JeCbkNN3xOX/v5IquOnJmen/+5tCxixe30y48jV9LpTi89Ppj1im/JIC7c7mDHoLo3xLeL7/C8y3Xei37tX6IXhMogXzjX6ITfC+PUO9Reet3W2c/Eyxar7AO/bbfoAK9AW1Ox60CxAKkT0A8tsijmhXbSnfOvTpG8TMoKTMPYd/dyfhJQn3v8fePDqxPvzDxBRAaHiHhT9zRoMvxJ6yDcj/zr5XCXGGU8p86DKANldK6puQGnynXy7X0Hh0f6IFfO0iqsPC3BJXvGZzgR4eyffL/b3kDe9EAYcvjxSOmdSU2PeniBhdJ7ENf4sEdxRV9hK+aiSbpOoV39Z7sNR16ko/4DcS32LEkVbdQc+M9eMEFNeOfZnRdPvNOdoJmrX/wI+MTL4reI0ADFkZu+ifx4r2eLeraRPiRnUlwvB2SGeuan/fsNQBBxSm/dbzznCQFdsz4U+D9+LmKTRs0aj/YtPgtAfQQoPe9dcUmNpZvzJNVLKrndMx8dezIP1S8LX0dbAYbTXzdE1/abiduEUq0Z53tXu0IQOJCx+ajx175MsiOe/Kt28VKig/Hdw8usDJ980T28tj4One2P6f4ueWO7xCbveDjaxf03U6ktv+dGOxnvKB7nElJ32fWbvKwlUXS+p7iSTot8G9vaZguHcbqj54/OmLks4+r4v4kxLK+wXSIm77vyb6832sdyj2iW5/CJemCzy/SPdShej77mb7EuevfdafLbwmrKzbruM6bl8SeOxWNVU2cM4VMDfZa7s5Zx8Vr6ADHONk/5AqfE90lXZWEd/iI/edvazPjBTu5TR2QKezSZsz1y0/7zQ79NgnQ+zRxWBY5iWVd+/H7rNMqLknScGJIg/XgeuzMrHns/stjrWc6Bnv9CH2PyRae6GUfOfy1eyHaM5K9uktH/wGI8wyRndBa19N1T6LQCiFFeQHEH/0/GGmS8it77DG6jPgGv5cRoxT1c1+7KRNPvjSyBtISR+b43fjQode4OS+/O16fY2fOBLlPLycZtwkW44DfDa4mlSMLCTROUfiTYPKz/5K0RC+bp3WkwBM7BQOAfzMhhGaK7cbUtV8639iUI6Yv9iIJAS6Y+wWXtqwORtgFAW888/rnv9pPFyVlXb0/jS/1HrGvR36838EQjeMqnreMz5nxKpQbAWnfkCMt8iy5KvjqJoDD1/hf57x0sH1cFE1QqwkCsc9pdHCRlzCpaVyJrGiUvUaDx66fnx84+eRKpmiv7WsngMMzQ0fbsFwRGnXTR8dcHBMTnDfrEN6GbJAAzrXy/hWzKTntSX+5F37Z22Rx9qww0NbhP2S1Te73JkeK6bEoZmRPI9Z7tvKb/O3ErDtGP7lQUhw/2bSbvFY/J/5z6wvWCY7MFKs3AZx8zo7b9j1mX05B0+AbvaeXTzUEQi9aa8xxJDx7bOYmC7fANff7TUf89jr84+dfEHG35fLRo58uf7A2EPpDSybsnTWTWPk+0AV1rKGnsXQeIvp1JomMn8YEHd2zC8vfIzTiy9442v+WAH75MY0F+I7vu/l3+39gGM0vbWOvK+iyJ66I/5KJGSPEg0m2f3Jdt3N9NSmyc1/Htv/99//9H6o+cFbS8bpVsKmkzy3UKn6dFfEBcH7YcaIA/3AA3hFqOOwNEmHMu9sqQPgqoQ1Y7gDpNiBac4ypr+813w76GekohVxjIvJw62gxJgWgd95eRfq94ArE6mSFYdmMexb3ZO8R4pH6FdyAFKe7eBLAVPDomsfRmGvAGEfZjkKmyosEUe/BKslJTFbwYidYzr8YyOTr7tIEDF0dqDUl4B9HVfQbUBSeebtKOwHcDgP2cwqsj1ERdtfGiySIeOavv3ZEj3KQfb7LClQyxBI2ArPXmYqw4ghOZcv3NcXJPVIvOxTjrd9vZ0l4JI4Y/K2zAeAd86WctRLmVOKkuhvFDoDxY3wTAUQ5MJ0A9nP4WZVUWeAC50N88HZu3N/P81kPfP/FISLpm/HA2etyUMQns0EkMvLsAoPWcThrGz3RvPsmgDsJoksDwMc5Gl6rsW93kiXrpSpayQKU3QvGa52itUcXTkK7DchxlkaudH/4OcYidIjui3xoeXYWRetx8PyhSWqiIygMWOdFybYUcCRoocM1CRbzkZLIuvh0uGp/mnas79K9BXAA/ANwem+/QEV1YcfGe3zd7ml3P2nt3a2IjPVIfMulRr9/y9WzCWz3M49j2wF905eRpYA1fAf9TpCj61BhSDFSAzmsaQP9HWvt9QvQmIfdNakLc4KYb+HH0Grd49hA0060RB7kgIxzNYEzjh1yn3PMNnBmjd2Jj331+k6VboB2krAvCP8CJCcAOmcxZpwmBUSRSjlG4Vue0yI1//UoHfFjisEMk7Bs8zrP1gBHdzWvUxu9SqEOwMwFboyybHvTZ6gBVi/wtGfjHCf6u4fIpvVnbdF/+U6SMIzRaj7uEYL3Xudxj/6oM+56fBlV57q+QCMcVIpDCKjSWTd0t3xNhCn99p3Bq5+//vnXCTwXWMhzLBijBEFsyoJcd5Vv3gvAtk4mXVfjyM3+9zOHbmO/jp1KZ9iowBBlEljht00A0z3XSStd70oeqnJ5klrvER/Hv8XgH47b++wIM9mpOwF8FxTkOa8inRNYJ8FP8JfPCebg7N1JNLsQQwCCHMXVYeifPgP0X76HcgGfaa/17pnZAAoAa+xPeHfs2STzXGw5rIE/cwreBlBo8jApgAQLXcf23iwT8cn0c52hpgDd65wgfkB7zlgP/6XDphO+PaIp199E5At49CQKs438SyevNnBq38RrdAJWi8vmd8D6VrIffRdn9QS+sE1om1H2CwIsoK23u8DwjF/0uWgpxtCluwMbvzZJFIrMllFf3d9FO/CNwbcqDDSwNUdM6Eqq7idwR/b0rFqv/xub1PzOfbFT5rHvobG37LN5fToulQA+hVbzCBuz3JObAN/YE3j3Hcun9ykOCvB+TxfZEcmhKwngHg3c+/7TliZhcACWSjAAwPYa4RniFta7HaJ3cYDo3QlgX0tw0iRLsz877niPlRDwhQ8fYmZ/ljfuBPsWB7HHAHinkGK+S1e2fA3tA8l361YCDSUMHFeER1yMJgDOsUi+R7zF0UvHrkoupwNYq319ngZsEqPsM+EPAYoS/28HVD6MfgJEe4/C2M5zwMOb/9KxkZgLf8+0GBBGsthgGSukSNXPNQunA3K8d/MSY5fRN3SIdCKQoyqaPv0cuvw7gtT8M7r1xgNy93PE1uxZ6L9gvoBDzgQFk/AsECdf//9LAFsG5nzTNwEc3KR8vE9uU6ChGHAnFPRIvaOTRh8xMQxad2IImbRf8vEse3GuN7zNcV6ZPKfIJP7nO7qRf/eEAOMno9sOn0z8StLJcbEFLhzyp8KEnqwGT1D4pS+z/ndinJ/585t1C+w3sQg8SUMFGJe7vB1vT1J2bDN7ck+SQreIsXb9wUP+7Uym2gTPFjfiw1GgA37hAi7b0DQNvCM8f0sAXzpofJeeFoi9PQmnkj13BlpW4sM5fp74Gz6Bh94C1+g0FUTEIKoAED3YHeHwTI9Ibv/r8o+sLDMidqh7kmJvghkadtyt7zDyFT32nhno6+oIgs927BE64WvbSHG6sYPIoOVbaYgzcnOL8+L33P5l+0l5hlXS+A346w717Hvmk+YHx+1/Hf9CsXUA9rmaZTE/yFnWngaLPVoocQcxCxN4dO9ToDv4RdYwsaT3U8UBU/AxPuuFoXjdsU+Jb6pQtyaNBf/cxHPkL8+ML42/CJ+1jL7JP9sC+9MztaSSsYy41XVyhrboIXm6zwzuSTDwuOimaUna69N84b2vDuLCIxq3pH6Z7vwraTj7FC7grNCcn6rY/3S+y1+wPhz8YnyF2MxtHEr3YiaM+NiTGV2bWHFjrN8KwG9foY7IEr0+Qv+WW4q9DG7RfEqSDZvE3qGL0QOWhSrMIgYXJuc9PImbJLbBxymwzXVDxOVlfKmVq2AK9zmimUQW2VTc4VinCoqV5DXG56PZtsg0Nlbjlgdnn8y0z5aVPRh7Fd6YIz7Mj5sYItl6+Gve/y02EGd0EaBjVCe1In/ELVpj+6O/xYv5fPCtd4Q3GMR7dAD2wfqu4igKP4kRyTW9xaiKjyg0YDJPOr9DqBQzxZZ1AvKIhrZl9rexqOj1FAzx0/Y/vnVwFf3d+klJ5C1a3GJc+BGb3J2gHdN2cTj8pzCTxr80Ot3J/J92aDCIsSMn/ns6t4/sTHLRz6pns+4Mj//mr1omCp/8zR8s9ZO9kDjCwN+/jRfTmDcf7uk4rVPA+7tQliLXTI7IsVn6HBNvOz7ezv61M7YBU6Dx0v9Mryp78uN5wI8/UoP5tK4IbfPcp2u3FCG83L4j9ueVH/s733rta88RlcbPvhfcYTy5Fny5zneAt+weTE7CeF7k5B/fmWn/8yrQdu5glGa0ZegYkIB80zo+jsUJjGd0nK5DYgCCavHnzFotRg84lXcILQZOAg+Y2wkMrhWH8r+dzLEhqgozvaf1yM2yk6quJumdCdAbBMFBSDAd5cveudPNjlAEhMr9Q0wb09CEIOGnY7bshOJ5A0pXRdbZDjxvK/iuKm56WBk/gGUYYFv22dM8wyjMMrqdACm5nX0eIz4dwee8WzP7VpUH9NxRXyKJnI/eb0YqQV8MT9NMYLdHEukZKmGnf/uMQINM+XkVDU4ojkELhL4UHUlwuQqfpDsOMx2tDsyHTm8iFRwGUB7HBlCbfyfYma7BcfwBaEhQk/CUwo+ThXzle+kQAViLIeenq2VCG4LVdE6d86LM//nWj2C3KkxkQEhSUgk2VBuiL90I9vLGOG+TgLFC1L1mZGjzLyD9peC+tXH209E342DEUI0sjr4J38fx4vM4BPBTA+DWCa6G36S8Vz2VPZC0u5MydiVj9hpQZkQ4Rqz1IYGRrt3njsGbp2LfzzFJ+yoOaeC2DTL73cBkOlCSKCZAwMGyzRveYS8cEH8P+ibQY7zCU2/Cdzve/m0Slalq5Xm0Nz67zo7SDYixZoJaeE/yi84hofA6CAmgYsBU7EEwj8Po4O6Aobt+fU/Ae+vQv//uM8XyPap1e2rB7rHRkcth1tqZQEBghk15QWs77QOmHUHVFYd3rf/M06EXPwTWOBPoMU1oSMEBnV8jiuNw6F84meLvPgMdpz/rTwU2Nk466iRQazTbW7V7gW6jeriOrgt/6eICeaLXssbBioY/NvjqRL/lcGxHvqOOygQKCTJ6r2d0+sNvWccWjDQIiz8QOsWh/q0oCHuCDva6BoDGZoXHMxKQ9/WbhH8nHDqIOXv8Xejv/0wC2Lp5An6DHFVkAv/H0c3NZCcMTIzPcZ7BTmNsRtay9iFJAPHY3TF2Akzbmy1W62RHaJqVQxvdgqALue7PCKg6+vejHQU0ByAcn6H3KgmKcVC/ixEQnAr7s4bI5X2/7Rw073w3uq+1NCFZenQXPDPXp8q47f9JsgDwyjk3fJeR1aGLioqmU3KCfAPCdPLVngDcNI0sl+KrOk9d7wNAI6/sgXTnsaHyu0y/CRJqf176dae7rn8KhEjQTwKYCRuipwuGyua2/elEMXsi++UjWkYBwL/2/WePl38+GRgQ9sjc52cyjaiLCdvfkg2l8ho9zqQTeJb7dTUza2l7fiUorG/SURjZxr6unmQUFvr9LXClSzyFXTOCboCtUyghfhjf1jdyod89qub1O1sGWVskM7Ip+ruzZ8YP4pNYJioA5jv8brCo5SrXjex0QhA/rq+DruXcpEO/75He5MdvCeqOn1o3mw8IvnWGkvzike8LYJX/OgBgOi0m3psYSOCQSNCFUZLNU8AyBS/oRPRP65H2YZAB+F/3iz+6ehf6dLdZgw/elxnfFX0UYLWBgWOnJ271nhwwIkqLLuDsc9ZBMRBxvtdue0nxzg1kAWD7+r6HQJbwJR38x/8a/1nrVEEBtqlHLOs6JFQBdTtx+o747A77PMeOXLU9+mIK5NyFYuNbeNzgxL4df1AAw/N3Z4zpOzFkJxoFDKdD/tPl0+HkeBOf7RRhZGfPGjz9YcfOi5c3vkmBp36Qmy4wB2xG1jhC46zfAFCKavlM+5DE17l+bFL7KzwfgH4nbuB1XVsFaRlxGX/nxXf2We8iV/muJP4DtCdphP/646gjT4Ja358YDp4HXPwN2IaG3W0mefvZzbm+PQBq5GZ8pLGPsuHxB0ATAPw3Gf+eMZs96CLxJC26wEnP0jFKeCX3sE1yEmt9HQDActl+TJwQUVllT9lQgULHT9Cox63rtf/67yQhlMhp31575rGk5aunIDT8xk+D3g1iIkcH1zoxNnwyvrbWL/ukI8Y++dqE3Rb0W9eKNyYBkmcJzVww+b0t+STxSgKiG1BYb9uQPgM7HY13AaPoAqbVz9wYqZ6vk5y8F0xJ+JgIFiK+eExPDvIxUlN0Qbzrz9dxG5J384r8s9E9+vfPgqnl12vdExtIZkXvQxOAKV37KRDEXp5uft93JkLBG996zlnfV0FUCgLpoGsdo32wzXEBSzCDjo8an9vC851agf1LIXwmI+weixciFXSk4td3bPGbLeAaScxtB2Mf8cBnaCCKXQ3NM1JfhbkpAN7i5/gn8VsS04DxdBe0rt0drdg7++TfI/2bJoLUlDbkPzEevimJ3o6b7vjIfDOJoMhTEvfIRzfQuGO++BffhqSL/Ljs0SbdGtPDpt/2LfTqBH3bHfO5bP3gSfp3J0T0b+Mj34LR84u3Z4caC51XrkSy7tcJ/i5gJUbBR4l/+U7xQhanoME6c4t2v3zKFIymqMxdx56gGsHRMXzB5MBH1yeQ3NMEt3I6fw2/YW/CM4Wvj26kgSzJadmzuwDotUX6t/hXdMxI6hS9csSC+WTk6saBtuBwfdUtouE1nuNuhsmr5F/8LI5bN3bxXl+T8CLfPTWFa+PzER+ngSljow8WVxNGjgyKXz4WPgXpPfFzhNhnGw+TUkBpPhudaZtJQb7k28KZ/cVvisyAXYkP1qC+WOGVy1FMOPKia134+1wC+3UwINkg8UobbdMDau3v331Q3v9ZAGyMdbBMJ+DHX4p/t3oHfy+8E5+8JxF0fPjKf2yE1r+FvroO8YN9WsUvE+PK30TfW/9WcYcxhJoQZZ6z3Rr8V8UNM5Fs8agUdmsbO1Hf1GPygvnW+vPOwbjmQ3I0+uMtwG2f9eSLpGjkMz8J/pWtFMV0Ab3wvyTGQ5MTa0z+5ipUlt6fBocu8PvHp/S/BPAIZAn+CZYK8GMj3socL3KcWIwwQQ/OjL5LBS3EbND1ZU8AHqqi09EzY3zHCQG4OYpggFiAVhjRQrV+vT/+jnYws5ZBfNdooPcLBKleJREMQPQG6uf7D/0OrYeBzZSiu8aIPAok780ZTeOwdcKWe2AkEZ5rTMMYlTcwYR0A8nQoNQCtPWgat2MiBWDDV2DJe4B9GyiCM4RQv6XQTlv6GDiusUp3z97xdwtwpzuOYK6V6SWwAyAcnv6YIaNvtemTvKoRW+estlGmAWIFtCc4aFYKUB+nxR0XY3RPIDxV2t2JdJ1RWiPUAVrp9CZxRQC8HUoixK1gXvmBzq56+9boirNy9kKzcQipAD5MG6cySkxEyBtez+CS7I8N6ADOOG+5dxSjApyr82jugfOMUSfweitykKs2YCcQsMzmgnSDRuknAGOU3tsFgQLuhHWDQ5wP7us6wI/BUMB8DPTEUlqXgI17LGboCtAEWVVpS9DD5+0bTGBAYHTAbz3fVEp18GcDP8BBBxWMWXkNn53cnvCLwZYz/D1Qn13qZzbAmIo+QKTwQ5yLfZ4xlvuSeUHX+y3ZAU/hrEBLro1gdXI9e1Dyp4B2EhToI4zi7fNQOMGUguGTb984v3mTYaEnAWhXBKbIJ52Adpjq+VseQrd1nAFD2F9339c5rHq9+TiJxA3QTZMK3i1KBhj0znSAaH/kbFRBAgEAAQcJYBJQyIK+txXvoQ16p/W2HpcOOLaZ5ArVlV5R2TPRcsf7ChQOWK+fnPG13dA4StcINT1XJTpNm6eoievpeySYoWE7o9CxnU7Wm+e5HV2DTqNT8EH62aABr6HH6GogkU/lH74I0xdy7+1o0ftvgp2K2NAmdyRBITaAP+HjQ0MHOfOFCTB3vRV0zIhb6OaO8LmR+bUAKOtFBxThza6SbgcXOnM/AxNjXxv0Xt8xRAZAaSfWK0Bh/T+cIc5+vvtufVL6tWkPcGKQZYr6CAyR3T4CwgnzOY4CmVsfMl0c8sNW3hPgIsP6LjpxbZqEJnS9aGQGDLCi7zeIKBtxOoUsTxnb+PrSrUPfBAvrF1iB/+c11RmP+Fl6v0df8XloaY4bIKrpR0CvzytAc0Gmpgl895GsNKjPPvWYMPaSEcriv3d8NLzGuD3AxNa92Kzt1Fx5/83f1/4JWHRVsYsL/nBmyHdzy8Z09WgtXdCZPY2sexRVJX7ccVid3mGA8EeS3QEQXpmSL9WxTd6HCvdv3Tv3fQIf3ar3uoBgrte+QuQj14C36UhsIIW7n30budKeo7vfAoM74XWDFrqlgfgTP0V/HRnvCv3vdXzwEG07rHtfTvX8VSAX/pV91/ocvwqEGKAUkIT96+fj+fWM+PcknMNHFIxSFLzdMu950PCLfseP3sQTtJVdjuzM+7JdT2Db+sF+4vGHlz86SdJxoHw+2/aZQHPxlvhTALltc3g74EVslK7j2sMTM91ntL6+2cZHSxsJQfv/BwOwr9u+0cQnurdlNJN58BMit/ILwrPyz/Hv4YcuXCamkT50emL8zROPje/Bed+6Zset8cfz7CsH+/cpkhl7ZBYdH+dPCeDuROhY+NX10Kjjaz+jefnuoNI6AbyJB1trII9KEKJ/0sG0D0Zxhr4nPSl9hB/ZCZPIwX4PO9D7YJuPrzVJoV6PEu6x30my/vDrhoaRnS4K2HG++EbxL/rqYEB5rX3x6LmVHd/3exQXtg7vc6X4nBMrTddaF9Ajz2ATkZi4RpYh+YKMPdNr0psqlKlJGchhYx/wAUel6T5M4KBA5+gNFy4F8+gEI510YFpXUbvkxuO8b/txbOvQ3LQbHyXPunKKvIiv6CzrmC8J4A1M8S17n+Dv3Cc0e48OeWkIUE3SgUYO9sK+5cQNv02wGZd3EhQ5oia2Pnz2Fu7cXCUsL7vcuAPy3sVze5yWwPRM4wivhYadDLr159oReJf3X/uUeCbg8K+jUvvCloMkevXTBRuOjWdKBLFoivnHDxoZ0vesZ9wJecezihfBF4lGfnonNzV1L/uKtj3ozRS4xw9JIoyJUfo8ncZdkPpDnrkNC5g4ATwk17kbWo48DdjO/qZDK0fz9Ph0+9e/FKiFltu52XZ2C1OgnbpCNwG8ifHfJ5U19Ui8gCe9uvdNAGu/2+8mTtE1iQHgN/1OkdcWOqAL0AP4JiRJ/PrwW8tB6962E+jMYGUPznEKN6J/LC9jpzBX2fOfZ8V3gYtk7tja4X8SJ8HYgpPg10Df+PXC8/712AXTpBLA6DFPBlOMOUla4ykTn8vfIGSnMaiLpJGnLqA/+JWLFaZJrRLAbxy0a479fzF+7aObW8peo3eDb+d78AOFk+wbMtq6iGawxlX9LMYW90gdN7qNX9v+E77E6WzvI7i03bLn338pZs3fnYt4J/odGzr8x7o6x3GftUtgNfE5fDsb0b6I1n0Vv9cRP+yfsYTvf7Hr8Z2OX+eiMabqgVuimFaH0rAhhglGG///8MCJlaIvO2bB/vAasgrd4JHFA/bYR54h+zzYzHOEaBe0vLJCvOh72Izea35M0EBRwcjeaUdLs3RDk3NI49YW3/T+tA+hz/925GN/xs87/+99Fr0Mnv4Db0J/eMLJNujx3Inxkxdg0probb4tU4n9dNGXCjDHL/jfEsDYZ2SoC6i85ura7kLGf3xGHFvsh6by43WYMUxcWJVp7cz96jSLIDN2z46tpHCYlLFLMN6P3+OE71mbUnQBxH7r2kH56j42Vsjvebow32H0qbZ2HrDAma6gPhtnxRXwGmMv+qhi5myWwLoJSJLUWmAOJdPP2BvuKs7xg9dIj2ElEQMIM2vta6GAUICA0n6uGbciev/zc1BeYRBRugOzjcO73q7EluHrRBnjkvs7nfgjUIoyyaa8CWA5XIxwOoZDZx7+e8787OArjmfuxroAAn5zqF6Q/T0bLWcxRwo59D5rnYTYFwj9y7/IGQsPNx0VyJyKxjo7Qt/Hof7P/xR/7Pjod/SPDATBdleMXAUVk6zuzoVUF8lo/EQCQ2cRLkEAnZ44Gg0Ax5Gbaqe5j4kxlUz68x2hbWXqs4IjBx2IdQKYvQQc07X6HFLkj7O5fds7djjVliurW22NkoYPElD/S86KHfm3Q/85uOxJA+u8pt9dAWreMviQ8cAdIDfA/gY64co4puCrVILynvaw9RTXa6C619pVQ+haAes4ZYxqabCAe7Vjc87K0dlIo6+6Kvmt6CboersydO3bYcrdOgHcAfDSOA7rwZ1LJyPP7Cd7FwAtBUCMkgEIkNz9djZmaJQKzrdz+uo8u8ZRJUA9zuH3fRzfPYMtciL+Usd1j256g7fulBVv/gZu4jz/dg44erL10W/7y2uS57e6jfO7ZRuwC96L7z8AOvQqHfe2/XZKszkabXN+Rh904cC+OYCrA/OlI4kf9FqSCjPq1V9WoB3HN35HdFl3Lvxv4MUplLGDNSBXeZUnkNQ9DSIAKko37jhCngMHCZmM01ok0NscS3EAACAASURBVH0eO3z8hu+D//XpeioYCSYJvAAESCwhB/Cck+czkj5OZIowvGcDtJFUpDACuu15aj8rH3O/6SjzBAoFpblu9GL8KwCoTbRsYIIt+1OH6c0HJDBWkROo+1nLrgQ0TCFKg6dn9OXwg5b7W5JN96UA6+Vdc1f7gP53y/UmWQ1uSiea/zWebOkoXjAwK2B9ClB43rYxAXZnpO98ANBU/6Ti04kxFyxOgHnOsiNwCD281uoE1DXukcw7irgBd9bUfnnrcl0nCY/wQJLN97k4+Afsm5JP3ZV8nl+hLT70yG8H5Jq4EN7ZMyG1rugmR/MnMfwmNE9hl/2v+FPdfcn+AhCiYzuJmSKeec6xI+b3GsnusPT7yOkIuACHlX7kwvJo+5mgHtsFTfQc6ajIK6fgQOMEDcjnDLxcJ59xLHEC9+gqJTPXftFBkgDVb/8hASyRSqfU6mHWlpvuOXy9Bl2PRFiwqXSKGbQoQPMt2PE1KhHQfgl+wI7jzLpFH3Tzzad6srKXo9eh+ZvIid3dUWm5JtkefNqMhGzZbXrrOd9kKh1ih88B6L1X2Vi6Xl3vgv1SQH/t5QJEx1f0CLLttuu9kT6+CvYOrwXoQiccXivmOwDJ6MwGfH7zJ86zfeuVvhVPHjBLvDX8++rQ/p7+Pom8idtfgGz5O0Ai/lR3IRw7+5yRfQoOpqsVnalrAlgJjxB/bdGO9Gfex3eAfwB03zjROokpQp++OJMP8BnMZyEIegYfof0s9n67UUfXD99gY4gP2t8EOOoCKNPr+0/r7g4z01S4hJMta+TQkdaXJFjHDG+sHPvftosCxNZxes4tJgx4lfsm4ao19dhIrkccBZ+8CeDl0+X88IUCe8nLP69uiFe+X95Hv+I/9lEG57OPrjz+neVr/UL46opfvvdJAEN3dFbLdGgf/6b1+g/7MD6o5FyPbP9XOkj6flTXb1PGvMvlz+DLkNDkPj/Og/wY4XQzjc/xjjxtfIXJFa/9uIDVw5cfrjQ8Aa82j4tjxA+WEU0Dmme33zlrQTYbwwED4HGxwq2L4kdsXL/8NklUF+3dnaZh4C1IS7Fi/F90A/rq8OnwfRctZc25Y8tZ27Iu3svnosNPg8wUyktd/5cT07IdmSikhD5FS7pm18C8mEPLrPEe2wldK3EzP9fnVvQ2wFG8HEdxged5SNYev2S+/PjWe5/4PF2AJL4+HVfDOy8Od+hZPpGumc7PSaDMRI/2bw5eeICFjR/Rx7qO6MJI1X58+A/8Qv/ugs3+rBPOI4boQdG1E8CNBWDv7mukQOctJkCfIz/wWPYycQtY1P9WKKHvMVGs9/zI7/FBt6Cec1CRj8gAPpqMSTabKR++B3YF3W26bAx+9MAvPOQk4XeBFDqM/63E/odrsR/6LX3axeoeHT92mPXlc6tzdbu7g3SxnZZZCmho8Dk430cfH0fguCP/tQ7fyT7fGO9qZNL1UjA/HdlfgYvkmNgsdkx7SFy9SffgPIkp9Fs4QB/hhW0hJ3ISp2PX5J8bZ5jY4jc/ue1963t48/UX7Ke7y3KaV1xMkmcTDd4O7chq9qfxCmRPNOzJAuxbnxuca+zkifY52r7An2cS33dtikUOFiJ7PPHZ5e9BiDnj/fXZGr8On4fR4WetIwXfFMHozWDS3RjhmPLj6dAkZ8sT14O3+brnzGHyPrc/x/TbU0yIbH58SSMeewgNTJ+JWbzeOfKHz/m+Spzq6MG5XReJMVI5n4uvmcRzErMvZnkSm4M12mZ9/+8691ySMbqn5YnPsuaNzXeyQU9zWzx25Z7YTtfqazefs37tJwVzr5xkDaHSYZPRg/BcH32D7QmDJM7k/uhHx89zVjwNNh2LttyJL4j/xNsUP+rz6CfdikmWOw1y/ZA/JYD1PfSMl6sR0PoDRUxAfhwdORNTBRKDjiBsAKGHhVAB1++xexANxhMzkgD51bmT/zHEp5IEgLKrHUQ0F4DMhVHKPWoaQsZg7AgOrYERS6wL0Ko3A0XGerYFPg4ahpnPnY5GJYAV4CM84/AQTMFgSirnPLEIfo8ZYF1+fR6yx5zy/uk+MaHz6j7fKi8YfpkzANWO01gwCyFqWpgR5waMpmkH+U1eHUbHQOn8CXHHAJr/1OHyfmaBQXegTmDgCmOfST2P9gh3FPeMnfkerLtEUFiiB47T4UEA1wpozZdSiFXx1cn0BIlx/WKoxfi3QbOQOqk+GzGB499/J7h7z0LQc7eyekfA7nr14FsRo7t0AUYnd5qf9XfWHRm1wzSH0QNQbgI2GxWFGfm4HPQH7NRu2gk41UtbDQ2I1AEAxkZrCWB2G4g3wRxGhp/zeYJGDHEb9zhGOVPICYXhL2igRD3647cKtbeCEJr16OYX+HkTprfMTodmBTNe30dXrd8FJPOMbWiQEcv9VJu+gZHe6wRsAJcRtNGf0QN19o55gS61PbMD/rDjUFW7HfCZFrreFLrEoGX/wzPZKAOIX2K0Jyz0uBSu2XTqDjU/MzJpfs2aLJsz8ib6Qs4uZ1qHwOFtiL3BC7Tde24H5gtY+P7j4HbAxajKdnp+q7zDRgI6NMANH7ZDEhn4noVzedlDryPPwoiT6KXpZBjaiOroAY0XogNYilVnOrV+xslNF8BOloC33rGNODbSnaoQzV6Q2IsjwU9kOjwAYJuCDxza3cfQIfqzO9v1eidWfztXKvt7V4dkVEt0ifmgkrMXmEml6Tiz5iv9rxjEcjnnMqEDxfjYbZ73rcOyHSOhOqPdegRTni1Ale83na1vUm4D0vByj0Kn4pWxjMij6VnAh0eET0DR+wJw4UrfsaMLrCZwOYm7oSP+AYE2Olr3jDN909sPSAfDyNHlT53Knh0dRlFdArkFJKhg3wpv7G/sme6P/Pb0Da9t7vOOwJLuQDf96LwevnwLrACKdU+P2Z9rsJeA9paXuAdXBW5olaNJ0I8uYNGI5e+P8IkdB+s1+JGK39Wxuz/QvxOW7di/E3kic/NfAQZvApgRvebX6WShatUJ4ArMW/8hQn1fChIpvOpClqwfaYrscnZiZDjviRYOlC0vkW8mEHTcofuqH5AEyWkg/75Px08Xj8YX8h3OIgxqTKV7Jzj5wAtEAMiQ4H995k4An2ILnbenYqAZP8W+cI+2wXq+7l6CHt4bgVOjw7srUM9NYMkZzmf93wVPorOKCdun0WcvIPD7dyeAOzGFPYYXoWSD3u0HouuwN+xBEvsL3rRNQDdQPR96xS7ikxCfdgIL+9IAiPnP4EMogh7gmqyBkf6iqz83zE1s1/GtE49zjHDrCXztfF9jTnNPdIXPoPIZcbOWimMT8NczSldXnML5eOjkV9fBJ8S3b9U/gA/6U59Ph2DG5nURzpFrV5Dv+cNbCD5TgUaeVqY3ud/g0bGBNXFJNIlPvAA/Iy/1jHQ0iq9Ph/K3ZuxoYt0A0zsxLCM501E//uH3oTMtRDTVNUKsU9x9+GsSRK0z6YQxvQ6auJ11PaJ/O2YyFhtej03LxKAtABmfNaxwxe6MDtUzwr/96WAeCqZSuKSfBmWbD817jtkCQOvToX2mMvTI8i5CZv0nNp2iSX1GPOwjORQ7nOKVPAeg/YmjPtshPnaxtP6nmGX4Gr5I97ZXdmJWiiwVKzP5aEh1+ZF6rScvuVDNV8o+31Reudtr7TMcnf692SNLl2n41nTzzIQwbAIJ4LfIAJl7z3b0EyumMm4wycvxn34FKL89894alE2B7DVVYHx1/NTuBqLo8SQ75BeMTzziUJ3iZM3Hj58LBvvIGsBLOul8Ekfl4x+Z+IgoWSHeuPzvec/Y3jRp0C3VR6RA/S4s0DXdNWM/Z/hsdAvyCg7E6GgA6vVve6rdxomSr9Z/i5dmJdAPefNv5LmChSQN0lnY/og+SnGdfEUDyZKt8uvfJgvpkN7XayQs9lR2ZxJ3uhT+vJPE9jsXo+DIk+XsyAxxHetNrLUjOtE7HWtCj55McE2YMe/chZKvr05M1x1Q4Huin4udn8aHLg7Ez4CneS4SjH7+Se6hu4L/RV839sd3wSG6MYMYJAWs0+l5Goziz4uXO3l0CgfLHzEPTJGd9CDr01reDszGFd6C1JsXF9P5Ld5u/ENx+xYmxi4cPHsSel3YCU26+Asbgs5tX5D7U5gkvILJar8lgPF9uyjjTf62DLy5AWhp+RRuMvo0diL+s3AN4kwX+Jb/E3xgCiH812C+o5/h954M+CaAcy70JqY99WAUA7wEPga+QwKYRLL3aPBqimi9V9/zqKlr+frGweMfSxGt5WPN6Dto0zLPZxr/ocEJ+uja2ovIT9nCSs5v3L731/foYNa3uvuX2CdNTfFJGz/Kvm3QSCzTTSHHBk1886OICr0zsfeeQb5dmye+GNvVtKHhCjzomrCjotpvT8hXhLb59ml4kq81naqODyen9h55pz2zHZvYCP/xTQB34498gY6jjs4anES88xaTa4/UyIe+O9ef41461mo9qj335Lj5SQF5ksnr79/4/jVZ0PHC5J/KHzyxyuQ63lgETLYTwD05bOOsxPfot5fPpU+ZgNIxoT4XPtzJJM7nVOHN2rs8H88OLSiQCU2nqaUSwF7LyaWM/R3/6xzpIbsmH0B7Jrxg+Ai9r2vgj3OP15+AZ47cSCbkX3126uzrf/zH167y/UDQVLrcs9YBct6uF4BkKqcJTCE2IN0qkjA8SYTzMFbOIR/BbIO6JHS0jlY4y6wJyKgQACC6K//DrAEGCvSdUTAtrMd5mYRnO8q6CiMxfS11ThJ4mXaTmJnOXY9/UGA6wu7gTAFhVRjkTAAuE/o78KwEN0YDJmsQRYwi8vmM4jJy0P89KFyMH2FeAdT9MS55fYI07Q3gwzB0O4QwfzuqJOl+G+kjAe2RAKkKpBpqBVbm1k7W93/KIej5z0i1wytYUm1skmo9051RQS38GARdD/qE73SrOQdobCpJGUaBXN1i08FEoEGBQkCAHeFGRaGPeZzzcAGMPHLFgeM86/eRVvC97iiNTZjYgDtBgNyso45z2oYZJ9L7PArAylRJPFeN7Yjo8MbyxwsgIat6Njob16nJ+FcFWDKSBFgJjHMWKEbqdfAdlMiAzhz/5nXv1/ddEiTIZIOXb0fqGxDJYBHwMM7OTtjIrbiJZ91OvXVeOkCBRq0T305TfQZnl2KEDYIDRvJzBeje6xgOX4NEyugE33sS6O/Y4PBJCmzeBL6dKeRIo3EcrOxEhTsBPJ265YCwl3RGxMBJ7nzXS2+h3zbBFGCaM8zayexRtg0KhcZbiNDdVq0PD8D0IUQXzUo+mqfbsf3NQSBYiF7YEWDwLSAUPM39r2q3J8Du512nMAlInpOgr+Vez/n33wnMmp9JXuqzB6j+lJh0Pc76X3/9VXZl9ISSduN0AgCcM9abqJ9+o/AhwAuO0X1mGf4Cdu/Q0x1OqWA3HWdtPBv+BsGRQfwCEVs2kJHfnKCf+mcB4yNc88cJ8Ea/U219quWmutXA4fD20QOnQnO7ucIf07Uy90jA9buDdzrrLL/o/fg0C5hsEBc+3XPpbA4V1Fk33/eGjhSodYehATRVMhPgTgcrAAf+FRMqDFo+9/hTB/5bIATN6czv80Y4YwowDjn0Gch2eCeAUsfhJFmdZG7Q0fpweHmUDD6lAvEAbJtsR3fqerK3v9l/reMAloe+d4GgaESwqru/vkX4eUEeRlA1PVwdrHHNrN/Ppf/iY7HuAOTbicc19D3A4CSQVxaPjDyg4BvMwkM8g/3XkU/L5tgD7iPQnUpv2eeToJ4Asfe3K4RfgFXX7mIm+Jd140eKNEefzr43WKHP00lqMGCICdAk28QZ8fps7hP/GkDJX2EPZrwZfIL8bEV2Vtg+Wq67CS4AOHSyC2OsPyqhILDm60j8j/8Q8FRV+iP7S4fhLXcg7ui5S96fqRWJlWJHMiq7/ekbNPkNIO1Y4hTGjf/RXSp0GLDW9u/VwZZRcgL2B5j9aKyuOUDgtl/wHIk78+MUF0DrF1xpOWUN+t32T/9mNJ+CZ8vUFJABeneA/tpl6ZozeWAc6N+A076/P2bZiM5gPfAf/KLfXWCwtrPOkCIwEZ+Xf8g14DtsRhc6NFhCpbvsx28g7D2tZwujsSMALdIPAHIbryd+7kIMJ69mhLLXWnGN9dbY9y6gg/bQEp+XwrJzXp4vmNHUvyWAUxC4/A9guiPzRobX3d5CM9nvCSN7n/T3FT9MQuoF4rXxp2NpZIb4mv3fJH9iLRdcGyxLwVPzCb6bXktsGft39I19Wu3XdJ+Y1noAMeEWuKJD+8go3RNe4Pr+PTof1mvdbA8Ef2iSPvh4+Bh9rxPHfDpucROecTqb5KfPGXLoHuIY6yf5mjpSacAzkvaWn6dDrH1wvf/DXxg9raTb4bPvptjFXwvYTPskNjt+2QLb8D7XkL4gIdhje6+kqje55H/2F/+OuPi//NxJGomW8mkOoFydnFsgsfpdvqd0D/iC7zeF6F7r933pwgbzHeuMP6w9iP0Nb6FvD+Hqj46hnBQ4PmV04JswaB4HrwJjaHwqGM5O8HNCpUb96joUTni/ZWflmwnI/iuNAmefB1RdbCJr2+KN2MvwcxIZXPstZuB5Mm44RRQtv9yzk4Z0xm/SYPluO3R+nhnt59VzenTsJniQy3SjZfIVshi7E32C/+66EBUI2Pc5rtIBjnUPEp7mc40yF0A8fgd7xvhSjh5xrPfxVRdqmV6jHzK5KevejjLx5na8ovs5vsNxhOyE+NG4EkUzNXr2KeClALX5U/e+cOpRaj+KgmcCSsvx6oefGBXvneLpcqSJP5Lsyxn1kk9ssDEMFeZNwpmR8ab/90wkYH507Rfe9xZ0tm9Eoc1rT8MblcD/1vwWbR58xZ+NIaRRaHk6EyY8geLD5s6eWYBT5N1H3LS/xP7ntY11LbtOkofW4s+r45r4Yo4BafzM66oO/t1/GgKCFUZO7h/pF9nr//vfK4t8IrJQY2RdXJNCXfs71YHXtD744WBrPlPXenXPuKeghcQz6zcdzB+KL2//Bhr1Pvi6H7HwQ5TA1lSFE3vNM/uMZqaq/QFnTC4kmHIXz58i0e/G7TM0hotusBhUAvicsa7vaq1lJ6MPRp6nwKHtTxe/J/n1z4Mptm/yxuqoyNjq6E7iZ3yvTUrKB/u6mef+xu3xwQYbmwvYDrVvyPr97OPf/sTGvztPQejFeeKNOeJN9nz3NJOayF3E5kYmXtq6o/869zx+FUXbmaiUKys0ZsILe2vdKPtv2z4+vyjVTRqzP8GLMung+P31QLrPjRdvjMzab3wpmFjnZ8zf3zrBN9vf0GfVWf/+iM9VoKz1JV8Vu80+2VfWdEt5yZKrse9OsEMc7R/+DTkf+4SLPbwNYu1/33ZvE8WXXzIYq9afODl+2ulinslcG2/lSc9RdxV/QwPio0MnY3TSZzsB5WAjR86Ch1kmOI98XYr/7x9KADvQ2Oe4gBpopsoVX6QUBqBNd5ASoF3EdkZ9R9llMeHUVULZFDLtP8fKJjHUCRVGU9Jp0y3i2oxOgHSgz1jkrF+jjEORFjh9XoKJIFyJxake8XfqjM7jxBsICEHp+KBjjdduGiybtzJt5r/WX2+0IVJFnBWuHbCpaLFjt6NiYUiEQwqQjlwESsFSd8dkT+WM5sbZy42aD2hIotbz7tf4QgN9t4FLC9XH6F0J/zrwXcKrBN6bKDuk+CUBDH9AiwazmrZ/+htQ4YA2w6+mec3Aj0CK3upAkaIJfeSA0AVnTKwCdN3zOkuNRAkdlSMfKB7zzSRQRfmuUHGyT0GjgYEY3Q4EtFyvR0UJcvCrAoSE/BvMxHG8zwhcec3eH4X3ibK7Wk6yhyRwAujmdXetlPMM7eFB/Vsjvw0AWHkrQZnzpJANOVgOaszrLhXwZV5AvMEBHMy+ddmDCxBWIAM9k9gfQ/vpiv6O6drVvQOU8JkfBrwqixgxGpm4uxBNrwnY2EvoZMoXYBWDlyD40Hk68KKXGSsz1fbfhy1HkwDu6sTwCXKLk8JZxnESdU0SwH/SVS1PGGw6uOIQJuBGLgGMccTSp5BukDbiXDdJnC2S0es4f21XksSKk9tjrnvsmIGzAWa4Pk7r0ZEOoBP8nH1ITsEOEo7Q/6aj34qv8GuSAX4e/VeEO47cAF4EFAlAE2BwP028OOvyM8fx6W4+VwfOlhIshM+20AD+Cfj0ORYDRHB9+P03QFnrJZHvdX08qAQ0Drj1flXV4UD3GXhWq9I7j9fdVerIxsVj/mL0w1tgdGTi++O3cxdxqtGbdFRa786OpNCmup1JkkHPce4bqO3CJuj+G0BukP8EwHTn7NgiSLEO7lGoJhZndYeHMjbKZ0YNb1pdDKPCX5HjTayGlpHLPKveWyc518C+JUD2UQ2+4AYzG2dGd3N21ertKK72DcU3kgMHxuabdK7fSfG7yrK7hiSrgOrxI/KUFMMlcE8gcyoln6C1ecnP6sB/uz+6AKdfB3zz8/SZOA4kEuwcezEB13uv/vdvHWYNLrS+PcHu0wHRtM2+7bSSliMKMkjgo4tbVyJP72hQ32MqdFsn8iwUJyHLxAldLNiJiYsGSn57QskUKVbyQ5/DB+pOZJ6T6wBUtS/Je6/NcsLXiUuBDdn3VNdvkSQ8e0bHIkilsOPX/nfJ34Aqx1b/y//37/+u12YlJyi7AZQAtulZpFD0h97tAlYux4UlP6V3SUSfPZwkgZ6VwJnr05nn550israzgDvh9wAP+DjseezAnD38/f3vX4dC++33dJ34l9pTEhMUpf088iIE6xjvtX+xH5zN9o3m+/RBdNVOFwLkC8/oQcdvMhAU+/G3RhBKFU0M9cpE8yvPrdcA90hgvjEw32PEV/v2J14becUvs5xIhxk8nis8uuT1O7DfvP7GwX3fV3bYe3h+R6dvQqg7Zdqn6AlR6EPAJbPM+Jetk8Tn0ImY+U0AhzaZOPbG6BQ2QVt4VPfIBK72qvKp9nMBOH+jA8Uk77Xb95If/07BSQHIxivNI77P57+5QErr+x6o16z3rxGO+OtXEdR2lLNPATLTyRt5nkKy8lt+e8YuymGPjq8hvlM8Ocn7DTxk37fwApo2XfFR21fX++Id+UFKMh7fcPynl48B8DUZpOOuPps08XX55XOtllH/jZxPfEyjAR3Wr93U/UjgdccS8nE6xT5ZDO4Se0Gy/NKL6IaPAK/Md4Ga6XgAzug7j4z8dGji6Pu4EmQzCTrF9vFRM6UkTQY/YjTzU3ytt9sf+QUcPxjCrKtp2snt0CTvNo7I5713v/g/6KkGtV08IV3hOCeJ9hQIBnvUPvXZxeyfO6H+ect60xoZdLF7JSX63/CY+LQLq/Hz9vnvAo62z42PMq7/NK20vzC80KPCuT54nf89nUA0zSCv0pV/iu/0tXTL54oOMb792ST97FXLt/jiO6qDjjLv6ehsu+Xz907dyTUoYM7+xEYwAt3vjzJJ/LoU5HXpyT4Cb3kmsT/H0iCf8eeDPbGm3Cd+k2wEe/cW2Pc+MgWv8ZWXp0lgvJPhKGLap8lfxPgkCo/e175L91URVNMGnfFHu2xfbQuBvb9TyKG/tWfih05GNR3378VCToHDM4Jdn+0CQmjMee+STeu7bz1Z72Dn3/co1D17ax7aJCPYfdPNNNJ3VUA4idMQ856Qwuc8veIkD7Pv7P2bYM59bjxLmH6wRjCkwcntL6joVvfeFdof/ORCP5Yf+2Liv8QLwbm3WaljH9uAijUd353O4520snwGvX7GyV7AxPHEiaFzkt6cIcvK0WEvTzXt4R1TSfqocMi2h+Gvu+DjtmO5KvJz7MjYWmII8Qf61nqsEsd6Ntl17+/E8IrnbTr6c+8DnAeOXaNQR3zZhZ7au534E/2Nz/3jkvZTNTK5/ArjIcHso4vvhGKePzhj67m+tvye97mPvf8uTtz2q93WHk2xMvLVvpXu48To6Fv5IylgW15qf+t8TnSoQqkuUGUf3kLU5rGeTmY+Khy69YDe+23C5+JvOp50cXCtlQLOd/8z6VB5I2J0chWZpibd0fkE4gd0kUVp6MIaj50CxDrxefRX/7x45IilP9KNLr7H91UaYeB/36uOQPN6rEvDkxSOIDe5buTi5dmDr3+fIQ+qz/ekLtbendK89o//83/+/h85VCT07HQJ7J5gSx+kgjvGPVXpnSCh4uUd8WGh+D4cgDzJg3PjOqOpCUwy2c63HiS6Nw6rDH+1mNMujaK4AtC5twKj3xRbOybN6Mdx/+73Xx8QEEWQSjze64ANp5tqbow8h89r7cyEb8dOAFczUgvh0kgP4ad3QPn+mPGmKjTO9Aj7MErolkBAtGG8tPj5ZZBVnIJ/qxqA0dTflwBvAg6v0egEsPe6qgH9/B/tUKYS+FTpzvP8Q6OyZ+zOAK8NEJxk1zhR8EInqJdeWz3aCSEE7h1BaP78X4wLxvx0LJeztKNnngso8fEBAH97vElkSfSBr3PPKDrW1evnfTopusMKQIKuHH9/Ou0U0Pr87nHM6Dx3cks0t9KJASJgzv3vc6BYS4Ia8UGej2BcztetECPTuhaAN4qOBGQrt7e6bO+3PKfRyOGRTUC7UrICPECA7ibTfXpELQq/z4Ma+3iJEo5aAk9tUHSVnN4DRM/zeX+s/+4OMYKErra6wKpxdJOUjMlop2vPrMvSqKaVM2FDODLXfB8eshfqnwtwHP7iNf2WAdCPCzg80iIdud7fR3+cffmekwrTrq6Hh34DCSxTs6Y4onLMtECS1HcCON3K89wF+OesjBoZc411+T0BzLpPwDijBtFRptOMEg2hE4CGz+9u3zOOw7uVszsaiIKXKDw4tK5RpZYFJ+Ix7AHUsg9JlL0gWQMRfD+ORMBGElnIfydoz75Z92QEnh9TQHuNquRzDcy0M3T8geF7nnUnFKQwIomCPNOOMMs+q4LvpRf30H63Y9lyab6eBXa1lecz/QAAIABJREFUXcvTWf/zB4lmgCHv9ywC/sdh457oJ+u804GRBCeVg+gSklg8MwGyq5cdYeR+JJvZK62DzutsSJigwcv4SqEdI4awszzme55KA5uAZx1YdWJGz631Z50pGnqBT9/HchrAwSbG9stPMA7odEAYwI5MNM+y1teptgk3fQjc4/R20p1nNw0nkgrPZR3ww/LLdrTzHf1mL5na0dWZ4Ymssu0/IMP/KClYtOG76H1oRmd105DuDK31tw6RP/Gtk0/yfzx2jO669fm83vmn6HqSxScB/LsjE2B4gR+z3vefChKPTZccW5aXvi23AIk7ij5TTqLT9oni5081ahVOYRMdJ3z3yFijPfvKV+gEuvcn62mAHl2jtfH99Y+iv9FJ3UXUieDjZ0MIfLo5s5EEcBd8wMd91tTyeP4STQWMnaD3ScxLnv76KzbLbtex2fv918NnrRTPvrxjPrdDgU8RGemzKvXeNTbP8d0Uz42c9JQWfDti3g5Cia/eKu6mhX2w0S+RAcbDZjrHj+Kq+TLgTApQQgnsbdMLf4J76llcuCr7M+MTGdkKoKIz2bHBrInva78pGjkJYAN+Y99c1DnTUKbLrW2meN5ntn/xrHy2fkbd4wWDAAGRqbOntjUp6gLk13vdvez4RbJRov6CLPqO+WJC7dBOvmp0f8e9JwZ5GAv/CFtn/p6OBz/T4AM8XxfM0A1lf3Z8FncWWpax6rlh65tewttBlfcWk3CF/yioM3kBEOvjb+mp4AWaXFIK6rtKdFEfUTXd8kUb1vIWOvYZe2/8tr5QdbmNz276GwyaI5amQwz59nrH4+G53Ek6nT1vZ7zWF19ii9SgZ8Zgb6fBO8ngpnPk7Ecn3+wTyfvusGg7b11m5piYv/a3p8F1UZaKecUY+AHow07aRPfEL09h8Xbp+NkLZNT3twMuT/fbVCTow/NCh3ckIq+/vga2sruSoUUXlmVvdqpU/r306U7SF//hs+pi8nNb78QPStyXos7jbyh2/17NVI7dWXzK1t1XocYU20nfeGzy+IStS+hk7u/pHiQRZ9tPrqQ/1zzmz9nhHnB23owPEz/TezN+oLuu6pnASg7drHt24gXxfhf2cM/gL2tVkQt0tOk9dLsKUXV/dc85CT24RBf8k+i0cs/1u2h1izCmcPH7CAU8h07f2nKuphIVj46yH7U6Ks+ThaIXoPFvfqw/D14wy7fNv+zGvUt0PLXtMZY+/op+v+N3+wroP732G1baxZCvz80I3ua/jrfMH9rH0aPeP/mqhVFThI2dQX5Zo32c70OLkdbUizHSPOvh2dnXtxiNBPBre09h1HSKXn7nsCHYaSdw4f/zu3DGLtA8dNC6Hv7oaxyhLL+Q95nyaJ41fy+2R4d381vHOomrMmVAfN9Y1Ntty2dpkGr58khyjrgYv+2Hzn4KyOHp5rk7lgyv/in5xvfTPajYYxPAueY2mN2SocTaxPV05RnfWmGKnvkdG9Ka4Hdhlm4KcsJ2P+9YVfrecfTGVAeX2LSJl5bPEz9Nof85Uzir36Mz92lsS6aLK/7wFF+W3cZ31h6j07oAImpoi6NJxjfNaByA53zU3ejZ7mQ3bSoO90TM+aDW6iM8BMPwmYqdOj41LzvOSfdvd7Bz37YF3fSAjF52Lo8YXKN0JjEKEykSq9yNAYwyJ2aBH8Gl3qIdx/zf/1Ns9ddfeyQM+2wMaoqnoA80evEFF5Zaweg7d4L6T7E9+0accE0ocgf74KxF++4Wb30bGUsXsvi7/beePNCFNvCyZOIqtKsR1L0PWyCXTnjujz+e10bX+6GI48JE3XHb+HvrcuQu/tOd71j8L8V+5vHhEeKgMwHLb8bv2cki0QGv/uCe/uzEm83jHfOgW8Mj/3CjqvZcecq8FmHzNTkKbooTfM3Wv191y/9gsC1IYkgpNBvZTf4izMxb9zM4CTLdIN8H0vWS8X1sCELDmUZL3ID7gDosmEA91QtygraK4U0AkyR6AQCuJUXw27lQMP37uxUwDqpG8vDsOON6L+BfdSqIZkquDVMk6M44MBiELmA2ppMSd4WK7zj3/e6vP8fg9OiYMN8dVK+Do4g441BQCp0A5plwAqBFqhY2wG5gxsDStxbAC+3fz8qgSSapIm0M4zuSjn3VPbWncbzyHDuSZ6plz1mGA1AapIzzop92QrQ/0FvCyEg+BK4TwHz/PHc52AQ5KEWA3jPipZVhAS25lirXOGdVYJiU0M1p7Jm7l+pMzd6fjMFJQrMLFACcSPQqQNkKk4AC8L+MjUfRfK9pX1UhuyPH8jnLhwO07ejFEc6ZIBkNzQ9gjv6d0SHZZzkOLsQYJ5FOfnXn6rW3qw8+7ZFzVGUzeiMytMBV9EvkCf3Duo4PM0EC/L0jDwNMwpMkjndEVhS66aME8BhlzmbUv3Pm9z0aq4Nsy4PlbYA2GcJx6szfQ2Poa+M3jnw6HPI0UjknAfy9pgpwjMubAH4dEPaFe3SgQUIOvs7dsre9PwAwXGMTltU1eDruV79thV2uCa3EYAkkAsRm1OuXPBpQ8IB5RQ99V+vVWnvEnvaNs9ZaqsTCp4tQTzXW8x1FmEdGaOOBcpZQj5i2bOi85lF2ug4JAO6Lc4ljJgP8JixTiDIVpGPcuxKvK9A3yJ89GVtMNbzHaQ7YcxxldX3MWfOt06gq7k4Q2VT4x0FI2emmpffue94ef539bGAicj3NpscuXPz2dfKv5hggaPhCfNdFB7r+b85Zd4x568opt44fhxcHn/F16E0cUncOVhXoCVDHweX53urul9feoOh0642OPGN+BN7CIMOP+A3mzbHnB2z/PtsgCV99j924i+hmIor16xYvXJX2AwQhj9cIGuQP/Y7utHwmSIXm2IiAaBlj6RHj3z7iJ3KEAnskwJwx4t7fCnwBHelCeUyk7ZWKxv7z7wU3G9RBxwJ2Ym+o6I+O81MvYHp4b7m9AUL0YstIy8XLMwBX0JZgQeTUNSjs6GvgF4tu2A7ohY7n87abDqh28o3eS9fq+EsD8HUB0frYAf3Q420TkJf44EnObPIvQR9733oOoBVd81ZJ6zviEcvfBE+MGPOeqppcXTjfwu5jFsJrP7sYdhxlF5tYF02BGoVmTgCblxcx6dgGut72L0VxAFJe+1yXRCRJben/Pp6ixPuAMtqbVOJuMJYq6RSwtf5yMeS36dqLdCGrA+GeMuKK4jkXuoPD9r0bLH7H2DlpNbzS/iX28YxoHL8Gf4luzPan2XPdA9+6u+PZe/duTcKwOxL1fieAWy7wQ/QaZ/CqUMD0Gn+7CxGsT/T+dy/bjScBnEKDdGlQoKV1vxNPjt3A9zrdwlvgBF8e/6CmZrhg4LPvATr36A38S7qBco34h/ZDpwCWfeiiyvYhsvbw8ymo+kPRL/R0bPALaHj7mwtstH+fwsYbiEvC5J1+E/1DcTMydcCx4X+f9alpEd8Pz+r1uchl9UzzgpM+Q5+Nd3P/+PAzXtjxTTYO227dmGqlsV+/FcZsckUFkJ3glDxQ0E68SPxOAhi+0jM3cM3+QxOtoff7tw6Iv/8joB3JvtVR2C06Oe/iHNPCHUX7LCSstzg1ftyffl5QkCTK8UM/ueqCN2yCaS3+Gh1sm1aFlrlfGFByAD3wpw3STVzIuH7OjuxJPewFfgidSF3o3oAjz7lTjGLb9PMW7qG7eyR5dzqtLC0AzX6b1zXGX4zhGA+QMWBgipMzdYTzkV+/keuLpu2v2WfS2abm6Rs4FBDMhLc8U+JVzm7dI4h2kl4n4/SdHtGpfzOu3DpWuzb2r+OsUzQlX+FgH1PELv9qfJnFFhbPWbCyFJKeWfb/TKgKNVwoPIprgctcHx7Q5+DD+ACTSP6uySQ/00a+7OBv0Jrrd6cMuAG6iA49/Cmfx+sLbqL67ia/O1H1Uasl6YZJIus1J34+f/bY07H5wkUb70CPYms3No6+5RgS/Su8P0VDSkZMEUyeP/+dQiPzTh5FPMn7+BH+TvmAxou+GMb3HBX6/5IARhZss2afXRg3R9D81nEbfXX7fu3rs9+nGHo2NHjNdhL2Geb4nMhEx9zZmySLSKKEHnOeumg0hfH6DD5IfIktJlvajJ8+9t/yXI0VXOPaF/HnYMsH/J+ESyQxP6cwZogAXYids7aZBqbf+NjWyfHpSRYnXt8zroktwYc5vk737Ukr8CBreo/csP/qhoIUvWrfKWSlwKOLKTwp0R20sf+ZAEX3eHSpjtDpxiH8GeI+xfnQ//D6TN0kVnV6rseZfyzJVEiOIjsjqoW/ya7ZMGwsrXucZpPv/UzD3P21nlEx1ndt+PFs3vCO9pMCBHIIv/EEfMaZ3Xrm7O1e8cXJ09yy8cvBxcfnfzEIZJq9p0CTO2A7mcrDxCXe37grtHhH6ptnnzHFJIAvPHf8v9M499G0JwyhJyzT1uU5rzkd17n3rikJ+MjXXfSDTmDEdialjd4sbMTipcmdn3yfo8+eRH3kgsKdxO/tX6GbdS0KPRx/j14WbbsDOEnhLUxxAo/Nts+dWDZuxiRU531yHc1rXchF4UVolXjttyQwviL0PHvnI1eSAL7xyu0U/y12YT36HqPT0U+yf/gjL1ap71Fo4WsMvmx5USHn0NDx8BwxRDyLHu1pNqyj/TueH/u8/lwELDhL9pW91u/N6XVBbuJ8dCHsSH4GfzgNqyAJu1v4bK2j86xdGDI5sOEDnnd9KrHLJoCVfzmTbQ6fbIGCaOimDskQ/szncP7PC4KlkzBfvDvDZmzMVEJTEW5HbgjXY2XasEfAxnvUg36f1+acpIvuVcFbHNNsBAEk434sUDJwE3iwfir8IHMT6mzwOOutGPUeBkx/nyTTADRJWM4Yrtlpgkw7ijYCbcBglIDaFPiFOe7InJndIg1MoTWsM7bGCEObZ2Fjb2PV4KWV9QSInHHSQEOqhbfbSqzRxj73c7Tjn3/7EhCFFfu1BhsxDqHtBEXnmtlLDIw+09Vo5jUZ0rH0CFCedfTiKIXTEZkVeHxId814i8YBPkL+vaB9JdgnQIBX4Ifm3zYe+lzG48jjyre2KxPAa0CRKgIwj5qAWtQNPHBPaJJkx4KEAYxYYX5TVZPPpVv7BdYZ+cbesPZTaCp6NhhVvH32//uMKlQDSo5x1f01YnTOnnmT9V3p8lvyqJ+kO+RfB/NNwJO4xcEc/ezLeTSCaZE1ij4GbD+SE0C/eqDXdvZgrtMBjD6HnHVwlOdIJZ9+7vXcZ5B2ggf6wM84RFTdEcBeIze/fdAYRfObA7qpSp7KJhJp0LZBNYI7AoAAUOs4Hbn6vkwFYp4nDM77fEXHAHRgSgELz4++10JVuONrTIeo5f0DwH1OxYzt7oA1e3kDWt7XCWAO7yjQlx76Lq+CGjoQoc/r8CID/ZtrudZFzz6BGA4EoNRvgJi+2wkNrc/jcL+fAIYLahKYtMyeMUOzCORbNETfMLrmSvZ+73cCOLTVvcYxPgkRnOOsoyv6NtGzoE3oFrCkg5Oz/+62kcEdMLMCi3S5rsNy0WvWW/6sn7j5p8+CZ693vG8AYtaBfQ3ZJlnlQH667qjI/b7is08U/On32C54NDJREy5U+TsjBGMvAwTYXjrgiwPcQVjTjL9JFOOrZKpKCnICOE2i9Dm3VTxH0K41xk+S8dozpMJzAzSJhnPdtmcprJgRRCPi8F/bugM2/PCDdGPDSsOZ6wg37XzG9ElofZMaHJjt2LUu6LH/wDlEev4pkNP11q5Nt8yD0++ZjgsMte+CPsZnkSx3taoeAnlyZ908V4PHb3CDvmywWNdBP3QhFrqxQZTI4lTezjmt3YEW/ygBlH7a2T809v3Cn/FxB+TS3k4HPwngu4M33YHZ6+xj7E3kM7wQOU8nRApashdb2LM03rPyAsjUWWwO/LMvFITib2lf6SiVvwg7OY745A7fAT3ZgWCDTu8RG6EXFbmRD/3Ep1a8EuE5urmOYHn9C+iALLxFZQEvU8xJEoL90j1Iaob+6Kj8xv7QnSK6U9kMwNagjoCuxDEpIFUxTwe7onN3vP0GyHB9gA1G6Lpz2Mc9hN94fQTcr3cBoh6FKROuOJYOlc888V7rUsDtF1Q4PK4RlQZnI9gU9hIM63PHv5jr4w+okl0/DsifBFL2PAEsz4N/YvtjPy5ysxMExLuZytD+tXxZfcc0Hxmh25pgHAYmLumJM4CR0AV57qIXXZfK7GvUbyUUmobQBR0p/iD+1Gh8ePni4dknP7v/TkJ899nqwDqgAR7TWADi2KbQdrs79O93RC1Ffsi/QYXLBxBAFp/c3x/7xr0aTMGuHh1URUzNo/ACe++iOdtUPeTc5/uzdU9/B7/nTNuwzquCqb2MJ465YG8q9yloNw/PGc/wFfuOzed5mVTElAb09HvUURIaOgZksQVilRNbTWL16qCY+JOETMv3q+sVd/4sqhHZ1t+z3zH003qQLwCn5aTbH+p4vXmFZ9ikwBTt2reCv5IgRR5Dy9sXQHdFZ6BfR99TLTuL62e0Xn/OUEN+34Ign7krn3Z0n1cxugmbjCzRxQN9dJ9TJPetET8SILMBSfyE9m+t853Emg397t0FiNFBea8L3KAvmEev+ciw40R8gMQClv9f8Kee4tQ6quNVXVc6v88VbJo3uHomjnnlD4AhnSDfs0BR8JqOL5Gl16dbvZDn6Q7u9l0Wz4kN0j3uBEP8aQra//X7h3gB3kmiIAk18JTErfGFiJVaH7/YDf43BU06A9d0Gt3cnUA8S8taaJpXmn9lj32sgcalTndYJ1a5RuKx3YNgEYl3sLWt7/80nQP/CP1n2v6YcBJbEj2g9UqkwnfvdDG9/wNztk+cQrm4cisTuiY2YjsfY3dOIfMkczb+T9LD38W4m47f6FBPoNkCJG5FgcC7t81znXiFr2Rbfxvtu5PFojezj7f/b7makezgB4cHvq8wOZP4+MV3oI1+E7+8I1uPfyjf1RjQ6IIvBy4/LzSbxGZWeSXYkIPc68Y3lteYDnXvm6899ja8oURWRki3HfWRPX5t9d1bXEiCK+tIsT3P33GVCzTmjGB9JAnb+DZKAHO2duKrjXiJHULLvNH4k67zG7+5yP502m9X4rs3FIh1wQ+FAt0IsDb8cMLEdIfax8/TMrme3eLHf+sE5e1nboEMfox5cZK34J7wW2Mg/vw0UXD9Tjx1PghZgjexGYlrKWBHvidO+F6XPtbPf4+8pIFwGtNmf03f4RcKx5KID52if7fxh7XsRJLERfF/w6eKCXZUc3zMLmxyfsWZ+RQm9wRGfT/x9sq6ddnYut4r8Rb+W/zD2Cn0F5Nd4Zm2My2H7Zv083rE8Nj/Y6fH56OIIThSaJWC/42nkXMSoq1/Q1zw3Z+TfeDS0KeLlELL0zk7Pgl7lTiHvZu9kV81RRz4FYu3BhBxAe73ufcoVxdYF7YBvxC/t/8ATXnet7GRNXZxYfIid8GBYxA9x/DqW4BHIcv7nG3fDz1Mv42l3nwD8Tux9RZ4i/+W7viLNAXl+oP5fgbmDBcWyZ38PeBgNuMYPZ8xsx1fjNxa0CNK/bHdvgZKrQFvKW0H5brHKC4RbwP/AM9yDDvZQAI4jLgGBwPxm7Doo3/qBoAgeVZ1Mk7CJXKexMSceQdtlslhsjgbK8AYp1QhiVeoCrm7IQO0CGRv5jqOzASip2NxLI0Vrx2lSTyPFUCBU8EWB9k78P3fzaxSmlQvRTimwrSMfI+f875Y7idJWQbYtFNAO+vb0bJ00SngS6UazswFvMuIDnOYYecQckC44UT/eoGssxcygN8/Ksc1excaNHiGstR3G9w8HUknuMjVpUzpgJ5Y9CSAbdy8/RPsGLiKkwv/BIBZ+nTHjquTRtFlH+aeFTvlHtNBqc8M7alETiUklZ038K6r8ez+mhTvJIABhH84vd9nSACfpKEdUoG4GdPUzsapTJYdHcVuYGH+th84omrFKxDHQDIjcNnF+/nz3Knq1xqvcxVNrBiZ0+XyXZMuhFRkBeS+7h8SnJ9ezwuwJXGfZ/Xv78MGtQxw3gk/LkgHVPZyv0fnAJ/rAhnxFwYMmUVWGF3boN4uHt7bAIBn41noytRa/u1fd8xIJ2DDv4xFytV5H2Pls6OGDtYFrhBbB+eAKeZPktYzFlH8/SWAx3fa5Z/ALS+hA1sX8OEE5xlx6Uq8v//T4O12edemzp934jAvRrdugHjs11S8bQJ4+YrPtH63ntL/hia/jTyO4zROyvePyCH6k/Xkt4Gj70fPp5+rAOW7DuC8GLo7JXhqglA/Ix1G5r/Yl06O4KSfQEx25JKKXLV5LoDm8PMkf3g+fbZHquhSKlyInp1rDWOiEzO6ZEe0pEMrOqw7n+Bj/Y5zRdFHSfELSAy9kH2uF9szCzKhMmrx0LCeDwCmwQo+h14icW4d+b0YUCYdU+pODsh3O75dlRgaLwjfur+rMw+4NPxkO3fp0+M5+/7rP6z+Ye0Jau4RVNbVTxK2nVWS2RqfFUAlFaL6aV7UdeiiTIdCVSDWSKEdBbV28myCeOmAxat73wRwwIUYSY7UwBlWodbpCLAjHRtOQtLrdnHedkO8UyoAI9796q50eNvbb36KnRMtZT8JxACLOyB/k3k8P2dlO4CaBICrTeeobzvvU5zYCSnzEjwxa7les08z5yxp9OB0A1C4cXjbdmD9yr6m/OAkqDfQ5TrWAVPEo797NGcqkONf/kmeCEp4btaD/JPAA/CgAE8Jp5Wx6JvtHJyOAiU2JsEU0kxw+imqf/sS4e0z+v3xvdDdoeP6r82rLzjX8U/WUvpmfETbW/EK1ejfB/E9G5w1ADgxkX0024/dZ62DwBjgFPpY540cSR9jV1j723lDjJXu3hCgCyL7mbOu0JDCjjcR+1ZH9/fxA97f+kyf8Wk+msrF/x9l76EgS3Lc7IoiuXz/l73SnqW5BSC+DFR2D8V/qNWZ6S6TJgzCphOpYLiR22BMP7vVwezfqHrTBPLSlz5rKGeP5pF2dwGJ4IW2N00PwzsJBlj65pXSJ9Ypq5P7KCLJkP8kAPxqkTgLlYDm2kXBsqFBHAYEMuXUjHMqjnH9dGDHc3ied9awHKRnDccuiM7eZODmNz0ndsgmFrz2/3kGLbc9hgrUpQronRDlfVkVcRyp0ErwRfiHuRNgj1zIXGVLkjDHvecZpV/Ze/i7bZLMDYdS3qm1bHtTS9w2jWX1Ub2pRnfV0ayTxkhg3vJw1pixIRl0PTYK8itO6OhpZGnLFr2asUh34dja8aWyrn/aGdj2y8uR+Nzgc3pn3db/EwazziQwNnTSnQKgEfZJFUDGfHTTfe6BftCLp9rwRQukbRnBHhzJcVY4p8Ob75a5yNXb53Pb1tpvAnTIxySSbMv6Y8cb/3628Lv9GR0A9noN3mcf0JFHlpko59uGplrbwqrY6Lqyx2EMP3ohuHT9BH6q6Of5HhtZH63NswUP/nz0t56HqPUjxNcPz3fyK/MhQGT7/MFdJGLk+2tfbLusjxDeFk3F17RyhXH2/EJb2W/0YsYXW8w2zCTfMb5T5fl8zzmjOFMdALboj02vH4lPEjpf9CJZpLNKJ0hCEgr45KxH66GxZbDhNd9vXSFwVPez0CmsA/hFlVQnUWW6niymn2D/7GV8jrNWbj2fDlpOcpUsHl9vj9321yTWaj2dKDj8C911a0nu3X+TYEjgNXbbl6MUIHnrG8/y+LVazvHcxnXoJwJy0O6BB173TfRFd+i+11EetVd08lpf2FDw0FvrRLoFABRP5bptv/BjArt5AbaLdeDIzD7iSp//9nTMunGo/d9P4pHpUs+u4JZo9ySdTaeQ2DRryGkd5T/nnR0A/vVLzxVQimyND3KC9rbdxk8xvmvPw3NZfHzopnyW6LHs6OWPfbYknQUHo0xiMxgk2OON3/3ewT3g+pMgOsp3E4QEquVTT+FKP1f3yn5JIlZtvFbBWGuFL/uEfmpb7dYhkkVdqf2yv2eB8DucCuJD1BnH7aeyHH/+X2zorEnTzTdbnWt4dGhy/ZeboJHOjXeAXc+MDE6HmshzcO76B24fHokhmcc6rTtJ7zMJZBMJsr8r1407JsaQAHAoTzLLa6G2/KfzC3S0SU637AAvd9WwCJkEs+BX4VDpoH/4zGfb24O3P2SRfM7VWcXycmRNy4jo9LKjGguLxqezU/jlcr5Q6TxV5/DirZMjW8KPK/s+g5Kx6TZxcjH92xep5yn/1rrV+A8b5x3f6QCw+bzk2gvXDDGyLvHhjl9jeDBrHT5ou7L9vdqDyYs/fAquknyz7KojIt/FecvXYFp45MaNfP7Npm+5dvwcB2u84wToePwd6M9P2lwMDx9E/o1f+Xn+Bn5Hl4zockedUXH3eJlHP/NlF9iP+uzFs8gvE4Gs1W75hDASMd8KV4IrgEibuOffhCh6GPm9Be3JLpmWQrSfiQN1FRkL3zzy7dlkjr8nn9VqYffitVE4rMJPwKMd/ywq86HF5/1esp/77FyuOQKxCehlDa7Ab0HcLdt4Fgb4AWdau3G8pp2sJplgpGQQ839lTVmQ7BlFEnBRtu8M4rMOpw3aMu87gy6BN8DyVvSKUaSgZSi/jek//ngCAh6HpHwM7zY8sLQNkvN/c33+xVHbSQqaQjLgkuFG9iOME0UQoHY7KM/ZDwZeAs4rZHuv26BD0OlZGL5UM5lehnDFXy+l+IyD7Jif6PPODs7k35V7en8cQbdCSSW6nYfz1asi4XnUrfDETwJW7VAyUJyKjdB/3qe5/vSD4IFvnPk0xlYH+m9HE3xv+VNO0HvvkVnCgnKEcQZFKjtC9/wcx8/1WfM/MmAdqxsshD6pPMNgM0kWMD7npo8Bn7N+FnTaATntGdfBHcBKWys+/wbC7vmgNE47DAfTMknoxkHrx/ijgp79iMMjxsAtJ+00nCoiO+ZnoTYpgISdnE9rPpoFbJmpDLtzNtW19t0qi3ktkNz6bQxuAAAgAElEQVRAg8HUsz63I7vprsE5zs7boDt0W9WJDmhY/qXyUzT1bgeccTSQyXtXyZ0KfgEcrcPzLTSsOdJa8G6tAn8gb7pNU4PLd4ZX3o4hL71MRQaOw+xvDHEDahtycoI8Z0/pMwUmxwBrwzLPjWwOvc9MbQiPk2QyBjO+TyfPCap6EXJ/O3pFV27HZMdLLsAwt1PORkg+D/jN2vPf8t3bkGta6MCUXiFg38/j2g4sJqu4AOMYwf1c/f7ORnYK1+gqvJwDCAV4ZyHpeIGsaYMT4/6DfquVqr/zemdP2obVM9uBcdZn5E8nVOSsp9ADQYFvgcSz7+34ZCEqAIxcY3xUcrRs9FytOxYoY6C/MqLn+ZugJF4MjzXIvfGTz2qX7nNbwXIyyrAU3YyB0nC36a2rBToTnPZJ4QkxRRIxLO8v0oueWsdJB3IlT5QgAh7RnHnOzWO0pD/v9AWRe+xZOwx6HI2V4cvXGfITCCVDnqSx7syS8QQLmm8nkY09cWD7nJGaRaDTDW1J2yFt3eQK9SQ7/sVnqee+Nlx/kl/Lp3FYdttprSd8rf2kvVMHjVhH4YKWJTw3BugmtmZg+dYBIePH/N0GPnPY8f2cyKFruzUauAeb6jyjaKoDbcfheScQCSqP8d/y+gT76uzWE4gYBwaOEe8xHQaO6MsvOJ3vYKJMvl9PAhbriQ2iezSO5oMP38a17z13vZXgEjLpa4enStxp+v9419k33rL/ru2qlwJKRJvpqhEjXhMaOVktShtfI5e6CgF82wkPSaIhMv3G5zhfj24Yuw39rlGTzNh27nFQPoM92H/otM8IwwFxdwRhzD1PH4FSjoUAmawbe9vBJAIVYAjaZHYFpHHCBEtxZmVx95ikm47Db+E5rZsD9eNv6AAEuvNOVoZfTd+TYPvNFsg7li5wltEJ4jcdbXM5uLFJZPNK7uiH4NKx44YwsQ14g+1B2ZRjM9yU2clvDgA/F6qqmOAzeLExGvxmW+zRE8hqJzj4OIpbD64jvO2WYMTYJtgPp6ODzot9HmSdOJ0LCChhV67jbRMXtH5enyku0O93ADiB8/BZ4xIcrabzqSZHh3cHMRLUDp2Of+KnCgxsjjuB81TBTKcT2ZMcMYadaQz6pYX7Oe/8dF1Lwqr0PFVo4GX00733rV9INH7R8bM4Gk/OshTRJpnvWwBYdNjvabus/RR34hF0BU80b2gs0AMO2j4vsiv8oVP4Ph11tsuZcYESCo2dw2CLQwYfKFChZMVJRuCZ7bjFNui1PHaqfT6qbnqOE5lKSx+zMEEvnMoWy+q882CUv9KJ7XKheP9JoDv202eF2HH6ypa3HRmeZB/vYzPC71oDYUc5aHCQh9cmtzStSYWfHMD9xCWhg9hK8d1FeVmfTmCGtTxt9CcY33LRtu8EgDsBRjybpEaJL9H0Bl+ObKu2xofGsEGff5EfL7ofX57G3P5lrxfqsuTzG7d8+pzB4TePMR4FXr9hkq4Q73OZ27/Xut6JalRCSj45qTa2h2j9j1+SgZlp856vmYQNsfDfJ/FbR319BIDFEwrIjNx1m+Lx19BBQHsu30GChUnM1w/+dRL348PcCuAEgDM25C4+Qvan9V7ol/m8dvCtH6nU7HkPRu0EguZpMNzq4upEoneaRnLUURhp7ete33dXpMgV6Vmts7oF+tqp5I8PawOH3Umoj1pKIcmnHxE9hUxv2f1enVmzsaneFcC7pmAdXQ2+Wnt1/ObPQsl+skzQmnot4h9NQsdnS3r8DO+ODe9ir/UJpw36trDNOh/b4ou7BTke+tgEB9PiMx7jUi99AtJO9AdPgc8n+SOJwgLc+6K3/okdyf6TaJFE8/ETEMfQY0puHN3x0MHq8OB9OllJBvhs9meT2j4P3XzKI+3D3YmFdTDP13neHYDeI1FnnjVfWoBbH0wQtpPQ7jVmb8BXFJhAg6dt/UV/OWoiVc4Hkz+fdHenYx8IF44fCP9iB1NfxR/z4tbLN2+0Hwa5FNvinbijuZA81XhEv6MXmWfjbHAouJdr2p/DPn3l1dFZnbyndcHXRRxTerT9rf2s7ninz7U/rVfOuC+6Cr+MbP5SlMl9P+klc1rFS1gXksFtA4JfnzNoDougPKhcuFvYUPWmTAmDRDM81XwyDh4FPm12PQhnn2e4EGlXELUD0JlqJ5gcpfStws5C8vkfbVM7mxCHW28sircNAbch1QZfAkL3bRA1QKrbosxMXvPReOQI0Y/PXJ0fDJbNUl1lG0J/Z3HnPJetRvK6ujI0WcgrvPIcPTdMlRfSMuq0rnnWXkqvlUqAx/uMEq8Vjvap8AaAhkn3rEYEjwQtTnM9k+AfTnHWDaa/M5GW8N+VbCdY7Pc+AeBxtJJ56p2Xgpl/eQ8OIs53sME+6wIAt6CrAPDBEdrzCgB3iw+yUTResrdjuFLl9TZmDAQIXDyCP2ckptIga582jeuMiWMa0EKP/DsQarp8aOFkv+kZM8FeA3gx6y4nQBQIzu8WSFphzdsOvkGdjI/9ITN6W7XMWJ9JwE8xREL/VBNCq6EXHDjJzo0zYtoqlXaG1wnurrDPHIAD0BgZrygS09jzLs3BLWbkKFYGYBlxEZhx5jZQ1t88pxVhJbMlsFARl6aBQ88jU3gnlSx6djvTdb2u8ZngsiFmj/I5jvHMG173d5YbE2x7fr8dpChPDHPxDwow1RdpwYkBeifRhH4TJOtKeBzsOeN2x4tzOP9G9m0XA7IvI2sFEBQ0/9iTk6CxwaFMeypdJnCT+cdwOq1QB5Dk6sjrnhv0+wpujbHpuSr7e9a+jRECwNs9ITvc+/9TW87cI75684P2jgx3nkU7tT0ziuDqGrUOGI2B2PpYz2javzO5u+qsnbyiNyXaEADOPmd+MSyHPww8Zw9/CADD550AFWdluj20PkBevAJkkj/HwE9mNnLbdGtazzxv55/5oipKM4PBI9X6qwEcmdDQUvNdNni6ETx60JVV0rtk0JaM8Fo9NC/5GZ5YIYOMlvy1e3t0K+Oz8Ta4I/J69Xmcj7eOS6sraETPodKpM5z1OU6AMz+D2Bh6LR/RL177kd+ar/Yo+G2Nr96vlg84pp0wIQBrmZpZdgC4+So0tu2G7wDwLY+CkYQjNwDMPe0EMi2U/Gln150FjjPEuOU45SK3bodEaHCrkPKeasUsjDUZ2utIWGzJ3tMi7K9PAFg2qvZJa/xbO6JEE+MkoTX67bBVhUDjB2iq/2UfIm/iFMDoCKaMzlcApQ045t/8QjCAd+o9GMg4no9MfB5OoGE6+JoeHBjQWLzv0S3plBBiIQubVT4OnGd8puPOciBBaT4zf4l+J7GDAHDoLKuyTsgNgETHz/vHKfStkuTItwkAo3/8fGGbi7dZzzZM4Qnd02ccUkGvqaxxP5Vbg69C4yMHn18kj5D56ZbwrnCwJBl7y1U/g6O7VZ7HM9XdztzXQhlL3I6j0HFjNScDTtU8FUiNQ9+JNNHXel87EU+ixewB+8O8oE+w5E3jOInht9YXvdftnANLcm3jU5IO6ETBM05ARctlOkxQjI4PHZjyPAejZr1+qKC3vJ/I6tVZRvPEeW++oGLdSVqrX/SeJGC8EzaxKXDciza7O8p/EgBG3olPbT8MTodfwFgZ39izhVcJfFINc3c4wOb1mo9Ml/7UONE4yK+1G+qM2zl6JoGQyId+B/q0+fI4mp4XKIFm2OPwCTJC83k7tKbl/QRc2o6IXRi7GTxKwiD02u3GI4/05vAwZx5q7iQcehxjn+CwxYHqeT6qQzyHbOkOGvCg9+UKAOu1fRQGgTNhVCqhbAtOJMx2ymBV5Eb2+wnAn0Dy4lTe3TrXDqxxsop2qaZU4sI61rfzi9a9q5c5AgN/TuP3c+TH0H9jlei3HFPTFcAH71Qi21mzJ5DA2KWfRYeho7Tm7+SgdoDeRwPh52n/FrLkHJPwPNvYaHjnlm3oF+ST6CAd0BJMx57Xvq3TPzK6j3poWxXbX+9CTr1U6gzC6+F9nyDJyKfgtShTAs2m59F/7N3K1E+fHwlUBIDZs6zzOuPB8/18j9u2SGxIj2Xs9/7O738+sM03WD1jiy0FrsaXFnw0GGn0pOhO15OIkOfvLnE+JPtAhdtdIW5+HaLTo7GPSKqTDbD8Lh+ARp5ARI40mk4U5fzX9fDDtmRW5WEkWtOa9rJb/d+OegIlt+MfPYnc11onSTLSmTPQ88LwdQcsbR9UMvA3er4x03t/138MFob2qFbe3YgNxhyOzT701PzJPVqHlrd8brk7/HXQ/iTeoJciU0KHZpXnv/uoCuOfUTAOADso++56GJ0RP4WT9BT8F14Y31jjJfPB0KheaP06srnHI9tQVcLrx42BiV8P+pOucpL6BBzokBQZMQkII4vP2gwvYT8GK47MHJzKmFs+tn8OHPnGkmt/sJ4ENEITR1Ob518JDGb2CUyWMGt95bXTGozc2L2W8GhMEV9xaFf0907o4BnQ+Sayxk7WfW//yfDj8amHgiIz9gjNgd3j31hfB7gBXdb+Wz1H+2cf1+g60+0wLnih8UDjY91//HP4Ogqje/1JcqwE7xPDmLgLzz9FICV/AHLoEcs1v1f+mkcuGitnN0IvGT/yi66CbVrFL2Brb+zBBJL1o7FRfXtskQqatbw4+8wZxUVDtnunMvWX/GMP/jVeNP2Pb0PLPgPDx2r6eobz7h62FffYTMfPj0CZwrrsL/Pr0Ubndtcr+3efdsfunim7YGwD5LPkkfGW9MuMW89IglE6T/QZ9D6bnQ4Fs55iBs9xCsvuYjr0NS3Ym77uKu+eDXZu+8O877IpS6Zqjm7pPA++A8BW/75v92L128hokiNqDdgfvYvng4e+6STvyOgL5kgAd+XnYBcPJhuLn1I6nIQgsIkr61Gyer7mPTY1NqZ4IvIuq4f/Tr+DRxmPPusji17+zC/8jb2fpMeM90+///7HSKwVqAQLrMAPkAmTwvSHQc28DHYDeh7wDPBu1XMmYwduHCD5TP89oOZZKIzOdkycTJY6w6+DxBBXG65iiJNZNgI7LSimYhHufjZQ7864MdIzLwUUW1l64ZBizpbOfRg6ZoTJDOgs7LNORwjEMNR4DOKVbTota1GGOWcxQrMdEPRs13txlHpcHts7aJtZJIOoM6FxuBI4zdkIAQhkGyMAI6QThIQO4iBfR9S59lm/PsM364Uz6ZNxW4jo927X6VYrpQ3MQOf8gVkzBbqed6ilqB27rkZd0B8nbQ5/73aVOd946derJAA0rQRgxnwe59s6+Dc5IPPLPnSGPc9LIF8VzROQbME0Ao93YCzGGZD9aiN7aSifZy+Gf56HbIVegAJGSxz2kyE4AI5sOrUm7udoLCWnDkBi/sgF9g36QTacgIOeMwA4gk9Z5QkyIAj77AjmKcd8txXx2gy/9fWh6/mplnYE9vRNA34A6itLUBxjxT4CEUD5/I0jj1fgAOHvO7MOYQ1A05Th49DtBBDGccs6A/ZMRzgSX5PLHwFSctiOnLIxsRnqzvp/HnaCxPOMo0yfNUSWdIZUaG8cHz5PO/I3oEx7EXmofcFw2bFH+P/E33umSwyUdtgFuE2W+jM5V/z3lo7xQUU7nRQQvcjDjCW03YFrPu+l7DagfH4cimq3bwM8Mlc/BMC4Fr6QLEQmsKYO6I/mPjJyKmXhlQAcydC00tX/usVW1jJvQ56SVHKf4cz8TlbsDPLOst/nSddMFew4UKMPYsgcWi39F0e8ZN8cF+BBDTH6n63MNcBXEHGMW9P1OLw9JjmzKgvuW4DvDhgSkMbw7CQYdH8nzHSizO2g4Twlw85qTfxykjkJ6i/Wyad1nOfxDvjAIxi67IUrGrzgGD5ynG7LO32FIYLhELwVYzXL+4l/xJ90JACfdcKN3u+WMDgKx4GfThSpwIEOGsDaUND/pEcsH9YAppVpO6JxIN8Vfz2nNshOkHfki42YkSendejkzXWnDGQK3RD0N/TVAPjWU6Kpu0XfcdBdBu5tANxtNu+EgW7FH+fNO8OfAJhER/Br5Ied1pPgJ7pA96U7BXIkzBvwP0FkdJFlevQ8DswOJLWTI1UAvH902vPP3TmmsYDx4vNe5B64nWcdQ1/zUSKa8a6cg3KejLCaqpXkj8RAjz7MOnhuJ0krOEj8mCxkCbsKcs0N3cru7cwZ60i3Fb7I+erI7XV26HGiNXRLaObRRWoTrlanJe8jcxN4xdHbCQiikU5iGJEb/roMxnw20xO9jAHo/aeF2fO9Kj/0I72gd6WiMKPtfUOOkJDVDnmcKJ7b4IMYmO/sbi/tBIBbf5LQ0U5E2uq+klie+6UPvILGnglo8QPd87nWnTNR2e+17XbPWW/m0c6l8+zhhw5o813LZ9qXxw4qe2P4ojPkwezGDq4wnGMGyqZtGraeLKFzOw+OMw5n39hupv8JGmbMKx/O+tZxP+AZ/tUdtNTlHbf+O+37ZnyZ056VZ3qa1t1fz4Ctyq+zofyCs6yEL/Iya5jADA4QkQj8i74JzSRhVHTu1uuDSfnOdvDYLaH/zbDvJLAcZ5KEsRPs9/w2wP4t+BXD5nLOFE7pxNal8XVaIvelM3v9F08vHvYuWweULLLDb/StWw+m44z3Vx2BToKA8PAjX2sjpI9Y8z5TtvEi7wy9bQvoW5bpwekEAu5/J0B1YpqfJXw9OKEHhV12EgIsX8aJqF9LJlr300HmoY9XYubsdSf0I4tbl7b93dd+S3D4loCQ+yXzSdyLQ1A/nWgv/hB9+fPpeBW9uMFv6IN7oddsWfZWc3BdwLMufzyuthMAP7yuVR0ZZdn6eYQaiUPI267YJUH06OFZc8im5dO3I77Wnskdm8Cbv5HHzLErjXkHNE7CJp/rXzAQ49PfBKHwr7CndCDr+5F/2gP4A/2hdcBv0ZjWWOYkuOVpdBA4Y8aftlDiotXh47HH/Yzh44PfJgGVAFDsnVEcs6dxtuazJIsmgdC2+jwv2CtdeaghuVuQc9RV1lRMG9ragOtWsulr7CDWYbtTbLAFvmJuL3/GdUZ4rqnzNJ/1vfEy80e+ga/Bp7c8Zh3PnJ5f3servP1pTePQpj6jqtXrOXZaJ6Ox/uikE4Cavdf3fdQG47nHdyf1tHz6VrTxsm/l33j2H55gDIpFtU1Fxbe+Dx5cbmh7RUlaJPAg+26+yxpNArnfP1iwAiS6hs5RwZPlb378GSSBY7exB28bdZMsunL18HzpvMN/tn1S2NH72oklHv/oyg4Aew3Ll/me92rMo9tkO5Udgh8zsY3gMHAd68/aHV63LM8RT0174i/wbdNfxpjglnlnBO3tD2PsPhPX/pO1l+C52E35HB214/vn6K/sLbSL3oXeeM9Jwhu6is2Ub0mIYX79LArOTgDc65n3dYIi76HDx+5tklX1LtabREHW2HbQsb/wcYZOTtJN2ZJv/kxxyv1j/UVWxvVlxq2bVmYTfLtpF3lCcJS1IT7GOoPldb8Dtc872h+2+02CbT4pWD2+OPl5t6MU+22Z8BCa/TSjf9gvzSI+hcF0c7wByU/yrx7/77MuTjKdgCrzOUukBIDxDfIZlc5Zi25NjK9y15Hntf72OP2+zPeWW9YfHO1QCSB04Im+zJr289lj3kXQWol2okOtFTJW+xJf/FOg9+Dr9h/F7o8dEx9hYjwdn2TcuoZCh6xP4mvip9bdbx0bH077jXxnFbK87NhZZ+jUSZhTQBJZE19R/DTpDLK26R6tCTaS7xee+RoA/kbkDTY12FT1roPkZrhsTBECm+XPP1up3gLPjqHJiloGvYDpZPAYMBkwv4VmM5kW6d3OY0r8B3Dt+HMGiBl/wA+MJWDajpi8L8HraLCAoz7TFiXjjUHCzrq8FF4RNfMwY9jB+PcT0NBYMATa8cvm2pk8BMGcDrH3Jg0QOYT8fEeFWWd7EBxuweR52sGndaLaWeB1nGsjgFswkxlxjPQytk38U3mwYw6odRbrMCuAn/3o/WF9RXEEgEU3Uqi3ghCDQp978nXe3Ir+r79V2ucMbOTCOQs6Y4+T08+sjNkuse+9uFsZoAi7NamfO62S4siWoPptMp96I2fcA2Lb0XgbqlT5xnCAf5NV1xna/XSEtNcmJD4Bqa1w4noCwOwThhmV3wf4j2NSFUA4bjW/VK8PeFFA7AECAN8Z8hFyeicZ0dlLgEgMbv10AFh/d9AfIf+iUa3yACKed8ZzePY607ACQidLT2csPBuh8cM/GGmsFcpnA0db6aq5drt4FOKhoWd+6XwAOEo2qRxp/5dM8VoNWWPsBFRP+0uDy+yx15BspcqS6zY4AHLOKGOMAEzTsfhjBEi3tRYfYEzSAljXfTvrmHUkAMIcTAdP1ivOg97POG5CtcdgkQML5T+DRd6+FWOqTR3824YOvgPd13KaefdY9Fk7a5Ch+rcDwNkTVQJui8FDJwOUOkOelvi0iDHgefav17zXHceVx/P8rx31rDsJQTFmxxi9EqA8po+W8hlp091pTfRCVXFUwLPe5ydBB6eXDa9ymnQAuMf/E30BaL0/0qXVpvMOAPOM3csYZsgnr+cETDlfiarcu+Wl3HYEKbSvHdzJ52Emze3sm9cLx08AeK8fdGNHnQPvS4B73/B+n+dSyQoJNibAHZ5IJwr0fVfZdoU8xnjGkJWis0Po/d3CfpMFGGswGK3voQ2qwjpL+u4owB6CQ3reHsdUwMfRs854j1XisNT1MRKcHSssN/r5+b3pgwoy5Abyp0m3DVRnohYuOAHgWdB3S1L0UqTQ+6zrd5cY7Q+GS9On13wcCOAE5AjYMmuc570dve/OKpa1k6TIO8AYNnJKzsUxuS2IoMn+N89IAFjGrdbVumNkVq9hyz7ezX4RgPQeXAFgKosyxwmeSVYMTTOePoupO5ycFp8j93U9hlz0wIN9pqWovsNIR5YuPtldQe73/F57NvvVVTGNyzxmzUerp3WeuVCJTjC6HQZHJj+//GUSpHDY3fRy/h77xYYxZ0hPsMn70RXARyDkqBet+3ZXej67aKtplT0iw/ymWartSXCKw+F9ZInuabzcyXnZ+/XqbIIFjq6hxLF9oAln8s8miS9vrLdHvYzgEPbBlpu9cdKb4PK00MYxyN5bb43u6H046zMZ2C/9NLbzwQ8ztVO9M7gu1QiDXebong48si44J5qfcHZ574f27yCwgwbTppHELOu5qZA8ToIi9JZv5hfReiX14GDxWjzzol19rw2/k1AY/tv9BZvT6vl0mHloZlvmRZ4H977tNGQXvA6m6YQk8PexVSZhpFv63vLQU6pEDuwdAlbdUeMkUAzdtt5uXWN8+CUATCevg5NGF+sftQpdOzUJdXfHBvPA2IQEIFo39Bhav/x0tBR7JpnAGamST//9p7E5HppNYl2ubF4jmSwYgO/zb+ts/d3+DvjDz5N9ODKDhEvov2nLMh3dZaBeCUXHEZ/F9H5NAE3j7SMNMricmUs3ITBFy65vOES34rewRwDx8jxPPN5tRQkw/9SNaXV99DGyD25pevz99/fRJnfgYZN6pu3nBE+yYXcgcWUu8uPtR5kAkTFh9D6Bj9f8enO0pMUPBIChVWxB223zTG5veu0A8O2XPNcXBiFpYY/dSoIjWFgtejs4oDGCPU/iiejFdmw28yXn5qVJwg5uRq93sJN17KTJG5OF5tPatfEDupr5pQI6cwjf7LnJ9oU5yBc+lO+TzjhJoMs+YFc1DS0eyXPvFtH5bBNysAf0mddzxkOSavZ26RYa7P3MM9cu9/pP1zZdjyxsfNh4gGd1Jx90MrzamITOYVk3VU9vBdxHS3djRORFbAnty1mz0a+6727pzb7QGQ2n/DkCbPBXrovNmiPothqu7f5mpePPeOy/BID3W7tzBmBSDECCtgO7jfNZ9+ee35/CGZK38Nlo7ASaWH/tDXbEtwCwSwfQA2PTH99Y4RGNGF9M88a3al1wDPfw753MAlS57Q19Ltv81ZlULAR9Ff7o9UdG9NrfBQf6TvzFWc43DxF0BicdntWYnmQu6D/vSIfKu0K97XV86D0m/Z4CgdvfHV7Sxp5A+9hoSUpOoEs/FK5xhEWP6/Dk8LhpTFq5BkbBz53QpSsXV0RvEAD2uIfug8kWM5LErnf8+b//epIALbvGp4gNfDDus3jvQsL3GA+dzf2tX7vDRugrMaX+gTa6uC/6Iud2x64aP/LYXw5WzvcnnnIlXxgHjk+jfRm975G766dqXkB/JZUifr755QwfPNV6lz2GbrZwYWdtuYo/2N2iwN7beYqr2yZ+YUzRzWc45bW2JEP1nuT36DC6c1n1IVcGf+iqTkzS3y0XnSD30BlykBdrz0i8fg1Gbx0cyTpnb9ePxPXd4t/8K9/hY5M4/uDxafL7O/trX/EcP/h+xyZO+nPrA96WwPFN47vJ7wQj9HKeg985naNCHxNE/9//SQ8RwENnsOlzQINBha7TvfLXjGB9O4Yz2e573r36HaEeLdXl0WeKM1BXu0xhgDf4i6HtOUiJ2WH7ef4oY9Som8E6My7v3YoMAoQ4x/LuCOrOxNpVjLDwGg1wC/gKUHQA96m+ITC1mzXr5EmkAq7HmLmtMaU1dXDXgbJxuFar7TvYFGE3jsGqlmaf7+ygVp6HWZEj1795xhCVMiwmiNiORM3b7WOeuQcA9IrdQDJCPZT1dsifPb6EcUBygksQuv7t0v73G6+/6gwBvkkF1j73CKPrVsr4qawQrVOZ4/E6cB9Ax/hZ9z1TKSgJY+PjbMo6N0DXcZZwPy80mQAePyj6VhgCfp39yl6TnaR7b9rLexbU+2wBrffsUW+HaJeWdDityJyOIkjSB7waQCEmuVpBT8sdMmRvfpNQJeMUR9E3pX6DsFTUpFWRhsP3Jyt1KvXXACBLcwFADJzh0WN4TTb788ycyZMKef3IMbXjpxpfNxKtr7YtU4nJXN4ZsD/Lvk6CuM8vxJHnvYtyRLcAACAASURBVLVRuXPRjmi/3g6vOeOkQExX3mFgaR2ccaQKf8khg6l3xjpyq9szIQ/DB1K8WZ8Eb/eM8VRvWcO8QGtofRw3h9oTAEYm1sfLDwMY+UDrgF7YliCRs21sphPCl0z8CYr7O4E2jXbYT9lmnR0awzAZ380vZ12nAsD0YlT8BhiAkHUIpl2g15Ckk3lwA5ZvFc66xwHMSmyy3pGesKNK6zIdMC7ZcxbzCgADXI+e0r5SwT3VgOz3qyp3EiR4rvT8RwVZOTY/HIVTpdTGAIYt2ZG732mfeSq+JHaOczRX3Q6dOAwG6A4NGOtMa7PbIGq6I0HLGGjkmQBrdw4AH0RHxPnRP17XqqQ2n6g9pWj5obVzHmlVi50K167gYr+mkgUjoIE6Y0GfN81pTBj+jNMdLAbf3AE2Kn1tXF4VgehHZHAnA9xGXY8z8mbpI9npn9bErY9Cd7Ou0PPom9PCCLlrvW8Bb/7qyqqsweAKJ2rsObEvZ7MvHEB9nM3rGOOs6+CV934fnXAJMOQqBjPrHh0WY8xZqhh+s7Hf6JNgfQfXWMuDcwbnse+ys3DotpMu3yc4psQ0Z7RWVf9NX5Llcjb08ReeqjFyJn3jNoztdqDH8TA6HJ1tu2Bkovijgpy6/rReLJ7WXIRP0gY7Rhr8Q2KUdTmOoaKfF11d+8Wf0QtUGJbD8AsGPveIpzS3yeSFH/X935+qsVMxLwymAO200mavjrz5IksYc7dOJwDSDiVoRNedloFTsXJXmB/c5cBOeOZUObmFXuZjB+sEoN3Jx+s6bbpGnpm/rjOWc8ZXDGBaM/dyEwxBH/b98P0rmdl0UwQ+8oEAduuY1qUEptuJ3IEsEkR6bEemXy24vJeDH+I42nPEyaxHP2PfhOA34aVxHRWGR8xNAJextAP5PosqAZs1sAmm6N5Nxgpuxwms705Fb8TlwVLGT+OYsR2l5CXL6u9MwholWet9jb7rpO4xIcZhGx7RT5yJ72Qgj390IJ1IcADhyIIfhGE7QYzxnySRcdTdtKH7u+NR4+s+gsoOoeLHbzjjPgLhxrONDd6dlMZOHQcRtven0/CNr+/duBOMukri287RGc30+QSAX7R25GU+XVm2AUMcpeJXKmN4BgFg9gf+iLM6LQGp+AYrwx89Vq6/W7oLg3E0kOwz7HTj60mY4zm0oWxc1UnH7WA8jt1R6wTAuq2hnkuSDO+ggu3j7HmvHbbqdveSzJaNIRmKHQy9kyC344/d5+/lR4LJTmeI6fYyCRiNs4JRxGNUC8YvAuZo+dpzdOKfPbTfKGfw2Ngfd6GBE3DVIWUCVN8KEfRUy6NZ8NPpaV4HquqgJhh11/zdAtgO3HkeDluKNToBGl2S9X7meNlICQCHpsBlpwtXdU7QOhNEy5m/5RM4HVMqUa3kZ/wLkzSq6ubBLba/LM8zywTGsK3xT8Z5TNeEO7EZB3zohQ1McYCA3sDj0MDgpvjLcrY4tknrBD0LvfySY4VT2Retyd//Eec0ujFjyVmkrbt/ehaBRp7Jemmud6cIXYOs7kR23q9/KSCR34cEXvBSHOqqvHzOClVi7HWEgTG67LiR/xcsi3356HU6A+6Yz2/r1/iSeE1goJNQLM8GXxjfjh0WjPPuQEXyF2v5dAE9fuXmXvHYScLCD4yeH3okYZq9z9qtXWvb2QHKt3+jE5TxCSJ7TOfjQHt15htaY/7Yinnn+ivZpw5WkuiGnECWdALaW7a9+dA8NvIHu7hxYa8bQjDzWaxEXUKC/qGRpufIh7efq4OCfodIZ/4LvebNyLpNfEjHy4O3xccTqNQ9Xb3YY+h5sI93Jw3WO9XA2df2xXaQyvpQ9sEzaPwHJKCQvAIP5mggTWoTOKXH6ejVuFnv5EgJd3cyPiDmsYkqzIc5EkDGxgo+fPtDs65V4FY2fdbaVXAJ8s13d9LOkVmVrOPnToyLBAR9JvmCzr/xvP6+2/z+1FEh5DF8Nn6BPH8ShvB/dYGm/H7PNd3Z5KyVE+Vip5P4gQ67ZVpocv2oLxvnsgOOP2FwTvRa7EJ3TXleq/O6faTq8M/y9LsATZ9rfD5HvbpWtM8b27bXxwFg2bfDP8dfP3+DX5vHbl8kcRs/V/5et9hP1ylw0Id9pufPWpmuv8n3oisdq5uf+Mmhqzu+Z/p/MEiPF1WObO6ktn8bAO6MUYwUT/IW7GQuacAedBxSBAg8mnG82bDTeT+TcZvn5ZnOPjjOmHUy6pq7pcedzdoB4M7e90KMgfQ6F/IY4cPgE4D1+HQ2g4xKiGIATwMhHMGsBRthwV2EHqZ9AsBuU4XaWXA1u2pBs8+iAivgKvOf7AU5+wT6Lir0sw9RLYCz40WM9BCQBCQ/24IiQqxbPrYS3f3JHtkkwKfq/Y5gJ3MkmfJpSfv3v//ydwpc/vcj7Q+m1J58XVvvVuY7SJY1OecOiYufm895luXwOHSklslTTt9t2j4yy8RU0zIYoAbIvZkm7WHd/MqOiQNOxLgesqq4ANrbCoX5dO95XU0m5u6/WlDB5Pm0AzxtKEtRbosznjCBVAXiHwLc4GvWss8Vy56GjggA3yCKpzYtREGSsf7OtNJzyOgPv+2ZT3cG+qm8qAzsbvHWDjkU4lEsz/uRRS3I7g4AzqwxrS49dVVt7wfZXF6DMXhxSkOn0IOc3h3I0DrJcdfABrCrNV9gmUCbAL8TW24DchSAnhOn1sq/+xxXPeZUcpWyexlIE5js87PuBJi03ZxWx1cbEYJlO+9pYWbejDNGDmgSMP7y55xzDWAnqWEV1e6DnnnOTJtsrndl5TjeNTfGp/kgPo8Uyy836DDvzMX3+/UdYzvOjHKg8WgneACiLG/WeEK/HN518HSzsdtA+BYA7v1rB2T4cc/RdqXDGL6babkV7jljmPZMDz8KJxWYwpCKvJlkg2kBr89wWmJIdIIVsmcdSEQu3ijOOF3jnuQOPfcAkEcPuPXKZFv2uW2aGwkF5qEnwEHVRDvtwRJkhB+5pMDOnKnOXGjl2skAkWubMdr8DCAKD28yxtnXqZBYWl6+wxi6HcZ+VlW4cUZKaHIceuLx5w+ttxxJbXDy7jvT/ATIn2cIsP6/BIABhc0/L8xV9I1h4mz0of84ANaB2ADz0M6jd6wrxhAS391n8px1LZDarS7beGx9xP7sWgev9M9Lfz1f0CLoGKEk3VQA2Gv/zE2tbFveUZVhupnglt7lNX9+SCTS73eCRgf8oWPaMVFhBF9DE35oG2MzsdBG5E4HgO1fLeeSvu9EHRtdE4A7/ALk1JjHGWPcN11GML7BNys/31gsY44gllNM+6cEPweA7VwMr1lPGkMnaVE4yNX0lqPjTJQeHAeI7IFfjyO2cdurbfQJLEWnUzUbnY2DJXIIA9IkorXp5JJx2oJPcEogXwj+nnXj7LaTbBN7QWNomdfYeulyEt6eQdiI/Q9+bicnTlrkI+sf2lqZdXTa8Gk7q3VPJ59ioMcCjd3QMk5rq+s7oNrBQ/SX+fG591sLWSoYToLEnHf5tiPHTrHNpYBz+At8tUlVqlT9QfnPXui+ljfIoV7ydsbe17Y9oXv66BFXNniuqcxhfZCnH1VTbaBPC+iWT40fuvMRgeQcURPHnX7W0RjHEU7ezC0BxuiW8NnLcSMqsdMyuib27bZIb3zUurE/l2yxHC0ZomtJ5PHaC29XUF/f9/Myj4wRudpJc32GHXuG3r4d3O3IwVa4WWsTUoMznKCg5MFRG+FdTWkDwOAl9grbp20g5qF/uzPGHTxvvOZdmj3y/dBqOQ87UA6G6642x+cyCWV6DtjhDgRkfYaXKgB4r1H/3eO7k/89Zhz3g5U9p7Lf+qxRfXfzH1jH343+h8b6OJnQ0o6dvdB+5kw+dY7JkQPhj9DlOia38hHHGvygZwu7dEtGv8+dxvJOWuWyZ3p4j4GKOH1/V5iAqbi+fVbgue6SkHUKU3UVfwJ5GRMV9530rHmJ3hTAPue5VaezO9Eja1qVQ648jP72u53UXW3AZ69JLGet12cUOZP1SsKo5t4B6SSNfCY2Mue7a4Folg4pqSx/d3mRY7blCfbZ6n8qvdKRz0m34nXTRtnLQ5u3furggvHT2HvtS9zE/anirqoevcdHM5Q/qu2L7nylNUiwM/6n6DsvZwUMN+j/Sj55FjrYemx3y/tJ7jauy3OEDbwfqM3hEe/J6JeuWNUdyB3/PvhSz2m/Zz6PLzKYmc5OrEnoqTtD0A0odJQB9XEaHTwRRb662Pj56TTZ92SMw5tjc6BzjG8fnn5fo4S/2Z+Rj3c74azB0PUZZ1YzAeAcWaIfYxXZ3s9cHeR/1qMLHuL8117l+m6ZvhgviRzWyVO5qDmA70M/eQC5G702jMv4TXPLq05gKkeshfZjQ6zNlDUl+Uv8liAvOPU+p/LWP13J7e9c9bZHFeT4F61B/JLa+yTe5Jg+sEi3PIe/33yDLthEOa8HiQ4z6eMPLSyb9Qktn0S454/unInMvivxfG/5hRhb3v3Zkvzts3h3XrKveCr9tA6/PYUP6gShgSkBRD8dLM1ebQD4JBeNPPMeq2X4IxS1D6EtEvhjC3r8Wn7j+8Vm+B+N35xM9OaVrNnyQOt9d/5jPWc+yH3T0xSnIT//0wBw9udZI9mPgw1Wvw9RP/PohLuu5O4joxq7rZ2zfKSn3TaoPttz3SeGhayazhgcY+T9Fw2JnkfYtlw7xRlawgpgy4+JLPB+X746j6uOPFkbO/Smv9Gp2Mjgb2R148FZtVeipIKSSUwbJTHyKzbDxplu3Zv1mZiU5j6+Yo60uLu+3MU43tORvXpW+CGFD6rsFk3hM7M+rFbIfvfzghsfsSaW+aNzsVe1LpaHIxuQgaw//gFo2cmtko0jK3VdkhTX5nz/nnd6LpNws+sdHWfeO7pzn6V9h9Yc03nGSYLxkbGzRk1XTr6zrzftnVcXgts2s/wklGpK0pvYb37urP9s2jnDeSuAFwgeBTvG3lmwpmQxxATrjuFZwqidyggJzjB8R+ffLXi6r7mJYBw7Zp5nIOe5J5uRoG2CLndWdgeVOKMRA1MM4EWVIn/ulaLvNiFq00Cmm+coIeiNL2e9zshkHSpTxM4BM3BZz5pEjRviydwizG8jiCW/M8pQbO82kZstB0CTsOLsMAlbhDnBnD6j2EKuwPsy0AIuC6wBSRFAHIQ9ymeAW84sEKEn858fDKKfjIScM5z96JY5egR8iRC9z2OAblmTBhQZQsYB6O+zEZuxccqmTcyc0feMh/PfCOKhJH/77XGEPkpS9EKbKnjiCJ8jlC56EA1OooFAN7TgymIFUAwQs3p3m1nPaF7g9XLmfQxhO2+kzOa9yUx9/3SwIdUF7ytw7IjPtRZxIOkdM55RKhqD/gsNb+usbrHE3pwsbo99DY4AmjFKj7Nrx/OuAH07QO8A5yrR8IO+Dy13cG+yxcZ5dZ/N8VMFCfKJ+Yj+O0joaukJfGVvCAAHsIX2xE+pTsRhRKvBlwHl4FQA6bd2SoD73jdtt5xKloPPBWLV25HhTKLnf1RAmLZGMdwB9eY7AHACKKE3Wkwhp6G5PkNs9cf7TIxum4vDAwr12j1jVys2xh96X3DPc6E/fa9ru5o390Y3tCxiPb85gFmL6IkxCGTwyfYbfiMwtu0k1yAmU6uDA52QwBwNxk2bm0gDiM6ehP6TjZbKqsivbeUhGqLluGl8QBMegLt7RjsNkcEY2hj9nYDSGbLIm+iWq0XX8+UdnAuPqJ175JrX85kvlTtd8YJO1r92sA4gNJ4uQBYQuc9LVrs6i2QNTwu3CTzgZGhQyBlcDRD9/aOru3VYVnsz77w3bg0YAwr6Qx99rVAYej1nL87max60XoIeDD4rvql3ZF6pVqR64KYf8FS3X9Y16H2CSZ0kYPq1zI6DQO9Fv0DjORs+hk87+aGD8Oi2rUFOcT/jPOOtczEJ6mpN0cd35Rd0eePMdp62waTh3Gc391rpeyewjPxyZ42mreE15pcWVH85Bt85L2l06quFsdbbR4VgZKVaU5eS4BAndHj6xkFtBMRBGIOi2+63/nfiofVu9lEGP5m+LRdj5O1ObLAp+9Z7BT1y/cexJ+W0tlPHDr84mwjMxgGZdTV+1tis7/os0q0kSQBQ2GITaRhtV5ZaftT7kScaK4GhdihiHLrt8EmWmaQQC/W3k7qDJ4cfRz+TDAOtnABD4f3cs3iFxEgCfbtGHcjeRLVvPKYn3sk5jAV6gfcJaB99Z9n7xn9toFOZ+0pWMFbIenaiHJV75q9nr5CRVMZE79BBR3Sb1Yj8GkwrrDDODzpCZHzKfh/8OJ0PDr53G+Y9S5P1iC4NDWk93vo6L8f+YR7iozhSwi8Y2Xd3pg7ecIbnoUcnVEYPQ1+LBzLPV5X9CF72YaDDVDSGH3p/dbmSUhzsfS7G2d9VCx1w/XAKDz2CzzXXBJ52D7bLSmbVerFpsFsL653LE2njZ3q2Q/3tgAi2pdNKbI51Jq4z3txiG/kdwOc9fd4iwe+8Mzb5OwB+hjd7vMFmghUbAP4MCnWlbsvKth083gvzgNXa/kAeY0qBh/X+bgMM/f33I4f+PJn7OHyToJh5ZgyhaXi/A5w4gFsO6lrOckTP7grlt66kZM73tRojePItQ0M3zAe5SKCBtc5+ZQ52RrkabxLC8YNUByvP9zj4I7tEH+eMXhVsCIMNXyV5ACy4/NTJdaZxYc7xWXgdywnb2OO9RiQb5dMOfDDP2BoxYr/5M7J3wWFUDQkQYPe1nwJ50smS7Zs5Z2xLPpTO6zGfBJKS492CU7o5lcfBC6zl4gX2dYoDLocs8gu5gVPzZX/bdxPbDWwQegsucsCrcqJkDrO/WqdOyBt4eeS17k/7+rTWvPGLvjdGmzN2X8FvJxSnepr33/6Uez087vKHaZ2sa57pdeFE+45u/I7MOo7rseVV4eTA2WAz9KftoJ9yxoRffTxe2T8ncX19IidREX/lHIvT8gq5DO+y1u1L+JYckiD7dvWDP9GpOu6h9cNdAHG6Az38r/l7La/5ftgpIw/17ASbwlfoRegRfM9Y4C/oE38e+J/A7S0bI+fBh0mcStAlclmYUhg3VXyh6bbVwQRv/yWJCiN/nZS0CeSmLSUnPf/ryjcCnujmg9erAKCPL7F8K/8sOswybGwFMJ8SU+Ej6SDbKpLXl12Q9S0jYhbsFcCPq8v72XpSFlCqxqnODJYQL/7J9sMn7ofvmIdfPbTMekSmTNcBf03L4zem6WRNzaHPi9YzKGChitRppZKvorHx47V+7IIVr7W7KMycTtLfUhT8obVSB6lfTiDI9x3rkMn3p+nqZXms+U0AX9eic0gkAhdQdOUg1umoJ/nQTJVjGvFr68ziLrDpDkybQJqk3aafDoCzn23z35gamyf0FLmW403KTnKhHAmgwTmvrhi26TdhHv/zSxeNvxgap2OIbc/qENUJwqO2zRNHN1974uK58uV2Yt6poDyVwtqzxFqAGqu/lie6+AIq0X533Me0oVjQ1UkU/5OubwwQP8y2AGbdsZPwf5Mpks4FYwtPAaJ25PhCRX9eF+ly/AvxV3WBJAVQ7QNCPt1jNb6ZBBwnEU3gteN1ty0aOZFVWlytAenz+IWtD4b/qMBlnp3glzWNv4K14/l6NnICGu4ECPZJ+9pYR5/z7lQwrz+FwlBowZ1Ybe+IF6W/goN59x1v8NjmZuyTty8gC3PbgPBHy8lbfhljTIHBnzoAnIXOJCAQKhAYKIvRjqPjhCvKfzNoMqhbh/Sgcm7dZmDc74CYpISP0fnDeUl834ToMyefAZ1szzIiFqBJOahtJ29XdVLA1gFOYzjsFdnAruDc96bigXNzZLA6wOeA8GeGZLIC5rBqgYBCRW+GDlMgjL4pqW6d0oyY3uRR5mGCOUx89u2V3eA+5cmS7rW8jSmN48PpMQbKNwLVZ8pgNVYAkMx4eL8zJRzAyrkAMAo0w78WkOV0C2Fvy1scB+1A0PvJ4P7p7M1zRtozfwUxlVUq+kwAGCdEsrC0HmQEa9ysrZX4MDj0wmfwmQWIAWSY+YWxSByoFnCc/bagfemoz3q5hYIdsCMVHcjt1rSih9mLry3tbJRHYRNgBuDLwCLAyPgR9AaT1bIp38d4bwN8g1DvzFUpHjkb8xOHUvhGf05Fg4Pjcx7BgIDOEPrgUwWWzhPTxrcDgfrqWwvQG3yHr3Ei0rIOpZl2ZXf1YOhkgJcM8ckMg7dOJqKVTFoydwurBWY7Ky1FgMI64bQ+J1DkxaJSVA7Q8AuBFp5EBh971DIFHuW7zqj0GghomoZGIQ0/8vcr68rjzVvt/PPD11nbYN30NuCa4EDzD/R29rOea12lLMnZI6/xdSaYny954Ywvk9gZV7dq7ADwbZjGkAwdNLDohJfMtQyVAV4evx22ee8GDAJsfN8z7FX6cgxPBuIEgKHdv/3tMaS108JG47BA/94B4KzbOGmfxW95mTEFA7TBh1OOMd0GO+/FMXEnNtwGsfdx1uXOgLU+nQAw97X+6SBzO9g0tj7LmRaAPwWAoRvURwyw8+nZE8nVBocEgHtNuAsD6ZZz1teqnn/x6Rqs2ZNPRwhJOd/AqO4B4Ot9XQnKeOJQy57yA98BEF2xKZ15AiQbLKClUjv6kUP/yXlvnYykvYqBsdnEoad1jNyBtnwXmn7hzWrR3Y5pXSPjRs4Z2jzCB8Y9gx+Pg7K60fT6HD6YAEUn+HVgBIfNWe+JvJgOJlMa44tgLpiAfWk66qAlZ4J1gkq3OCfOfLC3z6J6Y+wklmV0bUTsXNcQNy+Vw1fjRN5uYGidIrt3uz/2MTzrTOLBOSPHHR10HMi7gkbOn+iqfRc8eAd/syeDQ8b4A0e8uTZyMDh3v/nJSdv3gvfXMV96fugHHfAhK4SFLhwH7SHHeZe18mDHDgK23G2Zyf41/m2evuf/sR6TuNSJUevA2EWiU0rfD71iF3aQ6A4Aq08OySSmD4I5ndQiJ0A5pOnEQ7eaNrBzRnmwED/G317YxTy33KDyvHUMSXF3kKvlimls9HPza2g9gco+t1Xzu22L1m37vF1RjanP/Gus3sEJjYtKwAQd3p2x4D+w6HnXJI381JK1bft2OuBEAo/1USS33jKOFTaZvbgDbhlL5gwPhH8noW+wOrRFAIg55D7WejsOLQ1skFmfoZ8bJzQNd+JOErhL7g0f6vpObA5CCT3w4z2hNeVMjIrMfh+BbXCg7avnv286M0G7yEEwKHjqJ/pxRwnTQ8ZGkFt/2sYfXHkcfz24+f1l0197tTSyNzbf3Hij/TPoDd0JfeD7eclMqmSqM4dtBtkv46TjGaeVfzmOZXd4nFeHBrBC71tjwOZPHMXfkl6/6Z/XHhdhtz3YtJK92QpR07Udqp8b0knt9stI7k0L/lvWN33RkcL0O503mvdOQO/xI8RunzW7WlPuuLd1712R0+PGOd480nYBsr/pwddeCY7BbAkAKMCXQBu+g8h5O3uP/0LA5DOgdPTl8wDO5OQ5oedUgYrNGCcJvXcCUdskvVNgSPbx3+ng3udvVdHqovXbb78dOdl+i2/PNaYZOZLEoOzlRwvJ5yJ1Cuqkz/aTbfIExzg5q+L48L4Fp2y/OMEr+FLP1ni0Vwrg//q17Ztln6nScXFDVrBtccsSHU0zrZO/zbcDVMh37JnIhX8vn9sm5/kdAI5vcdf/5knwzsED9hGM3hmd4WsmwIT99bJVjafxb1wJ0yP3IiMolAkfYHc17bWu9edfAsBt67x+9wYsxkbWyF6mUhc+7n1q3n7xwSTUYB+Yz+ZIiW5N+sJWVeHn/ZuEkFfg9rJTvW/ISvkMxh67C4qcLKX5yb58bkmSW2hUP92yt31JocskBaMDbtnQxWrBPCpQCh57rYl4Y5LRm547wUV+1692sxl74gNe9J53JqFkhe50xt7cxSeKM/zLGKWPxdQz8nz5/yQfWhd3UiGvp7Cl8Tj+jbx7jzdjXdiDTrZKMps2Ef/V5eeYCt/W15IL+AmTUDCYzS8Ihmy9AgbPnu+REd7fOuM5wTGKgZJIsv7H8eNVB62WyR389oacCvd3oN3jU5JRLXDs8E3EzBFzb/p5Hx+S5JafWgTrHXp+y6zbR3r8QV/aIpvvvYfrt8weEtvIunBN+CQB4B52uufluq92lHFoEj3KFH/ZTG9MMYUGY7vj68MWIhZnvFX7mhE88vy3oevhH7VodsB1/E4dU8OvxL237fDdlkgCsJJlGt9k/pFpex8JL6luh0/DI1rflVGxfUMPnVDr9b9kbRcQ6Htk4Umi1vWvjg+J8d0/yO4//c//9/RgNDG807Ay6HGkDCjrMx3uDecFzch89uHA9xlPewaoDfY6KyP3EXikfZUAcQJwMcTUViLZ2GTveCOe73/9WnCwAext37AbgiEbQr4BdDvQ7sPZD+H4faf/ygcB3Asfw3ZBwa5bzniM0oowIkB7OyBDcGsE4+yKIh4i7NayqsL1ws3KmkCS4ZO931EiTHMuVUrkafELUAGko/gBolGAj/CeFhNhCgKIq+BQlABTQICc0AZ+3sfJGhraS0ZW1i0AdM/gOE5QhdUqIAg9MCcEMeDOLaoHLHzQ85zR8aromT1JQBgJue0Ne68bHMGkcpzQtqJbs5KVJimZ+SdA6L0Z3uWMUc9/PmzDU3tyzhIb/gmdLG1CNyjYCJMYm7ejndbkfX9XGK/gflea6B20aCWD7M42X0D+XPvwzq1YWMdku4U4zx47yyY07haUV1LGT8DAM73O8PCZ5Bfy13PJSnwBXFqTV4ATRws0mbbvEfjs0SGT5/0A06aTKN5UNcLTOBnhH67HWQy4gO8/24u10yr770rMAelppRbaklh4Z4R1AHKNFj2DjFla0Dj54pLbL8eSAcBnkBW+7L3SOMh4i9EV/tLz7jaUL0dSL+b83ltq8FgtWwxEx5jrjLcOAJO44HeXTVTI3QAAIABJREFUI6bla1dQsR8nuD2gtZUzVVPZDP1f9ugYK889yDeND4Nvg1/JYJcuTZeEMeDl8JAhPU7VlyNhnhMHbhsYMSqgU/+rrxulsZbrZ5/9yBfsQYPvF5gb4N/00DgAWXwHoFlj60Gv48hZzWAM5XZI6CKMFFqsWFaUge2A1Kw7Y2/Hvd6g7iA/BUBwUJkux8EO2dmGOLr4HczEIM2cHllWZ/kqdSLnieVJobOqnlOgxGcnbVcPKspv/ifguGNKwBSHWhukdoBXZmmfC41eJFPyOApOIk4AqeWQ5oNwGz7l/dbBc522AtwYPZc56l04spNhr/BR9F/T1//liD3nZj4PDS589IkwiJ5X9HMCzzNIi4Bv9L7kdui9E/y+OUUPL8zzwI3m+dngTpxbvaKXZX9pnUbGPB1QJBNYsz6zrjObh4JCP7p+dKLPpBaJzQA7iajPO2ailscEMZ8PfZ6NjcLop/DHZHBPi6xtcSgsGWOLquU/fk27VfNw6DtB8zhQqFTh2IXu9tOBsc2EFZ4Ebw02Yr8GO5GscFcQHt4Y+qrbDsa69Xc7f+AhHJNgYD1XbKAziKBvyaScIffGv9oGkucU1EigfFvCh+6XKJl3Jx34msueAzNz583vzP3lxPiwtz6NTfhH932z9wj0W75Zlk3gQgm3lg/6+3FEzcDGLj98j9wEh3WyQxvYjfGiz8miHowMfYsGnu9JIGLe2pcNAOdTZB3X8C8OXzpVZA2yjzjvcCS1gxJnI9vX2KbfcWyQy4HReuXQmt85HYu+2MeRIyHo7lzh804r2aj3DpvuJPdI9nxJUEN+61723/v18LeScvlJYlMwb9Pu4p3Fk7Y5x8G2gfxxOpUu8XPmDGVX2pVrArpgve8Et8Yb/H4CwN73T2xlf8DL8bcO6nbcoF+gHxwr7bBn72g//80f4vsNbsTMOHhVuSjFmDHSNQK9dfNwnzmfpL9J/DzruIIuNvFWFn5rnYhcAR/oeiVRnfcOHTIfEpD0/UmKGFu9eUbfdxeLtm+RL8dnMS9zYvbRpfKvcGTNSO0JAHYCLw41+KFpvvUfMsZypBz/2ENNX/hdkFManujktiegB6/hkd/RhaL5+5zfBDLeFYF9fqHkF9200P3sQ8tFoDHOYxz7yCWJZOHajE8tSNNt7KYpZFV4A4d99EFw0rsaOmOZitMTCHnmOQHcQzT1Sye68THdJPJ38AEOejoXnL2zfxJwuP7C5YuMST/qiCR6iA5auUTwt/Uj9q9HIPtiEtS9ZrDQ8KRpZOzme44kA337/D7/Ofvxj//67W9PAPLLYrVNlWsnQXj8WyRse1/GvbPrlDMfCSIhS4wDnUC8OFnPpvX5HZiCf9QB53EX5D3M/7FDVR1GNT9nIUZuJwCtX5HRJ7FbMsqVTzHuul3nV0zjeW9FKnIcOvX4h9++4RPjt+r0sgHgLLrOHO1AOVsBX1EAE9tkbWbeu7IiCZ/Zq/C86FnP3k4/o1OMJZZ+Gbd1yZczstEHejbYNno4R+xprCdoadvuwZU+dnAJC/mALjs+3rEvmwRv/835TjgB8Tu2Hd/9X5VpyE8whaYqObNnKH8mKp+9KP9D+CA4TDrnPk5ybZEU60CDScDIg7BNuxX8mdcPvN3ro8fQsh7aC52ly0TvRQrO4j+3L+mZeOuSb9igC5oaH+he8ZU7iU0L71SKbwU180hgH9/+W8IQf+jAMfc1ztV18hN3MAn7IX6jDQaCyc0XFbCCZo++nGIJdB08f3eKTAHMO0gNpkhHzswJPYZMJmEe+jA/Fq6EJlrv9B4ceyaMfLZd1xgHY2iJF+2sMEW9dL6uy1GihZ1kP1fiIJ3H2geVVy4mgA/xM948ii/KIzD2Rt5m3Mdmq+MKukgFbNM+Oa3LLUff6/NuZ/2tuIR5tBxp/23b0e85Zcnjm0q3GJIyjLunk9exM64AfPxdmwAvmfc6mlJ2xPNy9rKPHsw4sl/EO3beu4/6TnvbuLhxTWO619ni5QcP4SZxKDZoyCgB/e1u6BFVQn5svS1QY8/hWf1NJX/8hNIx0TWvI0uAUBqGxBYBYLWCwIFDRi/EgQFO+wIW8Va+S5SfLVq9uM9/OWMurfVMqM8AvQjH8Rcnq9UomVbiNrUMGYWXZ6WVTRueBjnPdxAyht0aE++K3mx4jHsvuOX4VqiEiMshczwsyX7z/VII09ah20FAUAe0ngyYcYCOAYBCOCXZA7KkO8QMp5pvCAKlh3xqw1/j6TN52kC6gbyCQTbyVPIc3HaCtVpbBHwAcjJGLJinhU4bMQTwOwCszW7HXph6zgjBQckF3ocE3sjKUYm8fiD8bsdgepSwdFDus+I3O7MyHAXRLX/yvrQ0xiF9gIqYUcZTVbC2Iz4Oqw30tUGlfUEYv4CRgPGTGdltT70mE2DiHguFx0FKS+fxEhzg0ECfebJO6fM/QHScdvAq17pNwlSibgttjTkEzRkd7cTn+fzbzpvbOanX95lNvJd9bAPKtDXn/4W1ApLg17Q0zRPWiK8AsFoI5bYBWAMMJhgW0BDnJeDrVLC65fvTUqgU/WZthe8bRHdlcPYq63xAyPNO9pbgLzSIFMkalDPVfBf6Pfxsmtj53i2Z3JpoFjXAM0b+MeytbHLB60yGOgO2HRL/VwC4nTPvs14AV5+t0hrwQx8ktpx2THRKfRgNR9q3M4OgH9akAUpoexTZG+ee9dT3yC8lbuiHfc6zVof0vp4AawWAX5l8U4GBUdN0Dq0H0GWdWv7pWqqx+8xu88YYIclO3+oWj3sAwSbgLC05CUqzGZqHPjlD/dWiyueWxzECKLozX1+G4OhE6Nnjn1bTLftYA9OenFxHRg+fjHGQ5wTsfqs2b9DZZ/RaXx3DjgSoDQDHQCbhZbyRz6oQGCtWD3+Ms4u1kuMIMoKudF3rdwx65sp66+9b1lKJdnRa6T/tb58lKHnvDMbBFUdPXAHgOxENPZwWNNuOWUaiEj36vC+CV3nvNyMrexJneHQgwa2mP+i0AW9kXgJ8XovZ6+a/3/62mb3a/78/uELSjISkzCV0c/ZhFppqd9MOsnccrHebJhwg995AtwlMbfeI7F1ehJzKX/nwbpGFfNV+wwd3JbvH+QWwIxvy/SbY3Fj6WwD4hV+uxCjm4L0rfPXNEPFePtvVrZd7/uesNyUOPvtJws9fn6MuSFhZ/BfMkAqbVInYl6WEtCe3dPWksCMtDOMYwVHY6zTb/fqnK8huvYuZDr2crhkTQLKMmwCS5cNUn2YNtiUUyVBU1+CAP3JwNp0OC43xcJ7+XwHgobCDAYQ/0Dnwzbul3DiVsEGFH2TXAShkuzyTcvqAaNpGrpF+8KLtqMFExh6xD9DPoZltwYy91PqFSva+pztzQHedTCiZQ4LmX/6sKpvwidf8WWgy28FltEa/A0V3INv8/DxDwXYHm6/9g39//f7L9HUCdE482QTJTnIwAignEYQnfgaXtUxL94BxJj4DxNGTauVtX2c5MvvUOuVO0NX7eAbzxa7Vd0lqEhhgH2MfIw/BMiRPwCs/ZYo3tjwyqpIPLYcuLNVV6h2ohm85ww36AVM1/ukENNOXkO/gisVL1Y5PFWJ2ZId/8b1p3pvcszYra3gndGqOh67ML2+MBC7TWORP5XslmDc+Ql63Iy/8tvjdNuVD+6bDZ8sUGDE+xFkwxIX+8HXPxHBOx+k5dtgEdW98dar5HvypOScYFCloB/EVAMYWSZXwtPWb6/s7z2/+nwOQ43AGM5nvHsfyp88nievIDCUhd+CE4z4IZER+R18gW7tbT3wS6/yNffJ2oFMBuolBEm7jlJ1zD3k2SXPNL2yHj+t5lpsAuRL06OpxKtnKjtb6JbliE6u+0R0yAvq5g7heZmOddfieRIPnOyfGmW6X/pFL54SJsXv0uRPsnh8lZhyZKbtHFTqmd615Aqyzywerok+hURJ5Dpatszw7EQva9b/SQc9cZB/eeLMrWqAd+LfPmtdz2j/E8SemFuMLbHv9myPC9HPbX3SSoOXiaelvWc0qZszWj89zWe878TH4MfsUfRp/TfN4qg8HNzt4HJ2L/cD9d2UPCS4EfDrw3HYMPHo6RI2OR99oX3/qIsERDHQExKlOFaPl9YAjxIZlskQQc38mIPnJWkguxkmuBL7niJjB66HpYA58lJ0IqedBU5wZ3b4sME37Vbm/8X4/u+3E2x51EQU0M/++AsCPflGiySkAGf9z24iN7fW8V1KiE+q3Tb8Dcc/cO5Aee13yJbTazzYWm8SpxZh7JjCU2gGT3BN60zrJD9n4Fxl9B4B1hir2PnRmPedNj81m3hYdt19rAhfYBospio/GvwEvmo/L/8TZlfk8Ogh9f3zVHkX0ZMvK2MB5F1WlO/8cecOaGkfL3vK57iSiRsfkv8hBr8P4yBLYzxpAdyQtAIGOjB761Z66dXbZj4tf1qex8nGSFOc9nTTdCbn3+kAv3WHTgVNvkxKLJfvE++paGludH/TTfhKbQHOkhW/T4trzY59ZptGiPjLy2CmjgOK3jKBAxkED2n8wjfDM4uesP4kjXrfnpvXZZI9Mo4NXtB8Nnxy8VRFdBfSgz4HbR1a1Lxw830eieM3n4Z2YCPazbJwA6iZcx7bFP6dntH2gl5N8zPoTOA8dK9FvCt2GJnNddDM+sd27YETj56FjvkP3af6xb+bIynct55GD+GhCm1NtO34a3f+7ChmHzu938HcnaWMX9FhDx/kksYzR05rh0BHfRR+s/1Z7TQD43VkR+Ym0G6ynd4yAUOJNjpDMtXeH3DMf0+Ym7KDTkTOftuAGgIU7HNwXjipsgI3y4X+cl3bBhmNtFQDWe9sf3Tih/b1LS0MtZ43371cHVydJRr5xtIaTiR8MTwKS8c+v3//xrzBinA0xEtLWN4y4DiUO47ZiHQOkBSyLaQLDIaFnXk7NEEmolOwwMqdseEzmKUI7BPt2Fi+BDrGJeMb5C7MC2l6BY5SAFca0ZSyiNwgcBjoAcJhl36nVimBEkes7HDpvYlvnIooiBLoMaIYY8OR7S2HpzwOcnRWRgGWYZZ05GCwHLI/gEqGiWOfRB7C+jEM77Ka9hd45LZZGLg2VhSacATG8GINvtc9fHiPEiUlj4OhGHD4A0DvYAEBl3QyIcLI885XCyNmqA/il+EaDJUMmQpkfWvuQscP8O3ApZsZ4Zz19tkcfWl40BdAHSOldfYYIykz7aAdYBXC8hyNove+0PxnNhfFnxT2a/Bhgs/8N1lF433ggyjhnnem6ZCxPdWmdwbi0gIP72ddx3LmVwZwpjHPu21lpekYHgPVuCV47hMbx0VXmJHTYWYAB7PW4wVkM1siWMT5EYk74CG0cMGeJqufFYQdwaN7VONtRlrkHjLA3nVFzKhoKAIfcts0jAVc/G3lRIOzQIjQ0MiaG5yqy2xG+VJwxdqYSjr9XcK4d02OgtuOyZWifCYoj2YGYxykMfTXYe7WMHHpH2TWvQUusK4C7jXOAg6GoZe86vggss2eHrp/r7pZ7Z33ocDBJA3/GcPXejuE+MoJEEWWI8dOB7ThqVh8tX8V93pVg4t9Ph2d0ScuU0NUVBJkWQfpOgYquRqDFlniDzMBTLeQJpYVOZ27qupwtu5WGejYyxGD6kWfunDFx0bQvMmz/cHDq3pMgMWu3TtAIWGjv8PKAurk8/GQjZUEmGKFlZ9ZnncA46M352o+J33Zr42RUx9B2AH1eaqfMJPJ0dQt8cHcJYG/cUrcaJOyZvBWYe+TQMYpLfjZfQaPgDBxCJEYtPa1xA/Dl2T8Fw5v/OdfvDozQsly00Z0lvrW7avq9HW6MU+u1wTJt+oD3kS/ICNYgdBb62E4Gj/yeB6IPTuUY7R/16JHboa3O+B/Z7BZCy7eiDTKKkWeMG/pErrMP+pwEu04oCK3ilFgjo50gfmYYxvy3/DAZm1NxfIzQMWiyFnGoNJ237OZ3xqF/j64eR8WdVe5qvcEI6dyxHTz+8Tju2wnbGdFnroNDNC6tI1XirOFXPh4np53l4jPh3uPAxkEb+RkjLE8L3iLwl4xx1sROrEla0fM2CTP7kI4v0MBi6GTAJ4HFP2P1t6PUuv3BryeBVeN5Lu8W2qwHzoaMdzO1WQ/+7YAADqSMc8/EXaxzV//qSgDqgoTWjz3/VP8FuxnbjjwNtnO49wxv6Snr3wZsukVkkbJe6HqtbbL7U/VMlyUZ0e8jOix/x8GP/O4AKvyj67qCl3s0b11zV/Kz/x2wDDaIvQjHf9OF7G/zFQsS4z7rowrz7HO+xfBPYHyTAu+97jNWO6nm4Dbrtg1AG0O5Khn8uWf7vnn/ndCVwW3FVGyc6HkqPC0TvT+ahEB9WuC1o+i2FbzjhW/777ftFT6LnopDWTyKnQQtQYcHc896alzb6p4Wf++E3ONwu1omeuoji6Dx2LSF7b1PoYk4k0LfBBCMjx8hd8tk9rP1v/f/EUUdgH/v7azrBDSOI/8ZQAdwj8PpGY1s8XZUaj3o5pR9i22z+DEa8cbYwW9Dq6PrNNY8u22O2HamZ30+8p990d+7Hpxb2fS/zsqzl7UH7zNTM86MgaR4NHocksd+QhQ/Xx8Z6wDLb8ehT0I142sd7b31vipBbP1NBN6CWdMxAoc4lYvoCAL38OjLnzJ0g3/qFZA5fpLgim0z+D6jG1+SbH7jivFvsZ8tQ3DE3byPHALbgnd0b8vBDnjxOc9vXI1s2yDudECbAB5Hq3Hv0ZnM2euSvSXx2vszwRh9LhpWAhz7QrLdjic8qC2CXqhkfwV4650EqJKAmTNV3VL0VP2sPyc4Y1q8soDi5cE9zU+xtyKX0ZkOWglLnM9Cw3QS0V6mY0TkUare1kHP/Y0J5Z+07SXfV1V27Vi2a4/mJb1ouWYv62LZsy+jj87+PF/wXGRbY74ErliXxa22D0Z/Yt+33gVT2An8rGnOIN77qYi/K/+PfH5e6nsnwBYcmGo3d9h49vGuLER/aa56rs4+NiYeGmMNjt/r+FW1WpILu163vseG4h3wt89iPEcKrj2d68bHNi2JP/1XoY/2d0FLr4Bl0SJyWPfdHZu2qCA6WXPv4xWwobAT/F7hvQ7EHvwX/OYfEtCjII/8CK7S91tUcOZsOfPIUVXIzw+dKkiUQe+hc/Vv++O/yaFgUDqURV+EF2LTebhjF5mWxv/H3JmT9Yw04XTs6kQb1uy0nR15Au7nnff+th7ogNU7mF862SBjfYP4sppX9ftJdPX6a7/i08l3reNzJzKfIxr0mfa618VrVn7sk9z98IzpefyG0d3jIDEe3IrvrGkSlDZwmDEEW9+4IXqux3f7axoDdEX+ISIvWRJksBFOAJg4gtagKhqRb2u/vSt+W36/E0rW3tK7sLnQi8ROUkymcS2eDB2CYViP4h1ZVu5QlXlYlpWvtiuLt+NI/APaq8jJSlg8tP9Z7JBg4ReHsWlgj1p6jfehl/j2hdffXdYy/8TtiEu0XfAZ4KQaPfJI+5/CyaGV8XW1HfH2ma4M6cKpm/eXXoJlYztWpfHMA144AeDB/C5YU2ec+fH4JoDaAX7LH4959dmh+ZFDJbKTJHLkVBdgxT96EkGqMzIJ7qqZbN0fuRU8rPG3X4r9Q79FPgx2fuahLmlc37YriQdN47oXvkknjebAt7/VRyw8AwXnaKr2+fi4XeT1M+7nDz8mgiPBDGXR2Ag38J8FJTo/bj1NuDcmCzbGyrTvbECjb4mQb8XGZwBYG65Kyd3wyeAZR9r9zB5fZzq1EJNj9v7R/NoB3M/F0drK67QxMVWVE6cOWzcwLGMoK8L/ywgY1yGwY/DVM4f4IWDGLgDVzrVUK4SQ//XPcQDNoF2N+8MZGxjCBDWT7fuXE/jPQN8Of6/PtHhrACHB9zrYXgalqrSeR6gVhQhVREs5vxmgAmYHSM+ZeWc/p0qNjBkUiu+vlKDOfEJ5vgx9bRfC3EwwjKJyfjKNxulxDqN/HtRBn2Y0sic1DmUQ5kznvINgDBlORylpzEMYBIoQrNsWOJll/FCx2sY95xo2LUcghsY60MHHem1aXkRB06J7A4BUSObslkO/81i961sLo4CJAIc1wt9t1jFeUIo+I3nuMYlJj43coVowAjOjDy2swzlrLU2bbMzjiDT9BzgbQI7jVO/4dz3zWcd2RMUJNX377WiLUjHJHd7eyssOYABsTQ84we10ioNDP3cAOJV/AXA/JTF4TcqBdoOYdhTzDBwucYzk3bTcBLAe46OSa7wvMlS8OQE30Ddgq/n36A3ri6yoPnNFovUHf0e+ART5nczxuzL47E0pLj4L7WBkhE6czKGEvRkD7/V+uoJGDqSMB56N40nO2iS2tAJu8HRofeTyt+BnAtxZq+iPkZ+8/6HjDuYYMJYh9FMAuB0BrH/2Y1fDjtABrrtue8G3FnTs/Wu/5+Z+D8CFpJp1AgvopuIMpzFjYh372s0IrX0b3XcSz+ZMEbIxew/7CADxP7I6jvHoBALdhwaGB80L42jy2g0jZ0zJZO1gDC22c+3q1ROAxxAbIIUBa33w/BBIojLy7AkB5NF/R9eJ365OBzgZEQpdWcnzvO/Okg4GIFEKfvfzdYa89yggt3FMB4CbtzKHaQ1f+OY4UK/x3/fqbzkWyDKFDnAkGMDbiI3cfskN5ORZj0W5yDkci5xBCh+1/PVcyzkHnXxzwGW+b/xlmpqKbf0ew30MswnQIMusq+2ozPpCt6Yf8J2fP0EjV4lwTlom6graZ7vuLgg/GTR5dnQoNCc6tDNgAifIZicISF+KDoZnY0hebfiQna8Epd3dxsib4EfVd5jtT6q8nWQAjFLrEdNhdIF+jmyYAIQ+b+zBeJvWTdeWwZW1MfjXrYZFd3KWiLYmAMw6dcLIzmh/60Cwhsj1B6dNx6KttAzmy6S1D5nYSaC59FPmH+P3Tmiw7p//CGR4T9lAjyc8Hl0UOnxXzr0DFnZmyynrlmmD6wYnJsCo5wzNutPQOmBuB92ZpPf30ueDDySf2m5Ltc20blW4deR07ydrp3tfdFGJNvFzRT6+HBDlWGp5Z5kyY1LCSdtw3p9xuqjLztoFK4N0jddMNFwGNvon9BQ85j17Lvv1+x8PL7XjM9j4p0AOdoEdSg46hHfEp+jqGxvHsZwq41R6brAYOa9n3Pzl8RZWeOPDOKRZP1pxk1AWfktlIT83vjz45NkP9CP40OORHpmzBs9DvIYriTtps7Fy41zkVir8EuEi2antuG/2IOMgoS7jWB+DRkLrYPHK3bkke76LiL3jZL3hh9N54Ln2HOkz++FAsN5oHl9Hbo6kGZugcEaPT3tOMu0JyPuMuV5N7CiSg+S8XF+B6e1yOLZjD7yFc/3f2RcmiXH0MgLLrMG5GmPo5p//9benxS12NOerNybk/qW/dAihcpFgsdf/+Z8dZeO3sV04D4jtnT86ANzz8I4TYPym3x759C0ArP09rUUv/Bbe2o2A9hwIkzyd/ddyoIN1T9Z7g5R5zluuQnM/BYa38mWFFDYLtip2Y+91FmmSVcYR2Xq5eVeXyheYDigJ0CZpPjtiWSMs7qq7pcfbduKdHrPlyZ69Kn6m4hybqRPz31Sev8AevfZtX2B3Nj7SfSfZZR6aCq/gXPwJFDggf70GTnQJ0NKz6dRDsgPjuMcTDPPnczYh6hwczh57bHM8E+/gWRvg2KDULV8NLZ95UHjBvGMTlh56rnEF+yTP4gvK+7XXo19K3rMO+ArbkR16j/8ifuMZo+2z1Sv4cejEkC4s4wh/eKrtbmiEqvwu5rmPX4E2znrS9cUB4PEPyW8iHp6iptBPvov+H9/Lc83B7/L3PH8ju4yTro5NvT9tv9gmGwwaYs37kYu6T0mX3W0i8jm4sAPASXIAK29yL3wNrdyJvmAmrtPcnWQxSkOBfyc8zJzpNAmt81zd3/gk9JpVP3jsBOg3AAO+5HpoCLyUPchzlMwY3pokr7ELJe9PpdpzYwfNKaLB78Ne6PpTTToB8sxlu6w09mKeHgf26PybRKuV7YfHTRvxefjrucQ45/Gznj0c4sSuOfL9ob3GD3n3+sShacZk/5R9F9Gp0NTpoPGn2HwZyPjcRr/Fvu4nvnEC9NH088IJel8VWsyGvXUegNO0QYK01marr7viMHNf7MYe0PUDGUniqegUXOq21LZvC5jXUUQHezwPdQdRwfRKlmUlwAXdmtg4THLx+Z/9USMf2AfJI8ktEiXOs4TLHQBOworno/+Nrcb9d4J/J0L3DrV9Z5qbPXeAcXjPHR/HnmLOmZOcimltf2jX6yOZtDZq3rcBYOJWBIBJcH4VvhirFjFxJM3ILFil7QPL5fF9v2w0yedjqGRSp3J3kpGNw0cmyt7hBxkCBtBRBJFl2B/rZ+gxIYNufLP7OKw1spjCiz4a97+F/+S7KbvZsn3sU2gZv5T/Lh+vr5s1BK+Iv7sTGIlmjdHw3aFbsFtfiYTaH6L8frE6JscfyTp0AJh5/elR2v/CgUug7j4XDmJ+ta8dg/e0r7Jxk0VEAbEgR9ibIIIU46xMxgVMon87AHyc5LXAhygdDNLq7zs5Iy0GcZy6YoquQjyU9PwSUP62pGJsBQAgvBFKfZh85rn3ohQyl/zXVWH6vCvqcCwznttYWcLbbAky2r/ds2dQBGRr3ucsvKzUKu8Be4yH1jcQaAOMZlzarmkcLQskOPrH7XeeC1qJtjJ9taAdw+GuzCGD4QSGRiG3AanfO+NuHZ8SeHtGjQSzhAh0HsGU4DTPd5BghNw6hl7T8h9iIlp32pBBGY0BqYW2c+6hbdqv8hSMyfydqj0CvdAHa6axdcahgOpppyUas8N5kiOsgAKSbuNAz90WpmlBwTVrlOuBc7+V3wI03X8rK2dYjgDvjMJ20hk86kGzHmskLR16GYZXqEQZHHMchm/jKnuKI0y3d4DGfwucjZObde92F+9AvN7/bjsTKvhvAAAgAElEQVT9ypgdJx4A8uDBCWAYbCqT1Ma8BOAq2YDnCQIOkP4WSNcYyQC6AXJXB5Jh7TlNBTQGpum1qoW8rLOu5ukJVJ2O2SMzb0cP85PDrgFxt1vJGi+QjPGSCkCMmn1/DIjudhCJ+QaAyJ8YJG+HBnvYWax+wnGwVyaawEgFgZ3sMXyie+LACFCFVsio+/N///UFVrZF3WdgqBMMNGY7/yookYSBOKvakfDVADJITcCMDDYqMN8dHiYjcdboTlD5rGgO7SUQnwCpjZYKisYh+gaGnQxheYjNMfwO0ET36eiIPotH7xSdf2TYjaKO42rbr2HEYQDqvpOoMHSMUXKMwGnHFf2VIKJaeakyCtqDbvL3GuWtk6BxV71NAI6Mf+v+0e9GEXZe4QRKBR2yCX3QZ89qP2x0VwAVB5pbAFmOlYwYB+qpZJyWzho/QcCyR72aWsu7MgDnzpl/ZViyNzvvrTDk+mPgazzluPc9/4ED9A14NwjseTx7ZL67AujwouWK9LAwveVXGXoT6HPby6N7AvbbKGAe6HL+PokCY4CegPBMuB18R+c8NwtDo5vYP40feYyz8SSWtfwa+kHn/PH3X9a/SqBDLpxMaLdElhP6fabm3U5K87kT6EzjJee6OqYdcazzrkmwIqEY3nVjCC931NtLfrxwrgzSkWVxjGTv2vHVPJnErmTGH7th4PTJ8u8bqoLoDn52cuFWuOd8XWRNB+MciD/7njWIzB7jroKNopPov9DaVncpmY6qvV1/cG94TEEAzsODltex9E5Uo1Iau+XNf8itdlp0hQRyG5vl8IF0s50Z79VvPRC6yB5bsEjHvBz6ey98ubaM3R2+gMoo/U5l10l0LTmYBL5rQB5D5GLwDE6U0FwS86b6xYRVAbzCDXGgxGnmkQ0Ptn4+2NX7Gux2rw88FQP/cIx/saPrnBkle0Bnrq0jA9yHvQjfdQXT4qusPZXd3yqoSNZYJ2QGRLVwHH2DrIT3rBfTbeK8e5a7HbjQ8rGpBu/yN7PGQRSdmE9PwG/0WCoyp8PFQrLdt6sCWBUsmnNk6uiFGePtNOqM+g7GMT5anDEuxsjfXq3Zw5a3rVdX34QWUnWqvUdnxfFLZwLoZX0nm+RJ8gXj40gqApAk6hKQDq2SaPbmi7V3Z8+Ncfea3k/ed9MycvpUnIz9sLSR5DFwVtv8TbPg/uCgBGCRN+HP7cqia377TQHgjKorJvLeJKycjdETRX+zV6b5oWMwou26eZ6OF9B8tnJNN+ZvsXxXejOf4MrI+Pun7X+v+bMfJGakUjX4D/u5/RmHzsYWIkkhLZe1LpNoMY5ibNS7q5bWcjuorCy0H8FreHnzvXpfqkqrQIF5viopR0Y23yVROvMjgBPbLl3h4O8++9Hzrmvuqmv8cGcMz1j1TidqDk5CT+gaFSxoPi2Tf9orZHLs263a+nfBY/yDGc+T8C4/1vPbaQE9uuA+40/+k5OQ9myp7Iy1t2L/d6X2vY/2J5YOBiuyLkmASvjAaviSh7edPuqWf1Y/vdkpYzx6IZVpbuesfXNwOp9Bv2Bmn1FZPiASWj2OI8eThCOc9zfhWWhXAZRJPGN+4V+1Ps0n3q9KkEtw9o338TmfuXvdg6W+ybe0QecYjHTIQHba11zd9fg8+7bP/BYA3qDLdkpjPj+Npe3Nj0Kahw5IqLoTbvDjIOPgr97/VNuP/DVu2eAo623sPQl+kmt07jz0Vn4pxtet7Buz3wHNphf8Bzy3O8CcscwvH4FIT26vEv2486gTHTdA32fdw2OWOWoDPJvTdvjB+VW5967IeydBawSN/9r/1HrwXHcHgP3F4NPxg5/kS/mFJtmACsdNIJ2ikud2+Y+o3Df/F8ZCvh4/zJH3+DqSyPiyz0vHcd8Ms7DsHEFl/+XYOOL52RPL1eEh7cHbFs++NV63L4MEIfvgovtyhEnwMdi8qz2tUx/+VMJaZANJmrxzCtz0/OcSOhSZfMZPEHwc+dHYlffl2vjBuiMmHW8su0b/6drjpzDgSWcDbD3P2+uU2JVwDMe59XpIv7R+P5WblRj2jnlo/mMbTqFdxr9V1T1n/ObZo8hU8An6y+sxCQSsz+qWtY3w3+Gfxv7a2EuSgwhwv+2nlZ+3Tcm6EqMhmZEORh5zHzExdAw9goWSjLtJFyQb0eEkc0rsgyKbLagIrcIHyFZET2NYr+/zhfx567ejE6mOuHj7UJOouB2nmr7B+K1HsTG8Z5U4cBegvJKNyzZFh+GPfwfo8fNnvger4sOUDS2/Bh0wuOwB0g4AZ5E2gwtCod2HI/LtGKHFxghEbaYGxPkYLTzZDIRKWjYma5PKpZPdWhXAus8LOYQM2KPiJQG0PUCegJYnUwHgW1EAILJ5UTb9/o6st5Jvx9RxgM8GYRx1C6s4K7taYRhV5DoVBRpqtwkhU3S/3wAwAnb2Lvs8TIPfkQwyOUveFWPjLIUQJkstgD8uHIBeBM2CC/1N1tWpyK1pde/xGzCswb0AT45yB8+el2JQRIhVRvqUsDc9hQ4KHMw4eQf7HDAdFgdoAsIPw87zAcFtAEI/N3APjyhjNY4oZVicbOhRFE1rVJ+yXx18tDCUmHkUQvOKFekYwmQtYkh1C9B7vGnFM4HAK/BExVQ7ILyn08IIYM/30DLKNIBr0Rp5D9Ben2lwKmCe63HM3gbN7aDJuk6Vyzy8HZDQOS0Y4EmDxjGKcVScqrNCl1pn5kK2O8qps/k8hnLgi5dOC1qBhwFKBDDI4N+OBu+WUAbnc8a2nRIj70yXs56A/swxjguPd8Z/nN0vebt8T+JHO5MjZwN6cmZVAmU4JG6ZhNMRRysGMUZYG+RHRwxRN4ihhe5toEWRk/m+ciaGVBzeKOIbaALOY1R16+8Ayg7wZi0TVFia2rUGIHQCg/lAyRrPja+Wrc+IvIa35SK+r04POHe6K0QMoQAjzRt6DX0JsMeQ9vgBb8/fnFVLAFj8b2DMgg4LbtXNVBrrPRUM7P389XsScRxkH6d6G3F3xWEnMpE4ArDp6g54MokpazjwPPgN+mYKkkX/UvXStJLVc7qNDy1UbpkouiMATAWpWEQZgMh4AH32fjPmcSZ6HsYMm5jRlUhxYuxcNGZd2qAxQHha1o3DiAAwiQyAP+TTAcxTgQKmoaWQ5WgH8EznAeh3i7KVySGGDgBbzub/TpY/lWpxumFcoZEkdGgfPolvYzwyHsQh1WqRM3G6UZlkeTbGmIcw+gdHFzobvXEw3eh88N2hFctHzW0C75npcXaAE3p9LLsGnyYQmfU5MqZwWnh+1mD4U1cjg7ozE+fWYmCPZDF/Q7uaMwYG+sfvvvaPFq/nDDnvR5zmSeAKFqDFtfXHVAcS1O2ENa1RB2uzvxtIRLbduoagRb/Hcyn5YPVkgzq6kx+wFS3z6ZABfzsWpjV1lWqqg19G+cHa4UHk9WLyOdPQ+xInAmvfe9mYr68TzbiS5VT2gwOn+0jRwZ0A01UG571lgJkKsRncmjUynD34qFIVjehsogo4/OGkkMyrg7Z95iiGnR13oydu/CJ6t71TMQHsGC3back+AWAHf54xt25omcM7o0+nQkc6YxzXPxmyWmev1QnmpRIkn+kc1MeYNm7qLkzlAB77MXSV52Rt3oGA0PIGhbQu27J/sWO3s/M9z/NSVfQOnkAzjW2wQbL3SQI+XvbMKN1CpoJfnxzH8uwT+DLfTYLm82B0aOvXvGfHeM+55efRp16vyP1UsNEBikz/8L+u71Zw8Fc7aUjchb8j25dnadEuXBLnhR99Og1Zv3GmdAWAu0L02ORXADhtM7PPOAS972GN0wpaRwqhN3BiRW5lPzVGzpBvp08HRlt+bRXDeDuNCUZPDJ+iS3Lf+1x7v7MALtiH9o98D+ZjLsYjz1w/OzCtg9TJHSNvjEOGPrL3WfymL6/X0bWDB8SHJPuVXpLM1zMlr2VdQI8+r3dwjJ7XR240djOW9b481aAK0rlybjYrWxb+FL9ZAXyesfnuUjPyX/QsMTn4AfvRHXkGe1N96ONM5ogm+ZRVmarqCRL53S57unZ0oD/6INWPpvErAIz+jY0B/zyVGVN5ElyYDiC22Sewq2duIGt1w+I9HV+1vHN3RPnEB1NJNPIi65gKfPiv2x62rwXepOhgtuS1t81XLY/YO+SP9dkkPrj69d8EgL0GCw9OMHZ1/jrCwUkyieFV5IdktCsT9Tz97wQok2gAT97JaRxX17bqtyD/HQij85YeDg/oPiel4IOYMcRm2Q4qd0Imdh7rAL1oDUSPVIdF9k+gYy7uwDFdoNi7Y/bNtdAnaxs/areCrI0wL8dOIWAIho5JGd49/rWxPygCat7GfrK8eT1PCZLBN8hm9CN+iZYtB+PJJ1qO/2Db4OkEMlauGFcIRw8fncpAFmmmDEbEBrvxIcUU+DvDu+sngZdO8tFj46VAJImKfcxOXr3JpwwFXgidk5wrv3kFox+Zgs7QVMHgWdv470jUPvZMvcA04A51CqhnzVxZPbI+sqcDxOnA0Xbj+uNsDR96Z/xtw7yLWLIXb91a7onn1cKO4mAleBkbDy9FfsVu7OC8fajjJ0m3GlthB9/gx/L6DFY0nUwAGP+QPtNaYv9gn7VPAL4kyCve5MhErbvXtow/uuIwPmQv653nEaBb3yEYj64gPW4CwBovvI98oXNc2zPQBX5J8Hj8v16p2I+WNVPgc9nwkM/uez5JwD2/6/7uTOEPqeQnWWPWH/o2pVVnBPzTOaovPHwHgF/42C2zVakI7xderyNzVp9uARNuOZIsX3bQ827uOdXDEzfQ3uHnw2fa+v0kQGUBjEvotnPrFfiwYxysJUekIsp4hr7nDFmNWV0k8vMOAB97T1hu7HJddQc2u/MMQb+OmXAEy8ZBFvzcyX1Nr3dy5B3H2fGla4vnaT/kGw9obaMb9J/Obo5PA3nwOvLleQjdc/DFYw864XBshQSA/5nElkePhE8jN5Gdtm0lbyx7195ePDZ2ZtEKfILezK4oASD8JTuIRK5NDFqf2jd/Xdtd61OLfM5+xo658VjQ9tglg4854tY09CxC+D5Xkpx61mvswvtIU/Cc5ybd9uvX3//lrIpxoC3oiFDQYrSBdVca+UGViWPDpwD27UgkKLFZsFn2bsG0RmAMCYMcOV4qo43N0rjJ8MHA4bv8u4b/ne2d1i45JBnBTLtXK+c5G5Psjw6QboB5BbnedoygB0BQgs1GogDP4g/xocQsiAQczDEZfQMxgs4o+Kx9iLsdcXoOggUA2oIXx0II6bsDK5mU2xIYQEMG7Gn38jyDjIl2YDiIYWd6lDlrjyA85z5Upq3G3YAIgauMkQiS97NCN1lzBFIH5lkX0Q6VQ+dsJ63dVIpOIcfJ1IV+aDXWIIaM2Di8ZOC9z1/g3jYKTnURngyNexxdXdGEYU5AtR1APSYMKAJrbXCKHvx9OYPbAUIA32tzZYSkEi6Clqydo8g138HlDbq0/gfYw6MSTNXagLFjIBkgHkfwCOcBgVxL1cOuZzKTNYYEEOKRWKCfgBtACdDdPAQgxZgQDWq+ZEyxZl4vOxiTeW2afH65A+hksjZgWwfCOGLMRwHNL0Cv8c/CvRID5EBRgKkrZkznVYFXBuqCaTLqIwucwCH+1nkF45i5HTYNkjpoqvmSbXf4qhxAe4YT73obnih4ADPtLqjs9DpPu6lvDmmNU+/1/ggAzRoCGqA/+GMzYgGxWVrOJ2ee57zLyZA9RskYoBgA6JPInDl/aoLUkkFUOh35NuiTwLL4KLJJsnyyFnHYD3I9NOPWjuuQOwB/lrT3hfG+qmsnyIQstP4dPrUeGNq1rhh5xzP1GdWNAJDWf5s4EoUusiPbsavCCSghi5n7cTJMdboI8nT8eKgcEPPOZEs2/3Gslcx8gVK/pA2GGIjdQstjfj7r1n7QbsutNmi3A8AbcOpdEtldlR3ZgoPlbcCjy6WroX+tGYAMHrDDQg72ccBozXCK4YAgIW2dzItpzOdlmH3onQl8KKv/DqAgW1fGbgKRg6ieM5VNWQ8BaPSww+nHWbPVUehTEh6oXrSDQwlnQ5+RS3k7PBqcMsajrX/p/EG54wyl4v5+niuQ9D/xkwMS4+QS737BpauP3kkjndDmRMXKRrIOcfDiHYDhkm6TZPw0jiL4M3w4tDsOebKTnWQpzD1HELxaUL/Oacegih41HeaRHwHg7joT2g/e03hJXAgdT8LfONgj28JkmdMaLMgKAmu2D8YBRQBgHZ3vs7r1OXKlHV7sxZEhVfGrJBjtq9+r/9nhCOFsK8135SAZ5wlE4xhv+uuMZxKkDjlfzPENz8XpEic/+xtaEd6VYRznf8tkdBLVkui6drzi5FbF0qt1MhVoL6daHDkElZuP9GzsGhxd6K7Im/A39MP1YA1oHZrxHA+/vvm2nXqssZ6tOZAokkBf3hdHbxJAW1/dWFlTbZp1Bcxzrz4jwKnntfP8JOwMPuSdzCdUnTUjUStjetsSXpcJREMOtFlPsGCvh4duO6sdiifAcjnoyAhveaVVsq7kvHQnNGft7o5WHQQ89vkEyG967r/RUSR2gXtwSFJZq3tCKxtIYz1IIkV+gNWWH9Afy1Ctr+APOm/wnKxn/gvuWV3U+9lOF1owdoC2ndkXSx/clX1OYB1ag87jBxhaKSwiHk8C78jFL7Zp20VL72sP4Cx7fDDz3gl2WRa/sQ202B2cYqdExrTsO3xbfhiPRWtZAS72CPyJvyefJwEjweTI3MiMtAT+87SX6yrSUylr/or9087ylfFrL7xsSfHx6PBgn2AN8NBJsBOmmwi5sLZ8HR6v3qfjp8qW1DvxKZBA3wFcaKJts6avYFTkZPwYzrsYG4VAKWu5CbFZfJI6Dz8QYJgqHwLSWtuuUkznCJLyMsqbD5qP2LOmcbDZka+Sem4fmYpzaL67tTWm0p4fB76OfKPjxeA31rkTSrFRkIf6u+2N0DG0FGyBLgfvgkt2LHnhOeKi7Btodu3USSq28Fg/i/5AFr/2tzrKoKyxM9Apx7801Vgc8cW6sg6tT53gP3gX+tUcwEXgKew9dMn6+G5plblo7D3Xu3Iz9yegSreC9qnx1O4kYvvHti7+lCQMZ18QItiAfzL/60cByA5gH7kxfGv6s/2hjRic+vyDI/v2Gy+NDyYZHmuZrGDmfbQOcwKX3sELDcOY3vsR2aqfW99Tmc569fyQr1rvruK89Ss4jjGJ/lkv7Q2dCPX9KYCSvTIPugNkGwBZeqDaL8HTns92hDr77ArFgLame+Gf4PZZDH+fu+y3sHKK76LtHycdVAKM5Obq6EqguTqEer1Fu+Xf6q510bN/mO7WL/U4r8qHwf7O7h2/0AnGTEdRbDD0YOvoPgMz+4ssXyzn918dLDqwxZKlmm461kxA5t6Pk6w/NzG3rryOHTxt+aeDBesvYUkhys1r4LJO5D36RHakcEvz0ATlzZYj2xkfPKWCOux36ODGz9g1yNes1wSUxO0j36035RMe+mv/U1+zsaBqnz6t00UPbr0sW3r8HPhDMq5KWHQgMvofvCWdAiYOfkj3ibTUjm4iQQd6YX4pIthEmhvzta7Tw+CDWz6cPddoi18jA95JB8gB3QMex1+Q9Qz1Z9zP/TCtPrvwK+NL0kW+1+ZM0+o85/Kt6jPGaBOtdK2Y0fT0yA6buc93x9aTuBB/j+BpP6bxKYHOR4fKDxzfufZ7EgY9p/h6O/6Rgow8Nfgt8Q3jJX+ZpCrTNLhkfO0Ev1lTbPVXHG/G262esy6pOLb8ngQwEm6+dfugWLC249jWPC+0NHMxD6bw9OUzGmE2l2W+U2DDfr47UL1t3zsWdhK4B/8Hz/2yX8H643//99e/lHkHQb2JJtTmliAWJNkMhAYgfdbw4x+YPJmf2R0CwPoT1XN0EMQ2RJ7WK5MhMQ6hs1HOKJYDbFuDBMCsceH3XRW4PWYqAO4WlroPw0PzpiWKAd5kofch3HFQxgBpJfcOAK9g7IWKCHszGgxzV9ttJtE7c60JLHNeowfDqLNdmlElFE6ASkwMgY6xS7YUY76zI/V56GHPJernHeEthrrazTjAXme1aS06QIuwSfXaJgG0oNaeHIA1hARQ6JYhom8yXA6AHoVysrhlHFnox6kOWPkU4Diy345lnAY3I3QlHd8tiMewkyAMKOOs35dBMftiEPlkXSZ4u33fj7FnkBmH5w389O4OAIcf36O9kzf4FmXQgBdhdwPArJdaWk5QdiqzFsz2OXhpn9TJBt8Buogn1RcY4Ixfb/uYx+LaOMZdBTtgbQJSJHjQWj1ZdWQobquen1po44DpgFwDvruVVQd5WrFasQ849npXi8Q29rqtA7L1yKqZH0DJLYCeL+Wn+UMtyCZJ4qZN/c0ZBMgOWlB0YC6gKQEW5No97lXU76zXzCmZ7B1s88cDRg9flIPZiSVSgOMMYnwvADvZWWnVGVmW/z4DwL/9Ldlqh25Gn0kBSzHy0+uB4XecFK44yUN6D5gXa2DwLOD10P5fnioFvbePUMjctUN5Vht6NuINqudfff9Wa69t1PXRIZFHftfz3rvCb5Nj9loDnEfPtvEM8Fm6f7c4yz5MNvAMsWXVPZ829M461T53Vj97c8s+nFX6vhNy9HcH7DDemm5ogeXPnOQSLHPT3x0UQX80jXZSU/h/DdY8f5Om6JqBEQYdJ4CV1nOSEWoJfGKMz3pSgU9LaciAVpIEAvzcCQC3IwnHj2XKo1M0Tp1P3AHgbsH2IiYvShyEbfhZvysY8tAaBlV/vy0dU9XpZDyB/MlQzr7JAMsRBDg8CXAd2fE8H/5iXDF8YigogOWq+3GwdcABx1Jk5jqnoOefdNs9/67mavx4G4iRASEkWi05UGljcLPf+728SxVMHexqoG5nyMhzH7vxPEDPfdHP6FSqo8L7G5A3xpv/3GJrWk/1XH//9csOFsuPufckKEwAWOsMncP34ZttO0YAON/vG7KOYfSTiTryZg3Z8Ex3krBcHLxPhwgliHqMEwA+mKzOln231KMCYeVUz70Nu0HgNjyb53X9iTMPdtBnGFmsQ9OrRfrVgi90kreL7hOo2gpX1hW5xrWqnnS9HjbNVOt35WvbCjxn5VBwII7j1Q+xBnseb14W/v33rTg7EIyug/b7POF2WEAfjX36M30O73UlcCeJsSfujmFZHprjPfpe/H54LqZZ1n7+/aZv9rnbccnPmrZ2ocnIZslSi/5xbPTarbNRODI2IT84aHr+kZHBy/yI1j1WG4dxxmNftQPpxlIaB4m1HM3AOF+4ZBYivBSa11jJjk9itI5i2Krtly6pM8ZEB9KvyA+c+l7PSRy5ndj9TuZMggJ/n0DIjLXt0MbE4D2tKQFgO1WaILSMbbicldb+Btvoh0vaTtXnfXTLec4kVhF0bGxvfhgG6YSTeu0LB28VSHCVdccElp0cNLZ42+qhZxFhgqGaLlWKeQ/0NMkS074Oh32PZekOW36ecDmMuS5YeZJqNAaNd7AnQTOzC/6cwdlZ43WUMld9DqZoHdv+I9bDkmucn/x7Wmgeh9LwjtcIR2F0tZ5/H6V11mLkCGPJ3gUrYhMFJ2/AxnQuRynvmo5U58gJY6YNSh87b5J5steDh6YbiPdWHUFkL83g3muJ7b/nwrcOat9C653WzesnC75YubEJt8apsiOmhSeyTc9XN6YkB8RZ2g591hPc2qzXWEjP7uTAb+sAPeiZDgw/eyFH7CsRwokJ5Uj1fnEEWHgcfx2yiPfGD1n+HsnBqUiL3zJ4LvbOtiBtPmKelhPPdT5/W36KYUHp8fYLYPfdwUjZa7ecgvfR4S8Z8ryYykXw8WKnONvownLkxaGnTfb0OMPS8aNMh58k4YdnOSvX/DQV9YzFuOW5pwPjIxaChcQjDhSGmun+p99v3d6BtvdcR9+qCMgyMv5AfqB5ijZSxSW5lOKmzD8yybal5/YOppO4vgkjW72+MuDdEWIDiBmL3it/sX5E62Kd+3nQC8982f7P+BxkFj0/9EdXjsZxeXjOeGzest6+klVV4auLOnlAt9MNodeY9QlmyHxEf1TV6rPbf3jW/+LBPpovDwqfec/pNLSQJ8n6z7F8jZcsp20v7BncfH8n0/U4libWT+G9mfXJej8t4HV29YzhD/Gu7ZX50fpOXESf3P5FyT8CrOgJ9gJZCGahAErPOQm51QLdz2e9rTgXg8oOv+3h02VDs7Bsy9zaZ937ypqBze6CppWV0lMJAHsuVACDSUZ4w8ceau2h1qj1zd1hiWQ9rzmKbQYKfuoERl2TznzTbWwWGFuw/ZNn28YeuMfRtpXta9lWJvj1C+OfsH5TMoF1HLpNgU/p27zJtPz8393hIPJxrvPF7yNI22eYfe8q4MhI7HZkefYtL/aQhdnnb2moDkjee/KNdv3Z+X9vnOa5zRyxxRof8/y2/1aeLh4hkQWZwrMoOGSOrLPe2wFgxFj8SFPh/sw7VeazB7PX5isHoOcIkOd7YWp8utCr9tK+hulaxDuzRm+CbD/eKaIpGXZC3SMy9I72xbQcY65Z22D77qzFHulRdITrI4X6yJcQX+FP0c8jO9mjtulf7zE/Rw//40m0kQi0/vif//n9X5zV4gBqg1Ax/skU3EwjMvTsKB+HzJlEy9AxAgjMvp3ce4ZWtvP9Q5n+P/+V7FgWL7/PWSVmlndgEcfxOhA2kOcNH4frPd4bYKcNWgi6HW9HUM0Zr3pOHKtysm7AixYVd9sA3ns7BVvBnAyVWRIEZ68Qhk0b8T0HCCHAdbNnKIvnWQLdHQDroHMbsnf1dIOF7E2ECkao/hYtSVH2GvraMSwC6EuD6P5RNrehTda7mclCL4pK+60MaujjrNHz/vvw8ND3KtdkC69g5bs+6P0OnBl4jCP7PxW2OO4/xnjRvFtY6dlTEYZBYSetAK+SGZ7h0hJqq9VM2eYLrUaIiGQAACAASURBVI0qpnde3WIs9P8tAxr6+4ku23gMiF6D66cKeYBLMmjCt/kZsGKkOZU6Y8x4TUew6z5AY5R1nLl9BnXA6gIgMndewFj7PoZ5lHqqKVCsOAxfhtoAL30H3fj91/qdQM5opUO/z8hPZtKQeFdLUPnSRgAAzjJiFvzwr9bcLTSmla9bYmQ1E7jG4b/8pDWQLRIjnlYjb6Jrh1NXMsHT7WQkYL68eAWui3+zX/pgDb/bqXwbGhcmzL4+g28jEWAgueXM/6mgZZ0iX9ap2c7A7wHgdaawMmT+mlIlb67M68gHdFDk2c0/BLikQ+QwbgdJtwz+FgDu/QcQMrY4oO6Vity1FHAA7U+PTCSrNI4A9Gb+2HMoqSDh+dyvtb9bQPPaNgAy1ncWGrzXXShuwMP7DpCcD5hZ6/HDU1/OGLQD+pfmjmNRDoJUncmA0/P6DCRX/D8OnpPoI3lTDgLRK7LuNug81/l/8G07mg3CBPC0RyPDZNR2pVrrSZxuog9+NC70osa559H813/9/lTTZQDLU/e+BQhHhibzkwDcc76aDJthoJNXdwSl5PAAbQc9cm4WhrtbUs/ZTNYzBZjvzFw98gRyJgEP/jwBvaM/kuHLj4D3afXtiYa32p8fXIKDB/2x+6Z1lcOqDQXoNNunRbpxxxnC7oUJoYzxwYLsbesYWhHqZgyZNlBvQ7mPE3klSHjfNgB8AsyD4zqA7tZu3UHAsgG9Jrp/ArzPz29//e3V6k9jEW827cYxn7MgwWetmzpAlQXazDGMPdYlhsxU/l2Obt3pd49DMDoqAeBOpFone/bpnw8f3Vj8tWPPS7Nu73003bEuqtQd/sHBthW2cWYf54foxHQW2YoM0li7gtnPn2BN6wRGERycv8A2nMt+O3txgHMv2IZqN/YWRzw03YmA8BnXdEYwOhk75ZxNKR03Qi8VscIuOcvP424nTwNBD+CpCKoWg+zRwcYlT3tnXrhiWv/pfdpDMBeJLHrWiaMOf+R4hMkoFb2N/qPCsR3wWads/L3mZ0xFP0n6iDwk8ejmZRzV2zIygYL7Z5N217GSTiGqpHrsn/npji8ZazAGfHA7mvo9wXYBIXQmwAEBNl46X76Fbv9dVRQBEK/hk/mvn3RyCVFkHRIQys//T9mbKMiSGzm2van0/z8705J6up8DsEMDmVmaeVG6yswID3cutsBWpuWp1/rBYavHoyN54Yzv/fkNC/t57KOT/NaRAq/oGiUE/+k+18L1/PvejL2xSPNRr4Vo8HQQmmoo+DUBsjgQf7y+JXKLcK/h8l/bv9hZdMVoPLJrJ/yjRJ48pCsZGjuKVejeEbpKYASnrfdxxnLtwyxCENa+Xj+LPlFyVmMn8H37ETQmV4BMZUfG2PbbJvjxNPBMr+Ht4MVm/FkBBz1G9iXYqYS79+V1eHTve/Z0499X928L28Uh0FQw++hDHlwJTidhnkRpL1z2058NnkR/4E/jVndFym2X9zqJLtt209/b5jp+FTCBcIBk6FZGA5K1X2mrKDkJXvuFwv3Wb1j67Otg1bMkQ2DtWyBo0Z1MEthLdfr44X0LKnvsI5rEiXMdDvP5DHFF2/Ad0wAEj311hn530GyqH4+9x5jFzz6SIYkznHcb23xxOLzVZ8+a/pVg/QSAkU9JWI2MOIkw33PZu8YjHTBuO1H36EIJZEP2rxJiZ5tT6S/9xBnHc6SRMNYEyl6bMtXxCU28+95/9/62bY9vtSuiXDls3B2bahOBfs7HaztMyv6/R1iw1r8F1E+7bssKcPz6vcHDJCsl8fpOBklQKESRsW4XFiqT9VnjlZd3RGfRN+H/xh7gjXRjSncCZFHT/+qDG5OgX3xc3PgZd6wZyanw1OjHjsV2tP9Le/zotMVDwQja1zepcxOZsqaXDFXC6xzzg4yi8lHFgym8klzMGLGLbM9/ekevNwAZvZJEQT2rOyxoff749AAyvzulcf8O5K98CG2fDpYjixLYAQ/tjrLe5/vfl/tM3BeX9t+sF4l57IX9Kn9Cny/ep6goPvO1lRd/azyb5Gv8P52+dE3vob7fwex/hrHM408xHniw9x4ayJput6jusGqaHB2o3zV/Eve4V8uXlzalwzrp0/5QF3sJsy5upfADPDLcEDqVfSD8a5beQOcbF4ktBo2uL8g0JZr/1lR+4MZ5L+3F5wGGHoL/Fd+FFuXj5d55thL4w6Nv4sKhw/nlldVtl1EYwnfeIygTmI2cg24zz/gode/YkhN3+RavE7e0/gSAj91oeRefdfZh9PCcaU4baNYTec5eOiFzStgTRxtdJDlp3dDxn8WBb4LN8XF+33m7iaI7ew8TWM5REabXigdYNn0D5Z4EZt9EZJLtfO0TdyVp4jc/M0f58Bz26+WRfI5fY7ryfsbD/yiDX4oWBcINArTSSqSZcAPAqRw2yYnwhhhewJqHsqGbeeFMao8q90DJ3AsQIkr12QQDnIG5bTad5TSv1zDRxpC9nDlEYVwKy4qW4O1UVQ6Tt5OhQagElAwZMR7Bas7ZcztrzuyZ+8KMCEXWKPNfA5rn/ahkHkDbxroc9GKzzlZgk7u6RO8BPizQx5CHUDsAjCDFaAN42rFSLY/7Ogv2ETb9Pll4ZEbksPd/XgGkMaHc/fsB++0wCLBCeXQFmMlgsrO7PTNOzXX8qZoo7ZsR+ATauW8y4VdYM7Y9W+uQboTdCK6MOwSpsaWlbsDx2/IHusXR1EDit8xz3ZdMxTcAjHBkTgBmAIcEzps5a3r5/jnLz3wwyQIlhN3mxAMlEyf8xv7+FgCWA54XhsfJiqkAVJ8l2NU3gCyEZird7gBsBz4J6HQLHXgBENMtNWlFznp7r2TA2bhFAGu9Nnvb7w+tMzdlDcoBeld6BGjFYNsM/DcArHt05e86CxOogfaPk+Rzgkc+SNhmn7xn01LUe+KWIuGPq737GKJnU+aXyK8E5DthYpVbLmQ/SIZBnqfVym1kNFi7WtMRwPue1YoIGdMVgn7mOAhYxxhXU9n1zdkB+zmDBRnYPGFDRqs1SR/O+Bydv5Wcmd8x2krX9f68QJ5q7CPHR4d19YjoQvK5K7Z0TwKS5jW3esse6HWyOBnHJzOuCi5lsc369V62jqZFSuvCO2gc5R8wf7eISoJF+Pu0Kx1AB1h2ReI3Po1fw/T4pR8GpB/ZZ0A0kkPXTzVVO0W7olbP7IqZTtjBidbyK4SpDLj8DHAWPYaHfaaYP19Hu74i+d3HEkS4rWPc9NAObtOiHtB6elv/txGSNQ9OQYciHwNWyWBfnmn5qWcTAO5KdA1HQA/80ElKSbpavWA6mtu/wU6fd2aZNq2cy0hbAz1OACprIqPWiRn9nMop8+6sT/ZVmDFGwWUsjmPmOtfe+/2d4acEoQHIDnqP6miwSxD4JHBNZVwbYGYZ89Lt6GQ90IduYeSgMtV1izPaqG0MBG22s/Zgo3GcHqNhMEs74P2ZjfbINQLAv+mrjHN0wxNAb/onkIocsBHlDNnIV5/XqISQCeqayq0H7uBv1ucOAL8Brnas+frZT/1oGUgypINnGk/hX31PiVgJ0CTQaMzlQGPOPn4dIujA7jr0JrCdJBLz1zh/LaOCJZH/lj/CYSO/vCHDK2CmlvPm1QmwRyakOv3tjIAO76oE9kQ/08loqs8+p1PGO+20Rs6Hdla+UNkONg1tJ+lI42hHqO2mT3+8Lf7/TP67LaucO88ZwuwrutC0Cr4w7aTqwbxgp1o6EDjRwNdNhX8FvTDkY6BrQ6oaXPf8bid5R2CmnTWr/8fBgUwbIxa69WqO/iXBVWP/LQB3kh6ceHjUxnEEvk5LV6sU5qsCG68D59bhpKV6Fn7q5A4wj+Xn9/zGoHaiaB4jjzfIPxMbHs1cJ1BjPJQK0HRSSneGdI6I82SDq9jIdwD4JEwil0jcGAK+HZJxOreDjaOAzJ/el23zffj7OO8j08xLgxXYu+WhbDJVye2oj3zbDhtHx/m5oZHIvdBoy/KZzvWjE5cYB2tr3WV8loRL8K6uS2LVOrrbAd3JEJ047vsXxOiz2xqbNdZjr08gcvQHk3Cy10cvbo2rVj+a+9hxp7W5krqOU8oWnGZgeukEVcbWTlv7XQavaM6u/lLFtNajAkHc/0rc8jptMBK5SgJty2xkXHQVFTfZy5Ow9j0vtnP0Wwc2d29+f573bB7YCbzwI0mQ0BMt//6iSveRLansXH2xe8BRNV/Qr3C592b0D8Eo1il25FR6O5C5cz7BQrd8vxMlQtPh/32tH+TIhpmrA0TipcPbe96zZfm3tyQf2nchbPDxThc+lIS8bFWeLywVnaq1YX3uoJmGGztxghA4VSsoEYaFR5Lonfekv7N/4C3muYn4G3yB/04A2EkiE7wcfKDvI1/4HdnxJnowzwTia9mtv0m6yPs4/vGJ9jaxZ29nAGgX+4+5eVzTneA6UmW6vuWsxMilt4V8U0fbZJ10iJ2JzytjnW4p1vvCYzKstiJcYuRzQeCuzfbQAac6Ld5+i4zmh/2s9fr29M8CwC8ObDzELuD3O76K4ZfWJR0ANh09ejZz2I3tThStu9nfd5/6WIbj9x5+owISGuu9tb9KNOVV39fppDAB4K6k46rY2llTKtG6QCa6+I7QNn6nAhddxz3QlyRdYL/gZ3Iy/nQSan82voCen3WHfBrGiJkhY+hA+JmTr/2lwGKSqnJvkvUjP31PaTJV7A8mbP9prt8A8F0h/QWAVWH8vU5nLY3VMik65gTCY7odfXQlfZd8wf+LbMX+eatPlVhBwl/zoec4wTSwE/iM+WtOtp88vu3MduSXCtcQRFqfscFY56bRPC+YQH5MZBF6mONHckY6XWCHn8cXbPvIcmM7qYSu7j2HB5ChjX3Pe50oM/pP33tbukvepRAmfijmbhO7cOWZ8+g2fESsM7I4CeiK58Tx8I6fwpjjj9LxMWMvH38keFs8WXt4zkXWfU2vwWiSrcFT8kWtBDitk4cWOCLB/pd5Zvgxsv8E68dnIFsqxw/QvWRlm/QSfqn2L2vOrZdkJxMkb7lB0glYQfMkPmJeHHte+NIxn+9z4VIlGCGr3+SR0F8W59g1vleOX/TYREtVgPAm0hwbYXxCV4cX2wOrm+noRjUwdgO0wk9kDX+TiNfy/7UffovXNFb7rfK3n/vPAsC3rbN6WjSJPPnNd+x9mb25Nc3s18fc/wNhYeCHHv/9CwioX3oMqgRcY8EI9Ok7fZ5en70Z4ZmMeg/gUoi0ZgnAfRUgWXAYextgpiR/FYkdXG71pweF0BvAocBjSMw5O8pgmswnDIB1ZseA2CzInOP1vo7Dcpxrx5DQCg1Q7RbRzMEZv8PsB3RIYAylA8a8xmLuMWjNBCNY2mHYTtZ2CnkOn0zjAPQ7IHM72X4DVg10NVecPnFIb0CsK9lwTG5l0TLv27rHgvoJMGrCcchMyx1LhOy1gnCmoxFyVDzAUCs/G0rFYccrmTcbaAE04mjptrfQ612VkoqApakxNkeqA2Q7wB8HcgJQetGD/h3LGaMN/OUb3ZoKRldgVQDUmblXC2jOyA1HWWaWcz98uJmU4YmtsH1bFAECxVcJ4I/h+d3eFcjmtXWCZG/2DAe1F6BlsGl+EiZC2wQHIicQnG+ACAeg+Vrg83EmUwG6e5z5wT8I6+N8cAA8juF2KBNAtYIfBzJJEshGtPeVwTSgqZ0LjEW0B+AMj222IYDb4xywkP1JhlT4PTTTATHT+Te9DqIkASRJFV6nj8YTcE8AjGBgYQyGeOTLqdSstYNeUB44Eltx8h4VCk3Het6bmPGbw63bya5BH/nXtEIgvZ1qaamc694WGIyTQE9k/FZln+rIcrSIhveMhpUd0BFnBPF3tw/kDPsDgmr8GFLs6eHpb4/+/d++PapzqES/SdJRq+09f2wz2rcFCnTuvbLs9Lb79zfhaEyYK/CJfnn36dKbEzy/nKnVNgc9Jxn38q8To45hEYfXDxnkxK7IB2jOYEu0XPLNezwJNNC6xg0/H6LWEnx73fLMtDNnaiMLwDA4KzbrfJIrBk9kSRMAvcDcOCMzp6wu8o97opN7/7lHJ1I04F7m3C4n7Odpl/MtF/JEfNIGRHgh4C6t5NGJCfhrLWgt3ZUJtHiDlhgHiTXQ2klU+G6vRAGpgONwrxaLqfBcHHN06ugMrUNkXVpJ2vEy8m87YKSS2wlPDtiufukMSQJVbr00MqwDCB2szD6Pc18Gv3GHdm8rFxg3eupghZHhWosr296Lk8ryxmzGooNnoG2MSToyXPLdNL9Oluzt4tFg7gRgSH7a7NutWPztDLRNgIuDII5wzkPagEnGgw7tiqrwJ3JIv/dzCCgmaCpZ+2HFccjFMA8tnADZdFIBf7a8at0MHWKwvg7DF3uDPzvZq1usam6pVDO6WicuAdFvYd1hRK1VPz2ayvesh36cAPD3NwlTnXR0Y/go7E1ayHc6Ox76SFVoeJXnLab8GTi7WqXNIrVshV+RD9GPtJcN/bSDMvuazjrZq4xHaJygDMkD5p9xfhvfGh8KG2+CZydYoe+YWzuvmUcn5i6tGnSOLQQuzho1jbRu0lg28WHPvN6EhtD6eVmWxpmuVwfmwAwObI0ta/ExLb5TJfXJ6W9Pt31yjsp4OwXl3nfyD0G1u1o3OBDTRR2wJJv0ImnL+/K0ENSexSEW3a/vc/RH5vozAOx3v+/oyBi9Gv9eS+SbUvm7n2id8TW++hEHFBX1Gh9rG7kwDoiRC/em5C9ot+2nk9RoutvrSGL090SU3UK+DVrfN46rVz7h4FO3gTw/coxE78ia8CLXKHmeSvkk9kwAzQHWCVaO/JMjiqHovEO9Xkei3otdPRWO3nfOMM/v60+4g3XMK4lGOX+39bf4X5XaF46xPR8Zh3xGJpFACf8a14w+Zn+QvwloRKczRwXjeOmZHB0jtU9Clz6PfEwQrwPAncCyejoBTao/w9d3FR7d294WqVSYea4OYCfBB8eZ9+Ob3+WEB8PY17M2ga5lr63vXEmZMyt5aR1Yf7CEPifAquvQt1xLZVkc0glsHHw+ie3gy9XTNwYUb3UVZY7P0nuTGPfdx/FYPV8YoIIs0U20pYcHEgTMXo2OGt1+Ekwqqdu+uwHp8EvjBsZ3Ak34AQcfiIDsCD/BxXU0nyPCpIud6JIzmU2Ps6f47xiH1+u7RslndKTDcd86V3tg/rD8WLyzOxr6wMEdvslRI9dL6z92DZjt8IHXUAEV7PwimOH12O/Bsprj8Vea5oanxl5K8CZJ5vLPHdngZ+A3S/D68KqVWD7jfFFkpoMSrgjOuJyQhW50l5bFJ5Fvs/aDF/Sgllfo75dH78Dp2Ks809kTO3Z8P6Y/EqTEpyOL8RmDv80v1XnG+PO7HWeF6z7sG11GPFfr1cFhVQCUfV7MH2KbBPzCQlx39lr0PP6kfW/22y2G00GzX7MEp8uMPnZiyVzXwdSmu8bY/fzfEq4y/7sitjuQ9HhM2kXfb0AS2XR8+dKN0pujT67JzR8dcNd8hMejyzewob84AkW/637CEgnWRi7xOoHaecP4coJYL6am/Sv2o6YHPod/jp4HYGj/595d7fj6M0yfbh0cGnoTMk2vlq+rK9/x6W8ffTZnwDemF36ybLN4Wp2HrPXzJwBMoqv3enRa9n0TWaKbhAGjD6P/g510zyQSiJc2iQb/Nv7lHf/avvB6aCe00EcoJNHn3j+NrfU9vm7vPWBYFPJ9TR1P3jNbmVv75w+BWB5bUvqt1QuZ72nRPsLs0gnfs7v7APoZ/0XbDtDlKbjSdydhEfmD/s+8pFfp0PfTx40NxbnVCfrn3O7m9+MP+3gD/UCBwNWpbfCb9gTffXgr/IfPFHZvPjs+bgfeQy/SlUmqybp24JXkHt1Dy8pxULb3R1+33fb6d1gfxo//V9/tWAt4hL2G9/mb+0ZtoveWDui6Cl+0nUcBhOTDbx21Xnub85x/6LpZ0NP6/mcDGg+3A8AE/NvHHB5Jp4SOE/A89D0FJL2+1+8TR/Kcv4j4cKKIQGchTnuBL+ODllwpMRbR5VJn/TmosVlGbASOA10H8Xc5dAdIzYwDJPV7HL73uSYobzY0mQURx11NQ8VhZ//G0YBhu9mPEKDnMopEi4GDdQl6K5x5vp/7BR5+U/aAfN9zAIJGigADgGBwMf9Xqb94MnMNONFnR8hlM/wKwB3QVgFg5kgGYwR4wKWJQpkkuo3vnXUFLOa7Ac0+16T2W/chsEvmf7cUaUYiK5M1tPNx2nL0uuIEpHran80Zb6yJZA0OPQtyBGzjqHHQLM1kXX4EpOb7Xj858StpLsa8AO9WqyAENJamPYwJ1noNsw0AAxZs4BpMbnuNGN+tENcppXft4B5nB2P8swCw908cerXpyUqsYZ+/pVhOOxsJg1K0oQMpv2QodWYkFYId7IZm4AE5qrv1qu5HK9zec83rtJrFgTDO4b6uK0P0Pi0sG7i2QMaZ03uicTddxgGq/Y0iZl+6Y0ALzq42ixNoHaGMlevFj//4WrYeQ/yTBwQgD13Onh+Hg1uvbJUqY2cv/Pdj5AL0yCLXvjsj6JtMn2FyreUY/+wZ6881KB3k8Ts3aDnj2aQIQInef+nbcxiHmM/cHsBpp9V47Y9jQ3QoHDqGm+9HK5Dvd+SpAesASUARFTw2vAlwDGg+82hn+9NqA6MyQcPwRFdEZV63E9n8O0lR8DHBbPawHTKbXCEaCqhlfey009zNf3kfYKwLk/m43+G74cXJxMQhYoP2rRDY+56g3Jx9Dp0x5+xNHCIvgDh6c86KjcGzHQaODMQpKpobGdOAmr3H4KdC1UFxDJRvzjdtJfMZB7rppkDVb2CyA8DZkwQXzz6J1r73CcxBb8fQwuFSeAGsgxGwVQs/W2yfeYp+jZ0SOOZF4gbY4HWmslfnOzaC919nvdu5bgNRa55gF0Bd6/uXPz5cY7wzjj6D9HtM8CcygsrO8OU4gnUWvfSxWlObv6fK0QG0IWr09+iw83ato74bPp4KR9P3Z5jZEfYZFt94vWdyYhIErhbUohVh1a7M3JUdbFOG3NEBzxgOr8qwGaPGmc/joMwcY0ziSDcNeOx7ppRuS7Cj9ToySWsKnZ1Amp75TVDXcySLgZkdNYuL/6xFc1q8TrcJH20xTrXCDWAI1uanLhzDyFhfcmi+PF/QWDtz+KXhbiu9DojIn9cRhoH/8i5ja7zjPVeCyQQr2rlzkmpmL5NIoG4WOR9Nb3eLrRPAGFvmrMV38T/+rrNxcvaX5Ga3QOxgke8nupyzAvV7O8IaRl2Okm882r+t0ivcV85905mx17b4645A5u/BjNy/6Z1s5X5Pa/FnMjLPSxDTL6quhiZ/nIV2zvVbR7K+1vRwzruvIxrgBVVMnjOpp+1820QbrI1MOMHOb+KdaBQbZuWMedP2wVdRbOfKBnZxZrQc7r3/rYtNxptKkZbV+h5VaZJRmksnf/hro09EuyehZZJfel/0u/Y5Th5bi7NPWls6deSGBIB5PnSSn3cLXr1347oJaEyl1oVrXWkWXgHTX7QzGOi1kST3bVNIH4wjizZo20p8bKvv/h6P6STPu3HcJpMSIATf/QgAS5d4rHHat1Many1HMGGn9/7ZdmoHpHDJzD/J3cEGwT333nKdgozRgytrbXPo+16TBIbKZD5nFHv/JsgMn8M7ov3Iq7VtvQ7jG8n6ZQ05kgVaRybYjiv8HKdxstQ44gu9hR/g+E+mgrh5Q7/jZOKnbalZs8XhI6MncCdn5LYez5ljBlmw7MwrzxJ94pgDF+NnaeNexL56CsYE/4cukrT+h3DOE7RlXseOmoDW67R7HfOaq3CG6UZ6Wv+N7o9umASwwnTnWYPD4VNLtal26gBwB8xbHrd9nHEmcRT+iX7MopJ8kvPRE9w3nTghAQx+43nJ6pbdJziucZu/Iq+hg+6eA212VznjHNq4mHaWT0371dWEe1LEoWuznrInZt+n/WMnWCSBcnmv9xW/A7y1ujJ00wGTbufZ94Cmf0uiF3u13YK+PQFEE3jspqMbKoEoMjZBkb4/vqwcaca5l2lZ3tg3GxFcf2wQJ/Kom9MGMJu2jm9tJgkO15/HZh7HMB0NvFdAwMFRXYmmky903w0Cl606z0F2/3CKj63wJvWzB807Wg+eGx5q2Sh/xxz5MwmY9ld/MqI7AOp7TRfIZ2zsxtjrU4wSb+mD/bEFPhkPr/o1AbXx20Ln5+c3PvvDbBPvrME+P1oSz417HX9LYGo7+R2L167oMAksc3zev3yY17Ll7uCR72wVr+Qe1Z4pNFpZAi2yR72X17hrLk5IVuLC6GDsFn23CzyC25UcvwHW32hF7xHIfdc19Dz+prLnV6eFf2xT2LZe/YNvtAs2ro6CU7Hd1/X+tF8q7wf/WN6NrWbasP5XmX30ddYlOKI7Cf0IAPexXsMjh4fEDrXvvI8NCva99svrr0Q0JUuru8Ud4H0rP0koab3pba4A8Ole6q4k2Brxs4ETkEulPjws+EK/E2ANnS1mbf8SgfAzJ8djJkGt/MvCgn2EZNNp/KCjM/2cnwlE7B32qiQ7GCu+pfU5E/9pukIX6T7ajw6Q2v+GH18aXAme3/2JB1w2yffB32S/Tico7KkfZ3FrLY/+zfrlFazg39zpNb+jNzbwL4w3umtwDXuuDovGhGOzwUcRoLWWVO9L1pSL4UrwH7rP5gsz/Gy7fVqpg9UlI6aDDLOK3myfbXDm2YPxub88iOzGT9YB4KxL/MKsH4ntPPfWCU/hy+zhoc35hQCw/uwOqsIJHJMWGo9cMu0cLIx9N0d/zdGa73iQPccu+hbCyDGg7yMgCeQvk/E4TP1+ZZt8z9R1ZD2KeUXo2FMIyHNm3Aw4raR/9njvLCYCTRCoHWFPtDybuRm6J/vykxgHjI7g7vYZEGkbWqGtcdYq43+MtxBdnAdpAbZbdQSRBALMJF9oyQAAIABJREFUpsvHqAEYdutLBJPBEHJvggvZ7LsdY1qEna3LcObvdc5TxZLr9Dlz1E+AW6qromwIiEBAVvbDgJ0pLKKmOshBECkgob1juG0lTq9/A44m7qN0Pc7cxJmGE7xtMNrO2RhYI4iG2QjsOWPYDvxRoKzrY4AdphJgnglIqCNQxGia6x9/ROEeQf4Nc9vB5aab8XhX/3Zg8OzTGMd7ZscKjCitn4Gks2Z1xoDWvwH5GZ+cDcIpr1dXN5FQ+OVs5ff+VjA2/jI/lAaGJQAl9HQI0nSkVzvTfqtUpTWB9/ybMy1XGEdoNsYhFWBxJkUJtRDVNKENjfk4XIvoxBt9ju3Vfvi77rQom/aUvo8D/JvJawXmMW0GLWvDuFPlRHAw73YVcPhlAsC3D900xFlZzP90LTgAJRmHP+TODMDOg+PY36z7Bh9r/DYn5vcAjTLoa2+1V1Q8OONwqtffu9jI11k1FYDNOun/FgT9aEX0feYEguFX8SedBNjvrkJD/h+5/01S+mmDAJFVeq7kSZ8brfEco6TbjktfHcsWh+RmZL8gvzP/3wxPDPiWvc1LdlAfkJXgH/OEr5DdGLbINOjj1WvJmA0/+hr9lKH5BaHJGD88ZhlxO//5LI6jfLez5tsIZF4vDxygP0DIbeKftq+HX4Ze0V0GsI9xvGMKOHMFyxj0B5zpO9P5wOORfnYQYKmzDZ12qNlhMroQurADaXhuq1Ii2w9/lZ5uZ03vN3KTDD+y27NBGVzLT8BX8xR7jB7WnJCzvs33z849y0fAXhKM9OoK+ATXlGUs2v5w0dBA6C24ARlP1mLTXo8XWmiDj3O+kiAYB4zH8LFQKkuDGVp/h352xj1P6Fyz9LgmKMSxBASA9W1kdssV0YloirNQOmmjnWzdztX7K9b8xRgJbf5MGETVukLDekLMN4Bj9Bv0h0Opx/nDaJAeGcCQtUpVWhxDN2+nYi0ORS0jwY8+A/3wn5PMli+sfpG3QzCWQdKzM/wERTKeNlDboO/fMVzhZevMCRhqn7rCHdqGZ0OvvzvOQs45w6hf8GM7Gy3rSUqd9dOcEvwN/XUAFhrvBBqSDeENElDX8amA3OC/755gldBz1tmOqad17m8OI+wAAgjm62qRj15g7Of6WghkELYJdICe5jtWw0OjjPPIUT93Mb73Wx2fOEvtW/9uhcxZ6gzjSqCYVmStp61Phlly7yTXnu8PPup2wk1bWZdyJo8M9ftyBNho36BsQ2CCwO3ACx1s5WPzLbYQ91Mizpvw+CaZIh+aV4SnRAe8dA32JGfJoecvwpZMU9WGcdZWY4pGU5lx8zHr9B5No++qANH8MXaMHd7HERAa7sDjha9HDvV7jBM91DqSz8j013OD0W47VPf74484OunQ0I6TXa/QB3Jr5dsENOazHx2YTnV0KRff6U5o9r1HpFg2Tw5fJ72+SVHwElVyukePHZmKkwyHqp9VDjWwleWwnb7Zb+2lq8eFZ68A0QZevK4j2xqjsVZd6cb+dLAnGC9J/T764lvYyLqstbHWtJrVs7qNXfPrS7NJulq/hPdXzON9Apvq52IV5JB3B7teiuD8HaNGOPZUQERRGEfl7Fkt4ibYdSAHnZkWzumkcbDOYNNDb5Yvsv/i7H8rilYeDV0Ozu0Oc4xVP+mq8iaKvOY5e6P7c3QQZ3nSMYviCuZDi1/mHcy7ldZxPu6aRyfdR7tojNh1rfPav4IMp1LW8/vGmUBay7Y8K8lg2JGbFAtGvb+zFJSOgnO/p5uQ6WdwPfTctNdJH9Zn3EY2xdjEfcQO9ha+it98Nbo/cyfQ2olVBw+V0xdM01jzdPrwJNZhHTrc8QUrxRv16u3wQmw53+aboPTHiOcEF6zcNgBMIuuRX9K54yTupLmmxcXcwQGeY3XgSaHN2hfi45OoLtwze8TaYWNwxNqhi5nHVWBSmPufBYBJwg0unY02r+b5x/aeoCRdOHJGahL5WPf2QWZdk6ADRmp9+lsVWegSHZeANAGiDuQ1rQYnbNVmf7a8nIrr7HvzSCpdcfC3HXHh8DoS4c/069qed4I4SWzRCRlDPE95QffXnKxXbyzXeKr9Kr9hiTxkJ+p1HH9M+CSVvuGR6D7TmDDjWf+VH6xFjzm+gyTS/eYelZ5G/4fu7eW2/8jJ/S2ThgdNz9abi0c4oun18WosdMo6HSaHDrBBkFuM/41LeO7f/1mWjo+DVtWhRRLvBjNOUUOvufX76DnsPe0usoQ97sIt1lG0TgFLxpwjRrjf4vnR71ajrZeXRrgnnVKyL5t0p7VYGs37bavAG/gMbpuUjodrj8mO6QRsJ2459pIE8yvBRf5H+y8Wp8QfTgLO8MXYUqcT1ch05nbw5NjtzTPRt9tZxPfwkS343cNr6Kh0oBp9/sQ/lm6yj71Of//bJ5cK94aJ6Xa1I9J+Lv4bXoLtv3uGB3/yD/YL/m/T4WBI/Pt9zaEl0XDhFWg3Po/twkbQvnFi8zW0bdw8Cvu4rmcxfsPnKfRaXXviI9LR3z6IHgxDZw1S+Ccdu7oGGfRnR9h0MUXjU/SEvo+vUvKnky7AjMSqzG+T/I0saez/Z62k4c0UgG0nt+XpTPBKtvkW83CqvujFdfZgss/tIC5edhuG/8qZTws8xuoU28igKLBINd3VQtpUEuLHoPNEtVEGI9P6r9qfHEYzaMfQiDOUTMCjcCdokXtn0mQdtgPeH40y03U4MsmYjeAbATwAjrXQOmkcBDLNa1b4daD6gJQGkJwTAyFpCHEca60BXLeCXNYNc1rUfru9YLaFVK7WWHI2VFr46vXXvwZItoMaEGA0OkKuFT/rC/B8S891398AP2O+s7n3fAIbKZPmY2XvhVWp/YDlWWgCfQSsUKxxlsTh4bX7xWFrmpognwP61UK0A70BjNkHMnBwQNGeKnyRinKehyDCadF8wvzf9oDwhgMmDi5E7jiw7cBigDhBWRzqpuHmRa/Z0m/TiBMoKgB88ZirvgppftdBH7Syi0Ju434DwA389cxuiZGxrrEToZiqDb1yFuqdfXz4ZlqA6m+AghWVM6W3spAqfQzXo9y1FGOgASDfKizd10p3nAEtcJOhtOD3dSC1kyfVoXJAJgCVOURIQgu6njNqL36aADDz3oSGNcA6c6rPD+UZdmYOMMA5B4gCoOj+Let6jNqzZPXpjK8NPPia728pxEOTTwC4AfcfX2ZyxVHNw5FvWYs4gQGIrE8FgAfkvwHgyJM4OAA4eo5av+jef/zlj6qqyfjtqPjo63IuDE2MxDwGDQ4XADb7ZqBwEMVNT56PefR+XuY5CQzfYHEoHsO+WvW8zgeNuQMUCawp4SOGS/TvnvuK4UtrPy9yGWxKzALgnn2qAKTXtRKqSKQgoGd+m7lw65yBPWD9e1POIQM36XllOJYjUDt8WssYSGbvAYwNXKD/7srwOlO4N2PRmrxn550zUwaj9PzI7CShgPXs8ZMUYuN+gmBUIzTYjn7e9lM3v0cGvAFgAC7Bh9aTbfhlH0f/D/1txvNmK5K0BP2yhqsTRTPaq9Eh3u8EEQ4GEU+VM4oWSKGNPaPeEE06ir2f9e0WbOGJVGeaEiuYjmGAYcQcWYsXu0RkzPOqQl/0lNaKg+MG/3XnB+iE7PDfAsCm1wlQa23h863wTpAia7oBrK4i1GenxecQx2YypyK0AzAJCMRxlvUZOhmDXu92MqOuoZKIsZxM5slgNp2ZyHOv4HNkq2TgVmYR7IeOYwhlr0giaMeDHcm1Yd3xhXUh4ZP93SSxYGzGAraDZ5j/274q983e72v1xqEjY4B1Dhjf+giASQbVGn9LouAvc5J8++kYD4Y7ez2VOjx7A5eDBao1vUc5e9n8m8TK3JMkQ+7XyUTGvLM/7EUHgPUdkhnCf9F/jSuRzxjpLdPQDzfGzLoKh4n83irdtldo4fV//lt2IDZF2o5b7p5zT1fPOdA1was3mSuVYzhWMo+jX+SgpUrbdJyWuARt2qEcNDK424tB0CYBeF5xbIwsumzQVNB3Vw70ageAdZ/sY3BA7EPkjr4/vKc9GV5abBfZqddJcBrHenBvUbfvHVqWjCC7mwDwHm0TfXOcgcK33xhOwOi7D07/fDetyjaQsw58HG4kiWB/XgOzXs87HRila9EZi+kg+3poamyGDgBnz5TwmHuepCpYa+QsdlTLIui/gyqxx5Fv2MA/+6mt3n4rmob+7Fjd78HTnZDspMLC9zl3cYPxJGNB35lfZBDtLxsrshZxNt82UAcAmPcRh7NWyIFej65Qyf1XZmQPY4NYx4xsxNnbzvVu5a8p/NckdCGvdC/ogmB025Ss9ybc4QgewTBEBq9Ydj72Kf4H/ADtMITu3gAwepDnxwbijMStkrCMqICc5zMm8JmX9GjNE77AV9IyNd9Hp1cV5viiRMdgovZNsUcrL+VDupP6wOibtBfM0XMwzvz4T/QGlnHwZ/iDZIK2f203TYXOBoAnUGFdM9XqXsMJxH/fIbANfaPvwSWyI0MfG7AEW0DzrCV0BG+NVKiPg5WoUpGc50xxLbf3QDi1ZDtzPfz3/dL+wcX+YKTl4S56eBOCm99OsiKB6Y+sSUTt5KDL3zBBLoLnoc0EA7tDQGP3lrnWcfNC3oNL4Z9OKDzjHR/qVSVUsgEaZC/AD5EXcazbZ2ddkER78+34O6D9Lq7ZxKAKJo/9zhEAQLwEvndu4Os3ccL7+ZHU6XIw8nptjaWDIYvgr+9fzkhd2gVr6Vms4VsB3H6QbkOPvCXRyUHCah2vfWos3bSu318fFHjl+GC/8arCm/mCKwlIo8tTQLW+B3ir5fBvAWAq05Af+t5/2I8Z/75eBFbfsYPX4Mn9fH0Ai/MJpEbnk5SPDQHeSBHUYjQq3U5HPQVvnVg80mEG2R0eWn68Y3sriTswh4xof8Sl04t3uktAfO0JynUCELju7r41eHHG3UfSsX7Qa8ssfFHwXRL6Vn+i247+rxblvs/YQemsCSYWIMBmDVYLPuHs3MQ2RAadXO7x2R8S/QSttS8SeXMSNbVflWTVMYbWlaY3i/Ebt4G5bUuJj43RNA7Qf1XIDs62LDK/7xj1XncnoY1v9Gy6WfwIALvjSvxcfWQJ98/8x76bfQ0/JagYm28rXN+YB7gHOUFHjpbf7XNg3/EfYSuEXtYvE3ra7h22d52UtTZRVwBjH8YmxabaDo6629sNwgl0dBScZAL7CH4pMFtf9NpMR94NdvbyVQJf+6bMXzN++A/532uIj8L79Q1u8f7GEMHhOuJCo2k/u5+vI+E8jnS+2sS8KUiqCtp7n45JeMQhfuPV36sTJMc70O81dtwwuAlZwPM7EUKf/8T77FseX1t9klPO0bhje3cHpZaP/v4H9q0GklEVp30AlhgRhaMHpVrG5d8jVamgsUkzBKUNvhXyz4oCE7YdEuvQiUFyVyBsefxmi6QMfypO5IB+COC38wxbcUKQbwYrCyl5RxaQ1sXZRKf9TTsHJyPumwmf6x5t9MlA6ww/KKaz1/T7OYPJFsihK68jhhr3wckM4P8NBFoszH109jFKRYGTwyy6xk6M/LyMMxPWZAdPNghg4A6SxaD2Os2N9+/c4yXQdjhRWeHx2nhOhg4GcRzyM5Gir6wQGTrzl+n2G8cE/ckePELFGTdxGCHQroD/7PVpdTFjIuCop/QZK+xLlNnSJwDOI5xA3TqJwmesFWuDcvHZrqpw8P2mxF/jmkw2g8Ihj90HnBxexXxf/809JP2s90f5sy55N/vHGSonQH4y7Rao24FGi1cH+TIQxjzD2grEAeNW0M7Inmptz/+mjQD3EL8D4kN7+g7BUMkfVVjEGbDGnJ57BZG+e+NkdcZcGRus6alWKfpqgJm5rJMO46Qzo2kB9FYgsg5e2zH42unerc+Zx8mo0tjtbFWHhWTdrYG754B5dFOhjIOB561yjNYGK8FGvk6dC+TM1NlQ34KSTBJ64OzRyJBulefnzpz0uxwK0EFk31bNsQ7wA/vYrWZpE0lAvdduHWtpofgGgHF8aF4tY3nettANnTdfUv3Yzwsd/Tn/Zd2ivDHAu+1jG6YBHEOjw+8xWsrAVjC5Ay4f4JADvivcWP9NoBin6wSw4BN0mgLpJwBcOR6d/dyBNxv43xgU5CXp4hisU02MbOsAKcBUaxIHb8aVYGDkeM78TmDknLFSlSbots0YT1ABPoSW2Cuef53hI3nvoJASGTiWYsEcZy52RXnLK2XWH3kz+yEJ+yZOQCddFac1CO9pvneyxWKJrSTmHreTR19dgJj9DrbBEeOgilqcWZ5PtY6Wu/QhZ36wH/559Mw6wd+9RKenvf+eId96KffK6Mkw1BqJZnyuy/fmkW+DxzoAYQdegZquou61IPGpHVCuKP32pR2KHUzXtaIfZDDV+W8A+K2ykEzs+9jB9s2vz8XZAMftMDyO3QHXEoAkc3WyoG4YXRX6l8MlDs1JNBvB/LMyIQE3eP/FZjHilkYXbwbXcEbmSW6Z9omWb58+ZK+QGZ1oY1k6ThBdn0zkNX41dxlUmpsdpg3uhsB7H/UsjiXRx1SaLd5JwGqDUSW0RG/fw08lyTiG+wgNjY12yrq/8IGPcxi8dOSRx0a1f9bJiY92MlApPNn25YmMXLmTe36jXypPkIGsLfNiD8FPNybOwuHk7ySBWdIfP7r1VfhyE6C4WM+QvFJnm2AwtQFNtUXrP60RCVjd5lNr35VfB7dLHswE3uQI0QcJDZpHn4/KuHBSSD/gREYPHnw2vBFcmG8emaq5jm61Hv50TZyMT6KZ7dk4JTvAl5slkcm/Fi+Z56abCDJHCNL7Ksz0JMh47WeAjaHegB4Oda73Od9fC9fowE1oXj21DhzZb1oraBV92w6LbT+++CJ0sfbjOuFiq7GHjYteQiPY0w6tn0lyJIyPk6X2B1rurjw8A5sUecTcb2y+CTTROZPA6XXPnVo+QSctX+7jhCS6NviKnu/27bLFOWfwTvD00468UJJEuhzsmeyMxfRi2zqVxscJNpVvnuskBurz22GIhZf5gd+RU/Ch7AMqkHrfGAP4SkFT5IWSc0kwzLju9bvocfizbXjWPE7h8E+fUWq7ZS6S3KaKgef0OPFLiG+7lX7vIdeTXNPOMFf4KVPyeyEbom/xD6UwAFvzBH7k+vv4mGuxg1+Zrb0WxmnbHf4lsdW+MOFA6YkqOvD+zzr8swDAi/fO3AdvOYG4fF2dQAqN7ZpuJVs7Ex1wG/uas9dx1Cc5fpNpzr2mAq6Dl+CRN+GZ7+y+r2wJJl8HLfyaNVs7v3VwjiRbvYytBd7WPYwZjAu1+bdu8DMcZBTmyjEA7Z8Rrawtk3GAM73X3xun5b/whZPIxidT9gm0YB59sBxj/nF+n7DiuVcwHPIvvH53hzp6VnjF9sn6R7nWAcBK6Fx9kvajVA92QO1Hgc6xVTMmy+BvH07CoESS3rdaEs1zlnTWmsQdEmiZP/KTpEjT7CQsbiKoHOHx/YT+E5SCvkVDbb/ddHbzfs6ZvP0BBKLAM7F5vwR4J6dtEOq1u3QfB/kHJ5j+xn7tgB9yUNd3VxLm+me4ibnmZ2gSfwi0xf5fwUglEHxjiQd98Rw8jv+G+2pNSDA7CbCKfXxyF7qGRkTrWsH2hXWiGDybvVk/ZfuQ2i/zJmySILVBs+kEORXQJ0HM9ycYpPbn4Uu9Wua+egXfiX1RprMUoIRqQ1tJ/IvuOq2iLQP8VmzA7++OK+STG6tRUOS9Kv95290eLwpc15VqZ+xgzh847LQwX/uTPeaM4PjP72PoWl+HjvC/5uHEbPQ8+Mq2wgR6sb8zr7Fh7ceOn0MEsnZC9BwBxcY52icSC4in6NmvPqWwK+ur7rOqwk7Rg+2BqnBv357oF/ugg/K2O+qYRRL3Wj9bXgor2A861cGiD+FL+5PY8f2Z78TOytrE5ySc8yYQ3jrmLgj0PMcXyFqc4xImMYKkCfxsjW/2KNDY4f/yb/HfmZ6GfkNyW3yRAUtP6CL8oRs/scwdm/j4xyYA+saXkLF+ArZzOZdZfy2TcfXEdFqm67ttf7R+xo/HyhtDj6yxfP2eiV/P41YnB8cM0JFbMNP+BujLfP4kT7w2B/vsMQ4OzpiXHuBly5rxEdwJG6wzTL9/b5D3tj+ZA7IhnRmW7sD7jKNdMOHh1X+aA/75Pha3+clz+t//62/+FgI2m5GF7awdHIQ4mCQcOmurMyp7od5reuFu4C5hEudniOvOHoVgENDtfIgQneoGySnN4VEYnYnv+3+CRcaeF9hMiYD8zpKbMzj2OrIcsxkYdnxu4noq5fjsVQ7mxXJgiDFwoCejJM84mfqe22Rqft/FuSDj4GIkO66DhkVqOqNOExMAgqA7AOxxmLjuLAPuyfpprDjpGhj03nn+BvUbpAIsIAx9jZ2hG0Dp8WcyUWbK0OkKgKwXQYbM20xvQL7CpNs5dgA4wac6A2CEZc44yH7kXlNN7gzPAVrVoq8BgxWIh7IOBWjD4zv0+/OsF0+1jIlmeILirYMwWLq97Z8H/n8GLjNJPXSVut/7Xm+bZJQSlbXNR1Q2vIIQByLzJqMxa6ue9AIQ2ieUekB+Bxay/2sEpAVRAsAx9u7WyYxBP/8h4ApPfRPFgPuvf4hXNyOqjUHWtOUR65F5THBpxNBxXLJwo1ChP5TI+bh82TGe77YPuq4DwLSoTQBYTj8qaWMc/audTS0TdcbNz8qSU8FV4/OzCny+AeDfFPD93n6ZAHAckZtFGkW4AeBVUgngvuui9ZcMcz6wkgvIJG8wMXvQZ+gBXH8LAIt3jrx9WuScAWhvK6OtadCtgQZsxLl306hBDd0nJkPzAI9xfAZkbSXx7QRYue5q1gk4Z2ybaGSHxBBmkquy/qcVYxkVPS+CCC0/M75tLxPwme4Lx8FLgG9kGg6aNl5soErHYoBOVameL6CBY9hjNZDN2Ymh/c1cZi4Ncs36o7MBlXIC/cavVB5sRnquw9B2q6Lhk+i91Q+WR6O/7QB46LKPgJCBsa3xs8qcy9SdRVoW9l74OV6rBwhKX41Rylqdqk+N7zhjxoByQtpUds0+vZjqPdsqTol0NIhuCWaxbJ+MIBtQlkE4AOOU9l6IJycRCUP4gWOW5wGcd9AufDNg3M7LrYD1vR/avQNqcUCZ3zG2JtMUumEe7RRi3cEy7PNrbC6NRVbxuVvsfV/CwRZFuTJLfIC8wWnSlR96Hmtx1msMEsZkmtR73xtgaH0PTAQPgGvBZsEZBKsY07TC9ERDFAp8Sn8efK69foizHcrgfCpQ4fVgYSnrHNkQ/glOJGGu6fx9hj4jEG75NuRxDL5x9PGjDcE4pvvuO79j/A9NW0bZwbvJdwN/gyOOAxOe2gRW6dOcuTq4zwkwaa3tJT3/x7w5JiJXNA1vwsqA6W8Q7fS/kk9JABq90jbTG2gWX20C7L0mVJZ7mON80u8kJIUe0hK98b+vF/1ZRu6ZXu2k5EnW71/ACHxkx9nIhHZcI6N1X9ZU95Dek154XziyWz4RtLHDZ/Ruxpp/1oUzEMbDXE42+ZORznNbBnS3mDPPCQBrXCSp5d4kUd5B5Oz/OMq/fQQZtRx79QrOI54ZHbz0RgIJ+5Y1gsfFE4v7RHt/+c5eP/MzjoijoBPMQhu5ivv5j8f5AW+3ndb3Nk72eEafoZ+GUbVn3XWgZfBvAQD8BthnnfEPVsk6kJgR7B97b6mJZCQJqnbIW/7NmHNW962fkHtN/+cIg7HFcYRrUbuC87J7vgBTBxBY67PHEwBu/bdJiZrgBJPHj+LW4+PwCY1lj9uObhwn+hR/sn/wRWhpMY/sn+h4WkWGfhgva0qlVAeYmYt1wyPXRkqaZ2wHiH++m2zAUh2G4qR9ZXowYcaV1umTvDHXekww1tis73E0Wktaq19rbuycCo+uUmx9f+jbcmWJqqu5e8zNG/glSBoIhtvxtj5shzKJlbYvRGezd0vRP3/rhNR21nOlknrsK5rAobq9+L8rILiyRHzhqrWhPdE9fAhfICMWp4/v66Pnc4RSDfXFhcidg6fOUUmh5072IvHOyzf7HdrYI978pWljeY3RAYDgT/srvzW1kx98PXJu1ybysOnddgnnIdIlZ/ambUSOFvFQJvDWvHzuaTm5/MYamp+NU7YTD8UI7663PI4cyBXozXZOd7HE8sCc3Xlw4eoK7n3R//wRbLz4+1xzi8+x5+LL0Op3AFjrC05ovvLxap5M/JvwVgLMwZtnL8cPB0/5LO+/fkcBYqPGXImMKzkRfJrBHtvB14w/7PsGFZsJSO1Z0O+6MD7rYFlDT4Dj7uK4HZoIABvzGrJsxx2NC58gvhXWmD2m5e5JXBBOZH9K9y2Gyj2x43le2yBiiX/Ynx2/h5M6ZOd9+sOV0tbf0SMdAMafa9ob5jwB3ds1f3y1rBtwrf2Fh64lm/T4b03pUKnEJDaV+RLk6Rb14Ye7cAy5cbD/8Eqf6QxN+PszSK3VG1BhP/pnyzevO0UCqiCc8XiNJrFjxzjPsjxaPm6cEMy5fvO2/f8sEHkSNtXRUoG/4Vnmhq7iOXT4OrQmWVmdsNAVnD9rWVr+sV6LJMok+aArt/HP69mGCkMf7D9ncrf8W34IfqPqWy5Nkm76jOXYAdMtw6b0BoB/q8DOeqz90DxMgcLrH2Cu2PavT7fp6NiXkmETrIY2j6wqGQAdn8TsqoLPkasacJRgYwhwbmSlbsjnYCZ1SLsLR3p+P/zBxsv7rPZzvwUuv+mvQ0fDh5a135vYoZJF4DkClE1PJBq8yU7wjW1y68q1w41xBg/jN167IecOr8/pd1/j/y24r+d3Ag70ieh/K2fhXdZD+9pHXLbe1t5y/drr6EThl+BQfMcNmDt+eOKE81ACviR0EehlTHT0es+4vuTb//5fX5RkiO60u/nG9m//moXdFoFSEjGGT6urn92XKnB3BwPeYE8r3YCfguuoAAAgAElEQVS+gLk3Y+9tvSQnQzITFzQm03+RCoDQPesHWHYr3hXSQe5UauqeIl4dto4BIsLqgNZx2LFhrKaVfRgUQQEjt3Nbz8DgtAD61vNkHA4RkvXW2Xt91maU9WZGXBtalkvunwGFiVIx3YLNFUau0Mzn99ps4Fnvw9h6dhv9uX+PYkEew8GRQIXA20Igz81N/Jw5W2z3LWPDGfoGgGvaM4eMR0FAO/a/AaYFUiBGqi4lvO/9Ym1QVt1Dv89KWoMlY8Yx/VaGtmGDAvVcDbj//AzLezVjvIgu08otlTExQu4KpZNZ+S2Q1rEBx+tA4UyJrra0r0B0Y2CYNlPiLfGAFfpjEHiNpyVOWit8xu20tPE6fzH2fygTaALwVCkBVJjnm1CymaJRLnKk0ErufGdorqsS2unEXKjOeJ3VARVPa7eR+C8Aw/lyHNEfAIS/DCZ9Lu3tmDvj1Bp9xjoVh723KHhaVWr8nVGHgarvdEZT07vmoXXFwR8FKidvjafkkgOF1ZrYwcCqmmKdGsA1GGj6FePr+XFYTfXw3DvJHgkU9z6/+9d/v04w3ZXqVE0h1TO5XwyecZx9v+Q5OcudyqDfMjl5HuC3nQLbcuqulIoxuEKOQJd5X4bBBDkZF2v0W6s8y8KpJkYOwnO63meMaiZHeGqyeiPODs/z6YjQxibBDOZF8sJvgI4MujwvyUZaPzmxCaSyXh0g7TOoJFe7OpZx44BDxjIv03IlMzB3qnlTMTnZqgMGNZdkY3+G61fp7ACwhchWC5ARvXpXe1OAsnTUbwkbka85foIz6JDTInISNjhLLYbu3nSd1tsii1bFP9b+ewbHXfzHX9ZZehyoUzlhbHSqS+7EGdOa9ULOejwtITHQx1gIvtr2vGEeHGiTlTutXC1vKhMVB8PRHZ7zYeezvnonmfXF6x5frc9xat/OwDV87wo25heeyj/af+HotwwfQ/pN8rt4SJRTzz8V+58ulb5KRejusR33nqiSU+a8cwdBFgN3Pk4SqENryNI4cEWx4aUEgmKs8MKg6Uq4K/HCeFFYj/ZUqcA4rZ1sdKcSwJUZ1TXC46fVk/lnWyKjZ7K2d7DY3/vua1w6KkRvNS4+enD2O7QfxxrO7bsCNzPe7+XG3WpYa+0KfBwI3+Jo/X7bV8uQ6igALyITRN/BeCTQ6KYjK3zGZOjSRruwkgLA5WRsA++35E72T3tFYBFZY9xVfMv6vh0gQp9L25z1iDP2t+SLFy8sJd30ffCB6SeJjl5v4fzpksP9r0Q0j2kCsWXfiXYsd61/VHmns79zBI7ec0DHciqBptdu2ucPn41Y8DEUrsqIreIKxWmZjIO4ZUgcd3I+izByV2ik1+I8b2j7BO2/v6NjNzFQnwVv9pmWyxPRJwG+6Kjs2+oW9j50eY+ksS0BpLaLXkyt5N2tnF8cgnPtst8UACYZ2G0vl46z34XPvWvbYeIKeBXtmy6vIFIqBTsRl2TOXLt2TOxj6e/wlVU0zhyvH3QIHcRm6OMi4iiPXaN9wsH1BpvCC9thxHRbR1JYXv0SAIZmI4uCF9HzVPO7ks7ziGNGc++jaV77penb6z7YoGnzt6AR31MAOA4c7fdUBw6B9zEXG8gMvm/53El4JENmLCPrzJc51up9nfEqCG3ewsG43+2AKnv6X99xYJYHk3CzOCOVva3rzlwdKErwQS8SWdsJDd3ocyX4tgxu+cg9dT02GgkWPL+Phmgf09s5pR24ojXOBoyDbZ2Q7G93njpJWjMnaJF50J2kcT5HFTW/UXVJkg0V5HeSRfaE6hiPZ+Q6vrF2QDrRVnbuNycHe4a3SdDKmOLf80sVwPYzbCGFCLr5+aWfozuH1qiQOrj3bRn5ySEf1/AEG5h/t67Memc8u983DbedjP5J0nUSXV//o/ajfYbc9xRkZMvNxy1jvDxjd3RQvgMpwV0/+eeMfeQlOHHfX3kNX/S4CYqRxMsZt9n/3OUNEHFv6C50MEJ56CbrG/370s/6MyPHRfMatwIw2LHIQrAJLU559m+JA3nmYu7gwJlE2XSi6zcAvHPKPbInOiLqsZv9wVaqvgFavneI6owpCbfYHO1Yxxbgs5Oc9g2AThfsU98X2j227gRuW6f97W/Bafa9jU/mzLWSF8K3Y2sQAP4uxLcams83Cabp9/jeNmno7//4u/kenC8bprvWKOCgeZL4jA/Qe8dWlT5nL/DL+JlHHmpi+uL6eZMsUX4OfSaZM3iy+ejY9MM7ph02YdYe8fD3v2+CLDZ57wW/51n7TO3Fqxl7f7olMn7e7ny5ydTrl8ga3MdoaQ0cSP3Grym0j6jjHY2bvHSyKSZxalsWb2KJn4WsG9m1FeCxf/SSb+envRNG+rUwpxbPwVbJkG9OyMbDg9Mh9mA8E8qdbE3iZ541vrPpLKU58h5J741v1GFErz8+vEE84RzxU/Zc6FN2wk2/TUMdWHtpg4TvxngnWXfIWN+hUlm/dwe1DgAfPDT6oCvng7+r2K8GsnrzK0iseJTW730l4XptSeIo+F8z70mW/n77h8vjQw93wHa7Eb3xmZZfme/NKW6N/8klsDo+v54fHSJMgyWHfh7pGn2NDSRcBo6CBw+O+gqHXoyl+4PHeqxv4oPufxUkDGZvmQF+78QT3fM92tMrPPvwY4N0/eD709EMpqlzs023j72K7fv6Ukl66GdBM2/C5j8NAP/n//6v/wHodTYAhqoVwGQK9XV68G8VUgzitAUc4afFJzMqm7JDT0bT3SLTm2ijfDIYB4lojDgIjhKuzFkT17QNsAC1UsEg45mDGoZQ/JcBZpzOqcBaQ7l7xtugdoBhzwyFABkrDpWArRiQXRXQjnCN1QBp+FpO7m7H4NbbM37WzWtph2WMtSiSNdSaOXkfwupgTwhuA8DOxDJzZnNQsrQIjuMljvg2BmEIttQC9Jcsoj0jSDefjIei4ODSZCL+DADH0aBnABC8X1ofOxt0zyQsZJ2ynwbEcux/k1Ggop2rzLF/6iZkl2RoK3BR9q9R25nZB/hbsG+Fiun5SVTolnJxOCa49a7dGmw6nBxH1NIViupkBmoJxCefhUmWcPY1zjrWAAXm1rMTAOSst4DQnPGKgyRKZr/Pumltaf1KBXdATng3e5L9aGMgAEcZOwi+dU7+FgCWY+QEA0dYc1YKew5d9tggsRbs0EcbEO30hRbbcAqdRy7Q+kMONQvpby4GJt+kIgfiDCfr80rqKB3ectZKS+v7/eusttM2SvdzG8LsLwYXc+lWipxtcNN2eJoA8K7ZBvcxwB04mLGcgKQCIeNgdPLEN4BzBqboa1qsE1x+A8CM91SbzR5q+Q6QHlm+jpINepFhjJEQQyOJMNqWv/41LeESrJ0zsQpoHFAlUTGK1nxRlaBUQiA7ogv2XtASczDN/LJv7ehB1zWgNBgyjWzVsu4t3Ub1z54FmKeSGZ8A5BzZUAE2y5jyJof2wnv9/pnDKJ2TXfdtuYak/Y6zaM+p0HcIAAMok60Xnu4gHPfHwbzG6Lb24ZrQJ50BwhidoIA8JLlBTqNUmuGg2gqINhZ6rw/wHwV1B3rWiW95SBeSAex0ZOiAUbe07Oew/pc+nkxhY4GnhSgtckgMMRl5PbI6ybaNMaNXHDS3g1/fcYDHAeBgH8lJ9FYbEtbd00auz+CxvHFsfbInJ0hAJjo4b2VVEi/0aie0AtGi69NmdjbkCrZZfywee6u34JGMexL45lnH6NfsRr83BgTMX9m+RWiNwwDwpnO1MLfMvhPeXodwDJg76WqNYC3g7PGcYSXcxBl2mo/wlbGV+ewLOlTgAyzHe9CAvhf8/e/bKUbSbWRmMOtgNTmBxwFg2eiqTfYpQTMZUMbEYLw2nI0jlx85Syk8mkASrz67p3kZedB0S8tM36eeZ/nh4Nu2WHyDGuz5u6fwE3ojMmTxIw7oPjvtjLPOINJ73U3oVF4adO16mP++B2BbpNIlCQty5HeCkN5DN13nb9cRAF0J0/juBBKndRa63fJg9rS9VNy/j1PpMz0JZLzysDOwF/vt/uL4Zd4aB60TpaOQJXEEpSrAz6Ba61u+riBmzOwjdKn9o403uJeA0P9bADi48rejKtqYbjwnfY9NoEqGrKtX2HwWR1l0Ec4UaGdb2912RvNN66EODK1dJhtDoHfOPK7kOz2HxAXs7SiB2FRu+jJ6LHhok1YcYLyODZmkD4Np7K3YD+afsc3POhm77rwODWt/dYSL7OpZCByYb1Ji8GWqHMNbg2WneoPxncqG75e3Gj1yYh0E8FzrVcYsXXOOhRB/ih/VQWLslsY94MY+0umtvKeDQtrjqm269C1zyeSxI449Oni+7a8Ey7AFNrDx4gXsgxwRcPtFIvtSbUewpfcHmuTnkdGS7xAhH/4mT4YJ21ez67Xnsb7y2fJCPCNs/P1LwuEkvagKeALZf/ns7Top4eAa0b6qhRtfaJjdgYcgRgcwTE9j/7C2Z3pj658A+bdvVExg5zb+0vdsGw+drW9rq81xQGJj0CGMxHyZ4vh68Eu0Y8749/tAP9gbHMAE2s745Qy3vys2zXZZCHGBd8AJfM7Ptmf8u/6TX+QjHJIz3wBwJ61ALr5WiVgVAO7Obpnn2hmdjEvb5dgmK0te/R8+/gLAduTHp9M03L+3baX309q1E9ZWnrV+1jWvzQ1/5vvbWrbPJe1jC0gKFL3eo9QiILdG/wyGadsWnfSzOtAo31hNdNEJPZJbp7L727BXXnYlu8bagQzkEi3fu/tUJ07a71K297nH4JNODuyAUo6ds8kqisw2Db6EfuJv+8c3N1WaxpcBPj128JilGkPrr+UFAH/8Q9hH2P/WXU54DJ3mmq9z2pxXTAJr+GYqJcdeOP6N7zNwWh/Z0P4P7Nc+Y9QBk+mgYPnsQN74woeQlVhCQoaeAT9rPHQZaZnrwpxPZ3WXuVPkpAWebnAOilQL45af4LG0gw1NoouRUfG9tV/0O8bgCxbjkzN/aD62O7Omug+V1e270739DJIqq1PihVlHRsaHMm2Hp0AgNlD0Huvx6ser+r/oqRNFuujj73//bK4Z060D9zjG1Rmb4BJbJJioP09VZri/9VMHgAm+xVc6FeHDS118gkyKfJ55f1/661+3oM2wcGyZxjudIAfOjrzbgPmVrG3axP8aPJuuGdnTDmyDxcwvkkmWs/GZd0ces/uwJr9vpxp089q36CF49beORrrfweLf2PCtiOY4v/U86+sMoTlTUJIOgusvDb9PgvR3Y3f2+u5PAEz2N3pU18aXm/1uu3TemISnTbJrP7/48+y1eGpoMzZoKCjybY6VGxx5JUQMoR2oVmcoB1/pJvcZx39mn5yjn+xSzCYlISTHILS/gIK/+PI3nsb8mj5/4PhJXHjxkuc6vpH4pjuBNvR2AsCWl9u5gA6iP/DgdGrQXNxtx8+YDhviysH7YIhOntN3jn7Apnk6cL1HYnXC9c/4A7612TT2F3kpnfQNcf3jex1zv4+n/d2+BCuge169bZrw3CKneWnP6OSA7Oez94zsyxfwt//cM4BPpqkBIDdXtrQyvydIVBLACyaBMUoQRcODGwCYIAnOzeYx0LeEHyYKSBnnyhjAYqCP9yZo1J9TAZan6x4sOBn5vViaHlmlAMI4ACJUBUze8UPkswVXizYAVZfcaxNPy79vv53JqgAHyqYAnu5p8Odqj+wyBitr/Lb4MiEMIHbQUpwnh+AY9v7cAZVt6QiwaKCDMd9n3O4abqZkZxV326Zuc6fvxQl9ZydjMB5H0Zz90wqFfY/vLcDqKJjT0nYBd2ekJmNEZ+bs2nkRJzP5Hdc5L3AsGrk2dA8DHgvOrH9XNEkCdTABx12A4CiUw5O03EqFKXtBC0mB1PeMtXUG5Hpa1aDw3KLgox3dI1k/s85arxEMnvLwjX5vBc2c7tZY0zZS9KlA+SB6jY1qTAzFAO9t8ZCASSa8BufyZ8Yamj/0XJWnLYgA9QR8fgsAiz/fxAOvvZXlnGs7AfQ7WLEOvd+CAwDIW0B7yBn3KHfv4cx3ZWUqBTgjzg5RnKHf9VeFjJwl3/gUcDDQKwEOXbnDAS1BvH+5P593BirBb8Zvnm6HvvclNlpnKmoe7RDFyENBm/fKAcc+/fHXtEX2OihQ+Bk6ZCJ6/z4FaBCqDGE5AbQvAiRD/wDgBDkA/igyKcQx5hWAqopGxieFbSf0R/cksiigIX5NCw61iqKiaPdNjyeQy55mjnRgSEahbS1sz+8nAA+HAwr2AB3tzwAA3ZeMw94HFDnZqqbfSY4hwanPscSJIcdfA/qmZ9Yj8iBRw040yP6UE9aJKGvYHLqefcEgICids1BllG5CUNZw6Z9kMa0XAYTIwT23DP31OngxYC4gUiAafdKJXDz7br/lmV56WO9gwDDn47Ct+eo6nF3mcVVAmN9WkBJUgXeQ/z3frdhNIOR0gjiENkCv5tcJRKKVk5AjzDHfQ//1Gr0B5CP7ZsynwqhkbLcy1vVkW2pPkuiUoKQ+wxBpQH61E5sAKfzQlV/67t9kfMsIUKBzbvZ/Cqi+DiHGjxxsBwPBnx5YyySWV/sveSuZ0lUyb8cX73EZaWRa44gz3TwGmw1gJ+gFV/maIQ/wnsQtDjQ5NWWokDCIHEVOxkD4wOt3L/FYBx5f7Axd5R7amz0fLmOdCgAnv63DB17GeUBCnI8WOK1iXb/h+Wj19FoH8+iQ5+we1uflWf6O2onj+j0DlfH2TxIbNe+TYDYVCvDX2ZORsSdb1/p+cEfpltY/2a1tdcqz0x50Kw4ZP87YFwPAE+4UYr0zuHbowQkPk5DZ9+qxk0CJbE+W+xpvrX/7jPkY6HHweD+/9ZV8/Q9HVeb8QOFb0YLx6wb14I/XGGSMuqee1QGzpem1QfY+mXBffxvci/fjcKnETG5i/sm8z1rNsQ2elysGh5bnWujXuzm25hnT9/dvZ2zqc5KlguFv3mFN0PUEgOPU2JZ8K/ej98BMNZ3jaD1ncw0+4pqD8SrpAP33ZpW38xDnhu6Dgyz69DP0lQAm2h6nC/RFUOI6QmccUNqPPmv12IQjB9DVYPyl3+0c0WNq+dmOVtahq1oO7pu92OS5DdJwj9/wFIGUdy07gL2895wB/jHo9ZkDAqxdOgQQlLNNpk4+x15Log00duO+OKJir+ie6+BCNuPwfMdPFbZpep71m6MVOm15+Jvc4z66vtsG/xntvwlwBOjAw+2kNGZwQFeDzbEzPgfe/Bk51vuvufeZ4pxn39gI+m88A77keWmvvQlwoUsla96dqCRNFjMFj8eJNo7uj18SwEuijp31Yy+D05nDby3UjSWfowxEP3a82+dw6yGtCxiYIBCtqsHHZ7+e4Cc8B/0cfGTBHAc+5wdqzVlb5OnhITnvR6+fihMRMvR9/Ct2n2drjUkmyctYcJ3alqeDMVt/NJ6zHp/ufLZvpvPI6rn7KCzv53TwMGaR07jsL97DT4O/qTvCSdT+j9snblJb3DnoyztR0HszQh8xDV73mgtDft14wOe2veuoNRzNtJomwZ/1aTx85P83vLuzRwUsZtw5m3nn3wnML0bsBHQC85Zf1v/brli/d6JqknI495NnRb51ENm08F3XMsz4xsGtXypsv+tjZ41fbvhPTEkCGHsLlroSzvR8G94KdgfrjBszMmbsy/BVeFHXc24mmEXfc2ec2V/9DN9FOjCG45/1vbfjyPl8EqqazpdWhy+GXrPvJEzrWTEO/lstzD3/r8J9CA2skcFkzdsubQxJAUpj7d87Jm6A/awVcfmBlyS/RL9n/GtvJrGUbkpiccv6+W4HFAgmUrW4iUKcQZsH3wHP9T9mDYMf74SHO8D2JrAbpzopRXu+3VBe+0s6KYmYsifiQxN/6Dr2VvJpO0mooyBHO649kf0pZ6ppJ/4qzoNe3o7tTqIRCcQaK7Jh5c34dJ3BEh4DH7z+t/BzfC+HDyeTqv25sSdyX+gaHLFzjs5QIrJasZsGfvEXJ9ktdtHx3U0iUvgnz4GOuX/8amNDSj9/66Qx42fQd7IW91nwDuZ5Ke5qbXAjdpgfa9wY/XESSjyY7ARyhfGBNTLgnGVueTCFE+/1r9+0/bJrfw1vjwOANYIWuuNi+4fAQmBn+NC8MmTW42F/LG/tj2ee2DDx60V+JNbSWFz802fR4n9teZbnJtalFwmTxjqTmC4aZi/Zf3C8/54j0tDT8c9xXvtNJ77eyStJDtKk9qjLFKdgf/zm8xRtH7qUfpk9AP83TR8sJyws26dymt9OQu3vZo74u6Al40k76xMo59RFz1exNVHwxPSSYDCO5LKrcq/xDc6RGF532yFbgBJ7LnG8tseCfcO7PS7/PrQNfbe+yTNH15Rd2v6IfyUA3M5WzggxmRgUxlGgVytQJhaNhqJFUCzAA1CplN1BSt1XQs5KaYELDh7ndH0Df3ue0/L2zZiL0bBtiVmkrvxsJtN9z3lvpzXNBCAGuNAKNAdPh6DJhMo4b8cz4L6rxQB1Ia58/1RwyhkoJVV+eVf/jkFhB4oHPUEREcq0aOn5hyTWobIEhVkUQ40Khd5HDDH91L+0SP4pUHvfuP8lZCbwdAEWneerALeSBL57noyteRYOiVYo177OdW/vfBgBxd6KyJUydojSvlEL8zPwwRlxrJ2/YwAdA5HzpNv5HcDBOqsNzu1UIni0rYUGrHwGSgffYFhARjtVzniGWNWiRUD3rUDH6D2GvBj949M7cWACEiMg+t66fa+jPtO8t8JHgda/7HkXXuRpFfr9rvGIVtuJ2QZj9mQFNQLSz6l1g+6QAyczX/xvhdKB2+UF75GDF3IAhmbhsV6Tpm/JqD9rmxAglRYWC3TWsMewQ67AIx1T24qSaU3Lgs9PrYHAgGhKwBPFjlKFd6RAaNNlOfnta7dwIAAswS6AkHmvoxj58spXr/133dVCdSpPfI/HgQXfMS6NWbGLI2/GWMDRkAqRCXhPAApZ0UqYjDgyzBl/WnxFDnXbps7KOgFvA9Xwq15SaFLUOFpIPHjlUYO2zvhT5Xa/Iq/udW/5yHleBJ6gPQLATSfGDtY3C7hcWYehpudMixfAYXeEeMjoBKBannr/54YdOGJt+RxwwPhCPKuHCQBjkKOPuyrPe/B9rc8x9f0GzOII6me/oCrrMeh9JtiZhpYdV4Ak8qodsOCDdsq/QPDQ1oC0dxzJhEzL57dV8yvPuPeh/1FcR154nyOXkGu+ts7egwfR+egu7hl8EJ5uQ+ylAX8/WVJHJ4XWJxng6N07MNgA38lptcaStcYGH+2nzfrqt+WzPUuaxBZoPw6ilUdk1oJffN0EYNvZhfGoiUD3OJZfGrnXYZzQU7GNXMS4hUd/8M8Ei9+MXXRf6yQDbypvF075liTwYIwYQUhuPAaY5Fo7zjpDtPUHCU/hzV3n8FYqVnghx45RZ2dfHOOv/rsCwMNzOAQibxLk9ncH53KecRtYrg4fY6XX1GMZ2ocWWrad703LwPNd4fuRjWBtsFAHPLIecex3QA5HSOtrnCrd0eHd/8O/E7zImMMnHInxBiYYg9jFPGMdlWDrMbiq1Sx4BgMzBldwwakgllHrhVoseeheMoQzCQfceJ7jmDKfnArVyF7tGbIwDtsI5Pe6g2FlIH+OMhLSWBdwZNt5VB90ILV1K+sH/fztbxMAHvuFeesZ4I8ruKqkIR0zUs738NitJ9ARrbu7PW7jwCPaxgEIHfaanH01HQZrLh8U/ivDO4sqB90ETuxMk8NLWG11/A+6m70764ZdIixu+pszLHX7ylTXff72978fZ5cf78D3tN6eBEvoQ3ukVo3wJHjrlWOdMMo69J5aDtoO3wDfJQ88jtX7PqN1HCVDeNFhw18KyL84hLPrsRNNH6WT/uKz4EnEqxXt8z0HayIHDn+X/YhT+saMsU9a7jr4ryQPH52DP2PY3Q6lJMu+mP34Mb7Z4hByIswnkzv4ewI05WBmTfxzRfzBU5cs/SYH/5LQyPctV4zhc7ai6cT20c+Kn7NG9mulQ5PxeCVI5fsje6dFuxKcNL8/xKfjkL46HAyfkLjc9NLYyPRWCaZvJyyObDrr6khf4YPBj8FK8jOo0hj/1CR2snDT1US8rXhQY0TWQe3NLSmxI4cOwhfB7v/9f9ZZp/d9RMovR/4QFO4z5m1f0F55HurEA9HfBO9O15ThK4Fsgi5J8JFjffb1qWTJeubGer7OEv2zALDWtH037nw3Psv/PwFgPasDuFqn3wLA0KtV5vfstsHX37c6ONftP6/BJxM6CcNJhoVZuGbPkg1+Zv/4CT11cgo0TtVUyxGfkXz8lKke0wsbuxPDT4B8gj99RAm4Qt9FL/f4bFu7qj57njarc97lYIx8lm5U+DXeefXf/wzTBV9Ngvbcr+1x0fUJ5A0vhBafY2QsIyJj8uwN+OlvJSoRpCF4EypN4nXjYuzXTtB7/ZyMwfz3PNP7dPg2XQlYY33PNkdhvk4I1/qjB5Ze1z61fhp6G/YtnkmHwcahDq44MKgA8My4+LP59bqfVmbsqFPhPHoM+3SvX4OE5E38Ftgwnosdk9mn892pNMweB0foY5JnzoXzi/Sm/rn99/y+10yi+fgHsYfYn6YLEtTYV4+zOjCYt8Z+DmYUz4UnLrltWyRBMPhBeExB4Ozz09p1Biu5iH3tgrZJBGubT5e+XV/83nS46CSL+Kq+znPCW2MWsC76GyzZ8onP8ZXpb9aDWIsx158EgDugzJYie28cQmFe6DiJW/N0qdOhR71jnI3fYtbO9/r+2+Bb5F8XwHhdHru4/Ygt6/qoscgJsMxG6JJYFYbpzizZk0SO4je95SCdtU7gFUyjB2l+czTNiW+MLAAiUIiBbZJHLP/HHxX86nHUpMHMolWOTAMXZ57Rxb8l+FGBHL2ygUCvoeTAHN2QXYs/JgHIKej7VkS6XDGj+F5iS/aRey8unuU7fvznhFIAACAASURBVIKhiF9/NKbge52AiJ5evTUB4KlA9k3rCCrJyXSHyX6yzqwpNg287r371iEdJeIXJ85yBlz+y8vf+z2XjphevQ8jdvI29lH2dooICi97bON3IGZDANk2iboQik/HdtPvitW8AX/P9btmr73tpvYB/d/2om2B7pzBvM8xnSNXPbfD6Nux+OrorBbQDPJyTA/zNMBvx5Q2i1aM+b4ocw1gO88mww8l2D3Te/EgiM4Ov88Gy9LAAB007Y3S76dCSGBpmBgDgwW2wHQ7kxvUh1CEPpX5N1lEE3nvM0NQECg57oMjq52js4zrXBsGoIJz4uFH4GwFwjgYxnCgvY7v3RU+MykTtBfjFsrtvF1FXxn+dVZJt4xpEM4ZOqzfzza7A1rJlhhHtDLgeKa24h8+cwLG3ywHhDtZtREMa3g3Y2SOyeptkBHaSoWo/smhkzZrGwA+mTM2KJMZBF1pWHrb1eWlzG8htwx1srcmiIZOUFGkDEob5jaoM/qutEn7wD0DKWco5bqtKJszZj2mR8v2gng5EgC+s662PRCXQ6cdfH5bmWTuqQC8kj1+WcfXCZitSaJCeDHtb2zMjqGBswfBBEjQ9TKUEa49LkBHVwBYvlgQKMlgswjDAoVuHIBp44TVGAPxqza1ApYsOMBxs9JciVqgF0c04C7ZnNDMKvEhUz8MWXcy45UF+d1AgMVnA5AVaICRNq+8tB7dwoFgdMDFnT3Hs+4MRqc2GIQoI/caf+VGXM7nAaDsb2eCml/me1cG1bdOVOC1Y/BVcJwlSGAsAci0j8tiLQDHudVZTVmzrZrsdTo8KNBVDqazLocR6MKgzcvZqYcqzLdhRwMPtQozT0x7148WOsgHUNezpT/H7x5j/uhQTWoc8gMyGNOtpKPj3vNZzuB2icZpd983rV72/Fnv1QCUK1hhYJMABLrEzpkx8vU98W5XNWFkQnedre25jCzFqaX3aOnifRw5yVqCr9+qE9qcHj1BwC6e5CuZJsuRDGT0DLR3dP8Yrrov7Y/0LTush3/sqEZQCzzNfgdvRH4QtHwdsjyv38egCj2Htpxg4qpPnZGOV2B03Bgk0mEEUQVYmR8YIfd7qSG02S8MSoyOrjLuDMnQ4IJZ9st0MwZX8+/KOQXNp0WkeTdnRGZs4BZ01srifxYA1tXtUE0iAffM7AiCms/BRTgQLDcTMGjZ+BpAyGLWTPuKo+isoWX66HpXJiS7/GC10bfH+WC6JFHw7hJiCjWxx8hDlr10REIHY8Apcf6eloz8jS5nPlfQ0rkBCd4QAKaTCU5laNI/r8DxrF8FbGL4JrMexxrr53GwxTgWhl9CX3zvw4IzeHiG4yY8B1dogQlXx2wgK16gbqHtMVy45PczpOGOfj7JLiRamN44C9QyM3t+HHjik6mgDjEOxhvZI8wEpnHrfAf+8x4B/LZDev0MP0YkuKuDvzM4WXPU505QHFyldaJ12ayxvqfEPMZL0hU6EaeC9XzppcYbLTu7leoVMPie110Pwpc3/vrb3wp/KVF2Wp9rLNBfEjZy9q46I4UeY3+hK5K0ejsKJD+vM/nk8Bh8/OL2w88eZOhQr//4khuXz6Tn1w5Q+3yPc4j6TQK97ll/NE5jTd5rvecN5X/Iy6wbfIAc52xAf9j0Ppub+y49docZbAICwKwRKkP2DjT323iRL8ypO4m0U+50Ixl6IDnuOHqegIbu1wFg5CcB03+djl+6jjMIkeVd6d68o2vtLNYYCqNm7LdMOTp6HNfYLXqGHWjjuEI/niNfJKuqQo41s3vSdsZIG+zqccD/RhMkkv8WWP+xF2VjXFWLxijb2tB+imF+45cnANyO38ViorssWAcTTG7GigmqisacHPbJn/ghgp9dIKBzJ4e2obEje+p95EqfkRq/Q+RIt/hzN6VvH04wCxn5jaGP/vktgeAkmBjfrF12kqQ0nWe8VBC6yr5kxM9ElE3+YbtbztLK9Tjm1Oq4NhQneVrFrh+k7SddblvpJPnuGb2tJw/9lS2HLyQ0t457VyZ+r+DCrShhn29eC545+kR4QnTwYE2c4tDHb45u/ITrXwqNdqVbY209tx9DS3kSmLHFusK1g1frG8jqgIWwha5il5EVjQuRM3quK6I8oODA6LAkqHZi+Gn3PH6pa+0cxI7DmDVsmzNHR2XO6Ef8fciGN7FUeKkT/rkfFY6v7zV26XSNGVsMzHntg/Ty4GgvXsSaX/FbRUd14O7tvCOb7HRVKH1FcKf3l6ox9qmxBUktYECuaVtP/pPj0KbCeQLBwYfx823Va7r0BBun01i/NqF9cPxgL1dpV8K8pDxYKv4I3Wf8MaOL4YUOCKGHWg5fA5g/oP/InjuxDP3nwIUTONYu7g5W4I3opvV3w8N0KPA2N5aoASGf4I+m+d5H/d4BFxVmYM9B0791WGgfrPdkApEaQvzH4Qvsb1dzfj47/C5HF04BwuU7ka5mXgokqeV/6eees++JEK/1eP3HLE1XzZP4b/79/k/74oDVJAi1Dt3EnOAEF3zorNpJTjg+1/LLI2O7Uxd0ZL4ef0X7f9+EgWPD6vJyF/B7f/fMceQVCfId/H4TqNvnFz6dDoGzlhzp4LX4eHYT/fBhxk5g/ziCo2mz+YRK1XSm3aMWTS/uYJskFmS//v5DrbbnJqIjKl+5b5JoSZrPIl0dofRl44Y93oCkLHf+mo55PU78gd6vC28MrddRC/ixWcsN8q2MkmlJUBlfocMczNXBZtlQU8n9JJ68subP5NDr93n9uPpesYsD+tJxvx1toWc6oK1Ojadb3XSrGNzXvkLui2yANn0UwPfhVXhWsTC6HqLnG4chj2wqzT5El4dO/9xXuX72F78gL9q3etrE259xY6zQcnbg9ZGzD5ZvtjEi099113eN8U+hKDsqfDJ67sOvTuQemvAV5wig+LZ4/SsBYHFG94eP8hRhkSmmm8S6wqigxDrKYQPALSg6WIgDBaY0IPgm2RWSZFHHOa3sjXVY4Ij6EfDxOGdhh9EwQu720k3+2QkUDBtjJTbRfTlyYOp2nL3OfLKsI+Q2oxJA1xuP4NuMxs0y1PcXyG4AGCCkETdBOIvNbRSmBVxzpOe2jhkcv535BmGYPkZZQngBcFspGiET9YWQZDVRfEcpnlYzu8Ya9zlXyXu+ldUBKgmWkgEIcxH87Oo0lHjawNxZpXYsfWd0eE4SOs5uLo3nNdSDZGxGUR8WEm0rS3gc8tAQwT4qg72f+k9jniwy7pFA7B0A1uMloPVcgQLxgcHR933Rjs9WfgAAzu5XKfjZN2YdwyLG885FwdcEOUJ/AYoJuMSAHY45VRkAFjoAZP2mou1RVDynM/btNJ9MTJwPPDuD0KacIfoX2rJkbXRmA466nN2CEIXGvK/T6if0nRY28HFApFrWh8YS3BlaaAfuVGwRa+X+ZGOd/fzG2/dHQK/cemireE73iLKKgRAezEKsUZrKY9YpiSEJZPBqB1gbr5dM6mW9Kgw2mNwVwDhcWmR0JiAAEvl9sjBFtsSvhmYxRLZSfStkWK/ujCCFewKnT9tK2l813XTlpp4lmkybbODcyq92MJ2gnvbh44ME8qGHLLAB6cMj7LcMhjjzAwTb+EEGtWgR/2idJC/081Q3Ds2GJgPMTPeWsesAeh2BjG9/btsonoseyTWd8XXzGfKKd08FPW23rOfvBJTfjMlz1pITJ/Z8pT979r13WfM2tH7qQ4GbyX5X4G14W/OlBVMbvJzZ29VpegatVLTfnHnis87HSwkwz3gWmB0HzOjDNwD8Jl1gDKCDcawhN3EciSbsiPye1/opOibAjWeHLqIfFSRZQPwz6aNBplY3/HZXAFkv6EPpc+9Z840c8akwQwa3gYMsOtm8KhJ28JUzlSTX4ohYHFjGQVW+gBsw5jGMtQctd6EP2u/A5/DzXQmaZ1FBYSdV6fX+TlefgHfAcvxNa/kTeBznt3nfgTetYwB4V8htRQKBY/AXa73Krx1Y+5zqVeT1qED6fLVxFvNq/Y7usL4TVrPcwrERIzk6ffGJc1+++8OH7FE74rwfn04hWaPp460wxVnFHGWMcxY88sKYzg6CpVVaXL7yYswQy+84MdYoevEduOZgRuGRCYhoPUhIJIlIc8RJB9ZbmWe0farGtO0dAMZhBM6B53SdHBnh5TqvqM6Agv6RPf45ts5xUI1ue4O1yyuhq4PnPwPPOHKAAzzUBmfGdOPh40z8FhMZSkY0/NwOYb1n/W3sux1+NBav4WBu5DxB9NhCqtzK8To4ZcVR52igqUbniB8c7chUDHbtEc5kdKiDyXYykM1NkGaM8EnqFQ75y1/+Wo6g7ezUVVOdiIk+N4Y/+vp2pC19LHDrIwT6WIM7qaBtr3z3xfyuiBzgLL1w83zkRJxecwZwJVt1AFhrZJ4b8KD1VDISZ2FBy1nnqq4ZIoI+jq63i2CCCqOvYts87cqEr345g5aAguXJSeTBdstP0c+dIBk7ERnUVb3YUKHFrOWhnbEBQlMTJR7/Rq4L7rZMmAQLdHOfBfw6ZboaXSNmTuds7tnstq89vgkgvTh8TOFjs4Cftc4k+L04MVNNUnQHhcCbv7Xkh1/jJAreeIO/kS+b3B2HvuxHL+3QURKFvX/+31bxIHtOxVfZk+Ai5JuCk28iVnRgEjKx76B1JzYN/XXCPQmu53rrmbLHPfZUq1KlvfiK4LmcqEnA2ySv2FHvGjnJR5i/nNBth2vfaVebVdu50PI97w2+kFwdk83JMRMATgVQKl+9BzNoq+bHHnO13tjt3SHrBF39rLSRZ6x6lnlqEhbAn732yLDVUYvlSWawPn2SPTmTNnPcdscdXFzZvvYy69Vdq+Kfi0/DVVe2l0f3jC2ncSqQcGhrrr+PdNlgaHgBe3DlhuTJCRqdI4kil3YM0/59HO23vp6Ete96KoaQFzjoTYODhxb/C4xvBz3WE/t8W5xHZoG1CBYuPU3LV8GtUUvQy+XbsaBLIrToGyzdPgjW6A1Q6X0XDs0zYldV97ehq+zXjge50r7cy//w3ZDjUghwvTSvOfQRWVonJ8+THDrzugJjvu+eqU6AxzZY2ZvM/cjjQNZTQQreDw9nH7bKf4hh6Apf1OH975cT+Bx5gD4jwN72bCcc3NW+SfA8Plth/nbuy2YZW2/9FbRszj5Jvm6VGBzXPyNc+mxK5OWZz3ebxtSJHVA1nYBNEibuBM3W18y/K1FTQR1+s3wwf6fSMf6oKuCaFvnnzGzbP/gbJCAW05Dw0EHMrMZUA47tn1VIorPHQFBmzWfbTY2POxGFSkzsNvPA+DPi54pOJxDZCRb4f1+sZ/6d59t+Rs6b7hNk81ifCmIltLojuua5EPWskfeY5I6af3dA8HcnQOW5WJbHP9H2C/Lo+EC+a/foSY155a27/uk/4a4KACOfTiJJhj5+3XaAb1XywVJK0JsOB0tPe3Ywc+0CMukQjevH+tqGTGUt888ajv5A935zwHa913f8gOf6wbfS4fYD55nBLTM/dXAad0CS74YHvud+p9zZxjnJxp+xhOw99F4dGOnc2XZh+3/AwyJxJ8OPf7Krt/Hb3wVhG/+AphQA7jU1jUxyLsHYDgCvvVEM5T1eOu2EwGCL8OPrv9S97DccfZhz0+MHzFyUkLG+cJ6hn0pExTehJ7/+9/BZ/L9vgkDPsXXqFrAN4c6Pd+3hFdNk2Vy+7zfft/gP3Nt+54MHLF+TKN4dPlre3aP51vo///Pv/4NihUnfANjbOlVMG+GrQQ9BN4ErAi0n3HdNHAVcsw5MOUzSAnmZGWcGCjNMmQyoZKiGEU/JvCZrZryntQyh8cV47rNQcHrE8bqgxI6w73l/d8uttHC6s9vGsWqlmZ75bpVrybFOuza4OsPpGCVHmMVwx+HrFgvfzgaUDIj4NkNO97cdim7Rh1hDcG/7C60P+0t2kp292pt2BB+DNHtFNmw7yFrw6XeMrQN6x/HsikGtkal0FIQUuAGbjLE4KmBCzd9LOAHKZKuFWS+AODRG++GeQ6os5iDsNvZFo5VBdxwDI0j0jDw3jNOVbnEUBEStEyhrs6/Qb7cHamHbjtpucdEginvdAT0516JYd51ypf+OvX0UiDFXMQJ7vmfmbIWV+evJAs1aj5FbBqj3ZrLyyBx+nS4RtHHmHsd6ZcwepSoQLbKedpIJGAd4HYeAnRgAt63AY41wPnXwDGd5gigx7pl/Mn+yTlcFj+Y7xuje+1Y+vN97pfGScep9HzpqXrqNmjFW3VZugVLvS/YtBj6AKvyV1pG/AVDRY1pLDU1YOS2IYz8BGIDQvhfzuwMqyZqDtzYgMIax5flSf9pVTeB/FqodVIhmnOFXleEAeOipQR+ZlxrHOW/8e6ydoXJ0fjKGZIaMZgwVBc/03xg/rI/kjhyg//a0bYvTOPws8u8AmQPATkqI3CLA0vTSugcZ0Q5+1vLQqzbJenPPLsWpfHh7+Dp0sQC3Vv3sEaATnqF1F9fy95UNprtqHwfsrXy5q0ccRJrEj+jK7AUtq7tyQ89jrvDoRQezhppS69QLaH73OPJGGb3Kop22ThuYzcwIABx5s4vj367g+xgtBJAy1uz32ctRt1pxtxRXpYsr1zhLbgJWkk3VzjOt+TYwj5Or93Lp5XY6caY7a8K4JF88R9GrE+EW55D9yT2Rb/5b+EXtgJRiO62nNeeT4DAAth1mJAlpDpGHw0cPqILXcALb+XISjkTTqQhqWdJ4hzOtG/AevVEGtqahezDGPGOw32CCNRDkaMpKXHLKQm/PsEEXmC4crA5fRZFm422MlUHuvZDze4yN7Gf2w/chu3IyK/v5DgZOBnfrBfZMIqBlHs9onoR+OtmrHSZHLmgcduREfzc/UEn6Bh+6SqRbK/Y67vavLu57w+M898UTHazorP5kxnMsyOCG2v92WPX49RzJgjeYoXG0Yao1lOPFuEJ7p4Dn6Kg3oeyssch36MiBcF1vm+HuLnKS4Qy2Qgccy9Jr0xWscYjui8rXZi/src5s9l4Mnrno7dBhHNztkBHu1nusYfOffr/xZXDvvjYAHHtmW0ZZr4kNjS+k67ud7wb7ztEI5r84Y8EKzC1z2qNucOLBXyRJ6m8vM1jE41/H8la0BwOlFdodAANvH/02OCUyCsenjjOJ/lcryBvrbaCFxJ+3WjE8k6Suq0rLHVHWxgFD6P50CtF7d4KyEf3RSzhSkYHIGBICeyyZUmhddA7Nbxv97GdXT6OrglsMzK/kINOd7aq7hVnk9lbwGdMNJiQAvDomjCU7Fz/A0TGuGsjadwvipmvwtemjkwVVjSos+Dl6ss7jaMaJWWdtdcKydeHYdFqzE0D46PKPT27k85wF/NrXV4KN5MvQJ/pEiV3+joOmCWge3YOemr2xaTn81zoT/gVLdkIjvIqexd7TrU/y7RDwsX8moXT5CYdkcOi/2Fk0Mv5ycIGhtopGWLjlb1pNJxEMPu0uYrR9JYho+WOHpqSrEp+381XGh7UQXWv5FbHjV9uFXK/12fNAIx98fnDhzYwtndN40WL3TTiCHq+Kb9FLJTXYnh2Z2Elq7Cdtws9+Df/EabtyVZ93kiU2ywkA2zYJFsS/o3trjJ0g1tfT4tT2ZPleLvk/yRheU9Hw+H7uRHk5PJNcvWu2urYrQJuOvdfjfyGxZ/HGVB9XJeWbzE7b5eMXHEeuxi8ZLxpIUDyKVXxKgcQZ5/AmNMMa3y2r19ZHT152y/h8jKftj9sgf66LrwM80/r8xUbQ6pucAY92wJ9iEvwhsll3/cf57/2KXP6NfuFFEiNap52bfb9wpB3jSovLTaaP7M830AE/g4VbfUeggGfElhOBDT+PTc56tw8n9FlYrvxHrz3JerlF6gTtshZrv6CjwKEkQOP7Mm2M/kFXXgU8M4lRJ2HB0XumhWMHLP9sEmukVndyOVirOkvkEdNC+TxvZbHXXVeM/Rq7+Q64dUe3dGoce+YX+njxFPzRNAFNrizeAps3APomjer+9zFAq+NOYZf4ikTaWVPDxcHgJ8Ha582n4g95i/1jGhy50ImY2MrGHpKd7rg1OH0I+YzRNtgv3QNHp0Pz+kmiTuMl+B2/yNL8bX8fn7b2cux44YSq1Tl4rxPx9n5apOhGHztQCTYnIeTbc1VHgvvkt9p9jB/ltqkHk40cYY1MD0PwvNf6MDyDQSN8eydnkdTReAuM+9qZSjpLy+Shr+kQ8yYQXUHH4bufPoT1O79B2IM3JKsniCuea7zJWq+sC+4wpjKthREtS8ZvB30cO0T3b0ErbO8bY6OJjpOsQcJA0zW2ZWhM8ZPYaxt7S0cq/aPLi2iCqljmAC+J7C/8OhdIDl5FjdOZAns2GH3tLHjw2Lf5+Ng6+CwaR1imTcvqYK4AOctZIb/pqvHqp9ahXrnvjavTS8X+7IbTnY3FoqTQlG1PM662z1+8ch/tmphT9nf9AujCxaVJuLX98SVABW82nlv/AHtz6EO6buwQPYp7drHi0eFOeKcEIglpV8KjCmQHv0svpvobe06LmA49b4HMoXkCwA0mLDNFwAXYNYgD9CfCnEWKF7XBO6TP+wfMabLjnBcA73Yxema3ompgE4dznIDHoKo2G/DdTwISoU6v7sqIIbtO4yMrwPfwxujsxy8APIdckxkMQDnChyD4BBCO0f0tnAK2hxpZ6fnZgOIFv7okAaYFuBIwf3YmJFkV2YDJUHmMKO/Rt3cJkEagsAf6zEFnMaaCKleGXsAYwdxW0m1MtBPJxDzPIgs1hsgyk8HMZ/wtU8hi0Di2ItjgWhk8csJZYK2DQd8Tw77GoJ7LmVFWb0eRx+F0G+tR/nppznGCe/Xv3Rphl8Pj96MGgm+rWa5qxQ8fnDnbuOCcYoxSzXcVLBm4BC/13VTcJzMUA+Ct6DrPH3rWTQUMO/MExcO1AOHQwzpZPe7Rf6aj+cJLtwFmoq2tZhc9npZW54v38nrFK9PJn2ovcEiU4d08TpDIYzrALsaY5MYxony/ORPhG4MSB1pGNKDFYfXb3GZY57sdAN71XgI5hvwksOieV9XdrBeGaWRn5Ft+j1EQo8vc+iP7UNOWXBTftmO7VxgFxtrR9va+ZpTd8C1y3HKuAjoA8xeIcq9XrokeOlCs69q4b4XUgTiBFoO+p3UUmWrs+asHumVmt7/ScuJMOwCvA9jfo7bF2Cpj85sDgWOQfV9GDjSNNJA32P324y8fwD8Ggna2ntdrz5ohW6EzdA0Oo3byB8Ruiy3v0/ffqVgy2C/Ho3nkdqS9XIhsfIPE4ccdvO4jnqaCyyBFhqYdx2ucXuB5AvMCJpyT/Z4n7ceUQ9VVOHO2N2v3nk/WsiXr3mD5nWHwiXW5qwjzvIvXVwwbOEf3pZVr9iVyyfxR7bTeFmItD2i7xPiYC8+Nnr/bF5Fg0o4B5JoBcROcvm18MLJH+t344TuHYALAjF0/my8kYjlDnDETsCBj+4dD1g54dHxo7vDh49hsY6rp2r9//0xDlZgFjgCngLtCm/kWz+LeCQjFULNcKIc6reVeXQetEZjz56Xbc5+sCDTZAcx3TQ7umiCsoboSBJ7Wcqyx5adaaAprjaOCwNabkNFjeXlE2hhnq0iiK0wst0cXsvZvEifrhVGCsx6dQdWdsfLIE5IlO1P1dUK2LHm5UHo5SR2qYgy+Y+8weBQc06sr6MNzOiIilRu8Nhv2xm3dUUVf7KBXCCV2CGuwQecxKM1HE0z4xeHi8bC/3/qoslgvAr+/GaC93t1OnLkkODtt+SXTf8GbOCpjg2xrz3bcO/F2ElswzhcjbQIu+t3jNhPEgWFsOwHgdv471qP9GvmnvzBEbXB+n3enEjAQ/NWB8CSD7T7iXMahzlFEyGgcf6ea1YJ0CYH54/z0Wn8PJkDa2AvaCl9sdr3+Pvpd+vJbh3N249gB3DdV6L+fYdgBOypAwB+W90PHra9exyqBKpPZWadNpOUopexhEl0SFIoMPAFWOeDVKux7X9fYYXgceLP+0ukVqGdXoGH+BqM48DW0ujQQvsF2bXvpyNIC3oceS+ePCB8aXF1702nhs1PRnRGqjerKJV1XgkL4oAwZ09v3X5yi6cCj95A9rZ+R93SGOOvRY/8mjnM4lT1KFBI2iu37vrIPcQbCf3Su0H3Qw+g909RzVmJXxsA/0Gc7u1J5ncDIrS/xF5D8mMoKr8s4jHW/07r2G8wfKj+x7IwOF874UWk0NkMn4LUcOS0VJ8gOJmr7odeLBASPxa2fU+XBiwBc+DmOSXw6nfAreuBZJLGwTreuxPk5R1zMs7oqH4ewzRTLy1f/lGwaP0SwtQYJnmQO69NCDnBWY2NiyzPhBeG2CmyYBwf//Rlfsjb6iZ0OXZPg+QYn3yMOzN/CwFO5Bj12UNW0HJ/+BGCCyxafbQUg+/1nPjCc70v3sT00/7//XT696RL0PdCJO4Wlsq9/3q45dL3J/mAeZHcqw7OHWq9zNETRAtdGbqSDG69Oxj0JpL/YgO8a0EYfu+/CO2OfZP+TbI9+7wIbbIQOJDCuV6bj+A59yG4tH9zYOkrc4Tlej2/Qr30JD6CL2s62LUUL9gkAi0YIYnQQAP4NzeB/2HXF9/qbfNZVDoZIP5kvq0psknj3TvkNrGp99P2vZdFJxpPupJWv/TbbQeJNcNY9PXefO06Xt3XQ+/OSXc0bfLfU5PF/wqvuYPUkLce2DC4TnVp2O1CyPqfXngl/bpCnq/Ze3In8bftg+eXG74fOjEtGzo1iP/Jm8GPkdhLu1p67E4Sih+JXeAug3EZ4krVePoDOO6j2b8Lx4DoS/n3/9SFiK766qPHW1cFANPT9J/o4vpzvPenFPlM7ezu6/nugO4Adu3btzQ7YdZBn1/Wm4LbD4muIkCEu0LwFPnv1Fa3mXzkF5obnk1w8BRgm0n/7lz++7jHoJO6rMbm7ga6QT3H0I0nKsrt+62JhrXlhCAAAIABJREFUXtA6zRRbVjVPwCdN0+4KMb4IqiZXd976+fhvJh7EiuLLIibV9+9VJ+i+MnE65B6f9cQWjDklY/A5h4YJxEcWrI8B+51nyf+l9TvHsPmM6/Fleh8S1xKP9Jm/PVboCZxz5Mi0Vo8NlqO22oZyIVIVA5BYTtL6mzjjuTzxtbaPqa5Ffpum7Le+0fEl++YPreFvHY+OP0OdyebaTuDp/Qe3/Caf3JH1R1esjOtgvkOU2a/YQFH4WgvHkGwTLQjYI2xHcc/D4QMRe9Yj9pn8eJ0MTKzVMamRUSQz0Ro/67iJXOLFc1TBtybYt/GnJkn2ff3rd76QK4AJJB1AZiLbYIyMiP+yZtVut4MrgSxF/MlAdlm/Qdgo1jG0HDhxoC4Gawd59Vy31RuiBkgSwDoK+ezifQaXmIuMsFxyGzgdIMjCb2UZ6wIAccCwWlIJiDVxoozaQdiVISitVnoB8NmA30Av09KGJgAdQWIgp817z/214o/C9IuMKNb97HSIsp1H3au+s631PlXyzoz+tKzBdZmxC7SjDOKo3SrqfJ7MCBzJeb7mPsZOMW0coltpBVHL4RQjN3REEFj7cBwzM0datxxgYyfYtDyc5fnNqU1FW7cm/8EgA2ZacDPGbveTfb0FxzvOvvdhRqrJnjNLRb8+2+z7H23txsec9fgcpTgM34rcrPc4M8UGQyvn+QpgcFbj9zmBmd+AVI8ZeoccjHUfJ/Zxwk0FRLdYvuZfyi98spWOBLxw/pDV4nkNCH8DIciNNwC8rYbnzIEZBLyJ4wZnOmNkrv8M7LYjCfnQDhSDI8/s5vmVG2so2DFguZnkj80YncDaGE8twzsAjMPVdDhy3nJmgGYDtJfG4Z+0oElAD3pOV4Jtu6X3E3COPPtNlml+UqpSrv15BypeUMB1OfdKLSa7Xce2zM78BkyfjL6ABN7HkeI9HdDf8vvVgzEEa93mO65y2VyVSWiI09V7f5yAd/ARBzb0msWMIHqVcNYq5xJpEGrjJwcWYzoZsVMhbrr4vmRDfII8Nv5kEc3933M4Dk381P/+Djy17e7GePMgSFTJ2KnGDk2kWkm/v+BLuom1Z73juPkciX/8xWC21+fPgkqtmxuoUUnne9jIGKfxOHZ3v3f84itkPt8L8PcKXQ4AfZ8M9tZ/bcjARzEq5q/Ce+IRnFbSBQStm/9YJ+Z5Op5MkFnXAt5wavB9aImsWb2f728CxQGcnuHop0l6yvrvgNlbMp4vR7K+PxU00Bc0+lZbezXPMRA92/zejugOfiCjMMbk0Pmzl/aMaquT4FYO9R9YF5k4NyQA9Zvcf58JbXa1+nHAP4l3P0F2e/5SsfAXMvlHB6aSKslXr5Pr0NjYFlojOlzg6D5tRwX6TzD839M5hoCNMFnt9W/r2jqEasqumjpncpnOyK7fwFQcfbPH4yj0vMYR4DMPB993Z4vo4pyxxjEUtDM9CXbffYXD+5VuMqOrasPbWdSBSdP7g4+RB15XtwpdR/Py2dJtB/ii/1OBdvaN+Y9u6K47qbAZPVOy+HX0X/pb/FKVKuYtXzD2DUkpMzd9Lsye63a1LOO/0eIc9di9FrfjV+/FyTstNCdgoe9FTq6R20FefdKdIfQ3+l/P7pZ3JHhhk7hl9lQRkswGX+JY42wlJ7y5VeO2PnsroZn1jwpZr1Fo4LS7G0fthQO/dYsdNsnDYy+CR7EF3I3knMGXpx5cWmcuCceL9f7x9zjtX+foLQPFC1pj5MZgncIyCRYmCXQ7D2jPElRMsC8VsgQaFSANT78gQHppK7X/zDbF8aE52l4YBz3dkeCfdEqhNeCdyNC8y3OMCafCrj9vPu31MU0LS4192Y4/fYb+lMNXr3M22gCCls+9F699t07kBL00Jzluj6O36Mjya/abasrfHH3Mz47pE+BYrHU60cienkCq5kRiBd9H1ljvFt6g4n3PjY2DibaY8efc+8866+xrsOblTFbwWXpl5LbGgN/GZzhXolnWe7sHMV7WJNWr0UPggxNQHr9S7w9HB/Ce+XaC7TkuK7i5HfAOWMguERc5WKOxxzYn2Snrv+0C3yAU9qilneZt/m9bgqr4yAmwZnDgfx89dcuaCbCPPG1aX3n1s/07975k+dDeD3pQYgEGixOf8YHlysbjkkdKAGS/2h7OxZPUgONQvDVn2oexEmgKPaCDd1YkuHgNxzFKt4w3mPPbWqDzJAfBLRQoSC73MWw+Q3cCf9hBb0vy32w+1oTP3M77Y3Aq3VOQsqODpjjzc9e/rhEudaJ5vvjDr1qTNQYtu7PPKO0zVE1WRX/xB+H/HExR/pTf1rP339s382r65nsvDscv5L30+tw4bPc6weFuW/kGgBsTSH5Ylsn2ctAodJQqu9F7nvdNX8hmzpD33L4ARNtXkmWSH91GmHm/tO61LZhum5wuUO4CufNl3d71TIexJHX6OQOTuoMldE/c466mXjyXcRbhzd9dAcpeyewPDln/AglEPa83qIkdofsQAEaveG7yC354RfRP0A4a5Nnt3wRP6jMCUpa9s+jIwsMXpePAxO3PJsFBX/8tMZaACwFMrns7K3ULf+EwiaI+Sso+gW+y0PW7fxo3iXONEfU+R5m1vycdRT7cOJ3TQidDv6ODuqiHtST+QcVjJ9Y070PD0Ajzo3pf7xMA9ngn+UH3YH3bDqSCmsAp4+Gn+Nc0UkEu7DWtp3lR/pfR661P8I82RhFbu0BuXq+t89Jp7wdyEPr0GmBnjUFPLIJ16k6LrNk+OzbQ7sG0ca5Yy2vPi9/wdxw8MQmE3MvyQnRjPb0rqrmK1jnipvHBGUd1DjNemgrP+N72XnSCS0J1+xj2mpZj3QEl8rw6203XGmw7Ou2cwk3RlPy5H56wP2Hs0Svhdo442sBly+3g0FN5/E1c4//NT7lYavEKHfGyBk9Xpa/Ak3HIP3EVWs36d/I7RYWh5+D6o++sdW5evXFXNlNyGDt6OyzGl7b0lD3JcWm1J4OPDy0OHHdB4GBXfO6RnxNzhV8cB4i/ARojNpo1jh9F4/gvdxKMbItsX3lwcOUHpv7n12osAcQJAAs8c3ZpAHYMnryykDzAhoIzHUIALCCAE6coDrgYFhEkffD3v/3rHCKveVZ0fTOoNhMNRfcejIxwPAZa7ab7ZM9mdMC2W1JlA5OxQmumV6nu4mcnac+DQtQYTouVcRRdAWRHaMbAMHN9LahlWGllx8EfQzWElHstWGqHjZ//ZKPiHIUE2csQYAiFDOO0zgNIxNH4tgDotdbnyZjZNnBy3HlPJ4DTzpk1uHPNT8NrgW4bEN2+orPY+8yOrM1dIUVrKDL7AsZipHl9P6JL67h2k2elfqsqQhFjbGTt72sZq66FfzAMoaf+yb60Q6CBVhxHG9yhJZrHfdY//BNQlCpcHKdyBmr+ZI2eYMEkDOj5AjI3vWUt38AyoLGNcHgcWnImk2lIGWKrsdIKKEGrBmmrBFmJECaZhw3qW5lC92f9ip6g6azztLX+FrUD9lf7ITmoR669yRuan2kRuh6jl4p5MuAAu79VE7WzK2PKqAGxdqR60wn2JyCQtf39bC59jgPS106AuGVLreh5nuYBjzf/ABB7bHy/v8O4qOInS/PQ9MzNLXSnlcnl7Jvz1aG310DuAHA76PoMGq/dEENXsDHeP3NIWGfO91wpNYLhBQ3Zm22tGj2x7dCi/2g5uIof0J7vRj8dEDVJLyT1HLqdAPBlwP2TADDZk0sfWy2Hod56NwbYSwn5+wY3WRsAze79z4r8BJW2Qk7yA1m7zu29PzzCWYYYGzhA9Cz0Zrccasebxnq3WElm9skyHb1lB8Nc+1tgQNfr3EM77mYOmrf+vS3AcF6cta4kDK+VZMYsIj/jnM/7BnWTgaH3aOHlLSkguPopdAfGYj87w//PWiJRfXjOi5SDzsGAxWAiA1oEbsJadvoEEpwEslkP//EdceH9ceVHOg787lRZnsR4P91VBioCmr3en7DrriMEKk8b149f/vrHV3FUryO3Bi8m4S9AOFmUMpiUeaCqJwWwgr3a6fBmQjaeszweJyD7lzZV4bGsU9bVANutjLZFv+nE3p0O4Ny89yYz6VO37HICwgaAQyMrr1rP6sxmzeMvfyhwtrRkc0HOba3v54D4y6d/Rxz7Xhuo36RAEjyQtR3QCQabqqtvoah0jRz91mIqP31vrzPB05UjXsepuMfBGpl4BzC1jjJw2Q+MVwEbzm//dxm6Jcs6iZS3u6I4wQXhpG+f9B/8YHmTQASJJME22eNNwLmrJA5Wts2S8b/Oqe4Yoc+vALAqOGbtTCtDuhERmxF9JU2JnIf+WkeArzdBaPCCnUyhudgg8xzJu+8/YVLRZ8stMBZV35kblJM5xKH1/3H2JuqxJMex5mgh9f4vOxKblDRpZv6HWwTQvPebOmwCqMrKjMVX8yX0dgIi0FIfd0GCzttJCL3CM/HH4IwGMKKed925BnnJOU/HCZ41Zi8tK+0zLqFcfui83wFgnkF1xwn+OWBafuIklWKfE9Tm+6KF1l849ASAJa/e4G8fQ3L4yPIjSdlnGgrcKalGezpzDv1ln98KYMkBAZGS36pE1XV9/i86L+euZa95PrTDurEeep9APAGgDnRiz2YHU41kvnt0ZPO4vrNHcKQl4xmLeMI28NoSpo9JYH3lI9/T/WgzDxUgs37nl6HnAkrarhDNSfb8u0Gj8On6LaNffrT8H3xCgfviJZJ12q5/k3SgdY1ZvAHQHgBsz9vs8wajr3KOLHJM69GVPX//eycB3UcMaT60v7dd9f33Vnp0RZbG1gFg6Bo7nYBrV18IX9i2oQ0QDlBaSW8aO50CWn+3v0CsE3pKMoGCg5s0dxLkzSuD0cxxLnrGa+/Cy8i/2Cp5RXbrb9l+JnK/Qt8CEiWsVSlN8kElhEwgc+eSJM+c13Yb6AaJTwXqBNRXHF8yKXpjq11/60DgtZxnbIvAWSsmXPSbSvAkq1ARZduxbKNuSY0fAQ01dqI1J0AV7O/u4mGeJblN+zFJXceeHj2ddd420EmEFd7zybjp1OPnC/9wVGAKU2TvD2iMfArwu+2OoR8qpnI0HQUlSRxAfoiekZfoBtPG7MF7DvfBVrV/Rxhl0bHFkZFt25PgRIvx0F/arv6WMOh17PvP79Db2eahXyfczbygj7bHu8K58WHLpsFLaMVL0vib9Jn92K5rYI+xIyaBsyI+XYlq+To8d2zfmcT6CsHFsCfiD8Yu0x67gEUtwidA0ol2oafY8ZbnuZPxV3ica/BjQt/rB+Q56x/LHseXY72DZ0y1NkdMzVnqtie/51Fh5/tV4mT+Dk94nG7xeZ8LqYAUARLmnqTjDkZkNFp3fCjR/0sbzPfiB3jTzw/NEP9vfHN1fI64gB6RDfjujMv8cnC3xBeynoNhjy7AT3Wil8L8c9atfffBaFz0MZ8bM6cjggJV8ofsJaZCFv+cBBd87A4Ad0J829ka36kA/n53p63vRQKKfZbjJ0YHdPAJ/0Oii+TVtrFIhjv6v/CG7N3on2F0Y5PDP+fs47GnPGfZBBPoe20M6PPEQb4VEv2+L7omEijb5JYUKCFykow2zoY4afRN4xymr4kl8RzsqJX32wUpNJQn8DmxlFc/4mP2/WzPig+Iadg3WlnuPRgazNhkbyaAdl5O8MxfwYx+Yo90iOA7JAjt83333N82Wu6DvD462xMmcBidEuw5a0CC9GX32qfNk33Ps7CMOYkwJFizltC16Kq7YdTMz9ojp5LgEqf1+DnHvl+cqfe2u4JKFh//4buoK1mzvm1b5y4aXxeodbIqGCQtpYNL3WsLFsdev/7qb4V9xNA6CdPrOxvWAeBdr+2k22vYv7+xOPxk9KSubX+Q+SED9XloRYOZuIbjmBlbAsCf7UIAePYdmYs9xzj8nc/oOTQjhSlh5oWfSD/OO0qKjFsMcRFoFFCME2djjiwAJJDgphSetoh6aipVQuivU7XG/Vq+b6Z0K51kopTSGwPQgOoISRHcARK+AeSsltu5bAcxYEKAyihgOYGT9TIM3AIKI3EZIEAGIGQIfhnlalGhAMO3cae98ZOBeRzYb2FikA3Tz+aj/LXOMkIx0HUVjo8WuwE5CMz7PQBkOxAwIGtwzmBy28/PMf0IzBl/BMUeAwlgwsxzztgdA20MnRb8rGXO3VyniDVDePg7z9l7YdAFqg9tfJkpaslqAQPNzQbhHNejDr82XfzWIham2zO21mlrI5A1PhVDYvLRMBigXXln4GKE2G+VyaLBPpS+2xQETBlA4qkgS3DxC9jPudZiCe1fCzaNR0I6Ri2tpgNfMCbty5ugcAcopkWO+Sqg6w3GDUhsmsgee/4/KhOynjZGx3CFjzuwQCAHuu2qyKzv2dJjDLRA/HWMJId8M5fCobKFa9uXe8+2gN82QCn5lnFQudVBZqQv93GVlAJI33ckixm/Sb7WDPrW86Qgj2wa50qOx28AnvbWZwIYFPwZjL8NqawdIE7LWxsl37PczWGcvFMhaNBqW1S9Mq8r6RgD/EsAKMZOEghsgIyBLyO1K/9WtvnKS76ydi1LNGyfVV0t9aAzxoDR0hlwPU6ui24MHbeh6+cN/7WDYZ6SvPQZ6WsAnmSEMa40dzINN6NOvJAsOtryca84wNkr9gjjEwK6ZNwkwMShksG71cydGJGuGmkthd4ggeSANkPX75mnqWTPeJBpAIrI3QYqtR8kWmV9f9LPleBT8l+LKUclFQYrP+EX62BXsMXZlgGHAZ5qtMgg9ooWRuaVqU4K7+/9kSq+r2QUCTjKxv7+pYXPVsWxFrFh1tG/eGMCDjxr9USe1vx/nAA7eXECLGOopprWj4AfjJd5t61y20BbTW7HdhzP4zhrT2sdvXbHmYkBT6APg9wypCq92sFtA1zj6GqnrpiMbou+OkauwYLQp+1Kn7MeRrDtMWAgCUnIFI0/+7aJd5rHH58de/jtm/dfvwD0AY0nkPzKq8j1sWPHccRgR797/rJzrcsqIDpgQYMiG2CePR/GbTuJIBj6YXVknLlumfQ6MdBBeGzP2EG3tYNEALjl9fn+JMCs3S4azDEi+Az6CYB8MtwlxweYyLrgoKc1u16iZewN9lfv28604ZsAf78aPL2ArecoAd/bAMwaBm2/hHYG2JNdYscqQLjljPdatlFadDXv2L60HJKyHj6XNCj9sAmsM/q5QQcw2U8nJn73lF91td3XeCYpFSDMttsEHkjo9B5//2wTWX4lEfBOplqnuxMB10ZhnNkT8YlWjsoh1gt5wtpHDqSjiL6weinrrus4u5U9SeA2ckyfazzHr/n0g3XfgKHHFpmAob7UFTgkA7fNovteYIvGUXZny5uMAZmapIq0yKyEGsu+8S/fTgBTRdDyov2tfr8DrNhndK5ZGo8tvOBr6GwT4Kp9uOVbkFtVwnYCHmubJKPQqPYKG49w1/pi0peSq+GZk2Cs1vCPDYkulH9ABcyxUx20TTAYf5FKWObYAYK13W7//LXdl+9/JpTkvlmHN/DOew0InvMLaavtZBoq5TfZjEoI3aPbNmI/+KljF+q5NsnHYQeIYs4A6i+96UvxZbaTFjSIje7nlI1CgGBpZtdO70WHh7eQ9207HF4eQLFbCOoz6fP2BQkA97m/0Ad7fPAU6dOPf2yfjM2CnOvxZl9m577BRu5Byznip+d/Xf8EgHsf+hnWS1Olrvexld9A7KVHZg+9duMf2k8zwF4YlToqKDHLYPEmsojfXZ06FdMN/r2JWRqT7NjumoDcaT2Q/ZrEppFLXfEEmEhQpQN08BeJl+dexglC9+1/h9YmOOOLu0KY/doE/Pav4g/JV6SbVa6P33Kf3a3374DjyFjLqyRpNp0eXKU64HWQTr4N+p0CE/btdIgYEJ3Aj/fTuij+3Rso7aRjdHuSmCYBcYitba9TWCJ75/sPnELKMSB1JXZMYEKE2QlIPX/WALqOrbY2zUXvC/H+wNXYY9ONfK4JBLV/h27nZ+vQ9yzoXivNU+1F2zdtX/sNDpsmaqzoJ+zoF//5s9adkvnm08E02863HzLdslgjugmgW+AFYWFaUkzN0H9sfeFoGk8XHcW/GP9z9vnIr8P3S496zj/++++TKJ9KtCObRX9jf7TN00lq5slvOK6IF99MUJUEPWgzDBMZyvoKg2gbuu3nU8HrSr+yJdx5ZROyLDcn4OjnT4AY/PO0/p65kAy5iXGdEBSek91C0AYdYnt96PMtYEFGd8KC9+0bDwFa9hM6Cm1onzYg2Px022nxM6K3EyCEnk5Cq3G0VCaaX7UWpe8PNjQ2EIHWyn04fvaeN5z7YRvr93OEG/iNZX7Ovo4ekP+xMhi/pf0Jgome79h/HvfQK9gMvKG5GDcGz/iqwjOf8b9mTj8xtPg9ks8qQopsit/W/pVpcuwRnnnjo6P7xyiATs2z49+L7oNDrj/52nvQicYpf2oxi3wnNhr6NDI6RSwbVHTCw4myEqhd7G87pE3wf/THnpuc/ewkqMWh7kQwdxb6BtQ2CP4164fdgXwy7Yz8pAUx63t4oPAn1j16OB2FkAm/Vk6PTaoY2JvAgOo5brl8Le9H6IU4kWJTJD45aeHbVyfUOfFm90CdamJrlg4c/Y/917GV3L+qg4duG5eEJ7N+KfB5/bCrCLX8G+ZnGpnYKPTaP9sf0fM0d3S4j74Sn4FRlfxJ97Hp1jOsBeYFhuK/3b0m9tRfp9OXxiZM2Hiuz+UmASc4Fz7q+sLbUfNfvgnr5YGK0en97ZuMQopy2cBnhEemrQdwtpGUH5UACBh/91sIJt6Cgr7nGENsrIjrzaTnfiggsgV6LGwEwSsMzKNYxxkLU4wBaiMh38xC7gZt+8Ycqn4YcgQwTNUg12Hob6MIlu+GbUWLCIlAGoCYBBMB4DXWb8ABg13r35VrTYRWTDYqNwPI+/AzwWcFzBjQbwCY+7Yx1m0BoZ1T8TvPhVHubKoEnFjrrN/uBc9O1SrXTbulj/h7vcig3n0LY8R4j3MSwaMA8GakWchMBV+vWflwRzmgODkrhbNAqIDv5AIJmjZYmFs7s2vcFS2VA/QG5HCwe5wA7IdPtceAmjJQrwDAVkG5naYNLICfCHFAdQMV371UtctZ3GdvDUTE8W4gHmVxqsy0ZWO0Xs7iTABHUJn07I9+RmgueH/ty/AsikSfkXG3/K55J/ASeTPnoABYFpjXlaPQXgtl01OdUa0KCs781VgbjNCa/VkA+Ox/0TcBYKrQWrmzHuecu28ONhTLpzPA7Nab4psFQnImVJQfldbWnt/L59WN7NLfODE4KqwhxugG+vMJmeMY7Si1VNr9P1+VnkCdUXKTNS4HAuPbAMkAfwDmL9CcJy0IqfGeM14ru81XCcSeliVtwMO/8Fs7c97Tz6A4iQaqxi3gtyuhCXro++5+MJ0X3KVhEjO8Lq6ItKl/AAKMdDtelUGv+bxnfCSbO0GF4yDPXL1P5XyFTmKgydBVBaBBddGfnDKnFLKT+dm6rOksSx2jmtfVwrTG4Hl+e0tQkQrW1iPOeq1WmNzTQfYx7Dmb6RrHt54JAHM2Wlp42am0PfIzAJw5xQEHmO15AJCwZxg8OP2tpxugg1aOzhh5F5toAGQ7WD8DwP181iJARejicri+vxO42ZZd5tvRdXR6sD30S4v112HctY4eTfLEvPvtsY9vGDnAtV35jq3i4LfGi02n4H0FNGLE1kwF/kO/Q2t86qSBz47U9ew79Exryr02ZwXh0LzBogZJtek+W+n7p7MIbdtMokTkXyq7zzw/PZcEpxn4/yYgH56rhI3ha84n3zVNq/K4IWGvIwNLDogmCVprPG8G8Xv0iO6FnUsLvBPoL/v0tW+xo0T/dijtAGgdMmJ02Rso9GfjaBBY9XwEGI4jYr3EGT52iuJEeN+Lj/OcWY9pnbtUoZaTsVVxzPR9dJ3H913cx1Ygo1Lhm33x+tjJyso3wHSeP/SHvbVjmCDHMMpxbM27GTfsENtu3hunrvc+1f9qExpwVnbACTxUO/8GSrv63/LaxL0B4Oz90ugbcOD52L4E6eJwR8ca8P7mYl9rnEnbuXpvKl3QTWmDubouCUNJxtW9cJhxaI8/Vs50+0mej7Zo7AyPRf8qkIgTr7m0/XroBk/6+/xqid2bIzqR3jFQm0Dj//7PtnjULY5cnn3tynrdCjutM+qvBCJNxZPb/bD8//45SchZ1NkR8bf2CmDUNGF9HHrOsz7QcQL9nsqAKe2j7VqG9n7zx3QrHQFkgPIV3q6aF++vTtpOS0m4OgBpM0X9/gL73nv7DVMpM88866eZmdZUEVpK4JcAMI+hdWonPmAPeW3Ej7b3FBzY9X/B7XcKb0Wq+WmUVp+hhb2U7w+AWJ17uO+dYLqVVNgRBOzecbjlo2VK5GgH6rZy+AZKSbo4PmDJevxKPefok5kbARXTruXk8jnj6gAf+mfl9I4e+m8/VOuG3sd25hvoce/Z9+8FLjsAjB+0ydKRrR0ABh+SYOzAe+uw8M694pfd8yefjVg6PLt6KEEFbDvmTsKs7U3rwtsmzl5EAPzgw+nmc2h5JkDiFwmGyGvJFPwJKvxeucDz+vPuMNBHkrE6zV+dsK33G2fzPnzvjai85M7BtKrSCf+Ke5BceAcZF8xHf1Bt57k8Z1YnQW/39fhnDozdNBp/Ne+xN9GFe4bwuyeikfVdQw2HroZmhI2cpNM5oqppv5OPTkDpk8Nv0BL67ep27adk0UmQMR3fCTrGRglwyn5TgiH0PLpG85W+uZL4vB7xP17+9hopMUeidO7ddhE2gsZyye+h6zsRIQFgJbi8r+bBq3DgVKxlw5Dh2btNMDy8Mmui/U+hSp5EERC09nYKyPV0aAkhNTbh+3/3Du1nvWSnQFptl5CwCV70BoDBS96zNXsNbLtWglCeP8fZnY4asi/iA9Lad31vuoMp/LW0AAAgAElEQVSlpbZpt2yj9htOQt83Ga1TH61ln7OSGfFRNhA0C1wB4NDl4A/i1fGrSaagc1+6C1XSh66VfzCJSezVb8+XfI89PIlq8x3oSnuHXasR/hltNja/unNwXo1n9C9FNLq/EpX0avmoNbQvUnq3abxts9BWaO2c5Wk7typEhV+4I0KKKbD/oMPr3gTlBlf8j//QcRwJ2MhP8Hdke9Za+8z68UuQYxz5Fp8kNA5WAG3eRWUbrMZ/6HGBX5pVZMsa68AnWvkpPS87Qf7F3/6WZAPGLfuqcZNgwXc1JMmqJ7n484kcmPoGHZwoiYp6ISPNy4Mfnbl+g/wtAGy80EdC3MG13/wrzbU7Dp2j6uyr7eqEr9LF0HTu+MME32b+0UHT/XZ8oLbrRdM+X7fsiLeCP3Q6em6uuxI3zlEwWqPo9QszrDGTkBDCXboKHXfSX+g7fuN9xBvB998CwL7HN88+m/7/ZJuVSDv6GB2MDdB+2K4Vwaobf+PID+bEWetvMrZkijHoSbzB/z9ypnwoMAriGxzB6mK5KigJb4dGsBXCu0s3V8JWfSC7WHT30uhbgYweMA85WD5BYfncTl6aOJex4MYkPCoP5PK1K77E2mq+FKb+y2c8/O+pNBzQOgx1ZyAuKBFiipKNghBjkIXS2UptAOnaPqcwi2jT+GTDsV4JYGZR29Dr+yniDaC7y5/fzpmK+v58+DrfuS6B3TtLewBoKagBpLuFXPc4t+D/COkcZn8Mza387bHRQg+ieTNoBTrQKkO3dkbXTADjlsCu7mG9U8QHYbJ+rsbQdTgoM74OZACG0jLntM0uA/7NlGqiNxijVsTO5rgrIpj7e7YK42zh4PfGyIuRG5BgA6ib0ZU922x8AJqmlxjMm+F+CaJfAsDMKeDS938ytsYR6XOLvO7fZ7FdK/tnWvW+lZ++bwHG/M0a6KcNJYHw3/M60IoAaxq6gii+9wjkb0wneaCcBX03AP84KKeFTQDEo3BtTCiDJKC8hY8cllES/r6Uj4MvY1R6YCFAgtCMFVACkLmFEnvTref6DIkOUJ1KCFroluG6z7pbeyPgTkB95BTDtsEz791ObQxRB5/GWzYPfv+ST1rG8Bjjm5CSddnKCgypO+OUPW6lgXMCL7HmfdYOY08CSAymVyZgQEZRb+USBl6D/m9CT6/N4VtlZZ2MsrmfgbTIt64SCliRKhTRwmYdbdYJZ3pC7+G5fN7PseKNDX9eGBqac59BpwtOVip81gD9NzEMDBTqfeeA8r2PHfQgY7EVf1euaG3z/ejCk/hQLYxC+wSk5uky0L63pTcbAIQufJ8xaDGUkrX7L1cAGF39AxDxWKpix4v9E+Tie+c+j4ETmkzQNeewi3mW/+UgJdgvx/RnhpsMZNPxnOXexnAnmnQCTZyYMb4nseHaM8lfzvwtWQTNdwWB+fz7ctphzrmR5mMcvMylnY3OUsVxB4D5M4MwNJxgeAPb775IJ7eNxHMZg3n/W64OVkfmrswK3+x7+lsA0En+mb3uM1YwLL0OXzKQDUw7+Am0cIaWx/HxsfUbvOM3f4JCcUC3DZRJwzbAGqJNz51ow727yl76lICS/bH5MpVZ3NexwtGV5jnZo3Y8syYOQiuARxuZGb8rt6wb0WFDHN/nJHk1j2wF9mRyfhvcDqFu24lOJ2mPCiHJ4Q9AtF7QuMZWw5Z+20oDpDInZNupQHBSCAGnJEK9LwKme4b68vxvSQUGHMdR6nsdun2SHZu3EvheulBLMMk07LiXp6Bxz+uz72hJm32XHsDo3xbFkisNhrbtIYCOoCzy+U1ea0cYgBAaB1gIMNQyTXoviWno4lcPLJib+Wt/47ij9/Nzx3sDBeHZuxPFtf4FHvvaARJ0PxI70PdmdweF1xlIEP4ek65zHuA3ZLo6MK/c6678YjwEwgCW34Q57GyuRyboDCLRF+t81r+qx5BrbaN8I5+Ad+hBcsx2ZBlNb6tZfNKsxcouBWp5dQCM995Ahd4nOASwSSUD+sW66V/p5oS8u0EvydDX3zOdVIJs73f8tPWntwIY/k0CWBTB+h2dsS9JbCBdwWtYqfR56DFPFe35LDY9s0BU/GEAAq+nBesCRWefXfEjW3SDoTwj/n4SufLe0Ka3cRMyDtj1fUyrVu7fgcBOgMGeSzJF7FBN5NYv7MseT5VxrL7neBzT/rceVHeZngd57kTB1T9rLx46mnXF3sC+ACj1EVpTfX/mN/T8W8AmdJwEU13WeqYTjdF5CYYkKIe+sI6tRMfWHfCkxvfbkSnQKlV3jZGYfsZnfTtxQV/4wQ3CH3qv7lQkyoXOliMu/2jedivuqvJgjP5Z/gj0n329E3AsJ9SpbiqRdM17xvJlJ0+gkPHofhqHXo3/MP4jzyRjnUS0tlD2bRLzKxm/kzLadsJuIKjjZ4p3Zp1IqMOW+usXWBA/is647qUP648+TNB0tuuu33z258jtrSKezlH27xZcXvtuujTNG29Hr+soJ+1XYR4E2hpUbb7aIOYGgE/AVzbWeebOpYFp7pXOBOh5JawlKfC1HVpO4Jewjm4vP60wG2DO/m+C+G+4JX4U41FCBR0d8syt8juVzXNf/I+uQPQzv/GLxjhfHl+W+4U3Mmd3jrGiLVC9jpg6vshTYeh7jT7RrUKXHG03+Mg8A92p7xCMcpUXyz571Tgq66HAo/aDSr7Q+/oBXeWJXL2CPD9A/dw5Y87vBC2hW/g1a/8dX/b90gnRrDG0GVnclf1Kdp8j2iZAeCo8/eCfR0XB49hxV0L10DP0vVXra1emE8nPueEnsZ5tKyPvXx3G+nSwVgEeLZfW9gSuuenQYwf6e327Cr11u27YXeq0x/DUSWQc/w95dvhz7CLG2vJd7/ksXmSA5LsT+CKj0AF6fo42mHWb3IPQdXC7VkDX2HPJwdQcQJwAcOwoJSTkqBlfN/YNuLvn813xP6rS+z4TnQeLmsIXLyBCOD9jV41sGj2W6uJJ5Pk+x/Zjnvrp45u01o4d/LQd2MbG9I9/OUkkfI9rU3hFlW1of884/h1TatrrYwux88Ee8NEbBwwG8uEkI69aliKjtljgqUgeukU+JGhffhFySrJacuzTQ0cOjy2svSpTZOnICQ13Ve4GgCvZebBXJ6yfxMnoGw3lt8RPOgmgnlifGz/6bN2yedkncGDkLfZxsaxxVtZCY+guGfh3J4H9Iz7szaMTfMSFjnXZRPujg4sEGicdtvEwej3bB3n96EOfpt17rZN4+3urcvQT8QZ01A98eYKkB2v4HkgranSbC2zm/d+SzBmj7KzGnklQJRmvdTWJbJ57JRB2gSKLRIc3PUfyN9XNSji58dwU/0yRCXgzfotkjnQJR21Jhsi///7RRcVyUxXAGJINgliYmDl0Fu9kO3sAGLTb8lZGcWeAHuBnQAwzvQ3TGM4RWFSo3u2ftekAIycIg9FwrIgI02RDrSVtAO0bS/dkXxBvn79ZDmPIzwIH9IzBJIKF+brdGYpSc3grdWAIKo6WeXIvPbfPePizlkDJ9M39j8Ie9PD/FAAOAChAN+fbdoCrHb01yJKV6LPs2rDTGYKjRO8WOKtglhGmNeMH1DQYAENRDajMLM5nwKA6ZxIO4R7QTZspJTfnesBcKDbAEiUvkHXZYDJj6zOTLIhEi7+AIpx/pHu44nNAgG73A4Ab4TFnzIygimG4AUKyAQmYkmFsALmMEFe7D1ANqO0e875XAMILuBzG1jh1T87wMn95Lcj02XYl7KvoL0kPqejFANPntHTQel/PH0Kh7XQnXWBchX5Crx0IJpmhFRG8bwE7hqydmI+EHDS0IVYAMJVoT0XlKoox8lwVteep0OKB1iXvGLAJbmdDwaxUnbD/ACpkab0ZvpyZmHnd2ZiWEd+6iP6deTi0ontSydhVOASQqEKJLEyQPuu/MocKFD93FPCltJ8WhB0sBtRxsMULkWxc6C+yTfSkTxZA8eeu3iZBQBnDoaM2GhcoTaYf9A0gCj1mT8ZQH8un769PXwWscQpYVgvO1g9UjcaBy1kV8EjWKM45iUWZ4wJ9qT4MgGqHYBb1rcqXDuP5fSSA+JygbWhhz9BC5nR7nq6wfM8yP46RMgPF7w4skNUvIHHO7B4w5reuCsijo9s9iA6sZPVxtsyPPqIg8vHIZ9HfVP6c8zdsza2BQQVwzlO/HQKCTh0AtmE3DhhnljaQKB47WdzDuBFDqXSz/LZBs0GO0AJg8Hzp+4ERKRokINoOvHjR8q9kcLes3pZMyQBuuamnQOs8UUCM3b3nTMDOzu+EMsDE0GO6SDA/3/9x9Dmfl4r/n3pnMv2nQutulx+nkwCw5Y06lcimk4P8AVJ2PF39lmz6A/RMJiXzvGybUYwEA9D78FjobG2rNzMXPvb1lpELDgC42n6aFmNqlSM5oLnRBs7r5PNJp8pxbLnYkqKbnPkW5zIyz4GPcXob/IJmWh62Q0uFj8ZL8iS0YNtSAeAJwGHzBejO6q1jPt1NLHfmmAAqziegp3X7swBwB5jYF5I+cma5OKKzohdA9Z5IZX7X/O1vcfABL+69BbnT3gRUAIDJ2q9rZ3NRumGqho8fIL0xkzh2v3T+9/y14zSiOwCs53WrZqpY2AsBKcjKC9gZLMf6eFoyd6eOJJ4uiE8A2LJQtKLEyY/+z3nK9gfiQB97wHZY6d5ZJokR/IbwJus3+lU07ADlBPPHJTrfWSPz8AI+CZVdYyrnHrZ7sgdvIIf5d1A67tKC9a8802jZE2QuCSLNp9AblR5aT41PskWJFifZTPw8/H8CdKWHTqXLNyYlQyV4HJvevPrRgFtnlVr5rY1WfLSMKvbr+jWRPyvj+dsXc1bk2GaiDM7wJAC8ANJWJYtfkA8LPub5Saz8zh/8/B23kRtb258deljdS9Kt/dlv/XLuWpLKxL+91mZSPyMLgh7wHxFr48flz+6kxH2wv3zm/QSL3ypWXdvVJF2RxH1iDyYJKGuaT5Dftv+/ddArx/q0f5TgZreYdHeGef2PGSnVx/te9hCAK0BrunJcvojsOtu2syYzttDNgkoKyiaZaPSTrpv9WfApczM9Sa4cXQe4uq3klg4GJJXcmACLpoF9eNpzVzcA+OhMVkP/ntUtN90Sfi5gnFSzxKYJrR0fW3Q48og9R3YyVirI2bd+fvZ0kz29DgJ/PS/k/t0BBxrgZye7nXtXcuQDDe4l5/4Zg15Jft0AJO/1nND/HqsqJkaftv2M/MTvPK2/eeYjn8AQSIoDX2r6b5u57f27g0z28wWAyVNjrbFJ8f8OTT542l2RJH9aWF0CaPjhjWmhXzuJ8VRom2/jD4K/OSH8+HvhPaplLjq99NzQyHOkE13CToHB7Knuh77Abrz15/pA8l/kz9s/M04APjTyx/ZcHAuwIPxs+4JDu+G/APJUJbfvfc8tSbe8jHW6OCHPkm713PS3AwTgo3mfeSOfzFNzTdZ3A/rB7p6KsVn/ly/Dm5FdTl6ZI58IZmQtkwBh3p7xeW0rqY+zhpGBdN0Ar+xEc/aHsQjXkB9uXvsGj/+iNeUop9hWKcRo//huFZ2ENOQ/GAvfM3biZ9z+SOOTCTxm7RqjIiGXlr9tB6IfYXvw6bZVO7Ekaz4Js8Mrkp8dAEanoj9W39QxC0P7TX/cm7VN95bQigPTxU8ERqEBfmquJFO8nRgaR9D13bb/+JizxtKLyO+mx4sGv7FRCWz6QodiB3OD+RIJe0kiX39Ql3WVOvwheup59v2xWai20x5tItx2QpEe1BFWBE6jS297BfsjtkRX7McXeLuS2R4d+5YkqJxBTpLmrlLrb97VWLBPOwC8+zsV3iNyxL7hu2CS9xE9WuzQlffUc7t26WDSr+3e7XDbv+x4A7GGHEunI2aSoJE9iiX60tWhX/HhZ8+RvKSfnI176E3+2RThRedtoitHHYa2Vv5ie5xuR2MTYEesbxCcUuO1jB+61DOw6wkwt8z0MSeKLVWBWdv3F8b/PUBdW/UCl8GXtB79+PGc4f7Z8524yzoR5L8TbNZOBh/N9esf6y90MctzJbg+CfsEgJt+Yv+MT+N4z3YQCm7byXM5gs4daL5OX50Q06wuOtVesGatf02j4sGhIfBQSXcqwDtJCp5EJhi//CcB4Oi7xKeOpdwdnoZ/cl2SffQMB0RH1p7EjO9vV9gOLtNxKuYm2Wj6Gsyu437hx21LbT3tqvfoqdOxZY7O9fZKR37X/P0ff5uxqQI5xRp6zjketnhCPCW5/9//k6METnFH+b/QBz6e/aXvHo4T/vHHJz6rtZMV1zjzCS7NGUJinGn1eZj8u1Jgu8du1CAb0AZ5O7+3ARFizhkq4U8PaEYL8A5x6W0tQJ6TgFWqMRYwNIt8RNtgLm159Jnex7BpZy2G7/3dt3d4Cy2CRAHuZwzOXAsoHgJcoRViuDOUCeodkGyUD1kpcS7u9jiZwwr7rF92o5mwFUIr1xb6r2PHGqDU9HkyBfKAsz4GnDaQIIZEkWEAoiS8Xyb87HUHK7NXa/By7uIJsI2RioPQZ3q1MeAA6iQW/LsU1KwzwrIBrhes97opyDKB26bbNQYiJHA+Y0Dri7P2VW14Bf599nB4I47aAI7fngq4BHxvQAKBRyUNWUDZ4bxMwxrA9z8cRQCYrqzsgIq/N3tgkHOM5DwvRm2W8G4x1vz6BqkZS1cGsGYXQDlKpOfQAAIGIc71acUF+4wwJ1h5MvNHoUMLDmCPgNfabAY+ijIjwGny18dBwkhJln6ATGfaKSAj/h4MqoOZpucB9jqhoDPjmfMLumAIiZclbU/Q5/sCrUgBOpCnBn8doNnMvg4U2bCZM0T13ONEz5qwJzlTsfhXCm6CzAEgk617lAaApZXlBmRJLFngaipUvmfToqgzoizPZiHf6mHLiJJrr8wyy42D8bOFRlPWAqNvgsMLPBgA0Fm8c9+cTUZbM/F7FGpaiOwzOIdc7xz6GIMGgM4O/hgrnYlpZ0eK2UGZWz90BVfLt9tBCiBOJw23Q1Gm5wRsCSzSwkvrDz8lcxTvIPI4a9KAaIyNXmtfN4BJDMQFsBa4inwhQMNqnYDxvCGeCx1n7gK6oyPWYKRdkIhQc++qs6y59OLeMHIrjtDy26yxaFaBLdk0Bm52L8N7H61+xux1jt/3Lq0Os36bHGOenyoOnoXsZQ8wsnztODXWtQX8N8Uij22XKMHDACetoxccQr9jQO491uNDjhFUTpa2ZjkKS2v+TYqzLGnVmWz8GJmWoQb1Vzd2C/weu35vx1JPcabi6OOWVYy/M08BSbhnA396j+DucUofB8VrZzBwO1Wc4L0DuwUuOKEsSuMNBqbaQrJgkhqmGrQdrLavLI9mfS6dq/UYYfG2bGRv2kmHanG0I8NjJ8CHyVqPw9W27avfWUOSqBrgwakSfXXr/ySLhX0IEr4JTiIf9okxZd/jrGwbvvBlV35lHpKFGzzevc5vsQ8L5B2aAnPtZCXv9tgvmj9HJMDLy4ux2ZB/LV8CeOe5JPu0/WS7dwJRV0utb1xOcBv+3PXeeZhmK4CfFvB1Du7TFphOEu0D6B7YsC9Iynq1fnjBs/6Orl8AYs6eGn1HUiu6tQOs+l7fN7SL/lj9AJB3OjvZkU8Chu9xgtvrn1CFuBWuWb+ceZUWYw4MfkRxkj1Fa4N9tD7U9+ie0XQCeCR6wUbejiQ4TEkSw5cMkJ2HYLd7Dt/cAS2uMyQHTDSgYoC6qpzme6HVbYsZezrzfYGzkzWu5APbDznuob+DHaJ1OjbAV4mc9ctYATLy3tJyB80zgunoUQFggFT4gfueMTuBbibwfdjVZroW2d4JVGmjnuRnjd/JYsYNEjjQvRvw93vY38NrJ2GiAizMwYDUtD4nGQc/ZNcrz+ln6fsEGKBX7un9qQolX1t2Yuu8Ds7pOnxs7KG3+1Z8Xq3BXSHO+h3fyGeyBZD+Z/bvVSFs4DIAte/3rb2exxEh+Pxn7caXeG3vW/bmXsikPT88NtuRXaUT2Vevo33rn5WH3Ukic0+lzp/ZNyRBvkGf35LJ5D9nrwf8HwKWvmgAOwEEPZtW9m0jo/cCIuNfYeOCz0h5dtL7aRs5em0D4FuBA+gbWoc276RT7AgHvQjiFT3ou10BfJIHy60IzQcKbftDrIc9ceTiHAFxbPjpbNfJHRsAjv6njan8UmS9fe85EiZ0MHjVAKl+r5K54cPYILmWuTdPnDPFhzgpAGl9LNr5+x9fUNK4nBJOMvccMRE8rW0s9Dz81WfK6rubcLj+cOuD1m/Zjw3eujOgi2eyISchapiPtWz/4QaQk+hg+2uwVfjq+OaT/AVvQJMcX9AdLIw3TlKytBUAeWMYAPIXMO79yKBJCGKPcl2cMRLUSdjJsSw3VnHjJ/eRXzzzxeA6YBFenQr8b33VQjuLO4s69JZOGSnQ6ArW7KdHvzrHQQ1sgdAge0Kra30DX0Cfk9B/aFWPK7wo+zS+xPjc1h/f+0nuGj9kikFw0Q4PzfeDV4u3YpewRvFjl9GPrfa9R0KBxt6BcIKlx/8Sf9iui45BJqH3WNHYFZV9Z9rRPP5+Wi2334at8O7nyoH1wZFPazdsMoHx1sHf8LfAgJMkGDkjQXQVKJWN0LKr6WqPRYvtITmqOfSRSczbSe3yk4YP8NO5H4Uxqgj+DX99C0R039CnOiDRTlmbu8Vexh/G3nCSifZJdkAdQZWElfgW5mf574PPHPkge21s8DeW0HTeATn23Zj3I19aHoYebzu2Yyq6P2f/3gVkaf1tmTH++W9dTt74yNJj5DJJCtDbWa9JHIU3G1c79t8sUOyNlVN8fvtj2+mQOf/x6RjLBOFvgyklPjA25RgZxBbw6dNBM4JASa566VISCrh//+xYDnNMgdrPzrkvPsCa8fPQ/dAfNjH4gDtqydzTEMcu6QR87S94fQcz+zknEWgKK96EwSTIJ6EHeQ59xD4VXaS4M3jlJlpmvRKoJl7gJI1KOLZ/OVikaYCjrayrYgPodRKMxy7Qe2/yVSf+neurKFLvsX+mZyUcTheJM9Y5YsUk9/1HTIeClNBpdIPnbx+L2Kjmns660umxL3a18V+6shf5RCe0NyGy5bL1y3/9p/rd7iuCLUpKGcwEpTTCd4EYQANDbSS8GQoQdhZjHjutoVy5O9kgnoSi5wISanRqGccrRuZmogJQ0EoXYfRmc3ljyjCxQB5d2sHP05Lh+4yMcMb/xx+f4J4Km5Ph5gi9MvG+LEkHau42HXF+y0D0xq8Dtbm9ooTMkgpJBNMRBh/VdeVQA6lhrrdNwQCKYzxL4OIMEhRop589zNplcTR+wPDOIDzCshiNzEf3v8d5mUWGVhjzEeAztmPMThtFqrx7nzSeZOokDekYrKU4t1IqIPiJfTStj5DjrbKpDuCEggBgojXPyUSeYDiA456jljMT9OoAsOlvDDgz+tNajSBc8ySCn/HZ+HlA9tBmVTnMfX9zqg4gKzoRH8qwNhgcwuOsT57r9W7r1FRRZ6oOLaO0TyDWY/oJ7rLHuq8EsrKosDF7DzQazNwOsqK4UmkBMjgr9n0h/tJWV7UhjNGJYoLPyWxi3c94NIbKevsRyPme9Tp5ZFD3HvI7gBVAkM4QERhGZTiZyMixvseCZtmn5tkkQqx8bNmC0vY+TgBYv7fBln2PAYBh5mfI8JRhMwDPWZ/Jrtf+JSM+LTwxuDZAkJalN1gU+X4b6KGTBYFuIDzzvceW8f0EDPR+0/1W4cWZ6cws5mM5pHvNGxhoriV59v9U7EhHjUHQxuUJAI8eQ+Y17ZHZhxPGWl+G+TgB+ixZrBk7sqiDOSSUeB9J2iri6Yw9dK/aKGvGzOcNeP2WAWhamgBskhXOgmXxLmsizg6yImNT1n1WOfqydPgwP22SQ6O5P7rP9/jGcNpm22CMnDnXOugylSqu3FtnOY5cgEb93gFgaIYzxlkztQiMycoz9LDYEd3R49LDwzfIqk7AObbJoZ2AfF1hHDmz2b1MENo6W/tkesKPtfX+lbb2AMToq63AEpErCSJ2B0CpjdqpouxuGC/w7bXx3sixXdusEwB9TfHSO0bv8zi7ej4tbw7A0BWYhUmQNIcNFftuA+MJEGd+2mP0G8C3QJlcPzRT7YDtNDjRZwNf0IFlnB3xdeSxXe3IyBEphfYmSDF/Z3BWq0jej8OSjhwHsB26Rm+9HRJ+cxjfFu4sjQHkb5yyORoo2/XejPPX/kK+s18kkDH2I3/LjnsBwU6+w3YIjaRipO02zI+1QxYEEG9ZB80ZbLRoi4NJl58IrU4Ua3sqNlDat8vv0fMt36i0HIf02K+TABCaveWT3rsC/bZRNZaAcq1333UHpF6A9qY71je+SmRr+BuZNMr6+xvbmr0AWGLPci8SHDPIKwHASj+2HuCB7olswD4EyMLX6oAI6+M1gfe1xx5zAN3IkpE/329ydnUUyQxv5pc/30C1oZRTDRubgrO1m/cCumSuAAu+n2xI82nsF706AOyRaSjfL398wMvxd9Dt02nFwM68SA7R/CQ7u11iBxm4fsHiBNVIMmr7SNdCr76/91eT+gl0576AxJuY1XTHcxx0/26M76u9PoGRmTdgj2j66q5VCVX4Hnz/lfP8/WtSwC+BXWg2895go/5uv/8KAM+RJW/gdNc5NAdhobt/8w+pyIjfW76vVpYg/YyFMbJHJKm2L7O2SQIporVuNaph0SnL+1T+m/5+sQCzewUETWtfZxjRtgKd3g8ls350+VZRv/xCy2D4oQPAbyLTGwA2pW2R9uGBO5iBfBzQs/AXvgBfB3Re5f628FseS1LfDzpRQkCdmb78OnyNPSnVNzIytld0ztF9y85+JP6aabHWvXmSYHeOw+I7VEwnwUyCDwC8gff2r3/Y4cMfjI0AiNe+7JJjBy2Re+zwD+PGSO+k2E7I0ZwWLP6uLhfb9vOI5g4Ac42eR0cgePUQxSaQvAQAACAASURBVNm8tYvs73w3RDafS76F6irepsPrfNzqyiM77yQfTmXq4k/xG8JnsXtsr0snWL9lUi3fXnsNuf7KMsZM1Ss88devIAGH8q2Yav8U3/oCkOm4cwoh5txbBzhULavuEssnfb+//jWBbmOqJKSZbrcrHLLKP2c/eT40gz6Hxq8Wo6I920Rhfn32F/uGY490zHCeAfgde3wZ7NV/GdNWYzb9iMaFfUon//U/9lDprqALjrWtl39rN33wCDqlOdh4J7+/CYD4Al1IxFjhC40j9mi6CIqv0P/YSwlyjN3DcRiqyhqsFL2fimfx38q5o8OHbvX8N7EZH7GPAGINEQ3Ht49h5FcnIB/3aT6TbDs+4fe7qkJPYpGC34XnwCeHl9cV+1E5eOyGb3GuI88sPHIH1i2daGKfoC+1vthre50Cn0fRX9hT9ovgfBL3CNDRUUj3kYoWTXMUpmiWowNcgTwLGbwmHW/wN7DLwEHbDsiEtOYJAB9bhk6H9k+/zlZvfGN8wbattwOEqc8Lpme5q8n3L3wVPusW/M1PWY+8Q9DItPDxtddl7P+jRxUwE10P+x56Kh0FPysArJd9UtnZ46+Ai8dG2cT8P602Nw1E74q2td/YZZZzuncFykMzK1/Akw5270SQxTVT1BE+Q1eyRvBWz9fxH63RJI50G+B3bSXzOGKi8aG2mX47a7xV+Ppx8VFFH+1Lrm25vlDjixqT/KkEqDNCZDF6Qp93YQUBVsmfPvIitsHoF9PXJqxrP0mIAKumgIn9YA+wcTr50Hpwtu2VPweYFZULc3HnugR7//LXr7PsFGNlPumqmv1c4xQayvxjg3SHWI4StY84geEjUyZ219gIidHsX+tP4kPM6THJLP9bzpMYfWSe9N/oV9aEtYLGXjmvNRMPex9GIUoOnCMJnmRD8/R//edonZDFAAkdgU5AUZIgfKyBjcC3INxNe6tvXwPiZQ7+xnB10GMCiXHs2kjIs1hIWjK1ID5KXRtYWSJ6DouCIENhtVHXGXD/vwLAOjtFc7AyS8urIwBNuKt4GJN+IvDPxmpjvnscwhJBU11sZq6My/lSO8V6S99PcGz38reMxt6/ff4CM4DnEpgR2I9lN19qBuf5Z7+llIaKTzbrJaBRYEshHXiFjvgU4U/m2yvYdR0l/hJ6EhCH1jz8KOB3f1opxJl7ndGsKXNtRw0weAOzXV04aVjFAA3GNC0gfAj2KLvFQRILhAg/Gxpy7gfQevnKCvipMOxr/l0A/7cuOtrhzEeGgg3nzJnAO0AvfNaOqmluzjiEjg2wjrGylU1LN62YQydxzKnkiwLe0RaOf02TwAR0H0NnaPM5t5B9onXMUEAqX0dhaO//8jlO/+zVToaukxGsFwEj/S66ec9UbOes5RKGhPfcWcs7dypNMUiQV9r790y+8MMv4O1MhoQM+KbPimk6JBiPnMW4Cu+GBnF0MGwAoAFwO+OuW/53VpP33U73gPL2cmi/nEG/lWR6j8ppxqX3AG3OGhTydACTAZygN+9/fMTLyYAuPIDSa9DEC+y2UQ2we9ogV5eEY5x8N0pVxuq5prcOgnSWKuNyVdQwhPTMbwHg8GQAUypB+hnv7zEE8+4xvr51gQbQzQGUEzyDjwS0L6Abpv3B3+Nsef98Vs7IMdHxU7EOn9jBG77EgclnI3sln9Ti9pxXHlkNnRvMPlmzARJad7UhKDCu7RYcuq2aGT0wC9e8nH2Z6paZuz7vbHHN98+Amtdxb1q2jDdIsIBKtl7VzaVPaDUtuTmgSVd7MV59k+MUyEAGYKDC+wRAPgAZEcw4qJq1/Okq1QquE/Sy7pzzjtrOato7APsVSNvWtNrft0rutOCdZzbQkHF295m07hNN53zfDfCyDk4o+ZbyD33uiqtxaKQ/vvtRbfQG7aiUa3kKTTWIfLVfdyJJElyoKGJvusUblcjmNydPbKJPG/Y4eJ1djbOCTdftL3Wjc8amKp054xb6GiHQ/PuC4pesGp2jZ9ghrcxr88V3PwLtVCt2BS3OihPPioauVnFTnchzI5MAdjYwGn5fW+2vf/nrAY3O5XOTtzJPLasItrZzak6zsVUA+ghIO3VFt21DOzGxbKCTHPbdR4DPKx/pAMO8BEIBGGCvN/CWcQU8XNvnBgjfZ7B+6G/xvWSPMskBIrbF78rxlrmAg1cnnNnnTlbTfXRvq3bRyCSQrPyRnFo7Fjmvs7UkfwjodQARXcTc9XOTUX52nPrbH38LOGNbMgHfTtQxiCa5IGf5gKsbgJbfeYJ4BY69HaSOvnzMRjorcG86Mej6JOBFfsuPM690IKv4lHVyVWFQvcZBghUMT2zy32vDdsWRjo0RtetLoQrdVn6m5bo6FX3/SJg8zx89DZ/rew1utuztCtTMDerLz+Xe+du+zM9jfLrqqEE5j97gyVbIunrJ8ig6E9own44iu+TA4x+EzrNu5Xrk73kjdv0NdvXMfsrNfBE7Fl10zgF+Kyy/a/8sAEznLK/frFf70diNsgsIALN+BlgLHAP47yAm82ANTRffclDR2PbSqbidNfxtvwF2LRc/XlNFLoDiAdBGhoZ+M4Ljc8+AOrmpEwB73d8KYH12usiY/nJz21qiE2/qJh3q6CHxY/Pova9LV++54+hx6935EiCyPpNPO3nadUslGG1SqT6g6xMXcRQLf7MubcutvRF7gvVbe7115eow38NyZOzK0vvcv49m8n2nGr59cXAIJTCbF89ZcyrkkFPxuy/d9rNog3Mxe813HRZD4z0HZlSxN4E7/eRMY4pIfO0EUNGRl186x4Y5cDPzR+9023/sKZPMyJLWS9HnqdCxbBeeMHaQ1rA7C7z27iaSdzCFdr8BrgH6wzNZzw1+/zzi46ybKqKO/1DBrgnedACr5Zb2uRPsGo/Qvd/kpd8CXL0+3obHt/R7nsfdFemli04E93eGj41tjW3Z/m0H4DgSAFmZ79ySnWIH1qzpiPd+nKk5Pj3BjUMXbQvOHp0AxLfYKiDyusxaWNdOgFKmr+xjbONgQYXzESh+GOTQ9fd9/EgtkW0LPacLlGbqbbO+3RF8P1eY7jF+Wfc8WON1Z7fRswpwR8eMnTXffW3jpoe2Z5z0oX05kvNOXDeucJzQ0CXJ+wpoqLUzeL94V7xHYk3PjaMNNQfZdWmRv5Xh3EOfNz7enebY59iNSaRIR4L4Abzu4L+SqIPpIZ+xh8MXtDMfWxZDY272o8BNeI7bZ2Off0f3fPGGI2eFZxv/VEBM/nu6Vmp/KDL4zS7q8RMA9r78GX489un6sOHxU4wz/lLz8296q3na6zvBXb9/GCWLAa2TwNpLhZxD7rat2CyD3OBzkjKwXQmI0tJe69j4TNuRfczZVVV7PXDsP9uNChhvC+WTQGu5Mf7vdBp85ad5z8HH1ed0MujuES3/SHBtm6kTkuHDTlymylQ0KpuIo1veAjWNp5MRoWM9k+K3+A+RC52AHX2aJK2jdybR8Te/L3TRizr0oACwk+aToODWx+9RMYOzHvk0OhqfSbIkrb+xgz4caAL7lgXf+Ek0wP/E/o88CN5mn7UGiY/4Fj7Qba2Tete3WL2PzDvdr6aQ9A2Uw3N91KD0Rrf0RqYrPnFklHGIxC08j7/916bKHKdgFj0BkgFX5kxYlEA7VB0k6uzSDi7gkHRrOjG6DYGKVmvHu7oEAcrzbL+WLm/j2MpznPs3yxUGgiDbyWUx3gAwm4xiiTAaR5DMLTlXI+TVSlJzotLhbBJMPg9qpwXDVISp9ylhTz9vgPAN7mhT/6Kzz2YsXVkEYbbRq+vMiFMW3+0+UoFxu+QISi1yB0R172RCc07rKOzaiza4AsYnU4f/kkW7Zwi1UQ6TLaFmLZ2jNfe5Ewxu8KQdohjjAoZo7REGyPN9sOm3ZzHc/T5OwAgJ6OtteZP9z3odpeQe7RFUZAC/+/+2WPc+jcLrALvuc7KgxsGWM+h2QW53voYh47iy2Mc46wrU4+BMhqueDT2TQaa1MODtOSTDVASmFjvHBhsF1FnDnkdV2P3WruetGmuwV/SOIk4WOo5qqODIGL0P7/iZeXWLUM2z22A1n7eh1oDUMR5syAYgB2RDpps/xnnorC1nIU2WnlvHsDcal2ksQvTw06mOjYGtlzMAx9BCdiG/Mr8BnLTKs3+iVe7/tmR52yPPMgVgHF4670HzVCE6YDaZgp1oMA6IMyDdjjTVl5n/BtqgaeRLnx8HP2htkX0Oonw0nZZIGRVzbGOrAY1u2dVAdCvSTlAA/G2nyoGKkdF6prd36FBM0Arcc9KYtY+tCz1aMoYzeDtwozfTTnqApyEa7tNn3rJmzTcHdBuAow0JA6UTcdWccERvhzGO0o5pKoEQ8xDA/NTaHwelPmNPugq4zzxGd0QfR78gE+8Kjmox/QWA0VutKzzWRz5FFlIZ6zps82b2L44PWXonM+67qQMb4wR7jRQkRi5O8pIDoHrmIIKubOqOCpPosGOMvNaLrDscR36uQ07FaOTXb2cMRT9BH6ODhv+gCZuWk4SUvbhbPGFz/dn99Q3AcNbsPeM5bcGypl0BpzXrbMM+W5Q5QSqvDt32yhPkMGiQ/3CQw1e8nzthn7XdZl1TZzYC+gHw5Htk7bLee0Ykgag+OzH7nufzSoA4jrpl88e7HYC4AfSZ14DqsSliZ2AHHvk4pnVk3u8B4BO0HsDyDGt+ITaKfmPOmG3HnpOcso7e9exx6d3TNmv4B9uBdYb22v7utbIt8T2nk/ncymj4WmOSrYNNmkrybXWGPCaL3a3XJSoncUHPjy22yS2yydGX0MnZuKGb87fOhp5gmaukaj26uwTjz/M2gAhd4tCFRmPbvclflufD3+jXJDtsoIhuLtyDVvMkNIbWN/B07IIJNL0BYHQXNNA08RugFlpPIgUv0bUqdbSRp3XzN0BX8kgu0aVI++wM5Bughj97D/KcOWNRwNgAzawRjrP0VJ8/yf60T3HAUu3NJCcR4N+g3z799fMk02jRuG3Ecn3vp/7++x93Sy3Tg5KzTqtuRYyydl6X7x9VNWvvrX0Y+0YtBQXoyiaMjGkelSyipT4t8jqY3z5R9jkAsfda9NX21+gsy6o6o93PBfB2skfm0NnugFiiV4B0bFrrzWkjTKKf7uGja3yrkrn58yTfpIvMytau+E3CUewEtWgFRJxbHNsgexXfNPZz9u9NmPJ74+9Da2P65Avaz6lQSKcuAn8TFNfWCSh1NcEGBRfAiu1HolCDMHv/BH28z5XEic1Iggt68fi/v9h3nTDZwO3bMrH9ybabAKPcMcLrpgmOfHnllehpxnvtw6z1BoAz004eyX7tcVoX/UxlRuyzdMhZsHjXePc4Ff/eq/EpWNveb00FGd5rL95C3zS/Ze+3oxB2m/dWom7sEfT3Vvo83dEsGwf7GEKE5tZGnuCEAf8kfmO/kgyUDiMTvHLCs4L1wTbewomrEs729c/gOHvS9E8CBPx+Ahbs/djox07Xvo6d0fYtAerJfwrQOnTRdhPBEI9l9Bgt3t8AsOVXVV7tfmqfniyR2WAShI3X1JomcYmzoNdWIIDZdM9cf6OlQ0eTPLqVaWufYytoHwH7RT9gSazHdRa713X9RhJusHn5vv05nyOYo5fkN9G2Xde+iaTtC2vskrWd7Mke2s4TtR3/QTo8dpTnIHtmiPdgtIMFrj7dAgbW/rcEDezVyMY5i9V+2iSpeu/WByizO0UtswkdpEKW66P2K5tG6YzDHuKPkhiNbfEm/HWiotdYCcBDf92hBn/kVLAZ5xo9OgKLa+IDjlScQGXTxRY4rK+NntJe2F6p/f6/CQC3jER+9hGN7ePGP89+BKeIfg5OoaNStvNRB4DNT0qu9ERlJyQx2PLoew8fCVoSvb7HKZD4Y531fU/XyJ6hTevhiW8hwGnyXJ1rOTrGdugGjJ2wJpNniAeM4p/xuPxI5Z/HptCcLI6P/GvM3EeQGBi6ixIO7X586vM/be9vRzRoUPNThb7WqrEJPVAy7Q1GNr3bxbK8zuTAp4z7O1Ev7y/mEumb/xRMLD9Pe6RpPPEHX/kNdpMk4+M0fp377T6TMIR9ik6CB6CpN3AOnfLzxX8XB5+4yWAvfrbiIU4UGXy24h593zchtp9hrjwxjnwL+96ffeuQTqJjJw0uTzEB88MOTfWrI1e+18Hnxk/I/sT+Zo04I/wcgUl8zb5nqpoJVJLgGJmbC8Gz2HfovOmIz6CP3j/808TShCPRUaxiHwDfep4D1qExut20zdDHBHqc4x8nUZWEkPhvHQDGDqR4LXszvsL3Q8fJgg3A337uxNdaxnt8ExvaJObQDLLXsQxh5+Mj6DskYOqzv36FgRo/4wLP5pmOB2hnZr/oCiA91/jfWauRYciJt4ODxon92QF7qtcT47mPI9BziLu9frV5bWJcFFrY/1WAlwS8T1YJ9+tX+/3/8gEs6OBMdozxd4BMEgf4ykCdPew78fthzqlaSWT9M1wmGHcMNDnMMhwm4ABxE3QwEDGENra0FcCCpDFyQpxxNFuhh9kJcEnKDgDsDc4EAgRG+Oo/Wk105syptPslwwphscw44GoBAfosyvMfZ2OaiU5AV8Q9lJSg3E8A8W3JzSYb/NK8bHhl3jGE7mxgjPDfsmg557cJ1mMfAkN5NDjK890e5GSBRECY+b717QxDMViCjrM3WvcR1q3oVuDd6+m9GpDATH8y9BI4Zy8RKsmO0MMCRPk1xox+BbfoLI0OKImeuspImaftEGV9bsfzzUzqzGsUhNZgheisQZ2B7LFJiBUQyV7APz8FJ7QegyIVDTdwo0AiQIx5zwI7YBM0vDwUHmE9qJb5kQHbwaehXwRo+CPLnnYgqUrDCb8AlO86Wo9CV/wElDafz/NENuL/22n6uW7rkDOfpbkFEPK9DmJKQb9gO/u9AEfmFYMLAlwHNxmBASCizNbB4Qw8srugKwKdWqdklK+xzjW/8eCthO5zBcIYW0Fx9sPrl+z0lf+Zz6my/9aFSunm5yQCZP2hkwB9aXnJnMOTt4HbmfX6PC3ql04CcH5/z7m6CjjcIMZcK4NxqgBxLA4gUwH6zD/f+a2tBvPocwiRlW8yR/PKOggBjQ64UkbSgvihJ73gf7e8PWdI3mvnsSogOgBqn4nVmbnoz+5UEJDwBVkq0Qr5IFloMHNb4ZAAFgcqDg/z/Knvb4Ave72ODFndkdkcf5DvtPPWiRYNIFuPjX2gezfgF1kQkAMdSsC6aa6NQxlCog8qmxqgMU9YHmb8HQjxs2dPj4OL3LNTGFnN97sVMCBMOnpE/v3INp622SHTaXXo4EP0JfzZFbwB425j13MY0F307gDnHD8Q6g9NJSCB4R67Q+0kW76ETkOv7Du2xbGrxjDuijvOqnmNdwx/1oOxZlTjoM8eMNY7Q/tn5V/06Z6PeaqPDR7Mao5NBOgq4BJbthMcqpHA7vXj0HikorsKoGsMlo9jm+q5VMSIrtEhyMA3YWXl5+ol5t8BnE4gODZeObo4Bvou9/R+l3ykyp378xMHAoAXG4CzHLvyguogviu545bAn36Rw+smi9KJI1PYE+go+iy8jP0VPoyIlo0ieQ8Iz7pxzcuf+ptgC89YnRz+4BWZftPRSVZ6FiVyDBmzZ7C1v4JTyFeRa+ZZ25mxgQGaX17K/kxA6fEvVp7skQrWq4/T2XP7+fvtTMNzZ72/8XXyTFfNtazvpXkBB+yTf/2IPd/ZxCCCQbf82gTjtNi7j1yIbMm6n7b/311Z6wZvw48C1XPuLI4v/qAIysfzlD9C9TIA/gGEftl/7Df032sfXoQ1tugBFofsTmeX6XQVGgiPcDZ7y1W9H5Uc0EHyUscWZO/CH+xBaGFp8/AkNqltEvxgki/vJIcEOrIHboH535PA9X2vj0IyrU4yHc+BFhvAbvrQs0/1RPk3v/k2Rz4UHgCdBhQZWh5Z0TKwgwl0ktL9eE6vnUCkJMBsJ4JOHND4sXla9jC+C3w8iQOrJ5EPAIpvAvSbNIudqfexT64jAL5NT2eCJAN4Xsfw3PNoTwITlSXWjQPojz0vu6eDXi9ucvR62evNFnQoO/T6fegqcjN+Wum3HxNeoCVfbHrpBfvRBSK+9GRaUzBgAD/9bftraFmJzID5m0x0A4HL5xtoUGIKCWbHVrd+iMzy3rsSM+vcdg+YBkkTxpsmUIGdFFuE84XBc2JPove7mpB5t3yhxS785rnbP0pwpP2bNwCKTY1/evzNb7FsC84kWv63PyNdYJu9/Nkja2aupxL3u46AI/TJWGMLfevzdLliTVfejVPWRDa/Hzqa7j7yBf/jP/5imj74guThBLr+rILttZH1fRJy1gfJ2ZAO1oxN9eKJyIJDm7NpB4+pDjaXL+Zgb+SDzCTJUI0/OCf+l2h7A7C9HJ0w+C4TLZ6dgKg1/9hCwwfzSGeL8R8gZlcO6tq7Ipd7J1k6ekdgWQec/ywhR2uQrjbZzySPpBUyvPvLFp+3mh42gEDAPwlRwq24l+3H0a/gJdysA9rwEDSM/ILXk/yVVsTZX7DayKruEmC7fnz1nkvuNefey5YRbiSfVDz0XYgNI5lFwQE6nODrWfvH373WrAqQ8JcJ4AV3mcKUkvued+lxSKA7W/QRTy6Iqs6T8HrbnMe//OYJDjGxSCdw22oejDb7lY3SDyrwrc9nMKay72+O99u1yNj1+mmHTIHUtyYOQlcyedutGssmOFbC+jxk5emO8bCJddcmQ3YhQYKYuUmw+iTb6ZUOSWoznQv8u0osZ56d4N90jH4hCbI74vUZ6i/+bL1Y+N2bRNfr+eIu+uw3v/LFuDr+wvERR2ed46Jib3VAjn3POm0FN2vB2Bmj5ZcxvfDfNdexH/GBfis81H3g4dkd/8Afbr+A5AT2jMC0E/GgTdn0pq3gjPJVgqtnzT1M8JapvM4YRHmpAE4CTvAv68VKfkIfQx++7yc3F2ufJPOhw9Pev3xa61njzKMDvmdfCYOF3y4mk3Hnpfmmclyvv3y+Bq2RaemtfYJOzPNFbwe7s3y8dcomhgYPsKy8Evwje7+auvg2FYgGmztJIYOzsfa2w9QV9ZuHE9JHVrTNhsy+kvtlA08V8OnOMysBpnY+V8EXwLHoSDGksY15v6uBg3sQ4I8e3OTB0HWP5Y0PQL/tk2PfImcoton/OoUss5X2katDIXzlZA7JX/mK3yD/1OqCNqPQt/JBN3IFl1Mppy3jZBz/JriS/bMZEwKQrKx6QScgwSDpOw6AiPLFwNoMAYIiGwCmRcOZ8GI+D3iaDYjg//fTmgumfTO0uV+IboDryfjksw6Ma2UBRGBMqthsYBokWaet709LAu1UAO0F8QMoiTEV6R8Da5yBNwPrCuScbGitVQTL4Nb9aP9OAOstZRex+HyLx/nQcxrYIWMYetA9/z4tsn3/ObtBjGpaGAH0WzAaxmE9k+G+Vt8B2CdAxBlInkjRpds9jZAg4yZCeRChYW72FgHl8Y5EQTgbjJ9MGsaVoGaEtB89hs/lNMkYHgGOkPJP/Wd6Cc2IX5K1vi1EENjn+wz73b0xXtugyJ7uhRqTHJ8Yuj8DN8yZAN4PAskmBqWd15upFPG3wR3R7UkMnWfqvW4tFH7QeitL+j4riD3o9rjtiFvNjjLquWIYd2XkGgGz3jXBOGR5/lHQJZ807WRXx5C1kTGB/wWfnuBzZYjZ8J2kBwBfgCYMDABOhpXAVrXSPtUMm4XWcw795dudYX6mOfPZir0YJzjTuu63lvgGID8j1kA/CnpoOkkfVF79TMK59sTVPdqxu0VuJ0h4DjIkDs9mQpz9Y3oY/oaO3wDwb+fhYqhljX8mlQgAItljEwo22MMaQo8v/yCvOujtuWgv7PBvZwTu1eed+n4nWSfAgPexAlANcNAaG1p0ZjnVrpY1ItQnAFwt2uK0Rn9yLU6x12hkswwrnOQTFNJn5tnMqYO33t9ptY8hjjFKSy4y0x3c+jN5NounKdmhKWBBHxGclSPbfIOu3f3a8Wke0mP/+i//7monBWYwMu/1joBz9uQeJ3LY6Ldf0IVvABjarm41pr8XwJQBToa051eJIzyvjferNaGNTLPVVbW41U/3iDXGP/7+hwHlW+YEsMPBaucXPY/+WmBxghTS6ZOAxz06o9O0PHqjq9MOv6gC1+DVArEA3gG7N9FD98IWke0TQG9b3CBX3/OwulLw7HsF73ud/Qw5eCOzujKZNUursemc8SU4ZlzRC9GLyRRn/La9JqiDHOkEsyNbqkOE+Ly7LrwZodB/Hs5eBIAiOeK4eX/CawDahz85N+67h9aVBM7jG5BYUh0v4qRlDeKIbpefDgCbDiYo0YkAtOjMZzlrLBUA+jtOJQ5X2xe6X/RAZOzZQzvambn184BPVBtfAMfYK80llqeVEUByo655kzfancKBjLmahA+N/a9fizbGys+W3b1/DfDn2jjOoS+AqnJwZuCFK1zr8IIsWZPowDfZkQqs1mNtbyUwGzoO4NidIJjjdDGRHjJQNiCIdW91mPrG4YBRL/zs5xsAvmTZ6H/8LhKWRC9uGTd8i10QWZqzIOnGgd1yfFevx10ZrrG+rVlPtZsXcYJEDq7MeVtj53uvZPtOApd1aAWA83kn72yClD472Iyu++7PsTDJcI/OfiuroZW2cbze4/Dpffm3sMnRvTHJpsVaAo3QscCgfgW4zntX9dSsbYMbP/RLtRDmjKq+9+W31gJcNnwBvaFDMX+SnDooClZxJZZ9U/vjjz+OnJLN9ztPpVONe5CMb5G1zX/9Qh+6/eZ3sYZ9zoefQCxVqT+qlSzTcmNsKSolnAAzz27AvRMIGQv8fRJjpZK+N7HLsQ1Nz95/KlVuGY1soYtIHxsT+/RfDhB/9H8tyGkn6qDWJh51ZWhk2X9/gbyv01TNjzVd+ZZ3Lv91zFnNN11zdie2mjfvWW888lvfO9HNHQAAIABJREFU46zatt/xv1aO5IxJ3eP1n2MbR6bjJ74J8zeF7Fh45klSe/Sx7qsjVpzoKduzAE/0VvPcK+ecgGX7bQOkrMXBG57B9VwEKHYl0NvVB7vQEOAh/AFuqwPWBuR3HHX52Tfskx4SMh2+1JqdDkgfRzbOw15AB/gbnnPJDz37TcDqo5iyRvG/pI/w1zKGHd3ht++68HiqFLF7JUSxOdbnCZH+x5xdK/jOmNE5Wgd7N5XhenUC7O9rs0UejK8TzPWd+II5Um8LfNDdY1OUncka9POaR16/15Jr5C72HgFgsLAOADfG8PL1lfDrgWQUyLVjq1RgMhcsVmT5qX/j+3ZQuAs4aI0Zu0ytSTchGPlOpatoiACIxk/iALR5rckv2AwykjXV84RjiKSwZ8PPN43F5r19907M6/Vr/tXzYofkhsayRverkwcvzSWthMePmo4Nkid06IEeNgCse499p2SZeVbbELRZxuZru/g9irDXpvX7n+GonNULXThY5A4twdTfo6/ww50YODRhfKUc8YMpSKZ//4zXez9WP+p5nayGfBJNdcJwfKRtw94dRHUPyfXcS/uzHSNeXji0MonoiyfHpra9/O3TBtaWds5vY6fgN/UV7MnrT6RzVgJ7v73CgxPAs16sYrURjC+WyH0ak2z9/s+wH63tj/OBh9/x/bl/y4nzzFkDeOsU55iwx4caP0FvccTefl9CiABuOpooeKeK1XZYwJnzvS2wyPomfpOAXHwuEmOy7xF0ormO69CCeel21lr2Sx1J0mP1mlCpbJt/jSPwW+wtbKPDnxyF9ekDfHKtveQHcsPjrzVtmdUyoBNArvGNfEywNOufJPnY7vIzgs8kUaJf7HcncyL3tG6aR46Awjfeb0dOTGcKbf3Qqjt4zpy6Q4Q+1zpiLyzfJvjLniwWElsD29H7Wh1S9XeqsROoRqeaDrRng5+/OLnwI+JKp4jGdsMmzXelPHOnZbqei930Fov9CAC/wIENy3KIAbw0eIFqZKeGiH/sl3v1s+h2vkfBeDHKMD+G7kSn7QA6EzOM0pkG7xku9FgXY76Hnb9j0lwMIco5cyuKKD7m9Ro3Gefr6YlRI8DNtAT8aj5kbkJQx+AXQU2G3nHwpo3weYrvs5UMUd42FULYD5h/CPkr9X6NK9a520s5C+1j9B9nz/lsAwCyZEa/FRF6fGf1HKH6q3GMoAtdcNaN19tAW5TfaxyFlvaG+u04pGMMSUH/CNCPUiCTvo1WCZcIgAXRzEADyjIPjH8ouVv0wkgBg2JEhYazbnqfrGzaLux9tqqOTE1o62frktwY46OFtfaMTGiC7D+57s/faQDvBf341hEgSsXxZkRwvUI1SiBUax3z/b4OWN7nO4dHfNmCguKTAFM3j2lunbnUY+tK9nemL79HjiTZpLPAMaJJCsAAhmYQ+m+Fj74necY5yjxftNWtFqXhrwCUWvHJgf0U3b//W1oyQDsYj3LQoohY02lV53VMNvLJQBplKZkA6JAEgnsdAf87mOI9GYCA8afyY5MT9H4ACO431Z9j7G2ngj3PgVagb2bTa6SFLvLkOF+bKcp4YoTOGg3or/Om9MpZlhtkgQ4b5NF1CRysgefnSQaQKfYpfgIe5rWSOSjaDpB3Jqsdfl1fLRb5PgFJjAo/V9psKmaoeMgCVNLH92efIfxWT7/8drcyzRk4rCeZnw3O3Hos4/cZmObbPw8AN+8d/vAZ99tiKOsdo/HIGA8469+03uMw0OL9/AmwhU7m+zh5h7zJzJQeCC10AgoJYwCYvn89owOSGvOV4KbrvvsReNDY++zjS8YUu7H20dEYg5E9GOWnBZvk0hjRxyj9viMgvw3fTgRYMAW+CbBzA2U5K1vPx9bxOv5imyEb+8zydgbDE1vV34Y+ch4aTzuxSQrU2pXt8FtFmPMGRraszN32RD94+upYUAHgCVA06Ntnd+kZqexdIx96lrxwy2ADAQnamCe8qnm1voSOwy/RK3t2KvquA1y5x56JF1p1m78KUpI1Gn7azHQ/x2dNpRWTZJGrioae3iMAOlO0A8AaQ7dqZv6/0QUAm2nHsh5HdZ2nA07aWQCcCgD62tH9rH/89x9OuGh7m3XUdeYND2qywwdcxw7SRzhxtrUE9I0+coBkbDHJWe0p+A58xlhYv2xwxg8NxrZLa6i+3tjZd22AQNnZJDrdeh8Hj+/KAQy9hD405r/+RxLAwrcBihuowwZFb3osk0DW6+nh90DrQ+TbpYO+58DTfBcZ0I4r+8PtuuV6P47EMo93HN238opKtVe3Mi4lwiYgKoD6SzAS/YtnBY59a9znuVmOfM9ypcx0UWGMnXjblZPe2wrS6PvSqzjpmisBtr722BKV2MDZV6GXCWpVBvuhI/uroc0io9NR5tJ//xeVUdf1swEn8aC6HrEW0LvoSjZBnyHWAWBXQ1svxu40TUwg7q1UfhM0dG2Ob1rwDx2r56aV6R3o1nNIuN7M9Q/wmYSI3BP7NwNqm1rvnA4+ZasdPVIJp/vdyFMnBExba+iBSjLGdVWrlFyQPNjAyc2BrQf9TPO0KsmicI9ufxIEuvL39X+RuyQaNabB86DBZzSHvzXnJEJFJlMxB9Amey8V9xtAIrm5k371PE3lTdLV/WkJnkTy70JtkP2SAJkvWO7gyzlbMICoxsZZa7ZZFp/LvtU+Q59aL3Aq5AgyVuO9kymyQm1PSH7ob2irAwPdbcx7NzYZtG0pbp9lEwbZAwJNLz/xOTL5twqw3+wMWpODK8hOtp9p5Uwr9QQ8oOmuEH3tA+bgzlrm+Q4IhnYB9vGvkN+vDEqAf3ywSoywfSKn+rQej18l0mAv2/fjvrZPRq57iY9+XPmkPaMdvuX2+CC93metx7buitXQT7DElpE/cIbR87r+tR177PusxUawI7hukyPsUZimCWAlMBW/5F+VaDcJptofikO6su03nBFA1yRxjNYNGDZ+1XYEc97Ci/GTTSQfPxcftk13/LEWRF5YElVzHye2m1Fn/8ZOgwZF7xzv0bSP32r9/+h4dBN+2bu3HsYsAoEO8Ws63W1nMvZNMsp4TiV7ha6oAF7/NolO4ZskwL+YFZVzOSNz7b3RY4M7iBP4TImA8SHwHSKL3wAA1cO4mv8suLb28c3fdCLEbjZtf3si2fuHj8LANow+R642fh19EV9dr066eytZ385q3QWLghuwanTLwfxIDvMFJELsGPsosB1nqvNcATxHIESOZL3VieFgmJOgRYIg8ga6IDEIPYytn9bOm4yFv3HjQsiMKS6QLVtGs34l4ST2V9lejw3WsqwTTdF12PKNJ2HPjyo+9mcflwePEJznOdnT4Or4U0GuaM/Mvs8xN4V9gJ8FN0sgvmm58Za3Wpfrel7nCJOhsw5wmc8lL4eA4O1a5kO/3lvrguWxNsrtWg02InnkNbBxkTcb/8TXNb7CC7/sFDqwKNstoXUnvp3n8A34lc+aEzZa78t5XE3y3FeyV7ZTBe963C0TtTBv4uDRqdPFsTuD6Ll3R7Doz9DKn8stfz4V3Bqn4lecu94B+DdORvIBuj77pw1MB9zLJ55FwVdhvyg6eOkC2dhtrcFJbAt9hPCb/SQzx9+dyn0fP8AxAMZJYq9oNUgc1r52h57WVU0PJIvi7/aet43SMhn68FrUXpAAC23pJ/ZsJz4dehBe8w3msDGB3mS/TOvOcRBw9nGW9DU7RgOE5KHFF8VU5wyoCQD3dSaOYThPUvcRfimCHpCULCw71bqmMqy0J3/8oXaFae11ZT1+9ziOwmxSO3lk7jSI0kBFCwCM8HbcQpxxeNoA98JPi5ITKBkFSwBcc3QLou99CJXVsyAUpCIA5AQXY6zbCf7a9MIIHdhp4ArigYEE9NtIk2Pm8aaCWMGoCN67+i9ZbiXhZ3BtbLcCjGG3ASRaNmkmZKdTUQizrTF5Z7m9gZRdl1yHopAhfVUOA4aclk1axakss9OWADBrEgaKg9vPuALsdYaShdpkeLTh3VkjuefPCr91HB0KquelSlZE3+0JWxC0wdXtIagMg/fYD4AXO122e2Os6j45Oyd378xsDMMImgjC/1MGHJIDR53n694tsDSeA9yYULY6SetFkMZjktMvxWil3e0hYyhlv/fg9VbsyCbT18glV0mMjIHeOtOmA8BWHBp7gSIGCgrg0JrvmSlJZOhMRe09Ld77PJUowWRhAoJrvuHvyD216sdYeYOZtGxuwIY1Ipit/eSAdyvx76Zvu5MDAH7K/g1yd9W/xiZaO8GJsprSFmxouIBp8bmCv7QKhYbh95umcTjz7hrytPPR2AdEGl2A3AtoueWYWtter5Mg0cZ10XwqHpNBqZfkMMGEHmPo+AbZtV8BjNI6xO1p5tWZkDEH9kWlFElTfGL6m4CO3uN8DX0fWYuBoc+X5557f+Mi40vXsJ75zkkbOLQrA1dnQUo+iKU+lWK51OAj321AsDPJ9Dn6qUE3j9c6JYYbrwBMa4zrfRnTfQYc4BZ81ZU3cmJ4LZAohyUVXbYzBnAID28WPpVnDUpm/KtP7JxbVm42OZVazE/fOR0iDFJ5lfTuyKfIzQ4gwCtyrMip0Vdi5E5igOwDg1M6IykZgnIQ4fdXF29F2yQiHWM8a0qA9YBuZf/g7Hsu3xo5c9IZn9vuiM9ICrmIuegQ3UQA2DQ762h6VpLXkEA7gbFkIu/3DMVJ2sCg/tanDfLWqwAnpt2xCcLDcVZxhuzQ/nJUAzxywJ9zxMYdKaejCnbkWstZEQdMB5TV85UX1hUYa68EQHK7cTHbrD28FXv3Nzl2J7q8urSTxzoArCxT7AN/ZwDWtnUzht3Z6G/ZpHo/63AHKmKre4fni0rKiQ6+q8VZJ+6vn//46EyOfILZCcIdB7gAQgeAv393YkMG2t0Nst5ra8W+26SpzoDtfQPYz/qEb7HroFn0sPiHltaA7kkmyHiwD/TztfsCZt6Bc/G4MpzhhU5QYX621crZzXPSVvDn/jGOAS+QZxNo2WC9uW26yqzjvgG3yAKfFTd+gsczdJMx3DopDn5oiwCwLChA7XwHnbKgYtOdfbDvHlRVcz9dk0qebdGOXf7bMURtr5JYC8ArUgbQbjvBtphoaGRUr8WCKQsENa9xn25hht0YvbMVN8wta0nlTPjObpn8VByEZUf/dnzdp9OJNolKwPBp20PrT2FPXC0EhxlMS1RSaKW13iMP1t9fkBI7yzxjJ2IqIMdmP7qAM4tn/1oPAz79j+SM/n3fVStXU+dUisZ+zHlYtMz355K16gpUsqKBUexw/KjIs8gnjaHb7a5MTNJ0rnWWR0C/qih7we34E9mocwbr0NgCfKGb041iEpXeBPWeF1ufeWwVcWyXlXMbCNn1MLhN15jvp89i/xb03/512zAjqyJXU9HSxwrIDgjP3K1OtD4SCy8N9Rmk4CPvURnYgVigG1iSfyLdLH0om2lbs6+Nu/KGtTk6cuzKXs+AdKmWABh75WXWRElY61vSbQ59EuxjdckCeQH4SN4Cg4Huu2MV4+2ObLnn0iN+ETYpa4M+yj2mU4Lt+3Sl8vo8AWDdmz3XfWkx6d8F4I+u0x1f374DaxyR1QHgBFxi456q1o+vkGvMH51p2fgLbmIeHH2tcXA91aIkVp0klEqcDJ/cR/zAz/38/j1zTXI+L46I69a2h+9ku1q2oOtC80dm22a//Trv0Dy0baml1+hIHeFG4vuxSyxz5kqd0Wtfeo4pm/tiH6Jv8Me74rznHHwoHTnsQ04ChXELjWPwK+4DfsZ+06EG+/y3AhbvXa3pZZeP78n+vvIZef5nAeBO3nxbIjcNHPq03Bvc2PbL2n9ODLbduThGB0l0P/kGd0XmJHYPfTJ+8RcdssyHD10lYCS/MUfAGLs25hZc1bpr1gx/B74CG0BHvTZ5uv4QfN5jgLIPoZ/lmSTjJKF7C1zAoSVrOqlGY/u7WjXPOuperT/BvkT3mjdY09qvsd9IVIUfWhfT5a55BdtL90On07Y29hB81l1lIj/g6w4qd1vkDgCDsfeRCeJD3V8V4B1s133PsWYnsTiJUrE90hL/3zQG+Z2zp13NZ5r6/O/I8Bsf0Wf6fndWaHlCYGntwdnbuVcfNxH+2k4FtmHsh243ivhpwXutH2S3iI4ezDJP2a6H3SGhA0eJHeT8+p+Jz7HvqTz9LQH8h3+rtSShYApkkCvAahSJZb5J8sfW+Y1fmAs/T2XpgN4/5mPMIDxKAHhW/aq8z5FlyYpR5b7XVK7SOepvOx/qGsRjy0nG1AHQPoJC62c5/eiYtqmO/p+bHf93xoPvsz56DHon047MuuIrjkOlIj32THSg/X/TeM6UtX9nWVZH0FRHtJPoM9dAw6a77/8IAEdWL412Mh52Lvb4hesOPtOJBfhrXTEdn2E7cYChQj+0ZLct/P1fn6GbWETkGR2L4OXYv8FUMr7wEnG+Y1uPQEYeEu/L5z8L3Xr/Gh+LDZcxsv/wcbfs70Q8+zBl175+Q3yczezyWn5ZvMeiwcG6AMLJmGMB9fM+J4pK0c0MogVzjP87uNftmdqhMAF+z8pB1aFul5B/jKeFF4FlsQZIkEAYYae+/hZ0T+unw3DzHYTjVirs2N4M9TDEADyaxyjIc87B97kypzTWDsD0AtMG6igIZ01O9rrXJhmXb7af13pa/+T3XEtmmc7n04LIYEaA2ECZ9bMA0nd01QitBOm2dF3retpTyUr6/m7B78DA0Eoz4mZVbPvU7LP2ZbPITlbUd2vOLsTgj6G0TuabLca+6WeqXrIXrwLMevTVA2z5DMVUatrxUUbYgPXbTiVVIrIQtS4HpK4bXgEMYSWiSRsBW+nSgh5ljqA08PEN/jg9msMIzTB4hMiGZ9aZIAOpA6nhiRgvMe62agmDYwHQMJH2pMflDJsp7NWadGa37pEKRFnxWVf5D1o/KUd4rwNS7+qTTQ3wyJ5nzKLaySaDj0covZXm8B8JG/DiOkI48dnzrrzuQFw7BIxVhre2XoYv/MVnNuAnw+sFPbiGgA5BQwxXPYsKMhQ/lYPmyQG4uI9B8CGgI9dG6L9ZyTiZyWxd1F7r2wEWjc1nGlmOBmg/ys4KiC4Ce5ZKtxU1z01Wkdd1HMgXjMdJaf7Te2RjEYBu+vj9d86rmKqv74YEk1DmVDHvHm37SAFHnV3Ve9+OlPdZe6A1uAJGqTT3+s9cmyYa9PUeyiDymalZ3/fF8wlsNV0KtBHtHQfsG1Daq2jukkVz/t5ur3nmtwAaiT8dYP2hw0ZmMUboILSlFr9qbbjJEq5sHx2739kqDIyc0OoaKKYTr0e+dZzRS1aOA1LtrNDXq++3Sv8F17wnBmDyjBhG+hk5rnu4ZdWJ1N17g8w8BpnuZ/sh94OHX/mqdXKwdgLyJzvye7h1CraBEy5iJxzwUUa32rYXkBUHfOeBfAJUPLaAdX5n8K0NggPUtIeMx0B2JwDtk/bDjJCJ4gCxh+KfDji3w9L2RBujrH/2ffaDIKjbcgYQwJ5oWdHyHJneBm0bzD+7LyyogQOOfdkADUFgwE+fiQbQNosGLbVNsTJgLz58PnRiebvLGZliGsi+8t8LDrQOjuOOfI49S5Dq7I/4cuxZdPuCUZNAVZ9b9jr4ueBJZM2+37Jxq07D3+HtdlAUGBPxzHyH/5rmSMay/UfAccZkH8prhkyrRCw7kwF+9jUA2gCwdsZcmQEoG0Kjld1pMWqHdWjwo/nT6WYAaKoNety3fsz664Vske0rHBVg6s94gnvuWUyc255PAnLmjEEDaEp2eSooWv7oO9cZoQYEQvMvaM8+I/M1hQZYkHem30pIIfnNfDOBF/wwV4tOko34GhuV52t8PX6tm2wkzc+2xgSpCGrjsLYe3nHdYBUVg5rD1YLNOiwb1IG/0IIRmLO12MrtBGseXTkFH0reUunTCbxbnbBnMMZOT7Ioc+nElNBOErDoWkLbNH1G67T4YEuv/t4B7aKPMtEBILz3sSmx/2SHY0PrUsaruQDy5b6x+9HnLX8AdM7CzS+nA4zPKNNYIjexTX0msAL63yLED9yAkFMnx0f7ny84BFhouGds2jeYSyKGzvQ78s/driRktT90C8gANyi9wGHTPBWB7Pfb9hBZ0LiDruXMzOzjdGz4fldwUn+3vj629HMGq+lxgs20h9N78LNbyU4C+xtQsvwc/azv0BoP/ZgEQa1RwCD5bw3AZ204+20SDESz30XmY/3fyMPwV/CUrkAC4NYevmcsYs8hc8IPQ6r2z2MjpTIN8HtBvvD8jKsCR1pX0af8MGgDGexnePwbkNn9URes6Ug0+ql1ZAcG2hbI9+NnAPT96xco6wrgDoi/wSt4SphKV5kgE5r/jHEMT5h/v3/wj1euWqvT+QIfC+wFutAaxO64z2AlWNk+WidoGvT95Lnl80d72tfVG/jzka3QU+MHWatbrjFHrQV73fzRNkQHBr3tYzu1PtD9qJKn+ge6V2DOCQnqEGReivzRS4B0V2JFn6VrHt8/vDqyUOvnYzTUvnTegyb0c8+0vm0y5reVijemou++RRzQagDwkethGfvvjDF20sxpggngC51odoD90ufoduRz5ECeFRoX/6yvZhtRHeQcbI5sBX+iFW2+m3FiIwTfC27z+rx6HHpXuLCTqR57Cjuv9XfTwNpvGV/8049ep1Ux/iE2NUHq1y7J/HO0j76PfOuASttyyJ/TApkz3N1pJIlA2+r2ttmx+VqvMj/sng1yZi2RmV3BZaxcsm4Smwh6t32Gf5ZgxBTwzJ50okXj99AAMuL8XdgCvhg80Pae3uviGu//dCGy6h9fnGPJ2t7UM8HLfZZ9JWUOC1wYJu/1MUudcJv2zknEaKxA30vFZM6bdoWyr/m9I0Lj28cHE3/IhJz9wXY88xHeRsdOyTzx3/jvYOwd0LcvN2v8W9tl1po590/bVWNDt/5zALoS55NQsniVxgdG3p1hYm8mwRG9it2qwFUXp2kc4OnNv69/zLqYnmafD/1MfCN/T8LqVNKGN58E55FlJHB0JT70SmLYJjiku8wP/PuB4sxvTtbK3saPjd1inkX/2j/YboPsx/LSMswJAH9yCR3da8We3Xvb/kk+gc8ofEQmvdglOqK7zyS5YztOZB1y3ySjb2cQ+DT7sTgA4yMZhCPA6NwCDhJ8K+3Nt/174ik87/XX+K78AS/zYGKvnEQ+dOcrEhjX/rljPi1/PNfpqIj8JLG89cIbV+i1ax5Dh2rMXg/xgzuBLT7Q+2r5PHQY3yy22cHt7bdtVzR4pP3G8HsSTBrPevWVbr929fi9M5josOqkK/owBplEgk64Ojb+991T3Pdf//XH/0axT4uMyqCCWHEMjyHkjKQxNE4/71X8OLBxFO6oN0LOAmGkUjNAB4CTmbSZFwBaejItpva7n0HobNIsAIGOQ1R2VFYAvRW6L1AEY7cxCcFlUQNg0fYSJjuZ4cOklLhrrmRWHYaVEndp/DDwgHc59DxvttNqRfS9949/fGcXff/UjoIzmCBODPwopxjwGG5knsTwuzM/5FBhUNvZmIwSCNdELjrV2s6+momPJRcAD5rBaNTfAUZGaFgYyzmKU9NGememHCawoTNKdZ6Fw4nBztzZK+jPGVsVAI5RFbqVMCe70kaF5laC9Yz/UxQ4ixEGgB+5Htv+zXzWMzAmOgiIo/UaybqXKyn0DAkTHGyPa5SWx71rnorVbYURoUSrFNrQVDWbwVXtQ/gjmxUFlb3EoApAoJdo9V3nXH99/QBZJwFiWnbu5u15gAhVDP8OLmdvWNv7HI7sHxks9xkL0CGKhp/QY/9EOLbjn+eK0Bb4+c1x6Pu+FUZyUJ0B992LIKPW7lWYqZgR/y7I+LZo6ecw9hh0cWJ5jQg9W6m1pEo8CmifccDzkV9/+WsUD+dOQ/Oi19/OUdlnwpOhpc4o5ZoDGg1tQdumqdn4rgCDrnWvAIMJ7HWbMe5NID3fWWCpHczDC4neXa8/o43WAR2caLmk7xIAhuZWBoaGMFTynKpClcxxa1IEfpKcUjmwAWAAPu/7Y9jiCGygKHzeY8j3wuvtkCBzpFcF0kaWpTWu/hMNnjastWKd8PFbwsLRlTXWADsTKPckZl/rvm8AmExs5GwDX+GBfDk64+5Q4Pe//0hq6tY6bXxi9KIrTpBxiAR7Ys8FUSVNtciaYMQCWjgIq/9+VKXMuSMY/tgxvbfohcM/I/f5myxq9hkaIngHPcDDtJ7d5QZkKgTAvDgJIt8cOeOqbR99v0G/F0RH5+s+h2dUyTD2S6o5tV/ZIOw/6Vz2gDOQz1gnAJK93mQnjgEJERSg4kRBj9Qftc2XvyWPc3fTuhx4A3O3g5HPdcFWETAmMjpxcP5tFgnRAg+xduJrnLUzDwUbDJAnq/1NxkK/ac6nS8UBE1a3L41scFTP7cCX9A/6pbOGkWU4YFozAg667wHrvkWaUy68ZqyVZZV1F2dcweOrZ3IfbJYEPlTd8q9zxIB3yoHD6jN4Kigks7LnkR9z1o7XbrOsc3b4JLnNfp62tSas+cy+2dJ8Z+DH8U8CDDTRNonBP9nQw/O3fhn/x+NcuuuABffMGZUJxrWuvOzRsb8u+TrBcHicfccePbyhB31T7ETSVyfgD/0WACZxTWuROW9iRzvA8BF+nR6aIMMmLmlLtPcAdYentecFXnRQduIkYevv4X0mud67E3t9la/NcSjSp+vsngq1CbgtfcP/Cf702pG019V5Asi7M0VizbTzW1vdlZQjN8InA+gyV9lrzqTg+T91ujsj9ZmGBIBHFjmIqn9j7DVIzHu2myawgbzRzxyxsGf+aQ//rjP/nsB5kh3GV6wCUAONM3aOBAnwl3fR1ekYkDFyFp/3ZYAaXftbNryuVyvMI2Pst4qyNkAF+/4WAG6a7OOoTB+DU7y2USgodqE+Axgec+0EpE7ATNfPuPzAqBdfAAAgAElEQVRd8Spno4+NpfcJAMsvPy8lsI/yo6tC+yjYxfBl9q6+/v0u+QEfBjDK552g3cHSA0TJn7O+izzEHnUC+fz9Y22+SzsA/JuNgt5mnFSJuUJswMG20T3Y8Qcb6xEFKRgWUPa277bbzy0zva9WLpuAiazpcel+DpzXERbI0bYj3+q0BeBv2+DyL5/zB5c+q9jBGEfwAv2nZ7d9e/TT6LXY31O97ADhbadhr3jfxWOmwanYmUvfBKDox3Ssst/4VSYeX7u66IVHBxMY2ltcKWf/bdBjcTvA29su/+FseWO7uxl0c2zwCX5ZRhDA/X5XZRIBYPNXBYBlb3LUSXgy/K5nIY97rfS71otgSScNWzeWnN75SM5btY5/lEQHgHLuyU6Z5hTANEHjDGGHlLwcPdKB82CLi59hR5zAR7UpjozYdQaT+me2RQJEssFI1o39xgu7eN/Jb78lTvY1zbdqbUsiGNd0AOm3luRZw1wtmdEBYNmvFw4iPjIvrYxsO8d2yTfgVPRvANi0cyUb5nmpuFSHl/ATSUd3QliubV/6DbR6DscfoGIrdlHrF9Yk/iuLv51Ceh/xBSTnsCmEJR1bVXNVstT4VeD3L6b+WzI/46CY5Te5CH7y0oP+TgLDJjHgvx3faOx0r9u3V/r8yP1ZJ3xhvnOq3Nr2GL0gGd2FV+EzisKqiIJzVMv4tF/t/c89mt5Mc8Xfu683fy2eM/tmOhsZzL5/f4MZYMt0gLX1R8v21x87+Ow3cGNJ8sOmxT+81v6saVuYfMVtjg+rQNDHQ2Bo7GXoaRJcS8+AK+LrHXodWxZeY8/gi9VHlQBbrZGRYRs/+Xk8ivbodEuZB5/uPBbA33/DMp0IYhzhwciWz4JD2J+xX6Ijn3ITCufsaxuTu7t2xn5IYSE+2T8LAL/JFCQqdSEfOnDtlOyDZdzsQ8cRqqnPDzbsQrL3OidtsiZHn/9MEAcL26NAwwyxU5UFI72oxQJnmITkWm/ZE33UyK49WjEysDE4/n7fa18888vdiGlovMbWyt8PDd46VvfFru4AMOve/oTlwciy46/TJnYmI4uCYq8zq4klnjij1ktLdYybTZTl/thnvuYkqKuiWhOK34zt3jJi76ntWbvQ8uH76hsAbr5sudoFaMe++K//TBnc9UA7R+xyABwCsxr7K9A7EJJ7ZeUc/JWyG+X7CnsEJQ4EC7XVg8m8ZmHlkPcZep0RKIMw1Ys44XHyxRy0ejjtHTTGc2ZVqKzBHTIJey76HUWXhZ/DoUswZc5ThVRn1tm4mjVpIT70dRlZAc5jwFAtBOGi19Q+i88ZYwTJEJEBjgXSjsJ+BKWAgASJZVjdrUV+G1uMErIc4lAeurGQ4FvbssTE2Jljc8lmMG82pg2gkwF1O2B6FmcTyCF+96xpztkqnB3xXdpg1AEkqg0xRpUDgnKWix8wSt8e9DAlCkXP7wyz0EKE11sJlUoxnpMFweBbEG9Ah2Moct3tYOFgih4EdtH6xQ6lAFY59AOwsDvXWYHsxzznh6FyMvGjVH4L/LaC7wq8y3j/nkM1wm8KK/sZJ+AW4KEfjesWYJuwkvXbdXmfu0Bx1vyqrhVvllBtftIaOsPwOTg+bSDi1PvZ338GGyRVXAG3tHsyfGadaYPerT8xxsoOuJwz9i2GwgI0D2n4stPCYjLku4Kc6kZk15vJyecOvHarLiY562yIz0GXyNf3DD320l8rI15/a8ngN8mfTXTAOE9Froyt8HsMMDsy6BVXUi8IkvvmQ5zDBnZYv5dOlndCPyQ6sB+/XU/LIgOdI/9ad3ZrI54rpa7RCdQ6AeA5M4QEKeQ1FSl89wXg2ojwc/8MyPNahEaP/Btd5YD/tKF96fDoqe/7trtLZ5wqgQ/k2NYnoz/GEI/DlTOkJpRg28H7oUDqZMxY54xeML+M3mRNBXInyWttE3SDDXPA6gneQGtaa1eGHcAze9t71M/tKlP2mzPkjyNnQCc7InDb9O0qRlNcjHipJAeu7raKuuJtF9bA3W/7mza71e1knDVo4uxrbPSMy7o5Nk8qYNaTbkPbY5csFehlw3cNSmRXB2cbwH8TLAI2ZABOdPvmvm2UQjg4TYxdPzlLk/UlgMb697XYWgQPXmdP8//jjzh6OSc1tBGbJmsoQm66Y8q0387zoj/9mgAwa2OHZc6S4j051QLiMdrlZh7ZLxtuAIpXn3KN7AIcbo3HAOw3mWR3i4a+AJSDxdh1cmqWDnuNjoMxCoHKNSWqCADoapczJwdxpE/WUVk9lMQaKoD1PjY69ONKGmfmTzXy2I9thx75aBBeenxpjQrb1dVZ/wNeSL46KPrZpVXp3PPOWMKaAcNm/0xI0F9lS8+cL/tgEo3i5K0N60SqOSsR+kgwIXPYBJwFUk+i7ANiAah0u1jdAycXB/fHnhbAj40FGBHfaoBLrcMA2IdeRha8vP/znMXYKoyNoNmVDb7b5iFaB03AMvpqWwdfcyjdQULQ4efvAQCtfAcZBoDO2DcZ5w5+SOczdmwh1hL9rGc0HxOUaYCAAPAff+RoCNPV90XxkWRhZGDez1E64VFliEODWZcbaMaX6Dbqv4FVzqL/+wZ4ew3P/qlSyPwqe/7LTFeIFPAoo9Do4i+Pf2HZW/Zi5jVHXox+wD9BpzoQWfR79kZy9gvInMSRqaBwAHxkVMYa+Xtal05Fb/tvneyo9zkTs+3ZyMRk0S99/AR2eHbvA3txnfVdiwpt5Du0pd0WeSTHMi46K3CL7Ou0U9dyzxADMMpuDV1wf363+DbfboLRW/nFtXv29djF1tUab2xh1urYa9Dtd81bqQ39kxjqfZr9g77alv0zXWv6H3u+zIZD9+3rHH6vRIF7/e7jBdZ/j75TkLorwFljKj/W7x65LX3ftup3jxztslXJP2nkxqd6v14fsnmS696OBPjV4bPlAfgJvCXfT2t10+oh/CRjdSKDt/V2+Re819xME6GNNwDs54ydSrew2NP6AGA24Oxrt8ED5g8lSbkq8va73gTTV/71fl9t2Sfg+3Y360Siq1WhOxXFpjpynQBwbQxnmb58l/24g9BeVq1rBSrepCV0YR6x9uFWCi/vJ0Af+aSz0Q2ge5+zx8Z7TuJAkqZtb2DfjV+ka4+d4H3K08ENmi5tl5YP2u0xHRCvSmeOeIO3sya/8zOf1dL618Zf0BNWh6a9Teh7uzxif3YhAfze+hCszXvswpjb8AAfZJ/o9kKAiwTAPO9foifNH7du9hp+70m/s/7Zu39YdqPzI6s3+Au28OqD0NLNpG13mT/HbuwADzouBQFJDIeXdU/JceSc/qb1bOhp5DwuCx0iZBdgB5Q/w5FVvd6SRwr2CB/u4SdQB90m0aRfjbXo/d/w2NZPSgzA7tNt5deYpisuYLqvZEyeR+ILyXj4F6lk32Ic73Phk9mT3MX+y9i4oe18YLnnwHA6kJBEkmAeRtAmN7Yf/6t++MZwVylvR6aXlhvnNm99Y2Fd7cNP507sqOXznSfYGb4m1ySIt35Pd+3xs2Rvlm/TlevWvSehlYKhkb1el6WF5me6QXWHNIuv0cmRDzqqUwmRX9HBE4uwH69WxOW3kfDQtNf2ntn4Js1z39fv0T1OhzhjQ5Gd4Ixw75vUJN17OkX+0gL60NHHwxxN4/fMF2mtzAvZ4s8Lt9HfFKadithPFrWv1veRfkl3hyxi+60vPn9wK/vwy3Osj3De4A6xTddXGnzLBYRZ5JNoV3v3BoCXL4gPLa813gStIhdIztJzEnTOjBmz/Bpjzc/5w77+IYL4xrsfVvOzgE0z5vOJFR37Urw3HSiyL5ukjrw5OtsV5tlIye/3lbklQJu5bHEWicvop9t/9WrP7RbTOPw9n+CH0HUjdvPi4r1vxFauDjHyjf/z//08T29usjL2TKwIyCWIEIA2hEPMcc7etgXOkjtCfh1bFGE7xHo2QJw+TzaeFm6zaH9UCM9ad0D3BIDrTD3dW0qFw94xokI09wHsUSwxzJoZ2SAtYLeYjGG8G7ubH+bkEOhTgj2GHtlcUtLNwPr+UW6ugMsadksbnqH1cVn+GP5rxASo4IwDXd9CtDMMvdYTbKMS722XlDFthV8DP3H8ZdiI4DIWWtm4CnIoGubLtStE1hmO4PFzBuiDzgC4fjjkdRbkyXCQAreQCwjB+FjX7HnkSgJ6C3wSyJPTadDYhvk4Z6pU+XrgSzG5xcgnhTA2rsz97/Irc9qOePgnFdPTjst7FgP1BCZHOuHgeK0UWNAoK3NR69OgrfM0RpFlvnI6N0Pm758i11o2QKc14gwKsjW7dQE8um1xN6sLIXLWcngme6c20dXOus7+hG5/M/CWb8qoHaGaCtY/DwDbgP72u41qnHBoCaeyq3kJ9MNf0MiPdRgebCDpcqD0fAXTTtU1AeB1BrSeDahhCCFzqdBF5pBo87afbiMcJfj4HDFoT1nAnG2h548uaYewg2DJjlvArQNAONzwwwkwD4CkubnlXW8kqst8HRkivnwTQUQvAKsXHciF+ebBmVBXyyT4Uvc9wURk4WYHd5UP90be9rN0C+QPiUx6BKB9B086EMG6yFHiGngHYLr1Vt5L1WqA73GwLLP2jIymr5X366i3QeLWngPEt5P5y1Z4jASXbVRNu0LOjTdv20CcMzCkOwUGVxCK+yIPcciP/WV+0Pe3cu8kFgES+AyXTbRxu6axM05bknHmrG8rpgNoEmAv+rGNX8YXoGKDI+0M9PqKNt8AsPYY/tL9TAcOygVEMuCm/zNd54mAtVoHycHW2WSGdmJCqommO8XwThtoACCvE0PlcMaVh5+M8AuAuvXfof9JTsEwPOtVgqQT/VifPaP3tkfiqGaDXjm29N1VnhkvySUBieNgpwItyR/RLz+B3Tbk2xH8u01Y8dN8txz8a++tu2OzKGCchBf4EP6YgMZ3N/g31VWylrPuvN8JCehA6V/9vl0Y1K8zcrBBSPSWz7kvhLflLQ6lZmcgRPcpoLABaFr5ae1wzCVfT0XA7DFyXLxGIAJb1g7EtGtjn7o6+5XfVPCGf3Nedfaug2bZV5FeaPxOTngTdc7+eEdlK91IwQmWPi2WWi5C17fDlPNEO9jKs7Y6Vs+K7Rfa5k752XYG+9uVXIDxBDaxR32bsaNbXv20v3/qkvaV0KXsoe8vnT8t5k9ihdd5nVfs59g7G+CLDZ65IcNPC+oKYMBr69zruQMYiJ8NXLazLmJfgIJzvNq+Rda3fxF5s2cwef8qsP1bgLWDCK2H3kAbLTppF2je+dbjAv8mwNAtKK8AMO3MJgmIQJ/tq+Gd1ldvgEjz6TNBCRqED8c5KZLzeivYbKBiQBgDttMyWTJhEh/WHwzYvN9Jq+shQcswV9LNvqPvUj0Xn7R9ftMG4GhXoVWCs64xLVnGTBeR2QzoSZ/RYeKtUiJBFl2p52m256zuGVPbt9YP8/6v9CkQaGzO5uK2yXgfH/1tDYscbZ+CdYXX4R2vkWTGqTyf9bCdPLJv7KvsxZOkNO8hxyVPGWvWNXYjYz37qU8GD0ny3Xum2+g8+aOXsb1yteUaMsV+l/Rx2RlefwcHRCdDUxr3+O9dAUyAAt3WCWlvNR3rwf2zL6o8/evZOs2xq4rdGcJya9oij21tnTz06hbC6nAzdwldL6aFjG+dylj0swNZ7eMxqJe/ryMrfgkACy+gUlsUjk0o+krycHQPc8Vv8liu6OSfJ0IcvfR9p5M74ZGVT1FuJF5SEOFnGX8ILfkaya0JVuIXcR103Pqjz8/OdStTrjX6vtTYBLagvkMF+HtkAn4deJ/o1UtjuTYAtzooaPzDY5EVwW0cdPLfPytJz77OZHQt9N8y0YUm6i73APAngGkgnSQQjcWUOiu6eGj7k9iDGcPgRbPnJCghe6Dn2Beb+Ha6xgz9oy+RH1dyah5zfBiSObuVNXuKCdb4aetv3Ur7SGAUvoB24u8oYar0EHxoOTN0VjYLCbCvvdaVesgzt66VL/HobwpGmAcYB/pRSYwkRNj2/fA/+7QF2PwWAO6AJzTz2uVa2OW5lTm2q/8yPsfY9D6j2HIqHIcM43go7k1CEvtxJ9DPEQGSJGChGoM8zcGE3jNv5V/r2dHLi3ly9IrG0rhTB8fgLdts+Gz2jxdvwv4Fb6SwAJsqSWesRYIxnVgQuzm2KfYlNrCwFGwA+CP0fBvtbcOfZJlutf7p507EeLuGvAVJkWfg3fERGiOyL6VW3d91b8CH9Wx9S2K8E38msSt6KX7zSaT79vDtCoAsfv1zZF+fw3vo9Lt39Gxosn1S0+t3IV3U2sbq7+M3dmcZ9iUJMHMchdvBR5+lVXi6brYNbJtvNPTfP1rss4W7A4DHOrSFfkf+MTauSQJEjiEBy9dnR35NAFjfU7MWx3zcASN29pvYJB/YtD+CpIOQ9idGz3SAV/eWf9xFD+8Z9/F3bp/+JF5NO+1eK8tTHekwFar4c9iX+BP4mKaPiZVkbX7Du+7jC4JFZkV1fTC2+XswwiiOxU04sudN/PE9xC/wuGVsKvd56TvvdV2YpM/YGzo9vef2ImeXRmWzyO+Jno4MiQ524Nx+n2zbaVM+tOX1VfzRN0xSzBZU5R4E5YlfdSfGO1FmOztI7ubewYWMxRpnnBinCic0zLGjs/brx+1qrXzjc+x01qBjqR3PbZ5hb+1nEQBOqzUU0CqDF4TUAoXJP+b5FMfrUFkYTaabB16VOEyMg5WzKAkoe3HngHeMWIAY7mNQ4ds8HLPOGGNzznkDBRAdhnCQg6pXVTiEiFEu+u5W9S2AYSGiqZSCseMxnGIQtDJXesMatLUQ9He2LN4tHsYwenvgtwGPIcq9da83ixBlDIh4APJvrA00ps1nHCVAKDHHARjHgPb2fTeN4tmKS+ZNZr6ZdDRtWg9yRu4NWrKOXu9BnhD4ukcbd6voky0doCg91U03BmW3SgoCT/bHtuyEkb3PA4y0kQAAwvcI0Ghd6NGfljICVrddqp5HgIL7vRmO2CIKmFzBoAGJe3/hhc4EyzzjDEiIbYVilDfOOoCVjVdXPCyt2jgaoND7aWAkEv7dP1wUjJcT8BjlgUD0Xn30EEOlWk6PAFvhNG1wRgG8FTDNJ03XtI7FGPRcK8Cha+PQBcR3ksNUw+Xc8Chy5kHQB+HIfhEAxxEPvU817yj7Bd4yl6bTF0Ags5C1QZZAm9nj/3WLw+yVQIw70G/59rVmpjqo12iGdMDaVx7p2uO0Dg+3fMFgssNxgkFpMQO4skHSyEbAupOZNsFuzZ2AaQNF5rOizXWMJG8WSGiFdOjThulG/GI8poUZLxzx7FX01XH0C3Th+ub1duJXvqzi5fO3Fc7yLrIQ46cMKoNiAZUbyPrNyL7pgYQMyTX028i48l4sA8dy6kC2LonO3Yxm6Bi9xj5qHv8m2Ww6iUxD93QAkgqs0CjydjPL0PFudTjGFTKnWxHH6ExgyJ/Pczk74xhAs1kYqTi4qfZQturKX/Gqg1KzVq0Dds+Xa9AdfXYhsuIGSKQf7naZDlAeAzIONm2IKzGwumKky8EmFCnYPTbGyKND31V5edomDkBsej5HJITGXzrSOr/6z/bQx9snK1H0yGJ+wwBME+3/f4S9iYJ1uXGcOfKYrfd/2LHNJkXOiYj8kAFUtVxUq+q/9yxYcolcgSxpI0T01RnMbWBqTGmZtrK2dTSBfu4Rldk4Hv3AHERPnJPZFSv6XuM72G86tHSAZ3VjsE8CBEmKWjkdeXDwxWAHjEfOZwx+S/JafpKg8VZRoMN7vTCgM6d1op12kzK0joPwdjQ2jcYZmUoy1qfp9cV/F66Z9WJctJuLzFz6p7KnZR/ywfP4iAbHoXWfvKh+drCOecTKKPzRTkZjpLEHTJ/jRLo7+OjG3Ke5GrdeDuFU9Rg/j86y3JlEu9BY5tPtBFuHbwvXcbTNESPMc1cj4+WMOJ8xN95U2ktGBuVDzs5Cz7fjB6fa1Qp3eByHUs5uW0OZALoef2PvoUDrzT0Dl6qts1/fH03r/vwxGs1f37SOfPrepUx0jM7eP/BrO2zpAuL5z9EtLSNMp3aSxLDXdytPQ09nPzW+7wJaiCZIOPs4Dq68Z4M04slNuAwhd8Lbr075E/DcZMVbNt0yGfxLK2Xog3tcqfA9kwQoz38wCB0g4FfRCg5okWkcKLEH27nGMzgOxibjOBj0LOT0ZmiH/yQ/SY6xLnZnp9CPE+gGyx87nVZk5XBHRvh8Z8nGoZm/ffRvt8j3/zj72VinuiOhk19eWlyV8bw//c5O6tF1YApkp37HERo/QPO/g7hjP3De4Fl771FhscKJ7xwy/k5Y+hnoZj+afklK+ql/70x7nGTwg+Q/Lexbvh7+8DpsFajGZ94bjHdw7jiitEY448CPBMgP/Q09tb189NnoqStBofbtJDqUQxJcrTGlaiuOY34ai/PZe9wRdnXTOLo4rfGXcjoR4ATeRqZChwQNbid8lHg7yCX/8CvlDUmQ9l9SNSNrqXS7kojdOes+g5ruG1oL6bnG4oyNueAQbX8GtE7ACX7qln/H+TwJJeAM/Y69tpXjXsNf/B+Wj1Sl+JpJWDcmSeI5Va+dYLCtsjeAExkTmY6Mfu0mdo/kUgXdl3+39SM2YtM/DuzmTc2pcQmyQteAF+HPo6eFucf+t375Fpn9EY/1POn8kAr4nz49y5bpLpRAwgBEy/Mt2jgJfuO/AyttN5scYUQAcak8gUa9353N9D5hUe3x8CM4z/tePq/XPtIzCazAq0e/S6bPMSRL/9D+z8CD5y0bQcmYZdw4MFVt3TvgAQ+x3+xbaHNB6LaIHVlddm0SDVeGd/ABrNBBlC5Ugm6a/8BPwl19xjl73Qmnvt/BjCR7HFoWi4x86ADwwcMV8Ox99fPGFumECeS0AhLgc/tb6tiH9lNgQ8bHGPsXvSgZsQGo4JLsffic5H3205h+KjpJvP0toA9eAR8wL/Rey0fT3STqKXGEoImuzdhzt+R7+3P0mTClAuDgn9c+x4bA36Hn281g2yQ6F1rX85CxB4+3QtF+VGJdEqgiK/hJoZb2Le8w9hQvjP3Z+CIejDugBY3qZuMy0b501klquAN2vt/+9NC86N1Hin3/VgERNLHJcAlIvr5H09rg0oP9vuvOeshvMfKEZN/cc+vv3/wnvyW9tH+9aWNXMn9ln7KGR3aNPdy2h74nQJrrQke8m06W0nnnZ5JKu6KSrlneswKijSHb15gito0P/E3dMWddfATD6FUtHo/rzhSaH/i7A7zhS3UsnASM8VefrisT9CMADr2Bxdnv7rzhOehYjUno0ByTFLLd22JregZeJnS1eNDjm/x7+PinvbhJZxmT7M8kpGHHdwB3dcN9BGMnKJ51Gx9VH4G4CdwpJmBO8HRkSNaQ4yqwvxv/oBvbT9C0eNa3/E/mN8ctN9aYrn2RR16/WluPbQL88Z2mnfobazrxlK8jVNtFSRLbIxvty/TzdBTg367EXOiEWA/0hHyElxuPhMemBfQE5yngafkFva6vK3M1LX+L7DGnWjFE1OemkIG8Z6fmGglOZ2j47xUqGfBG1slMPpvz7bkE3TLXCEAt1MeM2YQIEBRbCy393ZlMYYjNlmlgbsKtVggEObxw07LO8/0uIxCtf2ujIbZDaHV+We75zo7483OssDNj8F/tZb1BIbZt6bQGNkRPJs0bAG5l1YFSC70urBGQnZYpri79MtTJuksLIDFUtYSoAHD2EiBMlvCeG3vWvio6+cyOnQd4S0A4M34cd1nbrXGhvSuZOQd4aN3HoRRFukRqmrgmnO/a4GMer1N5W5nHcfVm+wJAXc0iADUAgZaPDdKosPD+VwAY2r4z2UMjmoczm0bxHsWEYTtBeFpAGgDNOF9HyZUELAqdDMJ1sEwW4GXY54w6DLfmJTtAh/5Ld/q5r6ENP76Bd+be54+1Q7GfDyjiHvaM9eTf4oMjaL1uIvB1mOFgY0wnM7JopteGfUN58v6A8a1qa5n0W1ajAk/sT8a6GWNx0kUO7vmca1QgfK+sQL1w+OpkHn0f/efIwWudylFyDHhvagw2zpo4Cr6SOP7zP7clXfY2jjZ4iJZj0Ij5bc6EaoOrAaflcPE/wK0rkHv8quQiCUV0DPC8KhnHIH/Pcb+fs8QNLR/wUBmkzK/pvZ/D2TrH2B5Hva5J14TravNEv+eccXpfFge3nZm9YZvVa4NfgG4ABwaAABRg15UUzqhOS0HLpW9AvWcH+CKXR6/Cbz2sBHFiPJE09N8FgK3DR58ggxo0J9jWgau8zfQxcrr1BkYJusItKse58YKSV0YoHiUDKfSW9lz/twDwK0+eLTr78yYbvGd0JmHrG8BUu2N89/7BM8ybqs1zHmkFMjub/TgYBwQ7CWWMhox3E7KW7ra6mDm960UVUJ4QWpPsFA204Ys81XXIypZnFk2vgTkYos+VEp2QKCWwG8M9QDs0EELHgdEG+wGz3/c4AzHAcZDp3p8V9Qn0sOYdUAwdxtGPM4FkoNPuzwl4P1v29Jqwx7/99nrhaC1cdNo+ToUxtEEFMfoFvCm6dgcFKpNHtLXTnKog8IietQHjlSXq7sIaN7037ng/13ei8c66x4HcyRnHyUHb08KSfeZ8G+DBUXFwjgb/6Ewtk1b2s1cvtsNRwHi93ifQhaxZ+Zqq+620e/m9/03S6NsSj25CXWnVZ2eV3+Q4qD3+0hvnPXP+Y5yLJEMGf7cs/G2cltVToen1RI9fdBZCuRz4w3vueDRnhvH8PiqnnRRvADj0sEGGThA8ibXDyx3oyVjWQZ/BTRegb6hupSx2GzkUjJ5MaPGm7AW0utaZM4DbgduOkl631vPt4Dt0P4mufc85hqMCcMdhV0k48CXyBHrV73V+q7J18ZW+ky0BHtuW4ZvpL7xl+WqMEAfMkbejP+FJxt16MjZ3gr8vzjm6Qo4UV2BEjmdc95Mn+jwAACAASURBVNnmbc+Y7th7kgedKb8OjzMWY/GqanpEqcZ6gpR1LrHX75fAdPwPCtrEqJVKlIMEx0XoKT4KdDbVBrpXupNOAkcGTWINa8v+so5eEpniYrHBendQfh1c3m8CzbZlt2qlK0auxJsJANsxNkEiPQcbPxU/N8h0xaqdw5vYzJr/ZjuJf8U4buM3+rZlaeuVdVqtbd20sfSHfycYDZonqbvt4TO2Nh6/D+XAo93/eYbxZO5gLrQ9hz77LOY3cNA4PnJ0E3UyxtCO9+NbP9s5Xp8kY/QeCpO0I+10thgn2n/XDv0NXBydKzqaBSHxx2O2TyFj6mVKpdnyLw7aPCI6Hv185vU9K1hrkt/tQ0giPz+2LydhMjgh6278X9jBbzHOzx5vy+rdH18jOaPKrY8fwahZ7/x3gnuS898ZwxZfXQDia5PQ2L6Znzp+q6ORt79d0/alseb3n/SUmxxYpur3zGkWHH8ByWoef+ntN3BwOuGNj2bnm/ddgeHvS/sjtTeXnRVM+yZqHvv/6ZB2H0vz+RVnbkmglQzewPzudv5yJajwrvUIieUTYPRctR4hkv9xqh/vQFq+S/AKp7c/+4gLv2zoQQ9cjE3QmgAk2PWcNa0x/eJ3Yw5atz46Dbryu0YwvD5V+20miYPndJDCFXLqsFdHh5z9mQKVxXPgyPUrBLHmBzP+Nz2O7O+iDf62XgHPW2FPcJbAoBLdPvz/4kPbxaNPxd0i6g4Aa0zrT27biv293xNcxmxi/3dA7L/+JVoTjTwOj7kFuSQZRsGaxth40HJucC4BK9OlO3jtWuo66bz3qDzdDl93AEzPEF39bVpUvwHg9jNypNXqG2TAgpOuMMZ/07r/9c0dX21hKPNEddzwGMfGPgrgUE/+4EiqW86EPuL/kXwlTvDK5RDRdmT8mfTWNh5rQgcF3YsuCT0fYrj8561fn+H7nz/8aacCNFdD68Zyk0SMfjs4/wuQNd6io2qeHfprX3aenPFGlzJ2FZkpQTKVu+/YLR8qyH7725Z2dZ1sJfwZ5hXjWr1wCqeUID1J76wLPhZ8aL3+v+F2irjM28KCOvN1ftoP2AnOTSsUMFnfTgD7rMl50qzNN/Y//vaHaTQV/rdfoNfqTUh+52fpU9j4iq38OGIpif1NC6KD+NRu2fL6/LrLmO6XvjGmnw6q1rfTeeYa/3cRvhCwSOJL478cP+VZIm2r4pYTAF6bL4npLXtajvwW3D/+vSF8yepUrM/bhLmMwyrYLGq2PMxe2T/y3X/7/Xa0V6X84HvszkP3H08QD33Xtef92g+0Ef+P//rHv/+tHucx6DJ6jHUbKOOsJdBwiESZyCPxACvXC2dh2iA1cVwZTHrvVtzhgJUzC2DafnQ2hYApDLHZoltdgLP5Bsdb+RTDLMKVCsD3DJcQUgz8DqAyTzvL/ote8p3JlnkxXykw2o/cm6L33y26tkJBgYgPdA9TEUi38pWAxagRAel/NrC2AoJMAs0TYLjANpmF+mmieR3B/p5M/RPg5rP/8TnkJ9tLiqwM0M7oX3rZIMRrzLUitwD2ntyZ5QDLpjW1Lz1BhWGuLsnfd8cQkzOjWwH3/icDfs/gId5Miw6td85SLmCnQM/sM61PEmDbFqWHYeeBgIoGEQZA027oAgkC5Ab1mUnPVf/eIOfQmvbf9+TfOJ7bmI4BsxmFnOWpdyCnNSeUG3zS1eHd+sMgRte7hdzw0wD00E/+M2An8CU588mPzfYKPTaICDhaI2UBSNa39/bN9Oy1ceZOOVr6XhyyrZ/WkMMZtckqfTbGBksCjgjIBXyscG8eWyfMVsooQePlBxS+xoIc6ay8Qzuj6JChrgQYWjoL9CmIlpfZk9tA/klXUoZ73dumC2BH9tzu81aEr4EdOas1Dr1+vPFkYIoiD0gQSPoujpEROu0f/7tafPUZuO0Ahu+6A0Cvid7RLf1zRpMWJxlVJ5MWXhqSy9qpUjeOUf0IwMvBsS18qmKo1rrlLw6RfwqwjIGO/pUjRbpVIIPuA24RNRnoBr6TgcucuoVbgFvaroYefra30TzSJuXOaHtbmryV3wbN06nj2hi9c3jWQfVvPV0FqezOMsS1xn0+Dfxx9KW+HzlxAV7Lp9BSMmZDJx0MO2txjOxsaWOAbgPUDjjJOTsuC6tuUks+1HqKxtqgiKzZlnwYAG73J4I3WcUB2EazaJjWMNpn2qgfADmy8zUKukoEh1yPp+eKI541vkDgyGVkJXJhsVQI33LOexbnkPHcnJvC3H0e03MGyh5NcAeAjzNoztHUM9hHPZtzc+JQyhiowjr7K51o+t4z0PgOuvZzvwkH+5Qh88g+8I9fJXkruZc/zz6/+93zbhy2FSIJMDOW4yAZfa77u6KQ+TPOO1Ex899Ae3BM9iuzRkQa2xTu9OqR4SpdYYyfNW1D20l7SnoU/6oyQUavg9J5BzpRD49DKPo7un3bXWcss2fWg1vxkDWDngYnfK9MJcRWvul5tKVnfjjLoQXsjkMPQwtXggNfzu8X55o+BpPob85nxHnAXB71czmxswmDo1l4DMBei3KANj77rUMItLVnXGbN14nHxH5z2KWduhx1PV8qJ8PD2SP0o1RPVxW/3TYi76WLIs+SRBQn3rveDnyyacc+kR2jl2bcGpf3c1r4gYehtaPXcCgOdnNwksDbyA7T8yS42s6hw4iPyBkje/T0SYz55kuFcTtAmlyQgZ3syLxeB9rS5MxveGLtgtgyVwLw0Aa0gIyyrsZOmMDwofEhxFe+MUbGpT2i8uI6S9TPjj3ruXz7wRmI8HcCwOFp8+EXWGkewcbjXVQt3xUvuf+lL9ZJv/uIBf37nMU+uC6VUou7JX+duDHt6cHtZNiLFl8nUs52U9AqDm9+/m9OEuQfAXzLidEhYOuWox0ARn6zfsJuotAE4sMAJNiACdh7241z7i1y4ez977756CrZVpOEDQ5pv0Xb0d0CFVy3/pm8jUT/8Oo6V2OT7PFYyIKW94wXGQS/o0PQozjMQ2tg1MEJIys7aAS9EnhKF5HbXmz+pCKapAacy9oC2yEfbZiPFID95McdfIsA91EYv+WIjZ+VYIFwOQlqsvuge7ArSQ3gI3ALCd9LmFPJUeYO/Gje+T4XnTc+bP3Mmuqe0xp3ziiH71veeG++hx28/z2sEwaQA7J1knQW5z2fZ54brCB4mOrb4NlLdo29vx0O0gp0HeClOL8b30S3jDfyETzFHFqO5yna1zDNFezS8TTzwu7cgW6ized7Bi98dp2hPZMDL+C/sGNWAfyPPiMvMl4wHueEN76ligusofXjPq7rSu5dV00w60KSrPX1ROqgleBC2XtTve4vZn3w74q+zpF2CdzB27/5IxgD1x0MqsDmHJkWWz32z/VTyemLtzYJqn10FLJUTDb481l/P2fkYHRBsCcd8RZf5N5uVYz+a3oO7exRCr/Zwch++ylqTG9C5+HZLIcx+UlEpGOHA9aRufIjiE6lPzgK0TR0urbFn9x+HMs24Xf5Uizn7kDv4RULqRu/U0Bw8WttGDKLNeRZuwnSz5P0/j0+/DO4eCafIqDYJ3vW8e45zzzV++Nv1ozebkC0lHby4Ge3bNW9Hp/9PYktBeCDD4Npzlzrb+3JqQAeeQhwpUX6KcqaI4TM11PBnvdmf+EdZMcrO80awxYcFdi2BjzdwTOS0PDv6n0997sFb+QOtGiyE30MMEW+vpiFcbMf/W90m38P9ujr4B+Nrzs9ZEOCz3Xv6uftyCJ5FLyxiV0id3B0ikcmyUu8PoFUOlw1Vu8xsc6cfpFgbLpc6YfkPPRnfM75rjtudWCXo5UIrFun6B7z4LSdnvVG9HX9Gvt8Egf0rlnPN/FN47ixTh3zZ3rbLhvZY47YCnG9ibtgU31Hhyff9wtGtu4cLO/1GN/ArX9rv+RCwM6zvskRlF280v4VbNrXz9uJNbIVSGBueUeCueSyg7EnJLBHyuX6TXiYHZ+jPEfefteI5roDGPTD7xSerA77x9exWPtEABc6al7RZ12YdXVQqE5nHEEGtl2d+dd7QmV3cLH8iH9cvprMc7Gax1d2kPbg2CH/539/2+TqtXEOeKK7aCfT8mREBBBSQdFZ6H7ROHtpW9XGEwM7gaYJoHUw5SguFIfazA1oo5XBaYU72U0nK/gjNjMLDmAVT41ixokSoywtM95e710pyX1am18DwAK/DmjEmaaNlKODYPIKw4CQgMGtDDuG12lbmg2XcPFh6N9PHMSj+Cvjxi1kT2VvCDMGa9qQRhrlh0wBG5oTQLATezj1OInHEIMpj3KabB7O3Ikg3fl25iUGaB+GTiCpDWAYuQHNAWiVhd7Z0CHo7aHeWRlN7MeBMvvbWa4YUA0wcUbICYEB1wGxDgJ0C1uURJ/d6pUhQ2dakANeMMo6M8niaWhi6aHP7wJMjWCVAhdNCzyMUyR0lbVJACz7j7LuDKkAubTCOg41znKaQGnzpuczpHQqpyegeECtaOzbZM2jDWnLpjFOyIDSs5PNGgDaQX0AwrU+32UOLljhr0OaIO5vZ+isAgr9d0am+UEyhxY+oyz5XEx6Kh6rEqONh7carc81BhiYjixPBWrC+/ppxc/ncVJMQL4cxb6+ghy0rroro0fBTzYzgbk+w1zOjj6r/PD9DKqd0IzF757EEeRZ8yeyXZ0cmq7X6ZcAoH4CsCKRnLfic+ayHl735wzbzjTlTKfL0Hn0EwAoxl6CVJvZpb1eJ0da7k0rr29inMmVkYzBMnwAcER+sU6RL5F/MbZlgORMPV2z9BNnK8GrV/76DNIHuLgqVMHnWZ8rI9WVpHcL6qPETVg7ftY2Y9m2fd1RgP1sumwH4hrQOis0c4Em+wyU3cl1fnk1v0n87AqQqzEErJPnTJM1mu/En8jlTbyhJTTPoFVtyDlyD8dd2s2SyRlMQ6Z8t2amhf7PBB8cXO3AkHNnQa/fCtj9aOttAcRa6PeVwTztpjVuMu6hT42/E5BwxIaGkhTU7YqjA1Ip3oYKuqL3yDLXSn7mZNm6hvhVFT3vemVAksLWYiAhDdliQ1UODb0CWkbefO/yO6rNKGu2VcNakxhVyHhaJYZe81DhLfRM9uE2PC0TJpCJMdOyBB2Uz7IGbkMlw8V7uQFk9GU7IxrgZ42pzJF+y/q4JY/w8tPSejvqRPZ3IgPz4JlpY7jB7q52aAe+xpgxTSLYBOrYf3C+Hb8GcnKg/O0kVEWGpvNAjLckWLw61XtHxvYkP8AHvMu0+qw/+qUD89ELdwVLt17WGLvCImPfpAI7ORwQWLnPHhvbildM8+P4q0Sz0NLSzW+V5C1PHLwchy5O3bfSs888TSehYLJug4iDJOtNC7Lm0v0bLBqa2ADebxXsxqfu7rM/tkNm/uiD7E2uQSZ1Emb4YFxp3wMI4J7grelrZG3JvE6oorOP9flUZ4mfqXiA/9tZ+lf6J3w0NqoHLnAZXu1Es8XnkXFJcEp1rtYB54d1+HEQ37KclWuZ3pgJByWY9Hh+Di1NElxhsl7rDrD/1hIcx5nHCs1OpvhvFPLSLHx4eECcOgPQrz5zrB27uo+A2WlpNkfeNA0SNArvFKVpfUf/5lmcpUUgZvVMy5PrDPCp2k1gaJ8dnt9uOyTnSYTpPdh10YOpAPjXv/9p+zkdbLJyyJ8OkjcvoEfj0IvsB1M7cDjJC+0UI0iQJMY5T40ERckfJa3JkTZ2QK+fxgT9h/ZzHqM4uO0raFGfm+7sYNcGZF4dRHMCxchHJWI35qMlbPN69rHlYORkY9e2s9qWiWzZYBEO6vfcct6h3+urWfzQ+3ZhiIfgX3/Nb2uktbrbFWff+Il9G5uARAnoMftLJTFYexNdXqd3znPLJoDvsQkiQ4NHqEDlOo6YYUzGgJ/fh73CBiep4a/wjmfy2JbnnHUlHnz6p31OVwXc8IO6QUHPbwDY+/VVCEbGJEGsj7bo/dTeqxQh+Hp07TCe/TwVAGY+tp3mqIxOrLmc6aWrGhe5ZWgRgCs0NT51TfrGrIA1eNg63rS3CUp0OKItbq+l/kb/4RPKWiQxziFe6Z7v/cEXwXc46v35GHGsbyr+/9/pbiF6oTPfVvQdcTpBWdGbcYP/i/wkIIRP5W9OxEpAhrWU/OyAA/wHnUU3hP8IOupvjR+s1U75DTzhI15+ap7IGpLEqcDYLxkUvnUZkiQicN4+eRNvDi8NBuD+TaKJP8xPVhDPRwT9DABnXxdL9LvoPoj+aFsL+di85HtDct4TKlAb8yLXoFMHQ4SXSHz8Bntw3Le/wknShxqLaErBSCdejF/oktvD9/jn8Bm4VT0dPMy3mygT3BP7+3/8R7r/Lc7JXrX9J3ow7pJdOcHnsNwWvpxEme/zfyhBy3qORNG7Y9XBsJOAA08sHS5O07wIhreODn7cAJ705ZHZY7+0D7472mjdX3sGnIRNhe8d+wU+ClYfrDj2T59BbWyLHW6F/G32t27QN3NoeW08ZnrlHObVxYkFhEK9R9h0JQ/1XWg9P62n9ygfFTOUT2wvP3jYpGyfrH5njuBPaO9gpsGiLV/afhb9niNbTE8/j/ihIAWbLKPHRlrb5PjBjN3TYRHa6nVlD89C1B9JWh+6lvz8/oNX/VZhvCqCOL7lUcI/A8uJz+i+P/74Am/en8VPPu7x+0D8RVLUZcPhD/A+xk8Crb389+JzaAeenV3/UR3esPz1wYmnKO6io172/8aRFC+c4zwda9sCn43/pdDEcujTW69vkDha+8LZQ+NH6bah7R/7931nGTR6tw1b1t084CM2wcZqJR7h6LF0MsbYnwlKZ99kJ9i3UraL7oWmJC86wYPgr8aiwGv/tF3AM0jkbmyA/tIozddWJCpu2aed9088E4y/RUHYVUmYPzL3esbKd+KDV4GKeOp//X9/erVi7Mx5IQOSPZw6KwMg5TMkx0EGUZ42FcdBGecrYLbBup8zBrle0UxmZTvEmI28nSdRuDvLdoqcVj6VEYsw4/cGCMP4TfwHYOa1R0C+jrCslwhvg0kS+Gb44OQ8d/4AnFB95M09bSX33CrdgxOPlg/0HYc0DOI+zeC1dWQ532gd2kBaA6Sd99vuDwL9rZXpLWjy/DcDLsz+Hui+BkLWOwx+eWlFUnIufZ+f8ycxZEdQQ/wYVSjty0H0PceZjhNobQND4+0syBYy3fKonSfXOw99ZvzshZ4bZ+MIjxE0FvhD6FuZJ+fptpeIETqGkcgOg2gCYKwHxpEc/H5fOWD1b62BBdIs6wGZUrzFvwAxHGGizwTI4pBoBc7Z1wG62Yzm16yfPo/R0xWoUgS0XeiWgYDjK4hlZZu24Rp/V8UfI7Qyu0PXARDt8HzPPPa6zIA70yY8sNl4/HvPaFqDKnz1AW4FCT8+NvCV8wwHzigP+IYKlg4wuMXUpJoBsJsPfjsDmUxQzjSOsZcsYtrEYdSzf37mJL9gCNoAFeZcv8rsY9r+INsATm1wN421g1sPkBMtwc3QRGeU/c8vAPyvqd7C8GF9sm+6Ly18QrtNV5X9Z+y5+0TrQu9/ZbqGblb2NxB6q/38Ljtg4uAQ/WIA/J4d6yFWsGHBDnwIPWZhN9MPvvyrTNlzXlQFVLQ2V6b095CtEJYOSeDiOnNtEgI6QaVBNM4IyzIDigB5rsGQz3x2HdFTr3zNimjjVy4g/zCkkRP97Nb7GGC9v9or5wNbN4TXkJ9J7CEYF3rr1oA4HI8hUNX9Hm1jDq3p918frbBO6zmDxPuwcvl1XkYujOEs0H6jNAPM1h2/tcxs/Y9zHUZ1BuNxOmrua7Brjd/ge+MfcFS3v+QMpuiF5ans5TrI+bfXTDqtDCWv7UlMW4MMzHY569Taj3NTBvvpmdEleQt4DlohyzqJYhPcH8znxKZJioms2uA0hj+00g5T8E5nRHtucsoPjSS7V3PTUxM8phpI/IzDgw4ZDh4MmiMRyQB6aID1yHx/8lPkwncWpBN8xiE1+hxYFMkXZ7NkpujHCVXlYJTB3JhY74dXea/GdQePEsxdwyO6lJ81cHIOboJpcQB4THbkbgBd9+FgBEsnUBJ8nuDE4nroJ3swmML0xxjGgNFnfnfO2DEdet3WMGyebCd95pAEzbYJWFuy9pH/0Lp/z36ts+jGCeH7JJ/B09AlOjpBewz4rOx2jEnFFvSdYMA/jeeSWQ6+y9hfOZ6xnu3yH9o+6OJkDtclyE59tPS1MqQ7N6zsAF/9TELgORRzWWe5rV9og6qnODrCtwSbu1vFwYvzfZ+fmDO5IyPeDPMEFcJb0hE44NB/4fXwMbg012edOoEDWZp1jAP6rwJb7OPrmDACxuPq94pmojtc8TJ/n3a0WqMJkPu93/U5f1obFN7MnPJRaCR0fwKoM3+/YxzBbDm8vXy3OPgkbM59jYtz3M19xmmvv7uOfGM6CUkl7/RuyW861yALsgaZiMejzlaf3Grb6ZX13Zqc+wlCRTbHpm37DWxg+3z0I7yMTIwzNmdw/lWHE72PDhxZ29U76OjI+m0t/1sFBAkzecba1+04Zn85Z9kVKLSGt+xfm6sdRadacfDrWaPHRrrop1q4/9YCFTtJUrYdjzvGu8ISWuuqjDchr53Tuv7Igtm/QxNj30PLvrb2935X6Ak9xdxblsRujR5Bj1sOqG1uBSxeDCV94vaExh9rk/i87dG7JHBJtjX+BMPwTGiFtdTz1MGHwFjrZKqDcp7yyujXCQo2vzrSSRdPgG7PpYzs2YS1YEmwtjueObFgK6ewIXXfnlNtVHnWg31Arja24VkUY/T+cB97xb9jU0e+a93RgeC7TvBK++zpCDZ4Eh8iMryLHNp3KNrQuc9b0JL262CDF0+3/NS+3VVisf+7nXXbmKsHBr9r3yvgiU47xw048T1dkVq2d4Xeof+Do/IJ9of5BbqugBD8Bp+9/775T3SXTg9ty6Dr6JjWNs/y6xyrMvreNDwJENDB8YF4PVQ1vrLtOCu/+5qmcJge3ejvU6AD9iCZYgPGSQgzn1LRKl4QvU/nMBKy2YuMN0eyvUfDrQ5R4tgUg5j+Vv53hxOwcXx/CioJC2demyy+/iB4ov0kyIB734MpNokfh070oGlg1pR/p0tT1uFnQVaejn3BOOCLY78bM0XnGh99/06CRoJdskGSBDv7SeILXVeGZjvZUsPEf8YcSaTVRgTf3QHKTpQiCNU8jH/8yGfJxMFznuf3TBJsYgMnKbYT2jsm4USgkhG0dgU7grf17LZXmY/m2wnMLe9bv0a+ro0YrLwdV0wzs6/GOJXQYFvko+n3iCr8Qyf4M/6hyLL4fbbaOiNmv/GdHX/jsb+q0GbsH66BdvEnhueXLjXusx4ag/BsdW1Bjui67I2wRnwqnYQe/6d4NYk0b7wAOdKy5dWhW1RYa67ug9/CJn5Ca+Kt5IyvLLYBHTtYW/Zb2Ff0JjkMfmz/DgF5xmb6l9+9ZLo7hJYcZ10in/BRDJYUjww2jV7c5ECwC8c1tn958cfKDK5/j1SDLsDcdF1IgtzKaq0FhUi6JxXQg/cHrxtfjCxpubbviF+Ve+/E6PUhnCRvjlUUFi972L7dkUc9Xq2BcdNHQeLX04hEZGA7Mf9pLaQH2EvL7XKeY+a1DjpH0EzMiUT1xs5ghNaHfrYw+zeEE0QvX3h0CAFdX5WAtuXjYKFZU+O7OmKXfdi1vu1J5DnvIOHtYLv//b++HtAjFXRWpCfztDA4DuTvS33vloWPI2s3jNZ8o0zGEG8nThNDD/x1eBD1jgCs84uGp3HO5XlbgciGoGxQfsnEDPBxG7PJ/GAM/bsz23hejxuhbOb1ukCdH3GrlaQ+e4IxAGAcUr5vMul/GDp1848WEzNQXzIEPXLLH+A4gdgXOAxAmaEyDkAMr+x172pCvZZ9lpPUDFbtLyLAYkyHQVeQv2usb1RByBj5/s3AEzN0oPZU1HjN43gy80yFercY0r6xLnEgJaMNBzdM3woNo7sN+FYCmpuyLg9wmj1OQK7aMxwHT2a2+xNHgSsA66w3vYMAbp69gjIKncr7OOpSibCKk8yrBg7wBY6Xw2uzP/z7HCxfbVVRFgvoNNHhwWrhc856+76lZZyfOwJXf56sZAH6YvLsxS/cNxl2wRdRyKfV4rlhMzybLiO/7szDfsM6ib6zbeoshnXQKrC353+dbPvaQzunJ4v1rwLADpx9P3emchTfb4rsOJoGKDhoIBgyNCu6zJltBWg+PXdatk3FXT8bp95R/HLc1f39N/sCIEae6m12XM26t6PafFNnfP4WSOYMl+xR70TADD/NOzmn8De6iFx599PkNrrJf4+zIYAmgWjkkpwvvBf5afKaKXo9fV/OKMzzkrhgR/QkJIgeMeQPAP++j8QLkMP4aQdMHFQBnwlmLsA6YH10QiqU8yzGQcZty2i29JXfzOsNigG4O/jBGrYBk4nsRtgAmAQYjft1UDHGBk04asmW1TUJNpHNOUlYZxJzZuSA3q6MINmhK2IBTujPdthBJx0A1mdXpYPnMesrsCt9YsN1DN0xIhE77PkxPqot0TGQ/irx3XSRUdkAmn3tjgQOBhp45/0A5MYHApPdueLtaHAna+R9J/Asei4ZADBcJ1mMoDdZgupcaJnxYCh5Xccx3XiJPWgs9Pe/p8MJFTidocz1rBOyS+v1Glct68+aot/Fi99N4Kt8D83JmE9lIIkq0sdvABh80IYPAWAwDuN9f4uikGGpcI0T5jdd7LF9dAGPIE/4HWNpFeUlh4aeeb/0BBVH7pRTevjIrlmLEKI6NNxVvjHAqYIOjn3HF+yYxCzkwo2TCTDsymD8eO+VOCb5N88x/ciB+v2bgDJ3ktTAHpPVHJpOoMnr88119VjGR9uwI8dG5Zi/hB9Lb3Rijelt9CUB+DcAfBwAo7ObBhQoFT2JBsCh6NbsX3hAZytKZXRwHjp57aHmjc7s5vNN2sgnr8O7HWMkBrbuf5auHgAAIABJREFUgs6gUQxl69GR120L8t4zz7FHePcZ18jVK4D2fYm89FYMjTU+g1/1HDshP3ruAJDWGJwV/sBGpKNVAgBZ700o6H3ys8UGM1noIRhvde/hxZNMQjBYwfDtROB5TIWL3kvCI/hjz8z+8OccNXH21bomjrsjXx9hitO+HVwdIOkKnvDLVGrb5o397spCH2OR9WF9Q6fpsoRedRJitWrVta6SqTPAuL/1Eo7Axvfss8f1bR2VFIeO7FNYvYvdmusHV327Ygxn0bb4MXMNHzGn1ivYZ528RCcx3t/8nb1bRQ6mbPyn+/SO7UhUHTiOPRpgqfUkuKW1R27etiXV2nfyIXb67tN2g2idC+00Rmnnqu4/CSpzzBZt7AjS4fdozMgzohcSgBjx6aXrLi1Ny+3c6wSzl/9++zfdfFoGNf1Q6XewzHMsjJ7J/v5W9U4AuNcffvE6Tct7+4me1sv6/jdcFkZSYkHoJjbFYndUMVQLBmxHt+4j4EzAKfJ4+MKOzcg0nk0QVHyqe16cQaJFyyPR+j+/yrPFm2sXMXb2BRH08lePiTP6dv/B1Aqgx57zOz+nK8lq1quzGIuv84S3EhHa89iUIPPZZ6xLV+lI7vz5Z+zc/p73dCIQ+4C/7GolO1gRHOytnYeASZmrgs56Bvvua8dsosvUy1+aD/vm+XaQfpSc17sSOnoM0GrTVwpV4hNruZv7GG2+IxllSLYSm0J/2HZnzg7SCKpMwOsQ8R4FAk6Gnt05cV57jUf6fj4//irZYdP5UF+p9XG34pb4l+/vHH8y8itnW0u37wSPTWM+ib74YX/UEXotIx91e93XPug34XxXd//SsSLu7ja2ZNNj8xZrc7DY+AfbxvCeOeEt/oj+6QDwj/OSqzX1vnMT03j3wainA+MGgDXXdBPIMRzhwXsM6KFORmac2LLhmwliWQeuXHvXrwPBB4+KT6ZbUB+9w73YAOLDw++2G3/iFXhJvGL7h4Bryaj4t0KrHfOAv9vXvT6n8HUnBuVdSkYTVqBDzMrHl6+F0w+9GnvH9n3xb7D4BmAvfvE8UjWb5Fxw1Z341XJEeyh6kPjJO9P9wSnKg2HuuA+rkx3g6Bn8avEr7zzfhMXfjmKJzqw4wyHQ+IXyT+z4kT2mx8XMTecv/tEykMicoPsm/hLsT8etPAX8ob/Bxvobnuh9+vvfN7mnfSxem0n2zHPGn//9sTol+3Ow25OA33x65vfRrKrESaACk7Wsaz8K75Zsl5ygApjxrH+kaGXkB3QArXYCyer2lU8ELnN9RnyCn7ZJBiMNrn99RxwLs53+JjFhJh8MEPuv8Si0I79v6x9okjhMjpX67BwXP9x+db2ij0IhSXETi0TrWxzAfsiesd93nnn5mecijoZzKHJsM+73b6+VvpwEY/uCJ1Zp+0z3rRzG1jlxq6EpjvbsAPDRP9PJwPSiALAJ9GOuzjxhUIC23XgctruxWcwwUm+kDPQ2QEOgS1yHkDEoyoHAd0cgaMMngHstWLUixDlA1kLA0WYQR0FsZcNbNdAGht7xBhsAwH7svwH5b5XN55CiFfQIkde50RWMr6B4M+eFC38LjDeTY7h6zCIqC/z7TMqT1aa1HqZmHCmxVzD3Xtk4fUtpNyB1K+BJGKjbjiJVtucAFsYFWNW/BVal6N62KguCYgz/ltljWpx2qIADvVct6MhQ6YpRnAcCtmdMc44YiQA9c2jOIJ1UkLrgVdCZ3waAM89x8Ey1K9egUHRNHAKrnMnwDYBOoKjBT2gygo+zD3TPVdnh4Ne2eHaGlf432WHh4zVQ4oihbWSUdZ/BF+O5wZ4iVpWMUQGiOAI3A6V5GBrQbwR3lHaeHT7YAHNnYOU566hCUSkQr33/AV6/q+VAIAu89/YNAGPM9RnQXWlhQPQCbjuaaE0dQK6Kst8SAK53f0qJlo9eD827L5i9SUAqwqOzuNlnvSvrOI5Z01DOKPV6PAF+5BagFANNzskkEqwM09rSQg2A+Rqh15BHnr4OszVqNhDSRqezmL5BAyRecIXB3O86z6wznl5g1IDtBpNp/fzjbK+Q/BUA7sDBMSaHF6Hf0+L6W2ufAfwYM8i647CegSLvj2PaSTKR2d2OzED1o4Ntd5oW0K2jX/30G/AD3PU6tiyIjAsNvF0TvC4PsCbAqunI8aGfnntX8ELct/NVZy+vg5lx4dDSeP74Iw4j8QGym+vg/aMnJgCV9ZZsWgcc+0qgnWAQwXzTh8C4o+wwY4ymzRDNV3bKz1q0XMFZv44StUxdx/Ff7RG6tQNgGW8AJJXMtLzu/dP6AKrBXuwDNPSC+gabL+Z4RNA4FmUg/HEFXLpiqwO/GN4d0Nhkj5+BwL//+adfuZ1VUp1/8foYSSTGBIdeGSRHNzqZ4lu3kyghofotkAH7JFOwtv1e6+xzH509pJMAbglU2rE1Vc5vm/l3zNAc1bzwJA6Ns8ejJy2vSl4fvDPyxPx5DJ3Fz12J0/vZSQWta+ygMIYegVcDT6VEdAgGUugpF73OTBxuYJOuxNb1x7jBGWmjJbTd1UrvuZ3t1D6457svuhy7oWS1k+JWltj+mMTUN5B2Bwo1t+UzDOfeS62THCBaQ84zNB2Mo1byv8+Kb31H0ksnMcXx/CbOLm+ABz2GD1PZMVUJaj02ZdXfyVTs01YgOmDvpFlw0+IDcAqyFD703g3t38lcP+UwlY96BpXbPV/Wo+mnA8Do/sbv0I4rgSrAiOzqCojVa5mfh+0K3ODT0O8kiX4EfBxRdmSHlqRfwVlc3xnS3V7vPG9wdOZy235+7IwB/U+V4TpBUgUn+omtfAfTtG6/OXrBbB6HeQyn3FYoQvNvZZfXZ/QKgbjT+WAIq/EbwVto7nJEfx/+KflduL/XevVP5EzjM+aqzzs5+zd9tHZSZDQ/223i7pzV9JbxnFsu+cVYuYa5RT4myKCfN/CNg/cNALPPWd8EgAmYa0wbfBSdjmNYFQTTgvOs8feC5Z/7nDevYx0BkHsmScxY5Zbt5heCDmP7XVVjXtxgTqoxmg+DOSS0Q2xUNno+04b1tzbP3tdf9EvWM3TewVjPa7Av68B6vh1IGtv6PZ+IUKDvVE70hs/DoEUw0tsi03T3zYlOZIfGvjnQclx8h13OPPS7ccP6NRZ/tt43rU2AgXe4+xUBncIrxjsKPJDwoL0sn5n+7kSefXfsVPxwHusJuq5dTdJSJ2W/AWN09TqnM2qRQ4JN2Ozzuem82isPprJdPDqZJPuTYPrRswMasy7Nv7/ZLKyb9kIVTI3roqNxoK98Yi1/6+qj53XrWAe2xBastQOdcvJWdU7JlPB2Wg0jk6C3yBKqP+PI9VE1ss1nIujg3lvmyJrJUb+Y9kmUPc+p8ywnWQGfhunuwXDGoeafrT7MdbOnox+7oMdVUkqCHn8Lga/Ds4XvONKJZKCW/1zf/ADUBm8d3TWJieTg8FwwEXgaeqJgI/4kjihMIpgDgtCZ/V1pGXpXXd2JLZiDr02Nn8J8OJ15el5nTWRb1PFTrHHr2QsjfcNWRdqPZ5Z/olvCE9jqghnzaD3Ue9rFGjM4sNfr/9bX15EMHnQ6hdxVn0nS5Acfzm9JiZfd+csRhBcN6XXzATJI/+zk5JMoec4Izg2u/Jt2yI3Lrct89tjgxNNBbvxrH003TRGk6sIOr6vxe3Rm9nLttt/9bamkfvnqtWGhCwLrFH0gu7FFU+wzvsapeG9aO3wulSbaw15+sLD4xPJlklPhxWPyEggf//1JYnZ3qtABOsbvsWwbDGvfc2wr7WQfeWV/+N/WN2z5524IexZt46WmY9ZI8qc7vv7Gd+cz5F75vlkjsGXvm/62H09+OB0tNS6Afkf7d+Hjto3vBHUU/j4IugTjH6zzDaxxZAoUN5m55Xn7STyez4bpKvtwZQKj8FLPu/1J+JHaV9TzNSac1uDmAevI7SrWdjM0d3BR0Z30/FtAcBeW3MUDTb991JBnNhsj/fpW5MueO+s4BYqiQ8a5Ohs6zfzeZB7jxdvV5PWks1MKsW7qs+1Vib+vfQufEU/tuI/XdvRWfGk5UsIbOJjEMlYfzXuRj+kmtrL4yNuRj+u/jf0R3ic57nueAsAY8EzpJrIAKk/I0iBZZj0QgArZkghHZUBpYsfR4AnESdPOoNsw1GI8BnyBZxYaQkQYd4Y3AeAWkCejsALA+r4z75zlMID7rdIz8YnhTMn61zhhafvFmZdzDpc3SODRTDQOihkQhJh3KdtkM1p+BP5AIiaE9VOfQKuWSu/6nnURwxDAtpfSu8YpUgFgMui0ng5sPpTd+9zAXM50GRMYBbTroMLRDqgyplHtABaChXaMjdfxpyMxFXBvi8kIxCH672/WmHY7Yb49I4bny5A9VacTxNR4AQDHAfA9Wq1rI3DKsTzgmEC5QensHQo8zKyxJQDMnoWkt+pxK3r3LOooxaF9MoBGGUDLZGZtpsm2OcDxSuWKeWPOHszf207g0M9HzgRyoPmTsTsJAC/IxNjSOpuWz5i38hYli+DzWtpp9rOl85sBnSSN8MX70y1BEMSmUTkX5BgdWorRlYqRGPrbBjnPjBzDkebxOsC22dse65wPgCOAgMRp8zdG7tuC/JVPyJo+8w+eJWFDwzwZlBO4IMMniQ2sRzKCyLwnyyeO/CiKN+BwtZMb3vH5j9PmpddZ68r97O8FyMQ7szengiAlGQ666IfWjv1cxmt6KYBgBfyNHeeb32UDcNovXUov+sEtjw6vleE+8tt0990Xx3v4lMDnG2wK3y8vYzhdnQcGEXT1aPOkWiWZqqqqxnovyuKAjNdAQ4ylQ0EmSuWKq4WOkyhJHASAjwFckYAAweib6AQqGQZUjDCPYyPv0njQgX12ewDGrh16UY8gESEBhjwDHQ799dqgn/KZDLXN3v8tm5kEKp8paefCPH/kL4AYI7QrYFmjfX/2IO2Qsxc5OiA80skNlmf6n60YApTR8+bNqc7CARdjcfVTaO4LAP8xumMcygf/OEM/Mqn5q41p78k4HQW33gCwuix0S9Y3AIxh91sg7/Dyp7uPnu8K71pfKmSyDhlvt4cnANzOStGF5eksPq36oifWKU2m/9sCOnMPxtGepsXwVuC8+21emWA5bZVoEcrZSr9VUcrJ8tK3nkXyYlcZ6nPtwRsAhr6M8cbZTqIDcp1EmnY+nWr0g8/WwXEFWsB7329arhJ85t38ht/1b8sykhUGf4p4/7sKLOQifOU5/1JJBz5CPrNmog9w4jnWYc7zfB3h4ZEYuJxJ6c9mDaH/DWBATyRlLJ7uimmee9o1C2uIhgpba59w+oFZ/mpNweg4t7K2d4eXd90sL4fxpJ/auU0CJvL58L/XA1vvXwna2jm5gYl2QoJxOYLg0KH12x0UQz5nbTIeqoPa+dAYvzvoZM7Lh13R4f2TPDyJEXk+jlpsjcjuyNLb7rlbblGFpXfaSSZbrJKPcEbgmGu9njXQ89W5QLJm21pjiAMlSaxZXLO2hJ06PlNx5N2r30Y+soYb7MqRHDKwkb/o9ciCrcIIJtnKCPYPewjH3191XnKw/nRwio7mSJoOqno0Wo8PRzd+b8df1nkw2/fbrdQH05sPhV9mItHv0Y8E6F8s045FcEFX3ApzHMw7z2tHK/Iza7L4BBtzZURspODGCUj10SDfdx3IBZvguDRtVkDAUxxny9ontP+8nZtvALjXqQPAJAj4exNfxtqtDq/2d3ZUjo1f9vyZp9c+Nk5XtVCp6utGFxJoOthyAlXQPjS3tk8wUvBuMN9xgH3/prKx7X942u/FaTx4yrtX8ry7LHQAGH3LeODJbH+6JbF3xhSjE7Pmd4I572ubUVUaGsZvAWDoUM8iYa+DUQSAW29e6z46tvEP826M3glXwUHBzFrLxqo47IUdNWaueR2qL0aH/nYNt8ILzNq+L/tsZBeMHd7VL5eNNw886z+gruUBPKNLwQtd1cqY2r9HAE06jiOjkKfsa5532/7dtr8T+/TsTrjEP9ItX/U8Y8fvv6Y52mX7+2nr2R0bsp/MIr/bMXz8A2OfdHIgMv7I0Enqarv4TcZ7j2VKK0vofoxgj2lk49i07T/09a9tDcDQo2ZdWV49ST4TigReGaFlk39I66bW5gpyaG7phJOINiND3iwtLh4K7lofJXrZ9sXonNgcUW5yEdDqXMO3HSzbqpJr25+0Z0BGT61sjU+n5b0CrVwPT2Nb4C9Vgj9+CReinIQrVUdvW+T2o2Xto3vo4sQek2RNB6GX1mlLj12eddmCCq0tBVW5N/yBXg6tditdEkdv+uVf+DaOjqjOSZy1it19WuVP1XXmDA2uz4KOjx5f4W7Gin5s+4p1jR96E+ldUjHJMNifv+Hvrv5rfzM22eHxsnN77f7nF5Q8AebyT+qaTVCOHKDASPMjQfysxeimIy9st63fKfdMi/5p4erPvsSQVz8KR+r5LQ84wzPP8f8/NrxZa/wZoYPIKcug6iyAXxy8Dx2hw/AJYAeKNvJ3/KqRXUmsJq5DokdwLXSZtWt60Lto/Qz+IhjWhQdvB5uma/3N95ce8kUbaL11Wig+9kj0as8/SdG5V/MjcfunLIte7S5OPA974Y6PSN/k3f1DEBh9n7FtR5fYqOGp3Yc5t/f7GN+8vrcuVWvwz58F/0TfqAuIEo7qmNPZn2ChzPdvXyEBmOrqRvckDbzJwLq3+a7pZX0PW+Ajf95vAeC3ItzPHVpuX8PRFZ5z7FHJl3QcDWYFDyZBcYpRR9A0/u9OW7/5cjl+67cCQtNc4eG2cZo/szd9hFZsCDAsiQ/gdV8/BHc6Bw/tsJ5aDyWWdgdIdEvzODJb8uHYGkMrvW/629cqAIwSQRBgBGciEwBWIGk4x4pmFIBqhxac/XbI+h7a7o20kbKBV72DjcAACHNP5tyHB7rC0RutDOrvDyoVEzizmzeEPZWpg/kGDEw2g4nXl/mnDT6fc1BgaGzCwyQweDtCWMh/zRmpBDF7QzGQGkwCJGHiCHQc3VIcKxSOwJo/CHB3wFeGvudTinxnmc1uBWyH7rQg1nVxsNwtqEIwVYVqw+GuBuiAXJ+BxFmdbXSHnqgC2QAr9KN9pqU0FVI7n624znjJgN8WHu1AgFYvo7IXRHRXLfqyj1RN3CDb7/PaZJ20jqaFaUcS/kkgtxVUHJ0x3JM5G0dYBNbPFgZN/4zfrSNUmR37ZYw3HTSf1kqi0RWAU803AIOEja142DYiCGQZAlHoqvxMa9oTNDU9fUqmK/knyx2atCNOQlkPsoLKWbSMNXu1YwyI+wJAOhPju3aNICnXrShsAKSxOYN2BH2UAGd33G01Udzwxma7CMS3YygJAg1UTyWUAJTADHLFSnX5h71hbpDVzU+TsesWLKGbXovmhRXaC+xPC4gBB3QuiJMtRo6fIaAnh8LJzA+tJmNxHWXweOj8ThYRHTVY+S1ARVVst5wgkAhNc6ZCgEeyBflBWWrc79m37TQ9SRADQlxRwXkZw0ddQc7zb0NuAM5nLKYNjTL7UkHbYKbHdjLTIaA5o413u22Mg7s5l0hr/o+vAsE0/831N4OsnUzdMuXswUdkBtJm7qURAqB27tF2yZl3lbk1zvYTNPcZx6v033023dihFgPB35t3kRmR/9CqdZ/oavR7637aD8PjZLXaAVKZpciNGCdLCwFH39nQkxH6gm3GiBMVHhVdvuuofZNDWvvb8gv9YWem1vmbJ7gGwO0AsL+LrhWglLEj+kwwnfYwWS90F21mb3kd+jJ9fOyEfrBr1QtFy/qu9Mkas1f8TkcOtShO8IukilRM9DoS5LpbCSlArecioxc/SE58LfJU2TgOHNExnTYa1EuP2ZEhx48yOEceNv9yjg33h6Y20WJ1RAJnyLk2rj1500cW4jXsFrxnnfTMJCzlHJ7FjrmfAJv2P6351goTLuQZyKODoXyWWOQGerXxI5nNGC0tQ2lliMG/Do+gZBt1H+3+82u20/gsmCsy6V2H4/80/WYOJ+HpSSj0nNoJPwY668ka2jH2OFZ7rBlEfl69CN0RVNVakeyyGfo/z1C8dGUF0DK2NZQYo2Z6nQWnoBHy8bufBArd/zo5XAlkp9Et2zaRYM+36kQ7dBp0efhlxsi/wYfZqw1QsM5b3ZTETuYkokX+INuCv8dpYZwYfJg5DTmMPKarit5Pljnyiv26DMgREe2g1nWc9d373PoATNh79uowP0fjkv5Rhwonpu3RHpzv2xneWddxzFZQ18sILhra+KuOP8FfaX1vB1fhMz1HfKk9dZDbQWCtZ5iizL2e+mDpOjOw9CdYM3seu/J1LEDD+v0mboa2RePR8bum66hiMPBgsMTSaA/2JCqVA4Lv2wl9njVfWl6rw4/3IIl23SqQRJnsa74/4yqZjH3YAba2/VgfAiivw+dtGQk9EnBgvfvYoHcuiElsgzcAnCBPRr+JCItr0AQdhM0ebtLSnYwde5gEFwUlTAu2w1L57vvL2d1JH+iYjEj2TrAjzloSNMCu7ScgGAk+8Pp4XqHFdz2vfa2gVcvIxYBxSLHWb9tQv6Acqgoa4gBHX/J+vZeWm8Y8FRht+u0KZNNQJeK/8jYyZ52M3s967pXEUYlKuu4dn2RGV2KFTndftb4dgLQ9q/fPkVGncnWSVgmGnMDOsbG21Rf3ZNy7X3rvWWvpD51RrfbSoqvZ11e/IX8dEJHsm0SBTSCkpWj4FozVfqje322LvSUu8NNvsqPtPfPJEKTlQUX/qMhpfErwRfiIH+swV7amNa6LRtRyc3hK18kHpKI9ZILX8T3aY4gmlalJ7u69cwBt7DXrVTvL/+Ekl7tCP+uAw/Y6F1q20gxcvPcj0OpxZU0ay3V18j/+FI5efO6ObZ/d8/L3rs9dYX2cvNNKtbtE2f4of9wpHvlFhgP7Wn6n4EM4OTrp8t/NgES+biv+PVPXKwgp34uvL73fWtaY4vtPjTz+Be5nTFrISiDHVxCbLMlM+rHdPthC9OMjsfy+bY+LXjvrL1ktP9z4n+CHTrojiIg+fOmbfUB/iV9oAW/94TWP/63nf+wb8Oqsj3HaN/71e96t1gkESU6dhLfqqnZsg+EB6KHnfJjLnSVS0Yp8YA3ONeyrcYlod/h49l9fsybYyayfE7J1NJZ0n9vkji/XdnJsq9/wYneZO/LNciDYC1pqPjpyrJKAOsCG/sA/bZ/siLTG6z5n9vtf7xUFL9Lfrd87IZX3N7+dOEPJwPDNSInBWOCF1ocag1r3c4RhfGahV41X99gXW0VTx09hffgTN3I/7yNhpO31S/+If1xkIDtwu7aeAPDMIwkPse+k92mhfWw0qe8plrH+JGHSZ/oGZZHoAH6B/o69OTYEe9b+N/aqq42hrZOAN/yVNbizdMDa4AjevX6OtTve53neSj4dmvH+fv9LYDjHwO2P7B9VoibBpBNSaMHbBQbmLeurjLcTOsDXjW2a15G5YAbGEL9EsKH91d8HnOEt3CbM0Nfqe/yh8B3jQb97j0STE/vJ2gcXoT86obhtpQ4At7/F85VCOISQNVi7MAk+rCXFGdC91idFT6GxlQ97XCC+TCehWfdvkoT10dzr7l9fgPwE2sdfsMHfTf488uyTk4451HNZE/AVSby+R8w/a3iSUcTbXsfI3sQpb+vUujO5UleCfPTNJLAl7+pgplc2wA89P/is+dD6lQBwf/HHf/aibgC4KN+KIwSEWZVArV/6tCig5Qb345SLQIGB87xlmO2BTQuivE//LxkRbs2mjRnCR7hoYUMMOzYHWMcZKJfSZvJGgGsc71lfm80v4BEQmwyDjLUdpjDJSxRRluNMflosG0x8wK5bB1j46TB1AeJfnKJ5d5TBywiMb9f5aSVkof3t7clwTwuGrOsdAE6bMq3fjH2CD28AmPZICUDdVZcwgvf4Y5wGJawX+61ru7VlDII1xsIooQnozkLge2e3TUlATE79da6zVswTOrrPRIsRcALWDqIt/WBg44QIcIsj2vvwrzj8EEz9rn6/Px86PFlkA5ipnrmeYSNJ9AfD6wEJWnSwXM89LesKQJIJou9lkJ1s56OZ1aojgilgJ07pI5iGRqNiNgAFjWGEbBKIBHWEeydM4HQKEE4FoM/uY59sMNBWeRU6GcUNPk5Viul2KoPmnS1QBS6pUN3xkFUbg6MNWgyiALc5z+ELLHGNnb7TbuoF4JoHci5j3QDwb0Fm1i8tA8fxO4rBH8wZANBOOx/Zd4+r5N+5duQq72iQzLuYn/79Kmoc6PAgBl1oN089azJ6oIO/DeCY30lo+WiZFoLI/670XYdky9nIIPgrI0iyxc1vJoiT4IMjpivideeV+TWJJBjyO68N2AFwotCjgwSGOGsqmWi3Iuc5R0+eDd81FC/IQcAP97T+7aoEz9p7mzvaCUVL+HXiBshyDw69A+znIdoXAgV5Jms69FtnpLTjjDGIRk6l2cgdLYX4zvtMpmq19PQc5BD9bEZoLXq9FkljeduwaO09oXVE2UHxOXb088ff/jgyMcHtAX0ngKZkGq3JVBaPAat11DzU8lg/nH0DzemzdB5Ju9kOAOMsRH8i5xwoe/g5epBgwO+t9EQDtAj19SPXSDyITtTabHUje3zoR5mdppVbBwIu7eyaNvLmcf1PeHVoy/T9veTPf/zp+dI2kN0hg75bVeN8+01nZjC5my3GYCGb8wDmYxjf2e9NGe8ZljgouAadYrqcpMDQRxzZ+sHBcxzGY9xoLURHyA7UZMvA0MPur1vpS0+WM4M9aZ5JMso420ZGdwBY+5fgv5KTMs6DAb9xnRbb2tef/oCzRHa8Tuedw/fDS03Tfr4w1GC/XuPeR19HZAVINAHgTqgJFhiHavEuOrkrFJAfvLOTUlhbbAPfP7KFdWXsep3PLJXjq87yetcnFbihPvPQR7CRe6l+i2N9E5cen8LBKX2ESDuL0ackQJB0NESeAAAgAElEQVTw4fFKIMrgo6Xz7B9HbyTpTgkq6bzRlbvcr5G7u0lhFiqomNOhf8kdEk96j4W5xlmx+FiB1RW8vW5Xwqrobd5NolDvN3TQFe47HjA761+4ugihHVHd1YG99vNGB7djQHunteNsr9hIwatzy+H7M6bhHy0prWQPvtA7LOdz/wafpkrSSX230+nA6XkBtovH/tHYBlaD3dlXsOHBHd8XSURCLq+ua/n+W2cDPRObdc/I2zN74cPGW3rPXzmi3u4Y7ENjrttWWVtsA8BylmsRxrPPBny/jc31u7CTdfGsWdu3uo0E5g5OHtny0dGer6wHYMssbcP/3tOr4um2k703Q5ddMdgdBXSN+bXGyvrEPi/s5TlPABgfwOAm7O8k9AbbvXtr3VxJD6FJHOfbQQpW+oHRRRfHOX7TNE7WHfts0ASAW64mADC+BxLUKwAs1fYmGPm5vyV9HKxYXWuKNlA3GddW8cY/MknRfnbfVHq5Eg6hsx6baKsTJtEJ+i1elS4nQRme0r5Y5n/8f/D99x6tCbj6twTF2Gmhh7YlG4/8ldy9Z7f/gjfi74gdyPPblwM+5U6SaOgWYMocgmm8un65jHkDCZHd4NJgldgMd3XSnun64kdXIU0QUc+iKpm1ec8cZ/91bSeo+N8aiwLrDvBWBWH5byRRXJGmAPAfXwD4HCeRubQMY53i00kiAoEuz7vwqa7pZK3Yhrf/hACqxzr4WpW0/QN/eyxFz2+iLj5LEt10Pbj7qsiqBN9vhIMhN+GddfzbJ2+0gLJBQ/frvzvr8I1HeN8Ju9/1OcP09w4bBFisfccvgX8Meeq1Fv+MTtRvjtloe0XXOfD0PUx4vPEi62J/l+2hPU+2k5yzNxN8P/yR/W6/EjRwaNx7H35ywH4CNrlOGxkdnmeECkngaP8T9Kykg8Zttw2fAinp/LfaP++bpA+951uEFxfhf+2kmsvHh5++aAJ/eehtfHr2MYJLFp/hX0ImxncnnZPkAc5QbXsytN5+jgQ2T0XzBDiUeNA+9rVD8jn+IfYUOQAN4Wfqdx261R7b1kolbdsp8tPpJ8GcJAzQ3avv529kZgeg22569ZvtkIEd3bKYBF7x5IsfbXPLfvI6Rc4x/ySwh96gVdOmgcL6g+QH0bjkR8/eRn6dfZactN8gfkzv08jJVwbq39CRn1tHFea+Daoz14P9Z+FaH7x6ujGK9cskuHQiTuOg+HMqbmMao6ghMrd/8Dc2TmJNriMM5znMn0Ka0HCeb1vx25fYW2Gky3+qQGsFgHuPWu9D3xRQ0FmMd3lPx9+T4yG3mwd+DPEQHeauCWtM7lS2QXh39LlVjfWL5Ew6TWXNoBf9/Rv2jJ03uvLERAbPfP6VFAJlvVqGdVxG730DwG3zoDdPMN00H/oFW3Ur6cN/3zs1vmue8g+C/9zpVc/QCMM/XRRmO/j77N/2B6xv5vVrQOOGWkOvPf7wy3TnG/ue/cHHSUIc2E16LXu/svLs6bHL8gktor1H39IH04b3GRN09JuubIwROTY6nDOA25CiAkkPjIH85w8BcCY3bwswn4Bu2Xp6MZH134DWAQYSMBZGa7DBSBDHAVgzaU/+u+icGVVVY7oHp37GGsdvVlw9vvl7BOn3LG06m9qZISgK3dotCrqEXWMhgyjPAPBPu0UDGYQuDsgwI857KoDdknjkmRgvjsWtEMYAbsMCY6Yz6H8EkJ8AcIJxURQEyHFgc95fC/7OUgPEaA0sIFypFmFwskxdIUC10WbJZH1KWJjAU2HZ2agbdD9sMX8Mow5gQaBy1VvZ/N5tEvjuNQAeGu/A9m90quvuFj/LRH6GM3ESADboHAX+W+Y7dJ3A0ZCkgPhz5mUnGrSAE4CIgyP3cpbwmee0t24hSUtlnqk971aucc6ukeIxiiomOyZj3pU0YBkWYu8BLAQcO7DE+uHM9R6YgTMJPZtAHTKhq4AJurwZWwSbWNMG4HnwyhMNH8H3nqml+zoh4Dj9vtuX57Ovpu86W0+vQZnvmt8OL9rb6No+Zw4ZdsY1i0yL1VYyrrqaDE/WD8WatVxj6K2Mg187U+2AbKnv7/9OxtQoMJzmZBj+VYDOCnEyfRnX20qrz5yyASbb7fstIErg3bTstsc5u5OfBnp5fsDgPyXDr7PoUhXYrWYwGpo3cG6cZKXvSxxklzzUmijbynyxtA+9Ykh2i6n7qjXo4R2UvR39OgPlDXJ+D7CDa87k1JrjrG+5tEbsdn5oo+nNkBX94agSMDzGxQRQSDgAnABWocOjO0W/zxn3SYbZ81bBAdLLBMAPEJYz5lsEO9iHRZztLzmoNR4D2/po5AJrD5AiAAxA3ArZZPfz45ZNY1joM58laicrcjryIC2JFej8HA1jEG31fHXWGP12ZWXLuXkc+tviMTJhE6zgC/+23govtzMAJ4IzNO1wIQi/9Ac9d3Zonrn8QpaiPt/rtuOF128cuLkmAfFguOiVk9F+jKwFmjaqnrNgAkJ51gYV+3yg5g1omvf8cAR876UdHPfBQ2kHt2D95b/fjMXXcOr3e/6jv/Uu9LLnBEwc+oS6In+SJBdcVMlfGtsEIKgU9TqPoxjnF7oKQ17VgrrmPYvb1+vIggketMHA+DACoO03AbINCMu/yWQ5RxlMwtIb+N21v+XxK19arkXPTveCb2B+31RXRnam2nVtjttZRPtvssg9hko0hZfSgYXn3fTS8hY+uHSgZdY/k/Aye4heMA807tGYG+vo4d/4+4iP8Hp5b7u1+vDVwXpyOJ32/um4EhyjF8nJunxLgm2SNLIHBx/NmhqjwX/WrVtxJEyOrG/nqPXPJCz85lDozHIw4HtuJDSdrgeb4EnL8qYd7XkcY5u41XNph5qeZz1UAqNtGWi2gxBddXcnCG6FwJso4vF/fN9n2RtvEZyaZB/LNdknshE//dE6G93URjjzMiQr+gztT8Dm+9ttH6cK/HKGjHMN+47vvEaDPxuX+31PYl7Ld87AQza8Z1hdjs1JNNHYSVD4sU8TKEAPsE0JkMXOQwYj8y6cVtWlHFGDTCSIgH3OnPUOJZZGliw/8m7eKV/DPz+HuvQ5FbrvkVXIRta1bYb+DGcc+hB8fd7pDU5S8ovTPW7b7Jv17c5KSc2w80b/v+m6E6qK9P0n8oz3EMCQSCCwbaxacqvpws+QWpKt7sSXTvgOvjjJLb6xqxbHSe7gz5w5hv0zgYNz/zAE+/hr8Lee/3alQe6E5rIKxjxzRAt2auM8nFvQHB2GdG/8EfFR9PyQN+fs2PGD2Dku3CU5itNzdFiqnjaBnrHheKeiA77X9z/OPD6K6V9OXO/km+MHIhCjufsli++gVcYv7Bw5Hv/W0rISWLJ+BAnjX1LrRwVDfw+CHf+unvhdnLmsfcd7G2MiVyyDTWepgCEw1xXA5qVvuCcB43RlWmcmBSTBCL/tf3xHoenIxK5yfn1hkSHhUezntgHynNjAKB3sK3g7AbYNAGfvRTST6PH4T6xGZvyumnUAJZ0woDnTeDnofwsEn4TFcdoSvKES1glwnw7p84ez6/nBzlSgq888ZhyW81UB3FgaPeeqxG8gtEOnYABfTmhu/J2yh8wv0x0Beq+ilbZVdG1XQp1AwyQIGDdM5Z1eI5407w846A4WPzskSdLGJ9n+MnRyBwbB87tws6+D3fT5G0w5xSIe19jACC3oY3w2GsOp1JLMPgntsQu0nz+LlobGZlDQ7MHNI3s7KTE2XPSS6Us0+NAY1cjQ7/oZgy1b7uoZp6tLjcM2CywztN50x98kLhEA7ucLX4jGWAs6aGlzO3B3Oo59DwVng2n1nqvF96G3wV7naMaMqIOIJHNbJxIPeCZB8ojG0EHi4MS8+63yPIU0Qxd8TwIbwVP08eFVzdvd6uZcV1f9SE/f9kcKZVSZvtXutACmlX37KIIVwo+RF1+S8QSpRdMncWb0DrpP/HTOhF63SuhK/xuZB67Ws9m32G6LW36jDWSk5RS+g2+s2GFtr7VNf2hLWPDxofBMeJzxvEfmUCV7GRnNZ+yBcJGU7PdjOVI/2HuST7YLRkaf9bGt01ZMkpXEn9Dci+tav89Ce62XnyZuwUfzePCNknPgjfaf3HYKCXWplHUSiR1AT7t84drxa+AXPf480YDtNOJbu29aL+0/R2tCd+1TAn96IQ5mzPpoHNqf7N10Av4KMLtzRifyS/5x3IfX/olZgHdPNf8UkBD3ugo1Zl5/5dN1wt34y/C3gsm7gPGld+iRz8FHagH/xq+8XhOox+/qfXAWkQaYfXv9Y8wbH7+x07xwkwnyAfE9VwB70WxYpYUkhgQblwz79KE9wuzVhl743zPImDRgtsHVWSgOdZ/MsTbKck3ae+GcYWx6ls+x/Cr1+mxSXQvQzPxkHQ1orAy206pA12iGYyDpHjYWB50+exXFW722FR4RFmqBwg+KAQM270owJGMMmO0Wm5vZKOcJmeTraIqRuUob0Km5d4tbP78MmAPu7MDWuqRC+rSwVOtfV4Z21W2kzhpPaWeJA+ENAEchfO00LaSjgGjv9x+/prBnXitYVckd8Jz1md8zTq11t4+NMA09aNw4iM4GaJYF0AjuaPwI4r9qQcf6dWZIA6nOGOQVdn5U5jVAi4CF2yUT6Ple8AaAO8Eg6z6ysirsD3C95ruVkckS0brdRpP2kJYFEqBUOAOyO6sZQRODuJTR/BnQvhWHOCe8lygoAXfOOL0SRJZ2CYB4reU+MUjO7rE/DUYBu9BFZ29t5SU0m7Vbw/Tjp49WsveTzTbBD4OReSHtUPxP2pZJgRdN5rk4CceQ9b8HhPpmGWnJwiXTkve+ax5+HgOqLfJpO3mxjhzGk12Z9d7AEnK2aRblgFGvd3XgcLPBs+4+c4Dg3PdvOykmwNF8xR64rUTtXYyaVCQB7OBl9AFt8aSt/v6dG98OD97RoNDtfgy25LwPjYQ2s8YESgDY5xzdCbyFoELKBCvZzwVm4RuClAFI2z4R3n+d6hnH8skBeN+ndvIrMWQAyhsARl6dAJHWf3iG93W2vqZBCyHW6TicKkAWY42MOq3ROCUNuge0j8F4qh3EexrwR19etuFD069b0YW2U2UZYIJhb4frCaQysm1PjY4yvX7bLbln59UE2yOjV+ZzPUvLe0zDPpc3c6O921mLOkPZayUH9XQ5OI7U715aHLn1r/FPAHr/tIy7W4oFZ9i55EDO8IvXR1nsG6g03c+6dACTc8HZ4+xBzpAHZgVAhuZxTGocyEjAHtUK0IkSKqI34jh/zxDZoGTo3ed/fzfgrCApzu+sIJz4Je+/HQY2sCcA1UlF4fmsKPTfWMvjFR9Py3NkCHthXKU5zEOoICGr3Cw9AiXyO+veiUMvqMdgxRFCG9kLU5QcBx9h2LqdkhMfNNrNqBYtdwZqJ+NgbLShdxxocq5//wNvtpNT+qzp6w2yiP8wUBs7Y8D7fvBz6VSOUoDfDn7FGVBMgDO/HX/QB/R1Lv/GQ4s3uhJ0UKCr6bkXAzoJEKnG7W4XdsaOPpQDgwBw77OztQd03dX6YWjehUOBIL5pdQJ+ljcloyPO1/hnDCTQFaQ8lSAYuK9jGv5z+2S3j9zKP79CPP7BV+2bnpukw6wqDihkV/TTfdZwqofjhNUaYaC/XUD8vAkC0FqrA9jpMJPzKLEv3srsLOiNqa0TZI8VfmE8Sqzgp9uJhXfvpBH42XLNeqr5fwMSvWe6BxnKe5CDxiWmqT0P0NdL/6iSaGgjjr2V2ZpH47XMT2cApvISjP6+11nrcppPS+cToJU8GRwd51sy1PvncpBXoo6uoYVcG/lgH8/B8njx6XGAlYO+K5pYZ6/FDIQ222qsQUtC04Dl3GCY74/oorWT274lwe8NGGahK0HhSfgm6IocavrWrWkFqtBpjkNg7eBBrbsqqqQ/7SSxvh/2PXhnqvsI9tXiH/kyfDVk52domzj2B1mLnDeGtu1OC+/oXSrhsn6jxK1Hb2fi+97eF/ijaQR69jxn8vrVvoXQdOlbjZ8KkXMGffR3aLG6pmHrfA/ctV3HPAEGaAl/C2O8ddfK3pOAPI7Dtk1Mg5Z7a2Oyv/cZnYtPfiSJfc/oDkOp4AudKIjstSyb6uB/Y4Y4Hl/H+qm6G/9WB59FH8KPsadTGUdFe/DNMveV3DDr21UySli0c390L0HWQzuzuMG9klFGSfP3FAjMvaJLxbFtKznJM/jcQd1vr7VfPtvV+7vB1/fsXcm+47jFrrNdELuhAw0Z1yZC0X2LFs/Q4zo3F4967x0Y/jCVZXWOcwBfGhJDz2NvIyNaH74tkrPvku95QCdQc19oYmnOYxn82Nfk/fd18F/01NJu2/axAeJfQ5fAJ9jym+SLb2/kFrJLvDtHLrwd73LUSTqvvTgMTKV9covYsQVWb0WGe27T1hVdBT7ItytnLIMnALR+n6zLdkSa1rZgzViJP5IKoiMneKy9Osdi9BmKkWHoFNEEvCx6jryPbcezPBb5Hr6K1XSKnMTW6dxjTSZ8VfKtKxgv/44DXcFhrasJdBCQbn9z1nOLKpqO0Mnii7v7xSaMxJ5M+3p+wHtgIu/KN6ZjY5q/tZY5YqnpER/PdjaKXCKBSM/UuE4RgOhtfDnIJGh/eX7lhueLfVf2hZ/Lmtt+C09rHYW7ju1r+2WfgZ+Po9+u5PbvXb2epxOifcWT0GnQHMdV+3m7yhvZdxKgR3aSQNk+0cxjMVLbALE3V8530rOxPF2fnvgICT/GSA7wgEPzrMj/JBzxc3TEBIA1LhIHIt/x2+SOlo36t5JLhWGE7c123/1ODPl+o0vjG1SCUo5Q088rV/m8i6I66c+Ba/NM6/LYJcHYkcWvPba4JuN3fGYS/vrM9tAbFcC5tn1yZ70meNuV7o217KsY/j62hnjP2D421xsAfjtmdAzJnWlrw4wBqtvMG69onOQ54R+avWssAT126O2SR9NZY9clax8cmnXfNsZVpa5g6/cfCQruwOHrpRdZSQr2dj+zXvh2Q7Oae85yX9vdezM+ssatJBQttsueig/Ck0qESAW28cyXyNdHAOi52l7kvws8JFMffkllb3xb60/L/N4uR8jMF5d2wDnruDgSu7krqbGbqLRveYUcTTv4JJJnn+LLDG8wicYUM96REwSBT5eX0Wd3fHG7dZyCOsursXH/z//+5/febF4ygzfDNoQT4batDXVtsljzg/K+DexDODgNJ5OFgJg31UQ2DkQrhxBeOxAhP79plDCOkjiOdyOuitwBDMleI1NkBaIYu7Pg4tGOkO+fBnI4N/39ROERuA6EVgbMOZN3zjX1LaUAeUcMiAAYWrrhCM+h89qEWemqotCHAHevgZ6v33PtydzxZ/nQDpByKgPE2yCKg4H2uAEkdnLaSIgTIE7PZObx3AThk0RwWuzY2ZEFDSPfwhTnIWuh54suyHCyMKgKzjxnFPr3938VXYrefJ7jCDvtjzILXwXYe9tYnnXj+mO3zRcYpi3A36rhOGgX4CRDPgKzs4eicFPpg4DXnneLLYR41jejjhN+HW7wZwPgN0uJe3t+B/BYyWFARvnA57Rr0HrQoqmNQyqIUZrXGIfWTJdH8WyGUO9BKp62OlzfAax7bTCQCOBCdwhqUThZhn6Ggtqm14AiLR0KR2cN67NU1aAkA7i9V57Mbcz1mL0Xkwkfp7paN7LPuZK9af4R77GfKJ+mp84ABZT4vORZ3Bcw+T3T4unNuNU9qcwOnekRP52QGeupCBj+zqcbSCbgSnAJmZjfo6gM6mYNLCuyBpzr7IDRyC+P5TES9G/J865eYg3IXD78NZVSHuUAFEDEHeBCqSZxZpM/4shqeVzDd+XLZtCOjvFcc34HY5cRKnx7OXys1JWstG14oJ0EGTao7ADAyC0JcDondMBay2S5KD4qZ1LP56yl9nICALxT9AndIQN2b2TwJYMVY5UAto2PMdS4PnQdvakfWkcuHSzPwZfITWimA5reu2/eru7w+g7PlQNe70GmduCT+ekZ3cL+BIzG0X4SPpwgFjl8Bc8ENAesIDtxWLV+4N2XzjV902pKzjYqtztzUh5ybeI6UMxzZRR05wHt0W/6QffQuoq5v+fBeH/skIevB1CaNTkDO/hOP9Y348CPwyEtDtlnfSb51EGKQyesWTk8w4+bgIXDYtvvEuQZQ9AOmowFoynG5wZk+vMkJOT6pmX2SWuae+Nw6wAgzkrkoPnOyQPD39+DMXg9x0/RJoGnHHLjwANgdwJYKqLDF5bXayexXR57jIfNyH4TCtkH9uBtIdUBETv3Pv0AZrkcxgczLL4k2/evDEiCp6HxBLiuRCiNvVtYD15gv5w8cJyJwcNJ/lnZ207bt+IttD8VZt8CNFaFtkhwQgbFwfnpuOmaw/04H+DX4GiS3n7qZz2/1weZRxVk7KI7aHP4UPRykpJCT8eWMYPNlYX5Dt2ZN1+8ESyjjwkgQvPBlLHA2gGCg9QBbTNHEkjgEypYjWvsaAuB6HH6+xwfYt7KgDsAfNZfAZpyiMZIvx0N2z1B2HL159ty1c8svXYCH4Mf2AP9hm60zzi1ccTcCTks9jgTht/asG/+lX2Bo/NtI/dWF6SSax2y0MtJXNlX24kRfoxeYL0tn7XGI3dKpftafs716APtaNkXthe6w4ZpLvQJzYNB96n56+j/x/nFdTi6rVunSty67Rtgy09ooh1kduj7DM+pFj3dMTS5TRJlnEdX1VhCF+uMbqxIMiHODOaMwE1QeoIHs+6+/9j3E3CvFsSxM2+6YS1WtiZwpnlBSxln9nL1Z3mf9L304ThRew3bHovjRxBhjrMZQiDI8e6f/v12amgnpubaiWBUnFytvn9p4Yij3u+TPtORXkWTyFp//f0v9N0Jbxmp5vbiVeZwAsAjRzogtrpx5Sz8gU2WNdcegt+TtNcYOB1dcKBvQPa35BD4LOMO9tiErQ1oHd6YDkOVD2TZ2QEKghrufOfAa/QffNeVmPpOnci8Zsas68OI7L8D4mecI1d1P61Oow9C6+jtth/YS/Cf1klnd7IGjWUdsPSiRt5pbdqB2sGQTZBZXJvrx+7UeETfZfP91l3qn18tSuNi+IXkAsue+c9+szn6hb2hUhT5bloZPJouH8GZTozCbviNueazVya0fF0beOe1/pHgT/14BYeIo88/nTj/bj8DPLNHaW1bTeYMb1FB+C+3/AyGvRL8pN+HD3WP3nec7UNf3Tr4+DifAJXsA/tIbJutXEs10RxZMWb/yrPVGd0Kd/knf0UP2jA6Tnnbgg5i6MsEczX3TYDbzWo6QScnqHUnpJ5kLleShY5PgYjt8XSiOvxXeAS6x+/Z/gNtIeeEy18ambtJJrr3tFTWd4UNjLWMBUWLK+uw3ehgoPXrAEXjpybbBBC1ERtUa9rtYo43sNH71n4AY8KPv5RoxbNYh2zgMHP59y0rLINGng0A6blnP+kytR2zRKMtIxc0B8+QhIIvq48W64AH+Pck5PK+YUZ8Yu1fRe7hJ2n7+7X3d10z/5ZpjPlOANqWvLyzA5p0Sej9bHyhe9JxMDQkTIA/vu0R7X8CYEuLvbc8P0UHdwtoZM5vsYGtKNYelBz5BZ8hn9ir+IpyFis/0KL1i6jLCa7h2dizt5+r7V0SHXhW+6v1WXcokgUPzm765V7JHuyj1itrg+bK1a+hQ2QScxVObV8X/uwz38LQ2KTdAeLyIVhmRM7SvZYEO/2755tgu91KGef3nwOBlgNJANHPJl1Hl7d/4ST3fw87mFkBd2GK7zkkYvEc22FlsCAPxS8ddE0cCDskfIJsSzzu9um1vwebi6CtZIkSl6hgdZJPVVvrXbGD8M+qUjjdqIhvxaeM/y/rBW1Yjo+NToEW8/W6juz+iV3yHGxdPcKxgAlYYyaC/d5AP4lK4KAu1qSQ9mDTsLR1wVmrTy5rTFoPyQSOYCXBDZqXvSI5Lj5UPEz3k5zs+f39/2yNuhYOvI+yxLCy4LbjPdS2lY04UzYgiYM1Cz1EZwdkCMEvRiaMYmTB9F4FtKgaQHPq83UQJDNeGasEi/VMhEWD87wt476U3QgaAtkm5tnlVkRsvB8xhk3aB3SG2oL7NhjbyDuVH9/ioWh45ptlw/jjlBExvwEMjSVl4Bq/DbxZV/YNAfIaOC3kde2PIKYMkmmZZAIfAcZz4hBOALizR8861956TAUQrgCwHccTcCsrk2sWeGwFchy6oR3tSwIwWBVkeiJ4PgH/xzokGR80yN70/rIf2cNxdszjyXYXDaYYP+272rj78aywyvVznCpVxt9jOtUr41jvoF2fs9ot1aC5twXO8+qwwQg8HHPsazvfOOPFfPr9T+voLGKyM/2czwBQRg048PGN/iYfGI94gUx07el7FpLmSVbVO4eAoCRMaOybtUblSbLCmKslkEF95IN+VMHB3tGq8/DtCQJDR/cI4C/4OQHHALSMKb9PYPKjEckzjfWczVFyxHMYI8D8+DjlyMpkvhZTJUdphyvAs3Me/piMsLRYKpmr/RtHpIb7a8v0km96brKV1vl5VoVWp5p7e4u05p7nBLCnQn0r+NYi0m0d/H4dxSQ4YMBHD92clfWOMxpH3QmkfpMHPLFHC3CSHAS/6/sADgD+OmD6GQGKOics677AdlbmtGB6JYCUtmjmAUYDrgHCZHX9Bl4xxHA8trHHvix4+Nfhr6MjslST8btJCa/88rKMvuc3z7ChfhwbSdShXemesRF50yCqgT6Oq9CtXhT6Oi2SBtTB5xwl0RnwnodlU/aiA8CHRkXjn66gssn75aqIyJH3h5Z1jSMAsMvfU4U2Z+O82ONXVqm1yPoFQ/zxydd3rDjL25n/OrxabnJ/v/c1AI+hM/KDowPIOs0ZhCR/hT+1l3Ec5w3NA1JuomJkIoZvH0lwO3zJUC6n5sPHLV/1vq6oabl3APYAdF2rYKhlfxlAPT6P3xwLpRUAACAASURBVPMb2TT0m39PxeQxcMAdVKvRISVtYPtHOI2zpLJGv5KVP+z9aQPl7J8ZJtguxlCcJaw/1yWxoXhGMm6IE/2npdgWkZl706nGcq/pW/k9e350GpVHqxu15wTQGtcyztaH6Devg/CDO6Bkbj5CQfwwiCmG6gad2lBGHhD0jEMtWKV/2pGCjKTrSculrnomsMK4z3ezvsF/ZUB+Y6Zl+N2mNPgxuDHMczokjYMsDpJpBzbVF0cPgatqQjHwc55ZaDlf+ukjW44T5MMDF67wGDirUjqILhC8f4P7rJXwyuvwascrySBdVbIZzOjFnQDr9ra8won9WwCYu70P3wPIAP9hR/7CcshsfQWOQkYR7Oojbt4A3IWzvmd0AM12WfFf9mN58LSe/D5PF5nlrXY+YiEgm9su4f0dPNF77ED8LvyrIwbuQEXopGVIcFkcbQTyXse5naLjGGm5ETrexXYgZgJunv/Yt8yXROi8v7BUsWpkfsbUHR7eADzvjnNn1lP3CuM/idvIwhcb2QnnRMRN3LtlxvLVS1K/4QH2iyR5hEPLPfA/6+g9xHHXWL5eqOe6Yk/r/cOKBC8luaCDwUkMWWwNXboFrFuVhE5v/8XIkcGE1oVfAiOVU2d/5BSsxDWLHV3raum7W9Ob2JS920Do6VQw1QzR2zeNkLiLP4bl0Tv/pcQnS77wYXcCgDbe6lTu/y2x+Hq2HaLS1T+Dr9hrbU858CObYYJlClKYJv2QVGTRSclYdfbhjGf0XORUeEBrjm686XMTK5qfErCVrDHBXAF47F7kAD4ZHKN6fneOyPvwzaxdZ/w8fNvVjt1RoB3E3cmOeUEzTgz9BsszNV/0Z9NK6HfxD3PAT0TXHsTJi72StDDJJJP0oD3057NnL5/DM2d/jMFWYL2ylOuojI2Df5LnBmsyDxIqvQ6mXxx3eUfbe/23AoWmh/GpOXHJwZwzyvMsEoX0jdR+J2nsWBNIwgeHLo98zFVdkNCJiEliztEV/DSuJWEUfd665b/Dxh6veSkd/PjRuzR3Osocn1WtF3v2doyQ/9nflX+k9SYdArwf0kGml/VzsAfr102iJwHgFMys76WD+4ffvmdTcKTPjCM+uZduEfc6uiPJnLka/BXZ0nO+WoiLNzy/wqS1GV2t2NW9Z+/Qvdbj+N1jpxEoZ239e3w8WzFvghz7RCO5dU/WdfDv8BB68A1+8PzM5ecRScwzGzrv+fhAf/XZp1mr6EV8uYurJHfWd3323TovPJ6OiHcy1rEXhigP/hxsxXNaL3QXFH2PLQuuU0I3MryxI3TP7/ZxvgHSvraLE7A5wJe6DowC1qLYwmv0zYMjKsMHmxx9xlHJCm17nKR+qTvfm0AVc2oaJGCnDqBGi3QdGBkP/x2b3B08wl9vALgL/vS913P0Cn5drnnjHOhx6KKrz9vf8Ve+tRRILG2bJEceXR1CzM/pmMBeaz6dpBR8FXo+FerjfzyBQuYl3jBdYyDGV/AfFFiOTSK8t0FHj04UMBgsO9r6pjuT6Xkcw7SB+tcP0b5WU//s920f/OYH87tHvGM/NK0g60hEbV+j5K2OsECvi/lPAoyf+/nTdOa6Zis7QVjxlwCwR2y8u3YOLc+bp/gbWyk0GzzHT0GDeW+SPj2nIy+RRft07a0l5thh4Hz7T/EzGK/nng4Au8Pt6J5jl9YRkayhA8Cyz8zf3xF3kA32x5d1dyT2qQyYFrN8g/Drm3tjfwvsYqRB1Mm820Dlr4vMhvyigCGQzoKgUgtCluFjhp8MuL8CGwEoCeC1cmoHRBhkwecqkLSuwMDnnFpK4Y+jaTIpjuKwQZfM1FTZPJlq3ycWQmVctwMDgl3DPVkRqjTzGZpz3xrHY8CM0aX7k6mxrTgPE8x6/6YIGoB0NoPo+jAqgHEChHLSeP3GuD3MPk53C3eCp8pMmLORGXuqHABVk+EqAv4c5c1s2ocF5uljT8Zst6a4aM0CI2vThiAC41Q5zhlJgNdjkA+3dPbVD4BdLZqPopz7TsbmnM1GEN0VJNMmIbS39HH2abI3PJ+zPguukgG2tPDyGPSUtodxVrVRzvVdhaOtVAB4W5loX8I/Ccjd4/wrvuZz7X0HXrTef/znH5vlOW2OrKDpv1sPJXBHS58+z4hM0BPw/GhmW6EHbETYhr5aAZ41H37Z1phL5017KzVHThT/NYByBtlHl6GRVaJv6wmCMOGbzaJUsLorxXcdVzb9lSGGoYFzpK87z/mUZIDT0EMbuqXoOquv6e8YJqPoNE87Q3qB5mUnqUcUZKW8SpS9c1uLAXz6OgBhzuCYrLKrjePwFU7S1kV/fu2kE5gUuhRwiIwN4NK8/1ynLWdqf78tY7//bqNrifDN1jId/Ti7fp3B4d8Y+6brOUPXnw9oxkGy2c4/nW2XE6KARVclMUonB1n53AHgdSr/5ty69U/2uZhPyziJA3IO3D+RC50hufMOTTO3ZJZH/3JNn1EaPRgHB3pfPIBhIf4+WOV7AIlgou/fzoPNOzJanDcAbRxdhx6nSq8NOfapacuZtOPg++3sPpZtKXzfL3WrSm1+APmvw5XvGwB2a7r3DLnXWQFdMmeeB+gkqNJnDeeaNTB071bEJwhztdKRw2baSp5WSIPjmj7IUHwTe/47vEMrIcbPnmjt6NTiDEjakE+3A7JPz3wnYAD/tP7jmsiP5VlX4hijdAKIqDYJUa/DS4SFw/OvcGcHraLrt2ImdLjVr4zl5SeNl1Z+Ieg6q/GbOIZ3J0Edxz8VHpMkA103XTS/d2KirrHurQpgZCS/qWT/bf5xkleHlu95nEV65PwYysgE8dXf/vbTWRt9Fpxjh1m18G2Dq+nPzlYbU8E8nbzXgaeuUO7737/BDu3AYdyRM+F8BwUmkCD+9tjLDjrySF0QvuuvLke6v4L08BlVEOgxEgG055tAeLePZ2wESzJGdKHeHL3Njzr2hL7ujHzmJD6I3FrDX/fb2e6ARqq/XoeoxnyCXyUcCSiAR9/1tu3yva5bfMlR7Pc8NpOH3UHK4TXsOehGa0GirNflVIjtwNDPy6uvRL/1YNNFxtEKNLM6ia/fQKQCf6usPeP/Bd94DyoIirOs8Yo+czb6d/+RS4OnjE/HBmunFHzY30HLOK3efZHc/PPvm5BJZ6jQ2X2Ugj5Dfx09PVgsdmatZenhfid6HLq6McTaQtzTOnEdS3HikyzIeioBZYPn90wbP/xGb+HFe68z159tPPVk22olB8zDI5/0PQ5LB+gLJ/MK1tfOutpLRt1YsWeCY4mz4t4gO/aVHIgdaMD+BSdBw1352gmgb4VyeGE7TDnhx8HkqQixbbRO0rN/ZYfjNO016ET37qbkPS16g85fJzz7RmcJ3edkzscW7zVMxZLsFE0q37yJEOf6CQAT6CRZ8dqTssP5HDvlXCd/i9+TpI0dH4anLgCrLI7AsW9ToJx/YBHLNfkVrkBi3op/xL4eYXLmKvkxbSO1p8KPq0t2ZuBZO2sH6+++KgFsA2dZ97sKEAe293LuP/r9VIBvhXdorFd25WTzep63BQPm2wo4duDytgP32d095sxp7EYqn18ZlfE9fsfRD20/hg+CRal09zp/WAh99DNAE/zonzpjXc9tnCV6kFMYBzVjIskCjP36EXuOVPaWWMpry6mv6uRNfJvEj/HLLp3ee6V/0eb6OjP++1y0cuHec+tuOP7ftg37DdB6/I8hZsk406F048cDVIMe/DbC5viJi9639fKNCVjL9jUIo1J8k7yqSQD+KrlcQSyaFF85sTMtT9PtMH5N/U5i7ecv+wLDzctnbyZ4TWLM224879guB6dT4+hgtRLXD7Kd672380JXsFtuP/6NSUzIWH4G0PsZv8r5R3eSBPtWLP+kmLGjvs1jj5zc+M2JAirPw2d8xz8MDt89zlOhG+3PS0Oi5U4ul02M3POMHWxKokn7lZHT7c8VStgzTvPutT3vTmFtmxw/gHTAxC7a/9Y4oZNau1Kzjzdw6/hDSAkAh0fWP38Cqlof28fRA53Q+J4b3l0a8W87uUvBto+200E0Lf6z7ncshKRZja0TOjoQqL0m8VbPAE9AH9z7rlnWOv+PdUkR4RYQrs/4xnON7/R82bucpZp9/9mCv/17nVzsJJrh+zdRoOVTyyH9nbWSb2zxZvw8SQxF565defu+JHv/qjNBju5BFk1s7CnweTu+3Lh4fSXYJJdeHRzRPLzrE95perCclF3gycqfmeO2OlGBitZ+pmONCq6OXON+F95UjC06LjJX12Y/t9ihdf+R/werhW7BVR1/Qx78lkjUctByqQogUoCBPMhvddClY0l36NF9mSf+OdE0ZzqvL198+uef6eRgG258P8cX9Sncf/PSNWJiuHgA4oHviyW+KPp2gO19cSQcI2MYHgc1LVpe4MDmEbFvo+4oi3HEtcHS50DwjLR4UHZV2utmRLOo37g3uPUgxaYgL/xkVtTnESpxwLmFrIDEeMzaGcYmo7xYr25R4DO2TKS/ZEVDBFl6/0TojsPwm18HUDtQxl5Q4dlZMpyxSvusvHuqJQmGf+9pBrNCmKrEm8lGGdQydsYgAtFgb3YgzJxyfcZ/nfPWTo0TUJl1/u7548v86J9kagGoCWhmwSQsvP4VeNBWJYsilSYIbEAvWSVtEPT66XNVpzp4PO3FWuGHYa3eo0Rl0IyS07P148DMBCFFT92ed51NmUNa4cSJGGdOGXZzNnODKSrvroCgjRItSAxEOc9psYOShL5Q7q6AHMIjcUMB4LetV2eN/pQhvwtIKbsr8Pa9/D0HqVsIEhzJni5AfgPA2xohFfYoQACNW3racE52H5nZbxLItmYoZ+jHwKzz6zRCAWS/9gwknd3RtMN4dh7bvaBlQGgkYETbFifnptoCrgCMndXJPsIjZAx5nysh5SjnkSv/lFN/AP1rYEu2kEUlNu73IZsapOrdp23ggBUD4nFg9DmGBM6apwEwFhnfAvz557ZdxEHbipcx5HcDkDeTN63WPIfJpP77n3/G6abxvUBnBtxOCWTw3cItmaKWt09bQY3oOPIkCyQzvs/+ZxnypumSh10p0JUj3tsTZM+KYSg2OHkzHsl2pXVoMhfXMQvPA5bYC+jVmfoGnl6qcwYe69UBl3bwQeeMLa31ApIDuOO4pEVNGy+8K2e5ab8UUAgPbFAw+qczRq8z7iVvC7/jqLzb28gImOeSZf0EgB0Y9Nqv0whs0Lyw8sbCNjpGYPG00svK6rrORtV+4ejqQIDXb4I//H2SX/Tdt3bmaQVhvEb5DN36//xHzlEjkGNnqPTrtJGhRRZZhKyl98u8t2CUDFZog4Qz67TvchLbnLwx7fxtRElPyjixXNys6nXEr+PE/DsyIrQeAx79Cq5hbWPQ5/yU0yJojqUwqQywHrFwOec7waz1C/PjN4bB+Xwca9JXLXcA+ujfdx6dDAkeOcaH9sVBVemYEGzrit/G1/LnlTne58IJdtQM/nqz2tM6MP/ZAe7A6upOnxFYGdhNfwd3KMAxyXQkOHn8mpECtMM/mlcSCWY1v2vSaj0f0KaUIJA+V8KfuWnsiKW/1Yd2qE8AmIphXddt9LuCrHmvk9/AL9gg4bkSIC9xmEazsqHnrGEnMoEjmaMN9HIQIXNb/mNg77xjlMupRUtGWowG2+yZixx5Ertkgy2eiyDP9//gPVpxmTos3xUAXuMXuuuKP5wPbb/133RuCQ1XG8BZS1+rd41MOAGGgfU4XrpLCPjMWPoJ0OJIsr4YfN3zbDp0woieUQZwnFiRiV6bT344uUjJmEO3OLF1HbrKpKAEYq9pJ6GGJhh/+OpuAWhaH12WoFMC9VmbzAPZ8mLGdl600wh7DhL1e785/c2Z8HeL3tMi3ZhnMYUCVNbvk1kDzXYFo58v/NTBdTkY/j6VqtJ3k2SiSxun6d8tPxqPQkNXgsgkrr1sx/6yH3z/2iY/77sT3nACe5yDB9vBchyX86DDw0M/6D7eE/2J/I7O+y0AvMfM5E7rRjmvx6b8rfNR21aNn/tImbcyqIOxXvtJuJQTKHJj7Qqc0+hKt4zzGYO70bpH+0PSh585Ae6Wk3lvBfLr7GnwIev9rtc+M+uSBcoY3so+6An+RYaleiLBnNaFyD77haikHJpse5Mx6P63E9HaQUkUcOL6QBgtRVdobBAlXSwIBrUTe2knPjNap7ZMBbejn02vxx7V+qRyVj/o5F5/V8xUR7fXUUkiI3hw+SbJyvJ3YSMQyKUFqcfyPf8N5IauIycMJwen73z3Ld12moBXB846uYHv6UDnPR99euQCuFuyaBby2EdPBfBJ9vfNqdTO+mYtPW/i6yOXIyN0PXp/53ICx6e7U/RL+xjC/+EPaPK1qdtxfJLVtBfix1rPtp9QGmabCgDLBrgrt1URtIm1nWB49M13v88kHRzR/N18aF/EYDPmgI2rZ/WZ4klkmSMtKqlyXFxnEd8zyvlCOrUrVN+Ea9P/8FDrzeYl9A+4DP+X6wxEowoAV8cWeIq9Mm0ID4+MAY9ljBO8gG6kXoUtvvUBQylgFZ7JHadTgY8QCw93BWBw33ZWQHb4qJWRj9CQad34YbC8Om6anIWb1s7SM1QRJn5P4U0lZvtIqlTm98/5zPipzxzXHEnqFD/cvmx8VL0HXhPR1cx3A8q51/pFfspJ/hZdkSgVv8GObeVddFEHkDT+xrPZH6PqK7EJAd5jhO87yU63npbcwvof7Xc8I/7dTYYMzewqts5BVlFUAZ1FngUPHvU3uP3aZ9HJYNa3EIk3dgDYNPc9O13SNjHUvux5kd6bANiduKF7cw78bQs5cUvUIxodm7/X69h144PXrpGI7CTROSLNzxjMjJ6BzqGHDswnvhP6IdHGeGbWgzF53O5MkhXJmof2chSYCstufndQdjpAcu3FCPUP7DT5ecDMoj/7nktntD2ZTkDTEcpHVN6FgMgDy90pyDk4aNYaec2cO/4hPtfw4/9o35gpwNi8E4zBLPYJfvdwJjVrGPwUmdL71GvaHUv9/DIOYocQxyChJfhMP2/g++1sxdq9x07dnUVCh0fH/8AEG0BWAtWr0wkA6ws997WBG3tvQlr095s86XFon7xXs/7jA8uaQoMa83buwTdJopbXRnpDXcG+tZLt37Ghg03mHfi/JCc7GQN+PEcemO6ng8WEN/7jH3/+1799ftb3c7X8YFEr0NQt2ZoxYlBQar0BYBbEBCTn+HE2rGHxKoetzMkCI9j5zeR5Pw5qFrcdIh0k0bboms1IXwO1CQjnGQCoFU6MxmR/Mu7NhEnmThNJEwhGCRUanRnUaxlCCcNZ0KnS0o65KD7dj3K0gT+AsAVcKg7CjL1erZBQKKuMEmzUT4RM1qsFjcf0CAOPVzrb9HI7t5lXOzGpDlSQPpVcWcteH91HCwP2wZ9VxWkryDhEZ8wCl9+/cG6qTfHIdGfNtEPLz/R+ZqQZ/6wD2RTjEO3xcdA7wRTuxZjPHtJaVv+odZMiniC4qxnGgGmj9a6ALmCk/a8WXBq3MwMneHFarzrAua08fzPU2Zv+TQZlNj4Ci/2FXkksyOfb0gsBbKf5EJIA0tt671TOfffjsOygqrNTv/XpjCrGkaDCOhf0fjuuvG9ps2EjYFqid8IDQA+nPmM/Cpk9m6Dltc4zT5wmokPtLwaAg6TOAExbJfb/BTCnLUTx1raoEBNkbmkNtI6MOIiyGS8guMD6APRLQVcVpe4/wYEfFeQ5IzTO2VRomp6+ezRurUeUx4IqaAfZk+dPQKP4pxMSyPDVPLT//FwAfLA6ZwLvNdlficIjpyvAsQ9jHTdQs4A4Z1lJOdIyJhsWemx53yCQ4Jz2+TqiYFoVtXMd+nCnCIG5AXTJwHpa5SkIM4EY7321RVWG8W2MbVuk49waQ133dgCk9ZxpdWROAPu29mz9cFqwVVWhgegY1rQtlgODcZ31sgNlWvwOfZsexiBtg4B9egPRoe+VO7RIspy1QRsjJrxxVxAvzw3QGhlEohZ6l7m/DmQZPjnXKvvTGa530CZJQPqJk/hujUMCmudiPZxxHxqucSODdk532ynJLwzgA+h/oRe9006+7yVxoEQW/s9xOPjdow9EB5zrw7ishz6ee/Efa4rDhIxxAjcYdJb340A7AazBAvp3G2d+pjoxFP+vszxr6gBMtQTWOLE/D6+UfAHzWd56T8oBP4j8NRAkP3TtGtbZIeMKyeGRj10pvskKt/wBN0GXxwFrWo5RmYqNRJVcvao5jc7oVugZRem4FoxDRJ7L6H6clYfA6g8lWp1EjRnHYp0YGJnz7J9kw6nKWYP/DZrlFevUjpwTjhoHyFX1mKQXu15KzkFboYe7Mizzg2dyVloHC9AnCvz+a+Qfa0+wt7Gu8SUGGd2FriNcdtH6Ptam+ZfPXocMn4NDwN6p2Fr8p+sS8Mv8OoDR8nOdQ3F6CevHoP50gJM+FvekWl3XfHiruidl3jZHDz6yc2kcWO/RG52g+puBSgbxb7Sm10hfr50yes2yYe84a/kkS+l+5FcceWPvtGPnOaMwxAsuCh1vK7NNEsDxor0VL6oBE/IFXAu2OViTkjgseu3bBF7QD1SeS2czxU42CH5IcM8heevFtQski9Nqd22QyIRNPkzi5lSsD897efTswdqS3wwAWai1UMuvZiWc0eGVJBC1/GP9TaMdZJrtY1zgJ89vHNzw848A4NivrGu6NVTQfM56JFmkncNgvaa31ds/O5j8RpcvP+uaK4HPMm9tXa1/Y4yshfjnS8QY/0X0ERkH2R+C/sgaxiJ7KQGrXIODTNd1ciDrFx6LHhL+c1LVwGQq1Egg5p7Weby37Xfs0mC/tIIWDo8zeLEJeBcb/0cA+OtGZKfr97+2v9upCY1rHKGvjCjBqrG3K2Gj9yx2xN0hCj1svnEgNXtF4p+fbZtQAdms3WtLHye3/SjbRYz3YR8zFvTUeyaimAz7s/n5dKNwEHjs0Bkv/Id8xJnZ8wYjvKpe94ruLOa0ft/44dckCmQdkqCXapAj/0e+aq9+SyLLs+/klPjbMjKtQQcHM4bp9mJc++3FOFZI6GkZyLh1nxzd+OlCs6WPx2/YdEvA2mMc+W+8+NGe5kzl5Z2cf3dGQc+cBNVPphK0wd95HNByyn/vsgO2N0ZjLWd+V5ntmbiTlG/7MfIUniLByEE5BaYrAN2B69533eNKLJ3xV7aC1214FZ+HdWZBJfaU7jXCDOGbTOqqPr+OGSlfX9FECGF9tQmQrL7tTnG93rriJGJ4f1cvS1dR+fcb/6Wrkiab9YTu8nsDgLxv/SHj3B8cAQ+3POrgLjqoC1BO9fHMexMC4tcFa4M/O7Gz6Ze/oV9kBvvPEUPMP3sT7mE+suG0f4292d+TcF60euh8GHhlXnwKJ4F5fDnYGLqPjnm/6UrkTRce7GspZgnWw28M/UPXb9JJ5mFh73vC47ELnRTq9QgGQl6LL3wm8Ty09x97j6KvDjD9PLM06/z6wRpr9LMpwtECav+TyL4BUckBFRbglrRs+1hGtMS91rufbtJnfs/oP/wI8FnTm20m48cEDNvesFyYAqeltcWX6MdOECEG0wlQ7Zuxn+HbCypa3WK25HvWbBP2RT8E3KlkxX/Q9iS2ne7vCv7XptL3TcN0WH2L2zwOB12zj+8RGM1D3ZkNWak1hX+F37fzRVaSYw3LzezPG9fBJ2kfvMeIdQI8AbvfOiBdnZYmoYR9fBP8wncz149uOkGbfV7//8RShgZ7ftjHObIwb/P3k8hAkkXrE9Hx1yF4be+yv5B9YAhjGGOS+K03GWBtX+2v6PokpAwGIQAKjo3/Z/EJ/hGOuIS/QwtJsFl75S4Cwh/titkJgGZ8JL+PDsXHX/bzbwnPZ5+GcNpOegs5jpz7blr/8RrD6Hc6zmCTdWcgdYpAh0FTTcs7v3Qo6GSMPopt9UF8PPD+f3zZQP/mPKiLgWemexaiqGoiyBZAmQjC9z1ztjPhc2FnheY+Lx7ZYGXIs8gwnpmasxweBeDv5FcrowIQxXOobIhwiCCDEd7M8Q4An/tVjWcjnkxdBWm+trXrY5hshh75ZgNdBKuORwPcdHVnQJ67e62mMu3uGy+QGMdYzgDVGmzwuVs19LszfxD+Qt2s1waAWzjHuZv96mBEnCrr1NSzYwhkFi3M+z6y7aVAADi5fpk+z5oe9uPo0md0BAbQrgDcliRccwI+3zTfDNU2LK41mQ1oBwmG9AExRffXbpczF+Ow6Zs1ldwgwGnAtPj6EnpvS6A2KtppE2bOSE7yTbVwP0ZeAfkeN3/H6ZoH/SEjvxwDXqMhD87NWUcWzvYok6YdAUvaPev5L/gHLPV4OgDc1pgq6XACcz1gqluVnfnIkTOtSeO4SeZLnzcnQ2pbka1gNj2OnGkQpHbMBCgceOcsl8/AdYU0/DD3v4a9KqrO3lkZPi3Ppoe/BHmv45ekYwc7tPpXzucwXgLIh0fGSYDDcCulMa6QUzlnJ3OPDQZQ7bMNO5s9Bsz66uGrPGTPSG85CS0J/GIIZV4lm75/t2P82m/vy1RN+KZioLmQ7ES1FgdIH6DyfUILV87tSlV4nOztAAi42Co5Ej7IRMUB8c5Psi1B8zg6I5/lYIhBd2h0DKE3MNJB4Hd9o4NvgATgJgCMA5H3XJnP34cZR75F/+nvU51QAeDfzhrvtrPo/9BN5taZfEfdfH/8lsT16icAORmJPBPj/aX9dQDMfPzCBEmQUTEY4oQla/ethOoW1N220w6db5BtRP+Wqen5//+c/YeiZE1ymwGKEjnz/k8rjiFnD4D4MpB5b3NXW8Of3V11TJqwCJPf822sPvr70O+D8HVgHQfU8x1wRnyvM7RJlLLtMrK+E1lEP7QV935+8t8VLGOMYyQfIEK6HPlmGyxOKQ5BgyaMvYFTHNw+i70DwDhLGm+DROHzVNrpowAUzC36yQAAIABJREFUSTr6Nw4llZTH2becXPnnm6dSu/npMJYoYAIpPDPrGsN/QYTc0TQIfR0g5pwFHhkVhy6bAN9xDzQg+fPSZY8NexRb9P8lANzvagD00FiJw7/97TtyZOzH0P7YZwIyRjeuPRh+6QDEuzZn/yTTROZjx/5tWsD6etuJpUsf+fyuy+WYIpNEN1ONIJubM316PG4DPoFP3tvjS0AvdKBxApZve7M/JKt8NyDnG0j6KeOz4sjP1z4kMHns2qksgb+1Dt7LD+jtdcNmZH+yJ2r513pDCoUA8D88R9mLBHTMd9Mu8NDF3J/1H3332WeMo9eQe0g8Y8+SoZz9ZTz4XjIYBMy3jaZrOmFPzz0Z4r8FgMcGCI2HGK7M/j8EgDUjKl8YOxn0kg/9DIPYaiepKhiDFmmn2KIZfcmz6L5DMMV7+skBtdYSf1HZ84j3wx+aDwlIDfzHD9j91/sCItydfqBrxmPdbXGmqt2Apg26YHc4MD02Gs9wIEZ6SgFNzz976goVjdNyge8jGw1m2v9NErfsp9Bc1u1nVX1G2oG1brfnI1jORgVofKu+O/gRXVcBdHcEWX74lTdxc1sUxZX9X/+YVpfoBHW8Yu8IqL0+L0BfJ0D7/qocfFt5B7gNDXd2PzZRt64/yzHzBIx9Kyy3NfR2AXvtVj3/N5t7gwBKIr9bKJKM1NV+95mCkilzHI0rTNDHBcgem1/2RQVazcd3ABh6bLlmmlFi5tOZZ4ll7YeuWO0AcFfziWa6G0b7G3l/nvcGgD2OX/bMtuDYVOrMxHstFxRkEVu+7sjQ35vM2nPCT8Ruj/zZIyg68Kv79D6qdkSnipWYD8dX8bN/ka/4p+ATvQeRBakO5/vw8MjWx7fH7m8csKvRfEazbv7G9de/fGfvzAcatN89c+y10N/V4ja0ELkDFuG27d/z1BWKhApPdUTB2yIY20LX6D7rupKXvDdg9SRmOfniZ3KJrunq7Q4AMwbzy9wPf5x3zLomIT6+QldLcZ3lz6eb+E36ASwrGM126PN7G2y3sTPz/K7to3I6+Bt6SzLF+4yTSC/dbdBnCbrlgYZCy+DXX8h+ffjkdGIL9lBBvfHNYk/HVtZ6tuzRuDhS5KWdbiHd/quXZ7CLnPO7dro6skGrnAFPQOLSnSokOHpxKRP6YL2aR/z38hPy288En4Ovib4p0Ph0ofXEfz+CQ/7NZ/e1n856mTeo4BrifwPA4Z8kHWA/6/7ulsR69xFszRMiWbQsAVitoTvQPGvU1/Ya7Qru3+A3PUvJV5y5yrEIzC+yWedBh9D/+R0F1jyNDOLJ4Brp3nBjG7/xoeXBdRRebJYUPmQ/EncQk62uEB8Q4LV9PsAZspLjIA/dfk8TL2gNnfQ+PxDkzj9vG4jkFHzN9VnjxwaHS7Dtx2f4DVmu341ZdQCvfuyz4HP+dPjxjN/y4i5coN31sR0tH4VXDM+5hXmwBfzOP8mLd/wEuLszZFdA5vq1/zrp1Xs2c2u9ajax/68/g+u1bwL/vvZWkizH0TXNb7KmO1pVsvaLq2kYsZsTG4GXu9ONxuiOajsdy0pd0/L27MWz37l2bfmju77n4eNwL0F+aEb4te7VuLu9ee9H5Hb29KIf60z54ATAgx+Aj58A8dgk0G8nQvmZ3z2MuYvh2G9dgw1HocJLL68OyP5nQTeBLDqJefAM+J+xnO/hD2MHc2zqt/Z+qo9FSlK1scZvQf/rv9ClJHpiX8an68RgCiDiP2znJdaBI1F7LK+d3OuD3rMfW7iuCmh+HHU59gN++r992VnHRQrBhigs9GaD9GczlYUZk5KDKGX7KKTjsAGKzmzORJ4M/A7gvhucgWSYFyEJjPj+I7OGIEcb/ZpHKupiHEDQp1pyFu3NaFiBkMxSFKDGAICHAyltnxagERB8XkCg53XG8i1cst5+k+S5w0pmDg7nGXYSdGbSvI6W0rmexd43UlV8iOqpKLTzMMFe3tlg3W1MRwhiTPS+5Lr1uhtghI5MG7RrLCXmQDStOGegVKB53b3fNT/TZZj8EPRM/hh7Anzcapu11ALdAGgMoV3/KK4FCN99u8C+6uGuVzvjW9HAi07yBL0FYM9Bham850eSAUS/x8ElmFD0AW/9BgB7L2Yqp2rXf/kzfZ35OQCpbLVV/g1w2gmazLwF69dBhA4AqCwYK6PU7aQpx+5FnTGf538L1c5RV8C+glBrjuO1tB3Fe2U4Tw98giEBub41UTVaBW55Rgyb2yj7rwkAa9+suMS2x7G7Kznhlxb8VITinOcZk0ltY3eqGz9KEaBgx9+KdltxxGhRcLWyT2ot44wlM+6J4V9r0gCKndEginBdHOVpOWXxNM4V/Ec1fWctnupf7+dkiX800IZq1ixVlABXevYCMePAjmEees7AWrZe58U9tNSAdT/XPKlEgDl7rfUdwcEeqwNwsRkuANJjGYMYpYth2fpJehReBVQFuIF23tZ9TOWttCboyPhP9vr3IDsyU2lzgFQBGqaD8CzJGe2wZN3zxhMgcYudu0KH+fu6oSsMt63E/lnhBC22I9Jb9Rtw+6tDP4b0qcq3bE5vugYNsg7JKtY7qRbpQCUt98kgZb9ypsoE7AegtiOkxIAKwDAXvSdgSeQqbeEeUvz1ny3DWh7aHpRuHB5mz0P7C6j6fSPfkOuvfUBgpumM6pO236SVeJ/16GxAKtPyngaK9G7ZHeiBdaBTUcazTDNzbQeFNL8E2FKtI4dTe4Lw6Qqwtj8alDPt1TEfVwAXfp0/kWlZ2wBOb2eWE8Sa3ep3ic+wpzZ5qOybqkDV7b8BMS8RYB/hOPQ8f1yrqtoS5F1B1B152n5mPZxwNPqlbSds4N+CcwSAcZZ/BRgYpAEl2aFrm7sKeCq8Pa+xO1693fMkEQLdErkcX0RURMIOc4zNN2BDn90nuhgGxbFWIJkWiC3vms8S0BvgVXZZVUxgs+VMzJWXUMAxtQeIXWcqdKNn/1ZZv3suzTtO8NjErJ/XyJn4N1UAXCGDfNkJAGeM3Uo7oNMk541v/BvNbeJObAHR2mmlPXa9xordyjjQpwbyDJdM+8hH8JuObUfo+anAbx3BfJARPJ/Zax0MEkywErudAA5sYp0//J+zA9cRDo+KLmNj8n7kQ2Trgh4aJxVskh0Oxmu9R5ZEPrxVdisf/DzLVOkJ5oxN9zPQiwx5wfBXLpx/z/g20WDbe+aaJAYTjPFYv4XivC9kIYCpfbDPf3F1+MjMHHuzgf+uygjtRQ7os9W0E3w7R/mUbJwEGfbvDYTge+l5V1DL6x55qKAtlRTddu+sy2zBzfORKa+veLc1vZMOvILWNzzw3gnkmsaVCgUv+Z5lOZdTHZGgcGyUdMNavKD3FPvq6EsSouei04Lxe5nkI/sQ+l2d8con6fgAVzcuonXiKAc9g6Q3P0/y2HZh2l5CK8du95q2za8126MESCqgwqv951cv/L8HgFMVqw9J/ehrxse6/vRDfktemITmWUPaMpsWP7ATUJqkQvbP/uI3sSNPRh94XySPBxNo6kG+uXJoOs9kHxLcN+3Z/tTZ7gmge28a+B8bnvtOdKEqPE/HFp3R/u09nZcaJ9M8qLhkjPGdZu+PXUoVaBJrfksqBMBHxyqg2zYWlUnZNwy1acEsuUwbzlkD2pa3j8La4O+ETkfOzQS8J8IfZXOaKCKTCKCjn31v2Xlt8+Y9kXHRC2ujZ2+3IxGtKY1VDl8f+0nrOHaL/TLpvgeSwfehMjCAuDCUnZfG3C29oS/z2NjyqeTeqijdgz2F7NNa/mxXGp8GvUxAHR59W6q6q9QJfIY4j+2MfnegKuun3SYoIXtK/74qdR/A4u2mgX/UCcgHwB9Mj4SqrhzPHq5O7qpfaF37H92Qb4QNyS1Bf2gPaP3seVre5c/+tH9o/mr/YDDv8PriR6zj3c43eqfxBRLW23Y7CYQv2GOa3qAf/lVXH3rc35jeTjAtN9s+6y5isSMGV6+gg3nJAcTQQ/NYr9MGOCNH9Gkfdv3W6aL2+lkI+cFHGQ/YLl2WNBcuffcpwc7EEPzf+C3/09y8v9873wId+yzf/0sHwLtD2hnbDAA8k65dWinoTn+XLQWWcbfVXrtaNjidJy7/1TImcru7IZFY2PbzpXsJRBHExa86emSLStr/Eg3gD3R3P9ZHMgP5/f+tAth0LflG4oj5NovW9NB61npvjgAKva0c0r8bw/Wzav+uONEviS50PsQW0597vODiy/zeFejsidS+6Pu2Me/EtJOEKXliWyHBadnZFOV4DbQ8pTM6ZoX9QaIptK61Mi0JU8bfmWd4v+QfV5t57tMyOQ5YHYCxy+2PVgIg9NwBYj3Hfu+Rj/F/Yr8PViS/FDun5IXnqr2s/dc6gg80H/d6dNXwW7iS9+bJBJqpkCUZ63Tw/RZ2O/xEVpu2zrgj30gCuXAO6Tu5tyO7oU/kCz726tnMBjyvZcURcaNnmGvifluwdRarFiY+WetnbVrk0ikE0Jz+8z///q+7l73OiPgc5gE2ASg7MKeM545q23HnHBIvQBYMAJHWp1nErZIxQ31a9hXQbwCLxW+BFSAslX0mtjGwF9iZMZwM66yOGUxn+A6o0sBqB40MnLmKYCsJ0rJrWwyy3ih6FvcYjGOQYkiLMJzFMNlJFqQEyP4QoGM+tC5r4ndQerKiRPBvS5y8Nxxoomwj4WkBi4HwW+tb7aP291Lq3/MkqN6Wt1Qyec+GCbI/GyDzc0Zx41DqGhiqmaQzo9axW3o7ZxpV6X72eZxCt6zdlh1dit/BCwyBk7U4z7DhLGNascJx8KAdtbYxwDJOvQhZSxz+ifJp+j6g/WxigO8INsB31hhDdtvBreRPlVmM1LTF8jB+fDoAfAKNc9WbcZ+BBKAyoDfrpz05BicO6KyD94zgqQ2t+8wSHN910BPUfD/QuIWikjXmguaPk5DxSwDZlbyOUq4BcL1jHCCceVrOaNECKq7RcLdQvCuiMIxpUfHSeGRLVSsMv2GI7bmEoc0EAFYB61vxk7Mev0/a1c5eyBmU02BHPPOMIbYg4mXQ6fnf+7s6uvcjLcNy/qhdYxnYo6C3/UroE6cmDlhWVn/nDG4r6lnDDtLpuh9tPdR+zoQpR1ay/265C630fvfZWBgBnBf4g5bgRa2fE5XIMF6AprNDSewBDCaDTc9VBd2bIbYtgncdzrrQdm32SXNBFggQu6ptJqj+pwCw127abUN3OPXiTxKuAuYlmUHjiLxKhpr36X9/gN+0LOYsXQChPPeeh+V0nWvIc1oPNQsnSz8GE45UWv/lwUeeKcgyAIi+39Ype+5krqXVXcZm8GDGSeeOEGy+v1qom+a3hSJtu94AMPvfreT0PJ/bK/uEtnty+j8aPR0kDAKtHkwwkQqujOeqNpvOIeGh3IeOzroFqO32kb1urb9J8NJ6LCAVRy/rOYvif+nLyNmc0ZQEAT4vgIRebf3UektP6yp1Owbf45IIFxmRd+480f0JKKxsfh2htakii97Ax5t5fKohvgBw7LOtvJGpswGDJMBor3u96IDwBp+ujjXl4P9mw3Ry2CvvW6+y3l39RnVEQLqRuzCh6Tf2hD9e49VPb3CcZIzuDsJ4NWcSWNqmeeVNg0lvBwHzX3e5+fiDoA18nflvFq8CQKKF/t1TKV2of9MuyTQz86Xl0itfrpZI5vvIHDu9c3EHPONsxdGRPMR+1apiOxkAbe/6++1que5xBRQ0IDuVnm2Dauxdgd6JDhhkMvFOO7jDgXmuPv/+f/7jAOla65NBbdpQItjw8cgezT0OeBx76JkAMONbW2OTUlt/s+8EAjUW7O7WDw2uEIDFkbQN4gSDrBVnUXp/BT6O/d9JLidxiwTg4V/L8m9NToeSs9BrL/YRJ8c+peptjiB4E2Wwefos2+jJscEUTBm75uiZCRJyXqMCe9quTuhirWBVktP0jPZnzx7ZPwNsRKctEIQc3Wz726B/5coGiFIB7DWXTpkAh9aewDOyGzDMbod1Z/40HQ+fi1Zls/wf++VZmwWohz6Hl7Nn4sVUesf+H8Df+jRHl7BXfaYqOpwWeSRbdYWF7eHxG5EhVFKQWCFgi4x5y/8jo6YCZZaxbQU/a2RE6H7XGvnY+qB1UCcbA9jT1UqBLnyxBqNiqwf0woZDzkM/JRq0k+efaw9kg44uGRvl+GtjT+qatncapL9oeFrMnqCV13qBL4Coy7/rCvxqQW/7YhIEbDfUEUQk6tDSNvuL3JogQoG8wTTiPysJthPA5aH0kRtJult9Gfsq/Lc8vXx+r3H+leqzuWYqy6EV1husSwHgEwCX7HViZdl2TwIcgcTY5Fv1TvJ0RrAVRfqX3i1Mhw/JDswHe9tjG/+f384RLn7sdmBCHmGbcnY0spH9o8NDr1N3cOnzTzcgevuf2LNUBmlPuqKFLjNUpti+KYW/vvmuawfHrzODJ0G79dpZt6IBzSE6qED7of9TtT86ABu4eZVK0dj34ZPFwmLDxwdGrwsvWvlJ4CFVzwoYSxakr/vileuLNf8qGBIa470bAPZ3lWBve2iwGfRonynK2vmdH4/S+ve1j0lWcYWb9Vnk42ufRd/cXIVeAkNof9rz+G6I/5+A/xsAfvUcvj++XOYbXkplVtYZPUti/OtH3AHg+5xO6xkF7jzNzy43lpguE1cHgekUwXqx/iSTOdFu7FNWJTZ+FukNoHAt+lXyrnURtLH21R4pZdqxffh1cXk2IZggmGe3R93EtiPzJhEA2cP3mwjc3TG2k4lXygkKW4VKQCo6bv3itoesn2XDDm5//LVv7f99sNp3fZFPnfBKYOnFdzSuU4DjIMnd8r/lA0cheG9sDxTW+X0XPti2ugCTrgqtxLY8M4kmBICxDeDJy6aewLPwr4GAtxWx5P9grrnnxgjQDcdXGJo7Mt62a3wyCt80uu5cJflje024kYOtsUu1psEftwDpBL1GPnYHEniQDjRi6xOHmfXROtAiG9upba/m/+xDEgHAHNae5aitOw4hHqKyWHPhc8mRMcrXzEvL/8apmoWwMTu+Ef5NklT7D64Y/2jEvKy90v8mxqV/08GhcR9a2ef3JOvIjmEfTpGV8ZW1p/GRgtPLzlrf8vATwODQdPtDWlP5MNERWc/VjVk5+El/17ym3mtwquUTdMLyvO9e/3X81QuPme1xLGp8i4I+fthseuLiE9CoYh93JXb2ZnzQot/Vy+FN2Y/ws+6xvy+bbegu71udHPxt5Xc6T0zilHR9talG79xJS6FV0SfyZf3GyGXkgu2eoQfWlvlbXo4ckvz8x9d5yq3nP3/jhENud3H88fW/nJDpwhkKxLJe//af//ef/4rhLGQxjvt/VbaiDyCW4cQ5NibKBXh/U3pMIH3+Z0EH6NQCGlQYAPHNUrnB0DWc30DtKQs/lSoA3xHivYi/VanxO045gkMGRgS8HMs9Q8PCESkx6R2AHFTOSnBRSq/n/VZB5vaeg5k662wAWgtThMEM5mTSD6BmIhotRGCHtmtrpG1mwG+OBw4o8/2TAYcDAbjQjGqG+/bvbZ/bhj4MfjHnnI8TgRev781IyHfjUNqgXmcOJdfA+Bq8tyUKoAA9idljeKdPfRvPAcjT2gSmxLEjuOv1JYNvjAqy3reCO61HHUCYMxRwMCK85TRqQhOUH8eHcy/M8BiLj4BsoBbQDif9GFhzBp9F8dCwHsff01LmDsAeg2+CH1nPUEcnRGTPI4Q3eFMOgIXUtiVpY/8YcBJikv5e7wCY/1tggQz4mTf82E541jfvR5GOTj+8TnZinIKhrVnDzGWDSTZiRnFHgU8GvQy4SshwG1kpZonGErAYAOsEZr1w0uCVgLUZS2cgt+EswK2NaJI64E8c5bfaG+UPXXF9O1X6rlvPNdhBph1jZX6c88peEyQ+45m5LC9mXfk0CPFWdtGGah2bCdJ00GMetHJqAVqAGFp7Zs1vWf8/JdScBJ3j7E9F+9AW4AWVXtd6HfqPgYoDAoJ6yVVX0qflD/K9+UZrh6HxHp2w+xhZxSd8mgClHd5pQQJAJjrVnua5ux+0o8UA+e0MmDZEOogRpyCBSvP/04KzHb6zp2PURL7erU/0DAcAqsU0skkOdyeWWWbMNNqoYkk2w1JdIwbsqqpsvZ8EhXaQ0+Ina5UEmV0rQIauGMv1S+C+XuP/xvvyjm2EScjQ+JmPLiRwrL3/j7+ohdQ6481j0VtT4awd1zpYXm3m5Bt0OoCK9WUm9FZRtHxo0Lf5urMQc+by6l5km+hPrbi0D53xevwO5OSsK/Rjh3TOWkwAK/aDbEF00kkONLERYF6AFJqiCjYJLq2vlp8Bvu4A5q75lQyn4WjdJgFKr3/lT+ydTXTABn4TH1suwudHtupst9/0p2VY5qs5kvTQ8g09DbD3BrTMW9WdQ3Yo9mfrTXjCNPK9NK3BkpSp6zrBhXGbDpTAMQ4+c8g6Ze3ivGQ/qJboM2WxGZrefD82kbZc+lp7OkG5zH9pkH8TPKayl2Sg5nPayVHZA5v/S0HGAfiit2IvtxzoYJjtp0ou7CqNOI4h+A5oZ5yppCFZp+03y2/9T/LRlYBpJ5ojMqpyzt8lAyb2qGRnkkj11uWtrGonk9Cizd/PGNuG8Ri//2iV+Np2JLl11YfuIWlRA4DVG7DL3Dfx9ApAGTynTdxUMIgfJslH90aWaZ74mZnbSf7Rjk3AGQD6le99TiHAcBJkx36d+92WtmiNADbylsQJ1uLdw6bPl+8z6tidfaZs0zb2gS8cAIn7kjAWP6X3be3iDRKyxi2/RdcHjJcO+f6zfyp56fUesHPs8BBQfIWAgwPgjmyAjrpFfOu7336n1V3WIW2Qr+pFTdtAUWTr25WL42B4dqqyiBaGZ7HrdY0SjVIpEllOYnvTZHdCQYY3GIX/r3vwJSzvvuXIOKe9/yRcH/38baCqkvuDjefxT7CDuSwN7x3RF48fyz5JP5Rf03QRf2Sf00kEHeAieJW9DnCZbldDqwNoee4A9E+ACf8ZO6OTqLEHGIkrWWgfOABUaDpV5vjbaw+Hz0kqp7U6z3tcV3+teScJXnJzwXLsx07utT076yvZtTohf7sC/WO76qquqnlBO/S/7n/bfFPlod+680hoIDp18vMHj8g4ds0iYdv+DFC4Sca0sNd1kE7k77ayNa0NHSVotC3c275cX3XowYMjIBabEkAa4U/3D/voRaPSm/i88LyThKpN6Esv6KOXB0hG9O/P/Y3zZQ2yhvhVzL0TbBScBJ8BjE6S2NiHwmcGnyJ5CVsYzEtgcOzWIHLSzQTN0KWmqTJASZTN/gdHYZ06SW19gAWINa2cDbxHGCE3s1tLv7GT033K1eWTINRrT0JGbLb1G/HZ3mTM9j86Ia/lAOPwn7Zj060j/urYK4N3/haobduPghPb3eNcSF68ASPWsv2TG/u75enK8mmxrhbb3/P7TPQkveHzLa9xJvgbMM8Y0Nfx06AfbKGTIAX4+90THO97v6tGSYhfPsY2x19beyEBPn3EG5386O/cPW51ArSr3158Rk+R3o2uWn+zk1yRVe60KRkqbHEEgN5je2t08R6xEkwPmxQbJviMfA0Sh+M/oMfBEE1C0gXV1v63BFXPSZhCfbzW8qEHC+wEWegFnbM2dNHJ8H8n2KIjoWM9hwQ78570miTz+IhJjk6c5LYvVidiX7I26PBUaasFcJJEMub8p7nZzxt8Wb91DKUT0JcO7opT1rbXx/7d2DdWjPIzZvwdvMY+Qn5AP9ggHSC2bSFLcjDQO8GMriXrO+oZyAxsv7ZDu7BwbasPj3AnleAtfE5hQFV1v7pC8uQYARcFsdZ3q+i36rpvicyNz+f1Hf9OgdYuXKDtd2PopiXzVGgFHYat9Zu8oTsE13LfwQdMk9thSWuroxM2sTGFl+ZFY/J67/BRJY9RrEOBzKHFsV3YB+QcbeuTELwByPgfdAzYApX1IrPmm6hA4vNPexicAP8b3tCfHLVBwg8+A/hU44eeC2J+aB5ckaWg61v0geTWdhyNrxH5gx958brxmE1Q7ARY7MGNRQUPQAceWTzJTtgvsnVXpiTeQsfD6JhQJZga+MrbzfTEWRUAXiljyjV4gcMSpoq5TLUtLzmLp6XZBEc/7s3U60BY94L3YKvlS7JXEJqSelOVONdgcAD0a2EELCI8jyAaYIu5NUjQTCOnAeLOvZtVT7uvI1TGURVxvfPVNW8AWCXw7SCEedJC7XVmIKYz3jFkW3kdsMbBdFUSu3HrDwWYypjXIQhzN1Cvf18ZDocQxBjbApn9jsOd54gWoqAp698WQlzv6yo4xByd6U/FuAxhEzFw0t4DE+6a5G+/AUxtwHhelaWZcSyweAArfV9z7r9mrgHuD71MW1sMaoRDfkdAyBCI4OO9ZrZZFM6IbGVkUM3Kbx3Cd90YG/SZ7C7eMff9EgC2AydQ51tMMj7Zl1fYvUvx/0sAixXk7KWzV2Pwh8ZUhRgxs/NeA5vvOwDwWwCD6rEGO9DgNky+PTdPjHOFMGZMGH1pkRKBhZN0AP0KAOe+0HmeldZtL+++4MvrwCJ8fwMwyCa+gsBuI75AUwPzZy7gYKOETnLKXNBBEskDgA8cKNEbGYIiX40NvpWh8M6BtWKvthXKgN8jrwAhmvZ5NgZIO8i0hdN93p+HJ1/DUvf+x3+sw5LxLOUe+V0dDt7AAs8k2O1drs2JQk0A8k1QOpVNk9CkEXcSD22XlAH+VrO/dNgOTsuDVx6yNjnvPYYCdJnAgL4v+Wla5d/rHHULE5KPPPcJ2hLkuWhs5KAd8l/OYMQhOtl2OJ5jGMFzDMeB0JGjR1aYv75WQuOIkiBGNiV7YDF656+cQGoDNTz3PX8W2oWHG4DTb8awbETeZ2f8b589tpXFbxDa904w+XXAGAvfE1Bu8KbBYYCWbvH+WwC4HVLO+lguCCCRTwx8jEscNgfKBhLUAAAgAElEQVRwim+0j7Sei/zcQBTyD0cmQdvwDPv+m1wSmapdzZsIMuak7ZarO8z33pY7HgdJRXZW8t9dJRf7EIP58KfOVJJMA9yuQCN00Ovlv4/jQyJeA3S5NrZhO18Tb7ecaPnecvDQwNzbvI7cTnXTOgsO4M0DO2vU+qqAw/DXgJ5jlOo5kj0Cltr+RO6+vHKcjbZ1/IzNfieB4QWyj2yyDM3+KHHGWeYfUTXIwLUtZ+JARdcx37cl1WvbaT1px9eJFEuDv2cIn/0esIqWZKGx1evQTNvvawNuEmbk7m3XnL2FlgxChdGgiZZjR376y7VHCRwuQhFfSHvfLapXvmQcOJR9RtdvcrNp/xxNIRYo2yljznO3k1AYqvmAYNau/5/t2LZr/GzbvRNYmMAsLTSPTTB8Hx90gnHTivMkIBTD+XxDB86Ha/1bEklYiwQjtvuEExcq0C+b2RWdVwW8RcCxB898R46iT0w/825hAHRpeu3A0PUGy1lrgyVfZTj8xLihIdEG9itAUmyauyLc9FC+9XtMgJ8HiPEx0km0VFB8AsDMER1AADh2xyY86TrLHQWZLzngH6x/fnt/1hOwesFSraH5r2TaeyZc69CXD/uMS4/tsZfbLgFTeP1KfO++94CYBICNV2SV6KzRNPbyRMtA1v58N3T0Q07M+hzffRKosv6RQSfBTGDefC67SXbNnNEde1gVgIrOnMvD5z9a3N72rfe4EmaRC7q3k/QJ/p4xO/Eafsy+yu/1+AcshYYYUfsYCYZwzET2swG42L9bmbk4RVWOmA5Y5PBGJxdCE/DZjPa0S0e2b8KFcIyRkd9jqQ7iOSdxsuwa5NdZde/hAMAjDw7NjN6wX2yGG9kzxxbluthgdAPjXvjhBF9LPhosnsSLDgCz/m+nAn2PnfKul+95cAvbHLRA/iFzkwD0Bn9Z865oZS4naV/jmACw5pc29UnQtg8+fMizws/b0hh5lfPP5+xz+73Bn845uRMAAj/oqiHslciXOhdzBnu8LmFH3zxfXOHY4Rq3Ff7aBwT8OgDcGEYCPwnwYRP9luxh2+E7rooEM+TmJU9Hvruz4BMA1hz6vYDIYILX0WVa9sJ6TJHDY0dual/GzqNTVJ+dfooexqc+jVlk286zrRPryDTw17VPdO0SwJtIePht6LULJLQPWjPs3TcAzL0EIPFfWl+svzT+7enAFJ4liQTZuYlGCZLp0/jW6y8uX2sCSUDGzkCur47e40qO7Tx6ioBsd/CM7TAJrg4iRD90AErv9zXdIti8nQ4k2J3IfcuYkTnY126pHTE2sqwTpoOv2Q+Y5GKv2xMAxs9q2/C3rkZgDLaPhh7f4prIO+yY2LThySSANA2VaPEaiPctq6aF9K9tdGXeYht+f14JWKbDdP/Cvvvn1W0xR4/wadxDPvV/04K3guzYAZHJ6YCUfavClmKENwDsbblj6cHA8KGPza2LIrf4bXXeJBFUAizP/VOCOfvQtgjHTNGJFf7IezIfEhWhM9nrbdcdOhNGN3Gls57fhW8HqIvH5h/ojF7PF4M6vDFHrRH8b78Ieu397JiPx/392OdCNy4XfyVt/rNewaR6Pu0D4E8jlxrrzP1U6Od5sp+wW0mKgnaLZA496S/wPL/HpqOYisSdTUQ9PCJsYIofN9EmTyER/0+dHNpH8jzGd+9jnvpsZj2vzzjuuRD/yIv1sPr12NzgTcKEU7iqRM+DKzlpMsnvhxfGHnIih7AaumFNDErPIJH0PcpRz4GPgy8kFsuRd91xFzq45vTdE9nNEW6hm+iW4ObgLb7/P/9vac3JLDTQYOMGARVCg0CyUXnt61jhsGGAS5CezKlRNLQVA5jXumtwnH2CIrPB/Y2lz+B7Af5mzKPsRvF0+5A2Djz+42VlrmvU73J2UAQnVYun+RygV0M8CnwrIEVQXZlgB8WKuwJJFfRkPctOX+UxBKXy7xUQe4aPxyZima1EcQEgHNBl5t1O3G8VaFGYWxmJIOAsSe/7GJAN4hjA9/KNAo19e30w6BJQGMNHgEMzXwUyufkNkHd1GRn62dc1KtgnFK3Xo/j8N0EObW9wdwdGhjGKNe/K+zDIIiTSIgQjKI6j+GkMHK0JfmgFitUqAxpuXmNMfl9lQ9pQL2AjLQry4AiPzbQRafyp8usNhLCOMXCzA6/j9wpAnv3bfmdOGHM7PtPRsZBy5sHbAg+abjA6ymzAojnbJUJz29Dq2ZIbrGfelf9syNLmVY6FzrUa4YgDegyPORsDw/QF+vVcWsk2kOE1G43wOiOsEWdmaA1oo6L7ZPy4pbU3Iobob+uPzPB6SPDrfwUAhW4CsOj/lKGueSB/cWC1Rl3ZwfpCRxnIfgj8nOfr3UV3XNmAp97x21kd71mA3HuDbnciBvOAfppXTtVIVbYoiamDM+3snPfZEN/16+zVBa7uZBsBfsjWY5iMQa7ncrYOsus3g6ppGVkqIOkF1T3Xj9dDM3tEw7ZYREeHvw54MXJG+YUYdqaxc2aUuh6sE9LrT3V65I4EQQIQ3eXi2AEWRrELOvNv11eG4SQPTXKReK4rYzOuJBVxhpwz7Wt8ryMk+fu2CX6THdgbByu/ZwUse6k6usNjGMdu1+LWUz2GTWq6aVT3diY2cs1ZniP8z7jG6DM/2YALuAR/7fc/nXK9/w4ALx2EnmQ/BTDqFoAdHM177gBwG+bIYCpRHDgTLTi4tefeOXAzH60zAbQAbNVKa67pM3aiH+8AcC5LdiUBOuR52kkFFFZiU+am69spkt4aJ//7hfZZ4Y02OOJIuMuNZLFbx49j1ObxObZik6868VBryr8BTH3e5gTBsangbfS596nO2vF+TItrnEDLzy8xIboies2z/d7pgKv0l8Y6Y9R1AblaHkS+dRViaCv83RWDeXbsWX0A7LHN9Z2WkHGwnCcoU8F0ZJHkwgJgMwHr7fydPTkJGrNF2NGnSlkJlPNb5OchuzzH+nJlYL67r3E18xzXoDnpnXZQuc6O0vL0nvW4NJ61W1pq+m0wy/pKySU1hg78kjneJKl1TeuoNRZxBtsBbb+B/WhZ3dVXvQI9luzZJJzNPjTd+bmigQIgABgMEt6Fj9dC/wCUdtsPP7pK6Vv7o/PqDMWLPpUU8Q1cQDDrtwHg+CzwhKrcbO9jRok1oFf7bKFd/dfHG2E3ay9dsdpz87XbBcAv+/Yf2fRzf7F7R59NC64/JYro3XT3odIa21mv6srm4wdMxbh+7wqvrhDBD/5N5+m+APyxn+HDTiA6/vjYoci5o9MQAt/NJDhh72EDdgU3LYJ/8zsygNiTojcfH6DnKkGs+NMA0iT1ZHwLaB3/d/aOCqHIsmjf9l/oSnIwAa31t65/CnT8OFP6Gyuy0rxcx9jADJefNl9G7k0Xhm9Qsqtiw4du+8/uvoA8SSJA5Pa7R9nH/e8Fn7WHJAL52l8C5PqOQAv0pvfgV5n8Jb+/wTYYaVqcYx+QE5JjBHaurgKj99p3Qw90sOIKik11F0l3el9sxtVHracY5627fupC5MHbdaXpAuyEMXbi7dtOGLaw74vfPlU57I/+7E5Dx48C6G2cpfA5+LTPuuMMauZxXOvfbF0DynseduwmEd0Gsnf8k+Sr/T7+ze55B/wOUP3JRWw+ZCh+bY6r2eApPKI/xRPdAlnfuTOGjnOYCvWtYhoMbPhF92osqZIGZ/gtALw4gdbo2Nrap5E3q9eTVC58o48xi139Jek8uu9POJ44ndbmnu9U8Mm3+Y2HOYankyoyL+yP3dQXIwn/bRtxKsG6Ahl8qpONsd3WHppOedYNsS0ln5CLh1ZtP7j+8bQAZU9/+EefXev7NP+xL98KzjdR6PWf0Yld7bZ8EDoWfYHf/man6hmshxNRvvmJf5OMcdujmQu+6+036Jf2T9ufRX5v5e5SOgFo8R2dopAfb2Iacrz5pOU1rbr5PUH9+PTRw9UxoDomIYN0nfYe/N24/0fX3b0lvLl2InqBQCvByqyr6GX5D/+vfc7Yb5ErOUIhuLjXc95Ni33m1f5Bd9yhbfapPpU9MEnm3bGhfRXLRhuBYwM+R01o4bDrsn/xJTsRsgPA2Bysae8V3+FP5LfIP44siH+XBI+sV8US6mEE0Dux960APkdWjagwnWMjDF7aeqyxpv8JE7fYmmdCk9rDW+9msD4uwR0n8+8OYJq+VMA2v/X9vngChLedFf/AAbKPF+2vGAPebrQEgFkujRUdKNnZyYS6phMKzz2DX5EErn2Cvto/8zAff44zV89RK6Mb/vEPDUT/l45Prx2OrQd/mToKV9F7M/61zxkX9pe7qQz+wNm9TYMHn7StLMK/8Za1uSIHvb/P/PQ89LN9tu+d8ulPB9Nab3xyEk08J+lp8xuVzm1XrP9Gi2u/b+xbcJ2eh/dA+OAk8rGu4o1/qohD7/x++22fe797nVquXgkZLgSLj/yXv36JBrMW2lV8m14zdJb2Df/SLd/pJFR4S3d40Vgal2BsL77eGNbBfubilkUnecv+bI6cvIoa//af/6UlLsETEGQnmKcyAAweKQCAAVSinelfzuLtXvRkK/HMDs5JkXWWjgahcwEAnN8MpDjpt3V7AKjvBZwP+wZHUeavkxDG+9m2wQxYG8Y7LQuHoI820VqJgfTT91sDgbo87WdTfSgB6XfOFPq8VTa4iUob5xLwMcI7g8fPfloUItjbcDyOlkKW34ul2LrlEAEkADbAOxPmBRJFunVgCgBD96q3up6PucpfYGACwNyfgG4AhFcJESjjbI6s2X3mMYyiP6GBDobRjogsryj3BKzbpOsMb9PoAKvQSleA4miFwZMVohaDqdQISPy2WOpKeDuGZLiN45VnBsy2czIKA4FynKPZPxEg1diduAGQdR3ibkNvjVub7ALRz7MinK+11Hhs0H3G/QeqUXnDOmvtMFi7QtDLEPY464uhaTkx2W5pJ6Q5hF/3WXcLGYz5GKoR7hgx/N08UKX5VlDj5BJYcda7aXnbcTZIioLSe+gswB62rLoM8L+Hn23YoDzHWrBBPEau5kD1jq4nINog6s+2d9Uq5yOClgtaW2cDev0CaLQx6D0aBcr6tozOmNeDtSPvvcl8yBo6G4iDXAxDAPK3iu038YIz9PTsrrg97UH1ehvb9/kIL00YDBhP+4eT8g397//4+ziYCZ43zUo9dUtGqrOgefbKYyzDAiO1z8jVuOGzdcyXezqDU9/C0w18is7e8eAowfM28r4LI69l/OYMCOQ/Rsjd9SAOBnwTtl7eJ9Hh2v/e1+89NmwGfOmAhWl/xEQbdDFyyTDbh7161s7ZyJwAhJH5Bngc2PtJzxjfeq3mlEBx6LSdz25BddqctICf7ekxhUfzLO+p/lcV1V4569wJwA7LAEIfmfrN49Wlt7xfhwS5wLO9DtNiDznZdkvk1x0Ahj5wlJbyon9Nb989b7UkAbIXuAOoaEAdcNmG72TYJgiyLQaxEXDMLDu+M87inMS+AAju4N57fIXG1e122+gFlAJUbFDlzjrdCvmX/k+F3wRJX/lHZrfsu33+ZrCebjQ+5zZOLY54Ay7YBXqf1hj+TmY7dsI6Q91K7A3iJms2FTu0eLbDVY743z/9A8jSZw16Hz/HhS4T6IjXBmkLqO0VaA6bQJm04nvoRkP4byXySfcMjx07+TmDUPxNFxCtHfLHNqJ1VB7AGAFg9ELziuzm738kx7D+rRugf2w96CfPjUPbAG0DRvgaof3IvQSeE3RkjbrCn/H6Twzmw4RJUKBi1+PFtBo5idxA3/V4db3sg5MJPfzW+gwQTWsUgDbB/dA5AFbWtc9eaxv7AHnSvfZXVg72daH1bXN5+PkJALO+71qv0x95HxtwQdWLJqdFZ3TrgAQjy+LzJaDOp4FrfRedN62xZueOfpkOL2RI6/nYYZyNiXKDzvVM5MFbWeijHiS7bX+tLyc+8bhkzxDELHui7XBokyCf3kcAuP3OyLM4i/D5XXVZZwRWgOHYztrfqVLIOm0CT+txbJ03Cabty7fVI3uBnYldc2zIuSCyJGewdVv4rMd04xqQUsF1gtpa5+5cEFqNLx05NwHgsoGdGDygNfZTrxc00f6EfbbhW5/9XO4QmIjsS72PREgAQvtzCgB/L34r5o98CJtmDwdYPjbD6Hf9FhtrLpw/OL9NAZg3+Jl7fk/uee0J78Ek+d8t2jX+6OqtuowHBy7jTlLDf9AMVX3azxMo9pnAd4WTxmh+K/+tW6V6DsO30B42XHgs60Z7Tx1xIP2LjWqcxoGo/TjANgC4aX4q4rniPW6g8RnG8/J80xBBjPNG6w8SKqeaQ7a0/Gx/f1dQa21JTOMMw8yTAM5iBPiX6kjjtSz60Z4BMLLO7A+yN4mFQ3uTAJVr1y+Af5HftOJFxmVfSMpIsC3dFjZxAf8RjEXvcNc3YQjGXRazI2iLbtTuGcCGFowjlX8w8hv98wZ4QgO3nurOZ9hmjHHPSo6f/Sa10GVP9h1HBMSe/S+v978pmG2ajKzpQpMXX3oTdKB13gu/+N+uUk6V17G3pDMHX307BIUvlv/B6kzf9uuz5p3gzvs7INE8jZ1pWSsdNgFgJ6qMEKOSa88Av8/XBWwmIKDERt9bAeBN3gxt0iGRYBe0nl/HRix7pf0VrnkT5tG3/O5nfhNLZ7wtFDgFCAA8KtogeGYdv7z3m3zDTugWr10pxzvBDaRHTsBOfDL+76H/XwK29xzuwOGV/GRZ+/FCdVvsZGnbHSbe2MWi78VjB9OyHJr9Nm+NPaz7bOMkKYFW9AShsHtO3GBwsdum6gBwWtO7xfx0ggmP3me8Lz697fy30jV0it9y3j17eQdKkNHRSdiije+Cc9jHSETkJDgQ0PTiDS9Q/nTWy7Q6NDv+j7vF2ah4KoxnDMhq8RgJf29cILR7IBi/oPXkVaA02K27AShopyM0vN+3zD/238QumPvKw00YgzWwQZLw31pXE1cHnb9kbON3dQVr8z9rtGOIP+gq348E0CMnGXmOkUGOrH+65z2zRn7/2IGtV1qu6poTIP8Gg4yNDb6JFLGLd57Id+Snz7fXeMvOj70zgf1pR02yHEWWx/4fWzX7uQFa+/8jq/o37PTowlv//sCv5prYrGAXJI5b2sSuks4RiVTg3pb57K/epXUUL6nABf3Nep8OHlO4lCdn3UgQwj7qIHEXL0rEwruX/1M+tsXW2EkdZGZN/iEM+PsoxkbCkt9XZJq9HPtw7EvHlRyTiDz87WOsZ2hGy4J+SBHV7oMeT8wufqv0zBTmzaOTMLuFf/r6n3VErt6ja0KfZavNWqzvkZFiN/f3qX5Ph6JOLvLe/PMfoehkQ6m6VVHqkVr6PnpgHh4Q2ps9QH0Aoa0CaeMLA8Z/llDnDNjTUmOeb0E8wiSCeKtGtLH09/blysCTAWbC3TF2BRiEBs92W2PuaOPX87IgLuBlKjEaoIBhzzNk+M3mvI5fByry/Lulkr4DwL4zMjXHAIZkzspROIaYW2amctHLMUyNI90Zlse49l/0/hBhHNUhYAAjDLsCxNm/CPxlCpgUAa4MmLRAzZja0JfCe5VEZyoQAOZdvbZd4XQ7K79XFsF4CPXufx4QtSpFh34jppaBPH7WAgeyWvDpdyrd9HcMqwYBLsHtSoHN6ooBse3DJLBPNqjXeCrTKxOswYy3sofKH+0pAiy0cGeojMw7gRro01VU41yZnpQIMYZvhNYn8L+zKxsUVIVXANwNYhmkcQZXIsAdXMbgDDikMy7CuPo7gdPTGnzAg9BRqEHvOa0/ypF+gTpoJ4LzNjJ9TvU3Likxr5UM7JIfcfal6W/nPRm7UcwY9Fy7AaC052yD/wKZPRed4VMv1Ly0VPOV1tSGyjeEOK5RDgQmLdOmgjLGJPwf+snesQKbgAJAScIKvAs7H+Bf5rzB5GQ4d7Wnnvq28n6BTPapW1Ai++0cjdZHZxxwohy6PAMDVedVScCmAgbjGkDl0KPlb5T2e4ZYO7gARG1k7GoBVEjQab/vNjfQHzpvg6gZ12YN5olUu9ko0dp9skf8YABvjL1Twev9nqSaMVjRsZl/jPcTODGdrd6N/gmd4GCYFhxszfvX6Nf+5ks/+rsHeggBbaYhQCD7yt7o+rTvzXvbMWsr6+g7A4JVKT50q+eF9y0snNAASABY9hrIHfDD+NVznO02MkyOdQPGDhqXAWhDSQCrFsb8lLXSOmOwUwmKHGSs4l/Ant8AYtb9dTLyfWiDAAZAuZ9dLQlfuRG+vwFV6VvRk+kK41iG91yLEdj0r/c5sFRB+JNg5+z3ZMr+1gK0kzy87hOw9ry+9WP9CaBpHLIZCFBLDui73r9NxAntU9mrv3OmDwBpAqhp88QHB2QDPBtwgaZbN3fLyjg7quLPPR1g/y0AzPpzjJfWkXOxqBbswJQSGrU/8Fcy21ffEMCHtyIn4F+t75xrWHaI19rMu05DQI+0xmdt1uarymcnA2y3i86whlc6AKzXuIJZoKPsJINRu39kPDdtHgCm6PVOQtHQJaMT0DXdf5tHNcbRSyUf2Gs95z/+sglL0pWi51v2hBZbr3m1ZmFufXO3Rlt7dud4klHmmVSvuTPHw5NLlflbBzhlz7XtCg8sMPnT/iTRc/XZnumU56udpoTJvhmbs2lf60bygK4kgHHOaI6h5udoT165a/p8AsA8px1e6PhdB9vE0/FHcwqtZdBv8Ltt0LwXm0Zj3A4Ura+gA/RWv9979P0PX6SBPq7b1po32M7vyDaNFftFvykhAiCwaeGWt9BYgBXWXrNXRRiZ9HlHaKYDAW336Z2baLBJcvh++KDwtaugNX8t3Tw/8jX2ZZ85feY6fuTxmb/ruksJuvq3AJ2esQmI8TGx13oNmw/ujgCZU3TT+gaXjWkduPzcAZEG/U1bThqZ8/lMbts1CLuLPU1AN/4ZGfjgBwhV2rPR0vvMbQIvegPV9wfgPzb50PHYf4f2vuqQTUyKDdh2JWAhdobGQBUB68gRJPDtZW9/BCpZ08km2JNtbxieq8AZczu6q/yaLgIwIDhBqXTiSItf7u9gKfbzjblMQoMreNfGYa9Yp9dG1RgUAI7vOG3xZT/OQr2JsFQIbwJF9Gy3LPf4TmecDdTSeQNaxd8kgN8Boh94UoSqZdfZn49e4qtIryYBKvKEKvbbTkzLvrsqDNvBgZbxj6hURf9lvdefe2XhJWsVIJwxkqSGfdNy5MV/OGsPvWO6n8B0J3iwrt1WVvunTzq1hVffYNuPAP0fAmTHDzENBIiPjRRwHCwxMjJ2g9v+V6BVc3j1j76j6xH4V9tN7SP2+aotq3/gSEPUfQbo+qWRE9hRugb8LzjLYkZ3QCv+y9Ev2ASzp8Ez1r6X/Ot9PfJ/7HjsZMlh2/Gm0SkWMIQS3KcBeq2zffRR78JrSdAhAN16+w3mcQwKNoVsRMbx0t3KxU1YOfJadFQ2UeTydjhhrvxJhbT9zwH9W360vF9fYnEWbO749Ou/8vy3Y8L9/tXP/xP9aP1FGeBkxz+ZfRX3yL7A59QeuOK+8Puzx/YVE8zEt8a+s1VuHl67a+2RLCr6We8QPdr/HDvL/PINBDn8JvTe3boWC3fHvan8Rb+Q4EiyhuUnBTGXzRt5CfafgpL1E45dL7lbDrvmhW8AfZ/1G3spOmGzDR2w0RFk89XBXSrJKDhHEpPQg1o31li0mPfcASOSXI9+li1meRWMxmtffkz/m32xPJ0EYcaee9OBEswVvm17Dn8D++q/v3F2J8KWo21PvraOdfUk8WmOJIx1bEiylBgP9vLxR9z1LcUOBAl1pBqJR9BxronrorXrowtEDyR2vglrP/j/C8BZrvKwuQB9b7k5698J2qw/BY50WYmtgi7vLhvz4EpAPxi0ZU8lMBTIQetkDcFfT4ekTjbZ4Dgd9AokEe19/1MA8Fw353kjJzeIugls0B32JetGjEcB4NBdaBv5Z1p/6FU0vWc0Lw54B4xD463D2t9GX+oabNw/jzHxJ83ZtCo+dkvm3X295+oaMGvue8oPqq24At6dwBk7Y4oSv3uPLf3ZVZ38x9s7Fvn6Rqafzx95EzrZq0MHkFPhHStbBk9oefe96HQGmYSwf/uyg/7FZKlU6NZHDWg5wKcsPpWbD4NimFPFpkU5FWSVHW4jQlmHn9Fr4vgG8JcPzOmF1nwSCFylCIGpjL6VSTZ2lFSBqiJkOdZewPP7ZsZ1sMeEOoKcTRYT/v3vqbDK/VwQRzJOyp5XxoauQR7h7nsHV2kmgWDbyUuL6//1v/72GcSdmWNCd4ZAqjhOZdzotjvAeos1V7NMZibv7ysCBOesw7fSjaBAgzOtlNu4Yt0kvE9/coLS3schxDFEbicvI9Ilf6oAZpxXy+lD+HEYo8RXOUYA7dlbOCdn/hjFtSCuqINeRkjonxjNLQTJKD3Z6WL8ofWAOAkuZhyT1a7xdVbNGPOHft6KszkDMBVcyye04cZAgwaOIzYAQwRyKrD0cWYdcUfN6/vdgfX5kM2zCQzb5hwDIgFgLfber31p49x/n/VtEIB9bn73EnkdCgQRzU9goYE0801eLahit3KAol5b3sF3XVkI0O0WJQOGvzKh+aT5Wt/jeBygYAR1fgsNai8aYGqD2nvxGRzd9qEDwN3+mWCH5g4o5XX8JZAGeAXtd9Y7dBiwIwDbqS4YXjl0DsE4weYLQPt9uyK/KTPWCFnwGqzHaOmFnb8fg/ZJojlZ90NfWsO0ONMiPwHL71lkI3YASRWLrAevXuBy9gpenzm+gT2cLujXz1GCw3dhy89TMfE4njhYBHw7AMz9OK60OPRe+JzqOLc2gr/vNJ/fKtc9x3JIOvv2yirHkVGL+u+5HSi+tyYgdAArZGwc/gM6Gnj6uQ+RxyvzWP8rWP5dgWHPewVw0fbsAssmaMgcO+MwvDBj+u637UGG/ASAXcXsucS5tyskW8STCZcOAVgAACAASURBVCgSYwyj8t/celUfWnM5g64Mqb9+LWAMhxiM0v2bfHEyyKvN9W/ypQPAAhioJnod5jakfwsAv4Y2vK7vQ5N3VqzWoc9IkTzroJqcaNtPx/7J/H5k+H4v6rbxem/OPIkcJFio9fn731WRv9+9lfMAo34G9qHXPxWnnUFLtc8vomSyNm+gp/V6NEj2mYoV/dvAgQMvW02EHDgdJaoVPwG10EUESNquRYjod9EVrdmQcVQ2HJqfxJ+2saHp3+bH3tqeaXk5vCj5iLxpeXACGhMAtn76aJ99SWXQl/g5wHRXnrsrR3X10Rhw/GQ/0EoQu64r4AEGtGfKcv1he9tRnrbfY//g1AK2NmAoOm2bQACybVQBKdVSTGPU/r0V9F5b6+cNImmM3TUEwPeAiaVrXv8lgBRJSY99J7pytcTYUapqnY/uu7sW6LdVskc+zfWADt1SDTsT+nvppdctCWkitlzlxE8BVkMkb3AFQBSb33SXHKwB90d/jCNgx7fs3X636DHB58yvA8Bv4Eq//08B4LPWZf/oHgWAD3BZzkmDb3o/gRKARNOJ9Wsm99JXOgLM+eLi9QFHoSOC+A3cYv9yDX822Ap9xk9NZrjWiQAwfPM+w/8e3+rYmuNXtAz5m+Vt0dMAE17fqeTqQMxLO++/+5zttvW9n+Jh6/xNxrX9MpXzh4+01pOgleeLb9Jej7mfe/4QAGZcDRRnPHJIdtSh002aRC6eK1zVRbAnVUb/619JGFNyz5cUf0DfTh7GduSogJfHTmLoVCX3OiJX9N17hEYHdZKln7Pe+h7MD0BagiXvO1r+I0u7Y0RoQOfnRRaGXk2R17bfPJxgaMsDLo4eSuXwSezKip5PB5/7JeBAbcN0sha0gz8XehtfX8EHnRFNwGaS5zox4fUf8U882wnW6NmSXwHspvuBEjUGvJedID0XfkkSMB/Z6Kqwg/aOLyPbeuTQWccKAJv6v8EQAAbDUGDh14/t7vV/WQf7BvpeQd56H6A+dkiun3MT1ZXE/nUm8oK7yAWOG3uBSOxl5tDvBf/R84+cGDnE+y0vvv+pjaIDwN+Uu1MX80dPt3w4nezANBwM2qS3gy24ReisyQTYOSM6a5GESeE41/ssg/PwF2trP1X6jE6BiB2Ns1u4en1GVkO02t0OJrGG8Y/v5M7oAo4kKQdcz/CmDyPMBCIXtkMRfvrZp/IPoTvoIj51bCLLMCWrffKxkyWjv5Wgo0Cd5GV8p7czYuaiRQ6uI56Cz9nTpvHG3F758o8PhzW1IKfmxpaLTla1n3rLpzdA10d+9Z5rbMFZEoB8P+i+O3CZqzRX8VhkSTpSZY6R3am8+tf/+utXCdm41+XTFcvTnvOM79sLbPKrMr3wtRxVNv+1bBocfuX42l/25+aM1k7ga/38WwDYumXsDcaodXYi8h/2KEn/4RL2n0pZJx0VEPAbHpcE4lRQ8ulOWa0PjPMpaNkFXONj8O5f/ZOpPF7dOUdiCH95AuHaLsnpxonaN9beio7wgZk3YxeNuIJSHU2+C7EFXh8Q/fTaW61j3mcTVMIOiR12J0STfMmRHyngufcHW6Dt0LYn4+ODoey+XGPzMYjxp+msswnikjXjqw5NGeefI45O1wILqIyvZZHWDZ8FnY7c8TqOz0Yr5D+dHQ7NHntM61VmEM9uvmz7npmneAo8Ld++RwZd+1gBYF2L/6q/g9syNt13Ons85oGuTSHVl9T9+A9tv+m5P9rq156TaAO2jd1lm2Oua1+Rte/Wylr3u6BtaSrroeQDYiKDaw7Rt5/WRROdMJA53Ef5gZuzDr3G4lvhpdiA2kP7W4NrIvexnxij/iQuuZS9f2s+NT2PndHvvpLifklkR0f0XN+jBNvuytgyBmy6jsd17MNJJJJBwvmlpuc+/t4Bd8uPj0l9CQZmgLq8TMzAAhIwkpDNmYqctZHMRoJU3cLUAr0A3A4OU9FkgGBagTGO90D1bHBpAC3EZ/z5zNmyg2yQTAYqGfqeZDvNJoCfwLUTNUcA0FIvTNQSgczWOWS5KqU99gm6HcdlNuAN/CHQyGCRMCXjD+aCoDibDGa8nMfvSwuacoqimJS5k2rurdjOnrJe+rNbR7oycdpp6zcqBl7gwoz+rbEE++V0fzf1uSPL1Gt4RHhupmtaeO7vzpCvFk3MOcInFcSvQvT+jtE1LJJ5zrWs5/FINYQx0KzgSsF3xRjCP2ux56nwPFeHudf8B96PQ6U1bCXHtZ2Vp7GlijLSfDOLxhnPJPyJITEtGcawPhWi33oQNHgz33vsm+mlLOkVCGf/510YX13xksqoAXlsZCtrdIFOV5JNi0nGfBu30u5kGq72akc8PBcjEfqIQsy8EWDJjrtbA7+BXniQsZjvTOdPVdgoYIDO34xaP0t7cLKbbqB4DZAkDtCiDEeiAwg4QIwrPF1tH2aS4u1tk7mV26YZrdEE8NqRwvjsMyNz/Tpe2RNlQ8VRkIEU4H5GJONB1X/mh+zDZhPr+hvQ2b3O33R9WrGto/pmVifosHL3NVCQnT8ysOsMLIC/w78jmmPkRggGhJgqGilBBZAVkJSM+ObBOuaMlekwMXtcrDcOnVCyOevqu7edTK1TWtllzujAd23+lDjztkqB3v0sZ5DtusZJUsJUWnics5g+GfQn3dKBKRxV8UF4ZLJ8az967plQFleyi7blBLH1XQfGoAHWQbSY6qKR7aO6XRmi4O/Ic8aS++8AsL4zQIOx7Iq7yAMSR5ANuX9BrkxyaZHAKbL2zPUJAIuubOxXstLu5xq0f/lrzqDcNmubbNbBtg6kvAHvzhC0wabqyu9lRw4+GwLPd3Ic9k6Dxa7gHSDCjpozZ/fjFrHe/wE7BcJPFwR4MGeVrX4ZPMeL3EF/QBHtSwJuZDZHsCCfr0Do7Gfr8Q4g0eFB9wPMXFUs36Tk0B3AYc5oJzso1ScNZu+6ngqXaasc+pvAhJMD9oxR2o8mZSD01BUL3Qp4dUHAKo4OaLCvszk7ENpAFbt0J/jM68uQv8GkrD12nW0o6fn6jmDoCRpNAlACuAngpIXbHlmR/QsoyKeTT/QdHSiQ5b8lCogeyYzFl7jmPzLoBuzqaIyzKLEbbQYNa8v+WJ1yn9V0JYPIllAgdgJ92IsdtPR8C8TKWkRedUeVA5g/8qUrlfQeJ8o6+QLbnn0MQIS/1BXyzeO6msqTBKECzl5JbdLxnx43jd7ukd/720dfk3wGz9oOHmEa22uTa1t/8TzLHVVZjVDTu5jrreMDGMp3Yzwrg8OjXM9erF7BPoLws/8d1Gn+heffMR3LReNwS+0kALznxulZ77lr2huPXz6l/j5VDcxXawOfZS4/ATfdf+Rk2RnY39q/+NMblOr9OLw1+9nVOAB9jEO04TZ0pnN0b2Wmj/2DDiGZk3X8lWBmXrTpvKofa//hH821q2nwhS0vBjDJe8Sv4WWNw9UPX1LmsbEmIWS7YiUA4X367OQDVl3JkLv+xpzHzdKZ2chHj3P2oVuyArgQkNhErp/JXaeNqRcO+2+PnMK/f/3LF9fImmXu3botvk58P66Btk6C+CSYse5cx9wadIc+2N+3FWPzbN4cnINnIw9ekdJr+ibm8S49jdaL/Tx+7wDm3QGF1vuRe+f67waCflTM8Bv6Z3302Iz94d8A7L1O//2vBDK6s5rmqITA1mHIYMkTKuxadot2TjDIfkf5vp7Lnp+r+R9+HHniCp+zgJH52JtHzs8jSTR+/e7Y/NtBD30IONjyupOBOGs79vQO47d1vBODg73pc6rMHChNckvb51S/8b3uuRKc62VUlZ77J+CPzQyPSIa8QTbsk8jTrHuIujrA6Z/aIyEZDoaEJ/VBJuvfr591tmdk/sGm7Cvf+30SRrT3lkmbgLuVYtFLHNdCYO0k2B0Mc2UC40M2wCZth2FLQoPoq/gO25XE850KzN6vy94ZLMfyRHZ3AeAOaOl+Ycea5tif1nNOcFW77PXD9b7IyfijV2Xl0L/8EM5ibvqGdvWM7YilM9t/2jyMg4rUg5ccm4cznkOn7D30v2u7+MFWSuY7X2ObL3YOct4dcr4f//rXJBo0xiG98R5f2Ocz6j7sgthbi81AvyblT4+SOM47srZQ6NpYrUOkw/oM62tsHuvKf57EeJsXeJcxoHGcoTVwAsvjwXHY9zO6CRSSkNG85v1V0ZhaotYHbIqvjImPvDp2f9k/9tvM17GVHSw7Dkf8X7qeGnv59pLq0e3QEMwOXYSOt5/8PZcKbb0f+WfamE6OzFsyEtz7CniPrbJ0Mhj8JYN/oe/a6BQL3R2ych4q2EVwhmv+wm+NmaVC2HvXAcryc47Mmzbul30j3+RK+1r/kTXD7mjcNb7r4FHYd/ZzJvHjJOrtsRQaR+PUzbMXoQwftP2DLywePkU4s6z649V54e1NYnifDy92J8bs4az5COU/xS50bXTcYmXneALx9zc5qlgtk/yd/pI0CtGSO4d4nJ2QA/6V7pqiXeTyO4c34XATCIKlEOtpO0HPIL4HzdJJLc+nQ1bWAZl58GXxopXt4APfJlG9ivx4O5QgV9vuCC0k4asLNaSP8Bezh+NPW8fOsVOSBhWgRcc4AAyrPSzX0BJ+YWNZrO3rt73XoJcbg/D4H7xJrz8YwvebfJkroaZsE/BZsAeOijn7/V2LjXZw63/8fSj1u6pbP2NwwbxadAuTL+sypfsbAIYY9OcPAM8OXlaxW3qYQGZktPiL8owiXwNiAovH0cpdawDu8y/QpyrzTI7e0SgpHxztEv0QYZRCNj1Z/jEU47w2IwNaRGAKxOE8FpiAzWH9BIqSPcr6tDHDRgBIkO3ENZy7GkLfXu9ZA413S/b1nStxfUakhIpA+J9VcBCElTaZkt+XWvsFH8ScC1T5/aOHt+0WwE+eSPCzHUqA061sbgAqWo8WbAH2RdER9uxznr5nPmStVzMGmB1j9qOTbtNCUOtkY2akBhDcYqLA/ga0d41C06fycwJraUfwZQf/7WvjZqVKq5wGn7edAfuVPVLrzoyzHQ79Nt0Wh75/BoDFQ30GFWM+SRtnPpnBVicIwM4ZPAi3t107rcIAGs2vygSdtY4iKQBFiQAS3HYkZpfKUdF7NNd2Nr2T5eC1Yftm9rWTAmjLOmNsnkzmAZpjdIlWI0xzUP2dnUVQ2sqtMkcvJ/t7TgfuJVwBMm5nZA0ujMLIl/Ddby0j7eSN40BFt9tMuXXLKMxx0KheIIB09m4cAuhabf0aiO0AIwFEGRIODsjxMriZcbTjfKpHB1jrrDB4InuYf8HzbukyGV7zywUk2+kto+gAwk5YeQPDqcBIYGtbkXeGs+REDLOpZDp8HznvsVXiCHxCEhLG8hr06yiJl5JNqlalmzWmZ2L0RE6KX7eSSrR0zpuYAO5b7XH4ZOj0bTnVa4vjR0arjDhaTJ2xVFBA02XdcibT3flCsuVq8Tq82LLxVKAWSPJ2INA8oWs59m8FgpxLfToIDI0hc9hXXReajwOCUajv02JTVX4xwOERDHrxxBr/WzHtZ0xni6ZZ/R3AyN9Lf37/GTwyPypx6jYKu+2x9+ZbUyVStMMM313yavjnDWy8ek33NA3+qBD43ofxfM1FTrV1/AaF2H+y4sNjqW7x3KtlM/KBio/sw2ZQdwC4j7/IuaRh/q5wsB6rCgTG2hncWcvo3stGgA5lf4nnCkjY9dJe3QCj3gFwSAuxllehqwFupsKHllS6l4xxHFmMcjuGI18YSwNxOPxv5rfXZBw2zo9pmUcAtoNqlmEjp7ABCTQxRv9uOtmW77kPO2iDEASAO3FrndrYj2RIEywKAJqA/xu0Pslll/OwlNgOlFsq1hEgGf8G+hL4TFJo6G1tuK0oITFh7T+ASlpkklT6+hNn/YaOJKMazG87IO3QNoHGYx1d5L9/ay5nyTL9ZC73mDlrd/mAao1/fva3PiQwdNvhAETLs664VyKRz8RLkgGJrTl7LOceYy/gNHEWm0GtsRV2V/78N8AAAmQAd/anKvjL3qQiqMD96UbDeskm0rXOyh+9Gx4M34kelXj0M7CWvXc3qcEqOpga+iiQ+ntWWrndyUvx3SrZZ2waVqBJjO5S4dNccZ8xtRVUPZbT8hP5NjbuBUQAwFjv59l6hwDxNwkM2Wcdqlac40/bn5NdUb5N80jk/drvPIfn044xzLVrkrXc7gYkVrbvwZhPp47jneNvh87v88MX+Ga9AbOQm207vAFg6ENr1AHgdKjJ+DcwFN3RnXO8xtWNywCI26JvAFzT4GiNYysMPXcXs/cs2uzf3amHIAK+ZnyflWG0p2Qt0o1mZYaThseQ7+Acdl4qZjLvDgjD+xefd0vhqvzagMfoyukf2zRJpw7ThRJI5sfIHhlD0SvdAYwxbLvqrViEvjLuBNfip4UXOPMX+XIDjFmtTUSisjD+jD7sU+9J7K+bXwh8scZU1rMf7P/6v1tlSVWcrsUmit+bM3o9p7GfdP+eqR7ZDG1IdnOWJvzZPN1JVVnfqcQ1XWALzBpaHq++PMkdQ5vQn8Hy+a6Det1i2LxU/WB/Ax493g83k5/Ya2s/TIl37kQ3+nlsEWQPicvi+/isaqspnCOtDPHKuB//pM+rRP4desikHLA4AcyRkd1WObbnJqvttY1vbfX2aUs8a6brSVTLWeNDk99zz5qV/UUCKol3ocu9p9uFalz/HPrpM54JrL4VhgSA9TQnuA1/MqeTYFP2v/nOZlYdgWM9SDByBjeM0MHZrhBMAUYqaU8C8iR6aR8dIB59zTNaPqft7WAMA4MBvLvDjIuBog97DJJHsUvGjpX5/c0vtkXm8eI+Djdp34ThTcJT7KrFleF7u4MjprfVacbSHYdOQG7k1q5rnvRDBnrFwxt8mL/3bzrUdKX5by1NWx8ff+YbcNp/47+sTpD+8eebE/tFAAhZDmbXmKb5SzjWx8Pyq+VfdwVq47cngdyFLnK0f+rRTvrBd9SwOoGQ+SIH3D5W+zkBPiV92fb89MUPe1xYfBWHLU4xR0V8z3GhU+k408201n8Dax7bmEX4XZongSWCipIPJwbw0X3jZ+zVYsLZHz6Sv5Kfh+YcVI38Ijmb334LAF98Nfilnv0bLmASGFvRsnvs09BqBhW8K8Qf/kYv5ztj2O54lrNP82kMewKTZZMSJ8I+MHHM509Jz/gQxnDmjNW2e3r86BQ9ku4+PSfROknvtF+Gv9vO8T2TPOW1Mr6xiRTx69Z+a1ya+eiec6Y9Qdpa8x1rEgH4tP3Gu1/sjTndSU4b+MfeRx+tLTl25fg+xhztKzWdZN/+t7ua3RjRGaR2+psLldck4iPnvP4fL9Gt6sVm9PspEDQ+kE5q+QSrOGMfv6axc3R2xxvApMMjxOu0rtstqBNQ1Kbc++aNjq0ZPDl+e8tWsIlOsvoRG/jepEIb9uzINdkYo1MZI/Zh9jH0xRG251rbJVg/W+h5sKbypzvmqQfqrrdFNTaY/f8qPEziyvo/yFPWEdr+UQH89wkA43wcZ9zMMkCugiQOAIfAMllaB9xnt2CAQrzaFQRLnx/ZAIMqbvPvlLOLoH/LVLsYdLLorgolB2+jUNiAVkZHOY7RYPDElXAByw/zWuHxDBh7A62dyXKy8gEAEA4tmM0IIao20JkP7/6PTzB++3EcMqqCxMAQ4lWRewCDDiiFAcycPgOqqmVmgjeT3QLuKJRRPlFeuZEgFMLt1wpsB0hzZk0y+9QuM0KXqrvX6DitkLQfx7CNokLBi9nyG8BGtQ/8xoaw0Dhp0YyixegL3a7iS4uWzA0nglbJ3GtGG2fH+1c8YQNyzmQ5NDeAvUXgGDmHsLSGIwj1XYMZa1xqLJOAUIDLoU0J7KrQOlkxFsC5iv0yzfzI8vwyD0fR48AYANd4v2ck42eyYcfJjgMcB6Adtp4X65h575pqbxO4USvJrToz7303ZV9n3MOD1wHmpTi2HVscZdPxVGAi3LmXs9Q0XpxZgBuv/QdEp6JJZ2lHQXabee2dAYvC0X47owXnlP0PLW1AM9ng2U8AieYnBTVwYDrYRBCAILTpswxNDPzs91YBAa6gOMQvyqB0xwRnMO7eYHR1K/kfZ6hzlsfhuzF4x6kSRJ3xr9GJPGMvWBMCU8zJ/OTMrVShSVFqTAl0LnWRIHKCtuNAdgWHM2qnRWiDt/AAz48RHtohuP7KCTc3wPnHPpTjajsj+oIW2rqOpB1oJnJLjiFGw73mZ8++geqqDvC91fydGe/WapfxGaOoAYn3zK/WFwRMWgY2eB7hEVA3AaEQ3E0zuqZa7w1dhB4TROiABqDoMZBGXloeTIszy5/vv9NymYDlBKv8++hpnse+whS9LpmHWhLe1a/ovdBj+Ikg8pG/k+DzVnzODsZ5pUOKKne0VmMYHufTL9ijFfRPzTWyWkSU9X0/vxmbpk09rhywvo/MeQAA9r8DBd2aju+PfCgdg3wzffxSAW5+Vbt+o0MJVon+5EBmXdZIP3zhtdBaCwgcu4QAitf/TmDLfXcAjb1ZHatFmQQQ/fXYBrGzJFMBZXpvIu+2oosKboKUspc6IYiMSk1hAcLbnnq35XUCe2ysl3hMnPUC2F2BSIJBA1wG4L7/F7qdhIfJYCXZaQGOBoxCMegqA3DSvdJNTODbT44aiT4OkKZrX50RgCAJdGdPxuHrFpzhsyTIIHPSEmxs4ZOZvvYrDgqZ7DioBrsmEMsawMckoLF+2a/QGvZ5r2fGzJEfCYprzrZF4LWi/87Obt6TvaBPyxUfD1AJF6IH7B4FV/paHMic8ZjKYCVsvuuN/R+dNIDZXCQ5YnBpjKhOOLjAofFxNB7pN9O21kh0oPUYgL9tk9eOIXHunBku+/mjvwO4jY9zyafvgdofgOtNBJ2As/RpiUKb16NrU/0ZsCfgBPuUIJ/9i3lnVxVAFz2O/q5BgQZlWn7p+nTb0NFFY4977WITvlnoprkBLAGtQ3+fPaPKpLGXfBayFzk6L/5Nqu/1ORXQ1Rkp8jgJIN0pJMD5fW5xywvmj37Vte1zdECca49/8nRqsD9v2bNJgx7vdEGy/B9fU3/Xszsh4/DqAHC8LzZdsto74Gh+LNsfPnOLZCctx0DUuzrIfJJaKwAO/1r12gf8WXF47MN6Z3eJ8f6OTEGeCRiLjpgEqwFYm+4MuLvCZuz04VPo9uxR6TASmt/K2wbgWv/2vFqn5PuxV/2iCTDad0rCBkC/aETztX0gMKnsb56fuSDzYwR1spLfoDX63rvdX6RjpvJ+aIgAUALRa9O2bv4BeGufFeAZHyiycMFcAhQkeIb3vmcPwGsfRzJWcgT7jb0z7ebZmh+t5j2G4X/sl8ig8K6S/50MhizVO2eAvSdLO4tLEWRn/xu34jvkwsrkDfDpGuEcQ06+pYN5ktV9hM/tE61/ajvAsjQLe/wwJy7omdNl45u3Eiky1y/p3UcuSHDHprJ+HZ50cDki7uj9fLG84iTpJ4iMjm5e2SDD+pemM+tr2RYxkBvDe4+y6ISAXKz948zHwTFHXnCsid4h/W4sy15aAtmnI1vpLI371WGdWLTv305BrDuJb3ofdNcBUioG8TtFE3Q5pLAEmXbA4knAfekn+yseXb8nsnBwmbLfW64xfq0N8mEgKsu+4w+MjQFGhCx6E1DxV7OH0EQ61JlvzhhvnSAS8tFbltEJIoqGWr4eG3uYqOVF6GaSIMUvo3NSOZZntX/pdUJ+SEZEhFytvhv3u+zr716OWIsfuvSPf4VObQzZNs/wYx+FtsEfpMPww/gS4a2pVBzdjU4+z/ecU8jgdZC+tg+3Mh/aYj18BMwEdVqP+n2fXMcWRw6d9Rg5bXksDNB2SpKRE7yTr7Vnbrce9z5NoFp+xiZGrb3NKtg0Gp2ODaxiiPCTsL0N5kD/PN+iY+hBfyc5RfelSEd7/v197PMElOK/g0e0jcyYNB5ov8IKJoFOgOkuprurWVfRJAFij23sA+2V+XF0VuTfVqi2HMTWBqM4nYSMn2WDdLuOvNRvJMpJNoKzt34gsV96RbyQIpKRfcPLWUfsoa2Y5l22nWe/zrxmbvY1P5pcfEW8MCujfbb8Db4UDDH0a1Uz1zU95D22cibpvPFwuhwt1q43/RbERX45AXXe03uwe3frVdPb2BXQ2tr3uat59Pj085K1uXNt23/40xQuDhnMnmYc4NesN3uw/nsmc/CPSUS99ufbS3Tibf9tMuraJ7v3Gl+f2ftbB4bQaux/xsazMt/1AV7d2/78ifGJv+wzRr7oWQcP8ZomcaTjkXaBh8g6ka7HwZFw0Ft3+/IegqmPrZ/OYTlSJnu8SU+no9H3nQtI/+BLZl8eP2Uq/I2pmPlEr+nG3DoTmndS9vDjG3/E3/y3v/3nprCmInEV5N3y7Tbg6HEeYlrj7BWIbDAM0NeyyLQIBGDoALCuTyYtFS9pMdVZfDqTjAWgAkr3tQPF74zjtPWtyuJrkdQO0KDDloOz0Q2kR0mE2dzKSYCwDWIClmtYm8jre5gYISFGO2uh8VfFjtehFK7HMqBCGwf/RQB8AhUImFNVI7X2LXwbcttmaw3prQTLOso41doSLNIenHNlJWhDBiY4KqkQYHwPM77Gsipat5UWiinCSaCfA5Y4fuOY5G13NiF72menIrBxyDwW0SsPmD/7On2FsNU6KCkB2ujW2BiEaX9LkH4z+NlfXqX1ON99A6Cyg99jDPvt/urNkPEvk+Sg9WJMWd+cvR0jNnusOeEUwpeiVbdyGQcttDOC24GJbbHp536//0NnrF0tlHT7riCB7nZ6qSRNq5m0Im8ABaAdx/SuxFiQ/teKiOs8pRjmGuOuc/avFXZ+w5oIMGwDvSoFyU702lt5bAstFCxgJrTcip01bqBMv9OqUmcStENCK9bw2ho0AVE2k55AXGez/QZAMn8cPKasBJsOAP8KXn5DsFE3DsLhxwna5FmhdrmdzgAAIABJREFUKdElAFEDcdA3RmgnC3RnCOTqAYKqQlvPJrGE+fQZoKcCt5RtrvtaJCvzvJRx+CLrT/IArZr0W1dXwydkIrPW/Ty18zkf0034o2V28zxKdm/K3wzYa6Hn79efBpjSWh3a+u05vEe8Ln3p6t4GRKjgHtD4j0710DpjNPinoZVjdQzIEcNNh50FrGfg8OFARjfSRUCOyvJWt7rRfGh55VYyQf7NB16faSGFrNHa5CydV5LPGn/zl9xBrp/5/X75ZT9QQYTReV5RBuW7p+IHJxccxoiDAeCuqRxncFr4vM/wPId+qU51oK0CEG0zcD/yAenWbaJ1jehzAy8J1PIh+UD3XMlC1Sa/z9DRfQEa8gTd1x1cCFYgagGgfd7jJFYgO3X/Om6b0IUeT8DjZ9tXt0j85Qwyj8egwj93zQxcymFdI1nX0XmhdTKJYxfPD0hgOiuwpR1O1vINJnl+5Vx0cgcti7znQ2AG4Ds56wBUeY4AZwEAm+RzV4j0mcztPB3arwptO/aiV9ku9rijRzkn+xwRoErZOurE8xZt1NlMAHLMpUG0gCFbnS+7wZW8dtZugA952nyhe2MfbgAY+w5ZJadP43pb+P7Gox1g+5E00jeUjdFOfIsbAoS+7aNH608BxtVWivlrvtJP79y0EABM2vu3I4nlxgCi8IvW+5IzI1hOVdQQ528B4D4PHXsMOXdXPm0gO+9NhYHWvrtahMax+9dhf9cen6hpkUSwtkc6UNFBxH7ettHLtx5/+Wq3rzfXjNzvBBn98ltWfoAoOtuszXj8pnmWRcITCADQBkBzpfkXAHZy4eg06/+v3aw+DspO2772kW1h6/n1LtbA133/yFnte540v9t3GbeeZLyusISOAOouFfr9g4x12iRq77tTRNZ8d6TtBT97aCKA7Fbr6LerleXQdipjd52zLys7ATDhoYDkm0xK5ZBoZ/3/W8e136UxyZ5oXfpW3moMHcjIbCfw9+2Z12RaT9LCWWmYq+92fZIEmmSFTvbzE2fer17nPD9kj9dE+3q6YySBhb0jQbrtHWxM6KzP0KaFYJtDLy0zA7AGmSGRtZZK/hmwtvVcz+vYb6arObN15JlbpD5nLJIE+gaAARRZJwITh2fGn469H95iL3YnIseoDMGuRVfGudGKJEGPRNHcL7B5MAljK8MD8rG1LpPY0GA7srbtR8ayAY4kdZ3vpZe/HztJNn58Apandel3g3Av/FIqT5i3HknHjJ6/6aiC+wD8VCKHzoS3JfGl297jT6dqb3CtQVOyMql2O2P49hvbBgzv7Msv3WKQ/UnMD3CvD4mcLac0bxK//Mwr0hJ/upMmY4vfyUampUok9Ay0jw4YRCalA2Cex3vSAUZJkDtX8DR9I7vGe0bCyBjLOvf4D+7Hubb53c8iwKoRfOsp2u3vwNjiYyH/doPB/8AyskvR2b8GNP1rKtPhLe/F91/OVHzWED98/AHrozlK7oxnhBK+IHIztEaVZ/wDAPG2A0Iz4bfGGT2X4ncCuK9LeGhyglZXgH2CbT87ZoChgakl8ct0h8z+xbbnXa2fTSVzhNHRc4XvNO2cBBZw6cFDbEdKPIXkzt6QjKTEweO/kbxo/2llbuj7pqmsbTpv2q8oHBf7o5Px0em6R3YYSQaN+792kfbY7Pn9F6yZgLs0ZnCutnsZZ2RairPeoAt0fDBw0ehg6+gc4gIH9nuY78zVdKhjJoMn6D6wCQWDkTPnWLQ5Qgd1gb3Vbf/xsTXvU+1/+ECyiaKzORbLNvR2aALHBctrfdhHNaLvu/CufXD2pW3X9rPgURLJk4C5CeoWcd//++3oMQLA8KcJU3v82bqMN36DvL5KnvyuiXwMLW/ScPx38/nIHPjGjx7+vwo/4IcpELCPPkfcxVZIPIZkKdbpPaMXPXXrkRnfKeDZo0TgDfTvDOP6o+UOtEbSORcaK54g9kle9DLGp2l98Nu837OZweXBydBTmNck6Pm6I0wymhQHxLa5Ym4qXJgBbwLg/xwAfnHc3wLA2VPZY6sXG/+K3RO+fgPAdqXKHgKvOD7tdFbh2IEUAS59iabTUWXxl+DaVdA6+/I/nUH+Yul6nvyydBIJhptPkjSw07FNFR/57exz88V0kzp+2hz7kiSUeTB2WPljurePkowdO7Q8cVSwon/7z/+7nhctGKlU6dY9DlDI8DnOfgawAGy4GaPtBIjm3IirCqAyiaPAKV2M4atKrlZEbwVLMkf3nJoGhHbhnuwxj3X5M4YHlcetBAcw/Qy834BDNlR/vplnKCBaKTfAYv1npZkMqKxlNDpBVVcLTFUUI0Ug4ZSbcCr4G0N4DCOM1e7h/z1I82Avee6//59k8ejzZtI6I7sU6gVky2aWk+IAW7cTzu43WMa7DuBb608GBw4IApnMKhuhEkjfQ7o1+e7g/g0gEIMfgBQBois7c/5i2sOgUUoRfgHycET+8pe/BNxTBfzJztr1Cx+sI9hj/JOD/ydHtBX9a/h0EEeE01UfKEyyVAAH/uSYek3GoCUB4LTwHGcKOhOZWiFUu7Pl+96Hqq4a3tIzZVCZOqAdObgTmDK/4ristDxypRXyMfCGlzKHOHY+K+TJtH+V+tVi8xOcBIAzg3VWtZfQgh0S7+1m2XWWMEA2lUvdeoE5C5CIAxWaifEzyuBTAKERnQmTADHyMLwe8O01qpGPb8CT3cBRET9RYfwff7nP6OFegHg5+FE6kp3hGbzcKK6sU+YVp5DPBsRHBpTR3vur4Ga3rmD/X0V/jKdxGrwfky12BzPFlwEMjoNdZ7y7xeankP9Dkxet1Zi70nydpwD1r2Jnvmt05AgAfVp+vkDeckfkf6/Z7TStcIyzl6osPsexLHml3zAeX7ChK8ilT/sD7ZxnPyB2klwG4JsX4/hd1Xea+z//PgZcrgekpHWZW2J9/zngZa8+b4U3LxqqDPRzngi6zA70rkfODAag2dkZ8BiAjsAov2pe4k/WvX9vmuoWUmK8N6D6G228LYOp0Ol7D+lVhvYJtHkvF+BgzFo3WhA2oNlJZocHlcE5BnzTCxmM3K8WN4DWf0pIexNQfgZF1zh/aTr7m2qH49SKogYEwE5g3LrmtFqeziF7b87K+rHmHyndekP0MTKp2s3rHVT2tv13OVvzw29ylo4IZD2fMfv9ImbOfw9ttv3WQa/W5QacHXy9z6LreeL4b1VP5kdw1e8agIQxdTeQBdaKN1p+fmuu1oSSMn1ulKZkWX8yxNOej2xi7+3Q6eqYWyh11b9EGHaT+U4B4LHvc394Ervx3WeOvHDCmyvAUvHHOJT4wpq3fthZ52+dMZxvqptCJYYtWISNshWWyI/Qd/YbO2EdrOWLpm+CV5YBBbDEYYx9IP3biZktD17+w97oDkbd/eSdf9Zr7bMGjPrMMuaEw34SQX1/bJE3ALzr2xngWZ/7CJ047bHpOCM59PRzj1b/nMTREf9K9nuBVN1PkNL+wGPH2H4au46EsLbNGyi7ZWt71oADUz0z9lnTwrHLZqzI/AZONFaqVP79883eo5eyblmTpqve09PKa+Z9AUUFnOqerkrkmRrX8btNx+Hhn1XCe/wNrftCS7tn2PXNw5vYOdWftq8HgDbyl4CaK9K/Aqndr8ERqjXxC2KSAM6eJwFgeXxW7ux3J5pl/gFfaW2J/x0azDrEbiHAQHQjdmbOIk9C6ybjBGBKtav45LP1J0Ew9KqKzPt8vm5v2XYjib/HfynwhmparV932OkE2qaTDgLnTLSfARyuR960X3ADkAkMnuvH1vC6qeph5At8pu/lR7+VzLlesiIA3Lu/+r2T0a61GZvCvooDlTtbgvhtL4VWR1ZPgEBrADhnu772fZ92I2o7p7T4PHrK+vJnYgPAt5K8G/+wfBg7JUDh1/HuOjpndQrrlD8r6UePKD0KlsXY+8z4poWsRfjk8sVH/4b+E2jqhAzsbAoS4r/SPW342myzfOJ3ibdPx5KfgXn70bdrchLc26b8LTGvgwfrpYZ/+154/XRKeheEOQ8GYbvAfsUmV0Df160PxtZyk9bN7BvjkX/ayY/necZFds3p0JK5pEoS2/10SzByHToAJ7vPYJynd6t4BfgG4wrwnWs6OP+DXvBZv2vpYHLtGWPX+CdQ0h1T3qRSzSOVhhmL/ot8Di28gT7Ge9GuKG2qXc29g0tobWmZzLz0eydCNG7SNqH9VT9r8Q3Wwj6lk8La/9wgl+l8OoP4vZUgcXx8kud5hO3YrMFZT6/FHml1+Nn+bOS2b78SYKdCv47KOvfZH6ygx9B6+z7xz3L8WCcaSmeB78JrptGxE04y2ySaM8/fArlNU+fdk0BKUuGxd8quOP7NN4ckvt52B8+NbaUbV/4cfhwa8/PH/oCWzJ+KA4iWri4e93mkIq/Iw0pmM+/l88YSGoMVcXYindaJinCqSOFzPb8xP+wH/NyM+2cwHD7KWds3PteYCQUPzD/tlberQeYiLpDPt0E5/Dzm3x2AOgB548n4R5Fdmnf88MhV+8DYnLP52Oi/4SDN/2BMSVBCt+NvkLgROw76lq6JzZE9ax0xu3jkKb87MVH2AXbDJPAlUMpz9nkZf9tH+e31bzaJb5PidF0Hh9Gdvl90+/35978nETqf7PP9vjtZQtiRZFEm/NIF3SjKgJrnsVZao7YDNG9iZgmq3y2Wkwhxt3g/8qICqxrOKWo4+HYl1fn30Ymz/kqoBYvHFvP4lBhnBngioKPHRbPso+Om5bNdR2ApYFzzbbuBYjZWPvJ+q9uPTeV1ng52vxxZC12xbx73p5+JL/F8Xzf4km2xs3Z7RFFf+/4dmYav/fq5yEbTq1pAA6CLQXUxQBIEGSKbAPBhiBB6Z4AinCJoNwDLABGE7RCYSEf4+kDobzUdQJ3F1B8dAHbmp1Cf+VigDEBFdlNKsFdCd4YlILQWAeOjN1tThXG6hSQGYYTh57h8BGonwpsVrkQYccYnwfJTXTYArYOJJQDflrfMLZmGcZJD9NMTXes+VRv+zoG5XHPOjCCz7fuFMyh0bc6dSok8JfoRjBEEesaeibDZbjuGCG7RzDH0Zg36DMA3Uy8P130x0E8LXxlX5YC8LU9/A7QR3nHeAip2hqNJ5xim2RueQ1DXgfd6L0JF1yZIf1dgAiq9Z3g0OIUjyPvYuwbbAL80jgRBC2CcShb2//CT5zM0Vo4JNPQGRtsR51lz++EbC+oxJv5UYck6wuMyGNrhPg+bv/BegQEGqJwkkHNGOttO53Rp/eXMMC7Wv4UthnW/pwPkXmcFgNViT/v2iYXOPDvraKG/hhMC2xlV2Iy0jJBxMrST+W82LVWkdJZFSPvdk1Zt+TUt7PU9AK/+LgAoNDsg1/d30S4tlJRhq0/Lu64EsMU5BkA7qfrKrWXkTEzWGOsa5y4rIYMeI3oreCMTAqxnfPq84BO0sBUcdD64qeCt+uhxeO607huZjWzulrTe16FzjVdnmDgb+08BYAvab35fYAEHifE7gPAZTjJow/O2AkqmZvybZRXH7A1EZC9zLmTWSC1zUmGq/95K9V6Vd029luO4YhyjgwBEAWmy7tuV47R5mu99/zxrW6QHeINGcIDRj7q+K/Dvsa4B08+LvAjwTeA0hvg/TgDY6yBg6Ptfn22GwYSeSWZ9eBKSdtWzDKvquHHOx5aDOkKowQqMe9b3tMwqUOkY+p8DTvcG1uW3DiHOwJ6zGdu41kADIt1t4QOwah5J6Hor8xrQIPsPeeq9G6A7zuDvOomAtPlyHB7Txdgd7B8yrjN8tebnDEvR/cdPGPjoD1et6H8CiI4tU0EOsczY12T9xg6KrDjV2siNqnA+ztLwyDqY0X3o8FPlVYb80u9j3A/RtGPM2gTU3+RAzQtgJw5EHET4yvfVvwF7WFNaXitLtcG7lv0847KjZp8aNNJ1BBXgY+jz3wXOj6OXwUWuLIB2B4C1H62P0b3I9+X1e09Pu1TZgqqUkr7SOTS2L+n2cVerHQf4e6fBojrDCdnXMsRAzOiiXZvjuZ6gCbTD+neni17/c+SFK0S2ja2BF3cnQZ78PMM1Oid2omQIgTNaQI86GHqY6ghk3Q/7LHaLPn8KWhPIeiswdQ+An6o/3VJS/P8tC041ZyfiP7F2HmMFNemoEH9qeQNZQ+tBj1N6T+Q0gdeuEuY7ddhBTx99/ciWXHuvr8cUseUP/GhaHH/kv7T2z7OQCcyLvY7jui0e2y/LXEKjDZSw9+atb3+70r9lVFdLYu/MTh6AZ3Xw2ICzZq9/hw2T7P0AqF7jocPmBZsmBkbaRxyaHb/lHXNk4YJMet7bhlHATjozJRiFfX3WZjoEjWg7/M3Y9H06+2RcRyfKnp4W7Q3+HHtq/Ep8l9wX++e3aiMnOn6Di96Ijml6JDDTAeP8TiJX/Ph/2a6I3YaNaZoYH27BUuYT3wD+0rUE2lgTzrNvndq6jCqcE6idoE8SQL9WhF/iuu1mgYsTVAs28YHn/56Ew+6uBQDLfrVtblum8AGNG5mMvYAuso6azhi2P817N5/9ZicAWtn/Hhss70mSaGThAlsaH/bOC5Q7gO/9nGR27/+AeKNLNP9Df0+Sh36j1Sk0mCDKdq665EYF3HQ9e6mAdFfavonAWofGY2Ln5zxsPafB2ObbcwbmgL3W99Ii9mmDHXl/Bn9oXxx+Ypxa92BB8flJznTFmFoFfvIXOYH9cSVElC4lGIjtJObQecTWtwNQex5XB4udmenF+x/B3QHaC2tSQNRjjv/b/skm+67vc61dtYJu2fYeMUJiuJ8/9PGecxy/NAm5+LFpozrH34xOQNZ3wpLlAy1gv317O4TcNtxgCGCRfn7GBQ2bn+lW9QSA/S77KRx1tdX+J0FZ/j3KcujHz57voAECwHqmO7KMDfN2zhLf8zg9hyP6zE+VZIpfZZ4b3Kn368Vc+jfkCAUU2AfwNnzAPZx/jezqAPCee6jNzshtw03iPnTWdnrjHF7/OeOdjlD67tjQH26s9x686sPTZOO6wqw3ce7JOt0+1/qXkUVr8297151b2oNfHd++Z//jH38zfaIj43NkhbhXr17sPL9d1YFVAWz7Wz61Atxjc9AB6fi+R9eNTheW/tiv8L7pagCgTuiL/bZHksknEQ/oezDr90xKd4YU1jf6v7tx8D789H4v+FP80WkBa/nKOiVoSABEf+dIBqrdsd27E491xjd3j8M+eeEn5pHtHIK/QYcsdLnpUrIa2wLdZXxjA7r6XQRkPTK6srH8zGT9j6XT+JIdqIF/wIf97vLHfXTILwlW0FR4Y5OwMofxz0emUdiH3c35uvh/3n/vZeRr0Bl85dCAaWrwFe8PtXtD441PNW9CA9j+V8dHv0Y2jZK15ziB8RnYI09l/H69X+8Fa9J7aIXcCcUOZX/7DX+e4460KyeRbXHw0OcmAxwbQ/J3fAFd81vineXqNy5iRsjsXgPvMQJ7NrzxrsaPYuOF8LCJKOKjYCi/3b7HSb7+vla3FtkGprspoKAyGDlkOvE1K0cPXjj4A8mSWo8TALbdS+vmlY2N/4YGp5uH7Pmxb6HN114MjQR7/REALtpHlsKLXutKTJylPX9oPtn76ayiYZ/OHxE44JWvLupuZrYxTpwsuiM8smvHfhx/T74RmNo38NC/7M71vaiA9ghPIkqwMeQftvaPDmELq5z5Rh61vzn+v3Sd7c+yGz6n4l8EHHD82AQqw7JAMfjfVq289TeAoI2Fc9182Zmz3eIQELOBmheUbOF8wL4BeMl43UrSGIEAHxgkVibOaPgMhGnBxUZpbDJkmtEZ/2+ZthgS9NBHMWmqdgyGwcz/Q8hSDAGAlnmakHzt/M7f9dwLZPYNIwC+5yHI9XX3mr8FfIx/MvNXON6KEQHxgqyMsQ2qBhH+Q21ixgHMGBagAki0gvmuiQOwmR9+VwVBOxP6GF2Po8uannbUs1FR/KsEkbsA0LumaaVlwTW0abvw7FOMtqz9CoDXwcJB8ZnBYxggqMRfcRwDUDWw0g7Stl8U8wYAwgDtgK2/kzHzS8DzBbOPwemgTALl+pxzVYsG28BwdrUTKb4W3Aqwak9Ny6HnFmrwBgChx/ZfOafhJGcMnYtWxHMxKtPis21zC3X/9x0+r9bu9SMOO/SGXOoKR9ot06LyjM3Cl0xK7XUCQqs4st4yeMsfkUg+DtibQW8AHot1+NWgXAW8NU9akslAwBlD2YnWzpmpermUmWX3AIDT6iFJG36Jp4RMRKEn63Ta5FeHhQagqIxErnRmIq2w9VyqvcwH41AtQBfF8ieDiPW2DHJlbr65W4hv5ZuhYumVqeJdvlzjRt8BTlwBDtFhtTPr/YVutP5//9uXOXdVeC8Q2ePVXr8ZrP07DlIbd+9ZD309QAvrHEdws/4AjSQvI5eyLh2wZQ+8hl7TTNjg0gTsLZtMNwG2bCeXYYC84IxrHB3OgLzXIGMxnVarYJyJzqSP8/6zAjjn52wUthPDOKOjzyjz/paRBMvb4JoKQRyBDhB4rt9k9wyrBbTOnJ5q8GNXfOO7jGGNYegVfZ6F3tUhAE5L5CSv5bxZAHsML9NxGa36N4lrJK2ZDz/Dla4S0CzB7leWhzcyHva3W+v8doaY5e0kzCF73gAevEd7OUCfPsOx39u01e+3TSF5UYlVNz9oDXK+L59j//gM2g1E1hU/dGavywIZCnRtlbkS5AAtujNE9mW7KsBfMe7DW+vY4BCnnXgHWt556d/ic+v/0WsErLBDkOFJHBwQVqqoiAyHQi9beyn2gAEgVabN0dbtJOn9kiMNNmHS9BnqJCh5vDaS3kDT2IGTiNFjR2cZSBgAAxmW9Rj0hmdrTANCxXfYasLuCOQ9kbwZZAFaA7y59s92YwDhPyWkiT/FJif4ZOQ4Z1ydSkxa5E9CS9tvJCMwprU9k2RFQoHG7bbNquSYqe96xNlkbtBLV276u6mEACABAOL6OzlSAXsldOrsUQTTdoLBwYW2omsS6EgCVYQH51jCR8zPw9G1E1juylF4fml6eS3PCR3hIHMGaGzBdXb1Dvj8gKsj09qe9bpVEgUtvKx7bcvGbtBZSHKmW7de8qG71tRxFtwfHpnM9aGJpkN0IfuhObp17XdPaDv+pen7SzZbUDdBNQUtN8Fmx91+n57JHlCN0mertg2scZOI9nY2IHmJsXIGaPa19zZ6EjumfUWCDNjhHUj0c2SnjJ0JvUDjnaBn3h2wFHsdetT1lz03/mL0/dqXyBsCbsgz3S97t20pAkjY5OeMvjDs8M10Dpj3UQENPmD6BQCsAFqfQ6p3v51FeDfnITtJZYJW3Q7xraAPvrJrehIYZwPPkT7TanoTIbeS32tZ/pjHV3gHaw3fe+3k96BznsoJfG72NM/LgKRvumr58ETxaYI3a5+wNqGdtfN4fid8/9ay+KW1bXk6LUvHRwkt7v61bCOhXbIodBnQl6S9C0/ycyLbWg6sHxP6bP11y+OsiujoyM/vXcY15lixtFKOjY3/IhtN9mfOhZykHcmlCa6EntIhToChPj7LsyrlKeBofotssUfgeyw9x1dAv4HFAbCjf/tom7OeT0D99TP0Fs4Y/VPXlD4zvnUMFUSMn4p5xnOCr9873Fpf9uLYIUeOz4JyxuiRe6P/SBbQOJFPpvEhVPgxXRmCTXWgrhNsoP/mgxcz5P1Z+STjtWzvpBkSoNAp3qfp4GUadYD5o/unapr3k/TnVrYOXibJEpvwTaiFT9ufRbfmrPrYb10cEgdk7bwcfYGdEx5EV4cPtsvieyZx71la4q6zRTLXiO5j77WuUmGLEp09PsmxCXoiey1fxfDfkDfRfMeDDPpRgOKdiq3dyc4tU1jzk8w8NkwfLdM27cuT7Xcc2XWSD0R6m8RqeVM2DkGj1ofouCQ5Zz1ar7Udz9gT4N6kHb3+tPivYiw9E3uu/W9hvUpo/cd3xJjo0z7SRx/Nk05Yaf948FtoS3xhP3hkHTp9bTg6HVGVv3RCJyDZY+J3sDr4ORWL4CKJemh+HGHj/Rce63XfBFuNiUSb0GFWLHjH3H+YbgNwHC1AQJpg9L3328Eo+grcHd939ctJipasOvZmaBJbz11Kp9NI26q938REvLbWL/ceWUcoYPjxvGQHfGG6rMBaEt908egu2bd1hAP83nKxZcuxLSchkHW5beH4UxmDZG/s6sZZ4W/vyeB/baOQaALO3PMh0IdOaXzJdrV9RU082HVoiUK8/NT+hQN0XocPI5jYx5ugyvOYZweW/bx65lvApHdhv7hrm32KFA5diYuTtNwJHdhbFK3lTOy7uyGJZuwZdo/Wh3hH44AvTst9XRV9WKPsl/bP3gSOmw/2jN7sr/Ar+d17tCX0/us6H+JLAg7753V15637iMvGj73t3366o1jhA+hP46+K5eh/D91f66DXFm4Iznrk7QS4N8Y5ysPvD29RHOe1Iej80eMe4TTxmZGdP48wqISlSSRpfJDx/tu3wP/qfvcIg87I/S3bveIeCQpJQI2x+Roofe3Zn7PYCw5YYU7GJUR7A8mTZVwGEMzYmYPeSHrCF3Nlg2dnlCU0hnYHvHWNMzJPZssyQgvyJvJIhZzpehZ29pS16SzyU902gvvcs7HSk1HsR8+zNjPiFogec1VOvVlKKHkIHIbTfAgAv3MDAPgxz/miQQl9hZKx8/sFDC18Bkh6KwDkCOl9Kn238CPDahzEt0UCDIhAOns4e0uAoQHXVoAoIZRoZ0ci6K9WdzJixvht5aR5drU6Bh48Q0YVAWDG46zCb0AJIDYHxCk2RVqRBKgDYMw87zaR0IPefVofIgSK1nuN7jf+/NdZF/jjym6ds1Wbnr8xOiBtY2+FV/P/rpsUapyp0F/4bw9W/4zIeob3TYr4c4ipHmbEBiDmjGu+E/32GZV2Im2krfA3fY58Ek0mY5/MvYzHLSbG2dPRwHy6AlgADfuneajqilvgAAAgAElEQVSyNI5mqnnaoVrHIQHgrNXw2zg65qFqRY0hHN7aALDkxRvEeHdRPJV5JMBIZYgUaAzk3aff6KErotiDU6mDAfy9At7c/d22sy33RdcGEOq8tTOGoS/TwgDgjL3/ZJzN35lk+IYW3tDhqbasoF8C8DnruUGMTgjyI0u5NmjVa4WDnYqWaT/zOFqWBUPu6L2yBcLnzopLZcL7kVFDpubFw3PWgw2wAcB/a8XJ8wSmM5bI+2Q2thMLD19zHP48mYV610f0BPwPgKKt+65VNZv4dAMgabkdhyz0iAHpzhFG4PTD1/pECR7HuYrh/YNOv3kfh/L7fTM6w+KHzr5niv5OhnRN6hjscnAti7UO6XayQGhugJa648Ur851ROOcUs0d3Juw4MBVw0bOpPAPg0XcdAOb9V+eRkhVU3977dYMuJ6HoW+sASDiUayPYkH3O3dZ1nKv3Bq4BK973kpT0dunAQUywYBO8qGBqul7bQEd/bNspANROgGKvFqy7A0sthxF35n9l9Bgojr7qQGnbHlQXdMtB6Lqv63U49Fu6ifuznwsctI3V1SjYAK4UHMCsz6jMfb8HgDur+T3iwPT13UqCER12OmEqdlpkA11Z+px1jf+uLNkALD4C71mvZ1tztWPy/08AeFtgr+3wF7W0/wZmZ2zkYsYQmqfVYtOb+EwdNgJs3h0IvE9lg/b+8vfjNjx2PUHXExCYyksSlfpZ4t/uFCJ6fCsqOgDzBp6sx773//Wzm1lzbI7Y/NNFQXqlAvsB1jcA/INfh05YQ/0JEJ61eTtmdMt2gLnJBj+JPLGnpK0AUGzVyBkd3fGbz8F63cHq0CgAXxIhaGG2rYyRC7tn0jdLNzj1doQnMZVAetZn/cv/yV4iyTC21h0A1ndJBJmqAduFK3eQzz1Gr7eB/q0+wEe5MvyxoQc0Nagte2MeJnncADn6FSAIGsVG7EBmfI/IgCSqjE1btrnp4yQe5KW9h3cAOM/pyzugdtlYpof81wnW2Ji0ooQHoR/T5gh6z1vPIND1VgSMf84zREMkRzZQHnm3vNRJHKtToPmsAXaIW7l//2u7hhb1uTBBHAcATZcVIPn49T0CIAHgHGGgTydIYJsnITw2Ff5DB4DZH2uQ8VE6IeytnOgEFDCF1z+/kncKKO1KXNaZ9QmNh35sPxfQmrXZM9Lb3nhtcWQ8/Ntjg36aTrVnWqvw+SQ2KqD+//g5tvzILjqpaU//+te/FiC4tHzaR4Ywvf/6aE9lM/OBFgJA3+dq3gFgBeP0e+hB/s85AuCbKAUcXgd3fsr7TAMDfjrwPYT8dkyAjvmTDlnt5+MHUFV9hE+tJ4D9CzZDA5xdjp8LXfZZexpz24O697LjPh3uhIHZSmTc6tcEpzL/lSvxnX4mSbx0duz5AYJDU1Wl+aPl5OpJk/OMC/3cvpjt76pk1W8kXccnSzeA9ltY3j/5pvzOkSWhswXNnfDOOwcj6MDtxePGYOI3aJ878O4vuxp/cFbkkbGD0dVbXZ5ntb8KzceHvO14v+L7n+We5Vpmx/gJbPM8sN+lza34RYd4/UkW0PpPpxF0IfjNb+t8ZM4M5E+2QeNT9nsLF3oTnNFhq7/WV/P8xxZhXFxPYJIAwemcpsm5w+IGKDsRFeyU+elPzpKFXjlaw2OaALATAMYnuTHF6DHJMtGcabjwjN7f3D8+8QSujq44iaShg/btMtZgDx0MpUJeAWfTxSm6iT7t/QHn67Ebp/rR6lsOwGAQ5XPTaSPvkU0T+j92zyS6W14pMfWb5t+/gPjh3cLl9IxO7iGo2fGV1pvGuYxVZB0MKz1YHAkkuuK3ALC/nwCSeeETfn3EWdtvd0vc7BdyEL/K3xa+Bj21D3vskAkW+5rZ/41NJJFRfA5/8azTFtwJCtPlqSJqv+kV7u0/EwAGV1Kh1ybDrCyInar1bTkEPtSFYJuwmgBgyy79+/DDHHd2bC8z72zc2KFn3UZXvzLGSzbEoEQoL7vY8g+mS6a5FbQ8H5srCW9LP/v+Segcf6jpDzvCiRTTYfK3dZYf8WLF756unbJy2HMa/t/xqlX4PUmCwMhUTwRcQztnPTeFL3pmDRK/gmNj3gCwadx26a5t+9JNM7k2vu+L9/Ved6tznt94AGsT+p9EXHkOs/itk9iDXncfdYafM/d0vBPaQQb1eeR+dsdPv6DVv1qpvBuM4nkdV79kFo2+6hjYKNtDZBPYQ5mx6VnoFVD6nWwHvbfPKAqxpOqpmeAyVrHSi3lotQYDbeb8ZniRUQDxN6PpuzaAbiWoQQ2orkCAwI2ZtJltBkr1FOthA7SDXuHda2Na8L7GCUSd54UgA3xLY+RbwLaz4TUwVYLhyJMV0IZSG8wAMe9ZYHv99k7f70bZD3AEiMd66JkYa4CxrI2WjAz7Y0QNaPsPZQJVi57cEwGvrBoZ/M6S+SbQQAUZM1TnvAbcb3t6xqNWfb1XItgxgDHw3JJCwYXJDgmtrfdh/6sCTJwBBEAeZo5CtK+o8Rs41zpO5ucnhE8gYuib9d61m3WXITi88CZC5F2h2cwb5LMIF0OoHEVo0AkNDtDumVarNKZVbRkILdRMrdmuk8GmFoXvuRBR2knQaNqPMNzsdQTlm5FvV3/eg6xIFk4ArpxlM6CKghTj7LxOzJsUYAdbSnjG/ycDzvw4Cin0PGDgBIDVNlefKJevKsktmG8AlX35t4/WNC7N29WGNoqkNQfs+sURPRnvWofvP7L6oBP/+QReG+QNMBYQX2uFQsaxb7o7mVC+9lbccSgyt+Z9eNZ0/ofWHS+Pao/d6nvkmDI7mx9ad3SijKZKxjnPfDPazK+/BICt356kHOmPBFRYzc00Yw1J/PhND+o2ASAEJPxuwILJDGv9ZtlRziuZn/DGlVCi5RlgkXZA2eupAKsHt8zrte5sUWZIZSjrZGD/exGAbmdfLoicSaUtTlq9653bGkUADzQfkKY/DJX79Bv81slO+p4WTrRQlZ0AjbZOegNWb+VM9iLGLK16kXepoEuAwPzwdBz5eQbJ6v+r0thOWLXM+fTVCdBJLn+Ly5EN0Maxcap91U8ddoNOrGWvq9aUf//MPkwix6ngm+rv1qWdEavnc+bQ/4exN1GvbTeONNtl+fr9X7arJdmuXhGRPzIA8ugrXsvk2XsNGHKIHNHyxu+dFtBui/URKPRL4KRprw3p29khgyoGIHhH63TkyNFfCWwTXMepydqR1W4Degz7DgDDX7r+HHkyTgocqk2XBTE9r7OeBFAF6acyHRq+ccvQxSfXqSo2iw5GPgGcks/QcLcIPeN15cQG6LL+EgJpIaSfY7BYl6ijx1oAdmpa3lP1H9zRVS+sf3fPoeKdNcirlolfzOpvi8ffRCIcGY3BSZ4kQ78dNHYcWAk+GXXfe5QQJrrhLD5kmgLAjPc1pKmQfRP02Bvax9+Jljg7tX+ZnMbks5GeKp0O+HSHmD5SwYHp0UPs2+Fjn1GXCmrOUGZNNZckOn0JaZIfc0YptE0A2KQxWBYbpNcbWRtsuJ0VvJdDYy8GBQv/7d8T0Njvsy+x2bbFtMbaZ669cowx0nJS89I9tPASTfu8umcDGfvBvZKzmkefWTr8TytBqkUzhgSsM1fR1e+eFqPnSpYgmEBLRo1fcqozxGPHbOs85CN7q9/Zvz3aqFtLhwZxgoq2NumuscEbAKYiBzqx/h0HaQf3kGncj23mvZh1PvbMjOW1mVi302J+cEjPMeMoGTG0GDxddlu1L+1W0J5rbcury/pddjgP5mAeTWvuwvBNPAkhtwxdmZaxQlNdccQzt/WgEk+TvAe+7I5OkkHQXXfgOBVy7oBR7RVn/Sz7XVGQiVMlqXf87cMhwsGdCBymK/vukY+NfTO3G3i13dwBAmRJ85n3slqV6nkE8zqB6w4g653piKWON7KmvC8TAIdW2cvMP3ZwdErWAXnaeop7k0S9Mhl/A+tCgmXT429yqG3Vo4OHZk8w6hvO3+Sgnf1hOfX7BICPkB1fhfjX9KdKnrSThjc1pj1aZivEtYayxc4+fNflTEDh0cjDxkro6l/5dOgde+04w4sUdB9HoaSyLQkq+pzq/d+qfryms/YnmUlbNs/W+ElizR5HT8gHEDyeTw9uP/oqVVgniVVYxtV5KxBwzuLXUKCDn5av4G/8B41V2jepe/vaYKXxP/zAHQkgdQJFd03UKP2+mO625ePvmUR12bc63k7VR9IXg7917Z8wCXNr/kKGwyutn3p9opM2cf0s1PcHZ6qK1Qiid2eGvjYB9a0Chub7uKA3sQCo2Dxynvm01maPOjjTPmA/W7z26WQwGnPH7myd0b4BdGFXYffc+Lsx/2/fh04SLKOSX3StwM2veyce+C7uyuMuuIFvujug3sH+Mf+rpXoP7Gr/voUJb/eGy09kvDfJ5R70tkBGhnTikI8QHH9Pq5DGI6xJklHkyLC0H79SErt7jS9VNDLDe/vxCTJS1++ZnrmIwLFoMQky8RtGVoU2Lj/k2Ee5ZuVH+DPBbP0Ix+mM9tO2eDqEZS8ILG6CH37Mv/99q2hVQJK2q3moeA4fCbStz08XhlkQMMhLuwRaPSfz3sYdXPl/bkiL/N/OL8U+0quato9sEz3LZ+exDAb6pktnpZPg/a1v1m9sn5HdXp8J5r84Vj7E/OTpb3cgr0XhW13WXVrRfy3z/pQUk6SHPQrtXyXzhVYygcY1Huns3fFvKgBXAWBP/xtE8wN67jzPa5o5b0eb1e+zKFeiA58dDN4+yqHRB7794Km8f3Gzh8qDvXNDx4VD2J/X99P+8OYnOjp5razossexv/K0A4Hm5YdMGcwMzHEvwcHvBirBdX8ff8LwGQOxr55XB5aPbSFe1D59/gGPacZGJ1D22Wizjr7Az+lxDQbiaAZ0zUlo/O51EeQco8O8Ww9wRvyhx29f9c5O0NJzZcerg1DHLGvrModJMGk/vJ4Gjupk91NoV90l/u3vf//eMJuliR6D5PvsTNwLkuCUo+0ToSdImfLqgPRWahCEmYEgpZQAmVgDBjs7Km0GMk1N4j4Tds55+sW5spU9IQMrmm9Mby/sJmLODIQYw7RpZxHDLi0yLmf67MA6IELsCPAebxuWvXFtyJJ5rUWhNZsDIyPcYf413NN+r0vXrajkYPi+oEIyjteAvA5wv+d9HJA+A9z3rTWw5y6NUTUZUCH+GB9WWN6zDajBUDANdNbMEUW3AkNj7UwkmFsymKBPxjhMPIzKXgJyMCBOT/zvFgJxHkcbDtV6JXsWxWoaLKNo93DO8DogOvMGpGrMxxCcm662ewVyESRtCByBH0I+P7+131pnw57/oML241CeM2RYewyUVoaAK5yg4uOu6G45oGsjMNOC6QYuOFN2Pw9Q+iXDKAH5ZM0BeBYsFsCSmTygAD43z4lnqk3tgsXRJt6fgTHfR5xNjIMUGdMtFvqMvLxjAfSxYr/PO9Ow10fzOC0CBc7srMTBFQWkADDgT/OP4YJSguByBpHkgBw9rLv5epzfAbat9nK+Z8tPHAuvI4CK2Dbiodk+B0FKGIX5tgtp/ugz9kJrcfT+t4M2kaX3uwBcPx34x5n+DajPtTotnr9nv2eN6J3nCINqidOVWR2gffee+02Lo5/EDzgY9rP/SUX3cV5OEHPGCs1AK53NxvoR8HszxdCT6FkYvx0UBIBP8onAAyQgOps2MdKdaYG0La9wFLVR8VsFmjX5AB3JHwU04E+y40RPb4sx9HiqiDIo7dme61IBgunAwXN/0KdpSNnn5RSfgUe+roxRNwH9WwGeJGFNVqeGIPCrvZqAWBvVZEX3u/U9js/wXPRZHJF7BqYd/t9/Z32nEvw9zuKm5cgsF259c1Fmo97BGac4m9oByN77utHz0W13EKQ7sLCm0E87Sd8sevSCfrfRcoze0efoU18/wSDxATS8WkoXxLH1Yr63lVNX7EV2Y2ymQltyzw4oA+8JSA2tn/2fgCvn45iPPwUI3zpxVfToysyMsum/5/XKyq7k8vpMkHae4l82FDR2YcbBYEkQyFXCHFpYAuHdYvQkcYy8wjFq/FeVFZq/ZdHooqMrJxN1K74mO1XJO8Ku1o/VVnv44dCD6Pvr0pAgW2XxWr7OMy79uZVFogFXabhNXvTbcRaM8a9P2IfLUB1DKut3t0puvjZNfP+PALCcM05+UoKbnULhg/7RGtEi29UwPlIkmyGH3M5rDXKc3awXeLkd+L2/3VEnbeBHFh0nTwLobfzi9NE4kN36+w0As55em8GUOIr1TBJQSI7dKhvJquCKVBhuy+2s1dhFB/cm+97dHbyOJATetgxri7575ZukILSN/Mhyj2P/G7P3w/w9POHOIHH0/PbTdE4LP183Tv++52DlYTnauHPNGwCmQ4Rtw2otJ3tPvByZtIEI7KjzPNFjec3s/HbF9Qa5//EF4gnMrPyPczH8oPXeuTuBtNrrYpNFb63tbPk0tHb4xIGhOSOznOBeX9nqg6/1b/BFOyt0rzG0eF78og47TnZap76fVXzWTjvtIUGZcwRMbRCy9jiDx3C1w80yJvxLtZq3eeSdeUDic4LfuSbyBjzWbeCgBRIskJvd+STrEOcS/oFObNK7O5DmcQ7hyt4RaXebRK+LsO50maAKyNjhkz2MV//utXiD7k5Uf87Y1ljfxBNw78pddVyJk9mVrma+9cSyb3TreNs/ngqyX+zhPQtusRZbS7UqrUa9ro+x/Fsg42BcPyhyyU7x7xU4rENvedMmCiUwhl5zhY716lTOj75te4/g9hnXOL46scvJHN7f8ZcoOXhYU3vUwUp8W+HXdFYyvnW24HY2yMi3Nf/xf8z7aQFNpb1pzBhl8KUwrGHD7SD+d9l2B/9UYuvgsbM3xg+bBOnR1P62TStsFJ5bO/J1hJMQucnfnTSRe7uzBePQbztxB3eEJ5Qkof2GrzYAjL5vWurktuv4tVnLxpBUllPR1S2k9WzZCcEPyx+ti6EnkRJ6ZG3OOLM7AJzEbJ51B4Dbv4LfhuSu9seR0GG746/PXtO57OP763VER7c9wGedgNv+2/DK6Nmhz+6g1vZbvyuV1gksibTXRgse4yc+oD1CBJkXggp+xP+YPcV3JHpc/ddygyTNxuW+dzBKB2u7S6OuwTbuSmDkw9oiS+cdhIX8fZzE+I7RQ9i6lkfjH/Y+jO3Bvcg2OtOI/nw8iLFP6AS8tfyepMS8KyvbLbTz76mUFGV8D+PMyDcADIYXT/se1n+C5OiOQ0sTUMra5biKlZ8r873/xRNdFQc5XLhdFvhMJjGFyKPVT6ksZ8/g2xev4H/p5DDxkO7FdifZOzaTqgfT5nafvXrp+KNts+E/XnoQrVg8aL7CWqcbQ/YltkRkKXdpXbaYKb4YsHn2IzEExhPMkRjDrc/A3zse3XMww9GH8W0kxWniIfN8aDejnerZGXPvedYvtAR21x3tW13/QnwUuh69uTwKT2/AG/18kvU9/+V1fGDH7+057pyR95mDfvYIq7aX/c3Y469s7IAw5+BmLfOexsRpb7425Kl2H/u79SaJrKa58W+dhG0nkCaJ6Yx8RWV2ZPQ0yxGeykXEWP7kP+L+bQE8943/Dz6spYzPoPQ+mELP2uIl6DnJZavHp0Bq9BtJdPA5v1N4d2Of0Ed4hA5w3q/BNNJB//4VfqHLWn46gWbWkCMgoQ4wg+TPbYPl3/jF9b3lwfcfe5uExNi20Acd9d5OktkLWrOHdlkX6Fvze3WUr7NNs75oyej2jcfXkCMJW95pTNL9vEfjTuV15FrT4Vuw9hu9Hd/DBOMT10iCzNHNshs7AEwAcRXHnleKwtJ3CNiTZailnkOeM5gA6v5hEqdN5xDEGzAlgBFiuQPAx0nFox8GgygxqEMkaSGxAcP7JjkZIcB3LGa651w7QGIvuhX4N6ZuvyKDjuBUMyX3Aaq6NedrwHUwnQy8rpbEqGsAZcIfwX7K8gtcbCvZMHifu6EFRymdoFgRMwyMwZL1CcjL39kznLEWuNVq4zhrBniQfW1WFZEbCCUzm3Z2ne3XCqorP2DEC5CPs+gImQmat8BOUPb3M1obpCO8AAbhBRQHZ5EFuOsnBmF2GpDpRIJpVcI6tIHXc0BBANgMGgWqnkB1B9QMsirDxcml32ftMMKB2Ar34tHZ/+P0kMD89qOvjwDL2UOd2Rb+njPOXEFBBVIbSPu2NmTgj98CMggrMnek1KiU6DNHcDDeCSMKlo7T2PImoC73ZSw2DKdF8OuQ5FxpK0YJ4jP8GOvsGa1o+NrPmx/xhgKov2UwYcx01vNvgbd2SLTcyT4FoOkHYww+lPKIk2X2Y2YAfMUgZR2QJ2kjFGOFzHKe6Xc9LaDC+9sS5ZJbU7HNmUy97nnvI8Rngvk4IJbWX+xPtwyHv1pBO/NXvOdEhZ/gMnLmCe59H+izAOKpLv7+TTIH86dqlG4UrpQe5Xrkox28ag2eZ+69HdCIYX63VMbhl9Ygd7JGGUzfO90ibNb9BX0OgMLLk6kYwzFgrfcAp46TP7QGA1LJ8tcuUA0LQDwV+mrBNI4CXdetmKAJ/T4BFcmj09oiWbGBJfpZ4AxdJFtWFleui/G07WWROTZev+ty5tiCUckpQJZf4f0NgTmfrQDpkJ3lnSrskJ96fQIw0ZWnPa55b1p9Dg3rOxLlsBAbMAc7fcHJCQ6ZPy1b1rkJT+qR7QiwI0MLZZC+QXHGnTNSCOZkstx/Ko6GJzR5dV6AZ48s5nvt+ej0yL47gzr7FoBNNwLv4BPMy5onMMqeHgPnCTBMfuEYzwkgwx9vQoto5XRMMNYBp1o4HcMC4koL4zge+wdnVgP0YAzxQgX7oT230NMTKlnnmx8Byou/jLm2OgvMzBlhnYADf3F2VNZqKkEmgIOYBGu28YvDEP2GY9n0Ng4687zgmET78MCbXQqeOPjumysB5IwpvJAz/vTsTZKEXhm7t34ETTtD83meBU3cezKOskrAA99iGygoyLNbTiHXroQHtePCiB0dlXmuASe8qbUniNL7sTg4dHUSrGYtcTpqDteRMt/32xlpE1+wH1T5pfFGvqADUyXohCvLpjgFOUKiM62Pvjv0vgFfOhGlIiCt7r3uFSjgDFVT81nrrD20GnkfbM79bWvEQRy9pLl0q3BsNX3XCYk4+/S5Oh38pv+RRy8eXPsh4wHX2CgfXbtnb45WmcCKx2FeGp089kAb8Z1sdGzJT07+9tP2bOs342Ofo5YKIKuO0TNbDbIJplmfODQd6PzGi4MKm9LJhpOhv46YcSyqXejMKe/OHto+kb6vALA+h17T2nC6MxQWTrKAqtyiq1iHtgHcbWEcGMZR886lsawYa836vfSEcypnbm0LPY8fZ7jwviuqkwxI0MJzqb1dp/TP/W1s6P02rpxzm+0YWhpubNQyLfQTbBGZkARN75H2zf6i4DLwKdgUjNhH1bAm3SKaM/aOg8r4AkdUVzWpi5ESRyMkcPQFI6z8XDtz5Q9VxtEfwRiHv4V3nTQ4QcGSF8hZ8GzssC/hxA55WnFWBdLgEWPqSoZZ/2jsRVrVdxHA0ssGRs3jszAb9M0+vJ1LGg+zhzmy5U7g66Rt3qlKfQVaCVaFl6JvOvikz9P6dJN9TgWisVcdtzLOQtPQBCfQ1e0LyPM3oObkIrCn+TVYB/9WxvYzKBfm28BuB0mZp97bLZfB/nxvWh5HaxcRWP87q27xWctw9KrGnoCKDCANNE8WbSnB8lS7jJ0Db+37Nynp8pc4UDV0U/RJ5eyFt+d7rZGPfRrQgV8Qnu51NO9i/4m6xv8BTb0BYOS7l9z+j7WF9Znmjx+nq2KXxuV/yFFSqlhOFeYeUYO8z/NFg5FvHXC/k1o3QanH3gk46M1+JuN5q75+Hvmz8uXwRQUZzhm40xqX5AE93/r84InQOQkITsCoDj0e22A0/d0BXDAwwfLWceIXZKYxiJNLkuTRiaHs+eETd+DbDhnSb75m7NIk7t/nB3t/J8nyrN9g/uz9Vn42Xsi7f+p6TOPTEU6yGWg4+08gdekRfZ+kpgQN4vdo/2/09MqT7dwS2c36Yj8z19isG1BlX876zcS7iOLQdgUu4G/0iGy6DkjzXOuL78sX1/c6kKAl+SU7DXyfhI8kWJ9udZzVad4JTdkvID9zNnjWOPT3J/7C92H8XnI6CaATzB0+aP9Z+xCZw510RQJs7PXVxQnI/T//pjlOAp74vhJawdgkNlfs0fdGTkwykGz1WVvLpM+HYFzy8Sn2Ofx2x03w0aXjSPYpO2wd9muB0eDPB2/7ngnaxp8a4pbO1V+NwzR+9Gns2dhfnSDbexL/R/TuSQD0GJMM0fECaMw84WDkFjKB77zPk6BKcPaqoBx5sXGxtbNYm9efDP2xfsEfWUvmDh91Aj74pn1D73X472Znzjo0bkfmNKZvHYG9lfGoUjb62rqcjhSiJ1sH8RUe/fDd0xXoSagtbG3CIckg+IH9BFOmY6Tk2eJPOks1Lke+RH/kX2/XV9PVjBk+eDue6FWSJVTsY//z3MaRbQfnucE38Jn3/Ptfjqgb/4LGVYn0jTexQd6ANB1Osb3wf0IjGpMTPpVYXXE31qTl5LtOujf4LQWj9u387//373Fp2XBJewIi5529T8anBi5Bq5vuA8MnA8JKa3rlzwhOu5tZUcmPrdCIw81j+AZFlgWB0Rdcmo76DE3TlYRDGbNWCmMgngDAOiF3YUTEIVLaQfV32dTJri1DujNMMFR1LeAnAjXr4fFa8fDkdaRZeIyD3ow6ApqgDcoXw1lPgIhP9tcw4xLAOGtGWPLervTKmHCG3o73HWX+0j4h+DWOl8B6f9hTZcae8VyHyN/VnlLgDm46iLVOnQjfKOs3QxMBj+DkXoTJyfodB+qdtbvAuZlHgieOuXV4kmFuGigQxrxUxRlFU87tAZooK4QvhuMbINGzNI93Dm8AOKIOu1oAACAASURBVGNYp+ebJXUqVYZWlWHcAYwTxJNf8dnud26Aa65jHc51BpLf/lbrr3XqZ4zOCJp9j4JM5lzojoSBMIT36/vfySyt66AD06GA9jjKELK/nTnyVoBj9CPUk9WXiomzl64E2X8DAjvwcJ1NpjOsueGbxl//kTP5xL+a1QEus2cStA7GT/u9yzCzUpzMYtNgBqZx+0xxwNYvbAo/Cgx0piFzdWvPaUHTRlI7flCSBHkaMHTGmuXIJcNmwaoCmXlr/DgNJIfjCFvev3jrfuzMXQSfJQ0QvBnwrYQ7gY9ZbylPvZPKqXZuQKtUFv/mgG7nCXKSICM03Aq4Egg9Zjn12tDp/ZAiuB3y4YmrVc9UUIYOvApXxwdo5FTXI+RNf9KFDa7/luqU74czSrSmBH4ZD/KlQd0C1THWvvN+lz7kyJEDf7Nhyab0fGdfO3nhBeyZmfj/1unsCbK/kzpY/1CHXjLJGBUA5qvQRdremnzvnLTQ18dXOKNiXH8tcr8A8GWojPDqALDu/ec//mm5wX68/IrMa2dfO9NovdtzegPAGkjWMsEnPbOrXc9cJ2PV+2h8lMm6suBzuBHwfuX7WcdZnyP3B1yDPa7OKcYEu5h6GzTdDugGt70nZ+saFM2HJNHJMM26TCJK7920YILOKsH47Ok6vNpBkM4cRxfQRqsSXRjbJkSs3s25bQL1tWqiP+uCbfnWz8cR/AaAt0J+2wWREJd923fwvN4r025dx/6+cg9D0s8r+a373wAw8p5OGQRbeh+1P9uyPLKr6Tfj6gWa/Svmu7KSZ1jdPcDzrwBw/o3jMw6NDVYvtj5isNYujvylgTgQtiojFRnbCjaBxMxJ8kx8RwDHeLwqXsBzOGPfRDCCynpWVxNnH38RRj7u45PTao0/Kk/Y4CS82cGVu/VOOzotOwlO7BlXut2dBcbQxpGMvifDOQlOeRnOjD2nLO/qRAkynPV5ywCN65/CG1RDQxeTFOgEyDqD8Ng2ecUhTfQG2IYK8CsQ2W0ia37Qie5px7X2rwMr88q8tzAxzv3L5uSMNzZEN1mG4ACR7TzVYROsC1aInaxrCfKT1HGODdL7v+f0mbBgSNjllYc79k2wxPbRyzoALIxDAu0JKk6byg7gthjmOjkZwIzaizuIF+eHr7U+WsdlFnU7EMQWGjpSAKAqCuBpOmxRndr7I5zyj78rYz4+CngTnuygfst2J+pNgBh7jMTAFoM/7dm8XTQA6sSOD00qg0bKMQ5l7Vdo1Jxygl7wJ4Fm9rnn5jum8rvlysFMGgPY4+mgJDkhh771VAWG3udrqJ1IoXH89Z/BA+/nVFdJXuKj0XsI3HSilNZW8kXzc6XG92LkIX6Nk2BqG2eTMU9golqtd7cDjREb6beAduY0yYRPK159d2GTmJeTODjOe0GLb//8zqGT6IHsOH8jN/zZBAIb6782Mn6P9Vus7wCskoDDvtfsMgzSjmh9frph+ZrYrPI9Ni/qOirToNv4kkgkWf7L90shqojl/T/tvr3uclKah9OxqqtKkjiySaT30T5j02pY3/+6ww6FDW8HqfMs7F/W7TgwBt+WfPGaEfCoica3kzO2F5NnftASidehzQmUfd+zJ6wGOkLyU89L0tM8ywkGWW/e8wvEPQsbeRI8lZa68b/mLNdd/7NHTwDYa2S7ILSBzfLyjMlBfDy2uGUb9oIDQ7Mxoo9yhESujK5Dzk2Uybho9oI1YgwEIPUejmbTHN4AcGaIY+MOwDF7+KbPvu69kODphCnTgAOdSaBsvyIB4LZJaVeKPDCWG/vY685xPf5sk497d+Lf20474DX0Tp6T4P36lJA1o0fngdijdGy5cM9cw3Zhd0L3+IbTgS5JTu3L6gQ9dDSySu9xAM0Ja1k/3q1OSPpBv/K3/g027CTLm3L3X51cLrY+xQ6/3TB8j3fhDWbr3Tn6aVv8kgAOrXse0mW19vqOxB2wll5vl3VVy3WC5CZDJ2iPLed1nwCw9/hhdhLcSU40tZPYhq4xXyWRqf3gax8QEPvNXsg7W98hT/Wu7oZRLB5Z8b3/v74OXtH0+I1Inh77yHIidGp6VDK3aTi8jxxh7r2/8HXrTWxUtpvlAqPc9HV3b2JtDz9IMNn2wT6XbNfZrFqvADPzh/c08u7Hjz9KYghVrCdZ5/vuSsYSztJqGfdHnzjJQDLBE9liyazXHUDOGpWtKvzmgGcClazFW+iXZy2G8ZqXbrv09vcQAqjeC/P/Jjt7trNvXfUMRgcP5hnRbxqXbAFsDObQe5XnkviKP2ziIo7thMJy9I02LQH54zuQPV4xoC4wohDGKzyL1HTDODp4zT6DIY4c++zq2SrTjuShSIT4T9v3r6xrXJFg+CbqenbDnjYP/uBnpJvMb1jyjHnkg54Bfby6Q2eMdzHfbxijcd6hvRmX/FiHB//3//77/wFwuzULgYqPAK5WOd/nZHyi2Fo5dashE4TtJIv5074VQtHvbkNzBjMMAhPi4Ob7VnjNBJlgGHPbYY0iO8GDIciHeZzFG1kSY8CCYrM3z7kxEzR6QT9zIsCjcSmzvXuEk7XSII3vdx4BnsyDs49ORtZUPrXRHOGwmZK7jk92xjc5nOgrSEfwj9I7FFF/vIR3lm4cMDg+SRrAAdZtuboCOC2DAd0Zk94hgmwBr89MN1owgati/JcxcRBJvsgBDyhxFvusjVqm2JAdABz62xZSuocgGutv8Ggw1EbTOoNhKn3/Vg7AH51528KLtgDND1dFgRX0zwpFXd9ASILrCA7NVcrw+++t2vF8xwHcgYB7breC+o0e+MwBpdkXA4kRKATFYqBSEbpGxeuoOHtVwv81RKEDlFTGvA6od49+ZAKVIWzD+7ths28yoxaWADQUHeAExfzbeSItl9qhylwszxQ8kzNxWt9CP3r+e47XMbxkTP6rjbDMSgBr24Bu8GCziZPF2XOJAbjXxhGixb1faN1gMJHrX+WGwqO1i+52kH14zv+Wg3B48ezj9zlzc5a7aFuZUyjPGgd70pUJO8ptV57NTGb6Wy0P7b0VpNn/Z9Lz8KZFgBe8TcD9Mia9HwE8Ahenhe3QmAwWMufMk9JZswi6pw1HDAB3oJgxMoacORbnH9elfd7I0QmKxpG/VbPtnLjaqTHfyWC1IzaY9hjDoSUqVeU02Da7/wpsNDXhoOBMZr7DUAdkRhbvObzt4DrO/Bmr5AOGCBnQem7r2tBwEZymVQkVYB7Lle9GAsAOWNR1bwWwz3L+DCPp+wNKC/zxDpybofE9kkH0QDAhBr9AU/SYxzSVt6FDrYf0z//6HEZqMao5roOjAXXoZbNldXvk1x7R0aDxCoJ8hOvWj6P3rIcq69jj+77/Lej6VtS8Z3W9tND/brlix2SdYat3Ir9+k0H9HP4+AdE5f8oOjjkr7xhb8x18fnCa8GCJhObxVD7FAQq+5Z3X2UWWBRtYpFLyOFYqcAW/oY//JGfRfed9wwO9f/rOjmg9f74/nQh+oU0lq5g2hp6SPDBnwFs+JSmCigi6sLwGdcvKa58nKQ2jpzui9J6fxgCz8DgX3w4OOCQ2kBkHpnHlOEE5o8rjsCz+6QgCR7Lm2xnn1rh6D3KZio7uQKFX0H2lz3QmsANeoxp8Zd5djZ4sD9lKU61EAt3IAct5O2CS6U6g/+D/7zoCZBs8jyGvH63RjROCofi5spONfcc+mGt+OuiDHZr2MKT1zODoyDQctOqMgn0EDjjrwd7NB+0ok6PqPNM0mbGht6nstx33YvnBLLT7uvh6pn85rr8L/Nx2UHwPJsDRtK2/lZRIYLGd5yQ0qPV8njcOEMv4OqP1e0a3mm+9lDlil/Lm3x2BqVoHE4jsk1zbZ/LyPMugqzJmsGBVahLMe5N44FPwcdabTjS3feQ9q6AFe8PnLx+dwNbYwbouAeDsf/gvNg6JNZ1Myd6C8ztBzs6dKZVpmt174sTqZFzkZ9vci2PTjteiU/8bxw9VgF3pfiXSFN5jP3Q/Rx2wy9AB42ucGF4YWh8HbVeBN1/r2qtV6HcfZ6O206x1BeNqjNDtrFOZusmAnfhyOiJUhajkcVpkixdSwWqdpFaKs+aSU71m8Lt5jEqHsoeMS6S8hr+QCZr7r11uvJCRReK/xHkqwK6KleqwZXqbCpLu5NMG2cur9xmKG8SGV2IHyqmA0z+7fWyKmWfoF7s5/G5bbWQZe980cXVqsF031bfmwbzndcD/qwCwK9dKRTU9rs9J80iiLbJvK4XAprx8jj6xjw75vQHblhPMj3kfnvAcqHDd4FbTqWia5NvjG/KDQvfwfuuBxXMJFsnRT1KX6KWPQDrnoP4hAEzAlDV655DNFN1JH0eu+VoSjWSDiO4mQQH7Zu3OrKfP0fZ9GwAOP2/gzvbUBCYJioE/V46Pnr+O0kgQRfdYrkjPf5+QwAXNvh0i2Ie3sq19fl0BzL7ym44K53PRu9bn+1+S/jcpNOuWtUPenb31l6MPK1BF8t+fbAhjNnW3s0xanMEeMe8X6746ro/Q0j1tFzStvvOfYZvGfxQyPJgHP1LLegc3jXWRtdHHdK3ZAI/AfgxbV/pNAoHp6loDXffxzV9/xX8q0aXkSx1JNr5R9vPVtR0baD2qd7Rd+3/je/nNjtE4I7/WQI99t2fiGvtPQoie8R//seNm7VuP4oP1OpR+s/9ghGjjVuMZyaOp8uOZ+Gmgl9cuRPYkeL4d+nL/je9WjsRX/p7DilzwuwrPay6nZXPh3KY5yb32a/FdaEJ2z5zdbF6LLYh/3O9z0HPkl3F5MJqT/H5JAsx64fPIPvFzV0Wj+4J9e25bIY19onhLqti3gjTrqADmKQirxJbeJ82HQGcnqHSlMT7W00HE2GUDdKxz86zWlSMSQwe98vm7K/XPOkxSuhNn2l7/1g5/0fskYkT6nLRFknpaH3Gf5df3f13AGb81SWexG/9SgpOwyOAirUkXA+46Zl/ZKwog9T1+4fgPxg9uOko3puV/fT9xNyfVo5fW1ms+0ljBVfAw8ZDDB7blZk2+338RAK4FjH1FguBWNHccwHtFZyWnTEwSwG8yoZ7Nlr+Yo2nhN386j0CPvgVPknvxP2/C908/dHCQf+a3k0zHzj4ddz6F4as2M2kzx5XZTMbHKuFE8KyYYWi5h2YEv7WC0LUnw0KOChnUMygMLjvoTGASIJvZqnuPgv/+wXdLfBVc6BaNAoJ2ngTU2QCfMbdy4owLbUoIwWR7nBf9niiCbnf8M5OzDc0XCAGkfnw+KMfqAKUwLTx4P4ELgqFnc+eCN3PvT622t/It63GD/FkrrdMfMotNvAawMZYlV2F8MoEBZqnWTSuA3xQSREhiQRvK717pPcw9kPChoe8zAsDewQHI+ptglGnHLR7T+qKDDAiUCAwFOtYJvhUQGGtZdIPqAd1ey+8DhCsAlP1r4ECrx97LKwD8vRrB2YkEAE1aftwBYA1oM+89vpE0CEqUtccqMKH908IeizIBkANgvr2+K0cDAGhJx/OP8/Q6w+r/JgC8hu5xrNhhNOs7oII1vAI1k930tvx4A8CSa2Ry3fd/WV8T1OT5ppsH0EAX21qwDeoYow1iaQ+T9c/zbgdyklSgH9HJ3/8e5Wn6nxZybYC2woC32F/9m/ZX3fJC93TGETIUA9n0NoAtvzPWf1Vt2WvZexJeXecfLXY0H4wFqoOPnlCwcozXzaqerLUChszd8zzt8PYMCD0Px5HpsVrOdzs+74Vl1bYliZyIDCcQ17Sgv7WmL03hJDjV2kOv0TeqzJJR+jeDJcav328LeN4V+omDHsf5XSWc5+g6rS2ZzO0kTwA4GegZgwJ5CkzmDHsq21YWhHZZPyq0vZfz/xAL+meDeleinjNQbGmb2KkIiLMh9IAD2WMdo5wKQtNHoVzelwST8K2cRbQy/02+diYqAVrPsQzW0GcmdfHqgJ6rIlF65rRoTqCvOxx0C2idn6rHygChSv3Vu7yPtfaazPPfALANrG//6IICL/KMGCVq8ZUW83eGZ6ip2+7w7+PUnmxZklTQScZ2s+a6p4MGVE/C33/7nGjeMtHjAGfdg97TWmlcZErr2ZE1CPXQwSvf2imfypdbpmhd3kAmCQXMgz0PLw8+nSAvYwzNZa1eLHmqZed745vxLxw6Po6HPIMfgoPtiG/d4DF+/zFvAkx9Zntke57I+NHFyBoceMbLp8XWnj0kZ2Va4w2+m3VPcg+VkMnwbplvc97BXlrzZSBbASG3aBxx+Yl1uhnivwd/es+0X1TVJjub+yP/+MEw7A457F87kzYYM8bg4fngt17DtxKAdb7XeuTcDET3az3elqjIUF1GFUPo/W4X3EaqbSUndByKmT/ibM3n3zN07vW0IG1d3fjoOj/tuyjrNJUOou8KJGQts9fCi+2sbOx/8OaJxGd/Wz7bgDfmD57vMxZ1LYGmEM6eQQfrI9c7SZcM+sUn0cd2OE3wkIQgVu516rw85EB0JR70s3FU4BwP5oosa3z4tihrfMM44M3TEs14dXV+Jy6FXywNx75Yeidx4NgSll9TwTAv68qOMB7yNAQluaPxnMBzda7qikHsc+Sat+oEaVP5hmw5PDf69A14GVPhCJ5kpd/Ode7kAXgAeQ6PsKZJEJngm86t/L7455fx7jlK/4G1Brv0em8npMNkPPb87gQs5G2303s74XTCLYnN7QfIOw8EGsfM+kbAV5b+1km3nGNgHSTx9paAAjP486FT9CnyJ/6BHFFBpyRdLxx2nD2zeC0/dE0SB+U8zxhXbgZPgB8435jOQvF15EiLM7bvejoPRNeGJ0ybVkHRMUnIW+ci+uTgue963z8PJ8m87dGuNGQ9sOkPPY26wq9CALgdjMz3BERpRWsbc5PdoFX9fseDQ5igcmhkHXQaz7Fz5rvfZArjxl+9Du85+/ran6xp1n51N/O5qnJHNl122tNOtAMI0kUEUxqb2X4aBzhtVgkAW46MXY7eSRA2iYt6zim4GFsAmvgRJJoAzPJNJOdWNK0D2DSsuMLBN1kTEl2YM7R4dzPgiAXhhayh3pQ2vAmgip/CS5vsL4e2bcPvM/aA5A/erd9vhwKPZTr0/BYA1j0dsEuXoD0vFN4xnrCsHEdw+aIaM/YedgGE+E2zOrLBzskQU2gOrJBEQl172jsPLXUVGfLKwQhpuOG7F/+RQNgd5CTTkhASuUkHmsV3c5Zw+QU8zhnrsS1mz1l3X2O5k4DCHagdvTnv7f31XOhwp7mOfvQ1DRxDZpfcJJjgMQyWBv9wK3OM7lq80PjjOmKtlOQWIKQDVydoga8Z/7HZplsT74/PI8kHneCgfyso+AZzlQBqW2Fa0jvhbWyV9Y1mHj87TW4r6lmuBwfzaX7fMqi/u4/G0FyvTpOjL6D37P3agBrbW9CWeUag7rENo++mi9E51sn7nKBlB3TeI1IYMTGO9qPz3dLD+g+3I+dc5TO7gxeb/sAqpjv7LyObsKu4Vv92RzLNcCHHeM7zDvGpdZJk0tAiY/QREwp6zc133IE2y7Gh2w4TzZNs7jHOmunv3+ibPfmtIIH5EZvScqhraAfcJZtJWHeL8zru562M7hgJ62J9lZBWfPkjzJFbmzSx+AoawM4+XVnrvGWtyV9/vfbg2NTD8z+PhBx/pH0oW9nN/qnTztWJbXzFxiPD3K+8Rb5nviEEYzwC2IqFjJ7Td70PTgJw4l6o4gSAx/djGjp6vBIxBrN1F1/scb3X4ThjqI43JaianyTo9Zj/JMvYO12r9QnNdaeFwWrfV44tGnAkMPybXH/9rvAD8bf3SITTjVgV/NLJ8r1OIQ74dfH0+Ei0DbbxZo4T6H+xPfvx4nLvibsNBR+zn3csKryPPeO1lH3gIsw9cujfvoUdrZ/B0I40m5tWvBw6ryuP08DMuNkvqt6SLE3QYSs69ZxUb9wOJAD4ef0IcG2SjZrJ7PltgpSoR0itAEvLqxXQyVhL5l87UzK3rL6cgVRnBCD5W38eEPvLuW9aTAfK9JyuNB3AP62NAtKiULIBAVIWNmXAHofzCBDW/jho4Yt5RmdO/2ZEmCBGoEFkzN+VAJzh4vSQBA2a2NqR8GZmZh6hDf0PBSDBpAys3zLOeTZGBYIIcAbguFq0fHOWQM979IRkiLCOr8Lm883iCmAwDc/8RA/nfJAxVl6HAA7WBZXbmoMMFJP6ZFLovQjZzkSEGXGmXAa7ZzMOge/v43QggFog46Vb89PHIxqDtpH9vZyLf2jBRstR3StQx1l+TW9Z4DgUyaizQ0HGzzlfbAkS49475MzurXBb+t9MnwQ5JovmGzwGIPPy6wuweDzz8waA+zsqunGImHcmmPw6AH3fVEiFH8fAE62JXwcQ8Xytd6rV9wypzYD8mUWX562DPDIujsZWTll3MhkjH7qK3cGUkWlc2615mMcxvvz8zazL+stIXEdEV/ogl73mBQh4bq8vfxP8bCf9+c7yMjpBv2WgGIR9y/HPfySb0Huh6yYA7QqrARntxEGGMTb9BhTs+7J++ulMTNY7zvR8b+No5CvOR+5DPtNiV2DqbeX1Vh/TzvFd2+7sgOPuBC6fBT3GKZP4vsdhwKUtvzzeOlMigdZcCcjQ787UVqXuZlFORvAYcP2Oo2v8jp9nHeUMtTj8uBZwHH4R4BgQ+Mv5Y+HLGB0EBA3c6ydVxr7oBJ7eLgoH7Njhsw7Kps91cObTrgQwjU2FNEZPZ5Y3xkmAczsc6D5V+7ZDCJq+EkQMcKlUGPobmfJbBbDpU5XE03KHvXQF6SH6caY663aSmAa4Q2dvhUcA6e1AQiYCUnGwSdemDeUGqPf+yEQC9hhk8FMbgFoPzioNPiLJqLqqeL6TIGDH4LScGuMNdiD5gr1F56MfxPrSYadlrVCjs48jB8Mvd9Bf30nGag6mH8sFWhy9DhnRzgQfHFAM3nFy2dNSKvpm9MPM59CAcPMn/KFDz33aSN3txEL/2ZOMvx0swVvbajF8Hz3XCWTL17cupZUTlVfIGhLBXn0ZwTLY9XtPeAHH6Bq3bWSAkUhEACuZxieob8Pv6Nylz8PDBQBOBrHmeXT6Os2yBjgDo2MsQ2ZtFCiDnm4H4L22vLvX909Bql3fapX3tCKWfvit/S66umVo6FT8cbcDewOS8Gfjo/fMOz23aUpzP/wS23d+flbO8L6sXQJC3rfhYcbOEwjIga94dujebDhOqtyx+5D9d4urcUCQgNRHIbDfuvc2vP00hnHwvT7RO5mHZdmDfRwAtpwJf0lWkdWOAyj4hS4mue5PmBSMpWuQOe0kbLuLZygBikCJ7xu839U3PO91zGWG+wOf6dnwMbaZ568kqklEawdS22CZXz13uuZIz9j565a5t72BjmoMI7m1SXHbRvAKAI89fPHB2Gf6pf3ZTlLZ48bky5MrQxj6bxWYrBT6rgOI+g79br7xmeZZx1/9D8YcK1ugc8ZHh6veH13+W8v8VNS41tDyHmcniXY8w3rXNDzOZ2HpSeTo5Bv0KXMAN9CJCb1nupqEBxKmCES9wSqcocyvg/vYJq4UHQfW1WJ0JvAffznS2+x6+Cn4QFiTaoah4UmqhX+pcGmcoYd0h5bWDSR40SLbNDQ6F/wlvTAq1uPRcQiqaj4/1xm3o7tcvW8Jc4Jyfl7xb3f40Oc9dhyeb+IxNlnzPGPW2hGERz8377YD3veg+5xUdNvpjRM6QOHrBheBqcN4b2Ag+s566JOf3elt92b1T/Z3fEXf48Bv0B/fd4ItASBornmpK4BEm9ju2hKCDm/CuvQQ9mjWL/IwcnuTf9s+1yru2ZCx270c3/ari4X3aZyv63e5WxgTQG7bz/htnMMneGp7bTtc3AGTG7+T0Izs5Qi1tncOFlO3kNdBbP9m8Czv78q7LcxZjGlz3X5L/J0t/9bu7ACErvhvn62Z87T5Af+dYJUx3X6v6yjcgJ56rG+w80fFl/dosPUU6nQCi57VvHP588Zf+lsCPHys+9fOC2/0OD1+JVCZB/cs+OiUtVUPr3zr+uKa3j8KaoYVj91nfv3k09WJSSLWCZbjb358gOw7GEV8gV5OMo70yvpusHVD68EG+BW6wg8dlIDVd664j9Nb++71H8N35ziMZnC9q+jBOObYQ9GXzYtZ79Cj5ZJ9E/vA2Hex33NvjD7vB4Ubz1mkHcDurnrBWdhbWmOwcR/RkjhH/9yVrfGP9BzpCIHNeuyib9zmoYmdQGt0RoIvsH3wa3eCDOPA1kW2ax7opa7clG+j8U3ojkT+0Ajt1fGtd6J2+9XYk1cenwTmb/3wJyC/sWFNU+NDuvSr6PvrBmSf5ldgEQy9+Pm0fjee2m6joZP1X3tdngRVfGmd+KN1A0Msvlp9ENt0d7vtYF2vADDf3zqO5O3c/9JsjvhKsv8b/Gv7yNOQDD32/3bA1XdUeHMdtHESXr+X4z9pGw5c6/0fHan3vB32SADbIpLI8kte4BKccbJfHtMkLdnlJ16txXyD9bm+K3R/4n8KnrJXbonkZybqRjL3xOtO6/CsYSdqIr/fQlXPv5LBMqYhAI4UGblCB4n2KW9sKjTT/qz2v9/+4pUn6P3E78KbitH8x+AZ/LFvYPs9vs1HcAwvXwHgzXYYw2tAM1kwbwYMAaVMZwN01/kCU6qsKywsRFCTkWUCe0BqVyDgJEEneHxzjpTeR4YLj9ACocwAaxIUWiAynv+UoaSxdPUvLYryuQT+zex6f8Y+GdNTvRyiTuu/bmHdLV68PmMse77fPVacsi+GmV9nC0wMg2muVhb5vx8/FqoGfHGQ5vrMIZVHMSi1Xseh+41Z87aSLkdjB66Pc0PKWf+rVil+x43nPC4c6QJ3CJKeD4N/laeCRj5zaZw1bRycewzq0+a0P9O+vMa+W9BVMD4VZvf5KQAlxtIVzJeC06IX0Ml8dv5ROL+fhWxgMQFgAy8CYBVg7LVIZggtI1J5YeWkyew7NwAAIABJREFU9uZD/IcHDNZioALUcOSdFrOTKW5lV62HluYS7Nk1iAPibW3Te2hHxa8ByNAIzw6A27a9Z54GtNsCmOs3UztTBUAgJBcQ3WdorENgFZLBoNqGiaI+uYCR2cZr812cBt+ZWU+g6s4A/BlgbXrO8+DQQguml/Aa65rs9QHbAHldZwMsYPhHq50DRGP4HAeHyFMPrzOyABriFfO+zq4bwtEbnP05ZR7QxStYEqzhfN18u63SFOTYimiDxO8/AO+bQBD5E0eCg34zwDcQ8ZtM+SHwvvs5iy5zEj3dgYI+64H7O8hE5SWgrIFZn0NsDpvAUDvN7HieIwfCDzECkQu/yfSrIsR7nZHNNvwqT3/M/blejvUjxz7+tpweXa41fgOvFx9PQAxHEt+9QWzR0J2NqoBQZPB7Bqj3tSqzf+Mr66U+k2xomfefTLvZFPQxwPF2EofmOrmkDRsCYC3fIhPCe01vEhf/+M76zTgSBP3rPxP8eseAnIVueGcnFZ0K4m+pumVq02snF/VeA5jpYuEx2zF8O6n0ObLurnTZbGwH+fWfdXgAsx0K5ewKDphq7KmoZDy/4Si+kxyP4dQ6+a4QfeXs28K6Kx3Y47uSbGWVeJCguORI+C7G+OvQ0RjbcaIhiu5SkRrZZbl0HEgTVNRUjLXihDA/iF5GpHeCkOnrtFhdA6HPos0Z73eGMBWSNsC+ZX+riiNfak2tPyQ4zXT5MQZeuWMVMCron8Nf7HHLrlfGIn/yzOwd55H+zGxdKpXBhUPSfPALOOXZ7bxpx9yNfTp5LPSbH5zTiwv6TNzwqwLji2PaGdXBDXDlnVg5yzm42W88eC8LHUNZ9CH9RbZ9JqwjH9za14bvro9lxvdPMDffXOv9fajAbut6XfcmV3IvTmkMWWyKWabzcvPROCIbH/9J3jDnl+544BsA9qpMYqTuOYm1xE3mRtYjAWDaYCJ4WHdkMZ0lds12HyaJcnCh9v9gCK37GPbYkZ38RutY8fp1JuWc6SaMQ4XN7t6f/wJ/X3pm7K1z19hqwjuddMR60L5xsW+YGnmGfmpaDFbJOvwWAO5kHOH/Xp9De8IGBXbAkZw1L36Xrd0tAdvG7yB77w1y2+OdhL9epxvvrRBjnu8RN28rxba3OjjTc2Sd331h7pH/OoPzw/lTsfE+F7rOui+Gj35ceQx/Zr5Dxx8/vEcaZHw//Qe6g0re1xaWiAG7kcjT1IgNg/+kHa3QBy3gXirOmWB7JptkWnwewTsdODw0U3a0bJMkyf5MUFIAGAcc+KVlX2yUlZGsGxj8lSnMJT6TJGId+20chK/jln3rCul3DZygOv6J892HWY3zJ1jvsZg47q5PnbhOleWVrDqkjU3aAeDG+z1neJyxY5eJ15iv9c8kVf1JMnHtGbvmMDj39Zv0GblduIAt43QFJWiolbKxlegmcpr3tI/wos9lk13ewSZvALiD0y/PMQ/NAcdm21m+XtWr6twzvsZUKC8O0PhfR/pv/ss3gUvP/vvfIysITNxdHuD5kdvGiOA/VR/FbuZ+nMkkQv2aTPCNm3tYOKrD6CD0ykWua/uVAMcGArdDSicRxTbLKjbNnI4T83DRKm3h9R5s+5wjmwSav3RU0a/4bwJ7tgv3givhbXjt1eEkQDe2h6+YN0klHn/RZ88HmtZn4D7kect4aEsyBXOGdX1xXVf4m55GV5TK+IHp9H6OsAg+G9nyyZj3aAjtSHfg4egYjYskLZLYTrByMEgHts74a2860BWb4nv/1/q5tw+cGYZffYHNRKGEwEjbauHhlQZ6/1uY8Mq+Q8P4Q+YBr17Udfha27YGh4RO7yMGhX2RgcwD3+7BUB8F/9HvJ59/JQDTsaY70TCuxgjIguzNnEe6yxJ+m/laj3w40bamI7jxFd7y/M/+IvktKGTo9e9Atj4/volvp0WHvANeaSzk54wfGtsEuQoPdoGLK1yFH8znGXt3bMMPZL9JCSv7cqaIMLbm+oXDg4MZhjhfPux1PDJhAsCHDicATDU7cRS+PzER+zHGf/aN0Xs8poq7P3iswbdZ55H9ToiYqtBJeuT7t5V0k4DWlyOcGrOC67xnT1ez7jRw8MQ3Dh+dMx/ggw1+uYs8+ri+ts1t207So3WWAqBu4ZE5UkDWfoRee+nKpaMEWTs59oddbPm3HWvyrFuBkODvbh3j4zF5DX2dgolfjhB7E/B/sxMOvWgsjfW/cf2lZMYZTuuIbPzY/WCOWTcSYnsvmRcdE1mTToje68ev4HhhRkdSC2NVELjjduEQLUhT1v4t+vUxcxbz0wI6D16DhswbBisjQQSNAwZHwkaXJwBsXu7qjs0iTCAro2rnbA9Tm9ml+3zXACZOywgs++3K0OZvj+/7f+4Dr3nJISHQ6A2qCqfJ9NyMQzF4nBeUStPSKMS8lU7IrQRoNjsJwNlnw3ZAxfDnG4cCeapQswKb81wheBgPpzqMy6ae1nzfmJq5m9CsfL4AsBilnTF9hl0qoLMfVjgCrd/EOpPVBGVgOEyH43Nt9iv4eZGdFXAMwx1zMstjzMWAO0bcKIIY9LQfCOWfVgvj6On2dMwb+ko7nruiqSuAxcgCDJzvYpqsFj8CBv38ZJIkSIDQ96ActR+HsOeT2f8mkPJNWiwGBEQ+K+HHGeedtWdZk4fhVOsA1tJJLKsGwXr2aYs7AV72kGvf1raXQJtxeG+es+Bov3HJh+86A4In69RrYN5b4BIQFOfmlREzGY1ev2kxnuWdNZiFxdH/718AN7zOeT3Z684c6owhPYv9tyP4u5+NgmbywfPzvaOBYMaXeYW/qBCb9y/CyP4+9PC2jO6zLk8HA+/fyoTeO0aneUvwZ41G0k9iiWga5fYzceWe36s8X0XFu5FfTXe5NvQnEGGaYixDkw3sbeCY1+ucIhIQEGwzFXee6DPbxH8FEt9tIknirZDrgIGzr/XfPEfKme0CLDNGPf+3ypWThDLOohMYFahyN4pseJ91djLeOeOiBv+vAsB/Mop+pVO9M6QZgHgC+XMmi74b+Y3jgeeEb/IvPcP6bvbvNcD1edrwAMyQP6mQxHj0+gm4O5ORNZk2eLPocrgCavQRDl+eQbWxn1WgGzLYYEOSnURXBvIax48zRLTvSehAPmaflq662whr8waAnXH3OZAWyyj5KFdnfe+kA32+Ge9jzPm9wSQxdqRbpKNHJ4xe+G2f6cRwdCbHXlTwmrH5PKtaB+1lqgg3EIQc1rsU2GZXszZjKDjYlopAWiny/rdVWrdOsqy2EzmC8GdGZdqrMwbkGcGpyJeqgJHetEEZh5MdY6dt0MjB7ztXrYFjyliCplkD1kEOehy70O3JcJbMcjKcVoYq+LS2948Nj9Au7QN1nStUPOel/9bfontk0wkACSdVhSItdqGD7Mc6n1tnX3TsRKJgpiPPvM4Rrsi/Hy3qvNrQcnRc6Hr0+MgVHJi3bhvZ/r0DR0jZT9dzOuCIk5YMXK//7J3+fluDucWYq7xpURl60PzloDpG3S96xfsxiW3tdM42xlmBDHjHvlWBsXPirE1yKGdRHgwmHTey/jV6Y+CGVpSAxY9hhP45hmycDhmXMvOzb4sr13idqiQndMbwa0cy9Bk8uvYd+LgNcuilcYv3QI6OtpmgkaHv4PgzlSPbbHPMezOyZGPDO2rtexL4SFQz/4Zv+qx4PR+HSmh6bRVjwG+QkQcZCBW2jO3dz+OMmqN2sCNlq9hhOHL1ndvO8iefgAebF7fiJsx0BX5nP3lmd+7o98BvrUdPgO97aeaaMl0c8X7XJF97vcYxof3A5ooN9AVDSqbks8isJMwmSS9JPXsm3FUhNBWlPf8+g5y5HBt77At/Pp14GmuBl36z/yQ74AN4gsAiuMWPtX2dFpmh/U0Y6bWN7A7t2CYdfLCOJ90s/VV21tg7tm0EOXzPJPoVH1xy/SQGThWD7L7pcBVeTmCogz1dcdtVuG9FNPPtcegzkp+QS9jPF205ThG8BA9TWavPg8Mn4W2weWTCrMc3d+FeYTmcdz0HAsDIfGGhDpRn7DdXNa8e3GcHbnwZzdOdiBYnZfTBqzfwX3TLat7q/fc+hkai+zcxl2pt9gha4P5rTJ5QZG0nTNvhb59EHHkd+D38gRkXuBT2mM/Wb/Z0zBhHZ9ttx/Z7hN6xn8r5TetkvfC3BKjLnprAN4GpBLvvI3ViQcRP8ptjvodkGVYJzOHnJOScZJ1KHmff83uT/qH7dZCmpTkYtQtOoJHuHLjrn/1PQlD5cvyvzMw23ujY8GvhqpEDb3IX+7i+CumBqVaUDhjZ3MnbDux/n1NIcmT297CcZZhOfh2IgvaNA4wdMmjrcwUwpwI4sjBOY8Z2VTiW/fHyJtf/1ir1ovdJcLxo4FXCftiOgfVpXAs/skft4M9YkOsbmHB740p8D13Fb8uzf+MX3sHv6IDpgiGZ4iScfMuaHtqxfLrxTO/Zn3hShEUL2263av2qBEK9iyBo+c8bl0iPRNevvGDvWSOt25XwWdgjeju2KNfLlv7rPzcAjG6/knoL9N32YXwn+6xgWdYNHPendXz3wddVILjxFYFRAtzG+N/FzWu+vhLh8971A13j+v6R1r4bAPZUkMfag29t6LxwOgGoKtWDFMPp+Qbj0QMUOFi/hO/AMOg3r1XpQTALYz10NgsJPb0V0X6OqFYJXDPs0EL81Pq57avqYDqd4e4jbzYxfscQvrvxueR9cBDyT4FM+7C//+u4AnQhWYof9tgzwmv2iSwmexOlmZ879xTeal9n60/WUve9vlJhPmwBsHonWjbm1RgJABMIf/UX+5VinvhZsLuOXOvqY/uiZ9P0a+jlPHdsJmIDfv73X3QnR80Nc7AczxGdbYP89nf84Tf9/aZ/uwKYZB2NB7kCbodOukV765v4zxeP3/4AcNP4TVR0MZt52yk5cqnl6ul6U3omeyYDZYutwILIgOYH+PKVh+CC1mfNs9Bb4o7xg77qroOyS+9bIAUdGm8P4Dg48vt3xyFkG+0aBvfGDn7ANJtRv61Tlcggevmi9P8nRulktI8S6OAXbQRF/Aou4Gy/WysG4CYSve0PT+bClEijuAggd0UmY6SN87XABWCshKpFjxnom0wC2JG6LL4mqsoHEbmi3rSKgZGI0EcoxYnlhfme6WDfp/STkRGFYcFuB3NaSQQIyNFdQGvGd4Ko/i4ebDtBv++1pumpHrDrcxp9xlEkWgD/GAsoHylqKnPHmd+ZoQfgz1hQ2mn1mtXdFt/RahJStMTRO61Ax6DX9bQUgWlcbeOqh3LAjQBJRsxtKOsZAJtVdtq/7BkCyWtj422AgwDVnNlLtvR/TDvZBJPrTMBrfbbl5CuYXLU2ATvNp9t5QmtHaI1joltNZ49vw6NbmbyKNftNYHBoqzSWtlh+WifSVgA4gCXS/AQlvr+7hRvOgX8V8Izw2LXK/qdFyxvcJhhrR4aDz6O4ZJxQMfrRea/98ks2IIL8drTE6CigPjIiND7n11lDhxfMY5dTf54tpSH+nHvSMjD84aCE5UufsafxLI0sTwH+xkgqngqH5AdlTYvAgIipQrECy3X3uWCjiOs5HWzT+H60GKoAvcbbsq8N7MO/sx+m3y+BpLOUNhhb2fyTidRz678xUpAjoYuAsG43kwzpDYoiXw2Gxyi2w23AN4HubsvDPW18tSF5AaU3maCDp0MHEmoKMLbyvUCCxjuBkLF1j2OCDH29X+P/YRAU7bD3ZEonaLVnRNnJKJrxmuV3nEYTDEGeTuacaXEUta4n61dg1E7I4T0MHevT0cutr7wfY/S9LZ62k8Gn8775pZ17aJ8W777/AIdYaOdYhXHkvNl9ko8Ze8AX7TOR5wT49awYY3NGxdHP68B6E7iupLJv//tMTUA56wANgS+cMDWELZokgWoz8H4GgHt9dWvrC3hErQFP54Rv/2QUA5ahCxngWctkk3ewWp9v4sEdAF4eivwiCBFMERnTATI7febcNvi2s0m95uUsCG77yfnIxYxtgtDfYEi8a1Bt2pQRMoZrZH4i3ga5HWB+5G2uCS7ib/hdcu7s9yQDvWfmnHuqGwmtxpw0N235G3N08MvZtG5Jlv0x8HVwI+PRuPScPvuPuYNzJPdoGUsCwXG2eH9GJznwmSCMZEPSxYqmvndyRk0+XyfAyq87AMx5LcehN/qctY+u3ApJfU4FLnNDpnYmbWNu5GISuBZvsPask58tWTmC0w7t7zMCLOghPbuTDJibn6e1catjsPQQRrbDP10ZwBjaqNH+hR91Xm7agMEvVChjGEPnrIGel64T2562HQLs1xVoG7yUdRAxi3iEfamg+RkAJrOXOXWQ1Vh/upBQOZa1zQplznH8RjantZ1kCg5cz2MYXWtJi9mccbSOvpN4NNgFew0dYPk9SVaRZaXzx97Ztdjs/axFHG1HDtVGgws1nwT2s+/SO5xRimw7eFyBxumYwbhNb7Rw/0ilj8cA63TAvp1+PT7WlHE3v41ataDyXLQXHmt0658SAthbPatxTXcQamcLuqZbXevGzuy3o/CXn98qbMFmei72u9a7A8BUiiFnvQ7l5NUc5VTos5vBoKHJctJ81zpgedYne9mBHhJoLW+rtSLJFifhxWsWWmf9OwAMP6slJVhK16qT13HElkxnP8HifQRJHCP7vubt0MXYZZLH8+/I8Pds7bHlLD/ibJHue88HXxSSjYwjaPCg9CP2tWV51jgJUumcYFk1Orn19I8jSGbhkP/YZXonukX76mcDjGZeHpjo++PNY5MTiPm+Omf4GjtrnyfRdORI41HkcfwG478wrQSQdQA4/pkEgL190r+j2zkS6/UJnJZ7EwBubJK/0c+r30NXI0uL3nMG2iYd6rokBcefdBLcJQe0P0o0j5abvdwOZm0baR1bbyXJKL6WDaD+TPDbJH+Nd89VxEcWCtof9C+yxPJqzjbVKFmb3+aup7QtRCL72i77nsZrJOg5rjFHN1GxiI8KeiBghm8o9vnq5y4AQW/0ER3gGXVuwpnf9nKc6vFPxAE/uHsGvOP+7++7AN+D/2edhvQ3gWEwFOvXHUxMR+PMheeN5Uf3hc5WpnZCXd/34rvGze3Yj70jmUtS2yY6etwWjOsIPvbH0CnYdrHfrI/ocfynTgqVrvv8Dt2e0mtlnXcH7qHRPrIuDvzwWCe8poPFGBxzjMDxM1VS/0XUk8CAvH3xROtxrslaTEawVsx6Kn5Zy3AnpYdnsbNtv3y3HDmJfCjdcNZYzx9g3GsiW1DyIuu8OFLrqX+3f1Hrq2e8Z3beYwp+JzHHvKALpC9OB8O1J/UVbVcJnIsu6exxOhsNrKaKFEyyiYR3wh74gI4A0VfpgBK5HuyJzg7d34bldkzaLpK5bgPLWd9O5Bu8Ofqp5cUsg99jL498KMbFG7CUr4QCii6sQA7mGSTibqJb203Iyg5cknhG95ROUg/G/HwggogjB4iJhB9Zl2yC5EM6bER+/u3ftabhAF3fyUD4pBh3rrp/2t+vbzpYGezAkXSDUwBYw4/Zg0r2GszZfmr8He6QOS3coSGSVDoAevTR2KKsV/tGPdayWbSfdPBghvdz8qk7TkynLObnTj8ff6UTxbM+g1n5FH+3/o0sIoFYn0nmYo/9Fsh8i67w76xvJm/Crv3Nv9B4zvj7dBoTXoosaRtC+4OfhHnIp0BSq9/3DSDrlYSCnNc8QVF1IDt8FzkoObPdA3bNuujBSXDIjqGb1m/aV/Rp0wP71MnOYD19xzhlXe244wM4SU/YqPbZyLc6ne38zlljY0CqLe6zi3tNmHtifrKdgyeIJ3k8leyHjEtCZ/xd7vw68QTokqJQfGz2zY19qnWKDFl/NHsanht6fgsSZhxdBEGBiW0T+Qtmzl0wA7Zs/0/HY81vp1va7vf6fua4qU+pWfwiCI+DRkQ5ijUD+bIvfcbrgok4DJb4eY0GRUCpAQIGria4zow7sMBiGeRZooY5bGh/X55M7yEehFk74vKMrPg6jL6/p2qjBdErQNg0v2/AQUDqOK0MgrMxPV+Awi419+eTC1TbuAyQJECCo5cM8SjbzRYFEHv+o2R0L0q5Ca/HEEWVT/TEEK0+JHN8qiIqA2QJfLKhzqJMgOC/00q5W5Ppnm49SotdjSuCZ8+iugPjK8FduVMO7MsBVAQdB19aErC23g4rQPZl22y3Qx4AnIDjfU5AjL51UrZz5s0IaRrz33hSRXMStjOOpv+mrWR2piLtOtT+Y9r/+tZXP12Ron87ceAE2Lfs398Z1E/LLtkJ3zpyJkK3RvH95qfJoh1nQ+Ygh9Scjzg4Jo52ZWol+4mAgvYpBhiJACsXPPbjsCRIkAcisDqYtkIpe3d1AKgWQQEAuz9ZozuYzbpCFwD1zjLqIEl4fA11D8A3ax8jzCU3UCA4uHUJ95176o/TBWHsFK13Ej9Ggf2fZNUfuqkAUGf1Mb4FVZm/+D5nTJQcegzhyJTfRrdGq6slRRCueN/qHOQNz29Q3U/U66WwYwTJoTTOku/FAC7G3veFPiUHR04P/wDY/F4ZC5MUghLOuu/Ziw2o9V0Mb4JW66TWs7T2Td+sLQZU6wwxyQuuGX/LYIPkx4lu54MAgR1iC9JbrhJgPw7CkqcAQJKM0EOh6RiN/HR2XCc82BgfXuc+AIxkf5I65MjMswB0ds5pHef7yUOJ/vVeb0DtlZ9+nTFBeP0ApyFo/ft0xZgELo3fdtzwYfNUz1NyRoagqdUXpzVhG27wZPBKqpVYL/CIrnlb3zHWbvcV5+TtgFFlQFoiZvVJhGv6gYcWTEa+wx9kkAK2mTf4qwPIojMHOS2rn2r/Izvuow46Q7EDRvBxG8TQewfYcOLhQGk6Cw2sQKGyog23P7U3ZG9wlGqdOqCAPON9i78W9MdBkKSDI7e/SXYAuCt8fmsR+dKL3reVZnl7jANVeWeuPJ/W6ZuMEL2L4Z7AleTWnqFGpUfPZ/+WnFr5F/wxmZ1loHTyw7bsivGLQaa/wXk8H0y5exjCJXP7PdPRBtkEyMPLEmPr5CPz/TpWYGSR5t3y/vDxA7DbvkB2MT6vtfRI3fM6kO79iDO/5Sr2gfl8ZHNjOvCA91k8PnuMY7cdHL1+V+DOxDx2ybdP62Rcm4NxamzWiyMzNkg9xuLIsDeRS/yw1aJxgNEiKsJn5R9BBlpbSlbmGhNzNvKbbCcLWh5NwEbr0C2xwwSRO53U2LL9TXZsB6Bv9/qS5HCDENthltF35UkfYdEOFsYt+urgRuu7xnF+/3QAwrnyz//6e+ytSRpYfJOlahl4HBbmr6XOe4+aavkb3bhrJzlqvPLp47w/D2S9Dz6orP37yePAGZ548V7jotgHG0TW++QA6aSpo5td2buYHqeYu0UN3h2yKadQJQxNiz6uN71XhVkCwJy7Bfbfs89MnkMWYALo7QRpvS/rQH6dHeh0HOiWOR8/43CNrg5Pci106fGOcdwYZO36YEgF2OyEPtg6SRM2N8dhlP1KsHT15zx/KtFatq58Xnl3Am160hBdy0GqiH7D19DvBi22CkffEShLMD36CfvPI59EDuRhJ6joe/j4TVDoqp51kiUxSImC+ixV2FmhxiNOsNJ4/PnQx6MrPLaRn+gTJ6MJB478ynMn2DcJJJlH3mlboDApCShesw9bnTnVGe50ijN5uvq7ghhysk6il7+eBDj0MjZ73r0JLOBQ/GfInxPUgk7k1yh8D60g/9FTbY/heM07mXdoqxM+3jPk4W/8LNAP7QR5dyfVYtPgGG771T6l76b2X2iveqwd6BafC986KGdsl3a4DlYKf4iX6yg1OuZl3YemysDtICWYLc7cFeJ6D/ZjCCQOeALLtxN8/aK2GSbpV3zenZtM+xPw64IBbQZ81mtpmv0m2OsCfehzJTpBw6x96D0JSW2X4p8R0+k+reHhFe3/99/rY0S/ZQX351Sn21aeIMJjb3WHn8acyN6mt27Nne/vBKfWXRoF9p3+fpPL9C4qbFnTJJcNvc8fb0KkgMYmMmE356amg5/81Ml04087BSkro1k93691G2e9ziCF/9DZBBTdgVEVvnPm6s+kpD1K6mo5a32z9k7WLBWM/nvwu/IIsE0p3jJ/jW/mHEs1Nn2CNSlIQs/086CpI56VCFktibm2aemlX64hORQaJZkY/rlxo2hmE+21vnT5WB1ZAO2hZ3idveVIC6/T8BHy0jQ3FZt6B51POkC/NLzB7yRRienuxInjr/9oniMWwCPphJXkIvuYx/d+22vMi3etX81rOTqiE4n1uf2jVn74d8LHYEHmi67vhF46dJHwHLkYeUIyFPsX/pnvoPmxJzpgB64OX+K/yng8XtXWjb/mtUn8fbeR1qy+ueVoRXXhEtaIjLOtZLm1nYF8lMUk5+tZ2O93l5y1KUhCXBm6tr/uP/4zr//yWNYiPEjyl/4GgxBUlC/Tn5s4sK3vY6B0LYm8TnyY+Ilxz9hj2DToFMvG8SsT0DXfG7du4WHWc2n3dIyYAhX5C7E7j74auYovMvsWH18HpK8EuOoIBJ9DsyQCw4Om0+EfxudnyWau4pGs5/p9u3V7J48maKsY2djdBNi/+0U3nRD0YnJiSPCI6EDrFX/JdJZ7bIoTyxr8hozV3tm8mK4vyM736LRNysuRGiQ1kJQTHtkzzLX6VL5jIx98PoVY0KKwtwF2/YCFI9++UX5nn/gSAksEh/aeETxT9QFQQwkv8/58URZ4AaAEsATmf3wtTAB43qjvugYTIZYwVbcm6iAO2SUYmmTcMQoUhJXaEVABFg2g7lG/c4Cxs5kWYDhyrsCZtiWOWI99rkMJ8BlPj3Oes0jVXmuz2XQN9/EcPrsY4PvwPSOCdeN6gmGA4YyDTN2fgYl3LQzOS4AmIPOdBfVf/xjAvhksHXD0c6oHO4Dzr78i9HseXdH2nnHWoLJBTld2xICKoQO89nZ1AAAgAElEQVRNxhG5SqYDatCNGYBMPiumzN7Kztk0CS40cG/nC2v5rhljWwdPntEgKkLxPi/J1R4KAjl4HNp4Wxz8RrcIq7Ri2j3V/ZwjJydQBwa8Bzhr6iyLdsAdWv2GkqzHz/Hh1kizTmTUTGYSVeYEgQBf0spWhFP92IEYjCXAIm0GOWPoWttxGP52pmOcugIE3vZzFiyg481q7Tmw530m0KUYRtHruvfMztx7O9zOmE/LuAkkH0dUHErduslgbhwNXYF9xjmOLRy5fN6OgtDjrhiysh0CZL/iCDJfTrW1lC2Hw3tex4FyP/eldz3/OrtVPDMJQFwbUBTgwF5g2LMOgJHOfCOYImWagHzkJI5OP3NataM//Bp9POO3M2G2SIr8NwNaAbxLDo2TdjsW7PP0flqJ07GAAPChJRtpGGSbYNN0B9iPEbtVsQCjGG6tvX8aOnEaxOnyZrIitwDp+X5al9rQWScgQELj+1e8so6FzOQASA0t23sF5lpm44TpABbPwMhgfa6z/4KUl8+GxmlJbsBqOT6VBmPUsheml9EP5pHhw87MbkOR9rVxrOw5nGn9XAw2g9XadZYoAWDd30dH+N3fprRB70eMXKMzSbeB0/0YEcyXNVpHx52o8Jucz1oEtB/H2LT2pAPJVqqEpjrD3nQhfTjOpUPHfqZ4YxwQs7Z2qJdd08kkJ6PbyQd5kmnz+99vR39kHRcrtUHue793dwABXUdbz99aVDMP3n+1XvNGKdlgHSvQ8dsiG8dJt4gMjS3fvkZMxryBXq+tdNcEtzoZSnvlAAuG4xhApiO3K4UIw3eNYaT7ORMVmcL3nDHEPkIfr8OE4JUMDq3ZnwLA6BOMF73nVD+Nw75pBuNfe4nD53YUpJqinaTcY5tgNu4/vgQo3f+bnPYOjN7sAEMHgKk01aWvAY3e6Ix6O7NLj2cca1C/60ewRY4+sHxoRk6K20Fo58d4TnyO3sc02vsjQ4ULXa2mc8GEFdeuQt/GcZDqDeb879M++k16wSnUetdJSTimySYfDBy6vvWql1j8qVZvnJltAJjkp8iNcfoUvkZXH+x6kiHjrO+EBymWdlo0zSIDG/dstn2ehXGcqiDGksF0EPjnO+4zWnNm2y/yfxJ5O/AXO5EJzzlg43g5vIzDaDA79m7PL2NMwCJyIi1Hd05Ru/xgV8HPb3KaPsfhJ0zUAWDwQdtg2F/tYDkY4AsA60c02nYBSQo4GGJ/TwLUhzt+s785O5H9yebEUdZ6r/c7c01SWLecb33h/WIbZt2g+7OG33tep2YIJUfUWL/N+gdvTpCqZZy3ZwCQHSihtdikX1CmApOQUOyk7NwbKGAdeO+Fo+ZZ3MteE0TzngzvgQHbqW86KncD69EBl06GaZI/PhfN1vZxjkLYZI3xgXxLgaO+A8BZEy+hVwsn15uYEly7CSuv3c36QA/YNY1Rbn24jsOMWcldFfz1uCJPSYo5yQFje6yP4cMpbQfL8Z9tnKSAclL6wzuB48i+uQv78e2kIr1C8NTz/B5Dgj1+jreV9gyjgqPBBN11hWtCN8FP+M5Y99euTIC49JzwzcwrAXkdnbABEPn5Ln1d+LA/zzzSoUiyytXih18ztpb/BztjZ7Do32/RrCuP9Zzyp7UPLnSTFcC2wv9IIhn0iS3DvuOXCVaTHNjW8unws0z1YjnRr4J/b0AeOmZP4gdQoCKDPFU+1hHVuaZMQZJUwcXmKTnBR9/p3fAgNnHmv8Ft/buDv2AU48fhw9Z/LYfhs9ex7WdOAjR73gHglm3Hb9d4Z3AHskLPk/xRUr420dJ26OBHoFWVgbPXyEDm27rM1aTlIQcngwv9vipKMbnhF/Hf62Ns2mI/W77pPQrQ68f2xrc/8t9qfp1kxt44Of57PkkbFK4gK+nchZ+1+SpnuQoHahHKPhvif/cvtCbeke9xjmaba6m69/zAf3PE4598RBQekPhsWvgm2Xr6dJb8cAR60us7+B6a6Ap51jVrfWOxTkh894Jxk0BA4Or1p5J4ch/5uGe56nvTlRNUfuLJHh+0oj2gQw/z6/FLf7oSf4Lw0OPxDw6WOPK2sEgnfKFXGAPvZZ20PlQqL31OIM+G5B61FN684z49t9DEHDnzXUqCmeflvR58bQzXCXxzPE3hjz8lwrcvuwPkesfVerps7U6Y9XUK+I0fjtiF9ajx6M7ohx9L/PC5HG6fyN1Nsm2h1/buPTiy6eN0ddvhvcglrr07saWTWPhmCyC9vn/Id+iEqCvRBj09Lz54r5J/W95B106U/QbZMnb5OUFb8yg4Rr7dsd3etcG/outtX8pn6QCvJrMB4Pc++Jg5vwmmZ32+P7pz5uG9oUfWuDsEoc9+yICRKxS9RSbWkbGHbCQM9QIUwo3z4B/7XL1WwR7485qfYvtPd7/xlzhxbRxVtx947TaewfroSCXkh9ba+uYxWY8vXDEuDf//+9+J8AGeXsHq1hoix1yVd04GqQXFBPre+46h5cyPCBei///5n/9xWkrg436DwEwaQ+3I+7GzEkRVXwoM9QztMtY0VBPxMBMGaFXlnY0AVJZgYN7atDgyQlHZyK81ZA5vrcwqAsAbOAwD3a20YljHmaMKEQVejmAYBmejTDjz2VVh+32oQPr7A4BFobC3fZ0yKQEdr0BhrLq/DT4C7SJKB9QBpR7fOIcNPskc3Monk8wH9BUA1nwkEN7gwNlnZV1U0Fn08Trr9QwxVQdJ2rDvADB0g3KnAhPHigSZWovdBvUYR/WhnZwTjPjNEdTre0Dz0P4L8FT5lAq18NPfdBb0CACes07kBIaTMViB3KJTDAWSLU7Fs8HczwBUaCKZJUdBfp91iwM7KLyX2VMy1RifjX7x9GToqRqVimP2+63wcRBCoHkAQleLBSyHLjoA/BotnN2DgHVbxvmJoI3E64q65qF+nkGv7vmuP4kBw6u0A1mZEuX1P9XyNGD1Z9s+xmCDohJgztp9972trzKfEcrT3p3rMcAx0HtdyXB3i98B6A0y9hkL8vWczuq24+Pbk79VgKvX6YeQmQ9QaHrfqVzTs8ZJ1Yrft9AW6uO3JECs/MYZ2XzoCr5ZXz1ToEQ/pls5B42iAkb1Zzu2vG+jrjQ2Aq3mt6elHQlCyBC3UvopWkNX3zP/8Y9/jKH+ZVjpvWWMWLa7TVGcWABZ5GyvKzJJ9Bd9sG1NkHun8rMAXPgrDisCwF4XKilG7nRlLQkiLWd7jXrd0W/se+TZC+arBX+BUpyBDZqoitD6HnBaFee5Z50zzRtHH51A8Ga0nvGdtciY3uSb7AnYRYTxEycYhJWjthN00lrrRlLtmNDYOTeyEwzuylLRKMHqjLxpgm4K7YC/HeOpSD1n0c6Zcp3NHWM/z0Yq9qgJEATI/9unj1Odk/XZdlzImdBH5HW3PmLd2zjIS6Wn4rh10HDOAMWhZA16sNB9BllomifP+gxg3hbcyZiWTOXdmikORxu5U0FCpeXrgI2cmRaPA4IJqvTbG59Eb30Om0/H0UXG+OicibmtcCXD3cJH93gz0hZz/FajT0Mv5x3GT3v8h8bhgKsDEHM25fcZQcpjaGm/H7zKNpzMbrlnSY4Y/cDZcezFvepDP35wGJuW15LfPmJFVY3f2AhIcf9vHVMu/m3C1FPGCNXHb+XvHwPA7bBzQFYVLhUMn8GkZd0a8aGvEBjBunYUo2Pfitc3w/dNjNg13DM8WQ/bHp+Di0Q+q6uyB3p8HBkgHk4LqN1Y/kyANp2YTsAAZ4tbXMbZonfq+z5DWu9uedRYAr5zZYrZGLyZM1SzZjeVdFJHAkYrn6Sz1QGoz0RfrLCOjV0PghTTzcABhsFx33z6jGVGkcBD5EH29h5ftyhr/NdXoXfeAFnoBLt39+E33K+1Xt796RBGTiVBP/KA314n2R+Nu4qhqcQIz4kuYie+82lH7CYs5Igb1uaVEzicSM5LEG0ddOzvOpNuAuDom3b66F2Suwn+0S0jRB/cn2q0F1thN7Stjmwk0x++vTuKhd5xRmpdtM6tL7IA6wTPeoCdtlNZBwbggW4rmXnG1wBPRP4P4U0Cp/e2OkD0UVXet5EB0Yl7ZnXz+0WjtXGxJ7Y9bFfDc88mqERvn6rfuUDPINFKj+6ztJk3zyK4m88H1478TeB95e5pTTo3s38cY8Azm1Zf+cze6HcnSvy2Nq2fW+9ofbs1MHKh8SiOyGudp0UwSTin8KASl3H2GQt9RPybTLRfyPSfH/QFsgN9gf9C8sN0P4ker4wRr2CvvAUA4u8/2Sm9zjuWwQtOcAs/d5Cq7fKMPXeCb9mX2F1Z5/a7SFUo8U9nh591/DbZdvLoJ3gvlTqpnM1CpbVxr+nqmFyCH8V06yDnVveS3EjLR4+bZlsHc0aPYaP4mu8f6Px2hINxdM3itJGPpRP1Dtm54ofozW3RbFr85CHVlVnLn4Dt5pWVEeBL0cp73qXHNVgf2wnZooRssIDG859/fWe5jvjuNeV69pr91jQ6+TXfS3jp/34mePcaXX69CQC/OJF1f4NoBHCa9nq/SIprXd9jbb8LAXHmeHWrc1Uj7YSjCxoLey+Htv5kL4ciF38zpl7nl7foLGBb9OPBLuDpwACV7+G3JAO6inT40UdFfcQqXLR+4nx58PY3P+E/PvuN7pjDb/vX3TMi7363NbxXRVsnCa3OJs9eTOKEeYAgXHBmxrwdrlqm6PlJJtwW+Ywb+wr9kLO7f8eq+pyqSO7Hx/fSk30xH99CTxTnXP5ROtE+uLPXFPqI3zB7Q+eA0yHwG/Ieq7nd01758xv2dHBwXtj4pfka+AD2YH3aT8M6RB+vvGt6OrGfeZ/0+rjRTlBrE/3qKEvL/ozytwKj9ofd7Za3Wwx+MgV0OZop9t0WsKBXNpEtNrbfO/yNHM17dqeOf2PoWOzJERZtJzUPNM1YtgDMXwIQT44PhU41XNJjyLrrf3vMhGn/sb9avnp/Rgf0M8FVP2kx+in+iE22wp6440s5IqCf67gNezkY+sVhnUile0X3wePxf8XPlj15O3O0DEVPHZ3kyTZtrkzSfP8Uz+o1gOY7gYDv2+fV9+D2s1VN906P5Y47ElA+dst5SPxB8B+yL3SZ/wfvdhKAnoP8jvy47dA+izq8dScIdmemdw3079OBlhbQXl3/aFTbOhTn9tuizA51g7hVnifr2S1ShukfwY7i07chpq1ekjhD0GF40r5kDafNWulWk90STVNwIPIBW68AikDWQFaK3xs4TojvIgfIxwA7QHFKrls4N2Hb6FALqdHuJwvqKpH/BF1l0b7zf3u0kwmGs1PDh/jJkHCWRWUkvkSJ46uFGKDEThU7mMZ5Nk7bNwDcxigCpNvnwPzHkfdxkgG+QXFalfkZNqQ2gKz7yNQKk9walvXV7zBksuL10y3tIHoMdoBkhOxWLrVDWI+JAy0/0P4RTGNcNl0tzd/34NDk3m4J3RVHOIDsUB4B04LRzDoZKFSS6DOUx5nPOFi6gsytA7S+ZvhoCgK57C+t6fLdBosJAO+atABCOWdvTH9yvsjYmbHS0qUTO16nx2/tsXU/WY+moQNIpnVTZyKPYmevW1nvZ/nLe15GI86cjH+zedfQGafHIOyu2MkTJwDWwS8bxe/h7FnT/jGg+eZF4OFtLdiXn/UfIxZnl9fm+5L1TmayzjmZKqF/kwN2g3QYSt2CxzJSazPOfBsb40CWg4DknxcgK+iMwQKQsFE+RNkKjXnjmKZiBIf7qXD5logMWZSlzswUIEJ++Uyamrdp9nM0ezesTKO9XmPXnSdOxln2mz2g8rtlpM9aGBl9ZMuAbc3jH/9MB4SceYzhBcBPoghnc70BYAw20920HEJ+J+Adx7YcTNZPmdZ5T9akux2soyZB/QVJtJzSuwgAZ61moXCkfDdJDkgP4dAl+LR0G1Dfcq3BGRTO+3+rIjEwJZuuAvfSBzjxkmyya9rnp4TrhvtmLGtc5BsSaaD9Qxuicxs4kYMv3b4gnQxl0co9nm3BRWBbz+MMln8VAMZZJ5yT7hMByNpkKoAJZllWltHfLVYZa8vWk+A0yRHM8Tf8QGCBABGGzVmfAaWmm3FSE8SEHtjn2D3R3/ohkcfvH4wITrt0+Zz5vvSFXk5iVPR22gCdxAYbHXuGlO7VdVQA013Gn48RhzY/jtjvO86tNi9J3g0/MZZ2smdOaVNIIgBY4g0Ah9bSwmn5sDKrJ2iFrPkNrzAG0Yr0KbIKfPBW0FElw1oE20g+REaw//l+ZRQOCSo1s1/hIf0yPQ4uJnjdAeC2C5oHu2vKqw+gp07ufNca2Q8tnUSl50x4z8f0uVUarmocf/K/CgBnkk9C3dAMuIr1bHnV7Vdl0Movha7ppBOC91nL0Cz6pg1mdOYJ0kwLzb85gUDJeyTdlH3yBQzAgeG92Vdda72TADBHnOh7eDP0Oo4TjavwAetNoq6eQQsp5uD5FN4Bm5GI28HY6JuZ+8wfGvYaVAvrxtfZm6U99vgEZMeZ0lVqvWd0BHrpX+OmIt6vcGvmyDcSryLr4xjBeet1cWLWnjfG+9j/swclR8KHg5MMneMA8e+qWpAukANQvE4wGTmp86WyH16VU9kWu3Vs5W+s6Cd0Ce8m6Y1KwheHJjFuK9P+FABmv7L/6OZpSzaJK4cPKgAcx2+e7zX8QwAYxwwB13VIBv10YtvJ9BfWnjOJXxuDALDs2JdOTiXng8kjz9bGyYov/4Y/8r3mpaupJAk9GJmG36f9uO+ZRxqXDj/A96aKIX5aYfJe/Wbdf3OyRZYjH3Zcvq/GSTtf5Cj2ZtNK3rU4sucN/gQPnrF887UfoUwbgsCNpTsA3Jgm3Q0y/u7Q8AYh++iltrWRmb8ljgoPBENvQnDzRPalfVTCvZlL+42Qj/A7eyTSSWV371YwBwFg04j2W2cUS2aNvG0c1Wckgu/YJxJf03km/phO4NNY//qPv35NphAdc46s+XJo0Os9foI/BYC7ijp0ENrocxKxl2mlGVmU4K2KTlJNGAfp6W7kFskZyFVtzhnv3+dUw7Gqvzm3T0vowQOdsIWe5X7LcNlEg7s60Mff0ELjJAWwSTxpWj5nRI+/Krw2+zJJOuBT1g2fRyfaNNU0TUu2SablLMcvwDdY3oHCsW/tGFeSyansWn3OcyP/prLq+6sLBzYovqMAc0lsaL2MHyfQ+ybGND++sgq9tUlR1YFjsGfLQNY21fb6v5nkJSu1HsHgV0ePed52Slnc2kmrjQ0OznjOyGyfDz449CtBaWz1PoLwDWKA1ZcufveJUAhlfDXyGt8Uuq8T2PS35z46q/0FyA3m1p3sXvt/+Sr4wbz4gZjFnxx7tkIdOs7z51gp7c/I1zwjfABWw/8Mzb/BmRz9VbJg9Kk+IsgUOont3UkazBNbBprVODqh81yXYR859iYCvR1n3EnAPoJNYDu65psn/tVOkAOPLX1iR92FYF2pfgJ7smeV2HeSOTZxGDrmN/unpyODD17/FoT4Anum6z0f4g9KYvsRiP+vahHfeIIEyLvDYWMRAoT4D/CZUGH+Jqj1sSzgxY4ZdIfFI2sLM9HBDxkCJqFrEfbuJvKExtrGp0sSn3c1vHG/bYIcX2HaHv/in/SirsGf3+18X5+urns7XuqzrZDGsAoh/LpW8kOMTtC43qr3jDm0d3fs2ETH9rl7DYY34j/KebPgTo54g+7eDjDo/T7C0rJfssoJkyTah4ba3xEba4sO8BFlndJt6eiTb5BvPLDxKgF4FRykO0fsN/OBo8bhQ8/3+59biI/+ZG7QAVchczRH7Fp9pzVAvmEHHHttaObFs7ZZxqZsegETdhv39ker4AndHOyWSWlMbieu+Y3v3vbthx2OL2z83a2TPP+R01oIHy/3GZkxX0b3toOaxXl/t8F7HAoCRQbGBGrCQGkBNRniquYycF3kjKHdTJpMgexYBzyyAXrunjv6Vm+8DqAWQlTjGYh+z6cS4mfgmrQKbZwY8wPxVGdNkIw1OUEcMecsngCbF1vCZALRBjAokDerw8G/OG96LL+1lDaTqj+B9yxMcpzG3/L2GYt/3D/v1TJFnCbjdP3mK4XkfZwgMA4e3pm5jYNxKhxFE1TaNeOetpNUfAlwPGCwnQfOFvwu8FoM17bjGEZmfc1QU7nw17QWz7w34Ndn4LImDQyPApuKnteIf52wrQTfYO1vY4UOvH4zAM6A7gz633jPRpT259sLg4ZaAAx99qKrYY7h8tF5Z74BEo4zrlvMVQVcA6wFiBs8aeCEkUklcojzPkMOgU9gyLw9zNqgLjQW3sGAZC7H6SWOVMXJEIF53IpsHXgn4C76/K7rIAI0wF4Z3Es0aXkrm/HX1nRT/SQD/W9fBna3Ot3z/WIQn9YPUoQVaOgAJHM04BziuBRfGchHfgzgtvNyiEYBd4EbMnfTxpUAQGSyZANBVK2dxoTihY6P/NAajxKJTM+qvdlIa7hlv/RvzjDKHua+OFmn3V5lYRvAW4mMPLPTcBXmBdjH6CCjmHFBL78FJ09G6jcGyQHoi4wpAtm/AVvzbQXAoJtuSfvv35qbvkbOt8Pgav13zflO22vDhTYenZXZIOC0QPcZ7p8T6ns5xkTz+dsi9ErksrWxSQ9hoxgQ3dqH/W453PIX3T9bfALEyCWNqw0dnCF+31RO4ZzOvtgLkMDoJEhApw3QVl78pN/m7R6r5yIeUBbp51zhPHOqq34GgNfwaRmf9dd3MRDhcZxhjVeouAtNqNJrqi6urgFjaHVg41sDByu0R99/nRnP/BoAM08ZUBh7uq73M3v5VJ5+N9IBI+uTzEDfOw/tFk7sJ7rehu8cpbBng+X+Ts57A86XU3cwI0ad15e2YHYM3Gdc6dmsIzqiA8A5n29/Oti4tJG/mh67copWZbomMiBVHJK/rfdOGzMbGGP0O8ixvOU4Kg550/b/ckbsCYZUMore9+KbX/89+Dhn2gzfzOQubFJtnmxADK5CjxKoRn7yrtbH0Jn19/BP9mrX+UqIGxnPfef+4elULcTBYgfajLGDPG0QgX+kB9yObwxLgvDHuW78mfOK2bem3bP3o4u91oWDX1nx4g+Nwy37vnUEb3r84+ingrKrtaBpMAXtcdtxCO6WvRNZnraqJ7haVVaZVzKoWYeWA5uQoMntGU3I4NaFyPvf8Ge3rNM7+8zLxsIdFDr6w8Z7jPvQ8wbAbU8Yy6YzDQYwiUWy65IQikYZTKF5T6Ul65UEtdnr5vfTBeNOgPC+TSKYxzVIHB2mz7TuajHZGFC8zxnvcahWN6uaX9sTrhT85QictStGVhy8h62ojlAVWLKRnurZ7PvvTjloDvoHt9SyHD0VGoo9Dp/od6rU2JO1vcCT3aI2G7v2Ip2oOgFZ8+8z13DS4VRih7GH2B/JkrQszTftH3gTFtpmtvvi25s+Q/23Vo+HB54ztO/KWXTgBjCwu7G50ckv7kOus/bsRdsukT23Xkf+wDfc/3YK6iMq+tngbvAhfGebYM6uxKmIw9n3D5+2E+9tuykZAS5gXMjO49yX/P3cEqeyU3xfCSaanxKuzhnws/HIWa0PCWkkjxhfmPeTVCm7Aj3WtN3yg887WBQ6Wnl05jByarFHWuihQ6mg73c1vj8OwNFtba9ie2m8pxJpEgNoIW2MO34X0VM768GX3T1E9nV3K/jRnlZ8PO3W3yObzOsTrDT92abbRPjQZBKGIxfuRNMOSGEvc38SzelisjIf+gIf4EiFZrL3U2jw/aExdWUL3zfvXI7tb6iupGZvv3FHhmkyWot7vXCYQmfgHiegjh1nnUbWxqxD7z8yHLvFYxR9jX8wSS/bYYbgM3N/HfN6diew9FEU7EN3nenEXNPiLx0Y2Tv0Ff6tPC+zaWx0AjbWzcMndIMYfNoBry4waX6g8w30dfDkJLoKrzb2YV05EquftTyKktzuWOwb/PYmOd78ur7KHc/YKA52b0KC7rvk+fgyuoK7A6zMk/d1J4rgiqzznxKUOgnZND4JUjl+4A6AvI58vVM4tH1o8NKLvTYhNSOlg6OxziwKZ7y+9n+uT6eKg/On7Wl3yWPtaBPbbV5fHBzbfo+gat3XCZdNT2+lPgmeHUBb3Fj+Fe3vzDO4NPNfey38ap4Yf/eR/9Oyt5OUaGsOb3YiUdMsdM57+I49ohBD76SSFnnn9Xa3sJ+2b9spYCPWHP8g8oJ1JrkA7NIJRdjpjWcu/hnsiX6+EpQsfz9fynRg2mKd+BKO33geyFqQsKh/i59+rD8JO6WPONqGysZXHtFp5SQgi5enw1fPp22+k4A/F0hW4z9B55CADq+Gn+Nzi6xObAj89cqe3+RsJ9ybtiwsNgC8dsLiT/yVx99ruyoFG6xj2+F7Rv2eNd8dQjuhHDmGvPJzxn//FhA0HUOL7jhhe2L47hx/CLoXJrh9lcZFFWjvgGzzTCdI6d1vgrnegLyjmO90By66+1MBRcvnnVv8iujRLrzDx2qsUp3HSOCwHVNnvHvM468Hux2f+wAh1jh4KQHm90iSm66mrMEYbY+wQX4hW9v/fPR+xSHss1AF8Gb4ByQeA1gvsCLKZzCdMrSZ8BGk6OkKoCBUMaA9ie86Wr1s1ssNAvv5UYzfTWIQG9aZ8G8K0c+X0nWwLEu2E58Aj8Fh5oWjYwku2YJ6CMT97/8rwdw3C6kz4ZmnWoPqWSIYBEgDXFoIKXpPZaay+WyUJqZ7nCJipl9b231z6xZDVAK3Q6xbYzR4biPX7zLYn70cg16fqwKONXFLL7e6zoLSGuTNDNR65YyOOICizO7zcMI0P1uAQQcEkP+4t8UFnR3qjM1PEP/nFwBuoyGVO6lkeJ95An5liPrsySdwiSPNtORAfVfp3RmODXgTnRwQKMPLvLTGJQG6bj9U08u9JvdUKPzPf+M0WqGa56+zTDRPWy6EF063fnaAXzJ0LfSf4OS22IxRdkDxtKvKeSGMqlYAACAASURBVD/jLGLSw3fHuf9/GQBu2aJx4PiBfk4CAbzx3dCAn3kBhjpwAY12pjYyDL7o97/r39mgfIfhHECUFqr9Y10ufiZwW+3yDwA6GU4xHgnE/pbhKoGJ0QhoNK+Lt5yNNHQ2Z3qa9/XQp2JK60nlapy+P89C/y25pAFGt2LvOTOvBs6H9ofu9W9aGK5sXAfEoeMxum6ge2c2AWDfvbd8MjCKInXyF4yo908Lae4jAQg+CvBKcgyfrUEcQ0HrfbUYNBisLNqXiJ6zFH844b+96Fb+qvqRk/ylheOsQFF877md5RnDadlYGW5dyWAAPy1CWXMMAw3djqtJcoI2XwNO17mLw7TwbmPqrT6BDlgWaJnWdzjK4ENdp63rFmRxDH2VRHbOjCOgEo8OHQytGRiP48LvHx7BeYJeTcXK3C1g74BuZDa8H5pSYsUXuPoelM4GwQ+sVwKje84H4+kAsACwW31KN2JUmTaVQJAKWq+BjFQBwaeS98UCrf883jqv+OXNzrxsBwbYioS8JGNET7HOzPFyzpRs71ZC7LXWZ52bVNp885/g7IWJhuZ87xh+BBfChBGw8Kb+fs+oAzSDhXr+nD1/ZNShhQdz6h3j5JCcavkDpsg48nQ+i16HFoI795rHwWqDOUk63W2jaZSxW4aNo0QPPK2+R99IDtGKPvesImKu7743/nhbeAEjzrwt15Z39IY7CCKDbpzI7TD99vBt5cicaPv/BoC7bbtnMjIcwym0kY1beyPv3jNSN3Gw979lnO9vR9b8W7uXQG7uRE50MoU+99E1diAFrPN+5JP3/uwPRxRIp+S5BID1N50CvO4RC/l96EvKK45kHNwrW+/zljKYO1jY+PI3TKVb3iBJJ2Iav0SBTpC+1z68c4KxQwfIcjK/s94RsM1/nEF9Klq++3GseFyVw3HsF62F9mbe2w6DztCOfpMs3yC5s9vdqnPPpgTLkOGv95JYIpnR9o9x0/efk+c0VjnKj8WfypxOxiQADI1Ef6YTj4P3xm+hifMzeuGyU2xD5Yz5rCWZ/LmZtQEPXQkAs+Zcczl2J0DNu+NI13qNnNX8CQQJ73z0/gaArQNlm39z4/0Hs3/rQ3AquHO74txVSakWgD60P1rHv76WpV6sWaPuAtIVlO2wxd5ZLLLnjEH/zBfHnWlN9s0k+enfogs7Uufsx8YOooPg5ujsy1E1Miv70nbZLZeO3TGt67OvSwbo3T77uVug5wiE+Dhu30L8Kn2+nWQJrYadKDNBHTqOocMOJpv9vCuYQ3tvy3nWLvPZsbCX0Ct6iyQqZtr4gs8IzHUVGM/TOwhksMbtmM/7Nil970sie/NbY83DA9Kn07rZ/Pr958SXaQFtu2+eY4xWOo8KRp71Ynfkt3w6fm6fISzfgPDW93D0TcvRzCNPfgPAZ+w1uWNjfvhY73Ewwfhy9RB+jHY8g686kY9k7diLGkjJ8XknSR+8d3WmhFxGCA45yQJF76wpSe7YuCeZdfBfr81Z58HdvwWFmzcu7Prd3EegWT59Dmx+Gl+Ezm5B7e8/+ZmOBklQPPdWwkPbiSRiZg83ONXBiCSyBYdAc+ujCAGw1sg6f/hUMp3BfH+0rNU0ulowdHXLsJ7v262hAy4ZV458gBc0bp3hnNzi1Z+MB/3bnbgYg573X1qXWuqfuO1uv822/Pf//NOy2glhg1cJ4uuaxgbHV1MdRnq9rgRl3SyZ465q2y2gr2f8Z92M4zYp0Hv2Pefg2QmEn05fw9iWLVrTCQCjW/38wfWvv9k8PEe4BT8Gv76JLiTOZIwZPQkpv83lLbgK/thWuh7T6H793Ynq11pOkvPx1f1CE309ySmd8H8XUmUMJMgRANZn4SkJFXDSEtLBP0qsm/UXv4sOs3/rl7oCwN/nnNmqNeh2wrZvHaQZbDtY6S6Y6AKmtgtitx05/VVy0pHK9OJ9VULK+qGy5vdu9Rm18EoXiDQ2iT0fn5ht5Kk47mSSxjPQY9Y2OC/+zr8F+9p/MTTxzb1bmZ99nETylp9N5yvP1y/QgdHumOlxeK03QbTtCWwkEsW8UkMCF0Y7+DnytGMYeUb0gHXQOQImdoPozftbbe3bf8h9frX9KD/b9q694x09uCmBQZIxolcWi+/eqziku6nZzzWE0Ql62S9kezpBvP4Dy9wvEV29HrJHwbTH3hofT+SZ5n3TH2sc/bnFEnnWHm2CjnltTd/34Wnt02969OUt3m4cM/TQAW99b7/NxycK/CfJHr9M7C/9bCHnYJrZL3957PDQe3xwKRzqIhvJ1CtRt5amA+skYpgmRl53gqGL8Z4gMrrLsZDZN90v+ifRTvEbr/LIIM58F0Hhu26d1fx8raP0/9//v//+AsBRWq/hjYODiXA2a7cdPRnkWmsbsSXspopHWcxhRH2ZVg2DabMpEk4DjFZgROL9BGA6Xy5Z8v3ThpqrBb7JpKVphDzKD/D/nhHXCqSzH0wX5eDIv69Xm+hwDJk8/b6cd5Q54DBJBhxngjE/MuB4agsAfdb7IkbHAYUSExGJIGwzF4hytYWCCXZOx2H3K2FgbE/QiMztVspUpx6GFtitVp2sMWPl3tew6QBwB+M6kwrnGIEu9qBXPYG2ZOA4k+Rzwv7nf+aM3Ou5M38/Y4THj+dIYHrtJoA9huRNX1PZTsWlKjyPgMmVxoza/msMN+g/wHbe8QaAEcDHvyQAZsfICrNejxPgktPhC+wIDGv/CET+lqEGaPNeGdxs1qvpVsEW0+8YHsOfOn8uZ7ES+I5RzNzf7NlXkXXwS/f4oPlyaFP11oaJ6NeZoxNwpiW81jprOWP8/r6y2L9vBGZzxpWM32m5OrrqgKbHMG45EVCg80CS4fzS4WlP/xq034U5B/Y2HnW/WhZ3kCCyL4rdhmJVgISHqKzfs7ugS9OsjbA4R8n+5r1x8mfc+r4TR8Q3Csi8/NoBxM4I1zO6OvjwBgGa4zCMIfPzZ1sIU21589c6FDGMCcY13Yhf2qiL3OXcjDtwk8y0AXs6a89nD7MaSeppRxtOEOmps3dPq9pUXe9zcQA0H/a8yISlssjBzWpRp2vbObPnn29A4jjYvptfw9itwuaMY95r/fxUWGktOY/q0E8BxaOfvy/VScFA6tM1gVur8zqYQWeIXbehxwqi6952epy1qXPy3g4NCTSNk2WcFKLlq736VeGep1KxjwOtx+1dt8xItv/qiNzbPOnAG2dPz4T/51vTGIEAdQzIMQK/cVIN3IbmXh89/gYvj86Q3hhcYYNzOoJQKf0CznZqElg7DqMOupSDiJZNTpYRePxe1HunBcKBsIZAnAvQN0aC1qyDiPBVZDdrnXXEYdSBvhMwUbDGDsYvIU+gvcDVZTxadwdbiZfasaLrwBniB3BRCHfkSgVIg8fASuuQgza70pm5xOEOlpr5aR0dJNO4VuZhvJn2J6DOs9EjzsYdmkx3hDj2z3Xfl/Are6TnHgfh9045rFtOXcaudV4CxzZIRz+GJzhLOfMgcHTxsTpcfPi1sW53GJCBTBV9Z9Tr+afzxdAzeAj+xK4I36UyPro2yQd5RnUPeJwf5uVxnGeNU9GI8ZM2VjGAOVOJeb9JkL0v4B3WxGs72czoZr97+KbPYBMv/O1L8Ii9UfpvOhnFML2PbPA8J2Hyh4PPwopKoqWL2FCh2U5o0j51BxaNsZ0Ver4C0C+NNI6aI2OvgIkr3yvLjT8jo9IqTc/EIa5x4bjrUV+yzVVqweN3wl5o88IPdTxPtyA7z/61lXzkzpso2IEWjigRiXaXil2PvEFyhdbR2HP+XPJT7hPwxTgY1r66idZ2X8zBPHfuj+xgHTYBMvQa/lRc6vChaWsTxLiu95/kKr+ojlpYuaxzi7cC+AQYR15gFwBfOwCsR0JX2MWdYMD89C6bSpZj1U3je8fqoawf3TOyLjnjWj/sXwfAT0Xk0DN49T1DtSuQ3gBwdNziGuSj3z9+CJ8XV2cz4y9o/tlWdbtXmvfbmlrPPUHAUfgDl5f2hlzivBPuwv+Bo2xtrpOo8D23Zbc+5/xbb72DvuFN00lV9WE7aCliQ6hVcc6kZmy/+SXYX57v32XnvA7XDtinMiOBHuYZ+tVebMvaswb+fJJVxSOVOLFBnpK147TsI4T2LHGPNOswGCVrkhm1g45rqKy/5jyvgx81DtlVSiTpyiZ9336AfgaBagKwoRklldxdZ+hmAt9ybhvyP+PGgZs3YDuftvBjoHfnEtuKqgr/9gJ8n7XoarixK7+LO3BLgC86nMSRrSR8K1j0XM/D8p4x5ndXVqJzGYPo8r8m8OR5jp7x76uFPnJs6QAahC5fm+mtjCEAfPx8hZ+XtiGU3kkt2vz7e/171t/bvpzjaXgCWCT7uAkaSaCcALNpNS9pnN/+IMb9jOwE3rsKzfvmIyLYi3S1+PHz8RLVdhkfmD43YrMSiLoChw/+CbbDDkgCv58xeNc2vM/l1LNvv+/BUj6yY8+8Ph1Svj/ap5jAe/xlp6PAyD/0DnwJtpF+Rx9ux8jRD072TTJc2z5nD2ft2v7vY1WQwWD3K2lJBRVXAkF8xp34uLSSv/C3xQ+RwJF+2MOu/rqDKGvvvbIXXtZz7D9UJ0XbR+HvN/Ef/6D3cObPunWLWdaZ3x5nyVu0MJ8p0NxJl28AuLvVQL9JLGjeT3zAazXjfyuw//HPv69f41tsEqDRpfC8CqH40Wcan9ZZ+/uuib6//G2tlkYX6FnCESQUxj7bALBxiOwaYXfDwpsv0Sl6Tua9Z7JmbScByvGc+HDMt0M32Mz4JzyeD28x3zeA3f4xbEOqjTfY/jMA3LZcY4OzmF0h6sCnCdj+ueDv4KUO0BIAtr+8/fNjH+An3SSS2z/T+9j6gyPk7KOacaXAUHscGiK+sLp1j+96K3zDo9n81ju/2Z3Ca5FXVQ3vLiG37+83/sAm6wBwy0/m66NwBte3DaG5EODMmH/qAOzfDoDCw1d84p8QOzJ8ddfZ8++P9iecYqMJfKPf2yY0nQ+21JrIjsD/sTh5bIU5Uk33dCc8eKjlowOvjmFkdNtJ6A7sSo9ofxKP+ujJNvYkojjpaOVZ1nDU6iyH5TjY+KNT7E/LpY/elFD8Bok3Fprx7Tnb6UIH/nkxDgkE3WmEhOG3S6HGGn/n9w4FgJdYxtAU0egiC7q0xvJmDEN0AFifO4o9xqrm20GFLC7EFcJoRwvrs4qX4ewGdbalCJpIf5xA36AkLEeROmAkVGLHAL3EM0M23AHb7zYc5TBO2i7MXL+Hk/3AfRZMnNPqgFI2ddtVZewGwWqppQBLtcqTk1Dj65YJ3fKiM+KznuOgLd7s83FPFtM3UlcnfTfxbBxkJ3Cl/ZtAXgsmsmotyMZp8lvLmT6jBnphrbK2EVrtyNIauwr3BE3vCuAOMPMMwCFAQH3dz/rOnrEvWs84+8R9ydhdZbZCVF93+5l2WHRFlDPwLPyZYdYszJ01BmC5xa+DklFYvqYMYVEkNP0GJkOMd4tkt1XSWs25j1SetwKi+rqBHQa2X/0IKCnDBt5n38rpKFbB8d5K/soakjPHBsCA/wHuVtYGLAmk8fPSVxvLneGHYiGBQnOnRasBzHejnO4EgJPUsZmenGFmutMYNd9pgWW55ED2Bs2grd3d2xmQPVw5YV7++JiECyundoZKgBbd26iediAE9gNCfwYUW6a4wn54qA0AwJD2xw6pA2x3Bnr+yp9JNBmi7UxnrTEAOw4ftcH91vPDuNpDHNSnvbwrHRNAwPHSGYM7ggR2vf7KUrLhGrmlNTjtLspB6rk+QcJX/qMnkNUOmn7PfJ26SYhZYN4Op7//fTM9MVBT2RSmprVdg498vnwjudeVB9mo2P3iBjLv3rPW/JwrgyvAwe9UwEIuvtEhyEx0UtZ215W1ZS0ZLzR2HQkwwTqrRa3XnGmoPewAMLz+b3M+hhOwnyMa5PjdFlNjELcumhY4b1uWzLPOPh250fKlnVhkkOJkoBrAtG1gl4xIHGCWwR0AdnAwiRK9NvCUefC7R+sXntjEFeQ7xpHuCS0ujcDjd8YnSuIOIHalVRxL67hNZc23J8NzyBqMPmMuEilkDNY4NId2OMN/3Muab4V3gD+BDvE8tJB1WUPrt6ptOWojFxKcQF4dffndrwSSZAPrf7TfSyKh9Mq9jhvd7LU+snsSOZgXe8eYX5z4Gkm6nvNZaBXsOSpE6y0aXOfxhr88p3ZWzct/XQ9XFsoplqBoMMc8lt9DO/8qAMz8fMarb9+s25OIObjCFT9Xu7IEy2PApirdQSmEkYY0WIR1XWyyxhSrAa3hSGjdJifha/h1ADj4OoFbG2bTyll7m+HsMS3odzCYeWzkk8ZJAHiNnzgzur1dO452DQdrG5z8/4y9iZZtuXFk2SxSrP//2apmUiL7mJlvuAERydWREiPevWfA4KP5gNj7osU4SsjXCVBiuwwhExBv8LTbh6/juRQp+dH6x04sbcaYh3lmA4NdHe61qqCpnnzx9EOLtjn9jtGnDuang4N+ukVp83OfQXTaEk4AGuAWWUtmcTvFXmvJnwF92wlHdug3dj16SDdJZ3SCK4kmpnTLkVTQQpfwNxVQ0REh4tjNkRuaH9W9uyP6S1nU4W09szvQdLLgsU/IZJ0WwBw3ceSLgxobYG37uatV29ZHP4QXFshuJ13dHzQGAj3YMk6yGpmfX8gpCS156TKyo/+8Jk6Y+Wm3Zn7z/jleIXds9j9rJBrijNAAMXLsA2za3puWZawJAFj7BOzB5fL0xmjYoiFJAu/j2A/f890JQ/Rj4HYTf4w3TBUGskj80WesdQA4IGiquvFPr3a7sq8+Yu6KdIbYFSasHd9Ba9qwBrQtW2RHWDdm36B1+E+/CVjred3qEZnsfRw66wQQQK3onwX2UymxQbY+MgT5a99/5DHzgM94LhVCGvfBMaiMMK+rcvuujLhaSg8R/tmZZfD3CzzdOn5b6+FPiRr6SCSxgNbAFUs+6259EGwm6O6qziMxxkeMRUlv94TIlU64BsQ8NEH3gPLrWn8OvHdkjflJHbrmiDNX9w+9/cYf2FBUSOrZtrFKLnBfg/Hrf61NtcBiOhA4EMO6DZhtefV91nKrx/X6XOITWihjFy+/xGcJHwfTSXGBAhhJam7/pfEA06XE2cgwr9r4xJ0QTYVz5j4J91UxG/so/r95yPuVrggv2D7pdceefvm+fZZzZrir62MXditm9u0K3sk38VhCZ9rL06ELWS287Upqk3yL7tN4sTcIIhybxy2AwVqW76kclcwIH5wFPX4Pz28skQTcDgQwhnnNVTnktVIxyLfQjbfsPcJGs04nQGg6A6vbanbRR9tYltWjX/DtY7Nlvpu4t0VDBCKwd258+T42AZ2QAHAwJPTHSQzRuJVgLHD/sx1SGbnHO1zyt5INCHay7NZvIyBI7E2r2k1k9FJKj0zHKgJb+Tz00S18wX8wU3jXZUMPAAEdtD8FnSNTkMX4200zKws24UB7rgBw24dvpZ2PFZi20F1xpuetvruxa+Rorx2ynP2kQw68rP1uvBCbiQS10IsqEEM72I6yL8CWETrLw7KnkzibfZH8ikChewYYL/y5RSpl78/iQdt6XuNtrG3s2sXGNcfGEzsAbPlygoeRt8jMK/ht2Rd778aqg3E0TvbyucbVtCpZ3t0VuLflac/l+KNVIUrXScv/U8wyxW8VDG35DU3Z/h27V5XQ4BmdIB69ow0emShZM8ehkOBl2988PQ7w2E8rK/g8/hk/HZ9JsVCqXeOnZD7h5+i+1z5CBjTedR5ef9CJJTS7FdX6NwHgrE/kAtd18iKFMLF3g61GBlTHyUp01zNikwz9odfk35hwvKiD0d4Jqw64au5KsLF+j7yHnnQf8/jXKU4LFl1q6eC/jV8xt05gWX6M/fmbvFiZMzEH87BakGfBoAH9zjjugsf3DOLMZQpHpM+/tepkItl14kfWW++gK4rXdmy9k2gxep356TcBeBJ1iAckDriVxZAKXQPdMeqblgLArPse/3cncvt9RZ8eZ9lN0Gwnhx6a+H//bzgGwy6b+ilVZbRP+LnBFy9YtaG04zHXQRwQAQJts6C0UVpoURJEHoYIIUZxNuior2KghTD6nAVXLtKKQMz57WAHHL1J4wQyxybOJgB//z0/AdStslUg7mSqTfUW2XlRUFspCdH+dii43stGMoaT0Tm7T/R+v9+KE+59K0ognIz/zmAgsMM1J+jtidMGNt8ayJ0WCw0AtCJYBluAqw2Lt8zfz/1u6orlN0At6nsDmhDwm7lCZYe+71ZBMR5x9BMc6Iqpzt5+M+wS4JN3ogzknAGWzI1p6/aXgCP/+rdQ+1RIxdBYcAA66lZiGEYaK6AEAkifnaDT0EUH6A5YYkJIa9cGwjvrSLzmFiJhLYOF5rFvHggb9v+3NgwJtqSaAR7RnwLRAcI6IQCjzW8xiNEUmL+pmEUurAE1IN4oQFfVaM2V+WVluxniB/j79tJB8e9HBlaflwHddgUlThJzsaKUIFpfaQYchfdbIAF5J7qFDlC2AFNpBzsO6eyh6Eiy0XP65AY8a5lkQ2cDcjb+5zOD0ap8eAPckwyQTO0Ev/MTeWlZ/f21bbvuagsMYkCm10h6FSJnhXntxkjqLGCcEug3Y8nCej7fBdqrAIXKmgqA3U5Hg8YAc7q3k3x4LjKzAwMdYEPednueDngqMxTe6TFm34c/Jn4XnRM9ePNNQNG8K8AFAFwC3hmtshevSvrhQYDbDtI2bR7alTPZgMFVeSYaXkZLBfEA47RjqkrsZCxPVfQkUiQotxVoBAY5r6oDe7Q+IuM19JB9bmMydDC7NcbhqSAfuZVvuSbG4VUR/P3bLWP9+V6LMd6Agel3aIzAqjsSnDNX+/61JfRpdLZAl4BVOIjon9fmoB3QVeUzQZSmeY1JY8VpbLoniMp+n4SKAUCyp6KpTZJjHHqeaPnPZLiembXeRAHP0wDTBDFktGsf9JbHrlpjfvfjNwBQz4JG2yEyIG2+mE2rMxWT6HbrdY3trX5u55XqRfTiewYNtHYBfSXTbYR/Y7XD9s3VGbwO5Hxtq4w+3m3aMbBxuI5eG4fA4x0wUDT4GxDeuiN7vHJs5ciuA9SJvRveiTEvPUPbL4+pANVNOvtZ7RN6y5PhRd7DkRz3ew832i5xZf3o1wYkbQ89Dk4nH3Lmkt87tNXn77Ie+q3xnTauo1z/+3++1n2TWduAHgEW9P/aUVQk3QYH/Gs6Hf24VXzRt7+tjT4jUfQFj19/xY6kQcI74esA3pYBm8UN4J6VXv0YWTEVJfDV6Bx2BdtN/07Acyr4vuuUcLEBxgW8OuiwOnwSZ77pN328/k/O3E51S8snr4/PFN+R0fqug14kwOIE040ia6a9GoBpAlgNhES/j/NeVa34H/2slVd55tr7Oz/0Z5/HiP6FH9+ALsDGcbLd8m51J4DcZSeOzvUz54gkc/I3X2WNK7ia5K7QnvYR0BRa0+eyIzoB2NQimWoQGboJva/9v/S/fkL2yPQ1GxbQMfLiBZEiFzchhxaKTlzQGGZPAJbR1+174/PkvbFHvQZ6nxczwQEFFfk5ATgHTRbsDAAuwD6dHWQLM36N8w2QtD9+EoXH3zmBqU/ut48GHQPYa0w/K0xmpOXnvZ0IDoBrcOZJ8J7baekXfbp7w/p4o0w7STi/WzJHd7OutFo9/uL4ncgSP3MC7NqfTtboAF+CdZtE2m212R8HgB//d/1z0fLdnrCBx/VnI0fQHw1+t/3puSsBdZKR247c8YSmX/9x/aDYXgCR3BfMJ3TjdTQ/0RFhQNax5TqpB/tS92yQLfTdOEW3eNdcTzXYN+10ILn3nL1CP0K/GVvs/j7bV8+XjI3feie4QBcnqXjsrk5U6JaMvKt1UsuNJI387KDEmK9EzkksYb0t374lPsdOeS5Zc9aVgNcbbHZnGwcYY/v7HvlTUzxBa/4jL63/hM2Mvpg1I9B87EbxtYH0u2I8ttnKHGgF/pH4kvwhOZR5NLbQAQ69lwIT08dgNHpe69g3YRK+0z20aDYfKSn4u7ETx693f2NPpXmSWuAr5Bqgee8b4zi2a/n0nufQX4/ZPHA6BrwJMGvHrc0UzBX8ODZYJXl8g+jOGdb5FWugqOjiL60hSQ1OKkuCfHT1L0UuM1F8SJJbgrcokJEOgSnIQU9FbhgznkAKdGs80nuBDq4kTdSm/YTBA0cmQ8PRhreePv6Ajur6Hiu+JAmoj1KCl3R7r5XkhDv+DH+Jb3JGbCg5ttT+rcuEXzU9Na7Ydojrmz3nbbFMABg+0Gs6AN72sN5KVzP4GbpkXMz151mcws9TrdoJXXqmdcO3WHSua9onNkr1nvEA477L9wQ8OoEI/IDkI41n9UsndG7nm27TyhFdHXjUWE1Lk6y+tupKGdbh2OfTbbNtd+Sfn/d2fFRAa2Qbz39lzZ0AfydcdxC/g5inEtM0ZC/AcildqWJDdjzA/rWTEGPfNj5wuqoOryZI2TjA7jX0xQpBxz/0RDm1W1iisW73wqzXVnJC2z8r8TPurFuwqDHFLt8Znalion8RByiZ1PQCRs48sN2Cy8CP+aN9N/SVcYqRn9iroafY0vq5E+Di/9guLLv7SoSb+b3xpOjAPSbO8uDqQHTTq3XXZ4vj77GuQJEkyshfCh1MZW0F2OlQ8gZOj48x+HBsnS02iH8Ru23PMK/E6u/zy46x75NElreLDT6C5zHyQfI1nQMmgW8CxncAOIF1sE9btYXDLj4U26J9i41pbdIh9EYxivXTBPAlfDuuE3wzMp1OmKaZozuxg8bemhgHSfN9vjJnGBcrDQ98z+8A8DqAYRAY3wyDUTsGo5WGNl0G6rRsuoymMbgg5hZWDi6Mg8tGW2Vqw78Lj6EspWDDJ0CnoumdUWvDtarNXid/GT3PfsFcfR+lk5YoepbaqiXbpyZkbwAAIABJREFUaowaVUj13Ku1q4hFTN2Zf5rPRvHHgKhg4REUDnhtZWBXi0EoOQze3Hyc1RYMJ0tmmEGCqc+XWXbOXwmyzflVn+PQTuW85oC9+O09d4gcgCxGw7YW8XoauN6D4fNZnFTAFugpWUxTNSiBPEZfHEsiM7lPdEamuo1AOwOzf27NgcIboL96q//xVQLaAXaw4G6x0mcT6Xlx+BOc8z2zAP/iLBoUY+0pAaqjeOz4b8bMSQhIhOlkrGRvszdv+xNoWUBrGH+C0xOMOqCIBcRa1BLa7Qw2DaDs2gA/mX6j2Alg6L60XIhTdNNBQAoCk9nPmYjuq1aeliMjXPW7Mx51n7NuxHO6b9qeZswD3Pq80gi5nE2dbwEcey7Q2lvtzbURvJMtXAGzbuXdz/O5nx8ZvpV3Go3bBjUg/I2LLNbI0QWeAUo6yJT1DaDyns/APK6zvr9M2vfnBTb0/RVc+/5NtZAr18xfd4VClMxmSx0AsZxFZEpnzP+mTATej8Q7BhZjboBYn5GgQZLKz+Dyk0k2cgJDYx3ElaOex6yneDitQDZhw47X0Olv4wfMzvqH5syH59+RdbQGwkCUtWaAd7KYuwrZDrWClh+9tAOGAe31PwHJ0gkTACYpoMebFkIbAPZA/yQAvE7TGn9Zwy+ZwnwZY/NnZedmP0IfWY+xDURLVSnE3zh6HXA7lUXo89G3WeAEgKH5fcfN43YoxygMX4wh/42D+1kjz4d2KQgM0dx0k9j1XmAPepKOSTAk+/9WITYPQNvssf59gmZj/7Cuoc1NTEqwYFuosp/7TGUUZ10CQK6eTUZs/v/6MX3nE8v1LO9lnL6B4DehzM7d95BDG5rTPBOdaDttMg5PJffoKb97AkrZSwDhTVRhzOg/QNA7MeDOZG79c+4vIOleiNBu9PcGgE1jgFuVYdnjeXX5aafaZ2rPurcDkLlmrffvBzievcwVDJ4AScBNqfLeVmjrtV/ZW661XRgfagawXU/eVpbwCcE/sKq7AnZb6MIvnJEYAitH+rFvY9OPQzS2aWzN2CoBvP95gMHfjnPB1pQspar90NP3GXqKyrgFJMcx+t4n/mmw/aURtx2U32FHN/sAT22y3gbQXlsD2ykA8Gbfe3lmkUm08Y7P5lB97OsmUQc7U7yDDZaM9qWn7gBykksmE7/1aWh47sMZH+OPoFec+20Bii+g/ZmTa2yTdotRraVkT9ubXrOHD3ddNkDznlXImh2dqOo8y53sWQITOZOrbVIv65xh27SfNQ/NiQJ0WWTdOuC65u2I4/kZ0ArdWO/TSpaFGMK5bE/oOjEa/2i93mq71UWWxJc89JEU30RN3w/gd+zfaguLDtE7NpFuW3iSOOK1GLrROhzAiq5XHnvA8AUdAtx3QLVt+gYQCbBkzUc3zTrqswSAk3ikZ+qHoODxOSsxKaySymDsiK32vjuhvLQ2W3PNt4PLnRyZ4HItzNnX9dP3edh/octOguqz15NItAEC1uSS79bL4w+YJie5+Lu4A8DYTgBfHsskTtCZSsNHfncyide9/MDffIPYbplh+/LMue2T4xcqeGpbOPSRvZyEERS4PptnY09mHfZ92rfI26yrnrkBtPs6xqPrAcIEgpEk1kCprqXq6MzjGwStHT1X2ytjz3mN4gMCSp4AlchWctG+bWRd7JskKEO7ro4cf6wxGO/Bt7ctp5FJCcCv38MemFavyiW9bgPAGjb2LfNrm6BbvMPnJL56nadbxAHzDdxD75ETsETWsuzMolPrs2rdiR/WifYkVTY/QA+mbdESxPsnAZDuQBUayr7RrYo10O8caTBJI0+XARFf+1tnHPO8JAnGhhZ90PkgtBnazRyDfTA39ActhglEsc/XcVGAO9pS0YWqTY0rRQ79VjHYe8z8obs3SPya/4em9L7ix+MHjy3QrTjZDv22/vju68BmJ8mgy44M9WDXDpR8kAwiIEBQ8e//9Z3pzpjaP/ne+SagtX+i8RCgal+nk3iz7kmw949lTvlFg08iRyOy8n3jPq+sajpjXX3r0ILp75ejLLjvrD++k4uVRFjSu8G9oDF3sahW0JEv93FgwjAvDOF7iIB9xt2yPXQjXHuKCv7kuESua7vmnTe+QcY6SwytlN1n/Kb8zwT2syGLy4df/enIArBcj1+46ySph14S7Kca/8fY/Bz2+vcAsL5dzGeTqzrw2joLPBj/nzGcfS36Zf3ah25MnXuS6JUCNjCiTjJcnbzBuR8teWeaJGrKasWm4P4+AusNtB+5+w2Ko5vY006w0Ji7SMv78It933yQXc6eIr8Z27FjxxbvZ0ePRTe/iYtn7YboHCybKvq7w9LSJPLptVvBdtCPf0b3bTNrPGkNv7hrFz8szgU+vPy8CZbYkBQ+YP1krfqnx9jrkvW/i82In1EQ56eW3APn1SvuDjbRaV2M8lY2H/UsW6jsN8mSPvceG9b8/MXlem1eeunK/rZDWk4fGfS9N0ewLV2A+zO27N/65ZF1E8P7HsT8SXLK2mS1sUE07thd8TFzz3QNLn2vNdxgbumV2ryWZezjsaNG50aeh5E6CA++CDmsPTk2mtb2xE9+58WbjhITy/FUiS8QAL4Ibv7xtYAeMW2DaQUVwrgFmrPMKgDMBjrr53sg4GkHvxAybEAEUQx7LwZK5ReFkHadqyy6Yo3qJBz8znJuoIox/jBY573CAzlrxMGoCRy+GSooqFVsIaoOuKFIugWU5phKx1xvcOY4VetUYCCySQHJlqj1+ZvR0QYZivQF03rTMWKpfOA7n/lo62aN3646YV5v2w/dzxkCKHkHSD6Dj/XSNW/giDU7zr6COw52L7jUAWDGGWGVsYoWYyDSwphWcSnl58zNPjPZz5+MYz9fz/mTDPOjDMroCWgVJyYtdDGY7wPfyez03GWgan7VOhyQjzPXdJ3Wlmv070O31Vo5GeXhm84kPbQvZ0aOhTIdxasz9oAGAWBPBkztCwpHfNlAIgbqGwDW57Q+bMPijFkOdik4PqdFY58JhjKXU4IQz/w3oM87NiASQYg4/jOFQ+D2VAwYGN2WHqzzSeAo4z5yR62uZk3KEdz1WgV7AI7vy5PFOWscY2GoeM71y7v1Pz8D9rqUAIYdVScT/ATsVpaOsTwt4K4sOhI0pqWznNCcdbIK5gAb33s7AKx9S5b2tt1aXmzJAoiwDvP9bf4FqPsGP1tGmLZc4ZoMQxwbfd5nNSEr4rAuyPhWdfRZLQBc4oFXlfNen6s4bReZA46egWEBlZ+8ZMwEjBoU7zHnuZHj3vNKWGogRt+/uqENmbPu3x8BILc1GMDfFWDQ2S42unPGjegTw0DPovWa/u5OFJvNvboJPvGcZXhN1S3PlCz1cQBWFLvzln0jhHpfXjDoGIUTkD68offNO9lHEs8wXLWGtJDlPtaxW6G2Ec3+Ri5nwFTbZi7Q3Q3sXo4y88SwJOAyjiy69jYgyZxNRXmAywHM5+FdTaJ9a6DWfDoGpfdhDNY+w+RybI8hO/wn/TUBUGjmdUTY3wbEoHUczNBBsoW3XWvegawGGAc0Du0HBGMdwxDo8NvW2SMSou+xJ0gYWSqb9xIomzm/zkLskzgXLe/WMUiCRoPzerKr0Swvvoxb67UNvNu5GtCs52S9KejVL5s2gTPgXe/HqzZP3gZ+21BqutPrcOavdyE7xuBn3AeA+/vfr8SAACo/z7FqOcI559CTyL0TkjYBYI+AYXw/qrlnsOjZ2DpxvNJCMsl80FnoCHrarhZrRygAtrTctND2fgeA34RG3gX4LbmXdZyjOQTYiB5KUTT/d4JF1juVKsgy//7+a3D9StQbPiRZYp32rbzGzgAUpdUV6xP5Om3LhhYlMNPqn1UhwSA2wkl0mapv7KzwfeyZzYD/WfmmZ2hd3/njP5y3DgB4BxhXPkguXLbj6EUHbiQTHIgIzR95XLwtMFy+GvIx+xmi6ZZ+r38Ym3ZUleXBncDK+PVezujSZysn8o4ODGQ/0r2mKxqh4QANW1HRXUp0j+3ho883cbTp+gTfnAStyuHvPidabgC4E5zue+ODATyER14gdpON8JV12Qkef5NpoIM56D2Scyf5sY88mkHkffK3QotJnCRwM3TpfeaG7GW3iDtBP+kCrfdeek3VuIU6CX08QEcL+EX7cKrbzNtjA0+gC+AQvk83oXRDa79IR4uEBjaJmort0MraDdD4b4koXRHa++Pxjn2u+6lce3XMGwDu9+oZv1WA6BmvfXQWcM79VMKnfcbxW94AMHZw/LncvfyRf5OM0HKXar8ep9ZFexW5Oc8q1XjuF9biFpObNGvalP3/BQK380zWn6Ma2Hs951ShjE+0gbBOhLz9wyUuvSyywokw0Ln4wmuQ77PuSXrG7/u1xeskuLhDS91vfWCfcLoDfHTQ+Iye7/37ZEYCSvEDuqoLvZG5zxFIc2TDj3UeeXieS+K9ltZ8kU1pX5MAVduarHNXBprmNTfL8yTIHNvrCQCLb/ne13RAzGuaxKS2/zrR6Dc5ftl5FcyGXreyCH2w1T7HXxt73uszwKrXYtZdNItdo8A73cqOHTDgPe/sLlvXMVtvYElLV/4JdNiJqYdfhm/QbbKvOCZP8yAAjE1Na+R3/XyP/emtbO2EMeR/6+03AOyOMl9yX6/9W7XctNIJZosntw6cbkbWGSkg6MRlbLZTqSr+FG4wSQ7doShriMzOXjsYWwkRsddCtJh+jS8hF/PeopfZL+/zPLex2JP8MgFg+w2fzWOaGuwTPmPt2n795x85Hg0bLvQkf/tr2Tz7xrrqNxWcnjG2IURUvxub/eXr21cTD1huhb7+04/tMtvUXzLL17mPuMFvuN579ATBtbalorcSKIyMZHfS2WnXPQU8+hHdk6wWGbu2W/sXzUfg7m7dOjY8VZp6wsHCyj9p/KTpnvWJPbVHNDAWZDH0RaDMI33OZF2/euyWwaJITmPvOzFQnx0bQQFjTdS6cddIY3fXmk9YCzcOXa0f+vpNyIzXFjmJMcN/iUne/rI7sD3xFe4THyAzm65Izsw855vB53oPO8mrE7DeytJMMHoza/ZUkopuv8/uLkK3Hxg7OvgaRWVmRfkT6mAhW3/01/Iyej5ziO8WmxqfbLbnwuOarl/MW3ZT40tc+xaAEaynQrzpkgIz0bV4Wurfcl603r6g6OSTQevfpsI5R9JkfZpuzjsUn5lE3tDWdrnoAlOuf3lJ69cBYP37X/9OZ04KxzRWEvTyd2y0TcYNPb8dcM1T45Po/S7+1FzKz2z90nEd+IT4E3OT0hAfmRYcY1o/lyMMPAfdKN1zjkY0t9ovih4nzhQ5979UPAIu+YvoJQHHfOc1Wr8fORr6mJXGbv/jj48MJ6hFgBXjPQQ2DrLBvmwebQBiaG8Llz4zMG7aEMVloATE5ExVK+QR4ICPygROkCKl7maYYhSJFs6EZAztYIlQN9cChgujv2emnezLb4wA5XlfmJTFhJFzVkS+4+cQv42nu21aB391DwZgO59ep2EOk4ECTwC1lbbSIHY7cjmDJgqm2/We8ZVxSUZdV3DoPgc2n9YtYdaZ7/cwBWlxqlkbvYO98Lp9X+hwa9RzO+proNLSN4FKgij6HiJHMdCixQyh9ikOgNKuNe8jGQAA0yAzRsBHCzADjmcYKoYgGRgeGxnOzmips/7gmWHqKONPYE7rZc7Qyx7cLaBehZy++jFSMaIsnCo4Gb65QYS3130rkN3nrDrzt9M7GacYpccB/OZo0Mot71hbkhWS8Zz9XGG09G5qPcGdDioA8McA3GxX3auMV/2QNMBZjTyXQJ7nP0a5x1DAHvPWADszvw1ZAz1q2fhkUfYaY2BhmMHTzLcNmr8PgJ4WUFM5Y0VxV++KPwTMOYg4PwmoZr089wlAsMcCvQjWoxgwcI8Cm4BlDIwF4l46wRHtfcs8tIgBJcRfcZZxVFZ5o7QCskRevkF0PdtG+ARCkINO/hE4+VTYi6fIBkSfHMN+9val9QDp4qP7/DoZ9G0II4s2ANadElCCG+g4AeDhLdYPY9YtU6eFW9N/d4hw0O0zlK7vVfljo3oD1iRQwV/nXWSEfRcAEllmm8+qCr7OCO/qk8i7rwL2M2ADTD4BNe/P6m3z3UePTdf6DPDrDYIeXiw5BT8SYMY+0Odue64jGuxIb+vvpcE8Ef46mZOlP3NtztBBl5pXrAe3L7T5AVuCBAYFgKf9tvXVBOQsJyz/BnS2PBlZ56q72BXoN+YtXfK2ZosDp3bK24I3bT6Hd0bXUMWuOdBpowOGvyWr8d7wVbXn+d4FwNrBrg4A6x6dn7xne2zwKHsmcDSWkPYu8n6SJcqDa1nLeF5gxA48SUwz993jdaKusY6M/C2DUrtBhqZtj3LiAVK7bWEqaLZ6BcAH8Ob9d9snmwFO1n4SuLQEtj9sB4SwIs/K7p11cqLY2GXtqNJ2s9dLz9is6juDOAkR2gMCMGPgjwPlys6PPmmPjFMVB3lApxlT26Fvq9rYq9mzbsGn2cVeUxAv/BD+3OSydMnYtk4iIMlFMod9z1R8J5scay881854B9RPANgBo/C120aNzjAPHP24oPx7hAZA8AHY7XCPvzFAb+TJtkH7AUxrl8dGOfTxfQawTtZsAMHIp/yeDyJO8vP9DWDvOQ1YiX01V10BGVpjwobWx48TTbKp1vMAsUpYmUAN4zryafyStg17/ZfPt+LUwx87ZgGW9X+uDgEDOmnPW46T8Q7YhrP9jsPjtR93+zt9pNBVCfvNR4BRBwbTNSjV1qIbbBnmoXWicBfQlYpZ/JkT1PwF7Dlj1LvrTFV4DwAysmh91z43uG1J0/TwE+BHA7L2xwgA278OHUN3bqd/VbctXdveXPVom60r8jKX6IE/CwBDm/x+ZXXLxZNYqKDoONwLoM247UvEP8pPAnbhi2GXmSO+d1gruptA1rFhRs8nmFlHWEi32D/dRDg/3bo3letvhwbpSQI0vlT3T6JHHzmR75J4Qmt3B7s0Bsv2Teh7z/GEDllPqqzZV56N3eyzb/UfazJGBL5uBzt0L3Ie8dNB+Ssy/l3b829dsf72Vmdl3JNU9msAePbOgc0EwN/KgvZPNoFrgzGrJVid/NY6Sz7TOUyfNdhPB4A8f1s+R3dwHmp097aozBE0+qwxBtGixq91E06hn5b/Phv0Yxb0o75/dSTyKzbG2rYet2X12DbjrzFb8xI2BwHg0cPQTe+35dx3HYB2r1q3jmd8HVDE/qFTVypWP1k61YAd/Du0KnvRCZFrn9CBA/urAyDoVGRiaPvGBFkj7QGd8fy+OWO2k6XxD70nk5hv/hlh+NdPHqfzlt7DsTF38gB8ddE7H85EkXEkjqKnDGfbbopcOfRTyWnCOH2NEgK11xPYQed1m8/ufBQ6GvxvWtzrM/wwZDSBbPCpowe+a5GBrHN+5/95vkSvClrwR6mct46pBA9fb/tnAx7YS78lVF/2ygif8Fslcn2fJ2n1liuMt1wOjzcJOesI/hn9dqc11uOWZ9vpq+nT9tfI0zeB/g26sH7wFUFr7/XYlMtL0W8EmpHxzZ/IAHBIgg8A/l4LBQc+vtQakKyTqr6sSXe8079V2HRw47Pp23FAe68WxZFf20mGMRjnO7wAKLzyzXsy8hUfp/F9eFmdq6wrZAOVL0jgzB7n6UiWoJ9+LFsQmKa/8T2wP6ej2BbZrE2PvpP+bnwscx4fX0kiY2TEXlveCP2i89e+NeZmYRgd7DOhvYaVrGLeHTzM9mj5OxPAN40PnTQdhK6kJBIY6h+2sLFq4hYdAA6ukfF1YdSxfwYf5NnwX/Yza/ziRHCd9uAKAM9CdyGA52ZBo8nkLYwdv3v5LPIfWur5QksdYOuOCo3PJxBX+Kr2U+Tj+ax+8j9N1zsu+5kT8GN/wXkyTiVqRvef/Zm/eQf73b5R5N1gKJXM2EcgtH7wOhVNHP9o/LS8e8fA/FlTZBQJpEnQjV3DvY0H48Pj35xgn95je+OOi5GIyTpYRyteIqzl4yWOZgNzI1mF6xnf7rGSFW8rT/e4Y6FpeI8vaLo4c1BiR/nxWZw54nLWKvSiMcb+ZP8bk0HX9fveDoVdca6xmDa1rnllSH3EFev/W8cOXUNhEvjU3774pfdn8AX82+7mePzICgBbpjrOmnv1YzxoiCT+0cZboYGOG4DXN96x/mgVaMEvH0D4b84AWYD8dho5Q4FFPkaSGHTO3yPYc5hqWs9gpDfTHwIaRsAAo62BW4Ap2KIgzgBvybbagJ2zOe00LijYCwJjX2eljFDJ+3dhNR87H3MYPJtnhh+F2JUcMUpHl9lp2iBKV4uxGZads6kIiAQQ47zcvb9HIExrOP1L645ARgCwqZ1RGIcvBOSs02Eo5tWl9eu4j5D6BvI3t29R5tRXYfb9XJWHBibvakgT6Jck8FY+aIxrVBerj/I/Crv2LobPOIGVWczd7HdaiNwBDgDJZDbuWkdgx4nXNT5XZzhLws8g0pwJaYoYp8xzL+kZo+sG0DfzcQOCOotX42uGI+sY5SdAtgNoFtbf41PNsMYwgVqUeRv50LnXfzKif2ThaB+VwDEGuvlQitFTkWS7M5TXsJyM1lKgzmo6FW4LmjDPnNE9YK6qeUTrCE8HgWXoRjmENmKYd6C05xSaHz7wc3Zd3rOPPJ3yLCL8TSIH1CYolP29267f5yuEF5ENxxAfoEBf7f3w2mTWDaECAOif3Q7ltGQZuYHzSH9/DE5o7wQTK9vnykD+5Ieq3FmZbjtcHDcJKTKQFmATiL1nX23FTxIGVJFyB/QClOWpVxaVN20CGWMgExSzs+HRKVs0xlZnD1rOVNsO7zmOlgD93xyM4Y+cs6dWkTH40T2/Bdi851OBi1OMFQuPtW5qwza8+/HlALAYPAGU1nEIrVNBNW1HTStJgMiP1mnPUPNaWqbeQXPOwOyWmW+gOw7FtsbHIOx9b1nid43xnHGmuk0/nTnfnTuOozH7ErpcByr35nx3AN9joLpCgrZ5kQXIhPcMS9PFsd4jQ5xY8/18yWkH/NG/2wDr+QHU+KYx3vLcPPvocH1tXX0Dx7xeY1SSQRu2F8BRC4yxbX0zsooAKbLenUiqUrsdmt4r/iYAHHl27xH0kzluELcT0qhexgEQ5QGw/NhvJeHNxM2fs1b3GTZr1/R60uKe9YWPTGcTVMyj47jCf+jnBqB91Swg/Ht9Zkd+z2KhChL9wvrDj+fIhuEtAEnobNv0V7BF9p8d7J+70oHldz9PstpEYQgGuF3S936f0+VKHnTE6jGtTey++6WuWJgM5WPPlS4kq/TovDnDRyNnj1t3Yh8AtjDDrVJK0pJ+cNy9j0qwGhtIdKshdGIJ407AJmvXCRd+3nQriYOS8y7h1R4je2j9eh0DIbIUYZqUDGBb35eDBB2EZqCVqdRS0oZsnVk/gMS7wlWBxHRIkH4iiTXO+NrmqfAj+Du/ZzF1LUH2tqsDPsQWB9AIV2ScyJkAi6LBXUv47QVeJW/xKwA3jj82Nm3vIwBQ6GNlbTLrkwQ5KSLf3sxaD9/aV3noM/MI3SI/Dlgiuaog5gEoOhO5zsQa3a4x2X+Ylv5txwVg3YQe1iPB34Bz6jR0n6l4H1dCMoFtRiWszbhsK38P9P7Kl5huQAB0Vzux0XnIOIPjldXNmE9CYXXH6CRi+O43m+N11sUD3c2DBF/OtjoJYfaRZ/zmizsATACJim2vN7RoPRg6zM/KP+ieMb9ypQP24bswWOTFJob+Fvzc4Pu0oqujA9pHQbcwPMYQHbv6D11erlMSW6q1Ogl7q5tC868dsHuUv9DHpj0lH8vWtMyee41/lIHOA+r3MW3KTsizR7YAND8Vjxr/D4BdetA2aewXP8dE5mX3Z0d/2+ZafoAWSZ5oeoW+oB+fSax52maMnWoVMa2JX7/m2BuXfzRUNXRmLMG0ks9bbicp+puv7flUtBNwxJ7TdH+v9M31eq6e2bYe2yAfH/tGnwXPivy17G4M4OBOVBzGXw/+s7b626r0TSTUeAIcMt+12c2Ptb7oTv1u3rbtWmfQLVlNwGP4bROk3naUobGMP3jOXT0ZwsHWT8eDtVGiA8OnTqgY/x0wFR7V9yT5drAu+5Hn4acdf+NbSxIIToBqfOPmQ/OP5VR0+tE1llcJ1ryJz7q/6Qx6g04ViIaHmaOeK/8C/791o+2Doa9TwPF0csJ+0Po5+W8qrq8qfNFEtbjNc8MQxuw0f/zKKYxZ7OMD5P++dhaf37Z3+XOVwB15k+PknLg6RyzkXXlnxsD58xNUl/4d3uo9eQM4L3/o2rejC3PkOQQkNqBbLV4vGTFjKx5PxSy4w9pirf8A3xvva/ui7bTGNs7Zic8RJ6yD6PGPP1QxmQAo8io09to72a+Dh+maCkq2HqVlffub8TFHt2pvfH9Xv0bm8QMfgw/Ir4PmdU0nWJybbPK1X5J54Df9JluD32b9Rd/dcQX5AT9h2zcPtuxHzsOv+BjgjdZrDhxlHSg0wMa1fT1ERMHAm1zpudvGuws2WJNuibv+43YFw3/BP03CfvyD11ZCryydr59tu/jYSivrubYL194AcK8xcpCE+da/19qOrcI+sRc9bsllBbBsUxxbJjy1smdtPPP2x3taA42XBDnz99gljUe1/WPc+SwM6zf48LeeoiV0WRdrQBv/qYIVvyS+GN1siCFtkmDb2swR/4B/M+8kePSxXZsg7DWdYOyPc+nNP+nYqLH3GeydzIZ/qGd1kmf4N/4uCYcUjb2dPqC/HLGZAOFv3WbAdsHP9TzZPeujh5a7QO23TgZKMMk1m7R49IaxTCWZZZNzRN7i/y4MLDmOTIA/L5021eIaUwdvXyyvx7HElS4sR7eK7RyTmAIQY1T5Hhz8lt2hcTAAknIsX6YK17bNJJ4gf+is0bbHlbAovhlbogvzwmzI+dt2eZPpVw+tL+B5zX4LGmWMAAAgAElEQVR0Z6ZeD458coK0MZt8+5dvIP8OoL6ZG+2kcrD3lZktIfAJjg0sLtC9oMAa9J0VQGTbRO/gkIg9hkYfuYTD4owNL3YCwDYaB7z0Bs8Zva3wOysJIxXHlIzG92yUPujd+zHG6G8B4Hw/VoqCokMUELQ2rYPZHc2n8kEZhBiufQ6tN8WSelrRlaPXxi9CvJkGAdYAMc8jKAtRkM2duSwYpX//FgDmvGUyzGEu6V5aA+KwhqF/GhVnbjOIzsJjXFrvVCQPaKaciPKxL7rwTXIMxpGrc3+bHnAeVMlpJ3QCOApcDiZkga05nSqXWRO9IZVncWA3MIIBSjXzd7Yw45z2IQgGP6MssazZOCFTEUg1LMKj58zaMKfbkOXbzIvXSPgqAHXaXXz0pGqx42xJMKuaQuCjMGc7DFTF3cYsAob9i2E6wWTRSwXyOokCpwlheZT6w79+7rPHZ1ZTqUzHgOMETgYu171tcDPWfNsCuQNQZz4FDOaOu9JAitLtWaDJ74HQHBV5/s7ZO6lO1w+JEeELMpYBP+APwOHlF+TXbzQAqAkNtIFlsfHgUQnYfnurADCZzOOoWMkVGGtu+mjTLYa/HwIY/dw34eNtcRowNXPK+m6mvVdWXwO2PxW9/v5M6PcAp77GwbbBOYBz77H276zP90wqQroC7QAV4ygfepsxnmDHAN3dHcP0fDJlt5KuA6DefwUwK7u05V2ciq1kAvjBUOtMUM3NZwy7u8TQyRsAHuP6kg0G7ZKxOB1Xj3PXDvDLz23cwM9JRBl+ssxKNj7VIP/Pv3XG9BrLNp4O+LUOGHzCel9B/9lPMvMbqNH1ar0Nby1wsIGp2xGMIXzG4H1dB32NwUzKLeae6nh9A2jc9NFr3Hoa3UEHDFrtArBgeHUAC6fIxugkymxb1g1A9XqdQJTnlDMsfVbSJ4cThMw8DzBT8vqcSVwBYOmF/iHgyrqY/w3CJYNQYz523thBXdX28pIrP74fZZSahm28xM55jX4n9SmBgAoyVcApMeXTZW24AqCDgCg57X0e47gDYgkebRAta/y2vD6yaBx9jakdXuxlfU7rLumJ/1Hw93uekpvkGBromoAO68i4cAJoH5rxJwDc9nYDBznXJTLAPFyBA7LE9R1AUvP5oSE7PrJ90kUgz4kN1U6/rm+5hOw5AYHhG4K6b0urpgO6SiSxKcA2+sf+hgJHWqtJ0HrtWhlf3aHnIlgvRj7pZ3j8Vyuou6X7b45y5BNtmEbOV7w342rQMetmXTn7zdjgo2O3D8CKTBU9LA0s0Ckb7lQAyQHW+ggIm8RY9t/THv10HHvR3gB/2MqMp+d79nkcT+QcmfwKaL9HxQRkGRqtwB120aGvqSRsmxeApmkQGnYGdZ2xnWswZGQwRHbvT9Zf/GZPyw79N2/ph06YszyNk98JNbrXybC25/Lc9mc7CYG9OyDpABK6B57h+QSS8SXxEP2CBr/0z+G1DqTH74u9gg2Ib8ixC23vxUYJeORX/EkAWLSZ8eYH/XPpoflc3xOI8N9Ff+j/fykhVEF1D6aOoniMz9/8FHxjfK0XMPW+DhCg5zuANFt/ZNnYl41ZXJXq3zPw77WOogvsgA42sRazLNcv22cDdAeD2ERH3/ctxmmz+jzg0EzJDV0Su3FQ43GOpLdajv8n+xe7E5C6ZTND0DV+tHZmeME25bepHH8T3Tu+3sfPJAW0/Yp9pHmTRO05yxfqsnMnom7ywJvAc8b1vdTHMg0RUVVxaKTOvfzNj9FzFKg+AXCe5QS7vIX10d/W+QZf/9v01HowLctjk0ie8T37qt9tz8hX34SuqS6yTTLJxrpegTWM05k0Z/RlbMGvJDNMj8PIly1ZdISfp0lcgR2PuQM0nbQYuuR7aB4Z0b7DYknSW8Fb/uvv09moZJUrFF2IkUrulq8aLknJzbPM9yTelJ+WNc5Ef/NvawmOr8hntIjOe2EuBUYXe8EvOEG3YbfsaZ70dgLg+XrO4Z/vj8gf2dQfUH6SmlIl5RaxXo85KmKeDR5GxbW1hHR3cmPGHvxn2lfKDjuJ9RlF+529FpKzMtNjS2afnZhv9Rg8JjjX3DUyEtv35Sno602IHLE0gfDoDBL8es+QD6eDnOi77KB77D//JdokoVLfxv+CMNa+3U6FeYbmJ3tBR4fEJ0lCTJ4RW8x+38jv/3Zg5K5U5Tm+bbC60FTsPfwmz3dsHhLss79KkKcjEVVti+t0QCnPQJ7EVonNsXLV4xkA/4c8mKpt5tUrefj7G9NbRGTcZY6q4h7xT+a++Ag+M+9tuZSquFx71qb4jn17sQme8VvFHHYmBQ6MzZjsdP95C07Yg+zRBrqQI+cZ4q9vaU8RluZ6jAfoZ+SwbepgdbF5o5s28WOTH2LHx+968e/sXWymi/+072Pvs+Y7zgT2X5/5/08AuM/M7fWF7zfZeJJ/Kvn0HCEjuj82VbBoaN2/x34neeLVVawB/vDhk1m/1oOvjG+/wzDA4GBSBhrfkV/DN22v9dGehw+uRI34lI1zxm/QXsdOeBOc9BxjeeNHtf+bgN/uUyfoNEZrnVN2V1q1p1IXDAn6EY25s9DgJuCIxuCboMff1fjonBH52vZO7H+SI05Q75ecRGIHHZDkqM5LpsyekHgm/nireu/kt9iRFJrpbye46b/ZzA2QJiHFeI6CyMZdkON3dzqt+xs3JCGT54Kr+/3S1+UjvgmUHfdoWn/jSfiyjQ9tgexdNIDfyfrpqI4w0ibduZOMaPx7USegew07ua8CwNgukRs7ty1M2c4WvNv0pL0qGxt6yHrfnToIBP/lA68cAE7rS2WQLjlg9HBWHQucqt4YwhrgfXYn2aNfhZ+BCBmk+8wOAPdZlPJRVUGZBYxQNXA9FlJaIq1zyBMxbAL8zIHOgnD83gTt+ifXlcCbVjSdyYtj7IXjkOjJ6GjfB0I0+FDnMITA1sDtVtpnLGrhWcwcR3+NGYArK7+ZxHUG3wgshMalwKtCaFtx5Py9CN0QlQmsgr8wEcYdGQ+6jsqT0+J1DGRamHjOFfwis3AFaoighZzmxdnIFs5ykCfDGyNFrZhPRUFI42TC6XnNWK9BwLihoc6I28A1Z3OpuiRgkcf87U8DRASI/d1zRmgCS0tpL7DYNA8viKyteKsHPRmFnT0ZHtN4snc/M5iWuXHgPW8ZsiLzqSZC8fxWyYnyoYIJmr/4ZhwV9rBbaB7h8i2BqihYbwRe9iHO8qm2GfrROr/ZohgG0D7z1sZvhjsZOqFj5ocDY9pGKY9S05WpDsD6yQzXgYBGN8DH9ziW3Lp8l3twRLrKz2eBlwHveYyRm/GR1DJKVAFBB0g3U5E9eIGrNvh0TVeA49Sg3NaoSgCn6UhgdlrbRU4jRzU28/o4vrz/BIAn8AAQRkAGpYjj8Fsw+4BxMr59BkmqHTTvBjMxyF86+M1BO7rKCkzKdltlRAYFvFj5lzaGr2PsfcGgL6Oi96TPqSBoiNHMWLVerlhwIgx0tec4YBSsnAt43aAsYICDYt+XoZ+RT38SAG56Zp27kqudP2iLlserZ6ZFuPhVgWe1RCoHSOt74fHmrwBPOAcd/DWQMm2uALP+zDkC6P4tMIK+hMeP7v946mRua7XL4W/bow147Qm0qvE1/RFg0V6+FXBe3wnAUXGDviAYjIzrM1rMT3U8wA++Rh+P7uH7OHzRLaGx2AOswQt850Il9UxQoCrlI3MCYKSKLyBWB4ygP9p1taMuuc7+Mj4AQJ+fMokdfHd4zXItrUvfqv+TQKB9mwzk8PK24MNB6zNkV6blbaxvQJ3Ief2gLwDC0E2pzI3jrx9A7HYUzCsnEDXZsfXibqOOHeLzsSZRAVuxW/he9molwLBm7N/vAbEEw5B12CrWRaflWkAm1uQYwNaFa6NQIfdbBcPKpOlyAbDi1tFj3w9N0vXkrjTNe3CcztxoIaxKowN8hp5bn20ixG29a139iRMQdNPwgSebv73nA4jNvyqbdxNAALQJAF72c2X3R97WulGhPZPiPj0P+4n5uttLzZPP2+7/LSGtE6gIXL66IfubOePgZRnUWUWZ1vmegFMAxAASrz+2uv1LGqzW3H7eWwE89kA7/D91SrooaBx8d9nmj/1MRnn09G1LQ8dKjOg9ip5NQDrjTCWYfrAn8buoTPWamDawA7aiLL7lPGvMwz6S5PgxtmG3sjKgZfySf06nkYxrWx+yT+w/Nr39rAmwmKxrkeiUgx+luYXHItexrVv+X/p37GsSLbqi3zzyLQSVEm1bru87XZaqBfMJKM4YunIbW207SGSMWZnb32QdoNeL974P6RjDURfQwLVG40vks+wBfr2f32d71ZFEutZrUsG6lj++dXwu9ifjj40d9kgFmgpLr3sBfjzrn0dFaYwNVMWXHD099nTAsvAPNI6dit3u9XBL302ObnuLNWGdT1WVEyLGX2L+k8gBzR77TbrPsv6bc7UO7EAfgY62y/CT3nmaf2dO7Gf06wZD3yNAfoDH39KgJy55MnsGsHj5nejCsXWkO8E3CCa/9KU1eI/S6ve2L/ST3hPs0Q9y7dD7VFBTwOB9KvsC2jv7NrrjsvvnyyS+vkjvVG7KPuQr80UCz3T6kM5j3F2IsOPcShnJY6pkTOsec37sL1YAk+5mLcc6cQL7jqOzeB9Jwef9pu/bF9J3pzvS0D+6xWeljm8Xu3WPHUJ+6v7WuxSfQAviORUI9E8nGpN8GDkje/arinbi5d9OoA2QncSpYxt4r8ZuB8/RHEb+z2palnTBST5fTEJz1Bqb77//2q/zu7QxEimmvySk4zfqXQRY2bfIo2wgHcoWoL87pf2wj4cXO6CQ59x2UN5FRfG1vFMEEWrS8H9rdX5opOy7P/4YBT1fIrsIjHMPiR59Tufb8QKcwvQ1Rx4aqzpnPMfGwO86HTecpBn/iQTaE7x/fDjPb/bE+2Ba2E540AE+aHdrwhZEBzC333wtfKvuFLLrp6BBghAkNBkHm6XspNLsxx7/hY6zH29ccRLqBrPRfNoOiV7bduA8j/vbZj5/V/tnEkyxuXKN+CC6Erz11dvQbscjmuL0nFPEMVgF/kzLrBzfk+MFjh09hQ3vEWdgZsYrTnA8b33tU30WrOFu5Yqs/k8BYPCn4yedpL/yTUbXwUe9Dp3gGHrMGFUYkA6O0y1Jf03SrMb/Vlx2hwcqctfGz1gaV/st8a71OgWGSuggyeLdV5Oo5W5krscv+6oC7JnTnVTs28BOjj80Ldbn7GxdgxzF3ol9l+SHH62zS/Rgg3AEF/Ln6pg7WK79vOnqkqNl4qcf+XnGuftJQjdJE9Bo+zyZd/Di3xKaswbr75x42kdInEkbSkiSEvpNfm/wqpXPXIcdSiIi+B7f+516vjp2ffd7375/N56MrGyc9lRK27cLXjZb77XqJGfkM0k/r43EWuOXIOfb10Du+vcErLszTrf2/4G7ubtLiIF92tbwqpJe/8rqYBg3Nv1iFBu0jnx7sf+s9WJ1fp/kmORI/dbzT6B6CFN0tvo88UXTy3zvsXxVSv8+baEehorTOdl/c5MGcxxlEdb3wAZ19YK0Hw4Q4XZCk6yH8MogyMTbbCSd/ct3fs73rtMmY1qq7ALexm4qLfb8BAvaT9LQBgniPBlc3rjKOpsLUAgA3GZqKWyPZ4zp8j52YxMEDvFnfihp2j4DtqGAMSyOYz3GpcdeQphndeZFV4jk+m2TEQJLe9HOMKcFI2O8nBrth6svxjC1otogNa3POgCc8yYWoNZzmyE7oAyww9KxRnVc6mY/jlEqMf+3vy6YdUCYIWIURT+Tfea3GWPK3wLYTobgJAIoAztZExE2WwGMAx5jxhl6ZQhaKGscE1jKmq52uI2XHRXvD5/U+4ZeG0T0GlGpNY76CnC9OWMCMD0Z3P5s2vsYOEuVIg6QK0nEuyigSSbgjN7//h8ZQGPASEiUI7GO/QDntAaeudsYFB9+/60RGV72nO2chfcSVKozk39RVH1+IfvdBmIrxW6DrOGgONmWBirggQb53u8DxoQO8Hp9rlwJcxw0Ce++X7coAEyFauRZV54EiEjiC0HkX1p++V1j9Ih2FdyqysZuJbGY1lbFa+CczbIBqsqIHwCKTGACI3FUtr0aRpvm7zMkDXBFXlOx+Z4XqO/6jCO44GQ/fbdrPq7Ef8GMymBG/jW/UHn87rnH8NGYW115fKUnRvE2kPpbELgD5z0saAp9R7CSrOw385F5drU440XObhAn5/m2EdfgCrR/qoBnfeCP//lXeJZErl7rBiS6hQnt0lVZxw/nLOO8SNdvFRKgbgLADbS1DNYcNHfAFYBCZdi7fdcQ6unGUfz0W5Vng5bdAgVZSuYwa7lZ7wW6lGzJXKud48j1zrzrxLPLePO1I8c+GtuWOhUAX0b02tlG+kBUt5hTMNS6NbrD++HEi62apx2MRpmKmrGLxiHpJB4MX8/orGsbnBrjBo51fRy+CSS4hVcqKKgUSmAc0GptMgeA54xs6MWJTJ/DfLIbrUvzbWg8f8eh+Hi9zk8EqDhjP4ZyHDD9aF0I1Dq5aAxv6BMjWLokBm8SWTqzE0O/wZ4OAG9iY+QROjdtl5Y3yEBl7t3OyWDy6EkqNWk7tkl26NSsyx28yaJ5LJO0dZjSf6yDIJ4EeNiq9hsM5p332cYJQOxnN5C2VX3DId9GIh+97t+i6t90DdFVrDmVX3dSo1DcDUhb/8imewLAktfODxtHdvV8eGcr6NHFSawRbdiOsJ4OYNNJPqaroUX9Zg6hzfgH8k/iU2xgoIPvsYnzEMtuFZbNUrP2J8P583f6nfZfpqJ5ga5kuoe247MkeA2P29Oord8EhZseMoeMO/vKc5v+u6KaBNpXx7x2dezd0AYVPs1vuv51fo9+mnauegYAQ9vclgdPADigWCrASZrgeeyVK+Prhz3brOjxubR8U9XTZwAfx78CwLwj88dWk8+TF7lKWHMdsO2c6Tjft52ge7TWZ70cAI6/wT4x/K5QwP6kYvGcjT1Ehh9KC1X5K613b/k/NtskKOU805tqAIABZN69uWV37FH0eKohNmEzwE54BzCIoBpjRP53xynvqXVM/Fz22Lwj+aCuBF7/HAFlXuFB+ttg7M8z9a7z0GYNdC826NFFk8iU98JHGYdkm8CnJD79TABLjnnsS+152wzaG84Q/9tfE0xyoE220kz0t0qFLIDWNQnrllVj/LUNHp0xZ+A6ALxJjl3Zct77/YEt1DwORXiuE2Dy/SSrkhw2hvdJrC994HeMj0nAonl23xECxCRiXnzvI1bsjEqXRL/Hd1z8Bprknnvf1j5BV8Druu7nGXlb0QNm9HYwIPnC4y575nRA0R59YvltqdrgOOuDX3VoXfRGe289e9Zfe4uf4/lJTinANPIdOnsT6Br78f2S3aK34at//vPTQZ+991cFKj98zWtp+Z7VlN6WbJEcuqudckGPP3PK0RYk9sJTep99Q1U/yUY+jtMmWr4BYOYIj1iOzH0nUGPdnLECGmd95sPvbxIDNRaAdvbOHSDGtm6fBhoSUIvNhbzmfafV5RCvbaphUPXd0fM6kab5sztjkSx1tdCehVv8Ifbd4dPTEUMV9kP59jui50V/6SLXZySn7ahlzCRMiZaxATjjF74QodxB8eawvKurqn5L8KVIB3tTa6JkUOi5MVwCAJ1A0Z0CfW7tc8YhI+oEfAIu0Tsjg32hjYv5HVmZKtbgt+xPnoldFezUa/IEgKGhLg461fgfD78BYNPfabU1gfvydaErB1uroCP4XWi/Ew3AKY7+NVZ2+1etryUbMtPImMbOkLt0O8j+lOw8tmSC2ti2L59rrNEHwdYbTzCPDl1vxfTi+6G7xejbbjhFPrWF2DbhifDHVSmuT+zXx0/QOyMD9kg69o7EeWSA7b0hxC5SO/GBsWuuYBsJPNbP0VnHDhVvzlhOPESya7CFVIAmkQDRiHxHVtNJyvOtjjjs04tP6pnMr5NeKfS6jgf53pvAY/ZjkyRJnEsAuLuUkVDV+Ed3uoDeeebxcQYX0fr8dmbpm3SxRwwMBmY8JFyqZydeko4/K5tjV0QcExAbmh5srG1j7KBu8U5CPp0IiKHoHX7ldMJQso8C1CSPUUSTEW4FNfg7CevsN/6ExqM9lx7w/EZehA+isLtSE1o9RTXwa8XpWPveN8YVOrqrqtv+kr9svG/wZapHOdIxvn0KT2Y3/KuT6rE3GstIJXyOVFDScduPPInfmvfyQ/lb3x7iP7bteuFtsker1XPTO5/jf9lmL7sEmSo+a/rGH2DKi93EDmma0r+v5EfZ59MVUXat6dU0HDp+ixH6WY6PPQUe+PHhwzCEO32MXm55Env0pp+/KTGubEK97y3W/csf//jgl/ESw8DTkmiEl1/qhRsSGEM1g8cIwsjPIlHZiMJnASAeG8rffxEgw8jaTL3DOinPbeNdn7YBh/CkFUcbk1SIvW07w4By0tPOgYrLMF6CVqdSZMqzXwBNoDkGw1Vp8T2DVn0LUmfNAHkQOFQGMqc+g4wq327HSzYqQHczoRwIHBMHmyY4tMbObYB3AAKChhlbOdOSJEojhPW2GNsKtzwhBnz+37soorejzxsWpNYnnfGDIbhtJ0QPa+yQsUkmXSsint5K0O8n6DjaJIovABxzv2n/NwNlWvcKDDYz7b0tOLzPOh/MCyFLAAOQyS9Ay/u9j05yiFHkKqoR8rt/dTafDI9KciDBAaWmewE7sv5jHI3w0fedSRhj6c70ZN2OUi9QNuMdI++7+TVGxbcB8u6WB4fOujKdTZvK07x3nbxjqEhWYNgZEIpEQzB7uWcdO0Dvy5x9Oi2DRW8yWB3UZG1uJ6dbCJ3hBcM+TrOrIT+D4IAMtIb75q4AxQzPtwNmXoGlqfSPwg59w7Mt6HFQAD7bCLRBMf4vGXQYooDRer8qKW4HDoN/K1/aEdE9nEUNH0pB7znFAd+O7NWeff8pgAgthe5GH9SZUwuaRx6e1kNVAdDAjZ6Dcdu6pw2Ndl6hdxRlB+Z5FvtwZVSJjl0BnR1n7JfRK8B+vl9AfVqDffdquqGR1WXmFSV4IBP0Nbz06R59R2AUWvup0G9jXdfRji5nTIkQ8k6A1/coA73HLTa1nt/16HI7OtJlkhmTgNDnyaNrAzwn+IP86AQE5g4gQVCTYEsnICkA/LYowrjV+Cy/JmvNc/rG/jpunR3NtdHrrOL+TuAzLWw6SKwrcP4SyF6QCbkjuo4d0WcaRoZ4byVbR7+0gYqD2iAH1/Z1x1n6HncHxCK3oB90L+PynCtbOmPhjMvJgMVRGKfU85jP8lz9e6skumL5JEBZHxHQWn3eAdbo9iT8tHx6kyb0TsbvDPIC5H5NwLCBm8BJr7OTnaqlFbSAnUEGMEmH6KqWgaazyf5mXH0GFID7tVcFALaNJF3rs5DUItLdNtKC51Rafv9W9U0nWJoPBUiN/I79Mf/wruMoTDKhQMcK7Jt2x35ZGlm5045Gd18gWOVXSDd+v177vekZOyd7GaBzgzqr36EHjkj42+f0MRtsq+Nsaexanwn2hcrX6cN+5N3Zn9jsljMT1KHlHDysSkHRYdowJ+s1tk/InrW+WsN9X1qejQO5NsG7lsvnJ9O6nt8VMABubSNK3rlVqPZ95C/jSTIDuiNgJg4rgbu2czYjOQHv68dnQd8Z69hhmyAo21dOeWwt1qidy3bGD9g5+jzrhfwLKAPAoznZfvkYwfJgEsQIKnifxy7MuOOXdDeF8HG+1Xvwm0IH2ZcGsAKcbMUw67qOc+SH6FHjeOVBjpr5mTlNNyf0yjlj85t6n7H1319w5V9Uwk9iQACVAPPHPj6yNzzUMhTZYFDpG+fPAPAb8L0Tn7Fv0c1e2ZEX3YJWn0O/tFIlAbrfjS4g+Yz2vwcI+QhE1yC12n9C9nQgrH0/6LWv6888Ru3p8R8vtXVoozt4tc3Pu7SmouOAV6l8y152B4BpzQb2oXc6ESWVqlTRN49hn7cu/o3mpE+QBR2AJ+Et81xbgqCnxtwBWwdC9Z/XBP7aoAxz72qAs56jN/rMV97rDgpPZb+TOmcy2r+tEN1zYVnT1/4Lb95nP7cv2ImRG0BprCU+hezwq4rqWyOqsFjns8cQqOh9ZMDxM2cRbtspFT0HcxjfUJeSLG/emWfdAfjISvb16JNx8KAH9u7GYJJAomtiu31FFV/CnPaWM/Ea12nZkATNaTE8Pitn9LWv1LhY5pP9WPwlvrq7dZTasP02QQsl8YnmX5++eTUFBf7fQ6fQm3X6N0fk1xY7zD2ef84HZOvMk7b1FiBa/SLajyx79x49EBrdFuSdoOd5iCalf0ngGeXWhRoAyiSTvbhS+xXIndgYJF5tJ6mWDxqXAu6mG1XQyxeZDoadwPlW95wEQOs67eKcsToCN8+JPxr6/p8E3T8/nTMIsTnAuzbZZpOibYM7IBUM4tU9i0Nt5ZXWnaTH9W92fshurU9sC/C/tanav4u9sPTB/VlbMIoA3v3TARFsY9NEyfJOSsEGlC2uJ/UaBzOTbEgCwyZBDj4zOgnZwliWXoZGxVfe6zn2CV1WDIdd2L6hbIX4uNEHv9lnv59BuWsC5oYcEi9Lvv/97/HfujNGnwN+yQKJmsHMkIlJwAomuf7KPg+st/X1wX6GP5JYctvkPR5kl3VTlvCTQ+jrCggNAeBfY7t6rI8MgXbwNdhz7f6PQoMv3sFZq3qWRHrszgjKk6A2+tTBVV8Xuu0ERPyOJKHkXdAhWMTxDSZZzJWvknHyKYx//msStGOvbQv0BJPBb36zq8Dl1r/YRE2vr/bkG3MXaWmt3oKG5u1e235/gt3i31R3gj82ruL1G58G/kWvcp12vZNg2/Zmjk4QlrySNBz/8Z2/1ryP1rE8+MZHNbcwSo05HY7iZERHrH3zJiDzjo756L4EgomJ3JiEYcDvf2r1X8UAACAASURBVDRPBQDzHmafPX79E2hfa9hrgWzTM4+dbZm9x0Lw5Kv4aN5HgiZ2SdbklqUkeHoMQzjNPy1ffb8dqmCBHbdqX5+CExJEuhMYyTg9n7ZRY2dtUnR3VmSu0St0bl1/AfveOtIB2Nvuty/wMfR/KkqNvk6CZ5Zq46EtZ50s+emN7lohu6bxoejWSS6q7gDIQ2Jj7EhXGe9c0aMinOhfEgzgaRLCIj9GZjppIb5arssT1WUgeN18/sdXAXw2dun0+quVNl9oPjpntB0ZCB0nuAOsFjRj+cWp2TNTDB4IELdoDXOKMVmYVuz6rnvFk03SVcZUjJxA7BCunz7GOCBgZ3chQFngBq56QbgHIwfmMeE5AApIEisNYidjN0ZCQNOXkU4VcwUQydwrn+cIXQRRDPdklyy4E6vxrsTd8zYQRBo/mXxnLnMmRYy5zOFnADifdwat5g9TREH8dFjbmJKCOHRxgBKNIgBRxlMCUGs2rR7eHvEkE7zAfAu9BrFM964A3vMiaYHXgcJ28sMroYZVUFGAJ5iqCgRndFh0x5itFg8XP5n2bekf4ANBcgm5Ao7EGGb0738MlH0OBgGat0UJ42zey2eAY4FrzxphhXndY3T0ZCPUxzkZp5R3YAg0r7RR2d/zvnZk3wAwtBhAIsqnAR/eE6F9V4gQ4PDZmOOoY3QEZI2gvH9ugC7z1kLsVc1bVPIzr24Db+NjqoVpsduB4EPq82zv+TgCWU9eOvJw9qKrRG2EfWviCjztywS3xTAS8gh/jaX3gf1+197r7UyiktVSpJ/Rq7mcoO3ILQIyyCcBiwDY7N171kln3Wd91zq66E1fSXaMTD2ZnAUWUOGrx5DJjUx910/XnBbnowMYY9PAOp616b4w/Cle9TWf46YzNJC37UyxvtnTyMcL/B8ADh5sACTz3WoIj3s6S+hvB26/gMdZt6cV9I9x2OhdGUy2vJ6lPcUZ6Ow51iW8FjmwnQcCShqc/D5vwGQBElVyJKHq7kDxVcD+4LmsPoG9roaPgbQ82vSRis9NuIguXsAYvQP9EUhm3FR5rNF7g80elObexDH8cQwtBcYb4dX335p0a0YqoZO5F5up5aD3+qqIzAtxWpF78IH3b5zFHlqAqg0O8B3rwrof8OQ5R44APjyu9/nMeMud6DzsnQbNLgd1gILYP5u8wL0NHDO+l17hHVokMf+dz2aUdwII2fJUdfJOWhOjOwg6dSLUP3Tm+bfgrsD65gBttDF/xjuCG4BTBCJHq22zXCt5rChEAOCWtW8mN3QbQGwc6mlx5SfNO9EZXcHJPJHvC67egaKzfuWAdkCUdb90gge2mRWmh6GFd9+OXPJ4SW5a7mkbqoOPBHfhc3ijO9owdtnM+t5nDFUA4x9//MMBRxxO7JPMabnkbQ0XWzA2ODbmb1m6LbPuZJHw3I8EmbGZGkhBlmD7sh4ts/pvHDm/oWRMIEzJpZZMsWf0zMi7n7zKul5tyx19ngrq737kqZ7f+qABHmh3gZytQnz5+6z92JToBEvVsW8ynz2yIUMK0NX20FVpYn9gz8ltWWLZLNt2KtbhQwLAJ8P+ewaJa5yBxnN0lpP3buxsEqjI8CcoEZto90HApYFkA/77+ZH3rmrcrg9LmfkL+zf2Rfb5rSp8bTndowoG7J6+h8oKAmv4pmT4R7YrMJOOMKLjBnX0rCSofjJpbG/fY59yE4jepFLTp3TnL3rK3/3y+W92y+H7EUHwzNWae4DWBpGoZkSWbTXkJh/p7DFkz9JPbBuCYLfey1XveWCe52w112s/TuIGrUTlF08gGhlg++Z75ttmsOnirMvQYvvTbwJc6/is80/AmOfhw+4ab3DctCgatC0aEFMC5gCsD6AZWyX+S7+316Xn5MfVnv5TgZmRcb/ZeyThW2zMdejmgOz3UQW8S7yCDPEZgE8AuMd0JUgN/b5jVie3fZfA2jly7LGDm77tZ04QkjPKT0tEAcRVCcjcbcMcvz6yvn2vd1z8m4SOtL4FO4l++61CKMUQ2Wf9rRbIFtW2pR+7u33g+X67F8VmOoHv7xlpDy+faehn6FyfIU/hz7Y5oB/tcyc7DgkeXtsxbnAKeuv10fyuI9++Lzmr73c7Ohje+53el8KW7TzgvRWONzJj6U1r9wWAdaTd939J9Ap+9gb4rq5Zw3ckRYXvEgAWfXp9bacu/+i5f/zzD9s/nAlKUhlb+CbRmp/Gt2l5QNLuiyF5XlO5eeze4REHVT5917aDaAe/t/fWWGcl+BJEeu0rKd61vSkWWnrU/jQGSwINgDF+YretNu5QHQ5l14rGpBs5vsYFLd884wOk2rDttOz3dlOyHDeNL8VlPVYutG7kqtZ1a/euRffKD9mt1iffC9eWuM825pkkhOWIgPBe6/tTAFM6+Deb3jJhOoicJF3bXVtFxn4GG8ns9H7WzJjyx3/gLtil4ESsB7qGtVASKT6Prjm++zem6DR1JpVDmic05tS8/9IB/MA++t7vIfK/oY/15zMhzvpGnxNskej/rRJP95yithmMxvFbAFgyUvLxTdr/rdOnHvUWL11zLR89Qjyy4g2OS86TKPJ+n+C6F+VUE97vSLDN9RJjj8CrYEHw+2LhCaalI98dIIvNmq4FKTATQ5XfWgK9K1eD40YhdWwj2EiYEhvL2Hjxjvd0sA+PtSpk/1MAGFpCLyHr9bwfuPb4zH3kZK/jYhPCrBPn6MIdbPm3wCX0GB5sW8u04bVa3aXPRF+6tv3xYI7r04PPLQ62mFv7FO2fy19T8LPPGAeL9nvVQr1a6DP3TWTHt4v8fe3fC5eYrjSdRPjS/bu2CQQnkYQ4SXc360Rt1rTXNv4FlcFvx8/IG+kP6Y2d2/pvocskLMijePdX/Hdw47Gr0NmhzzyrTLALv0+y/dLdwRtt72ZErbt4psc1+LHsBX/+3/+MpUjEuyuovOnfROUot9LqUuM4CU/rCrfx2cAFgZfTHkMvdA/2GI3+pwNa2Tj9dObMcabm8wZ4mCyZRr1ofu5xAlaBZkHuFqd56xq/GDB8vt//zCJqgKSzcl+nhhZPOYtF6/pV6GlOozxZAwJLemdn0CuQBeDurRlhQCtPB4B/yXDoNdBYnYk5bWSYV1dKWqH6zOVkMJ3g2jCjAxKjYAJAaD4xxLU39EKPkZ5AJUK4hRpCOlk6YazjtH+KoYN6AVQCpBJIvwypYZjN+Myivq3jeE++i1HuzNcxqlHef+aUv++EZrSHAYQwVDcDtA0wXd+Bixf40PeuHBToMsTMmmB871iTffpnFcBNuzhMx7AeAR1e2DaNr+PX/9a1EsRk0CboUIbGJDW8gce8o0fz538fOizgZCtfVi7AM6KhrhQ8+1sthHkbc9mKuUhfZI1aX8f4l6ETmfcCJfus0E8HKK52EANE/qeg9VmX4zBJRm3L0WvcVjhdvbyKPAk1C2SzJ/BX1uQ/r387gklQCRiGoxVDKvxHggt0E4csQWLTL4ThfU8giR+956LvasGBXOJaAujsaWdb7mzGWZyKwQYcesY+83KMRs2BqkUMO69ZBRxfUOI18ggAs66/0TeBwtUPo5hLwS8AIAYBQEslJ44RhpZBNoM2yVDF8aEjBcGJK+PwGOoxGqHRJO5sdWFnVbOHAEq8x61fZ2+PkSphNGBCV9gcGlCAf4A7KnJY2zYIF3BMS/B3/Q/9SDc5sBw5q8A6baqP5C1iDw+kFet9nlL01WtkoVf5XNdIJ4h9/jZHVIRW7sC6DEb2rwPAVIGfBIYCSdto7/cCyBkevjoMbLXbrkf+eu2e7KFWZAEydICUN+18s495Bt1HkJO2JaZFNXNGn3fmqPnzJArlWdGrayCzN4ihP9MHBwxQa7tvkTuBIPPcbONX3mpe4WddOLafeNp8vfZDB/30zA4AN8CFXZIFDoCsH2f2fn92tfQGJFfRNQ0rG7WByNhfN+jTcvEY6LOuHXj8kfToXd6fH7TwgH2mjekM8PLZy5vwGdn+dizKXu2/tY7nfuvR5wgB2+Jaw1R6Ms7Xxjj2jgPyPa/Iegci4IvvcX/8Eb1N4Eb81883wChdPfL96MoJkDAn1l9vFAAoOYoqsxyYbg4ttzhDz8DX+BQAyPCM+aEcPWcYH/+jNu7ZQ/Pa9z/tR6xNmLVtG1Hv0Jh5F86+ecpHmNCWeP0c7BcH/8YvAGD4bV+23aYSz1ZOY5f3nHt/30SOyMu1z48c0j6WTCIQzTmPLNHrMJ/PJwvbCcVlr1DtK/0JmKoWWdqWt9MUnZq0jnrPCVhM16iT8PZHKneYi65H5Bl4mL2LzNoKRFXBSX/8qQwcX5g5sTZtjzbfuYUdP2U3U3kuILhlz7WvSiCbh1Fd0eMC0D4AUAW8I2vjc75Vuw1i5N7omZYfSoZCcq3cyEQYg7AG/NuuqOnqdIDR0NPs5znb8gugTAJdn7En/ta4FjBhLtMecRSWntcJdPjPv9nTfMZ+4EebQioxmnGe36IzJ7RtclfbH6wlx71kPeNfHuxg7LwX8M17R/jYDrPquvSFxyE+GHyh6Q675J3vRbvz7j6DsqsSej9/86fsbzwgre8xfcUfa/l5B7TuriedmKJn2FQ+NkPko2Vk6bBlnv3rt+97X5G9B/+qACj7Cr2fvXxwnqH0O0HfeFsSrf7xjwVS/2MAWHJ/Fkg8koBj4W+D4xyfecbRFY+aBwHgJExv5XH2Imtm3TAJ5/58EtWorF4eTLIWAP/amDs29rh/I2eap/X9qRga3YAtK73yHytnRJsUfUi3DODMnA6tE8D6JnhVCY4dSXck7id5A3xJ8iT0BriegIfcI3wtJ6V/i+iET/GhEwMA3OM/eM1Gz3gtR97qcxII8nlGHkA3AcfXf7YsNP2HB8DPCKy/dA/+uGuy9qlxtQmO5nuIefzIb20bF/qRkG8ault2WuZM5V7Lu4x7gxQXPlUJP6Jnze/G16awqLqh/NDjJcyEmRIozXsT5O8CEGj6rMvoseiaJNojL9CXuvbF61486c8wg3dfOIIpNIss345c8CYtrG33OCEymBDr0wmSmiPJoq2TeTcJPZnf1+loji3p9ba9PT6RfbHvP+S4nvmOW3T3a8W76Jlo7ujdDvKTQPHao7sfixv32iH3344u6A86qBkPGj9x7wd/+TBWHUkB3jBBUvyL4GT5aV9a/74S1b7rJAsOfv997wDwRwSni87gQvCaHzr4GHZHfNf1nVpPQY8ei1t0b6UqfrW+I1EkcmHx+ciPsaFcuIDXvquid5vPNenR+/gZ3Y3nXU9XQrrw4btpAqTeHyeuRB7e1ca3Xmfv6USFBdPJAcSS7At+72Nfu8OG5LUhK+sRTaIKzZ6EuU4YAWMLX0+XS6/PttVGfjfO1L4gq9gB/vVjn7XWOj8FDoc32TfR1OUrpaPfXydhSHocH+B0rUXQnofdwPxPn28ChV6rCYbO/mGnmEyNh83xJCasSco7uJD0XHPnYkYUNcnWh7ZJtDmYTuEO91P2XyeGKB/vw3taH1mfKOlHa1YAqWggeMLwgv3HeuYZ9NpT+jZ2ZLWPHiyn52je+v6HALDe7cD5R++v/Qwvrp27i4Vvhf5IjGsD9SQsgzcH541UepPZkBGnIPFrZyoTysyg6qYEJ7cVD44LoFoUwFcxISHjSeeMBQzACBQBjAlFR+nH0eYs3BBMDM6uZrBhOT4hh0OziJ7MEHtX0gHq5CyOBRwBb1Aevl/VrCPUjuLqzMVjKHnkJ5O8Qcfz9xA2m4tAeYFeSOktpRcz0W71bgGx2W8mTp8jFQdNmWXdgoUNPwrewvs+bNtrbUNFkxuCsALZShoCig3gi0Bo/wwgT+UtGVM8+4+vrNyuwEd0Dlg/LebeAPDrgL2OlZ7rwOYAbgglHMJ2LhMMWAdB69+O6BGQdn73POAbnN0zEHH2X8dTY4LWjpMiA+g4XjFGO5tR42wDvYFHjcW04nMXpmp7iMW6dYzLrHGEgXmJKk/Rw6AXOHtdBdqCqPf3ZPMLkJqxN6CJAMIIP8b3CP0/d2Di7OjntJEbJ4c56NkxGnPdyQJHBw2dUuHI+Cw450D434wtPbdBGs4aDCA8wBPO6ygpFG8nJDiTVsaDhPu0vsk6YgxNVZufW2DTkSkjdCVLZwMIXhMIBszAyMMwo2XiBlLyLLU/yQjE12pjkuCNMxPH0Omq/xCKbzhj/M1w7paeOACWvd99fc5Ur0/L4iFVy+Qots/RGPm052gnwOhEF/SZFPnwEokuqcRISzQZoOga2qdC+6+eYQxvS4wsGI7SayRlIF1Vx9huwDbgU1df8T7vmc64/8ab+TfYPAEoLp7fyCjv2XRuNphSjgd7/57RSUssAnSZX7W+xMiarQecOrQ/+gOAj+/fFtReZ+vyDLpB2Rgoob3uTPBW/7yZmrxLFdqhyaxr0w8yB56iIqv5/1w/Ohy+EY/LoEoWeJ57KkY8hwDIsSvS7aG7fmB4JQOVpLB1sPS8o08+uWDwf/hL9NlOEvNCP+leJ7TorK6S4azBC1yJ/sgeZ/0Bqm0E2qlOIkZXvvg9lkF3W34S6qg8gs7N7+1Ezna044mhTGWHSW6MfFq89pk5Rx5OtUMSB//rtHvH+L1aoIqevG+cXbmVLj7bzLJvbTaPoRRbd1aIQz68bX1S7X8q8EclTOvHlfvpooC+lDw775wAcJ+X3J03DABqf86RClFqZJBrD2TPiM7sOHAO4Cfs2v477fGfBKisLwFuMeM49/Zuo1f7h0xo+IR7vWcF5B7gZW5u5zn8HruJbiNev6pAaUdGAZbOLsZeYX4EWFMRrXVO9m///FnHGI/5G4v4w4ESO97h02Ofjq7H8ZPIsc024wcA01pSGX4qB03f2/ki/kfGBr+QHHiA2tG/usaB7Tkj7PZpcj8+C/YgiYfIvtBZAEX90Larg5NvVTRZ86zn+jQLEp0W1RMAtrwuZxU7L5UB6z81ANuyiwCw9h0gg+9JaGVH4THoiH1+depv9ifrrv2TPaEkzTHFRg/RenP06cinY1dNByOS0/Q8g7Oy/ybYFDAt/MD6v2dIig4OMIX+mIBaWkCvo47PsPZ2/IFuWw/Y0ZUyzUORH7H3umPNQRnHrjuAs/RLJdD6TF79V7bLC8y37wcYRzv73aP8xfxOB5A/CQBjQ1pkc3aaQMRvMiSsaV26usz0a55dGXD8Dz1m+KoBbAJDodvtokWbZwMj5qV8R0cI82h1tsnZYwF+Acyj/0NPvT8EKAHROMKnk0M0HsbeiRHHTnGL1gCdHguAcoGJPo9cs5as/75/gZ87ABxb5BH7JxmW/deY7q4qqXLDN2p9p/0Qr53AhQEueCP2RfyjW2YDTHXlBlhB+HiMfvPozS9OpKrEmjdhlnVFfr7HlLwdHLabWJzRTWz82QL6DnhtkPmiZRji+42+P3OauZ12lt803c2Lz2udoqv2zEZ8BipEeI31gmxMvc/t5McPLB+TOV3tXPXu8ifg8beKKL50nskZ6eAHHPlB28zYmNk/eEL32z+3TpMPsgnLP4+2WACSYMEeoUOHGI4C2Hn2Gdzor7ZLsDXbPvF8q6jD3zlLKEGXljG1patvBzA939n+ik5GR+qZqWBNAKBpO7IqfuDuZXBR8/sA0C9+gn0Ve5vk6jw7Pvp0MPs+SiArdMrxHbrut8QLrTd4VCc2n+Sm0d90LzENF1sfe3HsU42I9t6ZX5RmPxu6NW1//wMvN88jD1kjEng9X9Hv053rxU27qtfr+pnoSgDUj3Bm78ng0dhtTlwwsE8yaGw1/QhTadv5yLuaG5/hN/JcsJjumqFrwT86AHzmN8kTVOWdxCkvJj5MEiS10U0/V3HRp98aC85axD/P3s1afJ+frhXf8zr4r+sbH/MYv3U6+K3vXcx5bcUEM/nx+4T/TqC0abTtIwLAXd3bdNL0ZN/hRwLo0sf6euNnPTqpi0aoxD9J2xObkC3ibgyWsrGL+8e8/O2JeKaDk1TKdhAYG6+TkmMHJHjc8ok9h37uzoRbqHb4f1rId+DWOnzk2rGZxn8wnlYdPLWW6pjjeYoGhk+QbeDzFFbFD1n+vRbl+4cSz7JXsx+xzE9w+9D6k8Rx9vfzffmRfOuE3eN3TAFPJ/1lvBu3gC9PQtiT4Mo7OBs7fAv+dh8xFXxCwfj41ciwnnvjNQSstRJvIUXHlnz/+H+s2enyahbPWm4yxtJgJy4Q8OvOB6LJ1rngg/7sY9DvbFdjssbdJhnEY5iFy9qGkRuvBn9lfTumYVqe/ZO/p45l4n0VTF340UV/WUVsXuig5bTl5nSSwNZrrAcb8vhqUu035DH6Y44XnCPyjt34JF0379keks4a+ynEPV21Ppp6bda7C1jL3I3P/EZD6f4UenhjHySEmXeHn8AA2nbpM6wvf2SSR04cBP6ZRUIvoJOOT/85sf8+AAetq+YM0wSoBEaMIaRNHAWmRcmh3NsimIBhWsvMuYPukz1ENgBLE2ArTwLEEVIBI1A65qNjdGKYRbAmw3/B5Q5G9xlcMX727A4zvQDhaZtMC5Tw7J5jgRCQgISIO7BzMs0n01LPPSX6MthGsbxBB64BlNR7AgCq1ZCCkrfhegBACbJvT2zAm3Bj7C6AEyA4gZUZ/RgTKIvTQmkyEp0ZPNdGuaiN5xDjfI5SDoAYYEaK8zgQat0hkhnGTObNjo++6T7bt4KAVOAgpAAOMU5NL9MKBwH+VmAZ+HBQTJs3ClcMNwHTNQLnPBYbtspI2zNcIoQIcIRWPJ+RyaeF4LSP4QyfVsDQCrRrAGTaE3flJGcdSeEooI7xpvswCGDa48xVRQ0CrCvt2iHcQOG25O4KIwwEv08M/v20MjmG8CGgzAzjDmUsB8b79NFKDJRNAGhFd3h+1j2B+yhz0X/oJK0Nmp76/JOsaTleMx56/ZvvRpNCQ8gN/b4cjGqdCyDards2+BTl0O8NkMW5MW9lUQRVGwuqZI3sCtiFY5mzWmY+4/yhkLlG424w9qavOI0yFCInF87/YWSP0cv9dmZ1HmAZvVelwwSTAADe90ILx1H81kSBrqZdV7E6uJNzNggOXMDm96BuCSYe4awqO220z7IcnWqT6hpx6MZBca07GWvhW30PfzY9Hkd8bNHokW33kRZKCfYlSLWG2QFgZEDN+skQgncBNXkvssdnNX3XY4A3oESFYdNt03tkPMLcbxp+5LNxyIc/nOloObtBTd3flTqh6UlW+P7GQH6dQo9jcA3dAuBMEPIEeL5rBA4laeln4gWBKnhLurQDQBqNk3RGXkqeRAfgYGz1ORmC+k2ijZLOukNG1u/mHwICLb8WJAy4iX4zN1WLINO8+S0JO+jdXEeLwc+JGICt6bcdlyNHv2c1oCEd4KzgOXbh5U/mwvERec4Cnfp3t80jUxD748ga2XTT+jZzCndnTjlvJ/PZxD7RBvKTYDm02iDGtj9La6dfs3qVNT6ZzVuxM5URxY8ak0ie55BsYkBjqiTYb12LA0SQ1verBaACBZMRvbS3HQ2Q7dAtAMiVVDR7f5+3Ervr2GkDzPmzsVUD7AVMhF4EVHG2puWQMn3HgDcIP3ICe4E5ah5Xq0XRthz7sY+yi/npANDRXS0/J0HGziuCyvQ0tHBswcwx9kK6x0Su3uBR22NH1489jH/R+pcAAWvjvaoALDzSCSZ8D3hG4s8Zy9ArWewt7xPAFk1uZrjfMaBIA7FnDWcxtup17QDoEh1zbPkPIB58JRUQAtkm4BogJkkAsXs2gNP8Bd+F/ln/BAZafnNPB8BJcmkZ+7YgdwX56LOAWI9NJYBbiQpjF3aS6xt0oH2r6bzsyOzf0lI78wFI1Xrx9qeOvjzA+9gM3/C0VlcHqe8JbwuugLxTeWZQYvVz01fzS9tPtv+n8w6y8q+2kbYS3bQ88lLB2si3TDS6fRPAqDyATll37Y3HIBlRCSB6niuUD2/lubqmEys2QKSEi8kEn4SRbpUNn6KfRYtvAiiJKO0ntW4jsTpjnmpc7+12h4G/CfzCu/qtrb4CuNavG2x73Itjs2HL0wHCvvqnV0mIhkex7/CHWSddb//M+5Kr418YWbc+0BxCL9F9x2bRXH1VPtNPg1PwPLKTf+s67MjeN4d1ZZt+8xbGoTlcdmkdCxFdvUfRhK4y/gb49W+wC78X+0zXTQVnPscnTjKjxpcqGI6MGTvNugt7e48saN2QfR27ehIU2s7rhJC3g4XmxPpkNvkBIO/gxrGJ1uT2tZI1fUaw3z3HQR3ZCpLqZ6eTWd4THCZ6ObQMMLxjga7Dw5oP93pfC5yLr7EI5Ks/gkdscopGkcqMsQVMc7c93wkI7Gns1NyrtT8J7qIRA7gr43JdkrD07LSgzPydCKU5fN/R8hY+p2Vjg8u6p4MZ+vdJTvPg0sHPfOqgd/TeoY/yuxoPEr+RQJj7mxaKMPQKPfvx51+d8p5hSLJD25WXL6ICz9JLfd1d4TpjuVqEJinntwQIJ3pOIo7v/NanEyTfI0p8ifZjdJaub5s82FpsBILm4AcCJJBzkmPIIdmtYGska6J3cyb9nmGv78FbIyOmW8vQiz7rgGfGe+8ve0fFefzN+AwEJ7hHvwk0RfclQdSyeHRq41O9foD4xurKZgJfPEd8mR2TtECismQkBSusE0cjoMOaZt8gBRQZ++bW1+arH/7KXX3f3TE6eQW5Ao/1UTXo//YZo8/i6xmHdAHR4jftP5iOp8Vn212NW+k5Ld8yzxSAdYCQhCDWQf+OX5IOAR3AbT8NHnv5sAOXyCPr9okom65RvvPSrsZGvukrfU6i3OJ1ty2bdWb044ONsrRdZXvAZHglikDb4AyRc7n2TVxdH2p9KWwC20yTdEgCKhg5x0N1Eq7e04Vsfb8C7CchYPCmt8o8eu3DFY/9cyvRtl81F7c9n6Ql5FXjLaxcryHPEN5H7IP9ePFN6DydIEYGFM6mzzmKBT2X/ZhqzW+PiIfZEwAAIABJREFU1Pmg8aceU+RK9ibyL4leh+4/uXrk44/YRBKc499uZ1SfFa59UCXt6KesyU+7TOTDGexgpb1WntPHjyne2eTOQ7/zgvCsBCH2fnAPAp6SHYoj/P3v02miEgBIxqCFvZ6NbNA7jX+MvaLf1i2y3yuewDyvxI6JCbU8aoxUdoS6ZkYnbowPO4l3doL74sCxnd5gatsrnfwFHeG/pzAqNl3s9OgnkjUtU5zs7m8tpxqTb7uDOQefWIPkxdB7vKa7eQg26atPHMv4rsEG/6+/kzQ1Np33UHNQAUslJ3k+d9yQd60Nv50rFm/4PVaw8UeeK6Ny7OL/+3/+5wsAp00QBNrnNhIYzFxpAyIGWWcMoPHXAPAntPoM21Mh9D2vK/T0dCouIE59ZsPVv0cxmBLWeL6zt6iQ2PN2+iyrO0NtA4EYCBIix+AcBXqEjYDf6SnulRgCWKAgm/sbUXjIYxiFkHM/wE1n5UX/TZWILmoDdGQ5BnUqpTYTr6tbjnLtjO0BnDWGnWcCkPxsVmy1fp4vtwKhz+g4tzpL3wKsMzPGgelzjzmDwOv4zfcNAGMM7JPzF8A6yqAzjmnxGMEf8CoMSdAti9cGUT4QCCAFsMyatzGJdYa1TwmKx+p7Afrsc+bk9gsGnjdVDiMFcNZG5Xf9PjfCp4NojLkNSZRKO6AJ/nG/FEmUGIEuPacBMv3NeNjXa9/exZ+s/vNxVSABECtggzGt6y6H8X3e++/T0nEFMFW/L4DJrSgmKhyOUJ8EFq+dKq3MMABY28bCBtkkCOja6+yu85I7sAboIEeEyu23RRzjkvKRTNT3V7Xft5Zas1PpbEBsk17aQc3+/y7Y40jlLDuv91SPtKzxvksJVQAYHvgRAK5WbKHlGzBp43Ez1hqgUmAmwCvvCDATYIJ1ecHGVtp6r4wclLJBS581/0sAeORjZ3O1s98k1uf7wBe/GZYtN6Err0WDBjLGqq2Y31NnZaK/MHz0NeBY9jn7dbVu9Duggwnqae8mCadwrZnWyqeMb+45TECQYeTftGo6jlIZd7q/x9qO52GD8ZNCZ5tNaoNsgqbIva4afe+/wCCqRXuj6m8yUt+vve1j+DvY9sn6BIGpKogMZim6FZOeRcJE9voG4gAnsCv6rFHGoe17Ky4Jzh/AVM5OJQ50pnz2awDJbxtjBCbASgA9wHsHBscGemitWwjFjtsKzQAzf7K4rlYE9LmvSWBjs88vgKQqfKHXdtA3gLLA6xsYOi2gnBSSd8uMb6Bm7cQcL9JjoIXumwFt+f3tqTvLlA0CLcDDBBJ1LfZbdCBn12ZMnVBjHhmHDB3vcbet8ydL3R/bKZjgmlZINHpXjAbcs22sMEVl2kuGGLz22G7nm4A97+oM+AM0TwWjWxE+yYU/eOzIhzsokHVa+/EHwFV2ugF4Bwo2cQO5CRil94afQwiAsL9lt5tfB4R39r6iS5NIsAA/CVZ3wlH2Kc4i/or3/3QqulsqZ1wZk/TR5dQ7eQ15jTO3jh4gNJ0HogN/D6p4fQzk51yk0NSCNsgN3a9xYAOzX5a5I4+vPXzsqSOX/IIk7PnPkzB1A0V637ZGvBNauwrYAIgTUQv8Gj8De6FlsTaAJBHtofwzbCMSLzqQeJ77ySOAXuaJHoUPD5j+ffDqIPyaDRAvY/39c8wbEJD/dc4w0/77LHSTz/kJ7dytuN6KHHT2G1TWQwjAnX0UTc0g2kfpjG1Af+lFElW5vxOBIiu3svm128JDd5Ji0w7+xUnElF9nflg7VDTagToPvXwE6C1JTQGsHeyTT/JUAvPs0GNGgkywfpCZa79ygwVtXzJ2Om0cvp1Wuhdf1D8i/wf3kH/gJDv4onhwaLsrbsU+3/FZBhsbrzjjApi6kqu2mr3lCfYvQ/st0OA1ke54EilJhMIn3rVbf7Z5E/umAUDrGNtTW437Z2vm54//G/2ftnZrL+3+3d0cIktbDmajYz9u15vcn6T+JPcDxGHf9d5vIlHk57EbagLH75YemgBefJJbbvX6u2X8Fiod3twKu32W9XGfL2r6jd0duo+t13r/TubUm5UAd2MnDXprLfU0+ZzpRBEwGn+HfT8JYbq2ihtIPjsJHWOzA2CjR/Uc1us6YuPbhz7bVLxMZZ2P6vnXBoDbZnnpaGlY+MlWW5m/n6pC73Ppd+hY1yIf3gBwF1NYJI1Mev2ezHNHp+cBjPeY2/6H1g4OVTqP4OWhobIlI09Fx1lb5pn5zRqMncT9HvuMsTsNmX9G5rA+7Nl19IyAf1U3Dh3q2u7ygN1AVW8HgMWLGtob3Gu+fP0f1rMDqPA0+3UlMcv/UAFRLTZ6B7nMvJAPKdaQf9P2ETJR9nnWV8EBJWTrOX/9X/918M3FDZMkERm4mBUyofe/sTqSqdsG6yQvxosO6QTOJGDc+KPfP0lz2H7Ix06+Q97hD//hjlLbgczvHf9RVX9JeL3xANOd5OwkqB1fU910ZHtOdwwwMQfrZ430fAdbZe+8QER1KtJ+tz0XmbSJosio5rtOQH0/513YVdAH62xZ/k3TtvjgrthxKyNCx1nX6KBUSEY+Bzde066f03aSrulEtq5eJACJX+U1PkecTEDWCRh7VGb7jeAmbW9hsyWxZLo8TUKtxkLBgfd19MBJXJ4iPeHxrKnndRm5gzl8j/7Nj9I7umDN/rQxDf2OjSSsQvJROC1dXtljf1+daTrY6GvmQtlR6IFXPjDe//2/9wi5jkc1vbR87QBwEl9mj8tXh287AEyCLfYYcRnktxPnvoV84yUczWk+mkAu/AbWIIqQrPVajQKITzEV34XTrL6IvZv9/vTv1+qfduG6r/fd1wwP28ZWIc3gjMT1sEO6E+Chj8e/yfbEPsbvvoT19/17drXu0bq27OgE1+t74wvhR+QgiRGey7dWoi/00m++Ufu0p5L5JDnusw9O9eBI7Rd5vmNfM6asfGh1/fA81/J57FPXf5Qt0PPhGZK3NCj2erpbrOzPKbbUelQyfuMZXjfvRd6N7/lfSgYY/CxrtkTURR/8ffTxYMGe5//9P//8N6B9M/wrQDuA4EDvlHhz3ZvBdEAmqSIyyR8F2IzZi59FC+VrUjm/KUQRoV2bW4HVPucolTzb23+NiFnIXzJMugKYM3DJhKMSdPySCzAwQXz08J6hl91aqYNSlzw6mcoSoNOWz0ohfs+vP/ochuUafr/tAEw0Qw9dwr8EmUxkHAgUxHGKvw0hM8a78QtQRLYyRMnedJtExut2rpO1RAA4Z7NIMNaEfdZpBH4LeP/7UfL3OQMCccZjm/L3Vo7vs1gHrV8qMW8ALO/XZ9k/jIdXaGlMfeeO8d8O8HQAeJ+Zt3e2d1f7Mv+sa5i/A4g4ugg2XzeCmnmtAEngHOP3OIIDYOr6t81vhNmM8fxRwsVMvy0oCQB3BuiRC08V+Q/CJnBWgCXrjgN9jEgUuWk7lTUe//w+1dxu2xBgxw7vOBpeSynSqiDrAPBbkdljbeOJihCA3ubFVwjjTBGQ8LXfnLeTgpR8jPXT0rQd4QHif55RMqObc4W0hx0A1rfQjA2Kp7US+y6BgyKl2jYttJVdGeXU80RpNuAUWn4MTPMMlZJyRiW8Alo4k3F4WfcGhIB3N6DNfhksGZ5+jY44ssmsQ8YfBxvHQI7LtEcKT6XlTwd44TUrZylmt8z8GQTTdZxN3Lqo+S76boKRsRP8/2S/wo9+TrXD4RnJ3J/WwQ9f+xoZja5gGaBMH1WiycqoZMF5z8SygFFnX6p9iTL41YIwF/7Hn07ssJwZHZ/1uOU2jk4H4TBws/cDuJYUhd+PXhzApwcFzehaDPfwlp96HDBf54OwtA7jAOqYggE5fp5VY8K95y/jq1XU0AXrCu1wU2c9d6XgeyaQefTbZ854xsbx5wXuNTDRhh203LT3VgC/Ae4zMQcDE/A0SRVQ3XqW/Ww7gzZA7BMt3vVvKsw2gWoS/SqZ5N7HteVwYPWJk2OGrrtzwq71nW2tz5HfAQy2au8l5qbfy5YULY9DTbWW7o3DFppoOR5HKzTvsQ7ZkMhIEAo5qGsCvPz3yeTlvk4c6wQZxo59zPs6QAUdxLkcZ/eApA3kxWk0fX5j9hmoA5r5GSMv/c6RWQlY5xlxbDIiKhWlY2jhRQAGgDLPZDwNgt/Z9tbTEgOnLV+ynJsNWWNXEH264q9jI/b5fugxr/cnV1Np9zMpRO87Nucv9kfeTUA41XJvAlf8n4zR/PnFojn25lRGeZ3DWAFuI1vbcTUNTStsJ0m9wlcA+IDDdGR6LVWCQjiGHv8PAFAbNzbcBIAznvsogU5UYVzYoJ3sqnmLLQgAQ4PQq+4lQABtRQ+SRJxZoGe7+wzPeH+3DOa75t/QZRIjZCfoLKxz3dgYrC9nU762deaxlXRdod/jYa0JQPjMqamO5zpAWdFrA6eWJ1q/7wLsfgfcDdhta7rYjitjmKtkQFfLR2aRga/xx6+i/Xx3mTgJA/p+ZDI+IHPHXgwTkrhAK378oQDunsoDHrVtiLwLT818fgkA736+duTKszzjJ3UgO/HfvWbfh+jVppXmvaZL5k7Hoeb/lSFKykkgGruhq/Z6ZNjJfNbA2AuG2p+bM73w6brrAKaR3g0P6blUZ5E41fzxQ1/Xl92ikL3HRl2g6U4w/MGLc4SBPm8fqu2It12z19ipB7Onou/x4wge7HoVIjofnr0b7Ia1Oh0y6mza7K2ErToF/FeSqgooT7LIgmqxV6bK1kcM5Af7J2ZqdAnr3vjVtoPPuq2/uIk/+hxbZk5vupZVBZGsHwA1+y1+J6GYz1bf5T7u0UNJIOQFuoeOU+H7v7noo5/VxRIeawUcaCGqz20H2MbK+shUQ06Bk/Fe+JV19NjI+pt1cqBJAfA5Azt7t0tzumB8D3kTYl7cBp+tToO7nqWnnorRJ4DewajWeQfcHVthC0nih/Uao98ILPIdAYpTDQU/clRRUQLyrJ/btPqeZx+6yvrZhpYdfo4iyVP02Y8AsJII3aWPIN223W0/WPeD4caXCg10ECzv+JmormtkB7zHo5HA0Aywuk+bHx6UaZ3z0ZOlYt2uVtjff+LJ21+fStLp0Beev7uctd6ElpELpo3qxuDvR0aZnydxEvvONsAcVRM7ppxE2Tply2md+yxZz896M/eQkKdnxu+VbZDv2u4yLwjon7Fc+NUkhXrctDSWveXuAcJxSKDS4FaRet9Ifpq9PfJrMBuS+n8LAHuQlrPb0SXFEbH1+tgHyN4wg+mUturQ6diInmM+Y44nmDb2Dr7Yyy/QYmgj62can8pQ3UfS0otjHToeO1L/Bo+lUx04ZyctqeOp6C1dhnTXygUn5RAvURDewefBZEwnWyChO7vLCTyFbFosLoF+fgj4HX0x+u4uQtjrtS4EIuMPpkqydfN5ttZ7ppM9iG+ewGKOeMPWJpiddSzf3rifkqBCKyb90Vm6Ft3z6nh9x1mzmzwkxk9AHf3yBoD1fQdmQ28/7UfZXWCPd4fYTTzz+OC5mYeej31Pm3SN/U2cMA2K/749Fw6tvY/cyur+5X/dx6BojvKtU6CVjm49xsjdwbGmgreLZeDP9kfepMG2hQ4BaSzal7PPqYoWHZN0DTaCnMZ2fOMyd8JCbJ7mK9NFxcXQP5HrGkjkPJXVvlc4wth9h7a8n/F7oBto7ujs+Q59xREv8H3bq4yRNeFZ755e30+CWvby9u/fDhrQfc7Cxs+bjhGV6KZnbawwsuK0fp75nPnVOjKuPn4F+Yevl3Gu3fuXP/6INdbBgq6e6J7SLHQOTb4DQD9aTky1QTNpFA09M7JpAJBXubeBgjAThs0BWibKzQJ08KrbhXpOzrhZEm8gFWKSENzKk2l/aEpItk7mHIbFOeqsfQS5CKnPGDoEWQB+B4BZy5Mx970g6z5R4Bn2VT6P8s8unoqUCP3ccFW+jGI/rR+leDS17//VZpoAcO6VskyGSWeDss5XkHbG1hWCGPUE4U4m2whprdM/vrM6rorUCepDEqaFyQyMkbkCySOsDA2pkDaQ0oo8Gb0+/8lKdtoczLz9jLbRtJ4TJEQgNUAQ42+ycOYA+3XgJnDBWazMc/W+jUnO2TjgzdAUVCmZcRu+t0ONcXayoL+5ZY6ZCO1C8gyCHWugv22dubdb2p5z8IaO4nClpS3Px7EI+L+GL3TcFUi/tVrAkGHe/D7Z5HWWuPlNe+3xxCm38h5F0q1m4E/9fgPAGqezrpQJPdnGAFJkzrcB3ZVhLzC6WegbbCRzDb6jhRpz68x2Z11RdaUAsCtiPfoDkgO4dgCzefu3RA4cKdHlW4ncwDVjSiA4/+rxXfKVCmqDfwqUJpB75LfuvyJGgIFF/BEpNl4wgDUvstLh53yvh2dMgByM9z3T4K3syX5uhuTbgjFBhUqAmMQW5Lvogp82lACm9V0HVRrU+i1LN0GSleEEbJCxxyD32mwm5+Ej81wqP6l+9lpZP2y1xOVAiE8GMElGI4b3BoDzjJWLr/62/JPOdmW79Ds6T+BMB0znjA3v1b3fbj82cggaO61axlLH8SsMyMvfOqr/btl0Nmr+IKAKWLrOvQCNVHRq7wkAw1cYgUkK2Hcj27MXeQm/HQibSb1nOiKf2CcqCQDm2at+xsqTz0HW2UmPXqISEoCJhJeu7NT73paIHQBGdpAB2utHZwSO5+A7nKQFFO9V3/ZQWZtuGcb6Z0wbXPY6VrDhXtc7Q5wEJQPFXvzYOfy8+9Kjezu46No3eHxdM/aB11HOLEkboh3L08gVsm5Xh0kZ5c3JjF9aEZ+S+UyXCM/j2Mtp5RTbdwG3EywafaUnnrZQ398JAm6wrgFBdDoO7L1jBXSPTd6tdBPEkeMVQ5lqMNPOiGXRrVXvbkNApdHHdMZBt7QD0hU6x/792DLtvCPXDkAylS1d2ZmOK1lgAmZeP9ntbo8YfwIHb+2TqZAgIC6RNvYjCT6hy6n6m0DokQG292N/aN56LpV5ls3jhwCi5LjoCGEqcVq+iL66hVvrcirLO5DLnHi+/n3W6luzyOSlh259m3snIHiygpMA046gR/zN8W111S2tAJygKdO6aGYALPQvNuyxcweQhqYu+6EItAF8qZPXX4S2XSU91R4tK7tKpNdHr0iHg70PwOxe08j1gDSTLDCBWWiuAQyA4MimVB0CBCvgaP/KftfKDnwo0bF92pEv7DeJtkmcXZ1KgAXZcGeIhwYNOg4QZBoRjY99Dj32Oam6JuuAXN1EmtDY+rnwR/gum3ZVxBmgGh05NjvPaHr5LTF79Wp8mQMwTxLEBvfKgX+TI0znqaiDvpzcMQ5lgFuteXxCbU5Xq7JemrPW2skMJwBABdWcMzxyhCpOApf4b8y3VJU/AhwjgIhev8BXU1J42Qlx1ksRtuAiDgzUPmcfcz6j8IsO/mUst3/sNZ5Ek9j602li7Hjk9GkDOfZk7Ld54oxJ/2q/dedOgMHLHvu2qmzxN/A1dB8JGFp/zlhH/mgsbd+gP0zhkoHa+wrqdgvE7G3kHQmV0EjTy54LKnk6bW9H3nsVbbzFj7Gu/P6Hzj1OZhXgP/Tn8Ru3wv5Oxa73EX1xKv7Osp4/xEtm/+GlyJGAdcy3u12Fb1Ypo09JEGksQ9+pXeNZF/t1CthwlugkMokuTneILd4guakTE7U0//xj7eIUXfgNSzPW8/vvDkwjJ5MEmiMBsNG70LCrmtlzXtC4VCfsKgAM6b629W2frw71yGdNj+3cN49+T6fDYAsEesARss45+/PVq9qqrh5G7pkPJhDLvOLH0eY7ewyvCKIzljl7he1zjiexPksSgO+L8Dmyot9H9SLy9u0iyPoiP/wsmb/fvrLe6Km1jzMLY3Df73SXjG7Zn/BvBxTpaHcCC+a7nXf8DbWBlly4E8n6CB7JB+auCmDd10F/J/CUXXnt3RM4R+YQdD148TcZ5mv6riOA1uffBOs3ABz/NLx+7A/J/SkGYq14B2uNHJH/9uKbBLzavt39n6O1JM58BMhg22NuIBvxqZE3nYiEbkWuWF8V3apDDXi2UjC1drLV+4gbZJSDXLKpv3XIudqhj9M5UfQ1/hn0cCe9TeAnaOThld5Lzf1K8jlFX0p+lYAIXZ4kdL8zFNp0SQEJWBRJARf9Q9i2j1NAwE+3HG8dbHqWXiFApve+mUGlT8DG7E5aPtSRHt8zunU09N8FExxFmO/S/ZB9PvOeY+QWb84xXb0/sqVil5vL03ELWrYNlRbD/HTF6+rGrPVvOi7CY3V8H1lwinTqyJNjJ88rsbmkp7er162HGJ/oA3/cPowwAP1nvKL28KPj9f/C7/rB5+A9L+1g28f3S6eh5Z/woqerd49/ij8s2UBShZd3xiNdbHlsPyL+jfnceOLsjSqfx95jnAR+z/vGhgrmIlspiT5Zz9gcJLjonsYf1s9LIDxjzziw94Mr7FEC8H7avGdtV84lEWRmklibsf+xw+cIKjDQyNzwD2MBe4WuvBe/2J9t/+leYkDYc23DUyzQMg8cImuSJHp+kJ9gI9mX0LJ0v9dwCtTYByctf3tne7f8w3w//tWs1XsMEnJmbePFqz3/sR/9rKE18Sry4S+f0ewW0Pww0Aw8F57NtvII8NDG1R9/fFbgODDnQUO8TCAC63EuPbkxkMuw8DPIPP7uuwC4IXAW7wLF5vyTUFaIqdvbtrDRdwSPRfBu6TStFmLc7LkEGU9mBsFEOa2zDmB6V/9EEbB+ZA72WneGEgYhhlMbQja26wwciB3HtVslMSwxR5zfCJluaZC2qrNGY7R3BttvmY0tQJhDOyCmmXEsMeA1Tg4zD+gVo7ADHGtsfH3yxSgfjbVz42EO/WzAHAGyQKQ+aYYPmLc0dmhz/ngNpcx/DDON0c7L7nsy6aIcuq0ihgqCOISiFq9fG5pv/7Xuya4aw9mG7J5/icC6hOooRxtF7JUyYyYTSe8MUPpUooxT0ME/BN7r9GOotgA7IORUQMqYfoOkrs6adX0rnEmaiJcQfhGfIPzZgwWUylkUID57dq4LHhK6Goc+32Vc+un1g2dCi6GHMyY9x9n20wKz3rcBj21zg7N5P3OBk6YPy5DhtwyKFkNREDF8qALaFslapD7nuLsBYJQ33bYznfevAdkdDHRPVxoQrz1JKpXggryIM6h9y9hxyOAjnM6rne1cCw/0flj2iCcHpKdCrRXwnrkdg9+ZcnWOngPEYxR3u7nX4Ig8TFAFgwR+zfqtwWk5/+1J2h2t0U9w1zppgiWZz9w7c7HD8T0iFdvZAxyz1qVtBLCHMirJTsdg2+8CRjS/boVRDCR/P3P0fbKDJBsnryp64p6fL5OhU2Ce7tP824DSmkSmxJLzc8dgxQmQ+PnnHzrL+Ku8/QBW6DFG3QaF/2W9Zy6c6cXw2USzaX0z7E9ABBkOLbQRzjohrzBSY2iGx04GZHUoYW9oUZ+91zxScYcDr/3k/FDve8W3fwDMjwPCetnGAEAbJ0LvWhkV2a91OXrve2nrGT3rBbYC/sdmoc0WlRHgbaKbbhvt1R+bq0G9Nphx8Bm/M7aHzgSoGo8eIEd7QuAPehi8+sj3dUByBh3r0fvZ+3cMq7Do/0fYmyjYlttGtm3Zkv7/b5+q7PbbEYFFBJlZ6iOXM+/JPZAgiCEwcFophinaXmLOvqwMbm/VAjFOdW/Zf7ocXdedEOi4EPk8m0nXuthgA5RU7HeC0I/OHhcQm834VnpBi2NHjMw68kW889HfDobtNjg+P7viInszmz8/Y+vyeRMFjr2iqU3XAcv30dEr7zF0YxP359B9kuE48qX1x33H7aDBV62vATo1/l6P8O4Eh63jktDRYHAH3ztwFrmwba7hkXaQfcacZf8G8aQ/ulsRetvPGzlBVXGAmwWuyBC3XTaVoG6NPOAUduDqUuTfJkDEP6ms/gkUos/Yz38KdR9/67I5i/jobuyu2NXTDcLLjv18r1jszeFf69PNsocf4QP2TVr8/vzQLhx9FXtsr0XuIgcJEK3+Ez3SylH7DT4jGQIgK3sNPzIBk07wfTtQ3fttAx7eY7ZBNsCu74694tbQSYwUsOz10NYbH+tuGRcgJpVyJbC0/6xTb/5+z4z0Ony0ciVzAf7dpQtfqL9DLmwSVYTIb+AN840+yBi71dgLgp0EaK3H2Gq3fm4bY2XRSfB1AuBt32CTBBy7W0zGpkw3gDv5cTEJ6ItMSUJCAEjbZp+sIxCIjYo+OzpXLxgSpJXvHRQ3nbSGkrUCrUvOwne/bgC+1K2FfbSffXxzd+PCT4i+8rxLf0NzHhvaJ8jZz/+rsYBpNO8ZYJt5hddjE8Oj4Scpgvi87KW118Z+kk1V8krPcgLMo8cCYq9f7eSisrN6/TQWvfMEsAZAO2QtQ4D1N5g2SCS2OHpYOJVsElciyVw1VpGfrLHX0wm67JtJpBlmCRts8En8eeSSaGUfSjykhJ+A7OHftY+xA3qdfKSa5ifZPICqaThJHulIh32uVU+FDgCprx1sjDOmwYT4SUIbnTay5+bYkAnAQH/zgvyjOUKrxwrZFcQhwd0BhS62kM70+CTsROPQVR8FirCn8UucIPVNcFvihnf0aXu1k5bbpzFoPwNDx/6sOs0s2hbupPKs0+Iy0LQDk+YT2amzLvm307EWy6zkOOgmWpCcyZwSTA3ze67Fz07W/f7927vhj7YXeu81bkCQGGxR9MXH8d7ugM34vLrm2A3eI7Evpd9OBXC1vmfYba9pTlROngDF7Dlo9uoqfz8+k59pvpm9aXm+ujNtsddAxf+P7F7DmbMps2cXyzqy//ul9XP7D3cFfJ7bARcnaMtI9tJFXlu+VcJ8aJxgJ9fAcy1nu3Xy2se3PvZxYp9+6g+YB7xAcEL7zZ15PnNLLaM1Rnf4Gsyrn8H65Rmxh2y7TEehd309T8kOgw+jK2bd8A9JaoTOvK8TbmyX+wiB6WY2eJ2KT+yVI279AAAgAElEQVTTW/8HPwsdqWa+7Sn2k/jM10+ApZOnoL3mpYCi9ZnmO3NNIkeOkwKzuPCv72uC3R0T0c4nwM04/HMCwOiKyL/IVDCQyJc7wIq+zzMWu4e37gSgwRIka7W+CiANwbF53gKgI3vkHx38fzEz9j02su2dwtTOHq/5+ci20h8KUGJvvrZUx0fCE0lU60Qv5AP7RHhgxr0Jem8FPHyGrJEMdKLWnMUuOuToqOUdZAuJNtAGH6CTnTpwzXVJ5vuwfeHJ7pYxcmD0XGwXT9GBwhcXCv8PFcYGOj7q0Jc1vYu0UoUdXpoW9uLP8a/AxfRkjvnrdYWWzSt0DLJ+mOSpV7+03dyJHtsdInK3YxSipTsmSEyuWC48rAKwZQgSEEVGguOLXm88g2JD+95TPHPkjWX05w+4wGyC+6NcTvIutl11JvI8ZN84qY81zCIdOc7aja5KF7DSPWOf0xUPmfYGkMGP8R/B1F7eIEEAPCKbAr2zfrr5SvGIaQkOLY6OKmDzP75MqlqWCNk+4+DKoiuwn4dqoVzx0KXI3wBwXM91Yk4JtFHovdlgWDtsVuAxdnsD7nN+BmhQ4FrQA6DMeHCa7nYNbTjgjN+GZgOjvPsQshyW/lsz+Tokk8H5cZHO6oT2OCDZZDEiYC6E1Nvqw0bnKIXQKM7aVQ3yPQgFk8cOA0sYuNJoMjv8vmHo74f0njfWsIPXYsj0AuH/jg66h7PPuE7rY8X16O0//yTYm3vSWqWEYl1vxfj9v+VWFiFCvZUqhiX0uxyIMrKzgVJV1/f/uGTWRoGVBc5wGsOvDbyL5uZFV/ok07ad3AjjNWbX4FswcI2utJxNsD7tAgi+IAjDN6F2jJoE3phTC8zDY0XbdjhRFGxTKbUr4PQ9oKuas2d3FxyhOhmKtCZhbNd+kVEnfpRxPIrZsnSMfejCPXk2TsJep79jYJ9952BsGDhAUIS/efA8Y4Pn7VRFYWyFDQIVAUzVRc9J69tnUr8ti+P/J7Aqmckc9Qyf6WJD6+cZIVfMbhRRFjprHnrIWAzIkD0SPvotAKzrzJt92L34X0DvAR6Gt1kHsZ4N8HUQzjqOTsDBvBJyhom0D/T3f/wjrY31ObK6z3DUmCcDzeuGUYTeGAcMpWf5JuNx+MeB448mfq33QQJ8TQfRywFS7Y8yxnVfn8XWCUDtIJIgoT1wAopDDL0WALH5PGyXDSc+V0W1l7CMotCPa2Y9B6Aii5BWx7/JY7P6kVMDUisQYT4eOo3R30GGt0Wr9Emf3fJW9utZdig/XlZrHj4Yi4DJOhPM8z3O+AJEx7AZ/jU/DK8QuLKeKlshRnQ7m7uHkD8NILcDlnHEEI3tl/1BxUje81UgfFnBMfS1qeQofgqx5CT7X/ShxVZk/zoor43THUpWNikwtDbIleHK2a5TkXklEZhHFLRPUkvrKc7FbQMY2ZEkiryvq2oCmuxZkaxhQIUPbJgAcDsUkVsvaJgkDcvY+bvuAYh8qzTXFlsAFh3NWp1EkOERqoM8h9IP2VPXbnNHgK4gCSPONZe1m++87ywvx5geIHMw28iskX+nFc/beqeeL9lBG692HKObN3gBHVt3Q4cGzl8AFH4LrVbnn3fNPHr/XFnuVWlrchxZKectSobkwLbNWVvtfa+v2/Ll03v6Xo3oZvHnbwHgtn95XoPgvbf13JPg8f1BYD5khw6X/VhA+tGRlqkCP2h/PXJf+umTD29AwuQRfcisnj3YSXHsL3wW/US+ABYFkLuDBU27Ht9x1J7iR9u13zZWAPi0vqoMcgCdrAeOYe6BLi3/Xn9FfztVex9TWP7V+gZgWHtb63SSxkyntRv4Xdd0BchJMDwLu5sXcNI6fN6VCsTI5zOW4d/8+yegRjWvdepHWAGZ7XpYT8tG/iXAYNsJcNtnm+YtlienHbLmShLoJhCkAi5yGX6JjN33s876SYKAXTTOois73iDsJ5+poGrw96+Sy1on9Nph17eP3fsW4LGrDRuovtck6/xzvcMblh2iDzb38TMH7KyK3RcQfKv9ulW33ylbcIK6+re7LIhPyx6+2p/S7lw6o8C/TRjJApOkePCHctj6PtqRElQTXVb2VABc6/n9Qa9UkOAKZKjrQOlj/Efz2cgnBZQimzMxfKSXZ6kE645FXtdfdADBPMknwELtn3fN6WzE3LD7sw/WjlifOQD021rQtrl4u/YZWADbnxjOCeYwV/udSYTi6C/pj1NBWTLtCIb5pas2rLMmONgV0+Gl3JC94d9sC4jDjs1SZznC8yeByv5DkkD747Mip5uO/g4rtYz/2VHt9zN0TXv7Kwos3TYfvNqBCdFRtscbeO+kdXjG+/ezYxqfsH6Rv2YcMEdK9PRaH3N2ZOYvOQUtq/BgwHA6DEke05r9AoVnH8XOCt/8VVCgx4Tth1/rdtLfeKS7FCRsc+/FHr1PZnIHc/sIQCv/lpm5dldZPNZ2MS1e29d7+VLrt8kCOVMZHJCErjOmSsJurOD4xMYQFvfQfZ0M1rz9Jmjp6I8ShdaFVwLbJKMw/tg/wRVPMLNsSPiaI/A8hwmM8YzXRo8vtfhP65LXt4HPX93GuJKYosTqwSyVoCg9Pr7ImccvMkPP6KBRB4Bf/+jf+RlrbyUAjHyJzbbJDKbNE4R991f7CZ7DLJbk8oUxmSdjh8OrJzjpfZ0AML5T3hNanY4xE2gKX6Z7AXxt7M7JwKEgdvCLyyM/O3ksSQSLNYOxbtCFzSQhPMkTwgqs77p4YgP/BIAPTxXh9K7272V/pMr4TuiiAx38p2fFrtJ7xn69Wuze/iUyi0Qj0aIDwM1r0Cx6J4G68IMq1EmQSQC5k/xa18PHehbBQEMYsi3K7+3uf3nv4NJ9DErZ51zTHRl6v7886bHruWOfnMK273v8BAKs3TEv3uTNPx4bWCz69RdbvBMQodkR6NMCncQXxo4P7HVVRI5E8G8P9d/Yry13eIZ3whQA2gYqOrP+p9PMFWcarLHPWB1Ceh9OAPpNOOt3HD228NCRF3fg80uSGPsj4x0/b9YHe+rF31lX/Ktd8/B/grxl32vdtTbfT3BU42zgx8cnSvWqx+K1nSSSb9B02G3+Oi3nCwc7utg24N0NoRNkuoCoscy3OyTvO524vsQEJ7fY4Sp/cogi/fHbEYM9bs9vGLrjJpq6j5b8/oj+Ys9Iz7c+Okk6Y39hm7m4Y+zrLmZqvmz58u6tHpve5yNIayPz++kkpGX6Ljw2EgBnGCqzPGJaILsV6s1suqIBPu6lQmQ35h5mnoHmWQYaOf/x+95Ou4MRW4HbCohybZ7bztNvZ3iiQDvA1waRHWIzRJ64169xqO9bEL9C4S8XaAynOK13AHiZ885YJktfhOfMAQv7yTomOwulmc2wZu4xeWs+fyXkTgD4e5dbeT1Aagefsq4DhMzgeyP0OpvhnzN1Nf4FLsO6Ulqu3fr+T8CT4gnLjbvRDCA+mXYLCAV0+Nnq+DYu7/VLosFx9p29s9m3vZ5Ng18NVlW1KXA32pgMqfOMqbQ0zyA4bLhHIRjs/P5gQ0XGmTPeZu+NwfC1abfAyhkW//MF0nJNC6AWUh2ofqsioS/GyKt8MPJOYMhgdgGBwyNXYsi8HEPXjv+Xxff3L+CXAFR5Tufae31aIbfRq8tPUGiMU4yfrvqhcornNAgE6NVV0bYzaz2gy18BvfA+hh9nzDUdNitKc0sW3KmgGeNStJGc+q//TGsi3f/HBPjDIwHKLXNK/urfVIQ0fzaoQKZRQLgEgFvW3s7yz2xKOQy9/3LvygXZUyioV6YAKnhtvhexDih68dM//kGm512p2bK8naPSXRctWIs4SsjtyDDoVGrtCgAHQFeANGPsc/LIfg3RaL+VSrHeX1nDnEt0wJ3a07w7PwmEroOhe6ha7f14yR37QgOESDZ8vC8H503Oyn6dDGObbutYWL59Y09gY5ybb84vIMB+I9sOQ+YCTNH90ku/BIA19jsBi3M8R88j/0oONk3ZO2+iFiAyWX6Hn8fIdhtYtVf/mCL0ihHaAWAciT5jzOOdFtAE2JXJyvklWv+cyTj8ReLCd48DwErsmTOP0D0btFh93LKs2yqd8+q/x/cZSdDwnOEkDppBdHYhOp+KGiUJKWhNYKp1A2dWaybioTPH798EGEwz/O+Zcwd37jZZt5Eb/Zykg7+pIkb6THbcjLvtwwZ3sn/XQWffUPm7ySIrdzpZq3WY+WLW6NcA8DBby63LCfzm/CZq9X7U7wFTYsyvAzGy2g53bArpXFdLCEgdw3Jb8orOSQxTy8nfWuziYLUcuQCmB5TR2Ohe4PcLEOrkCY0d58z7OHvSwf8JBryOJx1gSFTIPS0Hp4JViV7jJSTwvUmO0Ax+I7Dm9Z0tIvm98nhAiwJKs5ezEpF1y6RJCNlkt5bFV8SPta+EG9ZWz9T7Qwu1rIv+bTC1K4fJ9qbyS/eTKUzg/3bUY5/brxk7EzIir459NWcfZR9haMXOE726par5vdZj2zuNvrEjvx8tf9s7XhvzSPYqMuy0ubOczhOsxWovH/vU79gEI+27H5XYH3+4RVzZjazjy6OZdyrhNLQkU2kMxwv1eNJJYs+gZJYAhNF7scv1eZNior8TXL2TSuGz3E8SBzaxkyGnMsV0GX7S3/U8JUZ0BQn791Sp/kVCgmSaEi8AXzMKun1EniArG8T6yQO/J7K2jSj6Sl8m8af2s+1QVQqtvZLxr53T69b2VbFZ1sf78rb5wzOyqW6A/K2sSLJIjqroBL3opr+uCtR7f9gOkg1ql6dA9JF7sU+xy/HpsAGYy2/y7p1n23/6W1cFcgab+WT2rnyi2AN3gAIQEz6zrfMlgF26avbzu/5d/fDaa20v/FXQDOCKdTsdiGr5OgDc4CU+M3T5c6rjLz3x4AB5T+4I9rLyEXuVddc1XR1Eh4bf/N5em16HBvoamFsZ/K5q5B0JIrsG6YwT3CD8qY/sHa+x8DEFjwfrsY0/flD7UGBsb4cX+LevjUxYOax5sywvKA3uAKYBQL9YApVxkouxlUz/eb7f+/3XOsaBifGpMsdNUDj29uhm3euA0yTuOCm39FMWfKp8P/nOB92+MgpbDzDqTph77T8/di51wuIEgLsil3dJrmxLbuyX8YvkO40zRiCJwNnBhuSvj836HrlgP8+YwujMk9CzvkAnYEBP7RkKBdgT/Gxc611v3dctX3PPMatmLJk5FaDZb0ns6qXZOcWZ5mi4LjA4RzV54NHBYFXYkHTHYPxJSGOf7Dox9w5mwre/2fckbtz0WXvQe2/4r42exu48X9EHfi17pHGRfxcAbl7Tc+5grPxP2T9f8sGHc1wB+Coc6aSqYbesm+zI+QJ7sflAv4sP3wRSH5lX3SMIiOBvCF89JvP3DONSU1ylZ3aHsZUV2QvdwaX19JHfY89QcPKO2+tsvyhBbMaf79kn7D8JJGTrdvzBVzl62h0Q9X/BtvCjdd0brO4zz8HDYleEhzP/FNis3ZoCm9CbwPQtd/EDz9muH/1J+lyfLbrgJLJ4zKEDyWbhp+Azlr0TREKO8Cw6CrFP+f6qULdtJIM084J3kDmdWIfcwP+IDX8nF+1Tgjt21aJ1YOn18I2IemPx8Lf3pGUjuPd2qNuOcL/j9cQ9fsY49uzcrhLvDnDwH3P5S99f63Dk9hTPTOeL1sd+3tj8tI72PsHPmM5p7z3cZx72/ZP0MB3xOpAvWdSdU5oHqMz1cQwUrlXMxi7++KPgDm+AvPVsx91Yv/Dk6kStneS6Ko3Ri40LLZ8Ef1udT6JwfLrWX9Yl9pdE98TG+hPcem2EJEvEbu7OAvAve7Xf07Ifu1rXYeen4vn2Uf5dgc0bG2tewGdhz3UnKPZs6JqEUN5L4Sz/ln1Kd8r/Gv/st/fy7uVrCmhS1S86Jblsk2vweTpJ03z6EfFQPwuTFjrdgoEXXcapmNnR9M1O7UXshUqm+O8BYFoaYkBbIJShK6Xgz/TC74i/CJcM7yxkG4CXgMJYnwUP4KSWGDmnQ1//7N29KRjJiUjWCoKShRlcTaw1DB3GakHRAeAwwlJKuOkfOhtX2RxT0St6aVUA2qME90wRDAbArwaYulUAzmG3Suts34AM2qD5z4GVM6EYtO3ox7Fn44ZuXprvKwCzcw5PtWDc8dHCSMGnOBPb8mcDOM1Hu8ljYP1wKp4MIhxYAIPrDDoFiqdyqkWObcM2EJ2JFj7s1qoAIHcLoQU9j3NX5Ud9FluvL8DnEbZe4w2eUUm2bV9itSTTcRVR6L/Vg69DL6FoAElznLWCvm73WYBtZ9Fu5pTOy4hB206daHEMwXEeCWrjJPvQ+0lc0Du5v/kXAwkwyuxVlRbtREP/ZCTdbYrTjmNbxpChu2cIxEGnBZ0V8WRLhR45r6AdO7Knzl7vAMB3R4DbbGaM921FmLOVztpMcICMRM6mSUBSY9dezBiVKCEHz3LYhlnmRZBl5ZCtSu/TY/iPjGLfXPTTaJE93z3dUl5z6Aot9rXp+v1PfwMcgH/izKB0Igx81nEBHzF6VHEcgCCfvw4AeyUcwL6NMo2jgdRkvU9F0uwd8hQ4o8tOwZPNTAC4Ab4jE77nHaPolwAwhoQrEj4H5LcAsPdtGWiRLaHNAnLRFYAoLdNweJBf3h9j2OesnDyrQV0b9w/QdgxaAfDTihcDrROLcM5OAOAD3bVP33ayZ83lqLj9Wc7YFO+dFl/fmhxHAyB5HD+PehzdrO3twGdOcRKt/4aXwoeqmAkdoQ/80TopNN4AME5s60Q7jyPfL3ny3Sv+pBpffO0Kw7EPkAEyXKkA7opFv3vAr1OV48EPoF42iA1a8cjwBoka0LgrjN92UVzT9tJWFZRMHue8g79U36R9WjQgLX/sOGgt577QPYblbTOsg9BtnpA/nenMWLMu877Z29BLa0RLZOhBhXycpa061N9P28vZU22PhL9i/NLi186ZHU+cmvDRG0zXHvvHP6eVlfRCA6Mjtqi08VwrgzT67u7goLESAD4O8sx157kgf9NK119dXcqxIkB21mfOwEFeaBx0etEmI3DH868Wr7b9tnLith0CSsBb0OtKYhianjWYoFkHT2Xf0pKV709rb6/tHQDWWvH3UW1X8HBth/AGAYKmf9slXvXbvzx2i/5ENwxko366s0P5INAWGr426PLoT1vQ4Bu8NzLgroAXgDeJWnL+p7JIfAuApPcm0SWVg8jsjGd1iWQf97sychxpaIaNyx5PpdVUcw/S/+73BmTbmUV25GfWgcShznCO7ZCkAOzL7JeAYS1bsJUAUO8jbNY+is2xFdzshcsRP4mZc93Y8qdF7FS+oYta1pgXvvvTKjB8lnMdtbdUyREdjI/XezeZ6rMyQ9usXypAtg1rqlfFnAYG7YN2gDO6Tpd4H06iRoPskSOb7NH6s23tthUiW/6cd2sOGax8BNmDzav8zhl9HQhcOZBKuLdTCHbpqRiTHh39TlAJfrj3lRLUdMTEBIAHNDGnj37NmmRTA4KScMQ+Xnk19tcIE+ziBavSRev9NM6Qtd5rkPdU9Ldt0PaPKu246+oMUufbXUGU8i9IAOtuF8yfIAI2QMuEn+2bR39/fNagUgcosAe7A9EPekxXqeHs0L7sfP37TngaO/Xzj8yLReP3jFnxNwnQ2SvTNtm2dNn4E3TqwNSwwQU+3mus5MfISD3Xv49eRC5mH90zZr2QUYyf7gKntfOMEX46ybujsy1fHvtBb3orgH8E++yfyUacCu1v/TqofGxuYCptQclgy6nFi96AESAkXXBSuZq5Zx1Wp1oPtw1Q9v3KwNx8EncK52sfAr75qwobsBaScCXXoq+2o114bALCj3+m+8H/2K/oyU5echX19z89p5MRe71lfzrAV2f8guE1zvce8QHtOhAGDdpuvZLL9J5P3uneTp4CF3oTOjvJlkDOWQvZl7RA9xEXqQLts0s7aSN2zc378E8ncbPH0oEQ++NnAJjjHdovOB1Qvofgv/9NeNQ3X/laBMWQYfBSbM9U7WlMKbLYdsDLJ4tJiq7Gmwzuh+MYO/vwQHPs95k/OvJ0D3DL0PJHZ38hB3R7dyU6GKfwm6vqciv/upCBaq/GHjRe7HPkyZE7kzx0VeEVJuJ7P1q9AeDjJ9rxzfMJQsT3iu+S/R+cG9uzAxZgTyQrZ48pWBWfGyzoepZlYOyTKwCsrgB1hmrenQSVDQgmoJnkregD9vFvcrvtLndxsPzMGbAnKcT21CTtj0+QuMQGlqBPuCdz0zjOXpP/OrTu4yvYr2fdRu+dAPA8T/JA+x0sw10tzjnxd0K06TJ4ILzcRQqxD+dYF/u+g83gb/jvYXTwUf2Ofr0T1kh4rL3jl04l7fDHBoK3c4jXppJb2Xv4Fwm6UdG5BQjEX7olfeOWIVl89U6wCi2UhJW5/78CwI1xZUzBirFb25a8sKJZs9bhwn8il25bXjQlbhP/IXySNVxfoe3Ao4uFOxvT3rkcLAkBpnXzERGyp74Y3Xd5/IdAwPBHdPji2LZTxBsxe/JfYUNz6/WDpAFdKx7hTPvuCEXBBjf+9BtEg50PdNDPjtNhR7EG5qWxFc3Pgz/l/hsf7KQAcDqSaBvf5dns5RBrcLnhA/v9U1iHf1ykX/qUPZSYSGzX429NvMXuxujX5t9OxHTCZHWgNW3k/098Ax/+xlOmC6ps2ItO44d9z/A7jr2deRKDBR8gwf8KAHdLRGU2tlH6MsoRHjMBv8SG5wQ0qjXZbwKngdEW7D8UN+X0FQBmQTlj4hU4et9L/APwSKVIIc1NgKIBSsNkOIRdKcP8vSi0CByj4FIEQwOM/v/+2hx7Q35M8tuZClrrcwh5AWiACwSBwhwJXGvsAkD0gbny/ASKuqVJO0jme4MvybpYAzKzU7VHjLiKUGuOjgSnVfIVqB/JwzkGHmMZ6JwRiWEB3fU8nDLOeNrWcstpfWbl5Wz6LNxc1y1P9lyAOsNkADjNOfRJq9vfPk1zFAT0s1Fkg6kC/QNOdOZJQFTOCdtMlgZQj5CWcJvz+BBYZOzImdZa/OdXhcanjXfmcDIaxwBYkGSD+xbkYxT0vLV8BNtMy1Jq6zwNYG4efpBU8eJHg79PAgbvRgg3v4uOZHLaWPIZmnGESQSIYRfl1Uq9+fmVO8iczG/uU4b9OaMCPsnfDUhOQLsVzG0EbyZsV1x2JRB7iUxE/bvB0tMCcADQ7A0p7oxx+Sl7sasdpLAR1LqvK3lvJz8JA/qIjhiLoWuU9wISGP/bOgbAv+felfqRoZEXbukjbuV8mMl8N4ApeTQApc6HdpsdV9eMcvSDAuD6M23BvMceYA3+vEHuMfhk0OIEfhdKngCkaGzKpNSHAHCMst3sWW8FbzSG0PUY7LN/qPCzce13ZW7eHwPQBQT6AsBKnsCo+n661V9ZDW9gz/xtPoh8ODyEAvu+cEuh4U/W9QSvCKbOO3P/8Mr35HQhOGZn+EKV+B9oDTiReUiGTQV0OV15X+QbiVlnnMepiIEJ3ZwkobOFhn6e/gRYGR/PIPDZdP3z626wxtOABNUiEv7rBI8+k7Xbsb80ZUwNnkd3Lk8g0myDaN+gvzSNMbI4sw550YDrC6icMy5lKH7v2T208uHokFlPr0nxTRu2b8Usc+TIBOYo+aeVz5hj5P/3B7DUkZt20iSr9arBRP04HBeN6yS41XqeoOFUcHQADH5nH3bCT7H1BdCyZ/RuBT00l3R9mQQdOSjWF+v4NTCw/CQgIfbJSbRyJEeESGIKQfo3gx2eY/zws3irHZQX5G7+Ro+n/bWSTeZc2WEvkqayDzdQon+/QUTm5L+N8Q5g5H1UIIrtT/Pq7teX91PB/p2191Nlx2aa4Po512xAk8j3tYPbHvf3I16abtiTmlMDvFRicy1nRRmIMpgcDykJAJKlm6TVARj8h1RZjr6Rna2gngCcSejEhupgww+EU/w+Nrr4ngC0xqjxef6zJ35d+yH0T6Aia2reHgc7zhzyeFf4BW2uffK9/b/dYQBgM8yErkrLtm+cxxa7A8ALVDOeqZT4rhcY3HZj5MBWTSVAEobJdWPvz7waYLTDPC24F7yP3YR8BYiz/rTunQSr0b/x08Yf8T7O/RwtwPvMw5//d4688RrtvNNuMLYK+wy9fyej7d/Zg7ZVpnXkAU48vnQsyh4fu+H7uvk7lRyRW1pl0TJdWrZsDv+EvYENyH5GHzHeF/AAMGgQCU5C9tPRg8oePbNbpul662wHzle+6HufZa1A3vh2rQ/z/ABeP9cY/3PPXGXenaQm/zftRdMqkP3Bu48tZPswe4UgAz4bCSHdgaEDpL5HfFR2yYtd9PjhuXB4gP631e2rHzrIEvkZ3tA5r5iY6ShClehWHVMJF/svSRx8bPeLvsNnp8136VoCnrS0dBKCxj46+o8/Zt8ZfMo5kayn3nPZ9/Ou0ExKYFsjAihHPv/EQ9q2tegenRQ6Ru3qA/bE/kdWnUCcjZLYGtjzGWfm1P55JxAxPuwVMITWP3pO292xj2PvQotb944/fwAzU2bmsSAh9yaAnHdcR5993+EP6NrXHtN3b5tO001gciX1iI7sH5JewVQWsxr7vLqnrD+Z6qoToPYaa62zLitnBkCZDmWzdMe/49/ivT7eSjzYidPsH41bwHEfN9JHRHiuWttaX2yQg83NWrH/qXwzT41N2DY4fik+rvXFtKY8fp1ls+Rh/L7o3nRBSCJ1Em2CP93+xx3QtYQPWZ4WtfgX7bNLPrzzhwYG5Gf/2I6w3MoxacjcrBeJ0HltBwXYC9A0+o8AUFXHTStevaMrJBcnuvVB7IcESMxvv5zxetN2+RWeMX2sFxfsp0W2HkmluO2PMVDxeVpW8Tx0UAdWGf+pmpqLgxukQ4ifLfpKh33fYye4gm4+6wuO7hk9oj+3ncb7CHS2D5k1DF8Yc5gAd+zau7LSfo07XKxh3vhO5EQChDO8RJIAACAASURBVOcdI487QISs1M/fErCxH6F7+5Hw4XtU35H/4rVZF9sL3i/BLDoArCP80IPqZqQNFtrSGn/8uDkKz/unijv0vO5UQEDsBHDdaSzBRfEhyXAtA9i/jUn0ObnQk2rdJG1lrSNX83snWsMb4lXJCdl5dHoA48MPaX49mF+tXQfYmUsCwPg62yI3+/d/jA+J5ravhRFUAtHpUGj74+3E9dMfBGszPxt3XL+J1rReB/k/f/8HUzdP4QdjLxFv4aLYD/mXztrGj+FneD0B9KVp6H3OoXeSCj5K+IUPv7/6G5oHM9gz23Wr8Bs/fgykDkz2UV34b+a/mQRBXN2P7M9jNii+RxmtPF6eGDu0zm9vnxCf9w1m74wnId8JtTcG3OuHr0M15w/aig4TOIUOjiOJLyf+YXvNPlkncIb4vyXahKZZuzvBJffgN+iK2Pt3hXb/+/hN87zmFz0Le7cTlDlCojGGTsCN/Rz/7sVWoq+SiIJtkcK4bKzTocy6IwVYHUTv9fH8p2iO9aSqeDvXhU7IqfCg7PzxpdD/8lcHtwdHpAAFHdtdH8Xbtr+szxbbYp+4qGTkNet1aCFda//7bon/IwB8HFZaEI3R6KDo938SUBAxs4zz2ECoDV21XtJABRBXRmdnKHF+7cm6MPPIUEuw9FrIpwI4AmuDYyzSUYhjEOl7MuezKGHYBosARVGqLF4zRjNBGwYvc/DvBlrc6riMOTYemTFnPLQdK+OA8y49j2opaHA5UNWVGdXZAu2wUdHK+FJRtc5WZHmEtX2c2ZXnGRXo1zO6siSg2Uju+dHVap7fgGINIul7lNIZlzbpRDUxgFqI7jpP5to3rlMBN4GlHDoeAO045G5Be7cnfNcOwHaVLBt3wek2vA44gk6rTJ9WhgGQRlD+mwqO5csIUbdecOvsAEqd+dz81b+v0xKldYwHC46d8QsKHKfTWZ7THsmTHeU9AM1roOsdCfZlPa4AuRXOZqP8zxi2zkqbALDu60Pak7G0yqPXiPUBgOmxnNZlswa9Dx0TUDDSlZmfA/LxAcku20omxOkWfgYo9d0vBhhr9SZisA9oB9qCWoFJ7a9//uOfx1g6SzK/2Of6Hn4CSTMRZK7og5L7sT+GD3VLgPFRCCcomIex1qxZ7ykH9OfMapIL2L/62UENnAw7RZa3WUvOoGpeSMBxAoeVHLStxgOEHOdylPGO7TenLSAWBuo/v1aT+nD2QZ+t+u715g9+vwBGGde/BIDXyN/zsY6iH8OPrEvRR898W5O0HGe+ZzzfPQDxoe8dlA3f/ZzNb9+dxKOPj7uya7hgHIh9Vsss5mR+kQM45zi3TvbYv7WnhdHDZlmXkcPmyVkr8a116OxVMsGvdvUjrFr/mP8k0ydoAe3aDjhAufl856b98Mcff0yAcwn421nB4XeCHzF4Y3TfDlYnfFzrUgFwRoAjKHuISjkcVRIlXvlsEEDj8L7bpKm8a/epu2nUzd6O6D4CUN93rJMujY5f0DXg2ZzbMi2MQ++ddwNkrMXq2Z88+QJYu5eXhy3/BViXM4BtxngI/BxHQa0Yv3nFTpiki/+lWm+S+yYA+pue7JGeBKrilbuV4ABhggulTycZxPwsPtT+Fi+bZ37SwNdVZRdXMMe0NrorITsAvGD3Ji2ybsjX394qWctZe16r9cF9OesqnSheQdaxt9ouY09lX+Rt53nTttiOzJGZAU7s+Femrfg9+8Bo2QB0jD76Adv6VLJ8f3YHg++nO2Xof7IpFBCcfBcCYPgbv9LjAvgnS3b4Hzufjg4GLdzOT7Z1AONOQsvax7bsSpnDG99gfY6iibyBB9Nv9BpH5Hgvej9Gv0W//1lT2NZaZN+T4Nrz7L2Mf9GOr+wSBeBEx8FGIn9HbjjwVPYhnUdeH6EdY+wjS9M64uKsaAvg79lUuPqdv8gjgFk6kaA/iC6xF+zEPmdHdZCC9YHe4fdMrgGCdrKbltiLbT8TWGhdLvscvmdtxPMC0lgPPRfwVPZIqsoynubXt2MVIBHnsTZweulg6bXPrnTHg2ntmID72g6ohgDj40cM8JmgReTBb0HzlmnseXygzENsMwnOAwK+99BCEF0GrcESQhAS0qKbsQVpp8+7ToJeBW75G0Hg4wuY0fO2DjbhXya5OkcW6HPYtfU35wLKFtMWqT3i5yrpdICkBAn2bFBkPEm9b/KF53lkyOjZSuwAiDsJJeP/Y9dmYmlhic9GZRk6pKsR4TsSpaH7+Z6FETlqnrE1KpFSK25/KnqYD5XibQfqusY/dG2SeJMo0fvpPKh+UVA9R9sEvDz6QfplGHJthwRNnFI7+k73xI74aTTHvs5+vLAmfF6R4Vtw+1nf7adV/4zvTSpjz3egDhtZyZm3P5SHaP7nyBX5C9/N2qf//OdgWyM3sQEz1nT5oMsV69f6am2lswVOEof9dDLoKwD8+u9hr+n0o/fqv/KFU6EXuur/E7jBFj2ya+h1/Isfz0gArRMfdYsSsjK3tRepgDu+v/zVOqu+/ZzjOxQ/vf4LfzJO+VX+nqqa2etOuuC8w+EHjhfofR1wdRN7T7AFG8N7dIITkwDf/O4A8Nc6WKLE4P8kRZIcgs3+Jo+2LfgGWggQ6T1aE+OtVfEJ3zT/RzevPS653Ppa70fntQ4juByxkQBwGCP2/fEDP3rYDmm8o/yqxnSgT/RkAPtOkOKd3eKaAK3wht+CygQZm/auDBM09L2nceFOCrqSN35JhHWyxiSANo4o+rU+kvpXx0cnXo7eeAtxOOrr0qOv4hFpH6e/32vsoQJvyNqedweAD947gh87O0kj4/9/f7NOMh/pPE2NYTsF/e0/Y0so6N0dFGOf08FlKpDH50nHtDtZigpLJXYi8xNgD44u/6Fx3STgRQ7pWcJ5zXrDgqcr5fcdAWCNife2nm366Hfdm4Asx+4l1tFYSd77s1JW37/77RwNVMcI9FFT0ikqojDu+9mL2CRte2W/xof3bpPO8IDmKMGhZ4iwRQkKKDeW6QQmjf17Zwrbhm7fo0S7P7/EMnSsrnHHN7975//SizWwPP/GAcbYa8y49FMytP1Unsd+1JwIACNvuCbJc+EdsAL+xvuwscVTnM19rimfGHpap4093InEBPn0Ls5sZktSxMQ6cNTRJnb84jfPIM4zKmBrefEUQeCDHj4Qb06igGiIX7PFlovnMN8jL6oAh/VkLW79OAHtY5PmSZ1IdPC2keeidxcqxqd/YnnFNK8M67XpADDrqb+/uC40xK7hmeDjsbGTEPTuXa079rNpID758L63m03znvAIzfsEgCeh0xXENTeNKwlzSzcwC/gb0m6BQ1UBezxTECSbrao5zIcTiP7Nzvmx5oP59dGYXvvv5mPqy9jGMHx7vK+TE+P9fD4FR6YeQjGCKUrbjiUVVOMg5d60XurqUX3L+1+nSX9rBwuGpWKl6H4DceUg9TVt0L/CXNe92ZqvQ3Wc7cmo6Wc32PbqbQTNK7C8GCPMGlRqo7krtJMZlEwr3yuh/dPHOcN6wUmc2QY0oTEtFLkZFumMRlrvSVEF6ItiSDVjBLu5YJQRjt7Jkh7g03kFo1CgFa070sowo/D8CmBth/5HAHiqZq2AJuggQyyVanqQJPw4Ls8zT9XBBC7audwMzcmmULtb+4Z5LpUAWcuh3iiTDcwuyKl7AeJD+zWGOpvsDZK30NUcXaU6G3wdIDLEQjs7EEPMBgWYX7eiITs2hI/0+hkoge8SBOKZbcDHwV7gmjOAAKj83O8/GTw6E1f/Ch3rHsg4DtlZ01PhGwYRf9E6EDDE348iDf03ACylDZ/3OHEQoIvW4U1gsTJwRu22uLYD6OSV4deagxXg9zX9/TvD6jjqL7A0vMseamM1+2H495c9H8VzV0RcjlUBHDx/yBxajlEGRvA67hjPYYwkR+T3VJnI2ehrWsln/93RCDuqAr4n+YD5XZl1DvqlXWIbtayd9Mk//xmelOEawHsBhDwzw8wZeMu/vI8K7w62Y3h5euKhYwxtZuZpzUkG+dADWdKGfAMF4SOBa1sxpDGerDyTNM5N00Jj2YDfHYR4dUCMWcnBWaLaN+y1zO1u00fAUXKBqpIr8Wt4kOoZwHnTcmQf53xAX8BbG3De56FpAi4JUJxAy6M47dC6anAA1pHPup515t3KlNPzulpL7+GMulAidOkAVe4PkwAKYzSeKlhfVIkKAjqG6EeXGeDBIc27ugomgHhAVabZ8qOdd0D51/nBEdkEnwCrBHp4Z7dbBKBVIEbs8FaY8o7j5MxRA+guATsO3ruKOLpqA7Gj74e/RBLTY8kzjlUYMft2aFMVUfmjFqcAGdk63/UN0Ou9hxdmHdf+UEB2ARZE5OHLCVbyquUbGTHZCw2QHlnrBL1NIvO+MgiiiSaAID57ba03ABx7J6MSbWlNmYqFBJQ7QHhsRpzE0bfw8fsTHUb3it/sUb0qdsHMVYFKV27MXGYSXc2XTROA8qidCgCzrnZIJ7MVnrGV9N30wwFRZu4wAgHgE+ib85Y5ky46bRWe8DM7Yk6OMOx/9G/TpNsw9n7OfMTH2fd7lve20nyTgLA7sal4T9unZOrm+dkXC/7GcTvAjnX1gGmTAGr9WIHjTZrN3N/OEj2G3VN79qmHMfa2zzC273Dbq8funQd04lrzMzYB+1ROqe2jSe7S3rlaf5YcZJ0yXiU2rm8YPTV7XrbTVBBdvC1aSQe0vJhWoOl+kQ/P2X/vfiZIAq9e6zd2cgAdyee1GR51NGuawKc5r+zc1ke6EL3zsyNIyVHs8/GjMr6ALbE58h4C8+2//OtffyZApmX4biKAbn/xBC9kp6n7zAaAI+c2kVb+lhMfvgV/k9agU/so7bdRrci4D11nWbCdCHgev8zrlX2tpO9k30cuCuiNTyV/QK0ck1SSTlKyFZL83LYHcq33FzyRnzcuESAmPJX2sMtDzIVnAvr03n/9gz0jXmBzjpB4aRJgK0kokVs/7Y3jC323Q/NOjBY96ARhu2hs57vl7CQpjV7pvWS5PmN7A2/Xnhs+BJSEhnrnnYirSp4bGMZWBoDrZCZ1OQggHTvw/SBntd6p3kyCwPqpOYqDfZxK1ARruV5/k1xwq1bJIRJQPW98EF5eQa8nAMzYpIe6I1Tr1R6/yC0+OJXetmfyntb92PS2I9iHw6OqLP/7JB6u/bVvgXfA4g7QPXvX7xp7pPlPY2tZv+MZPfUkqLvV5uyKTgpCxub8z+jdc7TDs4e6+5nXZOzK7pDRtmcIlYTF7gJzZj8BIP2byjz9fmTHJLW9CWjn/gpwngTkscdfXee1nPMKLYMlP0i0+Xir/a0GrMFskB0J7FSygWS7EnNHl7042Z9fkDB+474j1XRrPzdmk8As1U8jN8fOTHLSJvLChw0cg7n8AJOfALDWksDD+q8L8MdWkZ+wlZaWr2O7hi+DF3W3oKZDTFD8p3EStNaqZmb+AuqnvW2fxdvPjM+29iJ7Hr8Lv5hkI/iDoGP4a/SD3uu9kwQNMAvWn3XmGSRfc9QFekp7OUcc7LzeACA06pG3fLl49CS6xPdoHtQ9yIXGnJAHBPMvjG5e1LLWdnsVfh3/1FPQOg+mqc572PJjv9HBQfaesVJfG/8n51TmhcghsO/DL96rH/+Wz0anGM9vEoNOJbD2Z/uK4sZv7TYJ70smHZ8H3dyButA+tIRvuz15+wm9Jvo9iU0cTRd8qXF+aOrkxbF1Ow6R9cpT+YmPFl6seIqu+9ZF9N1jy+K7Zg4TFO8A8IeLr8+3nRxSpKeuQpFP+LjgaBd2+P0dn6h9HmgRPEcYTdu2tnDKFlr9C27b99/4drCu2GkVd5obUjRAYnEVLpmGoQX7+T3P/o0n9HFZwad2B3aMg4QO1ik6YmV7Y0imkf4rO7j5Rn+TCrD8m7U/fvDYwtonbwyAc7cZIgFgX6cKYmNlsismKakLuH7BX0Ur5NB79AHjZV59ZErrPw0f7GTtkZHbtrt/MfSaGL5/+H+e5eQcbH7ztI7ei07EDn9lnvn/+1/Hj44N/whVPeNNoMyaTLXwL3poz0KGNzPoLnrExk9cJC9V/AmbvfcJ+5UgMJX1sYmWD9nb3aJ712bohjxt209k/xanj3xkf14BYABWb5pqMZx/x7iP8bitiJNZFIdtN0RaQXi5aJM512yG7A1sd+/9Bp1e8OoEqMfh7hZCev8a0rvSGBe/GRAxZDP2VuZ3RU3mzt9vQb9nEGuslGgzrkrCOqxOlkkHzsIEtLdrYTlj++i32bAB62OEfO09vwn8do5RzwmhCn1oGdQOTeiX7EMkVpfNN+N3dY7XfVBBtUFsBzlGVtreylFI5lgyr99K6ijctMDQ+N4W36HRIeMxeBpAMwBSkr4DBhjutCB+11z/7gq/Vqb6W2cEYhxgVPrs02/M3WYjdCkDcvaRaBd+yhkNrI2rfue8EwwhABOUv5+pMJtAKu+BBLqyN9vQzjq8bVNczVeBygPWiYcmI9HbYQyUCMO0Muz9I4Uew/EOHGnXeSwYMvOLr50Amfmcs3MHbOfsSO8xPfP7JQD7OurnOwuFdVjhCFd+y0g3iBUDrIGgONpfa8wvU+cE4gpoxUCLoToglADNJ6AXx2cDwNCe9m3MNTwzzpHoqMDjVEkgd1rmHAtgWdy/oQRxOgBNEnxoB2XOb/E8NzAfmsbp8qcMAIzg44AW+EcA7wWxaGPoR00lBkMWqSRTGli7HE0bVuv8LI2Gf7sKuEB5nh/DJ4Eor8OAr1JoAgxsjE27IjvPG6o4PHUAdY1+kkLMW+NA8fc2dL0lHj3R634DA9E9AC0tE65zqswEaYHTfCBgyw6yANkJMJFcclXYmy83AGyZ8hiaHbDWmLT1LRe4zt9VQNNG1n6yJzJ3/fe2S3llIvxFYLBB707s2fXcpC+tXwDRAZ00EAEX07at1wfHXjK9KzO0vzlDEIMWmpxWmfNFnNB77j9aOrNnZsDRc12p/hnc33OwX+I4iFi0WqZCPYYcSW9pSRaaHtldIG4ynQMOo4PR2d53fs8GrSynB8zuIypOK6ABTHQdZz26c4MM8xk/a4LDK0A8hiNBgTih1lezGZZ+6UuMvQY/KweD+WEL6D3IZ95p3h0d9ls7T+xP7c1g1wkcstdTAbfnOcbGSvbpVbX7yQ9VzKFfsU81jq6oQdd0i7ITmD0JjXcFFDr6B5ipXTqOzFk7C26RLK1m+ZxzxbBvpw2tNiVOXSdr/BV4b738veN1uuKYJciSzwSxxK/fvqNSAFvsrUIzaPQNBMDGbR99tEEc7XnkcVzeM5U6ySe02HPdJMvaub5BpyRRKTAHfUloaNnZAeYNhq1/gr5c+RNCAMbzdyqjObuV4I9tzSEelWFNowQPtytFVxi+vG7qy+Y1uBb7HweeAN8LKsOX6OTDOKzm8E1XcudP4bEj6x8Qk/Vu3n3fEX9uAhnjYDqZSrZ9gTP4JnkfoGDu26qcBKHFMi2vCHYmwHfPzk7ztIU/tDSgOOdvja3dckbXZXwDjElujs3Ez9bre8Za2uX/zyg+y0kFTyvAAs1OcN/PToC/P8iVv7Inek82EE42OjTZOWsCsX90jeRZAvyx/wDFfgSAVbn0DS0JPNlHZ32cICsgbRIHKhGkbcT2v9PJ46Zt9nRGKvr0GnZCGHNBLkq2uTrHeq3BnbXnVSVPFvy/CwDn3YB/4Bb+NjtB+o49/NHLNuMnwwBw4AfGiG0cHbvdibL+Aee4hns47ubdL+xB0Z2Eaj9zfIytBMhYvUYjb/WeDQJv4reWqvUuupQ10E/JZ463iF4Ir/a7z3zL5mm56OeO7ncClqudw0dO6JijgHh/ts7SPLKOQNX6T7FxJIdJTGm/WbI0erb9s9VPYRYnOnzXucOK7P8BPIVH/PElQlAhj90rnEYfJ46UwRvc5yhHXwMAmQSFp4vY2MXQOMkJUDJ6P58kF6w9fusc88UEyeBNki81pK5eaR3WyaJe1/LfNiCUKXqVvl9sp5jmm7hCgFDjYPzRPXu2HPjGys37DFEST3r+VEc1H0kmUAhgHKH4zfwiPjOAm3bmZ/9JX3wPFz9ssCJVab9hYNEDof6N5ez6khgVXkhXmazhBFvETxMATgvHdC7yHCU3piqnizbOWbi2hxY7PAlQs/8cUHzsb6/JZ4clQCqwe3WJ8Z3x1bJOYbQOBM9sDwN6jzuwk2SZEyzSN3SuYTKm4837bf8SOKVFsfhUiftvMlvb53u8Qub6rgWJtsihroSCF5HP4E9vIALcpf2hUdsXLm1fWX7QnPEMSE9wpzsNYR9fAWDvH+wHqlaH4sNnvX/0lfXrYEixu3PkDRhIJ9oh08KLE0Ak4dm6Ph1pwKPM9xOoSDXkJBR918ZzjPx9bdjDHN8vtOi17KCTxWBuHAcGPplxy+dUlwX80thwZqHPvoD3xRe6T0dAhOcSAJZtAuYsv0HHZsHLyC/2XscEtI+P7ThHhQTnrcTgobdo8rapbUyneRx6ts6/5evybMsw6+Sxh++AcXxl5vDu1xO8GleJM2WzVoOF6JWDUWgv3Ylf041o+E3ip4OP6HXzhvhg5Hfs0hQa4Bsceg/mQycK+/3fRwFg2xbfc37DCc2no/PhKYkajkboc4GtwwZfy7VZ9w4An+Tawk+gS+792d53k5Z/6hHsBWiB7gsNovu6E50CgXkfhUgjX69AcHYWfu1vhYL455Ftt5w4CTxD89Alz1yzITrQ++z79Y8//xi/IseyUn1PxwG9hueehDrbWrFPs86VkDAt/lkzfEr8E9YPjInrkNXZH2vXnaKNBz/NezcADGbA86yfjVltcBj/E573mGSvHFslmBX2DF1GSLxsjKzjQDvX7LP+tI0RmyvX8N+VcPzdyB5ufQzut3G/2B5JLhq/0Gc4jw1tX5YuCsHyumPexut2pNgK/QzZsY6k2uieDqzfe0+i8Nz+21nKuWVWssFVBEPuXbZk4Rtgb4AXQ5XF6kxzB5S+p+0Ze9O62MGgCKu8dzfNvUxZkN8qn3BMsiBbIeTR25DLihMgikCIoM7vAdHfTwfd8qyhiB3BHctbvq2JnrPnHm5rQ5QNxRlmAGhE+Nt57vWRAFeG3QsoZy6a6wjXArr1t0P/7zfasNiYnb8R9GuFk02QgFIbjG9WZwy4ZOBi9Hk8EgpFAwB0B+K+jCTmaEN1KtADQJPhHSWR5+yaBcXJszs7RzQBUCUA0+sKb/cc4fMep2jYwJGuSbZ3gq1MKfRRm5D73JXLCRrHTs9INV2yhaIg4wjiHLbg85ppft/zUyW0tOx2uXEAYphSaUaGpb6jCpYDxjEO4beTNa3xKYPoUnjbkoBKRQD6GOK7dxhDxr1jf0FF6Opsuc8w1Do18EsAOI53y5/93QTUOthJHYBgFIX/NAK1k44wsCQHREvuNZ9qSaaa5A4orQK/Wm7VGT/ww1UlOGNo+pAIAX0Q6H7/JScAJ6K022ADIMZY4rbTRmx4yRUNc+Ya79OGAVyIgbHA1WlfMnyU90ZuIh/bCIwB5T+H1gMYWhabp0NTACwpQbOL+BHjVuslW6eu1zhoudOVcKgh1g291DQHbCNByWMbwycjzcdJBbPWL2AC32Zc67z38rC3l/Y/gwihecA79tTJCragTeV0EgkSaAu4NgGBAbPuDOY8E4OpjQbmBi39/jK4WTvOhyNhyDqVoOtMDJ1OJmHrId1PprkN7Prjb8A741o+SKYhMumcGfbxQHSS9nMSzGyg/62qRMaopZKeMySlL71u3z2u/pVRJFtiKoRugy76Eb4gIIWx2wFt5C2y1PtHsmYWnrn3vjjrMGt7GV5ywqaqw47B7FXuIbhGxePyYgy7ZDSS3BG59FY56x5o2/rCW2/4OXIwrdrPueyz9no+AGr2D20J03LazxlT6UoY/BJB9HEi6/cMAtz6znx0wKuZ7bRRY+4vqHEqcGcM0LodDwz347CJH92GbfaRbJZnD7+Ax73eeAbK5I5DSXULADf6JODGtkDUPGR3tENoOoA4ax7D05GRAeYSRFnbEx0FMPmeAboBYozRx5sZgq6dGZusQQ9sCcvC4WWc1rcKVnQHEEDn4JDi0AGQU7ESvZwqfByi7OeViX10jOiBrZYz1HRxEtV2vUcXnoqZz350hd0keekZ6upBm6SRr1oTHHv2W+z60K35rG2f11E3rT5+SLIhZxZvEkb2SoivBCUSd9hDrTOQ0ZscWEHlSSIMveJEtuOte2mpyjuZC2uc1syRGQ1MZw7Rrwmart3I+qR6TjTd8+1FKkBWgu5Zy9Cv+SsyO0lvjL99ngX7p6JVCRCyU74tsEGBCrRWC97276io01rGX8p4AG7xC5xN/43nrYbP2CMfEtSLDmY/mLdnLdt+BWzP3qm2npYzHBux/kHW6243eOzxSrQ9hpDeOUEkqjzb9tg1j50gwh1w5EkgML9WBfA3EtOBoC1dFEimhBausHlaMpMkRIBC4yAA3N0tsP/Ca9kPfHfmMRXu7PsDGDp4/fPMxLaTOYoiiV/bOeW1PVIZNMDI8D3vB3xHb3h9J8H1sot8wwbw7jPkwiuukBxeb74naMv+gz/1k8or7IZQKb4hn/WxtqqKAHBjFR3geoPI0J5n0irVazfBn9dP0N+c5Ddn9Lb86MRN2fM+Q/D4Z2lbGL64bY2LZwniK2HrW2/plvjPoaOAStsCR76svaX3nzMo5+/QtasAk0BIa9K/rfyfPbrBl7XvNcbeZ7GxY1dSaew2mWMAYAMRLwOfwPZ8cYIzzulq0WBo60gHiCaAHbqV/1s+LfK3fXHozjp0wljbTaK5baRKmOl38co+z/e1j/v9JGk34M+eJ0DRXQKxnTK3aoFduENwoshCPpqX7UDr+vuYKI2HcSNfuQ9Z/xtWcQXkxyaLHtgzqjvA6HPh5dsOfnCSifEzrYPqSJNas8i7jMp6YSrlLp3yXdDyUPqWOnEqcAAAIABJREFUI4Wshz95rsAZ/HMSTMbvPsSaXzRWunG5M9dUzcfv/an/+370t8dbgbaWm/Gzctf65mB2v3Ry8xzGxhj/TPcSAG57nD0DH2qu4oZOgBQH9RpiD/Ta+/nDR/gltiUGl2NvcPRVxhP7i/3X+CbfYceBc7CH4D/4rsfbSRcdyD5zfRJc8TcvHwfbbHyQxSXXrmUsex9rdAfzSFjUX8H3SKBOwsd22BDt2//zmk9Cedb/S9CaZAMndmqtRMs6A1hrSCveJPTdR0qiQ9kj7GvkK7aYbBZ3DCvYHvtP+2o7YWQvt/yDN17sgu9b5vqZoxiww9cHj40YOwP/Jk/BtoE3bRdPteoJmMm+/+hHwUTstQ2IM54zrpEljWecDhkeRwqQeizvedea20ma/u5R4Y0+oqP8pN4/+BmdJNbyOImeE7wbMW2erwKnlzbBWxZ/4dzsyPSp8LVPt0dbHl/juzfybnh49AP7SMx2Cr4++4ROS+2/MB4SHxPwi44Fo2i6i5Zvp7bYTGE85IppaPtifSXzwcREwhPbtWx5j+KBO5GBbpWKjm3So0N9x5cHJ7plxyaIZD/cehL8V8/V3sbmwcaGtzVeaD0cffTr4e2Jm52igMEbf4sPsv9Ck+Ce4PZ8d/kY3i9Zm7a1wLS0b0gg9jrMvtG6UKTydsMpU2pw1vBTJ1D8Vt3d2DwFIiRmh29C48YDkRvIe/PHFCi0flhbYW3RxddSAdzJf3nO6to3jtW0j+yPcm4d1EUu//HHv/77f9sY/Qn273aw0WhiC9RO2k8U8DhDo2RZbP+sM0R7Y+F0yihrY4asn9c5QhGsQE6ADiWchchEQ5R1jNl8nRWU73ZEvaDttHFFvx8BLjv9zQ5o8PncW0bsUcgCLnAwvpYgXtjjXAS0O9kcXsA8jQ3LTwTOEYJ6Ts0L5xRFb7p+/0f7GdppxOHZyuOmQQvGNopY5x+GfyllbVQMaI0foSJBfZ1l9P1NhqqNBTuAnAmVtoucK53gTSr7cEq6zeUVSBS9ZhE62Bc65i8HvO/WggNCWLDqmqE7YNfllI3AbyO0+ZwxAiYbfP3efYx4J0BkTdogQaj3swjeePzPXuvr9myRW3iqFV0bkpupFmATmvR5IXGAY7C/lYoB0ELLblXEWJombxYbgI1462TS4cTUeXIdAOsgAe+4gxFbMQzdcdja2SVBYfdSgNY+D6qdcr3Lhktnx1I5LGPEvGhm6mWY3wPCvoH9U5k3tzAW8+QYDcwX4Bkl0wF9nA9kaPZODEllrAMmJkP05/DE3799307NlY1VU8QwMyt+/50A72Q5hU/vd/Y8O7DIteE3tXaLg4qyGqzAD7OPMXvyr4LuvPW0LkcSIBBO68i70kjjNU+VQRujNhX+ofO+vxX9AnD5O9ca3JbjjoHrwW/rbIOOCBrPawPHC+BGdh4HYZyBdZJlzGx2bdPz1nPR1e1om6ajNwEXe+y9gqIPZywHsIueCi9sq0397bROl6OjgJASOr7fXZk7wc82zhPITYs1ZKxkHi3UWXMqeUPkWYvSsW3PdEIQY4zNQUZkta0anQy9Wu858EEyvg3rpUqM5s1+9rAGfH4NsLTu0xpEFuuTwFMqukgYiLOQv0u/6fn/+MdUO1hoxkZoAOZdpw26Vmuks3+TgMWZ3Q1mNAC5DnfOTvf7Cjw8Dv+0uYkcvUGGwezcHeUo5G//AeB3cIbEkXXkJoBDd4rZlx3IZd6vwX+CBQKaJ/DeGdnhJ6rmaFGWpyFj4DltXaqZs74JADcfsD83aJxnveBpHKjIFNvSAjKefQQ7SzS0g3VaIp4kmgUo9K6uqGAvsYbsCydATbX4m0CDLgCI1rjes4RPkHUIz/Pfc8Zat7QeoPKC8RKwP7w4GeDoPfPTJBisb5GzCeFHyQHJheNQjX4W7Qgu3Ou9wSG+93i0b3/Tk+PcbiXBnQiYdZ7/frkfHkW/XKbEABdXEtY3IacfONEsD0TWtx3Ytv4dAB4/bY6fYE50EYp8zhz+er6zFyTfBnA/wIc70EiO3nsdfseW7QSYpjN+YScYnONhtCdJjOgAsHTo6BACwIDny7frI1nfTCIn6+r9ahn1+qy37Yb+UQu11xft5LFQSDTYNbL8mA3Mve07YL/ZHj8t8xdE7EomZM3FL3ml7aTeF52AqwQKkvQyFo1PskZ2RDqlYBN7vN5jM+5qQQ7fdhY+a0cA+LKBvAeyt5C13ao5jLw8o/V4jxzKPsozGvxAbh4AcPYEtsvxR2Vv4y+PwpEdnOo92VpJPuhPV5hm/YaP/gM9vYCz5zuYBy322E88E/0VhETzUTVfnkkAmP3AuDqR/Mjlp12f7vktwaJ1LomBPB+f/88/9oxSX/PRQ/v6ZweaDQDfIPkC6+Ivzp5mfrKr0DlvpVqDeAGBo3t1bI91jduiChhMUo0CwebHBu9/CQBnLRY4D7H18NilmmP4kHXQ89f+1f3I7QQclyucEzJ88JtrBx+4Qtn2+1arIlvZv/qJD9A++G8Ylo5EQr41j9r/mwS3rG3+mgTO+F/tI5vXJsiV6xLU7ABwP6ffpd/x+7O+oR9jJ/AInwbrIwixYOZfBYAl61c2bhca4zQDqL7jSdLHU4GtMVk3e3THHmYd0Zn998xnn551HBySgFf5ga6kmuCDYc/hC+SO733sk/P0oUknIvI3zmA9gcfvWtHF688Zut9vObc0Y/53FX+Hj4twnVhlHM1JR8iQzAWd+PI4/MXj2u+Fn6igM/UfX58W37oP/AGe9P0D2u/zl7/xe93va5KYlEQgOlBV7nWcYELzSgJtq0+R1bpmOwmlMrdxQJLbbJuLD59qa/FfJ69ffBAg6yqAib+ZQH/vn4OXlQ8PbQ+eVVh22++aA4mKrG3bFo3f3zjF4OLCaQbHCAa360DRUheoXAH53+zag6esP+OuEE/hRjo25Zzk9yxW/HlkC7gB9G05TAce7bcOzLGnY08svTtp6U2G3Hs2sRtMI3+7A2TwT3CMyEKu+20stGzPc3SG7h2vyB4K/WU/2v9/9kTztd8v+gkn8X5bG+a3dc/+yBMiI5PQfAUUR8+C4Rzs4xsLNhOyT89hfMy9jwiExzvp+SR/jry1LSr77sjLAfM82BUgnWyFjvYWGx+LuR28bgjF8TsKbOMTZA9GNycAmg6krAuBxldfwh9gB7uf06G0P21z3QHD2DC/JYax/7Knk0hz4jyypSyf4ge+H93bNob+Lr53cq87lax/+soW+AH5jv2e7yMTsTV8r/4bO4lxNF74Ju9LfwV3WxrrPtGB+M7S75cOIDXZxcKTGAqmhX3PWeqdqNLJgDyqk6ywwT1fO4O5Cpxmpnv2V68t/HfpRtuN7xpxHvfKie6o8K4niTTtiwtfwq9MUsvI/uET7BbNAbl1/I6ROS68Gl4lwM5PCbH/+Nf/d1KEbRiHGSdqPApC39GaKc7zndnlDTZZXa+i02bL59Ue/Hsy7SboxmbPgqyRy7/D6DmHuAGnVsZ+28eAZP43E/RzAD8w8pt4r7JA4FGNyaZSe5gOdB3BqDEoY+1jjM1Qmeqdx9LqexjraZdrR3iNTv7OBnCmO9mQvxgUun43zZ0Nkg0QAawx6HBr7faA7hsw4v5cD/C8rSfWgcVxtzd0GazOCCvHqxWT1+RjB51ldeZ/Wssm0H+11/0IYgdzAPk/xrFlHF01c+iliu1vIoBkDbzk/clK0UfKnDG9QF3zD89ug/RMYJ6pf6dtUVqhRNkQyEkGlVvq2KDZ7K3OEgl/3O261sBK1pb2XWey6L0dtGhwFGFxaPFY+hb+3wCiMLfSE57ofUnVGqBEgJusZzt5TRd+j8HTCifz8NxlgNgIWcf9DRj2M7VOnN0WmZNWDnY+WrGOItO8XmDP4xnkX3/rKnmqi/ae8Ah77zj1swd7bG+Wtv52JWT4Yj0vspJWWvo9RkIDC3GANV8crDZEOwDc84tC3xZrZw0ewKO/B6hP0kUqNBFdrBstOVUDHGDvM0wmw/y3NSewfORoGaier2ijlqIDEInnXuNa7yFA44DTAJyb2S9jo94+Dj7fBBAjgWgDur/zaORGElZScZZ1yX9vAFp/68xe/3v0WGdengAwldHzcq/trLnfMy1PoX9vVYwRMqSdLV4tecYn9ZMZA2eHvAHgzOevee0yTKbKdh02WtC3k7kVZA7EAcSO7bCO1lSK2TEIM5Ipi3xIcHztBwzjrEM5ENBwFqkTk2QDxW7QumvNMz7AAfQ0AIEeBbBocJdzR8qM6aSsTqAhOSlB3QFuhiH1bgFr//vx00kYmMxdvbNbGjc/Wu+SIDbryf7+zcDX/uh23c50HBstPDpBYZ29OLq+waKTOFEMxz046DakB2AEYO2zKW+75kGHngr8jCkzprKYytI+K5B9T+U2NMJhaVn7mzPznkELGIOD8NqEu8fTsht9ovcmYHU7TYznBW30fVcYxHgf21H8NVWMBB4InsB74d8ABNl3OS9TcqFBA+YRm1TCKhWfoW+cge4msiCYHCyBFAHkT6Xrd0/swv20rMgeHIdxbAaufNuD+doJnIh2us+AkI4MGHn/ZhMDUP3Q1Z/dmgShTUB55etrV+sZm6AZsA57BTb/zca49vm0yOXolcxpgCASt8YufcfM/EOz8NLhl++XAL+xod8EoSO/Z7/91v3h2CC6fZ4nGnE2Y2ykbZ/ZHXiuBRbX/JIgwDsjl4cPvzk7EK/3wWdjn3sPKJD9AK2ZJGelrc5i32vwrmYoXWZ7p/QI9Hn12MuntKukMxHVUHsm557Dft+bNV1fd+UXPEPSY9vDbR9kLfNUAhCAJVp/VdInULXJYNiTBFgUwCbo7j0y+we+u3zxCUBFzkSYqgVj5IP8pTrDfYImBqvmuILMQ7aeXpT717YUUydwmqB/mLwrZkm4CX2WuZtXe3/hd7P3rmDS7IPfwJeMK3RFh6ujBWMVX1s3TeAPoI+z1RL02OrtTJTg8IK+eV51/PjsX+Z7WoWL5uPjt5w86yvKW7/vUVmMi+cnOBLbnLltot/4QfaFJDR0Nuo/ztq88rFpnfeETqxl+wp833pJPCZ/Gl2PnWb/8n/+8LmklqPV6jHrPfwhXcBRPy3gZq2QSwDAafOrtWPuk9g9964MT4cxKoAXsyGQE10Xpgj/Auh57rKjXdke26crcOAjdH+ub7rFh3w/kUkVDBj7Ff/5TeDn6Bz4BfyqbWvZ529CBO9lPvAgiVP4Ipqc3tkJVthjYi0lj9k/+8WW3aTaMMy/s2uwtfR+8Qsd7ELHdIqBjxufav8TXaT73wrYU3H7PYv19x6as0PftaDIoBOnX3yJAoL1g9eQp1U+99PxBD54fa7dT2v/Ysv/lph/7PTC5/SMBLM2aM53PoLtOTMTGq1c2429z68jJIpZO4kB246uGOAIuryD66bp4FIk2fZRJS1/m397j7R9rL2FHoNf2x9hnWMP0vo7T/PfLPeSuBQ6xQEXX7zYczC21REE4uDPXb+l4Qmsjd7oyk2uDz6XBBISrFgzjmAgOIv1rfF2IoX1tZOQsldaXrcfR8AOPMptRGch3v3SneXoPMFavti2/R3bzINf2Q+RvAxe7b0/eE8n4Jt2vwWAa8Ftv6miV3jVldgm2Sy/Qp1nlFD680HBmKd98uhB3dXvxD40P1QCPUMg+fWu2B3bvO2RtrvNRhSNRU+wJi1f/6oKVu/WdfGvN7HoDUTrOuQfCXDIeeOwY28tObG/Ft9gn3dCaPbH3rXysiY5dLyPBPnJf9kfq9N4attgHQAOL4+dXAH/JGrEjsJPaF/Mf7dsHz1zxr8+RTAGYghgtfkZm2+TfYoFTxchJZDxTq/v+Gjv/gtf03n29qW3oCPYe2h989Nv9lRjCb5c450YDTbBSXYdfqNQqeeSvcg7tZ777qXnrnNs2tAF7P8kQj1brm3vxjDB6SRreh7LC+ODzHssTyppOvZj/BqtM935TqetsfO6YOztxOB3SV+48O8LJn/zoVKdzgxNJyqBe79ecxKf2i4Zn8j4ZW2ah+iv3/6bjIbOr7935DW4bT3b3Zfs6+XLGz+UbbvJ56yPrsPXIACMbe6/KWFMicAfv0s/hkfnHvGDEzxjs/+WXPIjANyZmzzoAGmPYR/BOQpjJnra2o7xdtpkjUH+RuLN5OPcNKHteh1wcRk/5xQlANwOVweAERK0y8PgphouXnkCAOY14WhjzB6w7PvybrW0lXxunzb7jlbQ/Q6A7DhPyVqz0PqmISG8m2keovmPIsoCRrC+DkIzBQv9BoDJhCBrA0CRd5oJBnzhOwM13385SzaBc0BhA+ST8URmOoY/DubPDZLMFTPocULF+GFyr3ltwBaKKyimNSLnwRbwofupDLSB9VV++LtpKSNa/1axh/Fr2o3CwuhZEE+CYsYog2Y8oz5nDHC1/duucu717TNDbJx9/+uKGjbwngW6Cg5eYK3FRA248H7Wo8cgQe4WKdMuQE6FvjsGavHbVdlq2sZ5TgXFBsZpD3I5rJ8wpbI4WVt5Z0BCGXTfWc8D5GHUthLvAHD4YzN8zZc+++k2cg59Z/vs3r8VuOk2QDFBmbP55hfG4v0/632MqO/LznC9WxSmkrsdvnaM4fEOoGefjMEJVjHGR8vAbjXXSQtW7EOfgIEbQI8cC0HC/3lBZ6o1fdcAmOpMB8ZiuP1NGYbe95HvZG2Jn5K9t1m4JE5kv0tOK6tfDJBx4AjBw5Kvzlg1MD2BheJFHBg3lRYPfjQWPaJnplpuAuA2IAmiTABd40nO3BpG3UJzz0SNTumKV/07bRWfJKhJHOHMGQzKS1+VEwGPvfql+YeEKHeBGDD2/8xxCOxrHKl2gB3Uhe9nXySgGLqfNkWWcWswx2iugF0FUK79WJ0AAqTeBi+6ss8y7k4ODZxBB4B7vce6zXJsA7CWFd/gaNcJwOPK1+GNbuX9OnpvSzTzf+kXdCK0E6jOGYo6gwg6daVSeGvlnw3dysDz/h7jvNs9rmzaxAL4lD0awEwLmWqsDmKdytc58+7VrQTwsT/iPMq2qISGSWaiohJgOXZTjhPwTpV95Z2yZ3uS2Sn+fMGsfxcA3gQWElmSsWmcYRy2zpIEzGvHsGVY9lgCDp3piuGNc9mJW10hr98bCMA5+KuKRL3PFfTTgvgFmD22AekNLonsY2h3oFnXdRD20FlybCoY3qxs89LsVWjwWwD4rf4gM/k3xw8+3IqS2Eet/2/HS0aqqsL/s9poBSw6x5mUPGHMf9XZQwzmSmP8rPlJBj8A/QvWvbTpAEcnJfbZe/A33zVA9FbVnW4xzxm4zKePL/GQSzchJ9Fl3tdlA5zAx4AilndHz4/8nTOC5QhSpcKcuxKCikRsbmygPtM7cnDlc9uj+jZnM5NgS8eDdHpxR4GpoMZ+Yr74DtaH44Md/p+X4Hd0VZbODDuJPhP0VaY9wUzkcgJZK6+Q92/QBfvBe9fBln1+B4Cjt0No88gEawhqBMhWd4z/3CD7VCAwtgRo66Mhjt+GfY08aV+hA9CRSaE5XR3CK7GCFFwF+NBXJCzgJ8Zmrko02+A6m3YTsjVN3v/60ufcanWrqABwKmJil1NpYJp9aii+XRAJL607S/hfh7ejszeBV/xx+HpkfADPnGXb9NGTOqmq7QlsEl8z/nfLPXiOVUHvi+fb1l2dlSsJQHl+sz+xOzop1sdFSK97A+58QwsSA+72kQZfpc9Gl7K+Bpg+/1nrio2k/dy63TQff/gAZ9/F2Ln6+/p3CM616zVvyTgHYb9rO0GTYEKDSN2h4thdTrSPvXUqQufMao09/vQGgLut3f/83z/TjUV8iW8M74xBIrpoLTfAMMEFAV9j/11n9CrYo/1Zrer+kv5KNtHcy/5/wUMCNMJder928KmPkgowNpVBJCDaNs26vACn17tkxRVcevCxY6eX/IpNnyCQ7Jo3ScogvQ3L7EmKCNgL2GxpZbuobjCJBMQ4mxn5gO2jBLKjcxZ6umz8YHoJ4MSXQsOwCyN/SFjIvp8Es6GZE3ZNp8UHWRfwAe8FJ9AFV+tuVwfPcdCXQJWeOHK1gvFORPj22a773QITXRfUFZ94aYdesW8wNgHyI2PMvMNLd9fB7IHFAKDQSd6R7Bk6sH4tC8PnRVfbk9OJrQJC4AYE9zOekUvXdYufHHBZ79hXeB5aL6qz9CfaQsvf88fyPUmAx++y/RqZiCxp/cwr9N53f6bqbgLMwg8GF+C4vrcd6t8/vIjCmjeZ2gkXw+d6puTli0PWyQD/549//TymofFZFwoQcPzGJezzdHVwEEsT1phToJF11HckWkx1nwtW0CWLG/qYnak+pAWo+WoM41c32hYY/wJ7VrsQuyGkXP0HPgmOQTWweBAfNp1awgWsxerPdInrTwe++D66YgsImr/G1Ai+MDYn9mtXg0Y3CP+Ub7lvhF86OTFY192hpvE5VxQ/477kofX6FKOI50ZU2iYEPzE9MnfkkPGGkW+X/J973mKf17bFHsTX7sBu+wd6dhLmxj6sI8FCmbHJPp76rcW++ZB51NyaH1hjP+3jKdk7nGfO394gn/X/dHzsjlq86/jroxgOPqkjkyTvvv/++c8USsCrd0LA2OjYe49/IYKEd9eveY8tQ/YZpzZPLi81JhMahUgv7hTffY+U5LrG0H/dB9KPY6NHFsTe7QQg6b8j11v4is9O98LMrzv8JU60iYBg0tm32vOZ59HLY6/t7LcoT9fSAeXVMf/Ov3v9mfgH8V/yzMwNO3eW6di8HQBO4DGje3HEvl/XXHpUvqE7V23LbPsvttUiOIgvpSvD7vOD8X1DfruTGL/+Pl0YcfyVSkjmuy68SkHcJjTkvduld/GgKaicAPDR2d8cj10x4ja21uBw0q/iG/uJ2KMc05j3vgkkxABScZ0AMPS2LJaP8r0A3Om3yugnAJwA03Gg7WzupGFOjDUYIRmjnL36ZLKOQWPh7/YFXybsY8Ad5hiDU4v0Hq59jI7ZcBqDW0nUJkjFTjYj7ZXbCUBArfL7me0D0XCotOqxAerc3DKes4ljlPiMYRu9ayh6w871VHBkF6eijk87Mp6rnZ09I9dCYADnKKsNQF0tc77n/peN5jASBijBu9NC7bsCoyEAYoTPEWgnyrdZxG9mVIT8XUnJdz+qS0fBiRR2IL8Xim6uSDFgEYUhWpNJrjmL6RcAWUGi+ZGV1Vnz8OQGwH7PrG5+Goky4MdWHhDkAKCxoHqyqhGK2bRlSFWQvSvqARFFXmXnJ0C4yo59xNkY8Ifu69YvGEO/JilYaEcoysGMII0gbwcMoYWAxuBhjOHtakvitp06Ty0G3DEwtZYO6uVcrhsE2nMjOeOZDESDZQCkY/iSIWPHzC1z5T1nDx5aDMCabTSZSldQcFtzss783KeEl6hAssx5qvk7+OL9p739/deGJvsfXt1khpWbkQFxEPLZliDhLQUrtB/HACj5SMtG3ZUs6D1bBQe7DeFjoM0+wzBBY7eCBzjDKeAdVlRSoBMwPAfZj4Ojii3Wo9fFM5tzult5klCgsXVlmd83cuZUEGrcI7+RCaax98l0fZgEA8Ab78kXwJWxMoK3g+DIDNH6ansjUGxasqZKLlUkKGPko8bS+5VA1ire25l6qwCa/3B8cq7uOGlVGen5iecKFNZaN/+FpgHZjs6qM+DfirqrUnVkCvudBJk4vWNViyf1v3GSAzxh3GdPcIbKbtCt0EamhDcWTOVar/vQmQCrgzDjTMiRxDlrhyZ7KuOgrVkqbaJsBSqabnI4v0AHQQTR/FSBaS07U/kAeLtKen4nWVE94fkMSKLfuy1jOx2iHvdnzAMqVAtk6I/T6Ll/z07rNxzBjOmcc+qEusjgtZ/Ce24zPWzY8h6DkXF0consCe3r3zqa8HwMegCKOFEPv3t+AdZ9hqVsuhkne+cFluwMyO48+3UdDI0ZABP568ssN0NbEWEDw5NgMN0OOlOzbR8cbIK3mmPkq/R/7N7MrwA56fTvf22PtN1mHT2dbDTXtmlIvHNAVZmoI1+Rib91JMGGnWTok5QTTljPMnS5K6R0BV0/cFCzP94zogAYApBSadN6xHJSe+oDDtFX2qPYR8v7AKUBml65cTtkc4avZjK627MasfMG2Js/dF3kZfjgTYqzE18OHXLe/Pf9L/ouxwvoGfAnnW/gU5xudNxf6qXZA1eFU8mvXq+teslEtecMWI4fc+SNKhotW7Uv1yDQWDgjMHJDmycyWnwleyG8Nxn4w78/Hei5zkkBVGDbCchw58P+8NoUfx97avSV+e2PP5NQYvt+wAIf5UBS4+1LdnBbr1Uc4ciO4e/1K2OLto3NXsNn83liX4Co9VEHjlsXwccAG5d9WQBHkwN7lwANyc7oWGxy2RFUOC7YOMGkaeEXHltgCp47CadzNhv2VANFof2C0T+CChPISDVhbAPxeypgF8TdI4x+BoChVXS2BrudImIXfm3wJlG0wS/RgtamnZDLfMNWqzNWT43e1nifz7FhqxoXfwi6RR7eVSEnSKm/OKB1J5i2PuSV0Lnn1Pr1ZwVqn1M+rR7V63nWN/tm9RnnQfeZw63H2/fiGZZRBBGnSorxNoDUyRi+V7bL4DceR80fILLHd5LPxF9fQKPB7dhaW+0BTfSc8ErmiY5oHUmrcvzC137GvstYwgfea2MHcf3bQi/zC95ieWN9sO1t9ZxOhGUvH3k+69L2YGzowTS0P7//9ZozNvsFEyj96XMtf9N5QCxPK2Ffb5xmiwP0b81HAaj8ncBoodvDS+60MAUVWVcF5LNvHDD+/CTkcyfPvb4acwivRC4c+Tqy9NYGWRfZ1gR4jDAd32OPLoNOv9pHyaHwh/XbIwNyjIP1c9nzPAfcj70L/7MfWl+cxJBvfMeOHp2v67tAhPvfJLOrlS1+6ahj8834D80DJ9Hv+CfxQ/Dv2UuNBbW/PZQ5XdimcFxfAAAgAElEQVTa72kezvox8tj9/L3nnveEj6IrY+eZd2Zfd1FIy9bXvid569DbdngCMVpT+4PVuaMxrjeBFP9JSR3mF/Nh7jfuoYQi78fYeIy1EwR476HlyErz1gTo36Q/jZSgqFvNjw0YfvyCZHPc04vzwLXLuyujdC/2yLHpR442b77+EH+LrxH7uju2tP+CP9J4Cjir9883MAUDKBzier2jA8RZd7r8xX9unxX+HdfKNGEc+L+ddNVFCQoA02L4v8Z/jU7QpolMazvMY9PaCv+dpCK6c6jTxcFPxl/q87ij8cMznlNhFEfuO+ntTpR5C16wp5R4IP2fhJIkAUmWukOGhi/Z5+rBrFrs2nDDmyCCnr+PgBr56GdNBaxjFsFr//7hqpZnYxfKN9CHDgunAn0YEOy4g3LR4dtB4O1y9B7H2LwPv7gDwfeOdLx7NUBkxgmofwN2wthcp5/mh7kNHmqdv7Rc/NtY7DdfxksiJXZ0+39UhYo2sve9vEM3fecEf9m7WpfhDdEFP/WKP8nlYRN+P0/gfvZI08/rrPnqiLrvfRSw/MbPHkfZ9+CIGV8J7Qmcm3+HaAkEbxA891bSowtFtkDGvBgn0DbGsZekc27z4STF1ZRr/2x8ANsRbIHxtR7LHGfvlV79w3pR65lCSeblhMh8cfSmZEK6ji127PmMLdIJ5tln7Pf4ev6MIEDuHn1imUqHmNiurGGS3e/OZn5vJfefNRtbjQ4u0TXLq61zKQZJrCY8QCfi9mOgf9sP6DrsN9uO317aQO4e+UZ8BJyUI09E2+7Ugc3OvLvA0rrzbgF9B4CjaMNBXQ3SrXjIwPuvT0hSGWFnRUxro3Q58DJ4hgLHcOIMOQP9u3F/cxoyGUqb8yAcBipD+Y6fKIQOdrCQHeh5QUa/ywI6gKz5rQVw0Yb2eTZ0tCVr820rrpm4BewCO73BZ0ar/OYWAsD5552hDUP91U8HuqayFfplXck4eO9k8OuQdwDYIxintOep7/ssL57ahnRouGKXADBr9a9/7VlFAiyomMXoN9Prf5awS+QG52Xcp5VOjP8+tL0rdtrgZ06hCxUHk9Hxv7NWJbuZG5l9bSxrEzPHKJ44fT13n1cwAnsVaFrliB9oX+c5WBi8wQARctZnAgIe+/c/8VtelmyazZ7/ySG9fmRwcpV47hgNv7RobQGGYs3SrnHEs6gQSdBWgm0DwHbs1JqqAOAEdnJOVdONTEuEmZ5HG7XO9Mvf77PAcYxR2qlAiuHX1ReheRZMPyKTNhmCpAuEduZ0G0Z//EvvTyDEBjfr99OmOg57G1d6d1dwcVYktIjs/NmepPmywcE2yk4lVrGD5/L9DwekA8CR47GWuhUT9OExGD3/LgDczvJ5fe1j9tMGfgbIIWj2/bST8U3/P79Aren0JGagGJHx0P4NAB9++waeVnTKmOLsCi3fz0p4xowx1EHe1i/ZBaM//fvyR5H9A85TNQRP4pwvKLJB4Ixvgzi/tU28gh/iyW9dtRWcdFPIX1o8bRvUDgD/CEjZGYoRhcHWc3Cg+nNg9VEC0sn89RkmY6PZIEOeRj6dTGEbqxOQGfvBa/ickdh8FkAgzhdGD3v1AK3W2wkA5305w/jsod8CwJPhzbssiyeL24bfVAJjcOo6dz+Yynm/Z4z/1tNNr5PNV1/2mEPHnxUigJ6qXG4/wvOhqnG6bLRTxp5beysOhs4izgL912ePRDBF1t0JLOx7yxDJwwO+ZgJtd2GQZ0w96zzXDqPto7tarDPxsz79rhtsybNHMNsYjwOEw/e2VALkbeBDz6DizHOYDiJpMZ9qaeTHMbRnXQieq8LRiTigAuKFaRXamfGpXEjGseyZAAnSa9Ft//t/J6CDzhlnRYthnpu9obW5dITWSsCEOsvYqUmFlD4KyOlvr8Nivp2qp7XDAhzr849/3HYu4AyVIj0Hw352wBagO3b+LI+eabDC80yCpmSFK1BrX8Iv4b05z3eOAumqfxz7w8vjoMVxHhDd53zHSTsJq8WLnTAESCG+xD4I/8WGaT7V921n6t7OUD/VrJJdY58alPnREmrta7fKeoLAtLSVDlBgt8cr+RXAXhMe4H/sQ4OXI9MZi8enFnyWpyN3Z3xOkFFl7GT9/zZf9lpXRkhotN7zXprqD8lCAJhw4n4GL7Bjfo5qGT45wY+53Gsx4zty/QkQRgesrQtv9jsTpMo3DVx28uSu9/o1vuGTBeEzKaX4tVQwHjulEvY6ceE941CPw85lfM3/6N+MBZt9ARYNYytkfwaAX9vRdsVx3zYAzP7cgHpsOwcJFCRG9nzfRkfEj5d+0Bi8TnN0kPeDkrrnHj2iWw3GZiAJYJKfRnHZh6sWeOwl+O0OaOjb6Wjy6Tn2k8Yh8JTElgUmU2kJ/tCVhvitgFsaB8m1rItpPf6D32y59QaQ1WItcsK8NQluVOhmHsuJ3TXlAGcj33qur848YxqdC68ixz0+75UNVu5btS/jZ1KBJLnQ/kuwmnx3qsU+exybuUHEfzc2vZOqNY6J4LtOWD/jtWwN7QsOOEPPXg3+wpx1XSpbEjRo2vB74xJvYuirb3QPgOWxlyrBOC30/m5wmr29e2Lxk/PumZP+jXxxQMyyI0HHq83796fJ1//21VZ7NUDZtBFHc0QONIGeO//ILGwdbNZO+Oba3ypO89zxMx777djPal1fHdd2/gFy3yO7TsB4+FS0iUUQIPf4SWPfYOdkbgvkJqFz/Rk6PXV1UB8ZdJKuOQMa22ho3TiU3yW9NnZnkthWuJ8EsO8r7LcX1xLd237CRzl2m8yl5lvrYb14bW/Wu+U59udJrJsEoN7n6Ej4oZN9fztTum2dPctTnY6SKAjt9RMda7n1dBBs/ktnr0pYe5ManGQ5c53kDe2v3lsJAAd/665Mx9+zvR3b4Dd8ozEg9ioJQLYHJwDH/MBRTG9v1Q2QN33792Cxm2Civ3XyJ7RHj6fTROZNYmhk2coFY4bCXz7/oBNQI0sSUIh9R6JH9GAXHCk55E1YYdyWHS6qkMke+zE6d892j7zbgKeuJXFFv6cKPIn86DDseNvtBICFE/1DAdzYAzvG2AAESt4quvaBU0yS0V4xs8sOGsPOcmISYbHbvaDb2W51+q4kcyABWqrmTxW0nRbCX6eczx/6LQC8wfANAGdPxe647Us7SfFJJsiUfUWAN0edGeMeO9P++Pd/HHGocSATwKflv8tuU8EC+9A+/XzUgTHvwe7PH3bvaL9vx78k92iP7/rxXN/3i6JWUrqSq1+/Y6n887dOzGTdFPAHAzPWanqVcT2P+R+1vJ3ge/azMGJRN0HeDvBm7sELufa3OTBCAmu9dtjLpsP3HzzeR1NhZ7B24DMbd8h+wf89Y3gCwAkSxq7kA03OGCfA31TlmtufhxfHl60Eib6X2Fjbh57r4cWVc+jAHcvdjcf+wfiSSQLcv98dgghwa39ta//D37ZJRe3sb9bAutJPvQtP2n5Np8bBSewfkvg0N/uP6YDlnfrYOE2b1pFtv+uafo/+3f4bZ+8Kh/qRaDZH9XgY5yzs9fPOUXi2i7vDxR2gB8eUHH/5xVXoL/amWI677YimkwD/BoC7tS4OEMbVcVq+B3R2VCo5pyJXi+PFS9bbnrXUZP3FCDqZdAjyZJRpM+esy3H+SgBtRD0Omt5LoLONXTHNAcrRJCNkRQyyVfVogni0jXTbPWd0BwjKwtM2qBjq+16GjRRdn+HJrMWE3f75Mr7mom7HcAzGAsgQLrk8gNtvLWhuSudfvT769yvoNsN8AhbjQABQnrYp33sdgLBil5RK5QEfgGHT3IpkAM4xcEX+OCa5R2K+KzH0nRwyrnPWut43G6zbplnoFbDGGbqeXwmi/t7rQGB4AnIH8IiO9gfD8bRMmY3a1dYIOK+FpvPca7r/BQCpv7ki9hzBPSCM9tHTJrvBCwQgxv4L+uS5G1jGWO8KNdYq+zN7rNdPv7ejfITuMdy0ZpN9MzdeStWVUlnffk6fEZeWCnHwqWqk8or1wzBP1UwArM4G7SppCdIGZs1b38NpMX3mN3x9wH6N8SPDORvy+x3wAhqHlzcRAv7w/Ozwb4bqAlDZ7wc8/K7FoMt9RXM7uJOsICB3wAY9Szzis+J8vwJZ1V7Ec4xsI/jWckUK6qKvK2cruCPlPAp2RzNn9QwvO850ibm0ojg8ZGM769xGUNMIOr2Og58xmexnn43xTmIG745cjpHZn8s4Mx3J+Ap4L6eq15oKLImfThpoB/QHKNDzF/2M5mjSj+w6YHF4OoGD0KqrWFl7z00GygSbrol9/8DAICkJEIBEpDx3Qf2LLlOt3fTpAC/BXz3zVEhLn0zg5TzrtIekcjUJABg1HZgRrTWXf/xzK1d/BlqmcuIIlQQCu/MIDoHIDLaPc9F7B4DwCj7OwNGV2ldkBIYnU0EnefEGdk4LLwMc0Tmm8QSAoUmCvQPmTdDblZ2V0MW7mKYrYudZnsPb7h4jdUBkXdMVm7knewy59vIL4+8zQsx/EvNjPx3wpgAnxgoAAtDyVp9zTq3mRNcTPf9tI/UbSNz2GBnWQ90DVrb8bvmIU7ztf2REcEZMbDPuFV/CD+jk6PwESPUJuMW+zLrYEfhe+u4naHoAuErU0LPkRHSymZ8/ZxzhWCSDMw7qCZ4OKMIaJgC8rdre4LhUdTt5rfdJLuwKMNG79a356SOIHYpvT5BMaFk3/GFb7/s9emZlvNd7AB/kRWe4AvZuS2r0dGaXvThO2PeLEkRU6RnZpKBTrjvm18hxaMN6ElxgLneC3J43JAc055TegSHRpO0RVPqlP4/cHodMAVi1TLeOne++gUZ3oE8BJFOxG4Bv7IVzlmpsSniYwBTyWcnMbW90e7JuS6250/Ghk3nyXh3fslXa2AqasxN1xzE/dC37Nwk8ZtID8sCDZ2/NeZdZrDvZwOtctsJr3/y0dzYADI+cSl4GOD+p/OM6g1SlP87l3t9/Syusskf6cb/xMjbTm+0fvp0z7ZzgsJ0p9B4qHRrQ47206t9k09nfZd8zLu65E4AUcN1zzGRzdXeGdPjRfzmup+nbz2tgwMtmezUJyidw7oHE/5BNo/de9r8Jv8D1Rf/vT6kUyd6iQ8VJDP1knt/5AB2MRT/hL9H7rVBBhkauz/glr9DjYy+6kmtEiXbpOU9w1uw3+6sBG/tHAhU11ZF3sTWny4QoNO/HX1KAHT2kebzJBextaPkGgC17J9CK7jVd/oJ34f/QLn4sYgY/JMEB7cUI1ejy8YPm2A9AyV6Drr7yjZyhKz2rttfz8RqPaEND9HjBSl4/pXUA+62rSeDfdPQIXpF12AoOxss6Hds2Kuz6XBUzwy+tM8/F3zv+pXUcuXfkimmn5MV0HZIMhkZ9jY8SsT+QJ+7+mgSdWQNk+wL+uT4dqLJ/034WvUNgPP5Vf/7Krz3rOQE6jeUF5VvvH9tUgf+j2/S+ta/gIdYPH44W/C92o+v/+7OvI//iX2a97wS3Tly6O6pkLSTfWi68Rx/08R7QhgRtQPQ3uMR1orD37qzXMvecQXkpq9vfBEc7nbl+nN25iYQkpOn5sWGrgh4c6qztvic+Vfjg2GHfmpCgnC5gd2AE/mr8Uvr0gPs1p9ZjP33dHHUjnidJHDml8Vy8bwIuLpL9mApA/2nkGBVQ+i42YnQq9FcCwF3csn6frn3t9e541hjw0Q9PAi9yRPotcn4TiDQGOnq8LXqvTTc2rFel7NOrAEI+d+EzrEnoFlnM71oXjiOgEwe+RiebnECyWlVPa1ySGkRrZBKt+dfPW5l4+Y1PAjbrv2dsbqvno3vdqh17OpPorisEgOnwh3ynOrM7KVKp3GtIMg9JqdzfcuPg0NeieIdY9rdviP/L3BqDbR3dvKz5O1j9xU5PIcjYVz471D4SOGHWciu+iRtM16MJALPP4PPWP/HjB7t7ClzYZ+h0EqBSKBWsGRxgKyQpChCHJuAe2Z+9aNrK57LcSMWx99boH/EnBQK2Wb//UYEdls9+7W56LAVjYZ44cj3fTsLUdawDflI6nm3F8eKhP4/aa4zTOu6jCUeIdYdZ/L2/CgB7/WVH/2JvWUd8ibbgOgfXrUS5t7DqtlcWF5Vc6o6ov8V+Du1EY63bd5PiK+mMGLmaddPKBA/n41jc9+/QYK8NH2EHxifXpxPt73hI3t1HNuq1SQCRPL/xTtGI4wQYC5iR9Xcdx2P+kv775gJ2mP2RCvvYIqsfrS8Hs0J2Ik9bPfe6HNvEj1q7igDwIZiJvVhLHzt5XfP847WR3yNaL/twOt5Ca+Rl8JbqhPjYD+x577WZKNgD+gGbgIpkcH4R8RRAfDLrLfpjz+2RC99Q/vgDiDUvPIb4yQbd6sFuBUEGyRG83+I50OZlTMZFAJiJxg8IcYz/cRj5N44qjIJiFTAipmIyp93lMHO3KIuAyhkDFjKTpeXfpcDm78dYmh7Z6zxlg9BWUMQg+M3mAYzCwYdHMNoIAG+LhwEdlaUyIC+Kp99LhpiNxhFIosVbkr48uWPt4DdK77fW1+lNv2BBO0nrDEQ4Q0sBAvmMAhgB0ee3IDDauQAc6xZMegoOvlv9SrhIKAzfsS60eDH/6GBsrYOylu0byBCJAsRwg544EhjeAkz0N4JJAMm01BBQq8977pI33PcCbRSAuBhfAdE6GQEnpUHv15g1iCDQdYxeV399AVTNY1udS+jf4DVKs9epZRIORX+n/aG9p4ywPH/P55FwJ/MuAib7pAV+O4X+W4FLMRKU7fVVoAwAFeNq21XAKxgepyJGxtNkH/JerSuOXdp/SDnEAdRmBYAhAKxnNbjf7ZHTsgxltx7zCezO3sdA1zz0miOgB2jQPlegAzp05R90flsDsXeRnezZ3e8ZDwHgHyDD8BvJBd2q5FQAf4+wQVZ+X8tMHMbjWMnU+9aOqhqqVc768kszz/xuWTbbfmzTuiqtRrU2nXmqC/qRq0eQHzGCCKTo+hgr0S+hSapt0S2WOtZDARJOgMt8EwceZXZk+gGM/AbTq5OaDgg+rSuvM6cHwL6d3Ad9Gd5sg+hUl8pAW3UKNc+8G5AJvZY2ENjrZzwp1RzQtQNT93lmm1V4O8Z5dldX8DrRChnfmbycC8Xa6fqX//U3ZJ5o0O2RU42TDHjLBAcVMk8MU2TrGsF3K1YPWjpn6Gw5M7zVejPXxbHpFrA4FLRnemUkoG9nZkN7Yl7JoM15HMi2bg15J4elmlift6IxNF7+wZDL2OOgWb52YHcCbWvI7xoSyCGAh66HH45hXIkIHvfwE+BH1macsIPmZh1e0Irz1VqHUp0YZ3DbPMOrtnGPDcOexzFJi9DN7KXlYTqihM7YH7ERfu5toSlJRABcQiZj9wi6DX1Cf1ow6/c3c3PtwTWg4c+rre+Adt1CzFmks43tes/+Fx+KnnTzyNfTQrpa9R7HkADwk6XLfN7WcdC4q4bOGWUS39/7OqmoWylZDk+AoOlGBQLnIHs9h088+pLfDvxPpbNl6vfR+lHdcGyWOATHr5C+pzob/Q1Q0oBJnxGsuUqOv2cGnsTM7wLRFx/B/EU1fFWXHUey7GsAU/GL+PmqmhH3qDW6bVDJwuUPb+FvrUgayBE3sVms/+Woy28phX07omuHG7gcf37181bynn09coYfrDE2rr4nuVG/u/NNne/JUT0kfTH+o79G3mcfpwIsz8n6UQliGTsttLrdYwAytflKooF55gosZOQe9wCgPP9qjzrvZw6ddY7u6lZWjDeBze+svn9stR6mDJUvm3i4YH/rlZ8VKZHvJDwuIDsVUhNU0zVUHzS4ZxpMJyyxQld6QgvmxB5N56K/fWep5UzZphF2gJfA8mXbvOlaz8UJmAkevwmQtIglgJOn9yfHvLROyvs3IPcCWoBu5u+pAt8W2AAtP8+U13Nd/T42rf0rdTKYz6VznFAeuxM50b5NMu45M4uq5fVx/ioBj2A2Leu28g3brDCBCiDIv8ef6Y45fR7qm1BAe8HgIlUld8lHrf1WHsKbJDEefhh5eFpiypYmEXUCHO/KWoZ9Gw2fuoFIEqmhqVvKyeeVvJ4AJfzFNW/S22v/h1czitgzPxPWGUvrqt6PP8zpmZT4zAlyJ1laG2L9Afx25NCLO2VfRraZ50ZenQ4JE7ykgowA8KHPzIkWssg07+lJesCPa3s6NvWW95zOV9/Y3wDwyyfvetofl+84HeriuyYQQHJUB4A1X/FnbOQ9J7yf+wbl0Zmel8bOobgDXL5J17rujz//ZfvCnSDsx2sPLWCd5MH13ygg6ABSANxto9hnprYv1MmHV0BlAF5aYB8bTTJxEuCspyrR7fcgU8YNX7hj2OeWAVBjXzbeFn6P/m3dii9CEgVn4IZH7wCwqqj1wX+Tza11S6KXDJhq1627v3lgX4BhAO63/4WMwDPJPZN8PhXdm3QzuvxbxE7EIMlN40N+4q+8BQ9OPHOhyGKz/61OK9j4xhO34vX4h5NYqt3UtgTBudfe9/PtK+j/yekMPe+9F5nuAOr8nSB39GHeRQGPxzIYMmOwZ67vR66Z/75nSsUL48sLFiuV/Qc9zUfW0dm37hglW2i6mnQAGvw449ON0ZXii8w9c9E+O/JY8pDCigkGdUC6E8BDm+ghuguZF8BPJhijII7kEvuE4KBsyPDjFgR1AMR0/HhV73QgzThiElL0aX/EvGuaLt3gLbfZLbnDM9Dn2n9njfVcK4x9Tut9PbPte/BdfY9PmGNI0P1zRMvkC9POPDwU2//g3PNefGwq+j3XCWTl9xvfyncTcwj3zLruGPiuKzTvAHBouknCYM1r/+PjroyMn90daZo/ovfTCS9j/Ahj7Ge/0/ed9Al9k4iTBKYkJtx+QILpa6OBCaIv/b4xHKRfwU068Qt52112ugMK49J3BIA9nvFpzCde5zkr+/udOIRjDWPLSk51AYFxY/FqxQfYQ9Hti3dE/ofGbY/El0qFc39ee1HvEj/qk1jRxMF0XN0c9dO2GXK2n5lW5ppq9gS6gT0THZG/dayl19YJ1eeM88GIxoem45QqnoPR5jgKd+Vxd82Vd+DKp3jEPkUSYSjwSYLIJkpjX3k8Jtfqg0wo3Rqgx9nfYz+0zfnG8LIOeV5iSUtraOgjNM8eiK40f0/CQneicUxKSVffsygwadwmGJTkxr6n4xOsM+vU2ELHwqziPvq70O8bi7u+eY/diTnguc0PLx76H192DtMuZXk7UA3MxPnXI386dAHLNsMrmWo3wHlVM2Y9N7g3ijHMFyr5vEELk3Eg6hwoDJvjMIyD2O0+UdQQVT/VQsagqBVLAsOr4MeoPu0sVUW37Q0883G+XuCKZyBsF6SIMQijJdN+hPa3SXL2QIwVFjfGB4Z6DIXX+fC8q4UArUHZLKfqWY6YBJwdphtUhTnQeXq/2yVa8G2lDAKD8XVFJIAyGewE7mZ5T3UXxmCE2QD7DFbfzTo0gEc2TBTtbv4O/nkO47CaZ6ScCRh73gtGaS2zgf/jatVjQ4ytIKBzAjDtOGqjyJihuq8rtDoAvMo51D1Opb2pOWdvAID3jJzjxIdFSyitEs1TyUzf86Yx+PVXwLt2JAwIPSUBDXAS0MmS/H5mQoO2WptVYuLnBW9amXVCQ/MbGbveUwIvPvnh6u8CQN5KqK4U7ArqBmN1/1thbIpNcFfj+ZGV6DkTqJp1s4yIeOzA+Q3e3O1smAtzps2e999U3BwayDCUEhyjwsat5dxUmsyFtDKnBQz3X4kafCnqlcFpnp69jzyAVsgpfuoRBLNJgonDkgxuWoTimAeEXCeL6ju+a2fnVWadgdVOI+/zsGc/NgiWczFXP0m/dHtU9vD/jqGtDdRBUMmWJCflbEXLtVHIbZSi35b/1kEPqWPodXVSV6hlDw3dAMHHaYDOkSPhrwY2mV8DQO2UIM+oLGwQo887egEo+IL1jsFaYNQJYGzQNVnkZPDHeSGAY0Cpq7GGBwmEvkB4873m81bMHh0zNLl0cgMVAwJj9Bx9O0CY31NnfPBczdfVv98X0KbpGvAgILYDz7NeGJFZp8nstFEdnbEZunumG7YFc27+9/AAGwZsN0/MHNHruS5r0TpsqwjDu67YGh7O3JPhfsANM+O0Pvt+dcBYAPaA9b5lKgr0nAbeo+eRS5EttInqjN3wO7PNz9Btz9CFT++jQTYTU+/dhMIBjb617goRnEufkaN3FkLcuqJlhsdW1zmj+5cPyVg8p3XxZpp+HRm+1sqsjc/xcwbuPrCDXnx7bNThH+zSlredgLl7dOTD2DA2IWat49jue7F7ASXyzq1gO2ORvplqZBz08DJtsvaZ3eIQ2YzMEH22fbDWKQND9xGg1Xcak4Bektp8jeT4BLJUOaj9J3qg7wgwH5tYZvNx0jJG6LGJHZNMNBm4dFNhr4rGxykdEEI77ACK893K4w2AXgDZDCRrH4c1GfqKloan6YJE1nwAsgSGu3qgWfFnBfrP7iLh57UHDUaMbeE9PVlbfYY4wAVVWehuQGpk6XZCUSAwYM+x+Sf7PUEuzsuObNCnbcO3ouQ40UO3Y0Pb5sk6vhXK+AnW73r+R0BsL3h1EygyhqxBgvV559pv+jtyvwNOBEsYozPSh9d631o3qBvVzMFrPEAraxiQKQHodK4iuU1+4ybZwLuekxlyedsJqmpR9rVQXFAif49eWUA9fIpPSrXy2DwGY9jXAVY6CRQw1nt2hEpsmv03VTlu4StZPvZU8yw8wh7kedjgfW37H6uHb5mB/uuuDsjv6JD4xbTSDS3j51EltQmC0wKR/Tr8pnsWDB1wzLJhK/t/G/ebUKfHnoBJV8jPzQ0Umz6ScxOo7eczB5Jszt/GvxfvCLc4AdWPx5EnkakBCP/6jMmcsdfy1x2KBAJLlw59+v2pLOAs2g0wEbyji0x3i+g5oU+ROeesNwPEsW0Aw9q3d7KBCQG97koAACAASURBVLL+Vz+XJMkEF6PL34TQDRDkzp5HJzcAWIaHd6/yu8yGxof6yAjkEwnDSVYdv2CCMdkL4TU+BEB5J0k6kt3Hn5a9JvoU7vXiSy8IngT/0G73y8jBCRi+CSHsVf+sBIvsj4ymz5TDhua+9jGwDzgqgjMkrT+OzTIg+cGXsn90LwAmvIBOw/5GZ7QsIAiT/ZMxs0bdieUEWUZXGyNwAtsk8pTxSoUofKOfDUR3Ejb7sds82n6cI8BOAFcA+XQwa1nrudjYW/6LTgtft7+b/RZC2p6RfhlAPMD5BnMJvnXA6ze8SvKAFrPSe10MEJ5YW4N91wlesmdkr638mYDi3Gd+mePIcgZ99NW136X+Zn/AQxo3QTn2TeNXxiMKPzGt5nx7FSCtvb9HgOgaAeZ6zpsIxjs8DwcVp0Bl7DWtR/hC6zUBEycXxj5q7M3PqiAwLZ13HqvrGwM7FV5iyTkj9u5oFltmO7JI3+9eBx9Ke/K99hTolH8p3Sn+73bd7X/6759dIt9LnYSwhzfBOpWZHg8tvccfzn4ZzFU2flW4XoHk0tnwtEk3/CEeIPjWxSPI5paHfp3ue+y2XtcX/2yc+iS4nYoH6ek7ufn1l38GJEdXlv0ETa8jENyWes6unQG2P8iYwQy2CC301pqF33IWfGgnPlQR3t9OEU14c+zDkbG6NrJwz4lHRt0B4OlgMb4MOHx0YZ6Bf4lsj0zaIg8StDSO1s9Z38zyxVf59/Hfp4Cwj03A3grN9jgjJ7xOsprmchK1tUdk58zfG5daXEbz+pns1kUu8SGnlfP3j5ZPnYCTsY/8FqbmALC+qw4Exw9a4Obi5xNgnW66Q+QE7IXdzBFHYx+8vmnwJY1h4yzgzN0RNfyQxWhfT4pfPhQFl/67fHjjHVm74A8UA+U7pcP86bEFG4W+wY7Dj5YHg1vp3ZpTd/OK7srz+HhfP8WIfp8SruXnzHo3/2g+StxFZnWhBDzIe3SudH+ObzI4HfKYGBw65Ecx2OBjadkfX4J3wfP77+2Aer878cI3fid/vm2p8GPil3EUQ4f2T3t82FnsV6/p57TPVlwjDUZ/MxJstHvzZ+A/HLABkJOJHQCVDwIrjtqePWhCjmOCAPF0jkGUg6NfYnZghXeQAcIEAa/P38UQYuJpaZT3ZfrtxEQQppVamCiGNc91Bt8EbKEJPw/DDlVbOJrgEn6anwW4HhIAl/tPxeRRnJtNf7KVv78dI1JnKJkrbiA4htQK5Lw7a9ItALgOB1qPIgj3VoT5GYOdYsCdn998/vXH16r2cFOcSmUMOeAu4/QTKJ2xfECrafG9Qj9gNYqpg6stEHCYPAZajI1jsUIqDpw+ZGAjoFNxFGf0N/C5W5tpvcjclCAlIEjWf2/gNUISULuqAk9matZc/3UV3W8BYHhIhtgGeJRcIbpO24dP9J5q6xG8LSw0vgZoWDcCwKFPHD6MXJy7q+r0o4OC4PDfrkcAiLPXDKomMIET0XuDSmr40gDHJwecBS1lUa1nua+rsTyfb7xSUhftLV8iQH1NGcid/aTvaanEOp+xl/MC7VGSPYcYopPxo71lsH3ONPK/Zw8KGDitvq/h+h99lhLGVbe990Xfw9zacJjZfDOKu7OQdCm8yu/+6flu0LKzF1t2dastDIaMeM+IDLCc523ngrTF76AZM92gbJQTzuIrV5u27ziuNaatoIlxt7pgPBJEHssT65Ee+uOTU5YX3+2oqK7qi9E8hvUo1G2lgjQZR/KTId2y/TcAL/Rn3qOu57lUjVnPjCPcwQzd2wkHvZ8s/ypQqWuRAWTzXddzDspM+gVc2gEV94ovth1/Wme9gAtO1QFtJqOYbiFUwHXQUtfqv79/lcJbcVGtaTC6atEJeAAmQi8ytP9/xv4DQbYkObJEp9GDwv43OwNkgcwVET2mYvY8+/8oJF6E+yVGlIhSa0Pa8n0CwA12SFAiYxO+4DWs/7uuADaMG4PDcRTrXs51A6cgd3EKHbpucPZUKB69Ogbs2/qwQR3Pawdk8wf4ZI0VEWDoSz9pw6Zztm6HI3RKt4Beu4NzRGNzH8a5vns7Y+DItCFgkD6O2um6goEko6gN+oMnpkJE98qB8v6cfT846b7iOJgMPdrIWvwHjhWhaz8PNpmknBcrHXnmOWwGb1davrruj4HPB1qzl/5aX/dzdO3BhUMfkjNOZCFwP8kKJEuyl6MizjCW36aCSvw6coc9JjjrZ5wA1q4hbYbBnAncSWaO8XFVYGwixTQ0+GNJMMgZMwHmOHCDzZs/dN2LCXG0LK/te3vftMZ9RuD7rNDVnQjmd1nfbgAXfoySzz2nw87wNoYndkQ7Ht7zTU9G+DxrnQGRNRp32wYdWGwsZp6fAPP/rtatrAHzE13gpHvllTO4P/7LmVy5sx3BSQDB7kgGss4R++s/UqUkx1laq83YJTOGEKkgwU6gAsG65jt7TT+dqHr208buf16JOz3v7lSBvD4ywBOYIN+3YXJqwn+69m0t3lXNS0832eJwIKB66OG7jPVARnWSVV+XuSox4ls/29XBaQSAfcZYC2GRmtdhul7ErDr7Q/WtPqAlJAHgq0r36cSTcQwukep89C/OebqxdFW57m1bMNnvi/0l5hhjxn4H0NuxyApnP1S9kjv7bOjYutvBoOU8iVA3flocx/N/dfDBrrI/wkc8rL1/7/ztMIOOOjDY16Ojvcbf2F3BNoFP9J7Jc/a5HYz+vOT7GwAmaSBVS7oafL+V0IxF+oLEBj9X+L2OIUgHg1SQvd0i4gyrDmbo5tHpBGGR0x0Uaxuigw3dqhb5qn+p5Gh/S69n8+27L6HF0CMB35MgMjIde11jlD0tWu1ERO7fpJBgj1NlK7vOdl8UuH4n6cT3zqBcVWnbfvEHtpGfp6NpRokdX86M2/MYvdsyjARinKqMCzz6S78eeVMB4HfdXpsN+WkZ9/3XVUbactl5XWFMlSEykSS9Pkqi7VYCVMfhPGuaddmORh6n1yT+xJsOstLxHyqQu4E4Ory1HrHsqeCEeIUzHP2c8/8i/7q1b4oGIqu1Z5d+ML3tfwTFwC3wmnniOLB3Jmd/J+AH7W4BzOhZ09reRyKmPgF/ag7d+p71wT/YtjA+giQqZS1J7A397bsaa6FPXIFcBI9N3z478A5dHTL+JBh10jdr5P0f/EWyV+ulszbm5QncF8A9dKoWuBPojX9gW+cyN80Y2YSMaDzR+5+VGBAoSqn2oboOu2/3fkCh5vPIXVaVhIQ7gTX7YN0zlYm/AsAksHIEADxOAPiy6z9a5kx65qx3EFy99nYCxFmj774Pl/hadY1wsHtpgvHro/islk9/dSjbO/Nb4+cUGu0P8kcyhjbSnfjEHr73ICLwv/b3+BzaPxN8xXg2AaV9sLtf8fmuPI1/G2xPJy8/bo6f0a9vADjBryR4SKeadsr+EkvddJT1NR1M0Fb7LLrjKKvMLQFg6TI6dGWdxg6a5JGVw6u/8BHB237eVOCTgNS+b2jCNv4UXr2dFFmbXx0i7n1Zfc0eQX+OH81RFDwPvws04rVxIULsHi//i19HV3ercipWGUv8e1rH6TQzMSo/bxZNY2h8JvuIn/BAx1uCO0n6odjDsqjIvROs29Y6D7Y9kBiF3q/9oCW5rxnAgQ7q8fjr0U2nwv77m8KX106CDnguHa8O1pEs+UCG6dU0FzrphKVt8Rw8ufwzpcy0PFaCq6r7Z4wkCFifE/SX39x7JzpApt7y1/hrOg3oWY338vAdQ+MY5q5LcvzRnpvNngdXjf4FP00Bncb5Kz4mOaj4yP/WOj0BYOba6+4OhuoO7HmvgG2ciw5Yuap1SfKxA8U2HLPSYNO2i4jFJpksOOaM5QtMgFmX5p5PmjADGHKG2HFSmFG1Mdui6RCTBNo4ThB+3Idjm+ybgDQGtwBPn2jQHGzcjpQ2MAgadvDPQT8Ftsw8EbjbNihBWAC0xzyMTOWk3t3K7+8cUa2gVujfgWNvEIvvQMRmcnv5zGD3+VV6Vo8L4b7Acd4xgd13N1Ml1r3hE+w8jDmAW88jM8QO7QmAK4NCbbhbuZ6bxV/Hgfs5gCYAnAqaMI6IllYnCMgQnwIAyXx3xXENPEJ+sl+fAE4DUzOvg4DZQ340jyNkS0ASAA6jxGiAuTwmK7R5yiegzOBPEAlwQQUCgYheEz9rALQ6Jt1O2LRNWaWyRg97Cp23Maxn+ixY00kUY+aB4yYDf4OJDfAw+L3W1SKBzBCURRwwWwHyKwCMYj5nwDy97C0gp4VTr40dD1/gcM/HjbOKdhFSOuznNbdvmt5X6OGbwnsmGg6Q0DGVogGz4b1t2xIaXGfam9Xb1ZJc2wbIUdzjWGwgT7ubzJtWuOOAbBQNqdkAjiG3AG0cgbV4XQHcCuJXgsS5bQDAthof+nkJ9vtbBiDOtrP2m9GRO6xAln4JQh+QYKW5WYdJ/FlrMhUH4e0YeXcmpF7RlRJ5ZxwRrW+6gsj3SL7P4kEjOK398YgHjUcK+vDPJC3smWkDmOcG4fUGpqYjP3Bk6jcPDGfxPC1AzhlqOFaLBj2lAqvoQfaeTNNXT7ZTTPvvbLSpdDOlFW2hMzxeJSzNvE9ATXJXLU0rO/dtAfPzjPJv6gZSw4c81/LcZwGuIyZrFbKhkoj1a3kf58Fd6fbLAeFsPcm/eSb7G+d/3nOqTD/91ZXIAGje33zW49S4zpnjIy8AbJ2og37KW+/kCv3dbalFj+GD6HvLpmkd+jonXvrk+c1f/N4Zga88WD01rbU+OrED2eu0LYz09x9JSrWOht0GJ3s2/fWugX6n2mfOnGn+oGV2ZHvxcdEr3QWYr/RKAg0fXUxlqUc+ooQx2BFGBULpwl2v6IL85OY+w5wEoU5W9EXfC6zbPxq4nZ3Ttm2qL7LXqXrw3j545cxnfunxv2v/ViZ3ELhxIwkH0BJj7wADsjxjKsMCMOIs9KzNr4oWr9Zcm6DizG/0Kok3H8t/8pRZEhQv7+Gn/wjM9BxeHM1+6t8+ouMNAL/ryd8kiKwBtHR7Rien4Dcnt6jH6TJfWkVM4le/Y0gfkvgTL5pWdHNsFAcUviz8v3WgjpNNGcJn7KPfWiY2v4Ojf+0TmG3l2eDAhx4btwZn5uiFloNxtE8S0dAHmIS1af0W2toEDyp4M3adxXvriXbAw5M4NLr96Xvmr3HaOM5MrxU4QTYvjocBE2g7VUJTkaUx50znPymJZzVEe+l09yz0pfHIEcd7aP3V56XbWSpnRiUA9dv/8bV61nZdbbDniAA7a0qmRI98jlEnV67M8f5O5dNdZROcpWtJ2CHZoOntOHaGdZsX4AHjiE+FdQWAHNUOpCF7nzPhfzmYG08FL9xJ1q1ftE4koZ01k855MltSrZT1aDvzyL55aOOErlLCjxA7eDPtX3mu+YO7wvp3cAqaOAlQgyOxhzoArPs7kZi/sc/CX5nTnbD5Z6ciWldKj8bmVkLTVgjqGW9wps+clnzHbtJWdrKw/SPfpsOHTTcnsUL4QK3ovvekLeBWiLG24Lw+Yufw73cPiRnHt6H5F9bzehd99t/QRlf+MM6WpTm3Lbaf6MpViSboWxZKB8VRGjuyK2Ho+hBaix/jONXM69slpc++fQPAHv/IkNBH1g/7500g6vu3U8p0dpsAaMur1l2MlYKHKwHvsYszrvxnzM3P97eCzFoutR8kcaZbDZ6uMxUY0B62nukKRR6ND67tON1Dh53Xz0HilXlEMqT8Xzd+SBJwcPU6eU+7UK2b6SFn7NJiGX2pNUhCaAKXdHjoNWGtjp7ymEIXBwdM8LfP5n51Czxn+ejAojD7n4DSY/psv62k+gJZ0nXfewkAk4wx/uo/MJ72rjtdZB0zKz3n2KeFEbAjqTw8cmB8FxJV2H/wtd6vijBaLAuDs45NE6vH7wq79Q2/bf1H1pci70rU8Oxd5fgLo5+uJXWEmO5dur/XP3Zb6IBEOGiwK9aLa7yux16eADfJFWubaAPCbDlKcbo+HttW47g7cMmHtvyc++B56JaOg9iZjXt6XJvktevc1fHte3g7m/RcSQpFhvyR0DG0BQYQ36qwoX/MR9/eUSDQuPeIoscObPp9sUvGknlBs6JL7ACInjhFd/nSd4Ia7n4ivmQBy/9q2T3FGaZKeH34OMlIe5Zt66NOJGfe9tebHrdbZ+gxtnx0TZ5nfTtHhmBzJ0EOgLsFZK1/278JbZqeCHAZD/zflvd+88R9jk5V4G/iCrYRRoccvWR5uUl8Fz+MnRW5ee9L62zzxv8hAMwz8TE2Lln/JV2tJg5hfx66TZgcoSf5mcpVEjy6u4XpYPQ676WQ0bsxvtPzPJHBZV8lsPyrYOyifej6EDpBZezZKQT6/xEXad3SeDhjTTIL4/OxIJXg0fyDHMT+6gCw9E/8J+tfcGc2fHHYxNbjaZ3ccYNUE+9xPcjETH270hgjKQHHfKWA2BPPegWEban42nps3VGosX+uewzCeUeviyueZ0GO/frNl3W89PJUgJOEFtmhsY//6aNrutGeBB3LvU2AU0FcY4tfeEh8R8c0zePSJ0ND8D3+oV6H/0UAGGbkIa2cm0D1u1u8PADP9317JIUKqEV555lhureNMQsM0bQhn+es0P3HB6heRaoVxbHQh6QzZskzCzsBPW20HZ4hePfzNgHjNInhpB8CwF2l5jEiLyYgcYzhqhzQ/SiwNmbeSr1/OgC8Z3l0D/sef69/70sEHo65zO2ttMKAgQj0LDIBMs9tuZfsoWlVM4aP5o9D6wWGHtfJrP+Xz6CKIyT7ndaIOe92hW5XNgkga/Q2xPS/xxD5O0Wu55uhHEz6gFg51vUMVxzPD5XauWcz0GnfoPG0I6xb4NEypzO0EGTH+SLRZCOdTKu8eAFVgh/ZJ61tEhkQrDG2733rAPAfwAsQMoqR7JG3RcYBglqjcSJwhh6CGOcSfOFxf/9lPX8HgBNwn8CTEeSe8cWaR7gGgOMcR75oT22InRZX7zk5m5SxwZxoRVfAPgFgxDaBrASSxzhwZo/kR0b20hc0EcAf4QzI6y4FzXOdqXSITKs1mf2ABr+PG7/fu0Ku7+MawFQHzQls4QhI65fhr28d4ggV0Mp8bfRMJty/fIHVQ6PLDmctGixJEaVqY3mYIHYrQMvO7/0tY8jywgGqcXQg1jL/nHGTIB/8BPDosYQGFZjc/dJn6zhbw68Dnv7eytVe+D8MYdZcyUByWHYA2DKSAMcT9Dv3DRFdZ47IMTZtp6DLc2bznLG1+mR0zHcP7Xf0bIysbVMSeWZDfioy2vnRnSqolLn5bgx5sabX8qgsO2wIUOgL7cs529ZOlBugRl40teb3N1Pccv9bH7WslKiJTs21DoqgM63/88B2CurvroqJTFyA2mA2+7zJQXoPDuKukFCi1Js9jAxCd+y6bZuw04ZvAuutG7rd89vO/QaU2zYxcxMuuuUaLeI6AEwQyzLmtHa6N0Bzh1ZkwHotbdBEzr/OhiQ9pUOGEi4djJhM4j4f7eCvCbRsJdAe9UEGoudUOp2M5d7XXDMZlOIpJf58sJGxC+DnGXUm0ve3dc83nzjz70ob9kvywd0GRmZRkbpA128/ODROiNG/5u+MDePTdDoBue1okDmKlvtcR4JHOJc6+Ov58/+K/+CD6PlJ+qv3gZl8Ft7sZe5BrjNzMHTWqDEd9Ndy8O34oKcc2V1VDF2NsXo6wbM+MoM9zb/BborRT7HTyA8SQHAkxQlwAogyoiTbfmZYZ57hwWAHuohcazvL8TqwgMOl7obel4ckv0l07IqlVPYkIXFpe+UfcuCqXHt4AJ7uSruXHpif4YZlbpLS/E7tTyVLwWdkEnsNLNBFz1mE8K2wVuaoM9u6Eu92BOwRIASAoSx4WPrZZ0mRADljI/h3MuAnwbPbhiIf0efq8EDuAdihsTo0TkV2aC8jap1xEm8mWasdM9BVsP3u8+EpdzvIGpEdTgWrPgVPGb8fPZV9D09lobmuW6Zn/RPs4Ue4y/Oyjsp8TKfGJL/tM/F95GPw6uzo4ZHjzNdQrEPzvk6gzqLNvbOI4d+Vud2yDhyLHOzn+VE22s60ruCAnWRaE1WNfjwq/R87RRI59Nfz5imm72mhDY20HGA9sw/bipnEAj3/qrb8Mb7s1a7zW83zJkK23NSY2n7Q41NNP8Jc4/8w0fF/kLA5hNMtG72GIx+oTslZl3TJue0Drj1VRg/+ON/bZxGHsldJeFfztTwRZoreEMbuxGpjpo9ZOjBkewHHthy+CmRaJgW/3ZXx081pdKIc4tgsJxA1FetJCMj48DVE72/yfRyKDnOYbkTTSiA8tDI0jP37+n1+Obp0L3TdzzHek51vh/QGgHP2b9bMeMS0M7bg93vOpybhKwkcem8XIoiemKOxjJ81VTGW1Xercpz60Dr6VX93xzH8VrFNt3uQUdH3EnAKsuXobX8gws0KINPyvk7GjSHdXX2Qvbt28Q9F1yx+Qp9LV63eyH6/+qGTgfU9vNnvwkeGrXRVqkquT5e2oytj4h1/jnfPLRfzfONBY863heu2xu0gZAeA47DdIwASrI4OUCLi68AnucetMKvKzr6POdw8JJFk28UPSRo0icxcLl2iBH0HAncPV1etDohMDE2DL9tn+Sayu3hnAje+r8BSAmD7fetZsJUGnBbfqWBs/1TTG/Iq+xE/J4mcVGu37tb1nXQSe+buFElVf3RWqPRX1W3GQeLGJt0efVnxRux1VWyJ/tBLtEpfH0oCEO2/gC7Zl7eyjvU4skvry7E747+7E09DZ3bQ234hsTg4I/ZU+cu+a7uQImcEq4go94LjWMcOgJPg4H0S/Q3WF+10B4jeX/ZL8r0TQrMT+dF8eP+7R30d9n+SHHY/dU2w3HZIaJ9H3hH99GI+7Dr8S8jy7UYVHWiZ+5EFvrZrf9zSdm0vbIQOTHoedYQjPqEjUygqsOwMg0Gz3SkE/H+OLBz6cFLZJGh2tR70FB+l//KzG1PjAyCxDJyA3Yd//PjFq1q5C4SSEBa5wnoL5525DP6nGGTxSWhYY6QQi73ic45IYZ8PFjQ+Gb+AnjH41fcd3BRcjV6LHRW/EpgfXokMkdyeNsFTXAgd+v10ZBn8r3pIktFf2/5XAFjPsu14imfydDoIsn/R16GDX4m8rDE0ux0JIwvYe022k0sPP5RCTSxgOiT8lJMbA9OjfaylsK8T2eeo0sFnFDLYh+uueiqKy/7KlxrbbLGs5237NDj37nSVylXvEwmuk+AU31fh9pHf0EwCwmMAOYko4/zVpVjrSyeJ9l9qFZ3QrxbVZXd3khnyuMfN0oqnuvsRdLa0+Gfi36G16Vrpbh0cwTa+oCTzzvwVrzDemziRlmoeAr2eGIDmb3t9uxW/uPjFm5kDZwZ/71EAGEHalXKFCyYoMoQt0DIb2Idjx0Ew/djN8XM+Amccahrf/yX7eKpupwKBBQyIjUCz0BcRYBBLsQ0j44xgcTn8mspRnpcWyw8InDaYLJSZegKIW7ItgJ2n95k6GhuAg3FZuJQAOkGrc5YAAmENh0MUQ/SdsdjnKyLo82/OoHizk3hWGGUzCCR4KA/HOIeZjlGlccughYDmjIt//cdniNlxsYLnVYR8522S41ktiD8OTqa79j8MSpBX717wv5a7GLnp7l1vlENXZK9QMKyMcCzHLgIWumghIWAnGtwzcjMWHAGp/to9g4FCm+ug0fuuYNC0nXAgu62u7+9W0FJ+ehdC5VVeLTR1DQYe+9sGjgKipkkbrRGqgHac21bEc0h4rt1M2CijO5XozdZuegtvJosOgE27DdaY/dI8dfbLm2XP3tFm9Ci275dW4t4TG3ER2FbmEvr63C1y8oMwjKETmj/872DoSrIOcG2Gbwx+rYtogv1/nbM480IHOUO26fDMW/QsXhwBAvAji7hpg3f4OaWpyPpF4L8VbiH4AC0naEwLnc4gXt6NU6eB3CzdjL//ioPOhtYYX520ojWjAuh13PG+ziCEL4+srGBpg8LOpGU0tBM/AVI7vTabMbQ86G/WT3rlrAUGuWRT4uRH/hBEzPrD/+MQ0WdDMoBa+BD6p/VG8yo6qc8x7Gp8aAW+IRv1CgB/702lRYBEnFUZjEbpVkwCC7NI6Ev9CZANTSTIzE8H8bMnMaC0fJdD/gVlA+7ynHtdMp/IRCpi0L8ZT4CLZHHLMH3ezqvXaR/9uTLm7LkM1Y9H1rBBbt3ytWlO78VgRva1fGd9uuUxe3xngWaumVf4g0ovnrGtnSKDqFLT95KFGOr6zs+ZTFvvjeVcnMskzWj1yJ5Gtug+y6gn4QmZncy+NTA4csF07jM7vY3RGZLh+rN0vJ6Psws5SqJSG5DaHyRwnoKjl4DZ7t9bdcTzsm6bLAgmQb6wvo3/AiE3KIzDg+SnDkY1pkzSWXi9A/qh4a6G7ioDvEQbNItDMfJ9A7mbPAD+giYyxShx1pokjO7C0skt3nMfgaC9JsCfdfU+yzlgXtRYsp8406/36tW6fnQ1hnrvYwcsWK+umgjuxCAZnDUXdkv8Ywi5g80GEGr6ZymSkHB3bElgQvixsuyrQ0mMo92bM8/BqOhYUOWbtPEGA5HrzV/gGBy87WDq+xuLWA9Y1mpzwkvBwhmJHU/61SxS5yF5H28bCKP1TSw4GNABwpwxmYffGdJJqNiuKzi1WCsHdOZsuMPzDvLFmcQeSoYkWU0VQqks4llvhYAD5jLGJ7AU+t9Mb82bNnes+TkzsPQuLd5JgNGYm95jEC+Oo5Xs0dOjz3yf9NoIayqCNH5kaye0ci18pfsldyJvZ51ZwHN0S6rHU9mUwKevH3tH65eEN6o3NjFHjzrtMMcBYcoYVdbjQf90ckZXbB4HpByu1ZFDz+Nokzg7TYhel4PZZ8zB13Nm3HQ0OdOdxT2BRgcYwoMdNBBx9Fl08EAq2JIgAkwDz0YuhFbbVDrJ/x6frgAAIABJREFUt9qH0ktJ4kxAoLPXRbjHYTh4EFuXTln6mwCJAlZk8NM55XJweS8SpNRYsR9xZCrujgNXHbLCH9m82+k4CR2FOfneNDa2agfK84ybf3p9IgND23o3Djbs37OeExwzHfwItiPf4iDb+Xhc30scAJfasUxgTKs/o8fCn6bd748XjyQZditaM+dgTsZ1ultVu0a/f/Bv47w36bHXEnrlX7CSpDDnV+KP0DWan4/AcLBL87v5HJ13AlzCDLL17SdSa78vkW4qO1vfX234JpFS7ztybGQSawwmbns8vgaNTws2a/XZ0NgrTWddDZz3rNMVfAZt/omFsnntBNXfYHH42zbKtKJeW5XOLLuXt/wfR/yPChroeyjn+AbwP0muvvJO+yBCTBHHtqD0WkwQqB2xui4tGNeZ7bUuHWA6+OF79JrMtScZc7oH6rsOGPH9JsiF3hNEfAK0Ewg+nZ3ssxo/kXwWeqff+9GYdLxI8vsbxzD4501uIBmxkzoInC1OyLOwM49+njVof8nxz02Ld+xPq5DSq28wJjwdmjr+O98zCUjTepvOCrquiyqan5P8GuyEPAA74LjP3ifA0H6T0JXmO0nCE+xrmQD/MWYwstbIR8JZ10z1mPSLEh2F677/4jfcFq5JktkCmti6aUkKbjtDGrvrHGcgW3t0x+3XGLxgf/rYJ/JPfWuSwOT6QIwVr0rMEJIxqX1a4RnWsQNP9tUbv64dzViPv8lYdoOhjeHAfR2Uf+eqNbgD9HcC3B2cyFxPscokfZimpmJRv1OsAD5o+YqMggbRfx5XJVTpT+wgOg/m2TkeTHSvz48t6v0ff99gkUNr80t8Pdl/48NvbTuAKZrozk0m09G3BDTjj4k+wleZ6/IS7af9oZPEwTPAn53Ugl8UjAFdv51eSBo0fY//gedFBqXlvWjx7uSXJN43mbL9fx2PkXR4j456/ZUEpk6A/5MB//wrvnps5Csw531MonD7u73d4/clZuTPxs7pdbPb/Ptg1+nDVqOrhe+Mdwa7IL/Z+5VPwXvBx/nWuEhdTSa414VmrY/bt6PnccznecenK96YQJJ9ggv6mEXTiPapElLdGlz/K3ujC3gYN2tC/Eq0e4pXRpaIvrpDLfgnMjRESnJoYwt0qr5Xkivvb78b+Fa1OcYvg5Gtx+Z4hPh7hz9GJnfBFTTQnS0sg8SLZePqDS177JMYG5Nx5xhKCopWz3Qy7tsa/+Cb0V+hyyTJWbaN/CZ43Uk47PdlA5r2bhncBZQv7bRuU4Imeh96axkCTTsAHGIayp2RvA8/SnSelgPHlXG0Buy2pNAmUYGWzTwTtGD/nB/1WWd66TpADI6drlrw5mlRrJjzVGemVAtat/WxwP0Or/8ysu8shBj33A9gfAM6VrQyBnHAz/K8AWAz+3eNK2dB7d9nvV7+/RvrVcE4CxIDQJWzFTgcIj9MKYXuJLoogAbJtzDZAHCfAennVNYUilb3yiG/rXHEYNMaowzbNhQvQ9ZgAyJNu7fjn5r1+mN8Awahh3bsQOyr3POQdq5zXxvA0NKvyrRkRavd82ZZSJCvcFtj6LxrXgKg+BXE9J7PXHLdjrUr917AzXtHx5iG3xamtMwUbXgbBB7x+xmkqFVR2gPxnLMuFnQJUoQG1YIxGR+e3/cczloD2DaQbrplXT1/jXNadXMfQhQB30G9k4E+ivh1kPS9jIvgGUE8PVfz92H0k1Bh2lUrJhl4XvfMS+9+nQy0Ujm0VhWOZ6wfr1lx/1ccab+UAeM4+1BZc+zLL4cr7/2V+OAx1+ZhDOjzrrQjQeXik29AciDrBxCGouvKjsiPbfXYBgBjW7q55X+/r6/tIBVgXWMkuxejhTM2sl/ZpDfz12vwyWLJn//57zsRoQ2Xe+7rlOJcrmt/bfiHpyyPbWgp07kzaofnDcAjd1tJYry9e2o6xSibje/gaiou3pWVsXsnIWnOmyBwO0EdSLYhsBWs0Lczb20kvcA7htYlp8aItUEyDnqebcNkACRriwyz44ysPKOm1d1LK3emeMZX11lcjCP9JCrke6/tgFGtea8XTiy3MJovmC9gOzSdkcTIiQPy1UuHt8aICbDadX8dt1QW5bnhTeji1Wv67sVLHtDM1XQObjBvYDwaU45hOGdIPwFgDGrNy4AWi8K8kiMiqIjLWrCukYsAdH2nDiMLzGOgAlGu4Jf5YBy/f5LvMf7gZeuX0zp82iR6ZnFq0IHBYxv6IXjgUPQk6TR/tX6LASMwEVp5+Zx5EwDeBLK7gp1nRv5iVC+v/+LvF7+EZsPUL/hnqTCCkfMe3+x/ny3J9cG1oS+SREx3MhRkTH2yXbpLLcwxXAicww8OrE2M+j1rmve0k0z3LU2vQUhiE7yI/pDM6GAwAcelt+V3+CRJh9HDXjfxnHFL6JhA6XWGmuVWkpjcmaFoGtnKGrzB6V5H9Fwnl6ATwex91lifSZuXxmnYFT6S9TkfSAIhxiCtQHl3j9d76AnH5rn1VvQwY9E1/HRQhvVvPuY68XMHgKHNvCcBYJxlvdfieWdrjyxp26sTLPQcYcp0hkiAq9uvS7/h2DKu9BlxoSvjudl3rgsRJCLVgWAn+qGfvi87AHz2uhzvrDF8CD7q4DRrNHk1Z20jQyOXSK6hAgF+JekFXHtu9uw2kUrftwMtCcZcnQC/6D8dKaiElZNmq3aaV6Ovo8Pen+5ABc7qCgzRO06a5jk9hwCwftcRPv7M0a7Va/7Owc4E/Jseex0IAMdWzHyx+fQMKqXeIzRsz37fq6gTPNXysddEz44dfK/1tQ8jL7Gf2okFH3hOgzU5Lw/Zoj128s0xSLdtYeaB4zUOdP0Yl37vDZ2TmJ77FIS1o1ht2iYQxaPNB3Y8rT3edlXbPqxN5hBc5WudABOGsn01WMlHaUwHj5dmcFi+z1r9FdxoHDgB4GCZlUXIAL/3OD7TKlHyxTZVBxW+tegW3b3+3YEF/S9Zl5bpBMDCm9Zrxql0BrlnZz6WM03vN17PHhHA6PaefE5HDYu9weU4scFF8QUt/61NRoJNvk9y8D/9vg4Ae/0mEHNGPMEdEjCCt3fcvf+xx7eCXjzZZ/yJthQ0ajz5Bm5PAvgM4D7iIjiz8Xl3ymnaEv9lrpk7a9q65PI9tclm2VJJ3D9bKHYC57bN3qSY0IDp69MvpxuPtm8S+JC/L+3zdyf6ICvQS+bHaYv+BkLgw8YusSuWNlz5PRj64MTR46KrrqyBjztB+wSk7Ktc3iYAlMSiOSalbKTIxwS2w5eiESWfZNbt+2isFDlQAUDLrfFTjX+I8xbP+k2BjmiWBLDYLItP8Yt24hLJO7ER1i5hDPr3LRjqAL551nbT7uzi98wB+uxn/vJToLM5Aih6ZxLTtH6SH9/6X7bVN251VEqQOf5j5qf3kfCFzF96q4KK8QG6MxMBkeQvTMJJqsCzh7FV2sZkL/P9TeGvXSIrwUHe8Uf84odj0xu33EdJwCd+1+DerOtU0JddefsI9iigtosPj53xNNaN74fnHzt/Bo1u8/ff/1y4dOxLbJXQ8psE0QlQme/4dL5ndQAY/z5n3WetUzQiOZEksyRY5giFL+johDHOLs1xgNzHeh/Z+H3XCYfokW75/ra+7xbJGgfHoEQ+p5infXbaM/EInTaPf7YI9b2ncYieeQJ4Y9MyD61d7J1Jwj0d8cIL0WFr1wpfNT9n7zYxWvLtLR6y3hee+kBhJ85Yn8lvMD566Cq+zy3WOtDN2GptIckpsO3BASfgv5yBzYaP5ZU39hG5S0NwKPIDvsQ+hWc6cePlP401hYzx7x39MuoEXxz6KLyxNvrZlylwgy86NgDt+V+vYRJdW090ocJb5HbZzxWP66QadE/Hr1aeyhyAr/NvzjwePW6cdssyy9HC+bqni8HAZ+6sqIZcVj63fxY5knuzUshB7Z3osq2qHD+XtWXvLptMMv8baJLkwTGbCNB0cPjevo31EZ79Gv+t6AibOD6QG7c2vawe3E873nE+HXPxz8Ki6Gb9QB+w9x96ZPDAGe8Xkfedr1DuxYI4z00WtOvphnETPAkhL8CBQOIgPM7dce6xId4Agb/v3zi5cl+c4RPsmM22ASoDeGb5VpD5WVXZyKIQPTdAcUn5OrJ/tbSwYnwqJFmDXi+P4xtTMr8qS98LF4ORzQmAFCKgvzdl4zDQGDbOhpSzN60wEA457F2Ev4Zq9icEebJFpxp01/c2MNthJiFkJV9nUNgoq6BjZx5w7Qtg4vCDLob5h6E8PhkVbi0wIMjcFqSzhtcNHqGXVvRt0OIg1vr3GbE2nMqhmEy+DpDnvR3EfcfxyznL/h8FPwwFSGpAIIFLJrruayWX/ZJQSNDxzF/z0Nm5kznPHjTd0XKrz8549PllwHUFcACe+AkDZA8h9/wr4HD4XYLx+4PMQGgKgdkZ2kfwjNGix3WltO794xB68flk4YSP+tyKOJlagGctb0P57Ev8XMfQ68SQt+2E7ulWEa0gUWydlADO+rvAwVJ+lJ5b6GoBJNNmXV8l/9Jy5rEOGcmJ47gFAX1X0HqYrEDfJcD0OW4DbOnAEDlh9h7w4X2eBSNj6w308X0bQW2wYbhov9O+bQ4LmXHgGPReOTtyq5BDZ2MYfQ+Qc/Kt8vl1dg1gwkD6l+EzMs8Vl1M1Dq2e1q1/ZHtF3lDVg+Ojg6bQFv9axz180vPNdZHZJEpda7+q89qT3he3FLOejXtYtwDscCosUI5spRUdZ3jjKDttS8QXVIVMZj/rg7GoZ+PU9HhqrA04t0VNQOA5u8K0phEj19ep2+uIbn3XxbJQ/2N967wPWvK0kwb6a8d/9NOC0/u94YM3kNKA8Lq+nCzgBdPITKuxRnBJ9KjwRRvIrOVx8Hpt5ejS2YXb7pKs2CO3TgA9lb8JsKqya5yKB4CnVWU7vYydcB7KITGteXp+VJQyfwPnwSemjXEWn5ZoSnwaPMZzjhPmOP3AMPJ+hIbF730m4UmcmHaii4eik6UXcYx1VT3GjmiuDfJ8PsHEOoM1ezYO0BrfH4aJRG5E9RmvYd3gl7TOiRPFc5n2PboHfRasSvXzVhJqbF25zbq9SYZprZcfqpqzB4uTEugbDKiP/b/83AHG/H2e9w2uK4mMlyYxoXmQQLPHYGd/+EjvvGVq5rdBx1m7WT/d74SYcSQoYHLmYhrbSm59LiOLgFqc+rfO8tpWd5YzMc17MDrz16zFC3R7OQ6sweFy1HTS3aHjcboSUGsn2ZXgMuPnPieOSV6ZJ28jHqcUe4EePnzufcsxK11hK1pTd6Gzf+OcSQBW65cE27bTsC36PO3G+dBIrhtd0Ik738dx/otnvrZSkk7CokPzqd4erDoV2qLAJNoqIJzWmXq+jzGwogRnbvtejcM6nCQqd7W4aRU6xJnb+N909L2EVqys0W1/5FPrB84IH6erg9rG38uv0Vc5n7C7N3Rw5a1AwxECvZJMcTuqcSzEWfAa9kd2ak7l9MfZ2YGKO0FiHWya44XTTIqzL6ItB6+iUwngUbEc2RJauMZi7LE2ZhwM04WFFofW0RMsMu7Wi3e/RQeChQQowPHWU98epAo0fI7tyt4iK94EBRIcmg6zz9siUyNpfCJd04m4fvY41lqOrByIRDVWn0Dl6zzSO97uOP0sOxMHPHUCU59V/L678YXWsX0PyGjo+axT2dJdjaPrTEOTSAHeQrY1/qbSE1v7TcjPkSnRASS4UMWgdxIAbkx3kvjHdtRYOCvaawmdVDC59VCvDevCnjD35lPLlE8OtUyUTnl/XMX9YPem+/ZDxFab4wrG96TP3IGgEtuuM6GHDtsf0PSp39uBp7m9R1i8iewJnmcmb/Vl9nl1I5VozNtqqXQS4wfbcB2Jz/hRvJ6TcAq/vH4s9EjGlSfhA/Q9CsaMU1UqnQ4Wf1d9y9oLK6glr6aMXNoOLpv41vuWAED+o9rqtdfPea/fwP+ohJuFaNvCvDOfY7+yXr1+2PptE2NH6nq6Nq1/dHUd90hOLrbMW68Ayvc39p+/G32LHmvc+kflv2y6qUQbkeTnu4PFVJgdeqlkEDpEoNegkdcB7X03xr4THVxYMN1eXnv6lT/SI78SxD1OtWqfH/wn/H2wXQkP09G3xPjHwh/r0A+9Zg+Whv7lCwAnmUXzZc8uvG89ex9xEP7FGIyTv+XDjvP/+r/+Qwm5w8i2VZ6g15mkx5e/mh7PHlkeLA677OW5aDEv79kEvfbrQsdgCP1LgQjv89nsHlMCpiQmRXvvOMFfqeJe7NrVdl57YS/rVrgrsgI5pee/yT5vK+M8ZzvDrB9NCYXj2/URVtDOtvg/xT+W79PNUHMb+5EEhhf/g+UPLZZPDzzKnrXfto9EaCxwWiwb/9wVtnpO41v4Ret/FbzNUS32s05SGjKFsRDY1d/pOJZ1R1dCK90CeuVCMB9+zJ77Oz72tvcFtgyODubnvaeIy/bsnaTAfCVz3k4W8geksCvUt8Vdm2C0R7ohS0NTB8d9lMsRiDun9aHyXBLSSGB7g762dc6xTndLfAKERs7f/N+2wvH7x17S/1u/ysRHxu73en3/c9qKEg3qbFiNE9zj4oDvPdETk0z3N0kLzT90tog9s93buAY9oM4w3pfvC7eyt62XPWDPgxG2WyN6iTU2LVZ1/+L2GKWdqJ8AsJR6fODwMnsAbXXCQON+fL7GBJ3kOHyeMU0h3zcr+UP0zAuHiw/Lt31oRXO2PGxdnnvx43SC6K+Ygdft+MHH70Xcs8Z7eHX8ouaVGmt3f2nseJ5v8roLAM6e/b//zz//B0eURg9AOAJ1nPcYacfBMca0HWOcQXFt7ma45R6cl7fjDqa08TDZEp7w6A8RjBSSvsc4d9S/AqiZTIjxrspcAMqmGohMhlqE7gCDMlyboFFeDZwgkq4GBuzm3j0bhcAjhJO5hagZU7dMzvcPE831eh+tB3Vdl7+zBl1FBXF2YH3XW1Wx67gPaEq2jeaMAuvg08VIT4bnyWjBMVoZQBobRhftobyfUiyDAVCMDeh6TRGmYYaspv7FyYdh00Y5Z97q2gYQ7WjplsbsURwZa6jp8wYsJ+hcm/oKwqWbZOeIziLAN8DSxtIRoAOwWM+cE50fHJ0EVF8hcAIQXu+9D0EIjeBgzyKmbSPOmaW/ndwJjJbj/8z3q5DoKtQXlL0GaAdaMNZeINiK0rRT1SuZwyj1b9y0S/bnI0x9z5l/p1JGMXVVSweAQydbedcBBvHoewaQgezpnCCiXGAlGWMAqTOiKonkV6INwHId9guMzxmtBgPzuceY81z1fw1KThBhWhKyn90WE+egv/O5NlJ8tDzNvjeghhJaFqDYk8H+1xkL1+Jgo2XfUlNoruUfbcYyngEUQ1edcZ59rRbz5TBN4DD7ezL/BWi+De5nvGfAddYmQJlsfTK6s4azLmWYYfBEpsaRyrqROa7uX13RXVt4lgQQeIHkMczhaTvzvgEiN6Fh2hK2nkpHh1QNkCl+ALUyJx1EWAP4AOmphiYYfvioLD2SkQDyLyAG3KniSz/aFf/roN6CRVr//6qGscFOIO3TfSsb/6zQW4cd8xkufEAffPAesdDySbxkmWo6vCh2eCL0pHfSGsyydBxd8A0VDJ43Bv888HVEp9Jnq8DPPh8Av0Y2QSvakIX+NkEurUBDh2t4RXfZ/B1jpYOnzDJgNs6CJKBk/zq5J/PpjiHLr5FhGFt5KoFLA3mPNSAex62fzbmVHz12JQ38I6dMB+vamdCOhMZMW+EXPJs9SGWJ5ySZiWH0jUfv5Qy3dgz6tu8B5pfvf52AQAtL7RdjegPAlpHTtQXs1A4sgvk4KvvMRQJiJ0jmM92117u3moJGdgV6heHHURNHwCTefNem/ZzII/jmxQ/6knu0TgqcdQstghqcMWQ+cMAs7wj97/hy9mUYiQAwGAY5Bp3o/j6yw2c8F1/pupNk8gSmNN8ko6XqQG+Ukay16sAWyVwKQImmXGkw67WGaBxlZFNDrzHCpdPXQOZ5epfXxk6O1d2HB4bJThLUqHKCwDg/aDEGHqIC9xfv/NfXsUSwwvmUI6ugB1PFMeR+JKDOeBJ0+3O8VKYG82wA2LQjfpC++/aVYByOaV3bLbTdqq4SZcB+2E8aBkHNtmXCb+gKApOjT6oTjCptukKi12mmaL7HsZIOCXOP9cM6PLJXU6lcUEjzJMDTR4iY1mfPkSWxkaO7Fjs+9D+MchxRgzc9XumfaRcqBk3SyXbvQT6EVvdoD/O15UDkMQ6zv/6ZdoaNh061ryqUy7Y3uWj8PiInmF7z4Vl2oIyzUetgOfZ9tJ00oP/tbuD7NSYlkVj3hE81xeMsdpAlzq33BzutHRzgWNYP+oV/j3N66LR9CpHBOl8865c9vBM2sg+FVZ4Eiaty+UkOs4yqIyKa/7ErLNNm/u9828kFf9nGneBK9Ek6nsQfEl19ZNcwA/IAHMV78jkyPoOXr8JycHTGWddhXNEPDn1oWntqLDpO1G4tvy26J2n/23zjvtneE8Q6ZyhmdJ6DwlETqGLMLXPiL3iPgilbafCxfSTfx64M0nYe3Bme75/Fj4sJ8HEl2JP1IgiGzusAcJ8JTUeh1ve7/lmE1x4kAd8+sOkW0P4v5CV4R8+AD07gdub5JjK+9o4UtGzmI/se3tMeYxNdrUYrUNiBOu9dOTGtH06Q6w4A449hH0/F19CGHdC2T3KG9EnanYAS+I2jTvyu2c8uGOluSDmXOY5z88MEAsEf4J0X7yPLu3Wn+XsCGTi56VaGuoWWbR+Nv2exOAkZK+vi95RvJ3Iy/ohg9iT0rpNZz2z/H4ka0LhlxSRp8Vnr44wt1KhrFUjqM+sjZ++kMo3t4KFvbKIJJ9qV3IS/bs4KT3dC1Ummn4QyXX902vdeZAcOfX3fiX+/As8eR70Yea6P3hb6mns75yWUTueHDyeoW4VtDaq1LI9+dzaM3EjyErgVPWeauGHVXJckTK//EwDOZ5mI+cBVadGvLc+bvvT73SUn60lgApvsbtuqxLA5n9pYHZwVmvAa2X+wPwpUtg7+18G77bOEdt8KUoJLzCs6LHPcbjg35XDGqcTIHrUTfd2BHNaCf9GJPlN4/DSh12qb/a3/YoROAMyevIkhXbW/+g9Mt61lQ293ADBzxm8TvNbFPu/a9HpoD99245nnyDAS03TsmZJlLDPwdaHbg7esi0ZQ0mGB4Kvp7huX/kM+dzyCbhIEgCWTsHPQNW9wjmfm391bsQTxFmyc7pZp2mh3rea7uR8zjy0iexMoCNiHppNQ0vrd9DP+G/2uSuS2H9AlyIjYZVvYwky66lSfcRQMNgz+DvAXY6CVNRIr+Cn8TXvw6JMWHnclvdaN4h8Sj3h/6EBV0+mg1v4F5H7jBfaJAoTbfzE6U0+Sbe1RTRBfieEWFmtbdmIaPP7uJcFfYjkUMmgcccdkrifxSUciOD4XIkJWbTwr+NX3j1115M/3nNhOJJhm9/L8fdbb4cuztGjHV7Qt0FsX/7TftEZn/b8EpH/LEUr9s3b5HgMamzq2SMcc+r5Oxm2eig0/azCdJr0UwgJf/OH4m+Z4P+vgeYD9OP/+//7n/wA8I5gD4NYZiICIcqEFmIAD2eJUakQ4kdkjI/gWeghIIvsBi6H3BmJNONpfWl81w7M4ZIprDGQwhFq2pdtRoPp8HFR8dpxiBisrfXAqsYGdNdoON4iqhQ1Ct4kkBLwADEeKGJXgp50tAldq8eSWNwqStpKedkMFCt9sSoRxZ8BcCnCknL6nciHCOMakmBKZh4O5x36qML5xdVs3r8NkkEDED+UbWOmnxyya0Vq0YD6Oy1HcKAaUAWADRwsBUQAi49dUcd5idBDc0RgyZiI6CaRhYAbwSCHFiGmAn31c5R/nSxwqVNi5AtN7HuMxrd+2BYfe/Z7pxhm+3Vo3wc+MMWef5WyBwzM4skd4HOfdLNY66m7AhRNc9KL36V8yiVgbOz2hNQPdaUE0wt/sNN9nzHHlCMA1wNusxzUIc+8kBugXrdPIyhaa2uteJzt5Zz04owZ5gVMeuuvxn4x0vaccUCidPUdywJ2BYir6HbwXL07GZhJQ4kxoYMx7WVuDMstSFNjyPzz1K7GB5xxjeu7H8P6VqQWdouBfo+xKeqhs2BigqRZmPxN0SMYkchK/dgAIzsGsgVqYZT6r7AyeJrDVco95h+/bATvg2e2/4hTUT2d7tXwPyEi7n/BxlJ2N4nHgKjgKqIYmjwHhamGy5LLiBICR25ecMufd+6l73mqCY4B+FwNKaH90Mv7G+ItTkCB1Bk23C9bzDnhlTTAe/f4jH1Z30WXhBcjaVo3hOPSKLi0HqlU1chlgkvfu/pLZ/WfbnjH8kUuDZTmTgj39FeDhnQEt2RPNlSBO8x9zObL3ex+GLaPszHE9C+cc9NEB1DVmY/Q32APQIq/aCU1C1XGUFs2i1+JsujtQXI7Hp8sIa/urbZfeR3Y642n9l/UNaIfHspKLP3CKIR9Dx9tG+5YdqTTjfsleO92R1cOH7APv6mzNtz28rtH39/lBN+1b/pi/w8PI51OpPPTxGngkgImXt91jLvaRJSOPVyYloNW4AP3jgBzw4LsBGUomrJ6pNW56eh0GOFOPrtNay4F/ZMA6DaD/xo/iPy31i0NhReQyuqGrNFu2r0zEiBvMLTqZhxweqM/eoJ3GaIeXAtvCPBNEjYzLuWKdcIbeZZ+aXw9dSnTJdpDBMh9SxfpnkiMBjHUigdV1bxuipuvKaGb/wGPguvCpAiHRN5scEFlmnpoFb6d4448T0JogBA6IHUPkp3jJAaDRf3/noKDykOxr9FhXeaPTPEA9b1aPdWB9+ffP8+tiZ7Sd0kGe8HwM6Ma/PA/+gnf0ue2H0cndGjbOyD/nf6oCJphE8GBxeAI+1gk2zvOfWyyPvhr46GH90dpbsmYcFsEkwQcbtFBloo55kLtkAAAgAElEQVQQEh+LF9Pyrs9Y7gBYdzKJw0xB29aLSzPtKLv22Qu6LcF4vxO2PqcUPMM6v/ZkV9jonm6XaAz0DZ+qV+kdzn6PYzmt834FD/Q+jVk4H7xLsg7JZ3QD2MSUTV76hUtPRwo5JD7eoLWm1v9NEHjpVcuk/SIBaNtm5srQ+TqFu/XcOWbKdLL73Y7QPGXPsEVGvpgTHm75wVhfvuhOAH939Mnr3/BcBgfm98icJKP9mZyLvwB8zZzaboNn7eCyg4jErmCqYJJgxhu3a12nw87YtdgDBJuNdQYDtEO4E3YaT/R6am6uiDoJjuD3nA2vOTiBS3w+fommtcZlOM5aJuppp2Oc7LWxVc4aP5UV73rr71TkRh5w1IJNoqmiEO8g72mtzjq2M5XAvb8b2ZfrQj2NTyIf0an6Pfrt6LbCO+xHHPVLL8I3vZesDx3D3FlMwbfRtfaNfH+YFiaZoPVfHMKJsB4b9swjzkqwQ+M96NHylq4pyO1hnJwRHox6HOrm5fgYwabyM57k0fHpBcdlbTYpdvw50M1cy/yMSb53n5abpwI9zm30XO/Pi5+NE7pCtjpbgRM7wbuTW7XnCXAvXUMH+E+DnzIv/eh+EkzdtUS23lsZ9PByV0Cxl8iCxqDYpLMd559025nkT9NF6JVnnHmQiGWPz3RtrE4seiBjJ/BlfKWA5ow59jbrkXfk+6xBdH70W/uocXC3DmcCYHk6XGDzwecpWBIfpKU0flISCP8OL0IXJJAcv883WGiCFuHsaxgHxs0xgfYPjq0NfkY/MQcf9TQBvr/rAkGwD7pFXsA/+B4ODUxywQluTQeMtumRo31sjfbgH//QUTT4HuKn66BfB5iP/xm5UglATiz7/uZMWT2ycW00+gScJknA1xibBwOewo6qMAYTpm3s4E/ft3jwf1u+5jPpMfv9RGOVLIm91Dbkf/33VFP+0JXdmcrjPvTfXHUHtQ69Px06oc+l403yefFq47/gvQn4lm/OnXMkW7+bWUPHdM61wfUm0bG/ch36LzyCbGp93zxLEK99vF6Lebjvr0S5PkcXDNr+UeZ/MNLRextbskyfYH3WPXfhJwbbvD7Q6MM9EgFb5WCl7jQp7Dlt4P/W/hmf/mVfcMTGyPHwg40zy7ATb/jGe+I9ozxEi33EAf6pfn+eFR8s2LPjAU1HSbaMr5a9lvwSvolcDwG8FdThdR0duWeZw6snYXIKQIeC7sAtdDV2Iwk96B+KAFVZ2/7vjH3GqmPgvHYTo5mCJuQh63D8OYNLOsECnWEfUiUSQGPgI+ZEUUp4YjtnMq43QaO5nHv0LwnHSpzpWBrPYY9i4+ZIt9dvgXx/Ex69lw+/Nkbro+zcUn6OWmp9wL7br/of//5f/4MSIPMmZdjHxzcKmewvHM3jnAsGPQo7gZw4g3hR+rhv5PmXAXQE0buq39+qALagG4cTDkUCghBNBNhkIP6oUPXCa7xznTdLYFP/K4Duz6cV5clwHlCGMnoNC02ZrFiI9BBzzelkR44w6NahIpjDqBhubie551EA8FhbjKvOSglQnczmByBqKBgQOMDI/IuBHdDn6yYbsRnmzcDyvn2DbqDy65rs7/aGb6cpAV0EtK7tFixNEgv6/gyWwISi49cJhkHRQc4/szNu4hNtEATu6g0Y+dDd94H9g2XYqQUojN1nx/QbyLjCoWWwOkoXA9MCcJyY0MebxZPxTKsXK/hul3BnztkB60DmAgDv9QSA4TGe12D2BI/MR+v0Cgjl7CCBjgFfv4xtOxVyb/TiBO38jKxOv1O04bMsBxxKWXHIPRk+Wnc7dU8lRDnVZ1va8d/0pnEng30dchi22rd2iDXPASBvislfGsv/SQYwd+5FkU8S0x+P1PfJTI2x1YY3ew8PxqjfR7Rzl0+7HWeDsAVI2pxxwtjDMAFhQF1lGgEo3kHjVLjPUB8jovZ/FfYGgLnnMqRMo3cG6AlE38XLHooz3Kda61SHES0xkf13zsaujEOCqe1kQr5iePg7Z6qJAn7rDQzZjGMAZ2+KgJ7AgY2ayUoegNOO4gPQyol1AEAteOh+WyiFiQZMis97jp/TWvyjs58wHjuLDAfyAc8fHWCUS8aR9CAjqh17L2AXTyKrex/fABly9QruC7iOfGJ9kDHtoEJHE0jk2Tie8v06qdA/bwcAGXJkTUf+3Jn3XVWxAcF1vDkoa0NrGY9n4JA4AR0Bd2OUIFLmdd17ssO3bZf5fLCL6YpnzCvb2MFR3nKmjYDmVUN9jG2/I/RxfuYMTxI/2qHv8c+9/a78vtW+L17T99qrNwBMK8S8e4zaOsvaa1W00fPgd22BsAUB4F5XjoiIY3Ocn2XIGAeX7Iwz5U/nJwE85n4ZuHLwWLElO/aXoy0B1OXPdx37efAOxjnY6iS+zHibXzJn/Re9fPTqOIHAh94ny/ddSegIGag5YBdwVSoOqXCRPp7WdnP2oToCgQ5IMOs5sUfX/n1joCop49qWtFReQ2PQ8tjCfkw7JXpeLy97reXA+m7uM4H9EBlXpt3FILD0cTwNbSNjXlvmTeiyXTCJYsxXFRQtHzP+uzTt+fOHAz58q58k3eZc0sxvsVn/rUpQ7gm2D428RrPvoVpeSVLzvKZ3B/A+HtJi4qANZlwcSCtBZFyeqyBnHP8RgSE+yUk79mdcbfii8wj2UYEMjb4YR4Z8B0VZ90PLJbOM764AcJLKTuW6HUaa5jrZfKzDP3RG3AaANUbokd9JlklXpYyiYQDriVNMui3tmrd68td+vkceMT8C4pZ/E0wJ78wV6ORZ9pYL7Ux35bdLvxIcMT4gcXjsDJyucmDERo7dDb8jdKJXTZR60hUATtJenv/+aK90h/wGJGm/FdhZ0CSOmO8qgEYVVx9BYDrzeMIf0BWBCIn//o4xaYx9BBLCzXzx/dfOTu4hER6/QvwGkccb8Lo7sZzAmfHl4lO6vLQu03toYbhVUgv0VDVBgC9j0nfReTj/CBizFmcPpr1ibN/oUi+1/ArfH3+c/TfrA5azvVKVln67bc6ML/ZrZEHrLXCHW8l/D9nE9JnBBAwZh202BZJnP8EmVLCdBEzJg2G8TvS9/R+puPL45Egf/Nny/ayP1kKO8gnU8Dk28AZZR3aMbwk+RE50sqfX6OPbK2BTAeCWvT6bsvYEOXh369jKM5yLZ77fupEw27Z7zy/7nU9Yu65Q+W9X0lNdm/Mbm0ZCU9XVj0AYL6mzdf2a0blvsEB0fOyxCgCvf2TmMg7eo/uqih9dfWjPwm55xUk0jx8wNtwE4SWjbPfd9udJQNIaVVtLptjOWK8jvkfTdvlf5mxtB6aeIxOyjtkLByxbgei78e9ZrjzECvZrDEKghm5/kbLhc4/xJE5GppMsGrx5V6M1vXQACHlIAPgPe346gKEvwg8NQreDSfM3/Al/NY0eshoZhb3l1peeR55P0l53EkOXrexnTSLbm28TNIydlGdip6SyXj+Mz3Q7+0PHAGj94OuBakxfMnATdtY+1HPb9nrpoG0s1vPs/+Adzo4NTa3ThMKZ7oaTtY2utN3E5YPbkMGNg+FJ05GDG5VM+X3mgIMkNkHI2fK3yv68azYVPdQtmfuIhINj8B9iz156W7o6QaUEgGevynfU8urIodkY2xFPEEkJjiQ/XJhb72FDlYBmn+7KG6/ztEbX/VR5Nwvwe9s62bcgZq/1D53WCYqxQ2//D/uK/PkVgIv+pIJ0cFKgjn+Et7rq8PCeMdgdOGu+1O/ESNJdY8fWa/vaVIc3ru5L05Gr9q8rgJv2dgyLYZyAJL+a1zT2mPWx9dDyv9d8rmEveB7dAtr+eH2KYKfugNq8K17Yji5pN9w6sMee9bOwPDyEH6j9V9xzHb03eyfc4PeV36MTntcO/WwR2UF53WBJnhy9swmHa/twZjaV08dOmAQOD98Y/Lt/uu3tU+u3SpyJf/JPn5n3xoGX/GCr8E59Rpv15qde09dv0M88XXu+je/EIF3zyt8zhrK9O+FadKCvwF1HJz04JDaFrrs7F4AB6vHzvG3Z3xXfGk/8NOnmpB/wATHEEwBm8HeryihObtKEcXQyGO7r1mz6rBW+jQEHgLeVxf8JVL/Eb3E9bU2OQpqe3BAnjJkFxjERp2wbXAjNgLUinCEiMrnJfLRCmIAaAdVV3PnubmMRDeF1vJ4fgU11BopGG3BavH7v4n1sMhlGOLFMnMfY2QzKJgqtibNvCdDNGUHFWvOMOHY2YzEGoh0400KjW/gt00xgecb7MozGQmZr35PrIjTaAf8qVTLI3uonM52UnrNCYjh35QFrg1HZFZ/5LqM5zpaPKXBAQ3MEZFHKXsvTsuU2Vnl3K7EzX48zQlP3q1XdxbgVkPnO4B6BPECrgHh4LgKTde6M697TQ5djVGvszad/ZsZsQoaeo/UiuUF/6/f3DKWuLnpbyCbbaDJ6x3B6M+R6vN7PAZjmUScexBx5AQAdANqRyL1UOpxWOOP4xqDErDiGj53iUaQ4IvsMK+hH6xcDcM9UOGDeg69N9MTCP/oh2aWDI95/gbdKQNHYtJ/wy5GRYyCxDv/8EmCclDM81wFgz2UyZF/H77verDmf+3nDkys7cUQzv0W9lkMVsOd5r3Ls5wP2YwxuhjuyO/euLNYa/h04MRAReH74oZNJeDdOpuiwPP+yMdX6XABkphmHNu0Bc307yNB/B1yUoX5XuWwLk/DVnbVtB5yd5HveRGTJOscyBwzLT4FXpvlZ2xp3ZP6ui8GJAtxfC7xOKkB+BoTL2cw7REM3wGqAcxzYRb/HKSOyFmZ52OGV64wb4xS9R3D1bUF/2sCYvnHwJvsYmWtess5KRQbyyavnyqd0IiBDksqoNjDlXO0z2JhX1k10ILAa7BJaDehsZ3FjI9815GwdIBk+SQAJpEfGLc8EoyQgHF4j+PLun747AZJxnsODzftthDXNQwt/h7/0LPQR+9X/NsBEnpnGP4Owk6n6nd6LJ0HDvPa05tJ1OerjrmLZQPk67jvxA+eA12GcshgfBKDaEYxOjHxYmeSqP+8xntVtD0fiFfKn8e2rq/6uZRitjbyHcsB+DoBf+/sawvwdIyyGN3Kbvde/3boM3c/e3XIvnxKgaD7u55kOB/82vvb4NZbB5NqvZOrmmJY4hIJ3Lv1X8io0/lCYsdbtbD5yrFp1hecxyvOMrM2tG9rBxpppf0ULtNyM7LkT4TSu7iRCpTo4giqGtit6Jtf+SV6OAQ3tmB/MPAmMUTGNQxJHLviRZ69zco8UgJZpwXqNozZd9Jv9nCtsJ6UDxt/SwjixCEr+2i/mds7A09wU4NUZ3N+83wrg7GfO5utEmh5bY0zOUPIeTzCKcxyp8EFPXU4VZa6DEQjcWm5vYCdOtK3+h95xaN74RFfrjOPFKVRlaB6na/N83Xp2zzrdwDeyU3N11yHLw38e53RX17wtjHG8/ok/0UtxWGN3d6Jyy2FwjHAAPNR67FSdfF+6pZwTWtYfELqJoxAnKPQHtrnPDJdAiE3+Ov5e3sWpgzOTTh6NH71fiVEY++Ss+23Tz/ctP+GXtsV27ssfb0VW46ums8jhbHrjFf3d3UfA66la2XPkYVEwYcttvjMu1xzH+XnolMScsbUuB6DkirbMsmcklzC2K1iFJ+8uXGct2cDnX2yW87EeNX/0OPnetFcBYPwdWetJJpgzjjU/cIkDXN//3oQfnsu+ubIBASI6mC9+2T/szwZsbr2WvZqEi8LZf4dnz+ffHJM4uDIB3AX/Yf92Z53wTbB6617/Xi1IvVbj73ClrGhsAhvRUeubYI+7BSm0lAS23dDmyV3XbUUZWhdfqwVz8LPpQ+v04bzoeO3jtLlXoEe4dj4nkdw84eShwbzj0GWPNgEpwSJfb5y9+hjH7/o2knybM9w5FzBYRDbkTQcThPGxZl+y7XRpaP3BxHJ2Ysaw+D5yNIk0T+Rn6Fj76spcJ5CDEMZOfxLnWEd48k16aT0WbJFn84NP8pU/dDoEN2inWs4dvFv2YeYdHPn62ZrXr6QX7c/wh28fbPMGDfNdxo2PjMTLIzS0fuOn3XVY/wlnkfs5+Fm+X6lg17PdQWpopW349g96P1UJOT/gUzr9ialUIWm7X/w3+PVcP8EsEj7fCuzMM5Wp+fl4YfYtfLROfHiwMTHvaT1AMhr2f9P0lTCjNRh/hZ7jasWhF8mzxg28Ez+a3/scEebjAG0T/UnHLgoCv8/XfVzNn4GglhOx/5Bl2LoEPTUUyfMESYf363zXtu+k47sCuFuC9/p6esdXvPIB+zo+JpJjN3Gi9UfbD6+N5+cPru/uVB2MwuZnj7H9OwHDdDNHQJ31/W6wdSC8OuyPbfBLLwbnicbT6eSPAPCh/vClk8KMexcbQMdZtzuxIR1xkjh68NbT+VDD9LO/wTQOOvYJSdEzFirwa2jXr+w5sqi7+rQu+Dv//dGHdXwKPIB8cDKOA5GrN9ABvwrxwHrwAjandeXYn3T1SqfO/DT+zD1323BwuHXld9sveaznaC0JvJNIqDG1Xz/XlbLX37LH6sxg/JEaq3Gnjlrw0WEZ62LG0j3fh786T3D0a9+3HSiILyVJQvPjKB0vzNgCre/hKzFAz+JXADgJCsG0Hcd69eMp/rGQ3Q6sTVsbG1gy5DmsZz933IJ/R74n4ePmmfjIjn/oEMg6QtpXLr3VLcp/+czgr0607mQeKq27jXnjb/OSWkAzFgc0H2eOMyEFQKclhV56E8sEICrzox3yAEK9TE42C7HJULbgKEfQEdpiEjtIQgZdKUKbR4z3EA39vtfwbQLr8XQQNvPOALrNIYrQAKmc5G/GDcb129bB77uCGnkTFUthvM8RNYFahFAbELq+leyfhkacLckkQLBsVobu73YwTa0AbYOUapHHWgrwhGEr43BarrWw73UjQ1LBr26T4mdi7DwGTr7LyA4IEmRzdVCciAASaIHWUm8GD9mGjKlbpNwO/6+lLxn23xy7hSktYCcMeSk1P3cCghJPlNa/LVDXkZc+fxr/e8YjVb6mCQIQNhji0YjyfwO0YdPTTnYAfRu4+v6tOmqDA/oybYj2hscaEPc6SwC1IDzCw/t2j6/f3Q6oVShrGN20GB4nQIh84BrtCWcc8JnXfAIpej5nMHEGJgAKerZTX3LrW9PT8vD7W45IraodAKz5GG6ZT5zBKK47kHF7sFEinfUDfYc/s3+iD79U9DSVtA58WFFPO70JAOsaZZmTEYphaLD+PY8MpZOkMPKygSjjameDZKPnJ0OzjO42MnkXgI5263elWeZhx+EBjru7zO8ELspB1wD6DwVc4zuB/QHcod09pwd6OQrdmenSHWmnryVp4+VUZtDqscAG8pkZkPxEcMvzmFa5bUChI44RgnH8BADh6T63muAvyty0MsKwM+6ZS7cwbLCn+wmUmme/NVQCx0/9aqEb+qW6j/14k3cwzERvyP6MNUTcRjhB2P38rqTN5xPImtTI0/KPQO0sfuso840TCO4zxaC98PX9XLcIHaOSOf2qIJL8JQMTvvlVgW4c43OZgoecWf6tAf9pLJKX4CPTabU4g//eziHsdetVVfLp+n/84x/raPVkE6BMAD+B0nZAwxvm3XFMo1djnL37Ftl747Vt6Y5jD0dOB8wOBtTe2ABdx1wbz6IScF7jOwfjFPz4PoTHc0zC/LjywzM6tNYOKIQo72K+kpdgBxI6eKTWpR0j8LO+x4kBf5G523LZeGnk+EkAkLNC/xsDaqvQYwR2e8r+XXsseqFKK3uWRIM/dOZ8toszMnfAk/Hv5+TEQcz95gsIYG5uA+0dn0lMfF5YPnJF76MN32ZtKyjRppppcRwL0plUW4BP/b6ZYzvt9HnkwuJA46shHvB/8Oq0sJ3KQ+R73vEnnhVdHAeudYECwN/Zd9a9w0NjbQZ3bZJg1kct5dagJ0nusoNEpROYv5JTjt63RjItMBYZeKmqlwG+XVpwBMTg+zNQYHqcQCQ6rwMN2ebtOvEv/0tH9ZDJvfpLc1dFcHjyDp6bDsZx2gFg5Dvy5RighZ/cVu2LN8fBe7dQZ5/d1vdJAAmGiN1nmfqtTRIklrc8s9HBff7UW+3bicxHnIxoiZ2ytuXR50ObVA40PiHA8I9/LObrADDroFU7gYR5B3iTwLjX1nJkqjEHf6UrR+jRazG8fcmrWaPM6c2gyPNwEmq6bvd87Ks5U0687UTNrDOJWF091rpD1zT+bbxlh3J1LjlOsknk1LMvbFoBYCpPwEy3bA1DghWODVjJir2vHqPP9E7nqA7gInuMl/W9A9AbQGjxaJ4u/wZ71f82NmMMHmthE/2NHlCnFf1g3/wKADNX7Zn9Gk4QytMd8JqKKdZq576VbXlGKofTvQf6IHi1x7bgyM28Fsf1fFqHt/OUROFTQYbKHtm69ml8B5GfcTAaD438Fn45iVwn0BY7TT+b0DujAkjY3puOE99XJHdtkH0rspnPG6TCr4PO6QTAW75qfW8d2skLf7SwHb2JvZHA0t5PJdg5Rkvjn6AatBdaivxEj5+ub9IhU7Wk61599wvf4l/JXocOO8jzJpdGvgp/pgUkPxrfX381rQSPS+V38p/W2kcmCZsWwRKAPQ/8no+caxq85e92stN9CXCkhSxYUgTTPqy2fR2QcxA6OgSnPx0UQgd3d4YEFof3JIu1zgoA11zwZ3USr3XAdy2JGsaa07lJ6649h5eNqeio8CQQtB0Q/t/1JZi/2Cn7YZ3DmHGMWx5kHsjWy84eG9vyUnLDAicBzNg26uyRozGCbaKbOhj0y7459GKfccZ3KqEH42VQfxaK7L1deDQB+O9e0ePxM8wRJNifx3IY/Ol1KXzstfzGv3Zl7hDtxue9GK7ncAd8go2DcRczhX4ngP19nQS3P3X4q2uydyvDhX047qgrwY8sHh2Df60TntsHrj2jg6LnPapAOnITXOm4FnkpiEsnDbBf7KX4YaMzK4D1o7KMdYMmqfJknvjsjo30Ea14SDYbRyRZZog2T4J9jf8JADeP8e439oAeTWVdAlmNrdoeQT/1kQpdqWp+mPvVmp6YgeT8W0WddR9P8mA6UQn+M9PH4N32dffYCDTRtltjafwAb/9dAhMYr+UwWLkDwKbf8e8zp7ctLTQX/ZDuT/r51QnV+k9fm0f26EBdrwpXEhXugGP4M3MKTwTL3AGyN8isobPn+O/B4LaJ55ngj7WH865fyT3452KPpkArsiJYBjpq/7mRmo8r4+jRJMF2/MIBwZGBxydl+zr3dOC4eYl97uIX1j7j+tOGa78QCSzt78DOsA6spERw+ftOZNDR1d9ctZeWfIVX9ugPxfrifwXPiM83oefHEa22i9YX78IO2WvQhfbrJELi33v8u9XNs/1F3me6rk1Cyi+9+Cue0sl62Jang9yFcbbdNvuMXSt+0DpfMb3hu47ZaJzYCvIP2U9WvqXWX9Zd4i86JDuJQHiH5NzQrDvqFJ6khbzl07//+wSAvweRFWDhNQDOAE9E/6OiFccBxPpuOIL+BXhsKMqb+7Mhf7Y5oSyeSdSae7GcaWWgl6BqAxYyAPIOWlkF0MQBuayG88vA5ccZwjAF2a1yUFjOzbjJdDAYLCDCeupfCSfaEGdIEXAxnrdCjnexdm+LuN8Z4HEAeB+nxUyDjhYqMKaUGmfyXJl3c3E7EC0A33KeuY6AFMJmx39217/cBtQ6IGYREiz+wAUOKtr/EtAB7Gtc7rFOu7MJiNrofCrmdj8COj2naVfYLZf+MJYGpMN0GqOUcQ5bj3D3Og6v6Pvj8BgHfLec8pr4nrQ91n1aNypSjsO2AmDO0B8AoYqNvG+Nvw7q8l0LNq1mBzcx0Lvt8dsqgrlhaDUtdgCeM4nZYc2dKlaNpQEj1wAYCArqGQFVCVAYuE77wTgCx6kh2hG/Yuycg+HHKa8tNQ/dQSIFcAkQi17swBG4GMPrX753AcI13zegiPGmNcwZS81FoYFtqc4Y1oBn7Y7jd8CNPu+zaHBKWBZM26DOePRZzjJWR6nC1yejq+bud37/GXz4faEZ88H3v3b2IYOPg+aj+bTqme4Jfl+M7F5b3t/AgBZuMfykeGI8mB5HAQe055l8znnnlg+i7TLcWuExdrfVnVaR4iM5ZkOzN6BrB5P30by/Ti/kUUB+9rWd4ZYl34A46/6t5o3MimHavAeF8KxTATqVF07c8XijuzpQwr1n3eS4tHy519Gv9ocbOGq5EDpaZxh0+yYr2SiuDN3OsMXx+ALPdrYdnS/QMa0Ybw7JONjb7LuCOBMMEnAenuq9OXp56FcOiVSuzFoMY8lZ5Zaz30NEE6fypM44whFxZbJ+93MGVBvYGAymhSFyWuGQBKHhthMNHWmAP/RynASHJqmg0tkvcWCBG/QuHJ7tOCAAlrVLW0T0n9aiHRpNN/w+ou6qmkf3Lb6LHtLYhc85wz78G6agpeI//i2tfU+wc1rAnqxhg1XxophzcE3RoG42gK/2vswdnmjaiQ6JAaZxq5NGAnpbEQ5ma7mI/FwnYXgt89wg69Fl37Mt7wSoqfaYucRpVzp3cEaPE7pC/lyJVg8Aeyt/QsbBIyQQ/KKLIXe/NsZxRkBQuVvtN78m9BgGo2MNFai/1hxewIjXGqqSU+Omcqzbzf0K5ETWfnJNreNGbsGX7cSQbkamIwN4np6BYfsauO3Y6IpTJzBNO2ro+3Tp8T60MbnHkSBbxd+5fm0Q8aUTLqZlnuijnfbGDnry92+fMX6SHSTnx8A/e61fxhj1vqiiyc/InsJf+j06RPouFWIEVPRdjMlpdyw9JHySRxyd3+sI5gL7ii68LOKL2QCvrd/7OeVGKRKAvx0I+y6S2mhBisMxDvd1GrZ9g9OjnT7gB3Aw9saFaxUUH7pn35BPOFDQaawpclD739Vm7iQ0eMz2hCrNK+AcPiQIH/2jH4IerL9l4qxfksD32oYAACAASURBVMjiMJJ9SCA8DgDh0xwBEJra6pPTCWoc57/smD0L1xrIOgN+BUsgQ6ABzYH1Yf3Vvpp5dwCYOThB+7QCjbxpbA1eIAA8JHcSGRpLtYOt8SN6rh3VoXcM8u1OxfuRs8wtFVaZi+4D79144k4KgZYWYzp9Z/ju7vKUNdq97edS+cPc9W+34G2xb6w3H+hNdoAyzX7A93v0+73mVPU8l55uVvpc+qt/2nHWiW2LKyPjzt4yuXnIcaJ+tu4G3Agg7nE5rmqoc2JJErveP0Kp5QcJHCSx9nIMXBwHsCenVTu67kr4kB3/CRwqTPidtWDtOxFWY9Y4WWec8Zd+G3vCmMvGhsBdeO7Wf7O35pFxiJdDVM/u9TmO1zqaq+UVMqtxoPFB4amrbbaTsPLzJiHAJ/5u9LCehf8pfozYOG3/3XSRAKF4+j/+Y48YAPPKJu3OeVQ4rY2Xne3qF+RMxrcBMNvA35jehETz2qdMlCDf/iPzvZMsU4ndifZnTcpe74QqxtSdCZ1Y8D2TihnW7OYr9G7W3fask0rGnh3/Zc44znid0CG/z0lgyaBia0UfsH/oEnC+xzmJ4pZdT95Pz3/tkOiVdtVRpdxrr2dv2/NUq8au8Gg8JtlI8U/FL9P745arc9Sc3i1a8HhHlrB+BI9WDoaP2P93TJlzVl0diTqJiDmy9mDtyNc5lkj+Iycm4aMrIpjNXLkXrOR3TdeCucT/UD3+y/ece7Q+28ELPdnBdifFffNRBX3vdV/zzqvHwDoZQ9gHlDF3Asgrx+nCknXKf0nIWkmLfd+BqbX/xz7/bkQ15CiG3H/L9z/Xl/dqHBztQgcMde3qDoKvb5vEYNOUfM7uqBl/4uGLsc82MT7+w4PfJFc+HjREdrJAaMoFHTJ0v7//8a9fgvUMHfm3Lbjhu/C297oq/Q9uLfsKv8iLl1rnOuFi9EPWMePCnxVcqHn/6wmGBfGSvJaxHP1gbDFHITzxg04ugC7BHexjks1WhxBHyf7dyUt9fq++59pNohi+lq4Z3P9ibmFPfpgzOPyl+Yxhu/m8NG29alydripHFs7e/+q80fa9n1/YD7mFvCKxlrXCr+B1+WgrRwQuf7W+0O9/fa20m84Ti8pbJa+w2TuAnzXY/XDczXbC7LvnlhiJfvAdQku/CkQu3DoZodjHrf/pKkJiF/tyKqM/++gEeMdfoveqwjjB8htrm2bls5siSmOhT57z08kDGf+fBTbxD0SX6ifJ6JH1oemJeQ2+Mf9+gyG+gq87RRODESoZ7ByV6mdlnRsKN35sv07HefqepoHcO90l7EeKL6H97+mOvN0gOzkQnvWRUZoxybzf3mvc2nsS+jznb60p2mPv8BdoLF3cc+b6ORa8I3k4QCSZSHa+TwDgVdInc3w4wFlESXb1TxxH/7QzMPfeyOU4aMaIbUHEdzyry+I7SJcRJ6tJme4GtxLu348FRykrfYbTNIwXx6dBpBwBExDaTV5nEfcyHgUldY8qrBDgzPnMf+j8CI8hLH3M2mr0OasnmWVXAB1UojmKMUpxA3zZk/MvFXa3Lbib8uM3HFU4JHAqnEykCdaQAPA6p/TIECEZocusOAK8NrMeDWIl+E6lzXCd12uMOimLIxznsGwEuK6LQ3iAkAJx1WoT0KXH8V8zF06wl7Y6M0vjjoMiDIiAIgD8Ojf+qGSs9W5wQAWm6fQTpK8RRCKG93XOEmwnwAGs47AMfQScvbzDuA8AmM3oAMYZpkDSUTRpQcB+NZ14vFaACcCzv+k5n+D2W6nsuQ6Na884i4CuA22ICbCdnwn0tqPZ4v8YHjdRd1YyWb9//fWX15FWiHaWnc5AoVu30BkR1Q7Mfs8JbpcowzAgU+fw/8m4iYOgHRDIBAKkovFzntB3LXJKAWBnU0sxfRmHbfjH4bfO/fPeWv9WZP59gJlkpvfD9BXjv8eNo4bKYyvT2Tuz54P3+ftK+FFrmwoAoAzbMIWO/jgvRkBCiTwPWNEYj3KfwCH72CCnKybglTaomyf0u9YeJetxTtAusmhbVv5y+vE964eSPqB/AueXE49MVIPvG8T1XmQco5NnvzB0j8FYZ42aV23o3Y465tgVaK8zy4GGSaaKDInjRz+/siQNHCvRpls4s77Q2BsAvuTbzb4jTOJUdFu3SWZqPYr89BhkADjR4HcAGLnjNTCQjBPFukc6qwLF3erKaz86hcBCV560nEW2n7ZqH+A1sBRQP4lzCQD7HUdmSjndzNRy7lSCeEFj9C3wjKz/WSFmHq3zlwxEVwZ1BwA9+lTgjoEbPfK/T6WhDaHvR5ntLRslV0kU+WN/nhb57/fHgB6d1UlWndGr+8AA1vfKVP+MCIzbNzDxktPhk+Gf/hv5438VDMMRh3MBfTBbBE20LA8dRJaiU6+MzgkgXfof2attPcAoeJIM8x3nnJv54dv+oRJZzlf0Ljil+Q8ebD4QDZp3xrFx9nR0otdfYmf0RQeAXwdtDO9cXJDV/NsZze1cSycg8UgSYOJA3SNimKfHhTw+gbjCBuLpceZrDwgA6x7oouXuJVvlO3idP4OncFpojTTfq3WVZjrr9uK93wHgwcYjZ8B6BBu0xn9UR2na5QNAH50Wut6f/2X76sjYaenf/IlkwTnSAeDDj2r1OQboweuzllnHyEuNh/3ySytxlf3qM4b5TPe1zfA6sJmnaOdnpxfJ7KFH+C8yK7Jc6yfHBQ6V4JwK9GM0/7DHOgFEz+yW7Jugs3JcjrnwUQLxDqTUvi7d5jonLo8+5tytVBGIV7I7fqZtlEqIA8ePQ4J9oaW2E7InAMz+BNN+SReTDNXr+tc/g38Zt/Yp8uq7x+37t/Vqy4I+wsW6ploBEtjeeSSYAO7B5mq9c/B/JZzJkaUx84NTECdZO8zvlqix2xUAzkImMG/SFH6cpNIOtDJnEkxzW+5fjKKHrCOKxCCcPAfXDTZoPSY6bWfkmdT3C1gifLctKEMDweGMfekoPoHLdh761jX/+TkYiZf3PK4ko0o0Qd6B71/dCKahK4XeofnIgYe/p+1Mf/9913QSvZKEylOdW/tCksdbwQ99zQ7GJzMTT7AoTtNuRUhyZvYvmI6EbtYQPE7lkMbflZkE5nU99lUqfAjQzZMmAIwTsZ8P7n6xe/g6Ade3YxbO5O4g1s+kUq9xPnS6QQ8Jt6GbkzgRfQIuObbe0+rd8x3H4nnvzNn7Pz6prgzrM4vP3ny6gxaTTb+vjWh6rZa1+N7wWcAHbwewDVhkj/vHY/j4RnanxvzrSI2+nzM7zevS7dP6Us/8pzGlKhFlt0rhbUA3tDGBm++VlsMOYsVvR6WOduLw1vgTSYgIrg+vd8Dn0Pno0+ZJ1uSVm69/JFVDNy5q/cJa99otPpqkGwed6qzXuVj88086PUwAOPabbLR0KvK+jz/o0NJ8ToKiKy9xzFcnsHdPr/0d+/d0aPrW7qIXBP65aZJBUAm/iJB5Df7j/R3g1Yy0twmsTdX908L8vNL0UJVt8wXj7KBCJ5C/9k93k+TZrN1JsP2+AO++z+pAeJIlvirkbw+6gvmXjd56Hf7NucmxJhoPEEAAw77+55c3kc/gV8mlDtDmfUs/+IH0WZI6kiDqTmbfQNDr5seprgf3UzW3+GoDwAlwi1dz9jzz4Ig7J49NUvZbtKZ3kbRKAsk7z7Y1TrKH7MIHv+nZv4421PMW9/gv35tYxiRSf7vhSj7rlKxbJzCiu53OJvyu7+XfGB7ooFj7DLwHNaG2GYwhp9OZCpF+BYBPp44Z0/HbPR1INJ+3Ix2+//b1aSjtWxG+o2inO+dpDWT/dIeiXwHgxm2dwMC6+H3PPrHG3Rkk8Y3BNl7f7Uyr6/Hb4F9SV0cKEV964Z3uQPnd29XAZoc+tvPx/9tP571NnIsKz37H9T7syEd+HfsSW0n2lxM8WI/BpX5YEiGTfJ+EgV+B+cRObj1km3W6TPw6UjT7vYFS25zCvMTjjgx/lP+PAHD7y9o2XzlV8szJyV7sk5xpuTJBejC31+MwRdDWscd1/cihe487JhaaybM36akLVSgss3wruwIfzaH78ccoqJzAcSrco6/GVtc1ExM1fXx+o+h/WsXH33344lsE71gc6WM4n8PStenr9PMVWrhcOkGnWxi/DkI29K1YZVPSDixAAqBCZgl/Owj9NxSOc0NfG7gadYdBXwfNgu44uFuIdqCNDY9yypu1TGq9pvm7lH1+NEYJdV2ZwK7V5gLw4Yd2pJiZxgimTRbK8gCSoUCvgbNp8iD9nSylDKCF5eWAYj3LkfSCrVY6ZI60wsjc9vzamVrW4wTQJIjHwTALxzOaOV4A/DoQru2d88cIsLMfV4vT7wba97RjNgHIZrZ1fkMbJt9zBt8GwFhnAd6A7rSp6rXXvexdC7RcFwGa52/WvP8uwfh+57M8ar9pCRiglecdo9XP2lZ5rJsFpp0gtjLOcnYFMgGdzkjudV/YJ8K6WzQQTHULLwWuvv2XQx7npcbJ2UwEDBv8Z90SGNbwnDk5labMT2dPZ61WUKOourWn6W8UIWvr9asx97w43zSOrs38hg4CGuuci7n5PxUkOhuaIOib6OKxlDP5Ws8R6LkmjNgOINpL0qKaDgY5QzzdDPRdjM81QKlif41nP98yPLRnsFnOlzM2QF05ntpJS3YhAVjdhyPM+yhwK1obGXZo0POdwO20lMFpxzJyrY1gG3i/D7s/nSAEtHSG4fABoNYy5vs/Zd92hjAtMCRPu+XI4a+qLmdeJItkf/7/DwC/cs4KfPb5BAW1XkowkLNlFHgUdDLf9R8BkM7Y1liUANAOAgwNaL5prROIfK8q4fT8H63a4ZX3jEUAfhySS++q7OUHJ7j+7gpr67FSCu242nUavTjVD5nHzqJpxAE+vUP7OFmDeY4A5e3gAmBZp8y8wRvNI1vRus7FXsNzVtX3obsXCGhX9Z6ubfrj2VSIQ6QErakcyXVk0Je+0YRPq+PIBtbQQbI+A8yZj4NxDHG26wlGtSuaZxHloOkWftAmHVFOW8R5TiodCXZkv2k3yO7Dy+gCO4YO88vKXoPzfHxa3KW1HAk6YLummYMJJ6uIJADk0J3wtQF88CEZtu3UwVm267KAHGwF8D6ySfLt+6PxkvlVa/J9JwB+nKTPmcVeNwclcSAu78C3VwV0tToTHUkmBpcGYMWgz38EbAH8OHjezE47J0tvnd/1PD3LjjMqp0KP8I7e+bYp5YwZzYkOHewV/Ev77qvSatpVZry7Dk5wsuFVrYq/BCcq7cnAthj6buvM+3cu0KmmdHTGzJPAQUMiz7X4Dv3I+AkYowO7wvAOEoVa7gDXVhVjW3jPh/+RH3On/6HTTcvBZaq5coKv5q/vfziobzsk8kI7a/1S1dW6XkkTvQ/wVBwIfwbfO5Gp6WMxQaruls8HdxjfRd5B7zmz0cR8/u35YsNtdnl0ZR/9k7Vb/QpeM1VJHsqmqgS+X+sZPt8zqWhHq0e8tg7vWx2g+Uzi3JyflfmFN39h5x5/khM+u+K7NgZ/7LrQRyA7MhrWbeexZb/1+diBVe3RTtrGe9Cg9+wJAOu9bgmpSv0JGmcdIvdEP3RayShzBrLHqZUgWWwqAa4Et5nTn2MWJl39h/3ZVdeN65e4QjzWh7MO2fYNADNv/YtNfXS/yWlsi29Qkj8ECvW+Y1/O2pIod+2pRjD43+/4rsW+0cZdFX5uBXh32jnJBhuxvWz3Xw4vjTg4Gcdcdfj63pkADLaebKsE8l/77ujc8aM0vu/KYXiqK83B+tDklWg86wFfweNgxDiHJ0Gqkkje1o7IdBzc7Hu6BKRNfn/2X3P2dPBa2brlI2G88Iz2TPNTsFq0cDpDzIOvAP/g88i6nHEdR3wYFlyGDmRsekdwa5IX+QGHnw9MS4v9Lc9Fz9b9gwOfgN55x+juxbXcu/r1V2XN0dezMD32lhnYb02Pv+7l/Vr/3gONk+f599l3/U5wNLJv1meqqplfP6ufo+pJJ+nusp41E71r3DoyBR3QiUfZl8i7Hi/XymTzcRZTeKD96Oq0VOxMwtH3m/0Jg88y3wzKfsBvG+g4lkSddH7w/o6cBz8T2HOYq1pBty8o9Lb6+Rf+8Z5NZdTRu8Yc0cV5d+it97J9h5pCB8SbHuPziSyieun4WmfjEgCODXH05LdmJFaSVNJYto9qaMzO79qTtj17rcFiGedtV+izk2Rb9iX02HPr63p/mhc7eNY2OjgytF2J0t3CuOSTbNn3iCU9gwT09mO2/4A9D+0+fkb7O9ehTxCmddUf2KICTNiJ6H3m3cmArBe6ss8Rf2XgkIP/YQx81jgc+XxdPxhIn0WHx56NLRxeohMdOELjPYFt8PFUoifhcRI9HNROUBTZbPvge6f0qJL1so+DewDAbqkevyV4BvqGp7L+8c9FzoztNnIBmXMwyuDUg/9Mw17loy/RA37H9z/pdh/dMTriTV6EN1p2XHtj3LQ+3e6k0HvAXm8wbbt9XGcwi8e8LnOkp/wl8gt/7+jApwsAnSSTQBS06PeMyuK+mxbif+carek/pnqYtfF+fe97K4DBu/jR8eG+2DlrG9nc+PW1ZTV+zlOlw+rxL4mmXHwVTGFd842pW61fOmv0e9ZkWsUrAYF7tYaPzMreRj5HvyQBST/Yj6wd8blHTV5b3H4NaBBesY6oBB2/e3Q4dgGJr20PdyKdBske6VnNW11x24P67//Z7iL2DZxFCF+Kdjj6MPdtBTDFA40X9H6O1bm6hoh/RHuF+1lfjiWCrvwaFaF8D97q7Y09iJ7g7ZZnl50m/fttBnozfi8lvs/4P/kSfyb+vXRsQk9qjdvv5hjVBIDpdgNfHRoYO5e/HVcYfzNrmQKRb2ifoRcb2gKC8uQwchZ2s8II2sWI3rOrWrADgPU9gd0A+G110iBGRH2cnqNdGwQeQprdfcERgYSt3tiWlmxKiCGtFUxIFqRhkcvB/mSC6HsJA5x9rtiTcbzlg6YmtT7R08iQDzBIUGmFgj4bB9wY2QJtWq9khytDZloZfMTBWRA6gwEDC6O153UcuQYSY9gqMHMuujMnTnbvGERxQEfphQ4WJDZj8TgqNnRtjOA4VaiKfc+3QXGSodUtdjkjDEW1oG6zBduJTYYK49Si/5vbmS1TnixezcV7EqdJA0YL7Dlku7Ngsx9bdUlgJgKP9pFbwZWMo2gxMSnOC4J9UkBkHvOv1402k9/vog/9Dc3r9w5EhHYLvFtp/Xa0dyZTaGYDGACoDmr0mnS2oSc0znxooAN2ppdv7uJdjFctNpWH5qtvMWgJlDMiwycN3ACrZE+9Z7cBsODRJCOEb1n3KzuyDJS9Lm3iPCUJWQvQBR+097yUx7So6Sx0DCu9XYFqgJjug+bfSgpdI5o96/ytW/Y+bSQ9JklSAdYBQ+YlZ9xvtutloE+LOPa6Mw79vMdBQBA4cnT4uwJwazhG0fFzOQ+/D1WBfL7TAlbrNfbbMseKLAZtZxrh1EeO4Cyh80ArSD2vZVKfAdm6w+8V7xN0tWzfQH53GNC1VM7w/NDEtjB75arbfTp4m8DMrwrgtx3oHxlw3ztwsGusMaaT2Sl6sQH4KRXriXKW4BTn/BfO2ms+9jzkcBqZ/SYxmNZn3F1JkzOt0nK2f9DD6C99Z6fZR8NZq3Uo8F3+zVPeLPQ4I5f+6QrAUQNa782Kix7B2ZK9TQazjw45c1xHv+6/DHI72SczqSpqdC/JQn/9Fd3icX98R5ax+K/PA0sg7t5z7XXTGsY7sh8m9pikV2dNHDS2o1wVhRNwG2KzzhmspTF1G3UlPsjw4yd6bmRIJbsAcI/TXkbuZOSDzaxHpsLxOL4ctE+rV85gIgj8Szd0h5I4PDpxaQMkTVObE5AAMDRq2h2g2pnK+pyKMD+/HGOdAbz3R7/bSfMNQXgpGd+h/QSAN3CCERxMsPNuo4s1Y2+QC+YBJ4ZtaywJvDYwxbf/Oi2PwCXXevhha+H1/DDwqPIH7yELLBMZ6Fhx7VRCNmi+29YrNNu4znK+6aeScbz+3VLL1SXBG6nwE/1KkQx+Fj06W38CYcOnvK/piHUon1gShvx8VZyTIRu+049wSTtUSGCgLfipMhuH+nmvDcYKHIxjMl2Ngs/RMcg79vZOTsozcDwxJubyBuXy/do0Xmvj/mlfOYYewUeSDNHNYA7OXjt07k4S0RXIlz5PyPpE2/q9T8Z0zjJMK0hhNKpk9bzulEOygsRm23FJXomTp+XLBmnTMr0DRLIfHSyxI07OjbTi+nWUiOf7jeXC6yMPwNoeK0G5ccB1gpUo8OAB0ec42o/zyuu+3Ie84fm6t/GH1gsdFEM9dGhZoYe6laDfuslOkyjFWyJXZp9mzHzH2tnmLUzfFRngtKb/xk5v4k5X2XfQG3raRLok6HTSF8ejNK42/c64vT7HcfDRkVu9yTcQHRsHiGziEHUSKSPX7ejGZj9B6zsAfJzN1peR143rD56xk5bqggTiIutIGt89hleRA9gUyHBk64W7yvnSfN17yu8Hd89GbWu6YCochC3X2/F5zsA1lgpxgpc9pqPvp2rgW5tjXzz2vf0x9mtM61z7Jv50QPsdlejFO0P7KyPFi+I3OaCwZd5g4nvkjJ7FfQmCa05rv/9ZkYtuWlzT9rJ5ftYWW7jlh+hRiRTp6JSkl9bP/bueBf7EwQtdEuRHZyInEgCVAy7rQjtgw8oJpiFnb6rLXwomSP5iL61NdSfLgIHbgYstFj2/mLeDQayv3oVtbrk2nYa64q9tEWjQAXwFjezb27ULBhvbafjBvDS823b24QXpFyUVtJCdL//bWdEbFIXmjp9p7FtjtjEgImfbBh07EB/Lp8c6wKt563ISV/cIDcnndZDn3VmjTvb1/MZcQC7QovXFtz6CZuxL77OTEGK/nG55gzcIAC9mGt/D2PgkAKMfs5dT6aaxlk0HJmH9Wl8hpwkAZ+m3u4P1v2XGHuFkfR3ROckKeZ9+bKeWuzD2Y77TP+A2cFPoh0lJP6hKcHFK9Gm+B6Prd/a4dRfbnvepIlOYJWe79z0dVNQ9t72Cz3rlKlW8CvRETSWghr/hPX4DTNXVWkdvy//kIOw8x0NdemWu9u+UXEWeifb67Ej4Grsm+CR4gwSV9WvHFn/v74o18ArylIIL8MPaOOXvnVa2Xv/xj50tFUb7iGBSXw/WO8dI6ZYhik78jI99/FuzPIbB5kEqlzYocujJiTmJN4ANQtP787677R/a4nZl73+WP1X8RrfQ1+ZGzsNn8DSVjiSDoQ+PPSW4a5rOGK1/9f8sm0qWmeYWT+c98Xms/bHtbMUH+IRPgp9YYdiNccKDl+9meIz3c8wG678d97JHnYAnuQk2yrPTnRB/Rid9dwBYz5HIp4W240bCkdOp5k0SunX2n/GHTTTZqlICun7XYFDmRlKNfM0kmJGQgjx9j4bMfm1iN9tFx7HYuh14DL5r+iRhSvbO4dnpersxg9CG+dO+iuAkaJffD48IYyuB8Fv3o3c/2lEsRM/IkS7xq71di1bnh/Z4JnOLz0qDWfu9kyJ8z9NW2es9cll77s5vk/iOPAZ/UGS2AeE7QH/keTsBPNL1iWjdYsdKFu45wHKTKxEsP38fAMb+c9GYEg88p7nLMZskTJFQY3+RsPM8u/WaYwWjj2OPJFiLXxX7l/0NbS6TghWRcW9SM/vD/bu/kRVXktSIE9H+6QwpHT++hX3Gvp+5jBo+sbATX/iy+33161gP8WyLQSvbMS6iRL+MDPfQz4L4Gd9/CHgpQAThxbgWwhvAgsibCcLMabEiQBNhfAcy9T6q8eL4zBiS3bkb7g0ZZyUODa7EmcDcUVyej5WfiIVqijhecGKjAPQvIAIByJmuUcA4tRbcGph90zExG+wnY55glMaHA8ZBRAkNKZTZE41vhcV9lg9ZtxCciGOdgbvPt7EZZQw4ytzSAvTsrY3zrEWfG4KTSWvAOq/DO6A5joTJPtKaqKBvjFecvzigzfgSgCMPujVwV4JkDzlHFfpbpek1/MCjghdUpLJ3BlFqPabzZsTQE3ghQxWFbBobIazfu4XJ0lWcQguy5syfzxkg/jhAgQF//3ZLQQAUQM6Gn8ACziOTyCjBOht4DbhCBEUfeh2GETQBXR3nyJwB1EClEwQ6AaDXiIytOB6kEO/MNK/NJyskMC0TpsI5BvsaGcneSxvIbjWVRJQYRHeAdzPxFLjgB/7FkQVvAIi9j0PI4qHpen/2DfBLsILs1lTFdVBqM/RQAA1A2yHqMXzvUrv47fE/QEe8bOfpBABnr8kKd5bnU1VsxVDZ68gAqh0CVsqwtwCLDPe1o+A0H85UTwLDnFEwiuQXLeQZa1SxX5FjCyS0zm0QdEICSjO6Met4Agea/xg97OkmTIQXDsCbiuF2JHBPO16XP1d+K8nT83CHizfgfSvuYtcr8+xUslWCBGtAi7MDvEloGoMmwbtkq0fXRDeYJyZNEKcG/EZ7M193KipiWHdVHYbpMfC1yhPEhN9t/Hy0hfxpQ63nu1Ueq7u8t/CQq6gjoB28rjMsNX7iLlTec53WyQ7G7xx167tvLOgXgNbu5dDEdw3OnKYnXRcQFKDsnzGoWCsc2Kyx/u02dlSckEThfbRMC89QBcw6x3E/53mZ3/4MgORdhv7GDzie3M76cyD6nMCiB88Devi+6Fa54K82npwwNi0FFcC+KlfGwGCO3dlA8kqfxwEGL4+jHhrUnA2k1pECliU58MJ7s94Ya0tDCehlbklCMv182xR9MTrN7YSyb50lyXxZP/RAO6gIdpyku+Hnq8vEVHzo3Z3ghr7AgEVfHNo7zorstcc+ckO/Iz/bSWFac/JOAtD8bAB8P2us3XSPAakrkYc8C31zOQe/ceIU6oDIO49u0bmjCLbpzGf2mgAvuiX37Jlye+bfBog0JyVIIjt2DOETP+E4g+7gMeyJzgAAIABJREFU2tkP+Fj7VS2uCHr3Wemrl3tGsRugpdZNjYEzluBiAjWWkXXGHfuG3uoAcL+xZbDpZAIgem47wS6aqOQSuUi878b4K1PhszgN7lbZr4OMDiJnXg7SjbOiZCzP4pic0GqItQMl+lv4Cmx/9O84eHxDHT3Q6wHWANdjaMPLujb46keHmali0jWSUbKP2pl5KjPtxFjnCHop+x1DKbaSLPv87iGXvOIenLbgww6kILtbzvtBqiZxfDO2Sp6Vd7/BgLyXQGW+l3bgHE4nBn23JuA2a+Pkoa0iedvsJfjwOQemwwtY8w7STGLvOC88bOG1b91Uyes9njMc46jzzvj/p9I22PTNHD+yizHPc/P8/Mda82/mFUHf+N/f2wbId1SL5QlZD7pDRxbNN3KeycYfOZ0xbZCDBLdj3811zWOe5wCVQ7Pz/B63fkd+BmMHl8RGK3vkSdDoPXei39izrMNS5drHbZOvTEzFQNZ3nT2nUsl2wgbiTsLCYJMo1/EnzJyPbalVv83HdFCxP2Jan2onRnAjC+8zbbsy5Z/TMSxJKKZp7WMlNkYOrE7Vrxvgvs9DNRV4brvXxjETAEZ/kXTQ+8Z7pCe6ErkDPPhI2kfjCqZxPjQ+iP4VLpoA2tgwHKFDsIyEJndP8X7t+W6h3vwcB3Y5lPE/ZB6TcK7f9Z8dQJE14K3eRwIAOKhNt5/tifDjc/P8BP6TrDL0rPeNf+tNqoxfJzS4lTmb2NmdIM78xsFK8iyfd/J75OrSlxLdjwP5BB/XMZzgy2DzSVCSjAejbXAm4zU/DcaBL3JOd+jeia0/WqS3Axk5yPiTMCWbJDT86g2vEe92Qszw5tjfR++MLebEDHuno4fBkZ1AzXg32JlAUa7fuervtdHWNuG57QsQUfWZtLqmEwjX3mfm/e/6W6Eh3/+tDYUrdA/Cj6f1pxDgjNG8xDpmb/lBZxxHd9lamec64bvLXe5PADY4I7zDs0kU1VV0NyQ4gE8S/ydjWQwS3NiB9y4u+LVSfIacPck1E2RhLh61/ANjCyI3UlAVOusE9D5PGj2IL4eESvRVH2/FONoG0XWtBzqhtbsVdUKlyL+PJ7jGNvvYyUP6iBa87DmyDD8Q9PuPfwS3/QoCa9z2H8zRDSRlZw7BfiqkSuti0WM6d2Z9u1X66pouVrn2/LtNQTf0f+TjdtV7kyV6D9+OHu0H5izbl3dPMYH1ZbAi3c7oFNa6sxMDX3/Q4SMFCadzguV4nWPMNRQc+fvxK/UxGXdHKK1/jj7pmI2eZZkqX+/IRtmD6Dn4ZLv1TcLqyOKz7kOIXZCkOYON0Ff4SvE/6350G/774xdCBlRgk73j3FvTHr7MKijRZ53gHx9RxpM9iszujmvYpm8A3/QxNo7u8xxtr96yGp+J42bYBN9l+AeCb8FGKiASs0yc6+xf9DpzQi7qX2iYuNJJMnlkceNq9icFIV8AWPJ4Eug9r9m3t4WyvgNPdELRL1kJD7Nu8bXtvmD/+d7qYtD4rp87S3u96nS5+/Ru9OF0NRv6fcdlf5v87oP9/29jkND6+y948sVnui5zCWZ628Aj58BwYCwKEMNbaztqLNhl0HgH3gk6X+s09hx7lXd+9PHv//7XMQFYkA4aniqEbxJdPSMlm+wDAHEEdmcgNOgq3T6BwjqzdBjvnPEzDBbAoCCSuGwBkvffGxcwl6zGELwJXJUKvibbeRkgWkwYtwCwNgbglrvIYMJY2QBtz0WEgENGd7m1rdpqfcLPQut7eRshKAIHgNXic8ZsB9vHgAl8rHPOitNCNZOJIBzjwIRYWZO6ZHaTIB333OBqqws902+MgEMYIO1y1pPpwOQYolR90r71zaLTENQuooUPIM0O6AkAJ/AtgTruk2IqO3YnaMxed3XxMZA7S2Keg3DPGapjNI0hANNqoRoQX8FIL9rO/WTSkZkm51WdqRN6zMppnQTypLglwOOauOmQyufcFwOhM5lFU/DOgvIYjex3O4U8J94x9B6AP5W3I4FxJB7B9zhA2HtPf+yuF+S0Yc31cURBn/mUajN9rBaSGrfohgxb7k1gImcksR4+w038PJNapU/11b0WCMw+YyKyaNcxARjdP/KAZ9sAjUBvcNz80vsbflqgxDzaMabPkvgQ0HnOSh5CYG25F/nkf4efb4dRHAJap84KgpaVsRYFpQrDGIZt1DB+t/z7EIjWqZ0NPdc3Y7+fw94nC3D5wzRciRLtMCWTMUqQZJcA9azTnlWjv6/MRxhnFkpb9utsrHWWBdxsgC37b/rQmcQfULJIswN3H27lKp1QhqJe2QZMZzK/wJd9tGPse6zGgJxmL9jPgP5kKZ6MddHUAP436SK8pMqq20BGRnSVsoPkcrxMUUcHgGmVY9nsktravxOgyfps4OdOugKgpZJzq6VOFwAWYv6lhXX4bjuJOJFnnK1xdCeBJHS6+xI5JYbdLg6bgIXeX68t95KVH5Aevtee6cnHAfX9wRksWssODOtCOk+wzrpX9CM6sG6bZ94Zj7cDXfNBBvy3x7EVsJEhGTtBBDkkOpOXdWscI1LmTPMO8GbtIvNo2YucT2VpsulxYHE9PGm5484ACszHyQbIjRzNWOG1TiriWcw3FYDr+D1nJ42z7XUwQjbIF/ZxdXXkbbcPPaB5eAl+PhWLBsmp+PCej8HQeCkAe+fa5KuxvGdgnha86vhCzsHQrWloOoWEkIOr9IshzivLGuuM0fawzxgLuRFddo3xu0/jX2fnyD8c9iMP3jMa4TNoGJ46Y/S5pApSdQKW5hK6p2Ih2JXzuhMAJpmi17mxOjSlMTTtMaYzvzkGhM/Zqz/XaB1FLXO5rhOHoF/rqwkA277Q+g/9uyJ3zgNr+icw+AZ83/HECZUK2HbWhAaC85h70+Uf89fKzjj1HCcXPAmLvPsNHoP9m0eNxY1xVOH36W/LPyXwjuNgKshWnq1cbafXvmvbDrJOLad6Xax+LyyGTZX16CRMZIBI63UYk0DUawWdgTlso9gOgG8G/48tg3Om9Qzj72qit6qxux+YHytY2LLylSFNc9BD22a/7FrPb5wxGmc74JIAJC9SjB1sNFVqXD9l8DcddgC4nVEEmHStW1Qr8Xrs5D53Ve/oricv/fv7cuppbY8ZWfgXmaV9Zq/utQtdEPwLPovdqs+dzDcymATw2+E11bgje0NXq7+w/bAxO5iWPVuZTdVVJxf19yubq0JEFwwP+3l2ZD1bZJv6/gwaPIkFE/RDFrSdzr3RPet47U5L0CqJZet/SAKBv58AH3bUa/tER2Y/eFcbnGAlvaPPiGdm+IX+zqbqsxUvmTlBH+gJXI+/J+s61TTT/v6WO5uUhfrthC666xDohVcJpHRnlOwltmM2zXJ5KuR77cBdv/wq0JaDDj+SoU91ovDlvPMEYJ8jjs54ZENPNxboRDrsF/6mSKFbWDpnxp2QMr+LTm3DkhgYsy1O8PweBDAOzjJsOZJKGLuxC/vVxQXs2d0edwoSpprq0JKJfmS8BS9+unQoYX03iTU7f/wm48AVn7lQ45Oz//Zv/3r4Ez7Vvwp0vJX8xz4f5pOP51fSm+llAtzYHq7Wl2SdZJ+DIYU9vrl4nSYhnooy6O6ufLwDwEnaz/v04ypwCvuP3Fs/pd9rfDt0fHyQBPiTwLn2w/pi9J7YArPW8N/g6Mw7u9V+jvh5Hh3liwOgo38G8ziwsPbuL+ycZOotJOrEHALALe+hH/8772w8xffx322A8bIXhnbQ90mEj4KBV5HP7xp0pSF72v8eup2CgxefRNaMseE1plp07ReSyrB7mZPkDEdQnXleyU7ytd660eOxj3QV1LHLbNNUNf7QGF151n4LPbJ/R/YWtkHeN5/lqJnl5YPxxialwr73tG3GHCv5T/vMWh8RAPY7Cx9hB/VxT7qGcWCn9BGLFz0NreNr6vXXs5kj93QHmH7OHwm5XrtZ/28uYO+sR5K/+TmB1ZEB8JQuobW7Cz4mgT30FrkjGdY+UGIQJDO+ASvwVr8/mHbtRc1Fsn+7FMXO2gQiYg7b/lhj2ir6zIxA8B/JIxWsxP/kjn9knMwRdDwDG7x9rX7f5wqDbkOrt6EO7/BYf10BYMlBChR9hJFpobCfMfpNLeuX28BpzxV7lJbX+u62xfd53a45HTh/yNgzr1TzdyJ15Dk8/quDQnQS65LkJ8U3lv50+wZWaUm/iV2vD/nlnaz7YKvCycIv6dywMu7o9WpT3fG9fjZHmUDrfGeefALApv8Vr+cxmhv+dT/H60dS39DzN3Ynx0g+lQ+ZOYXOgkWD+xRLTNdgfvDHt6zYjibhVbqDIb9MM+N3DwYIPwv7baUxe7tv6/06AWCA4xqUERYEWfWyvz4GW+CfdlJtvPfiY3BRyQUDZjPIWts7bHh+7XxhFrKxdiem1d7RR8lk1vUJTm6wR/f0OYFvEIuz5bYyIQSWClOo4Ha4S9G30dlyAqBB9qiDNGNc4UxvIQvB/6UMzWHOnEuQd9sRqwzvaj36Op7eVhTNQIyn20kahJqRNoO0GeK+X04iHTIdIs3aztWqYqoKot5z5gVwPkpZhiNC8ftdGUl+5jBLgjJFCwaLe7anCf2Ros0oKPAAv22Rp8qxtxe/M4ZKILdwsnI8kRo5sLcykXtQwp2Bybz173EizdlFLQT0/a+AJ1XOnD2gxQHQ3y0G4qhM+92czfwqNPPX8EMDp7y7Wtd9f/f5zr5v9hja/jvB2g7HNmjYQQSM+fBbQwLAkpEngPmcfQk4ZAznDCW3qt2zIBhbVwAhHKnM6jVwFd/Qme5NcsU6PU6GnfkwM3jXoWk8dLuZhND46zwB+GlsnF350rjp5gEHZw3HYMJBZlApAW/+2SzE4xwQjzhD8W7jxFqc7NJvEJKzAoM6u1vjlKJBVhxH0wTM3vFhINGSuFvjdIIG82B9ROO0VvF331qzr+I7jHddQ8V0aGLBVNY0T36rw+0YnAxNHPjtwEyHhVzj58jYHplEBur/x9h/aEm2JEe24DRI9f9/7RsU0I05IqLbVMzSE/PirqqMcD/EiFJRYgSDApZHJ/BzDByU7JxDexwY7c+M9a0safpx28UJoCtgstndlawx77Wt+cOZ/mVwAVBrDxYISQC02x1l7aRnbsJzylR82QkWzqirxVX2LU6h+EY0owC+AkJnq8rgpcJctxEA1mcJEuX5C6jchre+AwDW710lQiZgeO5ONNK1omdkgi6RjMKhbGNffJn53o4RCVbQmccivTnBcWdlDyG2w/C2aCUgnwBcWiDrh2MvXsewM6yv59bS6N3iW7UYTIVN1gn7yvw5Wbg8o5MzvIXjJKKTz1z+cvZL6K1bVd2VG3nm7Ofsa+sO3Z/Wi9HPcth+JRgRKBrKO3MKnegl60xpzH0G4rbMnwSYWetUyK5T1K0wWTeev7rnd1UFFTi0QvZ90PH3e9q7F0hj4tpjQFqenOCF+MEVI8x6/8XGC91lTKHNEMQlT70H49xdFeYJ0EILv+l2naxjrwDqqOWmz6SRzklFTQfD5ECnJdVtox19NZMm8NSJMDedrr1tWe6WzpJVOp/r38d2/XONWEfsKs4b6ivD3x/9TtLfXbFOq6nYVfp57YhkAY9t/gAE74gI3KD/33XXOnDWMZ1ozD8/ntu2uls6/8hghwY3kTTy/YzjYxrmHTqfqtqPhHRmoigJcKETm7CFjwwx4HcDwcw9QOyfZwjyffRAwKHVO+vrnJbjslsddIx+aGf6Xedb7oYfDl2OTM/6bqWxJtsdqo6vObTebZfRC7YzRI/fBzr6g5+m46yr///QKfJPn4eepS9XDjVQxb7w7HQsCsDLvbwjFYbmth8B0luIwIPQF37SaZU906G9MlXH3VZOZ0dzJhXjk95kPH7HfGFf8fsfHTRanvb6+AysAZwXuF3A997r0u/jM+g9Or0C3pccPAmkEzTsveixkmDl92pvBhCz/1/7089r37VpTM9F38rGOGAcwRetx7Fz1r/45Vfp/QTaAAC9DtKZ/0NAJPR1g5gKANMKWDTfwGgHybdVJvbPAH1tikks2u6urlSe98rDBAR1Tapt28aG/mUrcuTI61+2Pdt7f5KfxbcfL8tuAKj7I6hYAYm1heLvdseO9l3hj7vSd4E20ce/Kilv5Jv2Df8K/wFZe/CZb6x9tMovuQ4vmItlu43tREKG5T72lP3N7M/p8FRH+KwvQ2DurvDZyuDtTNJ+EYnRJFWY5Mo10DxP4u431qarloUvgNkVYu2zydbBv0PGRrcmwYzxtG3sZJxvICkEuaXD2q7rF1/+0WNYIQPPsRgVAEZOhK+TEIx/cr81f2n86d4RPICx+Kg40az1XWxe/BHd97eKJfPxtJbuxFXpnm4r2wUDsZF2Ud6OQHzlRJp2+eaWt2Vt64zMkTPrQ4f43b0eJ+Fb7/BNW5QCFkXAlmce2plOF9fzRt54r75EOio4zz1epz/nLHvyVAMfe6onvTYHeyXbQwVD5+d7bFdG91neGkebaeDIoRsSaJPsDH2w/p1opO+6Yp9nIivXZsyotObWrbLdju95F2A1nsFcRH4nQQYf8Wdwfu1bOlXRkZLW6MufYw99/mdXFgcX2nM82WdkeFcIvzTg9YOxLXNTOY9NC34R/FprlwTy9mWgQdY9bYDjk5AMQfKL96oSNNOhVHbO7Sdxxjw6Fr1y037+crxCfveZR3j+18/ffLG/FRac/Wz8thL4+b4LL1ougBGE7rDDgwOIPsCLkMfLZ1OFPFXP7eO/+rdxMO+5dJgJezDnU8B34zzs6TlGrMbX3T999EP5sUlWt9WV2IDsNyXszJq/CTTvPsTeSgWvZEb7bWuThn7efe9tbf1AglrTgZ7VAXTswV+y9CSxzAuIGXnfpnjmD3o6XUGm48EhuT+BZZ/HbHm+yfnQdgf9SVxH9sQe3QIG7Wknzr/61uvHcSjDswxL/tddUZ4Z+ZbH7jBfzY3Yx6dDzbf/b/vrXhvdR8fMPKcKJf3CCZhav9xr9QasG/vVc8BtU6RIl5HYcoy339fyXXLfBaLTfYt5d+zx2BHGPXYN9Dk4nDuEjJGIzo6NLnkXjGH5+PY91F6cXKL/9R//8Z//fSohJgoOcPmeGdcteP/IQPIq55Uwwk1cd1XJr7NF+kwIPUeZPpRBsxCbwbKtrHrjN1tXoO2eX3UW4xPU/xwAPo5VxqW1lCN8svJHYAU8zSZI4dl5+35vBR7BGuc+QHFnL0UxbBvsdaRouyYGc8abgb4ApbQU6HXS89MGIG1jEJ6m53IiYCgTqIBbBcAmANyVFN4fMbPWYALpEqKck/BvaqWhPbWRmTXyWhXASNYZRi1ZDgSIMrYNAGcOCUQ3uAH54Pj4wPk/Dq7WOEXYMeRawQKWxcDXxAJ8AfhjUHc2HPsa6yrPowULQNUbgLXjK8N/rAraqmY+s39+XNqtUj3B/nheavMiA+T7T0EwgkBt1EKvF+AwPG2Gp4Jx2tGxFi0UQgdrtL4B4HZEMD6blw7PoFT9rAyiA7C/7hlXINceaROAwQZHnUHQY7wq0ryXacGBLNkxbVaSPqPC8Q/hbUMxd9E2rumXNWpHMsb2PSvaLALKkY3TIC3rwjPNNx+5/DrrRs9HMeyc7s+USMEPVRjKHEKWtOLVddcZPqbnDXL2eDUeAHMcPLULWyhPu7dy7AIpbOimgpQABfPojCuvwYBxLbu9VwMeASQis1k3B4s/2a8f6HlB+9DftojOCnHGe1dw3QHgyAWCN+0w0RL5DgB7NFdgrdvrtQxC2b/85Hn7KSufxf+0MMKQyJo8GV7fZ1dLc9HkycLJ2LJe+7+Akf+ZCp6Rr9onZHL4jOq3oawhRIUStf+MgxZLPAcelaw6MnocHlfcllxs/b96MUkLzlTTf1T8P8FIjcq8aJ28LRbpfsAak/HmZw2zApQSIENmtAHWAeBef2S3/u1Wct3aRmP71Xp7W5AFtO8K7PDZ2AaT1ey28QP0zC6cfWGdO4DAmrAX2mMlAPWP1kHgpAMNCnywJvNO6LWDXyQCbIvmDSD6nWP38Cxa5lLZwDqbDn/YH8inPCsASbdQCwGn2wP2By3fLLzK+k0yorIbR19OIDwVy0Pv2p+ZO3qqA8D6jIpD1s6O2PCexoHTCdBCZxkAHuQL93NuDHR9bYr58z5K4/Ds2NqdwEOlCMBHB4Dt0HyyoxMyOZt7ddevAHB0dZ/1eFfK7YiD40/1yNEfmwh61myqDb1v3/UEotfx32ceEOp7Nmcc8+2bqBDbLXLtX2TXaD/tMCbRtHUyjhAggO4hea918tvS86U/60jbU3pf+LQdS4KXd5vBDfJfFUIzdjLBnbU+jHFnUUe2vfbYO27WV5+n6o2qxpX98N7pqDCL1O2kOwGo5c7pBDJgKgAUCZlbITqJlTM/9g/56gDh950y/i+Q+ZIhtc7fjey1HnmO0HGwIXtwbPun81P4J3SCPnztENZk250GhIGe/GxVCFheZjYXMDa6JzS1gJnsxwRnBRpljNC3rn0rRDqILZ3QnRmYo/iyz5V/52L/zHONnCJZLQkZa9Pq9z0nN3NCniAL0YNtdwLcBkQb+5wzwPXOjzYIAAfYWXs2wfq8Kx1vYj8oUGcvrWyayMHsnb3O8Sm5lzH9PNqifBiZnrr2DztEANWRHXnH6/tkPzdTHruNZG0CwHcHtDnKYHwYAO22KVgf7fELbh3bdxgU+6CrQJiP6cXrMslWQ+uNY2xAWbQwiXTju5Jci02o+eoMxE5Kgu40dxJANsCYAF/PzcGt8Vez09sqlv1eW2MwF+Pp+GypkhBf+33Hh1271fty5p4OaPwQiNPfad879v+I4Lfldc8dPUrngJPcPQ8/enNs4rZ1oY3o3bTD/5Vg1foF+9pHu8yeADCbH21/ADaGcY6+nTEhV2L+7EIA0DKOs4+T4OmEkOEvaK4BwxyxlP3JPNeHYs3iL67tGH4xK/kngceRmfJtLJOSvIbveBIDpkVo/Mjcj41NIN/P/+Ro7Ic5Ym1kTBJEfMWxyfBn9XG3CDV4/42NSvTQU0bUyRTbEjRzNP70rYcSopsfdb94iyNqdj1vfaDPKdLoCjzAV47gOns/dmrzQOOI7JfXqjoX9VzBQ/QMEka8NyMjj4wfHUXim8dQPr15w3Qf28Lfj06FL/j3f//v+Bptq3J933+KbiY44+sncc70fBh78TtsHmj9dCoYxaIEDAP0Q29ggv085i7d0b//rVuLsWu6HxhvDW2DSUGnWY+t4CQQjX9HhRo0RlAKjMhrJt44c9lAw7bGXYxavNC00bYpttkGChIARsfjLh37q+x3ZKT4kK4DXe2W4Pz60YdeB2veYpcNQCQwn2OO+Lkr+Bf/OTaWj3HYxKHW163/+4iZk2AjXh08tXVAV79fFakPRn5iGjo+SfbnBIBFd118YN4b2fCPf6jDaWYXyGpldtZo5N5gmWBWpuU5IuXtdNBnoOKHdYLZr84IrA32X3jlDlq9gX5s818JG+xX25rQD/OCbjmyhJbu7De0GVlFUkAww0veP4nj200mQSrtC/oHecY1tKYeqOvTE+Onaf9GxiRuEl/gJKlb1qVF9a/1XIqNjml9WeR8VZ4mQLw6Gfug/WVs4euc5G98Tng6/n5wPmxMWmMbZxr7Gf5rf0xfd4Iic3g7NnZg/ppnySB1YM2+QddcuUfYXOMytW3sC9s6Qx79X/Ld9FzHVdh/HTowv53OM4t5tm5qO8xrLlK3bRI/jc4dkn+ZSHj2tvcr7jA8ffwgJ5ev/tf+aG3feCE+tV7Rfgn2Syrh158AW9N77oSCzCH6MwHgdEIN7WLlsb/oXc4lP2sgOXQSX3IXFdEdv8AP/zNJOXFA2wSSWdqmT4n9NwtnxScHbkrZBfR3cJjglQn0GHhhij43gHM2Un2XNscnS1TPV4uGMQyaSNtA0LIcINgUsBP2nk9L1/+lrH0ZP99nMkBUpRxAMc5MmCmi2wSvjR9m6IwbXeNq3SJUA9sjERyklUAxELUbj3LEuWgHD4AuxKDSs5z/hIOc9VbViNYkh1W/QMQK3DAV1XpvFmGcnTjgyVoJkBcjbCuNyYgiY0nrIwMYgUCmoQW/13WV/DE+R/e4xbLaHupdX0ZYnhHGWmZbJ0YZKPoOQK/3PkDstEWavdhst2FwAchjBLCvuuYIDLKCvvFspg0OqNZ4Wz7q/kODaNihMpTAbVCs8sER5XxO5tOAHsAvQfPQbGXyuB1mzs9l7Xuv36y3Dmx2pfJZa1ohVUClFaCmeCVwaG9LQfJ9G3SpVCulO/dovA1a9T7yO2c06O+3sg26pNqjldhZQ7fsDaGhoAlstII4757qMjvZOo/6D4AuVRUYHU0fns8jyP8AC+SQEcBwAkSAkjac9Jw2cPN3hG7LHDm1Fr7mm2SYAZbd1UkZl8cXC9S883t+EwAWOYl/nMwij2J3B2frj0ylb3ycC9igCLTVsuY4gT/OwP1bgoH3e/bjOLmuiLyB3PBKZGwSYZJx7zNH5kzRdYaz/idzUA7MB+BfATjz2zj7ypiaCmESRMx33/9ssD0Zlb9aLCH3dR+tq/8G3h5DbBwX1hJ9qL+T6bpnwiJPDEyMDCcI0I6keWJ495exbRDPQN46sMepHyfGczktpXIORugM+W2LzqAKiUpd+TcJtlOlReLSVvrqNWRStz7w79O+51fFa7LqptpBzsQAVi1jENd2Qgaw0u5jMN0JHqGTV4a4WsWVMtsy3PRQHkA7OWarsXPgZQJaDQA3/Yn/LLOsmyPPSGgA+Ol5tQHawRePy/LnliMNvjTfhj62ggx56c9n8RbkqQD1t96ddZuzfpIY8PKHmLMz4u0MeJztQi0AcieDVJXNd08npaGjsO8sK70veu5kvVue0K0jNIJMXB1xZ+GbpwyANsB9Ax/dTglagAbSal2A3wa5bMxLvttOCr/xswEB69EgAAAgAElEQVS4P88A9GUGtDYD2YEVZ6JvtbR12WRf63PtB2cMd0CI9TkAyVSgvQH8Btn+9bPX4AlkpIGwkb/t4EYebQsynBvvSbVSI2M+9LcO5p/tyRLITAu96LjXYWcpA0xl/623TC9pxa4f/Z6jLvbIkjfJwTLiu96A2ew/9hQtwJo30EPhmzuB7U+7+0lwk30/NIIDeYIYkxVNQhX7wzqIz9DRIhDsYY2t2xPDEx5zKfhOhtF3qnxreRY7Qzb7dJtQUFSBmpH5useV2tOhJ/I1QHrzDXQDb+Bf0FFBSR2HZyuAa53jQE90DAk4/bzoWHWW0Plhe0bzYayRBQBSx88Q7VblpddsHPQO+p/kmLEtOlmonWnkdL8XZ902+9Aketl+zSSnQPsdUNR7lHgc+ksSFvTVFfTISb0Ae4MKRs1HAT2DfQqo2h/dhCzt1QKMS0stl3o+v5KLtRddydB2h+1f6YixFcKXeWL2cFvualyi/xNQsmx5umrNXr74Q54YkKz50p9KZpaOUVcC0VTrtfY9j962j92JpOs3Bpu4AfAkMGd+yIDXr0XXIQ87854xMhYSZuH9Pot1W9zduhO9DY12UlhXAvg6JwpsdwbG3YEGxhK+kn0X3Xtk3HNEAzrG/Krn1/6xNrZnvwv1b2jjS9Ype/9NwDmJ0x9xvEnsGsex7b69lk/SIByAGYFOZAyJbI339FoxVnRu7yOJW00/msMB86tSbGVOKJR1OfJsOs90Ypxos8+Qw3+xrEUXjdngfSh/G9rvpAPbsgUmd+CmK4Z079taG3+LOFzLTl/vrmtJ5uGnj2ayz/LJOCr/+ox2PatxPdakA7PIB/QSsiMJkndHA2gBvb/6GpA6sqF1F/aLiIi1BXTVtUmMHelSMiS2zY0NRj9tMmfb457bBAa15n18l/d19FCfSYncz753IDCYoGj7tTWwK19dtHPImF/dbLr5XtF4bbfK9rpNC0xobPWRdEwSvPERfgWAJXfdScz0HZy46cnvFz19OovPOf6irzvYsPkpFdC8N/PeQJErOCu5tW3U6M3VA4d+v4c2b4OrgYH8SnDJvXqvxoPvoWcHywFDIjkQOnx9cgKr/r7GwdjeBE8lcLFGuWdpkmeDH4TOtoCJ4Dd449FbI0/OOz8fFMwk445O3c4Yn13+TbppDp8Qe/CcAe/gxWLtbWu+RUoEQMCZwEebfsEeuv3za5N1AmzLS2QWOhkaUhETOTcEkG4sLj6EfrSGfQxkdzo5RSzmrbJv9bd85D86pe157W3fHLloXZpdaVzz7PMsJvbL0bdnkeNDrR+fMYEnrv6fscpmHPzgrM10Emw7BzrZpNh9buuu9vPXns/xOf0TnTKJtZ9+XD9GV20nMQL0x66RrvnmR8LCGdf3KHcuHL2cgq7RBZIflQB+Yw5lW9jHmESnCdQ3DYD7sz+/joJiDd3O92M64hfwrWf3YnSiMa+F9u5LLhg7aW2pavOuWI/8VT8nfNr8deykspn0zrWNF58+MS/ZdxMDMb0r3iX5POPMZzKml3aPrfgkHDQWxd50tT/VxsdmrDN7LY8nQbCD9hfhaN6Ff/QayDYjQYqkrvhEuefYucZXBj9SXGy6Pzr4PvZqeEYYQo4vaftKcu5fBn/J2ocX7L9NEaTWK50QtyBDa9NHnmZcsceQL8jXppHmWfiLmGOvzS+/xPrFVdFJlucH+Y4f1/vme74M3+N1AO6nJUYCCA3O6aGpntXXW4Gaga9Q1CBQeN2eBGONczOuSVXgCgL0a2RsychRy8Nv5gjiFyDUokgQKADcwokFZpa/QFSYiX8BMJT9TAsw5vcSaQhogeqbgLqNsdY0xIhBpd/ttMvo+QxKV7d8D+ggdb/XG/yBOv9XGbkD8MNIdpYUaDYokPG8jmPZnRYoKHICwMwNo64NLL7rDGcBHJsddhvQXH85Ex/orjGmJe4awWSiMG8Eye71BCWqxWGDGqtUQ/jXd4m1/X9U4Ujl5CvYcdz9uYFZ7QsO3pB7KVCqiNLqIeX8CpS3IaUAERWFesI5K0hMJ/XlaqabUT32yRSxgBojofet9+bin08hvj+tALdyPletM7gBEiqQCQxpvU6Gb2uf4cs15G+ljzGO8N1+9JmfflYw3dUlneXW9+me//iPP1vMHMP6UTC/Kn30DBvIlTzXIHlXypg3K1MrAZg5d6VacP2x6PPB+1wcSCotjhE2mUCc4XT4xk5sgtYAQWffvu/0/E4EkDz+xz9mYt92KPN222XkWduF4AHuTJ8B48nkPuCMjfzwA8b6tgVaUG+VUmeRabGTmNMVSgA2oYM1TPs8QBwFBSpcCV0ZlZETodsGQM/ayWAavUEL5NZPCXKEP0XWnCnDOtvwqLMJoVf/e3TdJj3xXvTTkZsVsPulP8KDWxXp58//4ZiuLlvwtM+KWeNR+0MXijiHYbS7cq7p9XUecDg9iAlWSBYf48iPfFqpsCZRbf4xAKJ1vc64z3fMWb+jO9CZ+izntgeEio7ImRlt2F1zmPdq7L8CAA02GGAAQKiz9d5zs8OroXfP2KBzXtR6y62vv48JAHNmEPIlgSdxT6p1Djg6mYA9Dz97dLbu7+zCDCLZgr9+GgRjvkl2qFY/0wqV+wH2RAPQfztTb/VCB4BDNzrjR/SbtaLbCPvEemEntuPelWFnPDjQY43iUNM2O+8MyPyPryLh6PxyTLy/leGdZ6+wx3FnGfUM9Lxp82mhjMrLuxNsOfrr+yw2V2iave2gXgPmTU+C6y8H1E5L7Ff96JllHvkzaIIgqKnqWO6Z6bFjx4YwtdQZUg2iduCrHdw8qJhZKzhBH3Rz7PE5o2+AUK1BH+Fikh1w6Q3k9fEs7P8JSj4JGed7H8+SIPA5Q0tj+94bPZeEDu/4BCq8vxOccABYGf2WuTxVfLZ28LEbpz2Ur6ozBn+1eNUl0rX26zvB8zgTCYRpr3AE/yeHfvdokpckbyvIi231Os4vSExSxM6057xB4D8TO6I7IrX2560MPIk6skWGEOk8cQFkfdZ8ge/dEtbL3A62bJ5KPKXqteeCfNG7c6bSOP5jE7T+t50teW6f565wO/Jykgs0ENo1hqdumZv3JjktQEZabp3WqDMXZBHPIOP/tWl1HZXBDuDNOYO6j+AaSR9vADjr8cnEeX/02yT7doXEyBfWL/I3f2F/6fc3weu1u6Bfy5TnCBcvyMi12E7FZH7PAs0N7MAXXqfSe/q77d/uGJSEiQH9VLU/WMRL65fNN8lNXHP8Br1HYM4jTHvfAfo72a8B58tH91qvDaz3/TprkqNAhGusXq8jjGagL/15x78pH/4vABNS7fPiuioN0OqsgdbcdLbA368zfEMnuav9N+SYv59ncU0HzODV3fetCKGT0OuXxa4S0AfotgGmPranfX+C64zXdslTed00wpzSXaHwq0mcSXB4k+689sP/TtaZ4Idtnu+/9q94zxsAPms/8+K97+ftW4s+rnNdZz/eyr2umNLcOLKtaagDZY9osx49dpv4wjhSggydjG958/G4W6aObsJ+oQtU78s5J1dd0cYP1WpbJnzP3j1O9ViPC11i32ywnIDoGwD2fhf/xn+r7g7TPrM7ZJ3rOVvTSVDZhVufheYvf15JD5hIHwO54mawo933JEXIjiXg+yaZ/07smPUoG6QT+4596cr++GJdyde2TQLA4LV3x6BOwo3NPnP//nkToulghp2vK50MOa0zCfL2vqU7Qfyf92zTHuPSPWu/e8C4xvwOhjZ80zIFLOvYKJXMIzvib+9jvyMjPl/uJERHmPkMU+WGzyAV1NDn/+bKWCq/KJ7JVY35td3bmICvmzVHp2pa7sI2tjV2vulx5sw+09r0wvcq0Htse8bdCVPaN9kYhcOxB/oXPBqZof1TELX9jX/+MzS1thPJGxt0godaJuueVE0L89jE2NVbW3XPWEzjg6MgB1+5lWv/TODQ50myD3FHH9wFYL0X+GhO9q2jWiJnpyBqEg1032WDvzbIUwHZvln2dFedYyI9lsFtrsSW+dyt8DV+rz0JWT/wTI1teKXtnA4A63PFafix7O/q7GeR4UVkTts/JPkJ138DwMQZNOr3KIYQUfAd7+EkW7Cub0Iz6ya8xYmr3xw0DvEpP/FLJil7Aps9FfwM7IKWTzbnh9nhS/1NpyrvjxXU7UME/99OWEd3j94OrUiHplguvsImknf848ig7x0c0RGMZb2x1ue697LDxs9c6rrt7m5HLXljrGESSbQN6LXTyXUeREdAb9msK8kZLX/Pe+UfcW/j7UfJkoz5JdH7pfAoeOjEr+Y4AV8yS9BngB85Nc+FJjoZ0nRT+9r+i2R6cL4cdXDoyMm2CgqnyjhyefRkjUm4Q/A/BY93Dl4nYw3bVectwONdx74bLO2VU72XrD/+ecsJ2TcUFHKPbTd3Xnifkr9/BoB7YALLOmMdYNCKYbIJrl7bD2Cxz9oMWxtzMvzEwFWqb0Zx9U8y+BJ8pXp1FW3uVcsXKeINDooJu2WEzXIrmmzMBaBqYfz+bJJ+rrnOc7flSAiTjAg5bhlHAoDb2mcZ8j64ewLAY1hAlMnIT4CD9UywDmBlFI+JKQEoA3QHmApxqxT/nMEw4DnVIy0gsg63QdvrgqLvVnFk90ko7NnGW3Gh5SW74ez3ED/ZNJlTgP04KhjwuQOit2E33mQyqyTRACqyBxie/S4UataCoJmfHJpwe5Xd684U63PtdAeB0LeaqTNcNmMo5fxatwbBqbDx8x7QCRDzlwMdECQAXehqASiMfxSuA2lduWihu9c3TWb9l5bghwTD7j3oinHzavF0zA+yp26eaqe1Qdh2MNgz/Rujbc8ECBARIzitPYdvZ0q/BGiPLXR0K3/mFsU2VREVK38zq3p8UbrTftF0uC0Yd6654zWoTxDodEHQ20Wcc/3IQNGyW8KqWgVQwIbNBJu1P1XRxbs6ESDrm8zs0P8Eh/W8OUMsLSeW74/Dd3htaQBl53eNUcRzNwj8ZwZ/9nQyiGchNbY+lxH+XPNggM7J0EJmvaBMZ4x6J8cx+NX6CjqwfJ5Ww+GVNXDQQZyPujJDmWLTTs1ydCmiQYBV9vs9a9UtE19g8TLIbWVOYFHBvzH+Dcp9YzcvzPh5zoIb67RbxriNZ571BjSpCnLF6jge2gcZUt2NASAQ5/rflahj2b5yv2mdmbczYzY5NPNUWJZBpHsbkMS85RxV9kdzSktWgmPrOYXuIxwi329etCqRgbwicSssJgM+BvkEjobPaO0FnTU9deYe80deUgHZQcIFrncc2svNuN7BdUUMfELmHrwomR7De+mufzv0Nhmk2j94l2dofIDI+swtdT75IUef60/CEMHA4+AuQ4hcj2z6xtPniKOjcBw6yUrjARg9wcajx+7AwRUAHlm2gNTyd/ZIjtafLb6yJjmDuZOTWj6Erv/eAhu6jg2RTE6AI33WiXGdCNaVtn2OG3vBPmpcHHXAd8ypr42tFeD1b2cp2+n+wbPN+zzbDoJBhSGoh66cySubzdnbAYibZ+4KpFRi8xP+24qdTgA9QK9tu+iNzDNy7c1k7gpYrVMDPseXsDxNJTXrxHdOsFTSnbuuZIQEZk/Q7NiHsW+SxRsAnH1/AyTaPycCSk7TQveTs6+TzpogG9FvF89r/nPhexTGewZTdwZBDv4KMmpVY8eK9hcUj1NYQHYJEezk7oDjpZ3BsfbY6kc3VYXo/xTktg85wIMeqffR9ta8VEeEYMu88o59XZoJX4qM8Q88rml92gFg/KcGFrGDj1ya9eh9vORs2cRv2+a0L12AnvsMRl7t12J89REBjGPlP4mg8YXgt3dc2hvpJtkNptu/BID1Ro7w6Pno957HSdIx38hwjI1rGvCxMxv4P0D30D8B4LZ14Dd0hORiZNC2UNN7IsMXrbBP7vdj226FWo+/fTs/9wTYJilu3sc9f1QonP1+VyV/cwYd64QdcLonXIMpdLcSBNoOOTqiEyQqwfQ8zq2t6+Fj37f860CArlRCgdYj9iQ+S56x9ndwHf2kSic083bneoMnf/jZAsVEEk9AATmnedISMX72Jl6exPcC6TUe2ycTAN51WJnaFWmW00ND79nt0BIBuDfgxnr4SJaxJTtx+G/81n4cMj92eXCA/ml5sjZtZF7eL8Zaes38Vxfi3xsz+BLuvP7Df9gf0auSm5ukJhZya2WrxAf3qE4Ux64Zm7BxH9PQbCxrfHQh45/ONOiKJHLt8UxU6niy9V6SUBi7vx7bigQ9fUbVDjYCayj27mKJ9o9Yf872sy6d86mxT46d/K2bEl3Ah7AT9S9HRr18yxE+jNmBZTPB2DICladDTfzydOLQO/fItJzJ3M+Orqtj6EQf30TpVARP+TnTQRF/MPpdA8g6U5Bw9vNKxIqu9LEI469lLsENYqcOv41M97poZ8fvFir0q52wnsMZrabv7z/bxpbjgz/YT83zQu9/4hLhjfyvi4jY83OG8yxg1oEksASesSXfpJW0pU4BRsuzG6dLJ5TJizdNn5/xicLDqcL9n1rt7o23juVz5FQnXyCP3iNGfr2LROS2Y43hKFA9QSfWQ593UPSP5IbSx96D56imfKagzeDyH37fPnHbc9i2rnQsX+BXYiw8v/y9FZp0ItS7wQRZO/inaeUtAOMebMneD37H9nntTH1PEQw4Ocl+bweE67l/CQAf92p+kQywLrcM3ySUX2O89hlcbyoUX/0LltO41q9nst6NU2me4MgvfqVngFO9vKjE7Jens37R0W8rcfP+p8uEc3eCHzKLI9AaJ8I2sO/yBHrZqw5SkxTyiz5aZ5B87a444+9hL5h2HSgsGVCLqUCttrMTojy3iWPp9/h7qaz/A59TocTwXdYkq3h1VaBt8egD86EndduHA3N6H6BlEkmdFDzJHy9+LHvcJ1eMzD1+7RN/04OdQPKNsautPd5JukIXeowsWXWFMs1NAc/Bi0ffaE7dyYQ5tE9w+X5T+Nayk7U/iVm1Fl7YSmDFfkzB3m6q41nCOoaiM6772FWKtsxjTwEe8hd/TmtyjpidPYb+Xmws+mATVV4/ivllfSNIGN+bcAMWdHXSGfzDcpgKYF7aWVBXpdEoaUqetYHKIEkmYHa5o91/Oii7uPoNZqKVZgcKm3HOeThlwGTh0hoE5QLwZ6HxMR5gk7bmb206z5wn6KhnkTnP5mwLnIxfxiIbHkL8P14HgStt/EO4a1TEGRPx/+N/b/DzZF2eAHCMwASsZNAHfKLqLgZ5DChfYcclRpQrEb4bGXtnHjdAHoLJfF4Bz/O4poVkA4C8Ow7dGGoO4K1D/zqmBkVsgEQAHMGkzPdRZKka20AlQqXH25VehznqTNlUbqp9tyYJmBeApGkrdJiF6DY67zkNZz0HWEy7lV17KLsrMgF+u1ICxUk2r/akg7ndTlyfC3TFSO35R0HH1lewAr7Th65aHyPd85tstrfNydm/EdqrLOKAWIBVRYK+x9iyI6L3d2bhfImgxshLtn7QwxgMgDuh3wQRwjk2WuZcUQJ+3ptxlH6dcdaA2a/zw/Y8EVM0W3XonpYpBEUyb8azlRKRT2Ok1XO6ihGeydrmVTbK5fxMC2POIEXJS6nQQuqqwKYdm/a6HKR+9pFFlgE6kyWVtja4Zm+cqStAdcbTYHvWnFaq4Y83aSTGz1Z9rjN2A0ss7Bp72d+cpbTZnitvVloSVO79ofp6M/i3Zelef7YzfDROmpzTrUBZ4EjXcMYohm8DqX/Kq8n6GsMgRvUEQT6F/7YjYv+3JbACrktzr0HovRzQOlmxaREM7cQ4SuA6rUDWQmkjiEQmwKgTINN4v0EDwMlQVXcPaECGNm12Dv9Nooj+Pmc0T1Ul4wOU8XxNH0vv+r3lN/qv5YlAcO6j/an+xenNOsYA6oSh7N8GoZxF6QzvEUhDDgAlJFZlnSN/SDDDoW/Ab/VogHbuWyrb37BXcPw1NsnqbgHtNR1xF/m6xhoGP906oHf07xq+lbEs41vHZ1Qm/G0rTaXygEB9dmrrcVqgA0JLR/zbp2v63cxrz8QdXemKBi3oTEeyLfGBdBH4fgANQ1Nxao+O0vdjL3genHdYAWB4Mo5E5u/xE9QGbDaNbIX7mzB4J3Clm0LGF/szNLZyKFXT2xI8ztAAzO8RAN/nnRwoB6ArW9nu5o2u9Hvp8Q786L1blfQmBqgFlvlTiRFPgpj4XfugNSTx5gV5PKeS6+yN7eGugvAWx2mVTHHGsGyr0RMaA23TCMBse7xUvd+Aep4vuWmHTaDd6NqmT/jf9IOdKsd3qiPNp+NQLXCSC7uKnZa7/nxaXnv/K6HqBUq6AlNjaqD1ZOpWAhltHlOhPzLcHRBWb+udyKT4RZvYwz2tj3Rt+09ZD+n4XQPJy9NG++G5BjZlbyBjI0v3XDPJYNnb7QMAKDNexs6ahyfG3hcdja3o62b+VMJtED/8hlxALuNfZp+T+Gd9NMAsQA465HS10HpUApjpcAJYDoJ/oGdsLu3JOPambez9+E/d0k70qL+1/w0Ed0VG5rjJyaalUda9XiR6hNa+hJ2pyj0tr8ueg3+49m9HlEAfyJx3XNhoCaIm4EEAB7nOfjgIMYnXvxJhOyB1zBfJ/bHD7YIODaRaA3oPDxrgmiqsS6dPYsold51N79vOvVrjBFDGz7K/s8FhEpZI3tu7V88cf2bOAhRBXCD9CWzk7pY/tEX2nhxdE788Mv5PHjBtQAujZ/zcOrqh8RHL2qk8OxWQFQBu/KET8E91y/EvFnvxGL7/pXXdVpOzvvvOzBm9cs5irwAwuu8EzAakPpVviSwe297vHrpmP3gG9qd5pwDQdG4Iz+Gr21ewTRxbrTtlmLbccnfxC2wYA2BzPI6u6wpkbOVfgLLxrOo48/oqb8JFY0uZ8/pGradZj18dJuBVAgoe72BQbxv51k/YJ3qn1u2mn+gf5Ifeq7m97Vut36dThW3P8TfYu7cTVYPQ2ELQTvZ58KfRWQSA2/966XsDQuBFIeYOAIMPnmSSob/XPj52spO1/JCD9/1DLYrtj8TO1L1dARX+TFfDDRiG/kKX0dvNPy7Y6COJplKw18/6Z37UGpIzhptWcwb9Xb0b3wnMYIMNwoFiE2xHk5MYMNVb//V/ksRw/I9JmPkZALbNNZ2Vhm9Dg8FfYuOl4yKtfFt+hm43McnryEbIYjR+FyPJ9Dj+AkGHrA/JIPHPqfrrjpORV+X/aL2E7X6fg6PQiQbaQX4Q0AfPaXxH8oikRnw+6bO1D7J5Gntj26GX+CHQa1eydqCaa5vHwRi7KOFgNX/VRzqfen3RDoCGXvbYvPYLMz6p6QQxSJhoXwzfBPnYFerosl8BaHAwz5EAyYwRH9B60rZS6JzimJb/oRtkeeRoV9V675SYLMxi+Bh7P/bdJKfNXIOZL6ar3xvXxb9pW2nxgFzbQSDd/8vXxg4SvXTQ3Wt+/JnIG/TJznUcmlm3bsdt/ht6b7ph/3PeuHwSYYrrh3XQB5wf3mENsjLLN9Avn/ff77uxeeM3/omLrO7684gP6MGFOlrfJ6FI9KwEl8VJtoCk8cgT1JU8HvvzP3281q655ZXwTMYoee9jt8ZfqfiE10X+5PcvRVboWoKJplUH/bJKmjmJPcg7Olroe5J2WdPGPLyvTxKSnznyvoPL2Mzd4lvH4qx/lKRkj2GOKmF8i8HgpAYTSiJOMFT9oIvgc+h03PJj4/ZRGNC3eVu0NC2NLwx1dDD6gS6LBNDjkyX+E55IMUT7I2+Cn57fxQVNs9jXeW2Sac3f8nU/usIG1d6dgrKxL/mOBFatTezmlUvdFn4DwNFpl610JXIm/gjfIC+i/9Zex3dsmQMNwYO/ug6ZdmcjL7zGMYP7WFHk7q9OfN7PD8BAIuUsrfNXHOSAvWsEdSYsTsYJGGEMjTHIBrdw6c3DkdKidNvfF9RkMUGao4STWUZgAyebDP9fDsAxkCaoQgXAqY6sCpCjAEVMs9iumjFAvp+hTDA07hZeG0ACYJDwcmvGcSK7cjb3UvlMO4wwCud58j7WsTMXYhgNsFmVye2YofQBmCKEzqYP4+SdynDa91Ql5DDbm/mOAPU9ZINP8IfnsHYaB61EImgD1JxsZNPenml00Y0F+grA0FeugCkxQE8igBzE5wxgjIqdZZ7RzAtoYOE7mcpwzDEeZ3B7rtM4NDa87oA8Dozu/ec/E+xu/mi660y9XBYHAEGUKq6MHkPHc7LhtME9Z0Z/L0ySwK1gu1JXz6GCHgcjgOpWll7B9/VRopR1/wQg7bBIPw1430pCmWwrdQaQHednDaDdFZy2rlojAcJG4ASULvoTTUyg/PAUdF7GdhtoOFhkxroCcwQi9ORdUBCbCvwBPZs+vR/jqPRZhZcBWhUaHeQ36Dwt4QEM804AIwIsyIW7guKAXFWt3HtGEFNyA+UBL7XBkwBBKoQaHDu/S1bOueVn73XtOKm9Z8eAqjlo/+CzF8ztc8ss6s3fd8VreAbDTkZEznDAUGjHMEbnu1607bplXO9jy9o4U0myiYERsLrBOdP/N+AAXgqa6BzD38+XoRKgPIYCiSAHgNI3XsuM6OjAGeDVrmo+Y40sHyYhiDbgpknr5xiBxyH7LuTMSgLDSQowtGOZd6pcxunIgFipgHprWNLiKUkHx2CeCrxzhqp11baWO6DYPCg2R/acNYb/CTBrBArsdEKAE4zGCYsMSqve0EuqlgACoR/G7mu+YWM7cD3/8oyXRo4R6/EGZNLyRK/+2SpcxnGC+hvQ7wAJ87aR7iDp3dXAdDbORNMo1QX+fjpeLLjqTw/oO/it9W1nzPbcOnsxcmD1rGSK9k+fbZLNOIfFq1Q0+DgBzUN7NqCQbZBxaHF6eH93ryCw2wa4ZdYT/IVP3jNsCPZk/3aGb+tj7904fK99ZLlXFcjLK5NwZf2a4BDbKh5P+/IC9iKJRoEAACAASURBVIYOty3ZOMZPos8LBHTCgW1dtYj6xz8uwKLPnNPanDNZZ8rXnAYQDQ9tgg467z2jS3MiWGhHXuOVrdrArHTas8at9/UuHKAGYULPOctOPzjs2DINgHWArMFx298E8If/aYFJoKgTduDzG2BMAJeWwS2f3JGkfCHud1LKk7zS65m9X3/hBTRnqJ43MmBthwRIWv92pnpawq28PaD57CcJROgKAeJJggzw8ALKsRG33eh//ecmE96JdOUPSka5g8Ds3fiAsXXWfupONQn+q8XZPxZcka2oYB0+kMGa0ASBom1dGDu4E00CIqQKr8ECqo+w9du+znrFDmkZC8jbgFW3km2abpl4n6kb2S47Ib5p6KpbaWf910bO99ueET0Unhj7xYI4uszybvwgEjOuxMvm7e93uuuE59c28fy//xxsEUAz8sq2y3WERJJNlWioMTRgqfnFJtoAqd5njGBacOu9Ak2pPM8ctlpwxNQF2rWfEACyzpT7khlOZ5cpNdAzqbi7eE82zySXZuF2f44v6XXO8Uk8N0GyrLX2awGtyKwryWhsbuYRuyF/EXh7Axz63gFbB3JmX7/n2PYznwiQSmcO+ePHVsaeFf/PS5omJENprWhbauyabh1tOij7buX6yqLQcPa7kxXQhaGlPVv14ofpMNA+7p86Nkljxkcmsch2mbZo7B/Wk/ECmkN/ANDs06kkn25yvwoA0C1+t4OHf+rvF9A9azFja6CcMeKHY1teayb6moSQVHUufSQ5PsmyVwvXkaOnYKIC6Kkq2hbV+LsOuAyiTucnZEnvv/QB+wV9vGew/j2AkRlDc9hVnTyO3QymcO2v5f3KP9b2AJvTyeUN6vMe+KppX99RoKJ3K0GOJILI8gH9kZ1j06awYUBV0cHwetsLGh8+OP4Hyd8kSWiNtX7pwLAJu+ggAGDGzPpRqYyvHXthk5gPPUhWKLLvscSP4RmxQXKP/udnjS8e3TZdjsoAxldCPrz4FQGI9n9OJdaRn2VQD18kMQRbbivUfq0P+mo7Q2yHAPtVP/wf7zMRo6HB3pNDIx6PZBw4QewW7P5ufRoZlOtwbjXvxtdOMZIvuY9rgD7g+y10AK/5E8OAnnRv2zLIEtadtVEiQPY7V1g9y+4tPLsLMFZXbQVm8wvnBmedpWvyXPPg4ZEosPhjf++gl4CSqjIDCpIk7gCZjkpyV5Q8qzGT1u+Z0xZZRA9vsEPfv1gEAWZ91wmHzTO9XsufqsyP/HuLgNjD2LCLr7EOHQBuDE37tZXE47OP7qUSjzUgsQbeY8/tH9m+i32CjYFveWIVklPzPvRhbNw8iS3E93DSjW2vqWTtzpHz8h4/z8Dm0d9/C3gxdnz2owuUHFj+C/yW9a3EqRlb9MEUgD2dYfEPmVf7MI3TdIIOOr19l9VPY+uBFY199Oo/6KvxbWgU/AZ8lWO7TMeT2Lb7cO8LawYPYyOtHc8VixExT9E2AdymI91xjn0Ymw2e0r/gJySwNL4oHcUzKfQwv8k3OMHMjOl0jpkEvtZnkiHiK+in57m/b9cW6aU+LxedRCxIic/ySyKfRn5YTmVdnBA5uEv0Quzm2Bqxr1yQY79kMNtJ0M7aRJcgnzqBHLzk2JeWgavbkA89rzN/0fj4C0072F/C38GAjs5QgHhaTpBYiF7b5MLVt9BO6HH3hk4xb1fek0BYKvuqAD6ZoOZg+vqvMNErtCgK3AHYtdORTY8QBAQLBBoH5NdPMvDSMoVn3pnhAQE6ih6hfbcg7eefsvN5YYCQGE5/GqELPskID0Cywuls7gAmvzJCqQ7M+BcoxcFvQHoN1zg9/N1Bb69zzc+EPgYPwueAEGOIBLSXO0B7bVUmK9v/rkTA4Ie4AT+YZ5eju2T9uzAmcRzBN1j8tlg4GQl/a4FRhv9/fYzpPfno5bTtox3VKDiAxtBW6GgV+lRHl7EbQZqM8WZMrZsrtYf42ae3apR5vpWlrqQVODZVKDz7pbs2QrgG563P/+pK5+aL5icHS8YWy34lu4Wz1nSfaN0g+2j+017iMLmA0eX4DgCbV+28h2Y6WE1GbILQGMZ/5+OLt82fjO0GKMTH3bryrOM3xAtQqizLbq8Jv7BvHp/8INPVPKOqGNvQODwztLnzzygwDrTufR5S+HrLfpzNNAGWKKU7S/WtkDKNjww7459quQ6+IdAJAFOBibxjLhjGXX3jd3yLewz8CVC+Z3LECVWLuM0sNR19/yU7kwzbrcRvp6GfLwf7F/3b2a4qKeQxBoYXmzPcZkHO3pgBI3MawEJu8e+b1CIR5czeoeUbDEu2cegrSU45GiDBhl8/kqW9vr22kRHbohuZwnOUUU5Lf8vr+QJwQ38SAO73N80lqKq9CO8iZ7s9/Qsk+O/vcrc+mQAwHSHQrYAW8Lue/WbFe3us726+ILDGPKMX7gDwLyfPz/Oal/ywYfZnm8w25l7nKLJuK9b/li1OEM+glu8JyIju7AAw9AuNtrF2dMVT2dL0cvS39P73hd6lcQEyXHQNHXzPI/v0HaMu6aQcKpFDc6EFeBQdJl4jk9TVn9bTcRAT6E0b/zw7vB5ALIkRZDH7HS8xi/aqS8Qaq6mEUKUAABZrkefsKjmQY1CyAsDBE7w/BAUPXU0Qinfl81uPWVYOYJMs+g0k/KqqPM+ecdkxmITHnnN4SPKn5f0EiJTs8/FlV9hn/BsA8xrP/mp9FGh5E9v0vqbRpifPdHivg6Ls0dFnbzU09qmcbskcdeiZFu5+5jetO/s0jtxFvwY80rFi5cSs/nfhlW16Bj2BFG94dEafAdpV0i99se7N8z0exn1VVsjGHUdvk1AymLRijL1rsHGSdX5V2vDs6NbljZNNP/JJc46jL5+GYP3u2JtJrW9YO/iARA4cU+zojGtb20o3OQDtKs7oql8BYM3fgLXlW8aueb9VNBukTiCXc+1pgcW9VOS276Z3vC2r4EfkAX93JjjfORFqWquGpkceHUZUh5tNTLT8nbOVdAn75+Qog3A58ufI67FXtV4GMCcIbz0/IJJ5cSpI/uCx8kPyvtj36EnATvawZVs/C72mzwCLma9p4RMjbg03gVXLhpHj0cEBCvS7AjKtj/qdJsGSqXnH6tNXf7UPjK3EOdvQaNN+B6a9HvY3SLKBxujIocqoJ/hpf2vAX/toydo/8nKMIOSQjjjK2mId3TukNcp+7OfwBGAZARD2Hz7os+b82ejv61z7ke/oCu7Fz+Yd3pfptIC+Yd+yBzv+tQnvuVhX+bIF69kf1iMycPRvBYD1eM3TezV0kqeH7lm/y96dYHJXBpHw8QaAX/wm9lsCWP2TRPNtMd4VSL1HfZZ7AgKTqD0Pe5NMI8ujs0hOPLJv6K/1s64ngZh1PUEBrbDXBNra5JlrLsxtrusAcAdlqSa63j9gYwcNOhEA2U0L+JsSYvfpfZGTixcFK4rt2MEL3Z8A5Rjj2vlJUsiz78r2E2wfW4WK0F/7L3kDf/g9xnuyF6awCTa/NnLP6Q04/MLhThUKNPBdhD/1BrDxkVTRKt4ShtVV6L/GAr2QGIMebd/6F/4IPzMf6Bie7Oovc+/oZK7vim86r5zvZo/ABNHZv7qUYYRZlwBmS4Zqd8s/ZQ/xcaGT/2lu6yPCE+uLee+HzfUMdZOT7sQ34PnMveVsV4Y2PcT+ii34+pUk8DaecCUYmObytEOvJT/aPul3Mj7T8Msr7owWe0p2ivibIp7Q+Nri6NsOmrUeffGLtwCG9TyB/Lm559jjjvxa++3VddhXVOFRCX581PFt+/ktf/GfWUsCRxlDEusiS0IEZ+1N539WXvM89oe5mC9so62Pbb0qDOP7jwDw8ecKd3mxep6J7doVeBe2o2Rc28qLkRIMyuxC5+/68pmuJZmS8YeOsh99X/Y1uiR2SYgUbKcTCP/m1xEARj4jw1tHn/Ucvxb7rJP/38R/fJulXRmFa0sgCzsOQEJl40fwQnjs1v3YT3QczOTb7xuKmtuQG1RWHn0y3Qq0fJZ1wiK03Pq3klWswz/7DLyG9f9/w/8k5La/QTzJdpv9oCQ5NkYJTY+ZZjnS8v1vOBF7xv0k1er90FdfA90kuS9YT8vxww/TQWc70AZTRWehp8FJkR0nADz02u/W/X4fHbDMDOxjcAxiFY1/tH+evchTu0DhvOf7rlsv47PgqzSGZ7qY1s8d/7Kcsf8ZmeIiBq9XErTTIYZOR3nz67/AD5H7U9g6MQVXhQ+ejzyQnY0duB0HYnNhdyfBTvotnQma/9nXxl//5OdNXG7bL++Iv9UJNC+OAM+89NSxPK/Fl3Drz55ubl20xDOuADAt6mLwQhgywtYKeQPA50GlvTqLHJCGDTnXl6KHaA+jV0S/CQ4jKoLxLwz6fYkTAIGJWfZcU1p3xvh+DdhrnCLEGXAzdj4aITIByVaeIYaAaQD5bVzakJoWkw68SGAb8F+lRQuvriZIkDdEebXmKGY/Dl31m/9llLMPb8tl7R0ZM32G8QsMa6xk/BzFL0KG6KZa5lcGDQEuFAOBWZjebTmanuZ3zi15Dd6A/KO4xyEncNJnCK5xulllf2Rxi4FGQZg+tI9U/Y1x21m+ps8y0uVEQcdkXbGvTMmBngkg4vgHxI7ziuI7LeOGLsjA6kPkRQ69hwTwly/nNyvZDaDEmNmWvxq1AOtjFHwCFqD7KGpRfQX2WhD9AqDCA4AfuVqAGBW7rB33djvCdiRwYnlfjCmqjSbDdAwKXcN67BpkTRsYyFjWEGhwR9+9LSe6JXXA+CggWkux54y7K7b03UszGOodTGB/k3H0L67gwhA/+zIKVmuLvD7zTHQnP0+AQB/hCNACsPevgzzdtrevoRLAY5kKtNtUnFc/QVX291cAuJ/vMTqn/c9sfH83DrjTO6Z9y859AYxcy0IEQNO+JMFpwSEblDNWJ7qU3jnrPuPxOTTT/cG0VO3yXnkkwLflM7SHXgxf8L4NutlAlW0zQB/ORmc/4hRojug0aI+1AFzib4D4N1sQub18sbuBbtwWr2L8rX7O2m3l4EUnBSr8cvCOQzFHR3j8A8r9T7K16dc8NfIrgZAN+Hj+06YGuolu+eyACZAqcEl7sqzDDYYcgPYlUI3V490vGkjCcdBVt4EoeZFAtNu+z1mpx6CfzNxXRtmRcAY1+iH3Q97HrvieS6tFvePoFyc6pFLQwK6t6wqW/kgEIeELPjptCdFDqkT67AvvwYB5HkeD+ZO40MvHOidI2FXjBBtGd04AGEfR49Dj5/nHNhj9ctq0eRDbIYO1+bVX6FvGR1Cu5UbbIMg80bz2ju+0zgnwTOvK74F73EIAXf3kHDrJ9bzRZ7/7KIz8PX7wWS7ose1Rn+k3P5I/b4tntz+aF4hukB84VG1n79mFqUTyNQIBp0URlYB2oMb+ufcSO4dsX9F7gsfJrJ+EsskAfwGVflYfNcP7aN0VMG2DtARcWh/qWXrncWznntadahf/FZx6oXlmj4E10meml++62COzP6bnAUcrgQMZGrNzqwWwez3274Unk3r4UfzjMQ8YQpJqAgCfrgGIl6M7CWaWd5OQx9hbdgmgoTJFzw1Povfz98sTyotVhrR+kvzabbkjM+912gRfnkVVJzK8M68JJm2LTfyuLKx4aYG4tdG8R+MUY1Mz9+imPU/x8IT8qAkIHyBDgSvZ7eik+Zd9w294EztNB2XcLB1k3Ohp/X4AA9nUc1PTWPxQLX4CdlvxFX1PopnOUHsT0o5dXXsJjZY48ZjaFvsVFMiabmUK/h17fnTJ6MMkfExS4bQ0l/3uhJY5hmDl5vLHqTDwenx+xASavG4nMeN41oPWZhc7IKnfrxZ8HldXD2S/O3HV90xJDHaGnqtda/0ogKurmvBxGviOj5S2wzwLfgbkb9rbjP7f9HZoangSmorNsED2yhQFUFmTBNjxa49NOZsWUCw2QicOM+7L9tZ6iB7XRL7WnaQx5kZyFXaA9IiPvvoq0t4g0a5H5CzB2R7vVSAwNr3orEE8goYtN3h2+yq7HzWZoiPuOWmYQ0OiWypVor+zZ3r2m5B25vTgUufZI+P1AM2hCyniK2StO4Dxxxq4mncqgJ8KlQv30fM81tjfpm304+x/GCm6CpvfHVs+fUaCA/TfZ5Jbf8yPZFIXEJy5Yq8cXhyZUgkM2BLco6Mjjl0yRL823OMszk0cPRGA+89r2i6Cd9/zizvh/m8A/iVfeffYCOjPLPJZmiODTtXmt73dXWFt4juBBX4IPWxRS9PbBoDjB3srH19jRzLYilRLf1j3tG/CJXrfm2ir7zq51oG7kXue/rGpJpm2Kvtem9lt2ues+2us0ucT6HFC3fBc69mer+l1cD1/Lnqu4iKuffEFcN8sXgISlT9xdW7Qu7sjXeyKf9qeT4JaZhA5UwkSc7Z7J/aHJlON1UcwdIAn8rxpaX/niBo+CZaqI39i14mHO6hunGHkAbSergBV6VZ75z0uu5L3dEKfPvsj8W/k3rFNPhuGAuzItPXf1i7PEXbIgsYBwL56Li9O8D8FgDPutDCnSOD4Fw7ShF0JKurqDuYRuFr8epNb2/5ozBBaat84dIEftPpDNkQXfUGnnWDTfv57JmwqSZcu+rfuZsHnfyvMkl2kZ9FJsxPFmx96HknYW4HTcjOt8tFndwD4lQHWo64QXX3VdmbbOOwP9OnxVItgr98wzR/4dsWR9My/VTije/WsPmOWNRzWzTaPf8F7X32W8eXOn7EItyGeRBgNauyCrPPwSh3R8isJgIrU7gqFLdeV2C8OB0Z5OqCeM3wTuASz++UfSE+Dj50z4D3Hu7MZ82i8smkoBWq/18fY/XSdywJOLMa+23bL0+9+/pNgqVvoTGF6mQrgc9TAbOj6a6PX9JwJAMtOV2L+2fvxd3hf81Nwn8iSpYdX255Hed7mH/SG55t3wyN0zmSMYFEtS0jW5prWQ6w/GHInoTYf7qjYi1sveD5qAc3D/zhD4Nv4ZOHdAWDOOGRBwggrsbqFUgtULcpLgDiEeUZWjUzYTGaMIBHKAL0o2DdDw4BrCeTLEDDzbUsRxt6Of9/PxjvY8L2Y7xJ2cvj3ACwYoGxMljsABYDOEhstLkLwFi5DLAjlMNae4YSAOOeN+fG/DWfWkMDUWW8LtazBEabjyP/XcYDWwIqADvP03jAPqpDeayiXJ0PYWVoDdutejcGO+GR+vAZdt6TsNYPGfK7hZMJklfPTAeBm4DeTedsZZNHfAPDrmJlmLI3nrEnT571vGCvr5DLyy28w5dwtiaZiZfafjBdojcA4hlcqfafVz3e2TDL6bgCvx/87UL7VcK08NGIygEwfVJaLpxycTmUPLda99mPQ27kbB7czzUwbziT07llZypdroJaVupSCrq4WyTjnoZ8B0vX+7wUS5LRF0dwlqw4tmI/+bJH2t/YrzCd08VQuD0Cj71I5lr1TVVCq29YY73Y+V0BP4O2A7T8DwJOBFYGe1ryd9Z/3LeAoICbyJasILwZ02ACBV1+yUy1gfjgAvncSUY4S1LsmY68dFgMzDl6mBf9mwi8tN92ly8Fm9HULKX3e5/ppHL/OhFz5OLyo+dhgWCP0tLh5MoA5B9X0XWendgLPm/naLUmQz/p32xcmmCaAxMYRovjbNp3ZayPqVJikgsk0XOD626rp0LaDvyunqYR5nfZDh+Es2Mj/chYpHyoA3FUDDdq99EVmYoyslY8tR1u3mLYkLkYQt8OHUR19Fj3CnnmONequjubjs/ZPgo31h2wJOYBD/wZXSP6xk8KZypMg8j209Sf0A39avn381i1mI79SfXHrzWn/5SDvtfTnujgRf9cvIl1aBiHvAfZ4IvZLKhsJIm4FcHg+A7iq3kyQOd+mg5i6LgBBn7e851S3gxajdM+OgcaTAKgzNlMZSRWWB9HnWE3r0NPCZmw7DRfAtW2vX62G1mmTLSWQXAGjBMg8d+uf1X8JGNzyMOOaFa39DKCS5/TxCV3l+qdjPQ5UdYjxOVDYT4+j5ISukQ8n0Ds2lcDeVHZlnbf1k2wL5NrYhnZA4kgc+3acuch6XRBahSYOcD4yp+mRM+oaSIZvOwCcZ20QsO1GS51x2Fq+6R7bht6fDXBB0wt8TMCx7F9kghLufmVPIxdxCjtRr/nw5b2sWQC0gEMB1rryARnmS51pHNvqbusbHwX51/qHdV+AfZI6z97cFZN6X1cgICNxbnH8Wa+0wFpHHDsIH0hzM9A+iRd6vmX+BIIzlyTNNuDQZ1R2IN4yRYDnW8FXYPzbJQc2s36RvJrgcRIfYh8smB+5pTGJDzI22YbT+WIAZ1cSfwHqVA5ukEz35iy0G4TrjHpoQv9iQ9jm8B7e/mA+j1xve+D4hBpbBZcBaBKUVsA+NON1H//Eawfhe180kNu/vQLAX8Jfgm/7g0/o8VsObAC3ZTR00HxmmnbywK4RicZe+xrfykD0ybxLPsYA0aHZDLAB225TmPdH16MzSXLU9BtcBpj8085YW6H1F7LPb/gGcHXKmApw86R177YI9357vmuj276eShcSPuD3+IhZh5PkpvnYNtvEFmw65EjbyciT05FqaKPtpEMafmbWbc+UDPi1tmASjP7VdmTWP7IqT+F9khN/q1xsbIT3vOddvzx9WlF/7+BIAR/T9LXo/XUG/QJ2GVh3sbAN44neewctng4Fpp3sVyan/1sj8LUVu0PEAeqwN0YHn6Ss8V/0RM1HvH4SWEZmdtJLn7Xd9lHrC+QLzyKhhjbPXgft5Wy4xnjjTiSEjs1q+bFJy23jNQ/gv28SUenqsVEab7sCEJMA0fIqNlaSjwgAhzcgsmBw+sFXRn6FF/4EmM1T3Xp91mD5eu1Pb/VgjgSAX3l++E92j/Vh9Bn8bUopv5D1ouIGbGBxyeWf3dM5hmmY1YF2vefw2vr7vR/GuqYi0WtUNtkmAkaPa005UgLcp30s2Wj4bI1/rE4LNfH+nef64ZEd9/z0F9hD46ehUfH14h7ybw/7zb7B3/hNPYaWh6qAP7be2EB9bezHjM+25/zuCmR5z5+ecUVy6S7sh8iRuwAIe7PxBdZTch5fjPkc29w2ya6T5Oc///P/+63919noC2C+Z6A3ftL4SCeH6x3c9wvvxuZHdkMbfwaApRfiHwR/lNzY1qFUbHtOpXzaxms9bR4ZXnz9g9le70NjsJ18cXhfiUiVSA+tm4a+8VoG6zzKL4CO0Gv/mYrm2FufXhteyTwYCVifcKvBoMXv9qeUZPOf6eo2Ezy+ycP7Z02nYjBjzPgJbIF5+f324W78r7syNB11Mio86uRNd3jYJGHT9+jsPaJwC30On0/wOueYZnzoClYFXce72R+CQSeJyvt4dz4jMWUTCtYHgjeTQLbJ2R0AZuzgEtAd66i/SUAQNng6zpjHF/9qOfviQseHnY5BjY3o+e4W+h1Bcuh6ugahj4KPpwPa337sd40trWtSkBYsMkUFm2DfnTfwlzv+0LQP7cYvWWyh6fr4kz/iOyR0Os41LdPfAHDzvJ5LPER8RoIRhWTQ89pEfwYAe406QazxET+neLP9JwzQrl7N0XbI9I034dsgX/qIz+jK9ZGha+RJcI48qwPAA/ll/4yt30lX7A/HiEWHOKrnMbaOhH7hBcbHGsUm/TMe1gFYd5TQETnzc+JdXg+9dxOrwK/eTjPiJ1k0jQdCW+239t6duB8L4rnt2rN+XUznzz4w7787W/2+6U8D/kSrp8K0nTAGZGDIxkQE0II+2TwCQK6KMMCwgrev780jqzxgbCbXCrgVhwCc4+z4bCIM1hFQtopoFzdgzygu3zdAZhtVXe2E0dKE8QYS25jrzIbTLuIx0DUizioMZW42fhtIqWaPEwUjvE5yhOoKIALnP4O5NjBiJb4OrYWvhgKQOYt8B0y2PRFATvYtAFhn9cLkVuh1iH0rSBQIGcESCpwxdvbb+7lBBZQN+wWwakUwTIDSOQYiAmCc+nZgusqVTDeEwh24WUXZzMjvzvzwwuaf0HD2jha0/nqcKgGf3aaNfaWl2a8MMloh5DkR8G/b382QXAHm8VSl8yuAI4Riv1GhcCpQJnlGQP6prB/h2228NNcGEBG+BKA4I1Fjuc6LK/pn3VhT1g/+1bjJNNO+5Xztri5b0OatgPy1Z8pyo2JUzz7ggujZhiFKg3O7boXzCmocJegQJSUART/drg5AD/59A3vsWTssOHi/WpmjRJEfuv9XUAra7vVoZ8v8rrmr2q3OiedsRe4j6MaZxgGpp7roS1jw+4/ldgPwOMsNgGfvt8oUBUwAi/c2+HkctO/LUyFKy5MJGGUcNxC1xkmf+7wAAzpE8ilyWoktqS7q4BhGN+unfadFbB8tAD0EXAgorDPemp+opNN4ZaQSzGYs7Kf+vfTf/E1Gf+sx1pQ978QFPsPI0t+rw1MpyFjyTq1PFjfHD6DrSXIC8gqg1T/SLJzBw/1tSJ29VdLIBB0ImrrV98ibtCbcZyMPSEj5V1XbVoJE+EXj23vivAfc+lWdYiDyu0/7TUCTdVz9cs/PjvQAzp6LAo41F69jt9yZDcRI7Aq2TYrIqgQAuQNKvXdcI0enAwiWxySAfBdZX3eLtdEfGPh6j3j4bR8VpyiOkmlADot4XaA7AZRvfcmYz5xyLcbuoZ/Zx+bH0EPaCfcPdGn9PHJfQNpW8X0BfFXn4mxPgCjPIGg8tqEAijpDzfbBd9UBnet6j3UCqfk9hjUZ+Ozv31qAvolYEoGqLvV64PV5X59OFaODX6emZXDbfqJd5A3rRstNbEDTnc6p+9YWByMAVPSYHVTZfcu6obkBRhjLm1CUDhkjEypBrwP0b4Xpq5d4t2luZHbLdmw4A0hVgXHGLbIoAIMgqe3bExgNn1LBLsp0ot1HHt0Ckaz8Bjyx37plMmuD7CPBgvVHZrOe/EtgREBp7Ow9Ux6+0TOU4CZ9L1sy63Uf8eTIEAAAIABJREFU19E2TXfswT6ibbX3fQAhBeQcMNbROzLF9V/T94gyy6ebBd2mmPe0w90+Uesi/BrkJD7C1cHI8jtBoQSPw6PpSLNgzumIUwEwg3cjK256zg5gwxE00v78rQL3VwU0AGzo5F/OOdje92+i7gwy/pOG3sF1HHxoIfS77ao9vqp0INjUSXDlz2c+9sUSKNLPtoL73ZpHdKWxn0ScT0Z054ve3wZv0UOypbtCfM9Iv8EFjfNX8p7GCC/L1z9VhsO/Gouz+E00BRbNorXfdmzoAnlZW+QoydqNPbQNyfXQK76nPidBEsDddtn4sNAR/jv739WojBX6705PyIkAz9o/v1Gr84ePlDGSXAb4PaCadI/pGt9yE8mh99cHCYjKzJHlYXIqdJkPnRdsR3Wlhvdxg7AkwXSVZVcQdoL6P/4RQBUbPyNZoyzfCXdJhRsdotAxGVvuQqYffMc26I5rsabh/dFzHSRkf0kWy7jWngIDItGMlfszYJZvDq5i/1CTmRlWwm+vv5OsKlmOoOtrdxvjskzco33Wf0qgs22D4x/p/XMedevrt4CgA9pNO7/sUujD76zgegcCCc7AU0qMC9+sreGdn3HzzqzZYlDQJHgDdsJ7pp3WR3som68ecWgdLMn6bQIFHTDyPtdZth34adyn8UuvwySHGItUMF+At9c8/ioBgk5WPwHgQ2ck+QXP7CDKBXrLdrbtFQboANCRAR7UBsnil+X52p8uWFgsNEHuY59813aHBPY7azfJbMOD8Cv2fNug4dH4U2fd2j97FdrwNnSa8UaP6sfJJgO6J6HNllaSrL9xtb/WBRS69z1C7bQCnT2kEqvtc/HIP/9TFcApdkB3ZF7L6yQo8D1BF3SU1ojEjJbHr5zxvB/buo/C+K/vqIVOSnWAYY7C2CSMO6GGtTtyVTxn7HHlnGVLDHbTB1gv+yfdpAB4y9nQhLfl1icXXeR7/fS4fa/GMHjroa+hbRc8Da31tQc/+xjs3+xbQheJLRzZMkdWZj1j75vWR67IjuwqffD1O5loZRBzbf/X8x57uHE0CmCYk2lgZITG013+mnesYznzc+gg78j90ds5GoF5H/13OjxtBfYv/0vvwF9ifF640Q9tr4a+/976mLHzPOztlk9gXZ04QMEgtH4dszD70/Y59BP84sbPkmSzAdrtZDUJI5V48rf4SOtM2Z7nCKfRyUoMs49eHTGZa+vcJOjFd+sEtYw/LfAt24s/sNc7gQJ/pCvjwSKgX3D1tn/4rOMHm8Czx2rqWXSQMx42roJ13MRhzK9zBIRH/30nfys8dmNN6l7WiWDYNj+P1JpigyQA632RAfoh/tD6co9q/Wj+u7btU92D/INGXpl2fATHAv7nDoUnllm2Mc/tDirHf1EezokXbcdeeFjXmT5lj0yCJv4eCTzv9z+PhJAMmONAXuzH+6GY2CQ6eE0efyg+cfR+2wunBbQTnqRXPpn7H//xnw4AezPWjvY6vK0I2ghhgAccbAtXE/gEVDYzxp8zWqRUy0ACYECRb2vYWFMwD5noAIIYFl3BAUFq3Mrwp51tgCmM6DsAHGK5hX6Ebs7Ru37GYQXoIQgDAXa/7SjXu2K0jTo996pwHKDvP/4Zw8PzmwAwAYazN2sre3i/wEXGFOIIQIugCxPdG92GJEK6s646UOj1lSFRLSvZDwdiB3QlMGA6mrYkHrAFYpT0mx13sppn4bUMAIi843XO9DkHmLNfMOC7Pq6i4TzIHy0mAFY6UNPGravVlS2E0jI4sAZ/74Xe1f34L2erzjprGiMATMCd79KKKUKZ9zMufQbNkEF9jcNaeyvVXoBXyst8PYZgZ1N7u1ByQ9MGCA54GAco6xx+kdEYGtnq2zWKo0h0ra4DpOmg3+XUfM8RAIoC5bnh2Q3ynjMtPmWj+7UONu7nRgypw1szvgjBKPHk3Cgh5f9+IOc//E4tHUricmgszwgAL+h3jX3WHAXwtjSxXBTo+vGMWwg+QCt8Fl7Llw029Xlzr6JcpyJ7orngjMSI+9M4h9ZupzLgsIwGbW+MyQTDXqfv8OVHfLT8Y909BrcSDF2g1O59DW8GYNB+rIxC/h86wqgo5kHmYqC9FbYvb56kFxnaVqgZF+/Qo9vYWyMryvdf1VbadJRB6D4A9hdIPi2+aMtG5YmJbPeIM3H9bvHInF3kV4zMpS1X+H7fT5Bel6In49AHJAod5F/ACDI84FXmoesaYG697efXu9HR0FQqiFMdetPIZvqHVtK2lR/o+T23AmBDiRJq64yTAm2l1e1Wbr00qn3T2ZFZgNmrY5zJuN1zNrFDsq4bLEXGSQ43AMfYTwZ3mQx67xUg/C7GYOc+JZv03nQyXQfeMeRIpmr97j37C6jSFYbRpXcAWBU83s+RcycIM9vS+ydbUH/jwHC2LTTYwW7roc/u6o4S3qfPxnztpND67p9BXyUPyr4wwJb7bCsQEFWw7nPOCERD221PWNdPtnvm8Ri3k0CHDGpg7NiXBhCGZtqR++5lfLRagmc6WO5xPa/FxqFiAFq47Jvh1ZafvU4NZB0G+n4R0GD6/yomj5y1rt2MXI0nCXVp06w9T5AL5oicODZOdYGwmfBjPpEbI4+8nzsqyQqOKngrLFn76Nl1ND32qrIGINdTtcdvBrue08cWpAVVAtoEEVjvs86yFcYW4Sx7VdDC37IpA7zvXNxlQiDJZOifvfvWmCQ5bNusSQD8X60UO5GECnBa5nUAmE4soXFoccf5L19ilWnPNv76N9sqds55+8YI0KH1OQkWFUh/2zb2ehgo/96vdopO3B2ZE/BDk9UAY6ckiATAHWBmeep/fXax9FL4Xnqec5DPHCcALP11AsV692eXXX7e2EzuSjIOMbqKZx0fQsHs7zrJEs1BPwFTpM8KPJ9AOPt+KnA0r6lqiE+11dW0Cn/tb/NQ2d4AHQKW1tbIWO4s8iwp9uqfVegbAO59xO7jea8tnTW/x968d8YxdorTdr55UrET/ZgKJOzVyOuMv/2uzOCxj4wHrB1y5LJt9tjzf/dntxU5tsmb6JrxhxRJ5LlsuALi2m6xDpvx2qZj8Fqv8UG7nXzbCT3Ptmcb6LsCpz8CwPgY9Vq9ef5c2rQtN8HjTqT0vo68g27/Bix7/Qd0v8ebWed4obxaSSeHz+fBzF2rBCiN7uwAMBWsDtBVxU5A+dHN9gU+PVRBAb3337+AcSf19bpIn3RxwVsl+dLPvaahD/3En4uuMv1aB3UwLuuESdf0Ehq+ddbSwVLPW6BwbCUdqcBxHF7zbZmYsa2dduSm/KLvAb9aQl7rM0Gqn9W40wEq198teDW/U5hRQLDHM8fV6Pc/sKKvkrgrLRmLz3/2emY9kMutl9kL1pY1/dXtSM+gtTbPy4M5ciJ7whq/Rydx/MqL66lT0wYwwCxydnXe8yOxZvwbAsDCGuis8PqZrIftm6Ev1j/reQcyse0XaC6nYh722oWmkf8XAeAubJB8lA39b/8qnRp8SHL+xZ4ObT0tj5vm3t+t36fjh76TbH8rF997roTEqZ7UeGU74D+/NjJ0QGBYMs84ztBctyLVR33EIR3SfmHeZx2k56WXHJicgDq+1pNgYT6RPTEZVSlC4OidxVx/4Wumgymoip9TyVX2Y7boyfQu+/bQwq4ktM8nx6837hJ7uBNUjo1fWPWRxTria/zD0OliN/mbAGV4+5XX+CHYMD2m4/NeGPskQuq5WmPzstGnK1DEc5IYIN6JEIifeLfIbhojWK5xJqj4dPirZJ3/fzrE8x+dceSNk8hX9p8A8De2PgJj+Wl8ibkP262rNdmfyJfcuZWh6bS0fuv6B83neobpvjqGdkvov/HxweK1D3WRZkgHTz7GvtF1rkTWvo0drWuQ2+BiHXTfDoJ5SydTkWyowojQxCSJlkg+tPS9U7IiePaf3QixC38F8E5H25GhCQDLT/mnVnzs8PiUm1hzJ6i/Z+bajnpUBwmG5p2qoBfOp3VwYcP3DvmBTtKuatNThCe/Q5v+Ldc5q1n2lOloaVprCf82dql3Wx7b99lK9ciqKcQSHvDZCnR80ecUWfm53/q07YjN2Ynph2RmTf84M9ryM8/BLzJ9E0+YF8BfPDsYeGQZP52Ygy7/2xGx8O4mZwWXbDvFzy35/u7jG6daLH4ScQa/9rpo/t+//0fyyfZmeLYrvOMnTgzWdqX2Jv7Or6K1DgCfpGm9amTEOz7WiTWLDf7JwA8n+l//z//zH//NWS4IE/51BqsMZoM7dyaaKti6NcJ5uY36OwIexo5wJIBEuTmtKLq0H4K6N1kMkkUxMKNB1bjeSlMrPxmhJ/swFUzJau0zZgEqEpgCyDENHCK8jTAUnoLAEN+V7TSbHgdiDWQT+GHqLWdnnn2GWwvszsplbXpTX4UVkCoKiSy4nveCDzuvXk8zyfeiNyOdcSZQMc78BPMYD61ZUBtvBof3bzIlfjl5opJk6K5RYTBcFUVmlDVEMr7NtMmehREaoPB8RmEfx5yFrMPsc3h2PMTOUuW5Mc4TZDzG0whjjesF+shehI7IBLsU9DikOKBdoaX3isdoqdDAIA42/PBHNq/n/GdGPfu02S/roOEcEXBowYjiILOrzyPkmRgWnBvqz+ssorc6E2WKUWb+mIqY5b91VKX0JEdiNw7AK/DG+5LEDe3fGwDu/c+YtDjrzL7j8tkkwxoCVWMg3NpcQejOYNJj+0zWgDVBljoD77zfbXT0jK/VULXYX8s+qypyxHGhJbjnOwo/wfR/PSAd63bJ5kdZmtYwtLUUI7PZx7x3297qvQKH3wQI0/XwT4DgKMDX4G1H/wQmZkyss8ZEADgVfjvobonjYPfIHu/rjF1AMhnoGonWttvLvIGZ49BMpiYGGQCLnt3yCZmCDEjSwh206HXU2hCA0xydvf6N2waeAzVk1QH0Rb5lHDkjVUa/10fLPAEtZZvrIz0vdL2VYRiE//V/ArDn547YMMYGnY4olM78XtSBSNawE110vcZlINsAfgIlVApBgw1Io3sZFfKk1/hUAI6cB9hA1mLQtqw0nw3TUI0F2JNxTFvnkROhmYzi3T/ATSdLaI3rTDRdT2cJ5iAjnQBP62Vo+q1WaZ5EZsEz6IiMq1udb4AAhyi0uzvcYC+fvvpAn98B4ARCMLB/jX/3KjKMilk7DgNacn8CeGOffcyife0z5aCT1httdOv6ty3im2zVmdRXkMz7HOcMgPHo6qo8X/02nDEAhK49wb1JQsHJsCkya0fL0D5L2hw23vmb0MZewg+AEPr7ba37glv9d4OuXQ1kO+77zwDV43ATxWi6Oi02lUA1gak3I/nQz9j7+vs9z8p+zVz4Oh22G8fJCc1Jf32OtCvgt6tN1iQPOUc2iPYLYMu743jrhXKQz/yfDjnWHwXqNMihdffxGQNONFiqd1DF9trfl17WeMdxo8LF+/KNi0xvqlKSwJRkiTw/GfytQ6i+wZbETxENX/xfAHV4LYzfctrLY3kc/dH2KbQne+XI/g840vvjp5FgcQMWXrMG8UfPv10/3gAwek/7RBXVrReVGBn9pL12q8WyfyLbEuAOGJAAkX7csrWqy9FD7C36/9Lbpps5tkI0PXoZ2c84hpwrGJA15Tr7jEfPaK3Wxz0ANR0UyLC38NjqPWRTEmJD/FdSdQERnemOvhvX5ARcsNPfADbBwF82OvP0OY3OBF+Ame9MMyMb9U93CdEa4I+w/rpeOqgToV6bomUYNJn3RX9j6/wtANx0zzid2DIyhLWx7nawBQWZC+CR1c15yvtc7JyzFra1t3reI66kmNBrAqXtP4EHiD+STMI6bxAXP7yTEHoPWB/WayuHy08a+mpb6w0eddCrjzcBVMYW6UrBtaF3RAaMpGedsBWdgx7warMW48NFJ2fu2Z/xRz+fcM/21P5nv5CnStgTf70/+PDYBbFH1g+EX/u+Vz/he+tZXN82EDQNnfzSb3l+xrc2T5j+PTM9AaQB/mZK7qBQAF/rS+x86Ll11fLXAqDYgme88jWE/dTzVbHjsfoIKfCN9XGd+Px93tXc8K9scu07Nk7bbNgWb4HAkMK2m/UglQh1Hz/g6wb/ePf6yDrLn/hKLUMu23FwoK6EOUkCJX8PH0nvfWPq8ef9yIzIZxIQc12wJvzcts8i1/88exzasRqoAPDrb3dCxll36YgZY8/Vn316ZmX+2Ee1gK8dTbcRy1hA4u85CTjIP1raRZ+fd85RRsfPruQRy9QnIbDtPfP/dJyIDtuEEobbnZjsCzkBJesZuUqgj6zUbNPra/8hLL4P+mxfaAjsV2vB+bHm/3lAksHnqADb1V+yXCWIRUZtUs6xT7/7SZQKKe3CNJ2xF5EdYAB5OW2DsXG8tl63xbd83RuR+D7jHabZCYLR6tjDuRy8YE+hOzpoRTgdvPZHABib8XpeVdDr81/t+fVk9An7FGxMPH3v3OXrTMeJk5Q0OAj6qt9n2/6xv86TR4dLJnYlfnDmrJ39lqka/IXP/qIvfbbBnLuogg5DjYe9sq4D++2ngZnqXu0hZyV3YEdrgM2EDjg84fhD6A9fogOOV5ezmlhrXIq2fvnUWbf42u1/UojSe3yqEGuv2x5ZOoxO60Td7mAYf5+uiUlc9/pfuE6IibVEJ+qz4BOrd0k8y3fDz0quc4CVuM4mHaZj58bAXj3f+7cy7JaP7xEMrIPo20ms458K53AB45FKzDVykaBfB/9TeDcFWd/407kmMrPb2EMrWstfz0rML/urbk/8KBlQY/L6jP3Ld390pSDo20xTcRbxBp1w/u1fdYzeQPIjC9pGv5MRE7drORl8Pfqw96exqEMTlh/jPzuhYCn+TeCmaFTGm+XXjI2kJJcoWe9nktFv6R4prrBeVWGXv8z353VzhjrYqv31zw8nVhf5liT+t4NY3rXY9ps82LGvs9cVczw47vel7XlVANNHvA1EXShFSIWhF3GUv37XAPs8VqLKFqQK0L4Bt+npbsf2ywg1Q07rRQSXMyHGUcDA3qrgMGWeryVOkLPHtZtxg/9WXJ8hcwDiytQBII9ztc7iLvQSjebfmdoYWgS8QpxbSZ1rBQRtwPkNAPcB8GSw+N1zRoF+p2VX5g9X3cIureTKoR3DOue2VgumIQYU7evMHsfVCjHBt3YUCSTbWPP3n2GPg2GgDaGZezEo9D6No41TzQTHDyM6tBW6y/Mj0BH0DfKt47HfY5TawauMiFZozXgoSoI12yI6QWB+MBL4/qzfWZwYlO1gar8SvMpenQDwgCs9f4w20/Px5kJ7AFpvAPjQm9cotOG1m+AdVXiZxworhpyq8PXA3oxlP68y204gWrRWjtsJhI6j31Wifa4TAZHNklTwMu0XkRcIt1SHbHsTg9A2ELSWenkFhmeTcBhEj8eBmOrzztBiT6GDHk+fqWBaHPDnX2Zj4TG3lLI8XAXbAWCxPsbTaRlZID0V9JKz3S7lT4N4A2sKxJLl2rIocm2DLwAzKADNo3k4si0G0a+fNuK1/+bbHwHggAK7D6z/VgAHdIj5T8uM30YatGvFOwFgfXaCQJOBTBvOrsQ0fw3A0AoZWqJS0E7f2cc7A46Ac9MoRkAcWZx41oyA7b2GJBE1H3dWmuW5DAMFuD+iT/ZY5IzXXfsiM0KAxxiAluEC1EcWWA6obeKjj+LU/ssHsP+Hn6cs5GTZjXM3soE97/mFJnYuh3+G0S2/JxiDrFGGpCrQkJ0kKvTckSnCGE4m57wLg43kLclLA7gjd2w0CewYA50KOT1/s+A2QHDofs4gzJrWmbB67+h+vbsrq7BBrpZiR5dlxVof6G8CwKJ3MvqYO2vZCS3rTMUmkEBj7hfQ+H2z5xVuhcyb0c52vQHgBqLh+16z5ZeszWWcem+gkPyr9Xe1wFQ6JMkrzsHZL9HmGMPwCxXQ4bnYEXTFYJ0Ya+hrwJ/RB8cZmeFI3nQQGJ1+wCrZXxOYDj0HOHkDJH32I/uGjj1JKDOZE1wqIMsVAmPnNgDEqrXjqUqf6OM7exieZ2zRAWlTts/Jgv6y1d4qmT6DFP7xGn/zaJvT+mZaFF00URnJlhezl+3ksKaR57mg6QvdeAeAlYGeipBumQ/NKXN5k/XKvh4nspMmroSKH0ekUAELyOcgl44hG7uZNYv9sPqZ/XrPuML+7D04rZcq8UmBqAR4AJXDQNvOairYx0bTfhIA9h5cAZPoSarpFCDtPWj7VPeiz3j/qeT2d3o2/JyOI2n31xWzSYwd1ZMkNmc/B2Rp/XuAlRMcXJuStqaScQYcpgU8tvuhne+rbjWJX9Z6G4BVz0gVYvwnHGT4I2BsKptFkvEv4JlcpedK5pAMSWIAtIqoe4FL3tEVCscsL6ffdtQ3PuvmpwLF9ocqFofADejpWhPkAik8F1llXfStsejqBhi0DjljDt4msUpdWi6gYujR4IKe533fIIqeTyW01ockkvBFJhiwOivRc7jAyu87QMYEcu/qze4MwX0AmwAc0IbFjv5XQYVOItB1Tf99hrq7stiWjg8msC3jWpAd/xOZBZ7Q7aIP/Q4B6DnnXHQCvwNYHVARm2IW62pxqMDanKkX3zkBYPvPA/BKF7ydT941Zr/1Cir2PL86wgFbqwMLjdmwp1TCN94hOr4DwtNNiSqNb84AbSG+8GQnSrefnj2NnmA8AHdJ8Mj3VIGwT+BDvt+gLX6NEulzznm3FG77TvfQ4Qu52L6daVuybgIrpifz58gY2WOTeIkN1P589Krk421XdqCm/elj24wtT6et4Sj/g71CcrsC30nez/p0K9EO/Ky/PwLets/w7YDl7A/4DEcctM0C7+5Y1teJbEtnI5K3TEMVELuCCWU3Mj6CYsKzZLs1GA3fD6v5n64AQvaRyNL6Bzse7AEZZ9IcmUVnsBP0K+DaOtY261zst093qmkhq/nHPsF/3fMxGSe6G1nGGI/NNnsSffOnz/0GQLCLen8bcwRzYM3MR4Vn6nvsW+zf8JJwJGFqBVprb7/5OZHC7mjsEuNKQ/h6NOA4ycdeDcvqTRrDhjO9+ExNdQ7LEUnYYA5kDu2Y3r79OMekmTdnfQsPwobqVt1vxVb7wVQbJ7k+igT5g3+YPVpiBSeAB0JDa0fsEU5jS0+gJWsd/1qX9/muLvwZO4696oAW+7vJY3eF2MEvh26wV3hW01nbj9D66o8JBF40MlWSg1/Bh3R2iV0VumCPs3frm+QeDS4JbvjyVxLRLPGxb+aoB2yqc6yj7YxgxfzYv6qqXMaYddgEOtE6dA5WfRIvjD2BfazOxdfjPuhJJI/+P/YhcngeqiCPky+lF03DiUXo/y484QtyQU/sOzpl53jLg05+hQdbPHWFMXhufx95la6rst/1DPjHePonAN5isi5oOvJ1bMXW76bX78mnjXb5X+yN/u2CL89h9Gl4Kvr2/SFBrGMPLz3pHvzuf/z7P/wIeKhxq8ZBtUaxefPG6GNoLDZXJ6jEgBZ9bYcszgemAKixhu7s0nOCJm3fyBeaH1cAfwvgNtuin46nVcIPZxRb7uq/sduhiatoYroxYSu8hWumwRqDTk+yTTT2m74nwQAeJwDceJPWGvxO424blz3/I4n/0IvWNevwS3+pMGZxyk3MEj+R/MEe2t4VQiqZ8/2nMdKBqXEv7Maz9uNDpnBH9h5jiX3aAeTbNtcTFp+VGBAWls7Cm3yoqxafEJEnBsHaGtcd+1HrS+ca3+d4yhZAYCdIzsnfe20U0wPY8OBdh8bxn0ZvGL+aRJc3wcUJYJ9R+N/eFE1MlZ1+6R60nADdMhCDcWBgWoOyyAhNHBQLl8pI79ZsuzExGPrQ6TbuCDzA7P2vg4FToi9HgO9o67jjkkKbFnnjVMT5knO4c3srHdrBa2YNAYUxCYolUDIZGpM4kay/GH4nsw5FbJCFqoiM4S0LV3AMg7AJLFeXl+x7KyInRhNxlkOqtbkMsHLguiydwJTfMFkkBD9o6YhBTEWinu1MqDISqGQY7D7O3ieIti1lmA5HsMEBg2wDJmCAZC0xLmOQ9/uzPuz4/ttO7RHebvu6WYbtbFNJuhWfqzD01GN8fnPO/oV3PPdvfAdcHmXXmULsyQY8OttwK8UJ+nK2DQFSzl5j/2XfOntGynmcNSvRyQDrFukYXRgtegYGajKjtiK9qywAwE0PY1A3f/IcPUtAUpI/IjBi+GwAG/mAUdLG8/Lq7h3z6oBDMv004SgUrX0bQc7YmWoXjeOlr6KMM85W6q+BFOeAtiJ/ZiNjQJg2ygHuqgmef5+PPMaf+ELrZBkxzsq0hYqSW8BP9L5B2z0DnApqDIPNDMv8vRcD8sIj5tmhmzagsp/rJLqyYf6+Kgg/A5CWo/CeFJZ+lMijMYR2AiTJ4NmfBr/uwFrze7LiMoE4BKmmYq2PEzWtn35lotP6PmOYdpx2/ifL96MV2oUTKEgLqICZWafICs+zN1njKseKzL8GgRooY/67nvs8pzuMSA/NSabM+ckjh7M3SSpJZqgSAratIgaHFH6MzDfwcBvoGe84iDYq8vOC4Rh4GPTRJWTDB8TqxJPQW1qoNj0R1Gh6o4I2NBT5Ht2xFSY4Buja1+lZQHzb/xSxec0wzgjiau6n4q+ymGnds4DGypcXTA4tTAeK77duO8n7D0A0+mYDntP6rQKWPeau8F76135ustPbGrTv53eDPmePfzto0BXripzuJAsSAQFbmMf4TOaDK7lLssXyd6uFtVqnqroy5BkrTv869bf9+MuBhZYwqlt+hKaq3eScnamAPU5Vn0VqmugK4LGJk5wV+7IzkTvL9qLpC/Tbqvp7f2hVF7nEj1vRG4iMgyI6BERVAkS6lAQcZ9/0L7SAfreDY/k+9vV3DXLsOCVan3FKT+eD7x4CE+1MIvYaTAufr64IncpOyPi45/CF5emfAPPh30uRZ37dVhf7+JcDZPuz5rItlZaEixbnAAAgAElEQVRfaAt1y4ZK7rFdn4A9DuFpbzbOHDLsPGNaN+lvkiH47k6EWzDS++U23KmQWQBqz2dl//j36Lo5P/J9vxJsCGagkzhDy9by6PDDLwKxRuF08kMqwTZpyH6O9nX03DrZG0zxuk9y0atzbprfoHhoNzq1AxvYodASzrns/QB0ctjjYJMktf5Iuma0/JL91Emmr43wqPMz3Oi8HX3GOo67+NIOdngbWZIzAzcBuJOC5IDuXNbGwsZgvkfXThvIrmpbe2d1fleJpMKKlnWhtwZV846x9ScATBUK/m3rgOzRu4N3EJZEICqb2q6Mzg3iB5jI7wRsV6YmgPtWyrfc8fjH79bvbzU6wNTxG6aqghmE33K0hohaDT5cjfD4PyeRbEBdAiB0wsk4/qycfteQcXQQ8WqfLvvewaapEnfSS5Ke5ccErMrosTUcvBv/NfsbQLH9YV9/6GDlH/sP3sIa+l+tzbE/d4/Rey1/er2wCaEV08tnU5OofYBT6bXRvyT1mba//5mzBpdxAH/GkTPKJ/nDMknjim1LBVLveWgpaxdAfpOvG18AEA1/rk2EXa5/1xaeggbb44uPdRUO9NAJ2ifI+o3lSnixHB7fVXMfuYztqy43kriaIrLurcKCJ91hpQIwSSzNOMX34CPgE1Rg6n5sDoLfmjD4hOwvsC89MMktC0SeY77sX6z+f6vGPBbdP9U5xz6s/emjwkRXyCt4mwS2oytOUC+0wfFYnZAOv4c/VOmaoKY6SJjWR0fExl7QqNc5PDT4ATLn48+cQz++oHygz67vAFx4af0e+CK8l5Gh41gfgsCMu2189lPETzIONBMdtPT7Fmw0WJ5xxOZEzupefNUTLB2AQG3Ydf4sulP3JfkygbrFQ8XX+nR1IkET7Q3YMvhd4yLCN5NgkD2g64Xxi5HJ2yngxgmw93uve459H2tOQHETAffutDkP1mGM0mfGRpgsPigmCdb6f/97quF0BId4YPaXvYVHwTDgLeTssY1FWxdeFkyv4tMHp2G0JIV4jYb+oLnGsrLfvUK3P/a+hwDP9YxKKNgAZPRUVxgf2p2AXydyoP/MU2Oja8HonMOa9VETv8/oHXxs1gu8Rc+1ClRXPmEa438gj7z/JLh+3//7HEmADUfQ8HRYML54Y30uAHHl3gbPrPtmcuhHvYuCs1SyL872Jpy0bZWxTAtfy+eR0XOWMTa2+WQSx97qv5UV6lYzga7vmbFf9ri5ToB7j7bopKU3fuD9m4C44i76+TPh+rNH5Nt47kkQu4vi1j5vOQaPHjzr6Xyk7+1P+Z2Rv10hKz3SwWftV9Y0fpYDcqfILzYwsS49i3iDf7fvHRtP8z0tovXOw1A5KvD2V7b7VfYr8QCeFVkde43kkciXXBu/P0nwoaO1XzKurf7V31fChgOOSaB5+Y2/M5d0X6IgSu/uo8KQxbSk764gjAk9iV1x2jNXfMcBz4mJJPlWSiIJpS6eGh1Jl9QExBFWiw9DX/AXNL4JqcIe052pE35MH7Y5KwFettYE3TuJVteKR7ZjY/QkOqQxr7bJiHPe9HLHM98q4SQoxo/cYqTo8E4QcgJQxFBsf8U7FNcYOzp8sBXa0PNJYCHuaPstdmvH80wEooMvw/W/mYCyK13CPISG4kNIbLbdGB0Z3h/RbM5kDaikM7uSgS0DorMXGEQbARB6APsoY80fAmihqcj/cSpG2SUAtoFdnqf7ZNQ0MOVgkZk6xp5mY1FRwZIDeNmx2bJvjLc3QwEQn7k5sDPMcLX8kDH5GUAeH45XbZrmr8xNMsHicE427Ec8xB0wHhqAzNql3d5bwdGVIq209DtOCGP/WwDY37vijqD7Bok2++qsgH8Ro//jW38vsNecypw4v2S6sF84WKyP5m9j6qSEJwC1gM+CoIAEWQdavayjEqd7lIj3B0MXrtBGzKb4vFldtIGSplF+F51SHU3mo75rpcSKIGgaPCJAxn6G9iHQVJd0BhgCtAOgOAMRpAsqe72HYFBYena32VKlpu+ykIzyQ9dJwMfEXeelEyIQVP/5nTXRYDbZPi/P0wIQh6QzDX85crr+BCA0vlHooY1kD2JotfMAMHhVfHsWkqzbBqoN3m7bC+1l/aDbCQJUFvTbKtL0/kN5vy22FrTHUB8Aj7bEFvwVRPtoAuMHWkIeeu9qy3G4tO3tdPDOrjy8ZKJWZ3i0eS97P7zixYjzz+fJ7BNYE4PCmVJqvTj8elVgT/JJr7vufh3wPiO+gR7eeehORwNYR0RfWC+OLaFx0ZrY8mySEhYc4sznCax8k3zPOGkjL0ZrLZBpMH8723mAeK+GndiV2QKHWUPRYOsDgOOzn3ZACFLfhl9XObxnguPcE/CknbkBHQPECS6xya9cgK7evWn9knMAlx9aN2PCsUKvbmtQjmfS2vltGYwsQe+1Ew2/axSyA/RDAlZvD7bDlRTxLYaevZU/qbKFxjoBRvejY3hP7/fuV7dt3mpPjTnBkTgZ5+dJwPrFX/7sD7lNJX10ajts+/B1VAwWW5An2exNFNOQIh8SPDHdTuAWEMYfHn24vGWar6QgKp2wI7xfMsynbXknkCAPmq6yBuPEmFceAE4XfOMVr7DfPec/bC/NRfyvLhxjOIs/bFeh3MYOEE+1fOZZqgDzPCfok6TDDWoA9LYBjmPbe9pZ556GnL7THSGzcLYntmAW3XrqJEyNvWh6XNwyjtZVlTPyCKBzzkJGjtF1g7XTHD2/7wMC9O0D/NwHjzcO1atLfu2DZyMbdlLAFZhjTRxUxaCd5zI2OYsGHod1MP8uHp+lgn5SYZmzvpizwZpJ0GT9/W/Z3k1LcirNe7aL92iDDuoBgL3yAJmDY9zg+WsPNv1brww/NuiOjXccap1bfuj3bsnVCUqdpY287ISuTTjaJAkHYGZxGyC8nHn7FbP/+rfsRcbVNh86r/Xm2gXZWGw0QDWmp+/CJ/bU/D/s2w4GCuCSf4EuOnqm7PbQQHyQ/34CZMwBno2sovoLWt8kyYvWNKpvwC9fbRJRxo+fcWh7/LPM8ZblK7fz7vaH+mx15M8flYqS4RN4YazY236//OE5G5w5QyP2IwaYFv9R1csaSU/DV+5sIN1RNrhoBZ8fUD2BSy387cvrmbTGY++x604CZ8kG6Kv5+uU/9HVXfq88CcBmvewKiz9LUhqc2Y5X04K8gqSpPIh+QBbGtFp/pGXM2qST4DfvVxcVQNLbshwzFqNqJtH+K7pWADdns8W+y8VdQc24OKMTusAufs8Ab5/H1elGf/PctompFGm5j//Rdi5YjbH0x4ZmnIzbiejFo90GE7+APe3AESCOaOpPvy/vdeLqwVomsFt21tlPM0Qp2po3wDZjgIeSrDzYC4HsOlu+n33Aze867eM//+OryLBMkIxa/yr3rK7S3wTH76PCdLZ7QMLYUcFnWGrzZXUkQ98keLeVN90pj8+7MhpgO3I9fo5Ym+pREp1ZE/yOQzd1xumLU2Cf/kruuGVMgFYfX7c4aG+Hf1d+LAA+eBHjsj1f+4ucfc8y1xyx+7AfeRF024m4BONEfwQq32AN93dCSGSFZOTgd7YR46uwh69v4/UXwGu/7q6487PH/wwWFtC5E/S6Q47o5eBJ2s8vACx2V0BH9//jH6oqjG6gYlPyE5+Y6iqv+7cwrQ87AAwPwNP/qUCz53kfo+Z9KvbDJug1CN6zNK57EmTMmjBvfQ62I955ixlM591C2N1H4rd1kv/BN0c2yc78ZUM2Dqr3Ie+0on3EmHVtFe9Yn1SL6daJoY9QzvHNrlbTt4x4cZ1fcqQDzVTStd+HvGzGOglIMVe9/uBK8KjtO/vO0xFmHkAgUzIHfJtnt13TeGv2Jr5k61uvw1FImyAIfdjvm2RBB/gmiaW7ih4+Hv7RhOQDrZ8RReoWwE68yv60f4Rs9np/1+p+0/7oYOTkVRjwXedCibD7wVoPn9/wrW0k5Gu/O7Qw+qF0BGMJfoD9nCQv3jm5HhcO1R0zoNlUdsam4Z5f4wSj5yzbJH8oqTXdO5qf276PXTydcWZDXEFfvqX5emSBZFqSwMKbWY/ovm6Nn7VxZoB9a40hfkv4521p/itApnfQBbLtZ8k9BYCPvz5jW9wgupZjD5rO+r3duRD7mmcIP9U7sWPaXpBeu33J3wHg5tsEWwe7mASB1w9AVxMA/p0UlcQnYgB0oFPL6GMDWi+tfSA5CWbYZ5yvfpatEj4Xjnzs+6mkZZ31fGOZTsLJOPjBBj+6qYnMPLxB4uiHbBrv+sf/TlV/5Er8ziuI/H2ZLi6pPu7EBmhbNGgM5Tn6J3ZO3tc+Eb5KkrWk77YgDDs+ckP3r//b+9J4nWikK76RA6dyP9ywa/YFfmzSR4jfGQeqjNI733Zzuj6GSwyo4zDZYIkB3JtCNuhbgtwOsuQUAZssVDI2OuDRgtZE4KHPweAf4ficxQOEYRWy6CPEvAFneDO/Oh/M3ydwqp/OkNTf2nQqM+spEeCjEF8ALMDXZnpBBM3QPAtnOA5/wAqzhAGJMC+VwRjf3r92YGZ/ccyzvyKsrNGdlXB7l7wDRUvGI8L9ZDtytrGYUKCMhfBmtEJTQ11enHYwX8fURvacXdlVBL2WVKh7bFN5ob3oygeyNf4A1ryvtD7JnDtA2BlitEDInqwFikJEgfb+S9B3xQegxB97o3GUBevqonH6flXatfPWhqJAcOc6TAB0wfsZ9Qg/6MLjMKCc73Xfa6D3fFrRv4YL9OTnfAPsNT+G7rxfPE/bzqzFngFnhTqVcVerkOJPjYMzBPO+9fZ413TPPMq4wbwFllPdRaDQ8sWGwMgHZGLtzRVYLmPuOk/wG9OvylNNXy1y/b7Z3z4juhUf6xiaTSbS4cNZH13T7/nlDGVfs4skjAig66rm3tcGFf5wFpBljxELjWB0IoMSoI8CJ8OyZZ5bHs/Z6BjQCxanlfzFF9+D6SABjXW2Ocox85TBEAVrMOjL8NSP1ngBERmBa2Cg/HWPDLkEWup8b8448UTNPOGb9j71sZyT+exth5aMxZUfBDoDKiJ3N8AvA8kivwB1HCvv/yQmtV1Dx4aVTXfwkeF2JX+fNeFKXjsgO4/Dz5LrZSzA991qM5+Nw+8M8aW/88dcw/2d+AJwidOpeWjf094x47qCQ49ToGe+AeDNeJzWKtMCBxCCKmMHRL8Pyag1WOCzO97M6RidyF8y9ZC5TTc47BpXB/28j8M0tIoP8LoZn8x3KM3/NKD3Ajy5PldfyWVDlwnqTYWaW/Cl1ZtaDIofkTdU1kIr8G3rUGj/Bby3snAD5RrTf36y79++9x3WERvJmRlH70oImfEeevluIjhh2nIGcybaTtgv4PmiuXFAALkAeAD4jgzT+rk92T4/oFbYHtUADRy5NUdUdMbuW63DeNp25bNbDqyDoms7Kx0bannjbg37PqeBPMvnol3b67It5TjXYuFYGex77LlUFN3y6jgz32Dp+NBr//4u/XA5+WO/iYfEGkoe27VKgMZySOd2VVDylSmWD6PDXx1C68i1ZX8noJquHsCFQC+VrRoP8pvr8/zc2Db1yaL+xqZ3Zz/Scr6DlroPufsCW/B6aHL5HH3bdt271lT+tr0a3jkiKLxEgOKbh/Zd/l4n+TbtQkPI4lTj3vZ+5pO7Wk3eci3f/7JvMqbY6OI6P2Nk3BGfp32uzsna9Zf+tn85KuiPAPDospMwM5UBHVhFHmgcmi+JY5EFoseMjWQQ9gwd0o43a5egS1qG+bnln8aGyQS1rt3hAl7hjGbhIrzXzvzDo28AeCsww+ULlLI/0TvaLmjptRMdOJlz0fBVXxmYvd5EEP1Nwg37qX8TeAiI2/a5aWHAnDwrCQidyPDyjGfg9VimvRK4JihwyUVdP8wEpoB9dvssX2Jxtd7uZyBXvZ6y70dmQR/5fJKhi1Z+4QHv/d3u8sUn2t57+evt0NRtMPsM6Ng2Oa7pO/bL/jPjRf//CqTFZlod/Pp3esbbKlB7g/y8OqCoxavOQ1eFFhO5ErElF3RcV0DPrGvo4Q5M/amPRMtfweEQd/wf/ZykdresjHB6OzFh13lM9ns20NCtErE9GHt3SsBWSLXLJACMHQ99E0AHGL+qp75xxc+Nvyi94qMFqptc841sznSRSKWXfuAH7HfJcuixgcb3mInXp3kxlNfudFBseOzSaRO4SqB16Gv8M7ne8r/Muk8AGN41PXr9MhdkAN+3jt1W3H+eK5znhEeNmz0VyHr+oekJYOoekmkeFy/+jZM10s3m2I9+UehsA2Arp6lofAOvWYO57wvsdLWq1p7WpHpxV3JjQzK/AL+xqxjHSYb45ii/qFthvuM4949Oki9CkNTv8LzTAtzr89HjtjdlTbqT0VqUljfyVwuPaAxTNLVnD8cHTQVbBRGyRFfyfXzDMMVZw2kt7M/mHvkwdFlp/XQSmwbjbb+pA8AnYD1HLVFZOo8//3SAusfEBU5A7QCw1qWOk3n9m/NgtZmWLvlwVnTDK5//htnwjCNih0bBFq45jH2laxvnQ6ZkHykmGl0vGYnq9X1bi0nS4XvGKPSEvf6revXCMp6CG6+tGfM21G+cd+WLryvFKXyo8ZVf+9gJyntm7shXFzwp4PjY0ENwrEcSjv/TiSkZc95E8g2yVjxLwpZjGY6lbAezXzIIPDEFRlv8tPGZ3R/m9/oOhy7lizyL0IVTjSfhw2j9YsvfN/ZYtYbd8SIy4+ZXr4e7b/xI8K59psPli22vPN5AnJ/5fcEcWi+Gj+jMs51aWU8nGw2dkyBzeKjsn561A8DucJBPkQNNB9qXxndCB4mb0eEOneY5tkM+Lwuueq935p9nnR/bDVsB/I5H13VBju2/sXVMp8JNp525rnuTHET37ROD23Ov1l24menGPk0SsInrab7ChX/JMPBb7LPkQFGhHdp5j0qLf7Z2LOuA/iM584oXTDzR+AqtsycmovcpAExyvdfY/vr4T078GBtmZHN3HwlfbCIDCQxiFsvPb4D//PyprFdwAXd0mxb2yN/jP8jPHH+9t1m4S/uh3lcX2K5/+vqhsXXmbOdD2IM7UwHMBE6F5XchFaqptA0U7GDVtFiAAI8B6YWdqiU7egGjycYygeIAHHCOsv6AWh00oFrLjDOhbIFBMeBG2GNs696pklwnLGeKsTE5D/c+h4SNximMIbft0TCwMOxtJHHm7ZT5m6HnvjiJI/BKORCMiLBIttkBrIrB9d17dpju6Yx5MqcQxgg+WmK84AuZcD4fYxyUYzEOQbCHACcLmqXlzZvBJ0HZ4Lkec4GfM89kNiCopyf/qJ5ulaNV/y81qDeNbevSMEwGSfaYx+YATbL6YGYC950J1JmkGHhk2HlOUhpGQbIJZL+yT/53NN4xxL7xEHQ+1RKm/c3EhM86EMxnneVK1WCE+rRAmqQK1mcrZbZKV4KKYP4xtoeO/qSLrSwCnCEZ4z0gvoEzAh1vu4RkUU1Fg7ZieIz59b9vAFjfdaeBbhGfAJoSBZYhOgDcgA+GIAFwspBNL4/GxAjqAD0BYNrGcEtn4oSe8jyMkLfNIkqLKiHkk8ZBRiO8IdlAwE0ZaZznm/VKABMaRAE2wKzvdi9G+csBLAA82cJUmzhD4GpDQuIMgKLkQQdE9N4Go/t3r0MBEqskt9LKwcE5d7H5suUrbVkaSLkN+WnBoYSkShCQzDpZ1TaAIwMSILoDwGTIdYXkVopkzaIn0gK6A8DehHFA/sYDyIcedztqJwA/si4gihRnVSSarmZBBxyhZYyen0y3zQyjwvKXPDx7PpVEtMq2WrJhMvTyrZcBGutQnPysBVnRb5W59rnBGCreI7P2TLZOKNG40Tus9cp1zmbJfp5ztzXncaAOfz9WcQfZI5vXce12sVm/AIV3xcc4KN/8E1iKzDngxJxtYzu2Iv+ANF0JgcygqrHl3h/JXbP8slECqOT8GSq2M97lvQSMx6Gz/k3yAvSxCVQ3GGf5N8EBy4tJ6iPQ7oAb4Jj2vGSb7a/qNIHN98rTnqclF/p5gOIkVyiRJQGlyIm18977+28yUOE7vmughqotDPBzTRm6C8rTYnIz/I/MGLvkAKdjcGM/hr6y7vALgRUSH6Ef8WQD7l0FAi2+iW0EENdp3UDKqSQa+xZafz/X2t56bdsmm/UHXNC6xtHNPhybxvS/QS32qYOpuvZtqceak6Xtv6W2yyc94IPWdeRPBwR0C1U5JHEEbMpzsNsbjHgrSztpFV4CKKe9Lck+3YFI11AlFoAgzitZvR3AcMuu7zsCwMhfJyRaxW7CqObUx37YsfxaT7IWDUA28J3g1Nz7zR1dwjoniLDOJMv8Bst0fbfwbNCcMSC3sgb/96Mf98J1O03O0CVRTPS1iS4FsNAucbL7FzCdM9JOa8RNLLr4/P/X2pkoR3IjSVQzuv7/b1fSSBq4ezzAAVZLGrNlG5tkVVYmjjg9Doz+7Qo2+CxrmGSu0OYNpJnUvFZafBFdzs2kUuEEJ6b7xgSq9bndxv/pwDAmfgF2UyGwANhD6wSnb3nW8vEFOAKgK6iV+7x2Tgek38q59sWRJ7bP9M+2y6kM3jT/VE7qmc3LnVDWmfIGJESnw8f6uYP9A+TH/zo0QEUNdCX65Ezis2hpz4Y8xoYEoHpxhw4Awx/tXwDmd+KR7ZNFsMgi9kD8Kc7OGhwbvnmqYdDIiX/7bGTmtG34SQjsBAnOhvSSOWh35BwAmttcmkLPF3uFzGMv2375BODBYwQYzSeTWN6YB2AZR1xgG2of5IPEXkkL9WMTT8LFGuj2daaKNvhG9rBb1ntdZZOoZarpZbPjlt/4MQBUHQB2FYddnvC576HzgUf4hL61FzO2WULtDfIpvn5WWLcQyMhid8JfWoqeCn7vr543dip7GHl6Ou/QZq8re73ui6exsZGn0LLpYPizx25bVeejjhx/A8AKWO2qZSXsDT+2HjTPyfefrjd0AmuafvcU+73t+lfeZcwHRC9y3XzFPLk2smwq6W0nRY8KnzLNjZ25MYfZ43MW9AGIdc83wbn9DtOa9mZtvPZcflvre8aL/wq9vgE/5tDdldgvAsD6uztlnb/nOJMJ7Ie2D8+jv/CnVWlvm0LJL5NsQ/CdQIMLPnZyXfiJgDUyCL+POSI/3gCu12j4Ed3evsmnALDxjiGG4KOn2tjzXqJidx6cM1kdDJjEplsPnaQSra/m3l118LGudbbvnpkFH76rBcE7NHbboZMc3LRIZ8BeawL8TVf2Q6rThugpvJUBgA/e/BxeTteIg0WeBIP4zt9qsUkA2PefG4sN8Iva14AOm/e+JDeiSIB/ZA+UTdBJDKzr+TnFOqOPocmTZFfGu+TBHXk4mLXtsoySNuHtB3Sip3WRYwfBntumwX7xsTY7IDiZO7MI4IOm7ek21evj10c/HL1w25z4lDu5YdYQd4W59PnybZfiR/04ne20nodGqu2v5N3G7+NXERBvvBYdpwAQY4P+OiFRr9FBwGv9FChgH4MjdkyB7hn4S+jmbf+u+70FC8jbxrThGdFYZEP2/pP+gI+k44StIIvRoZljPt/BRPS83j9FThOgqqDdy5fhl2OveKyDdzgAPPSb/ToJYGC6+3zxIagXi4FnvS7buMnF8qNdiDefpfCRpBfjf1Nte5IncyRe9jSt49/uWZH9oqnPiTDYGH/8nuTN0HxGEUw/cmrHeSaW4LVdPpJpxTqJIzWmkHO976R74anX0aqnm0nHX05iaphJNC0ux3/G9jr0kw5NBFGxD9jzP/7I/mxeHgzg4NUSvlNEKRtVcUVjSqerHf47iQpJrChaHVqCfrOWJ7mxExl5z7bGIIFaV9XLau/tL033EXTB1gPjb6K/4RX8BR3tJ79DeELjXA5qO6lP8uucMRz602Zr3tnzbceQPDv2LbSGjIp/M0im5zo25vgz/1pZrH+ipGNQTDbZLHIbeHJq3hYonxw5Mz5EuQitnd4flnPlDZqN6fdCDMe57eAZvfdldKMwwqDDgSMMMLBFGCLo09M8xGWhN89PK6tsb7cvPIx/Z6i8FSQJ+CEQjvLsDEe3Cvqg4Lri9MwgCgThvQEpER7r6TmEcCPwjkOuObwBPYQ6zt457PqAGQdgCzOkfUeEPVnhCFsLaFeRcBZn5k0wGAFI1kEM8TgWJ4D3lO4PwH2c2DM2EfBW3CbgG2DbDum6rquGcBRE292CPACCFo8zSxAAGmc9a+ips4osZJf0cIXjNsAODV4K2rQ5TvMghqxzzkgJ4cohd2X0MLmd7fUPAYeR1CDTqwgxalHcGDQaorJkEFTeE5xMAA3RzCh0Z0vPeSwNtMTA9C7fQf6hwQucn4Xh81JTLeS2kp5Dz6nuMh9a8cnxTetzFFufgRgwoznmg9P6tHVyS3rRzswtn46jA7ion7TA4e6vgt40beYb0HyCtvBsO6UGmO2wnjb5OEY8o1tYWO6ME7TfH2OzFZJ5cRs3sxjVNojPxvA64InmC2Bk2WpllqQHAkOpeDoVK8jnDeAVWEN1lJ83CqgTfMh2k+LCCGz61j1ZNwID5glXf56zFJBDek9BkwSQSbKhfVla9FjGL34SsIOxE30Uvm/n0+MeIBh50JSFAsegamcM34jsazuJa0gdzGzADkOjDTYqSqLg5Ryt1kHLKNgBtckehl7dtl021AYgYpgiL8yh66HSZ1uGlIPv6Y5MZ27dAqwr9TvQ7/uObbD3wrpHDuC0lLFeIgMwgVdoh/W/OoC8Z9tMAo4DzZC0ZfVJ4jJtmFZD052MoWfs9yzP1v6vjDuZb6djRp25biP4gIsYmp9bCM0OVNVb84XJ37x0qhE5w0hSHhBQ09L9f/e5zXEQO5i+g4t8xo5zQB0MOmT/bjG/+O5TC3ovoffoVLW70meycQ/okWewx+8ZPG8yAPyh8fi8XAVofIOMcbeaka24nsXzIr9OdUzzWf9OtYz4u3kRMyYAAB2PSURBVCv++fymKekV79/5NADDZVN+aKEP7XOmkO2SGdtOthK9T+WIAYyh11SCxD76GKQDTJqBWXMy90qAxAEKkKY03+gi5GQDQ5/0PTS3bTeC1NI144AgcwhsiE5Cp6dri8ZG0pDu2QHgAx4UXfuMyqNTWOuW372fG/SaM5T1XmR4mJzqs/jXH6pG1nXdvsj29NCw7tEJa12hl/XJNwBmt8R0wL5ac54EiyQ8dpAX8J91sgM2IPw+J6gIkb3rTgFb3u6jNsLXDszP8wANDLYMaAxfkvjE2iqgmP3MHJsPso/xCzo4/V7D+kXmzVldY7PabvHnp3JwEi35jJ6BL8aYsI86YESCnCXEuvedWBDbLXx29LfokwpAKh3y+ePMs7/M9ZwzeToqaI9MV/os+7UzZ27+DWAystqt/iYJbcD53tPYUWnzN2RsegacRnfK3nQb6ZEtr8xjPdAbANg3v9+B6MseKwAJOgn/Zj1FQ7ZLir4iv9Lpwp+Z9ff6ToCsE3nhA0Dik6AdgI6qGirF3GVi7hvw8yQYyt/WHN+ELPPw+EN0Jvhj1p+qwYw5yAc6qfUl48f+AmDEtgr9yBc5LVBNHzFfbEe5ksb20bRCbZppPWKCOj7qu6+0pgvII/8zsg5bABuOZ3elYAfLofnMLUE/7Dr2VAA8Z6BBZxvLGLvSvPLIAu6tJX2PtlACiT8zeutqZSt/elrcdVHAAbJP5zbxgVtXcsbn2E+d0NzVmQBzqcw5HYGiQ0Rv7E+P76bhH1cbQtvPlvtjk22ANIA8/Ok2yq6wyf1O94Fjq2B7hTZOkFJr1oE569qRuVm77PnbLYeKcoohvmm/DL15TfRvZMgOJm4b+VDfNYZlfykBTzPzUPzLyFCtJLZN6fKN/80tkR+ND32hdeyXWb/jX6iFbnCOYIo5souvYzeENl/5Cv111zPW1de6g9nd/hl/K/yXxN5bD569Rqd3wH3rSvkWc7zKljVL3iOvOwnNoK3PGNbcQp/Y48i7tlMJCpyEnoNz9NqSDIJ9gJ7ZfDu6DZsh4Ls2IX6Y10p4zxogCWzem0rY6lbqjffsBJBK4tX98N+2LTO+BeNujMoVjlOSfyXMrUG1bdMtsHVfjo/SPXfylGl02Qda4dHT/cxOnH392/Y5wh/jD1Xr0KxpfM2rynwCDGAtvA/+iq/StiyB/UOL4TV/Ddaw+dJzXB1uyo/ZgZuZYCc4en2H77fT5o2OHU1r2TcRsn1b36Oxosf+b9tDv3eizVmH0xmsE6xGPW+sIGsf3Fd6lw6Ooc3QaCcQbRpXhR1na+vnDCL+/QQGx+/jM35Z4x19/oVGqwNE85l+Ry71+LDFtg70eGMnm89J+FpYFPuJT57zpFOgQILmnXxTgfCqdMY/IT5B8pnkHPNpfwaazXq2rT8JCZX4KF/3tFyfBHQHqE+y26Hj49+RSGG8YOgXuxdawY667LHZn4MuiEyDFxjPH/y9A7bMY/Ps+LTgJ+xb8zEyzZ8d/jZdjdABpwMbh4HQ63oWmAexLfyY3OesD0UQJE5CA7KXkow6mMTSTR0sTVA/BLqPMxsssn1N/IXXT4Kv3mMg6fSke3KGbubZx5FFD4I3iEaNuaqzADpkmKj9fV8/vgMymaIaZNnr/5AU33qgO13G7hI+Ib6/ExHhK12xC/VmT7sbEHFAkpna5toFMuMnniSd2Ij6UnfIjj/qtcQg9NzI/9hcXsZtA4M5YiPho2MDtx/o/bPtO/isb5bke/H4b/85nV5sw0wyjXl7kjzAJj/59s0Hx38++ksDbzwGehL9vfbUDgCjpAnoHoY6AUY2uA25PZgJ2BwFO05PtWz1Mshp1bm+VuSREgRJQnDVtmYEGMFPt4NbK+sMu73iAzw6cBEDzERkg0gVdzGgd6aFvbAYR2KcBnAAK3LtfVZG2iwMMDMB5G5ddQVyJusCBShQ/w14I5g82HG0suZZt8vRhxmpkByCsaCqALACZzAxz+NezPMI18r8G7CJqoj08A843hmBb3a7x/icpdsGi5lkRWN+4JxAnCRVoYziO8QMvUyAdt4ggM46xeAeLa+tZL/HeOR+KC4Z43LWZGipEsPrMy0KrDCG+X2WlQM4YzxrD+yYZC82YD4G/gZG5oHtfJjOKwuEMZkux5HHsIoBtLXlvjSARByLrgT+9NxfF5CJMdDGpvd+zeGnn3NWwT3GEJHePwHa46wzkAR1aMc04LIzfQM+6gsApw3oNsw6YAU9iv6T0Qsd6n5RopYvD/igz4mPZqWGR3h+QMTDN8dAS5BlHRT/ZNq+AWCqt71HGxC4M7SuCvR1XTLAQyMkQLzGCuu46WgAep4D+LeNr003d+CW9fxkkHvedZaZDfW1UD/9+NPZowH+DDCN8Urwcp+NNHJRra4kzwATIzMGMHQCSAIVpAVsWik50nrkXYM2LvTeG7jZnScGQDg8Dp8EUDj7rT0LgNxBI8AlP6MCIzaottIdIh459vIXYz8VlyWnHidkO09uRT0P8Py8QbsVFOuPUxBHawDkZaxtB3zR7GkflTM+DACuW3cryp7PHq+WyEFb5NgE3yao2DLNnzG9dLUTd8rP3k/4udsPRv4k4SHji9H5+x+/hQb/ZH9OWzv2T0FkVXC3/OhKpa4A2hnuAmmm8kNGkBJbRMc7AWq95pZ6TgRb+nd7l+Hvy9kZIPh2rqjYmiqyyX6PD07Hj9Bd3xtAyQbfyLa8fwBMHPCcE4QNpBaAqRjY3zJIxwliNxLUCFgdY/i7735eLcy/6IX1TD33yvAv/gzwWXxQ9hvOL/R88+/QgxynORusDX6uPWBR5Bjyr6nqk6zcNtUG3AlQBoA6YxnQsFqC/ZMAsAGeAYj7jNari4Vb1R/+DZ0CAMRBOQOZNriTUPMCOG3PdQcc1gwAryslkumKHSLdrirmQydvhamd4GpbCl+Z9w2GZrTIeb0u2kF+E3Tu/W5/wOw79vpLM7ovtpF+77PwDvhGskXG8csvp92z/qZFMsDHS8s4xk07zXMBplbl3lTavvRK5m1XGL0BYH3m0H1oFnu4W8azbxqrW2oR3JnF63Fxzx28Mh3haMYX8jU3qXm/eM3+yzgLbVsLmCBR7l6XPKO7tnRG/6GNcwaSxzAVql19l7GF1nPuu+y1gJbSZ302815zjXeeTwCZZ3YFfI85gZrojwYwcFx7naBli1Tt0axpV8a/fgrP6oC/5vvu1ZZZEwC+1uq4HOuhYahuCQ7Q7gCkA/sn+Ktr8WtvOtMckNOnWplzzXSt7uNW1NKfpbfaN2u+zbpkfOiRL3szAde/mv8nmR6fmS5HAcZ2spr0wRqneFlAzAtccDaW7BYF6aBx/NQti+2fKekLS/9U9vY837b3WePIEq0p9ppet0yiAnRRTACt9iTeQOXpmtM8zppmcYM1vElI2bPRu4tJOgmdfdCz6eSB/Pd75pskAxnnmG5nfO6tKMQOI8CMDgtYFdsB/wq91AkhBKJ/+7Wq8MaPRub/8WeqeSRf2y7FrmzMJdwY2el2gAOE/pMAsO2c2RMHxB/9G/tJwjNB9f6KvEllwy5QsL19d+Tqde8zdKF1Ehg7gZ/nJKFggEThAeubVuGxbQLeoafFW+i/DTbbqZ07LvqR/IBPfA9ZlpMwcuh3uu+NXdgVYuy/SUdLYz8CsFOdde4qIvzXTlbGBvukg65Fng5F+7XCfRSwT6va8Utme7C//Yz1T3x/r+cIcfHotBn+1FXgyK+sqdd10Va34DTfuUNBcEDxgvCCxtkiWvTfV/sdPY7+27yuQPqS6azTsWNPJVwSKMY+XD+ws4Q59Oewby47tRIdWj50ogK4TWNdtl90lu0EKD7ZbtwvsnLklWhi3oj9jg3SXUyCd2HXdWco7KJtJ0xlZydHey/WoC+bdr1Gccmb5NxB+u6ABY9GziYpHLum8VH2qgMyrX+2LTX0YRp6AsC6R9Oe/qbC7K2EvQKo5r2xkR78Az2ge7Xtic433651Rt9f+nj2hao3r9HQPvMlSEDiTHd82Lxv2QjOOZj7VSBBJ8q73fymxZEpHWhREOfYibFLkN/tH1seW4dFH70B4GAGStA+RR29V97v4WcSSDpgduTC7cfu1yWvF91Dm9iTWwbJN7IcVzVm7PlNxw6OxjAHS/Z+jR+4bbG1luCS3fEPezq6cILWG7c/+JqevyvzhdGWihAOn/EpSBS92vg3fIl9H3pbOqj80+48g70eWfe1mKf3HHlinUeSD3bv8rPA/a2D7E+es9bbdmz/l8C5/LQTAE7Xz7VKGy9pfkZmM55tz8zege9mb47OZS48p+dzyQ7jSLG9Ozmm8f7Xlo1sSFyM/U03zqNfSFpGvp6W4uEFiimh52BpVUzxBOb1GWxkD3bdQnYQCUhJsgATTRFfsH3pXc7GyKo4AfuD/Dt8EznhdZrn6FfiLuFndQyKHZ/xnLXv/ZfpzVE9Tua03Sz79ge3Sj+JfsHHfKtJOu5Eq+tYMo6aWHzxBoBDOxnSiOXYwPpbslbYpON3x/4nYbNx2S+xrpkn97wSc2zzpovNplPZg1Uck3iD5GESdTYNLrvp7UzwZzkv2C8kFpHY2voZObpp/pLP022x5tsx1n+pBfQnhxnHrAOMbIxA1k0gKKpZcACgrczKkN8GjDKD18yuDMoZfQeGz4TYzCjaa7zTa/zNlMI5Y8PMc+u7/+4zgyG8KAk/ZTskNlx8FsQJAJ8e51EiOyAhgH4UYhtsh7l6VhnPe9aUrriC2TCjRiWFOS2ouwLqUzuBflIrMebaGZ4YpwCw0GBa8s1+redWXGPfvoPb7z4oAGz/cZykU+Gtl9rR96xzz3KuvROVIbGVkS4rqxfnjkHZEdoJAcp8qAPZJwBMBmQctZz9qGftKmhLkRudcwLD0yan97aBqKY3ruE16LBfB9AKgDGHnLsyNkz8ntmLA/irBI0dwCPUCAi2gvR0BqCz0p5BfDFwh/50fdqEpI07hq+dEymoCSqzjhjQGKRk5fFc/xwHGKWq8ZAgmbXIczQXV2/XmYR9lgROkTQUVcS5fx6A0akxnHY7d0aOFdH4pJ+q78gGwihtA1HPIFDpUQ9AfmhhZJUMtwkw8V5f863KqT0HK45x0kZ+Ictoze/7rXm/1eo/LcXfe8zadFt0vUaWeoMA3R7T/PGhhWEM0PDsm/DQcrbnbVE5hj0tD3GI2T/m23IVJXcy+QBj2nk4LUTeteZvrx3yxH77HUhqUGV/ZuhcYz8tjBRYvEHEnVi0zjJvx6cNLgVzBuNchkCMncw7xt/m8e24Zb3OmhwDn9feM7Y3b43MTVXtPMcPO3wCnV10IEfD159WT29AH31y8ZuAc49V+0AlEBZiqi/8vKk04p5x0k72NY5O7yFz0LBImrEMszwLMHB1wFivNQC1aV8ZqE4MO+BMJ6hwVMOlW9awbTiu7zg8J+FEdgKZ17eDmXMMAaM+BYAJFmiemscbAI5zeJ/LlaDU7+uZA2KtsXUAOAkiWXMSAGz92ui+K2Zf0M8A2gDQL7DUrfEz3nnG0CY06jFPm8I3s/3NSuT9V+50RZhly5xXqzMkjy2AIilDfpIobiBlnO+RoYwzx2HIrpPjl7bDnZ27A7BbUX8N4GeR7/vrJQIgDVb5uU8FcPbo6MRN79J/oqvSfaeDwgHB/HnTCNWbh68DJJPokDEGRDDMfDnLtLJiJXs/Do9+5Zc8/wR9GQ9JRkkwytgAMHQNAeBt16yqQfb1pUld7+StRZzb55h5s/7sdweAtd1vxvQVALbjLzkX20mr0vzLs8zraxGQByTjyQfyURbl/+z90/jGD7Dj7gqhcfznos5y/lYgeDt7A6a6VfOe+78X3wcAYB94PvJQf7feLPNwglTH1iLBK5Wv0kVJOPI97JBPp5qh2bzeMz6/20ZXteLQvIEZ+3va57vFZPZX+zCOu3VHAOS3ErX9jO441PN/54iu0TpwBpb3chKO2vbFv7VOXu9DV13RuQM466EG+kkGnqCD5mfemwuRN6dlWdZJtMiZv16fLWfyPgmW2Eqd8Ma1qra1Tmq/dvtKIx83UYS79arP+d6y4exby6dPO6tqU/EUX9B09PW0zV2bJ2Cqp2MeGiA2dn3A/J2svG4IvaQT0M0rsU2Sve8gqXyGq5tPRsQZZOLp7iSWiWuhqCA9NrXe2oEjm2Che/uC3yuoTaLZ7AsEVi3EM96zYg384zvvbRh92cd5kIxFkLwTWtrfJqDZZ7xLr2tfQgN3O9m2YfCF+zXGQCIfskJ2Wvvx4dvoKmwlgEfT6vinabuYROrv19rJDtF+7uMsSv8l8B25gAwlOdst9qbldOyml0Zvu7t1kHQPyVB3R6dUJqc9fpIzNl3M7TfwOD5hr5XoLtjD4D2DD4ku3UVHWMOE1rprDfcgsEtiqOb4kxL3hne7U0uPi6qpU0UUfm+b1Xbw+o/zWQ9/3jJadNbgYyrUJoHtdWVmv806+pb+xX73oEeerDf/LgDMczp40/6E3RPzoeyxBZL6jMubp/TIbpmuddH6NX90gna3qMQvvuQ7e05r2ulYZNzLBRxzVvWA6OzjKXBZCVgKXK3LLROnQww0dvhEii32cnffIbB1AkX3BoBb9D6H1zJwAv36U7JKa3jZbfh7dLIYQA8b51R73fpD937xyE7M3bRX93ehghNVDy11UqBpSLJpxtABYOM/U2kcbO0EunY3Or2+vjsA0n5nssDAqqDL2171GCxzpvvMm+Ape838MMl/zzpjJ2w9vd5XAgj2ofaXSs3esx1E3wE82ZOx4yRXsd/h2X3/oaczbmTl2GRrnNizL3YLdmZ6WJe/iTB+Fp3P1q+dVGJeHB0FzhT5muezl22vbNtYct+44B2Is37wPoNpJgAfOX2v96cAsJ/ljkt3ggn39Zg0JXi6ZJfW//XP0Vf4o5q/2tZ3gqBuxX62Pj8B4FT8Zx9j03Zih/j6LYjhaDQS1Lpim3XQVHeVnvVqit40O+kayRrrrp04kqNPbN9OYiZ7xL4wX/BZb790yCPzqW6UHmuMeycQLJnrrl4T0IY2PWbpwAFyee5r0+7EyQoAh39sde1OKQ4UV0cgxokMad5PR6g5NmjkTOY3coCQwpgR6ECu6eTnF/s7+Pb4hmVra76dWBs8KT62/GvhKOm8MIUETwBOz29/tCtL0Zfs4/Y/CmtJwnPmCP7f+6tugn7GJKWIP9CVwe4y/q6uHfaJOLXNHn53AdXYOG8C28ZS1/XSA+CeBN7DO9qEworXr+L9O25x3u/zh0mei44ASzz727S+7ZPZ/5e+Mz+1wU4HPnThThCdDxBLI37RGM037TXdUdiu/dvEJDrpUvJO/Iud/nYeYWymx0rQ2UfPDXa36WR3SAoN+CiQaZHdxWDs6bajt/s2uNXa6MdTzEe+FQAmEo1QuTJBSsEeRXYM+NchkQPrIroPXy/gzCUxdGrIFQBuYugS6ixQwKrOjM88K3Nh7ksAGKFMgOuuAA64tkHNARS6Au3jvDT+Ebz6SUtjnJZu9cx8mhk7AIyDc7J6B0hQhqMB9QHexhBAkNP7/wVwOhtZAASEDEDRFVbv3AjInQBJmNRZNY+iCcWGxmK0c7f88maAtNF7Z6Llc1263+MiSIFypkWozAUB6AmaTqBfhpKqhN2yS5mVtEuMYg8NJWMtlasnU/soqGM8Nc31mHotYmzFeUsLj9NCAv5yJeZkN5PxmqAp2Wvff/fLAiK/FQDOOYxfN6Azmt8AMG0Nml87AGyA5PtVjTusbcNpjakDwM2v/P7SgecvGhh2znqkxa/oQ4GN3R6TffJ+z+eklLR+Q0DJQowxRmX3zuqeJbAxa/Ao13UAuJMo0DUEfTSH64yQ9ffbaify5ZyJqvXrlkBNBxjaG+j0Wmav4bfIn1N56/tNcEVjF/8zX+SbnCTW41MAWPeW3O1WEJ0Zzxj/LgB8eGH4AvlKxqZW+APAYHo3AKMzNNLaBsMZhbzb69T+8rwkHxD4Oz+P3DjAwZazH4Dqo9+UhaaxntafvNefP9dzxv2H1rueiwJ5/+dl1PwFUvzySzLdzB/OFgsN//qrCH+CC5X00CCbHf0ruSCgvb7QsS0X0ObQw8t7ONuXA133QufJgHTV1xgeyJsTiMrzkS1HRmdOGBwEbrqV592BYfhlOUy3QXy4xes13+hL2u9yvpiu/lYFsNcKGW6A+lRehG4iT/QVkO8E3P2+Dfs7AMz6ST4r0JygZwC1zlxs60ork/NVTrUXVT7fCgCTgWnwS1Ujy3mSoW2A21GTEwDO2JVdmFZLvncBqHHU8mzk0lnlA4SbdqtFqJQU8wAcYF2QYwAZ7zluPI/1SnusOKwtPxkHwb7OmM2+KHsyXV0MeOwBHd12VVZww6cFNFm6Ww6t5VBCXeTpZOA+FYC51T8LAOs+ut/bntzrVgD4OYIC+7MCYxMAVsWXn2y6ih3V9k8DDKzR1j+WM9Ed56f+0PNOprEDU1RPDb8DKLFGXmvxgK6dQGy3DkvLzuj/djiVwa51o1KKLekAsF7r1s2fbFJaKer523Ga/e8zwt4A8At8vQFgPfvQ9Ti9E3hkrNj3G+SaAYrHu4Km+ei1Izqxg+sITL4VXR7TyPzs3SQ9iD4VcNY/DzpnlbYNCSBhoOQFYyYgjb0QOyjJRABMel6S0G+H/Up8rYn2OBvcN8gygRLAQPG97JHujMGt/pcAcAMl2AtvVUgHih2EWv+UcQ4/tV2V9R77fjLP3wAw+yD+66RhAsDMA5ATmXdVjq0xiA5sp08g5a1eCD3OWKbDzvYx6QhgWZxvrSf269b7FQAOHSDvY2vpq+n2AnJbPj37LLJXkHZyEPxu1jE31bEhfm3NrRMT8l7sPa7FhtgB4LHJM68TAMaGyRiXrSsdKxvLfkNaHuoL0F5yK/7kbzsxYvswEwCmg1hNbyeYJOifJJn/rwAwawKd7cop0Zp09NhXWt8EVdfYBzD7+efTHk6fb3kWe6javY4v2cmw2EhtCwLUhn4mSW9AOvwLPUv2X9uXrFcD9Ov4sKy/9JN0uvyXDbgKYBTgr72aY1qKvvA/M15ALP1Mp7VTodH40bHDrv2bwILX+q8CwGNja24XXczN/tcAsD6m46D6jFtkP+PDPuJ57E8HgL9lt0DvnSDUuBhVIO50NIkXvS6hvfPKGwCGf1+btcduWSb2c/UK9oScveyZ5vd3AWCwjF3pNkkzHl9BE9FJCQJ3Uhu2P3iX5cTfBIBJ8EEnZo2m2nESUDOBVMkDtDqIudbMeZB0vxg5Y3kq/9YVdN9/9/PPStLLGpAcQUt81mZXMIpWlr/bX5HtwS8aa4ktva6vCqst3/GXXZASLIojxIiAJbERHyM8jk7aPrbsiirMaDvIemp9AWZfwSD7D6eyU39KZrXtZ1kmspmbYkPx9xsABqdrbKOT9+Ap5M22xaYrk8Yq293HqUkHCNqbZ79JB58CwM2zBJ0J6rV9dXcJogIvGLDW/K1INw2cmMXgzyswtPST5pAEkPZfsm+6lxKokau6z1UBZ775GgBuHIVkg07uuYjvQwITskrXOSiH7VnPD12fhLUe/18lkDU+bLpf9CH7ZWMsswzfCgAnoBr+bf/PraLHvgCvwH/xPNZEmj7BN5grfCFdCL6HX60Oehuf2keBjI5SQqQC0oq7DL5u/3uq+zoAnPUU7pZAOB2eJDePDUDiw+n61gUW8aOwtZI0GUsxAWB9d0crXemxj62kK9tffAuVWKud+GV7KRRDYsSnJN29r3WOedtlfu74rdiIXQHcfvxv+/jBFGRlvw+exz6Hr07l/Ccso2kd2Zw5Cnf76q/uQKZgltKZ+iyBynRBirwnAAz96rWNUxlPIulx1lC+uNahEhdbrmLn6+r2rdE5jYds/28FgK2r5piNlgnBS1ScQMvnFYuZhFGN4S24uGSDefz4cJyN63lPYNNYlDpylr8hPsteqPtdiOcUkMauRsbrvb8KAIdu7g47PaaDP4c+uotECh/+M7w1MZsZ59n/FDbKR6MSGd8U+n2PIIOW4RXkfvsiGx/rI0xkPyw7A1/t9msShCf+g3wzjfv1so01z9HrXcFsvl7EJU/Xnd10ROLEQroIg/3TT2jvv0a3r+CBSIzJAAAAAElFTkSuQmC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26414" y="765184"/>
            <a:ext cx="14886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dirty="0">
                <a:solidFill>
                  <a:srgbClr val="0B0A25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Как это работает: тренировки, проверки, прогресс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2879826" y="2569464"/>
            <a:ext cx="1335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700" dirty="0">
                <a:solidFill>
                  <a:srgbClr val="31313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Интерактивные задания на реальных данных без риска ошибок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2879826" y="3441206"/>
            <a:ext cx="1335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dirty="0">
                <a:solidFill>
                  <a:srgbClr val="31313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SQL, A/B, продуктовые метрики в среде, близкой к боевой</a:t>
            </a:r>
            <a:endParaRPr lang="en-US" sz="3000" dirty="0"/>
          </a:p>
        </p:txBody>
      </p:sp>
      <p:pic>
        <p:nvPicPr>
          <p:cNvPr id="7" name="Image 2" descr="data:image/png;base64,iVBORw0KGgoAAAANSUhEUgAAAEwAAABMCAYAAADHl1ErAAAA/ElEQVR4Xu3UsQ3AMAwEMXsuL5PlM0cCeAJdT9VXEQ/t87zfcmOBDWxsdUNgzQtY9AIGrArE3g8DFgVibmHAokDMLQxYFIi5hQGLAjG3MGBRIOYWBiwKxNzCgEWBmFsYsCgQcwsDFgVibmHAokDMLQxYFIi5hQGLAjG3MGBRIOYWBiwKxNzCgEWBmFsYsCgQcwsDFgVibmHAokDMLQxYFIi5hQGLAjG3MGBRIOYWBiwKxNzCgEWBmFsYsCgQcwsDFgVibmHAokDMLQxYFIi5hQGLAjG3MGBRIOYWBiwKxNzCgEWBmFsYsCgQcwsDFgVibmHAokDMLQxYFIj5DzbpvgFPkEQGAAAAAElFTkSuQmCC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5024" y="2336197"/>
            <a:ext cx="694944" cy="69494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607186" y="2482055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dirty="0">
                <a:solidFill>
                  <a:srgbClr val="EAE9E5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1</a:t>
            </a:r>
            <a:endParaRPr lang="en-US" sz="3000" dirty="0"/>
          </a:p>
        </p:txBody>
      </p:sp>
      <p:pic>
        <p:nvPicPr>
          <p:cNvPr id="9" name="Image 3" descr="data:image/png;base64,iVBORw0KGgoAAAANSUhEUgAAAAkAAACqCAYAAAB/GWVQAAAAVElEQVRYR+3YwRUAEAwE0aQuzWheHQQFUMB3dpq3OwnZ+pjxOOkSBAEBBAEBBDUtuAACKVCEvThyAQRSoAhccJ7RdAiBFCgCF9Dh/Vc1ESCQgt8iLB9WqRDbUeg/AAAAAElFTkSuQmCC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2098" y="3039393"/>
            <a:ext cx="82296" cy="1554480"/>
          </a:xfrm>
          <a:prstGeom prst="rect">
            <a:avLst/>
          </a:prstGeom>
        </p:spPr>
      </p:pic>
      <p:pic>
        <p:nvPicPr>
          <p:cNvPr id="10" name="Image 4" descr="data:image/png;base64,iVBORw0KGgoAAAANSUhEUgAAAAkAAAAxCAYAAAAIuIPQAAAAJ0lEQVQ4T2O0Tnj6n4EAYBxVNBoEDKNBMBoEDKNBMBoEwNpieJcFAEqmeoF/oHDxAAAAAElFTkSuQmCC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5400000">
            <a:off x="2221100" y="2476287"/>
            <a:ext cx="82296" cy="448056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2879826" y="4690872"/>
            <a:ext cx="1335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700" dirty="0">
                <a:solidFill>
                  <a:srgbClr val="31313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Автопроверка запросов: тесты, план выполнения, корректность</a:t>
            </a:r>
            <a:endParaRPr lang="en-US" sz="2700" dirty="0"/>
          </a:p>
        </p:txBody>
      </p:sp>
      <p:sp>
        <p:nvSpPr>
          <p:cNvPr id="12" name="Text 5"/>
          <p:cNvSpPr/>
          <p:nvPr/>
        </p:nvSpPr>
        <p:spPr>
          <a:xfrm>
            <a:off x="2879826" y="5699252"/>
            <a:ext cx="1335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dirty="0">
                <a:solidFill>
                  <a:srgbClr val="31313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Подсказки по шагам и разбор типовых ошибок после сдачи</a:t>
            </a:r>
            <a:endParaRPr lang="en-US" sz="3000" dirty="0"/>
          </a:p>
        </p:txBody>
      </p:sp>
      <p:pic>
        <p:nvPicPr>
          <p:cNvPr id="13" name="Image 5" descr="data:image/png;base64,iVBORw0KGgoAAAANSUhEUgAAAAkAAACqCAYAAAB/GWVQAAAAVElEQVRYR+3YwRUAEAwE0aQuzWheHQQFUMB3dpq3OwnZ+pjxOOkSBAEBBAEBBDUtuAACKVCEvThyAQRSoAhccJ7RdAiBFCgCF9Dh/Vc1ESCQgt8iLB9WqRDbUeg/AAAAAElFTkSuQmCC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2098" y="5297439"/>
            <a:ext cx="82296" cy="1554480"/>
          </a:xfrm>
          <a:prstGeom prst="rect">
            <a:avLst/>
          </a:prstGeom>
        </p:spPr>
      </p:pic>
      <p:pic>
        <p:nvPicPr>
          <p:cNvPr id="14" name="Image 6" descr="data:image/png;base64,iVBORw0KGgoAAAANSUhEUgAAAAkAAAAxCAYAAAAIuIPQAAAAJ0lEQVQ4T2O0Tnj6n4EAYBxVNBoEDKNBMBoEDKNBMBoEwNpieJcFAEqmeoF/oHDxAAAAAElFTkSuQmCC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5400000">
            <a:off x="2221100" y="4734333"/>
            <a:ext cx="82296" cy="448056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2871216" y="6931152"/>
            <a:ext cx="1335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700" dirty="0" err="1">
                <a:solidFill>
                  <a:srgbClr val="31313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Личны</a:t>
            </a:r>
            <a:r>
              <a:rPr lang="ru-RU" sz="2700" dirty="0">
                <a:solidFill>
                  <a:srgbClr val="31313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е</a:t>
            </a:r>
            <a:r>
              <a:rPr lang="en-US" sz="2700" dirty="0">
                <a:solidFill>
                  <a:srgbClr val="31313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</a:t>
            </a:r>
            <a:r>
              <a:rPr lang="ru-RU" sz="2700" dirty="0">
                <a:solidFill>
                  <a:srgbClr val="31313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метрики</a:t>
            </a:r>
            <a:r>
              <a:rPr lang="en-US" sz="2700" dirty="0">
                <a:solidFill>
                  <a:srgbClr val="31313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прогресса: навыки, уровни, время, попытки</a:t>
            </a:r>
            <a:endParaRPr lang="en-US" sz="2700" dirty="0"/>
          </a:p>
        </p:txBody>
      </p:sp>
      <p:sp>
        <p:nvSpPr>
          <p:cNvPr id="16" name="Text 7"/>
          <p:cNvSpPr/>
          <p:nvPr/>
        </p:nvSpPr>
        <p:spPr>
          <a:xfrm>
            <a:off x="2871216" y="7957299"/>
            <a:ext cx="1335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endParaRPr lang="en-US" sz="3000" dirty="0"/>
          </a:p>
        </p:txBody>
      </p:sp>
      <p:pic>
        <p:nvPicPr>
          <p:cNvPr id="17" name="Image 7" descr="data:image/png;base64,iVBORw0KGgoAAAANSUhEUgAAAAkAAACqCAYAAAB/GWVQAAAAVElEQVRYR+3YwRUAEAwE0aQuzWheHQQFUMB3dpq3OwnZ+pjxOOkSBAEBBAEBBDUtuAACKVCEvThyAQRSoAhccJ7RdAiBFCgCF9Dh/Vc1ESCQgt8iLB9WqRDbUeg/AAAAAElFTkSuQmCC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3488" y="7555486"/>
            <a:ext cx="82296" cy="1554480"/>
          </a:xfrm>
          <a:prstGeom prst="rect">
            <a:avLst/>
          </a:prstGeom>
        </p:spPr>
      </p:pic>
      <p:pic>
        <p:nvPicPr>
          <p:cNvPr id="18" name="Image 8" descr="data:image/png;base64,iVBORw0KGgoAAAANSUhEUgAAAAkAAAAxCAYAAAAIuIPQAAAAJ0lEQVQ4T2O0Tnj6n4EAYBxVNBoEDKNBMBoEDKNBMBoEwNpieJcFAEqmeoF/oHDxAAAAAElFTkSuQmCC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5400000">
            <a:off x="2212490" y="6992379"/>
            <a:ext cx="82296" cy="448056"/>
          </a:xfrm>
          <a:prstGeom prst="rect">
            <a:avLst/>
          </a:prstGeom>
        </p:spPr>
      </p:pic>
      <p:pic>
        <p:nvPicPr>
          <p:cNvPr id="19" name="Image 9" descr="data:image/png;base64,iVBORw0KGgoAAAANSUhEUgAAAEwAAABMCAYAAADHl1ErAAAA/ElEQVR4Xu3UsQ3AMAwEMXsuL5PlM0cCeAJdT9VXEQ/t87zfcmOBDWxsdUNgzQtY9AIGrArE3g8DFgVibmHAokDMLQxYFIi5hQGLAjG3MGBRIOYWBiwKxNzCgEWBmFsYsCgQcwsDFgVibmHAokDMLQxYFIi5hQGLAjG3MGBRIOYWBiwKxNzCgEWBmFsYsCgQcwsDFgVibmHAokDMLQxYFIi5hQGLAjG3MGBRIOYWBiwKxNzCgEWBmFsYsCgQcwsDFgVibmHAokDMLQxYFIi5hQGLAjG3MGBRIOYWBiwKxNzCgEWBmFsYsCgQcwsDFgVibmHAokDMLQxYFIj5DzbpvgFPkEQGAAAAAElFTkSuQmCC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5024" y="4594243"/>
            <a:ext cx="694944" cy="694944"/>
          </a:xfrm>
          <a:prstGeom prst="rect">
            <a:avLst/>
          </a:prstGeom>
        </p:spPr>
      </p:pic>
      <p:sp>
        <p:nvSpPr>
          <p:cNvPr id="20" name="Text 8"/>
          <p:cNvSpPr/>
          <p:nvPr/>
        </p:nvSpPr>
        <p:spPr>
          <a:xfrm>
            <a:off x="1561466" y="4740101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dirty="0">
                <a:solidFill>
                  <a:srgbClr val="EAE9E5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2</a:t>
            </a:r>
            <a:endParaRPr lang="en-US" sz="3000" dirty="0"/>
          </a:p>
        </p:txBody>
      </p:sp>
      <p:pic>
        <p:nvPicPr>
          <p:cNvPr id="21" name="Image 10" descr="data:image/png;base64,iVBORw0KGgoAAAANSUhEUgAAAEwAAABMCAYAAADHl1ErAAAA/ElEQVR4Xu3UsQ3AMAwEMXsuL5PlM0cCeAJdT9VXEQ/t87zfcmOBDWxsdUNgzQtY9AIGrArE3g8DFgVibmHAokDMLQxYFIi5hQGLAjG3MGBRIOYWBiwKxNzCgEWBmFsYsCgQcwsDFgVibmHAokDMLQxYFIi5hQGLAjG3MGBRIOYWBiwKxNzCgEWBmFsYsCgQcwsDFgVibmHAokDMLQxYFIi5hQGLAjG3MGBRIOYWBiwKxNzCgEWBmFsYsCgQcwsDFgVibmHAokDMLQxYFIi5hQGLAjG3MGBRIOYWBiwKxNzCgEWBmFsYsCgQcwsDFgVibmHAokDMLQxYFIj5DzbpvgFPkEQGAAAAAElFTkSuQmCC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6414" y="6852290"/>
            <a:ext cx="694944" cy="694944"/>
          </a:xfrm>
          <a:prstGeom prst="rect">
            <a:avLst/>
          </a:prstGeom>
        </p:spPr>
      </p:pic>
      <p:sp>
        <p:nvSpPr>
          <p:cNvPr id="22" name="Text 9"/>
          <p:cNvSpPr/>
          <p:nvPr/>
        </p:nvSpPr>
        <p:spPr>
          <a:xfrm>
            <a:off x="1562000" y="699814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dirty="0">
                <a:solidFill>
                  <a:srgbClr val="EAE9E5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3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orage.yandexcloud.net/prs-editor/themes/accent-light-2/columns-4.webp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pic>
        <p:nvPicPr>
          <p:cNvPr id="3" name="Image 1" descr="data:image/png;base64,iVBORw0KGgoAAAANSUhEUgAAB4AAAAQ4CAYAAADo08FDAAAgAElEQVR4XuzZwQ0AIAwDMbr/0IDYgpO7QZz+MvvecgQIECBAgAABAgQIECBAgAABAgQIECBAgAABAgQIECDwvcAYgL/vUAACBAgQIECAAAECBAgQIECAAAECBAgQIECAAAECBAg8AQOwRyBAgAABAgQIECBAgAABAgQIECBAgAABAgQIECBAgEBEwAAcKVIMAgQIECBAgAABAgQIECBAgAABAgQIECBAgAABAgQIGID9AAECBAgQIECAAAECBAgQIECAAAECBAgQIECAAAECBCICBuBIkWIQIECAAAECBAgQIECAAAECBAgQIECAAAECBAgQIEDAAOwHCBAgQIAAAQIECBAgQIAAAQIECBAgQIAAAQIECBAgEBEwAEeKFIMAAQIECBAgQIAAAQIECBAgQIAAAQIECBAgQIAAAQIGYD9AgAABAgQIECBAgAABAgQIECBAgAABAgQIECBAgACBiIABOFKkGAQIECBAgAABAgQIECBAgAABAgQIECBAgAABAgQIEDAA+wECBAgQIECAAAECBAgQIECAAAECBAgQIECAAAECBAhEBAzAkSLFIECAAAECBAgQIECAAAECBAgQIECAAAECBAgQIECAgAHYDxAgQIAAAQIECBAgQIAAAQIECBAgQIAAAQIECBAgQCAiYACOFCkGAQIECBAgQIAAAQIECBAgQIAAAQIECBAgQIAAAQIEDMB+gAABAgQIECBAgAABAgQIECBAgAABAgQIECBAgAABAhEBA3CkSDEIECBAgAABAgQIECBAgAABAgQIECBAgAABAgQIECBgAPYDBAgQIECAAAECBAgQIECAAAECBAgQIECAAAECBAgQiAgYgCNFikGAAAECBAgQIECAAAECBAgQIECAAAECBAgQIECAAAEDsB8gQIAAAQIECBAgQIAAAQIECBAgQIAAAQIECBAgQIBARMAAHClSDAIECBAgQIAAAQIECBAgQIAAAQIECBAgQIAAAQIECBiA/QABAgQIECBAgAABAgQIECBAgAABAgQIECBAgAABAgQiAgbgSJFiECBAgAABAgQIECBAgAABAgQIECBAgAABAgQIECBAwADsBwgQIECAAAECBAgQIECAAAECBAgQIECAAAECBAgQIBARMABHihSDAAECBAgQIECAAAECBAgQIECAAAECBAgQIECAAAECBmA/QIAAAQIECBAgQIAAAQIECBAgQIAAAQIECBAgQIAAgYiAAThSpBgECBAgQIAAAQIECBAgQIAAAQIECBAgQIAAAQIECBAwAPsBAgQIECBAgAABAgQIECBAgAABAgQIECBAgAABAgQIRAQMwJEixSBAgAABAgQIECBAgAABAgQIECBAgAABAgQIECBAgIAB2A8QIECAAAECBAgQIECAAAECBAgQIECAAAECBAgQIEAgImAAjhQpBgECBAgQIECAAAECBAgQIECAAAECBAgQIECAAAECBAzAfoAAAQIECBAgQIAAAQIECBAgQIAAAQIECBAgQIAAAQIRAQNwpEgxCBAgQIAAAQIECBAgQIAAAQIECBAgQIAAAQIECBAgYAD2AwQIECBAgAABAgQIECBAgAABAgQIECBAgAABAgQIEIgIGIAjRYpBgAABAgQIECBAgAABAgQIECBAgAABAgQIECBAgAABA7AfIECAAAECBAgQIECAAAECBAgQIECAAAECBAgQIECAQETAABwpUgwCBAgQIECAAAECBAgQIECAAAECBAgQIECAAAECBAgYgP0AAQIECBAgQIAAAQIECBAgQIAAAQIECBAgQIAAAQIEIgIG4EiRYhAgQIAAAQIECBAgQIAAAQIECBAgQIAAAQIECBAgQMAA7AcIECBAgAABAgQIECBAgAABAgQIECBAgAABAgQIECAQETAAR4oUgwABAgQIECBAgAABAgQIECBAgAABAgQIECBAgAABAgZgP0CAAAECBAgQIECAAAECBAgQIECAAAECBAgQIECAAIGIgAE4UqQYBAgQIECAAAECBAgQIECAAAECBAgQIECAAAECBAgQMAD7AQIECBAgQIAAAQIECBAgQIAAAQIECBAgQIAAAQIECEQEDMCRIsUgQIAAAQIECBAgQIAAAQIECBAgQIAAAQIECBAgQICAAdgPECBAgAABAgQIECBAgAABAgQIECBAgAABAgQIECBAICJgAI4UKQYBAgQIECBAgAABAgQIECBAgAABAgQIECBAgAABAgQMwH6AAAECBAgQIECAAAECBAgQIECAAAECBAgQIECAAAECEQEDcKRIMQgQIECAAAECBAgQIECAAAECBAgQIECAAAECBAgQIGAA9gMECBAgQIAAAQIECBAgQIAAAQIECBAgQIAAAQIECBCICBiAI0WKQYAAAQIECBAgQIAAAQIECBAgQIAAAQIECBAgQIAAAQOwHyBAgAABAgQIECBAgAABAgQIECBAgAABAgQIECBAgEBEwAAcKVIMAgQIECBAgAABAgQIECBAgAABAgQIECBAgAABAgQIGID9AAECBAgQIECAAAECBAgQIECAAAECBAgQIECAAAECBCICBuBIkWIQIECAAAECBAgQIECAAAECBAgQIECAAAECBAgQIEDAAOwHCBAgQIAAAQIECBAgQIAAAQIECBAgQIAAAQIECBAgEBEwAEeKFIMAAQIECBAgQIAAAQIECBAgQIAAAQIECBAgQIAAAQIGYD9AgAABAgQIECBAgAABAgQIECBAgAABAgQIECBAgACBiIABOFKkGAQIECBAgAABAgQIECBAgAABAgQIECBAgAABAgQIEDAA+wECBAgQIECAAAECBAgQIECAAAECBAgQIECAAAECBAhEBAzAkSLFIECAAAECBAgQIECAAAECBAgQIECAAAECBAgQIECAgAHYDxAgQIAAAQIECBAgQIAAAQIECBAgQIAAAQIECBAgQCAiYACOFCkGAQIECBAgQIAAAQIECBAgQIAAAQIECBAgQIAAAQIEDMB+gAABAgQIECBAgAABAgQIECBAgAABAgQIECBAgAABAhEBA3CkSDEIECBAgAABAgQIECBAgAABAgQIECBAgAABAgQIECBgAPYDBAgQIECAAAECBAgQIECAAAECBAgQIECAAAECBAgQiAgYgCNFikGAAAECBAgQIECAAAECBAgQIECAAAECBAgQIECAAAEDsB8gQIAAAQIECBAgQIAAAQIECBAgQIAAAQIECBAgQIBARMAAHClSDAIECBAgQIAAAQIECBAgQIAAAQIECBAgQIAAAQIECBiA/QABAgQIECBAgAABAgQIECBAgAABAgQIECBAgAABAgQiAgbgSJFiECBAgAABAgQIECBAgAABAgQIECBAgAABAgQIECBAwADsBwgQIECAAAECBAgQIECAAAECBAgQIECAAAECBAgQIBARMABHihSDAAECBAgQIECAAAECBAgQIECAAAECBAgQIECAAAECBmA/QIAAAQIECBAgQIAAAQIECBAgQIAAAQIECBAgQIAAgYiAAThSpBgECBAgQIAAAQIECBAgQIAAAQIECBAgQIAAAQIECBAwAPsBAgQIECBAgAABAgQIECBAgAABAgQIECBAgAABAgQIRAQMwJEixSBAgAABAgQIECBAgAABAgQIECBAgAABAgQIECBAgIAB2A8QIECAAAECBAgQIECAAAECBAgQIECAAAECBAgQIEAgImAAjhQpBgECBAgQIECAAAECBAgQIECAAAECBAgQIECAAAECBAzAfoAAAQIECBAgQIAAAQIECBAgQIAAAQIECBAgQIAAAQIRAQNwpEgxCBAgQIAAAQIECBAgQIAAAQIECBAgQIAAAQIECBAgYAD2AwQIECBAgAABAgQIECBAgAABAgQIECBAgAABAgQIEIgIGIAjRYpBgAABAgQIECBAgAABAgQIECBAgAABAgQIECBAgAABA7AfIECAAAECBAgQIECAAAECBAgQIECAAAECBAgQIECAQETAABwpUgwCBAgQIECAAAECBAgQIECAAAECBAgQIECAAAECBAgYgP0AAQIECBAgQIAAAQIECBAgQIAAAQIECBAgQIAAAQIEIgIG4EiRYhAgQIAAAQIECBAgQIAAAQIECBAgQIAAAQIECBAgQMAA7AcIECBAgAABAgQIECBAgAABAgQIECBAgAABAgQIECAQETAAR4oUgwABAgQIECBAgAABAgQIECBAgAABAgQIECBAgAABAgZgP0CAAAECBAgQIECAAAECBAgQIECAAAECBAgQIECAAIGIgAE4UqQYBAgQIECAAAECBAgQIECAAAECBAgQIECAAAECBAgQMAD7AQIECBAgQIAAAQIECBAgQIAAAQIECBAgQIAAAQIECEQEDMCRIsUgQIAAAQIECBAgQIAAAQIECBAgQIAAAQIECBAgQICAAdgPECBAgAABAgQIECBAgAABAgQIECBAgAABAgQIECBAICJgAI4UKQYBAgQIECBAgAABAgQIECBAgAABAgQIECBAgAABAgQMwH6AAAECBAgQIECAAAECBAgQIECAAAECBAgQIECAAAECEQEDcKRIMQgQIECAAAECBAgQIECAAAECBAgQIECAAAECBAgQIGAA9gMECBAgQIAAAQIECBAgQIAAAQIECBAgQIAAAQIECBCICBiAI0WKQYAAAQIECBAgQIAAAQIECBAgQIAAAQIECBAgQIAAAQOwHyBAgAABAgQIECBAgAABAgQIECBAgAABAgQIECBAgEBEwAAcKVIMAgQIECBAgAABAgQIECBAgAABAgQIECBAgAABAgQIGID9AAECBAgQIECAAAECBAgQIECAAAECBAgQIECAAAECBCICBuBIkWIQIECAAAECBAgQIECAAAECBAgQIECAAAECBAgQIEDAAOwHCBAgQIAAAQIECBAgQIAAAQIECBAgQIAAAQIECBAgEBEwAEeKFIMAAQIECBAgQIAAAQIECBAgQIAAAQIECBAgQIAAAQIGYD9AgAABAgQIECBAgAABAgQIECBAgAABAgQIECBAgACBiIABOFKkGAQIECBAgAABAgQIECBAgAABAgQIECBAgAABAgQIEDAA+wECBAgQIECAAAECBAgQIECAAAECBAgQIECAAAECBAhEBAzAkSLFIECAAAECBAgQIECAAAECBAgQIECAAAECBAgQIECAgAHYDxAgQIAAAQIECBAgQIAAAQIECBAgQIAAAQIECBAgQCAiYACOFCkGAQIECBAgQIAAAQIECBAgQIAAAQIECBAgQIAAAQIEDMB+gAABAgQIECBAgAABAgQIECBAgAABAgQIECBAgAABAhEBA3CkSDEIECBAgAABAgQIECBAgAABAgQIECBAgAABAgQIECBgAPYDBAgQIECAAAECBAgQIECAAAECBAgQIECAAAECBAgQiAgYgCNFikGAAAECBAgQIECAAAECBAgQIECAAAECBAgQIECAAAEDsB8gQIAAAQIECBAgQIAAAQIECBAgQIAAAQIECBAgQIBARMAAHClSDAIECBAgQIAAAQIECBAgQIAAAQIECBAgQIAAAQIECBiA/QABAgQIECBAgAABAgQIECBAgAABAgQIECBAgAABAgQiAgbgSJFiECBAgAABAgQIECBAgAABAgQIECBAgAABAgQIECBAwADsBwgQIECAAAECBAgQIECAAAECBAgQIECAAAECBAgQIBARMABHihSDAAECBAgQIECAAAECBAgQIECAAAECBAgQIECAAAECBmA/QIAAAQIECBAgQIAAAQIECBAgQIAAAQIECBAgQIAAgYiAAThSpBgECBAgQIAAAQIECBAgQIAAAQIECBAgQIAAAQIECBAwAPsBAgQIECBAgAABAgQIECBAgAABAgQIECBAgAABAgQIRAQMwJEixSBAgAABAgQIECBAgAABAgQIECBAgAABAgQIECBAgIAB2A8QIECAAAECBAgQIECAAAECBAgQIECAAAECBAgQIEAgImAAjhQpBgECBAgQIECAAAECBAgQIECAAAECBAgQIECAAAECBAzAfoAAAQIECBAgQIAAAQIECBAgQIAAAQIECBAgQIAAAQIRAQNwpEgxCBAgQIAAAQIECBAgQIAAAQIECBAgQIAAAQIECBAgYAD2AwQIECBAgAABAgQIECBAgAABAgQIECBAgAABAgQIEIgIGIAjRYpBgAABAgQIECBAgAABAgQIECBAgAABAgQIECBAgAABA7AfIECAAAECBAgQIECAAAECBAgQIECAAAECBAgQIECAQETAABwpUgwCBAgQIECAAAECBAgQIECAAAECBAgQIECAAAECBAgYgP0AAQIECBAgQIAAAQIECBAgQIAAAQIECBAgQIAAAQIEIgIG4EiRYhAgQIAAAQIECBAgQIAAAQIECBAgQIAAAQIECBAgQMAA7AcIECBAgAABAgQIECBAgAABAgQIECBAgAABAgQIECAQETAAR4oUgwABAgQIECBAgAABAgQIECBAgAABAgQIECBAgAABAgZgP0CAAAECBAgQIECAAAECBAgQIECAAAECBAgQIECAAIGIgAE4UqQYBAgQIECAAAECBAgQIECAAAECBAgQIECAAAECBAgQMAD7AQIECBAgQIAAAQIECBAgQIAAAQIECBAgQIAAAQIECEQEDMCRIsUgQIAAAQIECBAgQIAAAQIECBAgQIAAAQIECBAgQICAAdgPECBAgAABAgQIECBAgAABAgQIECBAgAABAgQIECBAICJgAI4UKQYBAgQIECBAgAABAgQIECBAgAABAgQIECBAgAABAgQMwH6AAAECBAgQIECAAAECBAgQIECAAAECBAgQIECAAAECEQEDcKRIMQgQIECAAAECBAgQIECAAAECBAgQIECAAAECBAgQIGAA9gMECBAgQIAAAQIECBAgQIAAAQIECBAgQIAAAQIECBCICBiAI0WKQYAAAQIECBAgQIAAAQIECBAgQIAAAQIECBAgQIAAAQOwHyBAgAABAgQIECBAgAABAgQIECBAgAABAgQIECBAgEBEwAAcKVIMAgQIECBAgAABAgQIECBAgAABAgQIECBAgAABAgQIGID9AAECBAgQIECAAAECBAgQIECAAAECBAgQIECAAAECBCICBuBIkWIQIECAAAECBAgQIECAAAECBAgQIECAAAECBAgQIEDAAOwHCBAgQIAAAQIECBAgQIAAAQIECBAgQIAAAQIECBAgEBEwAEeKFIMAAQIECBAgQIAAAQIECBAgQIAAAQIECBAgQIAAAQIGYD9AgAABAgQIECBAgAABAgQIECBAgAABAgQIECBAgACBiIABOFKkGAQIECBAgAABAgQIECBAgAABAgQIECBAgAABAgQIEDAA+wECBAgQIECAAAECBAgQIECAAAECBAgQIECAAAECBAhEBAzAkSLFIECAAAECBAgQIECAAAECBAgQIECAAAECBAgQIECAgAHYDxAgQIAAAQIECBAgQIAAAQIECBAgQIAAAQIECBAgQCAiYACOFCkGAQIECBAgQIAAAQIECBAgQIAAAQIECBAgQIAAAQIEDMB+gAABAgQIECBAgAABAgQIECBAgAABAgQIECBAgAABAhEBA3CkSDEIECBAgAABAgQIECBAgAABAgQIECBAgAABAgQIECBgAPYDBAgQIECAAAECBAgQIECAAAECBAgQIECAAAECBAgQiAgYgCNFikGAAAECBAgQIECAAAECBAgQIECAAAECBAgQIECAAAEDsB8gQIAAAQIECBAgQIAAAQIECBAgQIAAAQIECBAgQIBARMAAHClSDAIECBAgQIAAAQIECBAgQIAAAQIECBAgQIAAAQIECBiA/QABAgQIECBAgAABAgQIECBAgAABAgQIECBAgAABAgQiAgbgSJFiECBAgAABAgQIECBAgAABAgQIECBAgAABAgQIECBAwADsBwgQIECAAAECBAgQIECAAAECBAgQIECAAAECBAgQIBARMABHihSDAAECBAgQIECAAAECBAgQIECAAAECBAgQIECAAAECBmA/QIAAAQIECBAgQIAAAQIECBAgQIAAAQIECBAgQIAAgYiAAThSpBgECBAgQIAAAQIECBAgQIAAAQIECBAgQIAAAQIECBAwAPsBAgQIECBAgAABAgQIECBAgAABAgQIECBAgAABAgQIRAQMwJEixSBAgAABAgQIECBAgAABAgQIECBAgAABAgQIECBAgIAB2A8QIECAAAECBAgQIECAAAECBAgQIECAAAECBAgQIEAgImAAjhQpBgECBAgQIECAAAECBAgQIECAAAECBAgQIECAAAECBAzAfoAAAQIECBAgQIAAAQIECBAgQIAAAQIECBAgQIAAAQIRAQNwpEgxCBAgQIAAAQIECBAgQIAAAQIECBAgQIAAAQIECBAgYAD2AwQIECBAgAABAgQIECBAgAABAgQIECBAgAABAgQIEIgIGIAjRYpBgAABAgQIECBAgAABAgQIECBAgAABAgQIECBAgAABA7AfIECAAAECBAgQIECAAAECBAgQIECAAAECBAgQIECAQETAABwpUgwCBAgQIECAAAECBAgQIECAAAECBAgQIECAAAECBAgYgP0AAQIECBAgQIAAAQIECBAgQIAAAQIECBAgQIAAAQIEIgIG4EiRYhAgQIAAAQIECBAgQIAAAQIECBAgQIAAAQIECBAgQMAA7AcIECBAgAABAgQIECBAgAABAgQIECBAgAABAgQIECAQETAAR4oUgwABAgQIECBAgAABAgQIECBAgAABAgQIECBAgAABAgZgP0CAAAECBAgQIECAAAECBAgQIECAAAECBAgQIECAAIGIgAE4UqQYBAgQIECAAAECBAgQIECAAAECBAgQIECAAAECBAgQMAD7AQIECBAgQIAAAQIECBAgQIAAAQIECBAgQIAAAQIECEQEDMCRIsUgQIAAAQIECBAgQIAAAQIECBAgQIAAAQIECBAgQICAAdgPECBAgAABAgQIECBAgAABAgQIECBAgAABAgQIECBAICJgAI4UKQYBAgQIECBAgAABAgQIECBAgAABAgQIECBAgAABAgQMwH6AAAECBAgQIECAAAECBAgQIECAAAECBAgQIECAAAECEQEDcKRIMQgQIECAAAECBAgQIECAAAECBAgQIECAAAECBAgQIGAA9gMECBAgQIAAAQIECBAgQIAAAQIECBAgQIAAAQIECBCICBiAI0WKQYAAAQIECBAgQIAAAQIECBAgQIAAAQIECBAgQIAAAQOwHyBAgAABAgQIECBAgAABAgQIECBAgAABAgQIECBAgEBEwAAcKVIMAgQIECBAgAABAgQIECBAgAABAgQIECBAgAABAgQIGID9AAECBAgQIECAAAECBAgQIECAAAECBAgQIECAAAECBCICBuBIkWIQIECAAAECBAgQIECAAAECBAgQIECAAAECBAgQIEDAAOwHCBAgQIAAAQIECBAgQIAAAQIECBAgQIAAAQIECBAgEBEwAEeKFIMAAQIECBAgQIAAAQIECBAgQIAAAQIECBAgQIAAAQIGYD9AgAABAgQIECBAgAABAgQIECBAgAABAgQIECBAgACBiIABOFKkGAQIECBAgAABAgQIECBAgAABAgQIECBAgAABAgQIEDAA+wECBAgQIECAAAECBAgQIECAAAECBAgQIECAAAECBAhEBAzAkSLFIECAAAECBAgQIECAAAECBAgQIECAAAECBAgQIECAgAHYDxAgQIAAAQIECBAgQIAAAQIECBAgQIAAAQIECBAgQCAiYACOFCkGAQIECBAgQIAAAQIECBAgQIAAAQIECBAgQIAAAQIEDMB+gAABAgQIECBAgAABAgQIECBAgAABAgQIECBAgAABAhEBA3CkSDEIECBAgAABAgQIECBAgAABAgQIECBAgAABAgQIECBgAPYDBAgQIECAAAECBAgQIECAAAECBAgQIECAAAECBAgQiAgYgCNFikGAAAECBAgQIECAAAECBAgQIECAAAECBAgQIECAAAEDsB8gQIAAAQIECBAgQIAAAQIECBAgQIAAAQIECBAgQIBARMAAHClSDAIECBAgQIAAAQIECBAgQIAAAQIECBAgQIAAAQIECBiA/QABAgQIECBAgAABAgQIECBAgAABAgQIECBAgAABAgQiAgbgSJFiECBAgAABAgQIECBAgAABAgQIECBAgAABAgQIECBAwADsBwgQIECAAAECBAgQIECAAAECBAgQIECAAAECBAgQIBARMABHihSDAAECBAgQIECAAAECBAgQIECAAAECBAgQIECAAAECBmA/QIAAAQIECBAgQIAAAQIECBAgQIAAAQIECBAgQIAAgYiAAThSpBgECBAgQIAAAQIECBAgQIAAAQIECBAgQIAAAQIECBAwAPsBAgQIECBAgAABAgQIECBAgAABAgQIECBAgAABAgQIRAQMwJEixSBAgAABAgQIECBAgAABAgQIECBAgAABAgQIECBAgIAB2A8QIECAAAECBAgQIECAAAECBAgQIECAAAECBAgQIEAgImAAjhQpBgECBAgQIECAAAECBAgQIECAAAECBAgQIECAAAECBAzAfoAAAQIECBAgQIAAAQIECBAgQIAAAQIECBAgQIAAAQIRAQNwpEgxCBAgQIAAAQIECBAgQIAAAQIECBAgQIAAAQIECBAgYAD2AwQIECBAgAABAgQIECBAgAABAgQIECBAgAABAgQIEIgIGIAjRYpBgAABAgQIECBAgAABAgQIECBAgAABAgQIECBAgAABA7AfIECAAAECBAgQIECAAAECBAgQIECAAAECBAgQIECAQETAABwpUgwCBAgQIECAAAECBAgQIECAAAECBAgQIECAAAECBAgYgP0AAQIECBAgQIAAAQIECBAgQIAAAQIECBAgQHBKtdUAACAASURBVIAAAQIEIgIG4EiRYhAgQIAAAQIECBAgQIAAAQIECBAgQIAAAQIECBAgQMAA7AcIECBAgAABAgQIECBAgAABAgQIECBAgAABAgQIECAQETAAR4oUgwABAgQIECBAgAABAgQIECBAgAABAgQIECBAgAABAgZgP0CAAAECBAgQIECAAAECBAgQIECAAAECBAgQIECAAIGIgAE4UqQYBAgQIECAAAECBAgQIECAAAECBAgQIECAAAECBAgQMAD7AQIECBAgQIAAAQIECBAgQIAAAQIECBAgQIAAAQIECEQEDMCRIsUgQIAAAQIECBAgQIAAAQIECBAgQIAAAQIECBAgQICAAdgPECBAgAABAgQIECBAgAABAgQIECBAgAABAgQIECBAICJgAI4UKQYBAgQIECBAgAABAgQIECBAgAABAgQIECBAgAABAgQMwH6AAAECBAgQIECAAAECBAgQIECAAAECBAgQIECAAAECEQEDcKRIMQgQIECAAAECBAgQIECAAAECBAgQIECAAAECBAgQIGAA9gMECBAgQIAAAQIECBAgQIAAAQIECBAgQIAAAQIECBCICBiAI0WKQYAAAQIECBAgQIAAAQIECBAgQIAAAQIECBAgQIAAAQOwHyBAgAABAgQIECBAgAABAgQIECBAgAABAgQIECBAgEBEwAAcKVIMAgQIECBAgAABAgQIECBAgAABAgQIECBAgAABAgQIGID9AAECBAgQIECAAAECBAgQIECAAAECBAgQIECAAAECBCICBuBIkWIQIECAAAECBAgQIECAAAECBAgQIECAAAECBAgQIEDAAOwHCBAgQIAAAQIECBAgQIAAAQIECBAgQIAAAQIECBAgEBEwAEeKFIMAAQIECBAgQIAAAQIECBAgQIAAAQIECBAgQIAAAQIGYD9AgAABAgQIECBAgAABAgQIECBAgAABAgQIECBAgACBiIABOFKkGAQIECBAgAABAgQIECBAgAABAgQIECBAgAABAgQIEDAA+wECBAgQIECAAAECBAgQIECAAAECBAgQIECAAAECBAhEBAzAkSLFIECAAAECBAgQIECAAAECBAgQIECAAAECBAgQIECAgAHYDxAgQIAAAQIECBAgQIAAAQIECBAgQIAAAQIECBAgQCAiYACOFCkGAQIECBAgQIAAAQIECBAgQIAAAQIECBAgQIAAAQIEDMB+gAABAgQIECBAgAABAgQIECBAgAABAgQIECBAgAABAhEBA3CkSDEIECBAgAABAgQIECBAgAABAgQIECBAgAABAgQIECBgAPYDBAgQIECAAAECBAgQIECAAAECBAgQIECAAAECBAgQiAgYgCNFikGAAAECBAgQIECAAAECBAgQIECAAAECBAgQIECAAAEDsB8gQIAAAQIECBAgQIAAAQIECBAgQIAAAQIECBAgQIBARMAAHClSDAIECBAgQIAAAQIECBAgQIAAAQIECBAgQIAAAQIECBiA/QABAgQIECBAgAABAgQIECBAgAABAgQIECBAgAABAgQiAgbgSJFiECBAgAABAgQIECBAgAABAgQIECBAgAABAgQIECBAwADsBwgQIECAAAECBAgQIECAAAECBAgQIECAAAECBAgQIBARMABHihSDAAECBAgQIECAAAECBAgQIECAAAECBAgQIECAAAECBmA/QIAAAQIECBAgQIAAAQIECBAgQIAAAQIECBAgQIAAgYiAAThSpBgECBAgQIAAAQIECBAgQIAAAQIECBAgQIAAAQIECBAwAPsBAgQIECBAgAABAgQIECBAgAABAgQIECBAgAABAgQIRAQMwJEixSBAgAABAgQIECBAgAABAgQIECBAgAABAgQIECBAgIAB2A8QIECAAAECBAgQIECAAAECBAgQIECAAAECBAgQIEAgImAAjhQpBgECBAgQIECAAAECBAgQIECAAAECBAgQIECAAAECBAzAfoAAAQIECBAgQIAAAQIECBAgQIAAAQIECBAgQIAAAQIRAQNwpEgxCBAgQIAAAQIECBAgQIAAAQIECBAgQIAAAQIECBAgYAD2AwQIECBAgAABAgQIECBAgAABAgQIECBAgAABAgQIEIgIGIAjRYpBgAABAgQIECBAgAABAgQIECBAgAABAgQIECBAgAABA7AfIECAAAECBAgQIECAAAECBAgQIECAAAECBAgQIECAQETAABwpUgwCBAgQIECAAAECBAgQIECAAAECBAgQIECAAAECBAgYgP0AAQIECBAgQIAAAQIECBAgQIAAAQIECBAgQIAAAQIEIgIG4EiRYhAgQIAAAQIECBAgQIAAAQIECBAgQIAAAQIECBAgQMAA7AcIECBAgAABAgQIECBAgAABAgQIECBAgAABAgQIECAQETAAR4oUgwABAgQIECBAgAABAgQIECBAgAABAgQIECBAgAABAgZgP0CAAAECBAgQIECAAAECBAgQIECAAAECBAgQIECAAIGIgAE4UqQYBAgQIECAAAECBAgQIECAAAECBAgQIECAAAECBAgQMAD7AQIECBAgQIAAAQIECBAgQIAAAQIECBAgQIAAAQIECEQEDMCRIsUgQIAAAQIECBAgQIAAAQIECBAgQIAAAQIECBAgQICAAdgPECBAgAABAgQIECBAgAABAgQIECBAgAABAgQIECBAICJgAI4UKQYBAgQIECBAgAABAgQIECBAgAABAgQIECBAgAABAgQMwH6AAAECBAgQIECAAAECBAgQIECAAAECBAgQIECAAAECEQEDcKRIMQgQIECAAAECBAgQIECAAAECBAgQIECAAAECBAgQIGAA9gMECBAgQIAAAQIECBAgQIAAAQIECBAgQIAAAQIECBCICBiAI0WKQYAAAQIECBAgQIAAAQIECBAgQIAAAQIECBAgQIAAAQOwHyBAgAABAgQIECBAgAABAgQIECBAgAABAgQIECBAgEBEwAAcKVIMAgQIECBAgAABAgQIECBAgAABAgQIECBAgAABAgQIGID9AAECBAgQIECAAAECBAgQIECAAAECBAgQIECAAAECBCICBuBIkWIQIECAAAECBAgQIECAAAECBAgQIECAAAECBAgQIEDAAOwHCBAgQIAAAQIECBAgQIAAAQIECBAgQIAAAQIECBAgEBEwAEeKFIMAAQIECBAgQIAAAQIECBAgQIAAAQIECBAgQIAAAQIGYD9AgAABAgQIECBAgAABAgQIECBAgAABAgQIECBAgACBiIABOFKkGAQIECBAgAABAgQIECBAgAABAgQIECBAgAABAgQIEDAA+wECBAgQIECAAAECBAgQIECAAAECBAgQIECAAAECBAhEBAzAkSLFIECAAAECBAgQIECAAAECBAgQIECAAAECBAgQIECAgAHYDxAgQIAAAQIECBAgQIAAAQIECBAgQIAAAQIECBAgQCAiYACOFCkGAQIECBAgQIAAAQIECBAgQIAAAQIECBAgQIAAAQIEDMB+gAABAgQIECBAgAABAgQIECBAgAABAgQIECBAgAABAhEBA3CkSDEIECBAgAABAgQIECBAgAABAgQIECBAgAABAgQIECBgAPYDBAgQIECAAAECBAgQIECAAAECBAgQIECAAAECBAgQiAgYgCNFikGAAAECBAgQIECAAAECBAgQIECAAAECBAgQIECAAAEDsB8gQIAAAQIECBAgQIAAAQIECBAgQIAAAQIECBAgQIBARMAAHClSDAIECBAgQIAAAQIECBAgQIAAAQIECBAgQIAAAQIECBiA/QABAgQIECBAgAABAgQIECBAgAABAgQIECBAgAABAgQiAgbgSJFiECBAgAABAgQIECBAgAABAgQIECBAgAABAgQIECBAwADsBwgQIECAAAECBAgQIECAAAECBAgQIECAAAECBAgQIBARMABHihSDAAECBAgQIECAAAECBAgQIECAAAECBAgQIECAAAECBmA/QIAAAQIECBAgQIAAAQIECBAgQIAAAQIECBAgQIAAgYiAAThSpBgECBAgQIAAAQIECBAgQIAAAQIECBAgQIAAAQIECBAwAPsBAgQIECBAgAABAgQIECBAgAABAgQIECBAgAABAgQIRAQMwJEixSBAgAABAgQIECBAgAABAgQIECBAgAABAgQIECBAgIAB2A8QIECAAAECBAgQIECAAAECBAgQIECAAAECBAgQIEAgImAAjhQpBgECBAgQIECAAAECBAgQIECAAAECBAgQIECAAAECBAzAfoAAAQIECBAgQIAAAQIECBAgQIAAAQIECBAgQIAAAQIRAQNwpEgxCBAgQIAAAQIECBAgQIAAAQIECBAgQIAAAQIECBAgYAD2AwQIECBAgAABAgQIECBAgAABAgQIECBAgAABAgQIEIgIGIAjRYpBgAABAgQIECBAgAABAgQIECBAgAABAgQIECBAgAABA7AfIECAAAECBAgQIECAAAECBAgQIECAAAECBAgQIECAQETAABwpUgwCBAgQIECAAAECBAgQIECAAAECBAgQIECAAAECBAgYgP0AAQIECBAgQIAAAQIECBAgQIAAAQIECBAgQIAAAQIEIgIG4EiRYhAgQIAAAQIECBAgQIAAAQIECBAgQIAAAQIECBAgQMAA7AcIECBAgAABAgQIECBAgAABAgQIECBAgAABAgQIECAQETAAR4oUgwABAgQIECBAgAABAgQIECBAgAABAgQIECBAgAABAgZgP0CAAAECBAgQIECAAAECBAgQIECAAAECBAgQIECAAIGIgAE4UqQYBAgQIECAAAECBAgQIECAAAECBAgQIECAAAECBAgQMAD7AQIECBAgQIAAAQIECBAgQIAAAQIECBAgQIAAAQIECEQEDMCRIsUgQIAAAQIECBAgQIAAAQIECBAgQIAAAQIECBAgQICAAdgPECBAgAABAgQIECBAgAABAgQIECBAgAABAgQIECBAICJgAI4UKQYBAgQIECBAgAABAgQIECBAgAABAgQIECBAgAABAgQMwH6AAAECBAgQIECAAAECBAgQIECAAAECBAgQIECAAAECEQEDcKRIMQgQIECAAAECBAgQIECAAAECBAgQIECAAAECBAgQIGAA9gMECBAgQIAAAQIECBAgQIAAAQIECBAgQIAAAQIECBCICBiAI0WKQYAAAQIECBAgQIAAAQIECBAgQIAAAQIECBAgQIAAAQOwHyBAgAABAgQIECBAgAABAgQIECBAgAABAgQIECBAgEBEwAAcKVIMAgQIECBAgAABAgQIECBAgAABAgQIECBAgAABAgQIGID9AAECBAgQIECAAAECBAgQIECAAAECBAgQIECAAAECBCICBuBIkWIQIECAAAECBAgQIECAAAECBAgQIECAAAECBAgQIEDAAOwHCBAgQIAAAQIECBAgQIAAAQIECBAgQIAAAQIECBAgEBEwAEeKFIMAAQIECBAgQIAAAQIECBAgQIAAAQIECBAgQIAAAQIGYD9AgAABAgQIECBAgAABAgQIECBAgAABAgQIECBAgACBiIABOFKkGAQIECBAgAABAgQIECBAgAABAgQIECBAgAABAgQIEDAA+wECBAgQIECAAAECBAgQIECAAAECBAgQIECAAAECBAhEBAzAkSLFIECAAAECBAgQIECAAAECBAgQIECAAAECBAgQIECAgAHYDxAgQIAAAQIECBAgQIAAAQIECBAgQIAAAQIECBAgQCAiYACOFCkGAQIECBAgQIAAAQIECBAgQIAAAQIECBAgQIAAAQIEDMB+gAABAgQIECBAgAABAgQIECBAgAABAgQIECBAgAABAhEBA3CkSDEIECBAgAABAgQIECBAgAABAgQIECBAgAABAgQIECBgAPYDBAgQIECAAAECBAgQIECAAAECBAgQIECAAAECBAgQiAgYgCNFikGAAAECBAgQIECAAAECBAgQIECAAAECBAgQIECAAAEDsB8gQIAAAQIECBAgQIAAAQIECBAgQIAAAQIECBAgQIBARMAAHClSDAIECBAgQIAAAQIECBAgQIAAAQIECBAgQIAAAQIECBiA/QABAgQIECBAgAABAgQIECBAgAABAgQIECBAgAABAgQiAgbgSJFiECBAgAABAgQIECBAgAABAgQIECBAgAABAgQIECBAwADsBwgQIECAAAECBAgQIECAAAECBAgQIECAAAECBAgQIBARMABHihSDAAECBAgQIECAAAECBAgQIECAAAECBAgQIECAAAECBmA/QIAAAQIECBAgQIAAAQIECBAgQIAAAQIECBAgQIAAgYiAAThSpBgECBAgQIAAAQIECBAgQIAAAQIECBAgQIAAAQIECBAwAPsBAgQIECBAgAABAgQIECBAgAABAgQIECBAgAABAgQIRAQMwJEixSBAgAABAgQIECBAgAABAgQIECBAgAABAgQIECBAgIAB2A8QIECAAAECBAgQIECAAAECBAgQIECAAAECBAgQIEAgImAAjhQpBgECBAgQIECAAAECBAgQIECAAAECBAgQIECAAAECBAzAfoAAAQIECBAgQIAAAQIECBAgQIAAAQIECBAgQIAAAQIRAQNwpEgxCBAgQIAAAQIECBAgQIAAAQIECBAgQIAAAQIECBAgYAD2AwQIECBAgAABAgQIECBAgAABAgQIECBAgAABAgQIEIgIGIAjRYpBgAABAgQIECBAgAABAgQIECBAgAABAgQIECBAgAABA7AfIECAAAECBAgQIECAAAECBAgQIECAAAECBAgQIECAQETAABwpUgwCBAgQIECAAAECBAgQIECAAAECBAgQIECAAAECBAgYgP0AAQIECBAgQIAAAQIECBAgQIAAAQIECBAgQIAAAQIEIgIG4EiRYhAgQIAAAQIECBAgQIAAAQIECBAgQIAAAQIECBAgQMAA7AcIECBAgAABAgQIECBAgAABAgQIECBAgAABAgQIECAQETAAR4oUgwABAgQIECBAgAABAgQIECBAgAABAgQIECBAgAABAgZgP0CAAAECBAgQIECAAAECBAgQIECAAAECBAgQIECAAIGIgAE4UqQYBAgQIECAAAECBAgQIECAAAECBAgQIECAAAECBAgQMAD7AQIECBAgQIAAAQIECBAgQIAAAQIECBAgQIAAAQIECEQEDMCRIsUgQIAAAQIECBAgQIAAAQIECBAgQIAAAQIECBAgQICAAdgPECBAgAABAgQIECBAgAABAgQIECBAgAABAgQIECBAICJgAI4UKQYBAgQIECBAgAABAgQIECBAgAABAgQIECBAgAABAgQMwH6AAAECBAgQIECAAAECBAgQIECAAAECBAgQIECAAAECEQEDcKRIMQgQIECAAAECBAgQIECAAAECBAgQIECAAAECBAgQIGAA9gMECBAgQIAAAQIECBAgQIAAAQIECBAgQIAAAQIECBCICBiAI0WKQYAAAQIECBAgQIAAAQIECBAgQIAAAQIECBAgQIAAAQOwHyBAgAABAgQIECBAgAABAgQIECBAgAABAgQIECBAgEBEwAAcKVIMAgQIECBAgAABAgQIECBAgAABAgQIECBAgAABAgQIGID9AAECBAgQIECAAAECBAgQIECAAAECBAgQIECAAAECBCICBuBIkWIQIECAAAECBAgQIECAAAECBAgQIECAAAECBAgQIEDAAOwHCBAgQIAAAQIECBAgQIAAAQIECBAgQIAAAQIECBAgEBEwAEeKFIMAAQIECBAgQIAAAQIECBAgQIAAAQIECBAgQIAAAQIGYD9AgAABAgQIECBAgAABAgQIECBAgAABAgQIECBAgACBiIABOFKkGAQIECBAgAABAgQIECBAgAABAgQIECBAgAABAgQIEDAA+wECBAgQIECAAAECBAgQIECAAAECBAgQIECAAAECBAhEBAzAkSLFIECAAAECBAgQIECAAAECBAgQIECAAAECBAgQIECAgAHYDxAgQIAAAQIECBAgQIAAAQIECBAgQIAAAQIECBAgQCAiYACOFCkGAQIECBAgQIAAAQIECBAgQIAAAQIECBAgQIAAAQIEDMB+gAABAgQIECBAgAABAgQIECBAgAABAgQIECBAgAABAhEBA3CkSDEIECBAgAABAgQIECBAgAABAgQIECBAgAABAgQIECBgAPYDBAgQIECAAAECBAgQIECAAAECBAgQIECAAAECBAgQiAgYgCNFikGAAAECBAgQIECAAAECBAgQIECAAAECBAgQIECAAAEDsB8gQIAAAQIECBAgQIAAAQIECBAgQIAAAQIECBAgQIBARMAAHClSDAIECBAgQIAAAQIECBAgQIAAAQIECBAgQIAAAQIECBiA/QABAgQIECBAgAABAgQIECBAgAABAgQIECBAgAABAgQiAgbgSJFiECBAgAABAgQIECBAgAABAgQIECBAgAABAgQIECBAwADsBwgQIECAAAECBAgQIECAAAECBAgQIECAAAECBAgQIBARMABHihSDAAECBAgQIECAAAECBAgQIECAAAECBAgQIECAAAECBmA/QIAAAQIECBAgQIAAAQIECBAgQIAAAQIECBAgQIAAgYiAAThSpBgECBAgQIAAAQIECBAgQIAAAQIECBAgQIAAAQIECBAwAPsBAgQIECBAgAABAgQIECBAgAABAgQIECBAgAABAgQIRAQMwJEixSBAgAABAgQIECBAgAABAgQIECBAgAABAgQIECBAgIAB2A8QIECAAAECBAgQIECAAAECBAgQIECAAAECBAgQIEAgImAAjhQpBgECBAgQIECAAAECBAgQIECAAAECBAgQIECAAAECBAzAfoAAAQIECBAgQIAAAQIECBAgQIAAAQIECBAgQIAAAQIRAQNwpEgxCBAgQIAAAQIECBAgQIAAAQIECBAgQIAAAQIECBAgYAD2AwQIECBAgAABAgQIECBAgAABAgQIECBAgAABAgQIEIgIGIAjRYpBgAABAgQIECBAgAABAgQIECBAgAABAgQIECBAgAABA7AfIECAAAECBAgQIECAAAECBAgQIECAAAECBAgQIECAQETAABwpUgwCBAgQIECAAAECBAgQIECAAAECBAgQIECAAAECBAgYgP0AAQIECBAgQIAAAQIECBAgQIAAAQIECBAgQIAAAQIEIgIG4EiRYhAgQIAAAQIECBAgQIAAAQIECBAgQIAAAQIECBAgQMAA7AcIECBAgAABAgQIECBAgAABAgQIECBAgAABAgQIECAQETAAR4oUgwABAgQIECBAgAABAgQIECBAgAABAgQIECBAgAABAgZgP0CAAAECBAgQIECAAAECBAgQIECAAAECBAgQIECAAIGIgAE4UqQYBAgQIECAAAECBAgQIECAAAECBAgQIECAAAECBAgQMAD7AQIECBAgQIAAAQIECBAgQIAAAQIECBAgQIAAAQIECEQEDMCRIsUgQIAAAQIECBAgQIAAAQIECBAgQIAAAQIECBAgQICAAdgPECBAgAABAgQIECBAgAABAgQIECBAgAABAgQIECBAICJgAI4UKQYBAgQIECBAgAABAgQIECBAgAABAgQIECBAgAABAgQMwH6AAAECBAgQIECAAAECBAgQIECAAAECBAgQIECAAAECEQEDcKRIMQgQIECAAAECBAgQIECAAAECBAgQIECAAAECBAgQIGAA9gMECBAgQIAAAQIECBAgQIAAAQIECBAgQIAAAQIECBCICBiAI0WKQYAAAQIECBAgQIAAAQIECBAgQIAAAQIECBAgQIAAAQOwHyBAgAABAgQIECBAgAABAgQIECBAgAABAgQIECBAgEBEwAAcKVIMAgQIECBAgAABAgQIECBAgAABAgQIECBAgAABAgQIGID9AAECBAgQIECAAAECBAgQIECAAAECBAgQIECAAAECBCICBuBIkWIQIECAAAECBAgQIECAAAECBAgQIECAAAECBAgQIEDAAOwHCBAgQIAAAQIECBAgQIAAAQIECBAgQIAAAQIECBAgEBEwAEeKFIMAAQIECBAgQIAAAQIECBAgQIAAAQIECBAgQIAAAQIGYD9AgAABAgQIECBAgAABAgQIECBAgAABAgQIECBAgACBiIABOFKkGAQIECBAgAABAgQIECBAgAABAgQIECBAgAABAgQIEDAA+wECBAgQIECAAAECBAgQIECAAAECBAgQIECAAAECBAhEBAzAkSLFIECAAAECBAgQIECAAAECBAgQIECAAAECBAgQIECAgAHYDxAgQIAAAQIECBAgQIAAAQIECBAgQIAAAQIECBAgQCAiYACOFCkGAQIECBAgQIAAAQIECBAgQIAAAQIECBAgQIAAAQIEDMB+gAABAgQIECBAgAABAgQIECBAgAABAgQIECBAgAABAhEBA3CkSDEIECBAgAABAgQIECBAgAABAgQIECBAgAABAgQIECBgAPYDBAgQIECAAAECBAgQIECAAAECBAgQIECAAAECBAgQiAgYgCNFikGAAAECBAgQIECAAAECBAgQIECAAAECBAgQIECAAAEDsB8gQIAAAQIECBAgQIAAAQIECBAgQIAAAQIECBAgQIBARMAAHClSDAIECBAgQIAAAQIECBAgQIAAAQIECBAgQIAAAQIECBiA/QABAgQIECBAgAABAgQIECBAgAABAgQIECBAgAABAgQiAgbgSJFiECBAgAABAgQIECBAgAABAgQIECBAgAABAgQIECBAwADsBwgQIECAAAECBAgQIECAAAECBAgQIECAAAECBAgQIBARMABHihSDAAECBAgQIECAAAECBAgQIECAAAECBAgQIECAAAECBmA/QIAAAQIECBAgQIAAAQIECBAgQIAAAQIECBAgQIAAgYiAAThSpBgECBAgQIAAAQIECBAgQIAAAQIECBAgQIAAAQIECBAwAPsBAgQIECBAgAAB8dlYxwAAIABJREFUAgQIECBAgAABAgQIECBAgAABAgQIRAQMwJEixSBAgAABAgQIECBAgAABAgQIECBAgAABAgQIECBAgIAB2A8QIECAAAECBAgQIECAAAECBAgQIECAAAECBAgQIEAgImAAjhQpBgECBAgQIECAAAECBAgQIECAAAECBAgQIECAAAECBAzAfoAAAQIECBAgQIAAAQIECBAgQIAAAQIECBAgQIAAAQIRAQNwpEgxCBAgQIAAAQIECBAgQIAAAQIECBAgQIAAAQIECBAgYAD2AwQIECBAgAABAgQIECBAgAABAgQIECBAgAABAgQIEIgIGIAjRYpBgAABAgQIECBAgAABAgQIECBAgAABAgQIECBAgAABA7AfIECAAAECBAgQIECAAAECBAgQIECAAAECBAgQIECAQETAABwpUgwCBAgQIECAAAECBAgQIECAAAECBAgQIECAAAECBAgYgP0AAQIECBAgQIAAAQIECBAgQIAAAQIECBAgQIAAAQIEIgIG4EiRYhAgQIAAAQIECBAgQIAAAQIECBAgQIAAAQIECBAgQMAA7AcIECBAgAABAgQIECBAgAABAgQIECBAgAABAgQIECAQETAAR4oUgwABAgQIECBAgAABAgQIECBAgAABAgQIECBAgAABAgZgP0CAAAECBAgQIECAAAECBAgQIECAAAECBAgQIECAAIGIgAE4UqQYBAgQIECAAAECBAgQIECAAAECBAgQIECAAAECBAgQMAD7AQIECBAgQIAAAQIECBAgQIAAAQIECBAgQIAAAQIECEQEDMCRIsUgQIAAAQIECBAgQIAAAQIECBAgQIAAAQIECBAgQICAAdgPECBAgAABAgQIECBAgAABAgQIECBAgAABAgQIECBAICJgAI4UKQYBAgQIECBAgAABAgQIECBAgAABAgQIECBAgAABAgQMwH6AAAECBAgQIECAAAECBAgQIECAAAECBAgQIECAAAECEQEDcKRIMQgQIECAAAECBAgQIECAAAECBAgQIECAAAECBAgQIGAA9gMECBAgQIAAAQIECBAgQIAAAQIECBAgQIAAAQIECBCICBiAI0WKQYAAAQIECBAgQIAAAQIECBAgQIAAAQIECBAgQIAAAQOwHyBAgAABAgQIECBAgAABAgQIECBAgAABAgQIECBAgEBEwAAcKVIMAgQIECBAgAABAgQIECBAgAABAgQIECBAgAABAgQIGID9AAECBAgQIECAAAECBAgQIECAAAECBAgQIECAAAECBCICBuBIkWIQIECAAAECBAgQIECAAAECBAgQIECAAAECBAgQIEDAAOwHCBAgQIAAAQIECBAgQIAAAQIECBAgQIAAAQIECBAgEBEwAEeKFIMAAQIECBAgQIAAAQIECBAgQIAAAQIECBAgQIAAAQIGYD9AgAABAgQIECBAgAABAgQIECBAgAABAgQIECBAgACBiIABOFKkGAQIECBAgAABAgQIECBAgAABAgQIECBAgAABAgQIEDAA+wECBAgQIECAAAECBAgQIECAAAECBAgQIECAAAECBAhEBAzAkSLFIECAAAECBAgQIECAAAECBAgQIECAAAECBAgQIECAgAHYDxAgQIAAAQIECBAgQIAAAQIECBAgQIAAAQIECBAgQCAiYACOFCkGAQIECBAgQIAAAQIECBAgQIAAAQIECBAgQIAAAQIEDMB+gAABAgQIECBAgAABAgQIECBAgAABAgQIECBAgAABAhEBA3CkSDEIECBAgAABAgQIECBAgAABAgQIECBAgAABAgQIECBgAPYDBAgQIECAAAECBAgQIECAAAECBAgQIECAAAECBAgQiAgYgCNFikGAAAECBAgQIECAAAECBAgQIECAAAECBAgQIECAAAEDsB8gQIAAAQIECBAgQIAAAQIECBAgQIAAAQIECBAgQIBARMAAHClSDAIECBAgQIAAAQIECBAgQIAAAQIECBAgQIAAAQIECBiA/QABAgQIECBAgAABAgQIECBAgAABAgQIECBAgAABAgQiAgbgSJFiECBAgAABAgQIECBAgAABAgQIECBAgAABAgQIECBAwADsBwgQIECAAAECBAgQIECAAAECBAgQIECAAAECBAgQIBARMABHihSDAAECBAgQIECAAAECBAgQIECAAAECBAgQIECAAAECBmA/QIAAAQIECBAgQIAAAQIECBAgQIAAAQIECBAgQIAAgYiAAThSpBgECBAgQIAAAQIECBAgQIAAAQIECBAgQIAAAQIECBAwAPsBAgQIECBAgAABAgQIECBAgAABAgQIECBAgAABAgQIRAQMwJEixSBAgAABAgQIECBAgAABAgQIECBAgAABAgQIECBAgIAB2A8QIECAAAECBAgQIECAAAECBAgQIECAAAECBAgQIEAgImAAjhQpBgECBAgQIECAAAECBAgQIECAAAECBAgQIECAAAECBAzAfoAAAQIECBAgQIAAAQIECBAgQIAAAQIECBAgQIAAAQIRAQNwpEgxCBAgQIAAAQIECBAgQIAAAQIECBAgQIAAAQIECBAgYAD2AwQIECBAgAABAgQIECBAgAABAgQIECBAgAABAgQIEIgIGIAjRYpBgAABAgQIECBAgAABAgQIECBAgAABAgQIECBAgAABA7AfIECAAAECBAgQIECAAAECBAgQIECAAAECBAgQIECAQETAABwpUgwCBAgQIECAAAECBAgQIECAAAECBAgQIECAAAECBAgYgP0AAQIECBAgQIAAAQIECBAgQIAAAQIECBAgQIAAAQIEIgIG4EiRYhAgQIAAAQIECBAgQIAAAQIECBAgQIAAAQIECBAgQMAA7AcIECBAgAABAgQIECBAgAABAgQIECBAgAABAgQIECAQETAAR4oUgwABAgQIECBAgAABAgQIECBAgAABAgQIECBAgAABAgZgP0CAAAECBAgQIECAAAECBAgQIECAAAECBAgQIECAAIGIgAE4UqQYBAgQIECAAAECBAgQIECAAAECBAgQIECAAAECBAgQMAD7AQIECBAgQIAAAQIECBAgQIAAAQIECBAgQIAAAQIECEQEDMCRIsUgQIAAAQIECBAgQIAAAQIECBAgQIAAAQIECBAgQICAAdgPECBAgAABAgQIECBAgAABAgQIECBAgAABAgQIECBAICJgAI4UKQYBAgQIECBAgAABAgQIECBAgAABAgQIECBAgAABAgQMwH6AAAECBAgQIECAAAECBAgQIECAAAECBAgQIECAAAECEQEDcKRIMQgQIECAAAECBAgQIECAAAECBAgQIECAAAECBAgQIGAA9gMECBAgQIAAAQIECBAgQIAAAQIECBAgQIAAAQIECBCICBiAI0WKQYAAAQIECBAgQIAAAQIECBAgQIAAAQIECBAgQIAAAQOwHyBAgAABAgQIECBAgAABAgQIECBAgAABAgQIECBAgEBEwAAcKVIMAgQIECBAgAABAgQIECBAgAABAgQIECBAgAABAgQIGID9AAECBAgQIECAAAECBAgQIECAAAECBAgQIECAAAECBCICBuBIkWIQIECAAAECBAgQIECAAAECBAgQIECAAAECBAgQIEDAAOwHCBAgQIAAAQIECBAgQIAAAQIECBAgQIAAAQIECBAgEBEwAEeKFIMAAQIECBAgQIAAAQIECBAgQIAAAQIECBAgQIAAAQIGYD9AgAABAgQIECBAgAABAgQIECBAgAABAgQIECBAgACBiIABOFKkGAQIECBAgAABAgQIECBAgAABAgQIECBAgAABAgQIEDAA+wECBAgQIECAAAECBAgQIECAAAECBAgQIECAAAECBAhEBAzAkSLFIECAAAECBAgQIECAAAECBAgQIECAAAECBAgQIECAgAHYDxAgQIAAAQIECBAgQIAAAQIECBAgQIAAAQIECBAgQCAiYACOFCkGAQIECBAgQIAAAQIECBAgQIAAAQIECBAgQIAAAQIEDMB+gAABAgQIECBAgAABAgQIECBAgAABAgQIECBAgAABAhEBA3CkSDEIECBAgAABAgQIECBAgAABAgQIECBAgAABAgQIECBgAPYDBAgQIECAAAECBAgQIECAAAECBAgQIECAAAECBAgQiAgYgCNFikGAAAECBAgQIECAAAECBAgQIECAAAECBAgQIHDY+xctR3V1XbDNiJy73v95zxoZccC2bIyBXyBkLu7RatdYMw1C6hLgxmcJAgQICICNAQIECBAgQIAAAQIECBAgQIAAAQIECBAgQIAAAQIECJxEQAB8ko7UDAIECBAgQIAAAQIECBAgQIAAAQIECBAgQIAAAQIECAiAjQECBAgQIECAAAECBAgQIECAAAECBAgQIECAAAECBAicREAAfJKO1AwCBAgQIECAAAECBAgQIECAAAECBAgQIECAAAECBAgIgI0BAgQIECBAgAABAgQIECBAgAABAgQIECBAgAABAgQInERAAHySjtQMAgQIECBAgAABAgQIECBAgAABAgQIECBAgAABAgQICICNAQIECBAgQIAAAQIECBAgQIAAAQIECBAgQIAAAQIECJxEQAB8ko7UDAIECBAgQIAAAQIECBAgQIAAAQIECBAgQIAAAQIECAiAjQECBAgQIECAAAECBAgQIECAAAECBAgQIECAAAECBAicREAAfJKO1AwCBAgQIECAAAECBAgQIECAAAECBAgQIECAAAECBAgIgI0BAgQIECBAgAABAgQIECBAgAABAgQIECBAgAABAgQInERAAHySjtQMAgQIECBAgAABAgQIECBAgAABAgQIECBAgAABAgQICICNAQIECBAgQIAAAQIECBAgQIAAAQIECBAgQIAAAQIECJxEQAB8ko7UDAIECBAgQIAAAQIECBAgQIAAAQIECBAgQIAAAQIECAiAjQECBAgQIECAAAECBAgQIECAAAECBAgQIECAAAECBAicREAAfJKO1AwCBAgQIECAAAECBAgQIECAAAECBAgQIECAAAECBAgIgI0BAgQIECBAgAABAgQIECBAgAABAgQIECBAgAABAgQInERAAHySjtQMAgQIECBAgAABAgQIECBAgAABAgQIECBAgAABAgQICICNAQIECBAgQIAAAQIECBAgQIAAAQIECBAgQIAAAQIECJxEQAB8ko7UDAIECBAgQIAAAQIECBAgQIAAAQIECBAgQIAAAQIECAiAjQECBAgQIECAAAECBAgQIECAAAECBAgQIECAAAECBAicREAAfJKO1AwCBAgQIECAAAECBAgQIECAAAECBAgQIECAAAECBAgIgI0BAgQIECBAgAABAgQIECBAgAABAgQIECBAgAABAgQInERAAHySjtQMAgQIECBAgAABAgQIECBAgAABAgQIECBAgAABAgQICICNAQIECBAgQIAAAQIECBAgQIAAAQIECBAgQIAAAQIECJxEQAB8ko7UDAIECBAgQIAAAQIECBAgQIAAAQIECBAgQIAAAQIECAiAjQECBAgQIECAAAECBAgQIECAAAECBAgQIECAAAECBAicREAAfJKO1AwCBAgQIECAAAECBAgQIECAAAECBAgQIECAAAECBAgIgI0BAgQIECBAgAABAgQIECBAgAABAgQIECBAgAABAgQInERAAHySjtQMAgQIECBAgAABAgQIECBAgAABAgQIECBAgAABAgQICICNAQIECBAgQIAAAQIECBAgQIAAAQIECBAgQOBF4Pf3lwqBagJfX1/VylYwgaMLlF5/BcBHHwHqT4AAAQIECBAgQIAAAQIECBAgQIAAAQIEKgiUBhAVqqTIEwkIgE/UmZqyukDp9VcAvHqXKJAAAQIECBAgQIAAAQIECBAgQIAAAQIECBxfoDSAOL6AFtQUEADX1FX20QVKr78C4KOPAPUnQIAAAQIECBAgQIAAAQIECBAgQIAAAQIVBEoDiApVUuSJBATAJ+pMTVldoPT6KwBevUsUSIAAAQIECBAgQIAAAQIECBAgQIAAAQIEji9QGkAcX0ALagoIgGvqKvvoAqXXXwHw0UeA+hMgQIAAAQIECBAgQIAAAQIECBAgQIAAgQoCpQFEhSop8kQCAuATdaamrC5Qev0VAK/eJQokQIAAAQIECBAgQIAAAQIECBAgQIAAAQLHFygNII4voAU1BQTANXWVfXSB0uuvAPjoI0D9CRAgQIAAAQIECBAgQIAAAQIECBAgQIBABYHSAKJClRR5IgEB8Ik6U1NWFyi9/gqAV+8SBRIgQIAAAQIECBAgQIAAAQIECBAgQIAAgf0LlAYM+2+hGh5ZQEB85N5T90ig9vVXABz1gM8JECBAgAABAgQIECBAgAABAgQIECBAgMAJBWoHECck06Q3CgiA34jtUG8XqH39FQC/vUsdkAABAgQIECBAgAABAgQIECBAgAABAgQIbC9QO4DYvoVqcGQBAfCRe0/dI4Ha118BcNQDPidAgAABAgQIECBAgAABAgQIECBAgAABAicUqB1AnJBMk94oIAB+I7ZDvV2g9vVXAPz2LnVAAgQIECBAgAABAgQIECBAgAABAgQIECCwvUDtAGL7FqrBkQUEwEfuPXWPBGpffwXAUQ/4nAABAgQIECBAgAABAgQIECBAgAABAgQInFCgdgBxQjJNeqOAAPiN2A71doHa118B8Nu71AEJECBAgAABAgQIECBAgAABAgQIECBAgMD2ArUDiO1bqAZHFhAAH7n31D0SqH39FQBHPeBzAgQIECBAgAABAgQIECBAgAABAgQIECBwQoHaAcQJyTTpjQIC4DdiO9TbBWpffwXAb+9SByRAgAABAgQIECBAgAABAgQIECBAgAABAgQIlAlEAVLtAHXr45fp2ZvAsQXC86/Z4PfYTVR7AgQIECBAgAABAgQIECBAgAABAgQIECBAgMBnCUTxjgD4s8aD1n6WQHj+C4A/a0BoLQECBAgQIECAAAECBAgQIECAAAECBAgQIHB8gTAA+vqq2sitj1+1cQonsHOB8PwTAO+8B1WPAAECBAgQIECAAAECBAgQIECAAAECBAgQINATCAMgAbAxQ+C0AuH5LwA+bd9rGAECBAgQIECAAAECBAgQIECAAAECBAgQIHBSgTAAEgCftOc1i8CfP+H5LwA2TAgQIECAAAECBAgQIECAAAECBAgQIECAAAECxxIIAyAB8LE6VG0JzBAIz38B8AxNmxIgQIAAAQIECBAgQIAAAQIECBAgQIAAAQIEdiAQBkAC4B30kioQqCMQnv8C4DrwSiVAgAABAgQIECBAgAABAgQIECBAgAABAgQI1BIIAyABcC165RLYXCA8/wXAm/eRChAgQIAAAQIECBAgQIAAAQIECBAgQGCRQPQAeFGhdnqbwFflgO5tDXEgAgQIENiVwJcAeFf9oTIECBAgQIAAAQIECBAgQIAAAQIECBDIFhAAZ1PtckMB8C67RaUIECBweAEB8OG7UAMIECBAgAABAgQIECBAgAABAgQIEPhUAQHwsXteAHzs/lN7AgQI7FVAALzXnlEvAgQIECBAgAABAgQIECBAgAABAgQIBAIC4GMPEQHwsftP7QkQILBXAQHwXntGvQgQIECAAAECBAgQIECAAAECBAgQICAAPvUYEACfuns1jgABApsJCIA3o3dgAgQIECBAgAABAgQIECBAgAABAgQIlAmYAVzmt/XeAuCte8DxCRAgcE4BAfA5+1WrCBAgQIAAAQIECBAgQIAAAQIECBD4AAEB8LE7WQB87P5TewIECOxVQAC8155RLwIECBAgQIAAAQIECBAgQIAAAQIECAQCAuBjDxEB8LH7T+0JECCwVwEB8F57Rr0IECBAgAABAgQIECBAgAABAgQIECAgAD70GBDw7rv7/IBi3/2jdgQILBcQAC+3sycBAgQIECBAgAABAgQIECBAgAABAgQ2FRBgbcofHlwAHBJtuoHzZ1N+BydAoKKAALgirqIJECBAgAABAgQIECBAgAABAgQIECBQU0CAVVO3vGwBcLlhzRKcPzV1lU2AwJYCAuAt9R2bAAECBAgQIECAAAECBAgQIECAAAECBQICrAK8N+wqAH4DcsEhnD8FeHYlQGDXAgLgXXePyhEgQIAAAQIECBAgQIAAAQIECBAgQGBcQIC179EhAN53/zh/9t0/akeAwHIBAfByO3sSIECAAAECBAgQIECAAAECBAgQIEBgUwEB1qb84cEFwCHRphs4fzbld3ACBCoKCIAr4iqaAAECBAgQIECAAAECBAgQIECAAAECNQUEWDV1y8sWAJcb1izB+VNTV9kECGwpIADeUt+xCRAgQIAAAQIECBAgQIAAAQIECBAgUCAgwCrAe8OuAuA3IBccwvlTgGdXAgR2LSAA3nX3qBwBAgQIECBAgAABAgQIECBAgACBzxYQ0Ez3v4Dxs88PrZ8WcP0wQggQ+FQBAfCn9rx2EyBAgAABAgQIECBAgAABAgQIEDiAgABHAHyAYaqKOxVw/dhpx6gWAQLVBQTA1YkdgAABAgQIECBAgAABAgQIECBAgACBpQICHAHw0rFjPwKuH8YAAQKfKiAA/tSe124CBAgQIECAAAECBAgQIECAAAECBxAQ4AiADzBMVXGnAq4fO+0Y1SJAoLqAALg6sQMQIECAAAECBAgQIECAAAECBAgQILBUQIAjAF46duxHwPXDGCBA4FMFBMCf2vPaTYAAAQIECBAgQIAAAQIECBAgQOAAAgIcAfABhqkq7lTA9WOnHaNaBAhUFxAAVyd2AAIECBAgQIAAAQIECBAgQIAAAQIElgoIcATAS8eO/Qi4fhgDBAh8qoAA+FN7XrsJECBAgAABAgQIECBAgAABAgQIHEBAgCMAPsAwVcWdCrh+7LRjVIsAgeoCAuDqxA5AgAABAgQIECBAgAABAgQIECBAgMBSgU8PcL6+vpbS2Y/A6QU+/fpw/g52/Tt9H2vguMDXb5GOALiIz84ECBAgQIAAAQIECBAgQIAAAQIECNQU+PSARwBcc3Qp++gCn359OHr/hfX/FQCHRjY4r4AA+Lx9q2UECBAgQIAAAQIECBAgQIAAAQIEPl3g0wMeAfCnnwHaPyXw6deH044Owe9pu1bDZgjkBsDt+TKwrRnAM6xtSoAAAQIECBAgQIAAAQIECBAgQIDAewU+PeARAL93vDnasQQ+/fpwrN6aUVsB8Awsm55WQAB82q7VMAIECBAgQIAAAQIECBAgQIAAAQIfL/DpAY8A+ONPAQATAp9+fTjN4BD4nqYrNWRFgbEAeOp86exjBvCKfaEoAgQIECBAgAABAgQIECBAgAABAgTWFfj0gEcAvO54Utq5BD79+nCa3hQAn6YrNWRFAQHwipiKIkCAAAECBAgQIECAAAECBAgQIEBgVwKfHvAIgHc1HFVmZwKffn3YWXcsr44AeLndm/f8aV43m/6+f9988E87nAD403pcewkQIECAAAECBAgQIECAAAECBAh8jsCnBzwC4M8Z61o6X+DTrw/zxXa6hwB4px3zWi0B8Bu7SgD8RmyHIkCAAAECBAgQIECAAAECBAgQIPBhAlsHLALQDxtwO2vu1uN/Zxyq0xPY+/Vp9+N3o+C3G2IODepoZmvp/kc8kYbaHDmNtXNrv9Ljl+6f3f9jAXC/gPY8GtjWO4CzpW1IgAABAgQIECBAgAABAgQIECBA4PMEtg4Q9h6wfN6I+KwWbz3+P0v7eK3d+/Vp9+NXAHyYQS8AfnSVAPgww1ZFCRAgQIAAAQIECBAgQIAAAQIECBAYE9g6QNh7wGLknFtg6/F/bt3jt27v16fdj18B8GFOghR6diebmgE83H1LXV5Ky50BPDKKzAA+zOmlogQIECBAgAABAgQIECBAgAABAgTeL7B1gLD3gOX9PeKI7xTYevy/s62ONV9g79en3Y/fBQHwGu+gLZ3BWbr//JG2/R65AXBO/2ztV3r80v2ze1MAnE1lQwIECBAgQIAAAQIECBAgQIAAAQIEZgpsHSDsPWCZyWnzgwlsPf4PxvVx1d379Wn343dGADwUuv0uHHHNG1Of/vozNksDvmj/hdXe3W5dtzn9U+pfChHN0I36r3T/7PqPBMDR8VP5ZgBnS9uQAAECBAgQIECAAAECBAgQIECAwOcJbB0g7D1g+bwR8Vkt3nr8f5b28Vq79+vT7sfvggB4xi6jA6qfqwmAl517QwFwTv+U+i+r7WOvKEAVAJcK258AAQIECBAgQIAAAQIECBAgQIAAgd0LbB0g7D1g2X0HqmCRwNbjv6jydq4usPfr0+7Hb05aeOvF7hLEpR27VgA5FiRGAWJp/bfef6jdc/pnLf+lDgLgpXL2I0CAAAECBAgQIECAAAECBAgQIEDgNAJbBwh7D1hO09EaMiiw9fjXLfsW2Pv1affjVwC87wE+UjsB8HS3rfYDAEtAH/L8UGkCBAgQIECAAAECBAgQIECAAAEChxDYOkDYe8ByiE5UycUCW4//xRX/lB1nBIiDJCMBy1p8W1+/Dj9+O/07NMM06r7f4CXBf2d0dPf46bhfP9MFfPVfdnvbPAoIt56hGh0/tTpqR8Sbe5yonLHP/wU7pv7pj5Oxf59bj6Elsrtmpe3/G5wA3gE8t8dsT4AAAQIECBAgQIAAAQIECBAgQOCDBLYOELYOUD6oqzV1QGDr8a9TAgEB8CTQ4cevAHiwf6PgNQoWS/dPlYrKia5fUT2j/aPPBcCHvwJEXexzAgQIECBAgAABAgQIECBAgAABAgSWCmz9+FAAvLTn7LeGwNbjf4027KKMNsibmq0Wfd5vRGnwm8qLppAW4m19/Tr8+B0IgHO6JAWLUQC4ZAZw9/hmAOf0xus2tYPfdMSx/k/H//2+btmfAZzGRbT/WAA+tUT2MrHhvcwAXlNTWQQIECBAgAABAgQIECBAgAABAgQ+TGDrAGHrAOXpUSaUAAAgAElEQVTDultzewJbj//TdEgU8Eaf9yEEwFlD4/Dj94QBcM6s2SggjcqouX907JyBGdUvp4yxbbr1G1sC/MwBcLf9loAuGUn2JUCAAAECBAgQIECAAAECBAgQIHByga0DBAHwyQfYzpu39fjfOc949aYC2nbWbfR5rcC3X64ZwPseYgPjZCiAHAsU15wBnKCeArYZ7wCeCk5rBqJrdXBJ8PuO9g3VLwXAY8dPM4D7M7nTO4DT+BnbPx1zTvtKHPt92Z0BPFSuAHit0a8cAgQIECBAgAABAgQIECBAgAABAicU2DoAEwCfcFAdqElbj/8DUT1XNQp4o88FwKt0/eHH7wkD4KHJ7nMCxFUGxoJCUsDY7ZLc30+8o31D9ftzC+g/KQBufl5z/xMALxjodiFAgAABAgQIECBAgAABAgQIECDwKQJbBwgC4E8Zafts59bjf58qGbWKAt7o8w8OgLuTSm+vKM0AH97k8OM3WOo7moGZZoCOzbqc8w7gIeGxJYbTtmkmafu/zQB+CDZvBL/8dcPKxYP8tuOSGcCpf/r9OPbvuXVMwXi0Un3pbOChGcAC4Nxesh0BAgQIECBAgAABAgQIECBAgACBDxfYOkAQAH/4ANy4+VuP/42bv/zwUcAbfd4/cpSkLK1p7hTGheUvuX4JgDvYAuCFI2/93UrCyv4MXAHwtX9KTNv9BcDrj3MlEiBAgAABAgQIECBAgAABAgQIECBA4CMEBKDbdnMUIO6mf2oFtNvyjx69NLgZWpJ2zrtt7xWrHGBX5585bqIZt/36dmfgDrVlbnlzyx86ZtvPuUsi167fkvK74zSaQR2VX9o/Q/svfUfzkvFRWv/i60ha4/pW+f/a/6Z0vf0/mxvEmrOsq18PHIAAAQIECBAgQIAAAQIECBAgQIAAAQIE3iPg8fF7nMeOIgDe1n/s6MXBzUAqIwCO+3pumlUa0EU1isof2l8A/FCJ/KL+FgB31wv480cAHJ2xPidAgAABAgQIECBAgAABAgQIECBAgACBi4AAeNuBIADe1n+LALidFJsm9oYzRdeaAdw96BLyuftnzvwdezdrquKSgLDbvGj/iCIKMKP9o89r12/r8iO/qH5H37/4hyRmAEenkM8JECBAgAABAgQIECBAgAABAgQIECBAYEhAALztuBAAz/fvhiphgDpQfM7+xcHNxAxgAfCjUwTA88d/d4/SgDQ6emn5p9y/86OM3+BCUXwdEQBHQ9TnBAgQIECAAAECBAgQIECAAAECBAgQICAA3t8YOEwA3KcLZnhGwUdpcJuqM6ecoTqNvT+z85rNy6Ha46T9hybD9usRtT+7/ktnAE/1T06Zc/fPnPF7H0a3OvR/gHI/H27l1Z4hGl0RogAz2j/6PGpftH9Uv63LL63frvYfOG8EwNEI9TkBAgQIECBAgAABAgQIECBAgAABAgQIbCJgBvAm7I8cLEg4dt8/I8FfFIDOCW4T1pwAdqhXu/tHvd7PegTAHbGhAFkAHA2pwc+3DmijSu8qgB2obOS3av3v4759L+/3pTb36/Pv9X/3/6LrYOT/bQZwRORzAgQIECBAgAABAgQIECBAgAABAgQIEBgS2H3AePJuO+wM4NQvAuCLxNwZwNkBeM5s3cETuz+HubNRTplvmgHcr3oUqPW3Lw34ostLVH60f/R5FGBG+0f127r80vrtan8BcDQcfU6AAAECBAgQIECAAAECBAgQIECAAAECexEQAG/bEwLgfP8zzQAWAA8vvi0Azj8f2i1LA9LoaKXln2p/AXA0XHxOgAABAgQIECBAgAABAgQIECBA4LMEtg7YooDps3rj81q79fj7PPHnFm99/tXq//vSpnOX/s0cECkgLV1CNfNwu90sDIqj2byV+mctsNEZql/tMrttwDkykznzHcFr1XOv5WwdsNZ2KW3f4vrdxt/o/iNLPve3r339+mou8GPvMV/cdjsSIECAAAECBAgQIECAAAECBAgQIJAnsPXjua0DqDwlW9US2Hr81WrXUcrd+vyr1f8C4PeMQAGwAHhqpJUGpKX71z4LNqufALh21yqfAAECBAgQIECAAAECBAgQIECAwPEFagUwuTJbB1C59bRdHYGtx1+dVlUotZ1RGM2mXHDYrc+/Wv0vAF4wGBbsIgAWAAuAxwWqTX8VAC+4WtmFAAECBAgQIECAAAECBAgQIECAwIcJ1Apgchm3DqBy62m7OgJbj786rapQqgA4G/VpWdOdLzGc3aidbnjIALj7Q4pgfFgCumzglc6QLd2/rPbx3pvVTwAcd44tCBAgQIAAAQIECBAgQIAAAQIECHy6wNYBnAD4s0fg1uNvt/pTwdSKM4G3Pv/W7P/B91neHMOgshkIaf+hrL3df+rz3Y6jyhULXaOx+s6AfqguSwPgm+tmAWDlfl2r+FKf0v3XasdYOXuvX9R+7wCOhHxOgAABAgQIECBAgAABAgQIECBA4MACawYwSxi2DqCW1Nk+6wlsPf7Wa8nKJQmAZ4PeA9pmz/vCvJUC4FS5KN+c3YiD7XDMAPinUf5+lh4536IlfI8eANYebqU+pfvvvX216xeVLwCOhHxOgAABAgQIECBAgAABAgQIECBA4MACWwdwAuADD54Vqr71+FuhCXlFREs49z8XAOe5draaWvo5DCqbcqbCEDOAh7sjdI0S8q1nAKdmCYBnn285O5QGuKX759SxZJu912+obbVD3+4xv5obfLN4gj8CBAgQIECAAAECBAgQIECAAAECBLYQ2PrxnAB4i17fzzG3Hn9vkxAAD1Kv2f8C4LeN5vuBBMDT5p+efpUGpKX71z4j9l4/AXDtEaB8AgQIECBAgAABAgQIECBAgAABAjsWWDOAGWqmgLdu59fuv7q1P3Hp0Qze6PNE884ZkoMn8EHmb3Wc2iA4DCZvbR0K6ObMkIsCoBOP8EvTcp23chgMYL+aJaB/e0tAb1VBx10kEJ2jex+XixpduNOQWfT9ofT7mxnAhZ1mdwIECBAgQIAAAQIECBAgQIAAAQIlAtEDwJKy231LHyCWHv/s+9fuv7P7VWtfFPBGn6eKCYDzukgAnOe08lZ7D9oEwCt3+E6KEwDP7wgB8HwzexAgQIAAAQIECBAgQIAAAQIECBA4tEDtAFEAXHd41O6/urU/celRwFvy+TvZone4vrMuU8daGJSPLdGbGzB9+kTSQwbAexmz6rFYIPf8XHyAE+4oAD5hp2oSAQIECBAgQIAAAQIECBAgQIAAgcncpPJLCgXAdcefALiu7+LSSwLeNnRdGGjm1LcbBIQBngB4ktQS0Dkjbt1t5ozfGre3Ocdft+VKSwJRAJy2C69vJyQdG58C4BN2tiYRIECAAAECBAgQIECAAAECBAgQEACfdwwIgA/St22gOxWmVgx8p0KTsTf8NrW9/t3qvLsgpSRg7wyZOQFhClC67xgWAL/v/BsKsKJxOad/o5bMOX5uQBkd0+fDAkP9PnR+jo2Po/fPVPu7YtF20feH0h/weQewM5gAAQIECBAgQIAAAQIECBAgQIDAhgLRA8DSqpU+QCw9/tn3r91/Z/fbTfveGADnHOqeVR81AE4dGzR2TkDYDZhS8X93M4C2qUgUwK5Zq+Q/9FuKsXrM6d+orkMBY9qnf/yjB4yRxdaf5wbAZ+2fkvZ3x2b0/aH0+5sAeOszxfEJECBAgAABAgQIECBAgAABAgQ+WiB6AFiKU/oAsfT4Z9+/dv+d3W+L9l0ewN+Cye8/tzm4OalsYWW7AVpUlAD4VUgA/GoiAL6aCICjK8q6n5cEoG1Njh7Ql7Y/9ca/dP8Z6Z7S728C4HXHvdIIECBAgAABAgQIECBAgAABAgQIzBKoHSCWPkCc1ZgP3Lh2/30gafUmC4BXII6WgE6HMAN4BezxIgTAVxsBcNVh9lJ4aQAqAL6SCoDfO24djQABAgQIECBAgAABAgQIECBA4MMEtg7wBLT7HnBbj4+tdfY+PrP7pwki3/kO0RSQlAYd1QO+qfcidwffWJCb9u+vC1xhRvXQDOrc6o+dR6VLFJe+gzg6fmn50fUjOn60v88JENivgBnA++0bNSNAgAABAgQIECBAgAABAgQIEHiDQHaAVKkuew/YKjX7MMVuPT62htr7+MzuHwHw8FDKTVAFwIN+pQFtFMCWlh9dP6LjR/v7nACB/QoIgPfbN2pGgAABAgQIECBAgAABAgQIECDwBoHsAKlSXfYesFVq9mGK3Xp8bA219/GZ3T+dALg7WXVshu1aM3fXKqfaOFgrAO5X0AzgrC6LAlgBcBajjQgQGBAQABsWBAgQIECAAAECBAgQIECAAAECHy2QHSBVUtp7wFap2YcpduvxsTXU3sdndv/MCIBLQ9s1+2y3S0BHwbEAOGsYCICzmGxEgMACAQHwAjS7ECBAgAABAgQIECBAgAABAgQInEcgO0Cq1OS9B2yVmn2YYrceH1tD7X18jvXPz5+vcbo2vLwFlN2AdSr4bbfrvoO2n39Gny/tx90EwP0GlAa8CwJk7wBeOorG94sC6PWPqEQCBN4lIAB+l7TjECBAgAABAgQIECBAgAABAgQI7FJg64Bv7wHbLjvtjZXaeny8samDh9r7+FwcAN9a+91JfUsC3n4AnDCjnDPq390GwKniS4PgCGagXAFwNFrmfy4Anm9mDwJHERAAH6Wn1JMAAQIECBAgQIAAAQIECBAgQKCKwNYB394DtiroByp06/GxNdXex+fSAPgerHaCxtwAOOqTbnYZ5ZxRWQLgh5AAOBot8z8XAM83sweBowgIgI/SU+pJgAABAgQIECBAgAABAgQIECBQRWDrgG/vAVsV9AMVuvX42Jpq7+NTAFw4QkoTajOAizogCmC/JlYyLzrwbefo+GscQxkECGwjIADext1RCRAgQIAAAQIECBAgQIAAAQIEdiJQO+Dbe4C2k27YrBq1+3+zhjnwVWAkoJx632+729TM27F9hw5Vmq9G3Vh9hnBUgbHPbw0fPb9+v2eXnNy7/rXbHwWwUYAa7T8bobdDdPzS8u1PgMBxBQTAx+07NSdAgAABAgQIECBAgAABAgQIEFhBoHYAKABeoZMqFlG7/ytWXdE5AgLgHKX1txEAX0wFwOsPLSUSIJAnIADOc7IVAQIECBAgQIAAAQIECBAgQIDASQVqB4AC4H0PnNr9v+/Wf0DtKgTArdrQLGAzgDvjqXIAXHvmb2pJFOBGM3Cj/UvPwOj4peXbnwCB4woIgI/bd2pOgAABAgQIECBAgAABAgQIECCwgkDtAFAAvEInVSyidv9XrPpmRUdL8Eafv7XiAuC3ct8PJgC+UAiAtxl+jkqAQHP9ab7g/IIgQIAAAQIECBAgQIAAAQIECBAg8KkCtR+PCYD3PbJq9/++Wz+vdkOzXrszMaPP5x1tpa1HAuCo9LnvCO5u3z3kx74D+Aa8NH2I/KP+W+vzKMCN2hftX1rP6Pil5dufAIHjCgiAj9t3ak6AAAECBAgQIECAAAECBAgQILCCQO0AUAC8QidVLKJ2/1es+tuLTqFcO6Poq3f0NgiOPn97hdsDCoA3YU8HXRpQCoDzum2pb17ptiJA4MgCAuAj9566EyBAgAABAgQIECBAgAABAgQIFAvUDgAFwMVdVLWA2v1ftfJvLjwKeKPP31zd6+HeFAC3h7q3v5OOmwG8rNejADjNPI+2W3b0x17RDN4ogI32L61fdPzS8u1PgMBxBQTAx+07NSdAgAABAgQIECBAgAABAgQIEFhBoHYAKABeoZMqFlG7/ytW/e1FRwFv9PnbK9weUAC8CXs66NKAMgp2BcBX4aW+mw4KBydA4C0CAuC3MDsIAQIECBAgQIAAAQIECBAgQOBzBbYO2ASwdcfe1v1bt3X1S4/G59a+Py+LPa9r0n2H8KKSoym2CwPg3LpEQWUU0EUzREv3z23H0u2i+i0t9yj71e6/T/c9yjhQTwJ7FBAA77FX1IkAAQIECBAgQIAAAQIECBAgcCKBrQOsKGA7EfUmTdm6fzdp9IoHjcbn1r4C4OnOFgCveDIcsCgB8AE7TZUJfIiAAPhDOlozCRAgQIAAAQIECBAgQIAAAQJbCWwdYEUB21YuZznu1v17dMdofG7me5s5GwWcpf5mAE8LRjNAowCytH+i/aP6Rfsf/fPIP/Ip3f/ofupPgEA9AQFwPVslEyBAgAABAgQIECBAgAABAgQINAKbBVg3/Shg00llAlv3b1ntt987Gp9b+F5C38pLJyf5IwbAc0Lx2gFgFCDWHuFR+2off+vyI//Ip3T/rdvv+AQI7FdAALzfvlEzAgQIECBAgAABAgQIECBAgMApBLYIsLpwUcB2CuQNG7F1/27Y9FUOHY3Pt/k2ge+cYHOVxjeFHCkAXuJTOwCMAsS1+mmsnKh9tY+/dfmRf+RTuv/W7Xd8AgT2KyAA3m/fqBkBAgQIECBAgAABAgQIECBA4BQCbwuwRrSigO0UyBs2Yuv+3bDpqxw6Gp9v8+0EwN3Jv1+/qzRztJAjBsBzfGoHgFGAWLf32hUeah9h3+VH/pFP6f771lE7AgS2FBAAb6nv2AQIECBAgAABAgQIECBAgACBDxB4W4A1YhkFbB/QBVWbuHX/Vm3cGwqPxufbfHsBcO3gN9EeMQCeMyxqB4BRgDinrku2jdq3pMwj7RP5Rz6l+x/JSl0JEHivgAD4vd6ORoAAAQIECBAgQIAAAQIECBD4OIG3BVgjslHA9nEdsnKDt+7flZvz9uKi8fk2XwFw2PeWgH4ligLOEPXgG5QGuKX7H5xP9QkQqCggAK6Iq2gCBAgQIECAAAECBAgQIECAAIF2idBt1wiNAjZ9VCawdf+W1X6FvbvrAQ8V966ptDObcg8zo/rPLHftzYtnCK9doaa8bhC88eUtbF0UMIYFBBvsvf2l7bM/AQIEjiogAD5qz6k3AQIECBAgQIAAAQIECBAgQOAgAlsHhALgugNl6/6t27qM0qMAVQCcgTi+iQC4iO+PALjMz94ECBA4qoAA+Kg9p94ECBAgQIAAAQIECBAgQIAAgYMIbB0QCoDrDpSt+7du6yZKj4LftOtBA+AUvC5Z9njNPtljANxt3781G1uhLAFwBVRFEiBQVaD2/ad2+VVxZhQuAJ6BZVMCBAgQIECAAAECBAgQIECAAIH5AlsHhALg+X02Z4+t+3dOXVfdVgC8KudYYQLgMmYBcJmfvQkQqCcwdn1K1/06P7D5+fN9a9Lj/6rXxi1LFgBvqe/YBAgQIECAAAECBAgQIECAAIEPENg6IBQA1x1kW/dv3dZ1Ss8NfPsV2ukM4Hs1g3Z96gzgqN11A4r1RrUAeD1LJREg8Cyw+PrSuy++/NDndl8avQ5H99Xefe1S/sA+/5be1w8yEATAB+ko1SRAgAABAgQIECBAgAABAgQIHFVg64BQAFx35Gzdv3VbJwCOgtDa/lvNAI7aLQC+9vxvG6z4I0DgIwVKA+CvP18XtzQjt4/4b+z6UhQA/9yP+O9+ARurwbG7VQB87P5TewIECBAgQIAAAQIECBAgQIDA7gW2DggFwHWHyNb9W7d1ndKXzhSKHlQPNKAbPlYPQM0AHhxCZwmA+41bHNiMnGgC4LddgRyIwO4EoiWcoxm8UQCcGtxGtiV/z/HuNQBO313a/551KWgBcMmosS8BAgQIECBAgAABAgQIECBAgEAosHVAKAAOu6hog637t6jyc3YWAM/RWm3b6gH4SE0FwHldKADOc7IVgRoCpfff0u9HAuAavbpemQLg9SyVRIAAAQIECBAgQIAAAQIECBA4pUD0gLH0AeIp0Q7UqKh/996U0vEXtn9h8JsbIHZ9h/YJA9AFM4yf+nRh+1IZUTv3Pn6i+h094Fx7xm/f6+g+Uf/7/NwC4fU/aH50/yktf8/6qe3tNeblPhXdl6L7Tub+XwUrN19n/n6dehl7AfCezyB1I0CAAAECBAgQIECAAAECBAjsQCB6gBk9AN1BE1RhQiDq373jlY6/sP3Rg+oRoCgYHQp2BcD7G21HDzgFwPsbU2q0H4Hw+r/zAPj3t2xx5K+CBFUAvJ9xPFYTAfD++0gNCRAgQIAAAQIECBAgQIAAAQKbCkQPSEsDuE0b5+D39+AdlaJ0/EXj+88GAXB7yDQBygzgbUemAHja/+g+244uR99aILz+C4BHBaYC4GZe7WW/0dtndF81A3iVU0MAvAqjQggQIECAAAECBAgQIECAAAEC5xWIHpCWBnDnlTtGy6L+3XsrSsdf2P7oQfUAUDT7t91lagawAHg/o+7oAacZwPsZS2qyP4Hw+h9UObr/lJYfie1yBnAU3raNmrqv5ux/g4n8p/wsAR2NLp8TIECAAAECBAgQIECAAAECBAicXiB6gFnyAO70eAdoYNS/e29C6fgL2z8jAJ4KfvuBb05I3NqbAbztCBQAT/sf3Wfb0eXoWwuE1/+tKxgcfy8B8KWaneD25b6Vcx+dCn67v4pq3tzb3Bmvhyz4hYsAeOeDW/UIECBAgAABAgQIECBAgAABAgTqC0QPSEsewNWvvSNEAlH/Rvtv/Xnp+Avbn/Pg+oaQQt2nZ9W3zwTAW4+UZcc/esBZkI9kgR3dJ6uRNjqtQHj933nL9xkAPwLa+30v5z56D4Af+9/5XwLg6ydfX38X95AAeDGdHQkQIECAAAECBAgQIECAAAECBM4iED0gLQ3gzuJ01HZE/bv3dpWOv7D9Aw+uu7N3u8HumgFwOPM3dcyM5TIH+zLnwfzEIMidybz3cTRWv6MHnALgo4489X6HQHj9f0clCo6xXgDcvHj+9t7e3Op03wF82WfgXiQAztWss513ANdxVSoBAgQIECBAgAABAgQIECBA4DQC0QPS0gDuNFAHbUjUv3tvVun4C9svAJ4cAgLgfZ8hAuB994/abSsQXv+3rV549C0D4Evm21xg7tcYAXDYX+/eQAD8bnHHI0CAAAECBAgQIECAAAECBAgcTCB6QFoawB2M43TVjfp37w2uPf5+29Uob39bhJ3ZM4F32lGR2dFn2O6UXbVOIlB6fY6uj6Xl12duZ6ZO/f1WrsL08X9//9U9/u/1Xbdjf1/TH0/tefns92fA76tz05so4fv7uvzyy49Mpt4FnMobWnniaQnotGHQwGgFi2CFjH/B/vH5UTY+0/nZvw8m0+j40fktAK57eiqdAAECBAgQIECAAAECBAgQIHB4gdIHUIcHOHkDov7de/OjB6Cl9RcAlwkKgMv87P3ZAqXX5+j6WFp+/d4pC9jK6ycAHjP8atLnpxnAaUMBcIds+gcKAuDyM1QJBAgQIECAAAECBAgQIECAAAECBQLRA+LoAXPBoe36BoGof99QhaJD1B5/AuCi7vkjAC7zs/dnC5Ren6Pr4/LyUzBaawZuFPymcbHt8bNnALczeTNn1l5aFsz8Ta1fbwZw5x3AOfVs6vf1fV3+eXCZ+VsIPLqCxeFnAK8zPgXAn31913oCBAgQIECAAAECBAgQIECAwOYC0QPi6AHz5g1QgUmBqH/3zld7/AmAy0aAALjMz96fLVB6fY6uj8vLFwBfctrcJaB3HwB3zjMB8B1j/PwQAH/2lVnrCRAgQIAAAQIECBAgQIAAAQInEYgeEEcPmE/CcNpmRP2794bXHn/dADhZRKHmmmbeAbymprIIHEug9PocXR/zyx8LvNaagZsbqPX7b9vjjwbAUzN4hwLWzBm//dYvnwF8Lek33eCigLpfv6YN1yWgfy8zgV/+bjN8x+5fg/fQzjuAH/tVegdwU7/2vbttPV7fQz80puqMz9IZwA/34fp5B/CxrvdqS4AAAQIECBAgQIAAAQIECBB4u0D0gDh6wPz2CjvgLIGof2cVtsHGtcefALisU6Ow/PXhe9nx7E3gTAKl1+fo+phfvgB4aFydJgCOThoBcCQ08nnddwA/DioAXthBdiNAgAABAgQIECBAgAABAgQIfLZA9IA4esD82Xr7b33Uv3tvQe3xNxQAd02igLPUzwzgUkH7EziuQOn1Obo+5pcfzYAsnYnbKz8VFx32T+lx09hYdvz8ADh4x+7LDOC8JbbzZwB3jt85He4zgKNTpFu/dgbz5R3A7ft/m/cA929Snff7Lp8BHMz8TfUdepdwty33WcW9BpbOAF5pfA7PAG5mVd9erLz4/LzVzwzgaGD7nAABAgQIECBAgAABAgQIECDw4QLRA6joAfOH8+2++VH/7r0BtcefALhsBEQBuRnAZb72PrdA6fU5uj7mlx8lsaVB7LIAtkkiVxoAy44vAD5uANwOnH/N/1u0BPRKAXAToQ+M3yVjenj8CoBXujwohgABAgQIECBAgAABAgQIECBAgMASgfwH8EtK/4B9ls4AyqWJys8tp7/dbWbSaECaedytZgineo8FuKleUQC8lM9+BHIEal9f1wtYh1szNhNw/gzBHK2hbd4c/C6t5mb7RWFd5Ddd8dGAOWrv3HcQj5U3UU777t92ouptsupgCaP3p7GZuf1SMu+DY9WfmiH98/Pz5+fPdxMAt304PEN6OKCN8Od//vvT1KHzbuj2/cp5f9PjSwCcp2grAgQIECBAgAABAgQIECBAgAABAlUEagcUVSq9p0KjB8S5D5pHH4CXPcAfpRIA72kUqctJBWpfXwXAUQAaDaxK19fosKt9HrW/rH0C4DK/qRy1vTb8uywFvV0AfAl+018nAL7/UxgEC4BXO5UVRIAAAQIECBAgQIAAAQIECBAgQGBtgdoBxdr13U15UfB7f4IaPaAfaVFu+UtBBMBL5exHIFug9vX1vAFwbvC28Po6uPRtdrfuaMOo/bmOw03KDoDbmbrdAHHwncLpxbDNO3z7f/390+dbzQBe6f57zAC47Z/rDOB4JrAAeEcXA1UhQIAAAQIECBAgQIAAAQIECBAg8CxQO6A4rXfuA+KlM4Bzy18C3KnToiWgO4IxuRYAACAASURBVPt/V1hjuVvk2BKeloBe0vH2ebdA7eurADgKQMd6vCwYffc4Gj9e1P6ydq4XAHdaMDDT9M+ZAuDO/XHq/NzvDGAB8H7ObzUhQIAAAQIECBAgQIAAAQIECBAgUCBQO6AoqNqmu77kmjMD2XtwmRsAzyz/T1TuUHkD+9zbmXP8gf3HAuAoFx4Kdof2id4xPPYO4DR4onpsOsgc/PQCta+vtQPg1EH946zfrqVBZRSA3lswONaelsAd2KJ9z+y+/6L2l9V/NACe+47fcIZwR3lyJvFju8l3AN/uVaM/IApmgEf3ncExMXB/nAyAm5z1X1PQ6z2s26dl/Tc+dq/H+P0dmI3d7QpLQO/79Fc7AgQIECBAgAABAgQIECBAgAABAlMC6z/IP4f3uQPgxwyfZQHwY//7g/JegBwFr1MBcFtU/1n62AN5AfA5zreztqL29VUAHAWgaWQNB2kC4Okzb7UAuH+Y3AB56RLQmwbAj1D16+vvKHCbvQqAz3rl1y4CBAgQIECAAAECBAgQIECAAAECOxCoHVDsoImLqiAAHmC7p7IC4EWDyk4fJ1D7+pofALcBaG5Y+tpNb58BnKoaToDMbVOvoNtuUf+YAdxGlAN/c9/x2y8id/8tAuDmPjf2w6bJC9jT/fG6ZXYA3I7H+xDdwQzgm3s4ATiYSf3VnGC5Z+jH3Rw0mAABAgQIECBAgAABAgQIECBAgEBtAY/nhoUFwAMuAuDap6PyTyZQ+/oqAM6NlwTAS06t/BnAnR8YDL3jt39wAfCfpxnAAuAlw9M+BAgQIECAAAECBAgQIECAAAECtQVKH3BHD7Br1//s5Zf2z9Y+tcdH6NNZ2jiFwt3VjlMm2l+iOMUNufHEqHP0rt/CDvoJZvBE7xoeewdwqla0FHRh9Qfen1haov0/SSA8/w+LMTV1tviqtKLK9BTf0QAytwZTSw03ZZTOcMytxl63O/IS2F+3oZP+O2Q8612+Q/fa3qsNXo6x9P7clNtOjb0sAf2T0t/bedkJ0KdmELd1Ke2/6ueXGcB7PfXViwABAgQIECBAgAABAgQIECCQJ1D6AL12wJfXivNuVdo/W8vUHh+hjwB4cggIgLc+Qxy/RCA8/0sK33RfAfCFXwA8OQpLA8Qth7gAWAC85fhzbAIECBAgQIAAAQIECBAgQIDARwiUPkCvHfB9RCdMNLK0f7b2qz0+Qp+RALg/8WfzGcBtPefMRrq1K5yheyuzbd/QtgLgrc8Qxy8RCM//ksLfum//Hb8DSx4PvmN0rUrOfcdw+HLfa377O/IO2txqC4Anpc4aAM+a+ZuE9jQD+P4O3mCG/GX28Phf9A7rxedXcF49SM9zhc295NiOAAECBAgQIECAAAECBAgQIHAqgdLHO7UDvlNhL2hMaf8sOOSqu9QeH6HPwgB4NYTcUHfNAHjgmHMC4DBUXg2nDYhWLExRHycQnv+HEQkC4Kd21DhpBMCHGSqdin5kANy9vw29z6HbkUNLQOfek6cGRLQEdNUA+HH+/7YvIl7yJwBeomYfAgQIECBAgAABAgQIECBAgMDxBEofoNcO+I4num6NS/tn3drML632+BjzuYeY0TsAR5q0aAbSUFljD5un6jVjJtNTWNvZb6r+3X26M4DfGfwmKgHw/HPqTHtE17fo+hHtv1+ruUs8zw1oo5YvOX5U5uvni2co3i8Q35MH9Q7gshmk83t0rT1+/1zP7eYt9t9ff17uV7nBbbRdFBAXNKe99vy7BMFNCDsSqIYzeGfNAH7t6+wAODPw7XN8eQdwwQixKwECBAgQIECAAAECBAgQIEBgBwKlD9CjB/Q7aOKhq1DaP1s3vvb4qBUAJ7fiIHiTAPin80D9NUCJAuCKz8xfhqMAeOszdNvjR9e36PoR7b9t66aOPjeAXbslc4+ft+Rzv5YC4LX77bm8484ALgmA21mvvfva2E1r8N+7s2anf2Aw1XvbBcCP+mffPwXAdU9EpRMgQIAAAQIECBAgQIAAAQIE9ipQ+gA9ekC/13YfpV6l/bN1O2uPj6UBcAp2o1mvewyAR+t8D5vbAHj8wbYAeOuzwvGTQHR9i64f0f7vk547Q3frd/zOPf7A9i1ukAtnB8Dt9eprYDlb7wCeHMJnDYC/bsHt05zXzv1tMgAeE1tj6edO2dMB8PXEiGaoz+u/NWcApxM3mEFuBvD7biGORIAAAQIECBAgQIAAAQIECBCoIVD6AD16QF+jzp9UZmn/bG1Ve3wIgDs9LADeerg7/kyB6PoWXT+i/WdWp2BzAfAQngC4YEhl7DovQMwo8G2bXIPHr+aeNbQEtAD42hHPS0gLgN82PB2IAAECBAgQIECAAAECBAgQIHAWgegBevQA/iwOW7Uj8t+qXqc57sJ3AIftj2YTVTju88zf5mFwkzlFAUCaKdXOZI5mO4dttsHHCbzr+tS/z7zruMs7tHAJ5ZTlLFtZuVPtsRl8ufUrrcD0DMJx33XqF1//lvfwHvfsv1P2yO3//nt99+/lVcA5f6UzgNMxont3s110r/xuNmiXX/7XbHvtg7FGLD0/JkC6M+UXLu18L31o1n3n0N4BnDMwbUOAAAECBAgQIECAAAECBAgQ2LFA9KBdAFy38yL/ukf/gNIrBLEXteghcoXjPj2Uvh0/DgCuS0ELgD9grFdo4ruuTwLgpZ0nAF4qd8T9zhQAt235295KBcDzhqIAeJ6XrQkQIECAAAECBAgQIECAAAECnywQPeAXANcdHZF/3aOfuPQKAeyT1oYBcNu0Zv7RpTrjAfD4O4BP3OuatrLAu65P+w+A+0s8v+cdunF3ZgbAT5MUu/vkpm9jNcmd4bjUb7p+8Q9gYsE9b3GmwLfvvEoAXHqfH7mPv8wAvtx0H2N90xnAaw5YM4DX1FQWAQIECBAgQIAAAQIECBAgQGB/AtEDfgFw3T6L/Ose/cSllz4YnqKJwt923wrHTw+lBcAnHrc7a9q7rk+HD4Cf+m0oFC0NWucGsOsssRwPx5UC4FE/AXCX5kyB914D4MHlnwXA8aXAFgQIECBAgAABAgQIECBAgAABAvsTiB7wC4Dr9lnkX/fo9UoP36GXmxvkVrFC4Ppy6Kngd+XjR36pbu17CP0RqCXwruvT/gLg3AA1yc+d4bpWIJx7AejXr1vvktGTOQP56RBjAfn84PxMgWhOL5xpRvBkAJzzI6sWbOy+G+2f9uts93TP7ZXbvkLh/pdev9DcfP812/3+/jT16K+4kc7v3PMzp/crbGMGcAVURRIgQIAAAQIECBAgQIAAAQIEdiQQPeAXANftrMi/7tHrlR4FmE8PVNeoxsoB7GCV7g+Lmwe+f3oPfFc+fuSX6icAXmPwKGNM4F3Xp+MHwH3B3CWiS4Pg0oCp1vHnBuhjI/CzZwC/jKrmvbndvyMH4HsNgC+rpQuAL8Psq7kBlF5h3F0JECBAgAABAgQIECBAgAABAgQ2FIge7wiA63ZO5F/36PVKjwJMAfC4fWTX7pn8/tXrQiUTaGa3vefxfxwAj81gze2kufvnBrhjx8/dv1YAO8cld9uh7TJnAI++gzg69qcGwNd2f/V/Z/TznvMx6pU1Pi8KgKMfXJkBnNdFZgDnOdmKAAECBAgQIECAAAECBAgQIHBUgegBvwC4bs9G/nWPXq/0KMQUAI/bR3btngLgemNXyQ+Bd12fBMBLR11pIFgrgM4NwKN2C4C7Qkee8dvv6cMHwE0Y/++PJaCjM9jnBAgQIECAAAECBAgQIECAAAECBQKlD+gFvAX4GbuW9k/GIXa5yT3EHJmps3oAPKaQOxMoR3HGEtBRiDvU/u4+A68ozKnhyzZvmsC5qG7tTl9B/rT3+i9u+Jt2PMr15zUAngLKCT3zliC+vL9z4u/r6++bemrpYXIsJlu49MC72O88gejweO3PAO6jH7n9kwFw6egquO+39+HvP73zqr0hd8u8vPv3TxMAN6//vczKHrvelJ6fpRBl+1sCuszP3gQIECBAgAABAgQIECBAgACBYoHSB/wC4OIumCygtH/q1q5e6QLgaVsB8NVHAFzvHGxLPsr1RwC8dByUBkylM4CX1nud/Y4cgD4LCIDXGRG3UmoGwJdTTgC8an8pjAABAgQIECBAgAABAgQIECBAYFig9AG/ALjuyCrtn7q1q1f6z+iMmOsxTzMDeGSGc8kM4P5ko5Je2vsMWgFwSe/G++7n+jP9Dt4wAJ79Dtm8JYjvM4B/m5etDrwP87wzgI8d/KaRf/YA+HGGDwf90fm93fe7NL7Gf6Cw1xnAF/OpAFkAHN94bEGAAAECBAgQIECAAAECBAgQILCOQPQAMDrKdg8Io5qd4/PS/jmqwicHwD/ddHvGEtgpNBYAd2KP0gmORz2BVqr3fq4/hQHwk0fOoJi5BLQAeKUR995izh8AT4/16Pze7vtdxQC4txTz4IgrmAE8Gf62BxMAv/ckdzQCBAgQIECAAAECBAgQIECAwCcLRA8AI5vtHhBGNTvH56X9s1eFlxmuvaDzbTN8I6ClD4Kj/dJxO+1+Cn57n/c9ohnCUbNyPzcDOFfqnNttd/2JAtjr52kG+PM4/W3+/fr5o/7TAXLce/39b+Vf3t/Z++vMBD7PDOBzzPjtd9VxA+C88+OWNo4O7+j8ft/3u/nvwJ09A7hzTy59xcTg/bdT/sv3l4Efcl3fAfzbXKOa94i3PyB5+osD8Piatf0W3gG8fR+oAQECBAgQIECAAAECBAgQIPDhAtEDwIjnfQ8Io5qc8/PS/tmrigD41jMDAfDvn3b+8/MD4e8emAD46mcJ6Lpn+HbXn7yAKz8AXttJALy26BblnTcAztOMzu/3fb97ZwD88+fnqxe4zvwB2nQA/NO8omK6/LZ3BMB5Y9RWBAgQIECAAAECBAgQIECAAAECBQLRA8Co6Pc9IIxqcs7PS/tnryq7DoBzZu+OLM18947KGNg/zQBeIwBOM5BKg2IzgPd6Br2nXuvNoJ1b3+gdvHNnAM89frR9PwDuzBD+hBnAaeLzwScGnz0AbmfJTv3tp/3RQHqdab98BrAAOLq6rfW5GcBrSSqHAAECBAgQIECAAAECBAgQILBQoDRgFAAvhM/crbR/Mg/z9s0EwK8PvAXA84ehGcDzzebsIQAe0xIAX2Si3G7OYNtg2/0EoHMbH82Qv5YnAO643n+UJQCeO9qWbi8AXipnPwIECBAgQIAAAQIECBAgQIDASgJRwCjgXQl6YTFR/ywsdj+7jcykjWauVnlH8NSs3WjG70zRe/tGjnlvX+FxI8e9z/Cdyfqy+dkD4nrXh7yAqbR/HvsvTRK7U1G7swSXltdv0cA7fjubtK/vrPkXBXjRsY8bcEYt8/mzQOk7rpd6RufZ9PkT/4JgfP/JGcALVuCYJVBYfnvfba/d/5rXPVyu4S/vAE5LSFe+wIw0On1vGPv+n/v9SwA8a1TZmAABAgQIECBAgAABAgQIECCwvkAUIAiA1zefU2LUP3PK2uW2AuDBbhEArzNaBcBLHQXAVzkB8NIRZL93CgiAn7QLA9qw5wrLFwCHwjYgQIAAAQIECBAgQIAAAQIECBBYQyAKGAXAaygvLyPqn+Ul72RPAfBgRwiA1xmfAuCljtE7eJeWO7ZfNJNwbL+xgHZpef3jCIDX7mnlnUEg9/wyA3iotwXAZzgHtIEAAQIECBAgQIAAAQIECBAgcACBKGAUAG/biVH/bFu7FY7+iQFwM3soWpq5JACOyu72miWgVxjDGxZR7/qwlxnA3SWen0ZuoJ4bUEWdJwCOhHz+iQK559cBA+Du7N6xVzCUzABu9m2v2+3y8f+aFQYu9+CX41gC+hPPKm0mQIAAAQIECBAgQIAAAQIECKwuEAUIAuDVyWcVGPXPrML2uHHhO25Hm1T4gDakCuo9GMJ26pT7Dr3XB8PjNZsT/KZSBMBhT+96g/ddH969xGwKmGrP8I26VwAcCfn8EwRyA9++xUYB8JIuGfrOsOb3k075v83N+vIO4Nu7gP/8SYFvv+LbvAM41WLs+3/0XSN9v/EO4CUD0T4ECBAgQIAAAQIECBAgQIAAgRUFogBBALwi9oKiov5ZUOS+dlnzAWu3ZbUD4HSsOTOY73X6+fMIgMce/N4OMMMnPZTt7hIyRM/n9zVaZtfGEtCzyQ62w9JgKreZAuBcKdudWWDpeRbdYKJyx/f/+v7687chj67x2b3SuT+/BLIz7sOjx+sGwJcZwF/NDOCfy3+vf0PfBQTA2f1nQwIECBAgQIAAAQIECBAgQIAAgVeBKGAUAG87aqL+2bZ2Kxx9jQerQ9UIk8/owfOt0IXlmAG8wthYoYgoHDj6DOj9Xh+iGbwrdO6liMzzePHhBMCL6ez4RoHSGfrR/kvPsyMGwAPd1vme0r23Z6/kcblUPSyuS0DvMwDutu/vyPXVDOA3ntoORYAAAQIECBAgQIAAAQIECBAoEYgCBAFwiW75vlH/lB9h4xIEwNMdMMMneig7dKCjB6DR6BUAR0K1PhcAryHbznIs+fv9iQK4ktLtux+BKMCNahrtv3QcRuMvKnd6//8150d0jY9afv986sdeqwfAzVGbMv/v57/mv2nm7z5mAAuAs0eMDQkQIECAAAECBAgQIECAAAEC9QWigFCAW9YHkW9Z6eV71+7f6u2fEXCWa3VKWDizN5UQha1pZlA0Ezh6x+9XsALk0MPvOTOUonacPSBedUztoLDq5+toG6MgZwc4FaogYK2AuqMitzufrgjj9/fr+TZ8fc5ZNnjq1QPd/Ze+mzbtF9UleAVCs0Ty2N/33+/mVQq/g0bpvjYWDk/O3B35bvB0r7x9bxktJ+P7xU/TtP+a/9/PpROHHb6jclY8V4a+C4zNAM49rHcA50rZjgABAgQIECBAgAABAgQIECAwIhA9oKwdEJ69YyLfrdtfu3+rt18APDmEBMBbn2HHOn7183WUQwB8rJGitjkC251P19oJgMcD4Nbmb3PZGTLadQDc5L2/zfeeNvcVAOechbYhQIAAAQIECBAgQIAAAQIECHywQPSAsnZAeHb6yHfr9tfu32rt3yr4TR0WzawJ6hfNnJ2cATxj0CwJgGcU/ydqhxnAczS333b8fI2WeI3qHu3fC4DTyq0nz4XNAI7GzV4/z1uivNr9L5MlOwBuz7f7uRbNum0P3ptxOrr/fmcAVwuAW56B7werzQD+iAD4OhjNAM480W1GgAABAgQIECBAgAABAgQIEBgTiB5Q1g4Iz94zke/W7a/dv9Xav2UAHIW/bacWBsBrjQsB8FqSn1HObgLgz+D+IwA+akdvFwDPWaJ/fHbrLWAbyHp/OjeNoSWKr8e/BrvDnz8K/b6/n7bbz3MC5tdtn9u/fAno1uar2b39b78dJTOAL/veviN0yz1KAByNr7HP110CWgB81CujehMgQIAAAQIECBAgQIAAAQI7E4gCutoB4c44Vq9O5Lv6AWcWWLt/V2v/2oFvFOIOHW9qn9720czY8Qfr1+w4ql5uNwuAc6U+c7v++dm/HgzP4E7Tc6fMpqbuPk0XvBby9E8Dn5+0ewTAR+nYsfE8fS6sdv9rmIbuKZPvou3RTu//3ZT/GraOBpi3sh+fj+3fDWgf5b/W5TnIfZQ7tU8bQA8HwI/yh8PmtvxuANwfhU1rLv80+v1o4PtBbv+MBcRPdQi+7/xrL5lNG/6ldwCPOHyNDJCp7x/deuT3/2OvrkP+O4CHzy8zgI9yfVRPAgQIECBAgAABAgQIECBAYLcC0QPK2gHhbmFWqljku9JhFhdTu39Xa/+uAuD24XB/CcznB5ilAXDq0NIgWAC8+NT4iB33GwDfz4BT94MA+Cjdu58AuL239AO8nCA43ZPG9q/zeXem8C2MbW5KP/37Z+9/TwXAz/UfnomcGwD//h2eAVwSAA/9gOslSB2YIbwkAG7fAXy5hq8YAC8dH6n+AuCjXNPUkwABAgQIECBAgAABAgQIEPgIgSigqx0Qnh058t26/bX7d7X2f1gAXBr83uOzYLXNZvXLor8o6PYO4CLe6jtnB8AvM3Sjqg280/f+TzkzgAXAkbDP3ykQXSiHZwKvdv9rmjp1rV0zAB5SbcvPDYif9xcAtx4v/RPd4DNnAO8xAO72f/73y8f5dRlnt9PJDOB3XuMciwABAgQIECBAgAABAgQIEDilQPSAMv8Bzil5ihsV+RYfoLCA2v27WvsFwIt62gzgRWwfs5MAeNuuNgN4W//8owuABcCd0TKxBHQ0A/hSygoBcFvM//1bdwZwez/ozgBO3w9zfgCQcy6Nf98UAOf42YYAAQIECBAgQIAAAQIECBAgMFsgCuhqB4SzK7yzHSK/nVX3pTq1+7fYJwp+Cx+kjvZPUO7PnygQuJa89QzYZoXLyb+oftEM4fZdhP72K1B8/mWO8/0KjNUseo9x3vm9VrtTEPz1fT3upwXDaZym+1HuuK19/2qSuugKervOP4+nqB3RyglTM3qHlujtV7K0/Ed5w+/YjerXzBeedEvv7o3qmVvO2MHGyv/+be7gzc2tPd/ae1x0n1zTd41rRtuuZvXnJgC+3oEvS2o3Q/C1HcP9kPu16vdlqe7n2qfr1dI2Re8YNgN4qaz9CBAgQIAAAQIECBAgQIAAAQI3gehBa/0HrMfuishv762r3b/FPrlPKsego/3H9hMAX2QEwHs/g6frV3z+hQHYUX0EwHvqOQHwc29EAWu05HMUrEblP2ojAB46T0p81zjv2ti3/fFWWgJ6rQD4fh6my+PXdDQeBcD9H7L0txcArzEalEGAAAECBAgQIECAAAECBAgQmBCIAoLaAeHROyfy23v7avfvYp/c4PakM4DTg9HoQXM0vqKZTWYAR4LH/nzx+XdvdjQD8qg+AuA99dxWAfD4+XENPqMfwKSXlY4tpT5WfnRdjwLeqO9Ky//5Gg5+03Gj+v0E7x4wAzjqwenP1wqA+9//HgHwtf/Dq+RtxYLc1vTPp+4wGRqzZgDnytqOAAECBAgQIECAAAECBAgQIDAiEAUEtQPCo3dM5Lf39tXu38U+Ow6ALw8qp+rXCaV/oyfxIwNEALz3M+cY9Vt8/t2bJwB+R0/vaQno7iUrCvrWslkjAG7LmHs/WxYAv8ZiAuDnkRAFwH8mlxaeXj66e6QUJHf/Lb7lNvNlmy68LgF9/W/0Q6n+OJ88RnP/v583ud9jOgfIOf9qB8B/fqd/AJCqOzwDuNt/z+VcA+DH+fPVaawAeK2rqXIIECBAgAABAgQIECBAgAABAh2BKCCY+0D103Ajv7171O7fbJ8FD0ovtrVmAA903NRD38sD305d0rYC4L2fAeeuX/b5N8pw1AA4nLu2q47fQwA8dH07QgCcxvhPEwB/36YY5t7XHufHcOD1PGNxPPgdm0m5dJDFIeZ0yVG/vZb/3P75+z/XZ2j/dMw2HhzWzg9+09G6AXBs9ig/DICXfK8Y2mfG95qn+t/KGuyHZhj+a5bmn1oC+j5SR2Zip6qm86Xtkfb47XUo5x3Tyf85AB7qv25PX9+73P3rBsDp37sOZgAvvYLYjwABAgQIECBAgAABAgQIECBwE4gCgtwHqZ8KGvnt3aV2/2b7zHhQ+vwEMQh6lpY70HH3ULd5htl/1vscAP80D1FvSyg2D1Svf3kzah4Ptq//V/xQe3qERTObLAG99zO0rH7Z59/oYQTAZT2Qt/eeAuD2kjl4fctryqKtSmYAt/u24e/lKvuOALgTqqUf+AiAn7s9CoDv97mn3VKAODyDdGiG91AAPD7/9FF+eze+zABu7tODM4CLAuCBiDvje8jT94ve4stPnm8IgPvfQ8ZO6uEAeCjib8VvAXB7/txmGH8NfD8SAC+6hNqJAAECBAgQIECAAAECBAgQIDAsEAUEtQPCo/dL5Lf39tXu32yfjAekg5ZLHtQu7BQB8CtcuxSlv/0KZJ9/o00QAL+jdwXA1wA33Y9yx+3Y9vPvaznj/PZjnk6A1Q+u01jJrf/Q2Cr90U9bZjyDN/0gKYWivRnA6Z9HWKI6lgXAzyrJshsAp/5dFgBffSaXgF7yvWJqn4zvN0MzgJNErQD4If19iZwvP6Zo+jy5fgUOUQB8Pw/awLc5b/rn5aNdIzPwmwKitRzecX12DAIECBAgQIAAAQIECBAgQIDAYQWixyvzH6QelmJRxSO/RYW+cafa/Zvtk/GAdJBlyYPahb4C4Fc4AfDCwfSm3bLPv9H65ARjb2rMrMNEscG+2iUAFgCn4R2FqzmnwdkC4H7QLgC+Xr/+79/PNbRtVxhpTqG04kfuEtCPsSQAzjmvbEOAAAECBAgQIECAAAECBAgQIHAygfIAZVuQ3QS8YwxLg983sY4+jM8MnmtPX+m9Um+2ShQURPVfI6yYXek37rD1+R8vLVsaZB4rKH1j118OlYLZdx8393jR+Iyu/9H5278+PM/4y63lY7u+Z/f9ve1WaQnnsff5Ru3t1yieIfx8/jyud9cpsP394/KuNbj/WKh3Ab0HmbfT7vEO1ufl/tP+jyVyh62j/n3sNe8VBPN7dnqPfr9Pj6PHIs7tEs0tYf8HEkP3vaHthmvVxKU3/7//u7pE98Gx1g3ef5vvBs1c10mQa9w6Urt2Bm5wYrYf/zRM//fv+hOsr6/nlz3cvUfeAXw/8m0p5tn9XVJudwno72kn7wCe3TN2IECAAAECBAgQIECAAAECBAgQmCMw94HznLLfsW3+A+JltSn2EQAvg7/tJQAu4gt3Lh7f4RGmNxAAFwIW7i4AfgZcMwDunlv9d/gKgK/u7wiA2zE+p1/nbt+2Y48BcHcJ6KMFwG3s2wbe/zUp8HVpbAFw4aXe7gQIECBAgAABAgQIECBAgAABAp8osHUAVGq+mwC4DXqHZs0KgIu6WABcxBfuvPX5Px4Al878TU03A3hqEAiAn3XmBIVDrq1nd9Zvd8Zvu/1xbx/DCwAAIABJREFUZgCn8+95pnBqc8kM4Os7WK8l9d+h2jfNv7/3ZgC3s2ovx7j2Rypnqn/TuZC7/aX0pr/bv365Y//+2r5rPXNnAP80SyJfjne7MY615/v3+j7a9vN201UD4Ob44cz6iRnA146fvr7XDoDT0UfvDpkzgLv+3XM/9XPUT2YAh19RbECAAAECBAgQIECAAAECBAgQIFAisHUAVFL37oPQ0nLG9s/22VEA3H04Gz34tQT0a89HD7drjbUtys0e35UqJwCuBJtZ7BkD4Dnnb60loPvn1dQM4Myuum/Wbd/f21K8/eM9zqulS0CPB8CXd7KO5Hc5S0C/JQButOYGut0ALwruUmfMCYCHZha34eycADh3pnHNADjn/JpaAvpiJwC+MAiA5179bE+AAAECBAgQIECAAAECBAgQIDBLYOsAaFZlBzbOnyG07EijPlMPMLszgd84A3jowWzt+Y/RO3SXqT/2eucM4JwH26Xt2dv++zn/r4lSv7/Lx1ftM2BvPTqvPmcKgJecv8sD4PFx9dvMvvztVWYoAB7qqe47c/ufD7VvLAD+vb97dDgAfmn3bbN0vj1enfpoZ7pWXP6bZr72Ttj7DOdwAv91xu7g+OvMvhy/v7/O+H28lradJTtcfjTDOzdgTX2TEwBPBdFzAuD2mD//hmccv46l2wzgyyzg+TOAv5u3/F6vx4+OfBp/ve810Q/N5l2V/vy5zgD+bZaA/ncJyNt3JXf/7udX5kzd/vHDGcBzKxxsPzbuBMArQyuOAAECBAgQIECAAAECBAgQIEDgWWA/AdCynhEAP9zuy3KGD98f+wytWj2nJ8oDuumjbREAz5lBPcdqj9vu5/wXAG8xPs4YAHezqej6ViMAbvuxyYAvf93loNv/3V8Sut/nOQFwdwbtfabqLZBN5dUKgO/Xi90HwDf/Xmq+VQB8nxndW7p5bgCcf7+tFwC3EfTXWwPgoXcA377kHCgAHpwB3gyM6CdKW9wXHJMAAQIECBAgQIAAAQIECBAgQOAkAkd//CQAfgxEAfDrSRnNTOo+fU1+AuAtLm69ADi9I7S4KtHj9Rm/liiuy/4KOGsAHAW/qSdqBcBNRPa0BHHuDOAmIX4aJI/6NXMyb2FX/QC4mcHcq8c9WE4XzF7gfPdsEs2cmdjftynG/+4X4Lbdt3N1lRnA9xq95aSLZg6PfT43AH70Q9SsegHw5chTAfAKK6A8zwDebwDc/f48tmz45AxwAXA0kH1OgAABAgQIECBAgAABAgQIECBQIiAAntY74hLQc1adzg1KxpRqT18xA7jk7I733c/53wtiU25bnM8KgKdGwV4C4LF32Ebjc2iJ2qHXsQ8FNa2LAPg6OtJ19no9fw6AB/tgZgDcnwErAH784GXoHcDpnH3ul/h6/tji+AFw25b/+/ffrpeAzg2AR2eAC4DnDGrbEiBAgAABAgQIECBAgAABAmcUmPMA+IztL21T5Fdafu39N5vhm9uwOWlrbpkztotmW0UBbRSwRvvPqOqiTaP6RYVuXf+ofrU/3/v5n5bKTQ7REq21vfZW/tYB7Vgwu5bT0vGZrnvR/aENeMeO0e7bH2/RTM657e7O/uvum2YEd//tElynGbS3GbLpzafP75q9hntDf/2g6Te4P/WD3/t52HyQ1TedG1D3pxbpn/+25YyExVmWmUv8jvVjdD2J6hbtn9WGGRuNvVN4RhGXTb+bC2sa320fv6yEcXMdPX8mxk13BvpTvTq/JruvRjLyBSXVZ+z+3u720yyj/n//2rnAzd/jpdTPFJnjo+9X6x3A0fXkpR4C4LlD2/YECBAgQIAAAQIECBAgQIDA2QSih5DRA+CzecxtT+Q3t7x3b1+7f4t9BMBVh4QAuIy3eHyXHT7cux8AvzwgH1mKNiz4JBtEAVXtZr4rAO4HolPvwm3bPBUAt3VO940UNOXM1GvLPWIA3G1vjQB4bPb0ZexlBsD9emWP28yA72wBcPJJ7Zo7Lo8eAF+XgP7z578mBb6MHQFw9iljQwIECBAgQIAAAQIECBAgQIDAoQSiAKN2QHgorIHKRn57b1/t/i32EQBXHUIC4DLe4vFddviJva9zsKKA890z8Ko1d2HBkc/CYhfvtnYgnMpbIwBOZbX//du8g7c7w3csQJsbrC2F6x9nqN3treT+7t2XGcCXs+U2Y/k6u7Pb3nSffAStf7OqOjwDuC3/un+/v+//+1a/7jzkocXWxwLMrMq1G1UOgLPr8aYN1xqnNQPgUYoVZwAXB8BjgfGt8u+aAZzucWM/QPkyA/hNZ5bDECBAgAABAgQIECBAgAABArsViAKM2gHhbmEyKxb5ZRaz2Wa1+7fYZ4MAOFr2udtZ0RLIUcAa7V97YET1i46/df2j+tX+vHh8V6ugADiHVgA8rDQ0A7gd62m89wPgMeutA+B/Taj7dL1OM94zloA+bQAchb7PYJf/tXQGcM45+M5tjhAAd79/PC0tfQuAu5//LlkCuinnX/O9qh3f/zXLhy+aASwAfuewdSwCBAgQIECAAAECBAgQIECAwHKBKMCoHRAur/k+9oz89lHL8VrU7t9inzcGwHOC3yQaBaBRwBrtX3v8RPWLjr91/aP61f68eHyvVsGRd5YG7wc1A3hoXuVqnTK7oDVnAHdnwfaXfE7B6Nj1//EO0edxNVa/3Hdzvmu8/btdmLr1ba/vX8350H3H6n1m7/XD+9LW/Rm/zVteL32Z/w7Z5gWrzd9rOdchEZWfBs7QWd0dsbNmAM8Jfu83uGu7jxoA5/4AIXe7xwl9ewfw5T3XA+8Avm04dn99eWdws/3Q94/udvfPOzOBUwA8VN51nHUuQZ39ZgfAQeDbv9DVmgH8cpzmBx1t35kBPPtWYwcCBAgQIECAAAECBAgQIEDgUwSiAKN2QHh058hv7+2r3b/FPhsEwN1Ddp6ZDnZlFIBGAWu0f+3xE9UvOv7W9Y/qV/vz4vG9WgUFwEsozzADuB2DQ9fxNQLgZBoFmWsEwG1frBUQpwC4PwN4NAC+XchSO6OANq7nngPga92uf9eAd/QvLUXde1d4fhC+5Kxcts/Q+MkNdnO3e9SsXgDcfv/of+9oA94UAP82H94D1ts/zg+A29D0q5kB3Jwh6QvPUMibfjQgAF42KO1FgAABAgQIECBAgAABAgQIENhaIAowageEW7e/9PiRX2n5tfev3b/ZPkNPPdvGC4CrDgEBcBlv9vguO8zA3v05Vr0A+DZNMKpfHGStXvFdFbh1AFwy43co4O1ez9cIgNO7g/sziFMn3gPTzIBwKGhL/9YNskvHZRtxdpdwTvVN/3YP2G71vv/77YL41U7rvPyl+ba3JdXT/3z+54ExHQXA30392t1+npbgvbf7fpxghnqqfzDT/1LBDWYAR+dXaT9feujW9qHxkxvs5m736OgtA+BHQJx+gPX+AHh6ju+7ZgBHNxPvAI6EfE6AAAECBAgQIECAAAECBAicXiAMCEoTopMLRn57b74AuPNI9/bU0gzg/FFrBvBWSwgLgPNH6fiWUUC1xjGmylgaAD8tbdychCmgPWoA/BLA9gLluf2wlwB4vN4pYBYAT54fGUvYd5cA7v8gITfYzd2uGwC3//f39/fqS0DHM4DXCIDb2n/9+b9//y2cAfx8/+mvQiAAnnvFsj0BAgQIECBAgAABAgQIECBAgMAmAkcPeDdByzno1Mze7vqHlWcAL3nvb07z0jafHpDOsaqxbXT+Rj+AiPavUefhMoeXeH7f8Y95pNoB71rjoz8O+4HK0HHa2bljM3P7vdVf0jj3HcBRr0fnT7T/6Oe32aqPmbjXLX9/b8sXZy5J272+Xwz7geI9aH5eCjn97m2t6/fUzOfFRp0dc5fgvuzSnQmc6Tg2U7e77HLXrPZ5t4ZZThlTrt9/v/40/9/lPbtj79pN7+gdO1b0+8po/P0dLXj6h0nN/OU/P82p9H///t1OrN74v5Xb7cf0Vax7Tg3NPG6vCbWuizl91t3GDOC5YrYnQIAAAQIECBAgQIAAAQIECHyYwFoPsj6MLW6uADg2skWxQHT+RgFWtH9xBbMLEABnU3U2rB1ErTU+5gbA0dLMfSsB8G1J6DcHwLXHX+rnswbA0fkVXb+XXDOeAsSRpc3bbVrz/zW56eEC4CYb/tcEwG24/F+TAl+Mez8EeLxj+BEkTwXA3R+jCIBLR539CRAgQIAAAQIECBAgQIAAAQIE3iYQPYB8W0XOdiAB8Nl6dJftic7fKECI9l+v0e0j96lZW8Pv+G2e4/ubEHhXADdWhWj89IPZVE53KdvuErfp8+IA+Hb9/Rp5eejYO0X77YzOn8WDc6UZwP3j9/vjMZtxZAbk4gZcd4zGX/QO3Nz9x5YwjvbPbd78GcCp5OmZqMvb/55FhqeC9dEAuIMazeDdZAbwCgFw//ogAM49k2xHgAABAgQIECBAgAABAgQIECCwK4HoAf6uKnukymwYANde9rnbDdED4CN12RHrGp2/UYAV7b+eycwAeL0Dn7qktQKwpUjR+IkC4HuM1ruQTAXAQ0u0vswAFgBfaEcD4PQ++MJXfEfjb3kAeh0Zaf+tA+DuUtBtvdJK3dM/annUf+z8GvcTALdmi5aAFgAvvZzbjwABAgQIECBAgAABAgQIECBA4GwC0QP8s7V3s/a0gUT33b+pIiu+A/idwe+9+oUBwmb9cZIDR+fvdgHw1NTdnEFj6m/OEI0CuJwySrbJHX/97bqBbXeM/mtf3Nn8Db37d+j6lmbqpXfpphz53+3/WDoDOB1r7PzJnUEc2c5a2rhbWPc9t/2DXE6va3R2ewPqNae8n1LNG1K/rjOCS3/AE42/0gA4NW2xU9QBt8+nZgBfnZ6vR4+ZrWvNAB673uVcKzMbObBZ7RnAy2t23XMsAI6+61xWfZ5YAjrVK7p+pe3GZgCnH6p0r1nda0ZUfnR/jvy8AzgS8jkBAgQIECBAgAABAgQIECBA4MMFogdUH85Tv/kVAuBukUOZ85qNKg0Q1qzLJ5YVnb/RA+Zo/+WmpQFwOrIgeKoPogBuef/l7RmNn2gGcLv/3AC4DX/6AezfP8+BpgA4CoCv51U/2Mzr9cdW0fgTAE9fvx5+AuChsbf3AHju+dLfPro/R+ULgCMhnxMgQIAAAQIECBAgQIAAAQIEPlwgeoD/4Tz1my8Arm984iNE52/0gDnaf5wuWqJUAPyOYRcFcKV1WD4+no/cH4fdcusGwGkcXmcWp79oBu9ZZgDfZ0reZgBff7DTtXh+N/Dc8VJ7/O1hCejWZHwGcBJbNlP3cR4M90PuTOO5/Za2NwM49Vvr/zgv0g/n0tez3HcAd2cEt8ZDKxl0+yq6P0f9KgCOhHxOgAABAgQIECBAgAABAgQIEPhwgbUe8H844/LmC4CX29mzCSaCJUgfCcKgVrT/OLEAeA/Dr3YAt3x8POsIgIdHy+KljTOXgBYA552ly5eATuUPX4fT+dOfCf86M346iP+qvZTHCNP/+99XM0O/WT185Pc8tVcAWWMG8E+zrPzXyGLSzwH8/AC4v9yzADjvfLMVAQIECBAgQIAAAQIECBAg8EECpQ+YS39Bf3bqUt/aPlH/7b3+f6IAN3pwO7J/9I67NIMt2q52/9V+AFy7/nsvfz/jf+5SzP1ApN2/+29RedGMumj/vfdsXv1KA97a4yf3+j22XbQE8W8vF+tfb/ozeVMAk0ZPegdw3+Hv7YW4Uf3zemm7reIA+XqetAFea/fv5/dpVmJ7/5gaY1H57eft/v2gM4lEM3jTdrnjPKrP+j0RXWeer1Pzz7doBvbzzPW76y2RHXMf+/fI517/5gcG39/fTWzaBMBNHwe/I4qKHf28X27//B4LgO/jZuQ20b77+uffT/MO7NvYvF1IHsH7cL9e69MsS387QLqepP/+bUwuW6R3jPcaMLf/ox8GpM/Hxr0ZwIuHnh0JECBAgAABAgQIECBAgACBdwnMfWDSr9fRH+DWdi71rV2/qP/2Xn8BcO0R8tnl72f8R0FIv58EwGuM3NxgbOxYtcdP7vVbALzGaHgtIw5EnwPgfsCW3pU8VruofAHwdACcgsO0FHD/fzeLBE8OjJ/fNsp8XUp4LDhMhQ0FlP33bbfbjl4fmgC4Pcb/vr5PFQA/sKeW3BYA17laKZUAAQIECBAgQIAAAQIECBD4SIHSB9TRA+iPRO00utS3tl/Uf7utfzTzN8GZAVx7CJ26/P2M/14AfJ9iOcZfOoO3dP9zDIs9B8Bjs9O68uP1z/tBQX+FAzOAp8f1y1LGt9MouaX/9mdKj5W6PAB+XiI+Kif3bF2rnHS86Pr61QSgU3+/v88zdPtLAKd9twyAr238/tOGyaker0tQv7byEgA3zT/qDOD22tPOAG6XgP5zmwH8COCH5xbXmwH8/I7h+9fDkZnc3bA+/cii20PpPDADOPfKYTsCBAgQIECAAAECBAgQIEBgM4HoAVxUsShAjPY/++elvrV9ov7bbf0LAuBuqPE9tIZzExo/3t2YF5TU7qex8i0BXVd+P+N/7jgsDXBL96/bL+8qfYsA+On6NNEN0bW7b/Q8A3F8PE0ta3+93nRDt2tAd18S/3ZB2vMS0Lm+S8ZYFABfy3ws2fwvuI9Fgev4DODoHeFLWncNI7t/pedHXIvp614/AO6Xt4cZwO1593Pp52ZZ51vgeOgAuPOjut+Ri0U7bzoFwG3703Z7C4Cnxl/3Bzb9cS4Ajs9cWxAgQIAAAQIECBAgQIAAAQI7ESgNOOY+hN5Js99WjVLf2hWN+m839c8NfPtgnYeVQ88qnwLgodnCneOm/dt/iiYW1+63VL4AuK70duN/YMbv/Z/aeG1uIFzX6ayllwZcc8bP4PUpyuED+Pb6/piB+Pz+2ZewLBxS12Vpu3/9dwgnr8dW17A4BV9p39eleIcbEt2f5oy7Gr4vt5teQJpeu91ep7uTWdN7e3+af5wzxl4C5qYCl6CtYX6Ei089dPkf/XGY6xoFvmPvYp3TL1PbRvWcOr/SZ+1YWzoDOP3YIZ1H/XE7FuT2Zy4/36cf59Gj/v2ZzrcloCvPAH4Zv71rwNM7vge+S40FwG1723H5XzNDu/2/f35uPxS5B+DXI4+55L4D+LX+ac/rf4e/Hz1+wDL1AwEB8FpnsXIIECBAgAABAgQIECBAgACBTQXmPKAeqmj0gG7Txu3g4KW+tZsQ9d9u6r9iAPwUn93KvTzovD/gbB8Q9h7INtt1A+DUL1sHwQLgumfIduM/CoDvI7AuwIeXPiec61PNHTvp+tL+9yl4aa9GC4PgR3B1HU/9ILZb5/vxO//4fBW8BVfN+0nTkq7tEq+Xcm9LvB4hAB76Ac9S336fT80ATgFwm4GlgKz1u4yTm190up0tAB5qz5NBMO5fgu1OAH8P2QXA0bC6f977fcfzdafz/aj94UL797g+Pl8pngLgS946vOTz82oCzVewFBDfapQC2vTfv9+344588Xl8nxUAZ3e6DQkQIECAAAECBAgQIECAAIFzC8x9SP3ywLP/xOjcXLNbV+o7+4Azd/jEAPj5AfMtGHkKgAcQOwHwTOKqmwuAq/K+zJyre7Ru6QLg91mPH2lJADw08zCnLUsC4Oj6nY7bn6mbZqZ2Z6UOrXAwNkMvlfvpAXA0QzbN1L98TerN4O8ukVsrAE7999X7pVLuzN24fTkju2Sb4WnpKUTvLqfdHqV7PuxlBvDrPTqaAXz9AVrbZ/9rAu32HH3X1+y8ALiJbW/dMhYAt78RaUPbdgZw+wrgfgD8ugLAdVbungLgp/qMLH3uHcAl57Z9CRAgQIAAAQIECBAgQIAAgbcIlAaUuQ+g39KYHR6k1Ld2k6L+2039V5wB/GQ6OAN4QF0AXHso7rL87ca/AHgPA2JpAJy7xHG3jUsC4L7R2PU8NwC+hFVt4HSbedkPgPvHS3XOnQGcluPtLss71c/R/WnOGJlawn/pDOA4IL2ex2MBcFuntER3u1003saO118Cuh865gbAS5eKntMP/W2nr7HPM0tfg9DH+5Svzo/r5jsC4LF2pyWgx5Ygfl06utvORwD8//5eA+B3/a0VALfnU3sJ+f/9+3cJgL++rjOAk0etAPjhNIU2vgR07vU0bScAftfIdBwCBAgQIECAAAECBAgQIEBgsUBpwLHmA9rFjdhwx1K/Dat+jENHwe+CNZif3gU5VH5T5tO7gXtSQ++S3BrTTOBlPbD/8zd8Meuyhr9pr7mB1txqReXPLW/u9rnjpx/4pJmzY/fPpYHka4CRlkx9/iS6hnWDoKEZjP0l8vv9kILKsf5Jn/9NU5HnwgfbR+1bzbf/zt+Z7Ug+/XGUArLmTnQpsf28/07S67817xC+hfWpz7r91Q9+W/e0NHJb7lBg2m3C6zufn9dknvt5N8C+1mPZ9e0xA/gR5s2kv20+L11N/ZKONf5u4enaDPVV7wy9zBj///7XzgR+LWtsRvBr8D9dj2XfGx6vyEj16J9P/93eAXxZ4vwSAF/HaRQAp9rev9bdzq+hHyakH070++Raxk/nndhp+n33xwLT/f7on+eZyal+9xn0zf+xcHX+ZcPVXgQIECBAgAABAgQIECBAgACBuQKljy8EwB7/zB1zs7aPHhALgC+cnkLOGlX3jUuvf8uOOmevZQHJnCPU3DYKaMN3gAaVi8qv2bbreZd3/a8VAI8FUqndYzMRxwLS1rPtk7EA+OLdeQfwWNA79u8pyEzH+M70m9uPRwmAU7v6QfBUANwddz/N/TGFkN1Q8THD+rHccLtfFABH46nfD3MD4O7+3ZnPY/0b12fbALhf76l3bHe3zQmAv/9+N2/ObX4C0MwCfnUfFttLAPzv9p3kv2b6b0kAnL7+jY+DR5DbbvO4Hl/Hfdsf1zHa/r84AO4H679t5Sf+zACee2W2PQECBAgQIECAAAECBAgQIPB2gdwH2GMVEwDnBQBv79izHLBCANzSNI8HJ4VyZ4hFQcPW3VApX9m6Wasdv/T6t1pFbg+oX8sTAE8ZlwbAUQBdWn6qe3c52su/3Wa2lc4AjpfsvY6f/nUgCoCvC7Ze3/XZ3Td3pq8AeN6VIScA7pb4CMS+iwLgebUcuDr1ErNoPD4+H57Z2j/Cy7jt/MM1bH0OuMfac51pPBTm5c0EfZzHz0eIA+rhGsXv9L3+EKOZALzKDOD2+8zQOV/6/WBoBnB7nPY3Iv9dZng37wFuf1RyWwK61Wh/s5d6Is3k/vn9dx/H1wvP9Xv1fdn2XkXb8obC9kd/9GcAX/uhO/4udem/aeHl67wAuPQaYX8CBAgQIECAAAECBAgQIEBgY4HSAEQALACuOoQFwEW8pQ94iw5+gJ1Lr3/rNfE6Q+n1b4sAuFuPsuNHAWoUwEa+UfnR/tHxS8tPxz9aADw5A7iDusYM4O7yxlF/5X4e/TAn9wc+0fGGxk+aRR3t2/1cADysNRwAX0O5x8zn+Bq1NACO+nBZANwNrcfqftwAuE14/zXf235+/l3/++85AG5Nu8uWt/93FAC/9sP4Dx+u2wqAo7HrcwIECBAgQIAAAQIECBAgQOBDBEoDEAGwALjqqbIwAH4JAHrlrBUAREFDVZuMwgXA00il17+MLhjZZCq0WC+AnVe/9QPoKEAdC2CjhV3TvL2o/Hntr7d1PwDOXSq2X6P5S+5Oh2Pd68Nltm87a6+ZedhddbbWDOC2bd/NEquP5Yqf30lbrzfikqPrerp/9N9p25Y8J9DuB+j9cdIu8dz+9Y36MxnHWhS9AziWmLfF+Pi8nrHxjMup413HSvqbDoCfx/3zfbB7dZmeARwFvNHnz615HPexJPzY+dkEmAVLQN/H50Dx3bFd+v3gqT87r+P4bQ6SZv+2x2gWY170DuD0rvT+O8cv147bwftLn7+Oj0cvREtkv3qYATzvCmBrAgQIECBAgAABAgQIECBAYHcCpQGIAFgAXHVQC4CLeEsf8BYd/AA7l17/ljdxzwFw+9C7H4zEs+yGLKKAVgA8bwS9KwD+vnV/m+kIgF/7aCwATteT3O9FUQDcvAH2cvDudaot+6gB8LzR3t/6FgC36wu3V6jL+sHtUtJD16blAXA3bI8C3ujz5xbcwsSm/s1PLHr92r/eHjsA/nd5H287+7eJcJv/XsbszzUEbv+S2+OHMM9Ba8qSUwD83VlCOu0/vQT0a0B8PY+eeyT+QYIAuOyctTcBAgQIECBAgAABAgQIECCwuUBpAJL7oHPzhlaqQKlfpWqtX2wbxHZmeKx/gJESBcBF1ALgab7tzt/+ywebet7/aU8zgJPfOQPgqP+j+1u0/13vqw14ru/EvL5X99rHcy+p/VmP0TtXO4Nq8EQYmwH8jgC4DV++fnrBT/xy1KLrYe7OS2YAt2VHP3joH39OANwdi2sFwP0y5wWar5rRDOB7+bf7ehpnY/3yXJ/bsr63APiyTxMAD/89zzjOmQGcjjU1g7sfOs7zep4B/Dzb+zUA/tvgtO8A/u5Ox781duw0Se3cegZwGwD/tKsJNP+vPcVT4J2uR3OXgH4JgO8vEX5OdPs/lGj7a2w5+6Fx8xoIC4Bzr5m2I0CAAAECBAgQIECAAAECBHYqkPsAe6z60QPynTZ7tWqV+q1WkdoFCYAHhaOgoHa3ROULgKeFtjt/BcBtz2w9Azjq/+j+Fu3/GH1twHMNEwTATSjTLDPd/rVLQE/9Rf7R9a//ee4M3ei6PjQDuD3W2gFwk/5dmtAvtxsAXybCjixE0l8COnkM/XDg8uOEW0HrL1F+DTjfHQAPj4/hJaD7Ye7QvmMBcJ7XcAB8PU7Pp7lWtAHw//vfc4CZ6jQ3AO4Gru9YArp57e9lTP7777/rDOD7jOfHkuaXVt8aEr0DuCQAvtxnbrfbsfPkeYn1R8//Rten5qSxBtDcq7DtCRAgQIAAAQIECBAgQIAAgbcKlD6+WPsB7VuOn/DCAAAgAElEQVQbn3GwUp+MQxRtEvkvrv/UzNu509aKWli4czSDeKT43AAgql1UTrR/9Lmnj5HQ9Ofx+RG8Q7WZ4TT1NxZwxrWOHisvm5EbH7fdoj12XvlzA6+84+dv1Z9Bmfbs//vYTMvHuzifvcf+Pb9mrzMTH9eCRxA09i7y6Lrxt+mf69j9Hnwv6tj+KQhJx/2X36BFW06Nj7ZP+p+PnS9jgdf3jAvg0Lke3T+jfih9l3y/vckj1fX3NkW2bebl/cy39qbA6usys/zx1w36rv96Hdfd4HtO0JveQdwPOB+h8/A7nPszlNP2/YC5Dajn1Od1EE6/wzdtPx7wPZf4qN/z9eC13mlp7uf9+0Hj8Lh9vr4OD+HLtNk//18zBTiaJT3U//fr4O3HAe047Y7l3In2M06vJ4j2WO0M4H///bu+v/oSAHf6Kl0Cm3/q9k23v3IuOGM/6Oj+e3fsDgXBw++VfvyoYqh+d18BcE432YYAAQIECBAgQIAAAQIECBDYUiAOQKZrFz1A3bJtaxy71GeNOkyVEfkvrr8AeLLrch/8RwFC6fhY+oC29Lhn2T8+PwTAU30tAB7TeQ6m2hDhEvtcZr4KgHOvHykgXSsAfg3yps/v6Pqdex+I2jv2A4V+AJzKaa9b13v/tf7j7zZ9DoDT/tHSxY/3DF9/YHDUAHgs3Hs4jvXM9Mz0/jvS43fJdo8z9I71fj2e3wG8NLBNwftXuxRzu+T6raCl5UXjOH3ezgD+adZ+bsfpv+a/KQBO/fH17zZu/17HZ7S0du5xR6/GvXY/LX3fXpvv59NzXaIZ8V8C4NKusT8BAgQIECBAgAABAgQIECBQWyAOQKZrEAWQtetfu/xSn9r1i/wX13/tAPjdS0gvnPmb+mutB/9ROaXjQwBcJjh+fuTNgI2OHj1oH++/LWcAR616fL7nALg7m/IefNyWHu7PtBx/d+lopHD7YCwo6gXAzWa/zWzHNuj7ad5hmoLD5TOAh2cg3t9j2tRuKDztvyO0+vUpmCEfjbQ1A+D2WENLH0/VYcxnreB3bAbj4z70HPD2x+3r0sHXACtdd9IE4fElpK9Hep4h284uH16qN9Xr/TOAH0uoP/dX3gzgsT4eX/b5el6PLe2cZkanctcKMB/lrBcAX8f9s0B0X0pb536/6M8wTgFwGwL/a/7H19f/nj1vl82f22oya/mNXq0nAuA0/rv9Hf1A4n4eCICjS7jPCRAgQIAAAQIECBAgQIAAga0FFgeEt4pHAeTW7Ss9fqlP6fGj/SP/xfUXAE/S5wYA1QOWKCeMBtCHfy4AXj4Atg5/25pPLQG9qwC4MwM4BcBPs85653F03fh7W061H9DkBsDLe/2xZ+sbLXFeOka2CIAj+0tQtNJ1d24AfBnzl2WTH8tntzMsL+9ZvYVc3QA4LQHd7+/+dU8A3Bd6DoD7S8ILgJ+95gbAzZC9/g0EwNE70rtfTdul8Nu/scB2avnmbgv6M30FwGvcIZRBgAABAgQIECBAgAABAgQI7EJgcUCYnt/kTiXYRWvnV6LUZ/4R5+1RLQDuV2PuDN61A+RefV4e0hfO+O03d60H/Dlhwrwef946d4ZOyTHOvO/j/F5nxm/fKro81g6ga/TdULBa4zg5ZZYGwOkYYzND++8yTdsPvc93ur6PGYw5s1Bfrz+9GcW34Tr2Dt2h69d1Cdh2JvI9d3mZGZhjvkX/jwXBc94BHLVt6lq91v0gqkP/85/bBaS9zrfB72O8xgHw9d7w/I7etP/rjPfn69/rUtnXWaSvQdn1LdJpBudYUNp+flkG/XbDeoTVr+/ebrcZe/fwtf7dWfdjM4Cv23TbeS03HS/NoA/e4d4J1S9Hvu0fncM53xu7gf2jX+49fPlxxd9m4fj2v2P3kWjp6ej+E43Hse8XzcLgL773a2Pzf/xrgtmfZuZvmgH85/s6A/juclsC+ut2Yl3GR2cI3sdJp3uGvuKlU2JoBvHQ7O1oSefIo/+5JaDnitmeAAECBAgQIECAAAECBAgQeLtAzoOqqUpFAeTbG7TyAUt9Vq7OS3GR/2b1FwBf+koAXPsMKCtfADzfrw0Ao5mL80tdtsdxAuBH+1q7NPs3vZezHzB2//d1FtvfJ6B0XVkaAN8Li151OtAtW/T/OwPg7q3rHjCtNOO3y9mdAT42+ocC4HZZ5992SfF2HDUDIQWmKWRNM4A/LQB+nu25bgA81j9j18Hc6+PYEtNt2H/mALgdt+3fd2cGcLqmXa6JvaXj283SeTn0BuXObyPuXfX4UcJjCew5AXA0e7j9XAC87L5tLwIECBAgQIAAAQIECBAgQOCNAqUBYRRAvrEpVQ5V6lOlUp1CI//N6i8AvvSSALj2GVBW/mgAnAKfYGJwNMPq6O/4HQ0+Ct/tWtZrj72nAuB2qxSQ9rebP4PvMdNw+Jyel6S+BkTP7zi9LKnamW34dQuAU6gxdl25t7dpezcASdeiyyzODv7SN6iWLu08t//fGQAP1a0f0KfLwpJcOPV9f9nloeP+pndWXw50O1rzDukUoLXvAL4G8s8XqnRd+m2T4uav/z2h9Xyeyd2UMzDDN9UpvfP33TOA7yZPK5A8RnD7w4jn8+Q5WBwfZ9eRP/4O4Oc9o0B36Ttsx/Zrg9G2z/7XVHPODOC551W0fekM4H///l3eAZxmAN9niN+6sBmFlyp0ZwAvCYCbjnxqSnucpQHw8Hh6nF9PnzcDY8k1IHL3OQECBAgQIECAAAECBAgQIEBgNYHSxxdRALlaRTcqqNSndrUj/83qLwC+PmCus7LwfVh5+lh2hpUGwMuPHj02rjxwllf8sue7A8DC6r7svrcA+BLoNcHefVnY2/BIy+Z+egCcOrD/zuF2idy1/uYsAb1GAHxv08SvSHIC4Ov5+FC4Lhd9/d8pAO4atWNsbgCc9o8C4H5fdJdyHgpb0wzQrkWa0fxUVhAA9wPafrmvY6QsAL7/EON2Ax4Pcuddxx9GP5cAsw2Av/9+jy4BHY39saGVvjcs/QFTzhLQ7Zj877//ZgXAl75vGtX/YUo0A3gqAO4aRTOA+0t8Dy3T/bSUuQA4GoI+J0CAAAECBAgQIECAAAECBLYWKA0IowBy6/aVHr/Up/T4m+8fvVt3aO29bqVL9w8AmsikKlHtdz9GAbGAt6x74/O37viJax8FWNP1i4LYfmAW1+d5i6j8ueXV2j4KdNNx+0FRPD6GZ/6mvO3r9/oO1LG/13et3vr7d3zu7fW9mLd3lN5ntrXj4DED9M9t/9L+jfqjtP+jJXKj46fPk+Pc9n53k9GBg/XfWdv+7/aanJZnbrti7JjdGbS5/d8dh92xMTaTPbo/NLW7FJnuE/06tce4BqrtMuLXbZ/HZPt5Xi90A9woAE0ljs2wjfaPgrqo/PR5/zjRv+dJvG41tpTzWDvimcc/f/5+f4czgKP6Pn4IMLxl9A7hqPy7Zzt7/PaO8fbf2qviv/+amerN4OrOAO6O/6my0wz3p/rdv2t2fu1wO0H619m0HHr3GN0+6vt3t0/n/ti+7b+n/S0BnTtCbEeAAAECBAgQIECAAAECBAhsJhA/AJ+umgB4s657z4FLA9zS/YNWCoDfMwyOepT4+lYWAEcBWRxYRemLAHgyKAjSq37Al8oa+/fXY70nAO6GDgLg8R4fWsp4anxEAXB/3xQAp3//OzU79xbOT11jou9H/etD/3oyNwBu691/R3MKgNvPru8H7l5T8gLgocCsLe91RvBjSd/u58kzd6bsGQLgocA8OeQGwH+b0HNqBnDO2EvLd3fH+tP1pjMccn8M0D9vLkvW9wLgn2bp55+fn6cAOB13rN6P8X+97q4RAN9/zNEpbCwAHvvByti4FQAf9ZuhehMgQIAAAQIECBAgQIAAgQ8SiAOSaYzoAefRKUt9Dtv+KLhNDTvpDODaM3/vD4KD/HHpA9nDjruVKx6fv3sNgPPqVR5AT4NH5a/cXbOLi/p3eQD8OkN3KIz7DWYA3xvUztjtLPGc3t3afn4NKNrjNf+9vPO1+47X+4X28vnlrynn/q+3dwPPhsvcobT/S2cAj86gvtU/+v7RBmhjf0Mh0JyAuWQG8L3/bu/4Tf97LABOAdtrW26zepshkcZnNwC+32fuM4CflxNe6/4yFgT36xvNlE3bj22XOWxfNosC7LFyo3oMBdXRO2TbY50tAH5cj67/VzsDuA2ALz8+aP7HvzRTvfnRxON93tfZ6d2//AD4dn2+/QhjagZwjQD43l5LQC89Je1HgAABAgQIECBAgAABAgQIvEsgeoAe1SN6ABvtv/fPS3323r7R+u04AH4KYnLrObMjBMAzwXa6eXz+5gWtY82LArLhGcDRrN/2aHn1Wnb8/M6Kys8vqc6WUf/WCYAfAWx0/HurJwLgtM1jrAwFwB0/AfAdI/r+sTQAnpq5n3q/7fv2PpEzC7M7+rv3r6H7zNAPDcYD4GvJX81O3f3Gw+nxpcfnnqHdZaW3CoCHgtTuV4K/t+tod7vL64TTbND7EutzW/+8fX954f4PH54+vy0xfum30VvBdQnoo8wAvl/DbretdwXAaZz3g/qhJZ1zloDOmQH8tJy6ALjsxLE3AQIECBAgQIAAAQIECBAgUF8g+wH2SFWiB7D1W1D3CKU+dWu3YulLg9Q3zgAeXA5zab17dO8KfPs9Fi3xudYMrRVHyqmKKvWNAtLnIGkq+M0LfPv4844/v+ui8ueXuO4e0fU5PwDOCcau0d9T0DY2gEbe8Ztm+CaFR+Dwty35HiY+L9Hajo22fp13X94Zp+sd9V+0RHm0f25v9vspdwnuqRnAOe8FHlsCOr3n9//P3tsotq3zWLtJnLZ7zrn/i32bv48gCBKEQIKS7DhJl2f2tLUlilwEaY8eLUD3n9qTNiX1sx6/t1c/7gCII7ArfeAUurwPyPeRNz8UBXbWdT/fklNcaqg23Z+q6zS/V2tIzx9G8RywM4drBa3G2byJd3NZex0aw+wlPzt0XNkzSDs6TmCg/qkQAWA5Nop/7WbtxkhO1zSXugbxnuvTWj8LgKk/dY1k6NweVhj9bj9bE1jOZwDM13x/S2mgCcQnAejfs2vUz6LflSY4pNa1zJetqZ1jQV3Y24/ovT1AOesLALz6FYDjoAAUgAJQAApAASgABaAAFIACUAAKQIF7KRDdQI/6BQAcKfRNPj8KUqMbdVG70flKvpriUr33GLW/KD8A8KJQP+yw+wBgDfIE5QAAHwmt6PvrNgBYO4AH87YDAHtgYguAR+oAAM8gdgSAdXxoADxz5mYHaaGNEn8r3x/y/UV/2uNbDdUEyVT7Xg3iHgBzRz7UlsJwO7XT1ShmAFzXS4rPzMOC798RAB45XL8CABZ9OzibtJCfCiRVBfzlC8DKcBQAC0Qk3Tau4LJVrFz/pwJgbxfT38F7AbCEPc2nBri3AsA27gGAj3xr4xwoAAWgABSAAlAACkABKAAFoAAUgAJQ4FMViG6gR50BAI4U+iafHwWpEcCN2o3OV/J9JgAWrLOSrPfMDMMBfEa98+feDwBbcGdAogReVCM6cCBGDs9IwcgBF51/68+j76/DANjVf78DuOpP7RGYo/kqKZxH4Jc0a8696MGAnw2Abfzs/b0xSgE92ner7k5t0fr9cxIAe2siAsA6BbQHgMkcLiErAJiuI/WA37P7khyO6cCUWrjCURnUThA8Svks0FMcvCMHt1xOO2Q7XYqDeLS+ve5qwFsfq1Gpno8A4NX9y+4zknpazs/wfQaAs/1b/9pYdQDLFfxfKvd1AJf6vzlgafNjRzBNiXzv2u/fZQBcxHwvmn0GACalbcpxAODVFYLjoAAUgAJQAApAASgABaAAFIACUAAKQIG7KRDdQI86tveGbNTeV/v8rD5fbTzD/kSgdnRiBHCjdqPz1XUBgL9NNH2bjgIAz6fq2gB4VGPxaMBE+/O/AIBpjkagP5o/e94oherR+ZHzjqaAttfd+3sjAsCj+KgpmFXa2O8OgEnLDIHTnzUlLuXqpddBADyKC/na/6oAePP4jeGn0c+WUVxKnEcAeHN9BwATHH9OBz5dnojZ55f9vmr/5gHMUjt/dgpocqW/vab/6GGKAoDbfuCPBwD47E6L86EAFIACUAAKQAEoAAWgABSAAlAACkCBf06B1Rvk/5wwiwOO9Fts5useFt3p3AFo3UFG7QfKRA7ZSNiV1JxRG0c+r7BgYCGWfp0d35G+/UvnxOs3clgeVWvVOz66fkntqnO76q4MUgwf7e2tziPQJC5E7xoR0BvNX7RuPIDnXZ9S5a68soMvHSg1fIfORFPgUmqxWh1s/VoLalec2x7cjYCujNWCXno/gsUrOh09Jl6n3HIUL/b6kY4XVWtW98E6XKXd15w2WdXoNTV7V8avU0BHceylgJ5dw84hxTeNheqw0rXICazroWZnsU4NXTTOaahLWl1Pdztf3oMDch1xfHopeiNArB2Xtt5u7kOpKyua2PqyArZHoL+dx/uAjMtbH+7+USZQritAdgQya7uPE+d++s31mPb95+eEkdPfny6PD1QhXL9WH1zaW9P37PHSR3qugOAv1QF+o3+Y4W50KiduHMGLP+BG8zuax9X5tfFR98+aOnx151rZGXAMFIACUAAKQAEoAAWgABSAAlAACkABKAAFDigQ3Z7Ye0P1QBe+9SmRft96cNT5CIAAAB+aYgDgQ7Jd/aR4/a4BwP0dAwDWmsk8ENCRtK8r3z0AwOPI02DdAuUKKiSVcUmpO3vfa29/3LczaO5W5jh/DS0SrdX2dL9nENgCYJvi1dbA/Y4AmLSQBxjeiF6r11kAPHtoQIPm0RzfCwBHD1zMAKF23NcHPIqsqwDYEtEOvBYAfEm236dEfgkAP5v2R8tlA8DNAo6W2TUBcIa/5AD+AQB4tA8iBfSZbwicCwWgABSAAlAACkABKAAFoAAUgAJQAApcRYHoxuqRG6pX6dg3aSTS75sMY9zNHwqAF40jN5s+AOCbSbur4Xj93gsAR9f9GQ5gDX5p4iz8jefHn+7IOflUHdJct3f8mtfQlfN6B3Bzyz6ajWbrjOR5tt+zI6euXG8GLQVO6WuNAHBtz5aYHjyfcA0X8FHYP5ojas86cme/W7x00yM9n0YO+0FnrgGAddNRHJ91AGe7cnllB/Dbx4PU582AfpBJwKZw9jSlZlfXb+TAbXHK/ZVlJX3dTMfgd8sWcPL6l/lva6ffFx6LI9cep+NGn/v4+Nx1aa8DWADwR4m/ev3sMGcH8E8AwBkCp4dQeP22vXYEqs84gGexGAH/4Etikx2hutHTRVcf9Yqugc+hABSAAlAACkABKAAFoAAUgAJQAApAAShwSIHo9gQA8FzWSL9Dk/KVTvqCADi6Kb4i31cHwCtjwDHnFYjXbwRij/Yhui08u247VwDBphffJAV0BAPj+fH1j/aIGQDW57bj2nX6z/n9rwaAR0AuSnnsqdk7GqO4jdfDKrBddQivtic9k+P1wwZfCQBHsasVvgYAFtiWATDVZdUpnweduRUA1nPkRdLIEbzd//z9k2nc9qEPC3ZbPwogXgTADdjOAPD7Qk1uhqGrAFhSQNP4JKW2r1/0e3b++bUdwPmBgxR0lHp8BQBrTejvR/az0R6n39/b7gggwwEcfx/gCCgABaAAFIACUAAKQAEoAAWgABSAAlDgxgpEN9gBgKMbZudviN94is81/4UA8J4b43bQnw18o75Kf7Q9RM7RNSDPTR7OjhSI9j/tkIvauv3n272mAuBvAny1RjP4G83L6vpq1xs5eRsM8trUALj/nM+rtbrLQiaoSMe12r79nG3GVeZNw06pB0ztj8BUBChGTt3ReR7A0E7ia/8OGAFqGrMXFzKPXj/2AmB9jcgZnYuUlpeXmtyOwzqA67mDnwl6PFFMe/vL3u+1zfyXfhHYy/C3XOSV/pHnYv4AzMi5u+roHc5rSU3e7Rel7rB8P4r2HKf++rapk0egbrUWrHUIN2euAFv/WyD3Izl3vVrI+oxhjW4C0KrchjiAKcPAE6WCVo3QtZYdtCefbzpqb03cN8Xbe17rlAKaAXB7ka4zt+/eGr2j7+bVeT98PhzAI+nwPhSAAlAACkABKAAFoAAUgAJQAApAASjwWQpEN9qvfeP3s8b1WdeJ9PusftzsOl8QAOsurZYg3nuj/Kye0c38CADL9T+732fH/d3Oj9fvyTvkVxVEKBLBmd4h9vCNAbBIpL9ronlZXV9N/nUA3D+AweflWqglFFh94yIswOqeAHjFqTsDwKK557K8xu8ADbkjAGxTOttlZGNlJQW0d30PAGsdPQA8W9LXAMB7vt/2fj+MADDBNvpPYry5gAnEjR9yuwYAduPNuSTpQsfW8glpzdHq3A2AH9vafXxk76wFgXQdDZjDlOzFITytvSsAOF2/6mY2siEANjW6LQB+TFrUtMNXBsDiKvbi/joAmFJA9/vzCADzvKTE3+XCMn+6b936Db5/zwLg6OsdDuBIIXwOBaAAFIACUAAKQAEoAAWgABSAAlAACtxcgehG+zVu/N58EHe8QKTfHbt2nUtfCwDnu7eDu7qLPa03fhWTOwqApYlb+LcjOEXDBQBenPQbHxavXwDgW06BhY4zV7DuR6uh7a/gbYrnyCGYIESZar1ViQNyDwCmfoqj7UPBJnp/+31aQL5xPI4cwaKBX3s0QaCR9a+cOAJMR1y0q3Exc/TW8Zh+j9blCPRugbLMd3JdFlhE54qL115Xu6477Z10wXrctr2jAFh/Z9wLALdxcR1ggmPvCZBmMPymoGmBkRqSjlIzz2pGk+beQx90juiq9c3Oeqr3TN+fNviSaAyx/dq9fPg29fLQ0VvGuAwIg5rDRx3AozX2GQBY4G63HhZrhUd7AzmA2f37lh3AD0+SxJrPlAwKNJ+t/jLvbyMA3Ndg5giJMiVIP8/WAH4Y/L4FAI4iAZ9DASgABaAAFIACUAAKQAEoAAWgABSAAjdXIAIg0Q3lm3fwi18g0u+Ldz/uHgBwrJE5AgB4t2R3OyFevwDAt5wcDRfyjX8H1nnfQT8dAGvNNZyU9y0AnjlqbVtZZwWcNfylz7xUx2diwIPLtr3V2q6rAFgQ4SO5LgkaqhTdnR4FPHsa03HJbzod+ncDwCPdeycnA2B6vSfUSp+9EQCWdNEHAbAH4ywAlri0uhJg+yhPTY0AMO8fs+m6HgDeXKX8ToocwLL29qZ2t65WAsCk0eWZITrhTv0Mhfxd+mP/Ha1nXUf4FgCY0+Q/PLy+vl4VAG9qJgcgX+vgPawQAeTm5KYJaMFXMwsk8W7xkGE0f/gcCkABKAAFoAAUgAJQAApAASgABaAAFPiHFDh7+wEAeB4s99b37PVvthRm4HjVtptvQJ8DcHtTZJ7Rw3VxzfnBmct9i3NvHZ/R/nT++ufi7/wkzW8fG8Pb+ctduYVVMCmXHR0/dArX6fEdvtH6X3lYYybJzOF4REoNhqwrVbdnUxdTP7xYt+vDa1PgKLW/AW/loiNAG60/On0OgEepuWW0/ga6nTdJic7r5TL43tAuYK9WqgVmw8ThNe78/h2JOy8WR+MQdS7WOV3Avn1AYjx/unZtS01M/c/zJqmNyQ2c/l1jrKYkHs+fHLuBlyW9sjiIbbplHltxcLqOU9a8pTzmg+h6bT365/OJTi1148CPAG0dU/qdo+GqR/vk8wpVVS3gCFh6e0h2Tqfa1E+Xy0P63/RnAsBqSBrejvag0X4aPYgxWu+r+7xoQaZfKq/99vr+8Ea1gPN8e7G0net+nnmEo/ka6ZfPyULxETJvVJeYP5O+9NeX9mqNd+/nQZpfAOBR5OF9KAAFoAAUgAJQAApAASgABaAAFIACUODqCpwFICs3eK/e6W/U4L31PXv9m0kNAMzSAgDfLMT4Ru0c0J5fHwDAZyZwFQzUG+uGoFSHVa352GBPXl4/FAA30MCEYqSjBh8eaB0BYO201vP7UwCwMD47nggA21j/aQC4Qtm0njg2njLA5OXVA2BeX23/e6eHDAxgbrXIt+5HC4ArFKvX28a1Bbj+3uNDue7YHb8/Zs7PKIU1gUD9FSQAUfpCIFED4LyWS3ptXtc9cByBzD4VchKQAPDT08PzrwR/ExDuEyg3oGlB72if3fSjdHp1/149rsLyNARK/fzy8v5Amq0CYLsvVp2N09fGjR5f9+CAAuc51XkBwG3++G/b1Pm8LtyfHwDA/rLFu1AACkABKAAFoAAUgAJQAApAASgABaDAbRQ4C0AiwHKbXn+fVu+t79nr30zpHTdgZ334jg7gvobozRT+Fg3fOj6j/Wn9+nRD13PbAgBfM9Ci+YgcZhYIDwFwmcrQX3pyem/lACbNW03LlsJY5mKUpjkCMRYwRcc3gERKtvURzaP0U9yd2xTM0cxIC3MHcOuHOD55QsURKXBznAJ6Ht0p8TC3Z0hPi7t7OYB5nMn82b22gJY/tuvG6sZHzQGwrgUs9Xgfc41g7bxlWDZ6cEM6q+Ewv0fzp1I0T1Mqt18FdseuoC4qXUHRXKC3hqs1bodAsY9bW3NYT0atXTvZYyqYVGm1qQ2tKR3TPbhAXUjwlJy/z8+XBIAfHp7NctL1e/X8W/23cWGAdFCb255f9Rs8mKUdwG+vXFv6NbmA82+mx+cSq0pF5ZbW2o7Aeb8a9B4q43rugLx1bNt/P5aNRPaxtifLunKc5gDAdhrwbygABaAAFIACUAAKQAEoAAWgABSAAlDglgqs3qgd9SECLLfs+3do+976nr3+zTQ+AYC7VJgLN3JnY4hScV5z/DXtJt3MNKkFr3md79TWreNztj/tu/ZXAsDrVQO/egrozQ35oCLiCgAW+NS3vZ4C+mza5w5EmNSxZ9emre1L7Wlnr7S/BwDT+V7KaGlb93meKvhrAOAu1X6Np2MAOJovqiFML5kX+T6JALBt134PeTG4L+6y1qUAACAASURBVAX0GADvi29NJ9v8tnG2z0lqAWCv1bnKAPg92Tkr8AwAsAXGrNXnAeAMfFMfG8wj8N3vH+OUwnMAvGlnkCJY4sOmx/b2lg1kpt8XiWdeEwDX/gwyMKx+Hq0n+ZxidAiAzWLh9Pb9HO0FwK1fzfHuMeoRANbz1eK1tdq1BQC8GgY4DgpAASgABaAAFIACUAAKQAEoAAWgABS4hgL7IMj2igDA81m4t75nr3+NGFtqQ9tiBye4N66/KABevcke8K4l6b7zQbeOT29/qu4yc9O413Fm/dQA9qRFdNfkrYPfdkN61wXufnAUDzMATGuuOc6s9TENrb5Fbi8GNZolrK7ZPSLd0gFM/dAuYN2vle9l0bpPe9zrNnYAS6ptvmoPS/x6w55uzQFcnLlBynbbBgFYAeDyVeBBapvyWWrXigO4OZl7h7Cuf6yvLddKeLOMv6R8LU7NFlfNASzxRX9GDx7NgLCO03ac/4CD9I866T0YUcE/1fAt66f/Kt46pmkdSdwlrNvNvUBgaovT5ZYawuVBCK8uL8dPAq7ly5CBnsSVAa/UnTKZGtAKIJY5qmV8yf7KK92J0z6aBBp6jt9N3G0cwL7+Gs56jt/++793i9u0wnq9W0At4+N4fc81rgkAX9L4n1L+5+dak5lH0q7bx6+M064H+77MmV37Z3/P8HUfc2UMCp/X17f08ECKhxybZQ7NWKwu+t81Hpxz5DjW0ux76drC/PWWNALAo32+c5yr2tKoAWxXFP4NBaAAFIACUAAKQAEoAAWgABSAAlAACtxMgeiGe3ThlRvNURs/+fN763v2+l9pbqqDVnXqEQD4K03R7r7cOj5HANg6hLYd/8oAWIOCearcf8kBrAHWe9ksqjrMFcqr6ff00fSrgE4Fw2oi4lHgf0UALI7fCAB7a7Otp68BgKWIegZfBfJowFpBlqT8LjRH5pqgUoaWpoZ0dbgOiFaDzT1Ak/MulRr5ANjGiwW+twTAWp8RAE4+yK6LXX8CAEwn0qizkzcJpR29EQAepdCVzmRZDQD21p70XnmW3SXaw72Uapg2zGSfrU7dtD+sAGEBsPYihwAw2XfLi1Jo06uH3Q2Gtu+x59zPHgA/JQBMIPg8AK61eWvmEpU1QIXKCADb5zpGxwkAfsuu8eQCThR4C4D1g1DbBwyiusx6jqrD2qQUz2FQNv8jANiD9/q6AMC7fyriBCgABaAAFIACUAAKQAEoAAWgABSAAlDgqAJnAQwA8Fz5e+t79vpH42pz3oLDd3qtdP57uQvd+S+/KQCWG+rpHuc//VqPT7rLvN8BG6UMHos/c5DCAXytoB07TP0rjI7PLlDlYMz/6O70p3/sAMBnwa9c+pYAeG8NYA/4WpW1E9Nzv7Zat44zszbWHMArvw/YwXvMAfz+8Vbr72qH7aM4Tgu9sUC3AVwGbHW+SjpsOl7cwV4kjlI8t9rCPJ6Lcv3p/tk2IwBMx3vnxw7gOrLqAHYdyOS6LeuHPicHKb96B3DTif9GoI5r+prlVrbI1+wCFjcwacp6W8evBWbiyPTbLfVaB67O3H65fothBrm5L5n4J2csNV5gL891AcC5f/3xLaV6AY41xXXvMLbzWh/AUVBXHyPxS9eraaVTTOsHd2xf6Hzbn/YgQ/bOJr/z88MlSU0O+TkALrO8mb/+u7YCy3LcXtB7BADnfSFDYPPN7wByGkWfspvrBcsDIrMHvrLuDgDOcWS+CLbj4JjSDwlIjWvtaLfxDQBsVwr+DQWgABSAAlAACkABKAAFoAAUgAJQAArcTIF1AON3YeUG7806/w0avre+Z69/NYkBgDspAYBZjvX4PAaAj8cvAPBx7dbPBABe14qOPFMDmEErg50GcvvrazBHn1gI/JUB8AelcpUHAQCA88Q2vM0PSIg+HnDWgHkVADcndR9HAggJENPrLdUAzvF7IwBsf4fS+Ch26WcHg0EGujWevwgAJkCp4S9/J74lvRK4LbTxKAB+TCJcEsD8CgB4dZfTKaDp72+v6b8JACaQr1/aEc3vN0DL8bd9tOcIAG4A/BgAlj4/pkHuf6xtVU0cBwWgABSAAlAACkABKAAFoAAUgAJQAApAASgQKnDv2zNnAfvd+j9z5ipX1HACyvluXU51/tMtCneGUdEOiO7e3bl7O0Zym0OPx99qCuZj/W43insHoG0tKkkazf+x3kVntVvG10rxvBfERj2Uz4/Pv7Tg1+5cdc6Paq3efl0KGOhTBDdXGMf33v19BIBX52Mb3/46W583f35kXaw6//b2fzZ/1Hdb83fUfvJadvMg416Zl9makV3F4U07h2rqwm42pH7+7H5kawDTxfVX8+irONJBPqcU6l6K3Pfq0kzgleoLUyrf4q6mPjwVEKwfMJB+dQnugwwfNF5vj9buba2JTsnM66+PXz629aDF8Qg0ruUKsA7Uj4/XTU1brmedMp0kWN7qcpO+7Rqz/mdjc/5CSA7gdM5zor90KpVBTuWAT71sPNiU0KPGR3EUxddrcf+SEzyngdbzYlJ087WbY1v3xQO+Xl9X9ymbFSBK8b3db7n+co0rAOBTcYmToQAUgAJQAApAASgABaAAFIACUAAKQAEocFqB9Rvhpy/lNrByI3p25bv1HwA4T8vtQdNt4u5arR6Pv+sAYHvDfHtDFgCYNAEAvlbESzvfGwDLKOL1+7UAcAVLpubvaHaPAOAMmBMJmq0ZSSFNyWujeqDzyPscACy/M+oDCoVQRSn0dQ1tPQ4NgPP+kggegbz22oLTowB4u6f36bs/GwB7NYNHAFjSBfMeTKmfKa4YlrMDeA0A8/miLwNgdv+mVNdfAACPYnwUX8kAnR4aSP9JHeABAG4PQPkg3gPA3vysAm0BwN7vCtddbH7GyPn0QAS94AC+9vcu2oMCUAAKQAEoAAWgABSAAlAACkABKAAFoMBOBeIb4Dsb3Hn4PwOAbYpoOIB3RsrXPHx9/dgUz6spmGXcforoIQAuqSMjOPM1HcBtrq9VY/brAeBZjdmUUjYI95HzV06LHsyoNWMPO+duA4DtsNfXly/Y0e8XcipmgDGoCTpaN9dyzMv8jeI2mn8bB9aR6DkUm3t7C3WtjgKJnxKhmmkc7T8EBfVr29Z8nTwpwatmKqbFAbwHANPYWk3lfoG0FOGl3m6Nj1IXOu27OTVzip+PBMEeiU7mOEr/LsfSmXVUkwfJZGg9MGVX7yguIwewaC1uWoF6o/P03OgawzbFum1H+mfnn9y//BJd9jmM+dzvAID7/cPuTg0Av+cU0O+V9JIenDabXm1ejE71+119V6oa0NsayuLM1fB9mzLaxlX8gNl2fTanNgBw8DWOj6EAFIACUAAKQAEoAAWgABSAAlAACkABKHB7Bc7eYD/bw6M36OW6d+v/XgewAsD5RvXi+V8xBXQEl87GxHc6fz3+AgDcDdqrmgcAfCYurgmAdfw/llqs+/sGALyi2fr68lvb8/0iUJPByxoAPgJ8dfxEKbz3AGBxVXr78yoAlgcuLLjbA4Aj6NunIO73ulsBYP17QbubvXHRsdt5sU5w7rcF9eRwJfcj1billwDg/I9UwznHVvqz7huD3wEa/ubrVMesX+e1jc86qv195gwA9lZaBIDtgzyj1NO89hoA9cd1fQC8shd5x4z3pxsDYNMZqaNsa6DrFOAazNqx+KnCNYAe7a8+AJaj4QA+Glk4DwpAASgABaAAFIACUAAKQAEoAAWgABSAAldS4OwN9rPd2HODft8NuLM923n+wOGrW6k35r3ChPb8cuJXAsAAv9uYiG4A+1G0AnjXUkRXh05xBG1u7Bbo4PQ8vxWtvyOAa+fKmR7+lRzAXvyPAPD22P5GuQVMqzUaRayza/G8A5h7YoGh/DuqgbkaI7f+fmowkJ2b1uEp/dyCwgT6yuKwY9XuSD2v3pzRPFAzFtzUeTYL0Dov6Tg5N9egLet9BDatE3Z03GYfGViedQ3ePeB3NP+6P6wr19it82D2M3Ig2zXhAXYdR3QNO+4RiI8eHLFzKg8OvKZuvb22OrgCNXVKZF5Afc1UGcvIebkFrX7t3rG+zVlq4aA+x9uP1lI/l9S/Uns4CUvz11zMfUkCr/5vDLsTIE6dXUkBHe0fUQrw+PtRYtP/vh5lChAH8OtrqodM/8hOca8Wcg/02xzxsaN9o+1b/YMLkprZ7i/WMWxTenvx5NXGtg5iAODVbzocBwWgABSAAlAACkABKAAFoAAUgAJQAApAgRspEN0gu9Fla7PRDbbo+vfu/7B/jrOnpahUN7SDAX5FALziYIvm7ad8fj0AbBUBACZFviIA1s9qyPxbgAQAXByQUY7xYCO49f4uAPi97NefAYA3zwqRVAVyWsArgEdkGgFg0omaIcBIyEhgrMTligM4r7fBEx+i0xacNkBF9Vjp5YEh7n+r4dqm3ToI2753LQCctSl1jbl/6wA4WXW5q4MHbMjN671oLl5eqcarpEpnVyvNy1P6j92YCdin/+G/963cGgDL1VZTnNeariX9tHUoj8D0YwHAb1TsNr2eHucAeORg7dW5PgDepj5e27/aevlsAFxW1Gbf6pXy6vbyOi8pzMtEjgCwbs22NVrn+n0AYHd7wJtQAApAASgABaAAFIACUAAKQAEoAAWgABT4PAVufYM9GgkA8FwhAOAogu77+TIAznRG+uo5gO04zgLgkoJyWGJx9Qb3nfU9nGK573fk5FsZpa4xKib+wwBYWFiZ5j0O4LPuXxorHMA8480ROwI4vE628ZOcqcW5u9cBLAC4QbQEAsuW4AFeHZsWCOvPdI3Z6gQu6ydy/s7iX8ZHD2NsHMYF7OWYSkFMEJhi2efIWzdjvC6Nw9XsBxeVTUPWhX1A6QgAlmj4MACY2upSwJeFa3/HyEiTCbhC4E67xEOLwbmTfjXjwsihubdmq1x8tP/IXFYHsy1dX+LW9mf07823XHEK129G5ejm9el9gQkAfkrxxubZy+Drsge02+9dmbdPB8C0p6RYfnlJNXmnDmBRZu4EHq1fSQ1Nn/cZDvwzLMjX+42FxDw/rbZwi6U2ZwDAK78scAwUgAJQAApAASgABaAAFIACUAAKQAEoAAVuqAAA8I3EhQP4RsJ+rWYBgG87Hz/WAfzNAbCdF4Fb3zEFNEWwpO610fxYAKOs8wZRWgrWGQBuUETViyVYpXgOnX9pT4dMF9QqAJZGBMWMALBNjexdPANUAck2xbQCwPnc4rQVl22fFvo+AJi71T/wMkoBXR/oKEQwAsDUdoOI7ObN16sE+eEhZfnNEFhr8fEqxJ+Bubw0AB6D9ObgtIB05hz2PhNAqNvR19VgdOzs3vZnlkI4gtQ6BmcAmHR/fiZH9dcBwKsJD+ghAmLdf/9GKaBFjXMAeCWTAMdynyJ8FDN2n9DHdbGUFtTK4263/RWB1qEAFIACUAAKQAEoAAWgABSAAlAACkABKPCDFbj17ZezDt6z0p8enwNquz559Xp3dJq9Ksdfo9qEx1vkMyMXoVyXEzf+u68ovuIamufmPxeJzC9qZ1Q7eDY/Z2+/nu3/udi5FgAe9WJ1fsX5l1PhJklqqtJQ3qEFu3RpdGOfP35SqWf1mpWzotbPqd/OjubB1n+NjpeWI/2j/vsONR2z/HdLIUapb+319HHetSKwMttndVpiue5qv6YrXg12tj9pR2+7vugVBnbXBe+BALq21Ageg+BRBEst2dafzsmb1kVOp2xqAMv6rOMpqZa11q3ucwKHXd3VraryAAB9kqHdJEW2Pts+UEDdzI7xsnBrLdZc+5WdlPQffe65cW39Xf1vDWw9561XZ3cUPzlNdbDlX4PotZTQfDF5sEL+1PWJvfVLQl2e0/xlB3CKgzKgvoY0v7mtIa1KcASDPatFPV//jkxfIGT6fUsPBbymBwHe00MUqfp4GYFNiU6ZBpJLOInuOXCj/bHts9yGflF71vHLsejVIh65sf2HEWTccACvzhCOgwJQAApAASgABaAAFIACUAAKQAEoAAWgwEEFzt5gjy4LADxXCAA4iqCv/Xm0fgCAbzt/qyBxpRfWBUjnrM4vAHAPDzaOSlMLdTZvGsZF+kfz+tkAWPedAEoEgAntMFTpqdrWkdqP9AxkE8fuJl2ziXcNgD0YPNJ+C9S2tbrp2jRmArTZDdzFh37o4fYAWK9z64S2AHhbg7bFvQeAR2A5YUkzofxPgcAE//K/M/ht0FXm3bptrwWALXgVB7Ae96hurH44YSUFtU4/HDmV9wJO4qlPlwSBCQCn/M/ywNpnAODZ2hwCYwuA09y/vVL65/RngtkjAMwx0wNgHVijubJr19b8pc8jADxzoEv7ozgAAI6+ufA5FIACUAAKQAEoAAWgABSAAlAACkABKAAFrqTA2RvsUTe+LQCOnL8y8KMO4NJ+5LSN9IUDOFLotp9H6+fzAPBonJFDd5+Tb3uVqP0b63+FGsAyh1u4Qylb5/poYERreewAJuDjuXkjj+5+BzCdEbV6rVnRKZ1rqtsE846AeT0PUa3b8/23Trq+RZn2HjzxMVLbl/5u+2lj6CsCYB6DH9eRI1irNHJ1e+levWMzBCZQl52G3LJb0tWd7DUHsDiMqQkBtPo7V1JrW+AuDt3ED7vX1ik+B8C26+IubtcrV0jNiMOXrvFWUmvIzxCbalc7YOl4DwBnPVXK3qxBGcBofel4f0ru41aHmvX2UoyvOk8FVIom+gGJlfXuwUwfMEoNYIK/qQ6wSgHd4r44x+v3B2fQ4Didrw0NcbcgXtaWiulBCm+en6KGA4Cp9i85wckFnOMgZ3vY7uxWVx1zq3PDe0JzAe85z12e5U0A4Jk6+AwKQAEoAAWgABSAAlAACkABKAAFoAAUgAKfoEAEOM524UcC4KPQt4iZb0CvAuZgAu4FgKVbZ5xoZ2PrK5wfrR8A4NvO0hHQaHuU3bsqkNvN768PgAUI0D4gYOs7A+AIUF0vmu4HgI889OOl/d2rxYqzevR9La7hLrXwDlf3NQBw70LuATBpoVNAfySR6Zq3AMDvj+2hDF2beZYCWuYqAsAMc5sTmH4mCODV8+05Zm1q3j2pnaVtWn+XJ4bSOuYkJfW1AfAohj3Y67mem656Pb/nhwoS++U04EsAmFvaC4Bt/98VUK4PNZwEwPQwAP9cTAMxvxslNmbzwnPZ9Jk5d0cPGqzsNfYhBF6Tsk79/RYpoFeUxTFQAApAASgABaAAFIACUAAKQAEoAAWgABQ4oUAEsE40zTfUoiJpZy8QnL88vhUgewb8pvaP3PiP5LkVAPauK/3PaSmLSQYAeM0hKnpu4/GsgzZy8EbtR+dHERi1H51/7vMvC4DLYvGduCspbkWXuQP487y+/jxd0wFMV1jer3eHzdwTfQ3AGnWp3//3zeuZ/ommXhpnrzavHod2uNOxMwCc58848gX8bt4vQCo9YsGXS18qBOp4nOLELB+VNrt0ygU+R7rYGsCSql3GWB3AZXJsfy/lAtmd63z/2+9f2/4W+Pb75QbMqVrABPXeky4zsMa/sfqarB74HaUC9ly5knJag2evFmwfJ2s5ByjFtHaX6tTD+n2BlJ6bnPeJWd1bBsBPab7IAUx1mnkeU1wNUq0nFd3PozW99/P2e6lP/f6oA4lqAKeGxQE8AsAj+Kvd1DrNtsSKTtUtWs7iQ8eYB4hHc+i9L3pVB3taMGd/geydAxwPBaAAFIACUAAKQAEoAAWgABSAAlAACkCBf0qBW99++ZkAeA/AKeGkALBmzWeYMrV8LwBcF0nEMX74aorWDxzAtw2AawFgr5cCb2YjGKaA/iQAnFBH7t4afrn+XAAAjzXV6XTpqOrQzgyQN06bglhaa8CN34lAp+6FBqX0vrh3czuBa9d+3rVbQCwdM6sJvFQDeACAeaxbALypiWwA8BZqcc9vAYA/kgO4Ytyclrd9D58GwOL+TQSQ4ic7gLPu/QqfgdGZO9iDf9Z1L6mfvWtYAGjjVceL5zSN+i2w2wJgWUse0NyuwCMAWNbZbR9oOgqAqQqwTQFt52JbwoBjRsNy0o8etBCXuXw+S6+d47D8R7HhAeZR5obR+wDA26jFO1AACkABKAAFoAAUgAJQAApAASgABaAAFLiJAhHAOnvRnwmAD6gCAHxAtK9/SrR+AIBvO4fXAMB8E7z5kPScrc6vgJ8GhA1IoObrW3seIJk/YTECwPJgyC2yDngzaufBAru9URDpvtpem0tyUqoapsVxSu14oMqmm/VThLdeaBubHKtBbK53Wuaf/hQwqR8g0GM6AoA9p++o/ZF+23lMsFNgrYHHto32MECL2dG5lKKZXvbBBYJTBMfbeXyVkbPYptltNWtL75LjVF45c4Wah3x9MSBvHMB81kVqEysHcAbABfxK27Ud42e0669zMefO+8BRmnlNNWAzrCuS2rjwav9aB3Bfx7pBQT1/GrBmvU092BUHsIW7XvKXbQ1lfw1pACwAkuaO60VHj7tIDeAEK1M2az8FtL8C7Pf1Nu309ntCQ/U6PjnMTO8oIY7nAH57TS7nNP/kAE5/c2sAWyDuzbXMp64bze/5GniQ/43iMD2IkOt2m3mY1SCu68MMHAB4tAPjfSgABaAAFIACUAAKQAEoAAWgABSAAlAAClxZgWvdaB91CwC4KAMAfOXI/RrNResHAPjcPAn4iZyL564yPnt1fr8rAJ45OTMkUCl9V9yhouRXB8C9i20LQ6xTcgSAPYgiwIq0kPU/A8DirhPt+BxKXdv6teoAtvF6FgDnMTiOX29dRg9jdPFT0mDYDBhHAbBdwXVeFgHwxmFbgOu1AbDuJ8/N3HH6lh3BKRW0MPWiWwPdDZbn9ZrA7SgFtHxm4W6LuwZWKVUzvTzg6p0vIFKDZC9mRzVmreNXA2fP2eo5mXm90RiSWEmwp8vl4fl5VAPY3/O/EgCmFNBvb+8Pr69vXPo3P3Rga+n2QH8E+0fvj5y/m+wFaqOzMaHnNKrhbq+HGsC3+uWCdqEAFIACUAAKQAEoAAWgABSAAlAACkABKFAUiADHWaFuDYBP93+l9q8VQd+1Ds4/68D7zBTP3lw3/9TZSPiZ55+OvwAAxKpFFfSilJbR+VEP5u1HUChqPfo80j/af0agMmp31i+95p+MU9Ced3Z/iPSRzy2w8+ZFQF89J9303wARlXq3QigFiUe6jebhjM7cz7XavltQS6CMXMGj+G/tevB3M4+mHfu1sBqH0q4Ft96DJPJe70Dsa4va8e1Zjxb86nNrqt7iCBxdh8Fgr1ZOQWvqsWaHq/pepbHRuJ4oBpXzuPYhuXDp1TTgfaj1o4CxQU3ipjP/zYsP3evR/Mn3s2hl95OZA1i3v92H2r4qDuDOZV6AsHBhC0R5TD0MlvfoTw3qPGeohsVeSmnvfN0+z812be4BwAKhRaeZ+3fjPk4x9/yc4occwOm/9L8l7fH8++5qALh02kLw1Qc5CPy/vXLq5cSAc6XsnMHABNST+oE4mxMLdCUGdN3lPh5lfW0d41482P1Q5t+LwW5dpQGe/QXiXRvvQQEoAAWgABSAAlAACkABKAAFoAAUgAJQAAoUBW59+yW68X12Ik73HwB4OgUAwPMIPR1/AMBTgc8C2mj/Odu+1/nvBIC7lLTF6Slj0rFdQdtBACxtxo74vd8IxwAw1ZmlVwSANfyl47VzmP5tP6/abVK/jh+UyA5gx2mtAfUMAM8UuzYA3oA2A4A3juP0/eoBYL3t8fhJH5U6urR7IVC8AIC3GuwDwC3m5W996vVrAeD16OZ4qc7Y0h3S8o1ipfxuGSWIl3kiWNc/IJCSCU/cnE0HlYbbONEpLfGs3qweo5eiWH+uAaR1Flto6TmbPT3zmBP8zu7fDIAfTwFgHb96v5T50bEzS3Ftj+f9x48IAsDk+n5P9HcFAM/m1HNsj+ZPzz/3d7u/jtzXdiT6wQKKGa89OIDXdwQcCQWgABSAAlAACkABKAAFoAAUgAJQAApAgUMKnAdY88tGAOZQp9VJp/t/BADv6PRRh9+9nb8yRADg+WQfj7/ImbsaZJF/JrpOdP6oH1G7fN4ex6F3pWsB2mgfsvO4N3Xutu9RnUo+4+j+sBodctzIATwGwDK/qualAsQC5Ua1f23/tsDBOjb3jmhNX88ZSVdaBcCjcUS9jRzAukbzUQDs9UHHucT0UhrvXCC3zTWdoyFijaPiKtUOYL3OW1w0gJk/T0137kcB8AV8e85QauuSSDGfV5zNFQbPa2OLM3xUO1jGM3ZkRgC41DAuBG/kAP7Q8JpAtyF+M2d8+6xBdHJKv2YiWFKEFzgrkK9Pbd6vkT2peps+vQNUA0Ht0B2lis57nAHOftySU3wLlm0/OJZ6iH1JlLePH6rRzOD3+fnS1QCO1q2t+cvX6131uo1tjeD+CjMHcEvjbb+DHx/eKO13+vE1cwDnuaZ61Nll39fd1tcVYK9jIwLAer334/VjyrZna0qPYgUAOIpIfA4FoAAUgAJQAApAASgABaAAFIACUAAKQIGTChwHWGsXjsDLWivjo073/wYA+BpQ55YAuHcobrXVnyM/3zxCj8ffGkCN10cEcKPrROePehC1y+fdAwB78R3tQz8dAHuz6MGx9l4DwK4DcxAWo/XwtQAwp3/O8bmQAloPdeT4tXJEAFgffwYAj5zDemxHAPD7W3v0xzovq7PPceaOAHA/XvpXD1hHADiDvDxXfPzTRQDUGQDcw7Jt37b92+MApv3HpqaW+RjtMzYeuwczcqry1suXl7ekCSU1Tm7gXCOYXMGtZq8cueqYnX3HjNqw0JHa8I6NHPS6r6PawnKMjpG35CgVzTR85mMaAL6kfOOX5ASWWs6zsfIY2hEW0Iojf/ZdsscBvAcAv+dxPeUU0B3kT8tB1wpvevLfot9v+iGPWcrwSLcZAJ49nAAAHCmLz6EAFIACUAAKQAEoAAWgABSAAlAAm7v/0AAAIABJREFUCkABKHBSgeMAa+3CEXhZa2V81On+jwCwrvPrXd457wz4vSXwle57/dPX9T6PbiCenb/vfv56/K0B0/16RAA3um50fr2lvLNrkmJ3AGqC2rhysT0O4Fl8R/vQXgAs17IuvchxKOPSDtCdwnaHW4eZbWu2fvu+stNSH5/bNuHDzlCeW6+u5MzRqPsWA1g7kjXHrz2rdwC3WBRnZpv3tfZX17v9+iBoIzFDf8r8R+1Z53ZdF45zdgZm6yoWaDt78Cl1Xq5roZD+d/9gwNbxS9f0gVqbBx1D0n+BePn87ABmAEx/EtDT1923dho0bOf1AT5aL9qFTK5LcuDSS9cAJtem3a+sI3svAN6uE4bBxAPpT4olShMcfU9rEEuOWZmb6Dytrwa01AZp4qX2tQ5dz3mq290C3La36JiYPXzRO5Apd/L7kgM4ArZtvsoDI0FN6X6P4395a6CuY3cCmgOYQPd7ovxvyQGfob/63qTszF6GAw8Iz9aJQGC9Fj+oUHd62QczRg902YwQl9Ixr16wTksOALxvB8PRUAAKQAEoAAWgABSAAlAACkABKAAFoAAU2K1AdAN6d4PmhAi8nG3/dP9vAIB1kxFHlvF/JgA22T5zF+j6Aig6SSKj1dkJ/Obnr8dfBGKPChEB3Oi60fnSr6gd2//7AWAN2KRXlEp29vquAHglauimvb1BLylr2/ljAKyBQgODftx8CwCcAN5HcVDeCwCT7qRlhJ0jAKznX+Z05tiuny0CYGpfx4oA4G0K6La+3AcJaLzZrbr9QtG1QrMu+bhX/l6qNUgZ3hLoay7glejXxxQArACujn+5ttfqBgCXg57eeQZJIwHAef8pACzh6tpcdnovpoDObQpES5fQsrE+HD9vqf0IAFtwSu0SuJX2BQhvdvCS7pv7wrBXQ8KnBAk9fjlL5WwfGrGpgj0YSfGhUwhzXGz3c3El58zIuc8fYQro7wKAeblSILQdQ5aGB3xt+nYLivW/vflaBcCjhzHs71mKFW99AQDv3cNwPBSAAlAACkABKAAFoAAUgAJQAApAASgABXYqsA6wdjZcDv9XAfAq+BVV7Q2zloD1mO7eWRrwbhxqAMCHhF5fP9ZKKQvk0GXVSRHAjcBtdL5cam//vxYAjh6wsPtUNK+xA7g4IgeE71oO4CjFtnUkev/msW8BMM18AwWtBqt2AdvoHe/3dI1trMUpmAUYRqjUX0dnHcARsBv1f+YAJlBILzpXnHKjXWAGgD3gO9xNylM/LV58PTkU/D1B1wW2zt3eOZ7AYJm2ym/zePlN6wqsO0zZYgQAZ6dgPp4/EOgnwCuDvl1h4TmA+/1tyQGsRPYcwBoAr/4OeEwwV6eOZp3aHtIDYALJ/NlrgrKcQlz253GNVtGP5k7vA03X3vXpubNtfNnas/K5BbZ6/nQbMwA8iuVRf+l4ht3vuXb08/NzeljgIaWATv/l+NMp34u25mvNunUZ2jfHd3uAovRu8vUqbc0cwKMxUmrvDNxTZu9c8rn037rMaf/w0nGPavyO1uDG6VuA7Wy+h3sNrVXqv1pM4hiXt2o/ksCrv0Bm18NnUAAKQAEoAAWgABSAAlAACkABKAAFoAAUgAIDBW59+wUAeC30AIDXdPpqR62vn70AdXWk0e1TAGBS8lYAWGaJb8Lrmsc/BwDzHfoGgPO/agriPv5WAXC8bmyt112kry6erwKAc4dK+mUBwPmtYJlHAJhO12mChynIrwyAt902IylOxRVAa0GZdgpbp6eGmJek50r7ra/nAPC2TnFyI6vwJwZLcX0NABw56QUACxCkf/Pc+wBYz5cHgEcgVu9vXqiOALB28sp5M3Dbp//u4aG9rqR7tq7W5mRlAPx0uSQInP5MkkgNYJvS2TESd2mV7fG1LzLvNwTAOcU3pX8mAEwObPq7wqUEo0ffa3sAsOfKFwew1d6r1Z2/D8zDHY8JXtNL90M7xgGAV3/f4TgoAAWgABSAAlAACkABKAAFoAAUgAJQYJNSz0pyawB57ymIb6Sf6+G99bv1+I6qUw03s1SaC41HYGqhCfeQqB6xXDcZTPCaKHA+/iIAe1b+cwD44yOIgKhWL6VTnb2C84/quxrfR9Vdb99HeHLjO5wdqckadHQE9iIHcDx+3wlH52nwK+3YVNIyfw0gcXsCqGZwT/dtWyuSP7Ugo/ajWCtHDuf3tC9rx2ivA80K97NmRYgmaiCkjl9b7zXrUEC5TpVKx8l5UYpnm2JVzo3OsyCwA12inaoj/Pj4nGBqgfyqfzJsG2etFnBzjeo5rCmilauX2pJ+cApilc62HLeFetKDdLxaK9Sfy/PTQ/rf+tIPYMixfurb5qCN1semPzmdeguW6gBOB1KdVh1T9HdJPW/3OXnfric5f5aRQLdFzt8MncvvkPpZ2ndpDjL3VzpbMJtrUxeoqAHtKBVzjQcnlTfPL1/Xq9c7A8D63GhO5FjvOHEeX9JcPKfgIAcwgUcCwNXNW07kWrSyX+XVWv8tsSrpttu+s9K78TFRRgE5kxzAb68cp1QHmJLFv1Pq+pypJdU3LiFI859jyNQmpna03uKa16DWA79tnLyw2v7Yf8/rsgIjRz+139bHIOMAHMDnAgpnQwEoAAWgABSAAlAACkABKAAFoAAU+BcUiADCvQHmrecgGv/Z699bv1uP76g+AMBHlfte552PPwDg2Ywf1Xcd0B6Lt9X2BbxYp+J3A8BapR56cbrYlo62ABMFHBhAJUSR05GuAeCRQ036IUa3nwKAaVwNSopGJRW0qtFcx++A49xGgbMeANYpmgUA2/q6uf0dADh+wGDuYbYOSwFRBIB5PKWG7gIAFg1lnM+/njMAplipgMvodk0ALKnPNSi3DmDqo947jgJgPdd6bdr9UlI/EyjUzl7hs/J8mnXY6jblvFpjudT29dye+j1bz1fm8x4AWOZfA+CnRH3JAUzjag7gBjItAPbcwMe+PcZn7QHAtEQ4BXQDwLSuPxIApiXMc0Hp1tP+7FzSA8B9LDWXrv3+kng5A4BzPJh1bruJGsDXjjC0BwWgABSAAlAACkABKAAFoAAUgAJQ4AcqEAGEewPMW0sejf/s9e+t363Hd1SfdAtueupqjU84gI/OwOecdz7+AIBnM3VU31VAezRK4vZ78GUdb3JDXafs9PpiHZ6j/h51AM/a5zbJQchOW98xa1I8G8fyKBW0BeMaxL0n17mGypLStYcT/K/bAOB2JU7beyxKZi5eD5xaAExXtW1IT0bzdk0AnK/fuYALjKXUyo5LmfsWJa3utTwKgFkbbquvLyzvJXfhJTk8C/yNUkH7IHh93sVdbB+GeFJOWNkz1gAwuU/z8st/UiIFSee8rS9eaqoWF6vXawHBOV1wrgnc0lHnWcsPZ7A71/45AsDudZS7165hOn6Wytk6gHlue2epdRBbMFnXh5nwHgBLCmjOAkBxQjWAs8PXCV/vN67NLLAeKfMjR993tg9cA5gA8HutAZz3qjyAdQDMkLt/SEKvSUm3Pnog5y1dS8+rzBn1yz4U5I0cDuBrRQ7agQJQAApAASgABaAAFIACUAAKQAEo8A8rEAGEewPMW09NNP6z17+3frce31F9IgC82u69ALD07yj8WB3fdz/ufPwBAM9i4Ki+MaA9HnlR29Tyk0ltrQFwxqoFlEYOyu8AgD0HsFa3OiMVWZAU0HJcD+BailgPCjFk6OdPIEZrr7hnhxtY7ywdzemZ/W8WuwDAPFN7AbBdtV4ccMPFlZ4ANsPNvka1bcfG38ipbr8XLTjWqW95H2gA0wPAo+932j8y+E1hqt3L5PaUWtH6txe1IzWGvZ1NUgFT/97pP3KIprbeyoNqGqTalL3kmpU1noHpwAGsrzt64OWzAPB2fnm9swNYAHB6QCBpvAKA9R7H+09Lh378m2R75l4A/JrmMA+JRjUBwBez0Kw7W1zyGgjrhwE0AKbr2Hm0acTPAOCWPp6W8dFfANecFbQFBaAAFIACUAAKQAEoAAWgABSAAlAACnxpBaLbB/cGmLcWLxr/2evfW79bj2+kzwYYmFq/3o3dmi6PbqAtuspuBYC9cXn9OwNAzsbWdzj/fPwBAM/m+by+14uiGfi1wNdeNbvo1JuSJnY4vgKQzwJg3Q8BsfLeikOrpootnbfuMIIpvTu41AxOZCWC213f8v7JrjGBLRq6WJ0agOBWRg7OUaroFYh/rcixsIgdmNsvAM8BLH3Yjr/tG7o9Gy+rc5D1nHwpxQ7zQQ3PndvbKAX06lzU+JSxUPrb/GZyBGcQ3OJTt8lvczpzjieOQ3HOkq46xnRtdDpWx21uKcUzO3fnAPhRUlI/sgfV9qlC4OIA5trICcJmZ/NWXOrzPLYLCE31Y2ndvhfHbqvJrWtjt3q9FgBTP19fX/vFl/41SnU/fpBjXiN+1fGrdavp9VVqerm+fEaptwlkp//NdYCbA5g03a5Nz4lcBj8NTWeKpsevAOAMepNsrxQTb2/pz1JbOrnv2f+rfPjlAQiO6VaPW2uU47WkmZc03xrgV+1UuMm89Oe2PeA99avtZ+OsAPr3rXzXdN8nAMCrWx+OgwJQAApAASgABaAAFIACUAAKQAEo8O8qEAGEewPMW89MNP6z17+3frce30ifswBY2o1A8L0AcB33/P7s2fD59uefj7+dhGS3YtGTBvPra9DhXto4XTfHUO7S2Ss4/7y+uwUbnqAdfHZd7gHA2UFVGhAAtLnoNwfAdjxRqmkLSa1DegxAC9AraUwF+FogbFOYSthVQDxYBmf2X+saFE2+JAA2qbvt/P10AMzjlb2q1E7tXJ4lJXM6itPisu2yAmUBy+XPGocHAXADcq2+do6b0rDUDt7M0wQAt99qjwkcpgc3shOYQDenEZbxeBB3FQBTGxciquVFwJoefflsAGz3k58KgF+S/feN4C05wB0APEqxbOsw271Kz3edy7JH5tWRyDnNLaHdFqvnAfAm1TQA8PV+wKAlKAAFoAAUgAJQAApAASgABaAAFIACP1WBCCDcG2DeWvdo/Gevf2/9bj2+kT4/DQDr8XRmZgDg6RI5H38AwDOBz+t7dodr5+8CwIW7E/6gFwGIej7dNE/JV/P7Iz7/CQCYrh/v39EDArZGJx8vAIH+pBSrWYbsXPPcdexGFJ24XwIT/FTOGmbx8QLmeL5mAJhTmPJxtwDAErM2HbBEEjuxt7UzZzWA7Txtnap+iuNlB7AAYJPJovZzUNu5rY6v6QCWB6z6FMet1xJmWaf0sIq4hbUjVuJRx8x7ybt7ewAsNYDZ2VvBHHXXcdlHDuDa39QYrbnXNN8E8ggi6vXXpfwt4FncoV4KaKkTTG08X57z+npNLtC879EeUAF5HyfWWdtmxv/brC1ez7yuRimorQP4klh1dQDL/uQ8tNT2o7K/iXM7eHDiGg5gu/bFAUzu7b+pGPAbFQTm2UsCsL7ZIU7/VDWdvT02AsF63ejvL4oBFpr15hTj4p5n5/jK66JqhtMpAMArquEYKAAFoAAUgAJQAApAASgABaAAFIACUKBTIAII8Q3w7y1oNP6zo7u3frce30gfAOCzkfMzzj8ffwDAs0g4r+/14uweADjq/aiWsOe4FRioNY33bz8+W2r4OQCm/ue+ZNckOxg9mGlv/EsSU6ndek0H8GcAYNF6NA8aANtjJJ2wzP0IJOvYGF0vet/Gl63/ukl9q2pX9wDyugD4aOkBmwLaAmCKM4roBm7VAwkDAMzHtnXgOYBFx5YOmt/ZkwJaHmKg8/Sc0/tPxtk7enBkDwCm61ASZ2KZLy/lgZQi4AoArvFZ00hzavNfv35Rq7nNDAqLdJyCew0A2xqzcq1rAmC6xvPz5wJg60y262+8z7UjBQBTHP6PUkCnXNAcowm8li+p6hDPMf2Uax9rGO/V8GUnuLTlpPNWDmDpTX1M5yAArnGcwLWXdho1gKNfAPgcCkABKAAFoAAUgAJQAApAASgABaAAFKgp80ZSxDfAf7aIEWC5tz5R/24+O8YRZa93tpbkmRSjZ8Ze6/2q+9/eWO7VvzNj+8xzz8fnrQHwOTVOp4AOLn9eP/8C0bqM4nr9/HF9Q+rZmyFZR2u0Dr+/dqbulXZGoMECCqll2s7b7ICDrrEu1gHHcrRav/lf+c1ex+YY7Ju3jl2//eas7kCWXmrpcgS+KA7smK07eCVGZw5dGoFtw4O60oY+dlQrWINdz1G8v3Z003+kqcyE/tyC2mXHo6l9sHE5Mo+sL+uY3tNHDkTfav/cNZTgcN4Ykm+/fO+3fjV99JxoCK7rBEuzOsV7/c4VkEbOWHH6m6+BZkLt62LnPUXVqJX+UbfnNcrtMqXUz+2c11QT+C3V9N3EcQG2kYuXwKHoQgBYYCI5UnWbGQI7W6bniLdu3pGL2IuTkQOYj02a0tpPmQkuVNs5/ddqAA+2s0Kx7dzTky0rv5GjPcSufXHu8h7a6k9L78h4+/flPdcBfk3pyB+TzjnJgiqpoLNOjEaVsGv3kZ1n/QAIg2d2oj+WmtU6vqsOKXhHmQf0vkTHXNL/2LmiDtW5TsJFRSxGY8P7UAAKQAEoAAWgABSAAlAACkABKAAFoMA/okB0+2Dl5s1Pluqr6xP17+ZzAwB8c4m/8wXOxycA8C3mfx3g+ldfP/+2AHgWX9XFOIHAXu1WBoaSrpNAEEMMzxk8AsANrI5uz/cAuL+L3wNgnoHeAdZBALVEbgGAZ/G3ur7PAGDvXA2ILeCdubtlLJ6rWI9TxtVc4fwpOQNX4CrNgzhWl6Fv6UA+N3oCo3zvynxfCwBbgJdBYAVscwBsHfR6/WkgT3qcBcD8YAIJ1gCdXI8AsHbS59TMBwBwbl3WFrmAEwRucVFS+04AsE4vLACY4o5SQNfUwqbGewSAa/ym60YAeJZmeA0AJ91IOwLB+cI0/6PdoE/9nNdK3nf3AWAPdPO6a6nzc09K6mb5zK4xAsA0Xy+UAprqURcATBNaHwpIJ1GsTP9/nHRul+ZZpeu2SmgALA/s6GV8BABncO1khQAAnn0r4TMoAAWgABSAAlAACkABKAAFoAAUgAJQoFMguoELADx/vv7e+kTztxzudEN54AJy2wjAr5wTgaJR/6L738vjOnggHMAHhTOnHY/Prw1+ZZhwAPtx0tbvOQAcReFqDddROx0ocmqGtnnmOrzWZSegrx3Hf2vHbmtuchtbkNj62H/n8BpiHSu4SfuvlJn0HKeyf0UOYLkmHUemUroW9fhSThSIqXWI5kR/7rl26XP7vv4ezX1IqVszbCUHYu4E/a//XSwAWNK2ckrtsn+U7zQP9FM/ohTQDbJxe4TCBIJpwGtteAKo9sBfDXMrIFUppXtdbapg/nQE0DapqssgIpj9VPRjCExkmh5OaPHY5o0ds1sHaOlXeqhCQ3e5LqVulpf9rSBxb9M953kwAJi7xHPkAeAoZre/N/rvH1oT1NXXBBSpXx9S29UQUYpBDWa9778LLVxy/tIfTl3Xrq/F6izr3rrxsxY5ELk9HQMz5+h73SB4f9KQszmABQCn/YAcviVdsu5fjavq1KbjSKz0nwL9I/0rUDc1v+3vaomXtkbaAzrUto1jcv6+kWub6je/pX+UPVfGLeOVutGsWw+D84MD5QEDvffTsZ62ecgpBouiecjNAaxcysoBHGW80I5lrSEAcLSi8TkUgAJQAApAASgABaAAFIACUAAKQAEoUBWIAM29Aee9p+qr6xP1b1m/KwLgo9C3u8F157x2AMDLkTM98Hh8AgDLTenrzETfSrRGowcw1s8v4HIwnSMwtzrmawJg0dv7zrNx3GpE9k5Pz5WYgaYCXXsBMGtRUtIa0tjcmXzUXgew6DwCwHYejq/n+YzOADAPjB9QsqmhxZktwDgrpQBwg2L8hWKB7woAZqjX+m/rtHoAXgNg73NPjQxQKwgrs35nAEw4S+YmGUE3ALiNg9f5dn76uNTxRn9fAcBaK9aSUkNv04bLcQL1qgPZ0EHPyT8CwG/VYSzjKyA4pYPmsOxBvABgC2zbuBmq6hgqU+4vkJbrOn8+hLoGAHvH6QtILVxxmo8AMMHqp2T/5QdCZj/K/A0+egDiKAC2Ys0A8DtB+9y9VOt3k7q8jyPeTzi/Ou0jEhe2Bvt+ANweeiGQHu07NV6MQ5zOzSORB3SSgHf+qezHLd6FAlAACkABKAAFoAAUgAJQAApAASgABb6OAtHtAwDgH+oAnjl4PSfwguM3gkKzqI+A07VXTNRX6Y8FKtQPfe5n9/vaOty6vWh/adf/asA3uq0qKSlNMU4rqL2Be2XB1/Xdd+HV9TFqtZ0/cgD3tRWlnToecZQdrOG7OlqrX+/y1WmfLejhK9T9If/lvcAdP2201yftoOwBS1sP/TXomuRxLCmkxSFbGq8OwZK6l95ecQhvHaxjt60eR1RLdwY65FybXjvr6gRgHYcDggny2Bc7iPv03cvgZQBexYmtnbYzADzSX/oaOXBXj9s6JPv1ZaH1slOYUu0WqzkBYNazOYD1ep3FwmicFwcq9lPPDz7wq8HoBg6LE5SAsPkKsQDYnsNz059U0wMXwFzrCWfAmvpChbHzun98eE0Q2AJgG4O0n7BjmJ3s9N/lota2vw22ZkYAePC9ksFgOmcDKMvxG93KDxidFlk7gNcBcI3UToIIAMvB1tk8ipfV98UB/JoyCdDekB8KSHsmzRvX6OU5yM7mPJ+8f0sM132idND2z3Ni9w5gblNnwgjTuud9r9/HOgdwjQX+nsnxCwBslxz+DQWgABSAAlAACkABKAAFoAAUgAJQAApYBSKAAAAMAMx3yGJAV12z6tDVrNKfDVJXARcA8Lk9M9pfWutxfJ3ryd6zAYBnikXr1QLgDecQJ5OR+asC4M6xl/qcs66qvjNwKQBYi1NqOI60HLmN7fVyxllJZ5wAcEI8pR5tQhiKivxrALg5gNcAsMyDTUE9SxGtwWYDgBzRj4/PXa3fo3Y8C3BtvESg+LMAMMVgZozlgh4A9oD4qP9P1fHc9n8LgJsWZY6Lg5KvPU4x7wHgrZPfB8D5J0+Gt/KAD6Vsp2Mlz3Ja7VRnltILT14CgClFM8dLcQBLM87pHbw1jk+5VE3hrK7N/W0gM6ealle6fu1LGVvuzxQAPz08PycHcGpGmHWkX/T5SKq9AFjvvzTkkQOYAPBbosEfBO/JAZyAL8WXgF8N/MVdS/t420eL87ssbBv33d6b9ZQU0BYAl8wEwc+QGABTwBQXMD38AwAcKIqPoQAUgAJQAApAASgABaAAFIACUAAKQIF6o2MkBQAwAHCOjZ0AeBX8StxZoCS3ZSMMd3QJ7wXAdB05h/6MANjRfv2088YA2M6wAcAy8XfjwlHkwQE8i9VrAeBoPcweMKgAaOIi5vqxLUVznwq1XX3roGQAJIylA8DiziqOQd0+tdingG5xJmNhF3LKu1peGdyQg7BuOoR/pV6lgCk+eC8AlmvQeQ2YZRMhAyMC3cqVFjl+R/PlAVb92+I9c7ZGw3SKbdumhlbSbz6/fwkUyrDIOE3t75oRuCI+2QHN0k4bjwAiAcJc21lAMDltbfpYH5D6IHMEhu01av3jsl9aEB0B5BYHlkiqcVE8JyCaUwJ/cHxq3dp6azGt+8UprkuclnWnawzTJ9RGBICzA77Azke1TrbzX1ySClZHgHIUF7T0uF8NANO/UpnZBBhfVUrnNo+ZbRc3rjiAJV5r6nb1/Sb1gLs+FgDcO3Rp79EZAvo9hOYn97SMO+8nCXnSi2ri6nmzc9acpen8RH2fn7nW+AgAN82pP30N3e2KHK/Rtl6Ko9sE7AgQy3k2vl9SfL0nOP/ykmoAWwCcutFqnLOOvLUy+NUxkEel3rP90N8X2WVM19UPQFLta/V9YBUISyC8dY2lftKGxE74379/AwCvBBmOgQJQAApAASgABaAAFIACUAAKQAEo8K8rEDn0AIABgPmOYUzitAMYAPhf31l4/ADAY4fangixN6bl3Gj/3nMNfezqAxKj9kcAuN5ALzDTPkhRx7OYOnsvAPZqwO4BwALeLGCLALDo1FJMMyjUaZ/7fpwHwNR6BToGDNr53YANAl47ALCt/Wrj4igAbnHeWiQAbK83TRlNp5YvpNHvmRkA1mOR1MntvTkA5j2wQdTcFRX0Xr/19TxYnNswkHkEgDfXHgDiprNNHd33/+PhNQHBS3ZQivtazp0BYNahfCeoBwouzg+FDqCVGrs83uZwfS8g8+npuco1mkPt2owA8Gg/GwFg6it1hWCjHiM5fvNaTyfmvUGlYBYXsHctm7r5I3lWeb4LqBSo6wDgeky5pgXArgM4tZfPs07jNEcEgH/9mjuA63ooNYij/39hBGxb/B0DwHbNUApomuu/f+cOYDnvLADO2pbGZGpIi8fBwzOj2vWbB2xcAPzx8OfPr4c/v+AAHq1XvA8FoAAUgAJQAApAASgABaAAFIACUAAKQIFvo8CtAM9GAAK8O2r/RoBoVeBbOWmj/tkav7a/0fmr4zt7nHW22PaOphxd7VcUf/EN37tbeVeHeui40Y3cQ405J3n6a/AS6T/qR31YYxBAunah10ZbH34KVDn/vQAcasPT6qijVPoU6W9rOm7XT+T0Xqn9q5y3OcWrBzF0LdNtytI6HtOdWoN0MJHe/GdQRs6z4nzu0pQOUplGx4/iaJY62Tunznf6vtHu1j4MWy3O2kb5ftrOd5sfH5ZyWxb821Su7vchxayT7ls7lWcpiLfj345LAPDM6avbIfBpXbXDuSngWT63LvbtWmC3MoFDrpOa4J9A29wWf041bMl5m0FmvQY90EAx1wewviY5MTMUK/NBf+oU0F6se47c/mGF3nEtINbC6NF8j4CwDKNdvz0Ax3sfj5NqylJskbOWas3SvwX20ufvT2V/dB5oEZ1zQyWtdfS94aUjl35wbeb2orGR89fYha1lAAAgAElEQVR7eKhlEPCu+Joc3sklm9I/2xrAGviO1ne/DtteOPou4/6Lnjq+xw8d9g9AOCmgU3uUFeAtWbTfUhposq3TvL3RfKmfuhWa1zinv+hawPGDj1bzHOPKdT5ylfN55oELm62iAGQB1PQb/c+f5wR/S0rxJFz0DRbFFD6HAlAACkABKAAFoAAUgAJQAApAASgABaAAFLijAp92ewcAuJtlAGCWI4q/CEC28/fdSL3jktt16QhA7mrMOVj0a85RdoNZx+be69wLANt+zwDwyFWq34/0twDYXj+Kbwv4PMionXXs7tsCYJ6z5oIcPdhh7+afAcAUExYC7x9/HFmcRrvUJC4AI3S4qYwSW4JxHABvgW0AWEbDK/1rrlUSU9pqkOosALaZNawWNk4sAOY92h+ETj9NR3Da4XFGAjleA2DyoXPcEvzl1Ms5xlNeYPovOxxTvFPKck49bB3E4pBO6ZJfU/poOvci9XAp9W7rPMW6Xo8V4iqYZj+n8WhX/ggAD6d5IB4t4eaep++uMQDOc5AhcBrjS4KNCvZ+EEnNB/i6t2VQXOIGAHoPWMj+13+WdCjUWtLa5/VvriuaagBsndxpFA9PaTyX58vDc5qrnPI7zwGv89l4aL+ZAWDrSLfzIvtI7vsEoloArNuhzxKLz85sAcAfKU4+UrzS+/JTV4Px9qDDPgAs2m3jsk/RbR/CafuweWBiBoAz/L1k56+8UAM4/n7CEVAACkABKAAFoAAUgAJQAApAASgABaAAFPjSCsSA4sbdH6R+jgBpcwD6/buV81euttq/0c3z1fOj487Ozo91AP8QY3AEIM/Ov5yvb1ZrR+PR9mMAPE9dfcQBTH0Nax6qY0Zj9hxtIx0iABzr1z+44AFg2kN0ndd+zTLUIlBlj6NrR+vbKW0bdlkcwLl94wJeBcDWMRtd1M7rKNWrdgAP21RORi9lt5zH66Cfn1m65Wn82QegPACcBWUnrK5R7KVf3qaKppM1OJZRzNdZD7r6OsNtbxjPju2HBcANnvbgtqWxbSmuxelKaY0JLGYQnKBghsHp75dUL5Zf0s8GTjNELnV/mzs3naNqM1sAzOtj5gLl9lcAsI37+PdJg9S5HwUc5tGZ1O05rvL4HpPbNCXJfml1X6PfB0MA7ADj5pJt7Xd7pAHlWTtVg5b7Wb54DWjsQeb7w3PSNdcATv+tAWBydm/3M6173pdMOnQbuRoAt/jeuoI3AJiGVUKFPnsVB3Ci8uQ8TwGa5i2l5S41nLkvCXKXk0aZFLRm9oEE3XdJSV73JjUXOo63TvTYAcyx+vjwf7+fHn795nFWhzocwOPND59AASgABaAAFIACUAAKQAEoAAWgABSAAlDgOyjwXQFwpO0tAXB005X6djYFdHQDORr/6ucRILp1/r8o/uAA/pwEjF8JAPfry08B3eK7B1wzAKydbZ5TuHO2RQujdODzAXCDM6LBHgC8rc27ulO04wQAa3e1BQ/Rv2cA2HNmfzYArmA70RDtrL4pAHYcwOw47mGhOGa3M3ccAGuQu5oCmq5/LQBMbRHkonS62Umc/s0xlJBahr8JGSZKyk7RMQCmdnQK6M8CwHYuou/vpwJgvW3GA8DcPqV/fnh4SQD4vSzkjxIz7d+j9Wz3UYmp3klq98VRa/J9IYBT1xbOzzo4gFKgKM3fKgC2GRysXhEA3rqPtyPyXMErDmCC8S8pXunP/KI00AoA69+BRwCwjJXXu/87YPM9ZnS3jnlZH1WFlMeaYvV3qvn7fwn+1ufmSrjAAbz/+xFnQAEoAAWgABSAAlAACkABKAAFoAAUgAJQ4EspEAG4W3W2goiBA9gDuNVVqGqsSf92A1+vHrEerNOvGfi1128OyGMKRjeQj7W6PSviXF8fAJcxKYcO38b8GSmhv6sDWCKt7S9zJyId768vvhNN60E+pz+jGsIaMMrfZ85egUarAMSuJA8o0zHR/G3rN/Yty/pjwMIwLKdiLQCJaoLq9N18tgcCm37d1hbxddUd77tiL+jdOtTaBdo89f3PEKh0WpxwFVKajXf4AIBTgsC73qaucUmrXVM1G4ehrUnbrt9D225Wy3cPH0vObT1enpAGVskJOwbA1nHL5+lJtTWmtzWnPaCca/FyzuWpi3zP94NOAc3tcnpleWUAnGsQJ+hOn5cavvm4nPqX/mNERV5LbsM6tPkBCdGFUkDbuF15gEv6ZGE41eHl+SnXIbcyXa/UUrX9aSnW7f7XLzy9v+lY2YwvdZ40f32Vld5SJuv9UcZsf5dYLbw02F2sln/o83SfNADW+4oGr3RumsHWbILWdB45gClbt+sALke3+OYU0aMHwppLm+fHi4s2p9yX5nj2HcByfHsAhNtOR+dzyfhLDyy8ytxffmUDf9ZhYV9t109AnzQqsZxTn5ufL+/lGnZuRvPZjkvJuM0izWnS0zrK+0/67Nev54f/+0P26pSKO+si/5ET/17/H4IXhXgPCkABKAAFoAAUgAJQAApAASgABaAAFIACUGC3Ave6vXMWANebeWK+2GuUPAGAvXLGAMC7Q6+7CTs6O3YAlzM3ALhGyLGOfZGzIoB4rW5e0wGs2zoCgOneecMlPgCWcYuTzupgAfAK2B1BjhWNPw0AF+DEi4fgIcEDuqGviQFDNH4xMMrZWgtH1QBduMLKAzTZwUcpX03a59yVAhlmgHekY+/MbmmI9fECgjY1as0+vpICXNr11tbGcWgcwHYMKwB4C0kbHRqlrP0sAFy1UGBbg9pZTV9vPj0nsb5GX2vcuPdTHywA1g8zUGw9l1OeqL/KaWr7koyN+UWgq18bowdN/OiU1OrajZnjvawDAtIaANtWVgHwaG1sQSalJWdAlx8KSR3LtWgTmKbfJR+UtjwDyP4HEQHXvH4HxN5bt/ra3t5In9cH1ajtMh+yv2jAaQHwc6rpTGvnkmoYP6U+b2oAO4LwAwP+g10jADwDw/sAcNNTAPALpePOMVsA99Nzmoi85dYHf0b9lbnQoNzC+MzMJ+5fve+KXNvryQMlrf8CgClGLmlBUd3fxOLzi/7M3ylUcJqGAgA8Wpp4HwpAASgABaAAFIACUAAKQAEoAAWgABSAAt9DgZ8KgOU24ZALAwDzDb7AKLvH4XUk4qP4AwDe+2TDvlkQ/Xsww7CA42PdSe211XpjHHA112Q7ojrY0lv3AMD7lOuP9gCwdh7ziLa2sK2Ds2+3B08MdjWk5LTVXKe0vRjSymcyt6SvaCwlOj8bAPvObN+xTONpgDTBFfXahGXnqm0HWqBbPxG7ojjhygfblN78gbhVZzA3HyfCpvY71zA5tlWKZxtrvpOXrtuPexajAm71MRZ+6uuIthIf+rO3QlDt+bN+2+uLg1jPoz5fpw2W68h7dXvonkx4fPiV7KJkiKa3cwxk6MitZudiCej6EErSXO9h9kGHBmjbXtfD0PSQhXroQfrf3uP2vQco9H5IiNB72QcItvra/ZfjSgA3hdXrS0pDTPsAaZD00QBYxkIA+DW5VenFWnN/xFlKEFb/Ox+XXdfN8Sx960Bl0ZvazA+YEDykObGOaFUrONd4TpP49v768N/v5wSBpTf0gEmvwEcmqvwSZ7f3nXQEAHPM+N9zen9hR+wWAFOsvqRx1RTQ5ObPDu1M59nJXqC47bOu6SsQ2HMtZ1Bc56xpMwbhJl5S/Ova2GmWuJG315T2+ffDn1/N5d/WVHtQAADYXbZ4EwpAASgABaAAFIACUAAKQAEoAAWgABSAAt9HgQjA3Wokt3YAAwCvzVzE9wCA13S81VG3dgBfGwALwNmCo/sAYH2Tn/6+CrT3AvDPBMA21jwALMfoFNGfAYCjdRAB4D4dsg+AZc8S6JOveQIA5xgRYFVAWAOJPCKbrrjtiwkAFtiej1sAwNzvnnSdBcAW5o7WYQSAG0hbyGFbdNFzLuCY3ovg8X4AzOD3cknQUMBv+aKv/TbOVwtYjwBgPT7rBK4pqQsf1PvALQAwrWeOV+4VAeAXAsDkAM7/7gGw9P05AddbAOCP4hS9pLTFeX9JdmRyIa8A4JfXl4f///9+JdA8BsDtoQleg9Eebn/Paoetd+5eAEztZdCdXdgfD/9LeaBfk/Y5/jL8LQG5EwBL37RreraXWnf2xj0sJ5eHTur+lgHwx8Of58vD79/psYCSOYX6X9eGejgSAHg2C/gMCkABKAAFoAAUgAJQAApAASgABaAAFIACX0CBewHeOvRBjd9VaaJ6fSupS1ev5R0XXf/WgDTqewRwo/Pv3f9xfM6cp9oVu+5QjbS4x+e3BrzRmG61P7R14zvfrlXj+qx+W8en77iOwPEWPFB6Zlbfq9Er8xI5gLfz56d3puM2aWrJiOYsD3pPaj3SeUdiwNNjbzu6Bq8dp9R9Jajiveq+F2RysDV5N9eZfIH4NXq5BQHVoxTQLa4KsOvq/Earcv1zC5KjM0egmeOn1RrWDkUvVm2qZwGwAoDFgTtyIGtgTe1v0jRPvpjo2EsqHstO4OZ2125vwdd292kgrMxjGVx1DJMO2fnalJQU6jzvvsLdwwjqkHFKcr+GcTtV4mZ7vb5NqQmcQGROi82AkmtLJ99xfdAgAVr6984fDAJQ3z+0e5gfpOH13hSOYCvHWNI2/Un7z9vb34f/MgBODmrSNmczaAJXqJkfqphnwpBrj1KqtxgWXfv2etd3/KAQdfPllVJApz+Tm/Yxkfj8QEMSX8PYIz9/vX10Zb/trivO5rK/8R/vuY///XpK7t8Cf2kGq92+1ViWsAEAjnZUfA4FoAAUgAJQAApAASgABaAAFIACUAAKQIE7K7D3pvzVu3vkDpjqRARgAYDPzRgA8Dn9zp59FmCevv6NAuC7A2DroPxKALjNeQN29F6XClfg840AsAUq9O+crnTgpPVSMXsAWKcjZmftOgAeperlvu5PwbsKgDX4suPnfLw9OBzBwtW1rF3S1vnLcUDwz3fwrgLgLn116ZjnHpbrSfwROKY5tM5KAY/Sxqh/2hU804OY4FOCwAQSqyNc3NfpvbMAWK8nO3+zfnkOd318WwfHAPD2+6Ktj7/JjZpduDneJBXxW035bAHtSrytAGCas1ozNsNzW5O8T69NPc4J8RcA8BbGz0HwyFnvpVfu5sWAcfswTdvv+G8ZACcmnusAJyfzRwHABIK7a6mY9NzG0e/z2feOPLSwyT5R4Tz1lDMUCAB+Timffz+nf1NG+pJG3d8ZeZwAwCurBMdAASgABaAAFIACUAAKQAEoAAWgABSAAlDgjgpEN5iWu5aLmc1vvnVtnQS/0hYA8HyGdhp6No3diP+th9WwAwb8lFSF3DAcwMsCBwdebX8wNW4BgPm2uh/eDc7tdwD3Exqtf71/Ul8sLDg6/xZ0VlBU6ozacY0AsK0bS6BQ3L+5zSgTsarhq8GoTsvMUGgAgMX16jxJtAKABbB4euT5l1S9BbbI7B3Zdz3Yu5rqeftAw0iPbczKHEUQV8NdC3Kjc0mXDI5VwGb4VesmF+Uo5zHNZqkjSz9JqIYsvfLhkoG3/KlHSVNRUxPLRGxSfjcXpMDHvG7Ugw3jdNOSntm4SzUElBTVqjZxBqYbt76qIa3SWo9qWlOckUeXagO/JegnOn4U5y7F/wwmko6zn2ytHdFavp+T81Wgv6qVbK/V5p/Oe08pvPn35K+Uy/uS/nvKF+++5HlO6wSypjb1Me+xlI+Za2zbfUem+doAmLROxt8Ef6kG8PvDWw4Sdl3ra2pNvbU6f1ii/QZyndEF9NJn2t2tQT/V/JX4+pVSPj+nkuIkPaVQp5f8WTtt/gIAPFIG70MBKAAFoAAUgAJQAApAASgABaAAFIACUOCLKHD0Bv+m+58IgCPoq/t2CwfwnusfuZF/zdCIAFB0rXv3HymgdzxUEU3mgc+vtj8oANyvn5m/6ECHzSlnHdSjFNDXcABTVz8LANvrWBAmfbk1AB7Nx6oDmPp5BADb1K8CgBsIHsVhcWIqSCchdgYAtzbmKeptKuXZitCwXIDatQCw58jVTuIeMMnDDez2XYG7o3FZaGwd3zbFdgZ9OUje83Wf0v/sBcC0P8nvBrv+dT+7lNIJ8uX0xSo9tAbDuUsKJtuU0n1Mcf91yl7qz1t5sInfbwB4ZZckBppr01I79N8rp2xu/ZA581Mfp4nMALiB0t5DrQEwzXnuYe4nt/uWIHCnneMC5rXNADingU56PVMa7wTwL5wEejPUNgfHAHDTmJtuzvZ2re7BkbJx9tkUBEy3hwNI6wqAi/M61wAmB3a5yGq6bX28Bbk1bpzU2KJnzrxAc6J+DPI+TzrTXKW0z79/PTz/5r2IwpTeo1dKBD0NLwDgldWHY6AAFIACUAAKQAEoAAWgABSAAlAACkABKHBHBQ4DnpkdxHMCm+MjiOqB2+gcT8ZrAuAj1783QP25ANjOtjiEvPfvuMBOXvoswDx5+UP1X/maW6DW1o+GAcWxpxxuYz/m/tFcS78IjI7cc15aTxrFdt/NSU83AzzqABatqxvRpF+mG/v0md3T9u5Xq98foo9OBbsym3r+NMRl0LbmAM56K5ck/XvklKx9ku+rSVaLCADn6xR+sn2QgOGorBOvFu7I/TzTbZba2QPENuWy55CU87y0zdrJG9Xp1SA4SvHs6kEu1gISvbS2oot8Rn9e0vw9pXy2T+QiVV+GbV56NbNTU71GINiLewHAlD6X3fStbm0FjcZRbONQ1yBuenGHXhNIzMfnNhog9tfgdv+ltt8K0CP9XxMETurUWr3abfr0TjWUOXibY5Sv+ZHhdLFVK63EaZqBY3H75ha6lMPcHjv5pU6wranbADA5gDMAzhO2dQBbKNxDTu6cXvs8pt6Fq9epBsASox2sr3Ww5w5shuwcr28EgOn7kFLWp33lPeknbVJ8aR1EbxvLozVfMyuoBy3ssfa7KT80QVZwmv0k7u/fqeYvWX05rOqeRe1Ev58BgGe7MT6DAlAACkABKAAFoAAUgAJQAApAASgABaDAF1Bg9Qb+pqt3BMD60lHW6egG1p4pEFiy5/p7gcqe/qwc++8A4OEt0hWZvuwx1wKYewaob3gf3h8mAJhugLd16QNg6e9Zf/AR/axbivpyewDsz9A1AbC+ggXAR/ep1fgQCLF6vKcGzaW48fYAYC8GQgC8sGBWADCDulKLOdcsZvjUAKjUae7r8oq71gLWEaCd1e6l69n2Rq7cGQC2klAbIwDs1eq119Tt6fTV9P7GHVmcvRpS6vOtu1HiLCUgzoc9EghOVuAMaSuA1CmEuTUCwB5mZADZXjamZM/I9VRvBIBfUlHZ3H+yxSoA3OsocNPfORvgTnOXXMuvCQRnV/Abj6/qtgiA2fnLjuSsnwB6AcBFN73uRX+eF89hOgPANgr7fx8BwKP9fua+Z/DK194CZnFZM7R/T1rkEaXYeKc1Q/9SzxlICmY7spW9cgSArVO405nSpicATKm1n1PO51+/5DEUdm7r11Pw1CMA8Dwe8SkUgAJQAApAASgABaAAFIACUAAKQAEoAAXursDKTSa3k3cGwBH4lT4DAJ8LsaNg6NxV29ktPkcO3+hK8xSG0dn3/vwIwDzaZ9Fa3zxeb8s6WA2AINNReeurAmBv/BZcjkDmeQewr7QH5PQ9eVsClVrx7tlvAEwBEPWhlkEK0ej7wda2HcXLUQCsdaVaom+phrCuAzwrTMpDIsC1rf25Te07cGA7qZ9ljCsA+D0BMg0+JeW0B4CpXZuq2jpldTzYmr/eZ9bhK31fSQ2t5/ItOwb55Tl9NURbTW1Lbdn+jfr1XoPa7uc2LTB/T5DTkuY+f/+XRVLhbyK0lBa6ZFLmMZUMBDSnOgW0pF3OD0yYWr19HWlOsTtLAZ3HaxzAtoaxOGur81iGm5jda4p/6wC24JvWSH4VYL5JkS0pmYtDmY6nuSNQycZY2bflwQR26eaHLy7JUZ1BJuvbQf50vScCnPUBh5JyuKTitg8E2Hjpx8E+5ec0SbkGcKpLS35j6p5ONV0frNikNs5Kq4ct2GlPDwH089MexrBt6X2P9w/pAcu7AoBpyby8kAOYYoodwHl2ko6UUjtPU0nNLE5geY/+zJqVBxLkmnmGahrqBu0JvIuG3vqrDvTcA14Xf/77lR9WoK5lP7fzoxoAmOcbLygABaAAFIACUAAKQAEoAAWgABSAAlAACnxbBaIb/MOBAQBnaSIQfW+A+nMcwADAt95kJIUnXWcPxOF+/QwAPKrte9YBLHM3A6HeZ9cCwDZ2BDBxXdCWsjXvaS5Q4Rb21PA9E69ynadLe5Agx2cCwNpR+1kA2APdRwFwr6OANkkbLI7VVkd3pKM8qCF/5trIBRgKCDwLgC2A3q4Pdi7P6prO0kSvAODs+k2BynHJAxQWu3UaNwCcgR+BNpVyN7stU9pbAsAEv8TyuAKA6xpWTm5KLS2pnvPaKTWAPXeofN7Nv3mCwwPAXK41/R8CiPQPkwJax8cIALc0w6UmbwHAkiL+5e9rgbfXBcBSf1n/zhQXtwaW/d7HDuCnFM9/flH67gSDaZ+i/Sc7jvml90YZX3uA4nIYAOf9kIomq2uMHwTq90UB/Bmzpv/z938NAOcWaQ6fdAYMPt8CYK9msp5nDYGpvxEAlnOf8g/W95xS+/fvZ66PnbQFANbq4u9QAApAASgABaAAFIACUAAKQAEoAAWgABTYoUAEWEfOsR2XmB4aXT+8zgz0hicfP2C13u41Hb5eb6N+3BvwHlf4a5w5jk+pP3iun199fj7T4UtKVpdrYIyO19UsOXOrZZudTzd8CcCInKhRDdiWmtc6CuedjxzCMzDGLTdop6/kxa23F2mnIMNcbkVSvdrUtXY0dv3Nvo8EFM8U0XVD5bjOTVdSw9JnM9e0nc8KeGwt3yC+KsixTt70vdbqfao0zZkxMhDPfVSwzxs3tdHcg03/NnYLkvgTO78Cbmf7la0JrPsjrmjWdds+X7OB2hx5CvTHccqORO3cvBCZo3Ypo2z6zGtPx0AH/Mq2QOfKFNLfBXzJsZSmltypct0McJ1+e9eRuGvxxw5amuJLerCAap+2crB9/e0MhLP7Umrk+vGqHb0a/s7SjvP8bOt92zVB/R7vw21f1bHzltI6c9zyfNCeYF30PGdUW7e18ZqK1v4vQeCmR/kszTG5erP+pTMMEVNy7RIP1N7l6TnH3VtqR/QmjUcv6mfuV3EI6+NyLKVL/Pp1eaBs1+IAponLum6geSP5TXf5guv3823q97LOTapqjsvtbxBe7/2oeLz84IFoTTWAX1/IAfxWHMDp0+Qipp/TH5QmvHRLYl8PSfSWedRX85zT0YNboqfMH03L7wTWnwmum687O7bodwBSQA9DHB9AASgABaAAFIACUAAKQAEoAAWgABSAAv+KAhGABQD2IyECr3JWdIPqbJxF/fjqgPHs+G99PgDwPuB4dj7+NQAcAXabkjXar63+qwC47lcbS35zgGqQQ/vKBqo50F7vf+LmpWsJXjoLgK0eM5BOnwkw1SDYgmMNYbzvP328BcoV6gmg3QGApX95LnYCYOsIlPn87gB4VBtYxqfBMP2d6sZK/WUBwFnOEnAa5uY4LF+QFlzlcwiYmaqjHgAmiEYvSeE82wP1dfI1CqTkuGlpcpNnMkGw3znFcG7b/JDwALC39ke1pG8BgJuLl3rC+4bdI0YAWM4Vh7AAYNpzcs3i1Nb//n48/K0QuLSvAfgSAOaawnpfzCA7XYRSRMtrBIBrvKU2npPt91eilREA5thgx6/sD80dfDsArB+04DBvAJi2p9fE01sKaHooh8RmKK8dv7Rmclle9XALzZMAcnnoQQP30YMQ8nBE57rP65P69pE0TWm104MPv1Ja7RxFAMCz7QSfQQEoAAWgABSAAlAACkABKAAFoAAUgAJQIFYgAgpfFgDfyfkrikbg9dbgd7UfAMDxGpgdsQyAxWSz83JffX4iQLlzuJvDRw5Pr/arPjleX9sav43lfJ4D2A7YOoIbEOjpqQZFtpanbnN1f7bXqaDdBGBzL7KDTl7s4OR/Cfylv+v365yRcU4cZEXqDAeKQ46OE/AbOXrz9RR4sHVOuT/GxRrUxdU1d/Xft3V3ebwCFLXuBBq7eRA3Xgmy5XWt3LxdXwqplHZ6By7XDc59GwLmlqJ55gD24lPmuI+z/kjql1e7WNfilfjo29Eps7cuUwsM6VwLlqqzt2igU01TXVMBsRY25Vi124JyB+t41/uSBpvW6UvtiTO4B6AldswDFRY0y9i0G1hqwT4nuFhhNq+8tG56IvZefgd5j+loh2h1kxuHuh2nxLukMrbrc/PvDO4UOJUavwnMzp3QlCqdgaOGsTU1OFXzLemqpfnXVKv29SWh8ZRmndyqHKd87RxJ2a1L73NcSWpuXieUWrvVAJa/z37/eg7gBoDfGVYSAE6XLJyeAa9T+PwoAJax9w/fUAaAEl+y15XfH/wQyTb27P4vAJic1a8vKb02OaYLTJef1nkdpXZJKwH3omXVTdWv1uvczr3EfXZ9y0MPqRPUVYLv9H1AQP35V/qP0p+r75rZPhT9DoADuN+38S8oAAWgABSAAlAACkABKAAFoAAUgAJQ4B9U4J8EwPom6kGQfE8AHF1bh/EyiPgHY39lyMsAeKUx55ivPj8/BgAr7d+7G/S3TQFtp/w7AuBWz5FHY92/Aic8AFzjm9xvNwLAHSBQQMlqT2uZavTSywOnHgD2UkazBozcNqmgVwCwgXjsDLSpmAXg8ig+CwCPtjFrDLc1fOW8Uepg+dyrqWthka3vvQcAt1q8/HCCV99XQ2Cd6Zgcvwy2Wypp66AfAWDtJO7i0aTu5bncPuwxAsD5+BTTCYdmhyTBxQwzC/HVKew993sfNwmKSmpj1UkLB/MDJ6qWrTceeU87Rem9VhvWB8ANyr/l+aF0wwLO8/osADmPuFDAXEGhyjkAACAASURBVAs5vQgASwrn1zfWsD7IQijxAABucWucuEW4J0MYRwC4rFZeq+orxdb89bQerTm97u08jn437AXABHYphTm5f0cAmPpRHb8lfmUdkFPdi2n78IUGwBIn1Nf8QEOayv9+/Xr4/SfNesmWLVukHedSCmi1vwIAz6ILn0EBKAAFoAAUgAJQAApAASgABaAAFIAC/4QC3wYAHwS13SSaG+/5s0G7EWSNnAe3CJ6oT941vzpgvIVO12zz1uvjq8/PrQDwyOErcETWV6T/+lwnh5PjzJJUpevtnDvSAmBpzaZqtbp7Tr28fS0GUJQKWqdslT5pEGdvvPNt/229Sa1OdR2mv2xAmqphy+1s80dbyJqPc9y9UX3lrk/mul3aZXWgV+PX319LjU4DfrVzt02R1D91xmprB5txEtgkZ+PY+es/yNC7iv3au/2cRc7ic/HPMdtq/erawLMawAQWbVpZaqsCuQQM9b+55mlzEkqvNRDux63T805iscQy9eUiZLI0lFNQS2pcFdMClOV6OtY1/GRteK1I+wnNJVBK7yWgSs5I4mXp/7Q2+nnXzvTcTnHRZrCdYox0ZM35s9H+bh2ete9FZ1mLDICbkvJwiKwrDQL1gyR1bygbvehADm6tg1wnX4PGUC5FTuDX17cKLXPN3/QZOUn5J11zAXMctE7mGPjodfP2V04J3bvUOX6ShuSMTfPxK+V/JmhJR+Z5ynOzXYttnmV9cbzOXtr9q/fSrAmNs9v7OUPD6PtA4kXaTMw31f5NUJ0AMNUB5uK/Gchb/bOa1dltUp2X71SJW9F6lFpd+k24OT/4kv7n9+9fD3+S+5dky/yXMkgccQA7v+8BgKMow+dQAApAASgABaAAFIACUAAKQAEoAAWgwI9XIAII3o35a4oSXb9e66oAmG7C2VyQ/U3fCLbeEwBrKTymrednkQ9dc0p/VFtRfJ5dH199fn4CAK4pYssS12v7yYCAWwfvCADPrpudcem/BlDaXhXFp7R7BgA7bDbXiYxeGQaV41aBvl5PqwA46ke3HxoAvHruaJ1XR18AgBnE8tX6eq7FOxgC4OI4HqZ+Pg+APfeudezm/juAS58rdXtn2mqgq6/hOXapHV3rV7drAbB8JnLa5wU8AKwdv1E8COAVSGtdxiMA7L3vXatrnw5IC4fAYv4rpYTOcKylTbazvhcAU7veHn8tAJz7XZzYki5e9sA8r2VsEQDmuFNgMP2Ee0kQ+G9x9NMDElK7NtexNV+sm5TE6eD6sJGT4jj3OwTAKV1xmoBLyv/MqYwZzD8RGS4v7fjlOLNOf+sGb1ExA8Be7GyhsG6LrzMCwASEyXU9A8ANInM6bX7xwxx7AHA+LTnMqT1K+/z7Fxd5pr4lBJ2d7i0bQ6/P1AFcfww3aA8A7EUK3oMCUAAKQAEoAAWgABSAAlAACkABKAAF/ikFIoBwFnBFYkbXr+d/IgBegRsAwNHM/ozPW3wWC5IZ1tn18a8DYBslondNcVoEsmlhV6LLupBoC6H5+kwAbIHvyOlr90ELQj0ALOeMXI2kkYXGGkjk+/A1ABkl1bbKfmtMjlX2lT2SDtawR1+vpvgUp9fAERzpkts08FTHxkjvUb1fG1ejFNDZjZjrblI9zub6GznXWOYEgTdQieCHghxOemjWLahz7Hw/eulTvf1G2tYxZoGrBbMaAnvOXZu22QNE3ZqmBzGUQ19f30sBXVM3p3O0o7M5TttMaggs4Fk+Hf3+0P3VD0+M1w+32MHZAj7zAxyOM1jWg5wjIFq/n92mOS9uq7dNfFHO6ZMasMNXXtrpK+tExqWdwTbm9ZqarT9OTd27Nd/I1ZlTmjeX8qX0X8M7+bvOBJF1Kg7gChvND60ad8UK/JLI5cvfVBM4XTOnwy4uVkpNLC7k3FZ6XwPd93Lh2e/PfF5OK23cwzQXxQGc6/9eqJYtp+gmB/K1ALDsn3rftA9aSMzJsXZ923jtAXByUadxZAdw0p1SQGcHtZo/ksmCZQ3OrdParqsMxMtFeR5KyugUp3/+/E4AmAKoPY7Jh8o+SXv7EQDcIhoA2FvdeA8KQAEoAAWgABSAAlAACkABKAAFoAAU+KcUiADsWcAViRldv54PAFzBFRzAUVRd73MA4L424rWUHQHEnwaA8817B1BaABmBzu8MgBlgcOTIOKmmKb0SpuH3CaI66Z1tvEUO4c3xm1TKJWWz8/7o+m7f0iYsUJfdvUQytqlLeyBc4Fyhdhms5IWgfZzKvaZS9I5TP8uI12tZexApqt3bx59Nn5sSFRfAKeDPgic9L9oRSu9nwEuOzOx25biwrkLdXj5fNpCkZf6sOPl7MM1XfU6QTuJPA1LpUwVaBdi2+sbKJapgrh6Lt24FmGlw5gHg/DCK1LxNf6eRb1PnNgDM12Ug+ZTIIzlPBQBLLHrrRce1jmX7cEY3rslDFVW3AwBY5qGuixJKAr83wE+liObryhMjrbcvL+8P//vfS3qOgtcShca2NvflEAAmkOz9BpZU3L+Se5WAfElAngGq55CX3u5xAPf7CbuH+wcTWLzmzN2meGddaX/qj32j7Axpq/lLqbQT/SXwTgBYZ2qQh6Xsnqv/Ta5n/XCItx48APzfr8vDr98N7ppE5icdwC02AIDtjoB/QwEoAAWgABSAAlAACkABKAAFoAAU+IEKRIDx1oDz3pJG4z/bv0i/09ePwG+UAzkaoGpfQyl5O2r+M53A1S2jTRF9ibpotPjcKDCOz1mO22tC0YVcujectVuneLZdt4D36NDaWvXBl6zL5G2aXuLxcV6LMdJnBi0FtszaOL0/ltHNUp7ONfb1k3rJ2v2o20k4Jf/TgnzPdarP059nOLGYknlUk/eofqNxUV8F3Ol5a2mK22gErNg6u3SE77RNRTdz+yXtc057uoWpDRr3pQq8dMy6Pb5ugz3yb+mxTs0sQHcEq0bteP3NcVDSwHYxouzjGiDnYwqwdWuFlsVLNV7r+krHe2BVrmeBM9XnJbBFr18JNpFjmK6lQazMtbQhYPotnZedi6X/Glh7sGsGu3kOTIrc1G4Fnsop6z3c0OAeu1H5vLcEtS8Pz7+eMwCmMUlf2T3J1+P3OG1000nP0Nw9X+NmUHe7ueP5wQcCirJmNs5T0wa5Zb2XBuL0uTwo0h/72Hb10sz/Xl+TE5jXizxYQX0QByvPJwH39e9uD2bm9x5fS/riNAepTZKZwW95uISuVTqs9y3trB05sO13RVQbXm8fFgQL/NXrn5de0iEtjb/J/kvA/W9aZ9Rzge85dvLelB5QyeMrD2UUZ7DENP3Z4q6P8xp/5QmFPI/l7wTN/6Tc2bnmb0n9LLOiY5Wv44ZJfdMenz9QsQUAPNcPn0IBKAAFoAAUgAJQAApAASgABaAAFPgRCkQ3iCOA+d1FiMZ/dnyRfqevDwBcpwgA+Gy0bs8HAF6/Ib5H/VWH75429bHfBQDb8WkHl3x2eo9MDX1VACxj7J2w/O4MAK+C4aPxY7+3emcdg4cMkApEFIevvp6XOtlC2h6YEsBjQMvnNvgrx70lMkM1Xz3g7NXKnaVGH9Xi1emVZ25FGqudN/tvrYHMJ8MtnfqVx9tBYAWANSCl88jZSscTAM59oPaKx9KuFfm3BY4EpgTk/v59YYdjAcAtJqUuKv9JWiYklq9L/SDIKi/pe0uRTkfqFOrNiSmxPYpN6pv01wJP78EEei/DuJLWWNq9pP7RuwLoCHozAM49KM7QcwBYQGXbq8radRz7Gl7qeapgUjnapQ62tw61bgKA+4wJDIA59To5x1MmgTQZlAr6lYrZ5s8S9CdYXuClBcAjaC/7gO7/Zs82AJjiNf1v1lxeowcDpa17AOAay3nfeXxImZ8f3pJef0m83P0Wl+xwTjqXBxQoxvJ+WAD6BvCLc79kAqjzagDwr2TH//OHLNq8t+QU4pS5e/AzBAB4tIvgfSgABaAAFIACUAAKQAEoAAWgABSAAlCgKhDdXI8A5neXMhr/2fFF+p2+/q0AsNPual1Lrdm9HMC1huZt+N3ZsPg25y8DYNK5OqlWRJeDo2PhAD4SLLne4+QVOoAlZexC2uEj/ZNzLMi0jrB83z3f5WZ4c/S1HwDP9buWA3gEWqo+5Q7/TCdPk7OAOALAdM0MIEv/PADMc2dq80qGWnfZ2/llMGrr6Y6grIavXhpn6c+sPQ1s6XgLkO21PXCvx60dvDJPoq04Z/Px2YpJYy2wtQBd+ozdw+ygzHVrS2i+vLzkJqkGbqpOmv/eUjgLrLJpcbl9De0YjG4BsI4r7bSVc3X/5VgBtv0DAz1IluvrP+nvnsPX9sECbTmvutJzXBXwmZ2mzf37xBSyPEBAOkq/2lU6B/4I5m3cutvzo8wIFXCTm7TMOcNa6ZP/vWh/T9n9Q/79RvGSHzTgL2b6OUcO5NeU0vjlhZz2POf5OPUwgjjVLaBu+jZt7fy1f3ON2uekNzmAL88EgLcOYOuGrnOZ+82a5gdNlCt5BM5lBrqsBFnLVmtZx1I9vqSAbucn929ZYMTKCQAXZp61SouRY6hMj6Torw8hyH5d98Vt7HcxnWv+Um3k5MT//fzw+xftAzw7ogH9KXEp77Xre6Nq77kOYHUKHMBz/fApFIACUAAKQAEoAAWgABSAAlAACkCBH6FABCAjgPndRYjGf3Z8kX6nrw8AXKdIO4ABgM9GLp+/DIC7y0VQlw7+dwHw7EEK0Xv24MTagxgzgNlA23B+PwkA2yjVNTh7QPB1ALDA3xzF5Q671dGrteqtyGsBYNuPKFWq7ssWmvQwTu8DDDr47NcMkvhla/zyOfv2IHE95nMzaGkAWK7JKYrZtWnb9wCwB4s1VJ6lhI56L3CX+kTzSM5Vgqk2lXR2WipHqAVuPN4IADPI4vq2PPYZANbAzoOx3nvUDwG4duz6d0wHsGnsZR2wA1KA/xZ8zQDvJn7N5NpzPYcl61yumzZQ0UA0IwBMvwvYQW5hK8NCAu3yWkvX3KA9x3wB7EEqZQ9k5nVU4XL/METV3Kwpu+8IkJQU4h+X8tBAWRxk2KeawG8pvTF9B9PxDKDLQwAljfF7soTruriipbz/TIWjc7xwOm158ef8L0plvAcA14cMFGC3+9gtALCO9ZwKndzkaUgWAFMNYALAFPHt9yWPXT8gwXHQ4k8+Fyc66fOWdUstJgBMf/7ff7+T85f2O+4NALDdgfBvKAAFoAAUgAJQAApAASgABaAAFIACUOCwAhGAjADm4Qt/kROj8Z/tZqTf6etfCwBH7Sgh1gBUuZG1EwLUywTFhdNt16Wp2Qshlhr9hw5aj0++gT5+jeYrCpC1eb7VlEROrj3Xna0bAb4zvefrLnb8CrikdjbXK8DXjmdWw3fP2KNjNSCjY4txdAAR153AY0DbnJBlp4q6mMDA9rr1xn8SVeaH/iQ8InvPCPbkcRqnmO2EfB45gEcAeOPAdeCK55Yd1daU9MU0P9md5zl8ae/WIE0tcXt8P152DmqnNwO9eWxHE2fB8Kberv5uM18Y1gFsneQCdzMATk5cmodLIrSj1M90qQxyU4QM3cEpzuS61ZGZdCBAXttP+r+kuq70IvBMsI6kyw5gchKrlNAjAKzjL9awXy8CBOU8iT9dQ9j+9hkBYO99uy70GOiaW9BcUhqLa7ek5CUHcNYoLchfz8+5/qnUpPUyCtS1WvbDMXC04JeDvPU7rp1Osa7roMu/u3kprvCa6rm4U+XnUUocXuOIwOR7ihNaevygRnuo4KmcR+FB/5GzlWIlqcHnS8rx99cSuxxTEl+ieYaW9KADpdcuD2G8vUntZYH/vGKfEwC+GAewpE6WuBk9qEJ1nFtstfVf96rBA0rb9uaR3ceePHhCqZ0pwwE5pCnVOs8tAWBSTMdEUsnMe9G9XNbGMUPg1Mpb0TlN5J8/vx7+vz8Um/RR/3tI6iaLAnZNZVfyiRccwCfEw6lQAApAASgABaAAFIACUAAKQAEoAAW+iwIR4IkA5ncZ56if0fjPji/S7/T1oxtAAUit44vaUUIAAJ+Niu9z/un4rEMFAPYc6iLPHgDsrj8DcC0yo/YbAG4g87F2yods1wTAFvLqVbAFnPyp/wDHfQEw6fgkAELStxoATPf56V4+6b4XAGvYpQGwnouVFM/NwdjSKNs2NHQivVsK2gY2qB1xyloALHPYpRrV3zniiCxc4xgApqsch8AaAFMN4brm0gceDNaQd1ZDWANciW0PAHMcN7CTfxOo9br5zAXACf6W2sEZMFM631J/ObevHMQCinkBtbql3rfOyv5eYaIahwBg23cLm0exv9Uj6ZOdlz1g0w826H6I67o5LxkAq8lld2quhkuv91yz+PcvApeUcrd/0ECOqQ7gVQBcHgppa02czwyAPXe9vK9TUNeHRUzaaYL5HP1SM5rd7xoA59GR+5pGm9ab1PXNzudqVW3rJ0PgnL09wU2qPV3c9rmdBHM5Xmk6+IEGPdd0znMC6fp3Lc2F1L4VHTUAfk4poHPqcoLv1K55CMX7jnlPILrNLfeD+yVz7P+e2DywpR7a8bIB2N/nufn0HwHg7JZOelgArB+gqucXJ7RuTz8k0b/PAJhi8s9/z8n9+6uwX9Jn4PwuUQwA7O1ieA8KQAEoAAWgABSAAlAACkABKAAFoAAUmCoQ3QCMAOZ3lzca/9nxRfqdvn4Ebm8AgLUmEQw+XAP4pAN4tUba2fn96eefjs8qUORUGTmBo/NuOwNf0QGsb0DX9WcBsLlP3gPgptmjOI42DuACMgLuFuljXW31pn6BAKM0qzoV63aGfyYAtrB3BI8yCCnzJvDEA8IRAJ6tHA1cRgBYzmdYpFpTe7ek5B3V1u2hjDiAuS3d/wqAB051AWV2TLbeb6uRW5y4GUxtHYYCd2cAWK4lLl3SLEO35JDU7mj5XMaU5yyNo/9toDIoKABM59j2c4ppgngKlvJ6YVcqAeDa73SdDlSXc6LfJXTdBuAYzArQ0mBLA1t9fIWG+UEI3owyBKwPAvT7vW4/s+yiJR3PbbXx0bECgAV2kuOZ3JWZ95G8eQAlRXGBwAQgfycI/PyctC9TXhIfU++yftYBPFwjxZlrwaR2APO66cH/6IEavX7lvO5BBHqYhGo9Fz3qQw3FhZtjIXVW16Slvl/SmHMfyoMAFDukrwBbutbL60vSmB4q4BTYeU7JSF6O5XjmduqDIBsgq9LGkzapLXIJ/05aX54/Hp7z8Wne1D6R59gIXNd8mbOn9LCDjtW9ALg9ACCu6H7d2fake/TYADHal/SX11wE+ClBYYbsObQkLkus0tM+9uGFzRpKY+IHglKabIK/yfn7X3L+5ljM+/k4w8TIASz7a/Q7fBTHcAAPVzg+gAJQAApAASgABaAAFIACUAAKQAEo8HMUiADPyo3C76xGNP6zY4v0O319AGB3igCAz0Yun386Pms3IpALABzprVMMS3x/FwDcwIiA5eLoMo63BlRm8fL9AbBdVxWYObVDtSt3tB4tAB61ZwHU1lnHC9ZClw1gHnzvMO/S89MjnsgB7O1afE5LSWtMcqXDLRXuDNoSANYgk52J2z6OALAca1M8i2a6Pe02lrVdXfAFALd1QX0oe6ABwHSu9FvaFw0a3G2AVMNwm2rarkMBr6K7BZYyLguA5XjtxM3w2YBBGyYaAFuQLNeSPU0DYwG0dI5cM0da2SY0AKbpLEbO3M33mk6YnPspNXGqX0tQkyiegEkOehW3gwcNql4FAGt99P7dgGoMgGcu4TofaV+YAeAcIwQoBUiWCZIU2AIKiYrTMcKlqZTv37+UDroATEohTe0kC6wGwNwcgfcCQLsnPsoSFAd3AZ00VwQ4L6kOsehcaxST3OlzcmJrh36F5uJ8VgA4G+fNz4TNv83+eQYAk0v6f3/Fac9KzgAw6cMPfvDDEvqVYz3pkh+4SmP77/fzw+/fl6QNp+ROiD23bl/SDgDwRhq8AQWgABSAAlAACkABKAAFoAAUgAJQAApAgXLLys8hejV5IsAbXeg0YDsLgKPzowHc+fPI+XDj6b/z6OPLn46vsNbyCNxK3yLwG4/hzBGRQ/VM20fOzTfXkyQCcC0wkX/rG+Xz6xxJjdtuNDcwcGQ06+fom+JercvqHjTO4HYFdpCdj2duse0bvn6SilMchltgy+dF+4ucN0rZ3FyT3Ba77xQ0KnrY7xnbH51eW4O13MfUnnUK0/uSUpjHwdfUqYxFe+mTrlnaVjcBozZLVg8Nd9ajRdLQ9uBXn29BMv1bQ1J7LVu7Vz4XWOyBXTqGAKp+Zbio3Ldaa5mjy4U1odqoo3mzc5TnowC0Cn2ym7ddj49px/Vpd9v7ti0dKxYA13kUeCdOzxR3GqR3Ll7qhE1VXPovfRdQptunv9McjZzA+rv8KTlSaXy0yqwuBMrq/lhALddWba8Kmt263Wk90NySAzXNFTmDef4bgJeWEqKrjfqO3h6IqgzjdU1JmvEMyHMa77LW1TqX/VF/ni9MYNa4/fkhgH7vIfgr65P2LNaNu57XZE6H3dIv1xrrZfsjtyulFKcU0LwPlXPTPEg85e6UByj8760GiAmXUg3gX1QDOGlMTmT9ABO1lfVPMyExrh20dQ0QLy2a6fn1HlTgscpm1D9glMdQ2rF7kt2zMuhN/+fvC4/3RWKdMC2lyKZ2JFQcEO71LVcPzmvrLYFfSvucnM2kPeWazhMj9ZP776MtSNYqbP8+2n/lyM3nqVPRL7j5FfEpFIACUAAKQAEoAAWgABSAAlAACkABKAAF7qzArW9vAADfd4IBgKMbgmdv70UAN2o/Ov+28QMA7On7tQDw2h76swCwBbbtBv0W+Mz0seA2g44C82YrS1+fjrPpor1awPq4+nkCOBYAj1y+DitxHH3ss2svBiJcj5TfZUCl6lhTSmSqZ/qaUqxSmlx1IZ3+WINVC4TlHHt8BIC5P+z40+0TYaT+yHx4wKzOnTrfwloLmAlI2Wu2hwjYvaljSf7uORJ1OzT+XEe2tJ8fUlFuXvqM2qjAXABhuZ6Mnz4n1PhSQK+MX/ohKbgT/tqEZ/8sWkJmBQDbAwnYyrHv5QeAAGCB4lzjN83NBABTLWWibwxm6egC7NU5AoB1qvpOS+MEtgDYgnP7IIaFhR4AlnUn517kIZkyB5L+ua7JNKzmtGb1aEj6t5IFwHQMQeC/Ly9lL5Dk2A1Ieg87yNyQ/qS9xA8B30uq/fsnpYAmyJ4STGdoLw9ASVw8d+nXt78ldM1gvX98BgB+ISj++ppimUdJjyN8UGFgco9nEC57U8lqQeuj6KDXVh5rAr/UZ3L9/veHNCnK7QTAbT1vlg/30Uho91wAYF83vAsFoAAUgAJQAApAASgABaAAFIACUAAKfGMFAIADQAcH8DeO7rjrx+N/FdwCAMez0I4YzYcFROI8tW3L+S0F9BEH8HqPzwJ0z3lqb47r3owcinLM8Xjux7zqAK4pZs2ddKlRvNofr2bvSmrnCI5HANgDzfocnosepmqlbMroOo4KP/jo6hisYNBLZ8oQd+bA033paqBmwCqu65buma6t4a0FuTpuPABs463OZ0nRnN2WxYVLbQmv0i5gDwDr+rz5PBM/Alxt/HguSAv0bZ9zOuPy0udLv7zrz/qT2yeQ5XgDK1wvCyPXMy3wW7cpDmBxv0r/iJ/Ri1P/ctrq2vfylcMZEhoA5pjjGr08ByWLQj5fIBwDTmG3okiKFB3O6vgCtLPDtMWkgGA5SUC1Bxx1JgN9ETnWxq+eB31Mc6GzQ5he1W2cn3Yo9WuLK1uvH3L+6nhgR3PLMFH7lWSQn3o0BeT07eOCr/uWgORLIp9vpRYw1Q6ml6SWtrFX11QBn/nzNAmk23MCwASr85+5jR4A5zgoDwLY7z/p9/9j710Y48hxLF3Zerm6Zub+/z+50zs73W09fXEAHBJEMJKRSslyuZG7NbIyI/g4BJnq+HjAFQDmmcRjX+zutiYFB/Vq/dG+4j/5P0+ixbMcAvwoP3/IG68SHPzepQNe3cC6OQVOZ1vfDIRbX9tGB3X+Xl/df5MyRFLG53b+b9fiOK+2+ltf0a6Y2pv6FQCOM7P+XQqUAqVAKVAKlAKlQClQCpQCpUApUAqUAr+lAkcf0L+186sH9KtyL27fCuDSCrLXkNX9qw58wOcrV+85Vf6757d7e3wVAD4nzo5ei/EYUp2mVJINzqWUpiz/dwTAp1JCR13fHsvb0VkB4Nl5jGMphJGrDRB217kAePbQ/1SM7aWAXjmNI0BB+RlqrQBwblMHweaQm8Hl0ck3lpABcE7RzKt5vm4+75d1ZngZYSjhq45LcLDG35EaXaGOw1W4WmeuaYz+JQB4qHPyZRXBWI6Jmau3rR+hrNnfKK3cvMwz3a1meR5je9DaJ9ALzjV1Z7CCYLpSPZ1yPkt5BoBjW7g+NgAs6yBSaWcAjD9btN5wVq+iM7TfUyDbuIx96I5hh6q4Scq6ubHImgFgbZP8Z6mXDdKe2hjD6xmrvG87V8a2sWyuFyhHHdUBYDL9s8WNAFv5f/H1Vc/M3QLgOJS4Y9v+HgjPovfjk58J7DdK4u4hs8De3706Lu6kvoPzVxzAt3Aka8rqfQAc+xA3PNDJHT+3GB/BPiHseJ2dixzneDxzmBrmcVkBYNtoYGMHvTVuPDbgANbx98/hhMaadidw+P4PnD1ttRUAzqrX76VAKVAKlAKlQClQCpQCpUApUAqUAqVAKVAKvFGB94QGsyYUAH7jwExue0/wy+ILAB8DVPoU/E2vVflvLfdNjdncdKmDddWK1foyuOL8IXgsc3UWcK4/1wdX0ke+3ku/COAiQNlLiToDoNlNeKrfq7WkObnao/ieIjWe0dzXkS2sOaJ7A3LpHM8ZEEZ5PJfXgIlDk3BWaK4z6jdzFJ8Cw4N7Lm04eHVS19OczuMsr68ZKEege0Qv1jf/rrV3FgPYAAAAIABJREFUZ5A5g0bev0oB3eCQn/WaAWoEsDGGWf4M0BKIzurmfTMIvRnbQMp3QXUCvWwPz2qNZQ5rhzoX3W1KyOfAUeMwpHi268YND4pk1SVsADKDeJztivqY9tc8oPJy5ykyHET3aHP3tj6zbUylbc5JratPXgFtYx8Ihvu4WlpnnilMCPmFZ9u6gxnuTUJgdL61LbjjVZegWV6PTm3aiHB3GJN03vdmc8TuGcA2QNQ3ti2W3/sxpoBmqurtBg+7G+5XdQI/e8rxr07IvfAIaTnH+5qLc56/Xt0J/L0T+gsArGMnfXn2FONs4978ae32C2MK7qh7BvMsF63mWMe500Ctb1DY+/sd3UZK7AdJ4/4sOaDpAGYfuRYI0h3AONz4iE+cFczNB3f34vwVLfBVraF74k+iOEfZttmGmf53QxxtWxvjd185gEd96rdSoBQoBUqBUqAUKAVKgVKgFCgFSoFSoBT4DRVYAZpLu1wA+FIF+/3t4doZzHBpcF7xyfdr/i9Z0vH4P0P0oacrgd9a7vvI+V4Ac681K31nAHgGGHOq0V2HVSJuf3UAfGSUo6Mug6a9+y8FwCyXD9rzOB9d948A4AyDM5g7FcOXAOCoXQZBpwCwZnn1aR3DkdB6f65s00LnazMAzgAjX2+QvKeEzvGxAsBtnB1Qxuv52QzKzIBsBzZ2Vu4pALzth62jp+Y9wTJTUvM83Qy4UDc/ywC7QWwHsJY2trskW0reHQDM1MEAuADAdKBG0Ih+RACsHaNT9wAANnhtTlYA3SdJw4v7eW4qUkBrylu0mxs4CFIBpYNDE9fihbN8mZbXtPfU0Y2EwgUMeAcwLaWKe1WvmgDgvfVoNnbUO57tGzdlxLnNaxjzYKXsp7bFY8pi3ObS6+aM43Gjxn48zb+XtW2oRz5+Fhfw9+8POgg/lODOzwPG/FNNUKQ6pK3dtwLVb4X+3t3ahoKvcs3zCaAe5w//jWHQOe4plWcbPdp9YRMLAXAG5IhvnUdnAmDVWu56kf9LhgvI3eaXbJhRFzJiEzI5AL7/dnd1f4dOQJtJau60EBQAzitj/V4KlAKlQClQCpQCpUApUAqUAqVAKVAKlAKlwEKBFaC5VMCjIGCvnovbt0rhvCSknwvooi4RADcH0qJ5y+6t+OSlAfCL3388vt4aByuB31ru+wj7qwPg9vCaDtHkyqMKGQry/V8dAJ86AziO8GodPR7HowNqL4pWDuCmexoXvn9Oe3DPKcfvTIcMjvf6sQLA7T61RhrcyWWfOgO4xx/SOdtvm7TRYYpHONy16q1n6ma+M0vhfM7Mzw7jeE4wynk7AGan3AGp6YR7R48A4Fh/7FO+N3526mzg5l50ENjdrNauOLatTJ4p62mMkbpW+3EQAPe2YfwtDbb+pIOX5TMVtG4OkPKZStqDBkDX7nfHbnPztpWsVfUsrsuvzXGK+sAgAds8AAV6tu99B8voF9rEP4eaxgEAowKmoOZmBXzcIa2ljAYEvuZZuq1V5iSezfsZgIyOVR23dLZvXM/j/XHDA1JfA1SOc0TORo4pkJOTe2+jyjZ2+ynJ43zzM3/lTYDMx4fnq4cHc3n/IIG3X/o6AgAs46rn1stNhO4/Xp6u/uNv93LeswF7pIaOfSFo1nkSnMGMc/zMAJhzKpdDfZHyWZunIWj15g0SRwHwq7igv4v79+XZU1c7AAb4xSHBTP+s9fmY6Hqk/f1x9e3b7dXfvt3YZhlPNZ7XttXGoj0Hb3YAowr0vBzAWeH6vRQoBUqBUqAUKAVKgVKgFCgFSoFSoBQoBX57Bc59UH+uICtwsSrv4vYVAD4pcU5RuhqP3+3z4/H1VlBbAPhUzMT1gW676AD+VQHwe4HzvzoAjoAojvPxeWV3HQXArCM7A2MZvCa6dvdSPbc2BwDc6nCgp2W7M2/jwKWrzr9nuJ5GBzD/vXYAwxg3Txl8zrob2zgDwIBJL076vooLMb+iQ5Zn/DZw7CZlGkpHOL4FwFHL6GCMgIpu3FPXRmejOltPfHERRCpAU7fsGgA3R/ACABOs5tT0zTHrEjwHx63GzwkAbO3zFNLU18thWufmaAWoVvekp4x20QiAFdaaLdb6DWcwYlR+16ID8La49ngTB7CmrPb6zTn+Q941qGttlHrVwflVATDa1qNnDoDj+n7qbGDOVTqoDwFgyUP8FTARALltDDJnOfoVQb71FWfP9njAe/t/n7oDOuygs5gDaDeYyNfDw6umg46bjRrI93UjAmBwYpT+/Px49ecft1c3cItPALC22ccrxzHbHQHwbI3ImQsyAOb4tjXTtdxzAJsG4mxX1/HV1b8exeMuABgv4Hjz//YU6YgVbsTAFeJxRkRdfbu/VQCM9muoFwCeDV+9VwqUAqVAKVAKlAKlQClQCpQCpUApUAqUAqXAWoFzH8TnEi8FuOsWnr7i0vY3y8teNUuL7A74e+t9BwVZpWg9WMzFl/3ugHgVX5fG/6r8t58tfPHQagHngsyVI2fdX2v3Kr7DMZbTjvb752ev8v5VPfsq7qfj1T4yZetiGI6c4TsrYk/HbTyO69Op+Rq14L9XOq/Gm23P12Xgundde//EGcB7MZrhBuN5e25nxzXtsx1gq+0JZ5zS1bn5Xkzgdxfupu8Jwsnepx6/TNW8l6YZbTia4lu7IU682RnDBKiCzeTzcNasQ7QIWBlve/USzFIfXjdLsWxtsnjlda/SfTha914E0Pw8gkEFk4HEUdtYT4eXVgLjlGfh8r3YZ9SJFM36mbT3RWhXdEm2vnoMcOxHd6o1TOHrgRfvRV2zF8tBmma6QSPojrqw/wZ03fHZnMbuAnanMoEwXaW4F+UTYAKwUqPuPH2V9MVfNCU0Wyv+5d1e7m1yaWMaNFp9H/W5bWmV2dccF2i/tlcWuDbngsPaPsM15grlq69bIyhunzsE1nr9Tbz1IOmgn56e1AVssQQQLUhUArzFIGAoYK8D4FcBwHDA3nhbYjptnt2bv7/iOGl8IUYB+xdxhmu4wSpqhraNLm/4kPvLM30PGln6aPQZ5wC/Xj1iMwm+D32jAX7+YMpnznfAX3cB39/fSNpnS2GuH8MYTfN6mi7n/v0Zv4eglYL1UGYuL3+N58+/SIGrLXwHpnddUgqUAqVAKVAKlAKlQClQCpQCpUApUAqUAqXAxylw6eOLSwHYpT27tP0FgC8bgd/96dcqvi6N/1X5BYDn8bkCk58NgAlIVvHx3gCYavV6PxcAE6B8JABGn2dgiNoO8GcHhmSHMb8XsmNX9Z1s7sn1Z5C8t8pqOugAZyIA1vdxfqgTBgLg65hKVmHL/mYEgqJZ/UsA7A7R2b0ZeJ4CwLNrMxiebSRAmQAwAMAZsrC+PL8y6COoZR/2HL8ZkObEIDEVNgAwQkDHCv/BUEtgGsRSwBQgYoSJBK8zAGyfmZMSL14zu5/VRZir8yF8MUeN9vpPCGl9kgKYqlohnMNS7aunsPYFFgA4gnWbHxLT4lS/k8NrcRYwPt8DwNmFP2t3vubUXyx9zs+xnMJr36AzA8BglXQM53OH29qq89UAcNSW2jTfc2gC5Hp6BAwV0BoA8PXVjaxdPn8HACzncj8/Xf357V4cwCKpngvcNxq0+ZPWDuuTtRTLQgTABJ0bqK1u3Q6A2adrn384Jjmub/xu1XH1r5e2Rnk5iN3HZzsH+UliQb8PHQAjvn6oS93aiXUIaa4R83cCfm/v8LucOy0gXKUpAHwq5OuzUqAUKAVKgVKgFCgFSoFSoBQoBUqBUqAUKAVOK7AGUKfvXwGOj9b/ze1fpX5uT/sW+/v3yvlkB/DlDsdjI1cA+JiDa0/NdfxeVv6xUXz7VRl8rRyh6/5aW1bO3DUAnjt/2dPL58c+dEMdBMBHld0DwW0ZijYllL+YeP0s17EFe47MqHlMsX20/b2d2zuUt6T2boCr37Zy88b7MtjNNRvAMRefjom3Q+9z55dih5mWwQHcnGheBujfLvBN/VivjwAhOPfT2poBGNnueManpZntcH0+ShH07J1TvOsAPjEB43f+KccxXbMZAM/+ZujwrPdF08OqA9Og2Qz67pWVv755NnDU0WLCACb/YzvohlSI6wGkkrw4lJV/EpbG+MK5s3xde/rsOA7xc7Y9A14F3tgY4CQPOuCVYXF07xI2s25+xt8JiHP/+TnrU6gn7eb9SMoLTdiGOE5aZ/O5qpp+H5L9Qp8fV7e3N1oeV+N2DrFXfAoA45IN4D/gmLbx2ILp6FxmqmZIzPHDmbV0pkcIzHObW0zp5MMZtkwD7W7wAGhj8mtbfCyL8bOkQ36Q8X2VOLK+8WxoUE5riw071pinq79JKmS4qd8LAI9rofWI/dP4xjrkmxtsDM19q5scfB6OANj7HpzkTHX9JHriP8S83S/XOoAHAOb46oYKqQzO37tbSx0O+Kuv9DWbvgYH5zHH59TPvL6WA/iIanVNKVAKlAKlQClQCpQCpUApUAqUAqVAKVAK/KUVWIGEVecKAO8AugLAq9D5S3y+mh+Xxv+q/M92AK8G6a8KgFf9Wn/+vgB4r74Mz3jdKm7M3bkt9XcEwOjlTA/OzRUAnt7/SQC4nXHqQBjgyBymPd4UGDsAPg07+qcGvwldxrTSuQwFtwkAR9jewGWmMamgcwEwbo9eX4AhAlr+xDXZdclqI0BvYBdgKrSTDlCWgfoIefU9d76yHf2MY0l9CxgtrkY/Drq7YZPbtjkoBXyyaqZupgOXwDaCWpybi6JwXqwBTILfLQCepW7G/RbLfSBwXQTHBNCbjQYOwhUApo0IuBZnT1PTrxp/Ds29LtSh1ynYexUHp7lkodmt0LzbGyF6ChPTGbspvTNhP3qw6/JeQGACYGXTvumjgeuW09fn0AIAz9ZbHd8EgCMYV229np4JoG9qehQI/CRn4wrmtOIloHDm9quc22zzHOcTyzm4d0iF/PVKfuhLzwX2dWD2vdDG5KADWNcVjReD/NzQQKhPAMyYGkCxz8PZRqxXjR+JY4G/OOv6Sfr7+vws3ZS0zl6XOYAtRvDzb38Tp7PAX7idG/xFxe8MgPvMsH+NJ2WPc0f7nfaR5e/USgGdFa3fS4FSoBQoBUqBUqAUKAVKgVKgFCgFSoFS4JdTYAUSVg2+FICtyl99frj9Rx2/ucIPBrmr/u19ftQhubrurfXzvrXD7dIaPvf+VXxdGv+r8v/qAHgznRI0Wvd/Pv7buB6f1M4fTFtZeKYsHrdFYJ12EL81Kvccrnug93g9fSPK5iF12KPCz9brwjF98vhtHHvq4Nx3AG/iI8Gd7BQ+4hzOKZW1DgepaAtDUH/u7N9RKOKuNtyuMC44f6NDE/XtOYJPOcENyHYoi3JekYOW9em/5mcAEwLvxQf6Ft2mEfxPXbuBdMTzbq0tMbac+CEvbPhsU6aUlwEwHZN7bYbbVNsZY8DHIJZ/CgDrULtTET8FOQ3tJwDGWasZZPN3AFgATDqQDYjaebn9zwhPze1gtPepg9sbgZ50/5oLEg7ZFzkb91bfzy5d1m9tDHHh+kdoHKEd3+cwPcu5qyOwh3vYgCfPK45AnZoR/n4RkMzQxzqK9gAA8xVTkPPPo1hfKw/xoQvxq5xjK2l9b0xTwE1zXo6TL44bY4tOXNY9bAQI8252xq3BVF/HAvhlWXEdwPRWIBqcqbEfMdbHuqz8LWC2WtomFI9pPcJZ/sMYwQ3sXmmLLVmUn3+8KCRHlvdvkg755vbrlfx/X6fsfGes3S12A+yfAeAvvqFBPwtnUqMdXLsz/GUK8DYGYcICQMdxQ/mxn/g3ADD6Yw5gSXstff0B17OIjDhAZ368yAHB8kI8fLu/E9BtZx8T/iKu+F0Vv8+2DuDJLqege2j69J+7ANjXN6wT8ZXPZi8AvFK4Pi8FSoFSoBQoBUqBUqAUKAVKgVKgFCgFSoFPV+CtAIYNvxSAXSrA4fYXAL5U6un9BYB3CNJBtdfxe1n5B5vx5stWDuBc8Oyh/1sqvxQAw8GF134q6Z8DgFcA9bg2IwAeU+b2Un5HAGzOtJ4y90MAsIOAfdA7goie0nt//mYAjFHaunTHOBz6eWJpACh5EujCVwRn3VlpZWudDmxPXY/PmCKX8ydD1F7h13Yt6179rYCvaDhvMbcBbhuYcpBLQBihYJw/EUKynREAR5dmg2jB8aog1R24NwKmAKcApfG+c3kFwGwf+srzVpkml6AXn93eysm3ClAN3EFntOH2FgDYgbJPyAy1AYq1fHfb2r854Ey1bO9lAPz0JBBR4zWc2esOT16fN5zo7wCquA9hEfd/aCdSfLMtETAG53AbFwfAaA3adCuU71psnky9m1OQzzYqZG0UKTuIjKma41oJkKtlcZ1HRIUdH3kjyFsAsMJiKZ9t1nmVLKM55hl3mHJPcj7u98dHjY8v4o5FcDH9vqZEFp0AgNUBrBtpBMT7adi5XAJ1A72mBOpYAeD4Z7HeC/Cqxtwt2LW1IsVBuk43sWCd8PTPjxKLmgYaDmAkDNf7cXawpRX/9u1GzvwV0E0ntoefmre9qvcEwBkg5+//VlcB4Did6t+lQClQCpQCpUApUAqUAqVAKVAKlAKlQCnwV1ZgDaBO9271UPejtTnc/gLAHzIU/z4AWB9JbjS8NP7X8fu5AHjPsboXTKv+/DQATIAR5CM0/kwHsD2Yt5SbeA3wAI/G/Ql1BjTryZvddPM7WB+Xw734hQtN29eKzVTI0vOyP6xtCl/R57RQ7Dl59+LjlBP4FABuKkiHzYkcQLE66fyKNM0UFrZzLfs9e+OQHYh0/mbgEO83SQwMMt0vP+/v9TTChFZH1lzU+/j0NLr1vDF0cLIO/HyVgR5jDmffjr3VM0BbKmpps1+ANMk5tThA2AzOjv3v6ynGnQB4FpMANc/NHW3n8qpDlzHogBPlA/7yfQDgWZ0AnXoucHBT4joAM9084Q7V3gfLGfBDgauVqLzPu0BMHwGw9glxFNoGrb8Cgnp6aKaGjrB7tobGdSHHS4TAhM1Zm9WZwnQ30/GYdYUu07VJ3n95edY+sb+mjYnU1hnlfpIaWoS6FaLZtjWEtdDuEX38XpYRz0cn2M8bGuK1Df76wBskPr2hp0NTB5+bDR8drHL8lYs7aN47CztqQl0U/iN2JKAeHp7lP7hhJZYBSFG46IT23opj+l5c5HDFSiSJln1NZlxzfX4LAPbVx2PZg5pAdwJ27frx1RzAwV1sANhczt8BgJ/E7SwxIthXeoH01l8Eal+L61fONxbAjTN/dbuCw1/8ncX+9S0sfc7trSHx/b3vtQLAaQDr11KgFCgFSoFSoBQoBUqBUqAUKAVKgVKgFPj9FVgBm5UClwKwVfmrzw+3vwDwSso3fX4ERryp4F/kph5fBYCPDMlqPv6uAHgFyiMgfA8AvAXEnwOAG+QiMEjUMEOjPQctY2sFgHEdUy5HMLTnAG4xG8701TISxMt8KALgWdzHutmmeN0eAN6ul57qN6WR7k7gmw6pvd0Gstez8elZwBJAZoMz1ukxnTIgqjgLA2mhUxKwLtYTU0P/kFS1WhYuktcW8FtdhJO5tRsn4Q4AZjxEABwBYd5IwbbE+2ZKqdMSdRL0saM4M9edkLzP6hgBcARJOh6eOph9ZjtmGzla2+CWbJsMfDNFgMWx3REmsw64hOkQnsHZCHF7XwwuAhDzbGCFvwDVamDdAnOUHVM2M422jr+gu2eJM0vt3CEr2wMHtbbXNzvg3zcCNnG+rcrqgJx9+ioXxjVgb93MYxrvmQP07KQfS0BaatYFqBv15Hxg9yIAXq37MYZ0LsBxjm67zDDpP8p5wI/fnzR1cgPZ8m+c6fzt9ubKjk8+DoBVS8zd4ACOcUmXLt7j+LCdLaV3AMBxDF7SwhMdtNo36Zcm3pb/AxP7P6RfTwKCNYU43NG6CUDO/P12f3V/j40jlvE9AmAFwb6+rQDwbG6fem8PALNbbb56AyoF9LkK1/WlQClQCpQCpUApUAqUAqVAKVAKlAKlQCnwyymwAjarBn80AL60feHQvnlXVmf87gjQnHE7YHk/texK0fM+X5/leV555159BEScW+avdP28fzP6kuxyv0gnjj6g3mvuav5l8NAeJNMBFpyus9Ste/dvwExqYJ9fc2dXnxers2xZcCqHQ7wY1r0U2Kt1caVr1jF2f7zX2p0fbPfrx1jN9e47kK3j8/Ularp1ehKeGhBwF2RKIdv6l+DkDJjhvXw2bgawUZ8IPN3I3NyadNG263fW/+g4xr9nZ4yijM2ZkO4K3aZyPr0gcPzosGUK7+xcpOt0Vb5CXVAYgS4NOIYg4bgDMkGj7OBVd2yGPf4eXa0Wd+70TE5XfrY3DzjOSGnb0vh6rOh7HranwB412juzeObK3EsxrDEG52/WyJ3MQz/gHg5zjufqss8EqzyDmW7VU1pER2ssh4AYZdLdi88BXOG8tX/bSaazzRMKddsa7GnvPa00wabGcdPb5nz++2V0vTJ7Ady6SPVtmI7O8mFuaorkvl5oZgE4QAE2kQo61A1KbG3qABZnMccXz+ht64d/PoO38b6+7vV13sbbAbXDWdzzLFT2K1Iypxecqqpz+KpQ+D9ZH/J7cT3RJof0xijjXw8CgR+f5M9VWU9FfJmWos/11a3YfzFH8XvcOKQOeMxHwFNfcywGxu8CpoCO8RHHZ+/vRwX+YTMA1MAoow3xnnwGMCEwhhnnDP/P/z5dPWODATZISKEo9/6P26s/kNeaOni8GYTnppFtCmiGQt58sRko14Hv24aZPs7UKcZ9v7Z/X3YY32vIfw/WGcAz9eu9UqAUKAVKgVKgFCgFSoFSoBQoBUqBUqAU+KUUOAoi9hq9Ah2XdvbS9hUAvnQETt9fAJj6FACOkZLBbgdaHRjZg9jx9/YgNjvzUhj+agA4OxEzfJrBmSMzcwXQ7MDOzwXAqD8+YI9r9h4AzkB15mCM5RIAW18Fak7O5J2VGQGwlWeqN2gi0GEP4Oh1OQ9yGrRzAXA885Rwl9AGbQMA3kL56Ky0PpwCwA3+aocNAGewGYHjDPbOYjNeR1Ddxjd8EUQXY6w7wtfmTm1O7L5+6jmn7sSdrSl4L6YCzm3N/Y2fzwAwPs/wl+8xlfUpAGzjZoEFUNthPpy1OgiIJP0M1/FnduhG3VhWBsOEykgh/SQpvu26EQDH+Rf3pwHU4rMGagHchebRUc94B64FcBy1t9/QHwDS/EK56gJGP7GpQK57ga1cAHBsj63blr4bZyTL/++vCQA+upEurgfbdOySeLilLs9OYEtJrEDV03I/S9pipGNmvHfHuQPWBIBnm2/iOkPdtOct3s2hy8/wz++SDhpn5uoRBaLFjcDfewGlcMza2bm2zqK9BOOEsVyHoP1Qj7u7Y3w3177D3Lxea0wFAIw243dL7SzrU4iNwQHsEJ2AG1Hy978/AOcbvJZY+Nu9OH+/4SxgDQNODXeYGwDmBoruyjWdZgA4arsJSr/nCADuc9EzMgxnb/eSCwDPVK73SoFSoBQoBUqBUqAUKAVKgVKgFCgFSoFS4JdW4FLAWgB4Dv6OPri8NDjKAXypgqfvbw/8+MBSLz/gAD7oIP3Y1keH4rymU4Crn4E666+V91d1AHN+jmfcBo3OHL+s1Qr47umWR2m1vv5wwjODEFbW/tjpp8kZ1UG2r2sEoEP8d0cf62e7ZyA3OoIJWwkOtQ3BQbd31u+pebIHk2P3I0yILjnBEicBcK83n4GcW9RBvLkC/XM/t7PrM3esR4clzsuMc2uWsvkUJKYjlWMxg78RLK7mMNpCGDZz/+LzCIRnMUzIRhDXfvf4pAOX97LNe8AW5cS5keOYsZ3nT96YgbOPCZys7jFjAD6fvXgPxw2a5/esDQaHM2SbQWC0dZgXDvv2Yn/W5zynsTxQg8enR90QcHt725zrcOfCxTtLaZ6dpexPB88Wy7x/3MgQz4sOPfD5cO0bV5AO+gbnwHJjhhbZx5YO0z5/5uOxXQNMd/Y9O4dZXgSjqn9Lxc6NSe6OVyEBz7dnAcfxyeA3zmvqZ3M73OV9BzDF1H8QsI/4xtnadwKlAYK/YEHx9NGcj6pUc3f7BgSH2A2WJgDMPnJskdL5FAC21N/adZ0Zz9igsgLAaJdf8/f//peULxsf5L37+7urPyTts7749dJ26NiYW3ryrv1Ms62m679P8hyKsW1rWge/Nj47cdba7d2Qm09/w+7N3nq/FCgFSoFSoBQoBUqBUqAUKAVKgVKgFCgFSoGfpMCljy9WgOLSblzavo9wAA/PhD8hBfRnQ984pr/70695/w4A4EsD/53uX6WA/lkAmN1ZOT153aengD5T/58JgMdzMQ0y7bnQkFbz1GsGgLG+dLA8exC+BsDjGmFtINzKMbACwKsYzWfcDv317psLzD75KQA4pL2N7ckpnfFZPL8Yv0cAbOmR7ZxeazvP3B1BJd/P6Yhxj5bhZ4JG52x2nBLuxvcziM2gl2OK9xtw9ly58bs73jfUC+DmECqnnJ7FLduTATD7yTJmcHSaEjoB4FeebewTag8A27h1eKauTIFvdAJTDwXd0kc6d/s6SCe3QcoMs/fg7gx6x7UVZ7oaTH8VcChpdn3e4efD44MC4Lu7W0mpbpOBANgu7CCfGwQiHCY0e37uGxT4+Yu4glEW+4L34yumgdaxUshr10QnsL11PgBmXdjQ0V66Ls4zTETQHjVqa42vF7i9mYdVS2QF6FVk6I1xNpe1Oe+ZErm1L6xBg0Coz5faZ/n3v/71XeftraSivrm5UUcwboXzF+szjNO6pgmhZRzamFnKaOuTfC7n78bNIucCYH6v0AGsacjDV0IE9LFsrk5//+9/6Gjf3N1dffvm2F/vd2DdNlr19W0PAPOeU3MgjuWgb/qlAPApdeqzUqAUKAVKgVKgFCgFSoFSoBQoBUqBUqAU+K0UuBSw/jsB4Cl49aegYe7vAAAgAElEQVR2G8fvG88WbsE1Acu/EvjNDzR/q0kROtPnB/MVHu3p3EFy9O73uu6jATDbmdeB7CoiUGhOv52zX1meeJ70n3vr065z1wvo87GDMt4zO+Nyq/fcqZmv23OsDg5Ld5VFl+PM4Tgb855+dIyn7tjb3kXQmc+4nJUfQZOBX3sivwVQWwesXSNwMpzve9KN6w1odSycv6v0y9rOUMbsuyimWY0QtYEbOlDTGcUdtM5U0yStrlMHWR0q9M/z3RHUG5Q2QLM9e9ZS6uIVoXEEF7nsCH/RPqvLz9idAGArm7BonG8N5gI4OejMMRHhWgSes7Vgbz1QVyPqcMrWU/Va2yLwje3Na0O89tSZwGwbshOPL1vftZ3iUu3l2RgQ7MZ6Z3rMoDDHLJ7hS+i/B3/jpoA8RtGxPLQLcFIqexQbKVKm34jT9ybQyoeHJ/3cUkDbeBN45/GJ2mSHMGCuQU5ZpX1t43scI94T14Z4jQFg29yA1x2cwHImsJ0B2yHu5izilJI9nosbxz3G73YOeszHdN0CxNmXvqGkbxqxdcSvwXzw9YLQUz+V92L8KgT2OlbOYLZR/+yT7r8IBX5+epYxBNAVUTwlOs/85ToSYxBgHmuGpuLWtRwAWBOq6yt+l7CPdADHcmJM5lTgvm+gSToA4Hh+r39d/Z//8//kvOc7cf/e23qkMYopRhLOPNhdq6YFN+/k8+NDVoVxbdz+zRXX2xwHtv6a+7en499ZB3fAfZ0BnFWt30uBUqAUKAVKgVKgFCgFSoFSoBQoBUqBUuCXU6AA8PEEbu28NXuOZa9PAMCRDV/KmS8NyN/fAXw8PuZafi4I/lUAMLVpD8g/EQDjkXgDBMvhNcC5ByPfAwDPnIk5luhYazConYG7jTpNO+sTE84xvPY26swAcATBBPGz2D4CgAnCs2trT7fZWZ6n2j4bm6Eu4QsErXTS6hnCDiLoGMzz5HIATMXGjQRHADDu7Gdmd5hj4ziOBNffEf7imhEA8649mNu+ztRFOEJhbY8D2giH9tJCxybuTa+2IST1h87e7kC1C6LjN26eiPG7gejeqe1ZrnDkbmZYc1kTAKuK4qi0/veeZMirsNjnYzwflyCOc1fnpesYAbACPvTR3aOzuc85zDOGrSy0iecMa2P1vycBwD+kLADgdp9c+vj47GAb9VF4cwvHDSuxfjp547ykmzeCYT3vN7z0vrBnivdwo0AGwF/Eea1OYPlvcNgG+22ErS1efVwYB9lFPltbYzlIDY17dawcZkcAnMdilm2Bc5AwmuPNs3b3Nm3ktUDjDMMI6TC+DqUNmNrc17XZ1y4dW8e7qPNZUkfDAdw3jmwdwIyHIwA4mbizFJrmPp2o3NYO/VtZncwPCn/50r6gfwGgt7EcFgvfiDQmOrBLFwD4FPSNnSgAvBnSeqMUKAVKgVKgFCgFSoFSoBQoBUqBUqAUKAV+RwUKAC8JkA07zjFzOwru+EwA/CvFYQHg9mgTQTIZml8bAK9i6ej6MHP9NWXCE9njAHie6pZlvi6eTs8cwPRCRQDcAeeOw1VSpmY3L9sQ0z5HNyQ+3ztbMoKKc8DvrExrxzy++rycPUHvox7Tg5q7bHRAreJDHcDREdfO0DR3a4+Bfs6oLqfJuZvdlNklbODRl2I6t7IzzCsbU2TP9Wkh6YB8DwBP+4975Psgr30d9Iz9jmXEe+j+ncG3CEBnKaBjmS+vEtG76SFGEJxTJLdYDs7vCIBnztDotmVcEmzq2E6+FPL6QEjGzQYzyG/przsARtkzyMv4M7eluYanrmpvm5Yp89rO4c0jbA7g1ge5bta2rAsBcEz1vLd2Ev5yfuiZvKIZHJzceACI99LOgqYTXPrnYB+hb+WHDqA/6JrOR3E1Nge5uH7lvocHOQNYft5KSuH86qmvBc06EI7tv8Y5tPL/IizOAHjW32HtFN15zXXbmGLpzdmX+/vbq7v7axhe9ev0a5jjFg+nN+PkM8nZr9jfGFeot2+2sJTNp14528HqzPJ8tnKOm/x5c58jDN0y29y8GHM4+bWJ9rdGO6IdGqpWY9aALynA8wailQN4BYHxPRvX7vb9pgC4a0lwDkcxruH3bly2DMj6RgJ09MBrTMfNjSsHbtS1wK6LMdq+d9wVzO8d/j2xWfPlhoP/C+JYo+qqUqAUKAVKgVKgFCgFSoFSoBQoBUqBUqAUKAXeW4FLH1/subPeq52Xtu/dzgAuADwd0t/96dfx+At2p0GpAsBxjfhsAKwP/APofA8AHIe7PQCHqyw4Keku2/v81HpJSIFrtimh3xcAr9rBz/uYdgA8gtfomLQUm/nzfHYv3HgZwBAU80E81xtcu/faA8DRiffRALinm97CNrab10RYGQEtYWYGwBGsm9sbNucOCQk18LOnSCUw6imdZ/plGL0BVgGwMh7R5u5s7Q7isR1jnBIAg2DBNUt4G8vMABgpdbt2Bu7i79ZfpDjewiPOoRZjoped2WslAKSBn+FWQEPqEME6nb5w3mbo1QE43KTmGs7fHa3PQXiMJQAwgB4ALcZLYav0AwDY3Op9UwbP7jUXKz7jGbCwY0p/YAKWnwqBg5v7q/T38RHl38jZwJ7WWvrr/xz2kaAvEejHOR/7jffRVryiA5h1U4O4oYBlZQBs9Vla6Lv7G9HE5s05ABjXy14IffXYeB02DTBGZmDWNHWt6VANQDg6fLWcsNmlaXTgfrZB+ydEVMFn2xDjqbHx+wQAP2NsMMYiu86PuAEAUeREtW0kSH+g5fWVADiE5LDhIX53z2BwTtG9B4D7uMO5/qIbEnQ+hKlqc9FSMrfXAgSvAPBskw7LLgAcR73+XQqUAqVAKVAKlAKlQClQCpQCpUApUAr8xgqsAM9HA87PlnbV/1X7LtXn0vpX7Xvr5/IYbv9WeejaHnxNzuo9q85VDudPPgv4rw54j8fXwim4M6hzfaIn5K8NgM+K5cnFK/1XZ/nyPMjs7Ipu0FNtbI6ifNGpB8shxeTwhHpSUUwbms+AxOV7Z/iudGFVEf7E6vu6O7qecjzG32NqzAZS0w3qnnSXFurLy9MAlfxaXJfBUHNStRSt4ZzFlP6bYPbFHZDbVKzjHIraZQde1E2vc6dujBf+O75nqWkJUbs7rJdn/9oDCvH97HyO4xbPIeb7A/DwN/ccrDn9cew/na0sNzphYwrlU+OVY6w74gxI7blhT8HODJU1rgg1ZWiZNjk7eHHf9dcO0HP8AsSaizfBznC2axyzeAYv+9LO0/W0HqfO+r25MdiJV74O8WP9NOieHbx7fyfJXQ2iPjw+qC63N+YIHueUpaLvDtwbg7eYq/4+0zX/kP7DaYm2RAMoADDO7UXbmJIZfSHEVa18vsbPx/jt3208A5j3xXvQdkDh2O+emtjmczwn+Mfr0+Bovr2Tc2PvBISHr1LCPnUBc3ONg1Myw5eQEpobKHzE+j2Tc4RjH4c5cMa1WScC5ebgzXEaDtg1h6x3NqY4FlSq8wXnC0usMIV2nENR4xgzWv/i+AJmxdj7nmE9Te+0tyKeAQyA39ZBbkhpa72poxtWsNHHYXuc09TPvrM9A8jpBBZDuvCoyd545vfzujVbu2f68u//OgP4qNJ1XSlQCpQCpUApUAqUAqVAKVAKlAKlQCnwiQqsHsRfCjg/sWuHql71f1XIpfpcWv+qfW/9vABwf2D3Vg1/hfuOx1cB4I8Yr5X+f3UAnDVrDmf/4FIAvB4Tpvg14KPMU2HCdv4eAcC469QZ46cAcHf6jek1tcyQyjU7f9mu56dnbXQDsZ7SN2qwiqesV06N3M9eHTUiAM7peem+jamyu6t2PjpM7YxPZ2m+eQ4vAVUsL7qC4/3xHtVzsvNEy3NglAFyjku2fPX9nQGwjU9P5ctyZpCX7TwFgNUB7OfHsi1w8LKOuPFjBoA34+26sM5WpsA2nJPMtMpw6fIzhcABABMKEyzDsYgxAgDmHIsAuEFkaQxhNt6jK5Z1EVYP8ezzFG15kjNccSY1APAW9JlTtDttrxUAA4qO7yPoYGOG89Vc92wzyifszeXHM54JkmfRTchLfSPEjdc3J21wISuQljHIZwjr2vBDzi126E2wf39/d3WnJNtKjgCYscUMDoyTHOd9jvXU0XPoOK5RMWZnmQtyyvjZBpgOTfsYjBs2vF++brd2qavbN6T4YkwAnOuJ8xj19Y0ItlnjWjdtbEeSruMIgHl/XF+4UYLznmPAdowO4GMAGHMEc4FnZA9xo1roSchtjdPfdzZs6XnCsw56obONKfNV29bUAsB76tT7pUApUAqUAqVAKVAKlAKlQClQCpQCpcBfWIHVA+XVA9K/cNe16av+r/p3qT6X1r9q31s/XwLg3TMXz6xxzwF80Fn8Xs3Yfyh2Zn9+scuPx9eFANgBgnW/HMAMg5X+awDsiqaD9jhaq/P3Vg7g0VnsdqOJA2t/fqxaYHfurZNLfRxoZZD4GtaHDpndYSX3xPdy29WFddDan89c7eDHwIJnXB3SzRI4xRiIZ/7aFCHVCWl8J2lXs24rvVqdzQk49r6f92ngvAM9G/uoS9fQzim1cYxpiOf2tAiL4z0RDI86jrY6TcE7nJ9swFU1/NJdqKpNdKurruI+DUAkn/mbAdLq+zsC4KjkAMgmAIYwT92m6q4e11eCJYRBrIPR8FX6uQdb4/s5HvYAGdI94zOe0ct24SfBbAS5hL8RCl1fi+vWXZuz6cPys6M7AmBqSIDMaaD3ev5ihaquV4s3MFK5Gazczsy9kjTJaLu5fAmGM2xXmKtxboB5dpavho13KI9TPOdXr3O3MftxBADH9S+D06ZHO3e45XDWcbm7u7V+Ij03Qt8BYWsv3gf4bEJanLVNMMjWohDUIqtvPrGa46YZnf+eWj6eCxzjfi9F9N5ZwByPeF/UGu/HjOV6fVgOuAzEOWJjZOuXgWIDvViNLAZlwwKSLEus0gke+0B9NGOF/63C+ThL5T5AYGw4AI/1lZ+pnBlD2CxhAxBiOGxCiGm0t+ct09kdAbCsfSfOej/Bfj0Oxu/no+sddx3k8vt6Y3FWDuAcWfV7KVAKlAKlQClQCpQCpUApUAqUAqVAKfALKrB6oLx6YPALdumsJq36vyrsUn0urX/Vvrd+vgLABBj5DDTUN4Oyw3WrtM/6AG0OJHN/CgCfHuHj8XUhAB6aUQCYcsz0n8fs9txOfcDqc+W8FNAdzO2O/zulgJ6VH9fE+LA/wxmd5gsQm2EidSXwMLjRgy8Xl2Fsv9/AyAoEb8GzEhctJpY9AsHuAN6Lg+7M3Z77y3tm3y1ZL16zAYENGoxxdcoBPFtJ7AzW+RpjbuueOtrG83TO0uzMnbmJIwDe9C/Erbob/YuljePizMw9/fZWUYLcvc87qBxdwbEeXBN/1zNMNW63TuKWqhogO6TfBbi1/vZ4140MCQ4RNuc5aBCrXw8gTBjMdnCc7fcRTBOCsU2mi6kSHcPmwOybBdgO1IfyxQC7mfPUOOrRAHkDm5hwBMBwy0qq6Nu+GSCCWTp44xm1gIGPjyMAPvK3UQbAdJg2sElQnY7MAMzOruLNmbmYV75xim1uENzPtn2Rft7f3ch/5gT204vbpoL+p5RtfMjrWV+/bEy++qHHfaxNBWZO2APAEeRqHGEgMSQpRXTUdLPpBfV4Gmi0U53uDoAJrHWeyKaOBrBlHsy/YwiArR0AwDjPFy8CYJR9LQLTBc5+coWKc3sPAEf4G9d4AGBNda7ZJgjdg4N2kgKaruPu5LZ51l8zAOxr6mRdY79Off+t1rt87wbwprW/APCRVaOuKQVKgVKgFCgFSoFSoBQoBUqBUqAUKAV+MQVWD+AvBZy/WHc3zVn1f9X+S/W5tP5V+97tc3kQSXCFZ7J88BjB7hLGBvC7AccJ+K7K4v2r6y7t/0Gj4KXVfNr9+/HXIdepxo0PBGdu0GMg/6ME2HPPsL6fOf/Oi1Wex2qabh/k+hmBg+Rb+NbuW4AxrSS7KbXiOZiObRrTA2/Hm23I8O+8Md+2I0IMztMRyloN+1Bk7QQe3KTu1sxrvoKEcNZkBlk2gB2ymHYcq/2zgWfjvpdKegWAqVUDK0F8vAfwFB2/Gg4Hpm5eHzMAnjmK47jPADDKIAgl1MqprFmGQtHQUKbABSC0cRrdt+fMd14bwc/Y9n4m8B4oVtDrLtW8p4lprS0+etpn077DXoJetsPSx1pLGrhLIDhCWVzH3wl9c2zl1K/RGcw+x/OGqU0EZN4iddridXt767c6IPP5E9dBnqEKx/eNOIw7wAb4i45bwl5zWM7GJKZujrAVaaUBoJ88xXqMHdUmWk7jAKd/o5zoNOY48SfXBZSH/uB3ngMcYylXYamAEceOd5vtFeuTpLKWz28FYMMJbJfI5hUHxEwB3csc10lsIELdnIeAroDhfHH+Hk3pTOgYAXBcc02L7kCO67K6ytVBbW3CmOA/xrH9HMe3jTPmR9h409A/uyKx8uxQGuWrntLPr+ootovoED4FRSO01/HU/x/Tmfd5qnUAMIf1h7q0GNucAezgvEHjMRpGIGu7A045gBELsf68Zs82RO2FONeS+PmyPBFz9lffiWlUH5UCpUApUAqUAqVAKVAKlAKlQClQCpQCpcDPVmD1P98vBZw/uz/n1rfq/6q8S/W5tP5V+97t8x0AzPIBZCMgzvUq+20AWB5qtqdGfJI90oYVLCsA/D4ju4q/VXyv7m8HGL5Pc88u5VcEwDG2Zw768QFsdxfN34/zpkNFXtucw7tnCJ5+fLsH3lB+BLv4na7GPEgRQMzOhD02qHMArM/oHTigHP47Psw+BYBxzykX8AwAQ2VCBYzfKQDMvgEixDZ1l2TvvcGVCGe2YzMDwCf14xmaXmwGwAYXkXKZqWL3Hb+zembl9dizctt3hPctQ98MH5kqetDeJ00Ej4y5Vp/AkJZaeAcA97YZhDq1vsW1Lbr8LM5srNBGA4Pj5gter7LjGkAvHwN0pZVNcOvzM/Yvt68BxgSA2Sec8csXUjVT+uwS3mwWUCDX22+u7x6Ls9TQPBd4hE/mMgZoRXm3t3dDyKD/6LvC/fDJD+RwljbcyfUE6WgDYZqlAw8AOGxUwfpEeBrdqFwHAGABUKHH06O4ch3McgwthvY3ucQOYJ7QoTuLG2qGNNNxnqLOtlaqQzrMCYe/uJfnE8c6n6T96rKXewCAv93fqMb4HS84XGNf9mI2pnQGGCVc59rMtTuniEbZEWpmAKz6TYAyl7EGmLVCG3u8UC/OlO6Ocut1BMCxXzH1O96/4bpv00vTMhMAU106gNlfOIS1vyH4ooNX++rti5t42F6Ob5wboeve/iHk2y8jSLVNP1EbtN+072uSjeV5AHhee383A13rW/98BYw3nxcAXklen5cCpUApUAqUAqVAKVAKlAKlQClQCpQCn6/ACuCsANDn9+CyFqz6vyr9Un0O1x9tt6tGfcTnAQDPij8PAMtDw8w2znQAf0QXZ2X+7vaGVfyt4nt1/78jAN4DvHxffzrwoZNrL54zeOJ1/f3LAHCrd+b+1afDp+HIavz32r/tL+o5lT74PAfwbN7SedZAmjwNX6WAju3U81rhYJOfSDkaIcGeA7idjZkgU2yfPpTnGZ0OC1X64CpmO067wbaqEuBHIJMhAAEw7s6AfubQjbVk0KPtdph4yvFtAEQAcQC7CvLki2E2TohDe7+nQAYvYR0ASxaLdM7bvOjtY1pih7FhAFZr3BADfl8DvE4aW+pmrTPFhoNmBaAOgtu8EHBsY5qdmwSe3cEcQSzbBLjLtNBPT+aeNJjYy9uD0y2mAMV4dqm/yXHPIDieDZyjrc91pvBNGxowf2TQnp+flToNujsAtvixcbYznw1Wmr5Icyy/yFoFEKv365nPva8RAiuwFYB6cwNoamcA57E5NfY8PxjgkmnJCeXjfR1aW39RX56vPNNay/EzoQGmc2zpGcUetHqtuk9fZb2xP5j+uL++ur3r990SAIuuVjbi3s6QjWf/Qr8MeVs6ZoeeN7fWbgXMYVMNYXFOYU14jFTcDWaGc8y5VsUNQOwv2oJ01Pw7kPU9BwBrjWH8u1PYy7/xVOj8TsXX1zPiRfoez9WWrQyaKlxj6AQA5t+vEQAzFtlmrvcRBOdvpby2Upc5eLUx1TOtfSODdjmk1T61gS0D49xergUxxmI7BjjvWzLmGSZ6CW3Z9L/f6wzgvArW76VAKVAKlAKlQClQCpQCpUApUAqUAqXAL6jA0Qf4v2DT36VJq/6vKjnn4fGsrMP1FwBeDcWHfF4AeHRmZ5HX8Xv6/g8ZtFDoZziACwD3AfhIAGwPuOcR9BEAmLBYz3AFh0oP6rt7rp/tugLArf3pXPR2XzpjM8fz3hmcDU4DpKGtOw5gqKeAJ53dm89e3nPtEmLlMvbgL8oBvFMopE7QDrwyALbxZcN5Fmh3KEOaDn4ZB6cBsPV3dP8OMDd8PtTvxUeHLj9vfXF4H6Ep69Nrce4uQLUCNsBu6UtL3TwC6xdhpPbRePYv4zq7etXhGgCwlU9HbgfDbPPs3F6Osbl7rT1fv/bxifdQh5njFPCZYBo/CdV0j5d89uwpouPfTvgIKaDxnoFbd7hK/SsArO10CJwduuY0NbD5+PhomodNFowa1ctTN8cVhWf+ckzj/TldMFz+qu/OubgRqsY6AKnj2cKoozmGkWRY+gAArGBfft7JmcCAwIj05gB2ACxFyXW2oSACYILr3D6c+at1ywe3DoAtRrozlBtRCIwz/L6+CW7WBQCOWSL0/F+CRK8vA+AvcoHVZ9rSjWwbcMxRrsBaALBGOdYWLcvugxQRAOOSttcQ66IPxB4Azn/f53jPGxnjecNaV+hfHHP+G3NN2+oO9xw764wPKQW1b+SIGzjYDi6l8bsgt2n2vTmDxr7vAE703/1P5Nmw1XulQClQCpQCpUApUAqUAqVAKVAKlAKlwK+lwKX/8/xSwPlrqbFtzWfrs1t/PjAwNj3BgrdofDTFcn9a1mshANHnbW/he/Es4N0CwtM5r7qlmJbfv5zSJwjyuzydynFydF6u4/stA/iWiPuYe1aAd1XrSp8MwtqDWw+snCJ4v75jaUa3989Ty/K6GYjBZw28HpygG7DlEOMt+tLx1c+UncWYvdeAlvyjX2+Azl4Eevbb/PrxQXuc8/nh9V46aL7f6m1nN7Kd7tZKZ632cTCHItM4t3LSOpXXIwCO/Fo/9N9Gyd56ELkuIW2HA13TCIBX5/ay9giFo+tXRw0gL3TWwA/P+wTgM1dlh69wvNrvklC5u5/T2bgN7PjAEsIx5gfQpVDPwZFD3zzfY3lxs0IDcID93pdhrod4Rd1Mbct25Hrx/o24O6MT03QcwW+E9Y+SsjjCZKZ1jvCX7QR0hVMUvxPKRwCsaYRd/2FThsR51AT3Pj3bGb7XAl/hoIyxlSGwOXWlbAer1v8QV4Bxeu6rrWNwuD4DMEvYE7jyJ1ICK9QDzEOAaBzxXFyMZT/PFZ/HNYtlzIG0lfv4aP2azRUC4DizuFEhxgg0wZDxbF+2cQbu2Gf2IcNBrUvdxUhfLBDYx+/u7k710nU0pBa3tQK5gq+uvt1dX93f3zbfuOmG6xEzvmbK2PYzgm1uxTYApnKttvHu5+xq0yZrXdScjmCmWI73UI/mMvb5Qu0BcOOL+R80hn2DhJXh7VZobwA4OpH7phvvS3AQE6QboO5uWx0zLrvhbGHbeCD6eip+3j9bF9j2uHxT39ivvJFHYXWcH9h8E6A55w+XTqbEns7dQUHOOf97wTN35LjMEFjHLHwFzebPpBqNW21rAeCpPPVmKVAKlAKlQClQCpQCpUApUAqUAqVAKfBTFVgBjlVjjoKmVTm/6uefrU8B4B0AOYHcBYD7LDo1LyMEWcd3AeBTa1MB4C2gXK3lPwsAox2rM4XfGwCz7/mhffx9cBieCYCPOHxnqaF3x8QdwK3dAwgcH/7jGp6/y+s7lLeUzXzFM4N5nwIaP2N1D5bG1M/j2hRSgIudrzunzYEaNzpEKJr7vQEYTlTzRgmW2QH0CIsbWPaNANHRHNvD++PZpnuuwVtxouYUswTAs00LM0dvP+N4fn5xXPsBa5Fl+OFB7MRCbODmjS9cy/CkpviJVMk41xj/VgScYN3oIMRZve4wbufZWi0WDx3+trrluub8DBtNGjSUezJgfZWGzgAw29ZBcT9jllCX0JMAuLvW+9rGaxXa+tsRhtP5m+uxNcg3NviN0LUB7AGMwyNsZ0bjpb852CQAxvt3d7ftXG4CVL2+0UY4518VAP8h1wIIEwD3dOKA8uaAtZekkXbAi2t1bPTs5Q7EZxA7At+4rkfYyfJ0zBPMjGmgB0Dq13GdOAWAY6rsDkZHQE1t4vzCfTyfOP8d1MFt//tnBoCH+QKxNFtC36AU/0xta174kyq7wgmAR+jaa9m6be187n4ud59bs7/tmMo9O4rjd0aE0Nv1M7+z83sB4INC1WWlQClQCpQCpUApUAqUAqVAKVAKlAKlwE9QYA2ATjeiAPDH6vNuAPjMFNErY+DX1QV8rHghP5wY4KzkAsBD4OU4mc3L6HJZnd3Zkx/+hEXoA6t4i0P1nOZQ0z3naCwrnvG7jevkAOaD+cX8sXSe/ZXjID6gH647OH+jUwv35/KOfn/sQa/+Pjoa+2KOLry26YK7MxQOQ10Ogmsq3xM/OzJOw5glJ3dL8yzv55TOQx8dYBCg8QF7dIupnnq2oy9pDl5GJ66BGr5OAeAOU7qbM6du7n2jc7I7q7e6dagb3bmz+ZE/jxsjBmcvzzd1x29zBosOcPY2Dd2h1sbXowOON/zX3IqeGpWxScCpcFLSHpNJZwf3bJ5E2JvHyQDg6BbWOn1oOvDujnArI4ydwrTuqlRQxHOcpb83N3YtYB9gnIGk7k60OLfUzUydPMIfS4/M62KqZR1bT7dMmEB3WFIAACAASURBVEvHMMAnASbueX6GxhZD4jtVpy/LxL2aktiFvflin1lbAQz7OvZV3Lx4veBMX287nMB0Cc8AMMfPzrpN7kOfU3S/skzWH4HubJ6wPMJX1IW+cX4hBTTeu70V56yfv8trY3wxdm5vbmWsrG9fvwpoFbXiecOquesUoSDLipr2eMzj/VVjARsIFKSLJnfSPkihmzHcAcw+oNmYR3KDxtqtpINWJzDXUhiEw1oJUGwvB8DuAtbUz772xTN8eW92B8e5oXogTiWW8rrsecv7XGJbcmpoAmCPGziVJSrFHS7tknv6ecXd0c7xtfXTetXXXXtjmB/i/OUrZbhvzmneD/1Qf3Qg4146qAm/4Q6Or/g9n9cgrikZlmfImzd/bOYFvovSJozt33r2/boPgLGBwFr+XgD44QFO/qN/IQyy1S+lQClQCpQCpUApUAqUAqVAKVAKlAKlQCnwngpc+j/PCwCfHo1L9fkMAHyEDZ0CwEfuPxrDBYCPKXUUABO4FAA+puvqqg8DwKuK/fMCwKcJeX6Yjofw0XTbU6DOBc8O7yMAOD+gR8l74PwjAHDsyXsB4FjmbO3o8MWA0lEAbNpYymcc1Nkcmw52O7DHhgBLe6tpbnE5HIxyXQS9dNpGYBvbHp24fN9cln4mqAdMBlq8du9kAd6v7fLy+O9ROwOxuH5IC639sCufBJhq2mQlMv1MWoJbAFSmc2YdrNPO57V7AHOHzQ+AZwDOCt8NkOP3Z6mvneUrZeN3uFABM3ntrC8+0JYm2M8WtXhGKmF3BksXnp46AL6WMiMA1vNYQwpolKn1ujs5Ojo1Vvza2XyaAeDZmauxjBkARorl2Eamk+5QzWAiQHF3yeK0XQPArFNBpLSXqaJjHMTYszngKYj9j6f4fZ7/hsRZvATA3EQA2KpjpP8H9l3Egcwr+ScA8N2tAXWchauXABQj5oMDOJ6/y7Oz8d6tpJOOULXNde2bFajpxOFeDrSybdKIID85e18i3dR2YdOGRJ8CbEtJre2CllLOy+uzgtgGgD2WZxvWRnC6BcBR96wx0TDmB1KP8wUwjvp5fQTAWt4JAExIHGO3g+z+PUZ94/dId05vU5THtSf/Hdj/3kMfbJ5q20Nqa86rvtGo9y9x5SEd9Cye+bf/w/eXq+/fvxcAnolU75UCpUApUAqUAqVAKVAKlAKlQClQCpQCP1uBAsCnFf9sfQ7Xnx2+bzgj+BS4PeL4fU/wyyeTewAYSQ7f45WeP75HkT+1jPwgnJWv3t828n30/KmdP1DZpQ7g1fzLTsGmP1OX7gbYxPHbhgAP1Y+dCXwcAKf0rjtn1e5JmkH36fN7DwyMz9+5POO5xiitpQZOjlzqNEvFneEvHtyPqS4FLuxksG7p5L2+zTg7SLMH+J4ylW5QBS2extUb8ZEAeH4WJ52gjKN5POUNIbPf987q3TrVtimgOXb4aSlUBUDg7NEvN81xBvfdMH5CqVqdwVFqZThM5Dmc8OCFrr2AePkrghGe04s2ZNjL6xt8lo7FPnPsED/6Cuc/c5y3KaBHZ/o4IwCADb4qwEtOy1d1OY9AMMJflAUAHME1yx9T3FobAOdQHFI391Sx5iQeytI41hOWW3MBuKhLg2Rcp+QyTc2rzmK7hef9CkIy+BwAb4SjBI+4bQaAmZpXy1TntP3ktTlVdhzT6MLdO3t3gHDu9oUDGK8bScUNBzJfL+KIppMX75kOANyS3podZ9pm/czGRl3E0F3OTB5i0d3dEa7rWcmIhbYuNwSpzYiZGACAddzUFeznOjsAHjMNeLpracSdwH6AzGtxmaOJKF019fTcGieJ9rX5IPdqfc/dXW7jgvTdFr9sk8WAvRfv5zrL9V7vY5YEvDk5U1318XbZ+Jv7F/MDwdDHAdB4/PuFZwgDMCtEBhPX/srmBqzPvsHk1Pe7joesRUjNjvI0VjE/RDOcfR2/A/Vzrv8tcsZv8ZiuO2YMmGV4iPpR675BJp7X3R34dp2vb6l/A+DWjTbj94E6oLk7QGOjp3bP63zo3vBP7b/o/PD0evXPfzzYPJCO7HzF7hVT75cCpUApUAqUAqVAKVAKlAKlQClQCpQCpcB7K3Dp/zzPO+ffu32fXd5n6/Pm+i8AwHhgk3HgOQA4Vj3J1HxsSP3GAsCn5VqB3jw/9+OpAPBM6dX8+zgAzNacBsH/PgDYAMkW9PZUxlCsP5QfRxNPoRUAoAxchzUuPNnO68w5ABg10VmMMrWekMIUn39kCmgDC34OJM+k5bmr7UH/5QA4nveLPg0OtZRDNZ8BrBrA6csU0A5uc4pmrSMC4DQpM9SFkw1uVcLU2fmt2lbUj3EKKZIj2Mzwa5YyWscV/wE++waAtj7474zBV6S0djiWYeNXDTbAww5/cc2dOC2tecFFnVJAx/WIfSXIxZ10BmscutZ4H/APgNPApJ2bbKmkAYx8LOW9ZwyInw1LwKx1akrgDvgBWTVtdKM7Mg7UFoDTAXCeRwBlOsR+H0uMmximrl1pA0F220igZdn31ux7MJ+9y3nIM3Ytht2xLO0FqOXvdAazrgiYrU64Yrse4/cEneriEvY00RkAp7DWDQHsh+renMA8P9k/l5ghbEWMPgd3Nd2zWhAgL8ZBeTTExsaL16tvt3fi6JW00v51/6UB7Nwi10Y3WthnAMCMCbwZ4860tOsI6vU9v/8UANabdJOCQd04lmMsIFDHzUENIr+OIDQ6+DXe/CDkH9hAom2S8YsAett9+65xABy/K9Qx7wBY4wUbWtBvWWIhZ2whdY669KMDeqWkpLlNW3CrJdkAq+aMm5ghYQu4Yzk91XM8O33U9WwA7N+vD7KH4p//epJ1yDdAFQCeRFa9VQqUAqVAKVAKlAKlQClQCpQCpUApUAr8ZAVWgGPVnALApxW6VJ83j88FAHjWo3MA8CpmDn1+IQBuZ94tuOZf3Z5wLgDO2vf4SkLxwf5fnAtf6gBexeqe/tFFN51P7mxsxqVh10V8GLtyAucHt+OAsX3ZIbUHrvfiI4PXBs9SysuVXu1zuPk8xrZzsPdpr529Pfbgf9u+Xj7rjGcw07nJz7DcRHjcwZVd0XW0RmdgqLBP3lcI42lMcR3riYA2Qo4hH7XWMyr4JZHpvTOAe4rQDoqspFX8nB6xvRTSdGRTezpsWVqGxaZhd/YKgpqPm6amNVCs+iVXYixfx9wBKccnA+A2bi5sjKcG/wCzvB6CazobCXEb2CfkSg56zrrW3tAuG3txPPt3mo6pfM6zfK2N+B1AGOCuBwFA8uxFuEuQSxifXcXU8EbOO8VZv/a7pwt22MYxvpaUxgqA/UXttC6H2f1D+5cBXQOWBKMaE2y2hx/Obdbrgc4cMHPO5P4R+rUNBiKHnovsrlxC2Ztrc8LGM4FnWsW/oSKIzbAxQt6ugUByd9mq1hK2dl8HlrhW11eBhbbRw9cInHcMlzDiPsB4xggBNT5jOO06Ux18onxLAW1OVK0vzJEY79pOOms1xl4lFfQXSQkNhzMQpqQ3RtvDxhr0hSmX9QxpdEs3zvRNLTwXGecLa9/zmiVx3jdaWOrpEQD3daB9L4WMGfk87Q6BvSJokTdG+IaLdm/7brFNFnCy68YNrM06B/oZ8/O/ATvsvpa50+G2lfcVKZSlXwC8EXzzjGLVEeOvdfWobDr6ezHVuMWRNbyNY/x+lX5j/hhiTg7etAGnAW7EJMA61lvX7T0BMF2/aPPD4+vV//4DZ4irnVj7UQ7g2YpU75UCpUApUAqUAqVAKVAKlAKlQClQCpQCP1mBNwNGb+elgPMnd/fs6j5bnzfXXwBYx3qVlroA8A7pLQB8aK341QAwG53B6aUAOIuR1/2YolQf/PKB/m6q6f5U/BQAZr17Z/F+FSeXznMvJELcXC6zCQNFdSBBp9IIdfO6cQQAM40pQAOgEV69nu7Q/QwAzBSf67O/T4d9TBHNf0doyrszIM/jqHY5fxl4AyzjHxUhBbS8FaGdahqISnTaEujimgx+Z/NicMUFJ2kcnxUAbulbTziAdT44KNV2CIhpcdtcwAQ7mDt2xqnGdToTlm2OAFg1UTdvh0c8C5h1A+Y9Sypj/h61Z9pYAGCeb4p6DDA6iE9hQX3bGdo+ngBPeFlNaJj9AADGGNMBDIb1KuWje/nc3FiVwlFvA1Iza1l+rm78nRB4mFuhoPh3VNu8In3sKZx9jBSLRqIpEHQCgGmcZX22vvqc9+zReY0kDE5SGoAVwXimtZ7Py5TaXMQcLuNauLkBxAl/cz3R5d7GU2ND4LFICHB7KyAY3URqaBDcTZp3+QwxwxTKMa0zzqi2s4FvBjDMfo2bVgyU7gFg3fiAcdBmAGq7hh7/Om+aC5nxrSt4WhfgQO+OejrM28YQ3XNhZakD2BsLebMJ2qq21NEawoG1UlsAYLyEDXeHtLT9WXdwOPzEhgH5Nad4jrHIs5sZ1/nv/Qbw0SjplJYnP+kYp+bcYNTGwAE3N17YvFT07T8JwS17RH7FTSKbD8MbzLj//PTj6p/fH2WTyZ3XYRcVAD6lXn1WCpQCpUApUAqUAqVAKVAKlAKlQClQCvwkBd4MGL19BYBPD9Sl+hwen1PA91QTJzma9aFscnVsijhRX4Qnq3JWgPbSabCqfwWAP7p9l/Zvdf86fuYOM5Yb3St4b6XXqj3v/fnK4ZvPgMz1r+7fXH+2AKcdmPvxtX0oO7ZlPCNyD0Rn8PtW/ffKX5e3H18rKWdgMdcXnZv4LANgggV81sHPfhxn2JjBb0/fGQF2Xyw7ENpfQE+VkVPhst25Hauze6NDTK8NwLU7wLqaWxeffdb4E12Ak1TPLIUu4OgGzs7gOH7apwYOHbZEuJtdpz6GbYwdlCFOGpiJtEauF/+bVrk9o3c+PvE6vW8yQfUMUXXqGnSNP228utu5zRt494Yvo54COq/RAyzWMZi3Nf9tEaF3c5w7eEYbCdfi5pAfEgwKehUsuqNW2i9HxaqTj6CZkJbxCeAaz9rluK42guh5rOryxpnEz21Osvyun4HeBnYFXN3cMs0vUl3LOaw4p9Td9kxPDZcwzjrmvGnzUTcZmGuXLnGL7x477L85XPMZqYCHvllk+JvJQCQgcYeV2zVP32lnBs9du319sroVzLuzFW3mOLEfFicdVPa5BUd2T3fe41/6fi1uWBnmO4G7NwL8ATDx+urzml1r6aR9PmG84Mq/RjvczXytaZt7rXo2L1yqOsACdgUut8/JHkG6/WXgN2wECQAX81DLUdminva9OEBUPVPZrtmsnwrvgzKIP9XN5inMqta3vukiAmDVN2wOUec3YLpu4hBfrbcNGyEeX3DWs7UZGzwySCagjrCdfWQL2S8uO9uNVhyv3if71xhz3ZXcjwfgHXQ/72WToI4x/fYwzqiN3wei3/fHZ5lzAr+VBt/LpgF+b4h20qHV/5TIPanfS4FSoBQoBUqBUqAUKAVKgVKgFCgFSoFS4J0VuPR/nl8KON+5O+9e3Gfrc7j+AsDTsS8AvHr8VgD4nEXj8Hxshf5cABwf8tqD3NPje07fZ9dGMBy16Q/N315/PoeVZe65S2ftO7f7e+ObUyyf+t5DGTOQGx+s49+xjAx49fPgJLsMAAMG2Tqg8MNDMm7u2APAUVPltTtn/WbtI+TQfnsFEaboPQkAs434GdMwR9fmDADvbVAgAI56R5eowrvQ+bgBwOoZ56+mWA4A2Mo14EE97XdxMyZrYdysAA6WXXtRw1l85T5qit7JOaYafzwT2gFwHh9Ca8GWDbQ2oCpdBgAG1CEABlhlP1FWBLBju+23V54B6u5N/J7PPo0AuIFmgXnoF/S084kB5hiwiBcIbj8JKds5swTLj+Is1v7PzwiOTtwIgG8FiOJ3nPHa4pLwEXGqdBRAMH6nGgBuZ34jtbK0l65qDfEANhmHs41JccxbinVPdYzPCIAZoxbHONsXjlY6ZSEOAlDOc5Z+tDVUoS3cv0hjLU5gyWWN1MY3cN4LV3e07ucFd22xQYBz8QXOX42D7WYNu6YDYDhOY7xw3Aia2+YeQPwGE7uucR4yvkyzLQA2Tcf6WCb+/tN1JGSi0DN7PS4RppimGQD3NXKE9XrGL1zKAN2ihcxAc7aL5g/PjwqAoQ8d/mhvHNe9NYFrUluLwtof5xfH25zAfW1afR9tN4uMsFw1bE7rycYf1w/XaIJnGQq89fCv16t/PTyYixpni1/duZvbMwcUAM5Lb/1eCpQCpUApUAqUAqVAKVAKlAKlQClQCvx8Bc4HGmMbCwCfHrNL9Tk8Pu8IgM+KwrfW65WcC2iOtm0FflnOyp7wUe072o9Lr1vHz18bAF+sz26K4nnJaz1532nwy6ve2wHMchto+wkB3FxLCmssnt6Salihj0/I7OxtqkZqeWLwCRiYArXP93FDxPbB+HzDxB4AnkFv1MUU0CsHegai55/xG+Nte3Z0zu4ZmMGgXga7s/GLZ/ji5gzieQ+vi+7fDHT4O8+O5bXUE4CSa/NM41z37MxgBXNpecvQPae+jY5fns85gKwUc91pZx9ECIw0vTGVsyDhdnc/M9fe2oujCKvzdUgFrLGWAOOsPGuXnV3LdoIxoUUAsXhdA+C4Qxe/PzyYkxbuU4VdDljVMekOXC3LXbg51S0/Y6eZutkAWXfvIuUyYS8+wxm3qAMAM16rYNZfbGubL+7o1L7LNHh+6e5iatjBpZ3La6DcHcAC7m7vqCc+88BxoMd6X1+lXPnjgnCZZwGbpn3tywC4Ndz/sQeAo+M3poLGv1/ckd02g6D9MoKWPh3Oaj9fGbD42TX1+rDhAA50AOAvX+U8ZafoSEH87f7uChmhtQ9h+RvmH8Df5I8lOmANoPomE5VxdPYi9tAHumL7hhZ3+VLutBkDJbFeuGWjwzx/70B/pBhnnOJetCufq6utk36j7Vgx0epgTDYdwnndcfMJQOezOH1BOREvqM82BYgD+PFR+x0BcHZo72Uc4RxqugyuZxsbxiv+jfFDH1AenNZ8dflGcN0gu1+w/V4wV3QuZ1jfPDY0q4bU+8/vL1ffvz/IGosxlLZommnbAMFXOYC7pvWvUqAUKAVKgVKgFCgFSoFSoBQoBUqBUuDTFDgONOZNvBRwflrHD1b82focrv8cEDtJ+3xQju1l59Q7qeSj+FQBYBN7HT8FgM+J/bWeLG0fAK9jfpX+GXXMU0C3B6/+5PajHcCMse0ZvMcAeNQ+A+Bc5qlxig+qmfa5P7jnXNjOh6MA+EiMZLioZ3Sqqyo+oD/tyF8BYLQjArd+PfR+GwCenQEZ+5vBbotwdVgG0BOowiaVctgcgPvb2Lr3UOMIOMvPAI1n3I7OyD33oenauF0ASRGyvxUAs8+RgaGtXA8IBDs0/qFglefJ0qGp4wfnpgTpXuxFWB7hZQR/KOdWUiKzPXQC5zW/QTInXILIJH4MUgk/UgDMs4HzWbyWCtledABb+XMAzGsRn7g3nkULYIvXi7SDUJfgCm2nuxVtuBawzfTPDRTTmStlAHTm9M+8n/pyPPg7fsaU1XsAuGs8fi9qnEt8a3yK+1NTPissv3EYnFJGO2DO8DnGS4+pDuvMGU6QKuMUUvtGIMxxbme8hnXGziy2dNe2JshYK8A3WPnji4yBpoiW+JR2fru/v/qPP9CP7vzkUoINNPGVNyrQSQswOkJTc3FrO5HKWz4HmLX00fCdOw0ODme9GA3DD8wRFJA2BZnmtjkkp1QGICYAZpzG7xTdgIA1SjcgGEBtYDRvBAvtiAAY5T09GwC+u7/xb2EbvxfZdNAzGjAe7DvA0kar/OqQ5Yt/p+4B4M13CmNDyuH5wRHc0mnPM7f3v996I6jBbG/VwPzZdvn5j+9PV9//JfGjQSkbKnQDhs3xAsDDlKlfSoFSoBQoBUqBUqAUKAVKgVKgFCgFSoHPV+A40Ji3tQDw6TG8VJ83j88MzL4n+GW3fxEAfBT45tEqB3AB4HNW4QZUNrKNAGAWj5eB3z2gupcS0xr4MwCwPWzPwMRU3Z9f/UF/1F8deXoTz1Icy+0uNLu/O45xnmSHJ2jPRwJgwl20YfaQPcPf2TrenWmWRnT2ymeq9tS+JwC7r/NWvqWjVTAB8DIBthnWoh3ZGcu25Wtbqtp0zzg23gbVytrdoDPgAV1p7sjU+v2cUeobIUwsO2rG+YWfLaVw4u15HFo/eXYnXIHqqKUjzs74ze44XEPAOUu3jHoUCHkKWPRbxzI5SgmM6eI1l5+Nk0JagVQ40/Yr3LlpI4FBzv05NjhFfW9Ah8vm6AV/J0wbtBT941m5Og7BlZhTQEdYbONr7lqOHwEwzw5mulkFdFIX77+RA2oBiXEv/t3iTq6JaZ0HAIz749my4Rxo9pfQuccxxlnq8XFEe+4kBbTFfnBqaxwAOMP5iXYJ2BbAiriBAxsA2Pq4BcBRzxz38Xf+G/CugWyJE4Xu6Ysk6mr1xtTavuZjDfWNFLjenMHiVpWy7Ixa2Zwg7m4CYsTbf/757epvf0oweJwA2GJsWH+LJU9rruVK+9SVG2IQ2qEVjB3MIz2jW7SDsxtzwvG2rwMguQCooqND15g2OQNn3MRzc/ldoW0BEHWHsEJpulXDIPD74UU7ZqmZpQc+t3u8xjqxb0HXOOoiofHyw0CvdN9TaHfdjfLqXgGLC903YGXnbBT4vAHgRF851/JWsC8plXWMsbh5qMW9cnZuBtAWtVsy+J19V7Pt0EAhr9z9DwG//3rwOeLrJs9y7uu0O7ulIae3PMUe1L9LgVKgFCgFSoFSoBQoBUqBUqAUKAVKgVLgQxS49H+eXwo4P6RT71joZ+tzaf1DDswGgLdOsTdLVgD4zdL9jBvX8VMA+JxxeA8AvD/7+IkeqJeatQV+Bhnd+ZgeszbX45o6n9P96bWmydi+IXXk9K4tAG7aKjwygJtT/e4BYFQRAWADyBMAeOo7a2++RBcp6joKgHHt+AC+i3EpAM7wT7kGpnMAwAZoA3CdjMVbAfApZzCrOQW+dMx80CKszHpFNyfLnZ0DjaIAWfQrCXMjQBWClrcC4Cwb3b+xrWM7DeYZzOqpeQGOCH1jmQTAgJIWM55KVqYVnMQAwOp8dQjL+i3VsDl0u+Yzx7mdVQsQZ+2U8pz3xbkanbQ3NwY3Z670IwCYaZpjnHLeEGQSouNaOILRF6TSxed3t3fmnlSY3p3DAME9DnAOcofDeB9lEQg3EOZn5GrKXNHxVR2y5uC2M12vRgCs5tO+eLC9+lPT7mIsLPUtx2scTxvHCKD5u13v7nnvC9qDdrQzYj1OrkWTuBmC5fW6zInMV4tvNl1AJ6pAKmRrkF0rqXljc+X356s/BQJ/+4NpsO1jUSltfvB55YsN6+tzLW9IMn0Qd3d3txsAPDRC6TPi/jQyjABYyyYAhqUdJeB7wwtW/7PLA1aJ7ut7uf+exlnLw9nTDrrNJWwA2MYeFNQ21OC711Ixb/+GsutHABy/n/IGMUvJ7Zq383/tOy3CZNyn67lnl9AxcgB/DgCmJnHus1wtk65lhIwCegPA/xT4+/0R+lh72ae40cxc2u4GLgA8hnj9VgqUAqVAKVAKlAKlQClQCpQCpUApUAp8hgJrQHS6VQWAP1afS8dnDoDfMdJ+UQDMx2kr98HKnvAT+Nk7Dsa2qHX8/LUB8N6Zevlh6p7Iq/vzfYcBMBlFkLc9AA6Fjtj0GAAe2uxOpjzOPwMAR2D71dM/Nt1PhxUeKzcVxnL8wfLOutL7aQ4uvNr5sXg2L++Zzg5momNqluMyDfA5ABi3RvgSvwvpwIvFz85IPTX5eT0ho6YwFUCI/sIxlyE7naMKHQmFFHRZLafO8J05GGdnfkYAZe0wd+8MIqs+4XOOFX4C/BKqWdv6uarx9x5Pfaz5HuqMAAohowDYIV3Uj8Al96nFjk/OrANktBDq8QoIC2DLnxgH/K4bFgK8eXrqTlLC4ez4ZczYGbjZ79ejg0CYdYwAGG3ZAuBx04IBYEs9beVqu/0n+RNTL+Nzpn1G/BAMd4efnznrZcG92sfFwCpdtxEm8d8Z0AI2a4pgKQeOZ9yv7+nBsQblNH7kIp4FbJoapAY4t99xFm0/45fwNINTXa9wnbuAsV50Cfv5wDH+WMYYq1sAjHF8eTYXM9ucz65tY+PgEV5UBdlIAY1+wp2KM17l30jRjfN74wYDlK0A2l2zdGrG+cB1wzS3+aZzBu5un5sWB1/EbQ09XtXVen1jcaxtaPER4t8DKDr3WY6tCQYpbX7aHIDOtze3Ct715T+lRf67AVWNyOYExnXZWW068Dzgdta6wlZpszez6Ru+h7SoUBz10DHSzTOcGADW9v3C/3QOyBnMeo0DYMSL3qcuXwjlmRa0R1YWm8/4VS3ko9xOO0u4v/KmCS0xgv52vIDL5/1GWm/T2zMXaMp3S0Hd18MAxdt3Q3cqa10c4/aH9Bc58/dRNmcghpB6vgPgWewhjbuuWQWAh3GtX0qBUqAUKAVKgVKgFCgFSoFSoBQoBUqBT1FgDYhON6sA8Mfqc+n4FAA+PT4FgAsAn7PwFgDuar0nAM7n/RIUENBtx0ggRnhorrAhAGCDQPagPUIRe7htgGL2ei8AzHIirH8PAExISPDFPhBAGMA8DYCpaU+f3alIhJAzAIz64v3nAuDeXoMrPY1yB1wEVzZWHfwyyy76GuEvrxNs113gfkYrP9sDwLE9du0InAiAO2DskDfGEs/gjemiHx8BYwzOEtwy9njWMfuqINKDMv5NNZyn6UCK4BnpdKl/vi5qZ+WOAJhTp+1T0VSxAF8APJhbdC3bXIkAGJ/B9agsjLAPLlM/M5gANp65S51PAWDW/6yps+1F2Ip00HQDEwBrLH691fTMfZ8HNki461TP7KWj2uJNoZ/CZAe37gwGqdNzUzXdt20imMHjCGHVHxuAY0vlLGMJAMxNERnc5rFBXdfXt1rnDxagnQAAIABJREFUy7MVCIAGvoumPosDHAsZZkIsS2PKub+d+4sNIp5ZIVxr8WRO6aaHCHYtgH3oj4JXO6P3/tudQGFJc6xg1M7vZbzbuNgc5BixT/FMYLvDNocgvjEPeDYxPLpwN/NlWmlpCoLbXIhnhIf+KQBH/+GKhxub67kHQgTAbR1DBaEfUa8BAKPVnoK+6yNn/DoARvta6nutz+JJIX1rr59TLO+ps52cm99T4ftHxz84gOmEVzU8fbTGujucdZ74hhPOY8YhgXvb8KBO5S0AbsL7WPL3vCGOm9a+/+vx6uHpUeq9v3p+7U5rcyhv02ejrdeYswWAo9T171KgFCgFSoFSoBQoBUqBUqAUKAVKgVLgcxS4FDAWAL5s3Fb6XTo+AwBmU9/zLOBPdgCvzv5dAd7V6H20A/ji8V11YPn5aQC8vP3CC8514F5Y3eb2GXTRB68TGBPfZ0E8++5ouwhM2O98xuO2HHvYOtMpOuuO1v/e1+2d/btXT56P+QF2/p3lAGxEGNj1t3/FeRTX1NERx2vH649oktfpFShmmbjOHpD383cjCG7XEVy4y6vHhzvJ/HOW08vr5+uirAwwc98i4F2dWxrvJczac/ryWpRJd2cEzHB2cpwanJkAJOtDX5MIMtRZSKedXEPQRegf2woXcCCC7aO4YaCDMkCpni56Nu91DMM1cGZaO3ut6F+Ev+ja4+OTQ1JL3Yz7cM+zQL5Yj8HGDoCpQXT1Rl1QFu6JIHQGim2tMRClqZ/D2bgt7uQfTKmMM23p5I1uQT2bNpyxC2duhL82rugXgPT2+yQCYUJcczz3mLiV83cJgGNd7LcBdKTilX4rILYU2dN4h+tU+951jvopzPY0zkiFjYtRN6AtIRuvNyhLdzFisINk7Xdzjvczx2Ma7egi1TaFjAScD4hFdeDKC+cME2zGz+HaZQxiHO3s3ehQNWCNsngtzug1R66vIeiLjCV1Uc0dPMpWDESCzBz0VZzAcsuff/6tgV+y2rg+Zwc+2ksHsIFcA4/4f9jwYBs+LM4xbjfiCEaK6eGVM1q4hRZlqUO6pbJ2JzCAq7QV8lmqawfWHoboEV5oq+pFCAyzbltT+1EKbV6oU57jbWWjfksJHcB3gJ9MTY1rsAYxbu7uJCU5nN1ok9cJx2+sn/W2NmpsjYAd/dRzjsMGpjgehL8E0lqm62dHKtiY9HtQ/jhfW53+PSRNv/qffzzKub/fdS15frk35zmtzX7dbCPP9U05gMfgrt9KgVKgFCgFSoFSoBQoBUqBUqAUKAVKgU9S4FIAtQKYn9Std6v2Un1WDVnpd3H9M0BbAHg1LO3zAsCHpXrThQWAd6yoTc05AI4pRd8k/DvddCkAXjWDD7sJgDtgsDvVgRRcviyPbr9YflxrW+rQkFbzVFuOAuBc33sDYJbfQe7oWN3rwwz28r22KcFTOaOM2dnLEejupStGmXRwEojwDE1zAvbUqr0vHbA2yJVAIn8FSGIZCgTVhdoBl0ImvOfwJLqY6Vw2DsPcp4S55uxtgMkbh/esToCxfm1sZzzTl+1EOUhljBfaBNjGFMd078WxyucCE5jla6LTGOXHNuHaDlW54aCfG0ynLOcLQGE7w1PevL292TjjM5RFX3jeMNduAGS8lwFwhul0FWs7RR+CZwVrgJpSRnw/9p3A2M7ddbBNGAhHsjqW8b6BzAiYDZp1EMr6rHwDr0zbzFgaUk47lG3AVcp7EdhtLyub46zAmOmqE3zlNewDxwvjiPjAi/XGjAixfGrCelCzbiDQjSY2twB+OfdiTOj8CwD4/u6+pxVWwK+oVsp5luuerv7zP//Uc3vRvXzMrcFYZBrws6qbBr4xwrki15aWUtlBLuIbGw5sM4P2vA33uHbH7AS2mSaC2bgBMALgXpjdAyBLGP4DqaLRW4e3uqnFC7KYRZssBbZpb23EPzUjOUAqAC6gssZxX78U3gsARm+4QYPzStcqX3agp85DtM3jRaPJ72fb8veYgmy0yK+zmLKyMH726g737jweAXBbJwDMByhsxXTn7/PV//zf/736grXhBf2Sc7lDvLtte9jMQe11nKSi1V84bazqH6VAKVAKlAKlQClQCpQCpUApUAqUAqVAKfAxClz6P89XAPNjWv3zSr1Un1VLV/q9uf6jztxLYfDRenaEuBSwlgN4FWHtcVx4QBjv2Tq2jpb4HtcVAF49Hv1YAJzTEuf1Zr0+jfGTuN0mRPLT4G3qZ9Ojw0Z7uD0DwOpspNMvOeuOAvKZG3cW1ysdcA9hb5txwS04nsHYNesP4q3fsd2xbXBwDrPWzz7NIHZ2xq2Wm1IbD47kBtEtXWvUP6Z5VeiA/wBeFbr36+EII0TJZcwBMKBdT+Uc3aAEbYBYsX46F/GTUC8CiBgj1Cq2pYOyPufgANV+NSfbOB/x/hNS8A5nAOMec+OZttuIiQAYTl7ALo3X6GQPmw8MClsMGfSZr67UoIMhwk1uhBjjZASUXqbPJ1Si55F6umc19k3qfZazjIEGOQeYAlrnpcLRDukIddlO08dAWgTA7B2Bb+zXtec1zmVRG7uX6yLFN2empQ+W9MvUGXGprk3Gm8VtS+Eb5m0sfzizFfHmcc85iZi4FSc02F1cM/OGA/Y9AuW4luBeAGCkY+aaF+dCW0sijPR026ZPB6dxUwJgujmm3Tkr18b5gzbc3wsADiASZ9jaGvYkAFj6J/bPPwQS39xK/MazcwHY4ShHmwIAVkDqw6FtSWfWMhb0TGcBwNFt3aN9PAebDuu+mcAcsHwRTBN0wgEcXz/CecIRHOMaAtg+5wzmMr7yJhjtn8wDJABo7mb5+9fgu/X3K86ghgMYcyuA3QhNkeLZjibwjRCA6T7vIwDOKwDXr9Z3aB805vrxFgCsY5Mq/O//+yDO30edazhyQHpmKa7Vpe25xxd/gBcAnq/j9W4pUAqUAqVAKVAKlAKlQClQCpQCpUAp8FMVeDNg9FYeeTD+Uzv0zpVdqs+qOSv93lz/KTB7KfQdn7Ctunjy8wLAKwB4kbzhZvUKTQorAKwPPxPF6Q+cR330Iezw1jEHJoW3h7Q9/elq/nfQMY7dUcB5bvSMkOXI3efFz7kAmC2IcI/ZJw1C/pz5sx6nOQBm+zMAzu2epXzewvnokrvRovecuHnk3gqAUc7G4eYAWF2ACtMQ1B0Ab6MGZHE8tzfruXfeKgAvtML4K5BJZ3zOADDqJ7yZAe1Be5yR6QC4wys7Y1PLCQA4aqhnj55wjxvYQ0pkUwPnYcY1hemiY2psXVvUaQwgLS5OOAnDxoZ5rPMsW6vnFemPw3qGs7SHTQ5wLDq80+ulfYCF3UVo5Rhkt8ZnAKzw2VP7xroiCI5pnCM41rL9e4jph/Eerh/guFot+/zerkvRGQqQBijn7lCcBU0iyENfTRWtPb7yBqQO9vp1EayaltgU8HR1L+5YrM/PkiJ6NjY2jt0hrMmQY9phD44IgKmVxcLoilWdJH04tOouYrsm65MBMO5B2QrXpQtwp97dwc1pamjqbwfArwKAfwgABvhFDCLl959/+HqD8JLrGENMM01NGUdWn6eEVhAdY2qyZgdQy/5Yx3ieMx28mHd9owL+lLWNFb6BxtMcsz14N46Ndt87bbDb1hfGMc+ADhnPvShLQQ/eaWWYZhgibI/Q5iPNewDAGeS3jRAHAXBMw26aGDjvWtvctn7Y+FkduIIbJOzqFsPu9m1tcwewXeRyy8/vDy9Xf//7d3lDNjlwg4dvlomxBm91fLGPTU+5+Od8Qw/NqF9KgVKgFCgFSoFSoBQoBUqBUqAUKAVKgVIgKnDp/zw/8mD8r6z4pfqs+r7S73D9R5y47wl+2bEj9Z4QoQDwRz0eOwXmYp3nAbxVPJ/7+a/uAI790dSyG1B8jn72gFYf2IaHzqc1+1gHcFxfZmvRnkO4X7vX/3lc9/pGd2d8KM+HxxtdEnCLGg4PpYO2W3A0lnp4fd0ZpA3IxFmX3s4Oe+yhfUvXy7Mxw7nABLm8Jv/eHug72Fqd9Zubm0Hx6vzf3I4I4AGfAD4AvgwqRQeogYh+9iThiiZdtWYBNDl4iXAttjmmbMX7eZzaVxm1BjAL84oxxPKzmw+fKxx2wATYyW7g7efnfuZq/ntp9Z3dvhq1PeY2jWl/8TnTTXMtyGcz5+u349nBFVL/WipjhzHQv3VmvkFFUSjOjJUxYYraeKYw6uNZv3uAczMm7lKdOYJHTTpwi+MUx5nrZOx3hEv9fTirASRt3jE9rzpzA2yNqerj+MEtzHJ5vi/ObmW78JPn8rb63cF6I2lx9cxrj5W9tsLxiWugL8c1bkzgudpju7ob1dzHdu4yNgw8P4tjWCgkr7ezf3saadQTATDaZUDWzg4GiMY1lpacZ0SbC/XHj2edpT88JTSAJl7/33/9cfXtm5wRrRASDFnSfqd5P8SDbqywdMlaP1JPyz0RiJteybLrImIjhI1BB5mW2toAJ8YX/8EBzK9k1IXa4MLl60XPwKaWL6YLpoq0r889gFxo3DMLQFsD8FY/ja5aB9YKqeJRxrSPI8bDXcAAxd4AOIHj9xTO/oVsjM8G+vG+d4TO6PSnxhQAt376Bhlsgohnh4+gl278DtDpQsaIahJw6dc/vz9fPT4hpkQDHTdZ73XBCJsZvF9fZP4Mf0Pk86kLAMdlof5dCpQCpUApUAqUAqVAKVAKlAKlQClQCnyOAu/9APxzevFxtV6qz6plq4fJh+s/AmLbg7H40O08B+OmP0fqPSFCAeACwKs58pGf74HY2bwjAB5C/qwAJgDuD01bKsXdTv58ADxN3dmg5RbexKZ3u89xAHx4fJmmF85AOjT95i2Y7ylrs7sRt8T3Dq+xk4bO6uVldo5jdGxF1+IIhVcA2FLWdsfvHgCe9RXteSsA5r3jmaTWFpzjidc5AFjP4RXUQCcbwBw1JEzWs0o95XA8o1YBnJ8BSidwnIsEPbPvVJ7nGT9TcAaYpVDGwJKd02t9m8HpVazMwKVqlNy8EQBbPPYziGdglTHVU1UbrFGI5Wex6liBLAUALMitQWitw2Mf3A33Auwj1a+lrOa5tlYbz6XVc0p/2HnGmxft+GEeEgBzHeF5sbvzXNr79VXaeW1AnmDOYi+knsbgwOWI/4d9BoCvKgIBp8WSOosBCNE/AZr2ed+IEDcD6PVwDsPBDvem1EHgi/rhfnx6lL7LZxhDS4ErHwgY07TeakqHq9rmAuCdrU2emltdyfKeANfv4hpmKmk4s60dBhEBBnEXz8822Iw20aIrn/sGJMBbwHm+VC9x7F7f2XsKmlGnnRar8xMtp5467gDA4gCGa9UAMp3EcK079PT26byQ/759uxUn8LXOD8YR1/t2f3Mt2ziyTvzU+BNiqz8b3dwC4DiHegp4bz9j3QEzeqmbN6CNOoMR/+i59UGTl6O/7lzGGN8I+NYsHD5ONodQgANqHzN1xPrXGIBvi2eU+yhA37MfYFwETUvo2jgiTJmaGsZqxrOubwkAQ7e8SWUPAJuW21kUzwu2M4r7piyOAYA6wLDF1RYAYx2GBP+UlM//7x/fZe7fKxR/0Wt5BrLFtMWbx4tu9pF40JTrHjeemlrX3ALAu8tefVAKlAKlQClQCpQCpUApUAqUAqVAKVAK/DQFVg80Vw1ZAczV/b/655fqc7R/ezoerv8IiC0H8KHhOIvpHSpx/6LD43t2PcmZiQeH7a34FPEcB+vZjVje8Fd0AP9OAHg1QHuAnPdtASg/2QfANr+6syqfW7vbpgCAAQLxyqmTW+1+JiPbZw/5HQIp7Ns+JF9pMft8tm6zrnjOLu6dgfXW3uTsHc7oVfiOB+8GiwxmmsOOQIDdiZBY66SDLoDo+H6uv4/rmEK09R3pX9EGAR7juBmE0Reu8UU0wg0FNABzCQDHWNLUytIZghue8dx09jEUlGHOPtVgjLURMPVRM/jRQRhAHx3ABLCAN3D/2pm84/Wr+NiLqVPf7QaHDKYQuJrj1oAK70WzDb70Vli/HbRpqmdoYfeCQsUzdLX8G6QsNr0MCAKQdsAKl2jU0nRkCt4R1HFctSy/BucB4wWApef9un6PT492RqoCwOAWF4gEIGbxaDGN1+OLAFcFvP6ZOy7Z9q4JNhN4ea8jvIaBVKGkpK1FWmz9J0BdcM5qOb5OICr7ueO9TYgvBcCuE+NToS00ljYD/jJ99bVAYTiIDSybU9TOzP5x9SjlKHj0GNfOejyrC1va8CwQnkxd62IKZKRbVw2lP4qK7QxWc+ha/dc31u4Xh5v6lS9g/fZWQK+67se00pbG3FKTv4jmcRNKjH0dU+nI94d/Xv3Xf/zt6s8/pTwH7BYvdMqiDm2CQkO+NG5FSID2GzlMOCy9G6DJz7i29XPGNbh1HC1e/PuDrmI4X+UmpkD/6mfUvrZzjQ3w4oXU1miTult1/tnGA6YQZ6Zwzi/tv8ajgd0niXMAUMSGbrBoAJiOZAf6wYEeXd6A4Kw7p9fXusIcafAY2xp8gc36jQCYKaCb/BgN3dyBTQPcQDKuI+bq/uf3x6uHhyfsbbB+QRbPXmBa2BeOdYtnlXvaaeXAAOhcM30zRgHgOBD171KgFCgFSoFSoBQoBUqBUqAUKAVKgVLgcxS4FEAVAH6fcSsA/DYdmZpv7+6ZY2JVUwHglULv93kBYHuQv//6WAfwaiQvBcCz75cMgNGG2Vmtm7YFAMx5T9g6nHMqN/LMXa6rw9mJPwEA44xMvKJT9xQA3huHnk56HwArJIGTTOsbN3TomZ/Q4wIATHihY8SzOpPzE3BgDwDr+HpWYm2fniFKoOjx7YANnwOsAQDjRRA8A8Dxc+o3g7+ELHZOpp9LCsisbeigkmmgn+WcVQLOo/PDxrq7eK3P5ijUdopDk2US7LJPAKf47P7+ViET6uf5rwZ9OySmi8/G1NylfEH/5sQMYJwgGAC4AS+FgS8KgA0Edncfrm8u3hZPW6emnkX7BamJHTx62l7eyzIJgAG2CGAVRiL9sg6zwMsrca/K/we4exR3KttMCM29a0hRjNe19hsORQdO3p82Dgr0REvdKGDwlJ/pTxftizrQuR3l1c5tFiGhFdqL2uCo/cKzrqWl2i8nka/qGLaxxftIMWzXYwAwHpb2+ZtA2AcB4ZpKHYBc5iUgvIHOH1d3cp9gak3vrOnPMZ/k3GgtB+1VFzbiwFzJ+i7GXz/F9UhNjBj0M+rls2dJ44sjoe/v7+HEVJ11LkhZlo5a2iBQ0Nos9fr4qaOf447r5c5bAbf/+Oc/VIf//K8/r/78dm9xrQ5WuIbhPjYA/EUBN+e1bVLhhgapqmUn15H3sOqAdKg6rFucRzZwbJ76nBW2GwCG3haPXr+vV3T4auwAQiOtsbtvTUJzlxPkc97qfR4vSD/9Q+aqjo+OgymPnwD1KMKcv4jnnqJd39GNEu5+lotUE4zpjgM4pi/PKcLNRU1drZy2tngmAw8Ped/WFsQ/04LbZ9xJYv37p7h+//ef3zVWXx3YY5Zc38k4y+9PDw/a5rt7nBtNb7k58G0+cH71HSo6LgWALWDrVQqUAqVAKVAKlAKlQClQCpQCpUApUAqUAh+nwKWA++Na9k4lH3H+5qqiE/gt979T03+FYiIg/png9736vo7vEQgdr3d01W3ve2u5x1uAK382IM56RpcjU3DGOKFD61ivzC1DN5b2L82/7UaQDnjeokcGo7md2UEbHzzj2gxmeX9v5xgHpzZczOaXHseIh+npRv4e2x/dkLyc47XnBJ6NS9SYALn1K50zvFk6E2DN8dKAnT8Q39yfzzHeuQ73ad89PggEZw5gwBWCP73P2xhT3UZ9u9PR0gNznOP7FmtxXDDO7pZDGt4GiMb4zHUafLA0pwAQvA/pU/MrOjDxFaVj4+GV4xDl9LS1I3RAuSyL9802APA9nv3K9LyoF2XP9MtnCc/c67wGZeiZqw7RFAjr/O9QCfDkSWAcXvd3ALQGjjnOBDuMszYvFER6OQgTBW+cS7b5wOq1+pujM8SbjYXBIX7e4jmMsTkrTeM4RnBQq7PTwVaE1gryPQ8unK8Wlwaa4SZV561DrGFNkT4pFJNyY9psbRdS9KoT09sCcCk5aqkD4O1XACmp1+CzORhNDDQAMBe6CLgG3JLFR8+zVR1xAXWwuMe7ei6qhqrDO+2H6YyfOGMW2Zi5HtFB/kNslJYyGiDXynh8fL56ln7j92sB3XDDolrhvJaiWP796BtH8NGN9s+dlgSlLpalwLZU5aa/bW74of/GPyWG9GxiOz+4vwwiwwyOtsleA+ufhyX7xvOKEb9o37OkPAYE1jHwNM4AnQR/lLjN85Zy2uIZZwCjjXaOr8WmxVRPFY0ymE5+Gxvj9wTP+R3gqJ8tzjPIh40rLgDP+dVU3xoMff1im7iJRDdXKKE2d3B3GGMe28YajL/FNlJ4Q8wgNfrjc8fgr40ZYkTYfIPAu/BWN6xsU9Hr3ArfQ20dQx0OgAmYZSVrmx80HtuGEbiyfVJIOzEPEJforQF7W0++P1hw3NxaCnJsToGG10iZLp8/PlkKbr7S12MB4DEc6rdSoBQoBUqBUqAUKAVKgVKgFCgFSoFSoBT4CAXWgOwjav2JZb4F4BYAbgNUAHgvVn9fAMwHrrOeFwC2cV+tm0cB8AygR93fCoBZhj2sHtM7H1l92f5fBQB3p687qfhQPQFg9I0P8QlJeprU3nPGeAahuOIoAAYYJAxQQqR4AA3o8FbPRA3xkh24gHl01QFo4YWYML9yf0XAqGNDUOk67IF2lseSMqDl+zNQG8vUc1LdrZvjP16XNw8Q+OeYI6Am0CKszu0DlNGUz1LAraQPtroNmtlYG3hkG3o5gOk+HBuQ6nMCIDsAKhdfgQ3GNoIbcwjGFNO5fne0K2AyaIZ0xXaGuTWELtsIptHGJ9Au74tBYQfAoLl6lqvAQQG+r19xnZ2xG7+XY5wDbHZIaGlqNVzQHoFTBkYtPTNBoLaNGwkYwjy/1eE4z2al+fUJ2cHdWQ8SBliqc9RBOzgtHNTov27A0HXI03ZL1V8VvNpc07ACABZYi7OIIdmN/B+dDnKfmvSx2UJ+PLkz/gbpo+E49WmizByXkTHq+5if1jFphfZR2wjIiLKkExY/SNjeoR6uR5tQNs54pQuXfbf4s80eCtJxL+IFMFOAol1ngD9nYOnfrdYuxjJc7oC/tj5Yp3QdUBDaz7FmfTpfMTYA0D4vIxTmJgCNqwYgbeOAbbDqmxaG+Qt46XNdU5anTAZxIw20RVZti3GJO03NjADAOdQOgIHafcOCOtq1fwGIKki19yIAxmxC318E0msfArxVbaC/A+DsANbrGRexLi8DnyMNuW5i0HOtI6D1f/tZ23RKIw6Vd/vcs1hGO2z8IYH9btd1R769rzHlgJvjbu1c/SVh99arFCgFSoFSoBQoBUqBUqAUKAVKgVKgFCgFSoE3K/DbP354CwB+s5q/340zAGwp/f4afV3Hd3/4d16PVgK8tdwzW3HCIXleSR1q8oGqPqBMlpWjALjHx+iAPN0mc2sxLaNdS4eaAYvcnva5F/xRjugMIKPz0Nrk4IbtaBNn7H92AOX5pS4r77U+LPcwO9cBrOwIoEIfWPdYJSxjCug4xhkUz+DdVv8tYOY1HUydD6DRru62xrh7CtXNWcA9ogBy+tmw9j67HlM8M+Ux27kHRXE/zuptQFihkDuC9czhkGIYEuuUBykI7l0HCXEMeE6qlg+4440k3MH7dABzDDQ1rsMTBbE8P5O8IgZSmLczMBznID+Pcz63C78DTsd4GDYIpPg6Pcft0xxbbEeOL8y7mMKVZUcH8iwmcx8xjgCKBvxiXHT92W+momUZsw0xWKM6lOpOcSQutrgzl/Lrzt8fM707yEMDkT4aiXh7eRrfgEy+1AA0tQ0iIKwAxQqMpQF52VVoqQGnwO2HrqVSXghVtAlxh/4iRa9CTJQpdOvrtQFODW/5oc5Y/Of3K/tz/od6nklNfazpcv/hzlAr19Y3tMcgoQHbH/I7gC3PeuW+A1wDHginLepT2OaDxBUO0+JJ4B7ab+Ngc1JjBOCTrnB+b8KpqWcyG/QFX47ADv0kKFYwCrdy6DfZIc6sRfm2VcHm6q2cpXujNFCbYCBX+kf3NOeBOYClzdKvdjavbwyxPoQUxhFoqovb1qfxO9sgZHzxNmt7b0c7E1vHycqzfhpch3s2znXEs84HRGYCnQr04QR2Z7umcPasCEwVneOeoBTwmOOsIBUxhlTzLXVyd+9yXLUfcPBy/dS53VOe53VI55OfH8w1Jf9NsecAtrGyEtF/9KvFL/Tf+XMPw8D++N6DEJcFgPMY1e+lQClQCpQCpUApUAqUAqVAKVAKlAKlQCnwAQqsAdkHVPozi/wFAfCYIvdninF+XQWA9zT7PQHwLJVpVODfAQDvORpnkdDBsD4abpf0Mi4DwA0+JdC/t6w1qOlN4VmxbNgKAONsXgUB6mQcz2lEGUcAcKxLVVEHmzVolXJ7iLWhz06X0iDE9Sme92r10j02jgFTQh8FwChLoaADYIW2PPuyAZmwAeAcABwAvToKgVakzJgCmqBRu+4gaW9Vyk7aOF57Y8cxip/rRoQgbgS0AESXAOBZO+jozf3i2c10JbIdMwDMeM39YF+Ui2rKXkDlDoFZp4G2DnZVF0/hHCEwryNMQty9vloaZzhX7WUxh3NrI3AjXM7tz5AZXlK71mMXgNTBtZoyfWMBznjVeYV4FEirDl/tn4FuvvD+C1yLuDlMh2FjhNTxxHTkmpr5q4B/S49MVyoaoUALTdBYBOgGiLZyUY+8s0lZ39ZDbxSbRlCrZ/gqLDTTKQE0+89NQV+kPXQMK4jTlNBwA5vjW13CT0961izPWG7pruEC1jGGnZhrtUNUdb1K3ZL1WJ2eGisGmVGe/q56SD14H8BXE4iby9o0xuroAAAgAElEQVR0NABsYymg+vZWAb2lqje94HDebHbQufasWtOxrPHhRDRuULH0376u6Tx0MI96VFtTNgLgHLv4vDuArSxeEyEp3zf3q23EaEeT08HtAYa+ofprxCCzEsj1T35usjnZx+8TPfNa2x03ZLjuCoAxSa2CvtnCgarHaWsjr3EAbBugPD24r2UZAFvBthGCr3HtaG+3FPJWn0a/tyvvtOj3rDamaPXSyNVfkr3E+lcpUAqUAqVAKVAKlAKlQClQCpQCpUApUAqUAm9Q4Ld//LBLShaPXT4AHM9cAh/lpF2d17uql/f/1Z9OreN7x7qRD6vbzK29+94wCS+4ZeV4XfU/P6Q8en2Pj3Eebcs7R6d4BjDvS/DO0z42yVKKygwYV/rE6+kKmkHwzUN7PmhvrqA4iNFVOAfAe/Mr6z8Dp/lBeuwj+0NnlbrN2lmop4GugrIEgHNoruIj653HIwJofQCezvzt49rjZrsGEVrQK23uNbzimb0RasTP8/jivgg7zelo5XW3sLkE9SXQoF2f4m9w/2qDvBx38OrtACEwJAZCtxl3IS1871YOUSWUwpmmgEwEZ9SLuhIA0xnYHHGqDZ2Q5gKcvSLYNT3tuuhAbn1IkJhwk/dk13o8HzfXHVPL4jO6GtnmDJ33QHeEXeyLOixDymikkmZMRfjEs8dxnqmea+qOcnXLO9jt4yRrVYjdHy92TrG1k3ZY6+WLQLAnP6uWLt883nFOQzdeB6csXoxDpKxWnZuj1D6H0xRAjc5eOeBW0wNzrBBwONMVDli7n+tSjzPEFXidbT54vbq7u7u69TI67DXgCPCpwBVuX011bQ7NV8/S0P++YFYHS8GsZ9rK/1UYj3J8Tn3x8WFKbnxgG1G4k0VP7TVHNECzAkIAYCtf54OC1hd1H3MDyzXKkf9u5BpN0i1jSQhs8Wk6MOU0mkHwq5e7O9eQ34tqog5+gG6932EsylVHtYF6QmmAaE5zTWms89riwt5HW+0+/rR6DWDDTYs+4IX79FxevdnTaauG7nq1TxzWEqpmGG/97VCZm2Q8hbeXwe9CziebC7YO8KWxDvgPIC4/mSKbPBWp2z2Ds95yI/NO090337adAaz9dVGYmQLt07ENMBmxoHXGeedAnesT6tC4xHxzaG3azf9OYVu5VsRNExyH1mEbhfZrXL+R7pwvOqnjfaw/b0oqADyqW7+VAqVAKVAKlAKlQClQCpQCpUApUAqUAqXAByiweqD/AVX+3CJ/QQCsD//T8/cVkD1XtALAptg6vv+9AXB/aMmHzKc3RjSo0sDn5QC4pyP+NQBwnGsZiPUHxf2h/HZuvh8AfvEH13xQjro2DscA8y4FwLPU0LMH2Xvr0UcDYDO5maPYHqZH95al4t0Hj18VxvEVnXVHAHB3fSH1aI/7VQrpvA5h/HDGr/5Myw+daz8cAOMaQA3AkJbO293Z2g8fe0KgBtgD8IgxrP10u14GRzG24oYHdVo6+IkQN0Nb3M/Pmep1TE1rnZ1tOqEjlsAaoCiOSQSnuGbWnrxJI/ZbnZOuCYB6BMUtIJAiWB3AHQAjvl4E7iJsFFw24BacjpD05ckgKGCkulG5IcFKp2NWgTN+b1bKUY/YL4OqDoDb9Q51EwAGAL0G2EYfUAccpMpEu1v7BfBQ2vYD7znH00h0XSy1tKWZfhGAjLjTc10D+NP1AXUp6FbeevX4aO5nvPcDDlCxdfLvmeHvHHyO+Yl2SZkKyqgpOa/PK9V6AH0WO2p+Rr1yweOj9AfOUp0PNp++SIMAoRlnClH1P0tpjHrVpZvWj+YS7suDloH2Qh9NaS3lYmxvbg0A85XXG+hrN6M9uL/DcnW6a+fo8DXwy5cCZKkPTmCNNZwjLD81IkPcM800Ui4P88nBPlNNE1D3v4Osrp5u3OJYx1IBs+iX3Md9Tu4DYAwkyiBAfZaNRDqHw/qMlNi6/ITvqwyAVTZPU85NIP09P5/YU0zb+NjfeFgfcT3SaCsAZnx7v+J8o9Y2v/r8Y9v5k0so6+gjPt6DzzMAZvxR1wLAUb36dylQCpQCpUApUAqUAqVAKVAKlAKlQClQCvxUBdaA7Kc25+2VzaiqPiH6/9l70+1IciVJMxYucat+TG/v/3rdM3O66vSZU5UZXCJGRUQFUIOb0ZxkREZmXvXbWUG62wIIFHC2fRDVA8C3Etj1zn+QA9i3/asB4FGb9Iifvn0kf+iZ5/H9zw2A99yQLw3AtQD4U86f5Xn65tKzxuus0ajrV7Dnh+nxNsEGyMF0IdlhOR7qLo7SlxzA0xmrs/kgt4AZvPcSADZLW+sa+uG8rrqNL96jvHXkTFJ7RBkqlK1t8jEvOYDXZWwFvBfO03z4vkJm67t3L7dR7ZkpNWsa6VengC4NpxOMtj9fG5BEMbDWWK0Aci+Oa38N83bjfTiAZ2yof4jo6TBc77fCYNSerfd0t2pqbgMWXL8CYLerzjnCIUTVKD6qGPExe/3fgJSMqTq+FQSv8e74fQ5HHSCa4Khis0LeqmFtA45D2txd4JrtFvDa9qPG/5qKuvbVwFuxsE2HK10BZybAru24dCQDyysFNMcCsBRQLByuSPa71TmBY4LF7wHOMCYAsTjPL483ohUg+dMnwec9WL37fgTEqFeqViXozDvkejUgHfqLCAli7fbos6xTHLAR689HL8yrE5wuXmgWbQ34KyniHKZaxrhnndXsGJy7Tt9N3ZAxGk5Ng790tlo7jJEBMC+YnwsIz4XRmx0QFYx4phyW4xRjAsM1x/VDuo8JS3HrmdKYGsP9G6mYHSd2zhsQ+ptkQL/ivK8xrTVbkPET0kAnAPY4ct5yTsK6q3jnuMW8GeOaa4rbgvYaQvJ7DPA+Tq96Tk2+BZC/udjckiVtx3wccVfWT9+PqaMX57Bc2BMAPxDcqgxArUmta1ymsEa/sS5YELiVOWcQL6LWalL8g80Ehqr+nl3Xm5sY48d0lAMYI2U2447fS/sAmCOTTnDDbOtgAAtHsNcsf8Z+E6Bv5/YlAPZmoxkRdvn6WMSiNwvU9WOOh9dNb07wRo7zv1BrHPbPrUAr0Aq0Aq1AK9AKtAKtQCvQCrQCrUAr0Aq8WoG/zeOHBsCbsf/ZDuAGwH8O8n2W4vhsfv9oADwerhqgvSDTRdszfegfDYD5fDqdQkd67gMbwYjLVzqZ+cGvBcAe320qTbWpwrMjQFuPwTk/CgCfAuECMAATUC1ylmq8BMCGnBcAdhmgMwB8mdpZWk03GMCa4N+eg1gwZaaj3gPAhGDxX03NPeeNfoID2GNkoOD6oq8BwC8B8dr+Ct/UXwe2U1gLANtReJRGe9UfjlYA4KOX42uvpq/PcVtmOu4EtNRagH1tT4XqBnBnx7LObALgCU0nAN6OueY408wC/hUAzPv4CzgcsXghPfDTU9SmDQCMz2vNY2tf3x/v5RftnHdys2IPDGPItbWzLXCqohcGoQBqFQAjvTNTTH/M2r7r+hXX1uaEucmmptK14/7j2MkQR6f+GOdP4Y79jvlhsHwFAHa8D7gKfbgeY1zV3k9hK+a8QsppaG0QfsPZMFy1cNw6fjnuYNIBgL12IYX0JsUz18GccxjHWGvWNYLjCcaJ/8rGC9fi9f0IhuFEzngnMH3Q9exE5nuAzKEPalGPNNdxg+ht1qbe2wyB9NPZD/D9nJ+ozbzGteAz2jrd30ztj/rXxfHK9SX+qwAY8VM3XDilMjdSBNMFQ95kSxjgXrprjVAfGcOcH9qA4TTucDWrhvJ8ef4jXnEuXrcRS0953AqAPacNdjE4ih9vWpjXhlQAxHuZIVYA7A0i4+8BbtYoG87ysl7j3V+uAcuxNRW0Y6pTQG+GvX9pBVqBVqAVaAVagVagFWgFWoFWoBVoBVqBH6HAGQB67z3WB8evvd6b2/eSQ/fM3fuaRv4EB/EZnEXzfpQj+Jp7vSTHPuB6jYB/7mN/df/OAO6PUm8FmGfz7ihuhrtlcUDVVLy1zcfxNx+q7rVl1Nw04Ci1AHH9o9qxZ3ru1QheawruXf8otTGeDSOGinktu39JhjfOX0AOnFcADk48Gxdruzqn/P51jufFlbq4AA/r8u4E43SXbfs74GYC8AlQLy9i7TYgplwOaZsNVv1g3qmcj4Dv+j7uugcQ3ZoVDoxWIiUuH+xP9+uYAxxDO7smtNkDwxzbBE0GuYyz7Gd16ToO7MDjcQkNXRfTMHIFn/X3+t1cIeql8/Uy7gyuZ5yp/xUCH0Pj6cYlbGTq3zmge7D2IvVxBsMEJzrfIMmajLhfFvIVquKediIbWCqmJoin7uk0BMAV+NxPN+37okav44rvMSUxABxoIZzrquWKF5yNcHESpqUz3DFx+XfUtsbwxazJuHQtYNfABViGUgNkRVsIxuDijf/RmAlwvCxY4/wSzxOGab2oANx9ppaAvHHTz7dIVy6wPMdFP7GdO5uB1P6ZhtqwegK46ZgUyIt0zGH/BUgXQIWzFMARN/F3ijaI0PWMnmca68cAx1isDeZwPVUkxvzyRodtzgq3R8eoLwC1WDJVd1bO0k8YDzpUA4JnCmwcQ2co4Gc08ibSEwOgPj4+R3sBdEMrXtQZL9BuxByuKx0NDHGPuzttpCBETgszUng7vvBZTWBR1ynUDkYXMQcQn+vfl15/mCo94bvSYqumrseDqdATQHMdKSn1x98Y2KCA/xmWM0bwZZf3j3+rykwVnd9BAM6E45ybc+ONNgFkDGYKaGiIzAR+VcBsndTEmQGgxqYzH9QU2B7n8X2VNYZ9Xp03q9vY9+S/I5NGvePlhrGuAbzVp39rBVqBVqAVaAVagVagFWgFWoFWoBVoBVqBNyhwLVB4w6V5SgPgA+VeANTXQNkGwG+NyNed1wB4X6+3AuALkLakZJ5300P/I5D5RwJgrmMngPklALyv4K8BwLUtR25dHFMduEoxu01N6eucweC3AuB6vwqAKyhenVcCN3qIvvdZrf+7B4DRp417rUCwCnI332k7ALiCWVyz1pcVMNohXdD8AAD7OxrXNczZc4jivQqA61ivTt8BN7ItR45TarK4/njd0W+nSJ0A3KBtvUeFtUcO4b02W0PrZpBTAdBw/BEETQe7r7e/iUTHuX+u/ev76TqwSk4AqN0cAHAJ23IhrGuVYx7XqQCY7YduAIQBnQyX+W842AHhBkjNVNBeZ/fSUU+HeKkRazdi3MfgFfdlLdU4DEDMWikWBe0rAN6sEbkGVwBsqIvjBAGlI9rI6tfD7VjuFWvIzf0NISfDZ2wQ0t0Aep/CYQ1AWl8VAE9oP+e5riWYC01ZQpd1mgO0xq3gJgUAJg8dG/8mUAaN1bh8+PA1ahWzDjJfOD8csdSnOGUJX/fn8ACtcQ5SE3PeJ4glTI52IHZRhxZ6al0Q0EXq7zQiBwDGPA7Iifq+3ByQsJpuZ2k9HORFLLB1nMtxd83jON3zBWODjQXSbAL7sb6inHNucFj/vqyAftQah6QJgN0Mh59TaAMA181lgO3rZha0iK7nDAqCU6x10X/C5FzXcB7qWBPqLzG0B4DhqEd9Zb+OgO6e+xfnrI5hxnUCX29wWNf6FQAzthOQS/f8LwGwPx/6LX8WNADeLAf9SyvQCrQCrUAr0Aq0Aq1AK9AKtAKtQCvQCrxFgb8NAF5TPP9sB/BZDeAzl/HJ+WcQuAHwW6L99ec0AN7X7BoAXF2FdgAP8JYPOr/N57PjRmsd3wpUfNCPAsB7jt/a4yPwu6YovgDA+VT9OH62zlDc05qqBubWFXkEwo8iek+zo2Nr3V/3Y63VewaEj0DwIQAedRXVqhUIbe5feGkFle7P1tW6hUM+ZgXCewBy1Wd17+LzC3hbxqmCsNq24YLcAZP1evhKcAwY0tFKSH0Eogxz9oAtjrHzbxPDcV/Dj9Xp6/vX8yq4xbjAkei+0x0Y1xsOVdd6paOPLWWaZB/va815K7fo0d8dRwB+OBpLX9axIChKQIf7rfe2s9dtqZrU86p2quk8x521aFHLl67l0AZgM2sYr5oTsjlV8gBRgI0Cebg23aC5ceEhACTbTeiXjtP9vQLD7SgnZNbvjbMYP3CAAobG/QEaDSwBFA2A6QROCAinKWvL0om5TWdbXb7Wm27RhKArDPV1pxZyr8qheksoq3jWv4aPOM+1XZ3KmJ8TAM4aroLvM436uE+6aa8DwBOAKnXzBMDfg//6O8pA12mDsYag3vPNLVza0tz6aH4KXvNy8R/GE4AX44FxQg1gAHCC4NRguMMjPgCADQifnuDwtkZyDsPZPOKCGwi2OuC+GBu/8LkAOKCrncGXG480DwSo1Sc4tqdzGfccNYzjh/E9RbFnrBJ0enwTlNqBTp2w0QBgNw408HVMOe5QXxg6fkSbs4AxUnrjfLh/EcO8T2bWICDOYKoO4LHOUaf6R4YDT+Pu77WaYcD6+f4czwF/c9MIxpvBW8s51BVgbhp7DQD23Bjft9GRyxHb3qd/awVagVagFWgFWoFWoBVoBVqBVqAVaAVagVbgRQV+9uOFI7fTtcNydfv+TAD4DP7yKc/Bk90U5mcC4LNrXzs2flj1muP/asf+6qdvZymLf5Se1aWjcT1+7PhS/AwIli4wXEsPaPUQdnVe7l2LLpustYlz3gOAV5drhZ172h07eaXHGRCe1zye35ADDq1V5x8JgHnt4jJyu9b1uI47wdwAjnKduc9HwHsP/Nb7ngHgdQxq2BkCGxLhM6d23rjKBljdr+9o5+9R6uXprpwgbcbtZZRsYjgASIWTa4wb8MiVp5hYoW8dmwqACXAYK9tYMkDde3912BtQreBYjrnpZKwu5emwBegFAH5kLBA4MY0tdBKI8YvOv/z9+ZsgFNtf7lHn8tH6svf3QgXbvuaqI963k3d1y44YTEBeQf0eAN+OeNYu9djlh9QCLk7AvQBVe8vlBQAGYCVkZT5iQbeEYvgZANT9GhtcDpcRxVMFwLg2arRKW83dSJg7gDWhJWBqgvI9AFzHZUC0TFFcYZ1rv9byp4ihbzH2vi7nQmjjLMBwWJvFaT7IWY1/8TuAKeb37c0tYZ9q+uKLRGPL+y8AePwZxbUB/8cO4AI/cRkAQ9TQxbpYshkIfEoX6u/1LyYiYCW+h5CeGT/Libr8nimi0VemT0ZSacRi/I6U0nCXju8+bOCAq3cHALMmL4Ak1mBck/MLEBj6XAJg6w7Aa0ct47+kPFZdYcXngJgJTDdjdAGAUczXtYO1K4VfV4hVQGJnw0As81AFqRyziOnUG9fI+fIZrl6Os/4emN8niyM9azePZN2ZfQB9cD+YsTtTTWMm1WthBOQc9t8vAvBjnUqw7Q0fXOuYyn37907dLII+KPZws4iDAZxL1gOvC0tGE6+R/lcbFDC+W0BcN0QYNnMtaAC8XY77t1agFWgFWoFWoBVoBVqBVqAVaAVagVagFXi9AlcD1tdfmmf8NAD8WofvCohf258zx6+e1hxfdTn/DMKeOXzfcv7ZOa+VBMf/akD6lja/5py39+/Mt/HyBgC38c8EgF+KH8frgAR8mK1eqA98epoANVJepiPu6JqnDtvlQevR8XV9E8B6Wfe3A+BtVE3IMO83gAqESbfY8fqrR+B+UG9d5/E71ukrAvtoPTb83cCR1GoPwK+3qqB3dQ+rI1WHjItM3arvCb+nfw2FDIi81lQA7L44bewGSHIDgjQ0hK3gr9ZlnaDyUtOaNtp93gDjuMUTC4zO77q9FNArAKbbd11c4CyFZxRQyka1Bf6yPwnwAJz8OoqjCnorCF0d0EpXq5sqTatSrRK6Mz0rgJiApeuaqi14v8Lg73Jy8r0JgGv8VrhSYfoeIPccWJ3NlwBLAYTjVgdn1WivlrCB+sV4KHoEscv41jhA/+msJai//D5kZd2ETuxLLnh0ygJqhqio3Yo4f3h4gPojzTfHa1muPM6BrdQM1hFGCmewT9UWVg1ppEE2IPY4aIODQKadxgEunZY5YnnVGcfCVXob9tS6DqDPhNgD8cW5YZ8V8NRc+Pz5hrEBBznabQc72uz7aLNBtovkKyB2gNPPn291jr9DMv54be6KmLFPqEwAjHjUvTCPAAzv7uL+TwkZU7KHnK+41l30nbAZ8zj6SQM0mpEgHfrf3d2Nv2PtfnYaZMwZpzUGeBxrUlwG6ZjDyJtrOMY4XKyY49F0wW/VJjb4d3ygf5w743qIwc8RR1hntimNpbXizoBa8ZxQNg63o1obaGZa6k+5fgDOSlfBc7aDGxW0AUXXQ5pqO3P13e769nUtwRpRDbfQta7tA/4myMe9DLBrimYD7kduKsh1KddHzje20W0zUJVuSLGN+3osrdGcn8qUUO+nyTRh8tDAc7ekkvax/ltC15m1wn2fCn8ztDk/1s03FUCvf580ALba/W8r0Aq0Aq1AK9AKtAKtQCvQCrQCrUAr0Aq8WYF/GgD8ZoX8ZOgKYFdqzNUHdXqytD3/DMb+TABcm3KNWfkl6d4OSN87IH/M+W/v398XAFdA5VF4PQDWmd826RnnmP4oALxGyc8AwBNwl/YPl9kWAA/I9BMA8DWg9mjWrM7fWV9U7d/7nlhhcoXINe0mr7UA4LWm8AqAARJYzzYdgmrDhLruR/28XqMee5TueS/dMM7bYa5DNj+8xxvuY02RrPcTvsS/ew5gOgsJbWY6Vd+AABgbJU6WDwAMA+B1bBwHtd90vMVNRg3h4mLjPCyQUuB2AjYAGMAUOhHpJrxM4czNFdnvBzqGlSa56uE+VgCM9/YcuzVOcfy1ALiC4b343APAtV2bTRpsW8KnhNnWyuegmqvWMb3j8w08LwGwrmfoDKfv7a0g6MNjAOAATa45SzC282cH0+Vmil2C3phft8olTWiH+AEsxPnJduP6keY516QnkFI6THOMyj0w1m6bXa+4H1ywa/885gb9gXXpAOaYRns+R11bhMDXryWFOMmnXMoVnnouoY1wAqMmLmOnODMduxUAV30454OoQpObuPFNOI7x3mPoyjkHp2dc8yFSKQOgo92A3/cA8NFEOIi/JRxGTWTI8i2Oub0V8MRHcAB7vNkHtBGxDzjJ2r4a348A8XEo6hoLlMqNCwAMCeaGEG2YsEuVNXXzy1QwVe5dpAkn3E7krhjhiPDeBIsE+x4/D6rGjmm+vZkDZ+Xmg7lJQ9dy5g20A9dUZgBDfblw7XhfAfCYE6ibnK5jp7omoC5/THle1Y0hYwMIHblah4Pdc0PAuDbXZ22MoJs+heNofQ7AHjoNAEx3cq0Jblg+1y+309d3Ey/rAu9vuJprl8bBYH/9u3HA6ozn2lcq7/dXB3EE2dlfkkOc/qEVaAVagVagFWgFWoFWoBVoBVqBVqAVaAVagT0FfvbjhfUh7GtH4bB9r3UAv/bG6/F/sAO4PvBam3IGj3H8HkAeD6nLA98z0HAm29/96dTb+3f22O6KDQXlweDZOLz3c8+z+kD2NXFXAbDizOAwr8In5fmgE+4fy5Mg9GK6LQ9Ej5y5Pu8MGLNFO6ke1/se1QTeS/08oelaZ7BedRsHAzAdgO8579M5OGrlWk8/DEfa0nltOy4vdFwC+MhRXl271or/FhpqaFPvsYJiOwBrzV1B2u0D9HVerQB4dVH5+L3awOu59dpr7V/1yWBSIMYvu2Ddp+rkPYLINSUornMIYzOFraGZa48+0QU91wIAL9wL/1LvA8f6cOvicwARnFPAs1Oc2l3ntrlPa39W9ysdh2xDpqVNYCQXsNroaztltPsOR/SaBnzEdYHijq81LfwmvrJPFcxWjWuf9857aT5MgKnNBdZoC6gVH0q1LId2Hedn/12AtQVASqSHPwNAfo6FznCdqe0rBGPq4azRWpyyGHOPU12X4abF6azzWkCS24W6qbwXm1jbXR22qsdrh6hT0Vsnw1+2P62qji3PlfVvOqXR1eaMGndy9gZwDQBMQMqariB4TlMduqYDuM5hOKEBgHkfus8xOAKoWptwjS14Z4+hb8SenLZKWe7+4PNnjE/OfQBIwL9I7qy0xRq2D99RexfrFeArbh/v4b6s6RtOZgNpfMf5+qMP6dxlIwmTVVOZruzcsGHg+Bz34SYBpFSOY5HZgH7qdNiPuYH00xl7SMXuF8Ftpnj2eAjWKl32TM39je7t6tIHJCbIZiFd9F/3wO/QULV2A5w/CE57/HGf27vpUFc68TnD+DN0hRvWUDw/HmB1AbKX67PGw0CcABhtwKXR5/F3gzbXMJay1AFTUCPNNnY9AIQTwms8cajCGefI0UyNMaNLBgPGAMdDn8/18zoArHFTp8eaUud9cT7re2ibfrodwDOe+qdWoBVoBVqBVqAVaAVagVagFWgFWoFWoBX4QQo0AL5SyAbAu0K9HZBeqfsvPuzt/WsAXB+C6gnu6wBwfRh6LQBew+UI6F4TVnupGSto3gPAl2DzMg4Iin4AAKa+BZTvbbZZ1/drAHDVbN0Q8NI4GIigXXDSObXrNQDY47EHeMXUSk1iumf1oL2wUwGcRe49AIx7VeewUyq7DXtQ8dBFvOzGuQYAAxjBy8fxAyyonQhgAYA6Ut9mKmXNpTyHQGHqAai0vjbgMKHrXg3kY/iqa4IT1WsBoFQALC23UHQvvXbVj849gJmE2wCNFfAaeFWo7c8NGPfm7wpN3bajMTEArtdaYafS7k4AjHGBu1UwNEBRAcByYDp1e4K34pY2ADYco24B4PBPTZU8NmrlODteMc7Qag8Aw/lIB3ACYMUHUkCrd3AG1xiaGUoKwUshCBAB6ggY52YJ923VjeOVIegU7RrDiPMAnUiFbDDHIQd4zNe6MQRvPz6FgzzAHMEq26401/Cnqj3wfeqGmbFZ8D1+geMajupRyzdhPGMArlTQRbhHnbYdo4i+cj2ZNbcFMzEwmnOYrwCRt6jzi/mEj+q8jWNYjzdj+vsAkAEv42DH1eeAq2x3gm02p1xHsdHzn4QAACAASURBVDr1MZzFMdpYMVNs4zpwMHvdxdgjHT6uECZn6nZzU9oUH6Db3yJVNxZKpFKmZqxdLNCN+XV7+zniDM5tp8VWLMGNDG0Nk1H/9wmEPNNzM5ypozY6KP4Ud3vZFny8PzPIRZsNgB8BY1FLOeL5JlKKe+MYXc8JgHF9RIqnIlN6E+Si/dBLsWIA7M0KeI+O67n/htDeGzm2mQmWDW28Yl26L1NA4/N104fSe2vM+PnyfbWEVNcATp37n1agFWgFWoFWoBVoBVqBVqAVaAVagVagFXiHAn9ZAOw+n4HZd1tcy9Oha3Xm06fXn1cdum52dfJu0h3m5d/bvbNU0zP53rWd/3sd9975cQSghko7teV+hYIV8ujB5DHA3ksBjXNqfPpn1/q97NN8kF1dWjhOD0cn1NqDlk6TWdu9aXPq+hoAvGpQ23x0nemkO36Yu0JK6XvdKL/k9j8CW9ddecLj1f171O/Vcbz+7rHjeCaYdj8vHcATYNb7ramhxzJf0pCu/auOq3p+rQFczzGcqteuKYb9cN61hdGHCr9wXnXWvqT3gLYJRFbYYyewtVPN1UyZW+Cv72GH9Wz7R6Z3havvaN7KLagvjAFdSl3NvfjEe/WaiHPWuQTUQQ3OuJ+uOWHV6iIGwKtgd7ZZ8aG4uyFwgsZOP+z20nmZAG+9dh2DAZtsEeX82k6wbSrY7XdzBdg4D07VMd4XgEb1dPGablv1rAJgto8O0y14dVsNUQdkir4+2XmY8JWgMWGsB4+bB+I9xAHdpKhBm25XtiHJmYGvU0BPPbSuzrXuYINKOtad+tn9s1Y1jg2AAROfv8mlyn7FGkwYmbD1Lpyo45UQeM5dZTwgwsWF4kfExccE5N7wMYY142VspMj4xNgpbrRpBC87+zkegPdwYT5/ytrd2ogwNly4RjOdyoCe0ofzLroEPdhffqxU7obeuDb0Vvp6uWORtln9EfQTSN1u4JDj2PdRnV8BeMFi1wzWNdEnAXq2JVNBY+5AZ7jOPcdxrvVFems6YgFEke8aLulo7FyfFalqo0aJ6x5jTXWVb2/D0Z6pnQFRH8IhTJAeJ2BjQr3vHOjLTTo4zsdig4LSVvOOfB/tUo1lfUcRfMdY3t4oftA8OOs5P+o8Zz3sWEtyraPsF1kyAGpn6z6tpVlyAwdjmA79CXa1Zs21w+vTUVkJbnKJNo65NuBvnXNzPs65Nf8+6BrANZL651agFWgFWoFWoBVoBVqBVqAVaAVagVagFXiTAu8FXGc3rQ8Kz47d+/y0fWeg9b2E9Oz6e41uAPyWof5TnnMafyetbgC8nzrR4MgPSKvO1wLg9ZwKkvEgmA+LlxS6Rw5YHLvv/NEAXwuAV6eTH3bXMBGcuC7cz9K9vyc+J6S9hLEbx+1O6uy9dNo1DfWEwNNBuGpAXQts0Bhs21IhbgW3a4ppX/sIAK+x4mvh+D3HqtoGAIAftgB4AwDLQB591zkuq3NygM10Ehp6AuSwJmjGHN9fbWElVgGWDHIMUKvOK/yVxoKtdvIZcO85Pz0v6LGj+1eAaAXA1tDtXbWogH1AccCVcODV9jvN8ARcCcaKztUhjPZ5ztWayEc1g50mdsbLnIie/3AQjnWiAKQLXQGgqnsw4X1Ni74C4BoD3kQw4mnZM1Y3Dxyl7Pb1vY4OIJoNAyhTLC81fBNs1RTQuN8z0kvnxDRYXsdywmNvKpiQGzWABTkTACfAxyUBENdQBvgUIEXaXadNfo40vrExIIDf3rcH4DyhIeAkYaLu9Tmco9icYLg4ah6XDRWspQu4a1cuYCzmgjqdtWfnuM7vJ2Q0QM1ggM6YCw4bgPsE3LjCJ6xfcE6H3obQWgtnjWw4hQ11V7CtFOJK9a25p/Uw5OCLt4qbP5V00HZqy/GLWr+qTax5kvOdY6t01HBgA17e3qlOscYTa12mPeZGCjnTuT5C5/jv7u5uwHWMldvg+KCTONerPcdvnatuG/aPWJ+4Iu/JDS2Y17kRgPePNt7d3Sp+ornwOeMarIqMe3JIBZLpCueGAGs4QponQ3+/mAU7N164LrNT2uM4j4/GAhsB5ncWv9szQNfv8wvnL+eEN7fN7AfeKFrvM+MXQ/2eb/jRzf6hFWgFWoFWoBVoBVqBVqAVaAVagVagFWgF/pkV+NmPF/4pAfAbA+paBzBdY1cCpLOmtAM4FYKeywN4PfR7n9CHAPhP4vx1fKwP9de4uUYHx+/WIfx2AHzkKCKcyTqS1ZH2XgBcx3tdt34VAE5j5xyOZeK/BLRfmvsV4O45gFcn7l7/19iWky1hkFNTZ/3FFfzUB961nRtDV8ILjUvW5iwP9ffm1hEoOwLAvvZILXwwL3F+hbFALCtwrXDvbP64PU4l63izuxNrEcEOIU4BFvnzADslg+9ee9COWv9zzneBDF8HQM0A+Kgfhsl7ANguS1xfoG/WX9249FJf6ynQK8ftBJ4CTre3d5znnpd7cNnQFsfUWsSqh6q12y4+n++0xhWwWpfqFMZ7R9+zvpYBFI5dU4mzPQPkzRrNFZKhDQTgcM8ipTTaHeNisFvrB+MetbYtNU4AWuNbwA76B+iL+8NJ6s0ZAFhaJ58IWV1X+HukupaDeeb8sPu3OoxZYzZdkuxHSWFsUOj4qTHA8QlACEDrOUd9ix0T7ZWhFC5VbXz4vLN+PDw8BnxUXWF+bafzm9fHnBHrzvtMiFm/yQlC0SbA1ADEALaaZ5laejiUHcdbAKxaw0pzXdeh+j1aP1vfRxp1nb9ta12/Hh6UPtr1k5GWGX3AMRinkcYaOiUhvom55A0kM320NrAwHTKcyHFvwXJcxwDWcaEGQVK48+dYYT4CLuf9Y6OA5/D4Dk4nOsHskqramx0Ee+X85/oTY05tGMjabXN///nDQ4wJ+qpY1doPMGwA/Ampq9FGjr80pAMd2mBtjn7dRLrqCth5bpnQnB/f5Dj3PKtrbq0NrOsrVuh2LnWDK7DdloUo6za/F10bOf5d/ti8AMjcJBbHNQCeE6R/agVagVagFWgFWoFWoBVoBVqBVqAVaAVagbcpcA3YeduVdVYD4OvV2wPAPlsOB/3WAPh6Td975Hvnx18ZAPsBL2PuChD+FgDs8VkBXU0BvY4h3TX0CM31ZYUNb3EA135eu26tKaBf4wAWbFo3GGyBuR19743joXOpGXxUz9fpeaVveuN2nNQrON6v2XzsAF6hsPTf9hT3IB9Ix5dr9/K9TPF6jTajzmQBuRXQjHHbAcBbeAPooHqkAALr6yhuBvAcAFvnGjg6fvfbWdKIpmhpmtzcHjCvtsm/O/3zZVv1jsehggylZd32TwBYKYft1HW7DYChy304BT2XKqDVm4qHtU1OuTzPk5vRDtWqk+e9N3zUz/bAcx2/6gDeA8AeE7YR/V1SOFcNDWDre3aD4jPWJKbLWamc3e4aIxUAPwGA4rgYxwqAB3DNVMUDuC0AuMaQ687C7yqAqxS93CTAVLaAgHhPP3OcEgAPZ3KcB6haNwQ8P/l49edzwGvUbAVwRm1ZOSQz1XGZ4I5/QvFM0axUxhmDAK/p7gwVCDhZNxizbWx6QOzAIf9IBzDXJm84wVqaNYvRHq8Pa61vQWo5Xtn+6D+uByDpGtIcr5ynHjs4m3F9OIA5jm4367nOdQspn9FXaQ795Ja3u9Tr6bdIlW2nMI7xa+gR10TtZOipl64FjdxttBvQlNFS4OvDw4POIAxXymq8HgOaz7TSSG0sIKxNJ7lZIhtgZz4hbfyHuEbfn6JNBLNxjlJQq02evwLp6ZaNY5yV3bGpmrzqj/TPX7EuoC9x8u2t9B/1eHPu3ASApvY4Oy6D0udcTpIdA/5Ce3xnIv4BgHm8XbrMLI7x8T1R+zlmSFnn6oabFQDjMAJgx0AZ97F25tzKO2guFFis96cD2BsRfPz4nvA4NAC2NP1vK9AKtAKtQCvQCrQCrUAr0Aq0Aq1AK9AKvFWBa8DOW6/Nhy97T/lfccHT9p2laH6vVfbo+mfXPWnXWWrXV0j0rkPbAfyyfKfxd6L+gFR/MsfvS80mDODDzelae2uQrQ84X3udPah4CYvxkBfpOye0quvOTMmqB9NHx51pUj/39Y8BcDz8HuCi2LziIisU20vx63t9qwUL+eb2Afp74nOvhq/v689WR68/36t7uIIt6TwhZ9VvdeqO/paH8QPQjXS1cgVWCIzzKohencujP5nqGb9XvSv4XccBnEgAes6D+rOhRv13jaHNuRkGYyOPxOEpFTzYPedzCeScsnb5Pq0QE2BihdJn8VE/V/1UNXKCmtkjOAfVzgqLJkAxSESqVkDLCrNdA5V9ZXrgBM8beDaBMwElCE+pMVzBp117Gv+sTVxr4SY02kvvDTC2p4vnJfsR4wI9DYDruLqf/HfdGFFihfGU47uuWXZ+47rul2sIr6nUqdnlXgM2acDZAkI3sDwBdHVgVs3qvdl/O4AB4tJVyvYkCEdcfAu3MMlbADu4lwECNR6qTawXYkl1b60X24o2Y61mmmO5O7mlgusc0eI4HlepNYzZ1vI9OkAt2l1iAA5ggMrHcKkCArofWvsFM90WhiJc1+nO/PwpNh24KZgHcQJAKx3pEdc3BL5y/Va4POv+CgB//ixYCWgL8Kr0zEphbKc9/oV2twkq0T7AYsJvZlOIuTU2Ygg0Qx+nkKZre8SbKKfH0NcGAP5MvRWKmFJI36y1TmO1ceiPpNue6/O7FcdWZ70d9xhP1y0X4Ncawr4uKSzoXMYg0IkcMcJ1YH4/YuzQXvUlHb108+faX+aB030jqPRdE9dm6moRYTvYPZ5Pz49Kgc1+Z03muN6ait3Q1n1gY7I9zibgvyHGGs21avu3hc7fAmCvA3NelBQOOX51w0M7gK1+/9sKtAKtQCvQCrQCrUAr0Aq0Aq1AK9AKtAJvVuDsAfGbL5wnNgDeV/BaAGyOfMab3zpODYBfVu698+OvCoDtPH33/L020A+GYQXA63iMh6V/MQA8Ug6jHmOFestGgWP5jlJrXxfPe/B3Qm0BMD7AXlI6++q1zqkedOsT81tDtNcAYIOV1QVbIeqE6gYedlbu61Hb5Xq/7wXAQwPC0C3c92d7mxTgVqQ7DbAJLuJ0rOGc6nSsIBLXZ0rVTNVq4FfdvgJKSNF6uxl81/k9qg1c4bHGEGlhpaMdfZv+RazCCQn74+dw+hmkarwmgLoLpx7OX1M/bxzJCYAJKy8g6qxRTLfcspFiwF/oh5gD0Ip2G0gpDreORrelpomux1m4mnIZAPgzoSXcrVs4PSAwXLnZPp/rMaOmAG8Jo2vc2LlaBwzXhG4VAPtzxEeNF4+X//2IcSNw2zqN4QCur7rhoc4rX9ttxdje3qbblYBNV0FXHp/CeZoA+PZOaZ0B+gCGCXbTYTvgNM/TRgrX+63phTHvlaaadxjHMVVw/P65pLDGfTHWGnOnwN50kW0EkPz69SvTHX+5/5JO5tkHT1uNj6Ct4l+uVg/Zc3Qc18KYIK6/DQerHLYjbobDG32Z6yAA8MMD5g2co1HTOK/te3r8NDfUFsYAHb9OS43reZ1BeuyoxxtpknkfjosBrwA+9MHEEIDX2ozw9c9Ks63NLZq3BqLujSC84OV28wscyd5gwPuU+SkHt9ryDM2wdmWKcM9HjU2sIQmAUcvXMNRp71cArPVQ8f+RNaYT8ipa2Gj8X25QwUqa7eb4xABr44DAujYewFata2wc5vk3hDeTuVawp379LpkbHSbkZTtecAAL/td1ZKapx7mYA3UzE/sRnT7Y+7EN+v6tFWgFWoFWoBVoBVqBVqAVaAVagVagFWgFWoEjBX7244V3A6Szxx//pA5gg9t38rVDZ5HjZVYE/OecQ++dH8cA2A90/5yP996betjx+Xw2P0/C6qj27nraX80BDE4jp1KkFuUD6hVgJojLVNeXMr0OAA/H0V7a4uHYsvNqAmDf92gcVhA8wNtwPuoKtdYnH5SX9M1rHVB8vnWlTdfumq7z2lVp40ZlewTuhhM5UIDuO69Yv3pGKuIEPRWeVdClvk0Xoz+j/iEvHIV2kdW2A0TtgWk7g5EOVjraXafxB+NgKlgkgs1csitQPaoN7PvvwuodYZU+dX4jwFlpt3JN2e5UugbZbGcAY+pbeSRdic8JGqd7/2js3XfXODUofQ6gBKfj/X0AumzeUZ/q+xW0V203jsAEOrUOrseYXkICtjlvvLFjbFSA6zTjoYJsL4vVoczrptvdYKpuADNArfE2fs40swNcpvPSDtp1OA1ka78I1p3CGWCbcFtnOm3zU6SA5iaAfN3DJR0g0Ncb3xsAfIj5sv7TFR6pj/G6vb0nWH2OGyotd7hj80sDMeb5xRTWqBeLz3KN3GR0KPsv6PAlZJ7prAGRb2JjBGIVfVhTpGPecWNICgfnLu41YbXqM6OPuNVz9p3rRyk2DHCr+agUyBuIzPrW2sjgc3y8+zQB6Zwg69gY1uK2cF6znfwDUJkW/GJN6fx9hZeK3XXDDvHpEiJqb01fTH1RBzdAqrIFwKE8NywYcOIYO4Xvoy0VlD8EQMeYVwDs+eQ5iI0H3jhkoDogcYDbuvZOADzXR7mQXWMZfVDX7EY2gGaK8QTENaZAkwHhBbgT6sJ5nUC9XmuCculXMx8oHnCe06jPjQEeh7qejnILY40Hv37vX6DLsPavrUAr0Aq0Aq1AK9AKtAKtQCvQCrQCrUAr8M+nwM9+vNAAeD+mfhS4/VHXOYr8BsDvA7QNgPcdkteutAa7R05UX+cMAFfo9jNTQLs9AFs1BbTXWT/IHgD4A2pL/jkAMNp+BIrPQPzx+Chdan3V2ru6px6026lmpy7eq47f+n79bGq+nasV5O3V1sV5ABU3AX2Gw5EgVlfcsnJde3VzjvizPSzfqDVf8RbGnzUqCzB0zLovLwFgu/wAJgQdkNpVYO7hQfVJBZj255uhmIGhj/P12IbiaNTvcDgrLa2OV/pfx/JNQNcKgNeU5z5ONUYTuhdoRsgTQFDO5cUxXAJm1QXA1zEDSMO0svHf/f39BsZizDEOFfSjTbswNzcEKA4n0EUQrDB5D+R6jNfU5mvmDgOjui+mOocH+CSkA0lM4J9O4llLdus+h1NVbRds8rjejiKrU1ACaacUz5rO7hMdnnDe0r05HZ7QEOCPwDEcqNbpBhANTtwEqdjgwFcBwNu/MVWTGNd7RDpppmPOGsULAEbMofkVnD4/a+wFH1XvFePv+KWrEym++b7A7gXkzv4hfiWvxnjEfwwa2sU5G5fG5gW6cenSxf2n9r637z/q4sYbTJeN2LeeOUfr+gc969ppkK4+z3TKcNQqrXbA36iRi3+fQgtwa7ahEGDPA8e/9Z8puWeaZW8Y2OyzrOMb9ZTr0objsAEDANhZDNY5U+dAAEzCas8PAGCkgIYDnGNlB29pgGvssv0AzAmi15r1vOYokTBjknOoAGA7eXE81sGnaD+d5CEimmbIzfUoYwarPeKjzmunt/b3FD/LDRueXXYGjzTsbAc2SGTa8ayRrOviv/kXtjcH4PrWvAHwXLf6p1agFWgFWoFWoBVoBVqBVqAVaAVagVagFXijAg2A3yicT3unw/Hs7u8FvGfXPzNYn53/d//8bH6scOtCj79Q7V8/7MS/Z3E3HOgZ/5f1U2dqxpdiZK+W7JhaO27Vo2u9lKq4uoh8PqDUCqz2rj2cWQAEw5mjdJT1tYFGu43cOnbnQ/J1g8H+cUf99vKzpmw+2nhzFM97rlTGw5IK+nJsJrxV/Fy2dC/18uoI9gNvg6QVpPmqfrCO3+s16Crj/Ze61QfzD2MJSAQgQMfcllFvOlHh8arfOk8qbKzzqepovx01T2csjiVUSX67OvcESwU0nSYUTjkc//AguOD0zRVQ1I64TudaA3cA3awhXCEynM90wxWwrM0NAo0rHNW42KUsxy8AdYVmaCdT4DK+7ISfqZ7XtcTXJJAjTBY0VKpbuU99jDUQeFMwAigREmc93A3ADYTo3+1c9rixvmoC4Dq/NwB5Ae5eV8b88/ypULlo5Fq4R/PbKTpwPY69gVhCSMx/3PM5wJo0TjhqR6tT4OYNXJN9zBOkoCeYBJTFtZS+V+l84XzNFLd5v5Ei2oA6rk+gG78/YXNATAjNibmOGTgzXTA3Fcy0v4pzx4s2Geg7VdfFHOVGhwCGeP/h4ZGplOc4f+d7iJm7+9sxj+32tfudbSD41kaDsZYzBr9/uLu7I9hW2+BABZ0TSEec2f1JFymPmym5ldYaYPZmwE7NS6V+9to6N2nMmF3HvW4wcR3hCgQhDcoL6/pPTKeM+uCYn1++3PF9rx3iwtowMud4uOQ55zS+rJ+7WbO9EOog1Cf23MdxgNpaD7zu62TqGf/PtcoRD7exrsKhi5TOTLUdx+FcbBLA7T8jxXqOPduoiZfXTngOgJwgVlptvx+xqcYvg1zMBUYVILoYblmn5Fr259gg4TVXsa/PuCGg1CDH77XmMY8pf5+sG9AQI2tK59HOsRZk28p3bB1rtjFuvPOVOvrcP7QCrUAr0Aq0Aq1AK9AKtAKtQCvQCrQCrUArcKrAz3688Jd3AJ8p2AD4TKG/9Odn86MBsB7e/0wAfAH1diLqGgDMB6oHIOYoSF8LgH2dC1C4gPKZ5nYlj69L7Xzt8nMGqDeAsriazgDwBJV2efnh+gTDo2ZriZMVAE/dtoDmpcXjWgC8xo9jdQXAF+7NUWNTKakNUgwz+TugR3lEv1tfeOkEXcB0f8mJ6evBSYnX+sQfxxlmOnUs+m4AjPTQHl/DmprqlvMzIAxSReM8ANF5vS1QhtvXx2uqBGCL81hzFaAPMIy2Vo3vFshPKGZogfqtj492v+VaASel0/zCA4gOJ1Rzyut1Hhm4DVcgQSLo1XQX1vldQfld1KnFoXJLbh299b50lRKw5+YVAODsSAV+Hi/e/6J+cQFSvOmMG+k665dqrD3mSrs+0s5mG76lG5MbFrgLYKa2zYWXcBv9qrVRFatRP5fgtgRg6OXPDNHVHx0DwPiEGr/xolM1ALlr0QKAjTmCIUuHOPsVvz/HmAI6GgBPzXRdxBIlS6i89l/3XPRTq/AJoo3Q8+7udoBWjOnXrw8DALunoz9oF9MOa+NAfX2M/tyyzq5rXn/PdOTKWmCXNPuXmzMYqtYqU0d7s4Hb5c+xMcOxNGNGmzw8x6czVO/bhM+hBlcGhGfs5vcEAT9+f+K8dPkAjMV9AHBpqHN1/hYAO8bnxhOBbqff1phkreb4+fZu1oKG8/cpU9FPtzTWHsW0mHKmpgcADqfyGA/dhv15QAppriVwAOtF3r6AaM7F+AwA+GijmEsyG5ziGoa4BrjeOOINN3Uj103GsGJg1j73uFWA7D7WzSyb8c21gN+ZXM+2c30TfNnn9b3NXMVYNgBeJerfW4FWoBVoBVqBVqAVaAVagVagFWgFWoFW4LUKnAGu117v8oFGffr4+qudtu+MgKw5GF/fhJfPOLv/O+935sR85+UvYMN7r/d3O/8s/g4B8F/E+bv2zyDJcXfU/0/Zv5ecmoiFM/fKSw5gnn+lC/gsRfQKAeuD22titp5fU/f63CMdJ0DegvK1Ju1FG0a9y5cVPFp+Vt3OdK5a22GK99Yav6O/CSd4HlN67gNgH+9an7wmwNJIWTt/vgCwI72nrrKmgMZ7fpi/1vLFZyu0dVsGLI2n7a7ZWsdvs2kpnWmb8c+n9Lg3fKxna8Smpm1ZF+p5dv8aUFZgb2Bn7fSvHL+Gw2s878W3r4OUywIes9apUtcqRuEUroAHjjmPsQCwdKt6qsavQJvbh1TNnz+Hs5JjFw66rKkpADbPlz5wZaJfchaPOEsqVN8DWKsa4OeZGrtAp7yOwbqO284nAE46BQlB1a/hEEQNXAK/ec1aI/cmABbGf+MGXTYDDNA/+jF1tjvV16deqFWbsJe1VLMGeNXd7fUYAZSZbcbVU28rKNetU+kOcB+ptw2oKnRmedbvqPE73eiAYIT/IQbdpgn7CCxTTjmAI70u9KNccNVrowBjkZAR6wk2EqhtFbQDYrNfmzTJ3iSBrRoA4AKq93fSiC7faO/XrwLWcADbLFpBGuKFacNLinNodhNa3400v2rTBH76HY5fbLDApglCRrqR8zO4e6M9cpd/CzB9P5zCOOIRzvxMRex4hea4JUF5nm+g6FTJhpGsVZsvx6RAdLrBsUEh41baCae6fYLIauPe+mANmTKbKbt1M2wUsWsZmye0zgjQ8rN636JpXVcxxJjP3h+B+EBcICSYzBqba+JnZyjX9b1ZAp1Il3WcpLURaZ0FmYcm2NARv7itWlfm7ziulnuoqdbxGfptAMyxJjTHWqc76LtvOoLLrceaYC1Yxzo3CdCNn6mfN98l9QLl53G/sjHAHzcAPhCt324FWoFWoBVoBVqBVqAVaAVagVagFWgFWoHrFTh7eH39lfaPvOYByEv3OG3fGYD9CwLgnw19q95b18V7R/vvd/5Z/DUA1tPSjfMRDzJfCW6PIue117n2+NdG6s8CwH7AvKa2PNTjYD9NBYY49yUA/FK65wpmcZ0fBYDX667zZnXRCk5tXWEvAWDrZRCtdMn78NyAbYWs/n0PQPr6+LpxCmVf53CsdhdXuEzVrgrA6jWqw8xOVo5FAnHBOECg7XX22lHbaAAMp6KuN/Wtzl8BYAQaiJeAaAXA+ATA1fFBGB3wqUI3tBvXAdBVLeHZXtcTVhsc0AKVTlG89kWa6N2vX1cAnAAUbtkC2CtwHuNXQoJ9KM5jHAMAXF3vSFG7AmD3m2MQ/zMgI4hNB7HH0IB0QjO7keX4VSJs6QBYdxv5fTfxGRcg5K+xlABOzlylBhdQDA0TYNmt7X4bAH8H1M7Ywb/ONzAc4ZliGucBaLnOtJykiBc5kZEamwAaKaCZRzgAcPYd9xigmbGDOQMXp2LOLt+xOSbdMPPKugAAIABJREFUuQC0iu2svcrMyqgDi3FB2vHYRBDQFuBdYyCQ+mAAHGCYsVYgraGl6/C6Xbg3nKWoYcxxj+sAzOJcvOWyuujTE5y2uUECwBDOVY4J6wQLxkK/20gBHYl/x3chaiYbMA5QyP7ZjS44W+Et2mKIDfDsdbJ+/+CYDYTl3CjAPge1QuZ5vO8nYClnuR24iLWo9RzgGcdjLJBlwLAW98WcNqxnu6OxXFdCA2pEEM2wSJCaqcm5FwBaDaTKfqvGM8Z3TkxC29yYwehi0Gi9uWHqd7UZMf2cf//bjc4U3YwNxcj6PVj/nsN1KwDGNbWRRLMG10DM1TV0hcicJ7kw7QFg617Hy3NS41h/u/y5AfDL+vSnrUAr0Aq0Aq1AK9AKtAKtQCvQCrQCrUArcIUCZ4Driku8eMifFQCfQVY/uD3t/xmAPr3APOCsTa+41NWHnj2AuvpCf9MDz+bHAFl/Ecevh+ko1o77u01NPGsATwBcr3kKYvOB7vH6cJwKubp6BrRbUrG6n6ftOInbswfJK3j15dZ+XTqw9IAaqXD3X5f991JTk0b7qGsAsLXYc/ie6bWmbF7XjTPA6/MFrJTm2a+9tMkAinidplgfDQ9QkCmbiQ9QxpRgZN+hW+HrcK4lDFodrqWhGjOCU1237i+yi3SdQ7p+QotMCTyB/9ZhNsBhQrrpitumFK3jvYLoDUDMxtfrAADP8UpQkpBRMAfw5yZAFByxglSuu2sX3nQMCijiNZ2Hqt+JEUaSVwFg1Q/VcThnSWXMsS6wM9ZTg2LrZ2D98PhA0IsQcV1Og1df3yDY9x7uwAJcCKijHa796/TS0AYwi2MxUi6rWqnB94ifiDmn4mZ9U0DBdEETiMX91H6nRJdWj3Bf47hcB8dciE7R8Zjt/B6fP8IJilhLQEo3a1wTTm70j9Aq/sMYfctF4ibAO8F0LtScc+BoSLlNY6NqX0uXaEsC/QlI5ch1/dXq+BYgBBwLQFxqDDPFOOq6pnaMAd00xxw3Vv3dmgHBabcFfxNKsj63HLjeuKCU1ZkSGPEE6E1gR7o4UksbWj9GKmvV+taL4xDHQq+PH3MTRI7v81PoEfVugy+zvQD7SDeN9rK8eLyH+cD7Rx+Z2ptZELTR5Ps3aJ1rOo7lfC8O3Vznoc3NjdYC1+hF29BvOn7jfdQSBgR+ijYBttbXus7P9UJg2fMQP3/9uk1njl4J2mLDBjqqF6Emajdn3LJf6TwH1HZ70U+7kgVl5dhGPLIP0WjOJeiHcYFsAPdsmECuMyYg9hHPALpMDCDpGI+PgMwG47moMF5yDrAucQJmq+O1B2OLdta1mBrlGsTL5BosAK21yevDEQCufweMceWGFUzwLWiuafE9v1V/HOOc7nWF4sahPGK0DHgD4E349y+tQCvQCrQCrUAr0Aq0Aq1AK9AKtAKtQCvwFgXOANdbrlnPaQB8vYIj7W4+DOMDoROHwPVX3z+yAfDLCp7NjwbAlwAYmMe6HW6k+BMA4NVVtRcJPw8AXzexDXTQNtabzX/XdeEIl6+1fY8cvu77ETD/WQD4qHb0WwAw+mBQYN2YOtR0IDtp0EhNEzRwrQWYKimM63mEqtAfD+4ToG3cXXA5lvustXENgIdzlmmw2eKLsBMg3Tp8X4rVCbAFA+vvvEOpQ4vxBzjExoNab5cgy1CbNASpagGqBOsvNjCEEBOib/tgGeQwzNS5cclt6mYD+vllh+sN0FgAsByWcuJCF0AowUBASDlKxS8BvGZt4AqmlxCg9qxNXABwBenjZzrJBTKZnrg4CxlH8TuAFK43YGr9Uh3ORqVENsz8hpTZ6O/HCfgQ83DTGgDjegCRANV8ESAFKIxarGjH3QKABe8F1gAg6VQHpCKkFABmyGGxCL0AMnE/jmOC0Pp9h58B6hVDc5ygP9k1AFqMgePNcBCplW9JUuXgFXiFoxLAS12pG0A8Hw1/mdo5Hfxuu+enwDdcp0ixLMBpwO50y/BlP0eNXHwmB+tcHdFuQNVPn26p63f8lwAZxxKSos8BM58iPlyD2ZtmbkPPz3Bpq3PqowEqoDSc0pAYsQq4mBsAwvc/jjUgJytNWcF5q34AwA4jtNn99PvYTIExZVsKPMU5uC4+f4jayLfp9tf52ESAMZVTV4GAuaO4sbubmyfG9/OnD1++BOSN9jn980wPrw0CdgyPOYN+SxpeR+5kb+iRaDVONX7KAMDNAdGWR6/DmTbemRBi1keq7XB6p/ZOAT3gdWq/WbsT/lonbSywM7mm0Z4OYLfF0LwCZMWiO7gFuRv4yzjX3J3zCsA7ayYnQK5zbv2uagA8de6fWoFWoBVoBVqBVqAVaAVagVagFWgFWoFW4I0KnAGuN152nNYA+HoFKwD+2eDXrfqnBcDDFvTy+JzNj2MA7CeE14G+66Pkxxx5VON3D5bpjosD2A/y8yk4H9xml382AOYD1SW970s1bvccwwZehnZn69QaB5f1assT4fLAdzq28iF3Pjk+i6uRQrVMUAPgvQiAUxGvs1q/FQifRdLWMTwdY9JfZ7tM75ED+Kg2MJyljKqFzFlXwDBf86XawOOYDL4Kd3l9wo4tcGL7U9f14Tt/B3zNz+X7FOwyAK7nDw1LOmaPuZ2lMwbk+lO/4XQj2aFzTqBB4IuOtYRrZHPFseZ713Y7JTTOrzVu7X7FNVwj131ZUx9vUgyzfQI2RJAlBkfN5U0KAYDNpIqMibnm+Tpo28ODarXaybkCaHxWDY8KDUDtWQsV4A61YFUreAJKj8Noa8nIUF3A47iQXmBV4EnORcEnQK2hb2gP8AUoJud0Ap8EvrgCGBXBz3BCl7SxxfGtdSihesagawgLREefyB7lADYAXtPOum01vuDgdew7fpyqXLoGzMQ9AZFHLWb4gRPgLusp01kH6FVspnsW58e481qs++3ayQKGTAMMV2e4Rq2Fzp0ws5R+llM0YRynHTYMQIdM8YtjAfafE4BrToQ+4VzG8gHIuQJgxyxiBNcLsy2BOJJd4x5PCfQRP3SpMo2zxsW1opny2Kmh0zWLY5AKGim60Uc4Rw1COU7hVAb6fUoHtvsfd82ayU6hXV3wcmPjfDjHObfovoeL2pE6/61LJd3mOT4C7BVyAw5robm5uR3zhyGOthNA6rraCMHI4DWGnk65HJsEwPKh9SM2HuTaxHHNa9E5HzWlfT232PfQGqwOVdczfncNYG3ewNjLuf4wFsoJjjF/4Dj/jI0LBsAcu0yRjvPzC2nA5NQXbXEcMg4M0Mv6jo0ciO29v9jsbNbunwKAh45ylu9ls/B8NSBvAHwZ2/1OK9AKtAKtQCvQCrQCrUAr0Aq0Aq1AK9AK/EQFzkHE+25+BlbOrn7avrMUzAck9Szd8q9MAc2Hgn8QN2wA/HIEnsVfA2AF6nsB8KrzcAwdgM33AmA7DX8UAD5bx+RInQ+IV+B2ef58oO+H8hUA14fKfCC96DSho1L6vvQ6h+eAPQLAFRzUa14LgHUNgIZL5ys+qwAYv1cH6nC2LtCY5xVHam0XYeOWzQ9H62XM5YHpmmRbUzoDYOOBVX+AG7V3Oo4N6NTnrLVpcE4gCgdqusHoVBbs9cu1c9W/CRgJ5wJUzLTa041rQON2GH6qbXZWyuW49928Al47QLea4n5TVMFlpdtmXw8AMBy3s5bwpWOabSzjSBAaogwHLHUU+AU9lBtSgtaUwhqImXK5agBALtCElLsCwDzcG1kAMDOFMa8bxzC1caBSuilzeIY7s4A0AempQzZsOEwJGtk/+HoF0DjoBKRZ15gOTgFGAqvU1PFWUzE7rgwOa0x6bOWe1kYDQM0NAI4L0AGM/idkJYCL46Dnmn7Y46P03gLWI5181lKGq7j4P3kdAt0y3XVt1bdVzef8DknwCcCL4wFFMd4AwIzrrMkKfTBNlHoZrlYKxcmq33G9BPvxE4AhPmdd6nTTjlTX8QZrIbNwsOYv3cOZsvj7Z7WNmsBdHXFF92iCegwhnOh4IW3xQ6RtHutUXFcAWusI+ls1pZtb+Zb5cmrpCoBz6NLtqzTPXid4LYNobizI9ZJuXl30/v42U1njUAHW1RHN+C4QmefGeOK4+3s5+AGJ5byfju8Kk1WjeX5W0/wLeGo+urayegwAPF3x2gSDusM3AwCzxjAihH2LNN3cwBDjlZo9IuUzNl/kd4Kd15obGBPp799937GRIzcR4Nr391HDOcfDY1jn23RNFwDswUPsZCxyrS/fx/gZsex5Vb8X0J51E1L9Pm4HsEes/20FWoFWoBVoBVqBVqAVaAVagVagFWgFWoGfpsAZAPtpN772wm8EwNde/vS4s/sfXOAMQJ/e98oDfjXgPYuf924QuFKGNx921v4DjjXvt9R4vGjIL64dvO93qa08Si58naRn8PG6q1wedQHg8pAVZk4Xa3Hllcs5/tZUz3PcX+7/WQ1f17scQI4PqreuSjXn8j4ERjsCYe1gbdHhOCzpeJcHz9fqqxSXW5Co+pq6gtJ47o3D9r3pstoHvHvtWdPB4jZIbeqX69BuALABX6aVhVPQ9X43ADLAHV4VEsixNlOy+j5Il+uH83tweEA4jErq7If6a7+mE8x1VrdH1FqydvCynQUk43eAyvVFSFVSPeu8fSDsa+O6AHGu46nx3A4oHZ2uY5rtqKmoGaWZThU/GygzTssXzZhT5fqjVm0C8nlvQSzPD8ScXwRiMS+sleJwtnHohTUW7kVUGM0v1to3n+PY9PWZAjgXcN9fAEophjUWqHsKbRWT1qMCcF9P3TUElhvbo+e5VfuH90bWhHRsSmPVH7YT1tevqbwNwEY/AUMNo8uOB2wMIXCmA1JjXjeYATRjjVRa5ADPqOGbjcZQAEwbXGvM59rFVOJO1QuPLYF9ieEEYjeIu1xH3Ac4ZjmuCY7hECWIjWvg/nb+4net4Ui/rTWcjmtCaLRnu26N9mYcwdXJWslx7BNgeIQb69CGIPjsITYl0LWMVNZMnRz/wfE9Xlmr9vMtNxygu6hRC8htJzU2SWADyrfnR7YJ97kL2+xwChNaImW1dKaeTCWt2J7AWJCZGxBSaw8q4Sdq3+bYjLTs5TuA8wGpmqP2MeYDrntLN7Xuy3kAeBoXUapl6Yj6x45//hv9AXS/CyCKdMuYC0gT/Rz9Q3tGe7lZQELtfR/jPa+72vSzdfhn4oM8vzqjtU5xLRrX19ziJgCs+bmGe76PlNuE+BAiwXKmlUZc1vnvn9Evz8m7gN3qy0zb7I1F3pBWAmP8KPCt+zkmXBuYKeu58QXjF4A549Ia7sHfTTvjgL2/Afba0e+1Aq1AK9AKtAKtQCvQCrQCrUAr0Aq0Aq1AK/AmBf70jx/OAOzPttKe3f9A9QbAEqYB8PsA65smdTnpzwKA94CbHsbq8ecaJ68FwO7y0X3eC4Avr6uHyRUAz35Mh9Yciv048MPfCrbpHrTzLbXx/VfnkTScUO2ylm/WaFwAMM/jQ3TP0wmAzfX8WX1CfQSA11TQNW6PAHC9FpxYFQDjwby1xb94rj5YKdLRJjxHNVS89gBwBZcEYwmADevWMfU12d7i9nI79ubiTKU8PzUEq3FdU+Yybgg59N8K3nH+CoANcHzN2jc7/nAPvO8aum7RHiw1iDbwpPuRoGOmyq11WocTdJmrE24J6lhTAGvFjVzQbPesHErQo1TM+qS2B3oo1TX+A9mRk1TwT2uG2qrr1hTZmg/qeQXAOk7gtULwNUbsygZoI4RLABrRR8hnFzBjDhBrCYqXALDbXdtRYZBBOLQDAFZMJ8gHEB0AeDrsUeWXfS5Q2DWs8T5QIwFhXBOO3gqAwV0JfAlOJZrnIcbqy5dwROeLMDGFRepoOB7xuo0UxDcG6jFJZ/romWJc/ZbzWIAyQevDQ9a4RcfwmW5mp3n+pv7luH8L9y5jlOPPT6JWckDMHC8AP7hu4UZHnWLNrxSOkDDWEtY4tlVfmzA+fYq6xreK0IdHOY35vwILCQAT6t9wI0FA4wyAp3DQPtBpyyZxPFAr2WBW/ZJLmbWmTczz/du7mRZay4/GQymk3VcBYNzHDvibAZoFITElvGkFY8r4BrwuizjArN2/dXyfALhHBgO132Pi4y5qzrOzcHNrrmCc53qUVYhz7EYwcTxzrcjvJc47G+bLvhU3e26I0FU43nR8S09lExDIFrDVcVxLcQxg+V3OFWubDnVpk5+VcXF7uXmq1Hjm+OEeuVnm8UEp7G8DpnMdy/Vn72+RCbgzuhsA17Don1uBVqAVaAVagVagFWgFWoFWoBVoBVqBVuBnKPCnBcDXgtcfBYCP8jJf245lcM4AsB9onR13Nua/2j5wFj8NgP+5AfAKXutD1dW9W2P95wPgHbvr7mTbpqD1IRX8CRThgXACgnTV4dgZ/0sc5LqiZLHT7evrj9SneY09AFyPXVM0r12pbmJ8JjAwH3yrrROerRB4jFsecwSdKyhc0/f6vnYA78LkWuuSkEDjZNiDn+nIS4CA1L1rXUbDhQr3eBG6D+PhPVxzASwMsQYQLu5qj90l4JVDcqx76cRbAW91tY5rDTff1LnqKn0y9W0u7KuTrAJX1NyFLhUoCtoqpui4ZGpbveexMeh1m1H7k+67hI0CYkphvQd+rZdhak1r7f6M1MRKhpztCRyZX3wYB7klnSJ7OmIJLItT2O3FRWaK3dneqgn0QP3PEeOsZYv+4L/tnFd8CCR5jAZICkmUOncWayX4AWDLt1jPuYI8APgFINVa7Kh17LHC/ZhOOeeTnNuPkQJXkFptAmA2tIrfMZY8ftbG9ZhJA4xzgsPst2tcK4WvtB4uxowxQGu78KEJwDzaCWDmdQBlmgXUMfcyvvhhjBv7AYdsALk40MB3s3EixhmOZwBFuHEBDB8DAAO84l6e4wKYlxs6eN9MfYw0x7cAfrh7bqCASRxIGkMPAPwtU6g73hyzgKJKGc0Zws0F6ANiA/dVPKivqmM+N9eMNMRZxxbxENw25kn0JaHySLFONyvczXIYO768btTa44C/CE3GQk6g6QCO68Sbo8Zu/AwAjO8bzCG0WbWgPfMwRzwGuKDu7ZTNhKMxB1E7GHHsdZV9DgDsjQC4Jp3VI/yhQ7q1ueZMyIr5BgCul+Yaf0Lb8l0DfM05bOjIOKUrHJsDFBtTgfndCQczQDfXuuynnNoRlNAGsZAAmOA/NiTgWAJhOKZjfcN72HzgeOad+B2of9FSf49PJamcfs1MLzgWtcJ5fvaBqczjdziqva9AG3GUFtrr0/wOnnfoFNBbtfu3VqAVaAVagVagFWgFWoFWoBVoBVqBVqAV+AkKnAG8n3DL6y55LXhtAHydnj/pqLP4aQD8xwPguqngbHz2UhO/JlTOUkD/WQCw+zT1uHZczgEwrr2t+TsdwHsAeG9pW+fJCsBfC4BX3a8BwFOjmQZWbqpLrQwGJ1TU2RVEvASAa53KWet2no8H84IgWwAsABiOrqwfa8CBe69ubLxnXQnU0m1mAAwwsKbGrufUvs9+XQJgnLOmcl5TPQ/IbAACcEEoCW0nuKuwc28eCq7pXABgQsIgJzUVtGCZHJrUpThfDVbt9EW/ADrVb8EKQ9AHOtsEWnUd/7t17Nr5KyBsd25JW74J+Alb5WRUfPnagsJ2I084rPvPWPB4rPAZx1Sg7fG0s3cP+ladlWob7vObBMBOiSt4LX10hgGw56bTGSOm5K5H0mo5bAXpkKZbqc8JWgNEGqoK+j4H6FrGcgcoG6LVsXX6bzvHFSd2yq41pDXP3G6lgte4wC1JZyvSF6N+KuNLKYURJ6OGNws0I2jS0Rqfs78J31FTXDFvkKrNF6j/G8ZSAs+vAU7pTo1+f3sGAAScxedznA3zDX/Rxi9R95brA+rDRnvhBgYg/R5tgXs3cOSovV3XGUNkOIMBA7GUqFZx1s7F5gGQ7njBRU99KzHk2H9WLV/2XQAa89Cgj+tN/L/HdEjL9awNFYCrSC/NsWfK5O+shws9FE9xLaeQZj153COcuHBu59yDUfv3r18/PAdw/ce//CNAeI3evEaAdbQPcYj2ag4kCIZTN6JS6c4Vo0pFDij/WMbvY4DOu40rW+mnAZeVnQHX5mXjGo+IFWcRYFu1eeBz1mpmzHMjSm5ggFMXGw1irNFOO+flssfYKHU3/gNc/h7jxFTeER+8PNsScZPxB33Qs6cY/z0ArI0Pcke7prNqZ3tTiP6Fg3j/NTcCOIW857g3kMAB7Bc3EmT677VsBUF/3qYB8IHc/XYr0Aq0Aq1AK9AKtAKtQCvQCrQCrUAr0Ar8OAXOAdGPu9eLV7oW+K4XeSsAful+9ZpvbdeVsrUD+EqhftJhZ/H/V6oBvBdLZ/372QDYw3ZUu3c+MN0+eF1dM+O45QHt2r+jDQcGiQYYmwf7L8bWEQDWA+MJfvFUuqZ+nq4vHhjryHfbl+gq2n5+1I8j8Fv7KSeT9NsDvXw/QcZ6vQpsdZzSy1adKgCujtA92fxwew/+UoblhoJtcqptODMBFTMxb6CyU8AalI7+JPByP+ECNASrqaQN4gC6/NpL8WzH3eA/CXzUBzgm7WIz2FON0/W1guAB3RIKAiYRRBfQ5L6t9XkF/uSg8zh5zHyOnb5T66wJmg7YvdTShsXTiSmY5/ePALD7S/AH2BHxXR1vIGHulodd/0p7AWwB1ppCfIzbcIZOIAhY9RhAqKastuY+zxobuq9zZX2/bhIwAB7tmWFCqEhXI4BVuqoxpR3rBO25ycBtekC65HD24npMqZsgD5/7Oo+P4YRNl/QNwFzWyUU/3SeOJ1ySWko+fA/gxn7Q5Z1rUUnB7fsDjm5e0V6kOlb9X7sgi6Md7cq8xuuaolTRuG+AtABxSKWM100AY8ebtEeb5MIE4FZKcqT8vonzZopxQEqwSuhDJzicqXHvu3utjdiA4HEGXAQwBLzFOmFn5/c4F+29+XzHcx6/QesZ83ZujhhJ5yx+xxyGu5RjAUgbf/fBzYmwm6m85+YXOaO3jlo4wL1Wqq0fPvzjH/fDEQtnKq6H0x4e4n7hUEXdXWj0GPGP+96HAxiyPSArAQEr1t/ob1wbbuW7AN7Qhf2LmPg9RIMzHfAYNYDrHMNaojGQXp/DYV1fcuY/RSzexb1wHaRGhh9Z6z7dvB6vGFe4tfFCXKNuMJzbdglLZ3yINuC6SvVt8M/YALT1jglontAe9yKEjrrHA5Zi/YhjcX/AZkFbra9Mt462JkxHD1nbOtM747in6Dt+xzWwfkMXp9P3GNMxTeAdbYn+yNWvPire9Rn7TFA7SxNYR5/vGBmbIvJadcrhWv5OrONkeNwAeBOe/Usr0Aq0Aq1AK9AKtAKtQCvQCrQCrUAr0Ar8DAXOAdHPuOvONd8KWhsA/0EDtH+bs/g5AnK/tNHl5mft/ysC4K3h7sjRMh5nvmsozhzAvvjfHwCvMi6u2QKA4VryKx7R88cfDYDX1hwB4L0NAAbAhuRHALg6mdQHgUn/vBdYW6e0jqgAuM43s/4tMy5EbpnHhqB4ewXAIw4BzQAU4r8KhmsNYRw7HHOEanwHPeRlADsIYtlRAQr2Q5a9vW4nuPVxSkds/ZRqeMbLGQCuN6hpnfF+df7K/XcJCA1A1ZetO9TXHjVSyzGrm7K6nuWkRMVxQRWBYIAtw2R87rTHAo6Ag0cbUKoG6tfU2LV97VjmMJQgWWE6xs3n1xjxeUcAeL4PV3BJ5Zokh87eBMB0MacrHW0xlH0gAAXghDPxLmH3dFOjXQDA+DPG8Bf3Baj6+jVAWHywcWbjfgbAiLey6WC39nQJFtZMDbhGZydcyvnVUIG5D9/bVOLPMG8INBm3AdzSwkqgHNPTQB9NA1AFKHYaZM0TxD/gJICmNwIIMgJOCpDifaSIlvsY598FkMQ0ofs3/vsaTlgKp9lHog3/77/86z2B5uzLXDMY17nhxK5ipItWHGITQ6TyTUCLNQFQUUAeTl20T/cHaOS10pnKsWcc6q7aCBDns606FhsAAESD2/I6v/8ecRHHaq4EwIRbWgWceZ1PcaP7SDd8H0Dc1zUARo1sHPmv/3JPtzY+B/wloGdMfBvjrDhXt8Hsn58fCIAfH0O/eN1HrWekB/cSN8A75jHSdieIhbtbAFibX1i+INoLXegah5t3QFfA+3C058YHr2922OJ8tjs3Rc209Z8Jie3A5shmhgBsOsD1fQ/OM2Yo0HqNeYba8Zo/cKDL0Vs3MlQADL2U7r7EypLSnWNZHLucK/x/+ndTW7kAYOu9nu+xGG2KC579hTYCuX9oBVqBVqAVaAVagVagFWgFWoFWoBVoBVqBVuAtCvxpHj/8bAC81vhtB/BbwuXinLP4aQC8gMAfovr+RUa9STwQXR7uH9/2fe07A8B7cEEPQQ3T0n2zPAZ13LwVHK/9fasDGA/xa3t93QrO9qCmwdamPm2yQaatHE99DUy3j4GPgG11+FrDOgZ7KberK9GupXncJbC0w5UOLLq7Zi1QudzsXraLcLqkz5zVeEBfX0hDihcdrSPtM97b1wXgymlmed443y7RTEU7qmnOu02gDUohCFlrtDrNqiGhnKbTPa0roa+CLIyBvMDeOrg6TxVHVT+1dYW4NbaqVuv76+9yyimFca0NqxSvgqhHoBT3qQ5mH/vSPK0poQV0HxIAywVIABz6eO7pHrOGLs4Be6saKBacdnn2vtbp3dNsb31z/ILpyJ0oMKbry43o+3mOr3WS1UY5WPdSoSP8PM52KwJ4wn2JECQSz7TCdBsu6dSlb4xLtAWA8DbAKKAYrvs1wPA3/J0Cly9SZQcAY8rzhGwEXbk+oSfSZbuuVgewHJOqBay6vdMFXNc1vw+HZNVHgNtH2o2umsHTBavPo7W6fmZFQFuZ3judvKj9q9TTapMBrEhlwv55M85m1qRNcK2U1JECOIAxZ2WCU2x6uA/HLMczue9Yn3mvraPuw8iHAAAgAElEQVTTmrmGOyTGfMELGzMeMS50wsZ/CYABX9EXguPQFO26yVzM6Aprv3LvBWDpFgDLAS3t4YD3+oH+w839zDGU7qh7i/TPdwlW8d5DQNiHrxkX8fuXqDvre0sPdZqAPd2y+D32HoTjGH1SCv3P0Z/nSPnMz6irY0Fx5Lq2iEkPA1IuA/jKCU7VGYtIy0x3e6ajprsVyc+h9TdtnGDabA6KsjqAURPm1/smfOU6ln+fc1NJunDdTlzGzm3HP2IT93OGAziAPe5bAKzNCwLm2LygDQmjJjHvrc1BnPPFHax2zb8HNn/bxvs3QfbHnCoZOUoYSwMoh1ze8WoH8JCkf2gFWoFWoBVoBVqBVqAVaAVagVagFWgFWoGfpcAZwPtZ9724bgPgN0n9q+0DZ/HTAPh9gPU1QfGrALBrXvKB5iad4iXodX9eA4Bfgsxr/B3F2xkArg7Q6vh5LQA2ZPQD7D87AJ41EDUyXk8EigxVI91r1pRdawLXVM978PcCeC1QZg8ACzJvi1t6nJGS9AEQI8Gb67Ji3J0ulv0wbM+H+es88gYJOIX9qgAYZAPpUCu8BLxCSlk6zlBfk84xgIcJw6yH69oaMK1An3Nljwzk+zjPfXL7fHx13q739nnVNYrzV/hb71/Br2O/1tY1BMW/dm/6fDuZ8bscmRVAA4LCnTjhPOYT2ej44hK42XPo4hj01emW94D6S+8RkNJVKiegIO5051YAPEBgAvoKoZUSV5sU1hdA7ahHzfnznc5V64Mqugb19ZoT1DGHLi2hAsDRX7h+4QyOOQfYOPauYW1lqmQAK2xCCJCL6yc43PuuqAB4gGqC2Tnf2XfoU9JJ49OnmGd1wwKg8YxFxfyqP5YJbUTQhgKky3UGYNc7FgiHO1xuUq07Na15gvnizHRNWEBAvbypIQEwgZrcyHeR0pjgtcA63QPtmvN9m44b6Z1z20lmaHgKAPyfvz/QSQtgCtCpWJ2w/XtAYNdMBtTDZ3JZo5itUkw/B6QG6MWmAEBkjDNeTIcMmMwL4uYRq5gqyDAQ4wEYfYv74qOEls+h09evSpmNF+6Ddvl60Jhxzxq/dq9iscR4qn6vNkEEIM403koVHX0rGwi41sWLdXpzwwTrF7PvcihjTgBmGzTjvZkyOceVABxZAZT2WnMyRzD+9d8s0MGA1d8xuB6005gJtHvtGwAVY55xQuw8NnVg88l285ac3AsAzprDXo/qZq4KgWu9X88dbzBBb3DeWhvYc6NuYvOS7+WvAfBYUvqHVqAVaAVagVagFWgFWoFWoBVoBVqBVqAV+FUKnAG+n9aua4HwUQroP4nD9736nNUI/tkA+L3j/14AvN+/6ZY8u/5723+aAvq9A/zK88eDykvj5iuv5MOvA9Trg0sDg5duuoLbCopx3kvwdj326D7n47vt35rqFw/D9x767rXPD3o3UDdT3K5xSGgzAKpbn3ELwFBSB6sP++Ow5+5dYeKZAxh3P3JSz5TNauN0BR6nc671Z1dN9iAZtVzAb4VH1DOhCxzCgD18uD4A0EzhC7chUs9iXXR6WLUbdU3DWW3NU2p/DRjC1dTPdYwnHJuwUnV+9bvByZ5bt8Ym2o6X2+74rLVDKxDci+sZS+r3ek/3l2OV4FvwpMAtp01NPQxGqu6Gq7UNtZ7siNoEQxMuSxPB3wkBMS5cFzawdMZ1dQzXe1bAu8b2EThf4aPB3gSWSh3sjNzcv5BtrRB4Bd1yUMu16Hs7VfDFHEed1ogzOETdHgNgKhTXUPwBVsax6QCemwKQ5leuYNZEZYrbCf4FSBM24hopGkISDlsC1nTn2/n9Ujx5bDU+SkMcRk3CvLqObjUH7FNcOdWzx16uarcq4SggKFybSMUb4gCKyTmL9uf7Y11EAMtVifmFa412JOD0+HmNY61ebjKacK+CXQBJAFGC8+WPBzlXNT+x3qp2cTrCCcClCzk/1+dw2wbMZ2wFwPS4AQhXjQwlnwL2Yryeow7xP77cxZX5S7rgY+NBwEbWp820yrgsHMZM3Rw/w3nMuMP9AfjjH6aNjv7kWzyW6aejbXDVAsobgEJHZEdAOx1rc0MHYP78u2nGYNbxRRVqjuXMvMA+csOEwCnr6WJNBPiP4xh/JZX9jD3Ei4AyXnDEzzahP9KZL2/UAQzP70G8dXcPh7egtV+CzXaW51gVRzfuMYYXQ4jY4tzSnMJ6gM0I0JfMHWOOlmINTdc1I6PE58WGNrj1c7ME5qBf63pkreuaMbN3TKUaAE8t+qdWoBVoBVqBVqAVaAVagVagFWgFWoFWoBX4RQqcA5af1LAGwBS2AfBefDUAPouL62fl+wGwHzLjnhUU/ygAvAcn6oPXl/t6HQCuD4mZytUpgvEwfTytltPnGgCM45wmeJ6+D4DV/llLtvbnVwBg3H84lPIZ97oRw3WCa1urLmfO3yMADPDyiBS6WUeWMQX3G8y3+S8+JwTLh/qGdTVNsLmUHZiGrnTb7bz23MsEEgmiVMt2OiJ9z+qerZddHbeGRCuIrSCpQgMBcIlvQLqJC6eSJoRJaIOEuwQpAOGCmKpMqjS0GxhRYlrjnSlJ8/1rgAbPgSMa0RttgPvQqV4FzwFetk5urRFKfV37aF3qvJ4bKC53u9T+4DhBWsEp3sO1tdk5AXzCKkI+OYv3xqv2ewW+gvuqyTs0jfsBCNY1CsCLLYBjdgeQ0fmZjvrAlWNclELXjlg7bOVkRPsR83Bm8t/UDymCBXPtvJ7jXfXA+Nh56rYjrgCgNf5Kn1vBoACgxhc3gQOT61G8Af0AG5WCHUcgNTvS/mojAiIPsA0AGOHJjAi58aXqPjMmbN2aextiCBE5L6a713W8XTMWG0TQV4NK38sxAgBs0CiQq/sylXf8H8UHBJ41kh8evsaahJVEut/f3283n6Q79+FBjm2M4T/+gTrL8TNr0mo99b92ROO+DwGNkQraAPg20ggDmKNZXnPp5I3fn5CSHuOEjS6hrQB2BZZwH3+L2sJfIybVxhGnGTOOU8FSbZhRFgXEkQCwj+EGm4TV3jTgfvDCcc2Hr1mvmJsb4MGNuUUNMQZKla2OqC3Q1o7lDCuoWsZLKxa+Ow1/BcW1oUPQWfcWn84NE1z3ZmplxXRc11+5xU2u740c97HezXTndv6O2Ml1uP6dU2OY91rS69fP63qnvwnK92s0cv41u161f28FWoFWoBVoBVqBVqAVaAVagVagFWgFWoFW4A9Q4Jc/njgDwe0A/qlR8N7xXx+iv7ax4+mYnzPzAj8CABsqvPz47Vc7gFf9hyttgLn99rvG7DkofhkA1/p5UL4C3jqW63HrA1E+dM1apPWzberlCXqqA/glAHwWTzWFL45dUz0jlugUKmDXD2ztYNoHwFO3mjpztCdrxFbNatzO8Zmgge3LFJa+zurcPevvBiiOFJhy8+7VD3au5D3gWxmhP68pnzkTdx5fTzArF500cCrfFeYlmERdZIC8uN4GRtoJGNfwOACAoLYqXn5YDzBQ3ZwCKEqfO7SM61cADOfcGh815bcdwI6Hep0KLz3GkKK2oepTx2XvfQC8LQAWwN3MMWqTYwkogs8TajI1awJgtSfPHbVvLyNnD3auINi6ru9Te9Zj1UhwDsG5TRCke1M3AjCBG7gXDVAN0Gt94uridcz4OlUL3iv10nXmPe3WxcBr3NQWOrmZvhtOTEHzNWb2xqWqxrqvCVqRYvfp6ZGAfQXAo8422kZXr66i+Eign1ZFANzhzE047T5wfAJkay2M2KX7EP/a5Rn4OM4BcHNtW19L6Zan+xT3v73L2rjlKwPrEEEZ9AS8XTdIYF7mZgzUlRX0NyRVv7iuhM6omQsXLAAozrm7u6GrOXufGiSgJ4RLtyvHZxufuXRt3sxb6zrp3K1rAlI2o/1KtQy4O+cjUscD4qKNjmWAXLzPPjBeQ0v+Kp2pX4LDJ6w5oSnSz9/E2LveK44eKY3j3P/4D+xUeQ5IDIdxjP3IIJBaiZXzfuhPNIl1ebW54NuHL1Gs9/5L+U5OwzKO9X+YRwDAgMX02ubhTj+N+PsUbYRDFa5rvGpGAsaXa9QG+PVnSgGO2sQPfO/LF7ie5xA4jh8esEHnc9z/Y6SjTkcwN3qgNdgUEG0Lm69qEpe1SC0Z84HLV7Z93Zhjp7bAvOY428k5Mv8OqX/+47sj91WMWPP3hNebuY6pYzG7Mp7mBgo7qhkJCZgNbqcaZTzRa6b+trtcn1WQXK/D6yYwbgfwqmj/3gq0Aq1AK9AKtAKtQCvQCrQCrUAr0Aq0An+4Au8FgO9ucAPgFyX82faB947/DwPAGxUaAI96vwcB0ABYAbMCvsvJJPJwmRpaR146fu0A3gLg9bovpoDeHDwhHwHRKwHwnsua/d4hKHsw2SmO9xaZPceTgW7VpqbQxvu1dnAFwIA8ftDvmpPjvpkCukJJDeDU2YAYb6N279ZxnA/y84F9XbcEBgAmdIzvXQHwvC+JBWEmHZKsXTlB93iQn1DT7bdW1clawXEFwOv7BNUJd3G9NQWx70HwmeC7Ao3qMKuglm21A24HJvO6qcnox7Kf5AgAWwfXcLbjl+0fjjlAPjmAcXuAI2+CMNABAMYLzskL+MjzJkze6FBJj+4gUAn3PoAmjIcJMwGl+TmAINdLb0qQE3mO4Uz7vLfpRPVfBXkAgPFz4LMNlHf/nSZWgG46nl2bFi5h9A01egFJEctsWdQ8xftDi4h/ZCQAYMWaDwhJEBzthssbjlcD4OpqrgDY/QOQ9fIy4pjrRE2XDEBeoDVrvs7PUZ8YLzuwb+gcFaAjxOR4KRXxbdSnrTWicY5TpOMcOJIF86TP1gW+vzEJuvHeAN/p9sU8xu9wvzplM+IOkFJQ81MASQNgpSPGC47m2wTUiI3n54hPgNZQGPN+87dLXAPrwcNXOIijbze3CSY1hTy9fv8NoYaNEN8CAgdwB5DmRhMB3OdnAGhGI9vwPdrIMc24ug/X+P0XzRmnKcZ9XWcXw/XwVfMIDnOlehZIxfHqP/qXTlpueJD7G8fZ5T2CvpQiYDzGcgdHMrS9v49ayloO5+Fx6cenh3gvPo/x/RquZ8S61km58NEW3A/AnTWrsT8gp5n/NcSluzk/VxrmOe6M0ZgPeBHqx3/D0etrck4ifbpqFeOWdeMW74PpUxy6Y7ME1vAlnqkB4wmbLrabkfxehcEcy9SHNbNTqVo/mGOJ7x/ME2d1cK3i6OSy5E6x+6dWoBVoBVqBVqAVaAVagVagFWgFWoFWoBVoBf4IBX7544m3AuBVHBKZnUctB9c/d06+rL4B3HvH6KwdP/vp0XvH//0A2GOmB8vr6+z6s/3lKebmIi8/fvtVDuCjcXd/ro2vs/jZS7VZ5TlzAPvhZ32wi/P5wHuBkG+tAbwHY66dV0cAeEDLdDDSpXgAm3SvfSBRa8qu6Ux5Vnl67rH4BlfdAHP1gfcWAFeQJk1Vf3AzPkuAzpq+s4bvRR1Dpw/OccL16nn+/SjNs2uWrue8NCY+B7VAN7ok+MV71f07Zn0CptF/QND4D84tx4X/HbEOx1hcYG88fG+3Y15DNUjxQorWCf6dRtWQVscYwGpNMqQ0YJkuXR9bweyeTus6u7eu4auKEDj/BeBkk3Np+8x0wNt1rn7lbVJKM5XxcmyCOLb5YFkcWmetXKUt3sZmBe12/GE9GFAyIb0gsKDr6py2Rm5jTbVdQWLVjcAP8ziuOVJtM3V43ocx5jTHM1207+XzZ6wB39rBLLBsAIxjHx8f5CBMHaH/Ot5OVa4at9pYAMCozLjPH24BJyMVMWqsQh+0G0BY66dAtUEmfn4IwgWIasCkusECxk6/rZThOn/GXbhxo3m673wfAMxriiAjUj1nzBP8KhUvdPPmA1V41UvQHRh8zmuNtcAn694CThJ+Pg+XpNL5AtAaAH6Pz8JZ+lEbLkZQ10DENRanPFJM4z+/kH37ESmVR+YBAD3U3VWLCZDzywrtZjpwANr4DPf/HoDW6bKh629f5RgG4LwLdy7uj+M+58YQjL0do9zc8i3hOSAwIDdANcaTzm+NnSB4jHsAaKX1xkYNzcfPAaq5KQKg9wFwM9qE/8U6eBuQ0/MIB2CeoevYjOCpDDhcv5O+f39iOugxptkONjVTfmuOQR/bsLVZRuD6+5I6POv5Zh5rbZQB7L6nvq6l67mArgLyOhM0oWq6knE/1JW+u3O8z0UHLeJffLkx4AZtQZYHgNNsG6dbXN+p5+k/xiajrDUdEfUBGxSwEUFTSf17KvNnhFeNiYS0aOteyQDPPW+McKrsb0vdaccc79wAeMzR/qEVaAVagVagFWgFWoFWoBVoBVqBVqAVaAX+ZAq8FwC+uzs/CgAfNaQB8ItD9N7xPwO0Z/Fxdv+z6zcAPlN4H2z6rL8bAJ5uIz1sBoQZkGkHAOsYOape89pzFFcA7Gu5Bqd/rw7gHwGAXYfY8Lg6ctU33fklAEwnVmpT3b06b6pSN6NUp/DR9XX/mft1DwALIE5nJl2YCYA9NhUA002YbSIMjP6tqbzxfmbgLRB5HwDLjWv33nSp1jYVBQh3rFd18m40XGpKHsHPESN2jcUbwIcEcQApBfARqDlNakIl6k6HWsK54vZ9zjFdMwm4pGvh8puwN/TwuCGdsq/vGFsdwFO/CV+9IWD2cQuvV2Au97eALF524wrOAVzexn9ZDzRTGW/SZWfqWYQ7AakDIDvqmsFMYZ3X55jxmogB1dqtMY6Uw9GqBIA4RmuEHa1sp68f5xMgAwDSKYngDycpnJT3NwSvSC+MOq8AVoaKAKlw3cY7XIKeAiS53i00QZphaAL4BACM9MDSROmev317lMTf4/5Ab2mhdPx+ZlpsHACQizT94d7kmM5hR+ZuQNUnNJp21+mohFpwZt7SjTtT+hJgI0xjyMAK8TPaBhDsNUTAPceMnwdQB1jlmpRafnJtVun37P5k83DP+3ule1Y/oRHq5T6qVm7OX/em1ibXBpeZIhlxZAc2HKUcR6aCdo1c1eF9Cqdw9Fq342YaTjL+Hl5b/RgAGL/FFQnIlR4Ya8MUFi5ZbgaK+95gIwQuEP+HsDIu+fXr11jLtMPjW8YWvq/wwsYDuGI/4nzon7WgHwMaYw3y+D49P0Q94n9EbKQ81BnprGfpA/djagQH74TqBszQmnM8DmQcc61TY3EPvP7zP/+T//7Lv/yr5plTaXuhYSeVyl6O4ecPd+GUVn3quZtl3N1rWVwLWR9glAYIJtTH5oGxsUQOeWU0UOpzpXxHinbu6KG2GBumuM7U19BxdfRaBzuAa4aLvf/vgjadeKPQ/D7ze9JXX7ReK0e9+vhgYm/fuf9tBVqBVqAVaAVagVagFWgFWoFWoBVoBVqBVuAPVOCXP55oAPziaP/sp0fvHf8zQDs6N5/9bfp7dv+z658D4PG4b1fnXQdwpSMlRe2PnJZHKZ4HzMmnhmf6vNcB7D75Abvjba/mLx9wFvfMnh4VhOHz2v46ltfWAD7r/wpuVwBsV1B1i1Yn8Lz+ywDYD4lr6mf0rzq1JwCeynzcK3b5ikA6SwF9NB5T35nCVuPh9Lizfm+F2dv0mltNVujLeBjgYl633gc/rymk/Z7eV3pcAw2MBxxcN+O6BvkBFeAMA9xlDc9MkZrgybHJh/XD8Zawhf2W6II5rmupFMaOfdS01DETeq5DVQFwPbbG9tbNWtPvXg48+muHI9gdIIhfdJPaOZh6jM/yOHozl40N4ytVRkO+PAaKx5JeO9e3DeQFBFpqEa/zUBBSsEtAVPcxQK49vWgfr++WyZWKS0F/pXNWKmamAgYKw5gCQGY/AfXscgUIxecDuPgY1kHNtKwYz7gu0zKLcm2ADcc7XcS1HzgeL7gY/fJ41PTT7B+AaPwDA6Nq8wIux7kc3zif4O87ISnA6E24RgFOUVMX0Nc6om2I/3q/u6jt+z3v8Rh1iQWkDIChBS6faYWdQzcuQPd11uvF6XTj8v2ZUhhvABoDfBJGYixxcElVD+cwHJqWgemI49CHr2olDgdYRkgCaPNerEkuXmdQrLTSCX4RK9D2MwCnHbR4D/3Z1lqFk7amEicoRh3chHKOu/VvBQL5AMp4H2PIFMN0aCtN/MXfFuhT8PRvTBWt+rioRo6OcZ3AeGK9GvSSNlvqPKB9jgvadBNuX3wnYJw/x8l0aD9EnAPg4l6oMQ3na7iiPR/gakX6aIwbtUoHPdbD2zsAa4BjrV83cEcjNBN8QnfA5a9wNY/axN40Md276JWBLuaZQL1iwt+fgMiI46dIB40a2IhXveZ3gt3mNbW705S7lvbHuAbTU+faPf6cipjTOpv3DJm5+SXGFf9iQwa/FzAGtLsHao+02ywZ8Fmp77UewGU8s0XgmkpxLec6UrD7Hmi90257ftVU0M68gGuoDdpgxHbGpgnEg+OH6wLWDAJmzQfHYf2+6xrAYynrH1qBVqAVaAVagVagFWgFWoFWoBVoBVqBVuBXKXAOWH5yyxoAvyhwA+DpqNkTqgHw2fy8ztlqCPZ3BMCbNM0AVwWYnQFgPxDfA8B8sDx5nRxKeMhsV1P8fJ36l2O4V+MXR63Adz7ALg3BcQMY7kPc1Sk3UjhnAKxO4D34y/bkfVzjsmrtXtn5W4GL9fyW67+BzBEAtq4GwAAFcPEBjDwitSuBWwG3gzRoUFYA7LZVAAyohAf8cMRV4DSOLc5ev2fHJX6v4LeO6Lb26fzEsQcATOYWHz06lWj8rLq7SNcaMCOdsT7HertGq8ZCIAQOYjmp5aa2g42Qk0Aj3stmGBRtxobOY8NTAFo4J/U7xyEtjASPhn0ELZdpuyvY9+eCxAl+ImwFZQFxVR9XaYPTMYkavLgnmWAC+vxcXcC5AFWCgoTBBHYCNoBwGpuoWRquUTQYnwEOKS4Emon2CAXVLqaaDRAIPyQBbrTP44H4mA7pTAlMWCgQJP3B5eQAht5MWx1vArRqrBJ8RzMe4z7IFIB1A+MjN6lecADfR21f8F00/+vvQRDR2miDoRzvydTP+texQdibYM9gzu3GfHvGnKE8aF+k0Y2fUecU/8JxCt3tQgfoIggGzIzmgI1/jXq5rgGNqEN7WIM2LiDYjDFFTV1cJwccTmSkNr5T6mjAVOrNdkM/xXx9ARDfhQ4AjgDM0BEpj28SHD8hlS9szBjXaANgtdIF50aP1FG1mjnol/A3bxjm0Yw1tctwlfEXv5O3YknFwh8u4E+84ITJcACrtrji8HOkP0Z/4QDG6/khEG+06w5ubqR/hoM2UzETf2cuZdQuJojM63+DczziEL/C4QqoinUDUL7uDfn996cA81/jszttmsDaAUAJdjq2g8j17k0e/peRwPTh2Xe2GOmfUVuaF4g+5coR/wrsa5MKXgTtcJkz1g1QBfjHK9M8f8sYR5+41mLs4yCmSWc70e5CVumSRiCBqPP/8f6Kn219cVwDTnPcF1GM7wV8X3gNq2ud03cL9of+2ZfvY6OCNhoQ8mL8sMEiaS+yI9BhjObjO58xNz+nJu0A3szl/qUVaAVagVagFWgFWoFWoBVoBVqBVqAVaAV+gQJ/egB8pslRMUOfdwaYy/WHK7Mwx7PLX1ur9agbZw7OXw2AqzOs9uHCPXM2Tgefvz/+XgbE1zZLD6inQ8kPyvcACR/sHThh/f4IvxMH6FudwAPGnHT/qEbu2r6jdq/vVz0NKY9cvji2PhzexA8exlOb6R7cH6stDFjdpAYQaxrg9fezOLi8roStYLwCXgw/052m82foeTBhL1NtF1iWMVK1PgPA1LbE1lFK5iMEbbC96mJ4hPflzD1H2Kx/uYDj9bp740MQWNdaA8wdDe28VKpgOTgNjQnmyjkVRNIxxjicKaA9dwAeJsTUw30ALKRHHeAfqZgHRN3GhK6rh/4V/jpm6uerQ3U4ScEz0l2Ha2FM6RrkvNg6Vf2769wSuDAlbULu1BKgUxBlxqcgBjY/GBQ75bJGiqltc04SHBvC5Q4H1oElNEKa3uJQjca6TuwakzNV9ATwjlkAonVtkCYY14CRMV7gRgi/xwdA2oRMmQbagAhdfwzggzq2AjBOjxtgCcCbgEhx/BCWVWis9MsC27ASwumLewMYCQKD5iT0zhTQOJ+6BqADtILyAGpOAQ1JWAPWzsFwdSJWb6E5YGvEFsAc3L08Jq7/Ka5zW1Jse70UuMzYCkB9Hw5MOkXjANxfznCkZsaYafzgmJQDV30ZqdSz/6xHSxir9fQ5QCrHNFNg6xzMR9VrxfWAtG5DE9zv968PjE0cdxf1YNkew2aOmb4TtR5rXrHmL1yvMT66JmIF6bA/ETTjuMfn33l9gfsYiwedr5jOuMZoIS1wtBf3/xptgZv3U8xTrlHxOVzUmh9wjeNUjD2yC2gN33xNjl+A/BBz0ETxxe/LSKcNre6/hMs6fgW0//R89+G335Ee+j8+/Nf/dvfhf/yPL/FZuItZExjtzU0cwaGfos6w4wd9vb8PJ2qAWm0q4H4F/o5YB7zG/zDfEUvfYyMDXtjYAsCIz3EturRZd1kbFzBudLlibwCBtOLgP/7jK8ceab5vYsydXcDZ1XENxPHn4lTWmXpxHmAjTVwTQN8bImY8zi886o1Y1Yk5vjmHOM8EVbkpKPoN4I15B+ezX18ifbPBNmMm+qsNEAH9Ac8xv+FGhs6atqVNSuHOF7+ctfnAa+twHSOuisseuinrhf7+wPj9z//1/334+p9xj8//oNP4+8evdER/+Hbz4SHGXRkCpMdvv0XMxjFKja73sAZps8THD1/uv3CDBl4NgGt09c+tQCvQCrQCrUAr0Aq0Aq1AK9AKtAKtQCvwSxR4P4B7Z7NfAWh373RGaF9x/QbAlwo3ADb02ZLWvyIAtkuyjvIKJv3ZHoA8gsR/ZwBctdpL8eznzwPoLfByuB53IC+uXXWu+rqG6QpgV0h85Lio22kAACAASURBVMzlw+d8Yr4Heyuk3PRxcd+t96/3o4ss+Twg7N6mkJp6G/dZf098cLHw7KWN3jsfME9Qcnt/pQ01yOKZBC54VfDLMTBDAHylu9Du0HR0ldYZjBoGLMO96wJWrUw7PxNqJTAZhrqEvYwXgLQEZntgGwDW799+Un1UAhr8CzckPucGBYGlAVoBjXBtQj05Rf3ZJwJL0US7h6kNU+AK3t3QCQvYgdq4WVsTztk4z3FJB2O+KsDmCIyUvQKEAkgGSk6tK5DnFMeAKnA8ArDRKZg1ZQlyA7IQllJbAduaopspYFlHVZrjOjjG6aTdHryv+TLXeoNgOBVVgzigZfQbTkKkxIXoBr52yTIOIRAcrjEuugZ3R3z4FmAPUI6bDHKslR44NQfAZC8M6DNm0E/Uks2xgu4AhoCrcHlaA7uSXfvVOoC8oV93AaWeA0wqDAG/aNHNOaHawXRJEtKiRjFSawPAaTMAoKvmCsAjNKUnmDV2Ce0BspnvGboIuD9Dr+9POSau6yrAC2CmOZopozNF8OODwC9TALMO7HT101kabfz999/pgJ0wVK7bAYAzjqGtaxCXKZz9UJwRmMPlendPOP70BICK+zwFAL5nnH8PIPwpUkJ//fr7h//rv9wFAIY+iKNoO+cGNgQIISN7NAAwQDhSmqN28/0XuHU1bt+eBQzFB3FnxRzHHWm0OX2wQUBAVZg80hpH2mdcD5sjeAGmiA6ndkDSW7jccw347TdtcgAg/vLliw7luOlfAGDUHtb4zrXI+gjSYz7PjTD1+8MbN3gcwbea8xjXHdkKmBpZ7vMMM643vz/8Lnc4ncyql43w/xIbCtxOhCeAL0IDLu/voR/qUyO+6SRO1zjE1lxWyzG/+B2cemoDA+6vjmMTgkC94lR/C2kTEcT7GptMfvvt44f/9X9HjWNkgIh7A8B/e4rPflPqeG84YiYBuH+ZGl0jjziS6/8ja1aPbALRqInMrXL/2wq0Aq1AK9AKtAKtQCvQCrQCrUAr0Aq0Aq3AH6jAL3888QpAuyvLTwLAZ5d1W9oB/L5gvT7+/Ih1vd8WzL61NVsHsBxYeP3ZHcB2+h33G5DO7qaZ+nIvlXC9ht1e9T0/PPV71ziAfWyttYf3rnGW5ghsurbGy6xBq8NGquZ8gI739tISr3rtOYDre3Se8iE7HtrrxZTD1rYAXkPfCkQBV3yO4urysfC1AHjqPtPJzjSes7bvqLeZcGA7lhMKrClAt8dNBzCOAxxZXwZ9cET5xZSh1qnQ5g0AJsXT9QGsrskqYG1n3WJDy9QzgJVdwtDcIEAxp/SkBhp2ldaYEny8dD0zpWuC3KrXqsXahwFfF9hikD42FZSaq5uUqQ4TQCPSDrgBBW7xux2QjNWSlUBpkOF0c+pWuNh0Dp2HTNWrizOOA+bRYQkHXlCs6qJ2HwDdCDlzrAxUBASROne6g31OhcB2SgqTCNhWfeRyBRhEnVwBPjTfgPY2auEC/PCYAEpwagMIOrUrwXUB7QLAcEhrlABueGzCnOHMJWAOZ2uAXSjyyN8Nzh0Lime5ZkvK33Qc4jPUb8b1BR5zHgJMUlOkFlddUjh3AVoJpXAsoa5AO/XAfxkYuCZBIFyleX/pJ/IGxyHcz0iHjtdYV/LrUpqgtjKAWmwWgNM0v9weHx9GXwhDAzDaWQzorD48ExhqY4QKzmrcANFwE7hQBYBdC/fpUW5qvOzIJlTG+oD2wgVNVzATNatfeT+MK+okE/jjHLh8M65xnAHwgHkJItEujwtBILSBqqEbgf2SjB8x/PtvGne/5BhOAB59ohs4gC11DTD8+fZbOH//laD2NurQYjoyBXC6UuFU57G8/2fCVvTn4yfon3PtA1y5cu7y2LjFw0PM1fj47l4p2jn8jNP8nozfwd8fAB7LRhbFrOAywuHhAfNmxis+88t/z0g/OIBL5oDckIBjrSviUbWXBXjH30PZPtdgRvIC1bKOjRoRT2HLVozHSTw35UUK668Y1zzBrnvcE+Pjrw7cx25nxks6u+2wVs2FudkHugom61/XBFc/0CE5kL1OsI9c7wRwk/+i6jhrYP/v//3hw//z/wYEDkD+5S42TcTtkHadm2mSNuvvIH1PwKWMmsvz+wupybXJgfdqADxisH9oBVqBVqAVaAVagVagFWgFWoFWoBVoBVqBX6TA9QDuJzWwAfCLwv5s+8DZ+P95HMB/HwC8l/b7EmymM8ggegkEj8u1AHgFUX80AJ4Pov3AXQ+qCxs8mAdbULoHgKs0R6mcz1aveh6WpAFx8/YVAMOh6VcFwDPlbfk8H54fAeA6DtOZhJqFWe/UtQjLPQXnK2BNLdOBJ4Y005nXB/ij3eWhfnWCyuV0CUBx3hEANsgDcHCzAHmqo3IIBvcVHtgDTOXAVWBOpJSuXsXH/gYPAGbB5G1b4UiskLlu4DD8JayEMXMAXQGj2l5DJACHej3VWp3arnG1rpceJ9V8lVtZ/+X4IT1wSalc+1xjXY47jA2gZ3Humnuj/QkB1/Em3AuHmgEwAAqAjfu4AcA+dgBQAy2l4LXD13rZ/VsB8DpHN4A9galTAdshyFDguISL9+khANmtHJ7x/kM4ANFvuB35yo0ITsk8wfIcDQCe24hHtMt6MJV0jp3SQ8vpSUckaqoCcEf7ALLGWC0bOz4WAEzgVJYnrMUc29wYgjHGNK6gm8eDK8YicwfAFn3ajBd4Pa7BmsZIF62xFlgWRHUKa/QW8wyAXPAL8CmdkpyvOC8cuHQxAxQCCCK98XS/yg0Pd6mczXT2YlCyX7+HFogdvHEXLlmkJv4aqbSVWl3HQcebgJAYh99++y3aiLETJGd382dOV9bxjV4FmK11w4fDE+A0+vQYMBPtuA+NDIANRuEAtgPdI64+Asih9u0E9P/n//w7nbD39/+YwUHIKBBqdzvnHVzIBOWBdTlQcZ105P7X/xLXjktwbY1OBJZWv6NPCFPAc8Qj0i57XbLLHv3+HG5haP/7bwGko6bu/RcB+4eA5V+/ogZ0pNsmsI0bBIjUdWO9oFEbmwQAxiONeOjiwcF1cS2kaqY7PZ3wjIN4r252cecxzphPNzFGfGXZC1yLGyIi7hQfAYATzDo+cXmmIMfaS1d8gF4A4PgP84obLKhLzFVssmD6b1w37gOQipTgWAPzO8DpozHvuDcguk5ozk0Lah5SLLtUBPRWn5TxQbGnDV48Hv+6hjrWW8x9pDhPxy/bzo0LqOutjQUazzj55jEAMDYm/MuHf/v35wDBEX8B61GfGeuGa6Lz+4Bxog0HiGPoqY0muCcahJrUqsHeAHhOu/6pFWgFWoFWoBVoBVqBVqAVaAVagVagFWgFfpECZwDwpzfrFwHgs9q71/b77+4Atg5nzrZr9VqPO46/ffCj8ysUfOm4l1q1gsXppuQdEtD8SAfwSzH3MwEw+7M4Ts9qFb81xfVRP9ZaxNPB+TIEvqxtO8db93I9P71/lDr4LD4NeH3cAOYFwBNoJByux9XU2hUAnjmA92r+7tXyfak2cHX+mpXyoXY+QDfLXTmqIbE1Mwxc3dIrDIY7awJRzcUjAIxPJyicDmqDMn6+bHDQw/npXDtaL0qmYUEBuihVx5RQQzffOPgNkqAFU94mZYBLEa+bgI5jXJl8Ve3fAmDAEQDg6aDDMWuKZ6XsnbGNn+2gpeZ5TwBFgJPq+h3O3dJ51+jFW4KwmeKUdTUF+wCfCGIX0ezqxdsCJgGMQGaovcC00z/z+plueEDwvJ6h6AbYF3CO4yucpoMv26YazAIuqvmaTloNU4IY6IKUvIB5goh4AQYqLbGBIi4aQClskRjHCu9r1+Fg3ALgSNOajlqmk8Y4ALbCbYlxjvu5hi6AqWG94wBECcdT5+3XxwDB3pDzFABNKY4F/e3onZs3AugijTEdrmkhhRbcYICU0QGkoGdCZY4UQaqOV/pdAGw7dJHaO2IM6WtBD0NvQDJoLfci3JwaD8Sb1xm4gtFn/CcnpubeU7qpPaauc31zE6mScU3WaUUbNEYAjrjvQ8BMpshNQIa2op9aOOWLBMT8lrWKDXK5hkR/viDtMmrfxjGcF3E+xvF7gEHE7O8BmO8D6BJ4x70xp+R+nRCcOsGbm5sY0FdrbDBtBzDHNueS3LWAqgKbWEceIm3xf/lvtx/++3+P+3wKJ+jv93Ts2kkOqVHjV0vJzLAhWK3as8oZgTUJtY8Feu+/SLcHOGMDIDIFO3h6aEtncbqfkYqZ8c358+HDfwZA/h5ptXGtm3ASo/U3ATM1nohlxI82a+D1NSD3l39gLql9qBGMteM+wLE3FkBDyCjAq7UJf/fA3QoHLK7t7ws6mrkmKn3ygLJxHB3wiA1+RyorAFJZw6k/UnRnqm/WbU83/m3WGsb9XUsXraWTOO4hIJypxzONPVJRa11OfQhzA0I/6H5yduNzAWD2PtOEC2Brc4hSWmO9wVSNzQfReHyF/Nu/ff/w7/8Wmx+eNZfgDsYxn2OjA67PGGbWBt2H/aV9G30HoEY6avaff6X0qxVoBVqBVqAVaAVagVagFWgFWoFWoBVoBVqBX6bAL3880QD4xbH/2U+Prh3/vyMA3kt9O1MKC6P8DABcQ34FYA4G611rzNZAeY0D2A8/N+f//+y9aY8kSZKm53F6HFlZVX1OczlLEgsQIDFYkP//ByxA7PIbwV/Ant7umT4qM+OOSMrzviKm6hbuYXFkdnV1q9XkhIebmR6iomrR9ugr0ilKnzq/CxxvC2GscmYO24DoJqj/2gB4nmt2aYHtAbBeYM9DNPNCVzKpFkJ4W18Lms3hmWCS8g5agcQh5WWS2VIIPwWABRoVEnNTgeoyM+SlxuBxb5cAcN2xBIABDDV27kYpWq2q6hXA6mOCKtk3XqALLHX2ndaVyuE5A8CPFbWBUzrA3XrqfKvqu8KEum4AXIUI5rsCtX0Y3wJpBge2332CVV7mG7aF+lVArQFggxH3v8BZQdJSiXlOWPW4AUJykAgBDNgCZvWhp6tchXCOYxcA3g94MbWBXLETgKEjVub1viiIkXlxawOFgHLxEurKnL74KfeX/aY1KUNLl//3eX8nu8eHowDq1X4D4FIyWt3pdvfzgUY4ryeAxvmdAZb3UgY67LGVsNjKIZ3LxwxFNcYq13OkIBXfA5ILAMMtCdWq0Mt2Y//IxRkoyLiUbTWuUf5dELB9cphmDtuDJMyEAuYQsJXdwH74jkEcqlgANs7Lf3RMKkaFFs9nTQeK9xNalqpbEIpAtcy/DBdeSldypPI9QFC5eBMMu0OZn5mfCURRPMunom42PaAeBVQeR8jb2sxAPzW+GcqZMNPY7vggVMDAReBmgkL5VzyotHGDEM8Bd2/Cdhq/XOPEwoF4AF2U1hnaV2OGXeOeW+YBSux1AMto303UeS8lMIa1LzIO68gZi8/dxfgfx+c6BAqlUPUaUUf1ifpPz04n+2C32pjgnMXcdLA6PY25fhf5alc3q5/97GT1T785DkiLP7EwHARUbbmmY3XJjSPcyzPCyluvA5UP2FEPvA4AVg+i3faXW0JRKySzcx47XLfDUB8GXT4QeHTuaIfiTqV3bhwQf084rALrMatczIT1ZlyAxbbGx49X8kXK9kH7rcBljBB7+xnEOK1Wny6uZf9S/BJqWb6TAJj6pTiOn5zCpg6F7vHGJ8mJS8h5xoE5QHmCzYBYvpPPep28IQw5cBifii9RAPc52es5xrX+nM9UEWoAcuTG1qaAzVD+7Vld601uRsnnskoS62WeU85q9cMPkRf4E2vAUYSvxrfClpHPmY0OlWtbJpcLS6ote1pRz31DATxNwvFhWGBYYFhgWGBYYFhgWGBYYFhgWGBYYFhgWGBY4MezwHMB4Fdr4QDAT5p2AOA0Twcoprf1OrUJFp/jp5Xvt66d8jXqZZ6VOQWyan7MAfhrFLJfQwHcyrTaZX7Mlbe77LOkEO7vm+cH7m2zaz0h9GIBmnrZ+5yxIqRvf/SA0mpfg6QGp+wPfR2PVcG9RtLjvQSAC9Q/AssZzrLauA3u+oW3x6YUgIJhzwTAG7bn5Xr011ByM/Tz5nWbNthm8ykPbbfIPAWADX/9or4Hyv4925RRegF2bX7lHAVkpI/280pqPsFKw1SDggasPJ6Vk9VgoymAqx7HGRVwJj9jgjfuBRTON3YAWKz6NHwAsJQqtACwlW6b64tYqdqI6g4VsZWaBsqGuIAoYK/GG2UZfUsAskGm7Hgb/jv5UY7JNJ8Uctd26NIFS7tYIVsLtqvetGW/5hQIQ1HZh9W1IrQpad1v8vE2dXfNL5TPtXdEdgtg5RDBCdzzJ/Y5JHwrfQ97ABil1oxDYWyzPwDd5gsGp8AoK/Ts48pNK2WeryV0slBxlFlhhJ3bmLHfS4VrgirC9M6Ase3jHKflV9W/FlLfoWdRqhac59wtGwM0B1w+6wL3olSkrVZ+h39qUnCpIxQchN1QimqVlqrS/+5CzVnjpVCyGdKccrEXCuH+oCzZO4FujSlA9CjAovvhHL3kWWX8FV5ZikyUpKEi/RRhmqXK9UQugH8camABZuyc4/iQClT6BNxDzEp568PIq5vArTZFaA6g+AXOp4L4QaDQocMZq8Nox3HkciaUtOzHppBYK8i7jH1pL+3Q8zXKvw/fVPtSAcqYlb0AoufnZ/qd3OSqg/DSUU9FVa8cvwV6a8wJVa15gJJfTbF/fvjT5er9t6cBeX9Yfff96epnv4hrFMpYZFRK6mhqNCcAHzC21pxcbwT9wmZqp8Yq+hwkdQqvHIpS1qfjY6hhrE3RUFS6Aq5xj9vNJgjCWac2Oa7DRldXkZs2rwPiCjxqPqWCXSGS27pPW4Ltyx9PAmpz/eXltebi+sSKcOd8zpzJ2Fvrm/9x3EcIcIHc8MN1wM/LgN9a7xIAI6RX7uRc96+uYz2IeqmDQ/eF2li/JwC2PelTbBJIuEw+Xo6rBMDl84fhB9w/P6bxzXqVnkDrcUFlFLle2+vZp37lRqOKHFK/ax1I+Cu/lCL68+ovP1ytLi9YU5gbrAlpF9aGMNZBqLnpO/9KsW6fJjR05JgOYz3+q+xRd8YXwwLDAsMCwwLDAsMCwwLDAsMCwwLDAsMCwwLDAsMCX88CP/rriQGAnxzcr/326LnjPwegu8DoSz11d/0zsPuFATDKrwY1ABU9FIxeJKD4KQBgt9EA7PFROfR42b4blr9U6dtysDbwQ927xzPf1PJyNdU+z/GVHgDPYdyPBYB7UDlfvuYAuIfTgnKdNG0XAH4yB69evhfkTnUfdt+xu6C39SMfzwHoAfncxjVG2iSRALgft1qfCrTU/VI3zo8OALdy3RdFz+QFfhZIOaWmrWvLz527199WveX/sjd5HzOsK6ATCFNzvfdPgWblC23AgzIdrpRYp823AWhTGFPBUgPgAi4F+K2+LCAKGajQx7lJodTfOYZ9SPGCtpv9NZCbgGn0qx9HgKGVyAEjErAKCKeBcIu5stj9zhDScR7wOAfAFda7X/f92aATXsOvjJdC/mos2vqiEM75awFg23o/ATAnHba4DsI/e3NDQMboi8rLEMr4A6vcTeTjBCrVPEKl69yb0aeQIeI+FQ6YcvlOKuCZYrgAcO+HAESAnMISV6hleoyak00HAsDAxbYppTaGHANZgf8JoQCf2lQS9romPHEMIeGW8XOZSTAsVKepQJaiFdhcoD8B8JRvXMlgHdqcHLnYpeaHNyKEOjdAWW0G4PxtQCgU96h8UWPLN0PJyPUVjpw6vWHhMGAhfpsboPB9+hMxqStEuOxz7bE+2j/WODC3er+VHzGHBO+tmKZslJn4KQic39cpSWWdoF7yLqOGx19pa8FC6jM4dn7ffv7SHqvCtYLI573uADVjk4DsEiriVCp7w4c3llxfX8V4oGZ27ta9fYclvyPfdIza+/f7q+9/7tDJqHSjI3iT1gumN2uMQktPk9WkkWlFFG3WnUupZ0PFGmBXtgvbywcCEFu5HkA5oD1wFKXuAaGSMwSzIe3h6jjUprXGECr6IVTKzI0CphGhWiGkZYfwz3fvuzD2APqAw94c4FDRqOBRp6IKJscvE6aiFdBN6q31QpsBMhS5xixCQkcXIsx3+ASenTmAAcC5nAQgNgC2HwbMD9i/Xlsdyxxgo41Gi3U56kKDL4CcawcAmBtrnAkPfRzt5qA85SiOD7RTkQAULtvhn+u57HXZZTpMdrfhQqHLWZZdpkJ0az3XQqllVkL9AzadcO3+6oc/34UaGFusIwQ3ZbEWodQOu+e8x5635C7XJgjPR+WqHgC4Zsj4OSwwLDAsMCwwLDAsMCwwLDAsMCwwLDAsMCwwLLDLAkuAbg7mXmrJpfJfWt6Lr/+RAPC2dhZD0Uv5v9K2/a8NeJfG48uN/264+HQblgz92nJd665QxS+1y3ye7VIAL5XL+Zfkn56PT2uHQxhuP7qQoqW06y7cBYJ7Ze9T68ocis9z7G22aTv4bayodaIHgH0ZPZQsxV6Dlq187ulVxhr/DRttB+RVV41LPz7zHN9L86UHwM/xhfk12+5veUPb1Sgxtx3zfQyokXqlb73sFpxK48zHs1c5x6v9qRqVJQjcXtDXybm/TPl1ea/egcHJ/1HPTSC7QdLaWNCX14Nfj2mqL7tyt42LgY8Vw/Wzh1UOa9rWl0mlrf4VZG+qZPe1gEKBEwO9AhuGTmA9QwWFU+7aOW06Sb+cHn9Ah17ayzohwBRQL5Wvsl2AhbZxxXYrWytXatRfeWxrbABnslsX0hnwxcHcnV8vpWiCtSm8c6wjgKcp/DhKR8LmpgJaZU2AuGzXNtYAbuY+ArxhKFPsKYUpZkGxW4BdmyHiS8ZGbQ14haKy+kP7NI4J8rlOyjup8gx/yzf6fL9sELBi1ePL52uAKYC0g+bqSdRPeGPayrX3wKYKm41HJMDa3LjRxv06QNBdlzu71P99GHL64dzItlnlmK71rvd5VOcc5CJ2KFrnSKWhpcRkDXOZ5LRdhx2c89T5fgP4xvqhvqwA6MyTownk19rA+VLiG8gD/26sqM/w0YFEDZQZM6kgAZ0o7g0+gYGC5xlOm3ZLQRxhgTkULjrGC6jN9ZRzFTD4KJxDKtroSOWKRSWsGUjI4VTVMigCo1KYeiMM7TmJPME17a6uUL16UwbQsuo9PIicxwGbUbPuEzY+c/6+f3+y+v578iFjUiAgak/vQMMvy9cFZnWe0PyR/5iQ1AFaUddyaONDjI98K0A20JZ5hx9Nod0jpyzloGB22GQ2MFxLfb+OUNjHGZbelRLSOTZ65Fjil0TzbsvGw+rdO8NW121Fr0B5gHw2CNR8dgQEoH/YOsCuNgCEX9APQhxL/89civmmsNuMf4aJZnyohE0g9Ee5p7XZgfFnvB2KmbE8JJ8y5tDGDOcIl0q8C9GsaBbAXbAqCm5KivVGCvg4cRTtEYyOf7Sxnmf0oQAw5qn5qQ0/+eBmkwL5qWXzGMOy1bRRKZ9l/ZrqR17Ymk0Z96w/+5E7+SbCZ8e/v5xFGSwuhEz3On8b9sDfjkMNrA0I9XxUv5b+YtDIjmNYYFhgWGBYYFhgWGBYYFhgWGBYYFhgWGBYYFjgH9kCS68PBgBeAIgvAMwDAL9lpr0W1P5tAeBd8+1vGQA/gtyZA1WvMTuaOb3k3KEE3gaAn1p/5uXNQ0PbmwzM6mV8AdmXAGCVMoeIE9n9MgBYcChdeFLdUe/MPef2mAPbpd9rhu0CxXxfQH2CP1KkNngtgCRQ1NTUdXoe7nofNaxAXSr1svzHgLVXu9oQKis3EOglfQLgOrf0bJL/ASNmOxVqg43DWG+uG7s2PFTo5bJf3VcAt4e3qjehXl3fX9dD4ALiVV6dK9DTVPWbfmafpv0Zdlog1sovDkEM+W2/AaL1d8r9Xd0H2KGmzBDZANhN5a970tunbzPnAEaA6B7oFojr/a4AXuXSFSjMdpfd+rKtKDbQKxg9werofw8ya75XfdVmQGQPMRUyPBXBUtxJrXgzwdwCeQrVqhDSBr0o9oCxfQhrXKgff/oPjCmFbEGvHvKofMAeyulShWZOYQdA9lEhnqkDJa38hdDW0Q4Utlzq3NFuZ7OFleUc14Km0f6NjQBW75fasvIwC6ZG/0BwpThnQwGAkLnMQZutbjQArvGTPybQ5koDb/ziZFJ8G7hCBu2/nt5WtzoEcSokJ4V4C1HujQ7kNw1VbpRD+8kJXGNcClzqoCw2HgiW5/ixDLAOYZbz83Pd1wNgrj8JWA2IfxDojzDFuQHlMGIFXwVELT8lDHipYAlrbJ/XiOW8DDgYY4KKFvsTktftzHFlk19srtgPgAnI3N+jP3cB8g5W3353EmpPwjCHypT5jcJ0Wn49n5Wzl1Dl4SDY8TZALHYJge8GAFZudiIfEOZaCmsr+FGgyx+lniUstssFoAKA8av1yXHkwAWst80yBqEGpPW5BVv4vDo7i0blmqvNAQLL+Dn5kpsqv+aplONRN3a5viasNar86K+AOfWGCpnQ4jwKAOxcF0pXh9QOSK1w3eGz0RfCnnuddq56wHLsK3C/Ev5qhNiwgRqcPMZaQ+2CN6kS158sHQBG4Xt15VzQ/fOxAPA8tYTsnH8DMZ/wFY+h20c507zrALAicrjqHIu2DgCPP4Wf/e63oda+P5WC+uAoNjvc38QGBPJdH4TvxEYLkiHTnQTBAwDbluMYFhgWGBYYFhgWGBYYFhgWGBYYFhgWGBYYFhgWeMICSy/ZBwDeARBfAH7L/AMAv2UqzgBwDcsiF94FgBdvfFZjX6oA/msA4L7hL1EDc19rXyoRp5DCenXpojsA3ELHPstcjy566/rTlJQueg6Ad4Ul5tpeofoYFNo/HqkKE7LMgbNr364AnkJHZu8BwBOE7UI2b6uv7LML/JZB54rx6vc83POksOxGosJb+mW5lXhuS6me2sW9QtfKLmIzPgAAIABJREFUPgNgjgrV2ysWlScyw2JWSGopANMxN4Dj1Bk3oFcK7vKuWob7kNBqVwd/S8X6CF7rGrfdYIHxA6xZjSe1oz/mT2CT21Z+p1DOstUmbC7Q29vb7bCizzlom6qs+lcbKkphVurESXmZLgb4EvxNQEx9ysfqeLVThAnyTtZYAhliNNK2kftWuXUd6tf2JsTwpg+r3CRAqCqdH9mwvzYQ9GpfrkXFSefWAdwEpxIA94C2hYE1wGMdIZyrPkYrDXQNsfCnyT45wVHY1oaBauPmWuI8p8Adh04OBWXIGSnPuYILpKSaMfsELKv8ykDV6ntBIKCuQlTDwTrg2rfP7amxdq7dCvFM6GYAkkEuw7cJ8Mn9SohihZR2glUpWilTOU0j9PA0XrnRhpC5BSDdDjusFK6AswyjXH4K4Hb7bGepZ+Ok898Cnq8FVyuvbIW8Xgc8nZT3cQc5crEj19JmuvI5ACOKWUJNyz6xPqBc5TMqRinMaWFCcS5Bda18sTSQkLl8QlGpML+pQo/vCePMAVB3mOIIaYy3aGMEYYiPIywyeWwbAGYM8UfmPqBO8BubSLUKiMQGD5HDdi2Iii0qBzrjdhX5cz2XkyLiNwmaqYd+Az65D3tsbAIIG6wP11aLPlxGzt915Pw9CLVntDqmHpsMDg7ZqGD/dz3lSUBb8VvVd3mZqtWjUFdrWJ2LmpzBlc/46iqU6SGjJeS612UAvO2nUMeZ69brMX4FeHVYaftG5s4FzkZ7UKjiYpTvTRHtmZD8MZXLvob7qyxDeS9wxxGiGbBPeHWWF83HgLyEqz4J+KuD7lF/fLy9x+beEEToc+ynMMyKDrH5TEI1LB9CXdxIdRdCOv0w6r+6vYo1MsNB459aG3hWRJjsvNdK7LKHYbXH1KCedqC2xn79s3WKejJt2HA7CZFe/kQ5qJ8FztVhFPLYjvr4bn/153//vPq33wOYyc9NyHFCqIfNJsgMUMcvgeSs80t/QU3dGR+GBYYFhgWGBYYFhgWGBYYFhgWGBYYFhgWGBYYF/lEtsPT64B8SAD8nPvMAwM+aMkv+9axCdNFLgO0u6NvX9pLydrfyawHg59vl6St7AFzQ5qk7dgPg7q4BgHeY8DEA5oWzXuwDKcxD/FI+4c3eXxkAzxs+V/4agLartkFgVKDlJwZhzwPABfIKAFcZlQ+WWh02ueVs5Lse3PYQkXNWjRF6s1cwGwDXveX3c6DsuVsArsAvvwMTHC63wK4VoQmAw/8L1PbtqWelw0E7R2W//hX0kwI8QUa8wO8AE2FEDaYAZByE0C2Vr8rPCV0AeALFHQAuP/MobirkDaB9ABQBRqjLOJoy3OFMbT/nsOQQOMzvUVrqnrRz5fwVAM5QugURBT/z+gqLbZhTuTw1KVx+2sUKYNTqLawuBAiQxFFgUPmYO5DvnlXYYqt66R/XA+g04mpzjjtKRwFbYBehfwndDFyL8KsxFqgOS92nELsiTkBTq0X1Z0DZQDlLPd+ZI4JgUSPgvKDtbcC3UrBqb0GGIK7cvkDvslsPtJinzqXcNhq4zADFmSPZ8Bp1L2MbymNy3tK3LvQ3c5DQuQWAbwGgQFkpMVEeBzANUFbzMChUAFqHzj6JfhxlKGxGH0Un0JS6lPM0uPrB58hzG9AKw5Ty+Srsjs3XAYA1OtRXmw7C1gBarZEmq1LmThsE0l3pC+C8Nh1obID2Of8r7DPrgEY3ATNqZBS6HIyvQjQDRjU/Y2zl2x4j/M8hgO0P2I7Q2tR5fIwSmeutTP34MZK1xkH4X8A495CTFcjtecHl4XOXQpqr998crH756/CDAL4Xn6DujBWbEeJaAHD+fSMgz9oDPD5xLmwDYJTN5NVlnrIZ4Fb+fH7+zkr0KKJ8jpDU9IWjPf9RtqOaZi54jqidAu0G7jSBsijb4ZlvIuTzO11XR21EwU4q39M0lddW3WudzHDI+DIgm7ZV+Gbsuhc3okBGec3BXXfy1Zg7Wl/tIwLAtCufSVjTm1AMYAHdzFfl2s1G6l5U7DHW+I2BM/MucuhGXuZ6vtX6XFBYG7VIQlzRFcgBnBs16jnJeLM2yHZbNoDsxXls5LJZRxsAxr6ak7kW4jP283x2Rb/v7w9Xf/zj3ur3f7hUbuKHvZQ4k9c5Bvny8ibCdnsjhuw4APCGf45fhgWGBYYFhgWGBYYFhgWGBYYFhgWGBYYFhgWGBbZYYAnQ/UMB4KfA7wuB70uVl1/LOZui5GvV8HS5S/71+lZtA7hPgd8vA3zn7V0CwPP+P3c+zUHXvN4l/6rQwlxXZfUAuNrxVPv6+6T07cFvNqiFsuXF/uPcrfN2z/u/5B/L9vK4lp/3L3dd9zZVbmtVUwFv+seuenuwSCnz0NFVZxsfgyaUQH2ZXwoAP1f5+8hvZyGfpSYS8Gy2rHv699xSNaEYJPQoiqYnAHDd77yFhqnYS/qnma+UHxjYxUvyLdN1w1cKnKMMAxx0C12f+9e+sbkuWAHn9sw3PPT+sgl/qzcJPrLMHgQ3GFrq0s35QGhfiXbTxgwBCkTBrxyPad4rT21rX8e31ZCDyv2bHNPASvI6+1nGGa0NBqXQM5jIcN2MRBgaQFrnH60zvSIuKUyteVOeUdqSCkDG1cpQK18FULrNOyjqNCsznHXBf9aRyp8qOBz/7HdAJfymlLpuYa8O9gaEJIWCRQ6XbKhmAwmgCjS6/gKQZSfOO+yuAQ7dBsShTp3WFqkFrRp3zlkK8ryebJg5a5WnOcHrsQAwfh8okDDDAMcgeTWmDosMrPW4AJkqvHSNB+0uJa471Py3fAcIWupl1Ju2s2FaHQqPCzBUfeRENQAmR+86lJrUf31tuOmQtd4coLFM29wE+HXuXBSMDp/t5wPGT7CYyuv9AMLYx5DZa4bma7aPsmnr5wxPjh2PQglez6/7Gi81iPUGYBxhpgNOaq6oHkN7xltgOGx/fnau8QH+SvkdILvsNhkjPpAr1odtBMyln4DfywC6tPdUULcWJF93I7Ut7TEk5MDvgaxaw9RcbzpAsfuLX0QZ+ErAYIUHz5DnwW/lB5OyNT5PkRQoJ6qlHIAnfSQ0ME2pUMX8rDll4AgsvnQ/AKOMT2z0QAGvXMS5rijEM1EEtO67DZPCF2ukav/k1EDbKn3PCX5qTAGY+ZP5QL/x3doMUnbhGcHtlQMYVSttJaR8ME4dtIHzbB4oMIrPHUwP9NXq09VlnAu/1zqazx88OX26xhX71Tq6DhCuHL1hv5sA2yihP+MLema4D1zrzQreOIFL1AaCCo9dz5c+t319njYW0Q/8cFqTGfJ5jndfQ7cFijlfz7KDsG1sEAhUv/rD72/iHwrvM21y2AMAx2heXbFGkNw817EBgPvpPD4PCwwLDAsMCwwLDAsMCwwLDAsMCwwLDAsMCwwLbLPA2wHM03ZdKv+rj8pLwO3sZaDbVkqhlwHEJUD31fudFfz9AuCyYD8umy9zN8bvRQri54/OTwUAz4HyiwHwDpP81AEw3fJL4OZHk5IzX273Xd8GgOtFeLsuXtZmcaiLqg5+1hLztQDwNCtmsK7/3qC+V8w6528dhoQAG4CQf6rt2SdCuhaAmgNgh8lsZU19r8SHWc48p67Lz5faQKJuWtfGBUE0tQ3S4ble1z0FgHuQyr0ouHp1r+dGgcI4Z5m226NNDxAXhws1KEJ95QZOmyQSiFc/rAKebUiR8jthz6S8tMKQ/lSOSAxd/UH3Z3AGSI36Inwo4GYOgJ330ypzoFiFFp7gMu3jlNrQwDTzV/6AupH/Zn7T/66rog61p1tPS8krhSXwTLk2s1/pVH0+4LKR2pugtvJOy6ZbADDfA5kasLVSmpCqNQ4eC4NAKWU1PtmAmHhSsqaCtuBUlQfYKgDMcBT3VlhalLyOER4KXxOrCpv+GaiW0B11H3avfikvdlxLuOJy53uAclRwmEBSSlQ8StPROX6tIGz2s/82AGxQbgDL+JTClxDaapvKM9jlXIHXspP8LcqgX3cJqA6iPcBFhKOEuAUM63pBb0IuG+TSfqDmfoau5rz6rZDcAcYjtvFDwCpy65LftUA9kdLli9muHJVJtakY7HGQB1mgOcctLKL7DOKtDgboasai2A6IWAcKYYVwjj6hjKWb3Asw3sNmbF4JwAeYB5QLSmt9w75N1QmwD8ookMpYAUEr9P2dwps/rE6RtcrBat1gXQlgx4KY/aTMb94frc7fRZhmNTLqkr0T9JPnlTy1Urln5AWg9RU+kRsaCAEs4+2t3r93XmP63qcE0DKVDqalEb/QmuH1kd+xAeWI43qR0DWBgTv/oGTnCWf2AIvxi0lhiy1JRsw8UChtPx820xMQongtX9I8Uoxjg2IizhOO3NEAUFUDyw1C+Xd9jc86lzLhvAm3XM9L+nAVuYvZECCfTAitPMlx8xGbWNIGQP/2zAA0Ryh64HWM+wERA9gAgS+wCSUhsOG1javlv9Y52c/zSSGj067lc/Yx/7vDFv0zLBcfAebZ359ept0/TUctFDHqAYEVNSTm1x9+f7/63f/3MU4eKv/v57joOhTK3jwjLxgK4Gn2jw/DAsMCwwLDAsMCwwLDAsMCwwLDAsMCwwLDAsMCOy2wBGjrpfxrTbhU/mvLffZ9AwA/21Rf48IvN/5627qliR0pms73qs+CUf11XVGzr19qg68FgJfasbTBoFcAU9Z8HHbN6/l1i+PXgb2lNm87/1T5ExDsoNTjftQLeJfevwjnd708z2OuDO3tUkBvfu1TfdqWQ1hqoM6nnjtOVc8j+ydE3AXmpvtmsLHC1rqPm7B3M+ev1VRFUvUyW4q0nGsBO5rdbGsr1KwkRJFXNr9VTlnn6OyBskBYZ4gCWm57CzHc23q6HJiicSWPZYUvjTamutKIbfuxbbwBEoaOhMLdnPylBhP0feTXDhG9EQpaDpegbDbQ0waLror6Tm3O9jvfsGFA+Y4AYv6TqFeqvQREQBTUsVJUAlyr7yjEAiAAtEQQa14At+KGyMdZuTR7tS/DDJSRGhD4iHo2/YXP5UcVCrr8s67VCGYo5x40uk8uC3gqANxtMuC8/GJSeBKu1X1pY2T/KN83zCxldIR4VThiQ6gHlIOCr6Al/+QQSMvoBRVSGfsQBlmhYXNqVJ7qyh0tDIbv5fiVTaTci3oLEAGkeiUg0OouQ8Sq9UCwmBcV/pxQtAw/gFR9LTCkHLDefOB2uWFqJ/lxgW8KrQ2khVSxwQDbe84JhnMffqOwswXmgHWGpOaVzHUDbimAM1Q1AFfqzSgHBXCNpfJKp0Jc9pCvBNCivfQPvxJPRpnJxg0TLecWVsBe1cGGhbIt64QVwbTJOZkBy5rjQEflPE5lvEBzwG/WlrieEMaEwnbZsLEDqV2B2deh2GUcaee782+stAwzs1xZQU7oZEYWXw8AHrD4MH2y7ECZqHgPQppqQG673bLxAh/TGvew+ub8LBTClwLTjAltcPsPNU48f3/2s5PV978KcEn+3gLm2mwRNvQkVuHcizKVaUvxhNYmtLF8WdA26vvmTO3AfQg1zXeEmy7Qykn1UfNZNxpss1Eg/iP8cm1iYBcKc4T5F6xeh+Z1tAcbYWNvfvEmCvWnQinnujM9Z3MTgksxyAXssimA4zZgrHNLh/aZcev+Hp+Uu/IDw3naQBj2w7y/AeBoR9gayCpwnYpv/B+/Ihczc4+jQn7zWWGkA1Yz21gfDymQ+Su1MdDWz7uywdl5zLcEulobs12CuFofnQe4P3RdjOf9XtgzatKc0SaUFpmijxSisPWAZgH4tllK46/Rwhae33/4w83qj3++iv6drY4ihzPRN2611nnNHiGgN4Zi/DIsMCwwLDAsMCwwLDAsMCwwLDAsMCwwLDAsMCywzQJLgGcA4KEAfsvMWfKv55c9AHBvq+eCxbrupwyA/SLXircvAYB7O5Y6tAfADRxa2bPr6FWndc2PDYALlumFdgeFeyUv5/TyX2qmTQDcpYhVlwg7OQfAvISeQjorB6vXSL7Xy/miA2kUgdUZAPYrf7XSoG1u6HzJXlCW8+tSOPKC/gkAvD0styEHuU99AAHbhgG3xGFIewA8gdzM/bkNAKv9WW5TjmWu1kewAPwk+qZWAIAdEtTtohjljhWnINwr0CFVw2pg3poA7CDAkWGdy70jf2gCYPt2Au8OABMytobIoVmbYpd7JlAan4Fzyl9dCuMulG/lDjbINXAqWOi+FXRzeNgCyrK14KWBk5SsAXbJiYpZrABOsE4uz4RBPQCWoDOhjBS6UhZSsEOIGyzH91O+zabwnANgzGU42DY73EW9zitqoCkbx0AcogJU+bkwkPuWavP3HgBLMcuYBIEsoFohbbUvRYDJ6xr+KBUqGy46ACx1YwJclLcHEar5KABdzdMG6x1iWnZgftJ7xiT+63MQV0oA3Fx+Vvm8sVvYf60cpwHaUgEMOevBPTmOXThgFZBp39Omgrj2TkCaPnnTgjYoMKYJjnFI+lP24icbSsjFy/UAYGHHsB0gXWOCveWwXAOMtUpUNo3r6R/lSJmsOcMa5NyxzEsiFqBkpX+AVTU+6gAUHh8YTvbzgLy1mnRRwKfLUBtL/Rn5qQO87ZF7NpSaZwFtbyOnLGHFK3oAYA8l6vX11ern33+3+v77w9Xp+/vV5cVtgNboM6pbNTz6HDA0EKRsi7rTYb8NgG9uULe73+xRsULWSmFg9s3NlfqrdpYd1Fw25HCNVdpsujiQyhZVvkOBo0bHRw0tY16TGxd1dQ4q8PY4QGOfNxpgL1hZY4+f1byqyAUF+MMGpezFptehokZtzTiwzhyfkkvZobpdqceJuYYfHYZymHWgDkCp2HR8RRqFa6I3RPtPThzS++JThOmO37G7VMnx3TYALJAc/48I2toEofUnriUEeuZ5pryTU6vPvXZZJVzh1AsA9xuHMAOPv3vWyNxsUgCY8io3/RwAy8vx3wTi3pfBBp6wTa4lD3H+9ubz6o//frf69z9che0i3/NRXLVPJAOvjwMAT64yPgwLDAsMCwwLDAsMCwwLDAsMCwwLDAsMCwwLvN4CbwVYbwWor2+573xr+5fqX+rfm+tfUvA+lbd3qfHPOb9U/3PKyGsmGMfLuifA0guKXLz0KYC1ePMXvODlfrCpsthsykuM91Q5b+tgAbaCH31pu/r7XOXt0rza1fJ5veVz8/LquoJ3cz9ZUjZX/XMwO9WTysgG0DbHrIDZrnb1/dtmi+f60y5IO7VfCkLDEo72ojZfsM5gZqu3KXemXIgLrsZY8HK5h/fiI3rJ7forrOuGL+VL9j50c6+w5dq5Qng+Po/Hq/rnF+mCJd0Q9arhzbGwcqyO/sV2Hwp7sruUja3gXWM5v0Z5DwFo8Ra+zqHkko2w1wwA1xzceNGeY9eD3+b3VpH1w2s/yL51CmCHc3aPJ/41U1w75K5BqMK5Vq5N2daOAQysnJBVYOW9RTEnfhn3S30a5RMetgS+Sr2ZMER1oRZNMOnQywZ6lQeYO6tvACWPsYE/kIh/d4QT7eB7lQeo4RBAUj9cd4HiVpZzoFbO0gLAAOZpyAWaHOa4wlhXu0rp67GLukjNGUao8LfOX+twsxxAKdlXakQgKKTGYYXJ2VrOQQ5Z1pcKgSyLpgqYkQAAV5hy5UAO+MYB0BQ8pgXkpaUTgGtUvalmrVDWOhdlGga7j6gxBVUDFPKl1ckJt3IjgCA4fp3K2/Jn+gOIU5jZLgS0QtOGjZ1b+UZq3lLSauxyzSlwXyF2a/1GkQjEPwpVpcJZUy+bBRK8f1Y/PTaAWcM4978BP4fqLv8BVjIfbq4DHuZ1MHrGD/gMpDvcj7zHAWEF84BpOT7aIBLXfvx4IQUr6+FFQMLJl3OCHR0eJ4i2L56cnAqs0g4AuHwQ0CyV72Y+b+deNmzFL1CwAoCP11aZs7ahiC21MADZIZKt8kSRywYCysG38XtsU3ah/ycnkcP5883q7oaw09Ff9Ysw3Verb749W333zbnAYKDX8NcIGX16rPytGofos0Tccdzc4NNWQwNuFTYbpWo09PAYRTHtjzZEe1eR+5U1oTZHcD8+43DMBvGMNXSTNjtCQ8vBzAadw4PjDcDKOBoYBwyPeXNyWj7g9aXmkcLi9wfuL7LfnoOlXmf+Y49aM5wTeW91FXmbUeqSw1eKauCp6sgNSYxl+EtFRai5YV/0ZhT6xfNzTVj1+Mm4KWR1AmqvkYy//dWKcs9pDoWVntazXNe0uDvCQgyr4S/AWXDYIF5rVq63fJaimHaTtlcphXMt1XOrbQrJlMm5wcebi8pf+2chdxA4QL5LG3NjlZ6D0fR//e396g//HjmmA86zZ4HvNW9jIXrJX8Obgzh+GxYYFhgWGBYYFhgWGBYYFhgWGBYYFhgWGBYYFpAF3vo/r18Lcr6U+d/a/qV2LPXvzfUvAdivTVKX6l8yUHd+AOAXGGtSCG675yWvvAYAxoI/ZQD8VPuXPGobAK57DAv9AvstALjK26XKLjj5WgBc5T8Xyvu51eXuTfV0rw5+SAXpXgCH+bEL/nocMuTuwmvnCbTGq+9tz4Dyxwqf20MNneuUswK48Y8Q0O5bA8DKcZkQUxCgYGsSW4GRVPjN/aipTL2e6H4pHoGHDuHp+gwo1awSQCYAtiK4HVyr9tEuQeEKWRp248V+geMOIBf8qkeNckkGByAU6hTKPQGwFLIJOKY2Q5oI31qxTAVcrBjkAGxOoZYFIE2zK2dpKXlrM8dNgJoan20bOAoMltoXwFYApgfG9leregXHq88dJLHSMMF0AmD6YmhvAKPctoSTzjIM2SNsMOD3LnKSqgT7Bm3j+nJPII4UqglvgEkbGxVinFEocgAEFb68my/JchSWF4WuYFZBuMwTXXAWSCiVqCBP26xQ3lHhmav95Vtut+GWILoAeoNaUgSHHa6uyG3qEN/AsH6eGCqjmLW0uMbmIXOGWg16GGrUS4XA9VwJn8QesqOVmy03tp0HoCuboR6N++gX99LW24CXHPQbX6PLtP2SXK63zIMAcMpzS/ut8gdwMY6USa5YakGtWr4MFGbwriIPMXDTvrYXAPVEoY+57zRUpIZ6YD6vDYTZFmmOg/GpDUbaoBCQ9uLiSvOJO87OTu0f3IdKNcqtuc71tIG21/ylLtqt3MjRD0Ik809q7bjuNuYLy8D+/v3q3Tcnq2+/DXgdcJzmVI5drr2+up3y+BryGyBeXl6053MC1dMz+shQ3QvQ3oRN8fFSw9NPK7iByhniO/NRKyy/QGeuYVozULhjIxTTU9z4cs2w7a1DN+fjwOuWfQCrKtxw/T5tOtjcNGQ/dpH8MIxNP47fpcRmruHPgGdtTCHfLRt9rOrGTi7ea6+fyxldIMO2cz9KdOoqAFwdmZ4rce4owHju7ZjWA9bwAsDegGJlcYXYZ7+CNtPk+q180UD02WahAsCYFABc0Jr72toJoE8bKcoBSnkgfducQ/c0t6LXt2zGwAQZbrvCeLMziLb+63+/Xf3bny+UJ3u1dxw+PwDw5MDjw7DAsMCwwLDAsMCwwLDAsMCwwLDAsMCwwLDAWyzwVoC5BEjf0rbn3PvW9i/VsdS/V9f/XPA6APCTQ/RTlwdM7TdLyOM5APjrgd+pFQk06iVnPxC7/H7XfJlfvzSvdg36vJzdCuBN+9RL0YI0PSxcWgP60MxTu3mRmzBuehHdFdSHBH6N3Z67rjwGwE2xRL3bwhX7u9b+7e3bLIdrytYFeuUX3UvwUrU+VwG8Db5N45ONKug3B9iPFMKChG3eNJjc+lHg9zEM3wbIH3tFryatENHTXElIW78LdG2EFE2JLdN8BoCtbLU6j0Pnc+4p7LGgFy/unaNRY1H1TQo15/DVIsJL92lhqXqda7ZBZCBFC089AeBu2mjOqD3ulV/mO08wYTylmC11Wio/J6tNa0fBB0NvQoAaIgM+A2RZTNrKnz5XuO3cwEBsaDWihVoWZEI4CGjKblZu1TYnDVgFazLUs5S3HYB03wxky/59SOcCyVLDZj0FquWHygPcynR5ZbQ2plIAy6BW8ElZHP1xflXUnB5nVK6MR20MUHlAHKCQAGrlCe4BfobkjmspV6pCyUF9j2yODxUoRmkKMCS8a6p1DV/DD0OCZ3Wy+3ATgHF6BpDDNCHp/LlgmOphKog+2WFyDOf9rcO+YMhJH61u9f2Cgdq0YBsCTFHns6lD4WqB2dEpAD39BSyp3ennguIac6sxtZkh54vzTmOXgI/KPezNH+uAtoS7xYYea5TDVm8TXhnIenMFLDXYx54obwsGUj/3TopiEzOVD7Sua68uQ10b8wdbq27lrIV4kfs21MW5FhC6H7+oNtKHoyNCIxfktqoSeAucp1+ocSkPH72Nvl0GAFY2Vik97SdAYC0zCDIBjTHGlIGS+OQE+EsVMdb4U3yPSvfbgL+/+R8dlvk2+u88xW3NZZzI39xDSId89vgo1HaUy3wEnDMH9iOvrHwgQmrfXFtVvh+q4OYfXoT0PAzbMBZHxyjcPecdTp1/Vjjjw8qXO5FRALwClat+qXezja0Sh/fn+27J9un5n2IaSnLT+nQga88r1iD8TJ33OdyqNsxU2HJtMMq1TM+o3AyijRcZ5hkFdh1sQvA6nVEOpAgH0Fu1O+UQjrqlCW/uprko2yj8dJapv1usrNemCtYV2p9QtsaOJaru5zsgsMLS53pLuXB5rvF1DQAzvWujReWlpo4y5XFs1KhDIdulkMaq5AS+js0MgO+jGLcBgCdDjQ/DAsMCwwLDAsMCwwLDAsMCwwLDAsMCwwLDAm+xwHNBw646Xgty3tLm/t63tn+pHUv9e3X9AwAvmf5Z5/9uAPBGbwcA3jX4f4sAmLbO2/WSENDcP19nnruu/NgAWH3PEM7Vjx4AA2B6QF7XzkNBP1L/Jozzi2qrcl1+ArVUpk7AeAcAnq8PvTqyypvCWxYULOLEDOSkAAAgAElEQVQ5c8JSOGrzQKojS+FbIKugWAFghUWO8ia4yDt/wFO+gK9x7mFaD4C5DmUZKt8CYVWnmjcBYIeeNfw1NOCYQBzZWIFpCYCsAGwAsZTitokFyjIDXY3LKjwyoXwLYFeuUtXTAeB5+3v/ngNgmFd/PPKDTvlLHQJW1JWhhNNNVETlfHW/CSULNAEaZU5WgeIWWrrGpX7WWHjsrIrjEAxMR8Ju+m+CjPbNfr4KsinnrdtUfqZ8sXkYPEbu1AC9R5nrFEjEveRPJeFsv4Ggb1ufq7T8rsa65hp5TVHB7wVgdP/odygLE8IpX2mAuNC+ChLW+kPo7aMj8pgCjqyQtW1tC+dyRTGKGpfQwUAzd8zfNYhesJFzzb8NpAGZfEdoXp8z8AXiUtMN4aIFuwFPqWAORWUBYAMzA2CXcx35eZ3jGABs2OfQvIb7BePs81abOmQybbjLvLvr49NUXqPOJT80YXvpd9K2qENA8QEAB/iN8MiheKy8yc5HS45hQ3N2zQDMKye5VO9xDcpOhTGe8j/TvmhktAcAXONI/cwzgXFB0MhjLH8xHOe7sjtZWrEJdQi8x+XY+TrGl3zDtAd1sH3aYYcF2rPNqGTJwbxeG9Tu7QdwD5uT5/a7789W3397srr9/MPq/TfvpICuUPnycYULDzgdcG96lgHnYxzxZ+qmHnwLBa/nRHy353H+fH8oFbpztjcfsu/giyiOo/3nkU845xHL16eP1/YT5T/mYj8f3C/yIDNe1wKmBWa9lnqOq+zcfCBfVttq0wybO5rqtwU3QBlNfyCiEeIb9XW04egk5pqk0rVuONS9w6a3MPX0n/GsvMMOye46z6N/OaxqWwPArAlszoj1IjYAlML6gdzHaVuP57TfYAKzdhsjWK8XYWd8P+YyfjHl2Y7+aGNFtE9AOwEy99FVsnArFzDRGthAIkW97SNInXZjo4TnvjfM8PyqzQfawBL11nPZ65pzwoOi72NeXXxYrX73u4gIcMH8fu5fQjLfOIYFhgWGBYYFhgWGBYYFhgWGBYYFhgWGBYYFhgW2WeCt//N6CZB+bau/tf1L7Vvq37Prfy7wnTfob1QBvCsc7JI9v/T5nz4ALtjbayS2WSllJV/agE+U9yVyAPfgoq9q1/dL3XsEWgsEzubXnOHN/WRZCVwvgWfgoArucgPS5kdgOiucK3B3gd7nfr/NhobAM8Vu2KNXM21TvW71snSzKZz7wl6Evt/SxGV42bJJvMAVMOPYPNfsK6jbk7y0p0Gj+9UDYANYl0nX+3DQ7pPzTupT5xePx6KVjRJKbdwBfwss9KB2rsYtGFeAtAffS349rxdwpfYnAOaFe4Ewg8H5eGfP546e4ZCr3VObZyGgKY86PE6GJ5pa8a9Csdo+TUUosJa6rurr9LjqQ7TmfUppG6DgjlDDMS6oIduwG05sO/T9Ri5O8mr62gle5MYAlHy0Beh2S47LCL1aILJsDPgBGJWyteqs8/yUWjEPyix7tw0HCcKlqNsci1ySnN85c/VSlOBf2LPyPiuyAHAlfRzlL/UwVzF9gese8vY+Wt9rbicEKnWwNI+EXM7Q0WXbaUNAkHeAF+FhHaaaQXJobgBN5fmUklVhzr2pACiKTQmpLJ8K2HOcitSCwlUX7ac9HPWdVL6EhAWu4j+Cs5mHNBXu9nmDPYB1wSTsg4nsp4CwyCObpgegAdSZ7mWDftxR0cpe2dWC1rTNCtUMw4vKW37o8u+i3PsAsAqjrbkU6mBCQwPuQxZZytyii9iUerGPQnorxLdz8HI/fnkY6teCxOSspT4AIQpS4NlxhIMG4N4Ax6PDhmdNES57TeuU7avcwarb84Lyre5EYX4cYZiv0pu9rhgWOn+sN0s8rC4+EYI65mXMjaPIzwsLBZ5++93J6hc/j9y6x2ELhYPG6DWuWvW9mSTqdrhmGxkzsoGAccGHlJ8bWC7C6fsPI3+w4TmwMzYt0GZtDihgamAuWAz0B9wC4xk3qZD53uG5KwICfaaM61BqY3fq/ea9cw8TbvpO4bu96cCHIbqpt9te9kUVrBzE8Z99yPMhd/CErcj3TI5nz5t15BhWvnOBVvsb7aOdArWEP++eNYQcl9/menb+Dn+w7W5vaBef2cjBRoNU/2vtB5Y657o2ehDLXeGlC4a7Dc6tnmGqaWRcg2/QL9p5l1Eg5CvMN9b+9C232fXXQahz5nzlFvcmjbIj86Ll0tYGnFi3a37LrtOGB68DsonGP8LTE5o61N+xxWH153/7vPr972JjygDAk+3Hh2GBYYFhgWGBYYFhgWGBYYFhgWGBYYFhgWGBV1vg2QBzRw1LgPTVDXvmjW9t/1I1S/17dv0DAC+Z+lXn/34A8FL3BwDGQl8TAG+qUgcAtr2f9kugRX8U5J0Av14sN9Wuw2k75HG9aBZUpK4ZBAZEUnoPjqfQ3Qol7JrfCoB75lvhmB/1OgFkD4D7a3pIJxjKu3aUl7NpWzlv696CYP1lApCgm7wfBZWUaPnyvM/tPLVBKi/goihrZ1srIOsFf3u5v9nDCtU7hRpOAAxgNQSwsQuq1d0A4LKJrqnxTnWhQnwmgFA5AWXvUWpOALj8Z1NF21pnACj9Gfen2ryAyf1nA95SIFeuS+5H/Xd/l+F9E0hXqFWAG8rePixuhX2e+pbKXtdvCDqtP6kAN/AAmtj+5ZMVIhq4WipgQKDHKDcnVLjjDF0M4CSQq+wc/47XoVzOZaj8a8PW2dDyIcbuAGAVJKVyR98JkBlqChRnvtvDaDBg8DZAsMLzJoSWUDGdcQOcR3/lRzF+t7JphhQOhzYQNOhRPl2pNSk/1JpJaMtudB1oWv5WClTN/2jTDcrZ+OVYeUQbkINr0jbBO016YCC5Um13DoWyTsV9/5zowX7N75oHtAPIOYXsB2glcD06AuSGglTtZextJ6CtwddB5s1tgAzjGdxb9U8O4pOwM+pahTyOe9brgH4RVhllbx92nNE/DFXl+mStcb+6up7C9x5HnRwATFTadRgwOucqylDgHH5Enmv8++hwLUUxZVXbgL9cz1jUmAkYK6JzQOEIy7yKf0QI/+b9yernvziOcqTTjPnLpgJDYx/pr1Ee8DpHZ5onChdPiOroP2s3CmMD8swdjkIfGBlwE4h8DzgXPPWGg9vbq9V3372XAlWhoLNWhvzqCmCMOhuQHX5IZOFcp6WwzjzNQNbTM99Lv6/jPuxoqO7cyi30ODm9K1e2N8XUWEv1z3+o81HJelkKABxwXQt+wP4Y25NQApdt8ciT+K6gbss/7xy/XCcVfM7zs3MD4NvIba31AIAaJ9frCjVOL6ysZa3neVL5pwu8Mx2B1vMNfJovYSOlSk5beH12fnCDeW/YqrzQXFc+qjkQN+Bjnv8OJ+6Qz1ZVT36ZA1Vz048GA2qOaRNMPhv47iA2A1i9H/aLNv7lzwG2BwCebDo+DAsMCwwLDAsMCwwLDAsMCwwLDAsMCwwLDAu82gLPBpg7algCpK9u2DNvfGv7l6pZ6t+z6/+xAbBeUG2hOa9s15ICuEDH0nVL9l86vwSolu7/sc8/23/qrfz0hi0/fEUu/JNWAKd5phfG+aJzm/J3Wz/9ktPHHO75y+2hiPt7tvnWfD3pwVp//a7vt12zoQCezedeBcy9m+D1MeCtF7bPVQBXe+bzfLLzLDy0bJkQmHsnOFy23gKBdaqU3lPYYt9Q9/NCvAkxW8jNR0rZzoA9gG7jZjitF90JoBw22eNdSi69hNfL6x2EPNu7DQD3EK8pxVo5gAaF6sXNOmBo0OkJT0he+6XbWePm8X6cn7qg4zReyZCaP5YauoFe+2Arqym9XMpmDuEEzcrrGWUBB6QmI7+mQ9MaAOOD8WI/2k9Y1gLE/Ryzn7qcBpwNiByKGFhhIiQFsIB35e+08t1ghTDIKC8buC5FKqByDrVRxVUI7R64cg/14XpSwKWx+7VbYVOBat2mhAl6oiKNBq0D7pWTUg5hmumNVZOp2swkutQBMG5+WeFbN0F83wblFFbO2lAsRnuw17XCNAfokhIZ4ztnLHsJCCWMArhUyNVnYGAp7Okqqk2vdwA5A20rCA8MfFPJJ38tZXmM3bFy57aNGtUX2knoWSCiwjQLuAaEi/Kv1Qdsknlo057Ubpu1XNkKs5wKx/PzyGkb1wjwBfgv//ksRaHhH6AQ8FeHfXJfALjWCeogNDaAz5DS4a5RJEuFH/ccB9jmXsaP/tIH8hM75LjDDxPqWHA11MKMRwFG8tdC7xSWOUmcQ4oHTA5oexhjQn5efOkyoCmhmnHgE3wEVXDU4w0vrN18JqftkfpWmx84j7r9NsrjXvurDcm44VeMNdCPvvlfhu29J+b23eo01PnfvD8K5S9w1nd/lpo3/CnqK4V4rWVUwbxzLW3zlMe25ei2IjXgbeRAFhCOUWeAzs5OdCfT+dOnUBkD9uM8fuBNAg30c92nUCvrxhg/oOvhUa1VofwPm2uTgdbwoxwPNtDENXELcLgeM1LX1uIZrUHdbv/DpqGQFxh3+HRyliuCem5YqsAVlxeEuHY5qLvXsXFjOqJK7OccuQ0u1y6LAsCsa8wX5UaONuKn+Mz9nUHrOvIyI7SX0lprvu2I/7MpozZ4YCc2XUxrNTA5zvO7xPisjXyHX5JLORtKO/CH8uFerV35zb0+1PhmDmKBX/JbW3XN0UNfzwc/Nym/bD2lTsgHpEL6o/JmvqqAmHcx1wcAbq40Pg0LDAsMCwwLDAsMCwwLDAsMCwwLDAsMCwwLvNoCzwdQ26tYAqSvbtgzb3xr+5eqWerfs+t/JWjdCm2XGr3t/ADAr7HaV7/n2f7zEwHAuwz2XPC5ZPC5vVCMcJSirO4vLv4SANzX/fcAgOfwl/7Nc+DusvdLN258KQA8jd/0Ut7f1PLZcsRW2Mk8/0oAXPaYQHKqk5si0AAUcFEwssCra26wo8HKrr0VDzg7JsVWqsrqpX1B8anvAiPOz0leU44GqxO0JsDtATAv5x0qtUFKzw0rgPujALegctTHaZpa0YDdJsKxut8FFHiJr/akc/UQVcArAbCUXB0ANhgMECHkwIt9wFXYQiDDYYDrsOq4QvI2paGBmVBgtAkACTCKvoUK2MpVh2c1sI08qwFRAHn9uFQ9gtQJhmkP/RIAjqOgZl2LkpVhkHpUwK/tugEYcrBe9Lmqqy+yPWAlfvb5cjmPCpQD4Mhh6GMwje1Q6IpxRd09kG7QzTauMXbe37QbCkDKBAAHuAKUAakeAqpI8Rs2pF+3fCbvbs63CQjGddUv/UxUJD8R4MRW9sWNMMhS5nMv7Q8QDRTEBgmKKUu5bwH2Cj9sAIzKHRtFDzR2gGNB4fQ3QtNKqRiqzhonQb6cB8cAO0I2B+zi+xpzRcaNcqSGjWt6tTNqXEA0APjo6MRhnqP9lce4V4jf3ztXMfOI+inrOGyAP2A6wByhfAugOddttDlclnE1nEeZaZhJe/s5SWjty2jH1c11AOBT+cR1+AfAVfZnfaMzqTT1uoM/BsiPcTw5ORQ45TDsc3hqAcU4Li9DTZz5aLneIY/xLUdZYA7gO/so2w/uIs/v0er7n61X7955k0vuBQlwSz5dFNAVetqA2v1mTnujQAFvNg8cxXdWxKO+terZyxqh2ikf4BoQV4D+YQVQtVqVDQT2tx4A02eHtEa5G3A8+g7MZH2RQp28tjlXjw4jX27Cz2hVnGeOUafBsnNMGziylmAz7gXiUj8qY2PtqCfCO6vVCV9tv9xoEpsrsBM5kAHypeg1/GWcMjR95tCeA2Dmp+YLa5LmDHM3cj/fep0CPkexhqtpS9UPAAYU58LNdZVjmfPYE9+jP9rMwFob/8j7zTiehN3qUcvmCjYyFMYX0A5fN7iufMZe65QjPZfB++gbc4N5zHjLPlov83lE2GvN3bhO9vNGJn4SKl02zYgT2kgDqFcahwGAZZxxDAsMCwwLDAsMCwwLDAsMCwwLDAsMCwwLDAu81QLPB1Dba1oCpG9t39L9b23/UvlL/Vusfwn8fq0cv0/V29e51L4lAy2cfylIeml1ViT8dI9F/5mD31lX+/xsW60wy1X7VkvN21u5ZavceZ7V+n5pHs3bteQ3JdCdg995ORWiuNQpcwVwA4q+c+m6+fnn2LNAH9f2IK+/twdpfN9+3wSdm/f4t1KRqv35crXZfbOFNV8UbLaDk1IW7Thq7PoX389V+Pf9moNON97gD7XoNl+ZL0/z8SrlXoXWrHyShPh97uHQlyiY8sV1AsltSs8CS6V65PcCcmX/+k71zwAwXwF+5vmDq60V4rhUkb1/T6ovtS+xTQ4oYX/JUckhkJVHwakCBBUuu4ei5QcGsaU0zXEhvHHCXPoseCcgA0CxylQv/wOyKHwvcDfzvgogAA8EMB+PhhSDCTMEpDL/Zl0pSJvrV41nv/5UjtyCazUOKFsr36chT0IJIESpLgW1bSc4BpyxUlkCADW+zJFoA/bsQzoDRejORkhohjps0kK8MhcNpaQODUeuMTX0DHAUKjzWb+AMdlAu0DQUthMYTuDTjzfjjP9M7ZcPWgloOzVAfhu/lw3KZ6WcjQVWyuOZzQ2QrXrtofzk08AoKZbbxhsD1wSCckF8pwEt5bcVKPf38n3aH3ZgHdKcQI1amwBSAW/gCsT32uAyot0B9QBHKFxLWVmA6+rqSt85t63BtuBTjnv5cvseeEZO1COF7qU5VwFe7zI8M4AXYGoHpt2AexTDHu/jgPQaolwzZNv4jIpXcyzuL0B3GypiofTwJ2xI+1qkBSbCanURgJU1Yx19JDTwFH63lJIi2tSOsr1IoMNvl/9780C0WW3cX11cXEybCjxWjC+hl08EUDmOArrRZ46ff3+y+uZbNlHcrs4DBB/GYv8AKKZ9obzVfJoiMhjSOzw9xI811EpSxhPIeBq24LCPGzDaBcI+8WXbxGBlKtfVGgYQPI58xFyPoh/we3p6qjE7Pl5H3y5l05NT55QuNSzK4XWMJ5GvC6re3zOuDmNM+etQOdec1xqlkNO0HRV4bDCJPl5c2iY+UIAbULKBAZ9HpYp/v3tHEuIEt1HG5wevOYKkEU7bwN32KH+mTsbhLiCtN32EXwSQreja2MHrt8ul/VadW73Pxg4AMFNeKt2YTYSbFtDm+uiH1x7n7j6IzQA0I1Y3qbk5Ts8CkMfQ8TynDkVNiAK9MQiFfv3NknmNM6IHtuE+wWSgsZ6fQGBDbKUiwP+k6vX8NQiv73O9SLCsMPq0Q0DesBmDDgVw537j47DAsMCwwLDAsMCwwLDAsMCwwLDAsMCwwLDAay2wDKCeLvmlYOe17dx131vbv9Sepf4t1r8EWAcAXhqCJ88PALwAur4yAH7u4C3No3k5f20APOWWzYbsAsV/iwBYL1dzIswBfKl05vME8GII6A5PgGkGgpX3MC96CwCu8X0EcDvlJxB4DrALEO0G9QWiUimbSsHXAODejn1uzmp778NvAcAF8IqJ9s+QOQBuoK3NkIKuk01jcI9QzylnpJWmdXhcDXYL+ha47eec++OQtxsAOy4ySHOIUMoHgBY0nl7oh58UANab/Dg0lrPcyeVvnO99sgCw88n6Xo4Kud1D9mo3/TRUsvKx7gOccj0AzTlbDWcMRdwHykfFJsggYOFLDCn8C6ALNZ3C8AJjoo/qf3yvcNCTzdzWHgBLUY6SOb63qi4hyDRPUataoUx7mb+ANIfybdCyH4uySUF4g23PT4plLBrgzhyj8fdFhWxuPhF9VG5gYKL7W4pQ8ruSS5bD3wOEmqK86mxjFOA/AbAg6FYAbIWiw+S2Ngu8S+1tgCpoS1+wM6DOmN2gNNoCIK/ww4A8Q2r7IyrQm5t79b+tV23tqmunerROUHFAsdyQATAkPLBCQqddqQeAKRV1HLdRB5C57F6gTPaIdkvtHUYAUnKUQpn5gtq48v7i59qskpsrXI7Vx5fht4Hecn54g4X9JzdExJit11aGaozinhr3NjeO5VcOB515sqM+5gTgHIXycaieLwnFHDcdHxGW+mr1/ffnq1//2spzgnIfhhKbfORsRHHo/go9b6W8/C7GtgCwNvngy8yzuB67nZ2FLRJm2m/cSnWrC0yATxL2mvnl84aH64CihJG/vARkEy76VHMTmKy1Ka6l7RyV75oK1+sAz6ny5dx12MF+uBdjGiAWdXEazOu9c+u6chpKnmHbrtpjyA08ZxMEIaMd2eD83OPBofzDd6hcmV+RT5jlRzSYTSYZcYF1K67zxpwyCGGmY4MDYcKzAQLAAN64DEDP9aUyByZLGZ+bDPbkFw0AlxKaNrEBRXnBUYHHmqCVL34/PUUh3QAw/lehmuWTCYBrYxXnvbnC92Mm5p33cVSIaNuhfBpVuMNld8rwpNyAYj/bS42tIZueDQMApz+OH8MCwwLDAsMCwwLDAsMCwwLDAsMCwwLDAsMCb7HAIsBcKPylYOctbd1271vbv9Sepf4t1v+lAPCuEM7Vgfn5oQBeGtq/ifO7/SdfCi62sjDS9gunF5qL5TzvgkV/nxWzNH921fpcADy9PN1R0ByPb8sBzK27AOM0vRKMvgYAq/wZgZ3bpSn/KqTr88ajh7L9HXMg/Oj3UiflTV8LAM978Qh2yvZNBdwDYNpsdbPz8nI0BbUhZ6+41PkEwPPvt1mzD9nr3LJtnCq0stWUbS5W7sI+jHOV3V9X/Sg/LqDcq7XL73rIXqGZgUH92PbQdxNItJ7V90DFAoJlbyvMEnplPwv4zm2zq/y6rtR5fQ5gzhH+eQ61K8ukwBthQyflYObv7Sov+FshlgFChIOewjYnWK7ruJXzE7xMaNeHCOaagnXUDwghDGzZvPJ5Fhgu8MP3hK6FzRCK1zCL3KmG5EAYwFeV7zDKVvxWOPG7CL1a9keBRztKaVh+zbW2Zytrw/6Ad+WXJRx3rg3dpolS9xqiGhY9RNzh/X0AVYwHYbFzE0cfLrpCmlf76A/3W92duZeBNjEG9L8OwotXOQBk2u/coQaBvWK9QtoCjazSTlVf5wOoXRlDyuF6hYMOoITSkQN4D+wzPLKaWeMe9ZXym9+PA1oLwEZ7N5da52+ln1bnOo+vwoTjD2q3FY+0DsDbzxVvCLhfnb87V72MBYCYe12Gw3B/+vRJql8Ozp+fn9tvQ2Fb7S5Qj2q12rAKtSPhmhWSWJssHlLVCgxcK4RzLT+XFwbejOvZOZDWs402AweloqSc8MVazwG4HAVm1QcUu4xzXHvx8UJK2KPDgIen+6tf/uJU7bBoEyDLedTEhJ/2XFDuZMldDYO9Frot8idycqeNAfMcKE+Vxnj254pQZ8JW+vHp43WUHxfiZ4LijkDA2K7XXteqDPurQeSHDxcJHG1LSK42fwQor4jtqMavtRmD/LdN+ep0DwbAD/cF3l3uTSiSDa+pCPtnqOfoDPVcXd7FuJOH2GsFXPP6EujuPPKoWYHgybRrb4xsAsBWCORpkx59fQg1M/OqYHuBU/tlwdJpE0tumKGR+IpCKBc/po5QFytsPyHgo31sduCnInXHcRphrQXCoxlSB0/RGuqZzEYZ7O+xRe2rTSr8h6MAsqV4xs9sQw63P7wkriG38TYAzPhRp/uFMp5NN86ZXGM8ALDHaRzDAsMCwwLDAsMCwwLDAsMCwwLDAsMCwwLDAm+ywEuBzryy1wKeNzW6u/mt7V9qx1L/FusfAHjJxG86P3+h+KbCfoSbf+oAeGl+vNakbwHA/b29f0yQFygyQb2CKptvpp+rCH5u/74WAKb+6oqBoV+8NmDaQi1yrQBm8swCjFIZzZS/PSjfNsbKZas38Ls3KtRL6t5GSwDY/emgRd48B7rkgOV4/H0B9E5atmOQCtRx2uFlewDcKWY7AMw1GxC367/627mRgF8qrWtMGuhPJV2G1Jz6rJyiVonV+BRo3TYOZWMB1gy12d83V2U1INxCPJcdS/27Yf+cQPUdZTcIF34m1ZcVfzqAsFKlZfkzBXDlp5yu7yIUTOrfDhCiAi2fVhuAMQJ9BiJ1FOTlZ4VGLmVwfw6QBZiVjRPaakyz/fg9IXqdo9Iggvy0BYBpmtW/BsATiCFfKUrViYBbecmvKBoBwK6nFLd1oXPKclS7e3cFnNwGKCrILROnfdX/tBVgm8Oh2R3GWddmLt0KuzyBwLR7bWSgPwa6neI/QRJzw8pDq3gFugB8up6w1xk6txJIuyUCulSj9pc/dPA6O60flIGiu5S+jRQCQh02t+aB1p3obwFgvme+oHhFr0ozBHUFsm1nlMwGrT1ANGSTneIEGwMqJ6nyE/cbPygr6mCKAaixh383LP/w4UPAtDOVJUBM3tmwz2GsUxehXJXanE03ZPdO+2mMArzSl4cIGYyzMG8urwhr7DDOlcP36urG8HUv+hi3EboX4Ea/GZ9SPis0cbcmub/20/khXwxwfBLg9/AgwhhHuOfzAIKULz+Ke//0xz8pJ/EhIavjhFS38q1aZwsAh/+Q33YVwB7FJ30FOKbf4L+EHC9/AxLj70eyq90YIf8Pf/noHLrTRguD3L0Ao9iDEMn2F/cGFS0HuZXp412EqpY9I0Q2kBL7HR+hXpZ5IyQ0Yeqd71twWf00wFY+ZEBp9+ggqgL98Pg5H7LnF/NkXwpqwi4DgDlDf4HCq88uX0ATnp3Alf4DaYGqjBt5wFHB4rdS5AtOZ3706M/NNSGrC6p6swT2L0U6zk6/qeso+inbeOh03Contm2EkQGtPP8Pcl4UAK5c1cwRHXm+1kHx7xxPILA3P6C+jnlIZIgEwA4F3/zNuZxTAcw6kvOfzQeVV7igPnm/Fdq+BbAYIaBzHMePYYFhgWGBYYFhgWGBYYFhgWGBYYFhgWGBYYE3WWARYC6U/rUA0HM79db2L9Wz1L/F+l8LgBcUvPHKanfTybs1f9+3S0G8q56l0NRL/crWLYG8JfvmDwoAACAASURBVPsvnf/7AcBPjOeTRnj8Yre//KeqAF4a93a+2e0pX7OfbIOCfx0AvKs/DQhuvtgu9rDk38rvlxeX6iY0kflCtsFUhbfUS/lNP5vqF0viBbP9qX7OQbhVbAadPYDqy50gY8LNnX3Xi29Dj22HQFeemNuhh7d1b8Hg3iY7/SgBWEbqFTSa1L4BBPxCu9nLAM2gnM8VmnpefoFe51Qk3KbLmD8nAEfK2ZtAUzkUc2wUXjk7buXVJqAvhW/V3cP7Cs3c+4/CfqaNC6zMwz2X7QoCN5u6IT0YVAhprEX42QKnbDyI72SnAiu6xiXJZ5Qj0mGHe+BusJuEJOuqsNMalVQCF7zsoXcPq/mMYhTAQp8LABtYt9DWgNsKRVxq44JkFYJbIDmB7m2GmD4MQGmVpfteIbENqJwzsy+nbM59ZQPMJb/ofL7CKvcK7d6vFL6Ye6Ycz4cOndzNr2nDRoJfUFzl2MXk7gthpj2e1KU8t7l+1HySrRgOhbY1WGV4aC6Q0e02vDOwNnjjewHZAstxT4XyrRDLgqypqGV+CHilupMxuQtIW3mdaWfNGWCdVcCeB/KDmIEAW9rPTGU8AYfU4VC5tiAKWKBWAX465/YmxM3cxeRUBbBia88BA325K+tiAWxswXzMMalxuonQyienJxoTK4S9EeJ4P8q9uZY9qxyFaA87KdTvAX5EGGf6hrLSAJm5QihuQe348tOnS7c75gK2OA7oKDAZfdMGjNzAYkdrG1kmxX3Foq65mM/Dh883q+9/drqSUHfvZnWunLDRf9k6xlzjpZmdPpw9Zpz5Fw+C07MEj6rXoJB/19fY2Opx2xWVdUYCiM+ClgEIjzO8tlTdASuBloBF1MO0//LiegKHJydrhb/WcERdf/rThfzx57985xDHMe4312xMiXy4ChEfIcIDjJYPM06s3YeRY1lzPO5GbW7QaYWxlMCh9LWvefydm7epsfm7Ct+7iT5ynJ1FCHIpYXMDQID4deSHtv8YDJPP2uHBDfYpH7DvkMsBw6UqZtzdFr6/Vnhlz2UO/PD9+6Nos8eHUOkA9wLMF5dWomst0brve4DGwNhrcm1TX24SOAl1ruB19FNp2Kmje95UCGja5Y03AZTl30QYqIgbvX/YHlzL/GckamMS6vn+r1Wv3W5nrek4HgpjK+txr8X/hVVTcPwcFhgWGBYYFhgWGBYYFhgWGBYYFhgWGBYYFhgW2GWBt/7P6yVA+rUt/9b2L7VvqX+L9S+B0l2g9UsD4J0OsAM8DgC85Bpf5Hzzn79PAFxGWppHrzfmYwDcT51y400A3EIVVr0F/Kb2zpStu3ICv77dvvNLAmBehPPiuwe5FYK3cgAKQsDoOkhAO7BTr3jjxb++n9lhgpkldczzcwC8FFJbfX8mAFbu1SlE82PlqtqZ4XebvzUl8FYg3AFg7nEoyqSV0I/JMdqLd76y8jFe3qfb8XMDSJZd8mdd1z8nuBWIIwDc1YMNW27dFHdWPalyLJ+RAjGhRd3j/JYOmV1hbyeSrLYD7dwf5570UWNnSPJ4Q8nm3LW+bFL+UleqIHUdbeDl/VRMggiFZKUuiIrH3mq2UsbiEPyfb+ztpVCuyo3bYHgpaav9pSzsAXDLh+scpio3+zflok31IV8r1PiUz9Q+xQEA1tikKnT6XmGNw64CQw0Yq035/4CigEmFWO5Ax16MRT/fDPkdzrqAaYVi1ngB4tJfUMRiY/Un/aPsVXbHzILUCulauXcNauxnBsC2X9t84Fy5QD+PwQR6o6K7hHmMYbUNIMn4GzgFBFaYZbCPj88FpNNHFGo2rttj7uO/2DTtByBqGwq880EAL+xnON4A8EP06YH8xJwHRqeKupTBFdKdkNUt3LPnG2U6DDIOFb4F2I//yPdaSmjs1APgy0tUuc0vZSMa5OkQKtCTAG8BxeKzVamZXz1CQJNzF9Xw2dmJ7Hp9faX5tyYPbUA/1Mm3EaqXtuPnDrlt5SsAGEW6AHTUhaocvyaHrzcbOL/y5Ahp91q3a1106OsGoT9nTub3356ufv6z41ACky87oCltQt2Z8/deDobC2yCYHMLYb318qjX59u46+nEUUNMKZ5bQmqe3ET757t55uK1+BmpajerQzmxTABAeZhj0AsBuB/Cebhckza7FOQNU6qI4fPb8XcBGQPklUJV8wJG7OQDscfhFAWCGi7GAlQOA1Y7JpuWx2BRf8xiyXuKnZ+drg21Zw/D1VmOBT3mTASCb7wnxzT2nsSGAVMEVAp1rjwK4fvNNjJ2cCV8AqBJWOsKYK38voNZ+xUYAQlJbVet1utTVmJTl4ABgijo+183LiwjZHQC4Nl/YZ5sCmb4D5mtDA+Gx8dsaMxTwk0pb48Szykr6ynFdOb83I0bU8zbmVW44ceh5jxptwHerH/Wz1sBSBs+/HwC4vH78HBYYFhgWGBYYFhgWGBYYFhgWGBYYFhgWGBZ4gwUWAeZC2V8P7DyvU29t/1ItS/1brH8A4CUTv+m8wd5P99gJgKtfC1xYITmfOjpl3Zew0qK/zyp5nLv1taB7e+v7nJMTlItLS09YLyB9dxoVwKeXvA021UvWqmUX8H1tDuBdtn8KAJdvi8Vu2ZDRAyRDzs3+UWdTRTeF5T3XYo1OQfglAPBkzw4i9srS3gaGussKYCkEUWYJSAGP7O8T2A7grd8FQ1sfNdqZO3hSF3X3VVvqFsGECcg6vGufb7Gun6Bcvtyu2dcDONWXQyFV2o5FSrA2xwAtmgBNVHTX55ZNB+7LqLrqJb4UhYx1Kn05X2GaCwjLRhnitwfGG2PC5gDgXNY5h/qTzbgOVIvysFyuIPA0PoYnnBcnUz+FTmZToRT4wKTbjXbXZoPKJ9rPZaBXhQBGISqVWweiNQbxH/7icirktv2pYIagLmOdYXIBwAC33mcAkwXbaXzl1N0Yvw4AwxUnWC1oierOhqpyADm130BhrnPsGGdCVJfqtWyg3J25KUPK2wRTPQBW2cCe/AlsuyE8a3zncMUGSS2EdwthzXdS8cYYGFQXuTGgbQfjZx+x3Q2aS8UMHOoBMFpOzk3rnOBbgDLUgPhF9zg4CtjpeYvS1fPG8x7bJTDP64GmCsMdzz9gV21CAEh7XAy5UQq7bfvyl0mNGLZxWO1UbadCl9Dy0xjJN9xz4JVDYHuDRW2gUOhehbk9EtzbI3oAeaY1h8MHI3yv1dH3hrlx7dUVoabd/8N1fBdjA5hEjR5WFWTlXu47jvMAf+fbjfUPos8IAPKurmNg6QOGzHk0KSozF/WU7iBCCwdsBojSv8uPHyPk8+nq3TtUqpHXVbmdA7wGxFRI8m5g8OVoviBwzaMKSY5NUbqev4t7EgBrXLOtbPIon9M4hgoW/yrob18ifLHrvLgE3lqtSmhl9ofUvL+M0Mp3wHHB1XWc3xPMvCYsNer7aMCnS87HmMf8Og17H4VNj9k8kuN4G/PwnvDTBVWzrR8+GPCTydztNWxlg4o3oJCD2JsQgPlA+l7Fz98PJ6dWFdNextDhjA+luPX8MlA9O3dkC0wT4nCH9o52rkPx7E0yTkmg9a2LRIGKdy/aZKX6nWywzvDKMi3rcaqJD/GlLEtzKpdd/AYwrzWBZ1P8U4jmmlc65w0jDo3NJgT3W9dHAbXuTiHj9dxKlXX+HWI4zLpjq3I/oaP7dVUbUXIcKqS6Nj5kY+QjcUP9KZwDNH4MCwwLDAsMCwwLDAsMCwwLDAsMCwwLDAsMCwwLvNQCb/2f10uA9KXteen1b23/Un1L/VusfwDgJRO/6fxP/e3QAMBvGv4GKqKY5wBg25u3oQ1q+KWk4UgdPQDu1axfCwD37aENBZD4vASAG2RPyCR5byo9p6CLrb+6vpSQpeBNcFT9X1IA94DT7W05bTfsmG+e53C2B8DN5ptwEKhTOU4dknaLMncGgPXSWS+qXSr3KMRmguSyyxQ2u3tBbTUXL61tR0HLzHE6f3FdYLoPBS3wmm+rJ14vuNjnZG7Eq8ZNLhnPCaAHbA8u1fL+1rg5HK/9IdtHuQnf+F6hmVNlKviaiuCybw8xbZvHr9b776Q4y9yrm7Aj+pTduOtVrYpX7RyhZIcsAOy61HLBhfIX6+nSbwTNDGv7Z27lBfa4NEVZH+L5OELlFmiqdqoNAGHZJHxA8MrjKQgYVd8F1RK8I2S0gJVDHKMIBQTLpthRUKWN2+RL9CgVw/g3xW6kwY3zwFwgtEIAp3q8FLiahpzrxgH4XPWVLaQKzpzHBV5LAQwYtnoO/4gwsqg3EwBLLco55mZ0kH4XtDHILD8yEAJE00vnIrXfoV5UyOzaiCE4VOsM2CfVielkpQCu9u1F7mP5P+2MPhxEWwCaKIABScwfQ3eHzPW1zonqw6FwAcL7Arn+ltDC2oAQQLHy8HJeimRdVKrJ8nFCggPW2WhhRS0KaKs9DZo13hHaVvM4F5LKwcu95UsVelo2jf6VbRRqOvwfUG/bYh3UyW4XAOwolKcoUoGpH374FECPfh8qp6vCVMc8uA5FKHMZFexFKI8JTw2YtkLdoO861Mq0fz/UosDTen5JwTk5IdTOClv6AbgkyPSeQO/+6rvvzwwlAcAxpgfk2T2OcNvaKGJ7TK7JuhSi2Kurph6tjQQnJ/TR114H3JbaN58H/U8BbcFGQ3E/46yg7QEwNpUPxPmzyEvMAei9DDj87jSUx5pXdxkG22GUb6NvUboiYJD/l7XmLPzJKmADYMb4EpA/RS0I8Jx9/fDhKiNnGFKevzudNpQwrz9FGGo6SH9qIwDtYowoHBXvcdiOXMSTTDjOsyECRfLp6Xk+k53jVwpmYHIUi03DO1TW+oSV088AhVzPjSO0SRsdoi/URYjqo/CL04DSewG8AfMPsdmgQpg7jLTHEJW0lwhU636uORpE+5up/t5A+BxbUNzWBMC0tcryZgY2xFgZXc+I2ijh567/vuoBsNuxudbxHWPNvdyneZfTvtb6AYA9huMYFhgWGBYYFhgWGBYYFhgWGBYYFhgWGBYYFniTBRYB5kLpS4D0TY17xs1vbf9SFUv9W6x/CQAvNWDh/Ftz7D7KFfzc9vyVQkT/1AHvkjmX+/e0/mEDim2r7I0K4HkI4Hlo30X//0rrRwut67ecHZ/R72XXghX+btOW+n0KBdxJ0bLN8772Xdlll6pjad1oZVXewU1DPXoBv8WOc1WoFTV+Sd3AZIVmdFjWCaukKWp5mrd3qR8TPJqB5Hkzd9mwt19/Te/PhsbV/gZ/e5j8+PpNXzDoSUWT/GRznAsEA79QEz46Zkpx+1qqSIEcghjNr/oxqbyS23yv+jXlNFX4V6BpvQz3C/O+vaVepLx2XwEvK7l6Fy+g3be5+jcHvdVGIFTZt+rGZKX4c1keF0BX72c111CzVZ1VbtUHfCmFmYBsgrq6zj68qeSuNk9hbeOLm4CHGgdKQLFbULwLIe1yCF0MQGz+cxhKSA5COwN4jzJ8MGVyO9/1uYANCB0CtT82N4YYANOMCrsraBsL1QSloRuVIzfKXJP7lHsCDhb8nucBpo+Ve1c2BKBm+9UHKV6t1Cs1M61UXlnlqYXGWaUr2yYg7iFWweAevgsUZyhv5bsF0GzJod7yim+GlaZtlXt5E2A7rHGBQSsKCbEdis0AYPfxO34LGKrD92fI6ARPBZV9jYGWfWi+TtiX6C8wDlgMpFYe3QBoKGopy1CrQjBHe6LvBq8O/X0V8FHKWGwefqIQzLQVKiovC7Acfm+I5Y0GCpccfVmv17Lf1dVl1BnKVaBhDOXlZShJo+8cR6hd1U7b4/zdmcYP2Ae0dh/wE+d+ljo66yJXcIXIxkU07viexsDr4XEolK38/CwF6i9/QRjiyCt8D1iOtSOuY94CojU2GXGhxgDzcj8gXGHayWEc4Bk4KEE656Ovnz5F/uLo+7QBI9dbgP/9A0rXAyldA+wZ4EdFZVcWU+XKxaejQkIsrwMuc/zww0f9/O679+rPffblQYrryKt7tsZC8TnV+1oII+Ry+NFBrKv8nUve7KuwJ9G2BTzj5yGh2GOs8Tmvv4Dy8JNoJ4r03AcQY3Utvz1OcMtywjkByyj76irGLZTIp5EL+DiUyVbGt41IbBqgb5SJnbnv9sahtfken1mfhj0ZCPwp7nW+bPvzHhugmI9x41VQY20tiGuP12xuIsJAQPP4580gqL2dI/ou+qv9RUpGX3ODVBFeO48CWlfkCfrk+qI9OfBaV6SA9hc30Uf7XQJg2hQVefw3/77yJgpHZqjw9+W3lRPb4aVty4LQmgj0me+isqf/Ai4PHT+HBYYFhgWGBYYFhgWGBYYFhgWGBYYFhgWGBYYFdlrgrf/z+vmg4+sMwlvbv9Sqpf4t1j8A8JMmXgLYf+9vf5b7NwDwNgd6LQB+NF+fAYAFqmbg8EsD4Mehst3rp/yjKUhTkdcBYF52++iUv91v2xS8vZ2XALDblgrCLXCsynoOAO6v3QZwKpSzekMfMx9of22f57cBTNsPYDNXeNd4TvmSubB2w8RHqcT0RtovuguSFUibYFkqfEsZ1o+JFFvpN4/t6bfcVCt1ZLw8B77wIl37EgAWGb637EOI2clWuq9XcaIE3FSxE3a24GAP96ovVVad2/W9NGFSRzcINylEpWB1ew2bgAENAE8+kr7iEN7Y1qCmQEAPfrfNLecLtqIX9R+/V37ajQ0EUrGWbYFOwI9SZLrHBYBR51JeAWDAILRESs/MsVxqxo25kf5eUKMHqKU6bgNlRSB+5jH1hgRCuK4DBk7+Qe7ulL9trDVAHPpbfYhyaG9dA6pBCQpEErQK8MNnh0cG1aXCNe3Pd1hH9k6IY1DsuTyFX1WO1oBj2RGgnAFbW2s4VblHXV6pbg0hbRdDPbUfdbVysjqsbtkN+GqIRF7sAJ7IScnpnVCfsrCbfcvAyjmwS2nqtajm6eacS8AUbbXdA6rGuNMWFJSHB4bRfO91wvNdalyFtW0bjAihTO9vlAdX00F2k1+mb9K2yrV7GblgybULAMYOlUf4NFSs2AEV73X0nbmEepT43WpDrENAfud9dh9r/D0Obe1l0wU5cesahbCO8yhICecNRCUs9TpUp4SpBiZ/E6rawODRTue25h4rs4GhLdyv1qYMjU77KYvfPTci5LFy8do+VxGOmrFzeRlqvFOJsjPiLvIMA1HJGewgyPafKVy9oKfBLNanPm8Wccj2mpvffXe0+vgXrnAu9s+fb1en58LnzG6t2VrKwzaHuZmEJYln4kWEiL7/DM30QrsnNbCh+kkAWMIdw0ANfAmPbSXtp0+X7m8CWpZDvle07LjeSt7w41BknwTgVv7iXBc9r4DYn6KOE62PimBALl7tOQrbh5L3JPIo18aW4/BzzdMUFNM1/qcECu9r5R53mOyjaO9q704q6M/3p7LpXvxez0DZmbUHYK182A5rfhUg16cMgSnczzwrf6dIFun/fu7xjHK7NB8T/moctdGK/kcIcR5iefQb8CrqB9eSo1tzS+7jsa3NCrmMuC8DAE+2HB+GBYYFhgWGBYYFhgWGBYYFhgWGBYYFhgWGBV5tgUWAuVDyEiB9dcOeeeNb279UzVL/FusfAPhJEw8AvOSBPy4Anrdu0d+XujM7vzS/dhX3MIE1XzHjs5PY5fNM4t6gZcpMsoI5dKp657mA6/uqrwDtpECcAZJlczQQ2F87L39bOdsBsF9Y320hx9sUwBVieW6/5Y0JblEPhAz0tvsrvezP7A6l3YB1bwPA4RS2GTikcJYO1VqqIvuBFUkcZZ8CFva1Zm9f1gEVwqWmQrCUoKVQLVhVoEkwKq6dh4B2rlarMiuP6yZYbf3je16E13ngA20qcObzDfIaLrVwnIbHDq9LfQC0/jwv6fvx6cFYhR42sGnhPPv5bahnWAGwbL7fK4Bbbl1e3JPPtH+BXz6iviRM4jvCzAKoBGsUGtmK08mn0lkq7O5csSpwkUpYwMM0XxMEtr4a5la5E0zqJtQ29ajVuwW8DaAKFDqEalOWKocvAKODX+WLBUkE5aIZABznh7UyroUibwBT9omxLFVwhU/22CSYLSgGTEoFsf3D4Y0LAK8StPcqZCATvkvIZfqEqhO/LcW6FLgCReTgbFBYvl2guPqvvpc9+vkF/bIvMw+rfuqtXL+Gwu2c544BfctvbnUmY0xbgXKVZxggxwFAdp8Nt9d8H3W7T14r2AxBuVJisuEixtd+12C663BOaEBstZk6Tk5OJhgM7CwQWzlMDw5CTXx/IwAPNKQtF58+KVf5aUA/yrq+vtZPxuj05CzUqNcxB+ybZ2enyv1NGcDgWhOkvNbGAfrIlfidV3LCALOecS/9RGHMnPAasB/136zuAH0R0vfbbw9X335/IgUroJJQ7evIL1x7RrwRIjYTZBh2xqnC8X6KcqYNB4TUB9jHyeP0H2zNXL6+RuF8Ms0sr8UBl8kBDZGOjpysUa628MR1MUpgxhFFLGvCZ6094MvacABARg2dOZr1nIl+hp+uTwGJ9BOaGvZXoOtUkKaCFgDM35o/fLwKGwfIjTb99rcfVr/65ZkUu6jb6S/wlpsLdqPYZk1maboKYE9f5M9S87LhAlU//Y8w1Zc8k/Arz1/Wc7FNM9iAyFfyRTZ+OI80c9e2OI7Qz+toxyU5jOOG4xgYbXChH2ayofYPG8U/wro/sHEt1M4ff7hY/eY/nAtss5zaf72WyL/zeXeXGziAzBzXMR+8pvo5RiMK1uK//NnkZ5yfkMrfGzYnVLtSEcTC0OYoeesdkv0w5kH5Tf83BGUXAKZ+hazW3wvt7zA/nlNBr503AwBPk2l8GBYYFhgWGBYYFhgWGBYYFhgWGBYYFhgWGBZ4iwXeCnReC3De0ub+3re2f6kdS/1brP8rAOAlaLrUp/78q0JAL4V/1hueTcC2q01LfXkuiHpJn/+Wrl3u3wDA28ZrDoDrmh7qbbvvawDgp0JFL/vaEgAuJW+V1Cl6eYHaOVDBT17A9tEY65oCwPWzX9v+WgB4KaR4r1ju2zSFwkxF167Qz3VdD8fVz1R68+J5m6/IRiifonyFdQV86e13UwBzHyqyZmePRa8+tGrPQBYYswFdow6Uvg3KcnOG/ASMZd5Gh7ylXCuy+jKoT+CwC0dcgNblNmXn3Pf68a42z/MKz5+tBlEGf03hCfRFVeYQ0M5/izrXd9fYlMKrnx9WAG8CYK4z2EnQkECRsWgKxLYOojDT2Kgu59mcH9U/jR8q7W5jQt3LPaWUqz7KfgIRzlNKH3VdAmDGdoKZ5BaNRtfGB9eZyuacm8JU5X8AjdygIHV3njOUdv+mshMA83wstaz8KkAO4yDgj0I383Oqmbh5hnGlLco9nMC4fAllImFcqUcKR9aK8EmaaGgUcCjkjGUvIaSciJRZkQUYb9S4Nd5W0BIe1vBLKt60W41NlTPBxGiD7/FmCaAbQNTwkZDW4Cvnxp1CkMd4Xsd405bTk1A8qs/0NeF01K8cw/H9lAM75jX9leI6NzQQ/htoGZ6n/qGMpd11SCmcfsVa8u48crjK38glfGMALEgmRCdwiCrUmzZuJ0iNhhpAS7he5W4VkCZccIR/DgBcmyzOIkfsTYR+FjwklPu08cN5W70OZYj3BMLAWso6Pz8TsGcjgNcx54T99CHqu8W3rlf/8X/6ZvWLX+6FCjXCIIdaFBp6Ekrc89PayGBIKRV8HIwf85nigOeonvFRvlcIb0FyoKDXU8LPX8U1htO014pu2zXWVHL0xqnTCOlMdO+ydAqaBcMx6FGolJXvF9tHGaiF+R7bnAaEB1rLHakm2vaXALr0g9y5zl0b12MvFK/KYetNLAbAkXf5A2O3Xn0KO/zrb/+8+pf/4+dxb5wD4EYbzs9j80BCW3zkIBTitSEAAFxrION0FtfKZXCFqO/6mpDg3tzB4TDSbcPORQBg9+NUmyBYZz7GGJEDGluHe0pZy4aMGE0p/QGubKrhT26KvomxuNVk51l1tPp//58/rv6Hf/5m9atfr1cXF6GWJpJAPjOc79sA2ZtOIvx3AHiOSnZwzVqQanop17URoLAxINw+5iXRG0yk1s+cz1rOo/x9np3kS89levqzJGNls1xrYwSh3LUe27c4BKf1vM21lyzOCjsf4xeVP/0XsMsYx7DAsMCwwLDAsMCwwLDAsMCwwLDAsMCwwLDAsMATFnjr/7xeAqRf2/hvbf9S+5b6t1j/M0HoUjs4vwRLn1PGdE1C3J0AeFu7nwK/r+znUp/+3t/+LPfvHxMAP/aLzQ0FU7TeMM8E+/KFL29WH7vqJmidQ9vXKIAZu3pRv7RO7J6buwDw7nEXZADAzZyn4FIPTutFbw+B+762UI+bLVz2S8MOjm35UbF/O0+4yA5k5lBujkED29USQym/KHYIyl49m2Cu+67ukxowQ2BP45K5fCcAHPaz4sh3EWp0qrdfFKf7wublggkDZe/sZw/JgCiEIVZO1hyMUvo6tGw7GogFllh1dxP5LUtxywt3QjsDeVHA9SpfIBQv7QX7JjDZwpUbFLbfq40thK471MPkvm2lPi61MCFkpzFNMFzZIpXzM8OlStkbBzCHg98LSvTlA9qnXJCpAFb5gh3NTr2fOx8l/bLfcVBOr9bc3NjQhc1OqEbO4OZjTcmLOlQwVkA252XeU98Z7rtejX+C6Gou3wEv2oaDOwFJQb9QlaKIRDl4I7DCvCjlcIU2tyIWX7tXDmiAIGFXo8/xH9/R/v1yxugK1ySnVrtKASwAGhUAV2uM7V9W1B5HaGK6qfy66q/DKhOql/4oHDP5XCXpQ5WZ+WXjJ2NbCmGNQbRLytywF6GVa+wrb3AppsvuBc2neRr9Y94I9CZIr7GgH9jwOsBlqQaZx/MyKbvWIny3KGGNFzCxIK+AdbQXgKu1Ka7uATBjJR/LdQTfxzZVJzZTuOZoN2UpJ7Dg711AuitdXyOqFwAAIABJREFUh5+u43vbNeAX7YsyCb9bKmY0ngbxtbZBLtumn401Xm7nsWA9oQyrlmlXlARZ5fNBKFWjXzeXhDK+DTh4uvrNb5xv+uNfLuIerid/b4BTbTrxOiL7qY2ARMNDzav4eXmJujnXIoB9EECH0vaInp4aaHLtdYDuUpRLYQ0sDjh6E8D4OGwi4X5cR05h5fvVRpcoM9oiBXE04tOnC4Hj8/ehno7fr0N1zTgdaXNA5XsOW1aO2zCsNiQA6FFvi0SGj8jqzGfuiTy58RnoenX5WWGr//d/eRd1hl/HknV9HTmHA5AqB3jcfndb0RXwe69V0/NDY/Swev/+1HbSMyr6dG0VcB1SWXsZ1PHhw5V8AfW68uZGHaie7a/k63UOdprLRpej6FPlfmejxk1cr7ZE2GoA8X/7L5Ebee9m9Z/+15/FOMeYxDV+VnodO9SzyvOW31Esy1+iOtYeYDJwny+pj+vtC6iCY9wvrrK88lOXxxW0O/8CUFjr/Rg/1g1tzsvNCVystA05B/r1Vc/2hNpaN5S32CVWxIcBgJvvjE/DAsMCwwLDAsMCwwLDAsMCwwLDAsMCwwLDAq+2wCLAXCj59eDj1U3euPGt7V9qxVL/Fut/JRjd1q4p72mBiLjoOWLcrX18EwAuDWFX8iv7OQDwkgcOAGwLNafn5WwhnAKVAgMJgFH6TKFVE+A1pZ9LWwLASyGdN8MZdpCtA0dLI1tKGLVnNsxT7rwOBrjhVpABgOeHoYphqxSZvJjmJWsHYx1F1FlSaWoJIzezxz5uz7a+vAYAKxcqiiSFJ+6h7m4ATN094LJa0+CrP2qMK2RuqTYVJnoKtZw3pf2aarW9tO9DGJfCTZA1A5J+lqKs5QflXNNMAc78sr0PRd2Huqw2z8GmXqInAC7oWgBYQCIgW6l/C+RhC8EfQQuD4KbAbaGdbUNUVQ7XWy/iH4+rwxnXUTChVJp9SGquiRInyCwIHGUXAAZsFZBRiOduwOzDLcep1KyZO7jCWrvNDYZV+RUWVv7e/bPaD+geSrQksr3iu8INk4MWLxAi6hTlhLadA+DePmozoD1+VrhkA+BUtiU4Rslaoa2BeQBb6sYvuA8gq5C+WU5fnkAhyuoE7PicwvoKVGKQDE8bIIhrAUEe/02lLpBImwKibYR6xl/E8qLjKIDpC0pO2bhgupSytwIx9AnAuPdgBTX9Affcpl0nAEwbsEvAIIH+aAvQi8sME8nv6/DeBqSGU5VvV2pfqVcdstljzjrGJ/dRauWjAMDR7lIC4y993u8C7oKjAeAqZ7VDmFv9SGhlwkDz+20oMa1gpu5UpacCmPOMD7l7q35gIXPgPJTA7gfAMIC0xuMmxtThtO+DJDJehwFLpYxPBwIuPsTfXMcnxwGAQ+kc93rThEHrkeZHKnxtBf3/+d+X/p31O3I9qx8AuvCtUIZSFn3c24/PrG8RIvg08tr+U8DfWuf+/McPAQ4D/GuRg1qS//khFM4BMqcl2GuA1tlYNx3COxSq0Sd8R/6bOZOrfd995/yzynMbfcSHtIyonPClK3LXhp3YFBN5clmLAMCH+2wkAAp/DiVulBt+dBiQkvoBp3BcP6NUkB5oG+uIIHV7XgFtLy5KWY0q2Jsx9kItSzv+7d9vVn/4w1/Uh9Pw0//8f76bIPZDwFNy+tpXZRpBYer2s9Whor1weJFEfSz1d0B1xgG1dPmb8nyHvPjszBtWODgPTJcqPJ0DkKoNIVNYeB5uDhF/FH5feeEFXPE3Qp6Tjzca+1//ywfNy/XJ/eqf/+fvVr/+J8A898czKTeXUK/y87IpQRsFWpwN/32Abd1vtpnYD/ycFATnOR3zhBDVpB+uZfz6ivWCzQTxvEM5HHYgRLU2p8U6ougVek6zIa8iPxA5wGt9rUn4Lr5canHVno/pAYDtN+MYFhgWGBYYFhgWGBYYFhgWGBYYFhgWGBYYFniTBRYB5kLpS4D0TY17xs1vbf9SFUv9W6z/lWB0W7uWYOlSXzbOvwkAb6nplf1c6tMcjL2oj3/LF+cLwafxLh14JgCGqs1hoW5/DNZeYpalkL2L/v/K9WObArh8QbnopOpphfvdsGFU3asXj0k4Haqzu37iSrZv389S9ZaymPN9vjtdn28oq//1++7ctpsv8yeVYfnBo2GucJ6ldC1w6U4TWbHy3/agEZgBAOZQbr88DMiNFbaNKUBzwz5p7AlETyc3/anvv1+Spz23jHtBUfI99opeAya/dC9FmcekvQjuQztXPdWPsn3ZgXKkeEoYr3oJJZsgo5pm2Ncaygt7XZuu0oNjrroFFKGQijfoBQoLQFbORK6zTZqir1SLAnalPM5q+1DWKIA1tuQCJSyvxs8ggKNX6hbIm4BldsSALMcgQ4GWfYAADk0dYHZq56Zf9u0xBAKKOCepYZhf5FdoakFBgT+30X3MHJQZ7raALcCrDsPftpHIIWc9GP3mDF2XYJBrKMv96JXOrW62htTGhupL+ehcre9x9L3KKd2pe4G2yvHcAWgBduL85tGUxAbAUnwLnDps6lHAOAN34+ZqB7aqPtV3pXhj7ZKdgW85RqXuRCEZPFUKy1rX9NhNn62wy2onYZMJMx39U8jeuE6hnlFjEtpWqmKAlsGa7MAGmvQ3vtf5DEXOBgpyjzJ36WcpfDGFgH/kMpWvRMjcyomsPMrRYOelBZLZLigNdU5Nx78A5JXLN41LbmjBUStEBRTl1lZeAsEMTGshT99igwzYj1Dr8R9jqA0ZMTIC3ogTw3+kXlUc2vIdbwpwfmIDT9SSNb8/fvzkhsVFZ6cBSxPtlhL4c5bjdS0VuWEnQkATslqqzfj+NMI116Yb5SYOGEy3bgnLjL3VnX6zU7cBIsYOsKyQxmFn+kYZhB1mXSF/8DpsCWS8izq//9lZhH0+FtTEBSn104Wh9RSqPnO3fvvte4dRTrhp+Bk5isOX8UeAJacuPhGq2RstSlWK32j+kuc14O5JbDgg1DgHYBQVsqLqoxwOmx4fR1ujEddXUfYd/kLe5gjpfUaOZpS8frbTllqf9XyPdkthir9qY4PcTuNVwPzm6iAAMOsRbQwPOCAaQ9gqgPkf/xhhn//7J+Xy5bb1en/1L//5G6leyderMNE8V2P91waGKFYwOcdD8ztgJ6CWc+QHZs2mLPp5cxs5nrU8YMcMnRx9Bnienh5700DMFa4hzPdJAGjVpeeeoTgbo0xjsbnXafVQ4+KNU6wv9zxHAvD/t//rz1HdkWy3f/Cw+tWvPq/++T+exUYNvN8bOATgBbKj3igXKJ17bQRhp2eg1p6pSvk+AFh5jvNQP9ngojaxyYmHJWtC+GbY81aKbm824vs9wniz/uDrBaETAFOXn9UowTP0u2zcgP4AwG08xqdhgWGBYYFhgWGBYYFhgWGBYYFhgWGBYYFhgVdb4GsBnFc36IU3vrX9S9UNANxZaISAXnKX55//iQDgpQ69df7tml+7AHDBoQLA9ZK4ALBASgf+XgqAq/wCP3PwW/Z4LQDeUPsJfLrE5K2TuQWk4kteYnNMdprlsu1f2Eo52RX01wTA1fCnAHBd08IzJ3xBcZUDDgDRy//8Wf1zWOfNnMfzsXgOAFbu2s5GPQTeBYBrgG6eAYAp2zlba1zd7gJNhvYMeLZegKuNsRWLBlAed5/jhbpCgyoEqsE1L+LrO/tQK6vPHyyoHfcAdDgKAM/v8e9NeVjt4voGLJtqWxAIAEUY2pxzG76abWqAfjOfMeCq4AqKTgBHnwN38hegGtCJHJLx2WpMQvbafxTiGNiN7YI79HNC4Zi7Y/JP2TCBc2d/Q2mHXa4uNWUqYN7gkroFSONetxm1XoCO+ASg4TiOUM897OtDFvfgt2AadnTp2g+hw+NNP1F3hr1J3wrcyXbKZloEvVGglNZWuQZcDLugyOVAvUmfC8SUk0oRLuU05WT96UufM2c1bqGtBVEfCmorcA3NyWtKKGMB2cYr3fYAgtiFvK434X98h7JWdpPtbqXutaI2AFqsAwLmAGDdb0PI3tNcsSrRh23fNgSweNhGBVTpL8AaAA2wc45tVIfMy9y0kOvPccDL8isDKs8pQhJz8J0AWuY4Tn4+zVeHwg4VKGpv2h/9ADbLxvhr2ENwUqAL9bHznd4GlBSPBm4C1dIBtHTIPwOChz9J6Z3PBOXNDiDp/lrRi0775uouIPXR6lf/RPjh9I04r5C/AeguLi61GYDxX8cmBfkZwPEc4GgfEJBHpe506Ak2naMWH6L/tV4eBOz1/Av4GyrQWlOt8Py8+vAD8xXSCOyP8Q/VLEPMRoaHG2+yAFKfnh0KMLOxgnbR7dqMIxvE/32I3L01L1CkHp66f7ZRgM7LA/mabH8YIfOj/wd7x6vf/+5u9fvfX0af1lJus9FhL0In/2//ch4A2D56EvbFh2lLRiKP9jhks3ww2n52DrD2ppTjmAcXAdRRWnMP46yNO9qYkBtlcp1CFS0fJzx1rheUR+js6RmXwBUfYn4BXv2scFhp7EkocjY/3KHMvjtY/d//9U9xAbmtPYfvHv6w+l/+03er/xAQeLV/u7oM2+vZIz+PNS2ulkI9N+wQDd/hq21H8v9ic/sdCmA2X9QmGQC056msHX6qEN+A47DhQWxQYemzH3ujBn+DsG7R+SmChZ6BziustQ2wHfNAoaIHAM51bfwYFhgWGBYYFhgWGBYYFhgWGBYYFhgWGBYYFviCFlgCOEsA9As25VVFLbX/VYV2Ny31/831v0I528OxnTl8sw9LCtsl+2wtXwk+O6nAUiFPnN98Pf+GgnbcujQ+S+P71hbNwd68vB5WcG6pve3+p+zvl/gqr3shz+9Lit6397fV/ZyyluyPduu5x6Qc3KKEfo4CeFvY5wYWNlvRQ7un7PrUeLrv2/tXfjNX4D4ub1ORy8v0DZt2YK56wJowD6H92MYzxyl/mhw6XwqX4lcQ9/HYT/4mRVIDjC2f72b7nxrrguI1T3q1Kd9thFyeCGyDjpvzq5R/DXjxYr7CI0/zp4NAemkteZ8yZG40tQ813FSf7ZL+O4dpdr01VlbXuv5tPlPfCfIlFAPocfS5S/uQydVW/Yz/s9oQBaYhjcrMMSt1scGZQzsbLAG8rMwr6KbQtQVP9fI+1W4zoNobSGByiy8Wn+1hq9TFCfYqqgGwtcKuo26VAjTXM4dI7sPnlqqOLkTbok8VDry3bcsXm9A3Y7KKp2qYHUa9IDL3FgD+/9s70x/Lluyqn5znqnqv23aPbrcxYEAIWUZCBj4g5D8a8QEZgYQlLIwF9icL2z2axkNWZeU8sX5rxT7n3JuZdbMq3+vX4LhP1Vl57xkiduyIW31+sdam/4AqbzhxzArOSwU3UwA75xxKLHoXofF8TDnuQiCVfs6/s1GQAqMDGgMjA/SbFTz3N0wNQCkwGRt0ATZbtxYAjjrc/TBUzwaDMQdH2Bxr11gjA0xjK44i1/MMdTQtbcD38iobC0oVTjuoH4xqF3UvFq+GoqgrlQfYFFvtaBVw/gVgdbZ+ZuOD+oEleINUWSOJb+LMqxTTlR+uhd3AWh0fCE7t1kA5+rmtWFzR3lZDGDC5qfkExGTcA/5q7QuM5v0zAHDbSEGM52r25PnULts9j22hc4A88iRQ7F4QWJFRW7CNBoILyp6qfrJqwPJKzWjF0Mr6bYNz2s+Ggprrhqy23mXuaW6rpi2q4K3tOylLN4dXgqlAuS0pa7d0v4LkAD1UqHQRa3DUrxdtYwhwljikfEBBdXI8daKdU4KT9IXxOToCqqMmjuIacAg8L1Up/WKTCorkig81dlEBB34rGrilk4sKH6Dw+PhU8+dmeP3myPMFZj4aB6gbb4/JtdQBhsFv76VeLtdwDekrKc3r36ZSxErYPPzgL86Hn/7oQrE5UO1fgWW7Q9wMB/trw6/+OmOpTrBEGlzq3q8PWx5oDLBbzlIoKL0x7MrO2fnqLzPNWcF24gI8jx1/8uD9uxONg6y2mzX7pjqBrTtw+mZW33xL0HRHcNiwVe13rASUUzuZucpGBTYUJHcODmVBzpqr4y+v7of/+Yfv1XdBYdeAz/za27sevvWdbdV9lt24YXfaWv+W9+aW1k73huuh4md+OMeS88B+/uQ7MVluW3kmieAvNaFRIvNiaeAYPvLs8XeZxgeFdDuXa5Ef3vjB5h+vV/k8a27sp+ebsroCOHHvrx6BHoEegR6BHoEegR6BHoEegR6BHoEegR6BF0VgFXBaBWhedPMv4ORV7X/pLVb1/8X3/wSQ2gHw80d11fisGt/n3+nxI/9fB8DL8VsVr1XxXo7SquutAsCPQcfHrLCfC4Dn7Z/ASJ5gPnqv1qGnwPrqeEwAdL4Z4FMB8FwB7Kb9nADwqnlCBOcAuI5HlfSh17ye7dye+EP23KUUNuRcrhk5QrTU3oxdcKk4JyA7Kl5R6zXF0tjOBoA5ryyBM14Bc86VgsX6eykKfYQfksfmNMdNva+6qPM5MVepBvxF/cufWA1HkZuH5hOUrvvz9VIA2DCjwZvxWMAbcMoNybWBCFYr0lZZgAKFADxuf6nrq93NrvMp2+bqHdcvhSrXBXbkJSA0gwCASQPNBsmBINW3UsPye2DJtYGY1Z3t+Iq/LYDdpwYwbAlLLc5pY0OpfW3ba1tdYGWATkFWACbQo15Ay8DW1LIc572V+QFtAE8fA6Q12KTvUc5yCH3EhphrAYiwSEVldyk4xwBkzFpuyOOWfla8gM70t6y+52NfYxr4m1qkcwvoawEYK1Npt3OVfElfK18ydzIGCZUx8UL/2RywLdiYWGMvKxUkuTnLQc7fQMEoEBzL3abobAC4xgFlY12dc1xDVT9tJd3mZcax1axtWy8qT6wyBBRiG6z7Oy7NPpr2x3Y68az4XFyet/4zbwKavYEAHL1QQ1vmwaglFXNUs1WbOteZrdv6bXtbttCsJU3pGLAVy3dertPbrMs1OlKlUisZJXTo4skJCmPFVfB2TxbTvBh3rLMvzi8NUnd2pTxGeW03gNSj9ekoS89vDI7ffO1u+PrXdqQoRmGper2Cqlumc7e2omZzApsCdnd3DPCoJYCinnrPKHSPXh0ZugayTrb8TAGrpoHH+o97AXMNR4lzq3tuS+SWu+fnipkbyAWJsWrmSvGaeuXJ7zvGpwF6wDC20Dc31FTeMeAFRpfYmla9PT63Ypy8Iwe2ZDu8rT+A1YuLc0NwIW/fj6y5vrwY/vwv3g47W5+pj+uyo1bsWItkDb2/fz/8/X90wBaHrKE6YQe1qtp5enrudmeZyzzGZhlIXfbUcNwLtTdgFnvx1Ab39wLjRe1tYtFixD6RG63958wX50+gLjlGTOebSVB3V97kZ1MUQ3F16s7ejjaM3A1/+sdItLeHYwHne32XrqnNO7vE5XL4xq/sD1/7vOz+NU+UA7y8nrYtYG4FAF8kHojOZpFd1Y1mXJk7/DSoJRc4Frtm8k/nkz9NSN7W1ayTpHxtkFj3up/NO541Lae4djYx5Npul+Gv/zr91OSffUXmw/7qEegR6BHoEegR6BHoEegR6BHoEegR6BHoEegR+LgIrPq/16sAzcfd7Ys/elX7X3rHVf1/8f0/AQB/TJ++FAXwxzRgxbFdAbwYoOfn0/RQ3lcIv2mv6ZHZhxTAy4rX5wzrFz0fVl3vkwDwvCNNDfwcAOwwLqlYn6uY/ngAHCXM/BWAsjwKi8fMlaaPjddzADDn1X2efro6Qa/5fab8XFQAP5U7E8DlgXaUhLwmK+xYSDr2hgLN+noJuiY2BVenY9KXqRbog/7PamCXgrL6sFUP2RsUzrUWLaJrea7rFiir2qKVMxVHIKP7pwf9tuVsCssCt9XPitcI+vRGLJ3THz90bxbHvt5MqVvnFJCqmBrcAuJm0L+6T9gLXvrxf6vDeC8oCGiqvgM9/GBe0KvuM29j5U5VAyA+HrfZvJnX7a1+LgBgvWlVm2GvIJuAJiyR64x2yyjEGqAc1ZYjKYx1qFWVrqkMaIxarpSONcYFcl3fdja5DPhnU4t7ET9AC0rpApoFlEt9zPXHmsRY8Oq6VePZ91T83IdGHQvQRyGX3Jrgd6LjsQAWAxAN4APLLqWExIK51K6GqtTfbZbc1Z9YOLc5pFszngHEhKMBTscLqIvd7nzOLcalTpvmbfKgXqhngTdR9wLaUvN4spuf1o2y78VumFqitnnXxQBHvr6SaG5TT5sLkm5t7aof1M4FpDM2WOWm1rJViKWi1DVqHt/IHzsxkrIVmI9q1ccK3gk82hpYoPjy4oKoL9R1B3A6VzIBDcqNnXU8sJS5CSQF3G8L3G5v73qMUJ2SL2zqKPcAhn7arJCBKfBllX9b58uynONdY1i5tKO6sqUIda173f/47UnWk5Y/mwKGG6ZlytcrrKE31YaL4bPP9obPvk77BfvoD5sndG2g8f292qh7n52rDxqzQylJvQmlzVsg3PHxe4Nd7IoB8QDeWq+Ya5eqU8y8ZT5SK9l5pANovzdg6Fq7e23d0P3fvTsVGN235XLNtX3ZP7vpYFe1x5sHvB4xvgDac18v9tapJ6yQ6DjGA8CqGsdVh1sHsk6xeYJavbuCovesK4ytrvGjn9wMJ2+VEx7SbUFdKXAvUL5jp3wroHs//MN/rDgYwm4O+7KUZviP37I5I3WCC/S/fq1G0Fdaq/Yzxa9kYX2ueLKB4/BVVPbjPLFN/f1wIGhvYNystC+k2r3QJpOmk225wZoiWK82sJ6w+cFrGhsgDFwD0WvDxt26eqhjeftP/khrhIA3ZS8uVGuZPKWUPIBboRt++ev7w3e+szlgFiEz8qypXuMzthtNgV4bSoDwewLAjAHq+dQ2x+I6tY7ZROI1TRs6HIc2/lyLtkfF2/4d4/WG0U2t8aj6EyHUwL7/guVzzq3vAl+zA+CFvOq/9Aj0CPQI9Aj0CPQI9Aj0CPQI9Aj0CPQI9Ah8UgRWAadVgOaTbvoFnrSq/S+91ar+v/j+fwcB8BxKf9nb+1eNz6rxfWn+rOrfMvBb1d6pPQ9I4aypHweAP9TH5fasitfz25+7Pna9xfz4UD8fAtvH1L+5T5ke574TGE+sCuA+FwAvH/+pAHi5xvDHWj6vys/lDSAFMJ8LgJ8ez0kB91Qbpg0GPBh+GgBnfCYAnN8DdQu8zgEwnwdENBvauaoTxdF8Utl+NWNcALgAXlnjGo7anlWvJcX0vP9WJAIddBjQDvjjU6z0bCqmdu9FAFmfNdWb7gWUMmhtwI/rTCB2AsAFfkfwPFMOl600QK5eKHeBXO4yPLKRl6pXm9hOik9qyWI1m7bMFNOGirH1nud29YvzCloW3BrHELUjxSKXXlGSRTVbdVjheECnGjLDzjZWaWuzPDYQacpUxqBdC7zA2HEdgGO4IPlW8Aq712lsSrFdcShraAOXBhWt2l1auKd1Kta4ZcVNu4FfAdDJj0Ur5thjj3miv9Pe0a6cvLcCL3U/1wVHAzoF3ARb1+4Yz9T25adzn5rLau/cLrzaR/Qqj9LHtiGBGAFHXZNza1Sz3olM1YYArgEIBX5Wftpqt9XpDBS6jHJZ720xbmAlAeCp/nZysWp5ur2omFGr1xyxtS1gSRip2UrXuLsfxEjxBLgCAq20bk4BN8DtptDmHM7H0hYwjTqV+5JP5AWQaQLA1H69leoTC+hYUheVTPyTrAf7u/55LtVtRo1ar4KdAm6np6cG1NQABtTCTu0goL8ATF1zuX31lm1u/R7QBYjNfWoTADWPHS+DZ/Iba2YBOL3PoaXkRgWceduO92aPKHh3djfU7nvBXyAk6xMa3wDZsgTnd8b/QvbUV+rD4eGhx/BKAJMFbUOAnTE5byAVG2bWR+rs8jl9vTi/cJ6mvVkfdhULXrYu1nF7AsC8rPrW74dSxp6fsR5EKbujTQM4CrDcAoYBn7xevdpXjgi+Hl84pijdAdQooi+l4mV8Ab17+1Ja6z/gJBCf9W5HCuAzxYdxWttk0dsYfviD8+EnPwIm7ys+yjXl/NXFmtpy5disCaLqUqoBrFq56hMA+GB3XdA6Vt03UsSyrmGn7dq6WFwrbxmb2mh32eyf6cfB4Z7bvS1oboj8N2/d3/29fW+UoOYuts0XUmpfzzbL2Hab9doQujYLREXNn5MTqdWp3aux9hqtdt8D9r0WrA1/9AdsepBNuDY/XLCRB1DsT1T/mPms97///TfDL/+yxmX9IhsHPH7Jn3wn1qYn5hMbHnIMoN156O/XcrfIppvAaN2FNbl9d2buxQKct/w9y3erraSzZnH72tDDGNdmiNSWxma+lOeZkB0AOwz91SPQI9Aj0CPQI9Aj0CPQI9Aj0CPQI9Aj0CPwsgisAjargM/L7v7ys1e1/6V3WNX/F9//FxUAN4nXkzWGP6Hdj6mRVwHSl47fqvFZNb4vv/+qKywqPJfbs6r909WtxXnkZosA9THA+SFr4+ULrgLCj31eYKSuVbBgua+P58dHAOCx9u+kQhtB0NLFx3svXX4ei2X4V+cUQJvHZvW4PQSmBcymn238Wj8cNz+A5f2plu0yNP5QhqEA5fQR3M3qoT7cfDAdV9eMqnKWZUsg/cl7+6HyoqKXY6PinZTApbCaq3vruGUAXPcaLZ71BoCjYOOoiJyB4QIs47lWnQZAAQx4lQW01ZfAt5YThq4FdFqwHtRYbheeA1/emltPl/qXeCyoF1s8qt0PrjFbHCclafKg6giP4JY+GRoo7no4X6pR1m+uC0grcDeCcGyKa8loUuGpDWXNvTj+y3OCp/08yOfaWOWmj1H3Og4N1vL3stq18tFWudRnFUxoYLPAZ41V4OwiAK7rMq9TKxhQEfABKCRfq41XWEQbVGacqy2eV01hzD0Zc8IASA+8jTqxfk8+FlCeIG9UigEcgKxsStg0TAKO0Nb6U2NQYx196TTfrDilrcBOLHJR/vFeszCKJ7AxAAAgAElEQVR37ABFBVZm51ZukLe2f0ah534ACN34Vs83+VFW2IllxgmrYc8FzgeA62LEjnvWxgBUkVUHm7GuOq5YCy++AuBR5gLlUf9eS6maOGY9MwAGRguYMX7YZgPCUO8yX4CpgLXYO6NAjCqRWOeVMdqy5XBU2VgAo4bdFGCsdQWgmWmUSX1wsB/LW9G4yr9x84c+35eKlBdAin7V+jet/QBaoCe1nlHE0gbaBiQEcuU+1Ha18hVI6fUo0OxS9Xajcq5Fpn0v6HOuQz6hOK4XvJVLMlRA4OSlQB12v1xdw3Yk9enr18hqsc5G4Z04o1C9Vz8Zq21Arl5wWmoU7+/tGupeSnFLKh4d7en6AsBSkQJ+PYdQV2tDAjzdv7K+NJve0/dxDahNGVgCoxi2lbng8YVU1swx5t6+LK1ZRznfewkAhIrB27fvhj2Nxy4qWX1mK2tZVwPfa4MFltGMLRD44upsePPm0DXMz85uhtP3V7K8fiU4LxcDKV8vr7G23hp+/OPT4c/+7G91k33l8I6tmzfUjnttRDiVlbdpv+yQd3fuh3/6zw5tOe2NKdpscadjgLGG1QLre6qlzOv0fRS9zPP9/f1YQavNV8pr6ux68dWIUN96RwCVeDFma1ict5ynZru5NUfqPeLszTNkE2DUqVDzJHnx7t2Z5yuKW/LaqnrVdM5yvTb8t/9yNVyp31e32iCgz7EVZ1OEa6i7ERsai9Phe9/bHH7t+wLFbFqybQNzSuul8sH13dNYjx+W2vVPKd4G7gN5t4DftNVrctqHbX25DfDWlq6JjXZNU5TP9DuOGFnz8n2YGuq2lm7fiwnMZEnvXxX0x/5Vmyj2V49Aj0CPQI9Aj0CPQI9Aj0CPQI9Aj0CPQI9Aj8CzIrDq/15/2YDsWY38wEGr2v/S66/q/4vv/wkg9WP69MkW0F8iAF7o8sTqPqZbzz521fisGt9n3+iJA1c/vfqiAPBTLV0NgD/Ux2U4/GUA4AIzI3ibN3lFAi+0z08teZDJw888oBzhmh6Ezl+rAHBB68dg6zxnlqFd3eNh3j0OgNPGPKv1k/jqA3UHeeAMLLFiCHvIBOZDAHgZ6hK+VQC4Hu7Pj5v68WEA/NT8cd3DltrzuqsFgKfr52/1QLneD/SYFMDV74K/PodYoKxqsLFgXl2rLIbn456H+Fl05hbQfo+H0fzhwksqUFdNBbyW2mkW6MfqEZcSNOA+LQA6pU3zDQoT2F/Oq0XYunhOQb8pXqbXgb/kUVlGGwoLouknD/IN7Qz5Mq7pF7mZdgAiMx6lVszv1ZZ5vjsepTDW3wEKqRu5uKgXACkADFQEwrnuaFlONyjwcH2ZALDbZWCQjREl448aEGtk1KItMfQD2AbI5P1aZVEAF3wsEOncEmgEWBlKCuIA2GPJnXEvtdx8/MtGG7gBRAKGUc8TcFr1oe+UTIa7ajNwpuyab1p+kWu1KYD5AiMBABvuoW71taYMrtSptqNaHnMNAG5IF+V2xg29pNrgfrd6yE3tnGuk/mmgMGCUHGnqUs6TkjtWtFmbXHO5bZzg+jcCQMQ5OdNAJyBXQLmUzs4JgbVxLW4LA/mC5eyVpJ8ohBk7ar+iiuTFuGYzAX3hT5TjB5JuAlxdAxraqT4yVvQP4DgCfV3XsBWkB0hnnKV0NURr3w+2lJ7lawFgasCSnxtqS9S8xARAJjWnNxpwT8E3/bEaemvHuV+gF5jtuDAvrGDmpmwISF66VPFYHzfjS18A3lgwV8LWGsp5VwK3uoKgrVSyzFxUrIKbr17vDeK5Hh/Xs1X4iC0K1WuNz7qg8P6+rJSV11wPIO+5zhwUWOW1uYFCmjqwAO7tUf1Mm2P3DZxPO7n++Rn5xJ+siZxHuzmOjRfOLcZNQd9V3rP+zAHymj57L6h6rfwF2lLXN9bQqatLXWLauLu37Y0BwHTNMh2rtsgi+f37m+FMAPizX1LN4i02EGAfvTH8zV/fDD/60TvlE3mh70yBeOy/6QP3v5CN9bWu7X5JLfxb//yVY0CeKLO9EYI/29uCqYpp2ZiTD2QQ+cc8ph1cD0tk4nZ7E6iqbLKFMnldSljTb8UDBTrzhRcxRgndhLwJLK1qqV5GFCcniYPXAuaVzrHKWQsFa8vv/975cC4ITb3tbcUKdb9hsv8dpPkDoFbd49ur0+HXf+NIEHhPgD7fq6h9yV0cDGzYoPzZF+Slz+NeOs/DKNOtVm77guo77Zp1UvN0/u8w8sybT+iP9gkwt5M4UVA7D9qfAuXjv3Nmm99yyqp/wY+h63/pEegR6BHoEegR6BHoEegR6BHoEegR6BHoEegReCoCq/7v9ZcNyF46Mqva/9Lrr+r/i+/fAfBLh+iD568an1Xj+8mNK/i18gLPBcA8Gv0ULcSHAfDK5i0d8EUC4Lp0AYyUiFxq74r58SgAnrX5UxXAj+XNY7kyATGgxTQ+zwHAfsC50N0CwOlAga5cq4FC2y8+PWrz6/nhqgHww7xZho0P494A0pw+0d4li+Qnr5Nn3u1PA/JW90QBPL3SmTnQrIfDtnBdgKVTsB70yQrQ6aqTSnh6cw78OHK0nzUIi4I2T+QDn0eI4einLiVWpssK9tib5jWHXLG3nFnwzmKZ9ifGVfP3qfxKuxeVYcsZYPgGxGzgnHMKiANcAYsFF+YA2MARJW0pXGdDYwVqG+9S1gKMeVVt3Pn+DKw9A+0X1Z7Vr7SnLKoBwFHuzm2Yq5/VfnKlzhtt19U3LFkBq8CaUqC5TYaUASZAHXP92YSpHDCUNoSd7LDdL8PLxAogPM3vqu08jXPUsZlfpY4F2AauBbJQLbPyaUdSSqxgean5UfMKGBmg2d6a5id2IGCsjNcFXa4F7KquszcbeF4BNQN/aw3coFhqU9lVzFHfAb/uWq1nAGYsywsQZ05yvAGg2kGeb0v5eaV6pakbnYlMfwFM9UI5eCNVMPVZo2AU/MZp1ipRqcINBokFAHg5Y5si3GHNMWkzyuKqpxub4FgrJ59pG5a6hAlVYoF54Kuhk8bT9WidgwBvQCnQE9Ut70UxPOV75hbXB2Cy5hAZ6gRjcY3KN1A3tZdtUUvdVMCn8utCMNcqcwFgoCXXCfwiR+kTsC/gn1fVEibvGF9+YmvtKOiYTSmgS10KeON8YuA5omsyHTfVhrP3J8Obzw+G128CbvcEFAHUGln9ZAyVNxqfc0Fg1zHewyo5quFzKX0dP39BUO+aqGwajjKfSqnpNnkj4N1wJItj4lhfJYZ+3hgQkEwuYNcMAD5X7DgvYyUYiEtAQT+vN2x6YH4p9/XLleyi15WjW0BXgcyA2jbmbIZgrrJ5Actw54YA8DtBXK0d+1I+A4YH1fj94Z9fDT/5CYpUWYK75vSN5g+WxgLAqLTpuxTA14on7dKwDL/5T7alUGa2Kf+lKr69AcADgBUTpTrxps+uWe7NCNlIw/mok2venglIA4DXpc7dFQCe7ZEI1SbUOvfsbKrzTqwYa893pQxq4kz/bABhzhBb5xTqXx1aANix1zX/0394r3xfGw5eaVMEUFhvGi5jJz4IjKvNF+91NY3P7v7t8L1f2x+++e2N4VRQGEAs3Os557VH5+9tZ76UM4Tfr/HStVG2Jw+yDt3pQ+zCnU9sPtDvqMa9/gKOb9lY0zYVcX3Fpl5ZVmodajbhSxv3OgB+uG72d3oEegR6BHoEegR6BHoEegR6BHoEegR6BHoEPjoCXxkg++iWPn7Cqva/9DarAOGL798B8EuH6IPnrxqfVeP7yY1rzO0helu+4uIRT4G48SniRzeoA2BCVvUnp/AlLs3JcHooOYKRD4/LosquLBGncz4WAOc5aFMvz8b4gQX0LxgAnqfjQr3Y2br2kD9TgzHxr3FZBsB8xsPrCQTmTrZobsC27u05Q+3D9tR6USX8OAC2qqopNd2OBoCpaej7AMnq4TS22Xovyr+CttO8CsBbfH8cf7Vr+bMApZxfVs51zxH0fSAPS0UM3HIOGzRHueyajEsBB5QZcTSQ5Uwr1bQf8NOWBh0KAAOSqW2rn64BC1hSm/23+YN77j/bFDC3PK52GQxXXFvt0EDTKAinPqTuc9XjzflAr6bmH2MmcETNXcUIYLWoOCa3AguxhQXUMZZVK3auvnb8BUYqxwJuA7YcQwPrnD+CfGoNA+NmmzByfJTP8w0A7liTzAH5UHiuCdaQTPeOOVFF0xnAa0hYwEcHYceKlSr1ags0zVW8QKl5veJ1Acob3lOfM2ZcLrDq3jbVqXVq6Cjb5YLU2dAQRS05BeS1pXEDk5WbW4JDtNOKZWpHY/Er2EMMre42+WVcZMnb1OZlLW2xK7nS8idWxgJ0GisrqW1BzaaAxH+8nv4eK2aO1Ti2msCxRp5q4pIzZTU7n2+GhoZnZUkfRXTtCWhsuynSr13Xm/OxhwekkaPnAru7Ow2AknOedonvmeoCA4aB0meCi9mMkJ5WXtmWV5+TI2dnZ77X5qZAr+4BsnX++3+ZW5PS9vRU6lzFk9q7WFczFzaYD4KM2wJxn32+O2yrvu2lbJvXBUABvWsm7VlfqfN6IpXstqyG7+6vA+91/XNdL9b498NrWT9nLgInz32OfzeQZzNFAKzrKqtbwM0A0UB2lK/kAzkAnGR8Lq/U7rYGUdvX/dM5LT0MFE9Pr4bDo20peWNpjZMA93l1iCp8TXGlnjNSVNb7UqwKzCpNEH2rJLBvsbmHdPVu+D8/ux7+158C7T/3pou3b4/9Pvm8o7FDYcyovHt7YhJLLu3L3vm3fntPY5vYX6vZqJKx4PY+B6ajQTlziLkUpazVyLo51tWoXenPu7fKT/1l72DD1+NetG9Bva/fqUFseKsLHxxManfin5rIyS2vebpecndqB3MQBbDzTMf83r8/Vg4cDnuHmvtq58m7U7Vrf9innvHJWx2nPLzdGbY0APuHAuzbt8OvfHNvePUZ1xcAlopcXhjOi/V1qZtRSmcfTdsE4564PVHKA+L5Hga801S9j8Lf6zibozRHtW6NG1UUL6+LQs1clHrN9crcm9ZMb6TSujNfRzsAHsPV/9Ij0CPQI9Aj0CPQI9Aj0CPQI9Aj0CPQI9Aj0CPwVUVgFWBc2a5fVAC8suHPO+Ah/HneeX9Xjno6fxbB7WI8VmPl8SHbXGz5JQT1xfm/1CZDmFnXx1qJT7R9uUZtDovSi9cE1KN6ewzgzS/9WH8e2yRQ75V7aOM57VKTqsWtaZNgUTk6PvJ/AOzKwnoBZDaFZl1j+ZqT5XAUOzXvSgE8V0ovq3gXwG31YEn5+1TqLILwpiacq4Tb+lbtmcdpeW1Y/syASwdFATolRVSPi/OjxsPH6UHzaMvcFEXV/nq4HHgElagayznCYIPsmd1zVBO3NkTZO1nazq2ql4F1KR+rfQbP1HJtENWQoGBsu2ZBtnkuzu93KwrBZ4ZKLQxTPgbaVu3fuYLa6ltTmMBdn9NqzFbOoNZCiUgMlqGtD8cKmHlVAV1ShBcAns+9wIzUBq73Cwozv+f1eN0vgZ/J1hsYsph9VjCj8tR/UZpRezUWuwtznvaixHXNT0C2lGmyxs0xKNMmO/Cy+A38Chy1NbKtfyd4/tj6UUCnwCU/bzh/1vCCpAWgUVz6742HjBC/5XvyJP1G4QnIAtrSpgBa6fuwSG5gnThWTd47HVNKbdZHVKul4CZnAK8AdF6A1bxSt5T+EtNbgfDkZX3XSEkpIMrigtoZaEebsBqet93X1NqBmtR22K0TBVprGqOOxT459tNpOwDa7ZrN2diFB3QTzy21v9S05CkqXGoWA5g4v/m3uz+pVwx0EtCT0hKFZe6XNZLhoSQqNWtTbzk1myseQE9gLe8FBgM9Bc3UrxhKZ52lH0Bgrnkp5WqAddYtXii/edE++oBduGssUy9VPsOeH1h1N4UtIBvoy4tNA/v78iJW+wCrd/eyPf58XzbYgDpBxD3aL1CLhlexEen3vHBaSZH6t2/PZA+9b6V2Kwg9tou4o3rmJzDfY6DNBqW4Bj4CQ1E5u4YziltBS+yRDX2t8GYMiKPmoK5zJYhJrKp4+iuByeTw7XB8fOz6uY6Jrkt8bjwHAZrEnfsF+p4JEEdVnhhmU0jWPf/ORgVUvAdrgr+Xw09/eKb3jhRGXUuHoMZm3mzILrpU4tQpZixtHQ4A3l0bfudfHVid7HCpCbh2X10qnobZ2kTCPQU2Dw+33AfyE2vt1ChW/mu+oLY+PcUael01g3MxK5z9XTL9W825Os67e11z1/fghRs+mybI9fQ3Nc5R3KJUJrWZ72xu2Zby+Eo5xD3/+x8A+FWTWHHjbufnyS1/B5LLMFWVv8Aa/NXRvnPt6ubt8KvfOxi+9kua67sC4reH2pgS6kv5cm94oTYwENj9iC08SutYxtPmh/O+1My1OcbgWrnB/CyTDPrToj2u8XZN8LywL3qrpZ2SFx0At3D1Hz0CPQI9Aj0CPQI9Aj0CPQI9Aj0CPQI9Aj0CPQJfXQReDMA6AP7qBu8X4M4dAD8chEW2N5PaPTJeqwBwHqby0HFuezo9lF2Gu8vj8Rj8TTMmAJB7TI0rVUtd6zkAeF5Hdl7DeLpqs4psN/oYAMw1lmHic96bh3u5FvTyUMwtihcAsy12n55oy7Vs68i6XoHteY3gQMY2Covkvb05U8Eu14IugNAAMMvvHJ4b9gILJ8Tpaz6sM9xUt+16hoCcO7s+5wHUUsM0L6tHG6Cv9z8EgOfguGCIQZdeALbl/R2OzRIAHhW0Ba25f2vTmmvwpm2GXQBgveFrNOVuQTznTPXFgDOgOBbOuYZBHw/8m6VvncvnAIwCYwZoPgcFaeBRvZYB8PhB+0tZ9nIB17AEjOo6AOBRPcYYjvCxASY1zspSPJ6bMjux597pAzG+E0QzNM6ItXELPF9eH8Y5PoP4nFAAeATzzQJ5DoAdr1bzMirjxc0IFSJqqgKvAf80EqBIWwGFcwCMQhTYUwA4bWtzwfbr0/VR+DpWWOraErlqQLdccH3XyR65wDPXQPFnAExtWyIEQWOe8x8bGpRDAEHAq5Xaem/K4wAmPicfGCNf0+ckr4F2JFbNmgLs9HlDiuqybif/uI7V1apha0BmkF2KROrSqr6s4C/wDihIPVqCV4pqYgDANWTV60JwLzWbA9pLoU9fDM5FtLZdTzbKc9rM+Sh66deO1LaXlzdjXWSuidIXoAfA3ZNqlGsYTup4VKSGqa6RnHW64K9jIch5oLZdnJ+rbeeq97s/fC7lr2aTQLQsdQUdUS0L5TVFcQKnEHiDw5X6Qj/OTmVPjUWvaweXnXYgpmu+sjboP6a3ZwNzAUdt2iOoDRQF9gL896Vy5XPmOEMGcCy3BqYc4Hxco7z5IPW+a4NEm1BSAAsuy4r42uMe1TprGvdnOnFfz4GWt2uikjt7qMWTBxt6/2d/Jfirmr8b66/UP40Rm7z037GUvlHyAqABtKf+mTksi2ydf31xMvzb3/08a9eYbNw3c8vQU/dc2wAAk19qq0B4NmRQK5iNFt4u5DhqKMedMScn5+5mAdPK//mGtgMB4C0B4GwiIJcmq/+cm3Eip3KMakdrc8qOCj7faT5TyviP/0gbA5TbR6oD7e8yjfvx8elwdHQQpb6hszYwsDmgSZo1orJivh++9Z3D4Zvf5UZaM9o+kABgdaMBYOd/fVd4nY/bQW3AqnWb9aHUvbWRYfxO0Fiy0YLvF873OVzDeZba8dN3ouaj5s9YFkFB+MA/H7JY9VePQI9Aj0CPQI9Aj0CPQI9Aj0CPQI9Aj0CPQI9Aj8CXGYEXP57oAPjLHJ6v/NrPz4/5U0iaPSOKfho4f+s5j8QaoHymkvNTA/X8/j3vDhMIbeB3Wf734DITAguwKIVi5HNzJdaybbOjvAQQnwuAl5XJ9QCTa2K7uqzU5f3l2rHVvscUplM3FwF43QcgWW0vW+Tp+gFxvn5TlX0o+vMYLR/3nPHNA2Lauah69P0FB5Ztd5+XCe2oArgtDCMYnu0SSP8zSdxe6h8+oRCe39tgaTbN5irjOi5WqTOVboMnjx3LcaV0mit9c35sfuegtOo71r04xwByplSf5+jyWGDPao3mLO/rWgHSzc66wb0CKQubAQyAW7sUulLp2vrZcG6KWBOWBQigbmvxq/zB/jVj3u6twzZlEVz1Wef20FPOZWPGBBJoS5Sd7vsj87+sr6cxatC61exN36lXGbVoKUgLtKO8DDAOJDP4RoGpaLrGJrU0m8IxG0dSF5d4VKznMV/YvNEaRezr/pUX2HOvtXzCEncDO+V2vMFICzbXdu3d+BwbNDrHW15UTVkDyNn6Pm2SyHhmrYhaOvnYbKGdFq1OcQPdADXADbf02LieaM7lxbkFaz2+tqZmjCpB8v3lWEMfdb+D/T2DrQnYV66mbdhRl5q3bIStHgSKe94HHsdqOGPqOVJxmlLTymA+436AsljCC4oKkHKP09Nz94txTB4K5EqpGlt32ph+UM/0SrVL1wV4UbLyO3ATmJiNDah4GTvVmZXF+PU1YDO/s7Gg2nF2djH2zVBTlz+VxTJwlPrKXDMgGzh9afhnxbFCB+gtVfUbarvq+je6DzkCiARKbm1cDyo77Lq7tuUVxNtUfz1dDAulVLUCFjC5MZyrH1gMs5GAdqZGb2Ljus0GtQGvCJa5DEPvPFfOvj+RRNVzJlbP+/tR9TMWqSl8O9Z35RygNMduN8BPP4kBOYw6HAv0vb1tnctGAPVFMaL2Lo7plbsn71Di57vFm3S00eDoCGtowXYB9Z/++Gr467+6kiL3XuMrWKyivWvrsnpWn7CzZj4kJsn1LChSkfOe1c4nw7/53c8MPIkZc5L4X14SO+oBK5dlt72vdh1IAUxbxIAFrdMuzsOKm/rCxLKmApD4/fsAYOLMfK25Hdv7fDnv7cmauSlio/DNalDzZfy3jL8XoPR3qlesTQkcQz4Jnv/JH94MZ4rnthTh9G3tThbc1H0GLGvchOjdLEC4axgrz1DFHx6IVq9dCQKvD9/4ptTt2Xuh+2gNVFe29D/kZOznUdhvyF47ucLacNPqg7OxgdiyPjDXPDVZd8Z1iQ0j3gHiDRT+NwLfR63ON/csAMzfE3+cDprCuAPgDEx/9Qj0CPQI9Aj0CPQI9Aj0CPQI9Aj0CPQI9Aj0CHx1EXgOIPlg6zoA/uoG7+dw5+fnxwoAvNDWv9sAeNGyeDUArtDNYe/84eo8tC8FwIFBATZ+oDnTr3wKAC6oU5f5FABc/Ztfg/fm0po5mHxsWjyVx9OD3jzUnUOsAsNPAWD6xmdzBe6Dey9ZOBsOufHcbzo64HU1AJ4vt8vg7ikAvABMrZhc3JwBjM9DcOnw9KC+xmi5L8tSplIAPwbg6715rWD3sCniFuLcAHBBo4xt2whhuBt72bnlMcdEeZkxG88FMjYVcR78c27Ugff6idjTtuKuKRsIvHwvrk0cDIiwhRUoW4ih7jedM69jHLtnxxNo2eBv2VXX78AQPirGMK8bXOCW97a3dxYAcLU19VFjMcoLQB0hcHJrE4tu/mtgmHj4fYGeUgHXtW7d/6hh/ar46a9bUl5OtXizh+eu1TsFQgFaDPCxWm0bOgzpMVvF3rl2E8wSCZvXbYCSsz0bLMa4uDtZf6pm8XIO8jtg75bxQyEYwqp3AwOtRG4WyY+thZX63Aq7XFTJZXPujReAOs5v1wpQntTHtQkgysaoZhdfyVtbgxtAA/c5JsednJw0hSr9rs0LqEcznpyNDbEtsU0SOQub8UDpbBbB3poarrGozsaIbCJhjmCjuyGYuCvlJVDuSmOBcjiK2ECyqtkaUI99MhCwqZO5RymfnWtReZ6enRryct+xHIHah+3yO9VuRR2MkhggPNwHyG8KQHK/IwHIz95Q05ceok49c21f1L3EAZNfcsE1lMlB3f/2VmBQkJH78ULdHLU9cz7WxfSJHN0AYHJlwW9qHu9o7iQPWAMAqoJ3XovJmevhVQPT19dRCAP9d2QnvSsg7Zq9zQFgXaphWuyNBPrL4RGAEmVy6kefSplMDMkD+rIrhS/Dxl4ShMFn6q8thPUfa8rBKzYnbAw/++nN8Jc/BrKmXjVrxq3rG8tG3Lby9DHD7zlY3xt0si0ce6qT+zv/+mC0mAcAn55hQYwNdsYVy2tU1hbQ6nUtmHmmOr43ynus/A8EsXfcZ5I2+XH6PhsDeGGxvSdoW/OGGsO1dqA6LwDM+eSBy+A6fllzJuV81nAAMMPA192FVNn/QxbQ/BTet6f5+n2sql2mgHV7g7VJ6lwBYOZ8beh43ay41zZPh298e334+tflJc5GBsWJtXVb51jxTBFyzyAUvtRnbhtLvAEk5RJorzeIKIeswnfddoKfzT3cE3tyPnOd4AazrT5nTupchqjKZ8eqPWtzt4BO3vVXj0CPQI9Aj0CPQI9Aj0CPQI9Aj0CPQI9Aj0CPwFcYgecDvica+RQA5mnUh17PBMdLQrife6SWocfPvQFf8Q2fzo9FiLTYzMfGfhkQL3fs8eutsu59aXhemv/Lit8H7a0agPpZn82BGQ+z88oD7Pn51bbHLZhz1nOB73KcHp5XirXFsXsJAM5D0IwrD8HdyyWwPP99lQL4Q9D7KSX0MjQf7SANb/Pwt16xbaTJgWf5LPay9XrM8pmH6XNlXwZmOicxjJI4KtmCmwHI8+Mr3o/lZS2ZC2viUlyncUY5Oh/LzL8A2Qla0x6r3ZqSlgfhPMx2k9Nsv3ieP8UqSt+8X8BrEaRynQLJXMvKMQNV9Zm50BbWqvWLHWusfANzl22lec91OutzIK4vvAiLyy76vinVrPptOWdY1wAhYTfIaACMv2OrWjUvDYDpvgFwYIh/b9eaA+C0aar1SzzJH1tc60ap8RtQML/GNFZcN0rfxwCwgUpTB9f5tq8G3AoE8yI2tXkDZeYEn/NZ+iIQ1FTAGJhWjrvtrW2G56SsJiAAAA4fSURBVIBzKwQtFR1jTp+vG5iqjQIA9WtBtwCzHOv2AFab8rf62YS7w6YgIhbMXgcrf21JS8oZKQfAk1+1EaCKDfOp3uP8QLkasSRtVMJRC883WBS0mgNnWgq0KXvfBEnjJnpXOVgKwqggE0sApyG+1aeASB1vr98J/qIKZcwKDNZUfA8AtpK+rfezDQgAZZSKybeyeU69Wl5R2GIPjfqV+ruCkYLFrp0brGxwiFoYi2dUv6l53WCUVdFYKlO/OdCe8+kPAHp3b2+0m0b1aAamdtri2ItP6srW+VeChK4HLkj6Vra9u7L2xe4XiHmnLqyvaZzvTobPvrY1fOvbKDal5xTEPZfik3gxRmwyIKa2OtY9LqWoLQi/pVq9m01lzbDSHoCrnQGaBTqAMjbgienJyaljDojOGhLlNYh5d4/5bc7Y5oxsiOWXTC4xhls6Z1tQlXNQoRKXO+W200LXBnii8uVF/K4EGC8ZZ2+eQa2vcdGfHR2TjSNcg3bEUvxWKuedw1u18Xb4wZ+rdu39gYAzNYWB91hnn0vpjJSVtSTKfmyiyb0o4Zv6Vu+Tn0cH28Nv/ObW8LnAOv0ymDaE9ewWNN0UlA+IB+ie4w2tNjDR2ESAgndXueC1vAFmuXxr/FSrWX0iH1Fsp/+J2ZnGlvUMBThW4lvKySix8x0BBK65DRAnBnUu5wPNtxRjosqc+K//WepxK30F+21Zrn4I1vublw0EUu1iM62Z5DXl1qp9zW3/oa733rB7eCUV8N3w7W/JWhqXeV1X3TL8vbIal8Zjz80GB9Tibe1XvlHDmeAFOGNjPf17IOOcfwPQV9qbudi+x/muBBbbkp+1gXUwgRotppXMK/6fUALbXz0CPQI9Aj0CPQI9Aj0CPQI9Aj0CPQI9Aj0CPQI9Al9WBF78eKID4C9raH4hrvvFAeBV3fn/AwAv97Ie/pV98wOIOVOEPji3PTp8CgA/NjbLIPSpqD8FjpfffykARpnG89eXAuB5ux6DvU8B4Op/VHKzR7Gttu9jADgWlvXgPw/86zUHwAU4nwLApQzmwXFuPQHgZahcwHgVADY8baxp3p9xH8HY0gDgabMBwGXsxVgTGHUZD/O5f1nschRvRXUY2FD9LgBbANi9QmlaFqXtFgXc8msD3jTAYA5QlViM49IgV+BOQPG8Zi1/BzhxPHBwArsNblXX2vN7IIDbQF9GiWc41h3XAB8YNEcpx9P9soAuiFyXBIAttJUeVS5ZyR2LU3MA3TBAPRbBjD01XnkBCrBlrb9jWzzPP65ZoHduAT23IOZctxv1a1NtAwO5J8o/XkDe2OSWKlJQaAnGovz12DVAHhtTFHiBrveoijnGsDJ/DJmBswLbgKlqC3az0J+CcKMqlmvXDgJnP8pJqT8VlxvOmb1QWgagopBs9t3+rVR4AYPTCwCbtcX7ALBYtpJ1sgR3/nBXq/gSA9ILtbNVo80+GQjqMfHmgMm+m/uViBkIV/MDQFuxzrpDu4hf1KaseXzOuLEJAJvjavqZarlyD2Bu5b4V2rpOavMKgFG/lQ0B7leuw/UBr65JTD81vrQbsLe1WfV9A7ICsWLtO7f6p33Y+29tk/0tNzSmAD9ycV+qSmJIDV9PfSvnAZ2pUX14eKD+aB5Su1njSE3go1cHnlTvjs8FDGX3LJQHVL0VCHzz5s3w5vO14TP9sVBa33XXGvcLKZSdGVLxkhXYVBMnVMMJRSCq7a9blXADP75HvBGiAJ4zMPlppfIg6+IzKTlRZsYqm/6j7kURzfUKdHLsheJHW20fbrWnYqZ2eKOD2g98ppasf7+5UpuyCQDQC+i+EKy+1NrA+YHsN1K4po4yiuNLWUsDfXW2xpHr7A7vpL49fqt6yOeqqazPX39+5P5gK31u6+z74c3rI6uYyaEdxXtPYN5tEHhlY8Gt/pCrR7JB/nv/AO00sDawFUt1ajSzBqC23RVArRdOBq6XyxooALwv9W/9q8u1cfXbmRS+5DcxffVqf1S3FsSlHyiIaQfvEWvWY+7P8m4ILDBem0FSH7qsobkHdZB3DHbJ0v/479/qPcV5885qY+bqxdn1cKG2vlIcWEPJkSupwbknts61WY5pt7kmhfMBG0aOh1/93sHw3e8caFOPgL5yK3bqsdfHcntTdtWs0aWEny8n03c5m3DK2D6Kce4X9wQgL/dv311KIjZEEEP6zb0qHzsAXlje+y89Aj0CPQI9Aj0CPQI9Aj0CPQI9Aj0CPQI9Aj0CX2UEOgD+cPT79v1nxofnYiPD/RTNwxIAbpd4cX6umFwvvf6Dmr91v9oYgdpkppKsj0clYauiWcqRSQUbhWoeQOa1rD58zHr4pQB4Hq6KzYcUyBxvcPXkRJmUbvM+LNsQz/tSD2Pd+8f3BTwY1Ql05iMA2fJrXqeVh8cBCU3lg2JXgCLQbH5utb8+y1XL+rn6n4fMaWxsaRk/4Gl7AD/OD5SVDYjOJYpc0xwy0HYCNwWiIQ8CfxYz+Qn+2D2OB+ksjl2UgwHwUDKgGknkFhqGLeSKa47mYbaBWlPITtectYPL0N+S0un3UilWPObQcrxPU5TS/ls94M9D9dSGtfVw6zsQmJYYCrk96StgwrabKNgM/hJnGh0Fpn4VNAGeUZ/WPeW6BkGpl7ym868EbWzdCUjlfYCa49MgaBsX2rG8YaPaWD+NkkdIGlVu5WKNvW2DBRWAJawFwNqqrzuPU2rTTnHm+KdehpPqq4E4IFMHAkh4Vb3bBC95WBCmoCMA2POh4JnBqVKLsQfaFKj2OLOZgHq9giNAHyn1Nme5Cyyjf3MATL3TUdzexg8AfE2NXROTjE+BkvVmzwsgIj/H+se2w42qcbJ7Zh+BgJOhdcYYAExOk7xjvhW10nulgq6xAQJH9UetUNnhmlBG4buBf6/OAXwCjngVWI7yd8otACxgDqUtakiOr3Fg/BkLK4TbMgAAruvtyDKZS3E+7SmgnzFi44CgN/c2gG99taI3cPZcilGgU9ad2Ndy/8zt5HK9kscoVQFgwGEpblGeNpUsilnyjz5fXkoBWgyMMSKmrqG6ZVUo9YG9qUF09Oi1FKwau5N3V2Ay1fUFomusrs+H3f2N4dvfPNLPZiltuhvlpqGn1KRW2bLu6c/21q4Um1IDSyF6eChrYomGWRcuBEP5HAgPAHf8ZvnH8lFLEXWKUfIXJKzjiQVK1Y3NrL/5jsmizE9gq9Wz3kgQyGgY7FLA+pyNC7rJgSyV2aiwKzthTj89ZWOCR0RxxXI5Y/72b89sWb0uZfCGbLDv7naGn/3vu+H4RP0T0IXFvnt35vN2qdVs9ShgdxBU3/ccZHMKztaTzThjfjZcncsuWe3fFnz8rd9+47EY/23gr4ZYUmPvjP0zKn1ejCl7Axjas7Mzn0ON5voM6EysgcFHR4fqC/XPZ9+Riby/I+gbwHnMTcVmS/NRKe17+HtEf1gbGOPUkc4k2JFNNtPdAPjfHWsp0HeP4CxW08LJw9XFrQC4bMuxp1YOAfDPlJPMzel7kd026Lqpu0xNYPJHSuBvbA6/9t0jA/dLfV8wNijka85mE9T836fJxZoq3MPzSIp4v+yMMdUG5lziw4t84rysQbGUrtIOtfZ1C+iEsb96BHoEegR6BHoEegR6BHoEegR6BHoEegR6BHoEvsIIvBSA5WnuI69uAf0VjurP79Yj9xsBF/eeP2B7bluW8qhd4sX5ueL2L73+MgAewWZrP8K2sV7irC0vBcDLULYu3QFwIvEUAI6aMbD1OQA4dX4DfJdVu0/V4DXEbYDrYwAw7S4LyqcAMApgi/cao678nSuADTsNVQIyVgHgAkh+CO6+TgB42nQQIlS/PwcAL0+9KM9AfAHWAWZh2VgBp91YEAcAUyM0FrZ5PQmAW7tc97ZB0c1ZLWMA4hwAX2Jd24CfQW6zWk2fogydq9YC9wMvUBMX/A0UFMRuffDKNyrHc7w/A56qXUAQ4ByAcEcwraggoKfWiAkeT5bRy3Ec7YN1LbfTECKqU16PAeACy7VZw8s14LpZPBcg+TIB8K1iUwB4rVmkzwEwoEc9cnIzBjtYHgOsGgCu8bE6fNxssQiAGesxR5sauAB8xqcBRGA/d9INUOMW5C5YxbEAJIDqYs4LUTW7bObXjTYToKxEoYqFMkrOUhACi1FWu72NwhUABjxj0Uw/LluN6Wvdb1M5gnoTS2HyhObGTj0getxMpFynrQA2K4oFT4HR1JMFOPM+k5k2BHBKOSrAyHuHh3sGXLUxwJsIBNSTR1gJo4wF8M42HbX1rDZlMCaBqayLm1KOQgoLAF9IPYqimPl04X5uqT9MDaAha1IpaFHgom5mfm1t7VhdiqP1jsClFbsisEBP4OWu6CJxmc9HYvIYACZetQ7WnMKuGjYMkF3DeWP+Tw5vlBCUfQugJ/4Act/e1wGYvnlzpBrAbVNGg4bnUvFeymaYeO7vp448NZexrwakX13cWdH7gx+eDX/5U/Y9SMktsIml8fv3+lzAW2ja48t91jdudA+U2AHLG82BgbbQb/L1Sgpt3BDuby+Hf/EvvzHa2Lu97lO+HLYEKD97LdUya3r7vjg5U81iVNFtA9G+6itvS40LyCafGCvAL/l6JrttVM9cz3Wd9ULlXWHDcjqK7WlDBGNOqqKO5oVl9oWAbr1YZ7alkj5X3d87teP3f++tAfDaFjWtFRfl7d72gaywBY6liH71ORbZgs36HiCH2/4Yg1Z/Ed5G4b2zIzgvpf3J8fHw/e+/Hr7z3R3BY3KT75LaSFNjXhu8anNWXBxi40wcUHW3osmeT2yAYQAcYQPgrLFjt54EwP8X2b3WgkPHXEkAAAAASUVORK5CYII=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26266" y="874492"/>
            <a:ext cx="14886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dirty="0">
                <a:solidFill>
                  <a:srgbClr val="0B0A25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Ключевые возможности платформы для junior-аналитиков</a:t>
            </a:r>
            <a:endParaRPr lang="en-US" sz="3200" dirty="0"/>
          </a:p>
        </p:txBody>
      </p:sp>
      <p:pic>
        <p:nvPicPr>
          <p:cNvPr id="5" name="Image 2" descr="data:image/png;base64,iVBORw0KGgoAAAANSUhEUgAAAJYAAACWCAYAAAA8AXHiAAAVL0lEQVR4Xu2d+3tURZrHq+qc052kiUK4JSFABkQd42XGqAiiEy/rjLPr3DSzOz7quOs+/rD/xGb/BkdlGAlg0B2NM6uuKOg420pCCCaTCISLCRJISAKB3JO+nVPvfiuR3VkX6dO30DmnzvM0HZLqOlVvffqt97z11luc6UtLIAcS4DmoU1epJcA0WBqCnEhAg5UTsepKNViagZxIQIOVE7HqSjVYmoGcSECDlROx6ko1WJqBnEhAg5UTsepKNViagZxIQIOVE7HqSjVYmoGcSECDlROx6ko1WJqBnEhAg5UTsepKNViagZxIQIMFsdbWkjE11WOOlJQEA1yGHCNS5HAuLIl/RIBiLMYMIim55eDvDiUStlEUwL8Tsag5FX28vNqpq2PEGMdLX0oCGiwIYVNtX6G5aPEim8ZKhcM2MMNYwxhZRBQQXDiSHCm4EQNaURJshnE+wR2akEIMBllsqLC4MrJxKUvU1XGpsZqTgAZLgfV8X4kpzVKbxI2c2fdyotuJsyBnPEjEoLzIhi6K4HdT+P84hHYJ7xc55z2M2adsyxgXRDPTcSvmRFcmbmHMaXyLSQDoWw2mwQJY9z197iYS/G58zb7HmQQXfD1mNRPvBsgATwRNxBPEKA6BRfG7Gc7ENH49QlxcwvswYDzPmHkOdZxNkDNkRGimpXF1xK8aTIOFkd/y7MAW4vIJQLEJ/10NiFYqIJTRBK2l2Ppav+NnOWtKfW1Pzb5L/LmPOPVwyQ/DEGvlhn1EJK4baXpj8agGy4cSuP2ZodAixkLcdB4kSbWASGmtJRBFcYriGAFhF/At7QOEXwG2U6CtVwhxGkb/+UtT5ee7Gnk8xToXdHFfa6yN/3x+JclEqSnFw5juajGS34OOMhmpaTCViycAlAInBhU3o+wv/NxJxDvw/w4mrM7m+uWTqdS40Mv6GqzNzw/dyhznVlhRD2B6ewTC2JClAZ2GBjuJKfKk4LxVCnnIJN4/bfFL7dvKZ7J0j7yuxt9g/XrgUWiqv8H0dydGqQqvWdsq44uYDYsfT498jJPswM8d0GidTBA015qBjOtfABX4ECziVbXHLKNgqbXIsGFXCUyB8mZorRUADCZXli8+q7m+hKCbJXP+zEXhibHJC7GuxipP21y+A6v6hTbLnCwpEcGCJYJJQMWfgDZZi/ciIBXIMlaojkYA1ghst0N4/zP8ZJ2JuNPf+u/r4J7w7uU7sJSXnYUMgMQqMU39HE7On+HnFTkfYqLDxHgYttdBPDB0HmxYe2Lunt50ovoOrJrnTi+OSnMTF8YmuKM2Ylw3wha6PudgMT6Ip82vAFY7gN7LzIKm60Jj8Q9fvAFTovfg8h1YG3/11UojEPiFmgLhCoAzlGFdkBXkHCzObYAFtwQ/jPXsXYYTfEcG2FRz/bIpDVbOpZ+7G1TVdgWWWItCjmlWcsGfhO1TCz2hnKGLYbSn6LdKv534JnfD1voPLHDvhWP2TNlk65nGxl866deYn5/0jca675+Gi7kdK8PK8HdhV/0Cs88TWPuzOHELYM2nHLCeSM2Yhg84XHwetwY/b992FzSZt675FOg1lVzNcxdKEyxxGxiqhrZ4GCg9co0ahCdEdhJQHyESH05Ml33gxeUe34C15dn+GxFU9UNoih/g0f+7gApRDNfkUhEPF7Hscxrr17sDzG4I7/xO9Jq0JIc39TxYs9GhpT3m+HjhnVhe+Qd4wR+FjbMMWmNZDuX6rVXjqVBC6HG8n0eoxNZ4IP7KutF1U42NiN/y0NOh58Gqrj11faggVOIIupszpxa+pBpApZyh6jX/F+ZA3NSB1rwIsOqFsLZHTOtScfmS6XAdnhw9cnkeLBjt5QbJSkfKzZzLn2NUN+fH2NEYY0aDlGy3dJyBkpJVwx++yGP50bbMW+F5sLY83X8HmUIF8N0LF8NGvN+cudgyrwEPEeOA/G3Mf28Lm05Hi3iflyIfPA/W/b/ufxgDCNfCbBCfcobmfvnGHXeTMODfJ87xYicMbnV7KWbLo2ARr6k9FooXLC2Cw/sxJtgvYRjfgfFejFfI3bjnuhQHWHIfgN8rOHVFp2PH2xvXj+f6rvNVvyfBqquDg6j7XLlhGWWMnB9i2sESDmEKnHWGzpuX/aqDSGwKBvxHzJEfO4IfKeDxLrgdYHd54/IkWDU1ZMbWDNyGp/fb4GX/AcB6eC40Jo8uBRZjH+Mh8WNB4ogpYkc1WHk0PldqSlUtBYpDA3CGskex0KymwFvwDVqaV82e1Vj0ETToR1hmOhKk+DENVl6N0F83BrZVTdiIrLq9yLQiT8F+eQpAVaKEcoYW5lez+STCZ/aRoH2IXj0aDcDG2qZtrPwao69bc8Nj3cGypVaJYxYhdj2uoheexBPXSoQfwxlKVp41evapEKsB70OrnkBeCP1UmGcD9D/NqfmXC4siU7F1BmcbEMj3E8Q//QR/VEF8+WhLTkBTvQP435EkugNR0RtuXKHsLk9c+SjwtAV7/z8OLreJ7sOKyWYY7PfMbkC9Vks3SXoBo31cMIEMD8ZbjsV744Y9oB2kaQ99bj+4+fmBtWRTrWDsp3iUX4W7VeThFPi1ELCkQ3y3I4zdZFjnCu2Ji16KcvCExqp+gawC+2IBdxI3IgfD07BdnsTkh23yvBgdBGd5eBGNkhD1WI2uty26wFjZePs2taPaG5cnwJqNDo3OLCcreCvjzt9jaH6KlzLW1StP+0gqU80rjiG3RmLm6E3RldHGRu6ZEOU8FXpq39p7nu1faorAanjZv4/lERVy/Lep1TCvpVWKGjysqvwO4jfSsF+KGxWT7b9ltpfyaXkCLGW0O4R9gpzuxJOg2if4o3lFJYWbzQX6ze7WQaAfe5mLwMvNa5ZNM4+lmvQEWJufGVrBLL4eifeqEUb3OMb50RTGen6LYis0cmxFMUEP4LVVTtFWLyZo02DNL1bgXmUFnI3F6sOcWM9mZL0Ga54Hwe3tFpTGYmxuMwXDZgqmN1NcdYxra98y+tmmALuOFUopSw1mlAriIURHhpiUmYWpGAJranzEMdlFGZcXDr1WcembjVlIYAGoOJZwJvA+DM3VjEyCB5DDdN7cDLg3YgthiRJHLl8eQ0xYjHEzYjA76pAxzh0xAvf/tFXYH89kv2NWpkK1yzhUeH2xIcRyJIe9G62+B2tgZTBQSwFBptvX+zEIJ/DEdFQarP3gq+XHFzJYaLvKYmoDKsS3X85Eo3bozNelUoZL1QZsOVNOWjGKKIvLGXFOIbX9l4mENZjgAxOHG+6YTrdVWQFL+ZGYY69xmFwPsO4HVFsAVTkapcKAMwOLsx58xzrwzWrlUn7a3LCmbYGDle5YZetzKhmvhNs4Cm05mxwOFY/i/yPIDd3LBevGE/YZwagPG3yHQkWhqfDLqa9hZgWs2V3GlLgHWuUuAHAnguu+j8aqBLFqi5WRkUQ0WBmJ7wofVtvPlCsNztjZhLsxTIyYDkUUU/Ik3hVosP9YJxd0FCnGv2qqX4mEvaldWQHrgWd6v2Nz8Rga9RC+ATczwW9KPUHstzRcg5XaiGan9FmYM4egIA4hzXi7E4+0FVpmPFxZGWcuT9/IClibnu67gZscISpc+Y/WodJ1GWuqywLSYGUHlRRqmXOHkDoMoQcW4UHOjRbHtvuDpt3vdqE8K2DN5kXgrBYN+TGe4CqwXlGRtcVfDVYKSGS96Cgmzf2A7DOcJdSeSEz9pfX1DRNu7qLBciMl/5aZgUnTA6WBM4P4niCzPqipXH7BzUlnGiz/QuOm5w5WB+ByIOV2qBeGVR8xV/S1lyP3RBJbS4PlRrz+LaNSmMDnRer4xh04Vm9XoOC67sJg8WSyPBMaLP9C467noEodf4bCjXCkvi1t0UUyeK719aVXtbU0WO7Eq0sx+kAS/wCEdVpi5sv9OzYMX00oGiyNjDsJcP5fmBTDzBCfM5b4ItnRLRosd2LVpYi1wGHagnXGg0yK1qbXys9qjaWxyIIE6CAqOYhlu4Pc4S0arCyIVFehJECtiLdphRnfwgzecmB7+RmtsTQZmUuAWBOeDpuF4K04WL3tsx2rcJrst1/axspc5P6o4bLxzmWbm3MXNVj+wCILveR7Uck+BAJ2cJsfP9BQik22WmNlQbD+rgL+q3dhX72LnduHhemcbtm+ekSD5W8mstJ7gPUmCfNNJDI5ZsfGBpNFOeipMCti90MlfBdSArxGjnkyXhAfTZYZR4PlByay0kf+W5vY72I8dsoIVE4nS2CiwcqK0D1biVp8VjuIVPjMVin51gKj7PTyaZZIlsBEg+VZJrLQMRXZgDwTCFXGi70kTf7yge1lWMpJftSwBisL8vdwFSqtksqVigzP7FUnQdtbX6/od9NfDZYbKfm3DLaHEdItsWGsEe4WicDr+3cvH3QjDg2WGyn5t0xUJS8BJH14/wPO0/5D66srz7sRhwbLjZT8W2YGGqsHUHVDBO8b3Nizf0fZVQP8LotKg+VfaJL3fM62OoqDGI5Ikn9C8PsnV0rKcqWKNFjJxevnEiorThvgaiNm7DdiseamN9aOuhGIBsuNlHxbhsYQg9WENcImxo3PnbjVlmwThZ4KfQtLSh2/BG31Cbbp/AmZj44GFgWOuM08ozVWSnL2XWFlqO9BYpA9grPuiCm6k60Rao3lO0bS6vB5ZJ35I3JnvY01nb5CZvfppCBpyVF/6P9KgA/ipI83kFLydZaQFyYiE8NdjVUqp1bSS0+FSUXk3wLIVdoP+2qHw2L13DAngqd6JsLhB203EtFguZGSH8uorA2cncUC9NZIoOCVwOh0vKWqIpYsGYi2sfwIi9s+K6hUqAxjvXA3/KalsuxF9q8KtORRDRost0L2ZTlKAKoZJNHrwY6c3zXvWLVtTgwarPw98mQhgEoUgXoawVR4EkrqteYdFbtSbba2sVKVmC/Kc6QookFMfsfgangTGuvNVLutwUpVYv4or7Z2nYYP6wjcDe+27FzzTqrd1mClKjF/lL8A+/04LKoOTIX7mnauVptVU7o0WCmJyy+FaYAz0SGZ04Zzj8MAK5xqzzVYqUrMD+WJnYXhjlxYc6mLmndWqPeULg1WSuLyS2F+ClCFMR02ocedB3ZWdKbacw1WqhLzR/mTgGovMQtToHOiZWf5iVS7rcFKVWL+KN8Fj/s7yNz3SYJivYcaKtWhTSldGqyUxOWbwl9gjfD3jmHuM2MzQ/t3V7ra8vXX0tFg+YaVFDrKeRuXfGfc4h8EZmJjbuPcNVgpyNinRZHElrbymPOekxDRdA5D1xrLp+RcqdtYeMZ5TKSiGg5gV85Lw8Wl71UcCTtuY7C0xtIwfYsECNGhHCetUjPet5bPlO9prPo3YnV1KZ9ZrTWWhux/JcCxQZVInZHTLLnY3rKjfF+64tFgpSs5L36O2EW4GQZxYPwBTIm/T2cp57JYNFheBCTNPiGaoR9LOaeQtuiA4OZ7zTtLU17K0WClKXyPfwwed9aJIL8Ww5bhpt0VX6TbX62x0pWcBz8HqP6CNcL92JnTauGggM92rlZZZtK6NFhpic1zH8Lsx7DhmX+Knv0n4rA+59I65TbJ2pWkocHyHCNpdQgpIUkCrfcBV4Mwgm2i0Bl1m6dBg5WWzD3/IbXVS7kZkAtLvMuY2BUNrDxcXM7i4TruanOqBsvzjKTTQa4S2J7Bxokz2Pn8EQ67fG/GOtfdXl6d9KT6q91NT4XpjIVXPjO32zmOf2G0s3biRrOTsJvcZkbWYHkFhCz2Y3ZdkFgMVU4ywffCwNqLrV4n4kbhV+3bSsYzvZXWWJlKcMF+nidgr09BZV3ETpwGhxkNiQBdWDdaFkt26oSbLmuw3EjJQ2XmIhgYjsVhKpdoF6bBo/BbhY1QUdhc2TEZrquBzeV+K/23iUaD5SFo3HVFaSqKwbzqRZKPPY4U+4S0+4aXRPt6XrxBRTeop8SMr6yChSeKx9CiCrRsNSrGlrQsXJz1wL/SQSRbuZSfNjesaftmrZufGVrBLL6ek12Nb+Dj+LvO3fD/Ra+M9DhgwkkTdA4e0eMqvygXzmd2LDTVuqFkym2KIjejmjWwSLAn0fAfo+EVoB4vMtw0IGkZDVZSEbkpgBj2cWipMYzRcUDVis9gl7PoiQbpdHR01O5qvCWRLW2l2pMVsDY933eDkOJnJOlH8IVUolq8mAbLzYjnpszl4+BgS1EUu5oj+KIPMUkDOIm+A5PJZ4ZjHTFiNBluXDGViyZkBax7nztdaVIQ0w89iB7dgsfXWzCPm1lpsNZYqYuRmA2VAZhwcheSp0Fb9eLnUyrfFdwKvaYUfSIqhofZcNxtTtFUG5EVsDY927dKcH4flgQ2Aai70Km70BBLKUR8YzK6Bz4MG4s6UUurIPFp067y9ivaWNxejyC1O9GOv8M9PW1jAZSvDWy8qSx7OIsEv1K/m31BQ0URW6V8UcOQhZJXOwnraJBmjiHr8ViqkKRTPqNBv3zDmudOL7YpuN7h7CagdJ96oaeF6GUA3c7MiOf4xhHvwjNyhyOd1tbXVh/+ZkdrfjWwzA6wtTDwbwXcj0C2D6QjjAXxGfVdVRdwUl5zgKOyGEM7YbojmoQpMo6/jQG4EaAGQ905JwTrt8k+X8Aqh8I7EdM+D1dWwKp+gSwnPhYqNBLL8GT2EL5BD6Hi6yGBIkggoykRUPXDifelYHTM4bzjStu9tzw1tkQa0VVMSIAtt+Are888yO6a3GJWW6lzTzmzBQ5RgpaGjcRHAdkotNQgZNUnmBzCl2xYJGjEXFyYYDPT9mTgktO+rRqLytlxJyTrfFbAYnUkqrqYuWTZeIjFZqqwf6gKaqoIXQji1KjMjHjORyHMITzBnOOJ6Nkr7cp99Jmh0Li0l5hClHJBG2BHrEvW8YX8d2glcKUWj3mUpIxCS0+RQHSC5KOO4BcDCXO0kDsTHzWUTl+rfmYHLNXPOsarB5hhRM9dJ4RRDHvIMEGDlPGM7iHITmDTZAzARMyAjFzpZITaWjL6WX8gGFoUjCSmF1mG0pTevoQgsqGWJLccMh07ELWdmDDjlhmMW3IqwXp77XT2A2ZLahkNerYaoevxngQ0WN4b07zokQYrL4bBe43QYHlvTPOiRxqsvBgG7zVCg+W9Mc2LHmmw8mIYvNcIDZb3xjQveqTByoth8F4jNFjeG9O86JEGKy+GwXuN0GB5b0zzokcarLwYBu81QoPlvTHNix5psPJiGLzXCA2W98Y0L3qkwcqLYfBeI/4bi7ZEaTGKrZYAAAAASUVORK5CYII=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6266" y="2879656"/>
            <a:ext cx="1371600" cy="13716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288918" y="4690469"/>
            <a:ext cx="3172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700" dirty="0" err="1">
                <a:solidFill>
                  <a:srgbClr val="31313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Автопроверка</a:t>
            </a:r>
            <a:r>
              <a:rPr lang="en-US" sz="2700" dirty="0">
                <a:solidFill>
                  <a:srgbClr val="31313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</a:t>
            </a:r>
            <a:endParaRPr lang="en-US" sz="2700" dirty="0"/>
          </a:p>
        </p:txBody>
      </p:sp>
      <p:sp>
        <p:nvSpPr>
          <p:cNvPr id="7" name="Text 2"/>
          <p:cNvSpPr/>
          <p:nvPr/>
        </p:nvSpPr>
        <p:spPr>
          <a:xfrm>
            <a:off x="1307978" y="5773196"/>
            <a:ext cx="3163824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dirty="0">
                <a:solidFill>
                  <a:srgbClr val="31313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Задачи с реальными данными и мгновенная автопроверка запросов и гипотез.</a:t>
            </a:r>
            <a:endParaRPr lang="en-US" sz="3000" dirty="0"/>
          </a:p>
        </p:txBody>
      </p:sp>
      <p:pic>
        <p:nvPicPr>
          <p:cNvPr id="8" name="Image 3" descr="data:image/png;base64,iVBORw0KGgoAAAANSUhEUgAAAJYAAACWCAYAAAA8AXHiAAAgAElEQVR4Xu29CXsd1ZX3u/euOoMm27Ity5JlWzZmNFMgYDwAJkmTkHSGtztOOhDA0HS6+723+yu0+xPc53nz3L7ddBIMhJDECRmgmQcBHgGDMZYHPMm2rMGSJWs8U1Xt+1t1JLClc6Sj0TLxfigk69Sp2sPaa6/xv7S63C7PwBTMgJ6CZ15+5OUZUJcJ6zIRTMkMXCasKZnWyw+9TFiXaWBKZuAyYU3JtF5+6F80Yd36ExtRqjni9sVcE+933cB1ktZxTCbtOnHjKM9zjTWOxxVxdThXGc9aVwd+wKVc1/OT/B6JenHt+57x/CBZ7HklKU+pqszux3XmL5XE/qIJa+WGM6Wlri3RsaDI8dxYRqXiRtu4MU5MKS8eaCdmAhP+brRrhEgC6wVKucnABClHqaRSOhkEfgpKS0X43cZ00u9PJhNuce/epxf2XSasL8wMWL1hgzKH4q3xuPbiETeIOZloLOPw0wSxIAiiKjCuNsaFQkq05VIKIoIkrIlp5Wd/h6A0P63mp7UQl4WOpGnfap3SNkhZq1PKqKRWOvzd6iBl5G9aJQLl9xvl9Nkg8JQJPF6fClwDAXqpiOemvFgylXac5PLOqtSWLYqu0JMvUPuCcSyr16+vc1RtrZtOxypVVC/QvqqAFiqsVvMZ7DwWvZwVhJhMCcTCUajkEqJxrNIORJT9XfN7lpgG/p41zfAc+c/nV9/yU1veIL9rfudF8rvS2lPWchzqjFVBH8dpLwTYAZGdtca08f62IFDtMWPPlJRWnyltUd4XjbguacLasME6+1n4RfHWSNqJRRKpzhjUELfReBH7fwnEs9havwZmUM2CV2utq/i5gGs216zpYBAQYRfcrAtia7XWNkNsp3nvaf59Gu7Z6LjRU9rLJAJrklEnke6JxtIiny3v3BJs2fIDIdRLsl3ShLXqgbOzIk5qDrykwrdBldG6koUTwoFL2XJ+L1dWCMjKVcZilvIZlxxtmmtaGkelTcENe3kbl+6G0/Xwezd966TPnVBPG5yyFS7Z7HtBc0zFzjgp21O3ZYF855JslzRh3fmTtio/7dWwKFdxFN0Al7oWIlvBUVMrxxxHk8uqzNQxwsBUhs5lIKhjHJmHOYn3oVx+Yo17iEO1dfvTC89cklQ1gyd92Hyu+JfDsQXnymYb7c0JtFmoVbAQkuGI0+ExBzEtRN6p5G/zWaR5EJVocQMC94xdHh/iQjazZ+GmInu1QGhNjKkJ9bMZZaAZmazZ0V5L2nO6+hJdPfVbVnJUzvw2U3fzsJlb+2hbmfK9JYHxl+lA3cwNN0M81UjSVViYSjlWogjMaPwKLhVyKmkzfXycitLLQUHfwsE0hCNHpW7kk1OBVXv490doCqeKE9GmS+V4nLETv3KDjVZUtEWDhFMeBKkFIoBDREs5P5YhhMtxdyUEJlreHBYgOq49LMsK62Ph0OAMclAgR1MavS8DB8G4aUMDJ0cVrxtiDeCbcBrDnw3PGJDZdJz7uMbZn88HkeLXs2yUdh7/KV08HBh1wvj2pHajTVal2oIe3Zkub/V2P/7lGWmEnbGEJYJ5LJqc7QX6WmxGX2ZZr2El0fBEs0MQV5orXEC5QuPlOBpHEaYDHQrW3chq3fzs4d890Fyf1qaPxYVpCF0NsTPBWpg8OCRc0moh7nncxxFs5maVhfE33hbwbIjLcmkR9OVq5O8n6OMBiG03triDdLpvphphZxRhifngWPmx0mgyWqqNrdbWqdJG34havop1vIrJRdtTaHtjaiKTpKCNFINNinEz5FDWitAMd7JpntnDZ+eCkLB0Nxyxm3/3YRzthSthcgoUBtMLWJY1SHpKRyBMjmBVboyZBw3O5/f5PANC09jH+Azi44sRqFC0ULmikKTLeweP68IGY1U7/WziOkiH3of0PnEiTksq6G+NmtK+6p75/Vu2hHa0GdFmFGHd+pOm4lg6uAregJYHp1JoeQoupWwVXKGcSS3i33LUjKWdZZFboY9WFlTsSGfgLF0I+l0seF9IQEJwuGggnnSg/TScKo0ZIM0RlNFeBMrLJS9HYZOe43CzVpk4QniRcpw4hFUUKAfjqz+Xk5I+B/zU5bwHI62tDI20Vs9iLGL6GEtL8GxcRLaDUxghX5+kr/UQ2D7XcY55vd7xHVsWJ8bywKm89yITFlLTpn/Xtzb9mzMv0RrtjQbzsVXfoYy+gx19C4SAkF7QscK6hocVrEXBjZQ3YAkXznRa1HkIisse5ahqUFi8k178TJHX0+M2Heupq7sHGWvy2n1osJ09pVX4GeG4fhX+xSqtHAy2ehl9kOMcW1swjxMcrTXkXFj3lctiyHoUtCayOYwyOznLdyEH7PY8+6FXYjrKqqvSdZuw/l9kF1FBg5i8Kb/wSes3WbenqTla5GUWWi96NXNxDRN9HcfGdUjU1XROLOUFGDJFyMYBbFUXx9hpiAkB17Yp3CcQWzvk247HpYPnnuV4Oxd4sd6E6ekr6nNTO1bWpNQm1IBJbOvXv+V61cvLlBspQw/AMOuUBcrOEQ4GJc2FiETpkCNzIX2tCjmZmEqUKobooBOUgtFbkuecYo5OsZH2M979sNBDvqM+7e1adOY6WObFPBovLmFttPGU012svb7rIYD7IKw7IYJF7OxFzOvgBI/eR2s5AsKjDRVdfwg32COTbP34ISEgBzdJsrPTq1h5XVBRr+yWlSzFpkE1b4qcv/hxNv270vX1sMry3SbZWaSXLIzqM6l58VgvMphOLrCR4AbUyhvo80qIiUsj+H/muxyNtETmE42WyxzldzhysI3N9Oq5uHsw7lWkLmbYzuiLNtrwxvy51as3NMZxtBTh81+GgHI1c3M9nOYWOgPHCv14omXlazKhCOI6hVCNZVo3I2AjQ+lWuEITm/0EHOCEUW5Lb2Bb5l5RmZoJR8PgYIRLJw53FBunv8xxIjWB8hYTVVET2ECOSgy/oYJSASdbkHWcF2DoHeTKSu+Ha3/IUb/PUeZwkadPnE6ezVwMo+r0E9amTeb2Y4+Vx42dmwnsndo490Ic10EcFSFBWQycoZEzdwtVcY48jgzxue3h5wdojZ8ymScQV1p9lUwiOSdTHHM1qiY986IGshEYRTfUOGdaTDwWL4mZiC7NeKrUqMwSwnmuYi6uY2w3cjzKTzRK0TBHkr1CUQANF9uXxmKv9F426yt+JLq1qEv31W2pQOifIs6cZ52mjbA2bbLmla7GmH9WF0M1V2nHuYpdeQfq+p10YinjFiOjTGC+JkZDsTN1csmRd4pjoB6u9Qmyb0NCpVr2bF52bswMdAZ8Yf16BPhaRahPc6UT07VslBVw3esglKvpXgVcS8J+ZjFPokmKCSPPutkknLsXYjyGKaQOgtxBXOJxG40dO9czP1W/8t89tWnTpMqT+aZv2ghLLOnFJW1zXRVUYPC8B6K4h525HI1NZKpZTAYRL7kNnbB3blOdiC1HuAfupD/myPsYH25bRuuzGZvuyfT1918Mlj8pdAkX31D/b7pNtRX5sf4yzP9zsItBTAbzBPKX5dJ2OTxnGQQ2ewTtUexYYolng9kGuPthvvsWFre3kip5bk5DbW9dHbFi09CmnLA2bPit89HCL7kLzunZgVu6jKNrheP7HH/2XnHHMPhoHoLiI7Q1Ecy14tjTjVidYfHqY7y2H+n+6g8xcM3Ao27iq3Y+dyfW9UtOoL4kwj0TgsigUGzE66CLB7TH4WuIuYU56+fzNgjrJaz0L7FlT0R08jRBkL11IvRPsiY8dNRTTlhi9Ix73hzrmaWwnbVwqTtg0VdAICuYnDg7USIQcvQDyzgRmGJ7EmJC9tiPgHvEseZYxgtai65c1DKThPKJk9P5T0AO26ScVFdjxHa6leRxVBIEUcsmuwLuLaFBNzFlVzCXiA45xQc57jLc388cHuR3Lr1TBd72fqesMdM3B+4uzu6pa1NIWAPGz0M/mRuLBTW4IW5yjPkOMtU38OnKhOSLlRJOxeEX9POEPgTY7Qz/f7RjP4AGm959oqpt6qZj5j75zkeaORr9agKgv0wvv4UMtkbi9VEahXPlM6wKgSUgRswx9gV+/t63br0Oes7uemaFRFBMWZz9lBGWcCoGVRxJ2asdZW9n59zKDruB3YabJrcKPeB8TYiLhYnYx/frmbK9eMD2OvFYQ1HC7371LzTz5d4HW0oSRc4sP5mqhcejMaobmR+xfV3PIsaZs6IcIoV4JLLBhJZ5VOpD/r2baNvdCRs5GimqTE+VrWvKCGv133fNNba3wlqzRgfB95iEOyAqLAFYl/NpNVnZoJPBI3zq53WgX/BN8rjNzOooOr23v279+imXDWYsz0KrXl9XZxKLbizWke65ThBfZo39azbgt1lEMdOILzWXmUa4kgRoYKKxnZhTtzG3v1c2sSNVVNy7+/FqZLHJb5NMWKgvG/ZHnPi8SInOrIQvIQuY2xC6VzO6q5CtwqyXHMOQ4DYGaM5y3yF21yFj7K6M57xXnDRtamVFsm7T9Ggzkz/Fk/tEMbCq+rZ4fzyoiLjqdswtq4wKrsmaJsRyb9m8w+UuRBCc60R2WFsPlb2DaLKLpTgQv6Lq8HqE+U2TLMxPLmGxq9aebC9JpvtK45HYvUSnfAdiEXtM5chqMvFPRB/gID7CoN8iButN4+j2fl+3zT11IFVXt/6iO1Unlzwm8rSsgTW6+NpYt2Mr8HtxeV9F1PgKT12OuCXh2bkiJ9CwQyd9O4R3giizvZhwXkjG9OvZrG1Oi0mUuSaRsKy+774j0e6q4trA6lpsVfdig/kmO2QpxCUBccPZtMY1Y3EeK9KirDogcoAPqzapYGu6vIboyMkd7ESWc+Z9N3s6xMvL3Zin1mGYWRda65W6mnkXx7aE8ORy4GNEJVtIqyNwt+d9bV4mgaM1trymdTJPhUkirKxWsuqBjlITSX0Fxyq7Z8C5Gp79eT32ZyGmM7DofSQPvEPa5wfaMU3uyaqmuvVTb2uZecQyph5p7F26jl2bPtW8CA60CK0ZBSm4k2MP32uYP0lozrAG9w9dQOQ56vfZ8B8QfrMrEbXvTaa8NSmEJS6JzPL2oiCdrDSOs4Ej+wd0fCE7aC5EMzwePRTSLfAa+jg75xBc6z3r6dcXpRd+iG8vaxi93AqfAUSQW5uUE022fAnsia+yzW9HAxeHvhikUcpzRqsKrsQJNrbEqj2vHe+FSOB3rK+tTU+GvDU5hLXx+JyMH1thnYD4dPU1iOVrA1GSEvE5RFgPrekd3ENkp9oNFW2DdX8CsMaxHU/VEOEZEtaU2VcKX61L6U6xGSq9+tjZKmPSuH7sjUR03QXRQGBEi1i0RiZ5yIjEQEqWtoQ865cgxJcD/IplOtI8GSadSSGsVY811hjP3AU5rIMF3wLh3DpChIIkMBxnUHK9Yn37px2/XMx5f7lN1gyse6jxKrIxNrAG3+Q0qIHsavL5YXmnaOQI8OY1aG+Pm7L76p6tRsCfWJsQYUkIbqLHJezHvRosjW/RQWQrBqLs4hwDkeMta1awemvIqfD5GW32XGxr+mAkK7kwxUU6M4uI4TIVcRF+bZHvZ2KO40RZqDCqk5SKAOUkJbHxBAAnWDQs2z6ZPW63k7D9sbaazHQ5evMt/arHWiudTPBlJIrbuOcO1oTLYkAVb8eQ6FQATOBaB1C2DuByextp+I1zPdXHr1NbiEAdP3bEhAhLkkgJvcUQqm6BC/0dBHMfHUemErkqFOg/b1njp2AXkAxgtwDPskVFnMa5RQvOvfRTyZy5eG09kawq1Vyacey8wLE16BrVYeaNtnMDwXsIAsF9yGq1giJjTA8/JSWrA47QwVCbAF1rtIEmgi/TV7d5GZ6Di9dWbzhVFMwunqcz3lKjMxvo3/fDIzGbjDLUjihiRxcDkwyl59lAvzK655Oke3VyIlb5CRHWuoealrCPiU+3GOnUvfRwTf7p1IBg2MN8fpD7Xw0ikVfOQlRH5uEsnWTj3IhLSojKfWcfiCT82ZFkf99818bm+UbNNwEx6BK5Kdk0ksKl7Sximsr4nTh0LjuwIABo8bd+uIFw3jBVLJRTlDpDNGw7SYjtzMVZT6fOxvtK2hsXdmWO/J8VpJhNn9yYTaNTMZNpmhex+hsksH2DrCOc/ti5ctq4sg5/iOENcL3+iE93dyJhTu+ewJE4McJ6uOlW+NLX4VarmTfi9/XyERa1iQV4FXb8Oi892E3C5d4rKhPZ2PPpm/TzEx2CiL4BxMcbiUmVCV9CRyQUOMYGiPHvAews3N+EptLncK64R1gxxkTByCL6gqAwPhGOK/YhUUhO8hkgH2pvxui9Eis2p6GBOKjJzQQamR9mjaiZ5dcXEeh3vTI+/kS7nu+IEXVhju9iOA2Vqo/R6Lczjl1w4ve3PlXz6Xj57rgIS2Srjo65sUgkczcuhQ1oIatkpzPBuZJJZdIlfIOgM/t7gDpfcIxuX5SsPDudWSS3/uQDsEaXFamixCyTdqod11uEH/Nm+vQlfOLLsPwjF2qJtx93C/MVtSFrJjiOHPYRi/UR2WinkVtOR+LxbrVgel1TIjumjp2tdIN0ZeAG32INvgcXvoJ+ypGYC5bgJJ8dhvPuVL55uTNR9d54s33GRVirfnSs0sSKF0gkKA/AwWxvHji/cyWTEuYCTI9WH2PyfNWzQZ0fN4nd1Y8npytMVihlPSaRlHIX09crjHWIDAhuRliVBFJcIBCUVZKyX0Cq2Yh0JzCRIn9JxlArVwu8+EMMlx+SSH08yMSadj0zT8Krp6eJ47q+rTgdD4qNDr4Geg2ZUJqsIMs8hBlBQ9tA6Ld+D4axJZaa9VZPWW//eAyn4yKs1RubwFGwV8OpYK8isIex2UNbNolUKfH/4fDUOxGEd+58opr0rOlrcvSF0JG2eBHJzTdhlCUbyKxBuSPoEONhVtsb1zyMMAqJJhDMB4Jd1dsoYnWEU+/J+KkDxQ7uq4YGb3qPRoTfhxpXM8y7gC64nVWBS5NnkB33+WMXzC75w4cQ4C8DFX05lkq3j8f8MK4JXftQ4z0sxz1MHiqtJoJBcKoubEwqKepGtKMPUcdfCpTZhq39xK5nagSeZ9ranT9uqMpoZwlObVL29S1ZV5NZws+lMocj2Hcm1MeB2DIWyh5HwD8OF9tHDPtHNvAPeSZ28v3NC1om9IIxfvmOjc34b/UVRvlroRxCwwUKKtTghyawiJZ4mA34BiLCO6gs+7b/fKHExo2pjYuw1m1suh9WeT9fvhbqB2IohzddHJ3gPHGu15E393Qk0fEuZ2J6uhMeVj106kbwFe6AqG7HMSuWaFwdRpJhpwuULQt4a+1BFmsXLHwXGuV7OzYvJrto+tp9/2KxOTYUZWz0Ljb9gxD73bx9MD5uSEd0i2wE5MXdTNXrW39RiQF1bK1gwsoeKTeXApxf5tvk3/GaH7I4yyDvUhYthyBoj0Hxh1B1t+HkfDkRa9q7u/pWf1pMC6zg6scay7UXxRaVXoUgfTcDvZH+1NLnXFpRdtYGkxCsFT8aOXpGzAgYdQPxa4b+S0QAiNKITQuUGdBlwnR5XcJ3xSwxEoJMC3OFtqiJ5LRvgwb+nq/T53b8rKZzOkwRYoLoXXjE7e4pIjFDEXWi1vFe0eLlSBxKWMhalkRgfQDG8Qe333muqLcr89KLhZtNCiesjcfjaessohrDIvbf3zA5/4tpFqwq2fm5sAa2cQyQeqTf4xjau/3nVajh4dJMuR9QJrGprGkF2SloQMFdTNDX+LmCwaIN5doEA/MqseFaAdloW6GfA/z1ILJRD4RJ/L0XQgQR/YNSa4uRoLBxBdcy8mskg5mFEjuYaFs5m4gGfJDg3iMs6KsIYO/4QXBsaWLR0enRjrP+xDXHzyzD/y8izCrkgLX06/bhdBXCiaeRt05g/3oKxJ0n09b0LUnP7Su0r4UT1v8+U5ruTUvM+g0A93yVifxquFsvbCKvD6C9qBcR7v9gXfuxSdjTW3+1VBJNp7hliwccK2+OsQuYNAy2yIFMDsBtwzlVKAdJ8Buh0NZoARBppf9ggAYCl32UBOSjvvX6xXUTKDckLIEuQu4ocrRbjOxItlGYOUMmGpgTGg0TWxiX4GMxtznBPUS2eh+N9D24+Y50zOyYziIC63/UND/jerV4d27GP/Ud5uXrHHmCTCjIN0PpAS5rf8Mff20d0zy7uK/lpZ9eWZCXpGDCWvfP58r9vp71pMTfLbYfpk1Yqqjon7UBgRUUPMFxCn7P8fEM5WUOls1L9xfaoQlRnqjXDQ1RX8fLAuv/LYv7N1mjbUhUIk9c0OgvCkYYmyTpUe9DKPjLnJMq8JvwF3bzsyfIUD2HWjkOEGvyZZ8MWU2tHRMhMFh8ioE/C5dWDdhYS+DQK5kXsmgIWbG4gHIfjX0h3juEyz3PRWPqOZVO9dYRrjIdYgJmF9xXsdJ01LsOpfjHEMD3GZYEBZKKN0w7JlTcvkY/X4U718cS3fvrtqwsCCK8AMLKstA7j5yo9B0Xm5X+HpPHuSyRoYK5eQFleWK74TPCjEk10s6zOzdXNUyIWMbw5ZUb6qOz4/PmWCcDLJD6MSTwAH0ERRlEvdzHtaSStWFyhoOotyCQjx3tnB6rU3zVj1qpguHXANMn9ryv8L7beJ/YiXIE2gnqXiDELO9+hppQz6h075muZOrcdCo26x5tXU41lodYqx9CT4N9HarQiF3rAxS13YCMvKvS3tZCT57RCQsusGLXkciCBbMADPMeZMEeQtDAoBii0g0VVsGoIltZ648FO8BV7pt106hWr3rg8CzXlFwVxoUp/Q0mRS6xpue0VUEA2+nrDo6kvUxcfSaSbPRMvGesBsEbSc2iUE+Z46eWOq5zAxxdEJ1vyym/iIpA9imE3MXkv8I/CA02B7yg79Ndz1w5bcZTAgiqgyD9DfrwV3BtScmTwMALDcRZmZNAQK4g+LO1qT9vf3pFQdjzoxKWuELi3tJ4OkhdATjiPzIv/5SXiWBiYMJeZxVfQ+jd6wapfXj6pw2oY82DR4D+KV6L22stEyVc47YcArWYr0SuksSCZ33f/zXH5sE5Kn5mogFuAshLaHY1478O08b3ecsG5gMPSQ7lhkWjI+8znxzBZpu2/dsKXbQxMPG8t4bpeX7vrShXX6a/d7IZ7houLoSZ6Ocg/k7G8KSXUU/temYRJVtGV8BGJSwJjfGC5EJHk22j9A8RyH+Ur7fiK4NT/ZZp/K2vIw1px2sa6+6fyKStfqh9EcW4/hou9HX6eiXjv3LYLswC3QpIPxMUvOhFIv9jbLqxu7umd6Jp5yK/pH1/FkHCiAkSn6a+zbsWDMSfDzXJSCoW0R6hD/UVjuMXdjy1WOrsTEtbT0m99Kyg1vrBCij/e/QBLX9ofSGObeLNBD8DZeMpkwmeztii417J8cRoMOCjEpakdoMmfA2C7ZfC40WHLpx8rYOJ+k9Hx/7TFPmdFW0ViULV08mYzbsebFkWuN4DJGUSd49THMSW4fHehO9kM4LlejcWVVsrOrd2btmyYRJKu2W10pOzz8yPeP5XmbevMR+SX0kKnL0wJQv7BYR/BrNFG4T3OxO4z7zz9MLjkzEPhTxDTqKof2UZm6pCBem/5zty5fIfCncXfNen4KxPAxT3qZpX07Hj/9EjAumOSlh3PXJ6MQKBJJ2ugq1zxITXkBayTDEqNnHfL1TG/0WidEnv7v+S4L7R2WYhEzHSPYJos19tcGbHW69SjvcIG0AMuKVZ4+2QY0jy6qxGtgleEdmmRJkDEz0Ch/ZNZD1jSr8EZC2bUd3NnNw9NPJjwNRBGpbtRd981jHOL/ojCw/vrsa4MQ3xaSGiTX1jLJgdneV43kb6yQUeqgqxIHLglOnfc89zmcDfV2RKT9ZtLh9RxBmVsFb//akVQJpjt9J3MoH42ULMgKFNYKKBiDYY/+xvEhH9m+mMXhBtsDS6MK4imevA33qMvjzAESTq/nAkm6yqj4PVedr1nPb+4vntE4mUzEXwciQmiKRwdGQxfui/ZZIxfYQ2rvNbKMTTR7H7/RI/4uNdfR0H4uUJsEOno9pElru2VbQVZXq9v2Pd8KSoK+hPFmR3OPN4leP6dZJ+dvuOrt/1s0psfvnbqIS19uFmcJksJgbCLpSu5Qu1wx5nrbglDkm2DZ+/WNra99JLLxVmSJsot5LvZ0Nxo7N02rsBeeFRjpZccqCwdFnEk3Den1mn9L/TTl9yd3UV4TuTm24mcVD9x07PjrqR2TidN0LoD8OhJKFB5jvHnOtnoLCfZUhkKIth05rG0Ob77jsc66ko+SZn3bcgruthIFcN5a7hGmm1A21nJ0xmJxx459anqgc8KblXcFTCWvfwCTSHyIMIut88z94x9Gk4LdV7EOB7uDu2JaI12yabC4xEgKJgOBl/fsZJ34Rf8sfMgnCIoU1cKgQcqmPYq37h6vTPCafxpgRja8BQm8jMirrR9E9Q1f+BucHarSUSNYf7S28BHvIpTB573YTbMZ2FmKTgenGmZQ3pd2vEzcPc4eKhYMPQZkkq1oL7oN7hVHjtnc2LJcw8bxuBsLKssqW46Q5c8/8ExYJqEhaPzBXMB7Csep1s3Lc5fD6JNizaN52ZKus3ds7xdXe1RIRi7f8hEwRmxLCZkcLgIhd8ikyzefuTi56YDG452jPWPNz4z0wyJprQ4SvW7WGOahbrj/DMX2MA2VNUXNTy+uNzSW6YnhaGai+/ciVKBJBIZj19kZCaXI7pBuTSE4zlDTTJP2x/esmIoTR5CUvkljllCyhbnFkDkt5PmBjxiOd2U1jBAVB/pPTZK1R7P76of0HDdGqDtz/UOI9jB3C34EvEG32fI1tU/aENbsWRDZoNR+VT256oeXI6lm7tI02PYTRG47JXsjFFMxwWpcrnL+Cq2yKhzMrJnN7x88Vo19PTxGF/uvhUrXBU1u7rodkhm3gxtJ1h/XHQ6y9h+/EAACAASURBVJfp7zM7nlr00bg4lgB9pbEmp4P0OpzOooqKFTtP0/tFACWA7U+Ol2nffkVl+2TLLSMNQkwiEHUtCqgkywoWV66+itbajs/rkAjv2zfXPD0dS7f2kcaH4aK4TgSsI8wJGC4Yk4kMF/0D8RMf+UWqAdvfhBNGCx4bx/aqxuMVri6ajzb/XfqKKyysYTSkidZPlTQbvAB3/e+tTy8mKngEisj30br7T5Qr16nAMrsWgfgBWKREM+RruHHUf6dt5Hclxaq37j+mF1dcOJZrFBqYBrtA/y27LxfHEruLxKJ/yiaYtqNw7cOn/x5l4VGICmOt1AUaXosaonohMOZ3RBB8JMba6eRYYqJa++ih0kgwtySjM99nbv6Becqh+UvYT5j/+bzYKiMNVTtGAm7JexRKNm0k41M5QeEiseIBF3NDzibGRkIv/k8ysvBXF6P6umwCHYtWwaKRsVCbtRomY2VDpXE5EYPPZP5s++bF/13wrp7AjWsfavpHkPdElACMNoBb5QBFU+pPEN9vACTfE/eKmkezEU2gOzm/KnbAY+UbTDzTcj8JMv/KHBHCPZRhQXJSNFSrPweB8/8268S22/pqM/lEnryEFRpGfQOQvb+GKAEgCSVVe9jbyKvTKVTV3ZhB/2PbkzW/nexBF/I80QoZc4Xv+TcRWUREgx2uFWbtReJGOQ7u+c/SUfXfUl+nfst1EmkQhsRMWuM8WfGvR6I1LbMj6SK0Qq0fC800Oky5GhYSjbvkd/T5l57n7I1EnPZtv6iQLOtpb2sfbvwBBP6/iY0HeyNfQQf7Imv+X6STbY35Xn8+00hewlrzcCtBbB7JjorsDvGA56RiqYJwDsOoOFM3b3ty0Z+nfTZ4oQDpFvenZ/tOFDuWfQQqEcv7hU3MkUj2/P8UG+EXxH7/zGS6+pekVxQcFVno2ETTOldbWxrR0bKIzzFo1CN8V4IBc0dZYHknovQXNup+YrrS3Rer7iDHNpxeb0T7w4EvhaRyIgMSnxU8SSDtVj8Z68yXzpaXsCTFC+D6W2Djwqnu5splcRfthfgr/T5H5q93bK5+udDJn8z7pOpFpKQBQI/odQiWj3F03w+XABcqh+Vd+mv1s3CJZ01gW0nKbJmo83noWCRx4ey51mqMyoscY3/AIuG7HBbB+rnlXelnAIT4mcpE9vemW5LTGZd1ft9JkvkG8t6P6JhEhizMaShVtg6zzrOCGZ/y3JZ8afj5OdaDJ68HRE3ioe/gcAWTQewcw9oZOiIp5e/DJX6/48maNyaTYAp91mCiwLmesqsIHX6U/v4oi4EeamBDDZKSBv86HOI1a5x98V5TP9kGSTmaVTpB6K9zE+G/97Dx1vPOCxy8oa8wq2VJieBnyTx+oitZ+elEUV4KnbNc963dePqv6Jc48PENS/3tMMx6KOffyno/5xu7HRn85Lu/rBVMs2EtL2Gte7TxJhsYOQYFAkdS6CUQbGij4KQ6CnfA6u4/v+OJxW9PZGAT/e66R08QFek+yKBAFAyjN2Vihso0Ir/sod974FxvkxnxzsLedzsmPboh40kk6VeZG9wkbMqhxwrwQYjCRJFSlkTb3zm++8vpjG7INddrHmn8CnPyPZzRgssv7ruh/k2+ZnfBsZ5XJtiBUfPwO08soljWGAhrzcZGEhpDThXm5PHVYdnOCHqNHDef0oH3iAZ/cdvmJe9OlDgm8v1VDzTWOC4eAk1RTbQw+i5lVYbFQTFpzfi7xBn9gjbB//janpq8eKwi4rEkbDv4Frue2DDBArUs0PB+MHdkiQeHEZZfDlSceKz50xaPlWueVz946m6KQ/01YoJATYqRdFgiMn3+gKPyFSSN7Y6vD+TbDPmPQggLbXAdEwK3srfxwFxp9CcxOB7kJbtId3l5xxOLpDzJRWtrHmxZoEyGMnWabN+wNIhcQ1OypjiC1FZrmxaxgagGOxBBGmbsXDjXFzmCNNcirXvoxDrEg/vo6u1sCFlvMB6GNrsHjiUizw5X+3vz+QzzC+8PnSYTJ7gT+5Qcg7JAV+VgeOI/quchYoV9bdvmmp0Xjap4sYQGO5G+q42NXEsCADV7FJGko8e8I+d8DGga1eBNI9Xge8eqla3fUF+aKSubpYIoUEjBDRDUTTM95j3nUSj4DkbfG6IHaU3E8HCfoUSwwLHeYb52Iqfu3vl0teRfDmt5CeuOR5pugZXfyUukVAkwz2I5HtpAkVF2L+HIu/zAf5PQWo7Ei9fCuCy3qDyLhOPjmiAuq4AsHRSQXUzYG8iUH0e9oGWsIBi3bTyz0A188CCIsjWhoC51g5DxciG6zIwsnVyrtPqh5tuNA+oyhBXW6tGgLg9pAispITSMbSf2m507Ni/MCRUwMmH5EJYehbDIyuE4FI510QlLjTOvkAnazwZ6D+2Mn0EjclcrO5bCBjqZyWTSkUhJyqT7OEJLVNqmnEiMqN7AjxIRUCTJqwjnizg+ljKZUoJYgH2pHjsz8wpH2vaFEBbfP5hV1ojN0v72rb+oAaxtDBxrdXgUaiGs/EehBfmY6lxM4i7S0N/Y8VTVReVYIseMKxOawlBMjRSNhKDIhNaqmYiOs8BHtpPA2mnAu4LgMtZBqsAiTdrwHHwbc4wNFggoimRZh2n2WdB+0URJOZuZmdAjEdbajY13IAl+DW1VjkKpKlab435qHdn3OaWApbLbcObvGRNhiVZo8E8SjiqFKwV9N5fwDgC9oJLMDBlrcIDjx26Qaq6SSEqCA6FojF0Sb8/iLuoglDkNV8Mfr+Pgg8yDfc1Dm6uCmERzEhsVafU5Y9UGugUWwiB2A/IohPn29GI3jC6ihBhao8hYPOWQBHTKUcg8bR8zYd35UOuNgclgbhCtMPQTDrNjcd4K1lX4Iiqfvki4KsazGdAmijZDpGmYHCJQAZL+lCUIInPCsGKX8XL8cQSCqIwsUspf5XfBLh0BbSaEBoLD671k77ztOO6u6USbKWRV7nz49FpCpKVQ6aDdcphWCEc7AEeDqPRO3/o7dz21eO+YONbqjadu4ChYRQqVEJUYSkVLuLBZLVbXo2hgpKjbP+/cvLiukAFM5z0XHx8rFNZRoNRBEGwEHwv5JL/QO51zM/Rdazc23SkhR3BizA1WrADUnx7atBQnlZqHO5WXeT9fJGle4X3twydW4pL4MjtTIAaxZ0k1z2Et69KRybL2uYvl0hlpMS5A9MNrj/FPzAG1fCdH+O0ULKvV5AoGDSgGlHELPgp850DMOKRPTS+iXyEjW7fx1HqYvTiiIawQTGVY7LuYGxARMITbnY72d7/7xNL9Y+JYdzzYdK1jJKLBB2pbgwInoKhDGJaAkylNVjG+Qt//7Y6nl7xSyACm855BDFIcpjWYAm7mupXNAugY1zQ0OMDbcIC3MTx+SGLovqj2T18MDNJChrrmkZavYKYB+0xwJ0Lgl1wuHawAFB3D5ABN7CHwQIqZD+dr+V4Y1mPJouAhvFuJHsXFM6yR168QdAWDwDyzbXPVi4UM4GLcIwkX/V7fUuPaK5AHcQ4zHsvEhVCXdjbjyINMOKbeSoSlQGRSJhcNk5J5ZGV/JKVdSAM7VlxUemo6EyXG1HNuXv1I09fRgAk5EmUt5FbDMqMhpg+Zt9fh/DuU5+/LVwdpBCc0Dl3fIfbZrOamrzP5Yn0fyrIkk1dU9fdZoCcvVjxWIRMoaU5uX0dREE3OdryAkBaHC46sA+Lk9TLGuIhdSOjw+Bs7ndBne1pKtfG8D4FdYxFMkw28psBP9nglXaNiHoz/7RP/5rqNp7+NSPPwgDtMiOoC/LPsG+z7mJZeIjZjOxGvh/LBVOUlrNuIIHVswO52VkM8EuqbI4I01JgI/bAfcM/Ptm1e/NzEhze1Tzg/CM/x1M3UnhbU5+Uc9wTihZZyKc40kcoUFBAAf9U4e8Cf+jgdL+ld3lneO51ZS+OdwTUPn/pbTqh/gNN+mU0nQHXDUv3g7NsxxfzRC+wO4iaP5wMyGSEeq2UB4ac1RMsBtxgGqgnMzVCWJSU/BDT/A37+fxcrNHlME3le2HCyxJ/v+HZ+4Kp51DWZhzW9AsRCjJ7jr6Xj++ossmk7z2wvTZv208nKTP1vpSzKJIc/j2nQhd28ZuPpv4Mg/m/uvpVL8BuGh1GLzKjMrwVePZYqbq57dlbOjKK8hCUySUL1VoCwL1hTAik4LEsnG6wmNWWk+oL6j87+Rb8eb4mMwoY+NXcJ1kJ/EJEdOs913Bqc0rhoLt3qX2OdpWwyxXKSKRbez777V9Z6eDLF5w8V6Mgnfa232Uy0Y8yhyYModZGR8wolCQEZH+u7Mk/w2x96Tap7z+ZaMnln/g4dnCspPZyqaIz4RZoqX+6sqPVmXcr1CsdGWBR02tBWknBtSSQafB+vAhlFOcPQBx6rX8Rm+bjnl211El39+SJB8nIsEXYzidZoiRusQ1P4v3jqt0foMEmgpC9Z84Lv+s331Sxqmoy6wmOboMt3j2sGcNzfeaJlHhC+811HfRflA5yOHMbwzx/+J2oR/XRhf6UEdVIsUwzAw1tewhJ/G5YvZ1a8ZTWhFP/AjX9NrBHC3PCESx6LEVC96KvgzYh2Dy7sXXjo4gir2XJqUjvH90rL0xGv3BgnRoYvmMfUgTXog4GXcmzR2eby+R01nyi/ro7MnUnnrtIP5JPaBjeTdOaCNjWXggExL/BdcEEsBUAzgHCkohm303F7O7N2rfVT0I/RSe3zFHtDij1IiPlS7LN4pILu94JRkcedEwt2jSthdTDicfVDLbdJShX//haa0ywoOlfpNQmpDcvxkjzwQcpt+WB6MJ6GTBy7776zKnIm1RmPZJLUjdHLkRkA4fWLOZgRB3UKR3KXpwHx92KHWyPd6YapgMEOw3dU1O3rjCWLkytQ4cnPpMIYkRG4Q5hCpx9ZvhsL9rFMJH50Qaw8+dJ0FwQdmDoRA9K1p6+n2ML19Gk9swQKYU6vBJVklRSJf0n5+qltT1ftHmlD5uVYg0u27sckVbgkJ1h974Anf3gcNEZSCfgLjWdKv9nd1/nmdKQwCbZTx9y5MTfWV+pngtk4dmerwClnAeciB9QIsD8DLGFDxFhcfug0O66XdPYGdI4TZIe1oQ22mZjb4XUmz401cnQoPxCcLrc8PidIeXN5vtQYooajXsqCLBWHNX2I0gcp3JRiE/ah0jdilSdvwO/QTqTDt4ku19NdQbSk91zPmdR0zOFnMEY+xZuM5DbkgzGSbCywxQRVyATPjVYLaFTCkvxCat1JcsL6gbj34UkVGAbZiIQpU7Raqz/OKu3/43QUDJAahIFfVO6ZIKxDyKJJQUuiHu0S7DECEwm6i0QckGMoTapQaGL1rJWdJ9dBlI6DJOYeMjpycKz47kMJK4vXmrmGqg9XMxcUEQAW3GoIHQu2JQt6oGA5HZFjTzDxJf0LI7OW8KPjaOBHMbIe5cBsTHUnzu3ecsWUwxlJTubs0qb7IPf7ePcNYb9zYZF+ho9lwMfyJoKPlZ22ux5sWBY40XVS3w+uJdGRuSzwcv6C5CIOV/UMLOGZbFneUDOUa+KN4+XWJuXMQ6FI2OQsa9wya0wlsdeVOHdrQ+gdyo/wumUcN1ItdbDGzwWbJ2siEShsm4QQKUKkDvG9er6/z/fhHo5OxJWT7A/SGe0XZbySFGV6qzJlUn6c1lavTLy82XX7Yq51IpFY0BFNaRWPAdcSWOoMWVDxtBaH/TW8Q/DTxcgY551D8xtDjZp7JDv7JP2VMG8IS5G1Yxo8gG/R0M4AJtsTRGMA8jZldle/AD7pprBY1OQ0FvQnzUWxdPADGMIPxMTH++VEGlbFgz5mEf1UAKKfmTii39pHT1YrLyK+NSIdSL7UkoA5pGWrZokVvhlW+XNKZf28L7Gop34lf58kGEZh2VG/sUwqeilD6n9Avp4mIyYskGQH6tcQbJd1y5QxEYhYYfzU8N7CLSBALqrQK93Bgko1DcmRPM0XsJzjWNe6k8Lb53Ta6TYq023jCc9LVWgILeokTFlM6zLPpsvRCOZAHvQjzGiRMBNcRRC8sljxJe7dSI0aidMa3hfJhRagDcrv8bFUkgcYznSyHYlctc2EI0k/9kU8rx4FqrMnerZv8mRXIardrp++AoCgPtBw9KPSd/oAlx8OXMJnlD0xr0rFWC9q9k8YgzQEmrd9y6mlcBOTICYHce/kO0IFjvvxjGse90FqLWtb3jdRZL8wy7n3iHu2oqg0bs0CEDyWGBPcjcR0N+9iQQPq5AwpvTLm7WwpFK7BoQgA6NUHILBPOcJaCMhrpSRJm3Ey7SZj0r6Js2FTRRI9CrXMk9K/fIewZHMlohPcSRy32MJGjCQtoHOhBmabec8pJvod2NrbVFBr1LGSM53tp/uuU/Wo+T/IqeYX8PTwlqzW31ZU7GTKI3H7T7xHUAdzwXEL+YvG8XuI/PfUDNoX9RONoxWGGFXGEkPpLAnFNfZqnn4/77gftpnzmKG/gqH+HFrPH+jK0ZJAN0wU6lqwr8A/qMaWtgzH8bUiAzBISqPpZUz+LAhCIjhHqhM4+lzDceEQgv/UA5s7A7GchfMSpaB7mKB+nMl9oYdBIpOBqqYPRZxrxSw477ZlHA3ULLQS7146IEtNrD8qhDentrQSLkYslz4Op0B+Dfb5ymlw0pnWQmva5Bu8AKm4aX8Rhb+WEtBJ5niIMTFU4xeS4gBSKNLmKcBNfpkxzuEir79rNADeUQlLKLutpCGSUrFakgcE5+knvE2KHkWGHjX8rQ++vpXFfpfF+MD3gw/ee6pGsBLG3dY8fBK5SVP8yNwmpTl4t5TfRZnTTmhCyH3cjed9WXmQ1UOgHpANP5MRh8qJMm9CZNmfBHlxHA8iyYw6pwV1LjwmBc05kMIGhEXrXQjYb0Lc77PU+7f/qvpEQc/Jc5O47NK250Z8ozdCOF+DWUipwAuKHIg8ytfh5hYxUv2ndc1/bV9cdYqiXXw0smelgEnIGh29JVdXI0yC7KcfoBPIDmHe3FCgeYlHOsTfyeSgpo5VL1cltp4eDy6CyHbad6swuq5k2b7EUEQoltzGpQVMqBACceshSjLcRknuVpSfFfxNkh4uRhuMXZOkihIxg9AJOTblKmAdtITiHECA3scG/5gMmQNRFW0ZbyTqenIhM9b7KvSL7creyO4QNKELohn4DLA63YLGKkklzwLL9Gyh7ytgQLIGVq/60fEFbjRGXr/UhwlVe0EBHoqnKRpOJ/dQ1EdvwdP/y0xR1ZHxVFuQHDflBLezZ2+BBROUFxJUofKLsBxJ5yLjhhxBlApsNLPYYxIFu+xiUBXvPM68fIKgL+ICspipZEErBog9V4Xaod3E6i11IFUDG0yA7rAZqt1bn6zGUDn2JsXHHeoiQTxhcQP6IelrQ49wSSg5gLbIMey/Ekk7rxSazFsgYSklrDMV9AnQLSG9gp8UYiMMDYyTMxkjpCGUJvgDp8OvqMFT32c7zu19+iaZlBGb1HeJJeaU60hROccRFakcMXOQBBoScY7af589Di5A6hZ2ISYcwtai7bXCXdltQTvnVBsx57M5Sm6E214lwjefi9YmVdy5clZCHa27I30uR4jgyovchihgO+Dgn9KvveQnEgyohXNCVJ/lIwrorVxyFAnXyFFje+B1aIzou4c5pARzfTueuu1WJzpTRec6C9EYxW5VUXKuOKP6pFgnmeIUwiT2aoCLDiFwKn9Ztc1os9W3wfvp/tQHhdrWCiYsQVHuddLXQSzXhj4lDR64xC0Nb2grBOSSwMp6geQSfETs5pHR1FN5zHrKA3uJYCVhvLgX9CqIRdKQpO50TlDYwVdzHwZaISJ1QtRziOcALAu7GvmBluPQ6qTr+rMCa4gUDSuC3Yw1ggA/O4fPcbVMUPgfOgdifpFywFxoi5Ip/DHEdBhD83HgILv5WxxjaAnkLAI/pfBAKRb7l7VLGLf8baRIVvDqQyWpifGRva13gbteH0/GCsL5CsOhMslqJxLcyPukHAsVKWT8ZG4PO5K1QHD/2Q/snx1jjgX93rFCvRMFE9Z9/3I41tVfslD7QRW7//vsfmGhYkyTDg1j5UyqsGpJatxpneiOHT9fIFjwOZsoCFLHOZJOLXBt5C6Qmqk6j5FRgys1RKCUB4hQKZIzvwoXlFKy2M9sgxg7ETA/8JTzsavj52q6X+kaVMtlY3Q7tgLtEowFeweLegdExRGgJWEAeScAfz2EGpLxUCw1rx3svDGIcB2W9BU7ngQ9ZrmUFou6CjkmhAyeFJniWp+c5eu2QS1ZxtxS2jI30MFcMeVw70BqvloKcWFCCauFCRiuDHX4USlaK5UiCBNmI2kp3PCO7fbP1Kia9EgBANmiWwYLewgHSYydzQVaLKaMDHPaiDZITUf1rPWcDq/sVEchXFEmqGDCyi7+sdJoMloKxxJgMy6OqKxBMle1ipNwkuNM/Tucz3/a+uTSvLLA2kcPlgXpuZXK9VYwjV+DaMURKseFcMShx4IsZLiAcvYzufswPQjRniRioNFY09LnFrcW9fWmdmypkWoUoUYnBtZy1VmcTHbOtibGhjDVUMVi3rc4NHDq0AYlZejwM+rZEASKSU5D4fmbQ4iIox+Y72w9oTMsFrmWGFvxATJurshp5fc1x+PlXZ2qvP+zUjDccOs/NhdFfT9u006lo7GH0RdS+vEtgk2lSbeTcn6igeswmnPoWjEHluhN5EhBJ1T6Nej7aLQk3lr3Hwvy1m2WPEvXGEHhuZM+XwtR5ioWEGLi8/7DvPX3yZT5HbbJxN/gTSk0HKpgwjp/Ntc+dPKHcC3ClanFl00xz8W6RRPr5QVvIHw/kXCb395dfWuOkmkoBo+dWeCmM9fhopEC5veyqDLwfE12Uw+TIs9+Ey3pZSwP+1QfFR22jK2iw+24qwhjqcU2fhUyy9VZhcSKBV2Kk2MNxXmdZ/MJG+EIE4Fa3EMt4kzGzCWa20HcTZ+yyCe2/3xsJgGpMO/HI0t8L3WjdsxfIVHcA8GIEx2OaoeFCZ83QQC3BS9r63xElMLB7U9XorQMMQdIxEVdncksufJO+N9DbICv8H3RkIetHWM+y+ikGPrHoFA/v3XzIrDdx9bGRVjYloh/NwCGUMcQiCOJIsjxWtnJ6RCqG+Q869ttLMDJ84PvpUpWT1NzNJrE+IodhWdJLcRr6FQuWEo5doSoIFjzMVyGBFD1MRO0x9Xu6VR5RddoxRmH9pGSeXPFRRQYgtyIRqCvc7G2z6G/uIRw1kB1I00n92Z4f4ZxQeimS6IUCGE747imXcEax2rEFGN0iXbnONarCUxwE4srrjRJsBVtFuL6zP85tFv76cMBPABbTeC86ZgFn6qGOmK87hFZL2xh9Q6DX9UPUIio5hbKr1k/5tCHQViIFVbgEqiZHXywffMS0vvG1sZFWHdtPHWlH7grwKG8R+AQQ+FzeAuNjPxPHKsCfrsTqJYd256u/mDwVgkz8YtmF0dM3yq0R4lc/CuuYhZ2KAqffEWISsruwqIB3Lf2j64TPZXKdLUWnW7sr3uLQLkxJiwMAueXpRsc1dfvJqILTcSiooDAJi8szoilPX/rjwT4octsDHSPBKF7s03GTzsJvyda64+rkMKmTWa9+jfTU3+sJB6LL/SptuFo9V168B02nogFUocnF+eSowvTgH2VTfd0VBe9V1Q2J/HST8NKEmGTKBUICSIlPEYpuBWnTZYb5xojm1ZvgXm8lkl7p3c9UyMYHWNq4yIsoX6CPuYHjr4HFkzmLAbMvDYmkQHsCYhvL/IWjkznrWjS9NetrOi/80h7ZeCmsE8ZkJkDqYGzRszYuSZPND/mAPYcHILlv6k9502Mwp2J0rbeQgXKMc3MRbw5W1a3Mutw1/5XUDgEKPdqOOryHG4Xke8pjhCIdX4rRuk/eEbvsMnk6V3PLjuzcsP+iBOfFylz/DV8vp5hkQluRYTJdcoIgcJ91Qfa2N9RgfatRDzetXsc1cjGRVhiC5lT1h6zvncXXgeqbYUAuKIm58icDUuN9EMvRyCsP2F3edEz0dbY8nmt6VOt1xjfz0J+W72aicNmlXcXoQwoKnyadwLfOxArje3v8SpS01UeeFrpjMlY+YP9Eam+htMbzqKvY+yivYlchFY7rMnJIP4lQdd7ByIDYdH5cOcVVYfWnmwvSab7SmOuQ3URI7io17EW2AmH1KjOPlIw+2ECaLKYGNRcuz3d1+qNZ+OOi7AGhyVwkuwmOb7IlsYOEyIV523S6TcQLusw89RrN7ZPeakvE8osYKq3DbhrcqCbZCMP+Hw/8ujz1kZed6K69d3q+a2TFZIzrUQzhpeFdZuPNVY52lmIYfCrLNa3RezgZ85kUh4tUZ7Mk3oPseM1P+HvViVomUrVQmz3chSIzQrCDLXd84/UkDAhNvnuB3CznUTibt32ZFX9GLp7wa0TIizJlob1XoNr4HbOZKlun6MQ+cD7QruLOopsRCCbfcWLFr/s+sm1NgioR2ykKHeelG6pJBHiSn3IpL4WjehtHQmT2Pt0Jb7ASyfFbHwLRDz4g63Fvaq3xOjitYQEfx0KAGnRQCy5ADvEKAtuvNK7OfZ+Q+bGNgTTu3UQrIcLXY/mKnjzcKthNjqfdZGoVja9+rM4uoOoOVGIUTvfuCZEWGIpT6TTc3RG34KQeT8d++Z5bpILnx3KAeJ2wU0QhtYEz6HkAJEECIUFu1NKlAwXTBkvmJci+Fu7C4jGHe/mAfoa38JdOt8ShEXk07UI3yMgLIbhNhJ6XY8b5leQyjZMC9/lNPkOmxJDsC3nWB1uFwwB5ohHk4KcxvyyN5Xem5iX7j/y0/HX9Z4QYQ1Wj3ciaYo8+t+GYL7KrqhhEJLEMNRaLP4zUc2TfPYRXOojBrIcYgMnQKJAh+0iiU/nBMAXpuyf+G2HE481vPt4Rc4SG5cOiYyvp6sfal9kgvRygDgQO1B0X4pb4wAAD2xJREFUdAiGd0HLeiRCziPunvchlqPccDPEJKaLLPLg8M0r2jaFDOwR5votQu1ejuiFR4eaK8ba6wkR1uDLVj3WWIM1R9ww63jgLfwExSWP/y2MMxINT4LYQrOCBJcNK2fL94XDyaBf4L7/SkarQZHbnRmPIDnWSZmJ94vCVBrtiLsmDch/8M/IQVLqL19DLlWEOWs4kZWjTxI68qy1hcupd1mUd5nv9/1I5IOJHIGDHZoUwpJsmYwfW2EdyUohL03jg8o6d3PtELFviSNVrNZRwlkE3SWXIZI8Nsmm0a+goTzTlejaPRkhuTORaArp02DAZUbFqBJiH+KI+wanA1ZzcdAPY134LnU/94nLSUKNZB2GrHV4bEqUrMT8v8K6vUK5kyOBdk9NRr3EySEskh4zy9uLgnSykthsqR4lF/E9YQz1cG4kkYlhpKYM9rPIy6HT08BnDezMN5As/7Rjc81A1fQvusCej8wQMDZxJJw8c0PgZzYgwH8NgXwRs5HLHiWbV+ZX3E5i5c0V7yXybhhXzxI85xr7h0xv0D6aE7uQTSD3TAphZU0owCs/0FFqIqmvIGRjb8ENYSWTJqcWMmr/mJNP4N7YZey7pJ+9PlJ0xKgP+wLdsPbR01cHAcjGRH4y6eL6yuX+yjtikcMgN2LYCSsSWdeCNmiCrX1edOvepxeOGjNX6FROEmHJ66y+774j0e6q4loGvowOYzeh6HdoN8mNtTRiJ8ljY0eCc6l2OoHZBdS32Gj+4ptEflLAcx1saA3bmWBLCmiNoTGfEhUhYogkaDyP9+RlTsymTPTs6cmUXyeRsBgdBr1Vh4+UenpOSdSk78N1h58rLPazgB0isIMFvw8zwxtwrDeYiN1R7e4tNNZ6DHN8Sd66+qFTVG01tyBFCADtXXCuuwscyKARlLBxdZrv7kVNfz7TX/xKWUlXqm5zLX7FyRMzCl7owjqPBW4DWCrx1kip1gToe7dypInxdBW7a8XYsmrsiwinL9LBPWDNfzrR9PfC+j/z71r1o2OVkVgR1c2sgKONFmJ0/oAQVYHzkLAeDYALmPOYDveeae06UJNoBHVnctFuJpmwPh/Hqh+1VjqxTBWWlTvhU9+FY92ObYUE4mEGupyrCRG+QMDd/5CNsjdIpo4u8Za1b/ltKPSLYPqX1xDDN/xAmbaStoq09QTcH2hx9Q3kJfF4jNqYtH5mTmSoHVDYc2BVbDWZZMdYQ3tGfdHADVNGWOs3nCn1Y7oscNPXMyd3wWWlzvBVENmygjonQqWyeyAkwmz896OpxPGUV9xXaMx1Qe+4hG6SEKOY21+SihQvN465nXg0/KuKuH2MnyO3MHYamQoAFAv4v35fGXc7CBQHVXd3Yqrmc8oIK9QURT0+1lxjjX89gyPG2giOaa4Y61xTQ9ULewaC3IGy/ApP+zjml7bXbS7H8PeX18IsKad3PpvzJhz5ApAmhR3CZIyRZiN0Lsti4J8lmeRPEOJHiBgN258iyjRc/ak5AaaQsLLDlQnxdXe1r9wrGYI4qe9gqDVwo0UI58OyqT+bpKzTWmK3cUvofcRrUXsaXCtfnXRc23q291xr/crrAB2RiZuaybl45Ms22rDFrFQbnHmlTZUAyVYiBEj11lrmgGNQIknUFYxc3DQXZC8P9DlrxyIwktOCzCULmo3Zhr/nHSqcHwN9q7Nuy8q8cfGTMe6pJyzCj6NHW2NhhoyWcNuAChdhUQICz8KM4NAGlmMwBK5ZETYligEcAwHmF7uW+oRY9I/chLunp/xkavfjtxJ++wUjrIF4rNJoNO64JTifqdyqQdxTkg0uiDa2jLkrZmPmctzLThuwVVHQgEpjRjl1JJoccGzsgEBTVvTVZqYaynPKCWuQYCT9KkG0KOy4Fi+9RDUIcZGVYisB1ShhwrAO50wcHQxiI3lSH+E7h5msT0j8/IQd2I4uAK56AN0me0YDqpiMnTg1z8iKDbc2Ncdjif5SG43NwhkzD9zS+Shykv5+A3sH7Cp9BUQzZ6TNSP8kzj3MO4TC4FZqa+AR5eCaprhaSEq+FnfalLdpIyxJnFAN50q9IAFomr2alNZrkBHEwEfFC8mMCY/FfMkLwtol5aubX8S5yqQFzQj24EQ4hNXYo4TtNFyqJonB2Pvi/vb5mYi/hEgRyfy+Bj4MeiLFNq2UaAmRYMQvKGEvedbNii2qTxJ3uWEbwvr7EOPRpE4fLSku6a1oq0hMNacapNhpI6zPtojAPxPr7rupSjjQWtiUJE1eO+BXlMkT4hop1Ulkh7BIJfscYGf7CXau/TzrkA4yjZL1nM44qbJyN6kWVCTr5FiYUXKY1ZvgTs837XbiXmk84s6KpXtVSeCoYlc7i1B0VrB5cNOEmTkSlowT2UrE6Aj4DhKhIE5ldVaSZLm/HjPPG8ZztvuZ9Lkdv62RnMdpNdNMP2GhoAwC1ruxzDL23tWCzgeREG4T+r3EQp+jONBnpCmKDlnHTCRHIRMqeFaSKEqKfViY85QkigYqcspJpxrL5i3pv1iIxLnOG+FObSW3RVKOW+xYTVayu1gHdjFH+xIEAcmAXoBUQLJuiLclmTkSRpwrYfW8CbGUF9ZAClD91Ojdxlf1xFUddUwUN9icZN1mspumWQ69CIT1+XQL+FcsYUqDiH+jE+hvwYWkwmeIfJL1yofp5QX0UQjNSOLoGY4M0JtDB/bewHH3uoHfVeTp/mPtPd7sxSuCsk/r7Pr16wO4xsAOnqqdnO33BrS7trYNugcL3oLYEZNomR1Jx4NiE3fmqIx3E7mJICVK2LBwKDKxwXUIxYLR24DmJzgZgmSjj6PgvKsD80qPMgciRY3pyfT9jd6dC+8oYNHG+sjC75e096TbFivtT1W5gI2w464FzUYAMiQ2W3A8BVshP/LK568SIBJQiDVoM1ZkL8JBwBWFg4kXH+iys5BpB0Ac5zg2O6mz19mZcDtSvV2ZIy+uIGZpkomL/MD7zv5bpLuvPQpjnWszdq52CAsmGZYNUA5FzKNf8+kfOBi2ijEupL9ATorpQJJkR8x6Hhy1COECY3CK5x4gMx24IXsIQf1Qb7rrzMWOXbuohDVoRF1Zv9+F90f74yUVJKGug7BIK0O1DsHWctppclHvoO1GtCKJPJWfcrWEMUeBlBi2CLWmAa30mJ9Rx9wi01/dM79/sgVaCco7Ge0oieqgBIyv5RzVaHNBLTxsKUTAkacljooY9JCIpHi5O2A6GEQFLGR3iqF4J3O0A5vMRxDvR16J6SirrkrXbZqKahuFdOnzey4yYV3YWTFJ9EWCawMfTCxkLwA+rmIxBMNdqn0KfpQEDRbCwc57sGA8acHIAlcKWJ6AqqeDKHUGfHpju0BsSYHI6IE9ie3M8UlpI/LHIb/ZElUCSJAOfDAMwqMT7sdXCGdE0vYzvuNgYPKV75COb6in4moTgVi8uGMjs/ge4CJZbsS3pZIr8pPChBDic+Wq8JF/9SQRhYQHbhhAeTYn2YAgzYBL6jvHddJvmCr3zNhIKnv3jCKsbP3mm0sD3V/m+baGxcRCL1hWQA6pECZSQCxGEuxzzEGoMYmpQtLNsz+zNRaTLNRZJJSzLLgsGDhaYG2G1SvIO0JBgIYyEHjKQHhAc4f46hgbwYL144DCRjFcRrk3RKWBeKL8LUaqldjkONLMXLiUEJDAI8WYaABGKLAZbowQ7K0QOer88ZDWhW1K2YPknbwnfj8TBK3paLTVDTrhvHvhvBNDUh4PAeX7zowirPM7ue7+c+VBpHsu2s1KCb1BNiITaGDnK0A7QCsOS4hkAcMKgVrMNQchOBofiPkiwfOF+KRopWQTQZAmzdEFWqAmm1tAZkPSwvA/iKUlRDUIdxQSSpw+CfYECHlWuNXYuNJnPZSKWvQluwEEAx70ZtuIoH+CtK79jBaoSH2oP2LBfa8WrNUZ12YsYd33LzZ2puVYvCReMtd3PGxeFleGrkW4x3KvrhxA5oODGTjYmHf/4EKIGs4VFhPIZgWFSMWhn020LcEyxVUXymyDdiAps4Qe8BkkuRA1l2BOYASWxJCwxBchQoUpHjmIglo7An6CKUU8DYz5cBAEJymWdZLjvJks8jNS+ye2siZTt0mKIcy8NmMJ6/OpQspiSdc9cHKOF4ssc6lTzarjb1Q3ifzCTwFoE4ifLPegaNsIFvyZtgJh5EFI1MIpP7sEANeQ5BCmzO9B4vvYd+yp2X6kaaK4+dM1AZcAYclUYFTdqGK+d6IcaXpuoJyFyNJkAZlqjimiJPg9TDknjCQUknNio07XnBb6HsmwhENSvADuxPEJtKQC4VnMJKHJpIk6Qc0cwS2udVsy0aKu7u7G3umoCFboAEa67xIhrNxDuOuRs4s9k1rG4XWV+B65C9C2gOpbI4KTTMa8TcYzxIMgcJeiUOBYVweN0fVUh68PQOYJYrYV+SlnIe/JePlUP+OSJqyB6goYG3GBWL0gVOu1rkL1F5lstgjQcDEp2FQGRxhM7pSyJNN5XIohM5ktoaJ66Ec3HKkH5QOHugmhukWWEjMIQl0LZXFbMo5pT/lBz2SmY001IQ19/qVNWKF5otZVxSWudy4RSUWLYhGbLPEcU0pNFErLCXCtkYpWAo8k12Kx6PN3yQzOhRo4FfOfheVWthXZkOpi+jREREVafmoAeUFTjniplONHMz1lCeSsIq6qzLerlV8okOxUdHqiz7ykCWvY4ImcWFlPdERFW3R2X7ISk9MCcKIqiNuaz0Ar4GKVqG7z4BQEyQGar8VcMWBXylY/FW0O3/DY7HtY0UWLRKtUYveSYgaYJwxVVKWYAqE+WgkOPYWffJJETRvAce2OS3VXz2t9d8XSLyTO1xeLsAbi7NeL+n+mLd7jeXHgw2OOS1qHDeJ4qilIyRXoUo6cksBkZuO7m4WFgZ/Uu87iHIhmOabqXbgapT5OEqywXpzBXdiYJHKzC0XjHPKfWMwTPkXOOX+TQcSkMsQMxdKJlJ8xyfMhwyfKJWbS979ghDX61IZhK2p9kUQY+E5mtus7s0Eono3hEZkswLCpIxDGmAgLg2kabpcAvKRXHN0+ERVWF3f2We+cn6zM1G8RU8IkO7pHH+pFveMvjrDEdHHrT4QjNUeKejOxTHE8Gkn7sYzxYziNI74XM77OjMmS7+JLVA5lwpWX8VFTYwQaKs9N9pRXpJZ3qmDLFjkqLxPWRaX0yy//YszAXyDH+mIs3EwfxWXCmukrdIn27zJhXaILN9O7fZmwZvoKXaL9u0xYl+jCzfRu//++VWnCzVTcQQAAAABJRU5ErkJggg==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1498" y="2879656"/>
            <a:ext cx="1371600" cy="13716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134149" y="4690469"/>
            <a:ext cx="317296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700" dirty="0">
                <a:solidFill>
                  <a:srgbClr val="31313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Интерактивный фидбек</a:t>
            </a:r>
            <a:endParaRPr lang="en-US" sz="2700" dirty="0"/>
          </a:p>
        </p:txBody>
      </p:sp>
      <p:sp>
        <p:nvSpPr>
          <p:cNvPr id="10" name="Text 4"/>
          <p:cNvSpPr/>
          <p:nvPr/>
        </p:nvSpPr>
        <p:spPr>
          <a:xfrm>
            <a:off x="5153210" y="5773196"/>
            <a:ext cx="3163824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dirty="0">
                <a:solidFill>
                  <a:srgbClr val="31313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Подсказки, сравнение решений и разбор ошибок прямо в интерфейсе тренажёра.</a:t>
            </a:r>
            <a:endParaRPr lang="en-US" sz="3000" dirty="0"/>
          </a:p>
        </p:txBody>
      </p:sp>
      <p:pic>
        <p:nvPicPr>
          <p:cNvPr id="11" name="Image 4" descr="data:image/png;base64,iVBORw0KGgoAAAANSUhEUgAAAJYAAACWCAYAAAA8AXHiAAAgAElEQVR4Xu1d+X8Ux5Wvqu6eQ6MDAUJICFlg8IG8PpBtzGFbiZ3DiZ1bxJtsMMRe9kr+hmj/gv1hbzYJGK+T2LOO49ixE8d2xgYksC2wMQIMAgQSOpF1jubqrtrv6xkRgjFImmnRmun6aNQ9PX1Uvfr2q1ev3sGZVzwKOEAB7sA9vVt6FGAesDwQOEIBD1iOkNW7qQcsDwOOUMADliNk9W7qAcvDgCMU8IDlCFm9m3rA8jDgCAU8YDlCVu+mHrCuiQHFmcJJ//zPaVr95Ccqrf3jdNQrn0EBD1jXgEZTk9KOMqbVLk3D6VwfU2sYs8Jhbnmo+mwKeMC6BjoatitjUazfFzU0QaeGUpYcClYm23bwlAcsD1izxsCGH/Qt0ThfqlQyaOIuGBhjmjL6Wp5ZOjDrmxbAhR7HukYnb9oyeBNjqXopZBmdqpgY0aQ8und3zYkCwMesm+gB6xqk27Clez3nrFEpVsm5UJKzfi7l2y27a1pnTfUCuNAD1rU41tbzj0mpmhjnN9inKnVWCh7ev2vZywWAj1k30QPWFUmn+CM/7vCNRRf4pBXfzJnYAkStTJ/KT0POelqI8XBpSEu+9q+rkp7q4dNE9IB1BWCRiuGcfmYxE8FFmm59E6c8zjMcC0qsThDtV5bFXhRMDC2LVw55qgcPWNNi7fVN7b7SUPlKCFQrNG5+lXHxNVy4PHNxFyT4lyTnvxNCnRkZHznTHq4H1/LKpRTwONYV8NCwvacomOT3SinXMcHWg0gbcFpF5tRBqNxbAK4WweW7MZ/2btuO6kkPVn9JAQ9YV0DExh8Olkgr+Sh07Y+CQLfgsxqnlWROHcf2BMB1HDPF3wnN98q+n1fQMa9cQgEPWJfCoVmJR4Y6DAjti5iV+K7iHII7W5bhVoHMqXEI8oP4rZsr/jwTxvOloZGh1xatSrFmLj10pSngAesSJDRsf99gw+VFvlCwCivPW/HTVhCoFNzJj629pIN9qLJYAtsxfN0FYX5XMhrrZeXDk2077vaWeTL09IB1CbAam9qLY6HSKt3C0KfxzVi/2YxXjzjV5XRSQFgcBg7PM6meMwXrCEbHeiPh+gmPY3kc61MYuH9bbwXWmO/AcvNd+PHzQM/nOeO+K4FFYfEQaHsTmHtLMnVIF9rhPTurBj1gecC6DAOKb3iyt1ZZ6iHB+AMAzu0Azl+BV+lXBItiJhSlh7lShzEcvsNS/K2WX1Sd85SlHrAuwQsg0sTEuuK+mzUlmyBJfQXDYDVAVT0lW10OLpK1sLzTg+M9OPdVSxPhAxNLP2ZhHPeMAD3hnQBDmvZDS5m+eKT/Ti6svxVcfRuHIVtx/1UmOMCWSuD3uFTqBSWN/7mwoPKDu/qY6WnivVmhzYgat55ZMCmNJbrga/H1u+BSX4JwbnzmMDjFvjAc4pwUEPYHHHrOYrLN9IUG2nYsHC10WcubFRKwnhqqMZPxW5RQ90Kr8GUMcZsyvPxa9KHZIb2eeyXjr3Jo4q0kO3Hg2ZpuD1iFTgG0f+MTvfVMAExK3Yev9+BTP0OytEML/y4Qth+zyH37nq5qn+H1eXf6td7IvGvwlRp03xPnN2ImCCsGtQGK0TrYXlXNsOE9ANZZAKsFEv2L+59etm+G1+fd6QUNLLJiwMqyL1m84CEsxnwPvXsfhrVybKfWBafb4eMYEodx8n449DwbkuzN8/GhVCFbPRQ0sDZ972y5KPIvsCzzi0yJxwGMBnAtmgleUSl6FZSRsR/NENuUkr+UXHs9wAIjkV3lI9NFZr6dV9jA2tJTq4R5A/RQDwMY38IQeFs2HQz56iMI8S9IJd/QFe/au7saCtPCLIUNrCd6wKFYg2JyI4B1P4bBFdnBgJ8Gx3sHAN0Hb9aD+3dWH8zufvP36sIG1taeL0smvwzzl7sAqlvQjUuy7MoB6B+OwavnIJSmr7fuWv77LO83by8vQGAp3tjINFbXqZvK2Iz1lyYMYbeAy1SC28xUaL+848eh1urDzPI4/A/DPpYIs846MxJhYGCFFeuh8IAFY77GTubTo8P+yVD8SYDgSaCjDh8S2rWsWATnJnRhZP/eiYXpnxVFAz8zQ+WJSB1LFpoRYMEBq75J+RYV91RKyZeAW/01Z/LxjN6KaJEtPUgPj9FQ9eJWvxSW75eaEgODyYUD7WFeUA4X2RIyqxf8elzc2DRQHA8k6tHw27gmHsYA9TDgtCgHoJpqDi3zDAFhf4R3z+tKsqP+mHY0El5SUEaABQes9U92LWQp7UHOrM8xIe4EAe4EIrKVrS57R/gYZpqHuBIHsf74tkiE3tn7iwWkQC2YUnDAumfrwFKfTH2HLLDghApHCVmTMY/JZafHwbG6cMNzULy+YBni1wd+Wtmfywe4/V6FAywI7Q09TPMnumrhMv8kvGyewjAYhHwVhFiUndD+6V62ILxPYGIwAUvUnSJl7IwVL+lqq8bssEA8eQoGWLf/oC9UyuUik2k3wbsZAjt7HMKQAR0W2V3lmg7kBkbLPElwxl8pKZ83BT8hDT5UKM6tuSaoazn0vVu6FwmlrxJC3sG5ehQVxYeaj653ptgxSvHvt7B8eBkhkA6b0jr97u6aIWce5667OkVUd7UStdlE64Kcw97KWg88YUv7zpe0Oz5vxWe/YOrdQlk/LBhg3b/t7BrLEo9hJvg5yD6rAKwbnYeVzbFOQs7qgB39nyxLe2X/M9XH5uK51/sZeQ+sxmalJ9q7DVUk1mqcfRcE/wJ6ezG41uI5Ij75GiKQiPoj/Hee84nUoYpoXSrfHS7yHlgktPu1WIkhfeuwXPc3UDHARMb2bp6KxeA0vijWQxxgfl0xbbcvqQ4kTCvaGl4ec/rB1/P+eQYsCOLNjDdGmBisOCpql/r4yGhgsdK0Si45YolKCvLxwPUhOI8wLn+lKb0FAdsGgyWjw+f6kqpicI2MNIKXNdOomT8L1fkFLOiq1rd3+5PlIehAE76AZfok01ZAvrkZGoUGrAvC5io7Y74sQHkY176NZZ42mOqcZJY8G9f0pDD8Sd9wNNlaX5PIJx3XHAMrM7VvpvQhP8FLylg7VmdhucIGByPYNtp/4z1t2CcbPHiDDh/F/hpWO9HBGURuhn+xcYrWiJAvUT1df+jOk1GN69GoLo2yInjcFKHjgobJiuAdWA9z4QaAC9ahnOJcUViiOS/gReQS9jEUXO32Uo/FjqZ0Nsk0EUP8mkmRGp00QyHTNwzdaqb4Q6a9Hyypw7bD/jtXvAr7R1mgfE3mvDZWUg1bxQidGWEVFY04Hmb1WG0n+iJXC2PNSNNil7njiHMArMzwBIe98Z5eHxuOGSV60LC0pMENQ5fcNFRSNxS3DKYFECfBwr40dCYNEBwWvsKAjGJAk43vCspMOobfcAy3xHGoHRXX6TisCgzoi8heHfcApJTyweiuEnqkGnAshNNmizFDs+O1z3XBTHRUKU6CfD8mDt3o6QHUOYmuptBHKYA/ie8p1Bl5CkR6KyR+4ykAMfMd+0xljsmUKdLn2r8zK4WXyeRKS3GfmYLODh8jpclAaiQ2aLLyYKqkuioJ/M3JsOs8sEDNps0QKkLMSGhjRf64WWRqsSKmG0ElVZBJMwgOg30OToMlFiWCiKNeBMuDgOL0uywC8YIACn7DBy8wOoa2RfQdYKElmSCARzGsfLYWHVZ29HqmlZ+clmsAWKXjHEwM03Gu5rqk42qBTzHYbDF4UKf302Y2GKNtYxvS1isI+ozjw2I4TgL+JH6jrf0dV2BfxqA2mZSKg9vhGMd3Opf2hZrEk2JYPIoJzZjkgsdESoslAvqk3yqdrIiyVBjBlwBiR5NMzQBYitc3HTUC5eV6MM4WW0wtAqECXEiMR4YGAOiWho7DFn2rQVAFB+E6GqbBTBccRdMRmYU634/vfiG4DzE+YVzHwVWUD1T1Y8aGLZ1Dx5i9D6Wmj77jjbZ/p/On9tPX2B41dNzA+Tq+2zx/roGT5fNQdXukItCBAzEsBfEEGpG0wyVxAQ8gdXEfGEQIJY7gb38+hr7I/I6gcAqckK4HFwSCkgL7uH2C7gk8Y3WJm3ipLft58CbBfSwlhalxHBPy4ncgPq6x+FAsELwQHx4228NriFtOC5DT7gAKnNFTcqHIFLJIs1L1AA28heVCLOgG8JYFIJQGUMH0NF7JAIiBfQCPgEDDlj1UMYHvAjVD28CnFIxKaB/HcB0+KrOlfTp26Xecj2Mg4CXnXHIecancr/lliZeZXk6hJglisOLCm4mrL37QduJ4f3Esfc6lx9LXgN4UdRCBnbEPuYH26ViaMyoTZEK8CbJ05XG8pBkOyWO4vx3kBH0F6ww6zj7Bfjsz9SN8dCRW7T88GQ5vnlbWsxkA63ltsKIxmByXRUqTawWTa9HYOlQUYRV5OSpN0VkCqCiBizgTwEbRWhRxE4oxlWsLgpn2mnd+mgIABnFGWLQqRZzMBhb6kPRtxBnJ5GcYfdcLoHUCiQd1rrdpE1qsgkViOQcWySsN25nuC3XrfJhmWKIeD78LXOhu/Ea+eRCcGeQYBY5KQyEBCUPgRW4074anfAUiDWUZTkc2+syCLGsBWDQdTU8SOD+L3nof+4e4EEfkuNWeLO8323Y0ECBzOxReSuVNPzy7EuteK/DwDRiXEFKR3woOVYxzSKgmLjhtTpivvTfP2pWeRGCCgH9kR3YMyHuLYtlrmnVm789vgL/kzMqsAECu6Rjoyi1p3ASB/HbAKB1WkbGbUBkI6p8RXnFmdfPOnisKpON80cSB4td/hD48DEH/sCZSJzBQDu/9xQ0zNqueFbCm2ks2TppQ1ajEWqH4N1Chz2OGZ8/0PK41V6jI+jk0WcCMEjNGzt6SXP0GzOKgJXlPNrZjWQHr9h98GCpT1aVQNNyAIfpuTGHX4obwKCYHUHtYJIBdF71R1uTO/xukrVxtvRg52LLjmHMfhIj8PhQPZ0d5z9jhZ+6IzpYMWQGrGWtzL8OO3Gd1l0B9tVST1groTx5BZb8CYJVjW+wNi7PtGoevSw9/E3b4Jc5ehernNUtoZ4Qw+5JazfhjsM9vzsI+PytgTTWdMjpYyUWhoKkvhuJzI4T5jUD/alR2FWaKBDC/BzCHgTLt29vLRjTsDWN7CkPgSQjr+5Dsc19MNy9ovqFoLjJs5ARYDJyrvv2ovqBkiV/K1DJuyWqoPh+ExvIhtHclpq+0PoelGa+4gAJRqGBJT3UKatM/AVx7lCZ6hDDOj4wPJNrr15i5sLLIDbAuUgsBN7Z2+sej0m8E9AeEpj0E/Qhmiwi/qPgSvCWZ5RcXkLfwqmAHh4MCux/iyhnoG2n291ZiMrG3JCQSkV11UI5OT0c1HdLlGFgwsmv8k9YdrNEqFgWWC12sQCXgaYygsQp2UGlz4IXTqZh3Tm4pAOF8CEAaAKiOYH8/9NYfYNHn7MDAWHdNrNuKRD5HSzXTUn5Op2a5BtbFZ9La4sREhz5SEYC7Ff8iHrQB7JfyKkNLb+u6aInHsedPp/EFcA7FkcBiM6Vn4WegRujAgmELFg7/aPqrDrcNQwMf5tNa+5sprZzrWAoXFImI2LLVS3WNrcaK6BoI8hSgH/ESVCU4WKUn0M+0u2Z4vj3zU/2YTPWjow9hMtWmhHaUWWZHa6ymjzloPuMcsDI0aGp6Hi2p10pCC5GXRiKblmoEo6JoL2twylw5NMywR/LmdFpQPooRrh3gisCo6c2EVtUzF67+jgNrqosatn9SFkhO3orp7a0YGm8Hi74Di581EBerwLlC3rCYMzDT8BeFiSOsEygwCbKTKX4YKyLH4r7EsbYdN85JOpY5A1Zjo9LHbzodCqUCpZakfIDiTujkG5i07sHbtHSeGujlDA05upFtMIhRoU8J/h6ss9pA10MwYvsgasTHSk6sjEYitgWr42XOgDXVkrTBYM8qJgU8ka0GEOJeCPWrQAwEluULMpxrzuvlOKWdfUDGOkGN4CUdAPFOYjR4l9b8uBHoqBpZfGquHWSvQwciqPr24dJkKlZqWWoV3qxbwbrvwpuFBEnq1oz9lmcUODMgkvEeWZ0es3P6gEtxqY4lNd4hjeBY245y5K/OnY5qOlW7DsD6c7XW/fXpSh4ILINR/F14wx5GZTAssgVQqk5xLm8B++q9SAvJwJIaAe3Ardh7MLJ8wxL8kIrHzx/45crrFuztugLrovs7CyyH+fZtpKUHldaChTfgrYP7VsbrZjqvSKGdQyI6t60TUtBRkSx1MK1NF0dSLN6VsILjh59ZOmvrhGzJeV2BNVX5LyK+wgiLIxGlbzVmL18DuL6OLSxSBWaLZN7sKVIv62gS0SGES6z7IXIgZy9h+1tTJk8uYIGB168joKbq6QpgUYjs0tLuYqFEBeyB7lTKwqyR3wbORVaptAQExwzPKtXuNFJ62g4Q7BNwqo9w4Ajn2iHYw30guRwcG6uZcEPob1cAixw1mprCoput98E8cCHUEAsF0x6D9PAYZox1+J1kLk+ZmmYH5FUzAtp0gjYvS2a9jIWZT2Cu90kNa02Gw02uSHbuEmBlGKgdgLY3oMURd0Fo6zDRodBD5BF0M/aRVZ4C0RYswBAKScHjWfRgCPwY7+IR7B9ISeuAFRCxtuqqeC7MXbKVrVw1FP65McS5mDjKjmqlwUrkqEwsERq/F8FhacZ4O86rALgoUWXhFaXIoQEB3NhhuGS9IS2FVMH+gbFY/+AatsYKh8mla25VClfrBHdxrEtqSlapvuEGXQv03w6jwfvhmbsWQupNIGwdKp2O4ZD/Qv2USxa8lJGfR7ETcCA/CN/mPVa88nCyvA2+fndTUBHXFdcCi6xSKYBatG5wsV+Zy0BhOGio9ZC34CDLq/F9GSqf13outJHc48+jzRj+OBxIeSu+H09w/Xyos+JCOmCb7VbvuuJeYF0kVXp47Ar1LUeomAexGLYRqojbMDuibKjkakaRZPIMYHZMBpr9kW36EagSMPNDck3F3l4eXdrltmHvSqieF8CiijduHSlLsmgdotYg/Jq8H6RHdD7YdTFOCZYoJVw+FYqhAItP3o9XZg8Y8x4EhOnwsVBnZNeCjHWCe+SpeQqsv6z2uu+fLNW00Ncgb30NwCLP6xvxVpN7f/4UBbcszk4BWCcgV/3WsqK/PfDsaqz3zZ8yDzjW5cAaKtW12DcR1OibGAFXIQgSTJ1JS59HhfMJeNAgMIfsgJT1omkFXzzw7CIPWE52cUPTqbJgKPBtrIt9G8PgSrwZyyHkkqFg3hS0KYo2kZHeaayfvhCLxl9oC8+NgV6uiDjvOBYFJFF+/fvgUn+DYWIZhkTouygOVz4VxK1SbBBtOw+93f/yhPnsbAJzXE+KzDtgUSASQ7C/A5i2g3C0jkiOsPlmv0WeM5P4fAKutSMl2X9nE6DjegBs/gALeq1HhpgxPtpbCYXpP4Dgf4+3uRjCez66kZFJDMK8KqT75f8Fheh/lpRV9b+2CIHRXKq3uhy88wZYj/z4pH90pKQMaeEgU6mtIPw2NIa073mmw7rYRaT4jOHF2Qk5a5eUoqtswfjoa/+6muKEur7MG2CRzdaolqrWhQ57eYVkS/TJ+wVpsmR4DjPf50xpdpRZRo8bbK2mg+p5AywS2i1dwBBQr+fcoiSWX0UD80xo/1SXkaL0d0ppryA0aLtmypPzRYifN8Da8IO+JYhBTlnnyWy5EQTHxw4yks+FAnlEMBxGoH5og2fTBy3PLB2YDw2eN8Bav6VrmdDEJviibCCnCwjuFK0ZaU/yudixrN63nSQEa5GW3Nu6ezkWpd1f5g2w7tvaW6cx68sU5xSEvhU2SbeA6GQPn7/FziAhj6OTjlF8UItpv9+/q6pzPjR43gBr05ZussX6Duy8HwGRl2OmhJxfKt/0V5dhhmKvq268TF2w/38NnfV/e3fXnPCAlUMKbHyitx4RebaBuN/EMLgAxKZsGPPmxZgVKdIuXhTSkXwGX0Tkp537nq5qn9W95vgi93cMGfxR7rRTvYj1oP4OHKsJ7vg0G6SP++ufXYeSBSnSklDCJQXjY/7fxo1VH0Ts1HDuNPCbaq7rO4YUo7FxPZjkxloQ9imsn30L5iRIqZLn8tVUDyn4DyIlCdYOf40X66c+lToYLDFjbleUuh5YjU0DxbGy5AKfKe6GKnor5KqvZ8cE5uvV/CUsMexK6vL94KhvJBJeguUe9xb3A2t7z+JkUkJQF/dgCGwCKb/gXnI6WrM/YkgMYxR8z+cT3ZEd1RccfVqWN3c9sO7Zdn65ZrGbNcHvhRBLM8JNWbZ5fl6u2F5MWl6zpHrX0tjH7+1cBnst9xbXA2vd1q7VGlMNyHu8DoL7A6gwxTGdy0Lu7BRyEanX7ELp8rD4Pbc2YHj+QQjw7yCv5QFEq207sGv5ybkkwkyf5Xpgrd/a9VdCsgfh9XsfiEu+hYihNadlGGEXhyidbvqpdhIqsgObU8dZCO/H0FnIdSP3S8Hebt21HHEb3FvcD6wtXfdCy075eTbABeomOxmBc4Wm92SuQq5XFKxsDKqk8yBSF36YBLhIcwbDQlLOsmWoSym29KEVgEyCc6cqx+Gwqk7g+S3Qxr+GpR14Qru3uB5YG57owfBnbUbKZwCLOpMhpKQzJeMgmgSYogDxMeDoOAKZncDwc4JbYgxRcDjSFpfi303klQ1g3UKOtEBbCFskRXfUNmwAXAsgly2wbXy+5enqd5yhQm7u6mJgYQBCWb+tF8kH1BPgFhszw09Jbpp+yV3SoYFS0BchxRofBbAGAZb3LC7ew/fjqQnf8bYwhVuEaUXTcGmwOHmLVCYNyffgczfOhd29Qr4gBC1RCBjnTMilcTyLhuV9APzTrTurXk+3wJ3+he4FFoLg1lNwkFD5V4SS2xUHx2LKTmSec2DZtuWsD6A4B+50EtsOJsRZzELPWil2IWikLkR2rSAhHo6zZwKxlLFYaGYF14xaJiVyNQoE5+WrAa5anLIUHyfSupAGPs6VbJFc7BiLDr/ajmAgTmWWyJbGrgVWw3ZlpGL9vhCXX+dC/RMquiHbxl7pegrgieNn8TmCYeagpcQeHpMH8T3WGq4hC076/QpF8fVN3QT0oAyJBp1R4BKxFmCsx7EbMFQ6QltUBjIW//eoEi8Zwcpk2w6Y1riwONL4XLRzfVPXQl7kw0Kz+RVU8gkahXJx34wcBVtyijWFbO3EpRg/je+nkWvxNDjQ6VgAMeBYVepanUbgZ6zXCMahwBVipWSKUuitRMRibFkt7gluxoN4ZjCH8lcb7vc0Imi+qiaTw63h5cRtXVdcC6xNW3pq8SrWIuf0w8h7+C0wFgobmYNCb7j6BDMsytm3RymxFyGSTvmk1iO0GMWgikfq6pKsmTjZteQXSDzNyHjW2UmWrAFpBcuTwkJqF3Ej53ITgHU/JgFQS5B6IjdGiWCEHwHAv0bO5jeA6nN7d1efywFRcn4L1wJr3bbeNQjTfSv69kFU8ktoOWZhsyroB7hfcMz0mBjCHQYx/HVh2OsGLD7EsPKhXxi9iWhiFG8/hPfZF3DZoD/kL0vIVBWG7zsAyzuAzuWcixqAbAkUvAuh5AyBm5FqYrbeRZRp/g9YiH8bYbePHdhZhVw57iuuBdaGrb2YcUmsD9qyFc0I62ZFvnTuY4StVj3o2CPYtuNz3OLaMUPThpnfP2xdGI/XsBrE78wuxRpl3ehm3T5tcUmAJRLlKcsq1wQUukpSYgQkprLDL1VjP5uZYyfogJkhawE232vZVYWZq/uKa4G1cUv355jGG/Fmkm07kmlSh0y7kMBNMTvTgWC57VEMOUocwqzqI6Xzk/tqq09Ob7ib9jMvOzE9TG48d2E1l0lYv1KmWTspKOVspFnjVMBemgDMpB8oCNsH4OTvM0tF9u2u+dNsa+jkdTNpkJP1+NS912/rflQoRm5ed4Dsq/CmU3bWaZU/R8KjaHj8YwyDR4VSZyzOz2tc77N4cqT1ZzWQp64lQ03rcVc5CTPHJ7vLYbleLpm2VOeiWjK5EoHj1qA9N+P5M49MyNkFWx3C1IcI9/dK686aV7KtpRPXuxZYG7aefxxT9s2QjuohZFeh8VdTjFLSK7AIqMYZh+acuBU7jqEUjgj8XejLW0O+5Lne4ZWx6xUDnWLZV5WfDkaToVrBzQ2oLSlXb6EPOiGAyYkPXA1BC23udbV+GQcn7oUTazsa/XzLrmW/cgIY2d7ThcDKDCGnu3+IBE6wcbcVj1iPu5o1gSL/OwTR4EMAF9LTslPgRUioLc8gkuQ5OLqeC5qToxXRulS2ctRsCU7y12Co00AOkgUGpXiR1g2AUR3AsQJS/I0AFSIVKkQnVLQWeRV/SUVJwWkN8yTUGjv3raz5ubND+uxa7D5gwcadtTO+PtT7I8hDPwKw6tA0mCJf9S2mnDEkR53CDOxNKdk7Frd6Y3BJX3hjZSJi24hPR30wOyJO/6qMegJS9yen+v1BhAzQlFYlBHsA2eUfAmCQas+Wvz473ldaoUveO51Yjfi31mjVv7F6HHOZDbyrgEVv9TlfR8jkRiig609huHgKcCJLgsuHByIsRAw+iF/64cSKOFKK9DmnoP0+aljJj1M+bbRmrHU0HN7sSDLt6YPpymdSSuPu0vVlRtIqS2m+m6H+QCpjAEuxWogA1GYstiusQQJ2f+nmRsAieHWjzT+Nm+ZPdZWK1iZXRa8XN75SC10FrPqmdl9psLSCC14Bq4LvAzTfQ6Uvnw1Ct6lSABUWjaE+YOwDnPuRycHnEAs9lVATPtOKJsv7EQO9AYvLTgvos4WY4g3b23TfcKWe1LWQ4efFSlordI3XY3hEsgTowRhFhqao0FjY/rTc1QNw/QITk2eVVINjsbHB9nB9xmZstnXK3XWuAhYpGFVAI4/nFVwT38CrSY4TGTMZRWtiGPI4hFc2AK0nMokiiQXAhSHhhKn46ffqKgbcMeTNtIPSQ2RDx9lKQ5YIx88AAAMtSURBVDMwa4QpNvReYEvExchygmiAyQunbGhTYQUok+pLypK/gYf0GR63OrNV8M601lc731XAavzHgeLUZPI2WAtAkageRsXpQ+G2qYzjTe6GcA7ZgiOBNrTmXCKhttYndW1YlCwZa/0XO4HRZywa55JsTtyLOFhvUJdaCU/EFuqavxLqkSpo6sG5FBKzY2Fb0RCppmbHtIrwBl6sNyAVHDGKfEci/+Eezx1XAethZLqPpibuQ+avdRje7sUbi3S+ZCajiFP1Y2gk93IY37H3Y6bv/ZJSNV4xWBFzk2yRC8jZM8iKweD4GC8JaElKxn4PcTHQgWbIFNuehPsEqVIo9zMygB0IGcX739ixcE4y1E+nja4C1vonRxcya/whwcRD4Fg0Q0IMd0UKwWOItnISw18nrDfPmszqC0b9vYNsMNleHzZZc7Mr035MpwOueE5zs6hvb9IrWIUvFkpU0cwRK4u1gsk6TFRW4wXDMhEnhfEpcKxTULq+ybSSN1t/VuYaSwdXAev+bb0VlpSP4i18FG9jGbhWGYjYju1bTLM+BKh69uysGpx1h83jC4k2ilvVzNIwLKrP42Wrx5asXUdBn1c0IV5xE21cBSyK2sd8+iZLyQegj5pAxtUJCEywRIB+ym/0BGPW2HwJlZhrDFOozFhQK1WJFJaBSN8layF3hSAWUPKEPTxl7nFTtD9XAWvjD4+XSFWChOPqdgF5SlmBj4Wuxgw5kWKdnWaksdH1wTByDaiL97OzoUUEq6vTU6LYMBOJMqGzm8GtbsY60IdS8x3e9/MKsot3RXEVsMiePKm0ZVjKqcFyRbePW+enbM1dQS0XVYJolTD1Gk3XayzT7PbrZrebaOUqYDXjrfz1qf6gYcpgShexb91YGWt22VKFW7BFtGoBrZKglQ+02uAyWrkKWG7pNK8e2VPAA1b2NPTucAUKeMDyYOEIBTxgOUJW76YesDwMOEIBD1iOkNW7qQcsDwOOUMADliNk9W7qAcvDgCMU8IDlCFm9m3rA8jDgCAU8YDlCVu+mHrA8DDhCAQ9YjpDVu6kHLA8DjlDAA5YjZPVu6gHLw4AjFPh/YpYFabdSzCMAAAAASUVORK5CYII=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357" y="2879656"/>
            <a:ext cx="1371600" cy="13716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107009" y="4690469"/>
            <a:ext cx="317296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700" dirty="0">
                <a:solidFill>
                  <a:srgbClr val="31313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Индивидуальные треки</a:t>
            </a:r>
            <a:endParaRPr lang="en-US" sz="2700" dirty="0"/>
          </a:p>
        </p:txBody>
      </p:sp>
      <p:sp>
        <p:nvSpPr>
          <p:cNvPr id="13" name="Text 6"/>
          <p:cNvSpPr/>
          <p:nvPr/>
        </p:nvSpPr>
        <p:spPr>
          <a:xfrm>
            <a:off x="9126069" y="5773196"/>
            <a:ext cx="316382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dirty="0">
                <a:solidFill>
                  <a:srgbClr val="31313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Адаптивные дорожные карты с ростом сложности и напоминаниями о практиках.</a:t>
            </a:r>
            <a:endParaRPr lang="en-US" sz="3000" dirty="0"/>
          </a:p>
        </p:txBody>
      </p:sp>
      <p:pic>
        <p:nvPicPr>
          <p:cNvPr id="14" name="Image 5" descr="data:image/png;base64,iVBORw0KGgoAAAANSUhEUgAAAJYAAACWCAYAAAA8AXHiAAAgAElEQVR4Xu2diZ+V1Znnzznve5fa2Iu1WERcABEMKiJoMNEkZOklCd2fLBpi9zgz+XT/DUP/BfOZT890z9g9kZitW0w6iUZbRSkVKGSRTZBNNmuhKKCo9da9933Pme/zXsrQGaj7VnFvUeg9H69V1H2Xc57zO895zrNqVWkVCpSBAroMz6w8skIBVQFWBQRloUAFWGUha+WhFWBVMFAWClSAVRayVh5aAVYFA2WhQAVYZSFr5aEVYFUwUBYKVIBVFrJWHloBVgUDZaFABVhlIWvloRVgVTBQFgpUgFUWslYeWgFWBQNloUAFWGUha+WhFWBVMFAWCowxYDm9Zo3yqpac8C5dmpRKJnMplfD9nM16iZwxgdHGN8aEuZxJ+Cltbe6T/ueNcwljw3zWy3nGz2Wrktm63MRsT3JPuOf/LA+U1q4sFBzuQzdsMMtb/5uX7Gz2UzVBKhdWJUMbJBOpMJm3xktY/cmYjEm6fJB1XjJpA2utb53Nh9YmdSpUiSDI5ZLZSZMuZTMHm8PGxjWhUmNkjNBkTAFr3boXvNa6e6tdfkJVqPPTAdE0pWydcqrKapMyyiWd0gnl+KlNwvAPp6xhEJZfQ0aTcVpd0FZfVNo/76zpyGVMr5p4sn/Ps/fnh4uBcly//BmXqOo9W6v8RF3gqSk6COqVpydrZSbLOLVyHiuAMRlr+YcGSyyKnObjrM4Z7bLKMk7jeq3yzjHq9mSd6a/vaMxs2vQXgGtstJsKrHXrnNfbe8I/P7vGSwcJL+HnU9l+f4LRwQToOt9pfRsUngSF6+hojVIuDdnSED76yd8MYJJlagFbwN96+HezUf7HytqzgXZnmJCLgfIvj0/6mUxw3g7448Kpqb4wc3BB2LiG+zZoW/qpcHrduk3m5MT5ZmpquTmfbSuMz/Z6YVBbZb2AMQEq7WZrZec4o2YBqgb6UQeI/GhcjhHJuJQa4N8D8pPvMs7ZfgbdY7W9xDhPctVJAHY5mQu78lWJ7ICfDwc6ZwSLlAo3bQJ2N6ndVGA9+FTz5IT2pjsTTmNtTlXOTtXGTIaiU4xSk6DJRIhbDWNNOriUgegQ3Lfa+drxu2ZKaFwDo3IWIGZBWRd/6uaPl5mby0xGJ//u5IpOp20nj7johfqC9c2FAb+7b37n/N5ST8CaNVv8YOZ9dVb1j7NGTVbGTfK0mwToJylnJtLvifSPn3o8XY8+9H2cdi4F5xUOXJgXOgzLCozTbOUqsCwe4Vx8k2W8Ge6/xN86GfMFoNihQtUB/dp1Pnc+63ntO59vuHiTcHVzt8KV3/94gfK9e4yyiwDTQqSLOyDsNKjKFgipIgLzVwdupAnJB38fpD3ULzCtQRFKOJAs9ugP8osATcDVyt2neN7J0NkTAPO4Uqnz3Zn2jkObFstklayt/dvjqUxP7YxsYGdqOK9W/m1gZD7dvI2XzKS/EyLuVAAQ4ytw3kIH5J+DY7qybKI/y65/ZYyRvPjJGOHW6hwUaoN2x4Hih4gIh60JD2//yZyPSjaoYT5o1DiWEPtyV3qKZ/UUAFIfalXPy2fD8+dBxgaIMxOawrXUeH6OG+Y4hro8wyz0M12XmZ0OLuxg3trhde3MTSuT0epp02az9lyo+zp7cwsGDm2KuELstvZvHUC6XBWY3CRns7OU9WYyxhkAQcZUzzvqeRjjdfx0EwBJFf+W7bwkDSB2sVC64G7tjLEV2DXz3jOM+2M4fQeAPm+MuziuJnvx1b+/I1uSlxZ5yKgBa/kzl8anBvoXsdjY/vU9DHoJbH0K/ZsAmGogdhKiJ0XGYML9Ug1e5BQmNARM0TYCoRGGFcTld6XOsoN+zN8PICzvMtp+FOrk5W0/ru8ZzvtlbCbIT/aC3F0cWlfwyqU8bzrPmMGHw4ZibHw0v3OqAAheJEeVqjkVbZU8LtomGVcfz2chqQ4W7QEd2oNss0cyA7kjezbdLhy87K2MwII5b1B6zenT4zLKr0dOmMNOtoQJvgci3MkqvhMgiVCeYpRe2Ud6zRfAuZQ6z8QfZVV/wCVHjfZOOe19HGQv97738wUA7DpHeLbk1d87O8FPJsfnlZuNJkC2ubsZ41J+3sUzkan0xJszLqStgsDfA4iPFsanP2Cb/IAt+WwYZDve+/kd3eXsW9mAtWGDMy+1Ki+RaVvgafsgYFomgGKibuczHq6E0CorGFB9Il+Uc6jXfHaGv/JhG1GuE/CfZDvZGVq112j/1Kz+qaevJ9iLgJ6fe/ddMIu7IeK9yNwAys3jWRw6IqFcFox8Rr8xGF4KuIQ7GziXEy51nJPoEWi9V6twZ7nlrzIAq3DUbkt8aZzxBiaEnr2PcX6RwT3A2m9g5cj2MFZbK/3cATN6zxm9P3DZ/TV9Nb31qh4dUeHoLoDKzLq3WlVlxvmBeZBt9kFm8T6+WsZn6lgdGKJ+M5N9Bkl/J7qwzZxU9ylV1bNtzpQ+dhaGUFrlaomB5fTyZ5Sv2toS6cn2Xqe8zyHeLAVM97DHs1Vo9DSqdqwSH/L20r8WJuEMfd0JaHY53zuZ7DanGzdN7ZV+r/jexXFeou8uRKW7mIrlAHF5pIPS0UkW1ciYbT2Mqwv8fMR87Of3/chf+y6c6zvUkCm95r6kwJLt742zF2qCTFW1l7q8lsn5U8i8mI+oEEpx0hs8b1+lXvhEZVLKsfTT5x0QvklrszNhzc6e5Fl0QsuVybdOTzi3Btn7kYKQru/l2pKd8HjWoN5kcKzyp8GxlWKMotNrYRc5yAte6u63r6UHvIE9v5sherGSmb1K0dFo4OvWKdNad6HaBfYeZcJ7oq1PKZGtRKssXOoGiS9bkc2zTYmBMMfK4wSkExAoCTmSyhgx9ZToNCmyiT5Dv88K50Lu2sFx/hIg8gDbNOfCVYxvBf+ewTUzGGNp3qtRhFrGqBVjFJUH/XCclnXhVMmsJ2/4NOmQKbXIlPZjxraDM/NO66nDaZc93LjxNhH4S9JKAyw41eJDyq+u6ZiUcLk/oWd/whF+HkSfDVEwxQwqO2+kzxCZYzQsXI7SfUxwL0Cq5vcaJqKGiZD3lEpYFo7I8V3nOb3uwl63XTT4gDrJopYt74FIpsIKwPjkRFsaOkaqAtfHQukTlQHvFP2bLMpa/s0YDVutkwPPyJsI9oZFap2Yv05Cz+NYNF7K5/teLuVJsSQEWb7uo/FeXWqeZ9WdEOUxRv0YwJrMTzn5yWqL1wr6GE4wcorRPZCgB9AAJC2A6odLZdA7yUmuYD/TJgm40txTFZl+xIirAZfTKe6rRa6rZXLYglFKIqmKDomfw1RtcFJU7jgTLBPtA67x/C6qhTnxBvXJVSL8w4HEFBOd1OS43wtwewFrlj4DKivj6mccwlUGGCucy6RZlmkZG++uYqzV9KcGOovtlLEZ5FZO2A5RY3icE12eu8gz23nnm7zrLeWbk4l0oqXxHwry5I20kgBr9VOtc6yxX4A4jzKxCxnkIgafBlwykcNRBApoTqHExPSizormmOe1WevajUpeDnWIdZ+Pw4dEJ0IfAShwAduTlzChFTBV41kjqgyxx83kGbOYuHkA7HaIjjI20ngPl6uJvCXcEe8JsR7BpaJJFaAOpwEeFgh3iPb/FI86ZZXlFOq1sNVehiuiPff7wwAw+WHe538BFmfj8hgrjPFwnrHyUXaCMcisNkS7D7idmkOnsF6oecPpU0FxHClUATLCvLYH8App4vlbm56f3TKckV3r2hsClphpei4mq8OUvxALnQjqT0D6aXR6ejxZQLO94RYCd4IjXYLYKCxdZLGPQGVUc96G7YFJnu85N737vloVXEuvFHlJTFd+PtuZHhgYQGEZTsA9a4b2DKoNB7A0tjo9iz6JSUUAJnY6+ZS9MaYuFko3gLzAGEUZ28p6OIWXD1r/RCtOMm2Mscvk0l0XL13KnqjdG6hruL/IGPf2Kr9u+rlx1VZNNSqcjllsNnRH3NDzodd8aC/qDtkpanlPIh4HE9nVNXP9x4BzM7q8l53XfWzAv2tgz7MyPyNrNwSsNd9pnZJLWdw9POQN9zVY+ufphhy55RPn2WI64ZQSHYF346zwAcTHlpfvsJ7fa/O216RdP74KmQbVkNu0SdxIrnVyKRweDtORCXVHU/mgNok0XxMaOBgrnK1rAjfO5t67IeBdTPYdvBdlbfkb4/kQunzIm47Q86PW+ExiDo2435PQrm8gdP3VtclsR0d97pAoNYuMsVk1J9n0qlJaV2cDU4slB381MxW5aSqa9SW85wEBGmBBDInkzmJNToLCkWX7e5OF/Rt48/5cda5jz7MjN//Emfzrdmz10+3zXT5chtPZCoiHbKVFqC3eBm1bTrWBkzM47e3RoX7TeGp3f2J6HytFtp+SNFnpAriadPsszxP1gEORqe/n5wOArLpgEHbDlLuG7Bq7L1xAZEJcW5i1JpZYExvPPi/MHXz3Z/PaSjKwqx6y5kfna3u6++vSXkLoz67hPkcnWPAOe6WWscUd37v09/cAdCeK1GM3siXeELBWPdl6Pw5na7GPrYy4gVYi1A7d5FSixY0l8pPaxzaxky3roA7CjzLpWc38LX8jLPj/f3mBm7Ulzo4Lk4lpeFPAudxi5IrF9OMeeiO2y1IpbWX1i9tON0evA8h26IrcYc94h0NrmpM1ur0UgvEfj3HxOpesr+9IDuSC2SZ0dzLGJQihGMPdMmTOOvogOsSic81W+iEc9n2u3IE893bTxukHi03n9b4v+rKhHvzwD1q/xGniaTqyiu1FToAx5JbINCKCuXgWvKGs/9tZA9OO8bdR8Xhcue7jKlvr32bCcD7H7D+l76IeKZUpRkAlQn4rW8u/cW75tTZeS13N1JZX/16X3V1lzQbn97S2Javz6m6M4t8CS1+mPzNYyfFkXhwG4Xb4dantcPR/2bpxduOoAmv1d89MVOn0REIXHmdi/pJTyefowJAnrsFTSKSfcaoJP8ntKtT7lO/vn9kzpX3TC6z0Emp+r0cQ8Tk3udOTjU5PQj3yea0tcqG7m0kQ9cGNeSOIJyfGXj6HsMVt1Trxbi7Id1XPn9XVuAHlZ5mbWD42HTrsT6yaiFeuup/XYW5yKKn1gzDSKri06N2GYiacWuWgoXexdb8wECbeqhvnekbCZUfEsUS2CoJgPs5jj9HPrzMAzDYSXVJwFb5mi+Qqh97GYBpxL4ZOb1IJr7kq6O9q3DhPjuIlMycU2Ysje6ZEyZiaxFI03dgy7cO8/5FYW/nQDz/GonkdAetdP1RH6ybOOpKZrMLGDeJpMCrjkzlQ9z7ZznnATnE5PQ+59VuA69u8XrZDsX5cV94qLH44rjIiorzo/MQbuaw+t+dn9cOWC0cGrB+0LofnLycQYBV4wmYWQ7aSQAeljnEf/kHuNZtIvHaxqvvyickL8uUJaCjOHh79YctsztOzceVdBVG/DDEwRUXb+XCNyYXTrcKw69yrMIatNtt//r1fzsejc/SbeGCo+sXpgZpwCvqxryFzfU0CUxgf8mWkgyvWjrJ9/ruz6m3nckd2/HSenGqH1UYErFXrW55g/T3OyWE5wuFihEPxlizSHKg3r7P3v2U8c7gnbz48cPu0TDlcNor1ZPD75c+0VoOialYldr9gLQco2T7YEt0wXXv0aQh5FJf0XUQXbSEa8H2eM1BK21vcMRWuIz5zA5zp9OnaAZu8H7Hjfg4SK9lTOGSJLq9oExvpeyw2DPG5HU3Pzdte9I4/umCYwCp4ha461fJtXvwtOVWxFaLdjpz2rt0KqgXcgEVXpV5gRf82UKmOmtOHLjQ2PlZ2uSMOQR5+8uw9nExXMyYxLC+nr+I+PfTWLtMXbR3RYeR9uPC7iIg7UZfvbfrZ7BNx3lvuaxavO5Ssramfy0F7HgrjtQzoG4xqDtyoEGJ2/YYukZ1F2X3M2avbNs5+Zbh9HQawClHKzUQpT+up+SEvWg9pF/BTjupDmEnQqmOTgvCH6OSL2aR5OZ8xmQO3/2+41YYyxPQNlwT4WP11+zSTs3OJqLmf0+3XkbvWFLTWBMdev4lMKEZj7HzqDXD4K2Pd+77Jn4dTib/5TW8SANyWWDHOViXGsbz/FPnpL+gUvmRFvU2w00aBGYcByL9s/cmsXw53MPGBxYlj5aHmVG5iTTKdH/gRL/6vvEz27GIN2xiGXPQjiPa/bXpu5mvFbhjt72VlT6ibmgrD/ntxSf4uE8CBREeuxaLtvFZ/JCaNv3PCFeO0+y2qk59s+8lclOdjs61a//E34a/fA1TieCnb4RD+ceJJgl3TKXYZ988z+2b90yY0f8ORhWMDa/kzuxOpTMNE52UmYRD+AR17io8Yeou1M0zBXoTH90i28Pb25xuait0w2t9HdrjpJ/zpfeMI3QofIiB2qXgTXPGWuCaNGJME+BdcePCR177dvu3HczAqj822+qmWxzF2fw1Q4fUqJq0h5eKCv7zSEkL2HOFxP/Z6L2Xq1aHYYfyxgbVm/al01vMbOIw2eMogYyn5iG/SkE1sZaySLZFPk/L3bfvJjDG6qsWtuq2KdBv1BB1Mjjwl8pyg/GufzjH+gifVZ3S+z1hzKZwcdjT999ninTEm28Pr24g5CFcDLDTyYnpz2BOHnjq+FUXv89qlNmov6OxPtFyOmwMjNrAGNdaeDTm26j+Lq7EWbsVLXmIe3nE6/9GOjbedHpOUp1PClXESqK7uD6vzfpCyNsSX7HriY5a8HibrZXO5/uoQu2DnmEk8ci36PvLDtkVkrFmKxI6KKPKZ44BSrOk2ls+/KM/8wkPmutg7sz1uMG9sYMnRPJWzxAN6d4hehC59FdQXP7qiZWf1/xLPhbcSKdfe+OxM0U6P0VY4plddPOFlehbonmTbkL5kdbkZtqruhMtMJsHI6ClBR0S7h7/bOld59nYy2zzKA77BxIu1pFiTuMtfoYb5VejyH1ep4OO4KpTYwFqz7lBtrmbSQs7Xi0iw82VQ/yVuFt+fYu0dtO3P5Qcs3gv9XaV0fy324sr3f6BA4eQbzMQ+yonX/qWoVmLQpwNgvcRc/04Z76OsZ0/ueXZmLM+T2MBa9fSRujCsuxduRVSK+QI6my/QMckIM3Rzegvb4D+lcvqNbDCjr2mTHrNySLGh3Mrfi33XJtLMV/hFTrRPAhb0dkUazomcJP+dq/4doByptubI6z+dLl6wRVtsYK343vFxJlkrwaefQ9n2eW4UllrcaOvUZgTGf0z0+a93qI5cqTO7FB1h5YKIAvc+ea4m5Zm6hA4ex2ryV4gxa4qTxl3imjcRYzZjMTmYrE0ejGuQHgawCNRMZu4HwZg93CMoEgmBigEspV7nJf+zs+/ya4vUolFxjSlOsM/eFZIR5zyu26l89gliBv4LWxzR6cV2G0dOMf02zORtwPV+GPTtiyvKxAbW8mc+Gl81kH4Ab1FcMDhZKCUeARL9MmRjAK+hv/of255vgKVGrxslL4ZiPftsfb9mDTGX8077eVf1JaxQf8PonyhOAXeZKJ6tTNtWTHG7bVC1672fT46VTCQ2sFY93VHnwvx9eIveh8y0BqPm59niim6FoIjQIv2PBNK8frlnSjbucbX4oCtXDIcCa9a7dFDVVeWymScwWf1n7hUZuVi7BBt4m1P9FlRM+5RJ7Iub4ik2sMSvOt9vyWtllwAqcfATVlr0VChsFF3WjweydvP4MN09mAOh2Igq35eWAsIYbKAlUQsylvkh8yKBL8WapJrcHGq92XP2g0R18oOSy1gi/NXo8E4AdTfy1VrAhZuJxOoVbdvY/X6Wt+otL+EuNP3f2SIQVtooUyDK9+rrKc5xonf2e7xexJmhW5TbVL+C4+Ir+HAc63MXjh346dLSngpF8+7jKx584iuu8RV3MXzFI7+eF9B/NYYu27pr423nio2n8n3pKfDI90/PsMkkeTT0GmJv17G1iaxcrJ1n7n4bhvY3ZBI4pQfC002b4pmt4m+F2ApzrnoWQcgNxth1cKt4tkJ8lfAP+C0JZd/xrXdy6/MzcSKrtNGmwMN/hebdmtu1zePn731d1EbF+6DPcd2mIAg3kZO6ZcrkObGDQmIDK3IaS46fqpNmKsfV75FT4DtxPC0lXQ6RyK/hMrM1dInD722cKsEGlTbKFFj1dMtdqIoWs3OsxnLyhOQsK9oFJ16/+ud5z/0soWzH5Z6eC3H1kLGBFYUWHW2bkPT8CVi61wOqH8CJZtG5Ys/AE1FtxW23yfPc7q0/bthfdECVC0pOgZVPtdyH3+gDZJnBPdmtYiuUaPChGhoG10I6gOfyYe45L+l1pT5q6G5sjBdtVAwUf3gxjn7LW9vSyTBMe6H3DKfD/8R+LSFTQ+YQhWO1cB3hUHqXU+EbTc/NfrvkVKs8sCgFVq9vW0PCj69woUSBL4QfDOVLV4iPlPhPrZ9Nuupns3292abFDdm4zn7xgXVV11c91fI36DZ+hL0Qnx6DC+9QIeqSX92IA9w+osP+ddtPpv+uKBUqF5ScAivXt/4ZeSy+y4OXIpCTYTEKML5eE1BJJppTmH/+Adfk/zXcDo0IWA+vb30SdcP3eRlh9ZIHyw0VUiT5C7q5nhQK+uc6H/w6zJuBphcapDZMRQs/3BkbzvVRpbFn0t6AraLg1Te5FdlYAkUcwUl6qAyLhXRLThNyH/5i+/Ozfzac18q1IwPWUy2SsoisfZKGWokn4lBeDhFbxTRwAq39T4zvvZB3+a6G7qausVStariEuxWuF5frDr9tYiblT/RVsI55eJIpJx16tMMM4WtG8ItSRBqZfQDx91s3znppuOMdGbB+0PoovXoUH2rRhcixVYT4Yo2cl+o3pLl+2QT2dGem63TcE0axB1e+vzYFJFlIXbrtdgTw27UJ12KeEWYgVcaGbFdSd+8i4ctOz3pbURFtLXbPH38/ImCteOrje33tLYFbPYJP9Bf5KWFgRZo+T/DBNtgXvu92F4VOdo5lH/Fio7kVvo+8fvPmIWUDglVx7HMErMawlhRSY+rX2Wbe8ZR3aCRxCiMClqSGhLCkh9Q4jdlv0mEBmbShnkdqH3cUqYpwbfO6Mfr1S72Xug4tXhTEPWncCpM5Jvp4Jdlw7fhTE/0w+RU4EOY3LflhhQEMlRFIZF75HEB0eZEKYpvJ/9Dy3s8bJL3UsNqIgPU4RYn6ewcm6KRdSweeghPho6WLFR6SBK6XUFO0M8Bfc/mvrR+0dXd391a2xGHNWdGLZQucVHtifFZXzaQ24zeRkxDcyfin2SeGTjYsp8EAaO2SOEl2l1eNn+6O69FwdcdGBCwRCnmI11bVRrIJh05LfLOiZLZDZkiWkHS2TnKJ6391oX6BcLATddq2xXV3LUrRygURBcSN3Npxs1Bw3omP+7cBCYK7Jrtk0cMamZqjLITbCNx9dkbftFdIz8k/h1+FdkTAUrDadQTMt9Wce4Sin98m1ePKQp2cIgnM2Av5TwIhdyD874CD7dA2sePdEaTJqWDoehRweuVTF2c6PUAyPLWSCpsPQHNq/gyZLuDKwwj3UpaEeMjB2vzbto0z8EyJgDVstdDIgHWlG6ufbl5K1OZjAGolICmUUyvShGuRNgiFqaYIpfs9evt/3fbjWWL2qbQbpoBUMCYXxdPnFhL/SaoA9Q1kq6n8aSq/x0mLfph53I24soOEeO9u/7/TpdTeiNqNAQshPjThIlkVdOhLmG0egv1Kgd2hBiGjR5DXuLi6N6nM/hvf5Q9kbf5iXH/qEY30M3DTsvWnJqRUTb1RuWVwKJKARM6YoryWxC3Xn+uo5nRkwtnGlvIa9sTdlNY7NhKhfZDMNwQs2ct1MG4iPVpOTnbR6n6NFSPpCIeuLfNJRVBHLRcytWBHRPI/8s5zs0TXVWkjpMBD69vmsSEswXjLQnePRVsgPjI8bqisyVey5lCoXXYQZX5uAn9vlw67D8QM9bpWd28IWBKSns80kAw4v5j+kyLHfZV9XbxKxWW5OOt1jqS2+FIrtQtOt03Ci6J858OsyTzCefjU3CZ5NXqS41Op7MBSEr89invMAwCK9J1U5IghmgCCc3AqqZH9KrO2KanyR+r75uWvVwS02DPl+xsClgjxaxqVyTY0zyNS9oukN8eJzCxiXyfpTZxKXBIFQsUGcQY07iXrgq0cGS/vGyP5peIQcCxcM+h2TKbT1cgZkoKJrdCJma14KT/ZPcRBQNJcarc1CIO35w7MPXv9Yg3xRnxjwLryDhJO1OdDuxR+ex/b2pqIDVMsiYfL86/7DhHk+VJOiof538scjbdYz55q6G44tWnx35GPaWwkZotHyptw1ZWFPbCg7Q7J746XJ4HEWlxjiEuI+jPU/MoWKInvBvjlDQ5Um50OD+StObzz+QaxFd5QKwmwJNCi1uSmsx1KqQ3JLy6WdBLXF62vJ9nLRJiHDeOzRWpChPrGbGrWloHOw8GhTYtENTHso+4NUeRWuVlAdVole/o6U4l03xc9Y+R0Pngyl2QtxeY2KkjOoqbSmtlkrHqRSlBn8r32Qly/9qFIVezl8cgcmRAO+xO8uikqadbjHLYevExhW+Q0Ury+HvIVhS1VLy7MZP5zv8xnkr9I1uk+8r/338g+H6/zt+ZVEoCarW8e52r8cZ5132V1fgcvpLkFd5gYNI/8rXQn7kykhHQbdT7cuPUXcyXzc0laaYB1pcJqR83lunyY+QKKKpKGqHvhRBQNKh4tzUhk9ZDPU51noO9YR1i3s4fSA6lDlTjEa8+zxAnqIL+U0KxlnMhXM5GS5GMKNEzE1FlhXiPTorPkL9ONtdZvLKUFpETAKgxeysxd6q0lEsQuQLfFXu8kS29RN41ou4tSekpVUfcRv56Ag73sae/37z43Q+r7VdofUeDhJ89NpcbgnwOqP4fOc5lIcQyQ6iBx5/RjxI5fwwReJvLqTG9f95lS2mzjdiLWxIoN8ax/aooyVZPZr5+gcoXotUQbP4nhxiiEJPAgEa0AABQdSURBVDWQOSVqcwGobUYD/CZC5XHnp9pGYgiN1elb7CJxAMhks5jP3F0sQCLSnWSPkVQHE4rqDwtjpdiB6yDK6kP8rX5PLo43wrzunJuZdbmUYkdJgSVy+Nq/PZHs7puQpGb2KrY1SqLgCChVV+M5A8opRXytc3CwPSy+PZI7HSPQe5V4RMGE06ufPn+bDYPPS8U12LyIGkv4SelDbIHFjczykLMA8gDX7sbD5N3eQL0XDlzMl/qgVGJg/WH5ryDnJfH+JGlzD7E62P+jyBByfBYXLKOnOEUVUkcZXwo6ed6bCTvw4aWwqudGtMG3GHP6D92V/GQJr2aC1XoJQRFfijxKovLEQ0bbXP0MFisLViux/zU6G+4IjSbOc3ZZ4jzLBqyVf9U1KZ/trScB7EMkavsGHIhimVHx8Ril5yJ6EIChumFhorx7l2JD79uB7PHtv5h/5lYGyEj7vvqp5jvRii+lRNpyuBMVvai5WLADxqmNIytVihqQN0NTizB8OWGTO4yX6SxXsYOyAStST21QeuXJc/eTj4nQI5KqUm7jypY4pOL0auJz4fFIM+/cLlZYU1/g7S+w7sWyZX7KW0G0uHRJpTy/5iHSdH4R7Th1cfSdUDfGoUjII75UkbrwDFNyEneYdyjV/nLT87P2lpN45QUWPX9o/bm5hHRLNQQAZh/hhfheR3XzxDAa4/2kK9QSlxhp599mK9jh6eDctjmzz33aXZqlZEl7+tE5ed/NIR22yFSfjw5DOrLFFjfXRL5U6AiVlm2wiftJiW72UGv7gxvxXIgDyBgTG+cx179GstQENanxidAuUiYgFlF/iy1RPE0lgfpw3i9VEl4HXFu80B32m48fGitFnm6MQte/W4z8ieyMBz0d1drGS5cyfvFlKnmwHIakdInECf7KhuoXKlt7pGP6+b4Tf39HWSu+DmdiR0Q/qWiaDi6kw3yeLDXqEfQuq+DMIh/IZ6igyT9+H5xLHY2qwuPh6CX09iBrLnYNXLz8adsWJV/o5a6LU6zOTfegF+OVw88dHPpuG7LS2iDFpBwLSmcsIH2IEB+wW0hiliarzLZsKmyrOzYjFzcHw4gmfZgcY4TvKBT7Pjmxs5ZqqvNsaBawJeKERj3meOy88F6NM5rFX15SRFOkURnzKqT7KNF/6UzjpsW9I+zcmLxtxfcujjPp3N0kO5Oo5S8YjVHfRUHBwuVjVKSXUnc2D7ouGmd+RzTzS6HzTnuJRPO2OVP6RqNGZNk51uDMSRqk8enJEzzfTSGi4svYBKWi6W2AhKKTbmgPx6un36mM1Czm3t2UJNlLTee91jdtE6oH+l4tM3svNwpFbNDpRJ31bQPjewCxG7k0Mo2htonF3YVTiVzVRfTUaUSOY9D5Law8bzo/15nz2nvi1sK50bGOGrAi363Tp5NBzlRRtleUektwk8FX3j0iJxw6EvekKHZF4VoXWMXvwPHfDI3/YZVLtzZunDgm6gSOdFLE/Sh0ah5RNRQYdWswuaCrUhMhjIRtxeBUIlNJOgN1BgeAzQDzXX4/Fti+Y725BQOHFv8dMZyj44o0esAapLbUPTx5cYbxczMIAcN/KEqtsxACCvFi6mQkjCySI3ZI8SdtvPdDlTtcVVV1tqPj1itSIB6gYCc9oDPzdeiWoVWXtAUPMcDPxQjZulqyktrUF9FxfQCFfo9L3BY/n7/UeNezl0YLUIOdGX1gSRLMH3XU9PX31SZcihIq6sEobaHUCFS6WKmz/yieKtcKIPGT13vgfO8Q1bgvtLdeAt0oP6gmP6hWy7DdcbhRy/h9BpNTtGxfRBAx4cPiEPKP8T+CTc1ubKzvq6D6UJjvGWjaRGafUfZruwnA+sNGIaH6sOw7MIauiGQujUwxPLNP5AUJUfcjd71qdbjND/RHknBk7FfBGKw0pryunhaxpS4BEFIQ/PPQYuEwOJUQVMoHi/pguzPmd5QQ3plPeM3v/fM0fK1uTrupwGILmEDC3Ml4QSy0znGktg8UBProE6cNCquSiVkCMw5y2tyRV+GuqqTXWd85o7OUFvs4HYp7jaTezJ+9MNUGuWkEPqCnsoDKADAnY4+RjfqqN0lQitZHEQt2GbLDWBUcS2VSXTfTl+2mAkvMPqKKaJvYNivMIU/ISYg6PZBMPrFbwXe+kNqQlfs74V7oJk6X2scododiXFjQVbWiNNYLMdVIlYjH6btshxLdVDzC6WpcieJYqzcwZrzv5Qc+fHfB3PbRUCkMNcybDKxC14RzZVXVbO3yGFq9lWxuchoSGQNVxHVLnF5rXHhFun2YgPZyItpLRhuxh3XUnuvtfvXV8mqaY2ApukRUColaMyUX2Jn073Oc/JYzTiKb3KIi6Rv/6BVRDoyzLKqP2Ta3oQzdFtrwlG/S58aC79rYABbbgjrfkR7oD6cYFyx3xlvOKoZ7kXfAuaFyZf4xsXEU1F2sXokyeZP730TbfNzmE2fiFheKC5CRXiehWr62i6lUi7pFPQwwyGCM14fDEbJYoO+VlxYKnSvxT38Xrv8OstkH1Cr6YMDPX57fOSM7Frb/MQGswUmSRGHJXEiQpXc72mYpybEKwsPJIq1zdYzJjMz4Vwyvu1jRfOxBHZoPEp7f3JMMuuNWCI3xrmFdIv5UOlE7SWpqk/P+Pm5exiK4R/Kts43jpxazOYWVQVP51J4WX3Vr7NvauuakDlviltWN+aYbumxMAWvNmi1+sPC+OpvrHyfRvCLMy9EbAuIp6WRbjNMG4+U6OIOToJWQMq3fI8c59rLgxLYfz5EMzqPeHv7BWVI2+ks5pEjB72UwHQnsFZdiUYDGkqmEU7HtkQRNVAp4gDq3L2FSezP5rv45uQV9Y4FTDRJ2TAHr6tl+6K9bFxKju5DVjB+SCPPuTlaqcK3YhutoIpQ6jPyymy31feN5+HXpo12B7i+/J6q8WnJVXSDksq/WGm8ZLj8UEDWi/LyLcc0bDrpZLf2AqZf7GI9BUMcIr9TpHRtnnB7Oc0br2jELrOXfaZ2SrnKTSV6zhKifFVeCMQGXInZuGC0KznBtDFRccIV7SRrEo00bZx4ZxlOGf+lg+oE5rUu0kS2PYFJLqJYWDwU1GYDElh2vyFQnEAnwVHB7JRuMTnuH0irdtfnZSQScjr02ZoE1SKrVT7fPD1W4lEhdccfF0S1KSylbRxzb2dUUR9elDyL1vg8ja5zQ3rclk2kOGxvXoKYocbT1Fbto3sxLqKD1q8hUX4FTAi4puBCjQPvVvb6SYog+bwOUr1ISTlIMHW96fnbL2IPTH3o05oElvvNaZWaqIH8X28gKVjvHc9lGtHCu4YCrh3vPMeDTgHM3xSBxdTYnckn7UckE+qgsjPKSYXedyvberT2Dt6eVEiPL4ZKzkI/iHkIGZ0h0cydYDORcD3c77TURa3k8n/UvjJVT7vXAPeaBJbGKe3tP+NPra6Y53y0jg6DIKLg4iyI1TvrDT4Yu3pQB4OqBP8k2eASZ5Q30E5tLkQRD3iJ9bW5QyaDr/Aw/tGsJIvlqwc/fia+/yIdD1h26xiThVuw2I9u/IVXk/VTqcL+acmHPTCLHNww/L+hocrgxD6xBYshx3TOpOXgyzJfMgZz2ViJ7NLA9zAAg1TFj6uRxYlOTbfGc5NrETtkk8lc2a5rnB5iARpDlJgL/9BN+fddE8lXkbnfGLsTBTlyCJK86Jz9JMxBLpXAlSYq4EmuM647ajm47x4BtGKfP1uUSt0wi4FsGWGJbyxw/UZ1KVo+nqCb+XAj1jsCMKHAzyrEpY4kznih1jxhto0T5Wh8namWHdonGVi9z4oERJBxbQGqB8dnJ6XQutxB73RModyWL9BzeMYceJfiZjAN8MU2JPxVnWZLMijuQ2mqUd8Rz3tFkaHvGD0wbGEsqhaE4YJyJGE0OWvRd4kOf7G+eqxNS0s48jE/3o0zC7UyGZBKsuwKtuOOSvBB8CC2zUaX2A4FJtNXMq7/QKJNcZLsRvVvVkgavq79mug1cA6mE7iPJxuM8E7kqiqKJG0MJpqIwLTw/HRU89FHkqi2ey1M8tOZcav7k9sYN8eoEFiXgKF0QdwJGqTsxXhMJyCfr/L5UnZ/QC0V7XXCIc6JMvZ1to1hy3atfkuEf8sF4LWkrDfm51Dbd2b23Pe/lTrx6h8QuisL1Gs3p5c+0VXmJ2iqvv/d+/J8eRRsuylxJzygxf6JNHzLv/ScPFX9+QpMBF9mjXRMpBXaH2n2YMOZYFTq312+flikG8hiUG9VLbj1gXUWeR77fMSP0AybRInNFPvQ4DOraK3Y3uTLe+MRMIrY3pw7BNl62QbDFJuyl/r7+S+soybJhg4BrUCVR8Mjona78vt7WqaEOpznnfQF+8w1AjUI38oKNp8SNbH7CqSyenxp9FHkqtPo9f9uRD9yFUh0qRhVRV14Wj/A3o2cx3hlVYAhqxinPX2BceMX+JoUe9SKO9sWyBV/1BoI6ybjPpLaxFR0EIAeQbfYEvtkzPut6r5ZtJOFZT/3JmpraCeNCl5VSuA9wvShAsfnhR1WQp4bOGl14s5TGzcPhhCvKO/HE0PtgXPtzee9kcnrYdysXsbqlgTWIjNXfPTMRyWsm/vP3IjxTO0avhcUkAJdsR7HHCAPJocgk/zwFDrR50fMTLxqT7OhRdV17ntWkrSzkACObzmQCrGaQiJCqHIrUmFKxNDqZxgHUYLfFb1/Ki/Tzh5e1NS+GeXU4HXoXbqaDXoz1HOuS2ESP9bSbdJH4OKWIts7aLOoIswIsIW9ZFKpaTECiP5IJj2PojfJyFoRo9T5RRHssgQmYlT7wg1yXJfG4y4eTjBcB+F6AcR/gFU4ZJ9/qIHWulMXVKGzth7i8kDpAFLbeTjeQb50w/dYPY4svg9wkwMR+7Sca7+Y6Heo5zprbiLr+MgD5CpM/GXE+HS89eCF7BqtNgj0vc+LE50lvVp55xQb2nEH1javqbMD0Fa6h6gP2Pi02P0nSL3mKC4bnIi3Hs3vpF/7o+hUE9VeM9przoTlX1XKgv3ELJqZPQUnjOIQoRqgx870ExSZrJ41POzfZ2HA1gQXiRHcHHZzHRGJOkeRkcfLPRz5d4jSYx4C9m4NmE/++JMlMSM84rZBGCE5VqMIRM7kJW6lGd4ZRnGd9RL+OWKe2eU5vy2QyXXUd8/vKHfY+mhP1qQKWBMWuvagS57Mn08lczRwqi85la1zJRK75pAikjvJ0xmkiA5GOKgJCuwjahPV7PKc64oKiUUdLG0fxGb1M615kuMvccwyAvgU4t2sVtnQ7vyVRNS2351lJ5F9iY3icUZbpmk8XsD4hktPiB5WzJKumbC3eqF/gpEiouprN3BGrN4zMgpJcg+QHBQAVLfZ5rWmSU59srVLx7BTg2o964a2Uqt1BkOpA40YxMX16ADVIgE8psEhlw7bopScnajw724ThfNJN3gtAViIFCcAk6lo+xVvBv5xdKxKi4pqNrn4uW6jr5P59eGdsZSs9YHR4uq5mTkvmYCNuO49JyZFPXfvUAmtwpgRgE7JTU2pSdrF13lq2tUfBiQjgswtCd3RaLDUdRPGJzS8KSTsjH0BN7vrglY6O/OH7ahcEt4rNb6SILzVBR9qPst0nnge9uN30iNuN8e6yKlyMs9xysLQcOOHrpRHqY3keDKOPUkXWXEDlQR4FvRtJjQzQ5pDK5Y/ODGe3j8SDYhgvHxOXfuqBdYXKGo25l61XiSBxfkYiGYgaYi1cSzw6b+MTV6CPO2mi9MQ5z52ICkvmzWvJZLb9Rku1xX35WLjuswIsaF1Itrvs9OVxNSoTpVGCmyxFbF7KNjUS785rzZ/4UYm3RAsy1X62wv3Um/3A5tLk/JwkyeGusjmOhekvXx8+Q8ASIhYScajTl2szfl+tyRM1o+QjIIsqaEjVrBtp7RCUPOp6P1r/Jmr/NdWka3qDYxM/VTqqOAT6jAHrP5Lk4fXNy6xVSzmt8ZE0Smo+ZpyJw4u+luOi7iJekEpa+KdrRTUNih8F4aHtP50z4mLdcSZvLF/zmQaWhLtT2XVSQpm70XVKECngcqKOEG197Mb+RmgZYWXK7gdcxC8mPlQDA52lLNMWuzNj5MLPNLAG50DydIUeWQUxKlNORII0lvN7oerD9erTFDIKUq1M/NPdHnJEvMvve71QfVip+1N6/c0YWS/D64ZkKU6keqeEYeo2zCyihrgPzkPGYskCcx1XmEIt5cNsfYeB2F6SfOzxvOypfLZ2zIdmDY86I7u6wrGuoptsjUllFhK5s4QKDlKujbJtqgovBzE2F2gVpWUUV2J8qbTajE5sMxE5B3O4wNzKHp8jg8/176oA6yraSLabRE5P9a1rsMo+CEN/kPD4Bex5Czg5RoERqNR7INoJCnuLnmqnUWZnYHRzPunOlyzwtdSzfBOeVwHW1UTfsIFAja97qnNidbKqWmrW3I355zEA9DgMa/oVhiUxiRTpNFtA2ZFcpv+omtjZv2fmywSRjk6q65uAk2G/sgKsa5CsEMPYMt03ZjqnxhX4z0i95XrAJQbp81iktxur3wusPVd1x6xzt1po1rBRMoIbKsC6JtGcXrmuOZ2qqU1l7cCd2oSLcCEeB65Ec06RAn0kqdLHs3292ZuR6noE8zzqt1SAVYTkK77TPs0kAgI1XDokxFnZRD8l3s5t/+n086M+W7fQCyvAKjJZItAjtVf35Xzf+Ojkc/nAy7j+pk2zJdC10q5DgQqwKtAoCwUqwCoLWSsPrQCrgoGyUKACrLKQtfLQCrAqGCgLBSrAKgtZKw+tAKuCgbJQoAKsspC18tAKsCoYKAsFKsAqC1krD60Aq4KBslCgAqyykLXy0AqwKhgoCwUqwCoLWSsPrQCrgoGyUOD/AXGSVOEGDOdjAAAAAElFTkSuQmCC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39730" y="2879656"/>
            <a:ext cx="1371600" cy="13716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3002382" y="4690469"/>
            <a:ext cx="317296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700" dirty="0">
                <a:solidFill>
                  <a:srgbClr val="31313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Метрики прогресса</a:t>
            </a:r>
            <a:endParaRPr lang="en-US" sz="2700" dirty="0"/>
          </a:p>
        </p:txBody>
      </p:sp>
      <p:sp>
        <p:nvSpPr>
          <p:cNvPr id="16" name="Text 8"/>
          <p:cNvSpPr/>
          <p:nvPr/>
        </p:nvSpPr>
        <p:spPr>
          <a:xfrm>
            <a:off x="13021442" y="5773196"/>
            <a:ext cx="3163824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ru-RU" sz="3000" dirty="0">
                <a:solidFill>
                  <a:srgbClr val="31313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Метрики</a:t>
            </a:r>
            <a:r>
              <a:rPr lang="en-US" sz="3000" dirty="0">
                <a:solidFill>
                  <a:srgbClr val="31313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навыков: точность, скорость, покрытие тем и рекомендации по росту.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orage.yandexcloud.net/prs-editor/themes/accent-light-2/image-right.webp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pic>
        <p:nvPicPr>
          <p:cNvPr id="3" name="Image 1" descr="data:image/png;base64,iVBORw0KGgoAAAANSUhEUgAAB4AAAAQ4CAYAAADo08FDAAAgAElEQVR4Xuy9DXvkOnJmqZSq6np3//+f9PbtabftGdu3JA0CQBBBEGCAX8qUdHK355aUJAgegJQfHr6B27//2/v708rn+Tb/8m11a7vtW7PV5+fn9PvcTt3e+PHenrStW+ijnsXbWzru8y0dZ1v7uc830/f33N8Oo+l8Ot9rf9YYRxz5BG5yMo2f5TjSVr2d1673fd3/fPhpt/XZ8fRUb987XmpHub6F/fQ85xNMf99vp0xA3dbuo3y88977fd2/o8fzzndvP6f97Fze05gz/2fjf9OxKdfP+3t1A6n6sPX8t/Kvryc9fO+43nhuP/7wDXPP6Lj73OobqrvHY23w7Nxg3pwblLe/f7bHxs+b31vnm9/fc7cYvb+fe9QHam26pz1Qn07sijc/TzwUTUEAAhCAAAQgAAEIQAACEIAABCAAAQhAAAIfTOD2VQVwUMBBAiOAvfmEAPYIzb/fKgC91i9/AI8AjkNQizYEsDczH+N7T+AigK8dJwTwsRcArh2d461f/vfneBdpAQIQgAAEIAABCEAAAhCAAAQgAAEIQAACENhJwBXAdbtbErqyby0YSyI2JWvH26t7kpO+OVGs7RbR8xxTptvaNwlgJ/m4k/diN+UzJZer89EdeglgL4Hs9dNL/HoJ5tHjp+OUh+m95JsnWOvvve298/e+/+j2vf5s/r4ngHV+e987B+wngNP1fXbCcet4kABeT2Bvnk8fvMP3FcBp3O4tYO99/A+ebsvDkQC++xDQAQhAAAIQgAAEIAABCEAAAhCAAAQgAAEIQGAfgS8rgG+3l0gEAbw+MRDAHp+5QPOE5tbL8JIE1kjqFwHcHCpvfMcEdCmBfcn4bphklIDeI8DPS31649+fbwjgDdP83E2/uPS1sLz5eS5YWoMABCAAAQhAAAIQgAAEIAABCEAAAhCAAAQ+ksCKAE4SY7R06rLT7bVzS3up/foBZD8xXB8hlXhObaQ1gGW9X2k/tVnWCLZ7eonWrfC9BKx3vKMJYK+/Xv92C+AsGXWtZW/858d5765lvFXAjQk5j1L/+49uf39P5UJor7udLuTOWta6z9bEe97PEwhbx9M7/73jMbqft93690v+Hh/vfI9+jwDeIoDPE786bt74l+uj3c97J3Dvffyj83/T/t9I/I7Oz0382BgCEIAABCAAAQhAAAIQgAAEIAABCEAAAhB4KAJfSgALWZHA6YMAFgoI4GPXmycEj7W+fAHiUHuTALYiMotfBPAM7VklyOftmBLy+Wi3p1SJ4F4fBPAeAdy4fnYO4CUC2L7osfXFjY3n8T0F8HnjvxH3h2/uzc8P7xAHhAAEIAABCEAAAhCAAAQgAAEIQAACEIAABE4j4Arg+kjjieD2GqDlgeN8DV89jpeYLf2ZryGs4tcmjFsPN7ckjNOxVlKVpw1DSVrXa5bqz1etAVyfgpcILtu3E9zl+7p08vxI5Tjz1J03v+z3ysaOs5c4PTpkZwvhUx/A70kA7wXiJYDf0/i/6/UjoqrRv63nv5f/6H7ediSA906Yfft97BrAnyQBjADeN5m8vaYEMALYQ8X3EIAABCAAAQhAAAIQgAAEIAABCEAAAhCAwOMTuLsAVkR1KWQf3VIAz+Vg+2E+AtgnO7YFAjgKTqk9fuCzVYCuHgoB3MXjiV3d0dsOAXxgsu/YFQHcgIYA3jGTBnZBAA9AYhMIQAACEIAABCAAAQhAAAIQgAAEIAABCEDgsxBYEcB6CkcTsPMkcC/hWgNTsXZz1uXTNWhtAnhKzYYQYikJ3RuSo+f3WYa63U+vRLSXyO7v73HtrEm7Eac3PzY2527uCcK6gaOC1xPMzfbPFERrUnmN1lppWtPmUT7ugJ20wbZxL3P/s5xfD9Ojl5D2BPG+4bcvdXglpD/wBZDWtXhxCWiP35crEX17rU75nL9THsd7ff/Z70/34sZxIQABCEAAAhCAAAQgAAEIQAACEIAABCDwGQjcXQArpJ5g8QRfLYC1vef83B4BvD4NxxPR7Xa+mwCu5+suQbvhzrCrfQTwBsJjmyKAxzh99FYI4PsKSgTwR8/4c4+HAD6XJ61BAAIQgAAEIAABCEAAAhCAAAQgAAEIQOCRCHxiAdxeA/jzCGB9cO8lZUeni7S3va3PLoC9cx5/wC1vDPhpvpJM95KBadzGj98e510CeHTKjGxHArg5jt64KFrvBZaRIbjnNt8zAbyFuH/PaLeW7h+bBCoJ4C0Ds29bEsD7uLEXBCAAAQhAAAIQgAAEIAABCEAAAhCAAAQg8HAEOgJ4u0jsn9l6CegiSqxQe5vWVm0JNJEvt9tL3LWX9F1PALfPL7U7JvaOjyQC+DhDaWF9ro6P5zcSwFsSwgjgOE23JYDtzPbWyj7nKriqFQSwRxYB7BH6VN8jgD/VcNFZCEAAAhCAAAQgAAEIQAACEIAABCAAAQhAoE/g9s9/2CLJ54nfstavJp3Sf3sJyvT7tbUzi0hOojY9eK/XFNZTVUE8P/W++NW+aXvj4nB0evVKde5lvlb6c2+bQag/z9vdvwbwKJdj2+1PWK6J/r1S59i57Nl70zzdkyDcK4Drk5G1Shttber/HkAn7bNXAL+/pzVFr7uvnHSCnWYQwB7f0XtF+36z632jLS9weN0/+P2u/h885qW7I4AvxUvjEIAABCAAAQhAAAIQgAAEIAABCEAAAhCAwMcRaAvgEx4wHxLA4fiTcBFxFD/pvyokDwng6vxEKNdi+nwxhQC+YlqfIYDl3YO5yBiVOlec0bY2N83Tad7LCwLVfJyus+r4Zwngzmlt6v82NKdujQA+FedpjV2zBvCW7o3eKxDAW6jebVsE8N3Qc2AIQAACEIAABCAAAQhAAAIQgAAEIAABCEDgXAJ3EsBG8GYRNUsArwjgeu1NFYDL36cS0fNPPxm73P/sUtBriV3p5dbULgngNLZ7S0DfgvTPLby9TcnnJIJHpc65F+Oe1jYJ1DWZiwBexb9XANfzc9N4bZoQ+9YA9w5BAtgjNHqv2CiAtdnWbie8oOWd1ej3Xy8BPDqeo4Qee7vr7kePfd70DgIQgAAEIAABCEAAAhCAAAQgAAEIQAAC34EAAjiPMgI4gfhsJaARwBteVEAA776nI4B3o7t0xy+bAEYAXzpvuo3npSXuc/CPPyoC+OOZc0QIQAACEIAABCAAAQhAAAIQgAAEIAABCHwUgSCAfzuRFy+52u5qe21em/xN+9XitW5N1/LdK2jb7bfXGt5XCrqsTWz7Xh6sbk327h36axKAtRD2elevGbx1/9K+x03n5VgCuDd/yu/b/M5+QL5fJHrk16/D2bcignuJ38UF6I3Dvn6N7uXx9+8fGwR5o1Oj4zW63fL+5vWvx/+cCgCPnvD15sl1AthLguq4jW7nnUnv+/X2vetj71FH9yMBPErqMbe79/x5TCr0CgIQgAAEIAABCEAAAhCAAAQgAAEIQAACX4PAlxDAIoFq4dwW0DpoCODR6btV4CKA18nuFYWj4zUkGBHAwzhHx2t0u6HxmW2EAF4bLASw9wLB8FTftSECeBe2h9kJAfwwQ0FHIAABCEAAAhCAAAQgAAEIQAACEIAABCBwOoFPLYA1/bcmgP0HnHPBMp40nifw+vt5Amc0YXlNwvfsGbVVGPeP73HZmgAWUbIU/1cnSMfn09kjkdrz579z3LWy0Wu7asL44P635/UEZHf88vG9/T3qo2J3dLv6eP74ePeP1hl4107ZhwRwbwaMJntHt/Nm2r5++PNn73HH9vtyAnhxgXrjO8bpUbe69/x5VC70CwIQgAAEIAABCEAAAhCAAAQgAAEIQAACX4EAAjhIwZZA1sHtPyB9HtzPEzijsgYBPL/gEMAjN6DDD/gPCtyng/t7AhcB3JoFo/eU8ILA830TpCNzeG2br5kAHpeOh6/vgwOAAD4I8M6733v+3Pn0OTwEIAABCEAAAhCAAAQgAAEIQAACEIAABL40gQ8WwJpILILCT2C+xAHw13CtxykdwxO4kgq1ArhupexfEr+t5HE/Aajn2l6z83brPew/Z43Pj5695yWAR3u+LthVUIQq4eZT1qL2598xQfZtEsC9NYVHBXBn/2EBvHP/0Vmm2/XuJ9vvT6lFX8CMytx9L4gggLfOgHp7T9ZuuX94bS376s+fo+e3vj8C+Fq+V7d+7/lz9fnRPgQgAAEIQAACEIAABCAAAQhAAAIQgAAEvjOBywRwD2p64Pj5BbAKH32AigBOI44Ans98BPCgwNwpcCe+O/ffevN/XAG89UzS9gjgfdzKXp603SOA7TWz9iLQyAsER89vfX8E8LV8r24dAXw1YdqHAAQgAAEIQAACEIAABCAAAQhAAAIQgMD9CFwmgGtBqqe4FKWvq2d/u60ngGVnOdbyeJ542lZCOKjN6RjxWNUao/sFsAqCur+PkQDeKnTf3ubnsXX/7ZfCYAJYNptczMclgOvz2btW7HYuaY/DD/gPJninfnvt9ASujlknKe8KYGf/rVwRwFuJXbv9dSWgR/uNAB4l9Sm361bo+JRns+j04b8PXwMDZwEBCEAAAhCAAAQgAAEIQAACEIAABCAAgS9JAAFs0sitEbYloGeiOQjh+MkPiBHACQcCeP0+gQDu8EEAd8B4L7Ic+7tEAvgYv/AmkNMACeCjhO+6PwL4rvg5OAQgAAEIQAACEIAABCAAAQhAAAIQgAAEILCfwO3f/+3VeYI9T6J6a6aWrrTFRS1UZfuxNXjrk0zt9/uzXjrT66d+30sg9/ZfJmrW+/H+vp6AluSx/Szbv1YQaYL348VuOuu6xOh8LV9/4sv+so/2X8+ntDuf/r35pNzrpLl3PXyWhNVl/XSSv7dqftcj+j78goY/F+6xxVHh318j/B5nszwmAvnoOKz/+b3sujza7ZP2f/gS0l9cAB8dxq8+P4/yYX8IQAACEIAABCAAAQhAAAIQgAAEIAABCNyTwKcWwOvy7RwBXAvY5WDNBSwC2J/OImNHS0MjgH2eZ2xx2YN8BPBseLwXBuqxRACfMbv7bTx6CenLrstrsQ63jgAeRvWQG371+fmQ0OkUBCAAAQhAAAIQgAAEIAABCEAAAhCAAAQGCayUgG4L1PFEm58Alj56QqT1gDHt87aaHPbFrRJaT9C+v6cSnq3zTr8r68m2zkcTxL3xuF8CeGwNZO13LWzrRHDv/Ox+uo9NfI+KYG1/qxDW7evk8PEEcOL3/r4+fz7LA/LL+vnNBXB9XYzfP9OeCODBv2Q7N0MA7wR30m4I4JNA3qmZy/5u3Ol8OCwEIAABCEAAAhCAAAQgAAEIQAACEIAABL4SgQ8XwArPL62sAmS5hmJaizeVTu4/gDwnAXxUAKuI7vXzuwnguoTyvQRwmYd7S0AjgIduhAjgGSYE8NCs+bCN9glge8/Yssavnpa3bnA5/a8u2BDAHzbVLznQV5+fl0CjUQhAAAIQgAAEIAABCEAAAhCAAAQgAAEIfBABUwK6LUzrhO5WgVGfRy0A++eZkpV9cbrnwXvraNcmgGuBvOS3vgZwnSBejseoTOgJ8bE1hM9IAAv9rWsJb92+jHCZP8LsLSd1n2+JQ6hCnctQrye4tb1b3k+TxCVZTAJ49V6FAJ7hKdf/2BrmJICv/Uu4TQC37rVb/g6N3qvLOX91wYYAvnZ+X936V5+fV/OjfQhAAAIQgAAEIAABCEAAAhCAAAQgAAEIXEng4QVwEXDpQXsRoKMJXw+fJ0DXj1MLmlrQ9hLE+uDUSwBvEcC2tPLyrO8vgFtlo70EMALYm7/nfH/Zg3wE8GyAEMDnzNezWtkngOVvRn0/HRHBKoDt3xzv78tIu2fR+Ph2EMAfz/zMI172d+PMTtIWBCAAAQhAAAIQgAAEIAABCEAAAhCAAAS+KQFTArp6EK1r39a/rhdTvQzcPCFXhGl6iO6trTverWMCWNYAtp9lwnf+AH+ZgPYSpC+z9lsJYP2dFcDLB7OeMG/3QwWtK2JlWDquorX2r56UJ4DrcXT7Me0wT5Av15pOPDyBr831E8C6hbfmtcDZngAcn8fHtrzsQf43F8D9iglj9x0SwMfmtbf3PgHcanVE1FoB7N2P0zEuuy49MB/0PQL4g0BfdJivPj8vwkazEIAABCAAAQhAAAIQgAAEIAABCEAAAhD4EAK3f/tff8Wn0guheicBXCTmYwjg3lrFvQTvPQWwnTGPKIBbMxoB/CHXuXuQyx7kI4Bn7MuLCAhgd1J+wAYI4A+AvHIIBPB9+R89+mV/N452jP0hAAEIQAACEIAABCAAAQhAAAIQgAAEIACBpyCAX2exxPqBnv1Z5EVvDd86oTu61u9a+/LdMrl5n1FbJpC1JPX6Gr7LUqF1/48ngKXFHm8tQd2jtj9huJZgK+fUSxCPjmK9f+/n0faOblcLi/e8tvCy3TE+Xn+ufsB+dftPjgB+eneSkN7+DsDLz+/k4/fWXPfWYu93wxPN3gxc//72PJJ8PXaMK/feJoC1JyvlDqbOPkba//7z/8rR+4C2b48xjh9wps1D3Hv+3Ou8OS4EIAABCEAAAhCAAAQgAAEIQAACEIAABL4Cgds//v47J4DTg3zvgd/VAlhK/Eof9H8I4FICusXCE7iPIoD1YmmtA7x2ISGArxVs3vV++CbnCVwE8AwxAvjwjNvUAAJ4E67NGz98wtc7IwSwR4jvIQABCEAAAhCAAAQgAAEIQAACEIAABCAAgQcl4Apgu76sFcS9pHBv+9751wngWgDv4baWVN7aXj/5a9dzXGvVW+vRTwC31vjVIyKAPb5bR3x9+90J4FlocDyVebWgvbr9uyWAs1i+Pd83wbeVb++Fl95awn7743Ntz5XyPRPAI6S8eacvdnjbjRyrv40/P4617+2NAPYIPfb3954/j02H3kEAAhCAAAQgAAEIQAACEIAABCAAAQhA4LEJuCWgrxbAgsdKViuAR9C1BO1XFMD95PW6QPjqCWCdI621hGUubV1j2JtzuwXwrOFxKXf1A/ir20cAb0twI4C9K/Dc7/clgEf64IldBPAIxbtvQwL47kNAByAAAQhAAAIQgAAEIAABCEAAAhCAAAQgAIF9BG7//Meb96Q6tuyVJt27BrC0XaeAt5xKL6G7pY2RbWsBW3728HkJVT8B3OJf+uzJxPXjewniETZpGznOsi+1gD27BHQ9LnI8PYZ8t1dwar+Xwrcm4vHX7dt8PL57+++1O/r94eN/VAnoTinpeyeAPc69ZG+9Hwlgj+S+768TwKP98f5+jLbT3u7w9Xvs8OH+e7CBe++OAL73CHB8CEAAAhCAAAQgAAEIQAACEIAABCAAAQhAYCeBLymAj4i/HsfvJIDP5HcvAdxLTI9eJ+cL4NEjz7e7v8A5aHAQwKsDjwDed12ctRcC+CyS7XYQwNfyvbr1e//9ufr8aB8CEIAABCAAAQhAAAIQgAAEIAABCEAAAl+ZwFQCeu1BX6uksrc27hYBt5YA3vIAsrVW7pb9WwPdF78qxrwE6PEE8HpJ62PHrxPAeizldpTf1QK4HjM9nqaAj5aAbieAPebn3TKO8j/ak8PHv7cA1sv0QZN8ngCu77M6nuPjcu1cZQ3go1fYaAJYJvLotqVP4/Pk6HkggK8heN9W7z1/7nv2HB0CEIAABCAAAQhAAAIQgAAEIAABCEAAAp+bwGkC+AiGPQK4JZjXRPXe/t1bAKfSyqUE9/KBrCd4tpWAVnGKAE4zBgH8yRPACOC9t76h/RDAQ5hWNhqVugjgo6R37f+gL47sOpcdOyGAd0BjFwhAAAIQgAAEIAABCEAAAhCAAAQgAAEIPAiBIQEsfe2tAdz7TssI1/v1znvLg0bb5miCTo9by+ae4NXt6+89MTp6vlvGf+18WwneedtJAPc5eWsQzwXgch68zA63/H5UcGwhUratE7/6zWjy11uTeN7OkpU//+YCPixLXH228d9H6X57bbmum728OEF8uH8Xo/USwN79xj8/7wWSYyf42QXxdD+5rJZx7/649uJF2ccf32Pjd++9L8N+1ol9cUH81efXWdOAdiAAAQhAAAIQgAAEIAABCEAAAhCAAAQg8IgEJgGsnes98PMEsBWlnhRrgRh50Gilsl2ndkuCeKsAlr62jjXK6eigr3GXthHASbDWIhcBfHTmnbP/yHW9eiQEcMTTuw8ggM+Zp14r160VjABeY48A9mbmtd8fvn9f2z1ahwAEIAABCEAAAhCAAAQgAAEIQAACEIAABFYITAK4l3S1+9YlllvitZalnqDQ9tceNLbW9u2dkyefve+1/3XyrvfzSHv1OdZtWWbbZ+s8wbcck+eZwNb2y3hvS+iW9tulpT86Aazn01treFQEj3H305Jv73mb98SnPv6ypPS1CWDvAf7o9TnGZ7mVd3y33YsFcH38w/11T2jfBt59ZvR+uNzOn9P7epz2IgHs0RsUwLLZFAomAexR/bDvSQB/GGoOBAEIQAACEIAABCAAAQhAAAIQgAAEIAABCGwj8JACuBairbV97WmOyGPd3hMptQCW/Wx/PFFeC7VW+ebjArgvbRDAaaQ1EfzRArjMy7Yg3yqAe/N29DL3hCYCeE7S4zXK/eztvPtW73j++SCAR8bq3ATwyEs3lICWcSEBPDI7r9vGv39cd2xahgAEIAABCEAAAhCAAAQgAAEIQAACEIAABI4RWJSA9oSTV5K49b0VuOmhbnq43ZMarZLLLVE18nBya3+3CuAaf+lTEit9wdYWhOvD6cua6wRwvZZwuy/lfHX7EdlxbBLL3r0EsNfyPkHcOvf2ePqlqdfHVBPFz7f2Ws7e+d37+5FrdLWPJIA798pXZ2hH54t/TzljDn32JPBSAHv3tZbA9fZZIy3tLfc/fH2dMbgXtoEAvhDuQNNffX4NIGATCEAAAhCAAAQgAAEIQAACEIAABCAAAQh8WgJdAaxn5CXPRr7fIoB7CdueyPWOf1QA1/2pf65H/kMEsJViudRwa7xSX88qAY0ALmPdF8BWWET84WMl8FI4I4BX754I4IhneZ9DAH/kX91zBbC95ve8CFTO/KsLOgTwR87y5bG++vy6L12ODgEIQAACEIAABCAAAQhAAAIQgAAEIACBawl0BfBaqeO1ksytB4ajAlhO1UsQS/s2QbxV8NYJ2Z7gVew9DnUZZ92+FsB2+OYcRhN6toWlLPQEuAhg+fS3G12DNrWz5D1Ppe1PAEv729OIKlR7Sdv691svJy8h/Pb+OzVZr/mrWKog4LKf23q09YG8V+J5a3vberucd1v3f/rmArh/n0kTzKsw4I/v9mtu8xg2dvhsieBzBfAZBFMb/vied6x7tIQAvgf1csyvPr/uS5ejQwACEIAABCAAAQhAAAIQgAAEIAABCEDgWgK7BXCvW7WwkJ/XBLAnYO3+Vvx6IrfuXy+5awWKHmsNee+B6LL90RLJa2s91j3x1/5dCqGPEcD9446VPX1/Fw5vm4XGRwhgkbY9EbxVAOuIljWKt13gWx/II4C3Cc6tfLeN3vatEcDbmV2xBwL4Cqp+mwhgn9GVWzza/fDKc6VtCEAAAhCAAAQgAAEIQAACEIAABCAAAQh8NQLDJaBbIkLlkq6beyacnrC1CWB7fD12T5jUfZPtbBrTymXZtpcsHhHWvf1byel9D1i3lxDtC/N1QXu7vbjDui4ZU1+XLwbM2523sV0Eu53sbLCW8G2lh71EcK8fKjK0LHTZ7nMLSo/7vvltWr04AXy4fx6AO3/vn9+2+XfW6Xz+BPAREmMvxRw5Qv338Iy2rmjj4QWvd9K3jxtLrytXfO/fP644Km1CAAIQgAAEIAABCEAAAhCAAAQgAAEIQAACZxDYLYBtMrclgL21crXzXjLXPoBsPYysJXArgdwDVfe7lqSyX33Mnuys2xoVyPsesBZpk5KzfinQqwVwf7zHBLDK1tTPxxLAdmyPCuAy7/Vf2wTcvvlyxq1iXxuH+4sA3gc+7+Xz3zb/DnXG7IwAPovkejv++H9MP3pHQQDfl7939EefP17/+R4CEIAABCAAAQhAAAIQgAAEIAABCEAAAt+ZgCuAFU5LrK4lgEcFsLbfE6be4PSEr1f6tm63J3rXBPCaMB4VwN75nfV9/zy8NYD9BLD0sc97TAC/y2ZTmurjBPBWvlsFcCn1nEpx6+f6EtBaWvy+CbXDAgEBvHWKzrb3+e8VwDqf9+3/vQWwHaLR61Ou59FtS/v++B+aXod3RgAfRnhpA48+fy49eRqHAAQgAAEIQAACEIAABCAAAQhAAAIQgMAnJzAsgHvnuSXBu8ZqTQDXkte20xTT4Vn521t6WK6awhO8dTtr56XK4/n5NjnLraWhP/rB6sML4FltZARw71oZnzePIYD1PMb7XZ05AvjQn5g2933Sdt4RBPChgZl2HpW6COBzeJ/cCiWgTwZKcxCAAAQgAAEIQAACEIAABCAAAQhAAAIQgMBZBIYEcLfscZCsmuSqRcPrcrHTWZ/nechlCWPZX9oUyWo/tdi1gkmqIU/f635ZBO8VwLNjhx/q/jzl9lsCWI8p/+0J4t1ibOMM6B3n/f3VaakeqfnmrXbnax0nwdFLamtrb9FJFfH7UVw2Ygzjv86j1169nnBpZ5uM63OZXyelH6OCaSuJse3reb95XBHAY6A7W815b5tr8yZ7835fmySAlW7v+uxdz7Lf+DW9+Xo7NNu270wCeDuzj9zj0efPR7LgWBCAAAQgAAEIQAACEIAABCAAAQhAAAIQ+GwEmgJ4ZE1fr2SzFcCth4iqE3pJ2yMCWETwS36y3BPG9UCtlXrWbUV1iACO/zUNyDFuWVhPj/XNz1sFcIt/a2KNbmf3XaapPYEzJjwtv30CeF4qeu3B857zPuvCfCQBPOdQhJG8e1HEyrgsOouRbQcBfAXV8TabAthK9fex63t+x7PH9+4f7b4igKe/FJ3BRACPz/I7bkkC+OYB+BcAACAASURBVI7wOTQEIAABCEAAAhCAAAQgAAEIQAACEIAABCCwRmAmgKc1fXOyt5Z69c+24VYCeE3i1dqhFsrvTjSoJZBFRfSEsgjaur8tib0UpGUvFcBNoFXSeHE++fi9JKyVxFbs9RK20gdvO9vPfgLZE4Trgqgn+Mr599YAngsO74UCPd+t5+1d/nuFrteufq/TuA7EW0Er5/4WF0EOmu3W4y2/TwlpZSX76Pa3sJ8eQ9LGy/Nqi7qPTnhtPt6jJIDlrZJPKHuuTwDrTN8mghHAym0wASybTbdM755d7k6br7fRG9tJ25EAPgnkRc08+vy56LRpFgIQgAAEIAABCEAAAhCAAAQgAAEIQAACX4JAUwDrmY08/PMSvFFqSWo2CNJZ+eQsTKfH4MaQyXE9nXCVAJb+WMlmR9kTwL39pI0eJ8t6npxNT/vXBLDtmzdWX0kAbzlv7yr9rAL4Ta6Q4IFqAaylphHAeeQdgexdN9P8QQA7l5J3x57vjgCe/vJ1uFYJYASwdyu/z/ef8KWQLaCG749bGmVbCEAAAhCAAAQgAAEIQAACEIAABCAAAQhA4EMITAK4t86v9KJVwrhV4llFr+yjgnZNisp29rj2YeO0XyhRuta3pyx47L62RPPqvubc3hup5zgCVYlUSSzNXFB4ANw6Rl2m2ApYPTePTWsG9BLEHzJbZgdJwqefAFaBsVEMVZGw3viNPpj2BG+9Nu/ZHHvHL8ngHp90BdUJ4vSznXNeCd95+6PczuLgHW/k+jzUFy9B3Gt8rTTyhja98z90bvn+tb0NOye8+eO1vu369lqrv390Ufx8OMLqpXnXSkGne8GRz9Xz0+vbYXzeAa7+/osL4KP47j2/jvaf/SEAAQhAAAIQgAAEIAABCEAAAhCAAAQg8JkJLATwWglke6L2sX/rIV8tgHtC1Lap7cz68MECWPozO598/JlgDs/kn/W5eyWDekK7dZ7yO0+A1ZPrcR6o3kcAbz1/BDACeNcNGgE8iA0BPAiqs5kncBHAx/hevDcCeBXw1r/XF48WzUMAAhCAAAQgAAEIQAACEIAABCAAAQhA4FsRuP3zH6kWc69EcE9QymN/+3Cv3n8hgN9uT7fJmvolkTV56wrSRgLYjqC3v6ZwNQEs+8bzMuLZyuta8Mo5tThoHzyh7j0gHVkb9z4zdkwA35wH5N75le/LGrhbzncSwLMSqqWFT5MAjhecJoI/TwJ4y1i1tvWuD7f90bSuCF+77ZcWwC61DRsggDfAamyKAD7G7857I4BXB+Dw/fvOw8vhIQABCEAAAhCAAAQgAAEIQAACEIAABCDwmQkcSgCPCGCF8x4EsAiW4RLGWcA0Be6K1KkfOJ4hgOUcZv0Ox++WjG7MhjVBvHXy7HmgWqevtx6zvf3nEMCl70kgf/Tnu5eAPsp7z3yfHRMBfHQInP2vvaa+ZgloT/pa5CSAL57Ax5pHAK/yO3z/PjY67A0BCEAAAhCAAAQgAAEIQAACEIAABCAAgW9N4PaPv/9OCeAUBA4p3fTAWdf47T3AE522JoDrBO8sIRykjLQv+8v/ZO1gWVhXuqDbmbBwGaAVmVP330vexnM1CxBGQb3yiduK+A39drczG1j5OqWNQxuiTdbErE1Q2+NteaCqfa37MDbjPbGTethfA1g5ee3Me1POb96+bpW+X28z9SmtHd3mVfbfwnOM23yr/QI4tVPmcTrv5bz21nClBHRz3LYmfOuE8OBkuHp+ed3Yf3zvutV5523n9XD9+68lgLeI3+mO5wDc02Zpcv/8ODau5X5+Tjt3awUBvOn/HrrbOHFgCEAAAhCAAAQgAAEIQAACEIAABCAAAQh8QwKnCuDZw+QqwXuuALbSIYvCSmCfKYCTqA6zIzzsTedhRfBcwLUSyK3fedrkHgJ4LkzHevioAvg9vFAgn68jgPMLGvmlhXlp7LU7FwK4SWerAN75x+H+gs1LkPZObOz6917G2Ilt2u1rCuDl368+J2/8EMBH59ih/RHAq/juff87NLbsDAEIQAACEIAABCAAAQhAAAIQgAAEIACBT06gWwJaE8C987Pas/mQbyGATYLRJICl/bT/XKRqAniWuJ0SwPIAfT35eFwA64P3kiItaxiLAG4/mG+lout1g+WcRxLWLfZbH6h6a+zKMdpJYU8sjCWA968BXCWAhXd42D6SAE7nNCaAr75+z0sAf04BfJTv1vm+OF6vagAC2BkaBPDI3H02VST87b17avOO7zS7p83S5OHryz/p1S024Tt4rEt2RwA74+u9wHDJqNAoBCAAAQhAAAIQgAAEIAABCEAAAhCAAAQgEAh0BbA+/u+VPG4JYC1xHMnuFMB6vJen9OBwqwBupW17I71eAnopgMsaxn0BrMeyLOQc6jWDR/VK3fetD+x749cS1fZYnrjtCfhavHvttPpnXwiYvs8COPVxWcK5TiIjgHU075sAPnqX3TrfF8dDAO8cgtE7lLfdzsPn3b5mAngLE0+gIYC30Dx9WwTwKtLD9+/TB4wGIQABCEAAAhCAAAQgAAEIQAACEIAABCDwfQjc/vmPVDvZW9vWQ1ILxSLu1pO673nN4WUfklh4qSJCI4nWuGNu9y2Xhtb+T2sM51/cnl7iv2qB+Pr0Gn9vhaY9x7pfawxVAMf2Qr9a8lV/VwvUul96Hnb72H5em3jtgWtfti7P3x5ntH07R8p5JI69j2739pbGe9n/tJZvfd6rjcYv6/ZkHrZKr14rsOp+9hLB/vns3eKYAPbuC0cf8G95YaNFYPfxazFcr/GrCeGVdcdHRmR3/0Ya37DNXs7eCxwbutDc9NEFr3d+2xLA2pqVtp7g9XpwTAB7rd97/pIQ9kbovt/fe37c9+w5OgQgAAEIQAACEIAABCAAAQhAAAIQgAAEHpvAIgGs3d37YE+Tr6MC+C0//673U/GwVQBP4jG3e6YAFjbavu2XlWQ9Efv2+jbJ31ryrk2RMwWwHGdEFNv+LMdlLix657JXAFvGqR9zAVyzWiaOtX8I4MSqL4BlLnjXOQL42AsCHt+P+vOAAL6GNAL4Gq7l/w65tv3LW//iCeFHub9dPo4cAAIQgAAEIAABCEAAAhCAAAQgAAEIQAACn5DA7R9//50SwFVSVpNZ0wO+OiFXnexCLFYloHtsXp/ma5vqds+LBGf6ZiGWq4TelCjNDd1yelQ1jn7/nPsnCSPZpE6gvusixLmd+vxeopgMX4bj1wlf2UWOY+WklW1rMmZN+LaSuKOCdu/cHG2/l8x+fx9NAEsP59I2HXtvQq6XKC4zLP1rr+DTZPu2/R8hAaxj9fb+FoLy6Twe5UH+VlG5u99espcEcJ4XFydMTQWIvfeoe+63TwCf2eOLx+fOEdw7H/74QCGAjzOkBQhAAAIQgAAEIAABCEAAAhCAAAQgAAEIQGAXgV0CuFVItyWAe+nBNyNfemu1HhHAtn89MflRAljFb08Aa//q/9ZiqydiPUGrs8K2Z/89kvBcKwF9XgK4yFhtEwG865oOO/lSWuSvfBDAHcbfWgAv19jeOxO9/b5nCWiPivf9tdLXHn33CxbeKQx+jwAeBHWnze49P+502hwWAhCAAAQgAAEIQAACEIAABCAAAQhAAAKfgkC/BHS1Nq6cjZZrtoJpKoWswiRsZ2WmfUBoxW+hkxKIVeC2C2+REMxr9cb+hf/1EoRF+NYljNsJ4F5pYX0gPS1Lm2V2LVLfY3p1vnbts0m71cGgrQJY2o/cQptS5roW8JpP9UpIb52layLatlXOvScj19aGbr1isLWnaXv/AbUvS1NLvf6O7p9beV5fE3vfWepefl9U/Ooe31YAj4L2ksJOO/78G+3Ivu38FzSsTFzOn6v7jwDeMq4fJ361V1ePv3f2CGCP0H2/v/f8uO/Zc3QIQAACEIAABCAAAQhAAAIQgAAEIAABCDw2gV0C+D1IERWYdUllOd1eYlQF8PtzEA1agjk/01ZB6+FqCWAtX/2ugjX8V/sXCjSHYz09vUwlnx9PAHspXGFSi9dRAdzjuffBLQK4JupLV7tHqwS0lB8/pzS09qUv0BHA3h2m+v47CmBzzrf8ItBGasObI4CHUclf1rzxeS/IeEff+3fCa3f0ewTwKKn7bHfv+XGfs+aoEIAABCAAAQhAAAIQgAAEIAABCEAAAhD4HASaAjglaV/iGdymtYFD0jRbVU8Ay34l/FpSS6cJYJO6Ffk7pWcbArgW1EW2JhFcEr3ztYh7paN7CeB6uIWhlwDuJaVtW70Eb6jdm/ufksaSApaPpoxVgNv9e2sIb5mqlwlgWet3ikUXweGtAdx+AG1L2KZ53P+MClwvuTvWjhW9uu60LQ9+TARbAez1d06k9yB/7QH/yPz15lYvse/tp99fLiC+owA28K/miwAenenxr2reeEQA64tOx1LDV4+/d/YIYI/Qfb+/9/y479lzdAhAAAIQgAAEIAABCEAAAhCAAAQgAAEIPDaBLyGAFfFUotokgLcKYG2rFq/ajjyQFrk9fV/Vrtbf1zpQ9tdyzXIMKZ3dEmi9kq31NNL2VfjWAvgpC2GvPa9EbG/6dsX0YofBEtAI4EgOAbxNWF0uIBDAl/4FQwBvwYsA3kLrIbat13p4iE6d14nL77/ndZWWIAABCEAAAhCAAAQgAAEIQAACEIAABCDw7QhMAljOvKXq6gTmaGLv/f11Wn9VU6OWriaM5XetZKp61amsc9x52cNeuWk9ll37t942nouUs84y1iZ2tay0rv1aBHBKVk3brggibUMlR5NdKE2tCVD7/WtIe6WfpTzwvGy1yF7Nd2rfPdE7Z1/a88pPtx7wjsjfkW3WrzYvUdtKuLb28ZKw832W57u+f72kr6Z6995JxgVw6rd3PYbq0vFTt6v99JYkvvoB/94XEPby3bzfFxDA9r5n50zrvpz4bEnQe0S969jbf/37zyKQn0+Lsr5WQKa/BB1Q216oqBu5+vr3Rv80bN6BrvoeAXwVWdqFAAQgAAEIQAACEIAABCAAAQhAAAIQgAAEHAJfQgCvneOIAJb9pzRuTs4WgZlLYecn0bUsvlUJ4LovIoGtAK5LMstayHsE8C3X2O6J6VrA2mNY8WNTyLbvdbv6XV3WuvX7Vjvbr0RPHCGAhSkCePvM2rQHAngTruXG3nV8rHkEMAL42Ay6eG8E8MWAaR4CEIAABCAAAQhAAAIQgAAEIAABCEAAAhDoEbj94++/p4iQPqpP1XjbyUdPOOmBtiSAZR8viZra3SITUv/Vzy7ErUaLdD1hLZmc07ZnJIAt9EWSKotfPXf5vk4A23PW76Y08EJUlzWB13jaY6yt4dorgW3PqR6zc9Ni3lgjgGUs+tfjnE+dTF4mjT3eYzfRvXOgdx572xvr7cBWewVwvn96L4hMPZiVQB/o14Ns4o/POfOq+wesqo7wIFgW3bhfAnj6i7wRjf492bjbyZuTAD4Z6MnN+df/yQekOQhAAAIQgAAEIAABCEAAAhCAAAQgAAEIQGCYwO3vWQCLLrpKALd7kwTVltLFVwngSQ7ntK5wULlpE8RTf4MUWitxbJVHndSdWJjkb50Klv5ICej0aZf6Vb3XE7U9oV4L4N55jApgTRbbsRyefasbeuLoiADut/11SkBvFcC9wfDGYb7fXiHwUAJ4r/S1KBDAs/vXOfeEZSskgK9KACOAT5mzJIBPwUgjEIAABCAAAQhAAAIQgAAEIAABCEAAAhCAwHYCkwDWtW5LE94ao+tro3rp0NE1Ytsi065RqevZtvuzlgCO0kkTwKGkshW/etyXJ1MCOq8XvEWVTb2qEtVvZlnf2drDubTzy1PeIPevFuWeMKvLPNuSzq2yzyPt6XnX+/fKRW+fjmftYaWlnRe+zNwqgOuXEnpr7Y6e2fgawO0W68Rcnk5PiwTwLXPReVgvFarTb5qn/bVEZT68vYe1qkOb3jztcRitLFDvv1c4N/txRPz2Kib0SsRL4rcL49i6raNzbWS743z9a26kH11UJIA7aHoXdpdk+5JYmaZHxm10XxLAo6Tus93x+8N9+s1RIQABCEAAAhCAAAQgAAEIQAACEIAABCDwHQjc/vxfqQT0suTz9xXA0c1oSehbEsBRyE4CuEiN97CxPgSdJ6jn00eTxPpbK4Dld7VUvVoAbxX0I4LucR4GOwLYir5K3LUEsE05L28Kc8H1kQJYpG453vx6LeP7PJe/8dzlfyKAn4O01TPqvdCxLvDsiwbxPpKNzegLHnr0kfm1dkM+Ze5N86I3f1Z6gADuwEEAC5jrS0Af/T9X2qb33gL23sc/SjX8H1aHm3jkBk657z7yCdI3CEAAAhCAAAQgAAEIQAACEIAABCAAAQh8YgK3v//jtSmANbj2VqXirFhaO++tgnE/QxUMtcBKD7SfcwRyKvNsfo4bmDWARcrG7RoCOPLIAniStVkSa991/9a5aJJYvouJyfxkWx9wjwrguu1auNXlpOPxpLS1iOyVBHNvvEYf8I6UnN4/xmftmeeKjPnAGtfpnJ7jePVTzlcJ4L44k7StfiR1az86z+M2cc7K/y8vKaTxT/JXSpinvW6z/ddS/e3+SNtHPlrC9716I6Ke171jjJQqH+7fFQlgxVOLoA9KANf3vTTmZb3w3nU7ysy/PyCAheX5Ani9Asfo+JXtEMDbmQ3sgQAegMQmEIAABCAAAQhAAAIQgAAEIAABCEAAAhCAwBUEpgTwcy51XEofpwfCKoCXomDsAfToGrP7T+4aAVye26bzrAWwSNX6cw8BXPeh5i0/jwhgaceO8UhZ57rMdGsMfUGU9tqaGN03Xx5HAJfzTQnz9DH9q06wFr0qgeX3MQVcycvC/RZTvlOSLk7sMCfqFyEqkVtmd9g5/FDrIf1emhmRiL2XJvQ0ax5LAdwWVO9Zho/MV3fOfAMBbK/HOr3t8mls4F/fCOD49+O0KOtrHoWxv7/jY4oAHme1YUsE8AZYbAoBCEAAAhCAAAQgAAEIQAACEIAABCAAAQicSSCsAdwwmeYIniQYTertLfE6KpDrlOb7uz4o7+GaP0AfFZCJx+skvV605K2kbHM93ffwu5tGLDslhmXF4ZYTmGSa7letAdw7GyvYpB+3IPRtqngmyFZE1wiHvWMpfW8Jo5ZA9MWSdxlcI568fo2s4Sulm6V0ePrMSzeLy008Sv/jeIbJ8vIS1tjV0zaTR6da/VXYPH5syLfett5nmrbThpoWnfOWr0t6vT0W8v3v32Geh/7LSwjxZYSqA2WO5uPkM4yJ5YFPaS9zrNeE7SS9V5veIoK99p22pvkk8+GDZJGdwyPy3rIq+3rXl95fve3WB1nvqQNT4aE32S6AR0sHewl8r531/U/z1jtH597H39ntstsHXdO9fnp/rw6fHw1AAAIQgAAEIAABCEAAAhCAAAQgAAEIQAACD0vg9uefuQS0s3ZnTwz2BHD9+73S8F4CeO28zhDAdWJTZ0hPAOv3HseY9s0CWPZR6eYJ4LpU7FUPjnsC+NRSvhHWMfF0xgN1K4NF+tqP/hylbjC0cvnJ/56lUrM4mcrbiBiefbK3iZvmUs/xrMMPKpu0nTUB7F1f/XlXBLAcpyeWdf/XMC9n/cpf1ML5LYvitEaxynA5QC8BPH/RYyEMPUHbGugvLIC9+4f3lwoB7BFqf48A3scNAbyPW+++faw19oYABCAAAQhAAAIQgAAEIAABCEAAAhCAAAQ+EwFXANcJsVogeAJYYbTaaSVUa3hrgspKzWWyMImhvshcTwCvC+CSZHzJCR8Vr3rMhcjNJzb1pyOZegJYS06r4Or1ry+A5XzzWrbm2N12PKNnBmoml+UojaRn74H06PzZflF5AnhfQnFNjLfmuEjglPhNRlf2l9/dwrx5fskr6GaBGiVwqDW+RRbVgqSXBi7X4ZzkW07Ka4np0fGYJ+790RGxK23XqeFeCl5Etkjf1J+Qlw/D+ZreVcmfVMo6rtFsihicIoDt6Xgy2BPMowlgH+EpWyCAT8G4uZEt13Rq/Fhyd36drHWXBPDmwdyyAwngLbTYFgIQgAAEIAABCEAAAhCAAAQgAAEIQAACEDiRwMMLYO9c+wLzYwWw7adVj8+dEtBbEsCazpVj6L/XBPB7LBmcSkDL2sV1eezWsa28rI+xNgaLtkVdXCyA7TH7fftYAVxeZnhNCWwRvTHZmyVmEAEvuTxxTPOK7NXORwGswscr6To/46UAnoujpfCriXnbF3Ft99wqgPX0VgXwJEva63rLcr/T2sNB+opUForhdYynt9+pd1EAe1LWu6nY7xHAM1okgLdMnrItAngfNxLA+7hNf1o+PcBj58/eEIAABCAAAQhAAAIQgAAEIAABCEAAAhD4zgRcAezB8RKDNuU78yrug8kxgeclWEdLGS9LECfV1Esu6xqumgCWbaXHdTsvYS1e+/HW3Fz010kKT4nfwNMeX4855ZxFioW2rEy2qeU6RSnrGK99tF1PAPcS4968an3fSoyPjm//eN48m++5djxJ9Ubxm4dckr7KZ1qPN6Z8U5taOlnk6OtbemHheXDtW+3VdgFci+Z1AazH6VUCcC/jrQNdJ+a09HP1+9QfWVs4HUB+fg0SOLzykH+x9cCd7T+5AD4v8Vs4W1L+9bft+qpH4euuAXxWwteb58eOc/r17XW3+v7ex9/Y3eXmTgLYv34O94AGIAABCEAAAhCAAAQgAAEIQAACEIAABCAAgW9K4OEFcF8wr4vVXuno3jgfFcDSz9ecfBVnFbKf8VCSxJWPJHHls0cAt1K/kwzVNX+NAJbj18+d6yVkaw4tAfycE6stZtJ+TwraBPARAVwnfVvtHn+AvlFQTUJQRvj29CJlnLP0VVx2zd2ana71m+ZGWjs3CeA0QVrr5KZ50565rgCeJp5dUzcePc/P9rz0xKF+f7qgiRNr/vKBnHudHFYaveNLyWhx6rFQtIH3/hakcfh5eN4ggGcTr3fN9/9+bry+qoYQwEf/LxME8FGCh/ZHAB/Cx84QgAAEIAABCEAAAhCAAAQgAAEIQAACEIDAfgKXCuBWYlO76gvaJA48AdxLhXqitUb2yAJY+triZc9ROLUSwHqeU2I3C+Oa7dtrSgfH3weTOZoA9qaeJ4xaIm4t6evPG69Hve8dUWXXTZac6cuPpx8h1ivlh5PUFRmc2pafRUDqv1tHtOKyFsD6nQrics0UodkXxUX4RLY59a1StSeSletbjtSOrgl8ugA2sLSvVtgur9M5XSuKC1cZjHAFhF9I2WgZm6YAbpWORgDPAHvX83KuI4CFybIE9DExO36XO3acK6/vkXO49/FH+rjYZsO6v8MvouzqCDtBAAIQgAAEIAABCEAAAhCAAAQgAAEIQAAC35nAaQL4LRuvntDrJQr7D0C/pwDWyTiJ76dUGnjx+8rkrQngmFDNDdQlmzVVa8tBy6aeAL7l41tBb8dS/63zou5/7+d47IalrF8E2PLgfEvi8/19zlvKOMtH/qNJX5ESkvxNOrakVVXYjkgLTwBrUrhI0JwWzny+kwC2898VwFoBWtYLjsPzFspEi6SvKgaE73+/FjkWr4PGdr21uqc+eesNOwJ5yzze84fKS3J7bXr7+/1HAMf7x+KmcEzMeuNWvj92nJF72Xhftm957+Nv77Hcczzmy7/nu47DThCAAAQgAAEIQAACEIAABCAAAQhAAAIQgAAEVggsBLBu20vQtkr62tK8un+rbLHtx2iSsycYtP363FqC854zYE2QrCWkS5/7AkX2lwq/WiZVjyWlqG+mNHTr/GuhWqeJp32y4JonK80D7kpwSbvDbZuO1fvIV5Zdq3+efOrNy3jYem3ZXDc7CmAp4R1EYp2ClbV9Y1ns8IB/LnRUBLfX061lbzq3cvKaVJU2VfzOr5WWFJ+XcK5LJHuiNCIYKEvuMS7X+3yW9ZLG9VysBU+9Xy3VW9/P2myuFZy3aMhaae8tJoPfYsnoeL52Oy8BfM+bS3WNXNGV1nVpr02v0oKsi33Pz6OXkF6K4bNprfMfvb7P7tVHtfehArkx1786348aR44DAQhAAAIQgAAEIAABCEAAAhCAAAQgAAEIbCdwWADrIUWgtB529gTCmgAeeWj6VQXwkst6gk5Fr46DcBkRwMNTpZJmixKweY3ZpXBMa62OfryEby2A11K9Oje6UnvWqcL3x4+XKH7FqouYsd2XyshJAMvOVvja9WrL77053BPA0rr9TgXokuVcAOsp9Ur0tkTIZxHAdrhcAVxNOG8KLsW5JIMlPpz4bpnDo3P9zO28eXb0WAjgowTX90cAX8sXAXwtX1qHAAQgAAEIQAACEIAABCAAAQhAAAIQgAAEHpeAK4C9EqD1qen2Vgi3ZG2vzK+XMNbvzxLAdcp0+xqX64PrCRpfMK0LYLu2r/RkSrypuN2bYFwRv3YMdI1Zm2bWctLeuVtyLQG8lpBeKxPdmhs2mRwyn+HQoTSw8JL/hf/n588fUfCK3H2OUjus7yvJ0PDPVBpYakAnMVxLQ0mQPoeWZJP6MyJk7RrAZf+3RQJ5babpcXpr+PZEiCdIR29dXpK31463n/f9aP/6x08vKchazukfadxlZmgyOH2VBlfWyp5dZ3s7cPT6zMedrrGcYN/bnT6ftgjvieG6nf0JYL2YvnYJaQTw2TN23t59BHBec1zuIh/agWtZ0joEIAABCEAAAhCAAAQgAAEIQAACEIAABCDwuQicKoDtw85eIrjGU6c09whgmwYdLS2t/Xh0AawCpSsSs8ETSSmfEQFslUrDWSY0RgC30r3xWFItN4hUK1ytIJuJ4gy8J7z3CuBe6rxXMvo9rKksTF9CKWdhJf+Tf8c1foP4tfu9v9l07zJxq/I0CuD8oF9LOM/Sw+aHwqRcCQjgOQt7j7hEAJuXIroJ1yx87RrMr0H+2rLi6b4zX1t4+Pb/pQVwucPsF2AI4OG5R910ggAAIABJREFUtNhwe+WF/cd67D0v8a+tsuazFzAQwI89K+gdBCAAAQhAAAIQgAAEIAABCEAAAhCAAAS+B4Hb3/+ezOFo8rXeTuVrT6RsFbI19p5AsGV+1wSwJyCuFsD9aeQl25IA8QRwSQBbWVmOKlJTP60j3ibD1VXBs1NYJMKDUI3zJwto3fhd5Gp++h7Xzc2ft7xdfbQ9ArhOg/tjHURt8HU/foTyziKuY2o3CeDI2pSztucjkq/Me0mGvgbh+xITojFJPInARNiuHbw/AZyAWbG8dkvamwDec5uT016+FDBvaTRZ3BW8WdIu5tvG+TqfvMsrYJagjZNAk8A6J2Ruh1HOu8qYy9yI6fBY9n5QADfWH06TzrsPdEaoWpt7fp7jAnB0/LvjMGtgha97oN79ZyeffLzvtQbw9nH37pnusD34BkcFcKuqw4OfMt2DAAQgAAEIQAACEIAABCAAAQhAAAIQgAAEIJD0w9UCWA5iBa1ybz14Xivr2xqvVongXlq1N96PLoBTueL+5yU/4Z6nVcv2LQFsw0rK67kjqJaJ7NT25OEGBHCr96MCuFXOuZ5DZRtllcr4yu9fXlK6NyZ8g9OTB/oif1XSyk82lavn9fomkjcUdg5SOLYf0sBaElrGRAWwuGMpu6zt2X+P9T2xfFUx3jEWoyLDS1jHi779rsBimKRfdbnrek3iVqLZzg/vPnsfAWwTqlng5jV/6/7G+SJLAjfcmo6ZpN7fzf7Ncf9OAtgmrJ8GBXlOXC/nCwLYu4bK9zpJh2o8pP8DYPRmMN6Jh9ry6Om1BXBrTo69QPVQcOgMBCAAAQhAAAIQgAAEIAABCEAAAhCAAAQg8KUJuALYSwavJYJbglZp9h48S6rOfmzK0/7etm0fZG8VwPcbXU9spAfK7yFtas9P+6vnqQLYlmxu8ZOk4doRWwJYZZ99iK4iTL+TdmNZ3EYCuMV2SgVXX7YSwPW52rlTkuet1Fs419CfX79+BgEc9grCM4Z8o6x9nb2QYNO6ibes+7tM8pa+lI5PDNJINeetTQ5H9WzatteAyMQ67dsrMb02Z+vrUY8n+9hzXRMjpexxkeNekn9vqeajArh5HqZE6+zFiElMbhPAcXSri8cKYRm7JIELrzJfHNtei+HRRPC3SQArSe9+2b4qvmcCuJQg9v6+IYAbhMz9o80HAezNK76HAAQgAAEIQAACEIAABCAAAQhAAAIQgAAE7k/gUgEcxYnIwYYY0VOvH7BuFcA1QgTwnMjEd4cAlpam1Gx+5t0SwDrO9sg9XTMqgOv5YcXmvPSzEeThHGNqN3Rakrs/fzzHks+lZPFbTNpOfWjEu3rCVPtjxZ/KRyuCewncaJ8HBHDdZq+Uspdsq0tCS/9HBLCVv2n8k8D0BHAZr/SvXr/re8GjC+DeLdpeB/Z85cUDeRVAX4io3mdZNocAzky8BCUC2P8/F2wC2OOZWkMAN6gigP2pxhYQgAAEIAABCEAAAhCAAAQgAAEIQAACEIDAwxO4/fnn66aFA70Hxq1EcItCK9nbl2fLB9Vr2255sH1WO4860s+N3O8sH9YrTZvlgF0Xd3aOed1cXdNXv6uTyT0hv5Ys15cGpM3nULt5OUay9qqUZJYzSbL3JZje51Du+SnWt34Lyd8gf3PZZ2knJXt/S4uxq/N1elPv05q+848uX5yOV7ZZW5s39Xct+VmOUwvW1tz15ujafO9xXkvsWklbi+Q6Md2b901hLGsH56R0lPQdRK01hnvHmbVhxM3w9dgp/VzvPyriU9/LfCrJ4FQKeeLSLXksU2fTLTkdzNZ1Hz758Q179309n/l4p+tz7OOJynXx++gJX4+B3ke87Zbfj84RbxxG29new7X70r7WlnsNT7POAVnj96yRoB0IQAACEIAABCAAAQhAAAIQgAAEIAABCEDg0QhsFsB6Ap4Q0O08eTUqCurtasG0JhTXoJ/Vv0cbWO3PUQH8Htb4bY3RbJXJYElFBD/n/8qxVeuMCmArC6wAbo37LQgyEcMieOVILz+eggBO6/tK4jKuXRukcJIreQ1fU9o57pWf/Nditx5HTwBr6WfbzySbU0ttwbMugC2L+jqqy1PX/e1dJ73rtl7jt5f09a6v3vU464+sdRxKcE8p7U8ggHvit/BcXvllHek0zikNnF5kmDiGFy+68urBBXDrBQEE8L6/AAjgfdzWrr8tLSKAt9BiWwhAAAIQgAAEIAABCEAAAhCAAAQgAAEIQOAzEdgsgHtCT0+6FkVHBWsrISnH8kXXpCBXx+No/x59sFsCeNbnlQSwbDetQZxNqHJ/zZZL1yDWn3slnlvzZibE8pjeRB0HAaalwFvjHJO9OfUbRW/4Rfyvpm6zWJyvXZxk3OubloxOiUwRMJL81ZK9daKwty6vMpQ1hVM7ab6V+Zq2kLZjG1FKp98lQZzKVes+XlLXK82s/Rl9ocITtj0xXB+n3q7+ub4+lvOgfQV54rX0w+w/idOSce9e32tr6JomvX54CURNBGu6XBLBMgXjPOtJ4D0CuI3xtN+mFyWy0DYl/ev783J8vYQpCeB9g+Rx9ZK/elSvnX2923o/2nsU7/rz2m0L4PE1lL32+R4CEIAABCAAAQhAAAIQgAAEIAABCEAAAhCAwL0IbBLAVqa0SjjLSXhCdeuJHhXAqUxwe63DLX0dFWtbz+/q7XsJYD3u8w4BLESt6GnNC9E6Lb51UtaefywLnLPDWgZYxG7aR8s659LB1TqNJfFbWlyupxvyzPcSwHEOpr4dEcD1fPGSub35NSqAdf+egD4qgLX9tZLUa9dIuwT0nQWwzM2qtHThl87mNYjg97BNFKtmfe14Pg8sgL1EPwJ42x39ugQwAnhkJBDAI5TYBgIQgAAEIAABCEAAAhCAAAQgAAEIQAACEPiMBG5/+9vv1QjQLPkV6uveUt3dKenoJXGPQvEE8JRKe5s/8J72CyWM6/62kmy9fnqJ56Pnd/X+VgC3VtP0BLCsp6ufuOKuMW6WoyaB5/PFlDquEsQLcfmUErkxLBvXUQ3iN8tfKfkc1/QNm8j30pSWWBYxHPfL7ddCxQpKSWFKAnM2H7TGc2cgWmv9xv6F7dM5pPZ6a+OW80zlqOuPN791+1bSrZay9rxG51Uvkattj5aI7onguh91otZLBHcTuHleei9mTPw7Lzp4CcJNCWArbjsCuMzvlA5/D/etmITP/9U1t73zGh3fs7brzdMyP9P9194T0nxMc75/PiSAzxqjfe180QSwO+/20WIvCEAAAhCAAAQgAAEIQAACEIAABCAAAQhAAAKfhcCwAH6XxVXlQf4nF8BbB2ZNAEdJ6Rkkc0ArR7f2Y+/2LQEsbqq4qiRggmttfyoBLBvJ/lJuOYorEbbBxv7IHPQceyWVey8M3LIAVuEc9w9tv7zcnn78SOulPv/QdX1Vni0F8zJRl7aR5qTNxXgOCmCFMwk84ZAFsMrfeH1U88FLmW8VwFMZ6bzWcRwPYym3zEe7b0n0pzPtidrCoX7hYr7faDK4Ho/EsEzFzymATQnZLIJnQj1cfCp8ZZLLrVXW0I4s8nsCW8dx7/1hdD8E8CipbdvtTwBvO05/awTwWSRpBwIQgAAEIAABCEAAAhCAAAQgAAEIQAACEIDAIxEYEsDS4V6p2TXhVdK5rezpUiavgfHEmggV+1kIlCwyrbTdI2RnCdfGWpi2D7WYa0kdTxAenSxnC2CVvtN6u7mDmuMbFUWrQkISv+FFAxG/kxDL6/6mNXtfk3wW/poc7iSAdY3e5fzIPXbK7aqg0TVcdc1g7b/64zVhJ/2UNX/LPvMU/dr15SV064TxXnHorfmbEtfzdYttv+tx7/3cGvfWvcVbS1hfFOieryZwdXyrRO7odbUvAWxKUOf70ux8wr1oXuq8vNAwzevJgnsJ2dEzObbd2r2rvqfO53O/BH/qUev82n8vWmdQr9l97Cw/fm8E8DHmzfevquUBjh2BvSEAAQhAAAIQgAAEIAABCEAAAhCAAAQgAAEIfE4CpwnglshUMWC/q5PEgs1K1Z7QOUsA6zB5orI3nFPCNZuhkpxcrrm4JoBnTDYmibdMtbMFsBx7niBOvekJ4J4InH6v4j5IMQmX//wZ/h8p/ZzLJd/sIo3hwb4VwPHAubRvXQJaha2WaNYeTsnk3K6sEd2SSLWYKe3N6YsA9qQrAnidkfKxZbS/kwDWGSW3lFQWuqQyZZ3gR/rYuW7LPdf3wXJ/QwCvjR8C+NjsRgAf48feEIAABCAAAQhAAAIQgAAEIAABCEAAAhCAwNclcPvzz9dZDcheInVN5I2kWFvbrElY+52VC4t2qrU9bRotDlsQi/XvesnfvYlgOz3W+NXtrzF5hCmX+lcETkvUi/iNqcUsrWqZ2hX6WRmHbGw81edgUv/4Q2yqjJmke9PazbXg7XGpk7q6nRUsVuJayabbSt9bawirmNPtZN+ybSoD3krqttbonY7VKRWtSeHnW1oTuWw/P3Nt2yaT43TPvrDujzef7NrLadvUUK+UsytovQNW3y/45Zrk3XuLin/Hj7oJ3m7t89zBnoB1kuPxLYmNn7i2dJbAcerHa+p5UX1hY7OXbD76Ao33csS8c+PJ37NO6tETxNcL4vUS0NvG76xRGWtH70H2HaGyp86lx0jQj50RW0EAAhCAAAQgAAEIQAACEIAABCAAAQhAAAIQOI/AaQK4J5xqUdDaLgnE9hrDdXlRTwDXaN6fkkjsJdTc9h3WXjJZd+9ttxSH28XRedNh3lJLANfH0sfrIy8OWAYqTeW/In9//ZL1frMAC+nft7ff6VBB9Mk2tahplWaWzVWIqqSV38m2Kjjt97F5W8bbCOB6Hdp6P08Aa9u9senNBwRwFs/fUACnOZOnvYrgIJKTGM4lzzesOX7mfaF3n/Je/tkmEBHAi/vr5eONAD7zOqEtCEAAAhCAAAQgAAEIQAACEIAABCAAAQhAAAKPQuA0AfwWg8RSTne+vmlXAOe1W3Utz55AdgVtlQBWsJOYyGv/3ksA95JyvUT1o0yMIjDnCeCFoKh+UQshWaNXJLyswXuT0s5Rxor0DeWcda5I6ecfoaHsvt/CywCvr1kAhwSk7vPyUtJcdUnmWgjXieRWSec6BWwTwCMCWE69XgNYz19Erp27Wt5YcZX5mH5Tp4XL/EjfRzTm3YA62arfr63lWx+zNdd6idm4hHEsd537E/5r+7xN9PmzXOZKmYON7b9gAtiepRXBMo/ewvUj18XZnP2RaG9BAngvuW37kQDu8+ongMsa3NtoszUEIAABCEAAAhCAAAQgAAEIQAACEIAABCAAga9D4LAAVhQ9AdxFpeI2C9qzBLCUgxRZZQXwmjRxBbMz1l4CeIsArktV14f2vj9vWibpWx+vxVGUrE3ziqSynyiAo8CSlwPeQ8r3Jfzv9vTjp0rNIPqCTEwiNT24l201CasJYPn2PAEc+jMJ2lJquciWJKr1syzLG7qcza+uAWzFazzfaEzLpyeAvTFTEVgHARcC2IjZNHapZSvkWwK4br8rgHN7IwL4lHma7wve/cMLSD5kCWhbPrpVKlpKoOe1sesXEeR8Xl/TywWJ87xUuDefPvr7bcKaBHA9PvsEsE31ehUlPmECuPNSV2GHAP7o65zjQQACEIAABCAAAQhAAAIQgAAEIAABCEAAAo9H4Pb3v+fFW3Pf6gRnLWann3OCt1kCNDygXSRcNfFbM3BEjydoVZRosyoj34OAuwUbrElC/b51PjYd7JU0XXS/s5ar7Y/8e5GMnQnGknask8p235rF+dOpkrdmbdvesV7yeczOz6Sy03jI+b/FxO/zy3so9yxp4Cx9o59QCZEFcNh2SjtKCWiN2ZpOtNK78vVaEtimdUtSNzWa9isyZEQAa2lp2X8teZu+b4uY3osPdtxFJsuawC35WuZ14thLFvfGb+34dp8kUpftv+naz2aupP7OKwFsnauj/bqbAN56QnESNGSbFcAr32sJc2nmNVRbUAksL0xsk6x7Or7cZ3x8PAHZ6s/HieCvtQZwS+Z6LNfXyL3H3LIzYnZ9N66Pe/fvnKuJViAAAQhAAAIQgAAEIAABCEAAAhCAAAQgAAEInE/gwwVw9kIxpRs/JwtgRZSEY0jHZRmtwuJRBXDdr7mATGm/iCs/Eb/mwXceFJuwyjK3J8abAlg6OpXoTf2O8je4hpdQ6vmHLfc8RTSLNNR0bjrflyhn65LPIoBnQnxK5Cbh1F6zN0+5kERuvTgQux37Iy8PlGRlSvSmfW1paRXALQnZKuncSsYuxzUfJ6/7ms4lsbFyt062rrWzdtsYFXm99msBXNYw/ngBLEy8pHTNon5BZMGqldBdA7r23SSwGglFOc7K97P7QdhdgvYxbS/iPV4Le0Tr3hMpL7R49yHv+3YPPGm5v9/L8f9Yblt7vi0BbF+kGT3SZxTAZX6U+bV+HqM02A4CEIAABCAAAQhAAAIQgAAEIAABCEAAAhCAwFchcEgAF6mqwkzrxPYTwAsBrCQ7InhrAliTv9JsfDh8ZwE8nV4nKeyViNb9R0XdsYlpBLAkbxsp5bp9FcDl93O5JdJX5G8civA/EcAiulTqTknePE4iOm0JaCkhbdfmlePE701wXfpZSjLPBbD2q0749kRli/OaANZU7BaRq3OzpJCXiVn7nWzfE8Ct7aa5H6+BMjIpid0u+eqJuhEBLEdaS7ofm5vtvW0ydrpX2AoEuZRy79j3EcCN3swE8PL7Ran5WOY+8X4VERz2n7N/DCHmzSt/Tlwrg0kAI4D9OcgWEIAABCAAAQhAAAIQgAAEIAABCEAAAhCAAAQ+H4EogK04qFOKrcSsnKau7ZqkzzEBHI9hpI3F2EpNzr6vBE8tgFXwFFk9T9J67XtD2hO49X4LgVMlej0xNyqAjwm4cQGsx/khhtd8bjHFKGuUStI3pHdfnp/C/58X/JXvUtJxmeotoicK17DOqciZWgBLslek8VQiWlrMAtim5aREbpyns2RwkZ8tAZxEb9rPrtmbfhcSzFUSuZbKcw52DeF2u7p9q2TyVgHcm29XCWDvuvio760Ano75jQRwuv+mhHpMBE9THAE8MgcRwI8ngLtl3WcJ+TS6JIBHZjnbQAACEIAABCAAAQhAAAIQgAAEIAABCEAAAt+RwO3PP8OCklki9AC8B7Fwy6JvITynUr/zUpqS9BVvJnJikcrNB1Lxa48bZZ6zPq7trwhC+7McKz0YziVoQ7nf9HNKyPVEak8E98Ss9tlLuC2Tk4nTmtC1xxxt35u8y3bGknWt41uOmgBO42YS4EHd/vrjJchf+X1Yt1QOl8Vv6mvaVoO8du1eLe+s4xb/a9YBrr9fJISzJJ7NKyOC395fpxLQ7eRwEr5yHHvcVilqOYb9fV2ytS5dbb+33+nva2ErnNZKQOu89V4gUFH6moHX/exJF6/dch3kUW0HjLulmY+9sFCtvdx6iSSXRq6Dz9P5ttbdtROnV1p5735xMkt0d6X0sPe96V9Jdefke5WOl3n8yB/v/iYvkxz5PLrg9c5tWwloba1zETYP5pXAXm/LHz/vDMv3rXuQVgwZb4UtIQABCEAAAhCAAAQgAAEIQAACEIAABCAAAQhAQAhEARyFnqTH8kdl7/Q4eUUA61q+KlynNrJwlZ89AazHluP2hGNvuM4UwBFIN360PmHWxLJttxbotey2orqs+dp/SO8Jajse8zPYLlZs3zWBK349JnUDNy33/HR7DelfSf5W/Z79qGIh/XISlDm5uxDnuS0tGW2/VwGsbYhYlQTxjPusLyGhnJPjVh5rujiuS51fbIhthH11vV8VibXYHb2deEJnrwCertXKdJY5pCWD2z0dmfY9Wbu2r3an3qZeI7k/T9fJztptSdlvIIALu/Sv32Huv6X3esKnCOCj1Q5G5/iW7fz77fb7lD0+AtgbjccTwEhfb8z4HgIQgAAEIAABCEAAAhCAAAQgAAEIQAACEICAT+D2t7/9HooL1eJSxW9PfNZCWLuyKIX89LraSyuHZcPp55ssJls+i/5pEjj7j0msZtFtE81WgNdJ5+kIIgQb6xR7JaBHEsC6TUvQeIKkTguPSx5PrIQEbLR05sWARjJbEsCa2n55SSng5xDKTr+TAUtZ3/jvWQI4kVWRahPAaZzn01JEjk3+yjat0s+TxM0DVwsg224tf1sTUVPA0j8R3EVc+hdXb4ul5J2v1av7pWONJYDLPkuxnlhl3lrl2/M+nc6/vpXrVdclPiKA68NsTQR/SgG8f+os91TpbRLFmgqWdbLfw31LE/s20e7dV0a7eFY7/eN596n1nn5PAWyZeH/evRvBxyeAEcCjVx/bQQACEIAABCAAAQhAAAIQgAAEIAABCEAAAhDoExgWwNpESQons9oWwKVktE1SyvYqYidxGgTwmkQ9SwDb/tuE85oYnmG7WAD3Rfr6A/qtwqyckydWxgTwcxDEz8GM/vz5I0rG+L9Juhdhmo6b1vWVTy18RwRwnG9GDLfkTl22uZ76ur9N9co2Whq5danY8sx1KeGtNxcR1Jomtvu2krIqgPW60e016dw6dpkPJVmd9k9bH+0/AjhTP1ICeuukWdu+IYB1cy3qIGn9aU3sWyqZf9YHAXwWyXY7XsUA/+iPL4DrF0gQwP6osgUEIAABCEAAAhCAAAQgAAEIQAACEIAABCAAAY/AsAAeSvyahOwkBkwp3ZJ0DSIwPOWN21Sp2rfXeSJ4SuRWa/32SinbY8jJ68Nku46xhdKTz3Vp6RnI1nk6pHtJYN1tdK1VexibHNbf10LmqKB5D+vlRo7VU/r3IO5FTvx8eYnlni3rWjZqArGUI56vrSv7jgrgiVeVEE7HX8pyXZ+3JY5b6/VaQbzWr1uoff0iUeeBj0hXTTp77bfXAg68NFGdj1eL3KXYLWtfp/Eb6Khpu7R3LAE4Whq9dx3smr/2+swlkE9fA3gcZ3tLTyB77Wvid0UAaxMigkUAz6sFzNdO9w53/vfzF1CW46ylq70XVdZ7RgL4cQUw4vf8q4oWIQABCEAAAhCAAAQgAAEIQAACEIAABCAAAQgogYsEsAjeSo5NpUh1bVaVhvMH1D0BXCeJ6yH0SkBbAaypX2ljTQB319d1BHCrDPNVAtieS2ta7xJopqGWAH4OovXHz+cgbZ+efoRhlv/WPrZe49UykTLRkb0RtiMC2ApbuwZvr6yz5WEFbGtNX9nWlo/uJZVLSejx9aKPCuA0T+ejaxPDqeRvPfp9AWy39ZLBrWtgy5xCAHf+2HyQAJYXYOTlHS0L/ZrXBn43JaPv8+cQATzC/asmgPW+00772rlR1rAe4cU2EIAABCAAAQhAAAIQgAAEIAABCEAAAhCAAAQgkAjc/vzzNTiasFak1guVX8pip+Yj36kwKClOTZBpQtSukdsWwNJkSoPaB7ymXPTKqOguuraw9Cc9RE7pyEXyNz9ZlqSmHrf0vWw/HdKUeI5tRWHdS5+ZdXEzq1kfAq96LWFPAJ8xIY/KunYfwrnOEpVPTz9/SbnnkJGWIZf5Ev4fFUxWqPdEuB0HXWO4J1y1T3UyViWmit23kHCME1qSskEs2zLLVsDW7dXnbMVyXfpZBXFqP4jvRuK4bk/lrG3XblMnlBOHUFZb5282JdsFcL7Aszi2ZaNlXETYt0pb1yWq07aJra75u2WuegK4bmuLXB7pR09wTzw9EXuVKPWO653cYAJYBbA2J7f5379fTRo4V2Lwjtf5vvuSjNteWwCX8ScBnK65DdH9JvPHSwCvy185CQSwe/mwAQQgAAEIQAACEIAABCAAAQhAAAIQgAAEIAABh8CwAA6PomdNacK3JET7AjiKQFPCeUQA12v/agK4CEbtThLAb2+ylnCStiqJZQsrgOPP+elzLabe31I56knkmtLVC4ZV2Wpt14p0TwCPzkxPiC2Tz/MH/t7+fj+SAI7thHEU+fvjpUgJ/ZflqSWflYvtw1IKZ3HryNQ1EWKTu2nM5wJYflcL49Z5q4yN2wdD2ksKp/Oap3J7a+uqfG6Vm5Z2RgVwb5zmYne51SRbzBrAawJYz226uvKJiQRWAby2BnHdAwRwZ+Q+UADPehBuD3/9DlI/vDCR7nXHBCMC2L+DHtniKwjglsNeX+cXAXxkzrAvBCAAAQhAAAIQgAAEIAABCEAAAhCAAAQgAIHoeiQBLP+oH+RPYlHEaPx+Xro5pnTECebkcJ0aFuHbkgNW/kZR25CpszTy7cdspKzwjP8O+4+I10UJ6HxezWmQ+6QyOP7XCGLLqxasPY7d6bYmmuMIlWSrbaMl1uyxe+J3rH/5Abw5tsyCX3+8PL1k+SteMOLPvrlOS7fSv3MGkjyU82sn1GxZ54jBEcS9NX5VVrYSuCp567HprdOr242E8mwJ7DUJr/2TNVpVtNv075pALUnqIrhba93a/taluXt9s8nZkXl11e20l3xu3TdmffCuq2kw10sRx+t+5TMyFw6x8UTxoMC1wk1u5WVd4GMC+NC5NXZezsdjawCP9s+7v4y2c/Z2n1kA966Ndfl7NkHagwAEIAABCEAAAhCAAAQgAAEIQAACEIAABCDwPQl0BfCEoydSshwcEcA2lbsQyR0BXASiiMKSPl4IAiOA69StnMNUGroS1baktC3fHM9bE6/yT00MdwRwPW3GBKsR7oZvneaNXcklrHuiubVP3K/z9H2sf0mqT0IylLn+9fMlrPu7XGt2RAA3yzvXJWwzSE/8et/b8eitGRznRV602Ipq7ad8p7/XFLC225MatXhV4ewJnFEB3Lo9WQGc5npjfExSWY+l5bpb86QnXBeJ+XzCxxPm6zdeBLBTwndQAC/vU3muhObl3YP9Sd5z/3AigOc8vfuHT/9+JaD9Us9+79kCAhCAAAQgAAEIQAACEIAABCAAAQhAAAIQgAAE9hHoCuBJ7FYJ3Olc+bP4AAAgAElEQVQwDXFru2ATwFsFsLRTH78Wx5P4fEprEGvCd1ESeSF+NVGb1rHVT/JZ+WG5EcDl+/Rdr4R03NuspdyS0bMhyuK3l5SdhJsjgLVNL4nc2641baSsdxqz96dfwfr++iOndcPGQi+tE5t49ASFTdG2ttElp+vksJfEWxO39lxsurdVflnXDK65WAkcx7tKHvfOt04at+RznSx+MW2/RiFdyizPzqVXX9rMxzT/0tjoR/ugS3pvFcB1WtjO/9a82fO7rQna6fSc+4+WjHf7VLUzXUdZrK6gz/cD9wjHNpjesDBx+9nkOJbg1ZcGXsNt9BEkMAJ4Pl2uE8Cj82ZdIHvVDdI99NglwN4QgAAEIAABCEAAAhCAAAQgAAEIQAACEIAABCCwncDtb38LC0KGjy2RrD/Hh7eXCOAgF9VKdfrsCmjdzwiceq3Z2Xnk49l2pwRleECtiWCbfLVdG0lAegJ4JnsbAlgflIsU7ZX+7Q3xeQL4LZSHDSIyiOf/9//79fQjeIK/fr+F0s+yvnJIC2ZJ3hLAVrqeJYBVgFixaRO6wuk59E0+dlvtS0sE12sGx3keZGyvJLRlvkcAy/7zEtRL0YsAHrt5nSKAV+TxQwjgVtlnEdK934+hS1tZoRznfbr3aUloWev9niIYATwfzH0C2Ev9xomwMmtG9s/TqfEGh/0V8nfLxcm2EIAABCAAAQhAAAIQgAAEIAABCEAAAhCAAATOI3D7///1f6Y1gIsQNZGd0bU0qz41k7K5XHN8/OxE/yYJ0Tn+lAg2Xd0kgLMQ7pV4tmWhrbj1xGyrxHL8XTgPm4Runv+KmPJKN58jgCXfK9Ph99O//Prj6SXYX9EEIi9fwr/eX0JpZCmPHN1Blq6yx7QO8PtiXL2E50gCWA5XKwlN8EYBHMZSBLV+rOCtSzyrUJE1d1tp45YEbq0vrGldncslXTtPisv3JZmb0ud2jV/tszL0eK1d+vMEcJHMrTWAtZ1miWWZh+a6E4Zv+Q2JVt/Pux0tW+qWgN5z0Mb1tVX4ToftrM09fb+nNLMVvGv7j25XM5r2K+vq3m5hrfZYAjptLC8iyHzXhL53n94zDGv7IIDndLYJ4DVxO5L4HRe/5f5R2m3duxDAZ18htAcBCEAAAhCAAAQgAAEIQAACEIAABCAAAQhAYIzAJIBlc0nl2iRw/HcvAWzat2KzfjAcU7GxnHAQdCKAxSzEEssq7Obr+y7SZ5UAXgrD+YkOl4CuBXBV67W5Hm94wm3715IjPQFs1xyOrJtPy1XMFEGjovVaAZwSx1LyWf6/f/mXn08/pvLEqS8vob+yDLLIIUkBPwdxJB8ZvXpN2Zl0Nd6hJTnXBHASUVmahvHS9XhV8NrjiAC2ZZh7paJtSrhXptmu+1unhYs0ToJVx3JNAC8uxUqwyvcPJ4C10yapbs9jRAz2ypuP3ZrSVtcI4LkAjQcaLPk89f1SASz9y/fFlgg+JIDT/VcFfxrHdCwVwW9yjafK+h/+QQDPke8TwMu/H+uJ3+liz/9o7d+eCna8xtf8HW//wycgB4QABCAAAQhAAAIQgAAEIAABCEAAAhCAAAQg8EUIRAHcEr/l/ESstRfxU3k3F35Fiqn8Ld8vSxtL5kgdofZDjj2ViJ4EVHpobEXo83OQkFnETKWdRRTO1vZNqSb7vf5s1+nVdu12+m9lYfunfRwRYel48wRWXX5aS0/HdrPgSSnktF9PALdEdWqjnfhatpP5SMo34Hz58fz0IyR/A8V43Oe46m9qT/Z9lf8FASzJQflIMlg/E8Mok0N6uOpDSU/nlGy1vm7iVFJotWy3YlYSvPajYlaESa/Eczyfqk9amrmV8tW27HHK/iXtrPLXbjcqdPUc9bTr/nmJ4DrdW95jmPevjNEMW1uw2qTs4gWMZcJ53mKZq5Ia9hLDa+WGp2uk8RJBfcyhn6fz+uYC2MAq12i6b7/FtYBT6j+VWh9Jjg7RH9oIATzHtE8At1BX46i32dmvz0kA+6lfBPDQxcBGEIAABCAAAQhAAAIQgAAEIAABCEAAAhCAAAQOEJjWAJY2VPJFcRvTvykd5glge3zdtrSl6dJYTDgnTYMczAnctxA1KzI0JZBjX3SN4IYALmIopYrlo+3IfmcL4Fr86vnW6xivyeA9AjgdJ6fzOgllTwDXErUlgGW935cfP0Ip5XTEm/xsBLA9xu8wPuKyrQBWCRnFUZ43SQDPy0NP3FRwGwFsE7u6pq+u9atzs07mtuZ9LYDrMs9rArhVEro+Ri2AeylXO1xTMi7LFpuY1vaHBbBUE48CPjX2yAK4jHdfIiKAzQyblWi+MAFsDzlNoJIClq/jet+xHHT7BZTWtXfG7xDAc4qfQQDXL6kggM+4EmgDAhCAAAQgAAEIQAACEIAABCAAAQhAAAIQgMAxApMA1tLPKm6LmO0LYD10XcZXfi8iWH6f1g+VksE2ESrrrxbhYAXzm0TQ4v4quEr6eFEuOBxDZKUK67ifWsyKiy1tredoN1lLCNfbzZLKjRLZTQGtNaBzY5MoD/1vfVpisXWePencOsdynJzACvJcxuXnrx85sSsAU3+ew3+jxM07STcl/aslmTXha8euLgVd5oemRtvJXyt/5RxffqR0cV3GWQWwLfVs2dnyznYt355E0fRvk3+QXy0hPCpktG3dvlfKuN5O+1J+n37TG08rgpO0S9ePJG9HErRW3s/m+WSwk8gvYzmn1Uso98W4nyC2R/AS0NV7EcuhXFlXO02ydnUDbcg7fmvubPqdLefcnIgHE7jN9kuJ6db9Q29V6YUOuebTPbb9Wec3yqJ+kaX0a570H23vrO1GXgo561h72mnfj+xY7Zk/Y0lgfclnulbOmQp7MLAPBCAAAQhAAAIQgAAEIAABCEAAAhCAAAQgAAEIVAROEcDSZkvOqgCeHhCr1JXgbi4pXAuYNQHcGr2zBPDemWG9rk0/a3ulLHJVsljXj10RwNJGLZNrUe0J4DoBnPqVk9jh2H/8Edb7fcmSIPyniMecMs0i9CYiKI5zEXhRjoQSsRrklRSryCIrBuZSuC+AU7nw9P3Pnz9SL/PPVuZGJtKPDHhWurkSlbYsdGt8awFsBXJvPvQSxL3fSztLSSMvRcyP0G83bTcl6iX/G1+oKKXW0/ea2lwK4LW5PSKAR/bvbVO3b+fPWrv6nSdgEcAOxR0CWFvM7xKkNHAuub4UwedYPwTwyNWw3OZeAtje4/3E775zYy8IQAACEIAABCAAAQhAAAIQgAAEIAABCEAAAhDYTyCuASy7a2IvpltlndfXktrtlYC2h20J4NRuWfdXt08Pj0tCMcm/uSC1CcLV41cJv0mUSSninAYeSfxGEd1ICy5KUutJOMnBekh6fERgb/n01gKu+98rDZ3GJJTdzvL3j5+ytq8p1VwzMCVgU5upNPiUjDNrhK6VgJbj6rkmYVxsrYjYN7Omr7bfWoNXy0LX59fiMiVgwwFboqRe/7deR1h6uZb47QnqyDgbXi9B2Nuu/F4T2WE1ZnMtyblZCSxDE9Oa+TrS78rcStq8fmHg2wrgwevXE9Bbrt3mtr0E8Flr7zoJ494LJNNtLtyW07xKc/pxBbCI6PPTwt71e3j8DzYwWpFg/2GWf59sZYG2/C0J8/3HZU8IQAACEIAABCAAAQhAAAIQgAAEIAABCEAAAhA4QmASwNLIVJY5rgHcLsPcO9iaAJZ96iSqCuBeQlaP48rnAQHsAUrrHYfUaWirVQraspn6FVbJrc9r7ThzPnM5bdtxhUxjLeAoy6U/hkVLAN+0vHNwJS8/biH9+xzPIorbnKldlEWuBLC0MVuL1ziXugS0XQM4MVSZGX+acMkxbZI3bZukrZYPl9+1ttMXBVolao8IYG/OaH/i2DXKRV8lgLVfdQI4lVovg/GtBbBX9jkO2lhydZcAttK1JXK9ss+xf3tK9+bZMdK+buqcoC0H3U4Cj3H0rqfjCWAEsMd43/dzATyW/EUA72PNXhCAAAQgAAEIQAACEIAABCAAAQhAAAIQgAAEziMQBXBa0zat26tpWSnFXJI+/Yf8KjZrUau/75V81TWCo+sQgWlEhH7nyl/ZeUUAW0yLtYGDALJ9nAuIlHLVvsXD3JLw1Y/2zYrdugS0ldvxO9NXTzR7IlgE1qL92M/Q73Cc5f5JDv4I4lfk6s9wOs+5drP8J+ZDcwnoXKg5imGJ/iXBLOstp1LDEqyexGz2A1rSeCoBPZhs1gSblpitE3f1Wr4tCbx2OayVgV5LAJci073W0/yo25jmx8S2J/ISuF5it5SITuOmQjeMRrME9FKAt49b+z4vAezNw1FBqu8tXFoCek38DgrferRHzy/u1xKvVuSuidla+HoSd69Yrk7QG990D5SXHNJ9WlPo7/nFkDAz1y4/97ue+C3zZM/aw+clgb9uAtirPKH3j7Kdn/x1h5sNIAABCEAAAhCAAAQgAAEIQAACEIAABCAAAQhA4IMITAngmIA1n57YrfvlCeDeeXgCePj8dwpgScy2Sk+n47YEgi86xgWwlMVOx1Duo2v7TlwcAazbadlm+fk5SNkfwfyKwJWzEQEs/YhpW0kByzqyInxFCAfbu0cAq+jbWtq6Hu9W+efZ/Gykbte+b6WJZfvZGsIzaZtk1zJJm6Ttc34hYIsAnsvWfQJ4Pq7ljLcI4JaErfcv595Pour5jEjSjxXA9vrN1+2HCuBGAjJeVCrTWv2rOB8SwI32OzfUEQGcrpPUgKb8ZYmA9POBpHK8/9Uv2tQ/I4DX/hbuLwG9TQCPJX+H/2qzIQQgAAEIQAACEIAABCAAAQhAAAIQgAAEIAABCFxM4Pav//p/wpPgkAqdklxJmEjCK6VmJQm8PwFs+98qA12ncOtkrZcCFtEYRW4o4yyfRdI3d0CTzdN2RninPkjC9zVv7QvgXXwmWb0UwPU4u2ImC63mmsBSyjobt1L2OclfOUsZzqC/4yFtiWURwa+S8pOUbxCc8bvwgzQVg8VVAlj2D7ngtD5o9gmyvnAaB/2Fzp26RGueZ7p9FkG2vLSWkK5Tv61UXkvkxv7lMtJpTqfy1fpvZV6nhJPUTQx1HEQEa1o3/T4lwlXA1KWzrZhpCdLuWs65U6XSd85jV43UbVaVwevpFAPNk37MzFP/0zjY8tGRzzR/5sl327CcY5wXAw7wYwXw8vRHSz4vr8NGW71feQlf7/tWu1vWCPakcaN99z5j9kkpYJsElomSXqTZ+0EA7yWX9vsIAUzy99gYsTcEIAABCEAAAhCAAAQgAAEIQAACEIAABCAAgXsQyAJYFLCKnnMFcC10rVRrpYC3CmAtqxzX8Y3Cev3TEsCyR0qyZdndXAu4bjfxUsHaO+osIX0nASwy9uePn0/PUvY5p5tFAIv4rMWpCmAt7bpVAE/paT3XKXmZBPAkb3NyUEqNJ47JItYCWH73GsTt22spa90Stv0kb3vtYB0vezz9XRTOlZhWAVyL0REBUydl7VrJUz8qi+oJYG+e2+9jW/K/XOLbJtxrAbwUwv1r6jsK4Cnh3pLenuD1vm8N6gMJ4HifnCWBw0wyUnjLnKznfZ1KpwT0GM2R+0+7JU/a5/uxecFj5T2wsc6yFQQgAAEIQAACEIAABCAAAQhAAAIQgAAEIAABCHwYgdvf/vY/8UnwWy7pWRJhSfx4Cdz6Qb7+3FqfVmSoCmC73rDsM1py2iMzJX2nEstFYLXW6521ZwTtYm3LqoRsLJ2c1/W1KbrNabhOadqpzbV1TSM3k7Sd1v7NlibIIynz/PPnj6T3c1sirV9ievP29FvEefjvc+hHLAGtkjD8Q5pWYaxrAKc50RmF0G4UsbEfQTHHhWzTWsW2hKiuIRzHPS92awVQLWXfQh9lbWH9PL88x+SblxC26VwriKc5W63Ta0s012sSa5JYRHRikNZSlk9bwswFSz1H9HR0336it50ATtdMSSjXjNP3JZktP9u0dxlBTwStX3FegnRzUrk63Ei6eNFDI03LWrXt81iby/Ues2t7raS0XGf5+2b7VuoeLKHcPKuRJPDacc3+rfGNHPL9Qf5pE/rL+9/6Szm99msh7M2z/iw9th7w110DWIn1r3+7nvx+/uv3D76FAAQgAAEIQAACEIAABCAAAQhAAAIQgAAEIACBawjc/vnPoDIlYRmek//+668piakC1ArgSXo2+lI/ILYCWDb3kr0tAbx2vOnxdRax9bZ1e1b+2v7MTmWDAJ72qwStJoz1ezeV7KxN6q2l2xPAMh4vL0H+/noOslcEvwyCysskgOWjeqQWwCrOXrIMsuOr4nU5DTThm9ZAbQlgcabizVUcSRtx3eGp5PBSrIpgqsXrXgG8dhx7PlrS2crdXinqWgAnPtcKYG3frlNsJXvkmgWwLU+9lNX9fqY21gWxJ4asVN9zC3s0AawvEmgJ8OY5fXEBPN17c/pXfpaUvr2OCxe/KkO6H8/X/kUAj10t+xPA0yi2p3B+wUbWrfau8bGeshUEIAABCEAAAhCAAAQgAAEIQAACEIAABCAAAQh8JIEggFP0V0ogS9Ly91+TEoz9aJVp1t+n/VQqzh/027V90/bzB/xlXcGlIKjXBbbHq+HUx9Hv19rvAm6kbbXkaX9Q5gkzK8xSSjSsktuxWClJJwnZnCY2BynCej3BVgvmdKy3px8/nqP8/RWivzFtGob5LZyfLs1bC853qQ8t45nTvfJCQJS1pk9W5knfl5IzJ33jQUop8TIm6V9aqVv7sCaA5ZjygoIkcpXjS0gA69qza5KzlRCuxZIdV037vUhp7Mp7alt1Mlj3t+sLq5zuzRnpgwk0JybVHCnjk1rpvWDhCeB0jZaeeEJ1a2J3VBD3uHv96V936ZsDy89mrp0jaApWL4j88+yFC69zcdwGNrpyky0lpKcLtUyYEfkXy0CH/9kXNcoprQvgXulnnfMjx1/HRwJ4nc/yBY/ytzO9rMMHAhCAAAQgAAEIQAACEIAABCAAAQhAAAIQgAAEPh+BSQCrsJNS0H/9DnHRLD5UAC8TWf6T4ZbIHWlHS0WrBLBY65LUZwrg9/ffi3WEtwrgWV+z6fw4AZwlaZA+v4L5/SXp39ChJIBDGWUpCR3+/Srr/+pz/1zGWBONkwAOZk2kpIyybGKFpV3Ddi68twvgXglo4WhTvla82rVntwrgtUvUCuA099pllFttnCuARRAncaVr8o4K4LpvLZG9yqASlp5g/UgBLH3ZKqib52pe9EgzvPqslFBGALdnj1QYEDaveSmBMi/2CeCUZj/DniOAlyO2XvZZsSN/P9//QUePIQABCEAAAhCAAAQgAAEIQAACEIAABCAAAQgogYUADm7w6a+/giJsrHlrsY2uDbw3CVyXbG6J45Zg1j6OiOaybZIEuo6qJGg1WXtEAEubayWgU7noskZu3L5+6u6sAVzGJCexg+H9+fPl6WewtrJW7vQwX9ZfliRtGOByniVZOiW0J+eSxE1P39g1eafJFBPPSRzrZyo/LGZZBHT4ziZ/W+PVWlu3TixbN2TLScc+V8dvrf/bugXY49oy17b0c70m6FQSWHjn49p9637KcW1JZu1H2reImTrZ2yopPf9dWRM5tdleO7jsk7ZPc67Q8IRvi9uR3404vmmZa7PmsU2jDx+/cS3NBPDa2rmdNXO7vKZy6x2JeXTtX2+d3yq57DLK12e9nSdhixBPqfmUbpd7jVZ82CdxveOW4vW9M9M7FwLYXN2r04Dkr3uVsAEEIAABCEAAAhCAAAQgAAEIQAACEIAABCAAgU9DYCGAU8ndJIHjJ4oEebg/f5CuorIu7axnLr9XOaCJXvtQf03Q1seyNDWRbEtTj9BeE9bL4yUBrIJ2vf2Ki9Y3HujUGQJYSz7HoQp699evHzH9K5Fd+53qkN9hcLObiT18yUWep7HJieBpHMP42+RlLbzqktdJni+ljxWlsa9VDWQ7H2oB3FrDdosAtkOhkrYloUcFcKsNe85r63K25K/0by6AwxiF6y2lf1MJ8e8ugJf3i3x7Wl+ieH4VNtb4nub9TICmFzPSJ1/f76lEev35MgK4c7/yROz7e/47obzy/ULXBNYXXAZuh7NNvOMigBOubWsA68Vi/2aleZ4S16lNkr9bZyvbQwACEIAABCAAAQhAAAIQgAAEIAABCEAAAhB4PAK3f/+3XLMzPk2Wh8FJfsp6wK+/taRnfjJcpYLt6awJ4rRe7Hyt4Nb2PfHbkrd23dxeW15Kudfn3u9bwydlo+2nvSZve+AjF1k/c5ZsrDK3KwlgFbzxv2E7kb8/fuQH+WH8pF1d81cF5ask9Iyfnb6/BRUcfhBFINvqury3uEaxyuTUV/uzN6Vv9dqpeYdeSeO0bvJcIFtZ3EsHr23TEsgtASxds+3X28h3tiy1bO+1U5eG7vGaJWHDWE7CPIyLfLYL4JLs3ZLwbR1nbYxHS0B788TjsrWUtbY3229YADd689UTwJ0B8ERsTwCXJPDLYu6OzAXvuAjgRHG/AC5/Z0j+jsxItoEABCAAAQhAAAIQgAAEIAABCEAAAhCAAAQg8LkI3P7z34sieQuCpKRGg3gKX/31119hXUc5Kfm5PDQeEbqyl6YXrbCV33vyVeWt7lcnjdfas+lkm0JO/Unn0Dq+7WstZevz1WHuCeCU7p2XgG5JTxusbgprRwCLYBVx+0vKPv9Kad340eObpK0ITBHAsqiviMsoM3PZ1rQGcOhz+E4FcGonpU8Lm1JauJXorqe/CuDCa700cS2AJxGt5ZWzHLYp3DpN3JLEevy6dLAt75zGK8lnW6ranlMtgCOiKPLnUdRWCnpN1mwVwDVnSelrX7T/8Xzk3YBGiWedJ3UJZgTwkmz8DQK4CaYWwPE+EV9qSf+Tvx3eSwKthhHAnXlY/fosARzvE+vLNY91iK0gAAEIQAACEIAABCAAAQhAAAIQgAAEIAABCEDgIQjc/vd/JHNVJF9YJTZKMHkaHNKi4evff0kaWLb6GWVSfLg/Cc52DdZeiejemsBeWtcKYCtv7X51qeme7FXyvTLU2o5s1xIRLcFsR3MtQdySplZmL0pqNwVwWe9Xtv8jJH9//hRxm8ZGXKCKUykFLR9J+kryV9O/z5L4lWHWCrcqeaMwNGM6reWZfqfzpBa7+l1hmpKrWlrUW1t2LtxVIIl4Tolj/WxNCK+Vj5ZmeyWZ9XhWBKv8Tec637cvgLWUc2pRRXq9xu+Wu4HykDa0VHFdllrae8ky265JvByHfg1lmwxs9U/bqhPivetmyzmW8Z7v5c2jMlGctV9XqhlImt6+7LLWb3cN49G1evfAiaC31MDefhBfxLbbfMuVoeXPxGt6g6jzaVvH3nG3vqDgJ4XXmbRe5NhO8bo9+gJ4dF6E+1NcK37fWs3XnRktQwACEIAABCAAAQhAAAIQgAAEIAABCEAAAhCAwBECt//zn0mplKRsKhGcRNVr/u/z03//l5SlTdLwKgGscmwtWbomV9cEcC1765+FwZownq1Rm6NS2t96AKxATu2mh+vS/tq5Nb/rCOC4bSz7/PPpjz9M8jceycjanPAVESwhRh1bEcC54ndO66V95PvnLJXiMVYEsJUjKpx7AlgZ9QTeUQFci5qWEFWZa6XJiABuXWCa+tXj1iWoyzGqZHBez/eoAE7yVz5JoOm52bWWVVhbAbwcB18Ar91gRq6rQzeoykshgCuaDyqAbWUDkcC/f/ckMAL4yPWxVwBPf5PCm0HI3yMjwL4QgAAEIAABCEAAAhCAAAQgAAEIQAACEIAABB6TwO2//qMoFRGEInRCBjj2NpYXjsIqrAkcnt//z3/neGn47u21pFBbp1YneqfkY46G1Q+da/la7z+6PnC/VHM/EdhbY9ieV0sA6/d1OWr5/dqayGW/pRxcfNcQwJq+/fnz+enlx3MUuWn1XlnzN42ZLeOc1u1NcV8rgKNDliSryOH4RSkBnkpClxcD6mSy9qGWwLJ2dJo78rKAiu90VqksbBEO82Rq+/fSZ7vusLT5EhJr+qlFrP6+JYBjHwZKNdtxrwVLa81fZV2Xnk7n1xfAcpznbt3VObv6Givtzg1pnXjWEtC1OO2VgO4fp3WV25cbyhin8W9vb3/bShDXey1LVPvtpgl4IAE8eIih8+wJ2k5J6Q2HTpueJYClP422jspBLQct95jX/Ddjfo7rAnh74rcm6MwDB/hXTADb+zJlnzdfcewAAQhAAAIQgAAEIAABCEAAAhCAAAQgAAEIQOBTEJgSwNpbK4BFvqUSvkHmhQ1+//UU1gQOQi78uxZp9dmKVK1LG0vbb3cQwK2S0T1RXJ+HLVltk7yFlwrPuchYSyrbY7T6Jmv6WvEh5bZvMa4rH/n309OPIEFF/ibZm9aglf9KqedFGWkZr4sFsM4HEcA6Z6S39fqzVgCPXCF6bjMBH0ob95JvXqL3DAHcSvvqmsoi4XspbzsuJcHbk8DHBLAtV21Fu47HaJLWW7+1Jfnrce+N84gAHpkjzW3uKYBHpOwRATzS/lZwFwpg7Uo7CYwA3jpUdvs9CeB0f2bN3yPc2RcCEIAABCAAAQhAAAIQgAAEIAABCEAAAhCAwKMTmAlgSf7W662qBI6lZoNc/J//CSnS8CQ/CcXwaayluSZN18Rra+1dFcmtks1y+LW1g+t+1OsFb93fbj8qeOsJUK+BrN8ngajp3SR2Y/I1ss5SMSZ0n8N6v+F7kb3PktJNwjVktGNTk3zU0s1TOe9c4lm2kX2jBJASzzrmcxFTr/GrKVeb8LXHayX1atnYkol1wrAeZ+mrfCRxrkw04axr3FqZWSd06wTfVgG8GL8o2sPY5P9aATPJ7jBOkxAP3deUr4oX6e/vtKi2GbO2CMvL+K6Waa3XI059ynNJL9McRK7HZC2pawVt70Z2RADH24ezVOnxBOi1t+AZvzUxe0T4ThNldF3XgX4UxGMAACAASURBVHNe6485j6MJYO1JnQQuL0O0o+Ktl1hm97eBU0ybfNcEcAtQruwh99TwdxsJPDyJ2BACEIAABCAAAQhAAAIQgAAEIAABCEAAAhCAwKcjcPvP/21KQMdSwUUypIfwWhY4CSoRcX/9DhL4tTy4jwnV24/p5HsiVza4hwDWjqkAlvMqSeQi3uq+jQjkum1vBtQCeC46MusseuO2VrAHMfPr10tM/qrYeM7lkG8mWR3HMAjgKEzvIIBVdIq8lIrLWvq5xcYKRLvd9PssgOvUrbQlAlina538tWvhemPifW/LSav4lX309yoBY9I2CicRwGGO5YVQkwCWUt3pmjlLAOuLAS0BrKWf9Xi6LQLYG+1t37cFsJWO+f5yqgButL+t22ESrtTovkgAaxclCayl2+W6WHsx5PgLAAjgMjX0BaP6b/zWycP2EIAABCAAAQhAAAIQgAAEIAABCEAAAhCAAAQg8OgEZgI4yaJ6zVL9OT2oj2IryMbfv3M550lQJtHRW8u3J1e9tX7r9mqgI+v36nm1Sjin75Ik6KWMizxbymLtz1oSuTUJ2msap7SvlhNOSdfUP2lfxK8I4PSRUtBF4iRP+hZLQEv4VxPaqXj309NrNMFB3MsY5QRwlMdx/V8Zy9Sqbj+J6Zc0/rJNKuFtyoJ346Olb3Ft4epj1/SdyoznVK32WyWyrEsqorUWvPUav7XwbQlgbcemdtdKRrfKq8o6pq21fvUU399fo/gtc+llSgC3BHBMb0dBvL5o7ryUdk5Fh+M857Wa9fhyPiLGbdnnNKdk21wyPM6P1qxc/s4rAV3mv8ptXT98vYT1yNFbCeSzEqkjxx/Zpi+Aq0T3NxfA0/Uh77SEKfIa/oaka/THqgBu3Tvs7/z5gABOvMwa6/mlGp/dyBXANhCAAAQgAAEIQAACEIAABCAAAQhAAAIQgAAEIPCIBDYJ4PgYOYuj15AC/h3+J8JOEsCxRHT4PIoArqWtSOs1AbxMPpfhGhHAuvWoCG4lod/ffy8S2JIofQ7r/768vDz9+iOV7YzJ2vBA34rRm5QkFlmaBbCOR37W3xTAUbLKmEa5m4Sdbl8LYPnu9fdrHmPZNsnE9mefAI7zKwvjUk55fp61+E37mESbpmzz72aSPDdap2B7EtgmfKd57wjg17ewULb5POdk/CS08zWkJaD3CuCSLtYXAubrLadrNUmfEQG89vJDmdtzyWvPsy7ZW5eG7t38lGsrmYwArqhNydzPlwDWM8nv2kxVAV7DLaX1MoK9t0wl8POcbs273vyiBHQiYysCxPdN+EAAAhCAAAQgAAEIQAACEIAABCAAAQhAAAIQgMCXJrAQwHK2mtCUf0sitJZXMcEVHtxLGjQ44LQmcHYSPSnYS/puFaY6Gt7av1vXDG6t6eut89ta67ieLaPnp/ul0tS/Y8pUuEri9I8/fjz9y//zx/QQP+jaSdROpVwldZp9rK7fm8Yil+7WiG8+UBrTucCdJ3PNesJhH9k0pl8niTpPeCaJU8SUrpOrJV6Xx7IyWVLJlUwOJ1P/amKUfW99TMt+uZZwFtwNCVzK0S770UsLl9/Po7QpaZtKX9u1f6VvKmFkKF7DBi3BrDK6br81Vul8U9q3/pjC7rOv+u3MW7BCt3VN1+L2o+6S9sUAvVc1j50rE9RsatnYfYchN9pNSoc0fRrT9eT2aqnl2MBgFLsH2EsWO+27/b9gYHU9YGla7ilv5gUOPZy+uKD3r143/P5/1wTwssyzVH7weV0w4DQJAQhAAAIQgAAEIAABCEAAAhCAAAQgAAEIQAACH05gkwCO5YhzCU/xlCKxwiPlp9/yEP91XWR8dQFsxYUdRXveWsp5bZSTVP6dKwKntZVFAP/8lcv6inAX6ipNtAR3KD2sxlQEsE07xzViGwLY9kPKE+savCpfrCyQatGy9nMtjufJzWMCeCZbc1MtCazrCkv/peSyfHpic+Jgy2UbCazr5/bWDG4ljuV4ngBuJaTlWMpLBXAvjdxrv07a1gK4XhO5xa9OV8r5zNcrLjxt+tL29SwBXIt6r93PIIAtMwRw+25nk8B//ZWu4fl9MyXXey+Q9O63y6N9bwFsX94i+fvh//cVB4QABCAAAQhAAAIQgAAEIAABCEAAAhCAAAQgcDcCMwGsMkb+a0sB23KuSRKm/spDfHl0HxONUQKX9XRrIeet9esRmIuoVH449WMunttr65bWR0V0q0RzLc7qtYPlKK3zbiWFV5PBOV0oqvfXH6H086/nUAY6c48CPq3HG4/3lhK+8WddrzcMnq7lqwm6ei3XaayldHSwhFJm2q4b2xqPmdjKG3gCOJYIz6WI53zmYqZeV1cS5vrRstf6swhgTQ1OaefKdNqy0PG4pjS0PZamf73EcH9+thLAaU1fm/jV40TWjdRoXwSnI9eCtrdm8HKt5LKvnoOuBTzNm0b7rQRwSwCnMU2XoQomfZGgdT30Oba/6SZ4p2uk0+IdEsCzayqvzewFhHcngL3k73TxeC/mOAnmrQO2cXv52yFLCMia8vZT5p+3NrbX/+8rgO3fbeTvxonJ5hCAAAQgAAEIQAACEIAABCAAAQhAAAIQgAAEPjmB23/857z+pkqMIhDnUjPJx5JGfQ9LkIoIFiEnD/HforlbLjI4Kl57PJflmNPap5IArVO2a2My2o+WAJ7azcJLtmmtHdySu91y0k2RlZK2z+EUf/388fTjpzmjKIBfpzV7dZyiYMwu5H2DAJaWNdVrZVWrLGvNtX4xQEtA27Vn6wTflEjLpWl7yVt5mcAmkWuRdkQA63lYKTyt81yJ5JasrV86sFxSCegigNMcTS9IRNamfRkuy1C3lfZr4dsSwDLmdf+SAC7SS/oi+1oJv1cA2/O0pZF1bOaCOL+g4BrQ9TvoJQLYXHPhKlvtwJYS0PHeqGtP31MAbygr/QglgdPfj1D3IK8xrvekdD3sEcDHpK+dEIvS9A/2B793f7L32UcY4wfDRncgAAEIQAACEIAABCAAAQhAAAIQgAAEIAABCHx5Ard//49Uu1kTv/bhu31wLCJGpJtIDpVc8v1bfD6fHtL/93/9nkpBS+li+/HW0/VIqwiQtFg8okRiw+f9PayXO5X0bcscK2rTg/HnsF+VQK0iUlYAt5K+2l8v6awScyGUF+LXlE+O0dG3px8vL0EC355eQv3l0OPQ75KSWyZ65byW6z6uJYDngrWsJaslo0VmrQkQK45t6jNJeRU3ZUxUSugauWkgzTlFeSZjMz/PMr5aFtbOlrIWa53sreeUnE/NbTF+nYRuamuZpqyFrxWGmsa1x20ma6djltLddT9t4te2Ox8flc/Lq6lX4lm3XCSgw/BNSf/FabfTmrUAruV27xrfkhj2xm/1PhKuqXq839MNbPn5oITxcAJ4JPG7Qfz27l/effiq7+V2/DuUmC8vdizvH/6xzxO/E5/eQuR+Zz5ki7kAnr90Ef+MrL/f8CF95CAQgAAEIAABCEAAAhCAAAQgAAEIQAACEIDA/2XvXdQbx5EtXcmS7erpM/P+Tzmzu7KrKtOW7BMXLCAQBEjKl6q8LO6pTksEcVkAqPn4c0VQASrw9yswBcCAdRFoKXy5qjVTDrgI1W2qEEpByuX55aD5HJ2takjh9vR5Blz3upMQevqtAPgq4Fgfln8kAJ7B3wVkGtkIO8CkgvUO0ft78faW/mp+3g4Ay7UV2EmwZz3mYCyEiA7raxyW2cP5AgBvLccRAPZ+NNB2LE5I1LUI5xygqoPSHsjlfi7B6H4AbDoVh2YGnnoO4ZlzKOzmtAX4bKBJq4uO3w8BwDq/1ZiPPSQvWxTHL8JJo8/QVlmVQ/2YU9WvHwHgOM5fCwDr/KV9gVzadaFuwMQPCjH9OQA49n2dAO69/27dC957PruARy+QjELQ9+2Wccd7a57XGzv6YzmACwDW3+Ty23HjcFmcClABKkAFqAAVoAJUgApQASpABagAFaACVIAKUAEqQAV+EgXmAFhzeipMMiDoD5ZHkFENdAoo7bw8f396uggI9hDF/hDancBbjtstPTMYzDlTNRvxCDjD7TsDwLhmq3+jPL65z6grujwx9kVY6IXDUJzMpuPL4f7+wTSNcOZk7r6XwynFxH0NuW1jf1BOUOwQ6M5ctcu+z3OIzgFwCyutfQJojMBxFhnYl1oDWCNQO1orMbduBrgoH8HprA79Hq66pdN26bCdOoCLbIJyy94AnMFeae5qbQ+hmx0mt9DQcNybMzo6sgHKZV00F2BxECeAjBDQqBcvb3wEAN4CiHsjQM9CLb/L8bvYoAMHcLU5J1D6Rgfw1n1scX6va/cXcADbiyfyI3ItCcDlDihynbvfn3jfWmpNB7Dt8RLOgxD45t3IC6gAFaACVIAKUAEqQAWoABWgAlSAClABKkAFqAAVoAI/jQIGgPVBcQwBbQ+RCwCuACsQmgh9IgDW69QgrBD4KvmArZ4dAFjh6ihvblQ5AuAIlVq31nMB907SFgJ6LwDWvqzmBbaxeojimwCwOtQMNl0syq86f8/ns0FTb9P/lUyuqq74fZNDNoUorTmcSwWCLK1PM5CGPtccuAbtvd2l27bNyKx8BLajkM8YTwaDPQBsbuhZjuDRDhznw+xLRqib64ghpG0t48WHCl4bAIaj1ubG8uw2cOwT57WPADCAb/5XS2cArI570xSO0xIuukRCt43a6inguABgG49cB+e+7XPpaw7NPArB3IdzzkqNQo2PZqR9N5vv5YscfT0EwEWPXwAAY+ZfZHFfDAIrAnYAvHSoj0J3EwDbPTf8mG+9oLG+a3mWClABKkAFqAAVoAJUgApQASpABagAFaACVIAKUAEqQAV+VAWOf/63xprtHKcRvMxcmPHhcoOGmitYIPC3q4edLbl6AbCiUNl1i3NLJ60DyQiRGjjqHaqzOmcTBIfwEjBsJ08EPNW6R2GfR67hKeg+Xg4nMUvf35/d/QuWgT/KNHk7Hs5aj5dJkscIo81FehXIXmBxdIZh3hS6zFzBcXxtXYTywYXczjto1Pq7nL9lIsaOzz4MdpyzDHcBZ1Emunabo3Y567FcDAft4MQ1xfX5vOlQXNqt5vE6mbmIPQx5A/vjdelr2iGzO3/R9hJye05u73fvHkbdzUXcQre3veZ9yaHdM5j1+Zq3lffPXuf2bF/GvscytwKtIUDWPfXO0MBRv+EYtpy9e4Duljiz88Nc4JOVtsFMt3LIrr0kYmt2rwW8dA+p2ZEPuL1M0wPf/JJNP7pbQmDPIxy8Vf5uvX5yDuF4P4DU0QH8EWNgHVSAClABKkAFqAAVoAJUgApQASpABagAFaACVIAKUAEq8OMpYAB4zREYH/CvhZSMAFjdj8/iAH5+FlfrBABHOJpBwR4A3KReB8DNqYqcnw0O5JDR2SV8y3SOXL96/TpYBtRQuv1yeHg8CgAWcKoXKqPSoSGcbyGmAMC1vUHI4Kgn2o/hg28FwAC5Ph5XRfPM1nXzAQDYtV8DnftmI4PhfFUGwJ6/ug/PvAWAHWhjHZV1NajDpjG5iLVu3RJNx9G41gFwD5Adysa1e7rzvNAR4irgje7fWF7LzgAw5vytABijG70ggXWaX+6IirzXAUwAPHLKhrvndwqAdU1oPvm2RgiAR3cK3M90rzcAvO9eyVJUgApQASpABagAFaACVIAKUAEqQAWoABWgAlSAClABKvDzKrAKgM05WADBnVArsFx90PxSjcP+YL4DwPqFPMC/iOv0+Qpi2JySCn/dldjyl/Zu4pwHdemYfC0da26nsRMzO4IzEG4hkH2gDdh67mJASSyBZX0+2AyAAf7aA3roFPvZoMb9vbh/HyXjZYGD4Ivi/zSdKsjtQLA0HVy9ff9LrtlFGOOWnzea89p8+khH4D+W33ZaqwPY65o5gPv6tKS7lCPUACidOX7z1rwFAK9t6wyK67pBCOaga6wnh5HGuX6tt/VcHdjBEh3Hf20G/aJl22+Yp70A2OfC1x9yF2PdejsegjoD/+wg9n2R++EjnYV0HoWAjnMbxxz1/BQAvDbxN56bGlz/SQdwGMOmg/c7A8B1v0i/NCqBphLwe/QtAHj/JOb7+/4r95XE/WBf6dtLIaIA9t7WfN/eAq+gAlSAClABKkAFqAAVoAJUgApQASpABagAFaACVIAKUIEfUYHjX39MgvHWJKOS31T+VgAMl9FaCNvqbCxg4UlMXFfN5xhCrgIAQ7BRmNDoAvYcpU3evn24xOYhmyOsHAFgrVm/j/1C7uJtAIxcxz1wnY0th4DWNu9Od4d//cudoRhoBWwC5hQeZrAZwzn7w/++/Rie2sZW89h+LACeh4BdCQEtcKz2p4Adn985AL7KywTxOIlmo2MLAOOaqMcoZPQaAD6pa1j6O8onvAcA20jLyw9rADiOb/lCgZ9dg7Pxejh843fREZwBcCz3IwPgz74pEwCvh1C+NQR0t+YVAsu+v9pLRP1+Xw8BvX/WfxYAbL/N21kL9gvDklSAClABKkAFqAAVoAJUgApQASpABagAFaACVIAKUAEq8EMrUAFwdnxiVODA/q+DYAOVEprYIONLdgDD8evfP8t1Fsoz5dx8kZC0ejQnYXEmhu8dlgJs9jmAm+r7cjjm9nB9A7KtnTijWwAYZUc5T5FfWMv05xV0am5Xh5oPj/eHBzEcw80cdcnO39bvdUdcczY32Jpz/EY4s5UDWNvV3MQ+ljaetRygCDUNyInxReCK9RP1ieVs1SkAFxAUyyg0X+bDbVB2titneX3xfdU35e7MwLjuj/H7E4u+LcC0hbzG3jkuAL/pHVy22QndALWHdoajN447foeQ1U1DDxONegDY3YHttcT1sQxl3iuM/t3iAMZa6vdbrrff3+8BirM1Mfy+5N6ette9uDCv+cYUuK2ij3IQv7OeLai4tv/zGrpJ/1JYfw40H3AGwHvr2u7fvt+Pve3lcp/nAG55vy1nPOHvW6eI11EBKkAFqAAVoAJUgApQASpABagAFaACVIAKUAEqQAV+SgWOX/+UR+QB6I0e2iun1P8QAlr/jbAyKqNAz920QpE0DLT+pw/wCwBuQHOcizeC2lsAMFy+2WGLvmm9a07jCJrjeN4KgHsHs4bSjsDbAfBRINP5fD6c748Hw3EV1jhc1wOhT68I/VzoXIWDhV+MwJvPwzoAhiM6A+C82lEO38/AdK+dgAnp2BIAK6j1kg3INhgKJ7CeByxWAIzD6gyhomObWw7gNQC8BmsAgGcguK6zMk8ZTud+aT2LMNsJOmPssa7sBH6RXMwI6xxdkQC+MeRz1Onu6ABYDwsxHnIY/0wAeBR6etednADYZNoCi9uAdT0H8eZcqNNetv5F0sm/5dju348JgOse1fsg4e9blgavoQJUgApQASpABagAFaACVIAKUAEqQAWoABWgAlSACvzUCmwCYM1F6+FuPZerAoEIVSIIdtjoALg6h8XBq/llFWTGh/HN+amwsz3BXgPAcSZyDuClQ9HrbOGfFXgpBF46jbXcUYCYgfCaWzg/VR+Hmkb9s/bR5z5nrogqsPfh4XQ4nbVfrwKAVdwX/7eEQtZrxXNtVVyVpmvJAOr0s5cfH1sA2PXpQ1i7Fr2rO9buMPfFwoJ7f1r7s7DUMwAcYSxAd3TFLnMEt57oOYMgafi3AOBurAG+xvDPUXPohT4iDPVaSPQI5iNoHTnuUV8shxHn0NJtnJ63N45lFLIZQBj1LQFwW3cRAOcXC0brZbSOMnjLL18gx3WevyWwfZ8D+B8BwAUe25yk0MXTzZpPvNO5W6t7Zz3/OAC2e4ymEdDflLgW9lHPnxEAj/bn1jztXncsSAWoABWgAlSAClABKkAFqAAVoAJUgApQASpABagAFaACP4UCXQ5guEC70K8FADtgMqIxBMB40F6MrhUAv5Yn0/oQX5/faxsOipt+fxcAjm7eHsg6ANZjHsq2B8Dx+hjqGaMa5fptIxboLc09Pgq+NX2WABhlX++8XwDAedXdDQxsObSzz10AtRq6uwx05OyNoZtrP4LTOOZKBrjNbcR6EY5a9UeIYV0LbwXAFf5ao0HVlOt4tENzqOc6X8FRnPPyRtdvvF7HovmA4zGJCG1FZmA3hnrGGsz5hfcA4NiPHBI6O4KbW7iEzVbHvsyP96UtqgW4Hbww4H2+LRf2XgA8msNbvvtoAFzHWcDucL4JgOsUfVTIbv1d0TzVbf/92gAYkRXa/euWXcGyVIAKUAEqQAWoABWgAlSAClABKkAFqAAVoAJUgApQASrwsyuwAMA64BhKVnMvKrQ1l2GAvwAr0f3YOXwFKOk5MW7VQ2HJ05OgzAKB/SH2uWtvBmbjRPRO3Z6ANvCocHU5ffgOTmPz0K5GKV0S1lG46WW/x4BCy6mUD4+eS7lz8Ja8yqNF189JX2IRSjgMCC5gQN0Z+I05g0cA2FoMbkKAGDUC59zCWnTsLC6Q0Kh1cWgXV192AMcRjhy2gMDyOkEnRga0a25e9HPN0TsK3awwFlBY6x9BxmWo5rxOW0hy3VvZda2wKx4jSKznNQQ0DjiBe+0QSnzp9PY58vPa3xxqOo5t5qTM63L+uV+z63tu/2132+HZ3OxdrWUtT68vIevXXOiLXg72b3TIj/f1/rF+aMm9zuCNcu8FvHvnb+wCbiHyoc3t/QlvIr1B4M/L8TvqTMv7a7EhJA+63ZY/ajO9Yfy8hApQASpABagAFaACVIAKUAEqQAWoABWgAlSAClABKkAFvk8Fjn/+9+UVbqJnSbQYYZR3Wd2i8k9hRYBxyDuIz/lBvgI9PacRgq2MgUIBwN9eDs/Plwqc1HmrLlgASMjUh27uXcdrALjJ7M7ZGMK2h9YlpHLpZy7b6hkDYIDm3PetXMRa773k/L1/dEiqALi6CANAigA15tFt+qD/0RWnIbo1J+TcHQcg7OONeXe95pwLuGMLCQY5bF22ZSGIS87eCEjMAazAdAMAj4DvEnK3ENDRLds5j0O+5JGjdgaLY/szkLs3F/B82/ehm+vaFDnNLV+4VG4/rmebrwCA0VYOCa3fj4B8BMC3rP+1W9kMRmWn7F5mteXg3QsQF+29EQDPQmD7zabl7q77NIRIH+m2V4c1zd907gcEwLqG8GJEzh0ODW6HoT8WAK6/z2Gt3T7mN60YXkQFqAAVoAJUgApQASpABagAFaACVIAKUAEqQAWoABWgAj+QAscvvz+/nk9n6zLyuurfChEN4Ibn44A45ggu53uHnOb67cPHvgqEi2Uuz4fDt2/fQu5Yh78Aqdq2Q8o+x+yxQM0MwDQ48uiA8w7XGYAurLIPBT12cKLOWDa2k0Fvdj7OHMHn81Hcv6qv1GZpV10zAEW4b3M47jzuCHJjXmBc3/rfwlrjmtzWqO52fbRHj2DJ3TCc9AjMjQCwzbdoACdxDm3q66Ffm1rmfCr9Upd5gc25zQq4i2NX65qHUlag3Ma6NwTzzGGMdmYhpwELAXRuBcDQRd/MWOb33ecMBAAeQea61weAud8HDvXtnhGczHlP3gSANYTywIHbxtxq/zsB8Kj9bpwEwDf/9O2dP/99KvcKuZm3HPJ9+IbbYeiPA4Br7t8S9z/f628WnxdQASpABagAFaACVIAKUAEqQAWoABWgAlSAClABKkAFqMBPq8Dxjy/X15OEkjRXrfzPVZItKsjJLlI/X3L4hmfuyuFieOEZANZr4az89u35cHnqQbGGgraj1K1hovXIIHcLACMf7xIAa+hlgLHWNpzKmOFlTs8+928r5/1Drt89AFidr48S+vlchqoQ0BIji4sWulXnrAxUQ3xmIIr+AebW0M1Sj0LHGQBG/dlZ7GPocx9jLfi5fQA4OyPHTkl3SEYHsM/xrQD4VTR0h7ceCoDHwLk4nHcA4Ah/tc7PAMAdFC6wMANgjGnLAWy6lcWQ8/uiji0YtgaAvX773wVgrsKHP7LreLlPR1dNvvubAPAqfNwJoLsR/EwAeOd0ba2xrWpuAcD6Eg/uf5dL+X3Q3NXh2Nef90Hfrr2UA3xrvO85r03p+DQt/KoT/T2N8FoqQAWoABWgAlSAClABKkAFqAAVoAJUgApQASpABagAFfgpFLAcwACA0VWK0QFw6mfN54vcuXjQXo2Yk1imkvE35YiVikou4IvYgY8SBNmPkhM2E1iAmOQAburn3KoOA7OrUR2FDh4btNW/twDw6+ulXINwyePwypsAWC47n+8s/LM6kWsI7QLe4QL2Pkk+1gJ/vb8aJrofZ2wvQ/cMQcbz6rAYB9zfAP/rYKYBFA3hjT5v7QhzABsw0eubjgq9fR5aSOqxKxnQXTUUEFIK6VyPnLbR7bsX6GIMWne8ZuYcRrncfoS9ozyh0bWNXLsRxDcHrs+7j7XtpTXN90EwQKQ2zpxneM+8KnyO8PezwdRWSOjZGuwjFXgp7euWVlshmofO5i5X9mqC8Y384ys7am8I561NGc/XOvv9uVbFln5bzU/vMwXsImoDUn23F5H0pZFlCPrZfdL78XHgF+P6O3MA663zTl/ymUf435Kb56kAFaACVIAKUAEqQAWoABWgAlSAClABKkAFqAAVoAJU4BdR4Pj1z4Yw4PzsH6J7KGg9FABraGNNa1lYan0YrZ9HMCACYH143Rysmg/4Ku5NAawF8ioErA/WK3lpTk89FyFZ6dVwqkaO1Ng/gO0MgGNl3tc+xHQE4rHsHgD8228nA79a7akMC8wlO3R9rA2Ijhy8KBMBb3YAZ/g7cggrSEH9bwXAeRKmDuAEgBWEeh9vAMCy2MwJJyTEGJAcHw2AMZ5ZnuD4gsEIQCsYGkFe66vmMg05km8GwOqQrWNuNOhWGLflAH7LPXAG4DqQKot+Af7KPWCrzY8CwHtB9a8LgDET67Tx1jU3u08s5n0FAGMPuQu4798uAFz2j2+i99HUvwsAx3sEAfDWXYLnqQAVoAJUqJy7awAAIABJREFUgApQASpABagAFaACVIAKUAEqQAWoABWgAlSgA8B4sK4P0TUUNB6Q13zAmhMY4EqeQlue2/IwXUFmzgFq9YjrCvl9FQDj0BC3WtfTk5TQ5/jywP9FyPJdgXtazsM5A4KGXLZygUI3cyzGh/l2zcxxp8RVcHQh0K3cqQLuJVw2RWyct4LfWh76SLceHk9Wl+qgYTyt/xq6ufQ5g1zXwMeDcwCmHkq5AWLoGscfrxmFh47LP7ohoyMcbc+2SgTKY/3ilRqGu58frCeAnAa9+9zF/n1wHpd6IqAdwZ+cizc7eaPTeARyY53qygaIyc5PAGHTC1S6DF1DrPtcli2lTvpSAfIxz+pt8+p/5bnJDtzZPOW5xmftanQ76/cjJ/CeerFWYk7iO3GI2zaN0/4PA2Dv574RvQkAh6q32tmqf9rLT3cAo+XvBAAnIfSn56qh46/9/eRnBMDR/a+/GzyoABWgAlSAClABKkAFqAAVoAJUgApQASpABagAFaACVIAKbClQAXAEFWsAWB+8x+P1UEIkJwCMB/EKgPW4kyfXAMBggM/PrwaAr2ItVvirEBgAGNA4Ooa1HuQGRh8Q1tnOpZCuEdo6SN4PgBusG5Mig99lXGjb/+1zA2sI6Tux+57POrYCKwQKqxPYwhgn5/QMYADmxhzBewGw9iu6idcWRYSUI1dyvnYEgEcg2OemhOAOELjB0h40xTowr5jrDH1HIa8x5lsBsOqbITrGDACsn3OI8QiAfZ22daMAGBC0hrB9IwCOa8370Ydg3trwuL5d52sy9j8C4C3HbVwvsW+xfgLg+awQAE9IfHYAJwktH7B8J1kEuuNnBcDYQ3T/7rnDsQwVoAJUgApQASpABagAFaACVIAKUAEqQAWoABWgAlSAClgO4CyD5oOFiw+u3uhERQjoRRhXqSjmq411aBvqJNZrLBS0lpX/niSM5zcNBX3RTwKJLU9sn6sXUHVP2NYGgXurFMDx0ZLvRhB8tuHPQcwSUKA/ft3AIYcQvcU5fH8vztGSu9HdxB7uWNtEDmWtK4dr9vqby9fmpTqwxw7gtSWNuYlzFOd1Bj5jnXHOM3idua+X1zRH9TCHqmmBHLXeOvRynTzPcz7gir5errbW1sKzjlyuGgq7hmYOzuvafgHX0TGLemJf4CRecxujHas71Lsck3/TD7eNPZqN9zp3Vbu8N0darq0lnMuO5HhNXA8zUDyD9/3a39OTViaunb0hirdAdxzvLb2ZOoBrZIBJxIIQDn+1vS0n8C2dDfcbXJZf+Fmsk40Iyu+9fq37Wreu/6v8hozuB3uGjhzm87Lvyxv89hDRrd2TvDxl61N/G9/8xsAeNViGClABKkAFqAAVoAJUgApQASpABagAFaACVIAKUAEqQAV+FgUqAM4P0DUEdIa/OmiDRyEH8EiICJj0vNajR3ah6rNsrev56XD49lVDQWuI3TEAzhBxBF47MFhyOzrwbc7hDIA1ByTKRNdpe86+DAGNdtp4EgWpYalfDg/394f7Bxlncay5b60BTUHiHTSfgc2qfXCoIqxznIPsgu51137MHM2tX2ir9bNBqpHDDuB65jJente23BULQDYCcHnONZKyd/+lglpbX2WOzVEtFSlcxd/ZmQutZgAY+sQcvrgmwhyEbvb1vYR4M0etjjeHmr4FAHu9xX0eciCjHzU0eun0UtcGf+PerGO8ETCN3N6truX8Nkd/v95wzegFgxu71L08sBeYEQD7DCyA/Ab/3HKkfiYA9hu75tP2nNpvgcDfOwDW384WOYIAOP7W8W8qQAWoABWgAlSAClABKkAFqAAVoAJUgApQASpABagAFZgrYCGgDUoJocwO0K2wwTlMbwQI0UWs388gsAJgfYj/7S9xA0tIaAXAmtc3wlUFrldLFOywLZ8bDy87gLWUgsHeAWx5h+GyLSDRxwF45W7hDHtzqOeuDwUAa3Xns4Z/BvZtrlbUdyoOvgwvYgjhDB6tf+ooDtSqhmvWnMLlXHT8ljS0omPvrI3XoV6MBU7lOLa3AGC9vrbTadnA6R4AHN2mbU7CWpFxn+Q/zQ265syN44wgWPdBdQCnMNURCKNtQOYRoBw5myP8zW72NQhsKzeEjK7zk/Ipm84B8HudHiI6Or1nt4O2xluJvTlsY7moRwb8+wEwnO/rt+9RW2su9fnY+zO5n3FPxJJbcJoO4I3523AQr1/tZ/Wn4fI8JtVzKNy/lDRv5591AFcAjPD5Wwtuj2AsQwWoABWgAlSAClABKkAFqAAVoAJUgApQASpABagAFaACP70CNQdwdIbGEMFQIDtLY0heLZNBh5aHiziqmKEyAPBVUgl//Usftst/wn4y5B07AzWk9OwB/b4Q0B8FgLuw0AVqaN5fy/8qnxUGj0LTKgA2h2wBt1XvAvJGIUT70LoSTluvD4BQc9XqEedxDYqhfbsmQEUAYDCH7B7O9a+9MNC3H13I6Gu/13II6Fn/Na9w7PMI/KLm6LzN1wAur+X21TmK4PbvAcCuFUI2v9qGGYeNHjuL9wFg5Ozd2te38qfPBsCY21ko6vc6gEcvPPT3s/XfiE8BwB8c9nl0f273ofXx/eMOYN0b+lKLhYP2+2j8zZr3/vsGwDVdvL3wpBt+7Jj/6f9/KBwgFaACVIAKUAEqQAWoABWgAlSAClABKkAFqAAVoAJUgAq8SYHjX+IA1isNQCZHKeCHwqEIgHNo6C0Xnl6bc45WR2J50q0P8J++vR4ukr/VnLpHB7gI9fwiIan9M5yBDf4u3JSBStT8wQrOgrO4gp0UKhoqYkyvr95u+35pWcs5aRVK6lP7x8ezgV/tTgZUGMedjBVg0eBbce+OHMEjZy/gL8BHLIM+Z0AM+AnAe5UYqpj/DICj5ppb1z6XOcsvCkRgHMEX2jdd4hxqPSXX6cIxW/JAQ5s8xx5CWvXyOuP443xlIJwhEcazBo5Rn7raY45gzNdWCGi9PpbRPsRczlHTVm4Zkrvfh3fmdlbd2lptDuY2rpw/uakz2t9tb7eXOt7iqI1rr9+3fmYGRkfO6W4Dpg/LdbFWen5ubwjopoWHGY9j62qfrOvcg5uA+ieCX/QrA/Pp+zU7geSnh4AuHb9e/Dem3uvkvt6/tDS2Gm+/IPD3O4D9HuC/x3V97NT7baufV1EBKkAFqAAVoAJUgApQASpABagAFaACVIAKUAEqQAWowM+mwPH3/zy96oPmGCYWYC+CHwBcFWCUGzhCqAxl4AbGtRGavADoypeay/Hr128GBTMAzk5fBcMV7hZqFOEwJmpWZgsAt4l+GwBW6PvwcG8A2B3NXmPWRgGwHgoERwA4h+61uSrgD/VlBzFy4ubF2kBsA1dqFn6+OISOYaUXIEgd3QUAjxzGmFNAixkAbtC2BzJwtqLPGewuN57nEIYzLkL0VoePU4HKKISy9blAvFgG1y/gsQDg7JSfhW7OuYczAI5OxdgP9BcASF9asHkuzkYYHO/kBYkRtASgRp06vPxiR15TESxvAeDlPCzzxra919yYbW9iH4xqWoLhLUD6awLgCCU/IIZymIofFQDr+0F40Uhf1KhO+bqAfiwArN3u1j4B8PiGwW+pABWgAlSAClABKkAFqAAVoAJUgApQASpABagAFaACVGCowPHL78+vCn0QAtbAkTmPHJ4BGloKXoFRcFV5bkJ3WeEalM8tZTerl9drLeCzX19CJD99ezbQeDzey7cKuWK4YO2PgtL2MH8eArrvxbSfEwfwa8k5DBCJ2mLbsQV1KFeHa8n9q+GfcZxEzpcwlugANt1C6NLaVsjzC90zvMO4IsCNEAfO4ziXtW24r0sO6DiPGQQ5VClzvdMBXPtW18gACFYHeMsH7OuhOXuRfxew1fsBbQsgLWGw+7G3cMnoe3QFIoRzhMOj85iPkXM3zlVcD1mrDJNHuYaxDrxfZR9ChxLeVofu+bSbXhE2z3IAj17giPt16tBPltxYD8aL/uSXHPI9xdeXX7XHAYyyaxB4GmK53/6bn2YO4OH3BcrH/WJO9niv+lQHsK75jwW/6P+PCoDVaaxrQdMOGAgu7+208fxIANiXKx3Am9uWBagAFaACVIAKUAEqQAWoABWgAlSAClABKkAFqAAVoAJUYKLA8Y8v156w1gfPTmoU/PmhkPiyCwBnx+EMACsEK5zkoK5ShS2X55fDN4HAh1cJAS1w9k7JqRzRyTsK2zkDvLMQn1sO4BkAho4AwT2A1vzFR3H+nsylGw8dhrLm2E+D69fnAvREYdEgg2DXxfP8jo5ReN485uzOjm5M7aZCRThbZ9pm0Kx9yf3CiwMZOrd+N1hbITQguSyEOMQZAIZTFw4/hOiOuqJfdZzqmA6APbt+c97QeN2Wc7euhzTfea5GoaiH81mc2DMA3MDf+wBwbHu0vvKLBii/FwDPgPJbAHDf1141AuAP+m0rAPtHBsD+O+EQGI7gHw0A630ivnTAENAftL5ZDRWgAlSAClABKkAFqAAVoAJUgApQASpABagAFaACVOAXU+D4539762kDae7Q1aNBYAeYCudOdw45p06+4uj1h/JaUQKi8s3z5bk6jdVFqI5ZLfr8dD18/SZOX73m7iwl3dVlfZF/AdP84f5J4N48T+PRYjC3IwMovRZlIri0fod6USaW91oRItrr0ebu70Ub7638pwC3z6+s6YirziH3soFJGWYHM0XrGYwbrdUZ8NayeXz4zufIa0OZLeA8aieC5Vhnht4vLxcL8Y1Q1RF4xH7EOmJfTdm6bN2V7uebcx3aRNfwyEmM77KWMReynsOay6Gke1dyCymN+vbkFrbxpI2UQRDqiw5l7Kt8bd829s2LvWiw5QReWz8+HyXXqi5i1dzcyggpPl8/C7Co95FwHYa/nP9+74zWfPxuK2Q01lTn9O5vTfMmBjl4c+hyFyXcj0qEgVml0/7uzfeLN2imDYxfHKlv3oyu29t22XNbc7J2fnafqft3z4SWwnABe65ujLvc/zuHdnNQ5wgT7xnLW66N9xm8Q2L7IuSr79f33sX6lt7wGipABagAFaACVIAKUAEqQAWoABWgAlSAClABKkAFqAAV+FkUOP71hzyCL9Sld5OWEM0Jriq0A9DMsLADfTW8MB7E9w+u76TNy/ViOipM1ofe8o8B0BeBS1//ejk8P8t5AcB3AkGvA8jrkEwBcQ9r9XMHiq3P/ZRV4HQjAL5KomJrV8Nfa58K7FFNTufzQf6fuZZ1fH64oyuC58LO7GyJ8Nudj/OgmkQAnGHq0u3bBmoO4wAWR2VHfEUv2QOAI0SzsQxcsA3sOcgzgCgA2N3d7m7WPsCJPAPAaAv9jQAYM2t11ZDSfbjq7ACOIaFtlsK1o819KwDeC37R1ixncA/HexgaAfDIYezfNd19X/Qu7Jj7e+umFvd7fG3kswFw7NcWoN7DC7G+8wsLW+PvQjyXwgTA7wOSHwmA/XcALmC598kifQUg/0EAMH4HZ7psrf/NNcwCVIAKUAEqQAWoABWgAlSAClABKkAFqAAVoAJUgApQASrwSyhQAbA+cNbQmXrYQ2gBqwA+7gB2d6uf712p1RUYnJha2OqBi1jhXzHGWR7fykfdmeh1KgH2B/jPT4fD169Pgq+k0VKJgabiqAPgjc5c61vpZHYFZyfwyN2L8caZX3MXuxiak1jBo4Bs6f75LM5W+RfjRl01BLRooAAY53WsPeTrHcC1/lIoQl3k/cWc4d/qlpYQ265nc8i6Rg5tRg5c9HcWEnrUPpy3GEeEuaOXC2K+YvQ5v0wwchMDFOs1ZWjyV+/+zgAY43EQ1Mpm13DOB5yBagT4Wmd2Ak813iCSuV70N4Nfb9P3Sj/PDcDl9Ys64vd1bWAz6joIdXZrP708MALA1ams67i4/nE/iHWhjbq+LJdx7xz2teolWtO9g3ULgO0BwH39sZfzv63eQY7f4RWh3BAQh4um/d1y4W45f+tC+nUcwHVtyc/YVeFvyRVua34BgL301nratzreXio7gPUlmpDifvEizj/d37ePlFdSASpABagAFaACVIAKUAEqQAWoABWgAlSAClABKkAFqMDfqUANAa3wN0IsBcD1gXpx3zZgKFi2hH92R+dLF1pW7ZyaIxeOT6ungFvkzD0WGNcciBpCGbla7w7Xy1FyAUsuR7UEy1EdvVqP5q0tFsSTUNc3gdugcobDeQJWIXABwHen18O95P49Cek1UAkgVpijAmAL/VwAcElt3DVVQ5iWENEG0EWBUfhcOFhzqOJY1mCtueAaBIpOV8yndiKDyB6QRjDn9cX2rZ8WCrgNR6cHTsvsZot9HI3N+9PgYHRsmrayBNbCHuu5nEt5LwC+ZfNFCPzZAHiUUxcOYMxfD3rziwU9CIz1zaBSXjf6YgPWaIxYnUHzxwDgMbjcAmAjoJpfsrDb0YSLzuafAHiszNZ8bO2nj3YA29zqPVZuQHYPsvuf7ZDQlfYiyHv7vzW+rfMxH7muMfsvZC1Yu3du1c3zVIAKUAEqQAWoABWgAlSAClABKkAFqAAVoAJUgApQASrw6ypw/PL7sz0ej+F8Y67QCrYk1y7CHet5DwXtIMVyLipALjriobZC4Ap8M3BBbkwBqM2BWOCiuLXUDSwpgg9P8j8K7zQsNA51Dr7Id+4gbDl8R9Oo8LaCuuiElXZPIT9wBniaWzgeMfSzfq+f9fBw0C+H+8fj4V7cv3h4bzBUoW9pU85Y+WU7rRVVsIFLpwCn4gTM12UwkEMcd2GjQ7xenZsGVz0ksx6xvPcIzuYQUlqhSg3F3SgF1sIWAF6DLQtIHUgeXMc19HhoyNdCD6RdaM9PPR7fOG9wzGeb1xLmMTqD3weAZ7p7yxnkR3e+rzvo30A5+mx7sswrpMoAObuJvc086j43dDw7A6gzoNdnGm/uX9QZIbLvEz9zKwDrndOtjlm4570guNNm5M7tHKZNqakDuIaOn4RQ3uvwXU5Z/82Wk7guGiWPN1LxtE63ujI6/xkAWNu5Xkquars3zMNUfw8AODrhLQ1COG5d/2+ZA15DBagAFaACVIAKUAEqQAWoABWgAlSAClABKkAFqAAVoAI/nwLHP75c7an/KLwsoFEcNhy7Hva3AWAtW9MtClhtoZ/lamnhbFCqD9er9cYcpK+v4vgtDEK9r+oafpLuXSXeb0kXbF3ZAsAKfXMo6EWOVelghmxad/vuBgB8ejn89tud5ABWQRSkaEXiki5wUuvNABiaRvDqDmEZrwgmXmIrckT468Rm9gJgm9sWL7nU6RA4OrSXTtxrzYsbIWtrt4UillS+9aigL0DIDGGRKzhCvhkAjmGHFQBDkwhAR45fDVm+rBNgsQHgOOe3AOC69pPLuoJGhNkO5DDmpbZNEdbbGuhZd9R+LADeC0Rnt8IPAcAyz6gnw7stYLcFgNu+87/2jncTAE8E+WEA8GxCN77fmo+taj8HAMtLP5oL2F5YKb87eOEodei9/d8a39Z53HNG7l9fn7eFQN9qj+epABWgAlSAClABKkAFqAAVoAJUgApQASpABagAFaACVODXUKACYB3u6GG4u28d3HrI4OIMTQ5NcygWRy3AYqxPAeilUNyccxTl9WG31nMU+AlX6dPl5fAsJuWr/Kf5gN21G0J4Rhdv6WcEbQqCowvYxmFP2zEOdynPHMCL8M/FuReXh7q2Hh7VFS1QWSiu6VTKoaenBFwr6S6gUEHRi1yzBKxSp4ZX1pDSSfPYhww743xeLhfjjXFe4ASO4+7n30NyQy9AVjjFdV2MXJUx7HMEzOgPXhxA30dOT5RBLmEt6+XivI/75mW1cAPUuU2F8zlEdBzraOtnB3AMtzxyIM+cwq2dvpX8csRdyYeNKYcDOOfSRWjb3B/UvuYAbmVyXuH2sgbaW/YvUP8wlBlQy6C1ejLLH36+vJShe9MAvlc8WtujOfI11p/J7eZ9PnI9j9bm1EGcclAv+jUBj7g/TAHk3+0Angm68f17AepnAWDs/+fn60Hvf/qbMurre/v/RtnqZe2lE1/7th7l/hRfDIpt/NP9fe94eT0VoAJUgApQASpABagAFaACVIAKUAEqQAWoABWgAlSACvw9CtQcwPnBcnNeOnzTkMdaxtim/eshdvVAiN7XGAO49B/1GrbNTtRCX1AGoaQBgLUt4b+HpyeBwPLfq8CULQC8cPpOCA+ctZB5CwBXAAhrc52f4+G3f3l47KOGlTZ43cKpXhVKSx9uBcAaAtsPB7EK0CPkWziAy2Qo2ATcBVC4XATOh7my70so6AyAq1zFbZvdv22dABpiDSzdalgbkKquhbROYqhmLRthWwOYemIMbmOe45FDOQJl60sIzT3KpRzhLfquLnS71HIdF1Bja9/DLcd68vVjQNxv8C0AvOWsjW5zrbn1wSd+FAIaPYgvZKCdXB5lZ9/nOe5Ht3Ta/lMAOPdrDwCO1ywAMwFwlvSmz58NgC/P8tshaQS+dwCMdUUAfNPyYWEqQAWoABWgAlSAClABKkAFqAAVoAJUgApQASpABagAFZgocPzrj/UgqAa4NI+uOFQ1BK87c1v42hiiV9swGFwcq/o5gmU4iaMz1OFcy4+rTscYZlrDIj8/vR6+fZXw0C8KgMcjAdD1cLktbKZcMbwAIaKtzyFPsOf0bXDT4CTOV/ev5i32Ns7nB3P/6kfXRc5pJwXEmhal9QxcERp25OhSJ7AC43isOb8qgC/xl1sOZte25e31sKg2LwnCNuia2/VevChYlrrgAEbf8vzHOa9hfMN8YL5nTs01h2YDxe7ebm5kHxN0aH0rLmFbs+rQXi6F/MJALAHQq2PX/6JuGQIrIM5w2PvUA2LUgevz7uvc6xZifRwqugHj5aBiTtERoO5VaDm4bZ5LmPbYbnQdL0Fyqw1jwty2F0SWutc3EsKp7LK9xQG819mLOtfAb+6tXpPHNBrRW77LL6Is6nivE/gNeX1vGcdnO1LfC4j1/ZvnJ88j3/e13zd5HG09pdj7t4izVrZEoIgpEDbXwqC+z9b/o4bLeqgAFaACVIAKUAEqQAWoABWgAlSAClABKkAFqAAVoAJU4O9VoAPAo1CrDoDVAazQzSFgBGkAehH2KbRFzlsMJ4NDB7UOn2IdIwCs0aX//EMBsPi4dgLg2l4JwZpdmTlHcJQdYaNjGXXy6gN6r0ddve4IfXx8dMevnD+dFB4XSK7QsMDo6MitDksZkx7xAT4g04vUMcoZPHvYPwLAGazX+SkOYbQNnUYAJAK5DOPyuQj34bgFsI1zH/9GOe3LXtjn1zfgG18m8HqWOTO9nX0AGA5qrQtrxtZqTW7cXMBxzXwkAEa93n6/TyL0dhirIc7bmM0tnuD+NZzPtxczq4cXMGYAOJaJa0ft1DE8tlb1VgCc98NsPke3yL0A+L231/XXZW6vfRP6EQCviroHgKoL2HICd5P3zwJg/y3Bb18Z4htg/Z7x374qeQUVoAJUgApQASpABagAFaACVIAKUAEqQAWoABWgAlSACvzoCnQ5gHUwCoAElwnE0ZyJ6hh196c6qDw3odrhmmtwy5kaQ9ueNFmuHIC/gFnRBRWBpLavnFT78PXrqzmBW/vu7sxgahECujiAcy7gCIRxLk5mzvlqn23cDoD1Ab5CxcfHe7tMcYL27Wx/KHBwB7CesT6WkMsYPxzAsc0aBrSwiZGjdaT3WrkRHI66of0IY72PfiY6JeEGj9ePwCCua47dNsrRSwazMeXNNV5rLS8wtI3XdetpEKI8t5EBMBy5eV3lHMI25pAzOULQGAIa5UYO4FG511d/U8BevCjACOPMADg6kJsz20cYncX9mFu+Uf0euYZHDuAY9h11ZCB6m7O2D0+tdTa3MZzoS6Cf56yt1zaWvY7dW/ob98WoD2/5rgLgcn9d1PG9AuDSL1mSn3q81wGM36/rtb004h3+5wCw3yfkhSH5PbQXJj5Zw0+dIFZOBagAFaACVIAKUAEqQAWoABWgAlSAClABKkAFqAAVoALfpQLH//m/X18VLp3PZ+tgdQCqjVeOBt0si6+FgDYHbDneAoD1UoAm/TvmII1tAgBb+efD4a+/ruqHtJZbmNsWPjpDW3OHYhzS7xzqOc5IdgSPAPCdQV84gF8l9PO59h0A2Bi3AOBXSV5s8EJAuoaEzm5XdTX7WJfrAkAgg91emzZu/X7NyWv1BOevzmF0kqJvZmSuuYKX/Rs5evcCYJSL4aibi3gpwgj8RNdxW4DzEK2AtNl93s973/YaAM55dk335L7F2nwrANY82XWclmd7CYAb3FV3cB/WW/sIh77P13J99d8EAKwvXEiub6wnrDfsT3O665qVxa5gbbvu9barG76EnXbtQMN+YgBcQ8mH++tHAuA3OEm3Vsni/A8EgLEPLCJDzUP/zwJg3Uq6nwh/b155vIAKUAEqQAWoABWgAlSAClABKkAFqAAVoAJUgApQASpABXYocPzv7xdDRCOQ6+F1M5xzALsn9CScvugHHMD6eQZ/HEbqf36VhkM+SB80hOdff14qoLoTsBr7MQr96zUU17FWEI6FU1jbDLGtFRaPDnfsiXvrLND8XgM1a7nSFw3dDJe0ltKw0eakzvknG7DNcDI6L6tGFVp4jxBSGjpmkApACNgaoWYu24dk3l4xCIWcQ+7iyghpR2Gd0efcp+V6cv27/gUHr4J9WyI2H/MjQuDRGrG56eoVIBqcvFgns9zJ1sfi9o7gFi8ozHIMj/L0oq44GjhE80sSbf+00rHOCKCRB9jkSm8cvAhgHuX4jfMb9+3ohYU1ELzmsI1gDqPI/cu5gmf3nexYxx7AGpqtkOFLBaHwlsP5JggewK8kSve9PHgBxBKK47jFAfyZ4HfSj88GmO91APue8jQGBoAtFrTthKJ//yINZG/rbPw7sHrT2TiJMO10/75HRV5LBagAFaACVIAKUAEqQAWoABWgAlSAClAHESmtAAAgAElEQVQBKkAFqAAVoAJrChz//O9KglC5MgMXPJDPAHAEBOO1l+tlke83Q2CEuIXTUDvuAFgf4B8PX/96Pmg9Ck9mALgBHX/AD4CdgW52+GrZmPt3FQALaHl4UBftRfL+KvwVyGvNtRDVhhXUjSl9ze5f71cfeheTBNcvQIW6h618yt0by2PMCNGrYAEhqGfXwQlnYYML+I7QbAbuZlAX/Zmtl7gI94WBngNg1aY6u0te6tr+IMyzahCdx7GvbwHAOXyz5v+dgerZ5psB4GV5ON7HwCru3o8AwGgfkQBi2Omm2zhEuK/rfgS3AODY/7i+Y41/JwAewd08nrcBYM/dbLeIEIrYAgbojePdADhCyw+KL/yDA2C8bHBRh/t3AoBLRoTZLYLfUwEqQAWoABWgAlSAClABKkAFqAAVoAJUgApQASpABagAFXizAgKABV1VaLPP3ZudvQqJIjAysFFIiQFNDdxcHLWe99AdsTOYHCGPGuU896yEp71cDk9PV/sbABgjX4LfAhBLCOiYA3UN9I7AcFVXHHzazt1JQ2YrR7gc7u/OlgvYx6w5i0tsZ/ms8BYG1QyBoUcGWgpmXZcCjksFI8fsmjsOIaY9X3FzIEdXcQXHBTLHOVlzRsbcviMgF+c11tnmCvmRVbPeye1lGsAagVUHuqgNf6hevpCjE7eWSi7qWbmoM66NDl/k2Y07LubuhXt4zTGs134EAI45gGO/ovvX1CwbvIWw7l2N0V0cX8qIzmBFlW3+5gD4VkC6BYznzv7+njdyAGuJvYA29ju+5JDX963j63pZHcA9AF60V+4zdi0dwP1Ep0+zFwLyRQhZ/nz5HgCwRIqQ30EFwDX6+Rvd23vHvyoiT1IBKkAFqAAVoAJUgApQASpABagAFaACVIAKUAEqQAWowE+nwPGPL69idi1AqAAKDa6rcKkCwkGcT83hO3r43EMj10vrAsiDozACYuMcM0es5UHV3I0O9y6SW1chsALSZbjYgWN5AwBjRuH4nQFg+170OYlb9nx/J85fhZjXw9mAtsJHr+kiruAGT48SEtpPVABujuH2Oa+omKPS3anNKbzlxo51wSFreZsL4IXO9m+xjgIOQ/8+JHQLxR1BWnQKz3ZEBHf2EkCXg7hdBYd2PzaH1rGf+nf8LgNgB8n9CwwxtHPTtbWdQfEoxy/6AF22AHDWI/YB5+K6reG6A6SNdWiIZj1uDQHtc93gr9fR8urihY1R3XGdAODDaZzdzxmIZvg8Wx/4Pq8rm+fSzZHb/BYHMDTY6kNsE9eMIhrkcrfUb31YAcA+1rLXCYDrlH1ECGjfw16l/n54GPt/JgS03z/8d4oAeM/OZBkqQAWoABWgAlSAClABKkAFqAAVoAJUgApQASpABagAFXiLAscv/3GyGgGggopR6OBZrtAIZTIAHoEmhBxGhzMsjK5RLavnr9JNrVsjeD49PZsDVMtdPZ5ncFT2OR01dDSO6rq0kMfNqYvxRwGPR7H42iEtKIAuNOok7t+Hh5OAX81LLHBVqtJ+2GcprXBBXcD+gN8dwFdxnakO6vo6nU9W3wJsiNU5fw9IAD2iKxcu3Oq2LeNcuHgDTMI5B+oO+EeAUkcdIbZ+9nzGruWaO9i1XAJ9B+DFjRzcpA3EaMUxfnBzcOc+9iGgozMVrvLQV32BIISAtjFjHOXcCOpqWOfZMdMMUH10XW4jg9NrIazLHL1NkxwiGYC0c7eHnLIZAJ/KyxTD/k1iNaOODuDXdTB3Ak+1Szlvtx3AfU23OnAnw6qVvsUhjDXue2Ey0i1HZ3L2bukwXYzDybwhh/CN/Vw0t3X9Vsc3HM4fmWPYXcASt0F+RFoI+dkEbnUc57dCbLf7SMznvTf8Mx2+e+eB5agAFaACVIAKUAEqQAWoABWgAlSAClABKkAFqAAVoAJUICpw/M//ezZaADBmIBhxi0vJ7IZTkIkw0Aj/vAf8jgBidvnFELTavLflYBWw8PL8YkDYgOnG8/uPAsDXYjl9fDwf7sUB3B77O2xUAKw9VJD3Up1+yjQ9h7GNReCvlnWAqTo7nDSgOAHAcAD7/LSpc00ASVWLDGdL4QEA1loMAA9CQ49CIGv5UQjq0VbK7k39XNPyam7iRLoaiNFFGGGn1z7KUD0CwL2jvAfAGC/6m52/+j2crTbW4Jxdg7q2b0LOYYSKxn7qNpo5/zBHS+X2AGBclcNHd+1sAGCUvSW0cg5xPWp/BmZnDuHWj16LLcC7dT4rSwC8cYPcArhbN9it60c3ifjd3wiA0ez1ohBYafAyYsRWd5fnbwPA+jtpOe536kYAfPuM8AoqQAWoABWgAlSAClABKkAFqAAVoAJUgApQASpABagAFZDH0P/5f+4AdlduCdU8AsACKBVGIoTzFkCqIFfz9UrdCmI83G0MadymAK5RDS2NA/mC9Zw6f3Fokedn/yLyA2tTkwaHIwLH9ziAFQDfyUP7x9/uD/cP0kbpz7GEyrZQz/q19hWhXLUf14v1JrptAQpjaGb0O+oK6KsuuAx/4RYGoJwB4HpdyI87mrtYH6BmdBNnMBzPQe7orm3fhckYQY8ygcpEZPV1oalnGxQ5gOMLBRbiVer39eVr7FRCX+saiCGgMwAehRLHurkFANt6HBBruH/zHMbxqeMYuo9cwLHeWTlfZ/2e0k8trLmfsxc80j6Zal1geAwZ/ncB4PhyyMx1vuXg3QLAs3Hje9S/F3DX+rYA3xZY3erYR51/bz+3rp8urH3O2490AKMr+vuhL1xs7e11ibfAb22tLQnZd/abFsL6f9Q0sh4qQAWoABWgAlSAClABKkAFqAAVoAJUgApQASpABagAFaACUYHjX3+U7JPFfOmf3FmK8M0AqxEAZxl7B6aDXqujAGD92wFwC4k5CgUNZ7E+KDenlBzGdctlBoPl74sAYMstHLy4VlZCIWeXKfp6OwDWMSgU17Zexfl7OvzrXx4auqRmtfMGPs1NpgBYwEJw1h4L0J7ltI3QVLXqQJ/WW2CBa9dUj+5f/7bPaYmS2c2dHWXRsQsInJ3aPgfeeHSDj0DyrH67WAHtApCi3/35HGY5XzfOHYz++ZwAANs6RP9D+zEsc14zs3zAbQbGf20BYLzo4I52PzonuM7kgFqO1vQ4B3brV++m15zZaO92ABxHu9VuXifx2i0H7whgz14a8XbWZ4QAeGPFbgHcLVC9df2s+a16697Y2nG3n9ffEgsDXV4Yiutrf21rAHgcPl7vxWfJAf8ZUHt/v1mSClABKkAFqAAVoAJUgApQASpABagAFaACVIAKUAEqQAV+BQUSAG65aQ1GBugXQSXy3kaBlgDYaRNApQNKdxhrjmE9FPLq0UPQAlQHIY8jCH56ejlcLhdzABtLe/W6GpRU17H2QZ27c7fZ0ZzPCl7DQ/saNrmEWFYHqfz38HA+PDx6OzjuFPgCdgtZsHys+pBf2lSArQ7heHROytI2ziM3r3/2/ke3GADtqD58V8GpOrZ12AXQRHAb3ZTZZZlhWwZsGQTXdovGDQCPIYiC2wiO0R5c4r4geidwDK2M9dKJWvSqDnbTrQ+5jBDL2ckM0JvDN6/B4W7+09raevkA4ZRnDvro7h3B0pjvd6lBc9d3a8TWb3jxohCoPeFlMf9b41r2de70j33bAsJ5jDNAvNTCv9ka415AnPdBfHFi1vae76ftvxWs1pvJPoftZijiLVC7t59b9UzE+gxYqntPUwhcNaxECb0/euml79Iex+88b7jd0eWn46TRMPZUtWfxsAwVoAJUgApQASpABagAFaACVIAKUAEqQAWoABWgAlSAClCB2fP1P//bWzKjczcCx88AwAZJ5Wl4hDRoH0DQeHFhGe6e9JFoHsdvT0+HC565v7oztx3+lF3DNq8duwCwBHVWAPYoAPh8vq8P8N2V2ztj1eF8tDyPJez1AAAj9y5CPKN/6grtQhUXJ3EXilnay7Bdr88aAnTmsrFcvqY/N1YNDtYpwKxEawlDfD1hMgt4Fys19IDje+QU3nLpZYd1BsARZEYIX7VXW3k5HLx7P9deHsgKjcKNL3Meb63HBu6Qlzi6v9cdr2VthBzU2kcLmR2aRb7uLThq16bujpzSvv6CGtJ+zG09grZN617FWxy98eWF2R7fGiMB8IaFegvc/oAA2PeEuIAvJYqE5mE/tpeRxmtpD7Ut95C4/0qodV1n5zPh7+qPMU9SASpABagAFaACVIAKUAEqQAWoABWgAlSAClABKkAFqMCHKXD844vnAMZRwz5LKGV7UF4oiz4gP51Aedyl25/3z+37Bo/cBbx0AKOsAqkYbjp+705Y712ENcgD/PXZc+weFgDYv74rD/YR1jortw6AtbT0XR7oK9DVENDeD3+Q38A0cs+6uxWhrfX8nQSpjkd04ka9rCXRKeeqBRzdAqCoy9xtAjbwGdejDxHcRtfbDOjOHMG5POpfcwBXAJzyz6pO0HMJ9UR7yeULoJgdvHVchXCivznvrtY7ct+uAcK9EDiGl47gGX1Du1UjxGIuX4zGhO8AgdF/X9PYaxnQLgFwC0mdAVasI4SjVvitrvpKjHsnqY81uomxJ8Iq/4EAcL4fLO4P4eWTeI4O4KLGDwqAtfeX5xdJJ1ByyZffu7kT+EYAnO5x+tt5Ou90ZW8tSp6nAlSAClABKkAFqAAVoAJUgApQASpABagAFaACVIAKUAEqsKHAFAAjNKZe707VBmKR91bPjcChO1Zby/a3/mdgyYFqBIsRAOtVcCh6De3Be+fWU6AnVf33r29erADgpWMT18/yMq6FgNaKBXZLkfv7s4V0rg5f4V69M3kc8lYBcBfyWN1mMUdwGNReABxDOCuoy58VIkcQugo5Q/tbUHcEvWbgeATc9wJgOM+93+1lg5wXOK5tgM4RAB7B36oZ8kwHgIw1j/rX2o0hpO26FHo6tp3rW8szPAPdcczLtX47APaN6fm+oxu/zWsDxb7f7X9rN4ZrawCAM9iPa7bVG0c3/vujQ0BvtTgDvQTARbkfGADr74elEdDIBJ8MgM/3GhVia7XxPBWgAlSAClABKkAFqAAVoAJUgApQASpABagAFaACVIAKUIGPUWABgGO1DnKTA7Dkyo05Ww1yyffR+dogEZzCXvPLKxy7HiYZh+Zj1Hy3ejiT83MAUxEE6/daRNv989vFczmW8neHPkcv6p+FrsV5OIHx+dX6qfD3VZzPGvpZwlWbE7W5VaPDd+GsLbohZHKerhr+WQAKQjxrHXAAxzDEOF+d0cFBCrCGMMGApzkEdAZ1M2cvcja/Jpeqz0uAgevpLutws3M59s/mMYS51s85pLbr1ENIdA0m1ajxomxZYtcS4rkb98CJOwPaOcR0WzeyR6Qj0dk9cwHb+MoLAFHPvDZ83SfneIjhPAPSGI7to5LbtO0h3xeoN8Lj/J3KjZzJcCC3fbEBf0eDCd/FYY3CL+d1uVHdIkT1Vvn3nq993gKfO0Mnz1660Pmz/fFW0+je/m2FyH9zB1zpFAF/If978+FO9Sstrb38ouZfdQBHAFz3dR33jNpu3ABDGGjNdW/54N8AgN8zvveudV5PBagAFaACVIAKUAEqQAWoABWgAlSAClABKkAFqAAVoAI/rgJDANzngm1u3gh6Y1hmZcIGcOXLmvs2hU7Vax1SuqPzKpGnIwB2gFzcxgKw1JGFh98WHjqF1HS34uEgUTwP374+CdgqOVsDAFao+1qA9RYAXpIJfcDv7t/HxwdrCw/w7e8yPo2KDajZ1RH6C6iadTU9gsNVr68AeCVMcATtOWdq7ksOabrmaIwg9YrQ36EfEQCDG23lbM0AWMc46mMLHd7nVB5plgGw19nPYAZ1o9DaGYJartyyXmJ/AKEVvLaQyt4evsvO47yecphoPZ8dvFoG38Xya7eXCIPfAoBHeYttHRZBYx7irPPIjTvrK+Yn14vyixcoVNsd8HNr/X30rZkA+DZFCYA1969Gj7hNt9G+GNWwBrjf1iKvogJUgApQASpABagAFaACVIAKUAEqQAWoABWgAlSAClCBn0GB45ffn8XsCbfZiLj0Dl4MGhBU/3UA3BzA+rA7OjmR37cPMdu7Ov16hJtu/XAo2QBzE708UZd/vn29WB/0WDgcBcRGsIbrc7kOEGvO3xJ++O50Ojw8nDrgq3VUCFxIqLvIIoUsoaUDoRrll3x9VecztOj1hzPNnME1RO84hHTUexQ+OLcdy1fAaTDb504BcM6BG6F/MWtLv9qMjJy4I6dxBMCxba0phwqOmwyu6WxO1j6MALB/5+Gw46FO7hF8HQFgn2t175V90M2xA2Drd/l+FAI6rsuRA3gEh9HfDJzzTee9AHhRX3pxA2s9/nvQNR8c7rWvSefqci/z6vvYN+oyR/PSWbwFgONa+btAGAFwXjHrn79nAKx90xD6lgc4vWDURvVGB3CpQH/TNPzzWw86gN+qHK+jAlSAClABKkAFqAAVoAJUgApQASpABagAFaACVIAK/NoKdA7gUZjgHHrZ4E1xwLqjF4C2DwHt5zw0bgvj3AAvgC3qA6wDEIwhdbUsnJlwv/r1AinFgqtu4qdvDvqucsKcyArt5D91Er8HAJ/vT5L/VwCwPcMXh2bhVBpmN+oFANyAZw+AM+i02iwvsvS7wEMFk4BmCiYiAHadFET27c6cs3lZjwBwF7bY9PKrDNSFPK+oK0JT6GDpnQc2zOygzf3Jjs/sTJ6BD9MAlVkc8NLnyT5WwA7t7N+So3f2AkB0CjfNfT3FYxSiOULNKMnIfZ7dvhEgazvID7yWJxjlWr9cjFtDQI+kGzl1sd91zYoida3g+vFeb2tqDQD7uiv9D1qvQeDvBQCPXO4A5JNlKZPUO90X5RgCeipdPPEeQGqBJcrLRTnVQWvjfQD4fK9RMXZY2af3rxTaIJX7u1582DUZLEQFqAAVoAJUgApQASpABagAFaACVIAKUAEqQAWoABWgAt+NAgaAx+DX8+/CGRXDNbtT152/NbRrILpaNpZxuIMQ0D52AF39W8tHwHsUONJgkD+Ajw5j/QzAfJTUptr0X39eLF/xAvZuOIAxEx3gE8D1os5c6YeGf75/EDBrkFZDQhe3Lp7Lh8SO0QGbZzi6IfUSwAcFlABnliuyQGDTrDjUXD8FCV4rciXHNgx2D0AsyoxAcYSOBs0DqFAA7e2uAwg7H4rM3MyzFd/AdHMf+/y28Wz1AeXjv+0afyHAdQvO8pRTF6A1Om5nDui65ssfM3jrcwgo6xB59DKClluGYm65ocfaLaFSc6f6voUG/gLGPAdwrL+6kQM4jxECMqRdg/8VGNs68lZWwfJgvX1vgCsC6RGAzsB6Y/vMtkX9fssFvVnBVoFfOAcw3Mn62xJfSOole6t7138rTvrCyTgt/dbM7Lr/fm/7Y9egWIgKUAEqQAWoABWgAlSAClABKkAFqAAVoAJUgApQASpABT5dgeOf/00xbQuEQdjmDIDh/oXzFz3MQFfLeShoLxH/jWVxfXTRxXyJxwJYcT2ASHWMqoNWYNeffz4P3b4v4gDWY+bgzN9b4QKA9cH9//pfjw6zjRaUONNaBCFDARUF0L4FAMMBjPHPALC0GABwA7OeO9mdw9b14srOuWwjAIZb2cpL/3EuAuA4lj0ANq5UuJ193pcAOUNEwPHY5i0AOLYX15P/7QA4hmZWCKlO3wiGR7l3c5jiqK/2NefpjcB4dC7mUM4O4WUI6d7pfdOdQNbvWwBwhNBwTutLCdnp7jogNPxyfvNajPt/BoBRJq+X7w1wEQDftBLtJZa1I7w/c1vFpfTWvWlt/aBvuhcvl1lH3waA9SWdmD/7reN8z/jeJCgvogJUgApQASpABagAFaACVIAKUAEqQAWoABWgAlSAClCBn0KB419/yCNmeQK+fNDcHnwv4W50h7p7N4f0jS5gg2XI0ZusVmuhfh1s9s7hCIJf5Qm+JDC2PI5P364C9bRfnvO3HgJqR2F0h+AXFwlAu1yfDw+Pd4fffisAWPuvoW+tav3Q8sgqZFDObKGqS47TvDoipIzOSK2zNlshroaubuG1cb45gB2squ7X6/VwPp8NAuuhVaijLbtSFw5g0Sy6dUegBOsi56EtTN1DbVubza3b4F/M49y7iUd9Qx2+HhqcnYdmbRDSx73Mn+y6LUGv6SPt7AHAWsNoreSwznWOQj9ybt8MgOP5CMV9XtS128D+TXebGwHwMgexr8lRbnDLl2rnWl5s/dzpmfIIR1geNcB6xdhGL1B8zwDYx93PDB3AvR4/CgDW3xBEPehHcDsARoQGdf9ijRMA33QHY2EqQAWoABWgAlSAClABKkAFqAAVoAJUgApQASpABagAFXinAgsAPHL+AvACxpwk724Ddgpge6AGGAlgGd3COZev9j8DZH9oro7XBoAxzh64SM5fiT/8Ku0/P0su4IvCKX9gXwEdnLqlggzzjqWTClL1sPMGgJ8E/p4Pj7892Pc1BLTXLv3zuJ6oz0G0A+AZtBp9D1iwcFRWR3GbYcBw5A813QRcqGsYWmnpWwDwyD3btEYe4gaLffTtOKm7NgBgzF11aGuEaIRK1hcNUujlVj46SmMLfS5ltIx+AzzG9rTMLAS0tr9wIA9ydGq5GDI6DNn+zFC89msl3+fIAZydwqZHAMC53bAafF0G2JpDQEOHrRDQ2oc43jiE3v2r+2ofAO7ewRhEEZ+FNv6RHMCubz9DBMC9Hj8CAMY8Rhdwu0e8JX5zC/9cI1bczpH9PrMRQ/x7e0Fifr/iGSpABagAFaACVIAKUAEqQAWoABWgAlSAClABKkAFqAAV+DsVqCGgLX9ucOfWkMQFkNo5AaMxJKw7RPvrtPMRRmIwCiVxRLeqJpA1N6u6eQOI0gfb59PZLomO2QjvtE92nVhStXt4gO+Qz8mY+Chbu3DYxhjTclYBcufoNFfu9fCvf50PD+Ku9Wfw7kyNh4E6Acxa7dI91vIFx2sqaEtgegTEWthsbVtBq9cU9Xh5uXQA2N3WDoYjwJw5ZPP38XMO1W0m6EIHUb/4QIfrFX2Eixj1dg5pCxPuLlcvv9RX5zY71KPLeBlO2rvT3KRLh/ViDocjmEPeSXGfmwkAzs5X9NHWaADjOe9wl2B50HCG774+oKes4gLcFy8+lFDhaN+rdtexrjVvdzm3nsO4tYEu9c58zEFzWcfzM/2iixhlbgWqHw2QZ6A6j3vR35Jbdwrwyv7fqn+61jZy9x7K/W9trfqCXc/xvQUYtwDlVj+2nLFb9X9k/ywXcPkdQuqDpt+Y4Pbth/uX/Ibcy2/HZ+u7Nf7N+WcBKkAFqAAVoAJUgApQASpABagAFaACVIAKUAEqQAWoABX4KRU4/vHF4ibXEM0RtnkY56ULF0pEADyCvloO4CeHkdZzzSEsTl4JLTsCwDm0bJc7NQBgdf5enj0ksh93DpbLv+Yo3gmA1Vd8vj8IAL4/SCpHORRCphzAqEucwADR1qoQDQPcGi460J3qgi1ADg5i1yiCMgcyC0dwhXJ5HTpohv4A0VnLfFUGp81J25y4XVhiGYu6rRFOGwBY9ZlBiOj83QOAIyxpoFxJZYGkZfI/AwDnsNQ2LwWiR7fvLUBqCXObY7ftIf8rh5RuOYmxnpf3H4Ro9usD6LaXBTCPjnL3AGCw63jtuG89AB6ZFPP6Wvbev9kCtgTAE+UIgLv75N71tSgXQLneO9vvEMI34yUIAuCZxvyeClABKkAFqAAVoAJUgApQASpABagAFaACVIAKUAEqQAW+PwWOX35/dn8rErsWKKOA0kGQINQCgRUlRTDp8KY9GK8hiq0OH+waAEZ5rQe5RSMMVcDl4WvhEm0uWK33cr2EfktZcXA9Pcl3BlQldKe47MKwOvUzDO5DQF8O9w93AoEF5to4PM9xy9erfTp34FP74pB5DIDReAVe0rcRIN0CZ0tg5k5fhEQGaAe8jLA0ChDrybBYr9F6Itg1p6k6nc2tbUS2ywE8cxjnJR/bRZ91HRh8DIZTAFGZeW2qOqwtxHbNrdkuaOPs191rCVk8g9Ra1y1hoW8FwLrOIsTciOg6uEPAoQlXbl8E4Nf2r7x0kNdPDlWOqzsXeenUEAD7VLdDwCMcwHFNL19Y8LNbDsU1ADwKn5tDCmc98/ryPnzejXcaAvqjAO2s6x9V/3sdwHjvYFbPhhP5e3IA61zq74DEj+h+V9ZWz9ABXF7+OZ/kN+i9+jIE9OdtXtZMBagAFaACVIAKUAEqQAWoABWgAlSAClABKkAFqAAV+IkV6ACwPsw+ST5ZD2m8HPVRHmbPAHCEv3qlh+BtdVQHsDwch3Nx5JCNTsZNAHxR2IsctAotr4cnyQN8FVMzAHAexSwHsIaBrsfdy+Hx8XTQCNSe+7foYaGh7dMCACvAxrhGDmDXpA+3ilDVAKGjMsgRjL6Ncs8CAOP6nGc31l/rCX0ZAeARiFaWY/mFlTWWoWgOYD16WBxfAJiHmM3QdgRLAIAR0rl3hPsLCv3RO/XeAoBjGOe4Xgx+h1Dmedx5rY0cwDOnb7t2ptc2ANa1sgSqLYdpDkNdX85YAcAVFHcRofc41n1EfzcAXszBJ8Jf3299ixU27wC0eu2b4fSO+rMWw8+fDCi/+xDQ9YaoUR4+BgDrPvQXgcKNcjIZt+6P5fr+5AW+axGxEBWgAlSAClABKkAFqAAVoAJUgApQASpABagAFaACVIAKfG8KHH//z5MHOS7uVf1bASYAbg7d7MCigSblpjFMNIBIzvkbHbTRaQiAW5/DlwoyCI5u0QgDI7cVNHn49u35cFH36kFiOItz92i5Nh0SzkJA24hCRafz8fDwm4ZVFtBl3ze3LvqZwxAvALBp6qWbG/pa3Ktep4WOlj8113EuixDSDXiWHMmJOMGpncG8OWVryOsWEngEHCxUdnHWQmcY9wAsRyGSdWyaA3jp6u3BmBM05B0AACAASURBVAFmc2U3WNx/ziCtuXwVAOuhHN6Mx8WZbC8jFPdu3FQNXAN8+tyPcvNiTF2oaw2nPaFyGQBHfWcbOwP7oUO1tgma6OsD417W3c6P5yVCca+nhuwujmSAXTdze7ujPMXTcZkTfPwyRz8fsxr8+2WI50ZUFy8IhL20Xus/d3YP0J1C49jtjwK8W1IQAHcKaRoB5I+3fbPlYO4mHPea18Pp7iS52Zcv/eTpIADeWqA8TwWoABWgAlSAClABKkAFqAAVoAJUgApQASpABagAFaACb1GgOoBjPtH4UFrdtP4gvIT8tcS9DTABAGuZGFZWQ2miHgXEDQAvoZHBOQO17YH5KFRwbKOFT/YQuwayxKH7LO1+/SbhmF/EvnvQ//QQoCjnLRxvCWdtEDlAX4VgAGAPj3eHh0e5zFL5ChAQ+phBwK0A2PsLsBkB8Mvh/l5gdQENFQ6VMKIKOu0I4X1dqKaXQ1sN2d0g6a0AeAFoUzjmDBorLDQw2wCv96UtRcB6n7s+hDfm0+c9Lt85AEY/3WWn4aE9R25dDyXmd8uxvA6AM0TWzycFy6U/2bEbHcA2ngSMc/nbAbD311+AgJsZew6fewC8dBo7nPXjfQB4BDTNKSmOd6u9hGePsxf/zrAzl3sLAB5BdNS7rG/Ws8/5fi8Azi9ALHpDANzt69lsvRegtt8y3yfvBcB+PygvVBEAf84mY61UgApQASpABagAFaACVIAKUAEqQAWoABWgAlSAClABKrCpwPHLf5zwWthiAZQARwi/rKARgE/LxXDCBnZfL10jMZfwGACXfK8CphAq2SooQHOtxxEwo1yEQS8CTdQF/PWvizzI16fv4qy1JL4NANsY1OEsYPea4lxrWWWXj4/3kgPYfM6SA9idt10eVNXLcgBbx60raw5gL1VApF0UHJ7FeQvd2nheJAexAuxBLO4g0tLx6jAUoDLny50BkzzHSjEAsy4X1wDAU5uPzt8cLhqgd+Z0VEACPZs7uo+lO3J/mo7g4Z6cueqzBoABaRXOVpCtIVq1H2X+okMW8qJ8DquM81sAODuMbe0lQtjD2xJuvKw5lL/TfNbd0eIxx1zJunj9c1szuFYd+a0t7wfGBdg8cgDPAPByzlsHI/TvEjunUfj40sgWDve+gO9FOPod2uXw46hxtrYG3Zh+tQUY84V7AHC3jmcRfAmATdrZ3ot7cG0+t67P1+p7DXjpydtfD7Hcrb1yT9L7ioV/tsU5D4E/uh/k/mz1/9b1ecvaZ1kqQAWoABWgAlSAClABKkAFqAAVoAJUgApQASpABagAFfhxFTj+8cUxicPVHgDr98pI9wBgOIi7VLoGlf1YhoDWXMPilipsKwLQtdCv2f0XP7/KA3jF2RoG+vmbAmBpwx7E9wDY+hNcq7UOy098PDz+dhYA7IDsJA/wFeRdAwF216PnStYj6qOfHab3jmh18Pp3PQC2a5PD2EPrin95BwD2MNI6SUsYZn2RnM7xmAEDhPoGCH0tTli9VgEwDkDEWwBwhcfJGdx1rOhY2yniNo370i03svdtCwDj6giAfa78TA6DjO98bsYQZwsAW7/KuukcnyF09UcAYAO3hQkDAKM9AODocNfCEQC7Am1yIsScOWojAM4vZvR6bQG0fl6z1nG9rs1DWzetPgLgvMMGnz8ZUP4wOYDrDeJ4uMiPSNu3W+s37JsSlSD87BEA71iCLEIFqAAVoAJUgApQASpABagAFaACVIAKUAEqQAWoABWgAh+vwPHP/zomWYTgLQ7BCIBj2OMGzvqQzg3SNPAYQxMLSq2OPc2TiDorwIPTtIQLjv1auFSl3yXib3GoOgX79vx6eP5LQ9Q6XfZQwX2eUwAx8QFbGeTAfXxQ+Cvu0AKm1dSVAa+Wj05ou77kpsUUNUAZJ63l5Y15hQGAs7PxpPC2AJoaCrpW1zuz8XUM1ZzhGfqcod5LgZyAnQ7m1aHtoZAx/t5p2RykI2iX5zVD/Vlo4JGzNK+Brq4C6NfAoc+X57WOh+rQwZq0v3L+49H2W4ZfbqVG149yEWON+pXNUa5hrGf5iNHKaF1bLTKnPj5/UaHscrssvwQQtUNe35mL2+ouQsZ50DW051hzLEZ3r2uyfKkhvwCS2/zoENBbjt6tENd7NPE56UtWp/s6f9xb/bzcltN4q4Uth2z//smitvc6XN97fe6Qmst1LUcXcFzzKD9axwgfb5EkthZOqeij+781XTxPBagAFaACVIAKUAEqQAWoABWgAlSAClABKkAFqAAVoAK/hgLVAdwP10GlP5y+k4fh1xoCWMudTgpuW97X+FC8gdyeXFSHqQBXBb96AEjqNcgpqt8jr2gGmBEQAQ6pU1UPb1f7LWGppc9f/3gWqKthfv38GgDWEgiq+9u/7g9njbxcuq891arR/9jv6E5dAMgaojgqOwbAVmfJ1aqhemMb6hyGazi6NluO237mZoAMgBpgL14VxwcHsM1DoKMjwJq/612hbV4692sRbQZ6t76HNv6v/g8c1OMQ0m2cSxIF1/sMytq6UpCKcK7lc6+4f5qB4AiBR/WM8vf6evUw4Xh5YQaCR85lrPdRSOdR3/Ed9lfbf/nFkD4k78idm19iiPO11rZpHcI72/obAOCtOj76/BbHIwDecMj+UgBYIkboS00EwB+9DVkfFaACVIAKUAEqQAWoABWgAlSAClABKkAFqAAVoAJUgArcqMDx9/9x6565PsvDesBd/96dkwqBWzl1FY6BG9yicA5HJyj+jiGSHcK1MLtwIKItQE/AoQgI9WG7AmC/3vunx6uEQ376qnlwG5wYAeBY1508tL8X9+/ZQi83FaN7Gd+OnLTZKRshQAOgMZ/vMjQz3Gc+BtdXdc55fKHNaK5noBYO5+xcxvgwBwCeuVxJuxocyU3b2CbGGud9DQBHTeN4MlwfgW3rYwHtcD5nTdp1GySqhOju+lDeAkAOYT2X8wLnsWWgO3MRL0B3gcwR9I7gcQbBWwBYddyCmG3f+LrDSwJtbbT1GAFvfJlg5ADe44LM6/XG+9eqm3lPXVt93NJuCwBvjS874+Nc+D7fM4p3lHmrA3jD+Vv39Q8GgG2Py236epGXnvS1oBJaf3RfzarrvchenggAeGt97V0f75hhXkoFqAAVoAJUgApQASpABagAFaACVIAKUAEqQAWoABWgAr+gAgKALwEAI+RqA7IKgEfHMmRpA8IGayPrlAoiKLPQxnKM6lAncHT+7QHAWlcEwOqc/GYAWN2hcwdwB5PF6nu+vzs8CAGOYYE/AgA3/W4HwGqWHoYbvYEMAe422OTQPMKnab7UAnpqSNoCXEd9ylDT56V3ikcwPF5XS+I1gyRwRq/t220AnBZqqAx9jetVc0HHvMBvBcC5zyMH8R4AvKjnDcAww/bsEsfLDQp/dby9g997EMvoZ7iI8z7PwDTqtwXD9qyXW+vYAnRb2+xtADjk1JYw3+N7oY92q/3xzTm8nLMFagmAFxLqyy6XdwBgpA/w+VvfkFvrdev6tXsfz1EBKkAFqAAVoAJUgApQASpABagAFaACVIAKUAEqQAWowK+rwPHLf4SSymEgpsC9CG9eC0DAc+wIiwAoAPlcxphztIVOngHg/AB84YxECOfCTNSJDLey/qt8tz0k97C5+gD/+Vn+e1JXsIBghZBS0K4z16iW8bIO2V4OZ2HSD49HCW+t5WwUGM5mCGjXbww76/P/DrR429DddKyfvdmqVw0BPYYJe5xpXTvSoThf0c2MMVh5JFcue8NBV4HGoU9x6wDWR2ixnE+Mr40zjgH9ydflMmgX4P92UIIXGxqMG+lic5NCQI+gTYXpwck7C/8cNct/zxy+KNfOj3PuZh3GgHLs3sfLDrlP9kJHtYDHEO1tLlEmzttbcvhuAbG83mx+AmPbArJr2o/ObQHYm9obusxxH+hb32p3OI4RzP0oALxVT+5QzV3+uQB0a73cfl8oocjlp8PSEtzoAGYI6Ft3GMtTASpABagAFaACVIAKUAEqQAWoABWgAlSAClABKkAFqMBnKHD88vtzpUEANg5V/MH91flwzQcbAbADI89R25y7DoBxAJDEHLoxt+zLy8Xy7dqD8wIn40CbY9Qh6wgAh9a051aPPrt/+nY9PF8c8K0B4DuBFefT6+HxN4S21lCeZRAlBPZaDmCtX0PgjuD1GgBGeQu7XJyAAL/6753CRA0BXSoZwd7YrzhvW4tlFhK69WkF3CQAnCFLBolxTHCXRnA2Aq8z4JvHNQPAa3l9Z9qolgglDRBtmg5yAOe5Rp3RyQsAbPtH12QYdM5NjetvBcBra8PWveavXlDK3vXs+95ffMhF/bsGgLOzF+WRwxtzvTd/b75XbAG90b1ha62/5/wWiH0bAG4vgNT5Sy9cbLU7HFMFwK3+diOe7Oe9DuCfFgBjL/SRLqoLuEZA2MoxrvcJ/R3RHMD7V9zWen8LwN7fOktSASpABagAFaACVIAKUAEqQAWoABWgAlSAClABKkAFqMDPqsDxjy8RYfjDcIBYC/lanLMV7JT4yBk86nUAuzGEsrtKXb7L5dLlR9TvIjDS6yNYi+BQncgG6Epl9cG4R1Bthzi29EG89vtJHMDPz+sA2C98Odyf3QEsiLlqYGM6SJ5hafMScgwDggFmRviLjlRHaCE59k+BLQ4t1YUcobEPBGOuYXgDoDFQKtfcSQjtCI/975aXeQ/8rKBT4GaEiA2ANmEj9Pe2BPqX6yKgWHNiAvJGx7GPd+mchg5ZyzTT5WNbs7X8wIU7vjYtHdEW6zrOX9Yzaldr0LmRscxCOWfgm0HvqH/rIaCRI9rBHtZDy9F7quB3lh95rlcDxAC5OTf3qM04hgiK92j/1jKjlyJiXWsgFfcl7LlRH7ZA7BYA7q5fga3Zcb/V7lCvNZg7A7g/CwDW8Q3Gsg1QVwCwRJvAvGytM/utkFvmSX7DCIDfupt5HRWgAlSAClABKkAFqAAVoAJUgApQASpABagAFaACVIAKfJQCCwAcYWAEwPaAO5DdvQBYrwMEzgBYIRHAkoVnFnDXhSGWDxVGl+f0WwDYcxYrHDtKCOjL4Zu4gB22thDQ2ieHa3fF6TsGwAY5Xxy2jgAwJmHk4ooOUi03AsDWjysAZgSu7sYESDAHZimnf5/Orax+HwGw9jkCSnMXBwdr7bN8b/0qIDcCZe9vT9YBpBR2ZwA8glUAY3CVRrBa4XbpTJxzXy/bbru2DhoIxdhHEHbPhtE++vjaYX0NQBlrB7paSPHinB05fFHTqIztqSRerCOCW+0Dyo719n7fCoDj2oBLebBcVuWL4aF9TPoywthRHPXwud4zM/MyW2vlswDw3n4TAP9NIaA/AQDrvQARMLbWma7Qe8khfwv8Hd3r8krfBtjv2z+8mgpQASpABagAFaACVIAKUAEqQAWoABWgAlSAClABKkAFfk4FEgDGIB1KGtgRR20EvwBZGopZj/yAWssCesSQsgpMri+SmFeOUyBML+WJeQSmcIu+aL5fdfRKRTOXXt+34IqUP5+eXg5/PWmbxTErdalDS49ryQHswPh6ON+LA/hBcgCX8MYVjAo4Rn+qJlpjgVx74C9URY5lBajIrdwgX4sbCnimXUPb0S18FruyTU2BZ7F/J3EHX6/itB6QL3UO6zHq82h5e98azPNrW0l1vGkzOp3gphH81tWUwmM3d62XyNC/6jWhdyMYk6Ey6sA7CzkM8siBq2UakO/B1QgCaxuxHrQxqju6qJchmZchorNrFwB4C2jmukf1zOZa12cM3ZxdxT7etk6jKzjWmecX50bQNOoS1+YMfI1c5mvrOdfz1usX15V8vjkEd3bQD+dLnapbIZVrtIAJIS+5ad9cf91k6wT+vQBy771mtCb1u632Q2rqVkVwAm9ePyP5FnHCQ5975IV0P0jC6333JFEk8rE1/q3+zXTh91SAClABKkAFqAAVoAJUgApQASpABagAFaACVIAKUAEqQAXWFDh++Y8n+TVnqeQv9OPFcvrqcbq7H+YGvQUAX+FSLXAV/FcffgvirQ/58TAcbtEIgLUvEfaOBnUs+XLxbP4i6Y3//HaRB/kFehYAbB7WNwBggGhtO/6d+5LdvzgfATCgdAbAEf5iXqIDWL9TAGznCgReA8DR4TmCDTOAbavAXMcNABuQLm0a+C3LJQPgXGf8DKd31Gzk+obGKLdV58hVbOtA1kTMv5vDN+fQzPn8FkCdgWT0O7t2dawKaff2Ay8+6DzixYn4YkXTp+zcDWvqrL/uaHYAHN27WwArzlNzZTssy3AyzvPoJQCs9zz3ca2MAO7oXjD77qMAsIZxx96K9wIC4F75Petnbf62AOn3AoDPZ3lRKqcj0Hv0xn7cGt8ta5tlqQAVoAJUgApQASpABagAFaACVIAKUAEqQAWoABWgAlSACkCB4+//495NfVCtD7H1eHm9NMdtcQADyi5hXnHUBkcwQC1gy/Mz6nPIdCpPyvXhNxzA2m50072W+hC6Wc9nABxhjkJmdXsCMCoYkJTDh6/S9oswboVugtBsfA0IthDQp+IAPt5JfttQ8TE5v2o/hXFddFzyf9ZmcEY2uOVhcOuRcgADsKLOEcRU0GRtyP9FGCgtWrXNBWyfSlMtR29c6nFccR7d4eahogGvtd8G7mX8Gpq7hqNu6WGtav2+uoDlnMHNAeBcH2PMhQx4OA8dG4H3qN9xzNEBDBd11bFMDkJHR31RR7ymG0MKC+37xvXPoZux5mK/1tzCo7pyCGiA5AiwZ1C5XwPxk68fAOkMgLG+ZhBr9kLBFtyte0jXT5nm6GaP51vbWtD3Wh7PGmMbQehegX2fFvXISzLWT+zD8nmUQ3uthamjeys375aDeN+whnlzZ/eMvVXGclsAdFpnGd9WSOXPAsB637MXbxYOYL/vtnXo91p9OYMA+C0rhNdQASpABagAFaACVIAKUAEqQAWoABWgAlSAClABKkAFqMBnKCAA+CLPuR1c3WtoYfnzcn2qIBAhoCMAxsPvCGSjI1i/1/J+/uXw/Oyhny0EsboM5Uk5YJuGQu6AK6BcCRusRt0MlKMQcENGAOyOPAXAr4fni7Qv/9lRwqY2FyTC2UoO4EcZ/0PvWtQ+3pVr9PIO0BoAdjgbw+aiHPo4A8AtpGgGCv00GwBWeB1gpbVRwBNKd+5K0XjmQs6LCDA1glQFvso3TTd9AaA426B1dAF3AFhhYokFPXMWa79KJGoLG41+d2OMAD4BwjbeBo3b3CTgrmuuRSyuoHOk5wja2pLRMLCyCCM0Nm0nAHjLMZz1j47c7E6NQHmUq9f2VLmozz/cWtlyGAKe6vXRmW9jD+su9zvvQS/fl8pwd1THRwDgtb4t1/stpaOO4TqBs9ntjM/fBQCO8HgLFG+A5q31s6XmrwKAz6f2kkzUZGv879V3S3+epwJUgApQASpABagAFaACVIAKUAEqQAWoABWgAlSAClCBX1MBA8AY+kkeYuthwKu4SeGajcAjgl+A4SzfqwR3BlTEvwp/j0eBzPIvcuAepS3NwytfLRy+F7HwRkAc8wvD7YrwqwhZrf24kzYMQEu9fz1dBQQ7AJYsjdWhWiG2wTzJ//vb0QCwAleFngCjCoBHjt4ILrXuXEaw4cKtOIQBATBHZ2t0mA0BcLIOGlCWENvZEbtnWZvTTdy+MaRtdWOLdAj9rHVVyIdcyRp224CxuLmD8xfzG9sfOUMx5qiftxPyOadBRJ2gfXZP45IIgG1tJ0qZ+x1Ba3b/LuY5QeA4frSP+gAG87gySAZk77Xsna/xGpT39noCO3Po5jlRSXI9lv/b9lJb/6O11IN7Xx8z8BvbmDlzl2C1bzVfN3XQThb+DFLv2ScaTjwfDfz2zvU98NvX066W9xUawdwfBQBP+rnpAK7Wcb3/LednC7DOAG3vANYXQcKbJHZv17diyh6RPzW3/KivBMD7li5LUQEqQAWoABWgAlSAClABKkAFqAAVoAJUgApQASpABajAxypw/P0/T/bUvAFRhIFurtkI6czBWSyc1T1o+XT9gPtXAbAfDkLNJSvXvcq/r/KgXsMy6/FaALBkGk5OYHGgWujo9j3a9XobIIxA0MAVoKpc+yJtf/uqfVG76Z3kNm59dWj4enh4PB8ef9O+vxSIKdeZ6/NFkPF5CIDV6ZodkoCQBkwDaer+LqGWoVd08lpuYsu724cYre5TWDTLxRGaZidvrCNDkBGUyAAY16ucMwDs863nlxQLDufY1gwAVy0CDZs5LAH8c70zAGyQxtZf7w7OIDCDYV+bZY2WsNZZ0wxvR3VgbPFlCKsnaRZzBfdhmcXNXvpRdQrguQeNZU/o2xThxQJcZ2OygXtu5348cGMrJG+u8xjaPNYT/x7Nax13dK+HZQL9tx3Afau3AtMZaG5rbjYq/77rZwWMTT97YcTWitvk17QYtXTreFZ7O+hfLT8Dwd+LA/i9AHgizHsBsL0cY/f6OQC+vx/D37bf5rO21b/11cmzVIAKUAEqQAWoABWgAlSAClABKkAFqAAVoAJUgApQASpABcYKVAewPYgWV2cGPspLIwA+nU4G/dwBW9zCBfJ0zmDJI+yH12ngTsGVXKzXaYpfBawSLNpKSa3VAWzA08pcD8qJHTqfzC0HF6Feq4eDP8/XaA/rNWdjzdsrbQlYfnpymPtS8jp28FBg2b///XB4EPevlLByev3Li0MwdQ2j/xoaGc7f3nHs4+vgD8LEBjcx9PByDcDZuOSjam0gtlAhwDqru+Tn1TpsrAUK4vsMdfP5OP243sJXq3Ot6Gd1B0Bt34sW6J/NJri+rhW7towK/bG+6uJoWvUuUTglG1yL56ujMjmAMxDOyzlqX02BBXbWc8WpvPdmABfuCJhjTrSuGMZ55DA23TJxLp3Yytu7BpVj216u7CV18idnuQYN15cg3NnrADOGLm/7quUEtv2lc1mOeG9YcwivuR7j2p7Pme/r+oJJ0M61Xjo9Z3OaAdsWEM71dOuuuN7zXvJ9M3YA711rs3KTZVOLd+NZg7n/NADW9t/Qv90O4ImAW4B1ulaLXgp/9UUk/YWKdbW1+3I4nwmA37vOeT0VoAJUgApQASpABagAFaACVIAKUAEqQAWoABWgAlSACnysAkMAHB90qwNXQSwgHUCsQY8CgNGlCAQBaOEAVlCpAFiBrD5UvxYHsAJghWAnDQNd4vUCAGsd1/IgHuAZ7bb6o1vW4SjqVsil11+epR4llwXGen/h4H05/O//85s8xHcAbODXQHEBzJoDtwBsAGB1B2t90AnnO6BVYFwMJeoADYB3CYBNz6KL9lDbywCkgu4Cikdg2LROgBhzVOFvIEunc8zJ7OGGMd8AwHa9csXyQoCCwQyO0Yafc2ASXx6wKgqxys7P2L+8xCOEi23GchkmNrDjemM8M+dtbjOD1+zCtbEM8gDv2Z6AraMcvxEmo641CBxDWAPWWij3AoDxUoS/cAD3e3Ow5hDP0X3sY2w5rveMrfW5hZDW7xQYR+DcvxTQvwyAdfIjAeDsuP4oZy8B8PqqW3vZIN5vZrXsAcBPT89yD2mRIPr7mOSPf4ju4L6l9/bvlj3HslSAClABKkAFqAAVoAJUgApQASpABagAFaACVIAKUAEqQAWgQA+A5VuHsA2awQEcH3rHUMyAwIC3GXy8FNdXhMqCWM0CbG5Ty6Xo5jDUEfMKN/CsgNi7rX26llDJOcertnO5qE3VAaRy0CdxcDUobDWU8Qt4Fmfxv/99b3UrpFI47W241TWHgPZzBShrv6WNDIghrpbT83ALRwBWJ8Ccw/4JIaDhJr5zaarrOdYLIHknYbW9/MHHHcyREQ5H56VBweA0juXQhvUn0CdcX0NFV8BYQuAaqPfxxlzC2bmLvsZ2vK38Tft8lXGhj7UfJZR3A7+9s3gGXhaO0OJwnbl48X2EtTYnO+FvBN3x7xn8HZUxfYIzu+8rLNmer9fXi2sBDeDWHc+pvuCwDI+t/YPbduSizPoC8Ma2fAZ7OJYB9xYobe2Mnb+5b7lf73UA51Vp/dWbVXLUdqGi50t5sc63xr9S1fzUoH/TwhshoPM4F/XMri/6bDl4t8a3BVC3rn/z+TC/T8/PJRICIjcgB/DF9tr9g79AMzq2HMhb/dsa/3vr32qf56kAFaACVIAKUAEqQAWoABWgAlSAClABKkAFqAAVoAJU4MdUYBMAK8DxfLju+NSjd/r2A98FgDXMskFahVVOOdUBDPAb24oAWOvW/xxKo92c01cBcMjRKcWenhU2OxBzsFX+Ffj3+PhQHVwI+xxdpqcU+lNbNUd0IK0jAAzna1Qnwsre1eqlcg5gdQArbMoP+W0+CqhWAAyA9yyaOlQXKF3yNKP9NQCMsrGdUf+7mS4AWB2i7iouAHiQD9jneR4iF2G1+3KlNRFFwXYE3dF5vhcAZxDd2hKYE0JDb7lyERbart8JgdsctHV7KwBGHRmgar7eeOQwzfp5CWW7K2oI6wyfMwCOezvOmdYWQ0LHzwDAGWDvBZ8fDYB93tv4txy2nbi49hbAmirI7e3VIfdj9fMt/SMAHksZALDmjb9e8IMTojiUkOD39wTAN61PFqYCVIAKUAEqQAWoABWgAlSAClABKkAFqAAVoAJUgApQgU9XQACwk0QHaZ7X1Z2cnqtXj+jInTl9Zz29Frdtg4saAloeqIsD1cBlyfGr9QI0t/54rbFNAJNiALW+4oBz1uGUfKtGY/nnIg/vrxfN46hjUvhboJk8wP/tUcI/38MxqUl4L8lJ6Q5b71MLex2h2gwA6zUaQhsH3MqoJ2rmYFv6WZzHWqeB9hJquYNzMnh14kKbk+Sg1GvxXXb01vDHwRlanbxJX4A9gLdFTmAsCg2NLey+RMquawUOyVg/5sX18EWVXao9EHdHalx/qCPOQYS/0EeZrK7oDNrmDr3SnwJzAda7kHNQMQAAIABJREFU/gSorecXruYEgrUv1wLoM/iMALmu23B9nGecBywG/M2gNoanzjl7Y+jlvEd9DTeHbnQ7txDiLQR0fkEg1pfbKcOvcDmOAf2P4xgB+uxgHjvo+1GNgO7IFTwCr6MXEbJm+botgLxV/lMAcO702ue/CwDrNgvgfW8Xtxywe+u5uVy4byNlQRcRQbaNvZAk/2cRMSY6vtehuzX+99Z/sy68gApQASpABagAFaACVIAKUAEqQAWoABWgAlSAClABKkAFfggFggNYnbiAitr3BoZGABijOy4efAOmeonrQcGrPiwv9Wke3pL311sRt2ohoxkA4/vWVnPvjR6ML8LBKs+VZtW99Sx5gJsL2HMa63j/9S8FwNIndQhLX48lV6kBRwVz0t+RYxAO2QwhEUI6zn4EyFWGwq1VC9cHYNyBZIXKMi0OP71G7fZFYXYM9Yy+lkYzcP1IAFzHJYBEx9JBPBmKfhfdw9mhOwLA7iAW57LmPLax9gA4OsI/CgC3tVL0DwA4zm1dB6p9gL+YM/s3AGJAeIVdCoe6dRByM+fvfc77ee4urnPbvvWXGbxfrR8t127s46guXI9zMwDczod7wiCnb2wvg9EZAK7vE6QLogs/u4vjPt8CrL5nVKc+B/FbATC0GIH6rfnC/u3mfgRF4z01hZoetbH47pbr/y4AvKvjy0JbAPSN1W5ftgmAS6SFkh8+vnjRz+8bqHeoYGv8BMDbU8kSVIAKUAEqQAWoABWgAlSAClABKkAFqAAVoAJUgApQgV9RgUUI6AjbMoCFQAaExT2LA7ASnw24IOTyUWGrwq2S0LYUaqGfm+wx1DTCTOu1DdaUcMilbQdfLe/pEtSKU1Ye0F+eBe2aC7j1WV3AJwHPmr9RHVxeC2CstCOf7OH6IIllDn+rV+JBfIPlApzUGRYAcqxq9GDfndES7tgKjh3A5kYr4bOhHCBlD8aO1ak6A8DW7wJd4xhi/aPzrd1+y6irewHhJ47f7CYdAWCtHVwwO3wzaM8u7TVw0vexD28e13CtM8HhOOoIiK2/ARLHvRT19XE1J3QMJZ3BYgaVeY1bOGxbkB4uHGGb49qY3di8D5one56A+TWFmM715r3fu3q9dKw/h7B+1XDw8n9w985DSS9zHLum/ehmQ1m4tidcbsvRO3Iqz/Td07+u/yMYewsAfsv1nwWAiyjvBZRbAHRN+3edSwD4ohEXuvzqBMDv0pcXUwEqQAWoABWgAlSAClABKkAFqAAVoAJUgApQASpABajApypw/PK70FE9Sk7XLsyl0IkRBDZQK95ef7jvzrr2oN/DLF+vXu3VgjD3ANjLKuBsPmMDWSHXsLar53sg465dC7eZwIgCZbhDK1SRclfri+QB/vZiENj7otDrejifzwJ/PYSnVnl31wCwlrFyk7il2bkIx2KDfgUAh+kbw6MGpRX+Yh50PDEHMMY0A8DIkRvbwN+3AGCdGc25i2MEgLMjF2UBgLEWcvu2zMKEZgic3dSjlY8Qz58FgAFje1et9yQ7gPW7GQDuAG+ZvOgU7sM2O40cOYC3AbC7gHF8NACOIdbzfGDfY9+5HkWrEIZ7DQAjHPv3AIC34G9cv3vB5hagHgPgPjS3L74dTtIKc2+4ngB4dJvp9NZ1ofnVCYDHUvFbKkAFqAAVoAJUgApQASpABagAFaACVIAKUAEqQAWoABX4/hQ4/vGlkFoBsjEEs+auBeDVfzMIfnn10M6IfgtHr36neWxfX0oo6OLWbefh2HVYhKCyMwAcJfPQvA1OxnMOgD2MsgJdd+kqftbwwneHb98kGHUBwBiXA2ABrdoP665cq0ZKALtIZ1r021J3ywWLfnQOXMnd2/V9kjsWIbRVbwBGD4FcHNNVP4TW9nDJXa5gBdilrzOHYjxvDu2SQzgCTG/XNey19bZRhzqEY7hmPZfbxeeyDByma71Ybrp2VvrdSV/y+sY+AQBH5y/W4ygHMPrYw2t/gaHOX8r1a2Oe5P+NelgO0HIgx+9oHmJdKJ9zBHfChw8jEKxrXHMNY695f8tLEqpvsZyvwcpt6Dl3B0cNslN7u96qwHDIeT3PdenBaHaMzsaendRYH3vBbl0zO7hs7HvWZdMBXGXa0RAB8GyZ3P59AO7+26QvEsV7hTuAT5II3eaQOYBv15hXUAEqQAWoABWgAlSAClABKkAFqAAVoAJUgApQASpABajApymwAMAAIZadV55sK0S9BQAb/DX6WqDYqQCk6jBuOV71wbkCV4e1Swewnu9BTQPAS0BUgjhLSNnz6Vzy0F4lBLQ6N+8kB7C4uJ4uZuKKAPj+7KD1IwGwQ9VirFZovZI7FgBYZLOjgUPvl+qPsLiaUxYgHgBYITa+c0DeQgv39TWAlAGwhaquuvQ5fLHyAIf18/PTs7WpQDO27WX8CgDaEQCuIY9L7ufoIG3ttTWBvmXHcOwz2oVDeAQgx3CwzwEc8+DmXRcBvbVd4HAOawwIHK83rRLFhTN25DbGte5W15DqGl67hZ3Vzwq6Pc9wA9AzADx3XudR9p8zeF4vvTwb52E0z52tMlw+mutc+wjWvgcA3zo2X3+3XUUAfKte6y8g3FbbDaWT4zq7gHWf6b1P0wjYQQB8g7gsSgWoABWgAlSAClABKkAFqAAVoAJUgApQASpABagAFaACn62AAOAlKuscoOJAjSGeq7NTQKse0WVoYLHk/gVAthDR5SF5H+JZ4aEDQzOGvrijuALMg+fmVUDkILoBVYem/uB9lCOylZecuurwFPh8udxJGOgeAN/f3x8ehEArYAOIddjtskfomR2DsT9aViFt1Cn3OU9krTvkMzb9NBR1yQHs9bouOKA3PiuIUBcztKjOXtE2uksxnlgO7t84zjgugEnL0WohuV2Yy/Olhj5uDtyehKnzuu93AZklT/CpuI0BBaMzN87rDFxqaG9A1RGEA4/Jqzu3A1CvbUZAG+HsntDNcawjF7DWcdI5CbKMQPFinRTIrPOagedMG5vrAXBersH+G3sJo3QQWoycx7keny//FuXxOetd11/ZL1iXo7FEYDwba+5fbDeu+dnYZ0A2j2c05jjuuh+xDd4TWnkQ4n7W/gw81vJboaO3+jltGPO9TsBH9+dY5a2O643ufNppfUHn+SJvEdka9zEr/L3TN5g+8fhR9PlECVg1FaACVIAKUAEqQAWoABWgAlSAClABKkAFqAAVoAJUgAq8QYHjl/94TF7AvezSUwA5AsC5LQDPFj1YHo5baEyHQnD4upNR8+66e3QNAHufHCD3IEHrONXv4Ia1cZSwt+6alf8skbAC4GMFwFpOge9vjw/WR7gr/fsxAMZ4Z0AjA6q3AmAN6Wt9OJ6LbiHs6NBu2OcaNhdwSAobARycvnAAZwDsczF2Luu11X1ccgQDjEaADJ1GAFjPKWC0/MphAbkDfOxcnq1pdRbPIKXNI4znGwZCAODs/B3l6NV6t0I217WuMD+EjFX9RgAYdc6cqzkn8UyPHF565jb2PdKgVX6xYQSA10Az+rMGYttLAnD764sO/sIE9twMAJs+YX2gvP+7VGMvAM5Xzvq/5fCdOnq3wOoamCUAni3zf+x7AuB/THo2TAWoABWgAlSAClABKkAFqAAVoAJUgApQASpABagAFaACb1Dg+Pv/eGJchHlW4NFcmXpGQ802WLMEJ9XyZqdansQGgK0WAb8R8jkA9mstv2KJgVxBUAkZbaE2iyO2unT1ugD2np89fnKEt95nqVuu1e8vzwqAxQ+sTFjdp6eXw+ODQNbSt94B3Ocpjq7Y6PSNYagXztJCjiLYcodvc04jVLT+q8PH+TZeHdWSYPbhcT0fL8Zvc1AALeYqg14AYLsmXWt90blKOYuR89d6NIivnJ1q6tCN9WfoqIwL6XXdAV5CMRdncFxno/ZiaOnRum8A2IG66+MlART9e3mZoLhlo3N3BM7tWgX0IfQzgCn6gJDNI/1s3eFliKDhWojwtZDU6E/UOfZD/879y1pliB6dr/53W7P6KTvQoZO/BNDrG9e669/Gvwb8MzAezS++mwHawRLtqsntf1cAeG3A+dx7QLNNyvtCLG85VOkAvmUyl2W39H1f7byaClABKkAFqAAVoAJUgApQASpABagAFaACVIAKUAEqQAV+VgUqADYWYO5Xd+Xq4RBlHQB7Sbf6Am55XU0yred6LUluSzsKgAGEFAADFORQyoCir0L8NB+uHghH7A/Hj5Lft4Qktv63dhXqNgB8EAAsIaHd8Hw4ncUB/Jvkz5W/u75pSOU7dxePHr4rqIYjWgF2dhyi9QiH4+KJkDcC4IM4AkdO2NHC62BVAjgOuz1sdAVpFmrb//N5bXrn/sK5DCdxBL+x7MyxijIjBzD6XbhrHRrc4Q38NZg4Gr9Cq4atRiFYZe50nOZmDvlxdwJgaAQNs7sWfQLstfLFOY2yNRS36h6A8QgAaz3txYlx+Oa9ILfNUQvLPNJwFur5VgDcrbOkb243AuDhvKYv4/1kq3x/z9oqvXScf1cAOO7pkVP4FmjLENDbi2FHCX1v5yIv1ujvE+5T+jsh/+9TDwLgT5WXlVMBKkAFqAAVoAJUgApQASpABagAFaACVIAKUAEqQAV+WgUqAI5Ovh4CuzMTbj4o8RLAgj+kbuDYXLtyvsIucXcitLBeH0FzD4odTCq41RDPejg8bu5hB48eAhp1+XfavueqtdDPyBEsfVFIfBUm+vR0ETjqI7g7vR7+/f/dSz9b/XAbww2MetGO98fRI8Ih47ulo3AJJkfgVQFC7+jtQyHHNjsYAP0TDMrgdubQ7PI8lznp9Wxrfg+EmAG0zJ+AYwG7R7qhLnNwR4PiCHzFBjbOj8ID+5x7fmLTOjQYwW1b914+foaDd+YCj/l49VIN8x2BcXb5jkJbbzlaM1jOIaB9br3XcPa2Ge7XIMqOXm6YrYXp/KcXKfaA2vzySOxn/nvmJN6zZvvx9zVHEL7W/rI/t5SOe0wnaODG3VrfW839wwB4q3s/ynkAYH31BGtLXwQiAP5RZpD9pAJUgApQASpABagAFaACVIAKUAEqQAWoABWgAlSACvxaCtQcwBmkNMC5BMD64LsYaYNTtgfAJ/Ng+nG5NICrnwGAe7eulzXwchTAKwDXIWELK11dp3a+5QAGgNb6HB61h/TuRFUA/CpO4ZfD85NDZnUA/+//82DM5Sr9U0DtMFDhsIJAdeQGn6kAZ7hjMQZAtwh2o4t1tJQyBAYAngEruJ6jk9VyFsv4rR8GuBuYRoji6PjF+RFo3gLXvQauSRtjGyHCOeMbcNRL0BC5fzP8bXo252+uzweL2n1Ou6P7qn2oztnksK5tTgDwCP6O5hNho5HbGvX63Hgfc/hrAGDV0nIrmzs7DefGyLxrADjXHdcLWs3rL7pv8xqIPZ0B3a3v60yWcY766P0cqd6+uwUAz1z9Pmdj/Wf9mvVqq7+z66ydCoDbCyy1vILc7jzOxGzag9oJgNcX0A1nL/L70TmAT/qbcONGvaG9eC+58TIWpwJUgApQASpABagAFaACVIAKUAEqQAWoABWgAlSAClCBX1yB4x9fSqDnkoMVgPLuTsIjK3MogBGhj6GXZNgVOONw2MGKAkl15goINgewg17L7xrCP+Oh9knA1xqYauGhPfQmHL4GfAoA7udOQNoAACNXrObYffp2ERewPrB/PTz+djr89i95gG/9ywBYxlYIZoNGDlqiAzhCLjhq1wBwhr9dCOjpQnSNq6NZxq/hhasDGgA4OFcVKkZYHV3B0D83NwNpKA8dpi7XAUAbjldEw/fRBesvBQCYJucvOrsGWxaAzOer5eRt7VYHny3w5gDOTl6fH+nXBgVUCOwprFt42NrlcH2EtDlEdITAFhJb/mfLjWwtwpFeXMw5FPW87z24eg8ABtBf5LceROeeAdI1iVF/1TQU1rU0ylE+etkhlhuNN+6J78YBjE5163t6s/j/2TsX7jhuJFmzyaZk7+79/39yd2yPZ8YS2SQvMhMBBLKAquZDtmxH7XpIVuEZQLXO6Q+RuX3wrQBwbdfTs/9Nri0A7mH1v5UEr3Wyf6txqF0pIAWkgBSQAlJACkgBKSAFpIAUkAJSQApIASkgBaSAFPhzKXD6z79qQFiDTh6qOYAjAONdCZVslwFgzn34bCCvFAUENvCLCwDY/n4poGAPAI9AqOemhYPVnkeO3wDMPjaDni8GfKNP50HGhYf8vzGaYvz1K0J4vtx8/XLxsML/7//dN1BteYEdbDYH8BoAA4Q7wC79hQahXYxlpF4ZRDFoBQAOndhtzG28DgA7sKy6ZNDa16eDC4Di0dnb3c8Z/PI4rT0Ohd3WwucTvc2csSswPD8QEO2MDknMBGtrBxD6gQSn+mV/eL0KldnRPTiYEwDmdQQAHnvb/hXg2DSNSeecwRzSeQZ3UYdDQTP85Tb3YDRD4+w+zjl//YWhC5rMXLJ7DmDsXQ4RbxECYs1m+ZnT2tWNsirLLvtZmzMAnNtCGau/Gtu1DuAjMPwxDuDJjhMAPnoNv/nzDIDP529Pv695h775xNWBFJACUkAKSAEpIAWkgBSQAlJACkgBKSAFpIAUkAJSQAr86RQ4/eufEcz5pQIzwB4LPQy4Zz+fnh+H3IeAMQa+DJoNMNbbCy3s2QwqcZ7h6L+XN4B3ezo3MTNA9r4d1toX8OEkBsBhV26fS3EJutP35ubLbwUml1r//T8l/POtwVVzECL3cAmsXGIycwhoBrYASee7c/RJADiDUQweTmbMkYGoO14LNIRDN+Y1wlneUTPnbN5x0zDP5A7GWjAojrFVeEkkzH710NjJtWt1DVBmpzH2RGHjBdWHg3UA3g3GxnrsuaVXbxKD4AxJx3kgR/QYRpj3oo3T96idJ8BBASJ4d7YWpYw5xNt61jlwDuxoIxoIQGv7d4Sf+W+0yevBc4ZDGJrCibwFlX3drK1+UCNCS7cQ2NT4LMcw9mfft/Hbal/n9ck5wgFaN6G6Vwub7u+x4/yOZ+dxaNYb3HMQY445rHkGvdc6l98KgIfp0wGGLNfmIMSRw/dI72tDGL+1n1X7e+1dO6ajuV3x/FrA6p/99m9IPVF0d7aDNrbP7P17Owg+er+uHd8VU1URKSAFpIAUkAJSQApIASkgBaSAFJACUkAKSAEpIAWkgBT4Gylw+vkfDy8BKQOY4TIAzIDu+bmA0wq/DJLaFWAwSEsGLnYPbkr7nZ2iAMYMjvn3cPr2L9XZmYx+DQDHOCJ/6gr8+jiKTdedl0+3N18LALarA2DL64gw1lsAbGXZQWh9OqQdtFqDsgEA21g8fHNAXkBkn1+FjHbfwCrmOa5JB6qzPepA1LWI9hsA9/zGAW0zAGaHZYZgY98xR8Bq+3l3LrDc2q36YcwMgNEGACZcquGYHfdObgfasxZ7AHiEKVsok/tDnuEZALayNo8yYwfATbc65vJ2zJbgagDMbt1rXLcrAJwH0UO1x/gAgDk0dAbADC2t/OhY3s9xmsEvxgMATGcP/FEG4TNAzeUyCJ6B3RkAzrrMNF7uL3/nowX+XNkrj/4EgJPyf0EAbO/i3V0A4Ph3cvy3c/rBsLgpAPwatVRWCkgBKSAFpIAUkAJSQApIASkgBaSAFJACUkAKSAEpIAWuVeD06y/hAK4RjBuU619Mw/1YwGV1pwIAR5nbjQPYcvYCtjH4ZZiSncHsIAaUDODSXcSYlLddXHIOYytIZQfxmBM0QODzSwn9/HQqIaBjPv/9P/flC3wLeR1zhzM3vtgPVzGA5OxLeoa4GCeL3oFh3M0O0wYjC8h2wAwwTA5gqzcLZ5sXl6Es5g6QbKGPcQXAjbXBWrK79xpHLiCwjZcBMPRrwLuCH/Q/AvrI6czzy6BttYEbACSwxE7gvlZjzmbui3MNox9AYHZox7OAvwyAbY4bAFxD9F7rAI49GZSRndIYD9ZiAPZ1r8/2Ga9x/N7XPYeGnkHYVe7gZ4sEkEI684GI2TpF+bF/lPtoABzv1gxSo/9wsM/emdn+Qxj5mt6c3p34lR3tUX9s+UMA8EzUem8ylZ3SVzzCe3QUYvpv7gD299UdwPHvh4V/9ggQAsBXbDIVkQJSQApIASkgBaSAFJACUkAKSAEpIAWkgBSQAlJACkiB31uB079/LVl8PUwz3Jjx077YHi4LS1qucEaG42kPAKMsYCqDiwjHHO07qKRcvlvHXYyihYEu4/A65dt3b9vyAZerpCgenLr2nB3KBoBfnm9vHr5Gvz/+171D5Jsybw+dWwGsAWDAXcyfAWDcQy5icwIDNG6XbpxzhX2lLwZSffzRJodVHsrVxmawCwAYa9Lhch9fPKvAolpf2SkM0LhySjKQRH9ndwBHCGWEio419d58PravuM0Yf+w3wGfWO4O3BuQqWeuaxIGEtkbJaor9PJsPO4GzC3gFgGNedW+USq8NAe1rm+gdu19nOX/tXs7l29+PDqW3O89H225nly1CQ3OI6AyAe5sWznqE9dcA4L5f5qPDXR4b50BehanODmDs+cnbV2/19208hLANed737ra15QGOPyMAnrlyBYD3N6p9agkAH2qkAlJACkgBKSAFpIAUkAJSQApIASkgBaSAFJACUkAKSAEp8H0o4AC4wRjYgMuNDM4KIm3gNUAJQHEP44uWMtx1w24FJXD0ArgCAGeww+GjG/RsENrCP98PbuWnYmRmdx7nGI4Q0vb8dHN5DNB6/8kgtsEh++u21gXYjfDSDGABLgHkAOcMAJuADPDgMLWW4SK20Ly4DKh1p25APswXMJzb47zA2YHY1s4Adg3zbOzPnLfs6B3AeoXoWEcAbh9vBaltngSsAWzR512JkWwAlQGw9YN7tibPdd7l2IAD97Zvaj8WYtkwtYVRheuaX4027grdee/l9WGwm4EdzzXa72PhNcU69LCulP+3DmYOng2SjrmCZ1B3lpd3dS9/RLA+OS9x3i++q0sFhHTOEHgNfKPXDp/DaR/61WcU8ruPcSSh+SBHrs/uZ4S35vn2nMqjCtnN2w9EzENyxzu+DjXe3p968iDD7u2BlBEcf2sH8FH7r3IEM/h9bw7eax3B1+bzPQLQ+WX4oL9n7vBV0wGA43PcDr+EA3juML92eHP3Or1Vr1rga3tVOSkgBaSAFJACUkAKSAEpIAWkgBSQAlJACkgBKSAFpIAU+Ksr0EJAAzxu8/YGKMtfVK8AMOrji/HsAEa4Zf7i3EAiLg7lzOJ7/w4QS45Sz8Fb4GOpB+evwUZcDJUDwD67w9dA7+UxcgDf338q7dmX992p2p29lgc1HMZ9XAZq8WX/6GC1MjYOaIK8uKjrADpbW2007lIufZV5ZIctQkJbG9cAYC9X18kdmjSeDSht8xjrWBsbAEwu1OxIzg7ncMgGADaZI7QxnN4GEbtrF/300MpvB8ArKN73Q/3NnMrtvMMcAHe3N/J61pzNZVIMVBnGIsQyg2GUnUFg6Mx5fXPo4BX38QMUFDLc2rL3JwNVu8/jbXuRwk5jb80+5BgAZyjq49/EOt4CWGiEueBvzGGmQ7Td14lM3j7MPWA3D78sANzWt8FYyrE+A7nXQltfrBV4r72+pq3ZRvzG9wSAv7HAal4KSAEpIAWkgBSQAlJACkgBKSAFpIAUkAJSQApIASkgBf4QBU7//PniBBRfhHcHZPFs3hmU66GLuVwHQD0HMPL6OhdIzlEGzPyM8+1aPXbCAhi1disA3oSgLnCVc90aqA2XrQ1kzAV7uQAAlxDQdZw8L4OU4L4cmtgLk4MVdZG/NRysOd9uh09wAA9zrwCY8/FCA7QLOMyAOO+UDDEcOFfD8QjqEca7hxZu0BiO3E2o5d6b5fzly6abQz8bsLuY8zdFEEc9H091cruGcBwX/WYXQmTP5ow9uBfmOda217bxxrUFwH7XDwrYhbDHUZ4PKcBVmyGw10rkFnB4doCCwzuvnJ6z+wyAs3s2O33zmBgUuzaZsG4WobuaZ+sDOGwhp4e+Cxj0psn9/60BsI3vKYUCt/VgAG1l4MqPvYFIBtc5e/NhgyOH7kyz19ybtk/vD0LQX9WmAPBGJgHgq3aOCkkBKSAFpIAUkAJSQApIASkgBaSAFJACUkAKSAEpIAWkwJ9MAXcAM5xiwAEAzA5gPEcIY4oaPUydc6nCkZvdxQw3OKStNcQhnBE22sChQSWDogCHAD4c8piMuw6AmQk9Pj76OM/ns/9srl2Aqpq/dgt6AlxuIG9rvLt4rd0M/Da6FWhtINscsg6azdVMMGoFgBnQox+AagA2h9wVfJuO4Wq19gl+Uh5gHm92rPKiGgDGmrFTOzulfa61//w+eH1yBTadK3DdvD/u0h5dhgC+MwDcHcUd/HGbHf5dD4Btbe4svHZ1psIdy7AXUDj2VPTYQ6KbY7w71LHv4NwFpJw7WLefKNlxjLFZyWsBMLe6l5vYD0QgEbO3PwLhbwWA+/iuC7GLvS8AvPMvkADw9uNlZbWfyGhbH/9One/7waLXQOTcrEJA7+xXPZICUkAKSAEpIAWkgBSQAlJACkgBKSAFpIAUkAJSQApIgTcr0EJAI/SttcRAkR26DP0MRLZ8tZM8iNnlO4O/gyOwkmTU49DRdg8O2nD/GrwzeBpg064YT9ehfykfz/HFPRzAAbftWeSxDTAZ9cPZirYIFDYrYXmYnMUIf5xzzzJI3vuyP7uNRwe1OTXNLduhYptphdIMITwHs0XMtomlcXIY5hlYneWGxb0cqtrXtPST7/NuHAAvwdwZEJ3Wq5rDCdxDR29Dz3KbDKWZ8fD6YP4MbPN7YNsNgJTdvID2/MzGf40DmOv2XLd1H+9Q4JzTNwNo678B/LovIsz46Ez392WR8xYaWkj1cAePAHj7STOuA4PwKDs6a1GfD0TgHoeanrm6t31v7/AeyOvb+zan8FMD23zABWVme4N7y5B/NbbXOoR3eeRNRHPKAAAgAElEQVQsnPIqBPNR6OWj0M11QsT+p1OcRLYfyh3Wv/bUw0LgI/j6XsCa63MEiaO2r9mv33r814xBZaSAFJACUkAKSAEpIAWkgBSQAlJACkgBKSAFpIAUkAJS4K+nwOnfv5YMuRYyuBLPDj5KcNFCVA1IzEBtBsAmTXPTlnocyjnLhjbtfjgyDdD2mMFwDPe+DfSygzIAcNQPp6c97g7X6JG/XAfQfXh48GcxN6t7NwBggOIGoNx1jLLIhUw5NKmfDIUAE+GWPgJxrD00a8y5AmCEMG5t1XCwDO2tTBt/BT1NvuRi3jiarwAyAGYZDM+gGAPwWJOYWe4mQ1quZ88A9zuEnQPg5s4dbODYD73vDNj7Xuwhz0PTHi4brmzsLQ7hzM7bnj8XeZBTeOHqvgbQ9f1Y+sLcvP1ahh3Z3B/vj3h/anjvFtK5g9vZvuN3EocXWIMZAJ6B0hRxOb/q9d1aw3p2FM9yDR8B1Ly/BIDrEggA18+Z0XmfN+hrASz+nbIIEgLAm9ddN6SAFJACUkAKSAEpIAWkgBSQAlJACkgBKSAFpIAUkAJS4DtRYHAABwCKkKv2H+c9ZWAHYLz68pxB8PYL9+3MMwBGifv7CDncQkCXB9sQtOdNjk/uodePuxkA270ZIGPAyi5K04fdk9Aqz8o1stzElFM3Oxxne4DbcwBOrmaD2JajlmEvwinPQC4D5ZXjtsP9gMbsAEZ9vm+O6bGv4qQsIbkZIsY+GsNg4zn2UQbBGAf2IHL0Isctl48cuLN9FLAnh6TuOkQdHlt+1nMEY18UvQtU7bmB+37h/LsMb/fcqznnLuudAXPXIsbdxkoAGSoYAB4BcQ+dPHNAz95L1qWD3R7yeRYKmnNvD+9dGeMs/y7KZKf87F3I72b8PZY8Oq8wc9T6540cwCvJx/vvBMl/NQcwDjZZBAkB4Ou2kEpJASkgBaSAFJACUkAKSAEpIAWkgBSQAlJACkgBKSAFpMDvr8Dpl58eXzI8nAFgOAwB1+yL8Oy+s+EDfnHoaICbBnqLC9VCOUe/kVuVHcCQ4TUAmB3AMzANBzByAGMe9kV+XAG6MmC2exkAY3zZscuO37yU3AY7KWdgFrAUYZ8BUVynyxwA5/6OQujOXJ8OtwGYa05ijLUD0CDSDMjbfqmwGvCQ4dwM+MZ+iZEziI77NTeyHUYgmOiHASYAmEGumZ5b33UwM0DNms3c29Fm3RdlAzXw3ly2Y3hoH/fEEjtz7sIxnENuZyBsdWf3Yl92GgoAzNA174lr/u6hmVF6HwDbgYDVhbFkuI89xe/Bqo38Ln8rALzuP56sHOuvBdBXlWfoyqGaf68Q0EfQl8U6CCX9lwPA5rT3iATrfX/Ne4Yys3+rBnkPNsxR/deMRWWlgBSQAlJACkgBKSAFpIAUkAJSQApIASkgBaSAFJACUuCvo8Dp5388OADGfxnq2hfdJUi0h5hlMGx/G7Q1gJqhsJWbA+BSp1o3jwCwtWEO5A7mwqGK+h5btlynm7P/tDGeKm2wfLEFL9cw1NEGALaB62g75pyvDGQ5fLOV51zGqJsBem4zh4A+Al+zcVkuWgBgnzfWrMw15l9/VgA5hDiuMDeHx+VxGOAdwi4bdCXIAcftLFR4cPyXUj70tB+ltRgXAGx9xoAZOiFkMjtgI7R3bY/atTrW5Napax135Z/Q7wCAI1x46BU/Zw7R4XnR18aFfeO6EwBGjxzOebOpXJPet419GH8F3BxGOucWnrW5usd9AZjzOLle1iP07U7wGwoZzg7g3sb2HcKz0Xkcznnel7P8xK8NCf0aXdp+mziAj9p5LXhetbfbTgrPHht1ou8KEB9N4uj5a8BvE3O9/v5+HXDS97pojwDoUfuvre8HYQSAj3aSnksBKSAFpIAUkAJSQApIASkgBaSAFJACUkAKSAEpIAWkwB+sgOcAtjEA7M0AsD0z2Auwa2DWal0uF4e0AIUOm6rVlqEwYHChGTFdy1v70smAg92nnqvRoLKBkgyQrCpCMDcuQu0wAC6kuPRWoOQpADGDW2vXYCW7Rg1gcqhjdkLmHMCo16BrpYkroAxYi7XOjsi8B2YOSbiLY07kwq3QCKA1Q16XmwAw56flecDhC8DZDwXE6AwAc4jgPpcKNi1Xbl2wsiUckni9qg0A6REARrsGgH3sBE4dLNdtsgeAn80BXPYTu3Hv2iGHCqhTatDsVm6A+AAAM+BmR26GudjP9nrYYYQM6LluzDuUyAZAbjfvG/57byxcbgbAR2jccwnP+jsCaNjrOLjx0QD4COTPxuwHKVII6CPAe/R8by329B7WtwHgMcd4bISIlIDDFq3NAwfuteOKlw0vRXd97zm8Ma69PgSA91fg6P15L8B+1fqrsBSQAlJACkgBKSAFpIAUkAJSQApIASkgBaSAFJACUkAK/GUUaCGg8UU0Ox0xS4R7zgDY7ne4G6UBNHKI6CjXISGAptUx158BRnYYo+8ZBLZnl1LHgDJykHaYizjEMTaeA7c5A8Ax/gCHHVgFKDbomsN+5pDPOVR0jClgCiAsHH0MU2fhmjOIZxAwuiRDtw6so78BEtf+4bBtzlontXGxszfDX6yrSQ7wugEX7BQ1UmuOYFq8a0Ieez/NwdwBsOs3AaIbOGK5eskJzbouAbCB/9Jnb6vnOAZsgwPYdbV9TGGZs2s6tO/jwN+YA+Aqg/hZ2OYVAN4Dwjn8NI+z7f3kXs55emNfBriPeZQcz3zgoL4jozO+baPpL+549ve1X3M38Vh9OKBRH+X55/dk5ejmlv9wAExO2yGH8gIA+xzLQZfh0MC+8XZ/QVZPJw7gQ0A5LuumZQHg/aU41Ddv+NTcUf23bQTVkgJSQApIASkgBaSAFJACUkAKSAEpIAWkgBSQAlJACkiBP7sCGwA8OPQK7DLnL0BnQNwIzbxy3sEFnJ2oDIAzOAXgAGA2btu/9+5WTQZCl1LguVDjDIDbghTohPbsHhzM9juPpQGjCj8AgDF+CyXMAJj1yQ5ga5tdtQDADf5agerYw/ysDYPNFhKbrwy2Zs+ivzEENEAb2gMExM9hfSsAHsITOwBMIY+JqiWO19epwqvm2E0AGCG4j16YFl456ZTrzZxxpxLWmwEr1zkCwP3gQ7jP2W3JgBgO6ey4xn306XXK/5XjA/6+xFp1uJoBcJ7fCmQeAeDsLJ5BYe4rA2DfohUCY8wz7bdhzcdSvL+xJ6+BvtzKDACz8/uo7Gqv4fAFDk6wy7ytX3KIf6gD+A0AeHvQ5ehNesNzAeCNaPlzZu9z+Q2KT9MQrD7rZ+0LAL9FddWRAlJACkgBKSAFpIAUkAJSQApIASkgBaSAFJACUkAK/PUVOP3z50tCHSPENAn4S2+EZ55Jw+7fnCuWwzo79KSQz2iL3cQAyWTibQ5hlHc4XSEbfxHOuUYBnRhCZSfvLCQzO2rnzt7ReQvw1gFwCZmNPMXTOLsBK+26PF2aw5jheA49Pd+OYcFjGG39btzKiJ1cyuZxAQLaMC3Fpbu3U+5euIIxBgPBPn4L510v9Gm8k7qr44tCGaDkgwJW5gi2ZfDOjmV3d9qeoNy/GN8AFKvzdzamgOWjxRJ9mnOc3dvN4Z0GzaHQoTfn9c368jP8zvty9VGUQ0JnsJyd102LllcZTuvrP+z8gEA9CXB7CmA+uwzWWm5uhAPPTuJcZ2w3ObF97/T9k+vOYPHejDJIP9pz1ziLDxVc5NjFoRPf++kzI+/D7bwXvR7l890LHf2ROYYPxvFegDk7CMKKfHT7+fPrve0f7hkVkAJSQApIASkgBaSAFJACUkAKSAEpIAWkgBSQAlJACkgBKfAGBTYAGK5Zzgnc4Vc4GXPYZ+7XAVx1Ddt9fEHO4NigEACwtW3t5TaRJ9UAY2ujumTZZZvnjNDNPs4Sf5S/oGdIFE7RDjrhbmagMLgpa5hl5A5l6Gh9ZUd0QWQ+tAwIWvslpCsAnwFgc+zCkQgQxgB4tbYny1FLNCvcygVS+pi6O5idoM1la2UQ/thzLke4a4wj95kBvTPAmjuZ9TAeGGF2I9etDea2UOEZLBnAdaVsR45MQHLoi/LIEexsq3LpJWDehH6u8zd4XsZRtvBwrcH1uM4O3ykE9Mzpa1CWAXD+PQPjvfeacyxbuZx7+FoAHFruf4KwlgyAV7UijHR/avAcVwaw8Q4xWH4bAM5jOZ5T1BAAJuUEgGmfbs5HDVtMAHj/M0NPpYAUkAJSQApIASkgBaSAFJACUkAKSAEpIAWkgBSQAlLgj1Hg9OsvoxUXLk4GwFuoEg5TgyYZnBTmd3O5XCpU6cAHYNkeBACucLD8fX9/v8nxCohsgDOg5jYHbx7XzBlqZeDatN95vJdLUD6M7chx6c5lS1ZcLgO2M6CF9mcAGE6/GCfCAvdct1Y3XJMBwjZ5fBsgpZkTrGFwyiF42WHo82UQ13LuVp0pL3CsVQcgs3zPGbBm6AyIfg0A5vVEXw3q1mG0MMplo3Wgb9DagH+0YFOaAUasfzyL/ZcBDrSpy9yGBA1Zu2gvBubaJ1dtjCWecz5k3J+Fkfa9RSGjYw1GsMs65baRuzeXyU7hWZ5ivM/htI0WQu/4I+fxjb4jdPmsfdTN7lzLC5tDiWOeeL/48Aa/s6t1xXx5rEeOY8zPf/Z02N5Uc7i7/n2fHAHlrPvw944bNjtZ2yGX5ETP7S/Hg77g9M197zmAdyfxyod/MQfwVv9vkYz5lRqruBSQAlJACkgBKSAFpIAUkAJSQApIASkgBaSAFJACUkAKSIGkwAYA47kBWLvg7Gz1CuQ6VVpiPwqfbVdztBJYZeck4LIBYIBOe54BsIcgbgQqHJYBXDulyY5Mnhc/a0CWgJbPqzT1dCmQ1UA2ASkGp3DCsuMYbTcAXutaPQdodYgZRmN8zxZj2a+RODlwd4g53l85mNGegWaMheHYyv0bcycnJoV6ZqBq5Rh8ZQjGOmGfoA4DZw5pe+QA5jVkRzEgcJuzAdEKgNn9y/URgjpg5hbgeWjineuFANnMRdyrjg5gg7d8kOAaAJy1BgAOXa8HwHsHGK4BwJx7u++lPfhre3UEYDxfvHvXQlOsFbSd7Zcjp+5bAfBsK+TPAqzH7sbx92bhpv69APBR+GffcL8TuBQAPtouei4FpIAUkAJSQApIASkgBaSAFJACUkAKSAEpIAWkgBSQAlLgwxU4/fvXgsIIuM7AZQOD1Zn4UkjRnYEpzwNbAZiF+a2AFu7h2WhRBoDZ+kMIaCu/HUuBweX/zuezQ2BnFxZCl2jnBlK/QqYZ2ET7nDeYQyNnRyNDRkBgOAhfXkpG2sG22AEv2md3KUJBYwoz+DgC6aebu3MPHz2r1+5Vd/EGrBl4dkd3QCHeA3yPAXEG8Cvgjb5XoVJXIB/rsgoHDQBs7XMZsG07vvBU5uvlKqQEnPUxVf5rDnNckfu4O7J5G/F4xu1FhxXKA3M6I6dyaLndjAgBDTi+Cs9tNbNzmFs7grpcf1bWZbD3j5zlebzPZf/miw8pGGifjXELakch8jvU16A7qhnmxlxij+ZDHfwO5/2/2nd9X8Zved65j1x+u6q9jdmBg6H8NYC2VnhVDuC9dj8a+B7NYeU8TsIdrc9M5/xe7pX53ts/mp+eSwEpIAWkgBSQAlJACkgBKSAFpIAUkAJSQApIASkgBaSAFHiLAg0AozIDxxFcFtBW4JbzMcvZW364082cq+UyHsAO3dlgDLBZGQbEAHmWI9gufub9lxzABsisnkFgXChn92cAiOdjzxnmej8VXHOeXTgorfxRLuEclnYAmQ7HkX93BGinGjIX48vQlcEYwHKGpDMAbO3l9fJ1oYHm51iv2VxmgPc1AHhWdjbnmcsac8mOZIZyczAeYaBNetuVFmacLwBgb8cPL5gbeguAV9BoBqM9BzLyKFe9GTQDLLIzNgNgny85sfn3/B4xbM1QN7djf6P8awAwQ2EGwNmdHmMDMI+/OHQ0j321N1eglfdzfndnezqv2epgQdbzCPSuwPA4t+7U3r6ruUdLid3Dl2+fjnfeBoBt3+OgCZJhx+frh10CwLH7r7W3f5jwakgKSAEpIAWkgBSQAlJACkgBKSAFpIAUkAJSQApIASkgBaTAsQKnf/58eTH4OoOzVn0AwgbXPO9vDwMNfubBYFNUUQ5J20BYdRsD/LGz0sAZoF1zCj8/Bhwrbd+f75dfus+ADzt5+fnoYIxcu+zwBQDGl/uz8rOwy5enSwvhnKEVwwKGBnsAKodZzsvp7RRA3rSqobe9Lw/V3d2sMwDHY0Lbq3J4noFHhrKj+7E7iln/GTRh+J73Hc8D/VkIcZSbPb9MrLfsdA0AvM0BHAcS+H4cMOD5YwwOmwvOw/VU9Lc9nPcGgC/WBeUzzM05gXun8RuczLa2nMOXHcSD/pNQ320e9MzuMSi29nqY8J6LOu+B0OU0uIhzCOi8PziPMOf5Xb2/1ucs93DXcMylvX1H8p3x79U7tj4E0OvPQkTv9T8NKc0x9CdDfRsAnjX0wSGfBYDjnRQA3n/B9FQKSAEpIAWkgBSQAlJACkgBKSAFpIAUkAJSQApIASkgBf4QBU6//PRYIjpvoRWP5nK5+J8Gfy2yJ2Cp5QI2B7D9XAFgqxdO1jG8c4OrNWx0BqEdHpd8wcWta4AIIaB7/zFKOGXt9+wOhPsX9TPoxTzz/QyqOFwzwjTfFojGUAeuYQNbKwCcXaQZClmUazMnIy8xu4Az0PW2CkACTDcACQ0AgNHfLBRx3nEA5nyfdcn6xt99DWItRqhqzw3WIvexhUieOWmbc5fALq9Nm1fqb/bWeJ9HrxMctxOAw65gA3ArAGxdUFrqm8fHi4fjziGRZ05dr0t9AxLvAfi2/jsAuGlGZWawmPNAYyxzUN0B8Nxl2wFwznfs5xNovWYHK9DmHw2AoduRczi75Wd7fnx/+l+zd5D32mzLCgDvv8ivPbBy9LEw+0zcqyMA/FpFVV4KSAEpIAWkgBSQAlJACkgBKSAFpIAUkAJSQApIASkgBX4PBU4//+Ph5WzQykMpB6TlUM4GfQ0AA+z5F+4FLp0LofQQuuV/rP5RqFQ4e9EOXJLd+TlOl0GL1WWwyHVXIjXo/BLw2i52HOLeCvgYzHWQOyGJAcwD/qEfwK0cJncWatogb2l+dFcb4DY4WiO39hzC+/mOAZAc3lIYYZsf4K39niFmPB9znzosp7DJgLUrjXmNDPLOnM1WFwAY0JH31+Cm9f0X8+W5zBy+Maf9VyTDuhm84xagJYBphHbuAJjHAf0AgA1+4t1ZhV3mvlbu36N9mcEtu399TNXZmwy+3iwOQ8TYIyTwUYhoC1iMvZTVnjmABz3JdMoHMUxHzudr68iHJ7i/I8CH/o5AXOb8R3sn99vXPno8qr+/M7cHJ15bfhU5IBbL7O1wRh+1vHh+rcP3oHl8nq2KHa3v0boeze697b+3/rce31H7ei4FpIAUkAJSQApIASkgBaSAFJACUkAKSAEpIAWkgBSQAn9PBXYBsDspy3+PD48R5rXQrjsjXgYqC2PwPLzlv/v7c4PHJmMGfA54nnouXAdApR04BAFRrS4gGj+z+zmf6wwCZyjjQLsC4OxMzWGf8/Lji38AYK6PHK8MgDl3sbUFVy5+4h47cuG4NUhs4zkCwN013Z3HvhDlyvPjMeB5FOzhoXlsKGMAuPVT1pnb2TphLcx0KAftZ6CtOZMrlWQwfS0AzgCO14vXnXWwtgFCKxtv1eYAr8ydnLMBV3sI6OkYLFy07U87OEGTb3o0IBtCZZcs/s4glw8mZOib9yr+5v77unQwj0MKsaavB8BzGDaGgOb9MAL3yMPdDoDUsOsY+wq4HgE41D8ChUcAeOZkZ50/CgAfjWO1tqv3bLqPBYDpPd8/JXK0b47231H91Xqu9n0u/972j/rXcykgBaSAFJACUkAKSAEpIAWkgBSQAlJACkgBKSAFpIAU+GsqcPr1lycPAW1Xhphw+xrcityoloX0zkGlXQ4wS97b+/v7DeDNQJLbBgDkXKl4jnqArNFPDyGNZZhB5hezzdLl9W4CPGfAZvXP5/N0VR2UPY3gYA8Aw7WKxjKoBei15znkLeoYHLPQ0hZWmsM/s248Z7Tp+Wonds+WT9aIr4Pw0KaB7538sD7OmkMYACTcsGMuXA7n7G7wwfHZXcdwFXNYagacoUsoEWvd+5rBYmiG4ey5Na8BwL1+3eMlrPZtBaR0bsG73QI8ywJsjmWbwLj/GKQbnGXHdQa/2F9YyzEP73SbtjzAM/Cba7QDDe0dKS72OpnsBM/z5Lr8HoTbHXmm+/rZbx10jyOZ5fOFa/5bwK68z/reGd/vFeDd26fzVdm/+7sAYBpC7u/qMf/RDmDLNeCfQ1ePeFrwvQD3vfWPRv+t2z/qX8+lgBSQAlJACkgBKSAFpIAUkAJSQApIASkgBaSAFJACUuCvqcDpP/8qX0HX0M95igDA8U28/b+FRE6OqhLL2ECqOXwZ4AAU8U9uHy5g3NsDwFYmQ+AhTHWB07Mv0n085JD1dur4rb45l3FlmGgAOENs9Imwv+6QTmDUpXLYR+7Y2i+3l9vmvzmvr4WK5jZDCwKxBVbiYrjcAHCyCPq4CO7msNHoi9fKAC5DQEBkA8BcPgNge+bO7zrEGQC2dnEQoK9z15513O7PuLMHgO058guvwvYOMN316QA4hwDnnL+AnKFPAOAMMaH3awAw5+xFPWjD+YQZ4GZttlrFInQAOwLgvfqmD+fA5jkClGeH6msBMDvjj+aC5/nQwayeAPC1aqZy7wHAVPcI6i8BqADw8Nn6xlVUNSkgBaSAFJACUkAKSAEpIAWkgBSQAlJACkgBKSAFpIAU+JsqcPr3r8U3WwFqd65221VOgev5XBtENQJacgAbCCT3p2mJkM8D2BxC5G7BJdYgQGt1Y9Y6gHTdyXpujuUMEfB3AN6AiQywrB+b6/nu3FyZHQDHKHLIarsH+NfCT5dhXh63SYLZ2Yw5YUwMpAZg6wMoTusaDro/sxC7ESK6uxRJ7AK4s6uY3c4ZNDOEnYVmxnitTR5zBsoMdnJuXzhKsWaz3MT+rO6j831xPtcp2S0cSOD5zpyMGdrnAwhYZ6tr7T9eYq2i3AhrMyhsruoKoqKigWGra2tVQzpbutV6gKKPt+bNJZd1dttyTuw2zhp+Ov7efiJZPxwKHeGqj1yeEQp9Gwr3PQC576sAySsAnF3ROUc277drP4MxFQ9LX3VagcY/GgAfOX6P1q5/fsRvWecjzZbtvwfwrjqdtHk1AOb3jNqXA3jyQXC06HouBaSAFJACUkAKSAEpIAWkgBSQAlJACkgBKSAFpIAUkAJ/ewUaAGYl2F37ZKCsOH/tYgAFAHRX3a4GRzmUbAbA7Pg14AzHL9yyHIb6CAAHDLXcrDFqDpPM0PLTJ8tN3MGX/f5ULLU+llLf+ukO5a6AQTaEvLa7GLuFW/by1XXrkNRD/47XzAkd+m1DGwPQBFSvOVJL+5ajdYSu3W3bQaMNbpzfLJcsu34xH/t5uVycZfZQzuNcMgA24JhhLocqZuczh3J+CwAeXM4TwAjFM+Dm+zxXO6MwA8AccplXsc+VY9BajmDo3e/bHnh+vviamQZ3kV63XTPXLgPgtp4VALtxPeVWzu+fz43K93nnvVgB9QEAHkBh3efe0ksP925/5hDORw5gBsA4xJDXdvMC0Y0McBn+WjEDwHuQUQB4oe43BcD9UAxyTa/WuO0FAeCpREcAfe/d0TMpIAWkgBSQAlJACkgBKSAFpIAUkAJSQApIASkgBaSAFPj7KuAA2MFOgbI5F7ADywpYDLh6uRLRN1yaAcLu3IHaISncxNnpymF+rQwAWACzTswAcwMoRyjlGJ//b1spG489yiF60b8VDHAbVdDOpbhAR6dztGntYIyXy9MQ/rnD63Do2jgcIBtVLICMIeSe0xc6w13Lmtiz4lN2wBqQMRy/7l52YB7zyE7gDiQrYE4hujG2nNPX+6tl2RXcBLbndY0Z2LGWKLuFteEINThXWPqNOY0BWmdAI9Y5WmNwjPZ5H/CY+H6Ma2yDxxp7hcN6lzWsIayzFqFLrOs4t+rsbbTUyliM7g6DA7aPblvOn4z5zxzHOZdvhp08Tp9bAsBw+mbgzu36Hqzu6+bcJv1dwfJOtzbsIII76L1m24NYG2y37CburuOxDs9/OMhAGw97IMaK+vEZkWE6lgKHT1bA91onbnaV8x7Me4yGvPz12n6P2sK4/hwOYFuzMTz8an4CwFtnPmslAHz0Zui5FJACUkAKSAEpIAWkgBSQAlJACkgBKSAFpIAUkAJSQArMFHAAzJAC4WwbaNsBwFbmfDuGamY3bgCTgLgb2EnuXX4GMAwAjFC7fr/m8727DaelXQxGDJJy/9bu88ulQVOrYwDYru5yHgGw9fvwcHHohTIBqQ32FXDtDuIKv8s4AGrZyZvh90z4BmYRwrYyxKjbQwxb3QDm0Se7KF3X5DbNsBYO3Qwe2SnMcJaBwwxmY025nxkgBtQFBGbHN+vBEDC7hmfjWgHgvIc3gLXozGDRIX5ZU4BLBosBbLsburd1PQDOYbihG+beDzoU0F/jGF8DgFEf65pDS18T6hlO/vcA4HGfdPg+Qnh/Q9tyY09gHTL4532B98Pet9j3awC8B/7R5rUgVgC4KrZw5O7+M9pcxQLAuzrRw/zZmesJAF+rpMpJASkgBaSAFJACUkAKSAEpIAWkgBSQAlJACkgBKSAFpAArcPrPv8bYsADAHdgFeMlg8LmCGbh/zfXojskWEjkcrAZLOaT0ysE2uw9XMrt6bSznM4fljek43H0qIY3LZZA0h6q9u418v4+PNQR0Ib0jNOz5YR8vj+7shZsT0NX+ttDWZZatn4Db5vo0R+2YD3bmcGxqV5idXawNcFJoabiArV/OoYrxoY0MZe0+QBo0guwBt68AACAASURBVKv12YB6vaKd7raeQWAua7+v3MG8V2YQeOmApcVg523XMOaS3cZjf/1AQH7NGdDz/ODWNZAKZyzPD+10INwd5PtwJhzEo2s9dPb9bE7vOigG0V3n+G3mAs5zyw5fe55BMPL0Wpd+UKI2zPl74aL1gxY19DPG0Bz77jqOEdi+Hz89jnPUoo8M6GfO3bgX6zKbI9Y0w/+sT+yR8e5s3OMBgW0rs/d51tfRPe5nuYfq58Oyrbo+eV5HfW+evzUU9FG99uLs57D91jl+j/S4FrCuQO219Y/GoedSQApIASkgBaSAFJACUkAKSAEpIAWkgBSQAlJACkgBKSAFPlIBB8AMEQz0AALHl9vzUJ7mlDVHLECK/W3Q1bhwQMdw6QIAD47H6sa0iXDo6QxyUAfgD1+2MwDGF/MGmRkAQyQbE3IG2xi/fLFcrTc39/eWH5il7GDPIW9xwHl/BcTAcRzwLEIyMwQ2d7BdBjNs/jYOqzMDZK1HD509Alo8c+AbxkdyOo/uU3alzkI4Z1AKEJwBcAayOR/wzN07A7Q8dlYVgBxO4AyOGfBavb3nud8B5E5y5uYXpQFOejAL1zx7wRgA5/lxbuTYB5EbmgEwIDv2vAF4gHuEop5Bzr6PceighkRPBJOdwB2yjqA39lO0+FT2cQ7bPAPA6GYFgPngg+8x0OFJZNsMf7G/fb+3UM9x8KLvp5jD9wqAOQJB7F+8t7NdFPcEgLs2AsDrfaInUkAKSAEpIAWkgBSQAlJACkgBKSAFpIAUkAJSQApIASkgBd6qwOlf/4zYwh30hEPWAK5dGRCiI4RBRlhmOFMtVHGAugCoVg6gE+15aOaa1JYdqgCpPB4rBvAH8GttrhyDBpIMvuL5mDs3ALBd95/OdSoGsSPvruf1NZB8KSGgy/85vPRcw+HytQt5ZCMUdDxnhzOHOuZ5bxeoO3CbptWF6/MlB7C1k0MoA0Lfufs4xpaduzkXLMaT77velDuY3cB53Kv9gHIN4Nb2DG6e7wAtxxy/AKCx3kHOZuua9yHGYNw9pTweoP4MXq/WIfZrheyAmLVwuHXN0dvHhzFlgNzaL+1ZMw424fStPw2m5lDl3l7N6ev7LAFeDvkMkJrL+F4Y8iDHaNjZzH3g2RhGGq7lmvMbINeTgQNCI7R7tG9DtfeB32V8HvA9WzcO6Twe+OgHHBjU+2GU3wkAYy7bPbK+k/dr/nvl0D0ExVXr9jmQHcHf2gF8FAL6yAF8VL9K+mcCwLPPEzmAX/O2qKwUkAJSQApIASkgBaSAFJACUkAKSAEpIAWkgBSQAlJACvxeCpz+8b9fBq8eoBw7eHkw2QkJcNrBYMBKgFcAYMDdFtIWBUrjPddudyjiMYPi89lcxR0I27jyF/AMnALoxHgApP7zNQDw588GgI0uh9WWYS7DVmuPcxTDHQ0AbHUNOOOy+xwyml2r46L2kNN8H/B1BMDkLKyhtn2MZeWag3YCLdFuc2WmXZXdtwwlV2AjA+CZ/qF7hYWbUNsxiO06XQeAY62iDZsyAFLfV10raJ/nydAW4DsD4JwbuBwD8D4NOAcIrgclku4xLttzi/E53A8XOS7sfz4AAbibwTxCNmcwauUZAIfGNSR57TPn/E2Mub1bEbZ6BMCjA7cejijb3vi2HYoA2IXWeN/gwOefoVG8y7OLITbmsVcuRw7YK4tns7nv9TUf6fbAwjUAmPueakBwNUPHNo73AOAjeOtC7IduxmGAlS6H9WvFPxsAxkGM+BzqYfOXOuiBFJACUkAKSAEpIAWkgBSQAlJACkgBKSAFpIAUkAJSQApIgT9AgdNP//e1AuBwunZ3aEAe++/u7m5w7GKc4Ywdvwj3/KIEgA0moZ2V87cD4J4XlcFpwKOz94Urw8qtMzUABoCtAS2b6JcCgF8KAPnBHcABg+0ywGXjmDkX7TlDKQvxzGAG8NjK9ZDT6L+Ht52tL+f0jX44F2+q0cBNd5ACFK9ALAPi7BDOYDQD09l4jxxvWRfWjtuzdcngzkMB19zE2dUcumCtbFeNYYHZFWt7uODZjav5trrRve0aYhswbnCquht8BGDsSvV1rvme+7swqtXmZzmwa1tw4vLebgcuqvsX/UQo9jGOspetwHkeLrq/P9kJPMv5ixH3buDWf6Ic2ngnQn/oNLp0xxDOeA+G9a6O9gyhsT8ykM33V8/z/pqVW+3BvL/Z4d3fjV4qO8C5/vrAxFjf/hpd0dTKBMy2PUA5mcd+Z2/p4t4e+M3A9wgSHwHiK4f1ZwHAWDccvEHY9qPPwytlUDEpIAWkgBSQAlJACkgBKSAFpIAUkAJSQApIASkgBaSAFJACH6rA6ZefHp0ymePXwwrXmLru7HW6GyGVcVmIZ3wZHkCqh062+zA29nIIKR2AFTl/ZzmB4Ra2Pm0cAT9KnZbHt8PRmVvVAXYjQCMAdnhTnn/5WshfgRuff7A5XarP8famZOzdOH2z0g4oKf8v6wDXb3a2osxq1WYAgeETg9KAJYY+TZ8xHPFNAUSAa1270SHMcHnmLBz1m4/4GuABODhzZkKfcFaPkNXzKycAHHsT4cSrq9ZApClhbbSQxwghHHvssQJezCJCH5fyJW60jcsi6joULSALYK/D8jkAjrXsunD9POc9AJz3BMCuOXjRRwbADPKtTM7fG+PC4OzQRX9nfd/imAeBdMyku4lxpxww8Pzekcu7O9rJiU55vKP97rL3XVpz+rY+DgAwj6WtGW0PMky3BcD+eosDeLa7fw8AvOsQpgMecGCb0zw2BULWjyOfOoiXHzZ9f/Qi9VSNAPBKtXYfn//2mgkAH8qlAlJACkgBKSAFpIAUkAJSQApIASkgBaSAFJACUkAKSAEp8AcqcPrnz5fmALZxBFgtMKfabeHy9duFmpUIx34hRPTLbQe8dv+lNAdwGyXDAYwwynDk8t+t39I+O2IBkQANj0IrjwCzhrBt5CgcwL/9VnKV3j7f/FcBwKfy00FLgadW2qa8CrkKyIW1yiFu2YHMwNKg5uqK8Rb9AP4ces/DigK2I08tu0gB6rifHkK6hppOeYIxzwasHSCPuZVnQHjlNI49gVzEIyj1fVEW3v+zfLpwsbY9FiPH3pjlI545gHm+AMcOZkpDUwCMQw2+4WIs7gx30EkOY88tjHy3CVKnOQAgY45ZH4SbBrA1sIuy0GwWmhnleI5WjvM3j7l7vdUGXnl/+hMCsNk9DGfyEBqbSLfNiQ+BxLgRYnqEv9gzOSQ0gGZ/f/peGfZt6pf7mr1HGYC+1wHccxTH58c1Bx5W7zfGPs5vp3TO8ztUpPAHdP/tADi1t3L0rpzA73EAU5vv1bc7pHuO6r31yM9e078A8GuUVVkpIAWkgBSQAlJACkgBKSAFpIAUkAJSQApIASkgBaSAFPgjFTj951/VO1i4VHMxGgAr4PRULKdxL3L6mvP0uTiAA5ZZDs/y8M6cglHWLgPAcQEwzAEw59lt8LTE5YV7NTserUWAKIatWbwOcLfA5FLg9ZcvZbynp5sfCwC+LWNnAGyw2qAzu1Az+MI48JOBcQam18CFDN0MsG8gIsBqAZgMgF3vRrxqCO/69woAQ68MWaM8XJ/hpHZw747Z7qze0x4Q1SMs1xS3GfwCAAOSh451VGXrPFVgj/Gh/6Gcz7vsKwLnsV+jIatz6Sl2457PJfrxthuYHwGwO3cNhDcnfAfAU2d12fcz5yh0Dof8Np8qADPv35zft43VNKK5uhY1ZPS4//dCMff34QgAGzzOhy9m7wH2H8ry4Y3vDQDnz4m2Ps1BHncEgJNSAsBNEPsse3qy4PLxuRifSQe5klcbT/elgBSQAlJACkgBKSAFpIAUkAJSQApIASkgBaSAFJACUkAKfEMFTv/5lS13Y65bhJSNL76rg7M6vyyc8vlsIaILSytfit9WuvYMizA5XwH77sqX5nB5+hfpzTEartcGC2vYU/uS3cAknnmO3vJfSUncQvGy4w8AO/Tqoaqh39NTDwF9f1/aORfIacUov2aAzzLXWt8haEpUyfAyh3S1vgAjd+FAdftxGatnukR/MVePVVwu1spArYfGJliaQ/72cdXQyBRuOUAmHJgjwIh6FdovIMfKJd3H2N2hvhLVNevzKOPgubD7FiAV5RmyrDiLgeDWRw1ZfL473VzqQQWsvdU3CWxbRp0Av/35TIct4JnV4X3HujOkxfizdjYeBrIo91Tfn8ExXR6uwPF4vx5sMO3Jce06sQObRB0dz10Xhrt5P2MuMwDc7wV1z47qt3KzI8fv0d7Mn6V57fJcjgDfch5X5tCdOpbtnV/k/J2NP9+LD4x15IGh/FudvLX9I32mY/vAmynSeLT8Cofxar/MPhcit30ckrkr/whdM/dryuzJ8ZrxfaCsakoKSAEpIAWkgBSQAlJACkgBKSAFpIAUkAJSQApIASkgBf7kCpx+qw7g+OJ8PpsAkx0AOwBFLtXCKJ+KtdbBnkPJiBGN7+A74CthZCcAOMNUL19ck7hKLf8VUNW+eK+Rg6eD7blCR3BqUPPx8XTzYA7l8v8Gf+/uSl/WSoUtzUFq3HWHUPGzPQDMA2TnrP9eIE/uYwWAuVz83gGmuZVtDLe3kSMU45kBYB5DdwiPMmYADFcvgyqAel9n0mkGgAFz2z6oAHijRx0Gjx97YwT7UbAD1TGksoFdA8DmQOYl7PDXNLI9OjrEeTysY4bVGQBDH6jYdQqHMly9q8+JGQDEfHto5upsXgDgbdtbAMwhqDnkNOoyoM2wmvP75nXLENjaYwfxbc1F/EcD4Jn+s/dYAHi1U9P9vykAtn/r7B8NAeAr94mKSQEpIAWkgBSQAlJACkgBKSAFpIAUkAJSQApIASkgBaTAH6JAcwBH6NsYQ2afAMD2rOWodZDHTs8x5i4b0Ay0hHu353nl3Lj2PDudUMf6hOuK7/E4O7AqMLoC0Qi9a+GLa87ZAnkvBf4+fDVgenNzvi8A2Jipw1+4QZ/rF/sR/jjm23/H31ipFQzkuWVA3EEoQml36u4OszL+AG7nCLXNeWvreHgcLVx1Dcm9BcDhuLV2oHNA2Tw/+zsgPzRbAViuz7A+1mTcFx8BgDFf1jLDO95DDGXJ+Ozu35yT+Qj8Yk5Yc7iu+1wtP26PKJ0BsJWbhYDmtz27eq084C/vvxz2GfU4nPfsU8QOXuBdRW7hDIFnAJj3+ZETmCExj6HrG3e3uZW3Lmx+n/M7lw9N5PkeOSZnYxvep2ophev/qL9DBzActtmRi0gKVxp1Z+vKn4Gb50cO4Lc6f9HRuwBwP6Cwmte1939vB3ADwLf38e/kgc5H++donkf7+b3tH/Wv51JACkgBKSAFpIAUkAJSQApIASkgBaSAFJACUkAKSAEp8OdU4PTzPy4lmnNAwvMZYYHHyUToyzTBasOF49fATrgdo407yyNKlQwAj6A2QkB7mONytXDGyD1L5e05QkfzKFA3t+tlqsMWDkzr63I53Xx97A7g833p3wHMrYde9nFbfOkaAjn67aCWnagzFyzDT85x7MMhoOx/VyDL9xmW2pgY3KKNDCAxRriYjwAwyhsAzgC7tWXzp1DNeWt7Pbimq1ubQeVtqZvDOR85gPF8NibeH6xlhr48zhWYm4bcrevc5z+G3La24CDOBxdsrxhgxYUtjxzFOQRz1hJwOEPgWb5h7sc1odDaw9yJerMD2d+hJEDuH3+zfrYmR87YFagaQf22/3CzxxUHNuIAQawFfq5DdWc9Z39fN7boY+Z23utjus+O4KtPDgcwrpnBuswhgF5VFQCue2yfwPP+9YNQcAALAL9v46q2FJACUkAKSAEpIAWkgBSQAlJACkgBKSAFpIAUkAJSQAp8UwUaALZeLKevAYUAnTV3bHXnPiG3bwF/Bl7hyn2iXLt35vK1QNAJ6mIGgMCAuQxw4UzMZQE4DKyhTwdSDuXcgjU4ltu4zdFcnt+VcMABCp9L+OebEga61C21PhX37/0n683gXSlT7KFPz5cGahHG1sFknRPGayFAs+uSwdWlQILSWnGGRvhqwFQAXvsbuY0Bqhu4rWAWIKo5mKswDAa97SoQcgCvADD6WTpeTQfLfZwAIebJ7Y+u1JprmXPL1vVnSA4QOnMVZ5jOYNfmeOSCYx2wf/I8R63Gd4oPF/RxlgMNFewCivq+Q25ecoYPALjqxw7r6C055N2VHSGi/Wmr13NXD4cPdsq2ObPd2XZ22xt9vsgtvOqXncH4HOD1OALBs08rPjhh/WNP+fw43LsdCKkQmNcdffrbOsnHPesz32ufX7WNvD9W8xpB+Pi5GHuKetoDv+8FrnlCR5D5o/tbiJyW45ql+NAy7bPB5jvR5Mghe/TZMgDgckbo8fIY/66Uz3Y76CIH8IcupxqTAlJACkgBKSAFpIAUkAJSQApIASkgBaSAFJACUkAKSIEPUmAAwMbterjY0RmVvyg3YGL3npqTrYRULg2cyxfj2cHHIZwDMHfH5KyszQ2wmJ+HE7kCsgpeMiyELsYCGADb/a+PzzdfHgJZ//D5rgDggqvLPGw8xqEyhAYUArhFjmQPZ02gykFAuWxaFpL08bGQ5gL8Yg4V9JXfRyAKMB05JQ2KGXC0PMoAkgEfwo2bgTMDeu+75lrdA8ANYJfyK/CxB4AzqI05dwAcf8cBAB5Hg8iU/3fPTZ2hDffb1jc7qpMVcgWA4eZFO7adrgHAGG8GtQg1DmDv7fkeHXMMZwDctKJxc9hn6Od7qO6vu/ITAJc1xVxmwNeerVzP9mw7n55veISf3SHr72d9hzfO9oUlFfrl8edc2O8FwLPubf4rABz6jA7nfqhi/JSFqz3et0m0hAYgOcRxBf8vcRiEL2tvIdem7OaGALBL8hqAOxP1NfXtDJQBYLsMAPvBD4WAPt6rKiEFpIAUkAJSQApIASkgBaSAFJACUkAKSAEpIAWkgBSQAr+7AhsAHNDS3LAREtmu7LrDfYfAFEoYUCTCKMNJfFNCL1+GXLpwgcI5eW145xb+uIR3Nu4M0MZhbRsEqwD41kMth8vXAPBvX2IsP/x4vvn02QBwwBwYETl0M8BQhgRe3qBxdbpirvbTAHVoZ3l8rYzl8u35lQ0QmwcZ8rK78VySEjsoK7U74AvHZAa+awAc69afG5DvOYDb2hWYPobnnYdCZQfwFACDYJU1afuFdPFDAsURDRB+rQOY908GwB2+9TDWcMtGvW1OadxnAFzPErRw1aNuPfcznLqzkMsNgCfnL4D80RuN+sj7i5zOGK//JPcvH1IAGO7v6QglAX553Kvcvxko97zF8xzY2TG7ctBiDMNBjhq6OsYyhoBe6xU5qo8cnd8SAMf+GEf4FgfwbhtHGwbP3wOAue47ncLfjQN4odvRfnkNAH4qOeQvl7Jfy2fdufwbd1uiS8SH7doJfNT/0XK/ZnxHbem5FJACUkAKSAEpIAWkgBSQAlJACkgBKSAFpIAUkAJSQAr8fRRoANi+aA4HcOTANYiJL68RDhmyjEA4wkHbfwzmrCxcvB4SmUJKO0ClHL/ZeYu69rM5L2ty1YCuBQB7ntmCUp/MvRdUpkOrMGY57HMAHBD0t6+XAoCfvPyPBQD/8MO5wNVw6gIA8xfugIq4B9fzDAC38NQ1JLZHB/V5js4/H6oBbIthXS52HwIAx/2qtpcNqDxzRwKsIievte31K92MuVufAc/aXJ7CWQyIfegILqG/XwOAB+BX1w7wl9cVGmyBdoeZOCCQw0jza8oAON/H39F/5PPFBQcw/o49VfZEWba2nyuAzflzo07VGwtWcyPDAZyBZIrSbDuZh+t9c7/Y1+ibn9szDj/dWDy4lDtfe8hlBskou3IUvxYAuxLldEP/bODYyN3puoKfR6DLbfJVqz2otgLAs0Mcs33Cba/a4noZAC/7IdC6B4AzMB82x9Dxfu5a5Bie1hcAbrIc7TveDw8lh4Ad3LFDGwLAy52pB1JACkgBKSAFpIAUkAJSQApIASkgBaSAFJACUkAKSAEp8B0oUADwQyMJALMGlTKUzYCO3a+Anzaf7MREvuA8V84H/PTU3cYYg5UH/LXfrQ8YS0fnauT3jfIRdhcuXiv/0nKM3t389p/Hm8eHArcLSPrx8/nm8w+lQGn3/lxAsIcCHp22DEzZDZwBsAPwOgbrPyCYuX/7rGfhXtEfwBlrkkE0OywxLjh7Y+4jcGN4DfCK/mYhmQ8BsK1tdSKzmxcz5HVHSGyDnQZYEbYb42Q4jD3D/fNBAj4AEIcUalhtmu4MqDUeSw/Rrqf2rfU3uXfNn+0Q1nJ8Rk7sDIx5L9saz53BPZTy6j3nvmdhvtl57DqRE9z3WZmIgdoZqISuq/y50MLhenXk+vps8giP4Y7xnmz3Y8yyQ/Ix5zEfGjlyRca7NlctwHQ8BNCPuY7lsyarPXhNXS6TPweno7RDGPUgwHpttuGf8xxW++Y19w8dym91AL/HgcwTeGUI5SNgm7WZfS6+Tr94j+0My+Nj+Xeq7rMSrKGmSxg/d3PbR+M9ehdeM1aVlQJSQApIASkgBaSAFJACUkAKSAEpIAWkgBSQAlJACkgBKQAFGgAGwLu/v9+4buMLcEDWyF3LsNKeG8TNwBTgkWExSw+4ZyGi7crl9wDw0RfnAVMKSHJHbMmdWrr497+/OpgJAHx38+lT+Ra/WLrsZwbAPB5vyaBUBb0MgDP8tbIAwK7bS8zN+r2rIUMBSDOkZLCbwcEMJAAAj67F7izGHKC5g3oiawb7oDnWmP/GvP1ZgaID3K910ccWOAdjtTVkly0DKZ7/zDnZQXDfNVc7JH3NqvTkPrc7DIBjjTo9dLe17+URALtszZUd7Tor9fn1+gjljBFzXl4cAkDxDJ9Rh8M0r8q47tWZvIKMsTbQoGuI+xhHdglzSTjZuQ4OQ4QGAeRjr1BO4Zc41GG5UvPF4BbPGH7uAeCmu8+tw+8jAHz0fDPIdGO1l3K92MeRA3i2f/f6wWdQaL0PFo/G2/YSNzODrQLAu1JiHTIAtkgL9/fxGbG/pvtO7Y9a52v3g8pJASkgBaSAFJACUkAKSAEpIAWkgBSQAlJACkgBKSAFpMDfQ4EBAJ+LE5bBbrhu4wtuuHQB+gCBW17epleU7065Gp65tpMdnVzWfmcAye5h77e4eZF79yonXmkvAPDtzcPX55svJf8vLoOwP3y+L+2VfI7n/iU+5sPhbDvgilDMAMAMvPN2qby892egrHRj888QNLt9sw7sTOZ+GAD3MQZ46/DJQjebezQA3UsFc4C/KGt9WK5ec5X2up0e2fp7COY6eIbHDBlnTl6sMYAdnMEM3RlM+5gITvNBAMyf+8x6rvTF2PcAMCA5woaHPuFi5j3X5lK3Tg5DPg1LXtoZIGmF8TP4jXmu9IRG9nMIfd6Ab3fJsv6YTweab3MA5xDxDIGtD5s/3LozyLXHN21sCE3d9jvlWYVJeTz4ML6B+aDA7wuAYyyvBcCxTvmT5H1/ywG8jYzwGkW3ADhSEHge4PLvRhzqWUNgOYBfo7bKSgEpIAWkgBSQAlJACkgBKSAFpIAUkAJSQApIASkgBaTARylw+uWnR0cOngeX3EwWVtlgxBEAtroMgV9qGGZ88V3wo48V7QDmASj3L9i7wxiTA/gEFLYv2/E72kdYYBakQ5QCNUv/FhraQj93ABxQ+HNx/t6XL/FP5ct85FJdAWD0NwPD1je7Y+PvrYPvVPPwGshuVynHzr8MGa0cACT6Qd1rALCPw/rwytbYNlcz2jUA7HDbCenoQgQg3gPAsRf63BjQDe5hcqXyOuZNzYcB9iBp12MO0PJhAYdiEzfkGGJ5dHDyvKBNwLUx1DHGzADYfvd9VaSJNauOWQPqlss6xTue3fM+cwLhLJjrH+OxVxlhl+cHFcI9CyDNYcHR7CzcMvbqNrR0b89VKQcNuH+0ee3BjQ0Atjk1mtnh9qq9/D5OpKp7fPVkvP86B3DUFQBeaHsUPpqq5cMDR0B19hnC995avzuAGQCfW1SH1S466k8O4OveP5WSAlJACkgBKSAFpIAUkAJSQApIASkgBaSAFJACUkAKSIHXKXD658+XqeeMnb7W5HEI6OKQhFPSXK4OjwN02ZfcNfpxg04IGY3hrkCg3bew1NFOK91DMhfedX9/bu1aCYdaFu64/PLiwPO2/H178+W3r4XBdbeWhfD88dOdBYpuLmA4PbPD0YAXNEHYW3YGY2T5XgcABhQruCoAuEG5EhqaHb6cWzVD85hbOFEBoh0qUzjmcPgGvHx5NrgcffJ6GoCejTNy33ZAyQB2L3w0QCLPA+s+AzhvgTredgWlAKHQsIO2Pt/Za5BBaAZ0DOIN7DLsbjuvuXbR1xwA+/wJ9Ob3B+Gb/d2qc+PQz+iPw0tvx9DXMb9HvI4clnoGenNYcIDW6LsC5RrquR3ggA4VYtvL38+P+EkDH9LKGd3Xp+t3BKw59y8fyLC2OMdw9NvHjb3Ie+JaED3TNdqLJ9mxe81BBR7HzAmNfXgNQD5yDE+d1gxgVyGgjyDtW0JHH7U5LNA8BHY9X9RKvhawHpXPnxvtgFL5WH0sB2RaGPhS0B3AZ+UAzprpbykgBaSAFJACUkAKSAEpIAWkgBSQAlJACkgBKSAFpIAU+OMVOP36y1OYQxNJwN+AkCsAjCmUCMEOgC+WJ7fcBGa98zydHQD38tVtOgkxjTKAlgC8uI+8uw5CS78GiK2ZACcd/vq8ag5gA8BfSwhopt2fCjj+4ZPFZS65SmuqUgBgBkgZ/lq7DEehHwMblhNgdATABTwDznp44S1IsH6Lej7tdX+lzAEAZtgVDt9xvRmuel8VXGLtXefqYMUaOMAsogMwQTcPE03g/xoAHPMbXwZ2XK7GlwFwXof8er0VAMMdbu0B1mK9DLivXHwMYQ2uN+0qZDfQyi5czhfc34FxFr3/LfzdzBfrWDrJ9dhNStcjcgAAIABJREFUvALAMd8IKd4PPdB7NmzyDIBjNDA359zIfazXAuCtIz3aH0Ev2hUADiW+TwDMhyYW4ZMXgPm7AcAWAvquOIAFgPPHjv6WAlJACkgBKSAFpIAUkAJSQApIASkgBaSAFJACUkAKSIHvQIECgJnixBfzAJYcFnqWA5jBmJFV8xIbTmYnpYWANicwQkFn5x3y/AIwz5x5lpuYQcbFnFh0mZPXLmOUcP7iMTjC5XK6eXgoOYCL4xbXpwJ/f/wcfxsUjbnH/M0B7PcrcfDIuuVLf4AwtAGX8yxEMI8x5rcNc22oPOZcQ4vGTOJ/HW7heYHUZZDs3A3ASG5iG2IVKqBpd8QCICP8NDuCA6QToEz5d21uq+c8x5UDmN2SpgM7dnldEeHYoOG1AJj7n/2OedqztwDgmVM39gmI9egAzrCdXcD5kMX5bOsZ+W4ZnHNO32EPkQsa9/fCQnM7T7S+rgW5k7kPnm/swTUAjuc1xLsdVCCHfm8z4LNrRocD+vNRv+zkHcZGmyVrySGprU5uZ+U6X8H7vJfy59K3dADH/ooRTAEuDe5NDuCjl8Y7PkhG/C4HMB8RWgzmewfAZdj2/hYGvHsdOY6v3X/XLJnKSAEpIAWkgBSQAlJACkgBKSAFpIAUkAJSQApIASkgBaSAFIACJQR0ePTii+gRANs9+5IbrlorxyCEHaBW21DRxSFsLwcAfKpOvdZxJRsAwM0NW4kGQ0Lux+obAMbzgNQBTAxy8RfuDvwMsBUqfSl0+vI4Ol8/lfDPBoBtKOwsY5BpbRgMNphqOYjzhbEBADNYDV07VI7wzE2B+osBMgPLRhIQgjmAoIPZymHQrkFgg84N/LjDmVolAGywewSSNqBoN6/DEQBmtzIcx8M46t7IbQd4jt54H2HPrcLcDscSLJw3hX/mvbFZkHojryH6m82dx9f1QrjucnihFoCLNrrAQYJwYPv86prFXAPMsws45/q1ELKuSQW7sxDQPD/PJVzDdPt8ksN3psUYzjnGyHX36tgzAGCfcXlJsOZYnyMAHNB9Gwq693sAGmmADMuOwFre33mes4Mmq700u78CwK9pI/bkvIYA8PcfAtpypd/fKwT0a/e8yksBKSAFpIAUkAJSQApIASkgBaSAFJACUkAKSAEpIAWkwLdXoAFgBiYAlR4uuIb5BbxjR6XVeank1CFqhZ0PBmgL1zGHcAa/PCWGuBsHcHG2GnBCrlsOR5xdlj6OGqbYcwubg/XGQKk5kktI6hL++eHhqQJg+8K+OIHLdf/pXADw2cth/BgfA5hLodqYd4yjtOnQNnLtwlm6Bz8BiA0mB7cL69jzS4zFAHDk8+1uyZhXAOIoYwAugDU7ZAdNrX4Bv9ZOG0/9u5fjcMR37pqehijuSV1bDmhrYwVgswPYy1ZQ6tvEIX0FkCBfFWBjfXkuWFf+if4BlvcckE/VKQ5gPbrtOrid5ciNPMqmOanm4cX7+H0KZc24PuvIWvnv3JivZ8+Tm8HuzAUMANw0MGd9IojstoVDH/tllk846z1rj6Exwlabazn2JEKUU0u2puS0j/Ube+oAdXyAdwnvV9Ywjxd/ZyCcnZV8EGN4X2bjp/Eegd4McFfz3Iy7OmxXINoOnFxzrQDyNXWvKvNWJzDynX/zAV41i/cV8s+tOHjE++2uHI46l0NBOSz1+zobax8ddJCD+CPVVltSQApIASkgBaSAFJACUkAKSAEpIAWkgBSQAlJACkiBv44Cp5//cXkZQ/KaY69/0c0Q2KbNINi+nH4qgDKcwj0f7NfHEQBz6N38u7XJ8A8gGOxxFbrV6vG4ZwDYHLtPNsanEv75a7iAHdCdKgC+v7354fOn0r+Fqbbx97yqADk2jsdHg8gF+LZBjXlLMY5w7I5gOLtLI7S0AbIaOxQAlABwA8oO2cLFyyB85ljtWzLCqyI0tN+3NaJUm+P6rgEw4Hasew81PYMOgL85nyxAIEJzFyydwmiPOYxXr1aG/oCzcEhv6llI8gpszKm3BcZzAIx2So1NkwhN3d29tgkDANvFDuEZkFw5fPecvTyI0YEcQBlAtr2b1U3s78cCEK9CTM+0BzSegW1uf+B8BIBXAHUPrPJ+5/f8LR+7PC57p2cO8OhjbH3lwL0a8B4NVgD4SKHv5rl9ZFt0CQ7zb/vIALCd6TBX/LeCwALA38020ECkgBSQAlJACkgBKSAFpIAUkAJSQApIASkgBaSAFJACfyoFTj/9b0G4cMHVfLIRCjqIoUFRDsEMAIKcwBby2eqb2/Cu5NG18M+ea7ded6X+/f19c5DmkM8ZMHf1RmcgvgjnXJ/swLV6BhkNsHqbBai6A7jct9DPD1+fHeS6mfZkZV4KtD7dfDp/8tDOkcux56dFQtMOgEML1yqFXbaacCsDDiJUM+YDcN7GnxySPhcD0UVD66M5oqsTkJ3XgJnWdoZaDRiUMVru5HzNHIczB/BtTYo8AxtwUzLEc8DrIZA7Scshe+euzg5iGaT73ChnbA4BzRpM37iyfR4fL7EXCAC3shXA5RDJeA4AnAEiUun29Yjxz0ItQ+sOjKtbtpZnt27fJ/0QwgzgIpfvDL7aXkAY9P5O9/VYuYpXn1grsM1tA0CvjJ7dqT72smcMBQDGe7X3iXrkgMRejXcluc+pYQHghcpyAJdDQ3aYZEwv4HuzfK4IAO+9nXomBaSAFJACUkAKSAEpIAWkgBSQAlJACkgBKSAFpIAUkAJ/lAIFAD+WKM4WU7i7Rl8ccFYAXIgpYNuJaCAAsPG+eB65eA0Am/MSYLIEcb759OlTm5+BFgeOFEp3Hv43XLbZXYuGGLSijLfbwiUHADZAbeE7H7483TwUAGzBoQPgFgdXAb+fCiS9K+7lYuby+x0oBTgDAGYAywDYwC1few5gHl8OkQsHMgPgGQCN0MRjXl3rn51i8XsBwPcBgDk0M5ycDi+qozkDYAemdf2L93gT8pmhGuZ+DQDu2nboy2vcnM/JxepzSDmAdwGwQSt3ftvYI2dy3zdtxJuQzL7ejWpHuQyAswvYDw18EAC2drKDehXimcfKIB6AGLPksNM5XHPO4ztsZNbCdlOyvmJvvg0Ar0Es9isfFsjj4r+vBcAz5y/v478UAGZoSwcymm6veb4nvi/WIlT1XygEtADw0SbQcykgBaSAFJACUkAKSAEpIAWkgBSQAlJACkgBKSAFpIAU+N4UcABsgzJQ5ObYSkIMmhmkNYCLK4cExvf/cFn636X4c/nG/Lk4Vx26PF8KAL5vsJFDSHu/O1ZAOI8DGhtYDkenXxZ2E/mHaw5fb9uhX3Ej21jMEVl+Wv5f++/lqULtmmfXmvlcIOn9vYXwjNDQAXQDsuKK8NI22AjvfHRxXQbY++E8ewhqcwI/F92ibvTHMNh1w/1qlM5t299jaO3LmEt4A4BjVnmNC0YNaG4jKXVQZjOXAoKwtjHuMTcsoLTX97WL59nZbPcApH0stexeCOjOJuuhAQa+ZR/OXKCYB9aStpXfyqGlrUmGv+wADidg9IPcuFgzOLmhK4eB5pDOuJ/XmQFwhrAMdBnmMkTmvTqGoE5JeTebOq9fL4Bxc3ur15jhNDt7fT/VHNpo+Sjc7WaIdb/O7vO67oV+znswjyV/Pq1A8d4YjsYXYxhL7Tmkl+3N3LoMaN/y/GhiKwBc613xcXnUwx/73P4NsUNEPahFHQ8OftTPzPpvytGBhNdO5uid+Oj+Xjs+lZcCUkAKSAEpIAWkgBSQAlJACkgBKSAFpIAUkAJSQApIge9TgZID+CEAcHFKAvXad/p3hUC4Sxc5au1Xh1wV7OIL/hJGmYGfAeCX8j8WCtjhV4HB9wWyAka+FgBbN3AWPz4+dkBZATAAAyBfNQA3AFzS/t78599fHUiPcDMAVxn+zecfikv0rgNg0yJfqy/iZyBzb6n3w9BW6Fw0tzy9M+AOIOyObTNuLzieac9w4Om5xMGul4E3OIDhDjaXG8rzGmMcvkcGJy2FKvaBBADuOgUQZQCIvcS5lt05XuGq9dFCZXuu5sgPzeNpINWepXoRutzGGbmTGZ6aCxxz5XlCkyMH6B4AtvYsBHoGwL53a8MzeJsBsJVdlVvtqT2HsOtJJPutADjnw0Wo6bcD4H6Qgt81AGIcssifNTMNjgDYDP7nwx3x+Tc6WVfv6Z8DAPcIDk0zD9WAD4trnrdPi72Ps7UDGP8+HJ+X2W//j37qoeQtYgUORGCfCAD/0Uuj/qWAFJACUkAKSAEpIAWkgBSQAlJACkgBKSAFpIAUkAJSYK3A6ZefqgO4QE+YuZ7N6VpZAb74hhOYQcldSfprZR3U4Avy8oV/uIDRwJNDvPgPOWvD5WnXnsMJfRlcM+hkDmC7HCYbGKzO37EdG0t5XLu3ENC//fYYDl539ga4RK5aK/f5h+IYPpc5FxdwAMbrATCDIvzO4Wt7SOpOQmYAEksEwGQuagA2hswd6FWXcs5HXMCwjcNyIePKrmWGqBbi2fUjwMEho/u4DHz0PJg8Rw4ZzaG9GZbZ+gWYtavq7KHHq7u4cpVw21kIccuHjHDX/dBBjD3gLy44c0+mRSJ0DcDWPekO8VqZAfsAqtO+nAFD9M2gngF51350Bq+A7V5+3uwKzg7fWQjqNr4DALwHUHOIaLicrW12OvubNbGs4gBAO5zhbsryeeBrN7rs8Q7P80T3tX7tb3vrym39vQDwRMUBEL9C5b+4A9j+LXl4LJ9HCQDbvyO+i/2fojj8YYD96EDCK5T1onIAv1YxlZcCUkAKSAEpIAWkgBSQAlJACkgBKSAFpIAUkAJSQApIAVPg9OsvTy/hFh0B8F0N4WvOSbsyAMYX3c8lRPBL+b/T6ew1DNoZZANgPdUcwnBINqhU+sTvR+5a+4Ldc8zWCt73BAD7cwegZT7lp10GFL98eSj3IrQzXKJw0gIA39+bGua6DTd0vtB3ziWaAXAGvisADJC57afeqWA3w0fk8G25gFPoUQMVlp/Z+m0A3RILTy5/DoBc9QKsA6BHNR9v6QvwcQjdbG7sGpLaADDCT3vzlXu7M3twIMJRHgWcBRvkLwtmfcP5y/DbN+wEAF+eok+Dsa1ehbwZAOf1y+uQHdU8T+t/u1cJZlexjvL48lLA8bvn5J0BYIyL4e9sjdE+2uhthQv3owEwA9eNA7zpF583s3fsWgC856TndvMhhFxv1c5f2wE82SkCwNPPyCMAbCDYDkIBAPPn5bTBV94UAH6lYCouBaSAFJACUkAKSAEpIAWkgBSQAlJACkgBKSAFpIAUkAKuwOmf/3x5uRTHpYGg21kewwr0+IttQCODbQYb7T+4fA30WnsMUKLt6pKqDTEItlsMWNkhy/CXYZU5r+DgZMeqA1fAXnMcWgjo4gCOkMlj+Grr10D3D8UBfC4A+HQL1+wYt3Rw4Fo+4NLHzFXL89jbXzy/FaBqelO+YoN35ryMvmu4YwezPby1aXF5tHy/ZW4V/LLTFe12sDB3xD6V2Nl5Dfv8xly7rA+Mx74fCuM7cmB2LXr4Z9+YDnq7zTcDOUtHDFgN17DXK1rY3ghA3sNE836b6Q9HMQyzfDghj3Fc264FQjjbOmG8yA+MOhn47oV8noVv7usX76zPlEDueCAhSjMEhkZoh/MI5z3LDuBcLoOpPZDcHcDx7mDMWGfudzhYQCHO3wvC8j7cez/3393x6VHu3qPn8U71zz/ea3jGPWajNRz8yzHXgx3Dczv0QQc+NnU5V/CBw3fZ7yzf8LDQCHcfTtqPds6+dX0370B1AEMvPMe/JQGAI7pFu47mzkUnzvn8PuzvxzF0+UfNW+1IASkgBaSAFJACUkAKSAEpIAWkgBSQAlJACkgBKSAFpMCfW4HTr7++vDw8XAK4Fdh456A2XLR22XfZAKyAcsjna8/NrWkAGM/O57uSM7EAyJqDFvfZUQqXptVHW7OQ0ADHcP9a2x2ojDlubYwGl+ACvnkJh6GHgC4O4JKl1ccIBy3C9RoA/vT59ubzZ5us1Y/8mAwJscQOsuyPIdftuAGyY3Rve7D7NAPx1j8BYNe7MOqAaB2k5VDJlis5cuD2EMoZgEFvD4lNABnlrJ8nI6smS4WxAHk9l+8IaH3M7iSMMODsAGYdGNjjPu+pmWbZuWvAFmO1YfoeKeA15mKO9OrKq42tgK7vwRROGv1nh/oMUiGsNef6bWOBbgal62CbptTpzP2bwzz7OpCr+dncztVevQfPchjndU7gTfTs9q4ZQH4tAF45bb8lAOZ3L/ef9/9rgHCG0v4RsMi9vQG0qdyM9wkA/3UAsO+LmhZh77O//5uyD3Dfe/DhmjGojBSQAlJACkgBKSAFpIAUkAJSQApIASkgBaSAFJACUkAK/PUUOP30E0JAF0Tqjk0DaCUnbnXfcehlh1DVzWu/4xlgL1zADw8WcrlAI4fJ8QX3zE3aQmdWXQOEGFB+dleVjYPB8flsf0dh5GB0qFtuGlhCfteXZ0s2HLD4a4HRjyWHowHg29tzYbc9N661Y3zV3L/3nyx8dQBgg4cG15B7uIHPOo/u/hpz0+Z54u/sZJ0BO4bsK72w/azs0/NjA7wAwFiTgNwj/DVWiNzMw1oUAdhtmwFwdzuTy81AebXKAh5jb2DsDNo3ABl7h/LTulO2AM4VWEO7eR9hbTrQ7kAluymjDeyf+Mnw1/UjYAcwl+EztwvnHwPFOBTRDyjE4YoYV4RHr+8GgWGsbYyhh9rmNUc74TQOAMyHCLiNXi9+s7mgXc5VzOGlOcdvrr85QFD6D/3C+pjfcwa9eF9ibji4gBDQIyHN88Ea7EPuaGPMvY28xNjfXYcY71atDGKx7rOw1Bkwo7UDQ+dmf69A9KqdzfuRc4C3hRujGMz2xkqHVdlX3T9ywcJZXMvtre+r+v3AwvF5abnnba9vo0LEwYDRASwA/IELoKakgBSQAlJACkgBKSAFpIAUkAJSQApIASkgBaSAFJACUuDNCpz+7/8enZ7YF/Dnc8BfYzoGRrMrFS5Nhm4M3gCHL5dLc/YCbMJFBxiIvxEauoFH/8L94pAMZQGKGcRWL65PPIBoAKlwoRootlzExf379Wt5bvMyr2+BwpazuDpFrbzN08Dvp8/l6TngnJW18MkGJHE5QDOwVxq1PvA8A5k+7qhpz49cgeyInbpMawNDOxNw0rR2itnhIOBvzCHc3q4VOX95B9ljOIAZfjWXboJOHYgGEHc3dgWguQ/v2kJzV8du06uMxYA76513dWt3Mm4cQhjnEeNhYIv1gIM4r991ALiGrSWA296JoIi7ABhjZKC7BazRR865bHreOSjv87rm7W/vcppwBsDxDvUW10B+YYEtVWcu362TEZ28DQBnvXxvUGh2W8dwLf8FAfAK+vJGmIV+nmyUI2B9zd6alvmTA2DPJOCfU/FZdgSATUd8BiAqAB98WOl4BL7lAH7zDlRFKSAFpIAUkAJSQApIASkgBaSAFJACUkAKSAEpIAWkwN9agdP//u/DiwPN8p8BPoNLFsI3OytNJc7jCyAKF3B3eQbYgXvWfjegyy5huHbtmfddrMcMdDyvcAE3CDt7i1y2ZMJCZGRz7LbQz9aeOX09hPXNzcPD882XhwiH7P8VKPJSnIsMz2zelvv3c8kDfHe2EVl+3/PgivW71WWMugaA2fXIX+RjLoCcTTvTFryrQhxAggz6AHAzwMRubWCutDOE5K4G5zEEt43fwGzNG1tDlMaYt05BjOmpON8A1dwVDdNmqQUwwQAxz8XXt0L0DInhhMUecLB5AIA5zDPq5bcX/bBznPuOevY/fX9xGy0nbzk0AI07hAlXL4di5kMJ7NwdXdYRAtqewxnN48e80ZZD9DSxGai95pPr6PAB5wfO87L22QXr+7g6fv1Dol6zPMbbdVmPluEtO4BZ/wzKMqSeAe7XAuCY7zjODOD2xjGrf6T/qwBs2bNLIHgl8G2zo8+f6coc5f69FvAebdLv1AGMaAl2kGAPAPu/Fxa9wD4XEJbeQ9CPkS9WMggAH20QPZcCUkAKSAEpIAWkgBSQAlJACkgBKSAFpIAUkAJSQApIgbco4A5gd+6W2hkAO/REqN/6Bbd1Yi5huwB/GUoABDOUNKA7ywmML78zALa2S2DqNh/0ByerPQC2fH65eLnmKC7w1pijhe78+vX55qH0/fIcoNN+GgT1OSCfqudsfLr58cezh4KO+dmX+Qy4TIc+Hs6ty31jwM0FS3PwMTd45uo1mMhOsRZauQBXtI12eUwNDFcAjL/hXGNHbAfupc9Czh3kFmDEkCJc0tUZXH66q9pDn1Y9quu2LUrV3MZrAITnzmXy77Yv4ORl7Ww98GzmnMt7DONaabQHgGNMpkXPzYtxzgBwn0PNiVxPH2Af+GGISg4Z5LN2OQdwdvByDmyETjcwvAK0rGsGsHiW8/aGVuOKrNsPiLUCwH3vVDVLw4DcHEoa/eF14oMevGf6QYMAaTzWa93OM7fyqt8MkFd79vsEwP2zqH0SCgDvfey8+hkA8NMToPs8BDQD4BYOPp2p2XPxCgC/emlUQQpIASkgBaSAFJACUkAKSAEpIAWkgBSQAlJACkgBKSAFrlDg9I9/XBwJdQdw+cMATGEMT+bcneTKRK5f+8LbuKgBXgOIcJgyBGZIzGCVoQ6HlsaYrd+AmRW6VXiKv4dkrbUSHK3GIwGAH0ss4wC/ERr6hsKnOrwsdS0s9A8/3t7c3weEDPdtDfNbSJGHpCZPpgPzmn/Vus5urwzNhrk2CDwCYMy7O2sDviGcrj3P4Dn6jprsllwBB5uTAeAMuKN+h7/2N9y21hYAL0N9lOH5Rzvb0MCAoj6HCosdknO8ZZuLhTau4bnZ8cr7mMc+uG8roF8BlS1UDude6Dpxs1Y9eDoI7crjAfTM4HdwAFfXMMq6TnXubb1rR5hfhtMAtbOxZh0xvpmjl8fO+2YLgs0Jv83hzTl89yBq3pd7IDaiZvf3LY9xtq/4vYg17FEEeF5H/aLtWdjq2TjyvSOH71H5oz6G16k69/3DuV54b/2z7TXXexzAM/evvS98/8hB3DbpPJT4ERh9zVTfUtb+2bHcv/3czxoAIyrA+Q6h9cceBYDfsgKqIwWkgBSQAlJACkgBKSAFpIAUkAJSQApIASkgBaSAFJAC71Hg9MsvBX1UEBoOYANxBeo+lny4lvO25tDkTuwLb3btPpUcifZF+QwAo54BxSFUcf1mne8xrHEAbGCoQmDkJm5QOMFD6wcAuDuAn24upYIBYMtp63mAKwBtX8p7fsenAgNfbn78r/sGc+/wZb4B4KdwGfPFbt4MtjO4PQLAGDsgZThkozeAKbTBoad5PBkk5vXyPnzuo7MT5RgAZzjLYZxjrrE2gPu2F3o7Y25aBskOzi1cquewDejHfTEAhibZ+et7L7EuW0J2/Pa90FVgABz7JBzAdu0B4Hhe2zFn+QJw70GeDJo5VHTeVxgT7mNs3xIA85w6eA/IaPvNrq0TuANXBvHZ8XvkAEbdI6dtfr4CwDOHceyHUJTHw4cmMgCG/teCyFW/m/WdHKjJZfhvAeA9db7dM/t35uGxfAg3Pn0MgO0AkdUbAj3QuzMb7dH+2vtcmX3OfTtF1LIUkAJSQApIASkgBaSAFJACUkAKSAEpIAWkgBSQAlJACvyZFDj9+vPzi+WqdThXvuNGnl+DugB0NqGtYzdgsV0XB8DdwQfImB2jLAyAXS4zQOAK9la5h8cvwGMw+ELdAOpDCQHtANgpSnczjqGPIzeuQeDPP5yLCzjKGXA29mXRfvlLeAZh0ISdudCM8xLzuMYw0D3cdHYSQk/AZAbABlBjTUJRhr9boICwxRzW2jTpbtu8YQ0CDg5WyuMLAGx1MEbMbwSBMbgMeGOfjQA4978HRbh/gFl3oVOI7tkLOHMOZ81zPT9IUKaBftr8KsRj1+wM1GAecPMOjuVZvGIaQHZAt9DgCVpneJudtBlyZ9duDl3NGsxCZPfno2P3COCi3kpzdgEPY6gV1iAMzvWodQSA0XZ+d3D/CAQfgd5rn+dxrPQpR0GGbbl5NyZOddZh9i68+d7K+bt5geeu3jf1e+QkPspFnDo9Aq5tH5R/Eh4NAE9ypOPzLsr2z1c4gM0Jzf18Swfwaz4736S/KkkBKSAFpIAUkAJSQApIASkgBaSAFJACUkAKSAEpIAWkwJ9SgdOvvxT8WUI4ZwBsgAT3ATXxpbY5Phtv8zDFCRjWL8AZ3LI6cI/yvRwGGvmHY1wGZQPuBCjq7tP+RTs5tGzsxbT7UFzMF1hpKwBmkN37NyBqLuCbm8+f70t/Lzd353A4nghsW3l8mQ9XsP1t4zvfnWl8Jah06zd6MfCLPKf4yfOfAUr0ZW09F8ju/ZyjnxhLd9GiLW7H71Go1+6CLcDezG0p7C5gIYcUzo7UmdvZuyGwm0GwjT3GggMGANgdEqMN/sl6j/ODpvHT9mIDmTuhhBuQNe1Y/MXvNg/jray3b4cKnVinFQBliDq2EyOYOXzZIZz1x1BzPdyfhdXm6XFeYH+P7N2tYbe5HN9jh/Qa4I6KzkCb9bcH3XHYIXQZD3TkvdrmW7vlgyOxb8ZFzf2uAPBqW7S9Mwm5Pu7daGHF91fj6Pt7HIEA8IFl+lsA4LJ3LpcS/aLk/70WANuqWdQIP5xDAPi9Dt6j+nm/Xgu4r/j4UxEpIAWkgBSQAlJACkgBKSAFpIAUkAJSQApIASkgBaSAFPgTK3D65Sf/ltsBXg973OlJfAk+Xg5rHR4RgKT8upw/d+YCRuhgbhVfXKO85d3FhZzD2V0H0Og/yShnQPDhoXyJ/3jxENZxBVBiJyVDnZebi8O+8/1dgazF3Xw28FCcXNUNC/BpX/Cb89WgLMD4/TlCR2N89hygmX9a/3AG5y/qZzmFfbyFJKGvgMy9nwyAMcbB5Wmhjr1O5BSGIxdtOrh1t3PXZwWQnywzAAAgAElEQVQdQ8AO2gNOdOGtDYxvCK9bFsR0t7l7CGtyFDPg6OtxHCcXc4RLlx3T2M+z9zKDxCPA4u9FdSzjoAOP08Jqs2MafboOkxDTeUzZgWt1PEA1Dh6Uvzl3MMPYWVvZKcx7vo0ttdnesyrqDEBbvwxZM+DccwCj7Cx8NvZPdsazjngPhvd1AXj7vkMLo1O53T1wYOf+82fPah9lUDzbg3zvCFQPeXXr5wG/h3lcfdxHPb/h+bU5fl8JZacjOXL+tolec5Sj93ANIPWIAgUAxzs4z63c2+mff/bvZ7z3fUzX9Le3EkefT7nue/t7w65QFSkgBaSAFJACUkAKSAEpIAWkgBSQAlJACkgBKSAFpIAU+A4VOP2zhIDu0CDcrAC4dh+5YTdjrwA4ynQHsP3NANj+zhAYAJjduBkAPz4+tjCaGQBHHzEiQGAHwBayt/xnX95//RIQrY9tBMBe12BbhaMGooxrWx7H+09FA2Pc5go2N7E7cGMeoc9pgLIIyRxaxLiy0xjjyLlLoWsGwAxxLRx3hrvLkLk1x3FeLwBgc+Nmp6VDYADg0jADTgYQAY8DJPerjo20xJqgjLu54QL2NQs4ijH1/Vdz8lbgutlz9Qa0HUA3HUaYjT8DefTNYDyPA+s40zL2XsAeANpV6OxroW3bk+WXHlJ9+/6sdLH7ezmKXZfiCAf0j70Y7wUD3nD/1xzAlHDZq9t/9m5U7jXb713r/n7yuFpO5TqRmSM+rwWv+ax/lN9y3dcB4BVA+10B8A5Abe9ePYjxTQDwCvT+XQBw+ayPvPZrANz3Z/8sFADe+2TSMykgBaSAFJACUkAKSAEpIAWkgBSQAlJACkgBKSAFpIAU+D0V8BDQ1qFBOuTuhRPY7hsARr7eWRjWEbB2NxSDFAdONYyztRlfrgeI7GCzl0GIZ4SgdhdmCTttgDZfDEAM/tr1WEJaf/nNoG2pYMCyM+7myrRyW8fpcwkBfVcAsEGuMpcCy24LaIlw1NuQydaGgdu7Bk87DJ+5WeHmRT2eC0OwGTDP7c3WAuGeI6dxXKdTiWtNc4UDODtv4d7ldvG7/yw6ZIjNuY8BFsc1jTEYSGEA7OPJFJDEMD1nBs1hPGn9MDYOXcyAGfdX67LdWbE/tocbkHM2HLHYkwCcmCcgd6z12tHMDuCmSZk8O5r93Sl6mRP56OKwzqyzvwMV/vphh9M51qaQ3L6O0boD4FKew0X3/dRHwIcQMjjFOMa5b52RWNOj3Luz/jFW/gk9e7/7ADiPOy8V9uEKAPdxjbmIc73Vug37vK0Pa4wTJQiJPW/p0El8tHF8s0zctDMn7qrce5y/1zp+8zwO+tzuy3GOM+BvUS8uJX1AXHMHcP+c7PsrDoNE7vi8L66Rf1ZGDuC3Kqd6UkAKSAEpIAWkgBSQAlJACkgBKSAFpIAUkAJSQApIgb+3Aqf//BrowP+38aX48tudrjUENINBA1IMhRnMdUdtF3YPAKMf1GP4iTDQUd+A2/hlPLuArR0DwMYRfvv6cHP5am5V+ya+wETLcTpZ530AXEJQOwC+K9rcej5kvjhkLcbMsHAFGvMX+oCMCI/c9Rhz/GZX6wy0Rr5Q/Je1CirBABiQkiEI2kXZNmcCwLjHY0LY02GfGECthVfwljVFGQDg1YEDroMx5D2Yl5vnNR5O6Dpv59Vbsfejuc3bwQV7STooRehk7svXcxIKeh4OeRw13Nq+/wsUzy7dPEeMj0M443BC9Gew198Ufy/8t3I79nIP8Wz3AYDh+gXsde0sr3TdDwjhbAcNGJJafbtmABh7xff+xlE+zupaQAsA+l4AnDXteyJ+Y8fzbB9mUDxj/9hL3J63RYAebbcIDMnxm8f5sQC474/WDwPa94DelcDfEQB+fCiHh9pZpusAsC9fjb5gKQT6vjk+tLGSJPbHx4e43utPz6SAFJACUkAKSAEpIAWkgBSQAlJACkgBKSAFpIAUkAJS4K+hwOlf1QHsXzSXL/YdXlEOQwAaBrsAnnDxMgyGW5e/vD4CwPxlOfcTX37X0M3F1Rpu1tFlHIDKwjLX8M/l+cPXrzePX+2Ld3M5rgGw9TuC2mcPAf3pszkuHwPIPFu82zt3SuLicM38BT27eGcAmDXhOV+eLq675/itEKEBTdiaawUGnr0PPAzIN7/G3L05V2x2Sdu6x1U0MGpYARTPl/sP+NxzLJvuDvhKFua8pts1jp4Y+DLQRdhtlFkBXMD0DA1XIDnGgb67ajMXaC8XznW+ANINdiJ0Mg4D8FzZ9Yxw0ahr7TEstf4eHyPPNNqw+iizytOLcdnzmYMX7nBrK9a8HOagUNA8L64fjl4cghgB4cpBnOfkicPrnuoAOhzIfdyxj3BvDwB3GNtDX8/mbO2tnL3DQtIezPfzu5a5XN5jK/A728Otr4kDuD2rgHQFen9XADxs/tcByqxrnt/y+erBBzuA7VV4KOkHeq7zOQDuw6mfe/U9tZNG92fLc47P4v36eX9fux+XcuxEG3i1tqogBaSAFJACUkAKSAEpIAWkgBSQAlJACkgBKSAFpIAUkAJ/WgVOP/3v44uDJY9lW8MyEwDGF+H4ohqhnB0I1TDOgF2AIJ8+lRjK1lq1UQEY47tphIC2MhkoMjCL50HoRujWHcoMlz3/rwPgxwKArdbWAcwhgq3E+AW8wc6Xmx9+uLu5O0cI6Dvv/zwdp4X6vJR8w5intZfB1QpGYseYs9n1KORhBoAt9/DsmjmADeBz/uZRtzkARttor+scADcD4NBsOyIDwAw1AYDharwO5I25pH385t6u+xMOV/RvXBrRvdlVme/PxmwhljMA5nYxQ7SP6MtllrEfa37pBgYrnGUXMNrgMnZvlg859k4X1n61vdXWmVzEM/jL+xo5ieEY5vUCqG/alkMVsebR95irNy90qe2weAuA2UGM8M+Y09B/dSJzaF3eG5Zve/YejQ7uUHYFgOFa5jIz0L/dxf3ODPLzPnoPAF72KwC8tyTzZ98EAJc92Lj29QA49sfpxhzAcZCnH2BaTUwA+PVLrhpSQApIASkgBaSAFJACUkAKSAEpIAWkgBSQAlJACkgBKXCswOmXnwoAJkIzA7JoJuemtfuRH3d0RX76dN96ZjBnNzM4zkNsY6FEijamiMAcgNYu++GOT3cA9/DQLwVQWQjo50fLI0vwuDpYuT8Di3CN9vuWB/i2uIDLM8vp6N1F/lu7BkenAecCbw1aNUBe3YzdMdhzg2Lu+RkAuk052jcQmsB3C7kbI+1gsDtEeQ48ZtzHXL0/yovMTuvtegSAxdxd8HrBuGn1M6gGXDXg2BysZiSuoZRnkBY6rPYE79OVozNDXJqmhz9mYBxzyr0ZiCUlyeDYc1ADhBoItn3Snbm+S12P0YnNEPjp0vfLMCeCvIDdtr84hPQqdHQGwJjbCF+xcBHCOV8j1Oz7HfttLL8f2tbcwuyU57q+X2ruYYDjNl9eMHvzUjczJy63d+TUxTgyUF5F2l05e1F+BZY5ikKeu6/NIrdsvGh903Un/nafelE+rDMrsgqtfBTG+cqQzCkq/9QdPx953KXACtNiuf29tqbTXy0sXoW2gHHDziyZ836V+3e///h38P7eHMCIfEAJgSeV80GDXOS9gPio/mv1VHkpIAWkgBSQAlJACkgBKSAFpIAUkAJSQApIASkgBaSAFPhzKHD69ZdI8mtw1/Lcspu1gzs4hGNSXMb+3jqAOwC279ftS3Vr28pxvtyVRP6ldadtDg29foWJPl4CwLcEi+3L+y8Pjx662SBqg4oFeG1cqASAe0jkFw8Bff/J5vziHmILPc1wkh3NcO+y85fhUp7jCJ463fL7NfyzTYdzowawHYEwAFqHxv15hPnd5qFcAeAYI0Jt5/DGWwAMKANotweArSxDssG9W/aFAU2sC2DIzH05AxnonzVegWEr49uqSp74rDex5wCOAgir3DVKvLINhQG7VwVEL78jTPRsP7ILeJvPdnTo+qqVQcMRjLDOyPuL+WSdsD9iP4wQvPOyEQBjYn1tRjK7BdPFPV82p7txLYp65eHWfga2vD+QOxj9mWz5kAYOF8Rnz7y93Od2/Bz+vbuJM9D9aADcN8gOQBcAbjL93gDYXPeR9/7I+Zs/2e3vAMAW1eFc/gkMJ7oA8Ewp3ZMCUkAKSAEpIAWkgBSQAlJACkgBKSAFpIAUkAJSQApIgW+rwOnfvwbysS+rHx8jFy07VO13zvlrZTOg2wLgT4Oz0oAxQ6/mli2Ql/MHxzgqGCnPHB5WcGShnT1sbw1Va1/P27iMizrgMpho7q2Hy81jcVha3l44W2cwLufAZZnv7p4dAp9LPmCAZoSmtXIGtjBWG/8MTo4uRwN32xzCBgpwOYirbj44gBsQ9XDD5MKta+AgrEJjtGPOU4ZWcDmHVTrW1l3b5iytWiPHb4Onrqf1Ga16OQpPm+frDvBJruIR/rKDOgIOXyqF5f3GEJjvd522OUdnUH3mrAM4NNkBgGewef3KwY3L7t7IMc1XzvXrGpK7F+8C3qVYx+QiNpMu7Yk2f+rryBkcMHkL2G0v9j0yAqoOoF8HgG18DKJtunl/s0bZQcvvAX4f3ct9HrEno9QRAMbz3uYIXjPwfS0AXu3LY2duAMZ8YCHvvQMDqxzA65e17o/t58XwrrYFx0Gl+HfmbQA4WrbP79u7cnjozg4d7bclB/DBAuqxFJACUkAKSAEpIAWkgBSQAlJACkgBKSAFpIAUkAJSQAq8SYEGgM1wa+5Z/kIaDmAGwPw8/w4QZyGg2VmYwTLay/mE2wwc/gbwWQE6RD61SLYeWrkw38eHkv8Xc2ghkzug2wNzo3pPxQF8W0JBl1zADgheF+aZ3cJo96MBcICGDmahE0IPAyq2eZlQFeKGo7g7e3OOZtR5uhiB7ABlBmQbwJ8AYO+nZGX2sdr/Vce1Q8by/xcPtVpQSwElbT7lF+i36g/7gvdHLjs7pBCHGQy0Xg+Ax/cBmm0B8AChU75en2MifZzH1+dODmH7+7nqmUEiw2YGwH2f9fWaAWDswxkAxhgzlGQN+j6ONZvNa5p7uDp1u9s7Rrztq7+JKwcz12PA2/dAtAF4mj/Teg8jSOb7q8+dDIhRZ1P+MDTzDgD+3h3Ak8+EpQ4HhPt7CgEdkSo+GgDvOL3rZx3vu/z77HDR3j59bf29vvVMCkgBKSAFpIAUkAJSQApIASkgBaSAFJACUkAKSAEpIAX+vAo0AGxTQD5fTIcBMId9zo7fPH0AYLtv3/8/lJDMfAX4DWcxAxXGaj30ZwAt8JT8hfhLcVqZ+/RSunj4+nRzMWg59nZjOVe9jQoa7feZAxj3DFqezzc3n3+4dwAcLi7zUkY7MS8DiT2s9MwVy/emYJ3MlwAhHrrWwGmlVzn0M9YEwNEAIYAuO3/NwbYE6AUEMwBGm1gvn2uVkcFmXucox2PtvyP0aYQb7pp5HxV2Qu8jAIz6w4GD6oQd8hPXdcG4uB73tQdVZuCYx297gQ8StD7cMU0u5+TodZe6HVRo67rdp3ncMc6eA5j3Les4CxuNccFk3sFr5N+Fc93WieuPrttohcM7r9zOszYwZ+wnaycD47ynuC8G2HugmNtYOXjzHux/x28ZFgN0c2h315ycx7xePadxfDaMc5+7UDOw5sMWfV/tA8Rjp/F+/az/7t9HeYPp/bu23e8JAFtUABxKeY8D2OZ+BwfwQSRpOYCv3SkqJwWkgBSQAlJACkgBKSAFpIAUkAJSQApIASkgBaSAFJACr1FgAMBWEbl67fcVALZnHLo5A7VPn84ejjnaWIeWthCZHOIUANjMj3eVWzwbdCj/f24MpQMNa/vZY0Sfbr5+eSmg2cBmQMk+ppLbuADgjSO2qsRgzG556OMCeu/KAD7/8Onm7E7kyF38/HLx0Ml2GbTcA8AMAxvMpcky/OZ8pQDA3ckblBh6Y00aECtjs/ZRHmO7McdvvdhRC9cwb5IVAF7BiQF0Vpd2B9YVgibIO/RHoa+xz/jnrN8NmL0SAAOCe8jr6kB+LwBGjl1fl+qm9r1TYbgfDvD9Me7VFQCO/RrrvHWrHgNgX3Pqa8zH++z7FPr6XqkhoEOHPk5Ay5XLFfPltcTvcP1GP3G3Q9UOkT8CAO+5fvuexxhSeO6FIxWfGfwzvyPzuUX7HwuA7TMm5eSm93l8l/ZDHHvo94+6GgAeHfAzna7t8nsCwI+PcP/6G3XtFOblyr9Ln+5LDmwB4PfpqNpSQApIASkgBaSAFJACUkAKSAEpIAWkgBSQAlJACkgBKfAmBU6//vL0ghDA1kJ2Adszh5+F6I6hoBGe+bm4ZQ34Rl5R++/+/uyhNFH+crn4F+qR2zZgqv334iAqxu191CkAAAMOWDljD+yqs6IGaQMA3zkAfvxqcGsMb2zlstt3BQDhpEXi4c+fzzefzreln9KIOzhLJuIKz3wOOw7gDCytz8uT6RCX5RGGUzBDAgtnbSCewSxDV86tasIY3LQcxRgPcvr63JtDN/QHAG5uZ1sPz1UZ4ZGjTtSzdt0pivDEFfYakLfrXNYZF/qBs5jdxzP9Z6CtOyJ76G8Gyy2fcZ2X9Z0BPreRx4byrwHAbYK1L9uD4NfGoGMPj3l22xiSC9jaYgfwuEc68IPj3J3RBeB5fzgQQYcIcjjoGQS2PYvxAATbOGy/ZADM47PfZ7B2hMvxTvjeKZuY9w/20R5Mzv3N+kT97KidAVdeKz5YMt6fA1O0l/cT6ma3bm6f94CNlQ91rMYS+5FGN3HYtj3yXQFgVnT8fe/dmtX6XgCwpxCoIeljnO8EwOVfs/O5pBDoH5FT0eQAXu8lPZECUkAKSAEpIAWkgBSQAlJACkgBKSAFpIAUkAJSQApIgbcr4ADYqhtwxM+AgQFpGYiMX+4bwLWq8UW3/WptGDC8K8SUAV+UCwBpF9oPMNydxqVDB2oOgOkL+Gf7dr6G2EVdq2d5i188NnQBwL9FDmADz95mcplmiRiu2rMGGuucHFQX8Ps/P35yANwgLdyN1YG6kp6BbYz1VADDpbDTgIUBzCIEdoZFDuErGUG50XVLdYqm5nBmgOWgtOrn4/a18VnWsNAp13Mpb2vGkM2d4HDZJtckxnJX1h17gkOEz0Au68T7qAPqDnMzhAOYfwsAzocGZuuVAe5sr8Q+jSd7AJj3ngHUDEzRNrR1N7E52curYDs5xhLviT8Dr9wBwJwLGPNtoDkBYM5FHXOhOOTl720I5m2e3nhfYibPNcQ3ADC7flmzFQTNYaHzemXDLvbeCgD3/vtnDa/nCrgN708N1x3zHNtZAe0MgMc+Z7su7gkAr7WJd2n/+dHTqwBrWeLLxf7t4MMB7+y4/Lto7+/5XjmAj9ZIz6WAFJACUkAKSAEpIAWkgBSQAlJACkgBKSAFpIAUkAJS4OMVOP3z50iaC4CH3KCAvx3GxRfZW4dXOH0NZDjgrA5fA74zl2e0UbosFO2pxomO8LHjF+V35Zt/DjO9DYFskDoA8Mvz7c3XryfPARw5c8ewuRj3DCTOJDVXo/1n7f+///7BQbCDWoK1cMleB5Ribga8DQB396+FCo4RROjq6sAmWxwAMMaJMeBv638GgO05O7vR/gi6O3w30GJg05G+jaXCX3aQ5ty9BoB97M1lHPUAag1677kf81h4fw0O4p1GZgcUUJddm7Mm9uFQ2UN1T+bDBA52q13dDiz4uCnktf2ec+XmfRYHDMohgEJ/G/Qs+tsBBga6oUmv7Xukuty5X4RgRlsd0M4dr9mVDVg9u5/HwHsvg1jsB6Paedz2DIB5dj5jPBgQvYxtzMM5M5RdrSn2RM7tm9flyME6mxP3ebTncn/8XrdnFinBP8fm8J3b2Hu/dusf5fPdCx29UzfrN3X4Uv0jvVd6XXv/GgBs7/JTAcDPw6Ge9wNge7/PJUrFHsS+ZnzXzlXlpIAUkAJSQApIASkgBaSAFJACUkAKSAEpIAWkgBSQAlJACjTuwAD4/7P3rtuR48iSbuiWyu417/+C58ze82PO7mt1laSQdODuMMDgBMjQJbMyqyz2VKcUJHExOKlZ/GDu4fo1cNPhq51oL6kBvAAVW1rZ+p6cAXCAh21N0/je2g8AHE5XOGIDAuOFuIEx+yD9dH5RHk7g8uLeEkeX9Kj/+aU4uIqL0vv1tNDjB21flg7a0voaAH49/a8CgN0BnIxcAMDoxVLqzj4McGd1fOH+RXueSrvZPqPFu5Jie/ZBvWAGwNAYaZ1xHQNgX09yGJs2DP6x5nHtmAKaj0Ua71oDtTqvvX+qtZt143msIDrc2dhAwLq1+SRnJubNxxnG9e/7CBhAs2sZ88ZcpvV1KyDLANiuYecv12bmMWJudq+Z0dc/BoALhEJ/K/dyBsB8/mye+I6vw3e2Vuv6wds00HtAdozRywFwXqeIiypJqye8Bdmz6/J9OKt/HGs0Ar5LQeSlAHjU4vi37AQWAD7W7JIzLgGskXL/2wBgK1PgGdwXPPmS8V0yT50jBaSAFJACUkAKSAEpIAWkgBSQAlJACkgBKSAFpIAUkAJSgBW4+sffnso7aAO8kbrZ6vniw3V9XyvwyqCMQbCnDa7kBue3xqyGZQGzDIDtWADP+LAT2BzADEWQ2nlYvtLeSxnX4+Nrcf8aPwvofOVpoePDKVzhAI5zuqN56+ALAGzj/ev9/en+vozF3Ma1WTheGRoxeDK4NKaURW3dXisW4+uOzWh8BgQczJepAeIO1xZA67V6w8ftFl6rzZvXKTuAMV7UDV4BYNNydGbuO0rb2C6AwA16EzzG2vS4Kk5xpPXeo8m2pnDsWkplcyLT7z0ehgga9B7dm9hEUOOwuha7szeIDmKNHbTsGLbz2SG9vX+slnQd08QBzDWDOW5xv/h3ySGcY4sdsnwfMfxFHHaH7rjjIX+fQfDWWXsZAL4UvOLeyBsXeP4WT3sAeHV/zeJkFS/fBQD7cyBGcBDyuw773es/4gDmWyi18zM6gC318/kpbxr6uAPYZLq1GvK36zTQAsDj81i/SQEpIAWkgBSQAlJACkgBKSAFpIAUkAJSQApIASkgBaTA5yjgANjgn8Hb+wI7OW0wALC7bauFyRyKw/v/CgCyUzcD4Obs9XTR5gAOqIpPdkoCAAOAmAM5OyINBtlwfvn3o6eBvrq6C8BsaaEbiO41PPcAMKcutvFFGuiX093N7emvf70tL/FjpNn5C+CRa+B2h2eHv3Y9u1mHFM2URnnU15zOkUbUIa5BXvoASNq6OLQun7u70CHmG/9mV63raimfa3M5FXUD5xcC4Fk4os8MuYfx13TGbYwVHOMcmztSsx7BQoZlDID3bpUM/60Nc5bv1e6Na1AfOxzSOYVy7pM3Itixnia6b3SwuPNxVyK858y1NrLzF+mhcQx68D00A8BYH4bA3LfHbco1DGjNrn2fV+3MTp/B0pwCup8/T++cY+VbAWAbK7vxGZqP92P/jTeE8NxXQH4vDjPoFQDeU+vyY0eA9VQ2EJ2thvomacTnAGB7ltx9Gets55jej4v9GsKXK6EzpYAUkAJSQApIASkgBaSAFJACUkAKSAEpIAWkgBSQAlLgz6SAA+CnpycHN1++fGkAmIGmCQJYCShsACygR4CbFTjuaXztrHAAm9MYPzNABdzx9twBPHfpGrkEuPzt6fn08JvVHr5xB/DM/Qu4ywu7caolwBXXlHq9pdWvf7k+3X81BzMswFsoCQdtaNJTWaPPlio51ffl87meKr4PbaNWsAM+JxXFoVzBLtaBtfO0ozYGh8JlrCndc4DZrgZP3SGg9dBctx1I2hWz2rbspvZzkpYdRk/S+KbauTmWxjULDTKwnN2wK/Czgsh2vmm8Ap9Iybt181ZXe637uwHKi3rAppml7kaqdMwhxtehMr5fOXN5U8SYGjpqTUccRSsGl5tD1hz59cPAGW1kCD1zIodWsbkA9znH+8w53mOxjw3gmtOzo6ZxXtutW7/P7xIH8CxWWCNs8FjFyQrU9vUbe0i3wqr7aYp5HtfqwmX7NQ3+ctPEXo1f73ju9G/jwPVHDuBGyY2wr9N4L4X54IElAG4p3K12vW2c+SjwXQ20bCK6K39F6j2YU0EfAeqjTS8flEeXSwEpIAWkgBSQAlJACkgBKSAFpIAUkAJSQApIASkgBaTAH1SBq3/94/n18fGxAmBzjsaL8AyA8/yzo7HXBg4gA0dVBia9ne7Mte8CvJijN6xYAMDsEOxgNeoqWh///vWpwEoDnUZII8307MNQloHwyoEIGFUyeLr711zAcMmyUxB9sR4M5RgYuq4TAMzfc81SjA3wt6LZnlK4zBdu1JfXUgC5QAyDfuYE7v10sJE1tX7ZnQsw/BYAPKv3C1ANDVmbmRPW1786X91tbtCUWJG7cgExzTxu8UX/9vg5gFY+39FRN/xaABWgptuj/WP1km181VFNAwOsDR23ab45FTTAMoPcp6dYMx4TA+Cblhu6pwTeS9E81rcuKd09FnoqbPt5DwBjHXw+ExdyxGnXuGsVSsU9hpiapw7fA8B8335vADy7j+fPkfHbHKehXY2c+ii6BAJ/ugP4RwPAMzEn9+PitHd/vQeA4zlV7gnf7PLtAPBNKfLtWRyqy5wnIwD87qXVhVJACkgBKSAFpIAUkAJSQApIASkgBaSAFJACUkAKSAEpsKNAcQA/l3fQSBE8wqKZgy8AXalxWwkvgCWAnMGPDhVHd944jqAjAM72szv4Sipqg7hwL+Y0yQ6wCuw1OGan/vJrSf/sINQcr+GexAdwEvOLlMgVPFdnJkO6mU5WTticwOYAvruL9NX2Mt/4oM/T0jJXZ67BLRt3c7xW8pOdvdwPjo01VMNVGvqEUzJAgTlDu+MSUDK0D4Bhep2fH+Nnr0WMY9Db0kmHOzjXqmW9ULs2xmBjsZTd2zS9PXa6q9hAPsA3nLOY88wh2w/pDAkAACAASURBVNaLHN/9u64W8dBa8ziOwbU5c4fmNR1h63jUxp3BJ2LZwh398FVIu72FuAFRM/jN8TcDTwDeAEbhbA3tR8g7i9j4rgPzlDK8OTJH4LW6D45SQecR9Ljq93CP374B4rrGNa7fguU4st5Asj3+EQfwzLU+U3fPAZxdntjrIQC8jtNv7XA9AsB2X0W2g28HgG2OVgsYG4jG58f+ppVvrc96ZXRECkgBKSAFpIAUkAJSQApIASkgBaSAFJACUkAKSAEpIAV+ZgUcAAdoGeEpJoUX0EhxnB2zI6A0SPY8pIPm1NEzoXD82V28VnfXAKel4y0vzFMaaBuDgVKr93tTQOfDby+nh3PARn+B7yA46uDmtMT2XQbA9uLfXa9MFqsWAAeWArp4xEra6tfTX/76xV3KDugM7tXavAYHLZ1vmYGP2ebEzl9A3tnL/Dl4Iog9AcBdxwJ4E7wIOG/O0ljTvj6jLn3Nuy4AwKxVd5AGAJ7NAc7hNi6roQxgaWC+EjC+FimmbZ3zJ0Pa5iimdqLPgM4zMLu6KXPbWPrIeL0FwGiHAfC4MSJ05ftlBlNz6myckwF5rEsAXDi/ff517qt20H8HtgGW2HGOdY0+xrqkK9DL37OzPQPbbYronoKa+80O4NU6dT2PzojjR3FwBNLeCoBnUBdjAAjubujjOcgBfKzRe844AsBn/vvxng4Or0HZA/u7UGOVHnlyAB8KqBOkgBSQAlJACkgBKSAFpIAUkAJSQApIASkgBaSAFJACUuAdClz98+9B6sYX0eQWpdS2dl4HwvVldqMdBkoBLrdpmLdu4kh9G1VEK4SsLldr2UAmAF93AVsKW8vHWwBr6eLXX19Oz26zqzVvq8OX4W9+wc6phqMGa3XaeorOMT0w9Ayo/VJqAd+XcwIAm3PZUkObKdaGfX4O6ApovQeUVs5qcz6zw3N23ta5O9ZfhfvYYCbD1SN3LDt5PR7I8drdyFWRWstz46ad1PjMgNMldkcru5y77pyyGMthaVoBjLEmnHp6G79jSmaO2wznYs0ipXT72AaElgJ6PJZT/tqGAP50sDs6zWfnGFxlkIpz9qDr5QA4Wsspo1dO22ES9ZdLz7XzMGZLp8vO5+agnqSOPoKysW7jyC5x03I8bDes9FTdHBf9Xt+63Ie1qxsOZnqNgdCfodNzqQbtYVscmm/UY+mgvrTG78Hgck3bfPq3BpxH7bfxpJrHkW2ibCjyrBHf8rMFwFYL+ZLYv2RUR/P/rH4uGYvOkQJSQApIASkgBaSAFJACUkAKSAEpIAWkgBSQAlJACkiBH0eBQwBsQ80vke2lc6/xW1+gD/V3A37MoGMHlGPtUweFBkAdqCEldUDZDoBRVPP69Ftx/z4+lLf4Nx2AwuGbnaw+Fkp5DPfo+VygrdcsDRfwEsyaM7SM7f7+zl2ZngLahbEhh/MX4HIGgLNblaEMgJZ/N4Ey0AtaZgAcrucJtCrjzemzOezyXHMqZ8+0nbKTOvjezZTaHbToy0Aqw1WHreaYrgCY3cMruMduarTbofQ+wGGgnG87rAMAMBybtg4AwL7fYKKDteXX+faF7YdTaK90RyruNqeduruAxVxXmTcvrB4piJfs8I37ev0gguuY423WhrVgABiAHvfSXupo1A6+BE4dAeDsLmfAz7PL581c6fmZFRqNImWn8ezZGP32e2E6TwHgeITuBeE6PNuRIwDaTxzX0Zy/trHk26V+Rs99o8tN+VsV94cA8AVLq1OkgBSQAlJACkgBKSAFpIAUkAJSQApIASkgBaSAFJACUuADClz9438Cb40AklMQdwBrcNZemreUy3ZhA5DV2lnAI9fhHcEiv4QPkmjgdwCi7iKOtM6Av0PNYcujWUb8n1/OxcFV4G+FZgagGOrMgC5DwwwVO5ge66z2a55Pt3e3JRX0VakFTFDwNZy/9uGU1RkwNWhMi4XUxU2jCgayaxFgO9YpUvcCRLmGCwAM8MznsJuX+482OwQPANzBdrisc5xkpy25egEzyUmLqZ893TdD/i4KptKA94QK53Vcxf8MLu0Bw+w+zmPpGmG95wAY8HfbV0+HjTGPffZ05OwO3kB/v2+6w7i11dJubzcE2P1gdbPXWvUjBugN6rLbONdGxtlwCTMAdp0mfQEKv4X5HQFgjCOD3yPg+xEAHPfTUso44M/BHcApALyvz4G8PebrT29wNNvfsLPlfPc1/Fa1f9sd4j9YvNnmIasRb/9+FHzz82NPqs/q58Ll0GlSQApIASkgBaSAFJACUkAKSAEpIAWkgBSQAlJACkgBKfCDKHD19/85Uw1gQEACf+YkvbptwPH5udaStRfnhbo0kLpwADOsG19GJ+dqASLmLg0w0wEwILDV//WP1dctP/77l8fT63OFyA4qDT7G7ytH7xEQZNDaAHSpURtwuNQBLn3ff70+3X0JB6v1aTjWoCwDTRsD10xm52xkrA56FP11BzOcYQaLAWdxXgdspSrxDkFrQNFTVQfQhXb4nYHxClIaAEbf6K87n0eAi/Pc9Uhj81TABIBt1lbr2Wsvk+M6w/E897amk3lP4TfdXEdgcHUfrgA7HHy4jkEsu3Sz5u38HXLIKbuz4zcD1dyvx1yCtjy3nJZ57/kD9+/sHIa4cEzPzl85jpvLusZ/3uzQf+8O5ZljvsdcjHLlxH0rAHtrPC11FABuz4+9WHvr+uS23uMA/r0AsD3fb0vdAAPAs5jd02l17Gj+H9X3PWPSNVJACkgBKSAFpIAUkAJSQApIASkgBaSAFJACUkAKSAEp8PsrcPW3//sUALg69opPsKaotNzIBn8BVa8dJFrdRLy8DjCaXYWje9jO5VTE9ru10x240b4BIwOBL7WmKjuADQA5d3ZAfDo9PJ1L+uda+7eA53D/YlzXrfYtu3qzw5frBFv/gL/ZRYy5xlK9FBfw1enr15syh3P57WxqlZf6hQjXDwMtdtsidTI7W8MpGnOGe9iBdwEE0Adu0jGNMuojRzpRjH8YA4C6pVu2NStreXt7O7SbNcB4bX3Y0RljtprH3cFqx29ui5utxg1DWzjAAzhjfa1OcqnhbAtJabdn8TFz/7I7Oc83az/j49nNu1onviW31xTXMubbnPBxBTYdHKVodvhdB8gOa/vupmw28CirHXMaabSPe4Xr7vKYc03hXDPYzkU/+boR2kZc4X7Ec4Dvh0MXejmZHc7oL9Y36h+jz1WtYpOb7yOOM4wtNOmbPzg+jgDYpQ7jHmPxDFo5iFnTb/FzGy9tIpn2YxtyPC6/xSiozSPn7UH3R+tzNPojANqup79TDoBLCuj4fB8HsK9FzfBgWSRwH33r+X+0/SP9dVwKSAEpIAWkgBSQAlJACkgBKSAFpIAUkAJSQApIASkgBX5MBYoD+JGSmZpfEwD42cy29QW5AccAt1E3sUMZTs+cp2jHWtrgcjDAiQHJUjcXkIv+DQh244AK8K05OC0tbRmD+ZV/+eW38kuHoA6ZCvBwt2sF1ENq3eo2ZYfvCgBjDvl4fB8g9a5A4GLkKj8/nW7t/8wSTCoyGGvtDTV+DVgXmFohYgBgc1nXmscXAGBfGdO3QgXW01/6JwB8VUCNAVuH77VfQMWZezLXdEV/cLauAHDozjHSXdqcphtuV8yZQU4GpIg3HifD064xwMoYiXvpertzu9b0TTV/R4CJuq60gaGBti1p47TJnCq5AU1zSNcAZ6cyO3kZNNp9AWi6AsD5HkRb+X7I4NXXl93bC3DIerljH2W5F3WS2fFrfXR4OnbwVgDM8DfGvg+AsxN8BUb3YiXiUAB4iLGfEACfz8+thr0A8I/5/zHRqKSAFJACUkAKSAEpIAWkgBSQAlJACkgBKSAFpIAUkAJS4GMKXP3jb+EAjk+kZXYXauEpcCqZW88+gLf2c5yz756aOzFfTk9PNb8wjZ0dvwaB+7XVJet1Sc39+3J6eHwswCelQjY6bGOEVbY6BzlVbnZU+jzI0Wk/o95qdx1SmmvvwZyvp5IGuqTzLP/eFPBk8DYDTAZFDZpVty7cyLsA2EpUulEy3LiYltdMLu0EMC7/GtymZWBgaHCOQbqdZ5m0z+eoW2z1KLGWsb6x9t2dHfM1WNtA7aRNWsaNMxLjefG6v+QepxTQ3gulhc6gF2Mb+imC5LTIvGY491KnJgPC0Znbbw+kUX4p6cCRupt1Yy3Rf4+vSCPeAWo4flduZTjtee63BvDJHczxi/4Y4s5SQs8cuWiHawTbWH3sFXCz9jHP8ZsMTjNwzddzXCKF9KzW8coBnJ3JvGnA46m66rEmnwmAY03yjL7P73IA57i7cCGqAziefzWdxHdZMsqIUZ///NxFBof3OnWPHNDvbfe7SKNOpIAUkAJSQApIASkgBaSAFJACUkAKSAEpIAWkgBSQAlLgmylw9a9/FDLnQCPS/HZAZXARTt8OgOEAhbsXMGQv1ajBLMBig4DxAp5Tu/Y6uPZ9BsAGoJ8Ls3wq0O+3x3OBb/ZSfXT8uT3Y5gGHcgW7+A5wNwNB1KLdAlzMeZti+ebm5fTl69Xpy5eSArlYfxkGYl6zNL9eI5eAc9fdfqK0ztVlGCLBsRupogGADcwZoA8Xr9lWuYay6UC1hSuscwBcpOc1ZOiLsbMWzy9PxfF819MWd54Rw0t7ALK+gKnWrwPrBpM7REPKad9UUI5zWmlolNcngw8A6nynbNa7ajEDlmMa62jJxpxBs9eoRrylhtjdi7Eg1feQGru6f2dg8tkc2pTzG3O4u7Na09FqTvWMvnLt3Xwep6DGNQDbfA/PADA721eA91LgzuvEc9rWDo5NCU3LejID4Nlxbj9iI77ZZBa4kB82rRbxk+PuW/0uADwqewRAe+DEwlnq58hi8a1TP6NnAeBvdS+oXSkgBaSAFJACUkAKSAEpIAWkgBSQAlJACkgBKSAFpIAUWCuQALCdaCAyqEhA2w5b7TuDdXvO3xkINuDLkAYAEm7T7FKCu9jGUTnb6eV8VZzDxf378GSsM/JB+xhrXdsKzLLDkVM5O4wkQJzBEcZj7faxmXMVKY2LA9NA5vXz6b4A4Pt7A8C9HqjrQ/V8m/uVvvO2C7CdAUSMxwBoBpQNpFYXLVLeMojHMruj0iF5fDKsHzRqgLmnbQYsx3pb6mjfHLCoe+srkWqSFpQ7zKFvLAhonB3S7LwGsAOQXblWrVs+xqAPqcoZSHaHsF1X3cgVyBt4NFiK1NeIgTGNczh/82c+PnL3Wtrzsh69/4DK1ifGBw5p39mGiRlI5dq9MwA8SyfNY7U2WZfYPFDvI4KktunAtSVQlh22+Z5dOWL3NoZsdezO4i2o7e70GfzNgHcvZjYLuPPFpRsI3tKmn1s1Xjo0q2P1yGn8Fn3fPMZLLjhIAX3kQEUK8aGrD6aVHtqi2r+RweL3A8D9mRJ3uzuBSxzw5pWLgXad5JG+lyyhzpECUkAKSAEpIAWkgBSQAlJACkgBKSAFpIAUkAJSQApIgT+eAle//GtEDMYNx8zOxwCYofAsNaylHOb0vNnNCaDs9WlbCuoA0Q0AP1+dfvutuIefigPYHLLFuOxtWu3fmrrZlie37S/dFzWAZ2PavoDvaYsNghoAfj2dSwro0+nr1+JWtT7L/zEgc4BN1lhORxshtHUwd0DanccZUDvASwDYWoN+DFWfy0AZErsOXsc5xtqAmbtZGXKHCzfONxhZ6mVaeuaSctsdyBQu3o79nzVWgRZqIdv5+YN+IU2DnxXMY51m8wYkgU7TdS7DMJ5p3JLdvFnb0GkfALfYGACxaRGzOgYv0NADpAHggK7VVV515/GZBqiVzPFpfQIAsxPXo6muCSC2/bsCg+Yu9vukptCe1v19AwDOgJLBdLQ9Onhnj1CGt3luOJ83U+A7i2+OZZ/XGx29+X7fgm2uZ70F1LP5XPSdAHCNw4la3wgA29+2vrni+zuA8dzA/S8AfNGdopOkgBSQAlJACkgBKSAFpIAUkAJSQApIASkgBaSAFJACUuAdClz98k8metsWGCSFg6q7eWdO4Hy+p/et7scM9vBCHA5Vbj++AwAuIPLpdPrlF0v/PI4xp+fl1LnefgV41nd2AKN/+7fBSEq9G9eOANgdoFclH3X57/7r7enWaaaly65AoYIdBsDWPsBtdhTiPHaB+flJs5UD2No1kODQuTBXB9QGVJtrOYAytEe7Lc0yAWA4Qjdjcddc6G7/Dm2X+cYcWCfrbwuAYxz2PzG+WTzwWHmlGbBjvXiciDtk/gYEHs+NFh0Sg1TXTrIDGFrE+QFUDZ52OIv6yWOK6A7TR8CE1N0AwIhTXivMnbXhnwHmt2mSOwRmsMv3Yt8cEOfOUqWj3i4Ala83AW+GszltM0NctB8u5zUsn20WifUaawzzxgeOiUsA8EcdlXIAs+KTn38iB/C5/A1pGxTgDP5M2DyVavyD1TeWWB33voEhb4o5UL0dPt6IcmlLOk8KSAEpIAWkgBSQAlJACkgBKSAFpIAUkAJSQApIASkgBf5IClz96+/IiWyQy5yeI7haAeAM8GYwmB29JhqDXhxDvV/ApScCzO2leIGuD7+9lv967eBtXdZYlvcCYL+WnKgAaQCb0XrRpjiOvS7v6el0e3t1+sv9rR9pL+IrEJ05CdlBi+OAAGMbBt7mqUEZSPHPAMAGyM3lm8EVgtZq+lqfkda5apaAYE4r7e3VmsLQCdf2eUZ9Y3atAtazK3MFgHksgPXcFuIQKYxZL47RDIBHjeoqvgEAM1BFiuiI/csAMIPr5lY1AJ7Sae85UWdu5K5/AFOArQyAsyN25R726G61oslGa/E++XCf2XEMYJs3QUQzPYW2G8frf+HYHh28HSqH8z231+OjDzDPVwB4unyf9+VPAoCj9i+lbxcA/rwYUEtSQApIASkgBaSAFJACUkAKSAEpIAWkgBSQAlJACkgBKfDDKXD19/85N9rjELE4Wc3M+mz0zuCMQU9LmVstoA2o5LTBfl1JkZzOs/Nvb2+HlLQOj+p56M+/MzBXwGeptNqEuioHzP378GDuy3CWwqE4cz+tgM+RAxgdbq/vaY/dmehJn6OOr9UC/uvXL6GZO1vRSoe3DCAtFbali/brTevqAJtFxZAW2FMW93q32SGK9maQ1I5hDC+vxblcPjc3V+U/09HSDc/B98yR7BdnIIjUz3USuK47TiuMruCc1yGnfJ65YWdzY0Dcderpn+0aQPAZREaaaDuPgXFoFRPpcdBr90a7cbzNs8QBHLnsrM0bJHxjBWBZ6QQgm53ZiIOsPb7nGsD93DUA9vES3I+177WJ2cWL9njDA7vTcS7WdXT5hkO6Advir7ZMAfEBQN6CZIBjjhU45e06Bst5Q8Nqg8PKVdznt//T3vMj1h3xcWmL++fl8eazj1JaH12/7P2jztcLAeqRQ7Xpbe19dEyYLNX9xT17xp+5dOzT+lwKPXcAo/ZvcwHXtPCzjUN7EXSk7+dEqVqRAlJACkgBKSAFpIAUkAJSQApIASkgBaSAFJACUkAKSIGfTYEBANvgW+rlAip7uszIycqg64pTJXuK3PgPL/QZgN0WtykgD/61WozsGjZgZND51er5WurYxoBLxd2n19Pjb1b3NyAzA2Du7+hFORy+dh6nhvbfK0kBhOwpcrubFudhbq+vz+4Avq8uYADglg26gtu47nR6MgBcUx/39J+95i+PfwaA0Q7Om7k77Ri7ZO13ODIN7lla7bsvth7hYO2piMcU2W2cDgzJOUeDnMGy5nL1fsd01MP8ag3aDIzbBoJ03MoSI61zdrGiXf4e7cwAcGiS0wxHKzmeTC+ODwPAzb3t+Y3nAJhjLKdshpOYdZ05gFHbGrE6S/3MQBY68HkAtS2ePC1zANscP3G/d2BlMdqdt0glHtfZ/Ys5MsgNoGb3TI+tgLrhlOfPnnPY1ho1hPv6Uu3qRa1fAeCNzPMvPgpbPxsAXzjsi077CQBw2dbU/mbafWbp+/k5g3keOdgFgC+KCJ0kBaSAFJACUkAKSAEpIAWkgBSQAlJACkgBKSAFpIAU+NMpkBzABm6i7q1BWPvMwJR9Z4C2QUIQTzrfjgX4DUdxd06GxgBIUNyAnTl/r647KAIAe3g4n54f7Mxoz92Glo3ZuJKlY04pjGeruHIA41x+kf58hnuxOn0nABSg+Etx0n79S3E4l/HYPDmtLdoGCH1GQdVywF/6k24AljyeDFPt2Apw8fcZAPd1LNC9gAZL/9wAdxlHwDrDdiVNagV70VcBbgYM6zhnHBhza+dzltUJAOYU3ewANsBrXXtq8Ooub6C1HLSaxezcjTmFWhyj/HOGv3w+b1CYbVxATOWNAlzreFV/eg/Y2nhnNXhnuiMWAHRXa4+NGqhjjLq7Af4DxGbHbNTn3YL9fF/CqQgnb9sEUjkxhXDEpqeR580EAZGbExhOz/ovIC9vwIh5x9heyiYL+4yp0vsdvtoE0c/Y/+nSlNE9lhBzl/awf96Rg/dP4wD+HDnr4oxxXfbdxKaY7P71MFvsJPi08SwcwNY11ciOe2esi56fbbMhCQB/2kKpISkgBaSAFJACUkAKSAEpIAWkgBSQAlJACkgBKSAFpMAfSoGrf/zt2d+AB7R5jjTLhe66C7d89wxym6ZdUKxDJUslbJ9Z6ue7u9sGD+H47Q7gXs8XL7oNABe0PDhOHx8fiwO4vER/tn4slXRPYesdvwMAz+oHHwFgdjgD/lr3psOX4gC2esA3hV3b/AyKccrc0Kd4vhIARkpf910SeMV6AAAbXPZluIBVWP8zABzLVwCwjdHXLr4B3LXfbQ0xDsBfnANQlee1B+CyA3gG4fccwAi56+pCdm0r24EbGLEzc8rN6lLPHOoYVwbBHPIdANomhQ6YAF0z2HbdyGnb3PTpPsq/duf52EfExHh2TuGcQTEAsGtEjn1viwAwr+12nABYkZIZHzwW9gBw9FvSjFcA7Ndb3Fkz+NcbjF94fn1ulwHgEehvRc5xizMEgA8CcnX4J3EAn8uft/bY/QEBsD+TaykALyuQbnI5gN8Zn7pMCkgBKSAFpIAUkAJSQApIASkgBaSAFJACUkAKSAEp8CdX4Oqff+81gAewuQC7pleHduEOdXBYiZD9i+NR37fX/hxAkzk9jb40p3F1/Jlb0TPrRrsPDw8FIplLtYDfglvR/2bdUi3afHxI8VzTC3v/FYTCjQrn5wCU6hj55fzLy9nTKBs0v7m9LmmgbwoML/i61NcNkBjArmb2dCh7fo4avGjnrtRGtg+7aNmp6efF/9uchzTYy/ittXptfM2RWtYi2i8aFzDnc3Tncvne3bdwitY1LPPGWqIfxAi7a2MOHV4A8s/gRQOwFUgy3GVgbMAyu2/NBcyfDJh9HJQ62s7HOsxg9DKW6ny2MVTTQff85OUU02502M4cwBmszkDvMLeqT25rDkmxM+DldINcsnUOift253edA+r8buNoniY6bwTIuxIiZs1OjlhDyz2FNGLe/mX3cjtzcJGPux5mjse567vPaOaiRYzm2F3eT/XACsLPx477dgv2jvq59PjSQXzkbJ3B0Es75fOO+jlo81s5WO159lzgb6v9uxjHt+p/Ne3e3zyFuj2P9ZECUkAKSAEpIAWkgBSQAlJACkgBKSAFpIAUkAJSQApIASnwUQWu/vWPcADj4/ymvoVmVy8Anzl+GQJZ7V77APyaqzVcqNuhRX1h1BAtfl8HwHjjnQBwgb6Pj+fyAv+pNGSQzc6Lc/mlfQe7HXSyk7PPq6e0BrB7LZQgHMWR6nh23QxEWpsGVm08USP2pdTVLU7gUlvX0niaRoBOBoBhfDQ3MwNVAOBoLyAqA+BwcIZDDCC9p4rukNavT8CwoPmAnwQrDYgG5LU0ywB03eHZV2xsm/XOgBwpoi8BwAOErwLNAHPo0cMyw+YcWaxbBsBIGw1X9CYVMhE0S0ONDzuMWwwVLbkura2NgXQe7+Ccrm1zymeP3wSy7Tuur83r2fvuKZszhO1weR8Aw60cbca6ZwCcgViH+aMDuS9Pj1GfWwXA0KUr2h2+3CaD8Vmq67yJYAWAe61ibFDpPfMGix5LYwrxS0HgDMBzPM6O872RY/ezft+A4CMw+ycAwOdzKSvQs/lPpb503T9vnbC7YfwD6an5vb79Z/WkdqSAFJACUkAKSAEpIAWkgBSQAlJACkgBKSAFpIAUkAJS4M+swNUv/woADICCFMsBTWpNVoJ1ALz21dPTeQB1kfI5XJeW8pnr2iJdtF0fxwMAW9pn/1THqrlqfTzlxf1vD78FYKvH4sTxDfkAgAnk5kXNzlPv0vp2p24AYPtk2OnnJTcqIKif79dZbd2X0/3X4gIuL/HNEQznqfFXwBnTq9l5y1Xm1oSrFZAKaaIZzDEknQFgO95SN1eQbTbqDBMcKJd1CSBlkDq0j7U3NzKgRADgvU8Dc+W02+pk5ksYuKItxIb3SU7xFTTj/mdwnttr61udyHa+AV04YAEs+Tysd+jb00uHJtvZdzN7QE9vqzmtqzuYYomhLsfQTNcZAM7w09zSfgfU8WJOKwAczvze2+gm7uMddd6ODs+CvE7RL+Ip4mXrKJ7H0Swl9lsBMMcvRo3+GfT6PZzWM0P03WCng0fO4SOH8KX9XHredkNDvRIAeJWq+Q8OgC3ZwtlruWcn+qjs0XPu0nW49Lxtf9UJ7M9RAeBLddR5UkAKSAEpIAWkgBSQAlJACkgBKSAFpIAUkAJSQApIASmwr8AUANslGf7ad/byGi5e+/3x0dy58bm9NZjZ4WzAp+5otXPsOOreNkBsrlQHk3DuBQC29J0PD49lIDMAbC/Nqxu4OlzZAbtyCfq8klM2y8NuUzhLLwHAZcTFBWypoL8UGOw9hV4FkNn/2seAhFc5rmQWYBfQiOsE53MwzpZq+/UczuAKBfP8ATVxHdbTAHAc6wB4m6p5HwADJKLPMPwScQAAIABJREFU27vueI446emkeS04JbPNdebGnIUrHJRYDwbKfD7mmHX11cA+g0wCa1zbmE3KfJhBMMLbHNRR19YaNmhTNj0s4oprBO+lhv6ZATCvQQawrL39vFcL+WcCwBm8QoMfAgAfuX99UfY3eMzuw/bdJe3vNtAPfgsAa7emuX/j78/+PL9F/3tTXwFgu+amlA+4KbXk9ZECUkAKSAEpIAWkgBSQAlJACkgBKSAFpIAUkAJSQApIASnwUQUGAGyNhRO0O3/ZMRnwd6z7CzjnjstaN3h2PaAcpzK2n5+rkxKpOt0BXGDdb7+dw73oaYwJAi9q/QLSrkDcJkUykZqto7c7gWcpgznlsM01zilu6PJ/X79+8VTQ16UesLkjb9wyGADYoXhN6exa15TYxoNRg7c7gPsYOGUw5pHBBoNrTI0dwICy2SmM3wOoT/J2U4TNUhfbYbhzs9P3uQBvpIhGM6uUvgx3Z2A4a87zjTH0TQv5WF+jWKvZtRH73fmLnxkIRx/d8brSw/ubAGEATo+F2vAq9XOG7NCPITLa4A0KN5Re2mKp1XpOZHIGo6EjLfnhj+4qp5hGPPCa2M/PVY+9DRgYOkOyoxTQ280LMeTsAD6cCJ0wSxnd9K98DnHxvYHv7jzKs3EJND8CfNvkJ7b4twg7OffTACwNrexxCfevZ7H4eQCw3ZO3VkNeaaA/GFW6XApIASkgBaSAFJACUkAKSAEpIAWkgBSQAlJACkgBKSAFrv7z7yAzADk5pe0eAGaYZm2wAxi1ge0c+56PsezGRg1CBgCuTtmnl+L+fSrOWQOpAZ1bTVEHwB104AV/G+fCibkCwICXDEZnYTFzBg/zKDWBbQzm4Pr69fZ0e2cu2xEA23GDcnBJXgKAuTYxahdHv/NU2HD+IgW11STmdXIHcE0TjbkzALeW90Dv6pbJYNWwyzOlecZ1DHLRP7eJjQI+DoJtRyCQ249r5+Cnb1iIK5pOtQEGexOzcK39PKYNR0pmtMc1f1nLGQBu465pxgFzx3q9a+c64hrrNgPA6ONoLHMH7mrF28j9h+MavHH+Cnx7RNcl47rVuZZwXtcjADzGVnd472U4zwB4jO0eNxyjPf6O9PqGxxsA7hkS2qaO18is8KFPc/7yRpGP0cpvAYCfzP1bS9v/TADY1sYyZNzEHix9pIAUkAJSQApIASkgBaSAFJACUkAKSAEpIAWkgBSQAlJACrxbgQ0ABnCB0xe1eq0HdvGaO9eBTeJs5nJlaGw/393d+QBn0MVL/Lpjq8/ht1/Pp+dzcWqWDhwcF0rcwaEBzKhhi88KAtnxFfjNzt4MkH28qKdr7VQaOAMWDFCvrq0W8G1xAYeTq5R1bOlWzZVmoMy1tfTN1QHs43S3Wk+ZfVVhCztBG6Qv58OpDQ2yq7XNp6SmRp3j6CccsNCW14qjaA/MzCAcwDLHyUzjDJu5DnPWHDDbvueU0at1z07kWbwdOTffChQNsF8KgFlfwHxoyeti5x3BYl5L/hk1uhFTgNF76afzPbJyJfP4W9whBTs5q622dY/L+Am1iD8bAA+aVjdy6Fdd9+RO5g0HRw5hhsAZbo/3yajKbNPATLdv8t13cwAzYP7YTD4bANtGorP9T0v5/vM4gPH8kwv4YzGlq6WAFJACUkAKSAEpIAWkgBSQAlJACkgBKSAFpIAUkAJSoDDOX38JZOFwsVAaq73LoNeOMQQGILu+vi01UwNyIv2utQTnL9pcAWCAEs/ybPCzmsoeH1+jtnCBvqhvaz+j9q27fycAeOUMzA5JzC2DPvzeUyJ3l+cMHOXg6bDTXMAlFfRfoibyjTmWawro83NQboNTGEfXLohFH1cIwjV+3wKAMb7X6kyegUbWjPXIYzu6UXxc1Vls587mxm5jnycX17VrKHUxw2x2AeNnTs+cx42xZviL5rlbdv8iHr8HAB6d3D2FNtY6A2WbE6d73lsPux8BP/m6iDtzpcfV7f6zTQfJNT+Dz3m9ms4VACOu/V+riVwBXO5ve9+wKziOvsUBzO2N98fbAPDc7R2TEACuKg8O4I85f/t9+kk1b8tS2SaDqC3f80H/bA5g08U2caDeuNJB7z3tdEwKSAEpIAWkgBSQAlJACkgBKSAFpIAUkAJSQApIASkgBVYKOAAOt1uv+2snb4GqQZ3RoXp7G7kq8bI6AHCAy56a+fmE86Jd6svcqZbe2dKTllqNT4X7nkv6Z3ctFnBpkBmfDBj3HLk82ew4bSmlk6MXADyDLjIzerNdlwRADPK6A8+KFj+f7u9LGuhi/71p0ITh7ghJQ68YNTQGdMrAOgPKmYNuBLueW3v6AXTNIHgGYGcNsGuZISLGjPnk9Rh+X6Tszo5mXMNg10APxwG7Oq1W78r1GmMNV/mRA3EVZw1G1zBocV2B6jCuSp+R1jkDYMSVu7Jrw7Paspxa2q8haM5xawDJPrlGMLft93uinrlvhsTLIKK60T21eQfAy9irz4FL4nnd9/bIzHW+d/1q48h63COw3Eslzff1LH4vmdeRo3javz1zau3bd13vwfU59X6P7q9LNNg9h2v/mvvXav8On88B1R8e5+oZnHTGM8DWlddWIPhbrYDalQJSQApIASkgBaSAFJACUkAKSAEpIAWkgBSQAlJACvwxFSAHcMBbAMgM4AzojsdeWl1f1Pe1F9a9jQAlLZVxfZuNc90pXIBp2I/vPAX0w4Ol7izu2OIqNADMaZ4vAcAMfwD3AIDxuwNg6zKtZ3YAt/mTwzHmE/MC4G6/l1zW4Uw2AHx2F6RBYMMPm5f5DfJ1R+boWiuO2pq6NrtpuxM6JrACwA0e1BrAawdnB1pw6a4cuJCMXcvQDbVrMSZ2HGfQyo7q3iZ0HVdmBZCsP9OCIXYGwDzeKhY5jzsAXkG8y+BZ2fDgKb1j/IC0lwJgaGNjB7gNDWNTAMb2XEG53wfm5K2w2PrLjt38O6+NtZ3rC0Mnvi4/7jIs7serU7262nnscZ9s1zO7gi91Xc8c21tQHv1x/OW58O/5PLvvQqM5OMzxOIud2Tg3sbg3KDp2WQymxv6kAPjJNg+lzAK5VvqFsn+30/D3scVH2wSCTBxxRAD4uy2JOpICUkAKSAEpIAWkgBSQAlJACkgBKSAFpIAUkAJSQAr8IRQYALDXqK3FOrcOzAAiDfg1B213Udo1uL6n3gxg5S+xDVwRMTHncMk47dD34eHl9Fj+a9DXUifXa1qKYbRjKWateLAdRw3S5AaNYx1urgCo1aAto6ptbWGopZxmgAl4if7Rj/0OAGx1gF8KwP5yV2oBV5f01XV3pgEusR6mG6eanQFg64tdr9AnR2K026EBwH2uO2v65BTZuU2sF8cF1hlOWr4mNIj+2SGc154BPc6P+Mq1kHvscPz5eCpbhKubwSJSX7M2mIud7+t1YfbZvfTAFh9Zs7yJglM7Z0Dc7ouyFpZSHRr4WhPcxcYK7ouBMebJ12ANsnM43xs5fvh3di3PrsMtlsGo37MVpjIMR/rzYS2R/93Xvz9PcC47kXN94lX/GTLvzZGPrRzfq+s5htjFv9q4sAXWl45sft5RDL8LIPtCHziAq8P4dweTdZj2OHh6Yvfvj+38xWrOALAds7juz6uPxYiulgJSQApIASkgBaSAFJACUkAKSAEpIAWkgBSQAlJACkiBP58CV//5d0G1FdY9PZ2HlLrOARphyAA4XrYz3G0uWmuvAtpSvXcXAL8WCmz85+HXl9PDYzn3dBMQqILdDlztuwCW8e8WAPPyMfy175cAuAInOz/mUoGe/TShJxkAY0wGvO1lvqWMNgD8XOr9GqC7v/1SagKbu7O3PdPt+SX0ZOchQ6QMYNehWpzZ5nJu0D2g8VDbeAHGVymhoV/XiDYCYB0q9DVwxADYr52kWp4BYNT2tWuyk4+dmg4Xzf1bwf0MAL+8RL1lvo4BMFLkkhRTSatHfXAOY04xhzkoG0BmTcm8SgENR68B4FXaZawfzo1YARzvQzen8CzV817N5b3H3hEAtvuFoS63xRAY378VAJcV9EtxL6KOcb81R8cv+vm9APARQBYA3ou2dxyrt9/TuWyg8d1ELdLe0dj3v2QPAPvzyxzBPwfL/v7iqUcpIAWkgBSQAlJACkgBKSAFpIAUkAJSQApIASkgBaSAFFgqcPXLvwKluAO1/ucvnsm1y7+jpZwC2c5/LHmc83UGgPkDJ2iAoNJv+e+xgN+nx9cCTQMcR/rnSHPLfXOq2HBwmk2q1hym1J97IDMrwelx7UV7gNbu+uU01Hxt5bVtjHAA27XsSr67uTl98XrAdjWgZKHEpDHcv/bdESCz40ijnd3YgNc3d4ZGQz8b17msi/Xh11Y4zAB2FR1cqzavBzugexrjaMlcgaxBfBfwvruRu+saMWHLCQi8ct0epZzu8RkgmjXKsRlrsJi9wXw6mJ272eG+l8a49Utpm2fO65yaGedkqDirbYxZoAY3NN9LTY1zVusf8TgC2M39U+/VSyDw0TmY5w0V3uaMvoC/NoYOyseNE7zxgc+bzZHXDJsWsPFg5eBt7VCGAm67tWk1wSefTwPAi/5bl0c1gC+8fi82cK8fnfNNj3vdeav9+zk1i7/pWKfxkFKktywAEdd2L9gGIn2kgBSQAlJACkgBKSAFpIAUkAJSQApIASkgBaSAFJACUkAKvEWBDQDewKYEgjN0vL52sumfp/Im3qFbeV9908BRfZFdnXx2np0TIPN0+rXA34eHp0J0zPlbUkiXGqc4J9d3BTy04wyAGfRhLBngrAAdAHAAIHOWFohNTuM2uQR0OgCMMzIAtvaeC5S4LfP8+vX2dHOHesjblNlcdxQwlHXOx62+sPeZ0iW/vBbAXMDO/ZcvjWza/AIA97AwqIC0xM3RPCGuM0g504MBMFLCAgDjfIebvsEggAfrx2D2yLmZ4w96cdDPXJgzF/L+jYL6wgHObQ08/nyDgs0hAB/cecPmhJYePdYJWvvPpoO3EzA8O3pxLKfn9nui1Qedj9yuRY3gfD4ctDMn8B7k5WMZiMc6xj2f4S6yCsQ5HXLNwGrbFFByeufauzMAjLaj2V4v2+ecXNF7KZAFgOc1xOMGvQw6/t4poEuihfJ8s78xP6dNdpVBABubbCnsed1T61+2LvvPNh2VAlJACkgBKSAFpIAUkAJSQApIASkgBaSAFJACUkAKSIE/ugIDAPaUrVQDeOaYdDZQqYqByNcCRuHaRLpcO6e7HqNW62tNz9kAULnOuvqtpJ2OdL43AQjNBVxg25U7hEeXaAC4DhDjeIC6FfA9cvIxGLSX8T43c8dV4DuDiREUI3BwR2y5jl/oO9wr3999uS4uLksPbWM3oGjQfHRGI9AYaAKMfRQAQ1frw9oKoGCpRce03hgDQGfA4QL4pimj+7UYM4ybAegqyK/XAnwC8GcHedZ5tRGBx7ha83FNez1igEOGzLypYLzZa+pyX1Nro2xQoDrTtv4cfwxWn8tGCNOW49cjJsHfDs57nOc6zS0uCP4yXOWav3sAONa+3z8rmByguMfmdZk3f9B3T48+poBe3y/RSt6IAY1WkJgBLtaNXbTYBMH3CD9/Vhs/xjn1VNpHNXPbdRMHLT+fVpkDlo7zMfjab8vxXOjg/ej1i2H1rw9qBR89f5ftY8/Agnfa48XmZinP45mSADAA9lEt48MJftsTMgBu908tgYBY9g0Wtb46x/e3HZ1alwJSQApIASkgBaSAFJACUkAKSAEpIAWkgBSQAlJACkiBn1WBq3/9oxdOnMEZQEJMEIDYvjd+WDmfv4x3Blpf2DfQUesLv5YajezefD5fnZ6eCpBykGGgMZyVcFjCGckOXQYs/YU/nJqXLcGeMxgA2N2rBQDbuZgvXrp3jQI4NIA1AcB2/NoAeWFodyUts0Hg9qkAB85JhoED4KtA3gAXzj1yAN/d3bX6uNafg30H671eqrlSuR2c19aIUmxjju4uBQwmQB6AtKZ+ruu/AsAM8FnTSwBwBn+84hxbvC4Ym69FGVs1mPul+ZoxgvYBMABfyfDtc+faveeyqQEAOINWS9HM0Dk7mFscpOLEnP44xj7WxbXvGPC6BhPHMNe1Rs3hra7hqg3NOgD2Na5zNfAGTS+FfB6HNY6h9dG1PxoAzoCOxy8APN5BfB9ujxx8cwEAtmwCz+XPV6yJAPCbNdYFUkAKSAEpIAWkgBSQAlJACkgBKSAFpIAUkAJSQApIASnwh1Xg6p9/P7+G07OnJs6zzRA4XuyPZwHU2PfGQtk3aAzTXJHmkA3n1nXU/X0o7tLb4kb1xq47kCsv9tl1OlMfYBhAMZ+/+j63xTWA7VirP1w1ie9Mm9EJyddlCNQdlHCBvhb4W1Iz35c80KeaJru0eW2pmM3BTGJ21/U2xXM/1l2tpqmBWQZrBpwxXqwt4NRzIcEGkm+K7uHg7orAVTc4aKsTzdp5LqlWN+tSQTADYLgyeS7mArcPA0iet7vASQeGzRmSYk02a5nsjrjOmuXawvvgd2zVNgVgM4KJZWEc8W8OaiOiUSuYXcVPBQDDIezXJxf06CTu7XHPgLfs8OXj+J71dF3SvTOrY4y2+R4G2M2bQJCCGe3wPOOaqk8D/5hP/IslQbsAy3aM00bPnid8DVJDDzFVBQknaF2Y1O4qVnLsZBA9cxnnaxAH8e8439m5fJ7Fze7nqIZvvXjpKL6w/f1BHB89SgGNDUJDSzy2Zappy8QwT1GN59TTU6z5FAAfD93PONqAcNTM0fVHDvRlCmjqOJ4f5LSvWQk+Y/xH89NxKSAFpIAUkAJSQApIASkgBaSAFJACUkAKSAEpIAWkgBT4ORW4+sffnhwA42WywV6rGYsP4G+GwAweDN6Zs9E+fl7574acwAMA9nTQNw6ArUbuSwVscHAxjD56eW795ZqmeRkuAcnDNfRy3dtvBMtScBZgWgFbBm3NCTyk0C1QGwTt6vn0paSC/nLf0z8bAL6p888OWIyJYeUKAG/SBvscAlizexfzcXhZHcADuC9L+JJSdaOWLwDwpnaw0X5b98rHGSRmwMtQnqEuHLE8P05FzvPIuqx+z/DXzrOlMNcgoCWD7lWsWTh317OlSO87HwIMbwGw1SQ1R3uMYR8ArwDSUb1fzDsD4Bz/ewDYHfwLDtnha7S4AsC5v/w76woHMOb8IwDgpf60wQUbGiKG4IweMwAIAM8j4d0AuELi2fpYm4+Pz1E6oP0hel8N4COAexTfR9cf/Q0TAD5SWMelgBSQAlJACkgBKSAFpIAUkAJSQApIASkgBaSAFJACUuA9Clz9/X/CAeyQx9ltAGB7cQ3oyy+5+3cdHpm7Fy/jAd74PAbEd3e3p8eH1/KfpcItrtJqDWU4aNc6LKpQ+QjivmfifE0GqKgp3OArIG65iMcCXcwZy2B0aLsRtoDq91/vTne3RhWjzjEA8OyamSs7OyCLSoPrcwWooaWvs8PfXsM3+qm/1/Kv4Crs8MuQ2uZdcKoPPRyxve5tPheQF/NkYL4HhmeOT2tjcC5b6nD6osdzjesK83wjQnIa78VOtBNpr73Gs/fbiWkGwEjLzDVJAXhmDvVcWzm3fVPWKbSdj5LTTq/mwQDYzmFHMWA9vofL0OdcNxDwBgHWHeA5ZaoehpHdvnbQnLpYH6tFjfllEM0bCdjdPouHlQOY57e3zji2WdsEgfP6I+55DquNHD3u608XOnRXgH7TXp7ghe1fosvuPXLAXb8FAD6XcgLnp0ilvqq1jBruXs9953MEcD+qz9H1lwBgj6/sAi7fYdPNUR86LgWkgBSQAlJACkgBKSAFpIAUkAJSQApIASkgBaSAFJACfz4FlgDYpIg6v/GGn2v/+gtpqntqALingg0QiA/O8xTQ5fNcXto/FAAcL+gD9Pp/FbK687ECYE857C7LOQGzY8cOqwU9qwNE3238pS+Gk3Yau4wBh0ODEMEcn8cAOEDEbakFfP/l1l/e+38mRU2jC81WsNT7q0Ajj5F/Z13wM0NuBtz2faTPLWtdaG9A3H4jrFK82jnudCU47pqQfoghbs+WMkBpj6kMgFGb2LWvvHWWIpjjMNdqjo0IkfoZH+tzBTTnsD02RXjc9gzDtblt7WnHxU2PCm9rCu22tmkzAQAt1wbGJorPAsAZ9LKbd4TIgGWWbtac6q5w/G9KcfweAGzzQgrydv/UXmwcQ9zVOIFreJUCGuPfSwHdI2D7E8+L+0L89HsyfsrPmwwQ/xAA+KIUzTU6vjcALnHy8HD2+yy0Xwygpqb/MQFwh9KXAugMgP1PwftMz3u3g45JASkgBaSAFJACUkAKSAEpIAWkgBSQAlJACkgBKSAFpMAfRIGrv/3fkgK6UjKAJ9SwvbnZd+hBg6h5GkAUTlAcA3wy92XxbJXUnefTU0n9fHVl9XCthKpB3Khjy/CQ3b8Z9PJL848A4D2HL/e5B4AZ1nb9enSM44sX/3d318UJXGCr1eqllMTQ0GAmuyfNKQm3abTMrrbu5MX1HJsMhs9lnXiMSGmdwZfD7Fqbcw8y2DhzPVteG6sznMEtAPBznfdMWwbAmMvMIWrHUNu3g1fE4Qh/XbWU7hjX2rEZGPaxVxjGDuoMnnIMorayyWgx7+3XzhkQ8sYGbr/dS7YZooLs2fPmyAGcaxOPcRG/YTyItwwwr1sqcZxfI7AtSNQm5dhDPKF9fyaUc/LGBNY9O5NnYDbWe9vXTBsez8pBndedUz2z05i/z33ljRg4vgJ7e2PZW+P1HFdH3vH9zDW8rNEb7R9ByHZvWDuf0P756fVkf282zl8A380C/UgO4O1Y3gaAIxU7YkgQ+B0xrkukgBSQAlJACkgBKSAFpIAUkAJSQApIASkgBaSAFJACfxIFpgAYaSnhBnXHphHc8uHUzoC7j49PDSzaC21zLjJQQxrQp9LGrw9PBcQVGPRai8aWNt192ZyeYTXMQHiW4hdrtAeB916wXwqAORYufWE/i5+W7rNM9uvXm9Pdl/Iyv8ga7seeStnGBUcjwFkHwOUCv2i0f1k6bfvk8fHvT2WdLGVzS71b3bqmNTug4cCetZc1x7U4N28mmAKvMlVLxTzXqDuw+doVAEYblwDgGGNc0eFp/50dw4DF5gA2ODlzOns7JTU0NgFAawBsA8wGyDxFcdUY44317PbkWS1r1AFeQcNLAbBdv5V7XvwXcdfm8okAGLrA7RtgNRT5UQBwjkk841bPmM8EwNkFzXE6vVkonlfH3/R9A7R2byZ76QIEXwyAVwN5A2BG7d9Yizy+hR32h0oBjfz65AA+9b+De2vFzwo8Nvx+qjXk37TOOlkKSAEpIAWkgBSQAlJACkgBKSAFpIAUkAJSQApIASkgBf7wCngKaAcNllKzpl++uakQtlAjg4Hu9KykBg5fQCk7Fo6sAHfsAg5oXAlYOfbw+HJ6LPUbo78rhz5GgPx1vkPQgGIzyLoCwEjhPFsphpE4fuQYxnlHoHfVziolcrggLQWuzf/ldHP7WlzAt6fbkmLXa5x66mWkNe3A3cbT6/WWlNg1pXB3U84dkVhPvt4AcFujpHN2fh6nsu3gc+WQtr69P/8hYF/Wba9fXoNV6l2A61l8ZHDKgG3P/evxiZTEZU183Wo9ap9KdeYGGD4GwAanAYC7s7QCe2oL9yH68LU7sIwiFfMs/jnVM+aE819fI706NhjE8VJRuu7WQM1j3EPrturGkOrwRTuckhn95NTevrGkPleyszED/1U8Ht3Pl2wAaXFKae37cyB+QuxCn+xEnuk/fSZNMtJjrojlGE/vd6/ttzqKd8f5IwPgEitPpe5vS8WeUzyvHMBtIdcbTi5du/l6HpcY6Nd93AHcn+vlbwjV0D4C8R+Zo66VAlJACkgBKSAFpIAUkAJSQApIASkgBaSAFJACUkAKSIGfT4FWA/iGgaA7BrsrdAbfuDbw+RwpoANiBsB1mOR1GosbuEAy++63AiAL6vRjeJGPtmcAuEPOERxmMDhzT9p4VrWD37pMGdrB8Tlr51IAfLp6Lk7pq9PXuy/uEjWnKQBwODa7IxguxKhn2SGCa1fBB+aaUw1jjJaOmWsqY51w/AjM8lxn0B3gnh2RGcpiPXld+Wfrg53fuS1e9wz2mpu70jRPTV3+z/Dzpm6zxcYO7LNxNAd7CUyDkxm0tu88hXmPz9A11PJ01+X/bC3tfspxhBhlyDvrB9rPYG+G79HvCKUYJjIA9v4nENjXYZMue6wFbCm84zMHwJxSmgGwO6ItHXwN488GwBwzHLP5+xyDoUW/oq1/ArFHGyOOni0zYJvjh8eSQXhu/88CgJ/K5qHYhFGdvgLAbfOGxYAA8NGdp+NSQApIASkgBaSAFJACUkAKSAEpIAWkgBSQAlJACkiBP5cCBQA/vt7d3QY0qqliA/4GxJ2Bk1EiezEfbkL7BBiurtTy0+Ozwd7nAvYMglU4bG+rDdBRXVQGel6Dlj57Lj+AnBkIGwBydTjDQZWvAyTcS/W6AtL7ITOCv9Z+gbnW3n0Bs7elJjAAsAE1rm8Jxy+Py9ybBn5Hx2CkEs0g1N3FRW9Ly/3yYg5iW6foOzSPdt4CtgCAG7yv6zXC/+iDneUz6ArtMAZen5ne6MPayi5eboPXhDcCMIRl9zDALdcU9u+q4zqvMSAr0kMPa1FztM5gfOu/njNz1nJfGfquNjvgGriTDT1nSI74sJgoodAc9zOXMYPZQcsKzjFv1oddsYgNxB+DcU+JbQOgT9Qano85999jpruW2cnM98HevTluKDh+8M9g7BGAPQK4q15XDuDW36ye7vDQ3HemTuvxTq7PYBHp/Hu87et25NBGrfE9HYz7GgCOB9z4t+FQ/6Fe+raX2T1yHAkfPYNSQB9NYClMPF8t7s1ZLwD80TXR9VJACkgBKSAFpIAUkAJSQApIASkgBaSAFJACUkAKSIE/lgJXv/yrVOQNq6KnYvaODtkMAAAgAElEQVS0rAUAL0q0DqAwAN3zkNb3uqSlNNevfYwLPpS0nb/+Wpy/7oC0Y0buCuwhAGznsoOVUzcfAoS6HnsA2N2gBLMZ9uK6nHq6gVQ4cRcpk4/DoQPg4dxax/euSPHl/ta1Mpj2WggL9HOtKijGtQE5C6A3F2WFu65frdWawZsdg1sbbbVaxN7oCIB5jDOXpB3PDmB2/wLyomY0A9eVwxIx521XUM8wOcPp3maM1sLXINHMmb1KT53nBqBs7dmSh3u9wnKq1ZvXG05gjqO2VmmDw8yR/tYUzxkAb1zWZazm5l997HyLG6R45nuPYfQKXGJ9kRJ7BYARJxjHCgADGvvuk08AwIgxOOhzymYeT9w3x3fw0RmcWjyf+14AvOrzzwaATQdL/dz+HgkAR2jU2sYBgMt/l5USPgplHZcCUkAKSAEpIAWkgBSQAlJACkgBKSAFpIAUkAJSQApIgT+IAlf/+XdHFABx5tg1MNjAYfktOzT7sV4f2DS5vr51aZwpF5D2n9/Op8eS+tnaK2hqU+M3A94M0o4cj93xGuA0XJu9jjC7Vdl9OXMA25xGp22kuWUoiXW/3DE76tOdt9HSVYGE5gC+v7exmzc30mnbx2o8GmBjlxpqzsJBmWuRMgAG9L69iTVBW9mJ61Cw1rjtoDy0dLexX4sUwPFvXjcGvW0C9bxwqtU0pV73tadYRlvoP6eSzn2hn6z/Ev5WwJfHl51/bwXAXGMZMcI68XfQo7tze+1b1op/XrlyPwqAoedzceQzkB5qRrs7PEaTASYD4JhPnAfQaj/PnMBZb96QwWs8Oy96mAPiDMD9zPrsWcUO6/wRALxXuxd9vBcAr54vGwBcMjWEPClnN75fBdiFDuLf2wF8tgwSUaa+BuQfwQHcpzNuxlkt1uT7CoDlAn6DZjpVCkgBKSAFpIAUkAJSQApIASkgBaSAFJACUkAKSAEp8CdSoAFghr+AMzc3Nw0Cc5pnN6YWMmAuT4OmAYzrx6xI9r6+nPP09Hp6fHgqx2s9WwLA7LBluMgg0Fo8AsDodpaCtx0jF699xxBx5gAejpvjllyp3F+0lcALalQ2QQIAY3wjAC6Q3S9/Li7gm9PNbfmlvti3by8BwHZOnpPr5jWYI9WopfiOOqPFrV1dlg4OPF13PfedAHimnzvK6wf1TVEDl529PWh67V/MZQZoY6xx1WbjQHV483p4XBUQBocw98eAEz8HYkT78e8qBfQMAGeHb4aqMbfqsr+QDO45hFs9XyrYa2NgB/AMJIYLOObHqaz775z6nVXrjlnbgNDdu3HOym2LNeWW+v1Qr6Wa1/m8uhK+OmtA3O/rIwD8Eeg7jq3H4lG8jioe/7YLgI/grd8g3zAFNPWf551nlu/TzcwX48Rz41yeS+xW9xTQNXsC7qdNmzS+o/6Pxn+8Uh874zMAsN+35VluNeX1kQJSQApIASkgBaSAFJACUkAKSAEpIAWkgBSQAlJACkgBKeDvz+EAtpTCBnUC9BpoKbVpb28HNx0km6XyNdZo7/IdLpUTrYbwf/7zYGwzoE1N3cmpnhmM+mCo4Vm63EuWbFZXeFYD1tqCO7jNK7lc+ZxtiujqjF3SpFoHuWjJ7tQMHK6rLtc3Lw6BrwsRDjCL1NEFslt+aKvJbGOu6ay7XuW85HgOva/KWpbUqWVhDRIblD2fo1bzy+u58Pmr4jwOZ3A4gEd1+zgDIue03DwOXInazewc7+1T3csylgxQe2x193bMcRxXBsAD+K/gJ6Bt6N8Ap6eI7m1lh+sSuC1qAKOl1TzQt0HaVWrlGcDl2cIxvAox37RRNyhgjTIwzrV887wZSIPbI11zQLhRswxXsyN75QRerePKadz0TfsrjuDtqp/eXt2MctTQGHYX/zZzpnNsz2J61vh0f0BKB497K27i0Rnb+7x46Mcn+t+Ft0HGIwA7A9WxGSlqxrdnJ+ZHG2RcS95wMwHjR/2/dT7HIr3tjHcD4NpNey6Xvw6WSUIfKSAFpIAUkAJSQApIASkgBaSAFJACUkAKSAEpIAWkgBSQAv7+nAHw09lSNYerNZyEvbDg9kV5JnPOek9nA8nlDf5zqdtoMNncWw7BXioQrfBvlrqVl+QtAHhIkVyBWHYE5xTAs5TB6H/W3hIAZ0DYQMwIgHluPDYA4KJcAb1Xp69f7wqstUWAu3gEwHBIxzpZuuuAMnDdMjg6lzXAx6Ds+RnppeEMvvPDewA4O2Bn7ummW6o9e8m6YB6z27GvWaQUtw/SRzcHeXX+2rEI16LXkLc2LkQNUehzBAo3qXZNp+oEn43V+3e43oklg19cA2ibz5053WcAOG++sPYM9ON+eQ8Ajhjw/w3AZ6DRa0Oz0zrSQnv/7LAs93efW9QXbjFXU7LHGo+q5XVYGaLz90f88WhdV6B/taZv/f4jANjmugvEGwA2jeHerzs3XmMzR/4c6fWm+TUA3NcYNcRXIPUIwK4A8LMBYEzNA7HCTQfAff6tX9t91OKyj882Iu19/igA2DTxjBF0f/7ec3tTbOlkKSAFpIAUkAJSQApIASkgBaSAFJACUkAKSAEpIAWkgBT4VAWufvlnRywGb/yF/cRpZi/g4exkFyBy5tp3DoDL/zw+PZeX9+Z87QDpKjnUMvACwDLA2cBfAoqzmTOUs+saGFykfc6OxRmweQsADhjBH7iwOgDGuPCvgXFoWRI/14ujnZvbq9P9V/vO0msHBGYH8KUA2Dicueh4fvEzOXEdIAcgGdKs1hExgPWvKgACwA5wnOff1xyOYMw7rzmOQz3092xOZXJjw5FqRmh0Z3PzcW8AMGDxCH4+AoBnsZpTJ9tY9gAw7jKDtS6l18+tcDpRTrirA/D38/y6CUiFszufyw7jFSDu2sdPAEioNd0jew2AEWM5BTTHz1tBbqwtpcuugC8065A9Q64j4LkCzX2en/vTbKPLClJzLE9HMQXAyIn+BgcwO2WPUkXzQBIAjrlF3XR34k4cwksAvNOvlQywqgLtWv7bkR3AjZgzAO6DPgLQvzck/SwHMN8XfN/lGs6fG91qTQpIASkgBaSAFJACUkAKSAEpIAWkgBSQAlJACkgBKSAFflQFHAA3oNvgUkBYB3yAwuUlPL8sB1Cz76zmKADwrw8l7XA5OLi3bPbP0TingObfIRCA7qzGaj7f+nZgnFI3u7t3AYBXC9EgJQFFOxdtbftAzuQ5ALYU2jY2c6VCN3tJ/2zaVPFcuwSArc/bu6uoCXwTjky4fD1NNwHXaDccwuYAZuDOQHeEINuUzj7Pmm6V9QF4DR2iHi7DBQbMvH4MneGcziDG1ocBcYNipZ+z05+IlRhDxJctsy9rTX28GWt1Y7fzygmAshlwoz+cuwKDNmcGwBmkZsfvDLpa8m6DWgB8M7DL7WQAzPOc1QR+CwC2tlZ1haFJzLlvpoj+Yw3ix75JA7pm0Jlh5uAwpgntAdv3AOB8f+86alcPg0/8/i0A+LDbPwEAtkejp67nx6oA8DI0xufRmC8dfzv8lj3aGXEYfDpBCkgBKSAFpIAUkAJSQApIASkgBaSAFJACUkAKSAEpIAV+JgWufvlXAOD88VS15S08p9qNF8nhWLVjDmDLzzcFQDoAPr+eHh9LHWE77yXOc4BKQHYlTk75PEuJi2szVMwu4NZvhcA+bqqTi+M8lvyCnMfcwN3Ekfz6OtYCHiF5aIT/WI82l4n45gr7y1/vCgg2f505geEmLnD0yfS0PnudYHMNXxWrF9YshJ84AgtACq0CFFi7liKV4TccvbbOMwenDReuMgbZERsFcJsFvK57A99m3aVPdl0jfTVgrAEgXtPsPM8wmcfJ6YljINXhnGrJdv3jpz1naAefVTdPhQxA2m8ebKTgurxltbzeMrSC7ojJDqhrbdrmyCaXK8XdLMXzoBXF06zGMAOjLRztKaDbctU4ymvG+g1Of+ofKY232q5ryfLtMADgIYLiF9PC47EuAY+jj298uOV5rABxvi03DuZFbeipa3Uy9lX85VhbXvoW527rbHITvLGdq2uQ2ZqCepsAYEgR3uNoPxUz7kGkfnYdF3WNbQPC8pjfWGOWgx35v/mhY/A6E/DyYc1KJfCfKTxbvcVFCu/Le9OZUkAKSAEpIAWkgBSQAlJACkgBKSAFpIAUkAJSQApIASnwsyjgNYABrgA5GIq4m7eB4ACN9jHnnwPg8rLda66W9/sGf5+ezoW5FSBca/5CiA4WRydwtNXhF16Yzxyj/g77QrfvygW8Sgl6CQDm/jEvAGD8zsDXUj0z/PW5VofxCqgFkH093d8XF3BJBV3YbgOucX2B7+aQ9dSr0b45hh0Ve93MDmg28KGCEaQdDYjZAbC1b9fHGDsAxrgBEwCAAXttTXJq6qYHgfcOTSk1eBmDtZtr/DJc5nlgQ0GHvjWemju1poZu8B+1UufQscd+jcEa/DNQaBze61lfAIBzauzs/oU+lwBgfpgc1cbOaaWzEz7DYszfY5scvq3PBIA5zmcPuRHGxhnbusiXpXBeAeBcW5n7fEbqAbsjaqBy3B2Nvx8fZ/etAfBGS07TPBP6jeDWm5i1+cZ2vhUAjs0r5pS35w+I/jyttQBwD4j58yD+BnD8+z0iADy7k/SdFJACUkAKSAEpIAWkgBSQAlJACkgBKSAFpIAUkAJS4A+pQHMAs3uUHZcG4izFLFK9wgEMqFI4sL1ZdjD5+HDusLiCo5kDiiEuQBtq/65SBrP6gKrsLuaUs9YGwJd9b6mG+ZrZSrIL1o6vahRnGGkpmDEOV6LSKAbZGUBlKIzxGPhwsH79XKDuy+nu7vr09cud1wJ2AOUAx2Brd/HatVgvGwcDYJ9HJVfeZ0vhzM7uAMAYu51/Pp8LPLht37HD1lm/pWIusObp6ckhA+bXzktO6RVczymeuw5U/5M0teMz13GMfVxVALucijivfXPtUlpunLNdt75RgUErA0m/j4Z1GHuMdYjBspuXIWnTgRzsPsca17M01DPQ2+ZB6zFLZ20p3KEhXLu8FhFH/r9tMu3+t7zkPpdIQ47NAfZ1X4N6Kbl1u8bzdet9doCc3c9Y8xUAxrhibnMnMNct5jjPwHe4j2hTxmajSpv0Al6mAMxx2wVeWNbbwhw7anOs/6gAOP72lOwG53D+x3qhNvpmFm/6AtkO3nTRJ548+/s3Nv/5DmC0zw551QL+xEVVU1JACkgBKSAFpIAUkAJSQApIASkgBaSAFJACUkAKSIGfQAEHwDbOaYrawhjsqIG+AJMEC92B6vizvLg351ZJ/VzrnFp7BoDMLczAK743eNnTIgOeZgAM7UbwMtYlxTGumcrX4eU715pdOYDH/vpL+Qa+k/PY5+LSxbmrtMR5POwE3cZHcfEWc69Bi+sbS/18LgD4y+nLl5ta3/e5fFdTa7eLez3WYRwFwPOYXAuqIdqgNUA9rW1A5A6wuo7RKQBwdrlmdzbPj53PGUJa+5yqdJbKdxUP+P4IAK9AcHYA9/Y6YOsxuA+A/T6qtlUD5LO2mmMvk1YSi/WZbWzYA8jZAWzNAgRZl0MN6RrTGQBv4/LtANjiGOvIKDPGN7qtc5zUKPN/tu7hLezn69kBHHNH+vQ5AJ6uUX3uzWIO8c8wdfpMWaUvTuK+BQAPMfxG527cuD9mCmiLk4cH22TU4+KPDYA/Bn05hPYyAuQU6d0BPLvD9Z0UkAJSQApIASkgBaSAFJACUkAKSAEpIAWkgBSQAlJACvyRFLj6598LvS0fhgs3NzcNCLurtNb7Dedqd2YZUnkqoOeXX37t31PK2JUjNCDKCNhmANghZUoPzdB3thB4IT6rC5znyQ5Phrnc7h4AjvNGBzCuzS7fI0Ac13mezvjJ6vWWti0F9F0BwNfm3i0s67qmZobR0NI57zkXeS4OO228RdPZeEy7qAvcjzdgX4BwZc/eJBzjM52z681SRaMW7jAe2gjAqYjRP7c9g8a8fiuHJ/rLGwn6OtVVJPgU+hPALJMdnd0FuicXL0BlT6HdXdU5TjE/bjO71jO8t3Ot1nZ2CmdXLPp6KenBZ/DTAGncV30zh7XLc/YoqaxwBpQt5tE2xzu3gX7a3O250DYgdEV6O6HXzAmNs3Pq54jDfacs3xu8DuwQj3FHPeEeL3nV4nd2G8/6P3Z8zttdfZvvizyfg+lvnPExCdLsjSC5p4COEfd0zbbB5MC13MT1QbQpPz6eS+1w6Bt/Xw51pDq/U+3axpYLx/S2Zbn47HEenwd+MYCjlPB8r7YYp78ZF09EJ0oBKSAFpIAUkAJSQApIASkgBaSAFJACUkAKSAEpIAWkwE+lwNU//vZUagCHs3aEXDEPBmcGB/HaPlJ2Fvev//tUnIV13gkAs2s4twelHDIX1yncwhjHUFe2wkKGwjOlLwHAdh0AbQPK5Oa1l+YGuvkYp74e+x1f6m9ct7WvPVA1cwXj/IL83BFs6aBvCw2+vi6pmSMTtH8MADuYJZCzhEIGNWuN1BWQRrrsUZfQa+bSnUFYQCvAMnPD4lr7mWMKa8GxMNNqBYARU5cA4HzOHmR6DwC2MbKTHjHGkIZTk2POeTPE7D7BvZFjngHwCDDHjQHRZnEAVwB8Iuc3nII45yMAGGO3fmb6ZnDc53M5AB41+BgA7muA593sqTJPMT6L00NwOW/+8NvtPbM/3jyvoYNvAYAPZ0An1GdV/A0p8Bd1y0tMrp+zqYOfGQDz2C90iq/kfQ8AVjrotwSrzpUCUkAKSAEpIAWkgBSQAlJACkgBKSAFpIAUkAJSQAr8nApc/f1/HqcAOIOMqPVa0FDNDGyOrcfHl9NTeYFvXwag6GmDVw5clim7eRkWA/TmesG5Nm+W/eiF+J6jGPUiZ3B4BSZei9NyNid8t4XqpJE7bcORiT7tOlzj35sV8+r5dFPg7/39bQMkZkC1+qVWH/jmtq5NdXaOYKqnqA5Ym52p43Hvf5LuehgTuSUZNmcg5nCyOmnZOTmD5CtAnmME42O9ePMCdD9qb70+cWQfAHcgaPrbx5yrKwAMhy3OsfPHzQXdjetxX0XNsdPiJNVYxlwY5Pb59egEAI5vYuD5mudUd/jIAcyOVIP7qKmb78s+xrE2bj+/j8fPrVzXfPB7n4UUdQ3H2sbczl7KcL+vavp6xIJBs7Guccx15YTeHfQbDq42amQn8qrJZYrpN4xh0C2VNt7b2DLtoj5/LBafSvqISBWOzQrbtPPLYf7MAPid2s8uO/p7hxIFiGd/JF9WnvoTR6mmpIAUkAJSQApIASkgBaSAFJACUkAKSAEpIAWkgBSQAlLgeyswdQDzICwdtH2a87eW8Pz113MBwJG3s6eFngPgOGeswWnfHQHgmRgMcL2NBKwyvMyAIjtJ0UcAa65B2esNB6Doqa/Hcc3TemaIh2u4nYB9+wDYhlQqLJfLSzroAnrv7++9KQOPBqDMAWw1gm2B3F1bUvuytu5mLpSsz3usiWr9j8c7AEY6aJ7vFlbH0VbvtcLLXOuZ2+BQQK3cPeg5zqe7tyOuUJ82epjV9J05bMfx9NicgcEZYG7rWWMGsTgDu5wuGimOOQ13g6h1nTZa0PpdUvMz3zfW3hbMlpTeBPKh2x4A7m7jLZSFE5ydvzO378ypHWOL8bQ1rLdVBsDblNfjWGbPmRwj6GOMa8TxtnbzavNC1jna3T7nZud99LufFQDj+WRx5qnh6/Mq9PjjAeD2nPAF+31SQLuydUODAPBH7zxdLwWkgBSQAlJACkgBKSAFpIAUkAJSQApIASkgBaSAFPg5FGgA2IbL6Xz7i+sAn+449RTCp9Ovj0+n81N5gf/8erppJMJqxMIJPIJZBowrQJvBrvU5S/t7ieOMnZN8PlzFe0sT44sU0KzJut94qb8HfuJac+mO7tvR7dlT9mJ8BrsCGBatXx7L9denL3f3JR101CstCbhLqyU99BdzBtcUupZXdefTdAbQTk66GbjlcebjGeYibbddY/GQtdlLd9xjrjtiPQ6qKzbrt2JtqE+8vy6Rcrz1maykXfuIw20a57mNbhsnxSVadUBfK/iLPmf3Ai/p3JW7dfO2/uCmrXCe55YdwK5d3ZgQ+nQw22y5saq1+b5pgkHzHvyF7AH/I8Zn9X2x9rv36w5wZfC7cvzy99jEwHGzOn50z/dY3r0dDw/mdO4X8+WjerxvrP3bb5R31tQt/UFfW3aL8ecoP+8xlj8Xg/QDJ/DF7RyuxOecEOP5PBB87ACuCtNmD89a8H32KXyOaGpFCkgBKSAFpIAUkAJSQApIASkgBaSAFJACUkAKSAEpIAXerMDVP/9+9hTQ5va0D2qY2r8AQH68vDA2H+pvvz4VAPxYzr/zl/h4dX91ulkCYB7VpS+s7Zrs7s0gzc9ZFLzNaZwxhiMInAEwX5fHhHOH+U0ITfRZoGZKrTw6PUcgya5Tc2E/Pz+6w/fq6vZ0d3tzKhy4fAoALgDkrjiATX/oMQP5eR4tl3e5niGJ12Ku9ZY57TODXde2nAOHMOr7eorh4urDh9d6gK1VI3bLQlvWKMObGfwCt21GcHdMRxzP3aDNy+7DzPG4dZgGEGXoGgB3JCgzZ2vo0MfB9ak5bi2uAWIRznAKz8YDfXEOfp+lgEZ72QW7134cC0h1Tc73DEN9djUF+rq2b787OF10xGr8x/r6mpC0qxTIfM+N9994hOfPR46+bzFcx4Lz+Z7Nms7GdDGwXU3ovd//oADYHOIGfmNfCxb6jwuA55kNfj8AbLq7C7hKr3TQ773BdJ0UkAJSQApIASkgBaSAFJACUkAKSAEpIAWkgBSQAlLgx1bg6l//KDbe8gEAfi0W3wAzo1vVqNpvj8+nx7MdLyCyoF+DbsiAy0DQ2jty6h65HI9SO3MfcGhe4hjmc/dgNMNPXsLsBrUUzMPxBKR7O1XPAmpZm552urczOoML2i1w3tLkumPytbh9i+h3d6fTlwKBi3/SU0Mbvw+n9Qgmc/pitG3nxbHubp07wHtK6Vw/GWvAzlwDr3ltp/AXDIT0y3A+g2hAi1ndV5fGYKL17wFcYrOA1SVEXgCyPeBq80UdX9wfGfAgFvr3W2c3ry/uPZvrDU1ssa9h8zTJ7tmtY3UErDieQTOvWTiEn1vaWDh7AXlnLu78HVJOdzAcrnX75DEAAvPkLnUEX7JJwPuc1PCNsfS000ePajhYY3PJ+mw+j+d71P6nHkd8A7LmeH+vAzgP8g2g+bnsDTnb3w/frbFfiPZi5+5P6QBmET8Ggy/dUMUbWOJn1J2v96TqAn/q7afGpIAUkAJSQApIASkgBaSAFJACUkAKSAEpIAWkgBSQAr+3Ag6AGxT01K/xct6AsL+Er6Tj4eH59PDwaFQtvn81KFmckZVbAtbNwG+GpjbpPUjoxyuhWp03O47Uug3qTEghj2XPKXsJAH5LOs/sGM3jYJCcUx6bHrYent256H5y6HF2F/BfSvrnsiS+TNc3Bdx1A+6y7rIDvXoeA2Cu+ZvB5gCtiX4BtsI5DncwApvhcKx7HIET7WQAmhzBcCDbOfnawBY1e2kFcFjiYlz2mIFT2a6/KU7p9aem7p7R5HpRhsGAvzH+9zmAEaOjkzQc1RkAzxy+eT7fCgADEOFeNKA7A8B5PHDFmtPT47ZZDOfQNINotPdZADg7fWdOXp7DkWN35RzmNj4MgBmqvgfUHkFZX9RPygF81FftJ+DvmTaofAAAH0DfcT0/aZ47T5K3HHrL34xL2r0UAHNbAsCXKKtzpIAUkAJSQApIASkgBaSAFJACUkAKSAEpIAWkgBSQAj+3AgSAwxHaXLQ3BSxW/vtc6Nqvv55PBRVbJVv/96amHMb0Ob2tfcd1f9mFiu/zd+sUuqPAgLYr2Ivx5/bRSgave8uXYfbcIbtfE5PhZugL5y3skJEiGP+1cTYY30cYbQGcWKrml9P/+uvt6cZSCDvrNJewQdbu3u4O4w5CjM0ZsA2oF6AVbtkj5zbrxRAeemMjQNbVtXNIu63paymkwQn3NM8QGqmnfeaelrnHrwNVr0k9jiS3sXWj9pq2zbFq7dd2elx15x7HWl8/rMFYP9iOz2KX0zfDEbtywb+lBnAGrAxW4ez1Mbkb3FK9b13Tz6Yt1UFewVm/721viKUCr4LNHdV9UaDrDLZDk1nq6fbcSXxvtd6r50ve6LHnCEbsxjz3ncOXOrgH4DyDqW8BtXswNrdzBG6P/q6tnMXtBqDnTVnkp1IzfozndwDgN4DfHh8/EgCep6U/knrv+KUAOG+kwr6XvlmqP/c+Mh5dKwWkgBSQAlJACkgBKSAFpIAUkAJSQApIASkgBaSAFJACP4YCAwC2ITWoV2p/2ktiY4m//fbkjlFzG16Vl/mGvgCA9+raDkC5zncFgFdyZOjKANiuyXVmV85htL9N4TwHBNwOz3ELKEfCuEpd2tqrYJfPy05XrEN24W40KkDk693t6etfAgBb+u6XZ55P1PPFJ5zbBqB7rWevUeuw1JzdAe84DgZnb4NedbPAxKU9A9nRYIzD01jTJ86PFL3cP58DR7Q3U0Gkw0rMzYFjB7IdqPf5tPUn/dF3zHcE0xkMeqwZxK6gFLqtUpn3VNx9DRhysrs3A1UHqGZp9nF1vTqs6Ws6A7Oza7jmbwPbFCq8LhybDKMRS0M95JIquqxgzxhQhX4rAOb1jhTUUXeZkhBUPca7IDt2PwsA93sG98N4X8wAsPWdNxSMo93+NgfAtvYJkF4CghvU5ethuU9u+O8EgC2unp6eN6np35UCugFgTpv8DpB8tCjf7HgFwAyyLaPDBz4fBcB4rllWifzs/sCwdKkUkAJSQApIASkgBaSAFJACUkAKSAEpIAWkgBSQAlJACvzOClz98+/nSpjMLfla3L3hRjVOZ1Du6dFe4D+V1LsFMhbQAyvkdXlx7ecVF2p7iVx+yNASEDi/qM7gjJ271l6u34rUvqtU00cOP/NFX/kAACAASURBVOi8gtIj9Aq3WnZ2srt1AIE5JTItam6Xx8FAcdN/JVn9e9N76zYuiaFLquOr01/+EqmgkWL55eVcu4p1GhzR9fdYK7s+0nozjDJw83x+dqewLbs5Q7EmDEeznnmdG8Av8cKx0WFZAFLvv+QTzzWMWS/7mdtoY64AeAbS+Rr8zBAZbcwAsOmRwWgGwBjfxsHaUl13AIwUz4CqHufJSYpx7AJgWiivvV1/d0dvjVu+J9mNj1TTR6AyO4d5rPZzB9hRc/kmLOjuKo9zE3Bsubt9FejcEhfpXuM5ZcCbf8/Pz5XzFpsLED/bGsXRUgb/s40Ag7Zp00R+DuXx5d+/DQCe9PqtHcCpfcRxeYScXkrd3y3wxe6DeQaFqY5yAG8W9lIAnC/E3pme2r0/hzm+j+JXx6WAFJACUkAKSAEpIAWkgBSQAlJACkgBKSAFpIAUkAJS4MdUYADANsQXc4iWf5+eDYCao7S6ReFUqg5OcwDby+eXC17KZ9es9TNzTgIE4QU0w16vDVtpiYFInMPO2kvgy8ohnEEPgDP6yi/FO4jsNWxdv+pEXcFIuBtzOIxw1EBeTg1tc2bnW7RgADggbqkH/JcvzRUb4DaAqoFjq1mbx2R9Rv3gXM82wKcBYKvlascN8LHuvobVTctruQRoNS116Nhnb35yOM+OAHCDyd4GpeAlAGyuYHeuu6M3+uH4y+5YAGCAXgBeBsO8VisAzOf4Gk8AcIbEgJKDHubONpCbHMDQaLYpgWOKayAHVN863LnWMPTJMfAWADx7tBkAxvxiEWzRcOaYApoBMMPfHCv8O8Z35ABGj5cA4NlmjUsB8KFbfyZSuhfsfo3PRx3Ak86+EwDu91y42O25EzGZna4CwIuQeNPXAsBvkksnSwEpIAWkgBSQAlJACkgBKSAFpIAUkAJSQApIASkgBf40Clz942+F9NrHHJrlnfzt3en0UOo1np/sBf6zu34DasYL/FkN3RngZVi3p2YGLLnuqUFHdzZWIMZQawVnuL8ZFM6u5OkYakpMa2sLxypYhXOV7JSc2jeu3a+tONPOda7AZg6SEwg2CH91Pt2Vxfv61WoCG8A15lbgqrsrxzTQDE+59m4GYKa5AWDUhc3gPXTMbYf6DHYBil0Pi6OmCcY2q43ZHcOzNYjval81fbPHRv0+ZZqOMU3soZ5GukLXDPEAgRFPcDXOvufxDPFe53pUQ5eHlgHwajPBzFU/OKQr/J2B59BjvDNn7trVOf37stKwnVeNbby5lvCsHfsOTmfXr46XAfVbwWpe42GjAM2ZncDbscac7HvE3qXtjoru/FY3zsyeTxGsH6hdazF36fVHqaAP2sHzw4fcanzbunKaeTv4sVTH4z213QizUnqp78ULtX/i+9q/fPxHw3wvAO7twrHfY52fZby+R2PRcSkgBaSAFJACUkAKSAEpIAWkgBSQAlJACkgBKSAFpIAU+HEUGAAwWN5vj1Hz118EN0g0B8AzRy3D3wyMVyDF+gKYhTwtda0xOqv9Ctdnqmubr/Nx59q3SfMleK01Zr3Ga3OZUs3V5nrt7srr6wo3LIU2QHXtfwWA2bU5ANKWzje7chm0Rnpqn6ed7zCpjLf87/3XL6f7+0jnXPzbfghrifMBMKNucHfy8nGG7tDT5tnW2+GvjSFSTMe1vZavOWr3HJWxHOEQZK37MkVfGeDlWye7fH2jgI3DYHD9b3W7NeBZAXA+b7V5YA8MQwf710PA3cjQKnqAy9XCJvQfe2YA3NakpnrOGwxwJadQx7hvmlO+t4/avHwd1/Y9ctQydI82OJ1zxBIAsMF1ntssPbNtLrHvoYnHUEqrvFo/aMPHPW5bGuoOtfK4jwAw2lxtMlmB5b2xDsf+oADYwK/FmLu627PUwkQAuK//jwuA2/OmPssvjmedKAWkgBSQAlJACkgBKSAFpIAUkAJSQApIASkgBaSAFJACP5QCV3///+CVtHTOp9O5ALSHh4cySHNqFiffSwF8DWZGLdkBuJDVkmvk2jnnpzOl9+0piLMCMxibawK3F9N1LOwUXtUXRj95XDNg7O0P6XJ7amJ2UDrM8/8APWleEwCMtM0ZJm5cxwx0y1jQfp+nrQOgbwLAPvY4ZlDx/v7m9OW+1OytWaNfiskbKY4BRSP1c8BHg3BIsW0uX4A7QOBWo7dc0F1+W2cz2pxFOMLGQRwcijVFdU95y2DEwHKMD/Cu161cp3fOqcIzrN27+wYXbkrljesAOFcu4H68A2C7FhC4HafavXYsxxjmYefDeT1LH57vE94kMasvHGl5+z2cN1Xka2zsHiP1Gh7nmLo6wOseAM5t+e8ECa1tAGCcG/+OLmOP84U1MY8B69Sc7i01d3eEZ7cv+sQzh39vzxTa9LAXU6t74fU1dtjws3U491IH71s7z+d/1AFM+1Rso8lTKSnPKZ/f55B9w6QOShC0/k3Po7m+odscB++4tF7yMRj82Q5g3Av2N0Du3/evqq6UAlJACkgBKSAFpIAUkAJSQApIASkgBaSAFJACUkAK/N4KXP39b+WVrwGe8vLeQUt5Sf5YHMAGgB3IkHOLnb0YeAaxzXVZ2jqXGrIDkCpEEjVy7fqVU3jWtp9PgJZBX3b7NnBJjuGZG3Vf/A6A+bzugJ2kVa4AeATmFfTM8utSwznVLadtxml9Dh3ibVzKBYhcX78UCHxbIHCp1FyHaeAPmrnbsqyFu4TL4tv3DdwVAMxwmsfl69XSvIbTE65f+x7AoClDcAhOY0+57ItZM4/XDQRbKBnjs08uY4v6vrONAz5H2rCwArURf2MENMBsCayrk3tbu3RMCW5toOawtcagGw5g+x4AdViDcvEMrLJjmGvisjOW27y0hq6v9Sw3Nt1blwHgEf5jXLYeqBltgJYdwP2cDsPh8M/u33b/Uw1nTjMdMbF1lM7OeS8Azs+GHGtHzvS9Z0vcC28HwLwZYv/ZdXD0LSD0AhDtMW/pvMszwDcY1MwAcY+lm+xDA68XX1B3fvPM/KEA8MegL0soAPwZAaU2pIAUkAJSQApIASkgBaSAFJACUkAKSAEpIAWkgBSQAn88Ba7+9e/X14fHAm4ez6fn8hb/+vXm9FxonjGCALThcG3gcwGQ2gv3WhfXfofTlh24HawF0J05eWf94UU3wy4HDJNUz+zwXbuXA/BuHM0geAV8z9x5Mx14fhnkwgE86wewnMfB8HUcnwHRcP7Oxj2AllIP+Obm9fTly93py61Zfc1p+dzr+Ra3cAP1BfQzMM9zwfpcXd301LwGYIo+5vjFp4NxULsAuOB0noba4XR1Mlew9Fpdo12fANB7gA0weav1WOcXkDtiMUaKDQhd+/g+0hB3ZyzizABw7ifGFqAZwBQgF45W1Ea2Nvmcpmei2rlOL6cSZyg7uJTNie41nsf06FZDF7CQz7d5cs3dfP/Y7ysA7NdRXWyum7sHgHt8jE5i08/agONwtt7tVnyDA5gf0dzmzAGMZ5TrUEHlCvR+JgDmeGzPzR1Oyjr0DTUpbzhP3DuYNPgW8NsWbj0wjCtSPketeK4Jzrrm4b3r9zeAX6ScnvLn9+jwrgFnAP554LfFTd4d8+ZxogYwPczjiTg8g+UGfrOwukAKSAEpIAWkgBSQAlJACkgBKSAFpIAUkAJSQApIASnwuypw9X//XgDwQ3H8onatOX7tnf8CAGO0DG7zy+iZ2xbQcgZ8MxQbHKhcR7J0BIDcQcjciZtrpXL/ATm3INXB8QUAeAbdMrg1TaLPcPq9FwDbtTk98Ky9EQAbXCvu6wJb765vCwy2NTWAd/a00DF3A7qhXQDzXtMY3zssrfVZAVQcNhoorQDYm6ipnG2uBnodnBtArwDY3MFeE7iC5wEcV4BpfUW/IwAOHcd7BAC4xR2l4+VjDADx/cohzAAYjl6sc6xdH1cAzw6AAUDHWr+1/ixSc9cxGkjlmrsrBzDfZ7Pzfd3SZgwAadQWtnNyzd9Lnjaz1NExTsAiSl3sgLzHd3YAo7+aUdsBdMzn5XRTAmEL1/sIGXxeMm7cc3wuYucIAM/anz3Hcsz13y8dYZyXwTxiaAYspzFNmxWmPe8C4DHV+u7IdxzAMa7YVOCPCnL+rnR6m0rp7AaALxh/zVzxQwJgBtkfrI38eQ7gOQDG5hI8uz+0frpYCkgBKSAFpIAUkAJSQApIASkgBaSAFJACUkAKSAEpIAW+mwJX//1/zuUdr6VurXCnGsuu64tpftU+e9nMNTz3Rt2gIgEwPn/WzswteQSArU3ri52eQz+VvBgEzZ8ZAGY3qp2Pc/rYxnS4cExjHEcOYJyXQVj+HfVfM0jGHBhWBcCLnMxXBirLr3dfbj01tAPg656WuoPxoKzstObfi9d1AH2hSzh8DQ4YQDYA3FJX1/gx2Ht+iihy8Ozpp7v7285fObbz3BjmsMM1f491wr+8huFSrGtGbvXoq+hjNZBLg3DKst7Rjh03sLoFud01bHMFUKlzP3D8eu81NruLeKz1nB3zHL+cRjnmPdYd7vE4uuY398CkJq+dEyA5XLvufm7z6zV6OWaRAhpjCZdo193kGDYt1IHsrWUeK8+px8p4FkAr2l1BZaSPZmczt3TkDN5zrM/GPbYdvw1O7smmh3G9f18HsG3qsD1DHmcT52++d480uOj4AIC3KcCHNn5kAHzRZC876dsB4Oj/pTzTcc+jFvnsvr1stDpLCkgBKSAFpIAUkAJSQApIASkgBaSAFJACUkAKSAEpIAW+lwIXAeBVmmUb5BEAzrBtBlIAAFeAi/ufuR4BMfnflYC9f0DJTloYALNDNrc1zqHXCo7re8pspAqejSWDxea0mlrWwgXsDtNsHaTG8WLeazcbZbVPBZ63dzcFAp+K67JA2BsDwAYwzcJ3625Wb7amvZ4C0jKvXD/Wgai7eu0/A8TWTk2rTQD4+QxYFdDUzm+1oCnVNuuUIQOAc9byqD5w1nUL8DnFea+FzP2PPwcALme2oXBMdgi6BsBYy5w+GvcTzzFvBMjz53vD172GMwNgb9ec23BKT9LGtvhKjvtxjAGAfc3LhoBotwNg7icD4PO5byUJWF1iuqaqHte9/5Zh7SXgaeYWn+m5ej6Ma92dut8aAO85oaHzoNOHHMBv+POSHMBtTSoA7hsq5kD2kjW7eDQCwBupBIAvjh6dKAWkgBSQAlJACkgBKSAFpIAUkAJSQApIASkgBaSAFPhTKXD1X//95A7g0/O21uMe+OX0wQ4oEjjCd1CTa8sG0Jg4cCmlLQORvRrCszStRyB4hC0BpvAdgzKrIQtHK77v/5YUy0SbhrTJ3iKAyLzuI/fDEWft3JR+Z6mB7byc2noGpgIEAtDV+ZVr775clbrABb7dmvaWDrqAvAJgzfz9co5RBNStbuCWWjkc1eG+ZgdoOGbZ/QhInOfH41zVwUX/0GOIAdcljliYZGcnM02bDxztcP9iqWx8exA94jhi09bfU2d7gPSa0PH7WGd31SZcz95eHUReQ29uUlubNcx6ZvCb44X7WKVd59TS0Ly5kIvzz7QL959p3uMYLlmkLbax5eMtljxddrhEcQ7aNQC892G4jHFgI8DOPoiDNveds5e2nx3F6HSxf2N3TL7+aVir9nND7+qPsx/spHjOfSHls33/XPaQeNr28jzIG0MOJ0snLAHxW+r97nTY2rd5fsfavz0eZjH+ebWAPw6Aj1YLad/H57xqAh/ppuNSQApIASkgBaSAFJACUkAKSAEpIAWkgBSQAlJACkiB31eBQwAMsJuB7wwA21T23LoGCxmkHkHj9hI9pep1FycB59nYZoCV+/axIlVy+TkDYIDDFQBGaucMMHo7ePG/dRpb3zNg2EHqPhjjkOF22AGMcxgEGvD9cn9dagK/uhv4qqSEPpXUzS/PZV0IQAK4Z7j+fDbnsIGAqCFscBQ6hZ7dETo4Tiul8nVrKbiP58hzMxg7A8AtRmpz7s61aSWilsHeHgQe1rbOsQP9sdbpDMCPt/Q8BTRD8FxTmuMDaVdnznc7L0PlPciM81GrmAEw1q7HTaQJj2tsQ8IaAPN47bwMa+N42XLwHLsMAIAvcYcyXGbwjLEdgeC8PpzqmdeJNzFgvOM6Xvbbu4Bs1WccT/x2NL939fcBABypvOk+L8+Pj3z+DAB4+7dIAPgjMaNrpYAUkAJSQApIASkgBaSAFJACUkAKSAEpIAWkgBSQAlLgWIGr//Pf59dwd441OVstV6/3OdaHtWYzHOTavAwQGfo50KigES/F2d0LsIthsxM1Q17052NJjtU87QZlKzQeoUOk/V2BSa51Orbbwe4MJrJ+WS/XoabknYFq7mcFGFkP+xntIJUv+uB5AYLe3l0VAPxS3MA3xRQXaavb+pGW2dnL6xO1fMMdym7FmZYrSJ5jKP/OOplb1OFudf/muAKIZqcvrm/x5M7oMU3y+hYZa/zaeQCnoek25e0cIva00nld+b7Krmje4MBrijYy6MX5SAMNcJhBOK6zGscZAIde0UOv/Ynf5wAY1zzbA4Q+DIGxDgaAeY37hgUDzN6rt4Br0Vyuz5vdsXsw/wj49tiIny5NO73qM8f6JYAWTmfr/60g+pL21zH+tiPm+n1+rs/KmuJ9fyPFcfvvBsC1/+bQX3R1ySaD41Guz9hrP28q4vXtLX4MBn9PB/AsPuUE/kj06FopIAWkgBSQAlJACkgBKSAFpIAUkAJSQApIASkgBaTAt1Pg6r//K1JAvxYn155711/+UsrWDOtmDlJOZQxgN0tHOwN/mHIHIvNavbN6tQCiDFnH84Jy8Xl7AHg+vg7GMTdASGv7EgDML9Qx3wxUVoA4A2C7nqHgHBwHtLy+Kul9Sx3g+/ub0/1dqQFs/+fkCymeayroCSz1tK8JpGLslgoWx3luDF37POMndg1jPbIW9r0BYIsAL1Vc687yHHlMAyh2aNwd4wV5N2C9uq0CAs4BcN94MAfAlj56WIeacnoGwY/gVNTKjfFmoLsCwBwHPot6Ic7HnFcAOGL32wJgnndPMR2ax/i7tjkmVpsJVmspALxS5rLvW9yZq97/6ynRI1b2U2of9SIA/HMB4PG5bv9/gqMV1nEpIAWkgBSQAlJACkgBKSAFpIAUkAJSQApIASkgBaSAFPg9FLj6r//96G/wM2g0IMyf7NjNwJQdpCtoa+fYdUhrm+EOv1xG3yswizFz+lx2AsOtOjqkti/bGQLn/gMqllTHVR/+t8Pe7iCOefdaiYCqM4i7Bs5b3Xlc+TpuOwPgDFfa8QLaXl+fPAX0X+/vixPYILBpEwCYYSr4Tk4RbL8DtIZAJcVvSRE9jKfWB8a5HE/IOM386JJNAnm90GYGwOxHDaAZoKo5ZUseW7+GNjWwO73pkIBuMroO9wjq/aLJgI+RXnsG5GcOQV5fjA8QOOIvuuT5eHzUTnNq6aZPhcm5xq8dR2pl9G3jxv0/axfjYSfuJQ5gO8dhvqeUjpFlMB3fWorxeWphG+Os3vCwEBf80p9Rtcc6nr3nzazZ+UaLfualDt3MUVGHeglYqwN22f5RvdsLav/GRouINYt7Hwuct3WK3wwAX7CGfspBreCjTRaXdrM6b93+WFu+3YdtwfZrxF86ru/nAI6/gxYLcc/GPYrpCARfumI6TwpIASkgBaSAFJACUkAKSAEpIAWkgBSQAlJACkgBKfB9FGgA2N+lE03oIOQmUiSnmrszELl9yT22GTVkA1bN+spjsN+zy5NlaQCt0iRrF+PMKXXjuuraLdCgHS+AdwUxMgBmHfyYjc9hancUzwDw0bx4TiunaEvdWx14o4uypHCuL+Y74IsX9A7rSqrmkue7dfNyClBretyUSXz9ene6u4sX/FzXN0Pfvr59xNZM5QGnp3Op8eq/B7wz0M+QoF1lHGkS3wDAvu60ph22x0Wz9eJ+jIUCAGMfw0tJXRshUHQxGLoAwL3tOvaNo3dd8zSgndXA9dk3UBlx069brTHPjeH0WwAwZB1SgWPOZV16SujRbZs3Y1BJaI+hoZZ0BT9vBcCoDxx9TQKAA8RCsXZwST97rc2O/R4AuN0r09gfv/yRALC5xZvxN8WxAPDqefDnAMD+J8Mk8LrwH6sH/dZ7WOdLASkgBaSAFJACUkAKSAEpIAWkgBSQAlJACkgBKSAFpMBagav//f88vXbn7IzKhFNpBXz3nHodskSN2j33Kg8R17FDcgWgfWwVcHF6abQ3pq2u8yMADGDLztV2bXX0Yv4AwMNYyUFq3/Oc47x1DdjZsqz0zCl/7VqAuez8xVwaiJ28mDcI7G1UgHt/XyDwFzjB7WV+z+3JsM7AVIaFmMdsowDALNpAHADqMtxjncc1KOM0uE/hiTn2uXY17byCuNsX7DJtKZErAPY1I/dsBsCcCjpijUGu6dVTRceaxJpzjWB21Oa4nNX+5THhfMwh67VK8Qx4n4/vAWDo7zMo8s10Q9xZ+5eAWb6XGQBHXzG77ipskeTwHM7kVT+5znCPgLf/lJ9Nl7KsjXN3wsA49jN4Xo60Onh/LwewmdcL9+3p1kvc8zPcY/RSkXaW48Nt/M4O4PXU5qmd+3x/Tgdwe37VOOe/m/5MUErotz98dIUUkAJSQApIASkgBaSAFJACUkAKSAEpIAWkgBSQAlLgGyhQHMDnRsoshW1DMJVaXF+X9MAV3r7lZX0GqrPfGSLsOX3tvHw8AxuckyFwBsA+BwPAntY0QN11ccjaJ9csjvmOAHzlPkX/GQC/vlbXM1yx9V926l6yrjPtZ4COa/Q2aEgO4NzvbZ27eXK/fLk+3d5Zvd1xRIPWRbvZWLIuLdVyaQwwcrYJwMBuaNf7zGvNAJDHMuNPaOdstYpr29nB6mttKUwTvB9TNYcISOtsP7uenhK3j/emGqdp9OXH4pjM80HKXuqTAX522PIKbAHpOmKgSdd8BKwdCI9tbF3JcXwGnBlGo59ZCmhuM8cHu4DfAoBnz4G3PJdWyn1rAPzm9n8nAOwpn0vwPiPlMwQr8ct/B2YbZi55juVzPrx2AsDvkf0N1yBTwOZBV9sYnb/Xq9Pe0KNOlQJSQApIASkgBaSAFJACUkAKSAEpIAWkgBSQAlJACkiBjyvgAHjr6OzupVwDF85NdufyMLJ7N7/gR19cM5ivBzgEjMb57Pi08zEuHM9z6MCl1n4tZCPD2XNJWYz5GATOoDDaGGloB1D7INTGF2PuJJC1QF8ruL4FRqO1cD7WUBL93BQ6aamfLQW0fQwO23+r9boqMOXm9ro4gQsILv+aC9BSRAOqOgy19L+e6rj3ZW3OXNhI9T0DgVhPdkRGzdHRhR7rQ25Rm49/1+tP2kg4ve7QTgGuA1ylFNWAm71mLzkeC7hv/dT6ueyqZUc6UjT7pgKv+2ufqP07aE1Amr+38bF+nqL6g+7KQTPSdDbuiJnxYTJL0ezO6rJpAuPjazB3rOvMvTvbPNF7jYTq+cPxETHM9/G4cWA2j02D6Qt2587uiw8uQ2vyEqfwdKyfUMv3SAMcj/vmdHp6OpPTHRshsFFjN3f3ZnPI/pp/3EXMz6JL5/l7nrcF3nOn8KVj/PY1gOcj2WakKM8F+79yw2BTj9+PcgRfupQ6TwpIASkgBaSAFJACUkAKSAEpIAWkgBSQAlJACkgBKfCpClz9939FcdTxRf0IgB1S1jTLgGJ8TXbl8bG3AGA4MAEZGdhm4MwAeKYIQCcALDvW/CV1+e/x6ckvdfhbATDaciiXAPAImUOjDDc7uB0BcHbMwW18BIDRR9ZxqPGaHNrWtl9X/7U0xcbWvEJtBcBZDx+3u+kKBC7U9+7uzl/kX9VUyaFRVYdcwDYuAODocySJHC85ZjAndgEz+Gb4ZuAP1zMAtu7sEMAgrsH5NSdzg8A3Xrm5A0+Gv9F+3Avm3N4DwLaBIeK01ll2SN0BsKWK3kD85P7lWEN70DADllUKcMyFAePMtTu7R7i28Oz47LvnIjbD6d5XzJ0BMIMg6ApAjvTNiO8Y/7qOKM9pD1avjmVN8u+zjQc8//eA4Lwp4V3tfWcA/PD4FBsXiuM37s8RAGMOK7Cbn1MCwONd9EcBwNtnQ///M/DmDwHgS5+sOk8KSAEpIAWkgBSQAlJACkgBKSAFpIAUkAJSQApIASnwuQpc/df/G2TNX0y3dJrsSqqpP78DALZxdGfw6NjdOmLHXJMZNPTz5w5gAGCDo9clb2WHiiPAfH3dAk0AwqYb9Cv/9nFsazzyGJF2eg8AMyx4DwB2PQkOZ2jM4/ewqut/XZ2+N7e3p2IELqmxw22Ll/kz150DTAKcq7FjvoD91zfXBTgjzfa21nRz3VZwneFvzHENgLfAJeBvdzXHDZUdmgDAdgzjg1N3iMUKww16AIB6ewUADxpYDWNyBI/gOJy1/OG6xL40k3TVuY3/n713245cx7W0bYedWVX9/o+4q9aofdkX/z9W+tAEwEmCEChKEeE8zuheO+0QxcMkJNfQpwlESCkQXKI/1hkea0fnNZ0xdw8xo04R/mL+vjYvtPYOYcQdQJH1mzt7R5fx2A7jZS+gxGN9PXY/WIHKWfsjINi7irP4s/HzuBuCQPd94rgN96V43unfyzB//10qg9c4jC/YzAD5CpwTAI878fsC4Bhx8nfVsmrY/et0RPIEKkAFqAAVoAJUgApQASpABagAFaACVIAKUAEqQAWoABW4QYFWA3h8MN3TGwsAHV2ZHYhGV64+6K0PfCOwHefYUxHHVM73AcD7aTVlBeKO/VYdwB7+bsHQbQDYO5A97I3OYfye6ZfV+oWefg9iH76NHPP9vDmg2vamwExzhRp0eioppC/l56cCoSQl9FNxBs/A2RbQjyljZV8B+QRcNrd3+fnLy6XV1d32Y3C2O7p7+mfv3t1LDQzYBrewrG0fAJf4aS7nnhp8rBHcX5owbecA2MNcr0FPHX0eAOv+AK5UoO2hooC8ZBbZbAAAIABJREFUzIFs52zTknv3sgHcnnob/Xpw7q9nf67Na+saPQqA8aJBy6TtBoKLeA/ersAuulu1uxUA79//FgDY1bWdAeSHOwJgTftc4O+3khK/7529YBN1iPoRAJ/76/tHAWB3H8CLDNN4PicjW1MBKkAFqAAVoAJUgApQASpABagAFaACVIAKUAEqQAWowEKBlgLaHsz6NI6onVodwNWhB5DYUySP6aP3AXCHUpiXOCUVNFSaF92KcxAzAkYDEWNa5gzyeAibOQe3IHYGgEcnoZyHvnU9ClIFDFo7Aa7R7RshMM7Dv1kdWNSz9YDJjxv78O1WAFiPD+mdC/x8eCvg973UBX4sENhSwj6WB/veMRtTQIvzK74cEPf1CAD2bssjKaARU4hl75ptNZebCxeQsqd9lvjRfUvctn3vuvPcjxP7j6BX5iY6aQ3dGhu+1q+vUyxtZ/WD5ZiHuBmgEyfy+1u/8sVlbefNgZ5m/a3aYP0eMFtcbZ3S7ToOFuoZOMxSQI/7tq1H7O9ha+d27piN434mANb92y+VmzuAHfiNmtwT+Pr5vb6+P7y+vZbghEVzhPc/DAAnWvg4kBTVGpMzh/TQ+Of55U8CwFDdXiqwDBGzl5R+nh3iTKgAFaACVIAKUAEqQAWoABWgAlSAClABKkAFqAAVoAK/hwIFAH/bRRU+BXKHmgaHI3jUB/LBAey/E2epgsHycB/gt8tY0wAHCLUCwHCGWj8VABco0B60F1AAGCdUBqANwBb/Yh4zANz6qA0zx+sRAAw9fH9xDmgzpuqtK6xkaTYfrzfW5NtmtWTRTh2pqp1oJloW2Kv79e3h+eWj1AV+Kv99UZAoBmLZKoOCRVeXAvoMABY4+VLcxQoga/1drOEWACzr8CmvPaA1PeBwtNWbrD1+nurx91ILWFMp13cj5DwPcQCgZgBY11LrBEvsrWr9tj1z6aLRh9+nWC/Xv8ygqajDixVybgPADq5JO4OjPUdrFne2J3UGHs5VEDdzgsbvMwAs3/l00B40x5TLHgBnkDWOB81+LQA81mC3AB1fRMG6rvlX4vm1XK8Si/ryhhYIF6e7xAAB8DWaHj2HABg12O8Xz0e1ZzsqQAWoABWgAlSAClABKkAFqAAVoAJUgApQASpABajAn6RASQH9t6KvGTiB00rawMET3a5esAhsxVXYnT97qZkN1AKQ+bH8/DbO16GuKli2uCwN8EVQ63/3c/XuXAPdlwFwYx0zZ+b2wb6p4lNAx8DKHMBoMwPTmaPXu7FtTHu4vqz5W9sM+1fcu6pbAUPvBToJAC7e5tLZ35qq+cvXl4cvxQ0s2bORrrfr3EHiJg4qrfPfY40CjAH9tmD9eAporx0AsHzXXNMCcltNZNR9trMAgM39auvAXttLBjLHnn661caVFNn6fZ0nAH2NS+8ENl2rc3xS0zfuW4yZ/rtBU+y3XjuVUquGBeh5J69pgHPGGt/WZwAy9VISPBjHXLlnMads7hFUI3akz7ge348HwRH87h3DHGaAenU8i8f5nuRH4osNtq6kbc0W4DMxNDB/RwD899/lpYbqEO+6jEVa4x4f2fNs36d/V+ryZ/fNXo9+ojYdwHbVhvvI2dj8vPbj33pME/OlE/jzlGfPVIAKUAEqQAWoABWgAlSAClABKkAFqAAVoAJUgApQAX1+fA0AlhNnD/bPAuDevqZQdoAMwC2OB6imMC8AYO1PHIrBmbgCGt5JHAEw4K/OIwF4I+QeAwsAWPr3D72jK3eW2lk3SeFYd1377zCanJ/VCo7nZedml4LNp7gCFTyJ1bekiX0s1Kh8//LlpaSDvhQ3cJmXcPYKrnyNXA/gPcyO8WFa2wxmaXMzZ7WcE2sAYx3aZ3UAy3eoh+tjFvN7UneuuZmxjgiA7TwAYBu3hR3qJdf9wRwQJx4AeyAfNfcxtteun7cFwG8u77OsbxsPcwC8AXyV30QALOMD1CKW/PXo9yCLqwwAz/pE/xutXKD4+NmLobYv4UWE+H2cfwTAcS4pyA2NVgDYv0xgpyaA/kYADMm+fRNH+/b+6B3gM93996v7/0zXrX4TJyhTQGeXz+a7XxUAYyHy8g8/VIAKUAEqQAWoABWgAlSAClABKkAFqAAVoAJUgApQASpwfwUaAI5dd/DRa55GMIA2Hl61B//V+ZtN2VJB93qAvg1SCe8B27fXt1b7MXP0+nm2OWra355+MjqJ1fE5wKEOYTzs8OAW/b29lTq56mLta0LqbKS9zuaZgb4RUnY4ApgntYQ9EJ6l6wVQ9imfY9+Xy7i34vqVz1iPVlLDCnwu8LcA4I/y7+PT+8NzSd38r//zj4dn70CTfa2ph1ehKnMR+NrgV3ICoBUAsHfgAtZua/tWV5wDZtLPmCpcV6l7prGSuOiydQD2SfOSPXf4RIjd9zt3/A7u7OpMbvFZU0ZjAHV4Jy8e+Bq9ssZXuS4UfncHuMB7TQntYtsDXO/81XcnqpMZ2sfaxDYnW7z10wG+fPdW5unnFd25ERz61Mz+RYHoSB71tTXFtNF7MTd7uWD28gF0kD5n1+QqxvN7X/9W5xRA58YReyP4tfnbf38X2/7HG+4pY6rna9Zy5Jypw/fIyXpx7mWN6NkOjnb3/dqN9ei34wJ8Ltb30zp8bUVZnfpxrXmFif632FrXZAbfb3s4EhWgAlSAClABKkAFqAAVoAJUgApQASpABagAFaACVOA3V2AKgDuMmacG9Q7cCNEiFI5OXTgqo74RzMZUkfLA+bUA19ElZyBgBhs8QJyPF1NG24Pr6ADcAOBCVmQ+RwGwPuyucz0KgK02r6QklrTMNq/sXP8wHqDYz3eEgNan//j+8f1QM1hhjIBTmYO4gh8evpa00F+LI/jpYmApA22ZSzKCX5zngZyH9143bROct2N8CcU0uJz1YWtzjuwkHXOvhTpGDJoCAM8coj8KAGtsFDiPGLkXAB5rRxtQthcRJJV21wj7in+PAGAPcjtszZ2hSGVt6+sQ84gTdy8+Y9zOAHC8f5wFnFEPq4duafIR4+NFeVutVMDfb99eqxNelRu0i2vKfl85oWd9nNVn0w8B8JHt+WFtrgXAPtb1xRMagX/YHnJgKkAFqAAVoAJUgApQASpABagAFaACVIAKUAEqQAV+TwUe//Pvb6lFR7CDQERxQnpXoXfpbaCb02gfAE9gRz0/ugQj3LXj5pzKHLnWjXOuSuvqbsUUh3UozKoAODgtkcJ5dCf2hW7dqQChANLVVVvHx3yxpmytPtSam3IHAMc+/PkzfQCVVcPU+VtVrMSqpZhuQKbA6AKBn8q5Ahz/9a8vJS20VguefmYgGPsY98bP3R+zn+GwE+e2xIG5X+WjMK3ELVI/e7jWgVQ938HfMW3z6I7u49fRESd1zNk+SipqjcaaIjo6efG9ON/9GmXOWUrvNDZkuWU+8l9bfxtTXNtW+xgxd9G83duPd/965+9sHjP44/d5BYDjnndHcJijumXhTvcOZLxQkYedf9FAIJOUSfYvBiCFdAaALS7n8XzNkXgNlF2zbiRlfbm27uUABviVrOCyl+9vEgNyT7fiv48PJUW4vgCSjHnNwibnfBoA/ulrANMBXAN7N5roBL7jxcauqAAVoAJUgApQASpABagAFaACVIAKUAEqQAWoABWgAk6BKQAWOPD6Wuq+tgftY/pkD38VKCQuSg/eMrfwnmMXc4wOYPnegFYFGdVNq4BLjrXFWUrmkvNU89r6Grxo4t2hWwBcYRqgYiA347mZS6+O70A15u6B9rUA+EgUZ317oNx0cM7i2K93fg4w+qPEhuy7yiRw8eHhn/8stYG/+B58Gu0R+kenrweU0En7T62dDpZKGumQQlmK9EoKbk2JLCmJC6CG5q276iD2s81qGMdYwXwyZ7jvq8Po4wDYA+wIV7NUzHMw22cCoNodu4jLPIKy1M/6skANcX88jh9TUhtQ7qnXffxnukrbKQAeptuvcg+QMljb48pchh4A750b13vkejvSxrvXfZzfCoD92iUNt74QUKBvi9fyQoTXV8b7aQHwqv6vCof07Xcm9Ec28VAbAmCTaX9//P0d1xzdwIcCjI2oABWgAlSAClABKkAFqAAVoAJUgApQASpABagAFaACuwo8/vWf1+kTWgOt1dGa1CD1PUdQ5x2ZAB2AsK32agJVIzBCvx5ESs1dAQAeMA8OygqjFVI7V912jj3N8xbszWsfYz0ZnIxgEA7i7JxVCmg5x69fa8E60nMJKZzjTsf20lcGgHVuwSGd9RXdyDq/2tAc328Pzy9PD1+/Xh4uzz2sJIb8vI+4n30K3j6XvF4m4vTD1b4112NxJ0sIlO83AHhyWcwgYpw/To9xE79fOYDRPrrpI3QVN7PqHV60GEHxeCnDtQ6oKuf7dMsWk6MQHTR3rcUxHIEozsM+RUDdnc7ulYxCdvaumTjPcWYGobf3h76GAXC6k7FmpJoVCCyA9HsA4OEWp7XPqx4VYMYwjIBYUpmvPs3tqz9YLWirYS2aQX8Dpm8FCmscoP518iLEarwzx085gPfA70yv6rA/M6fv2Xa9/j+zBnB2//TXIyHw94xSjkUFqAAVoAJUgApQASpABagAFaACVIAKUAEqQAWowO+owC4AlgUD3sXUtVGMPQAMECXgViFkgw8j3Iipaj0g9QAYzmTUOpU+BfYJHPOpp+3n7uSNsC5LnRxTJgOAzx7kz/rsD7NHwrZyds4cwS1VcAG16BsAGPWB4554KBfB2eUyAu5rALDWEEZq6wrbFS5d3h/++a/iBn7W39R1qcAt7EW2VgAzcM763oEtTQAaxgEQ0hqqEqdlHIB/aSqx62qrKgh2TtbZxbwCwDEO7gWA/Xx8jACwRgCcp1+uUNOBNAOB/bO9TkclIgAWePrk02SDX07B8dhf4NVTACzwFzV9datrIGTgfZNGWVOA24Q8RNboC3WCvQvYxrH5flYK6BwAC/SrRU8D2LwWAEt8yN69Ffhr6e6fK+wfATDuZ9gl/4LK7Jq45fs1APXBCRjqoWiuU5s/AfAt23PzubfUAI7XuQfAeox1gW/eH3ZABagAFaACVIAKUAEqQAWoABWgAlSAClABKkAFqMCfq0BLAQ2HZKyVC1CRwVIv2x4AlnYR7vqHv+jHt4nHn7RGr0EOAcBSwxLOTvSfb+M2FaeHobNUvn09NdVoITN780M/vj/rQ8BWh3Abp2QgTzNgsgeAZd3e7QunrwBadUvXT3QPK8CVvXEpoGcP9GNNWJwrADimA9e9u3x7eHm5PHz5UkBUoYDNcVkd2XgpIMZQlvG5S2SQP34sdXMZox6CVhdNBW2tYXRMM0o3fTpIjO5Qn0I8urpnsey/nzl3V7V2/YsPWHdMtdz1GNMtZ9dDvI4HwF5O6PsfU6C7UbSWbHXPJ5kBtARzAbriHM5SQMc999fv9j6Sp3vexEAD09uEBr7P2f5nALiZdXcKAa8A52cDYK3rW+Dva0nkoA7o+kLG06O+fVEA94qifW4K5ZU+wz5e4wDG7eCTnczZtXTku/X66QD2Oo4vYBECH4kxtqECVIAKUAEqQAWoABWgAlSAClABKkAFqAAVoAJUgApkCjQADHAAENxBpjlFZwDYgzz/sDtLAY0JdLhW00vXOqERsPoJW41ee1huTmJJS9thIB4cb1PEGhjBPCPwjXOK/XgH8Myd6/U5A4AFtr2F1Mu3AGDMwwNgOHsBGv389uBiDBacv0khPQBggU21EvNjqRFc/hPG/FwKAwsMlp/FBQyAanOpELru0dZh692ZY+1fzDEDwHJMU/5q2uAOgLOLQI/XdnGPBV5bil2LoejQnDnjVzWyo/bZXshcV99LG+/a9S5a02Drsh81mKUY3oLXprc4TWsqYR2jaJSloo6O6x2O2qbk0zRHABsdgn4dM1jrncSz84/MK4ubI9/dGwDHub6+lpdixGGvDuB+fRAAH9mdz29DALz/gkF2fxpe2NA/D+sXWz5/JzkCFaACVIAKUAEqQAWoABWgAlSAClABKkAFqAAVoAJU4NdSQAEwwKvCnI1FbnSQ+bS6EcBi6REER0nWD8Ut9fTo3OuwGHB55uTN+s8cutl8/Vw9oIQ2HRCOzuItHEaK5a3DK0I9f+7qgbhfs9aJrS5e7/SVuWb1hVehOdT4/SgAd/KxORZ3Z3UO9zmVdME1ft4/ivO4OPqeHuVfqzn6rI7gUh+4SPOhsEpSSEtaZ9tbwFUBxLMXEGxsl0K3ztFrKN2V1wNael9zpIbFIJ10ska/7+N+mAPZa7sCwHD+ZkA41v2VqQxpq8O1qC5vl9YaP8c5eJP0Zt11vagxDPitY++wGp8qGfPQPXN1lw2i95ct8vvJPAr9cldAdxXL2+vYvvEQ2K937+WOvbGmjvLqSJ29OCM1zLPP2qEuG2VnftNL1Bz4Y2rnfn30+F2D/jOaHm175F6/6cs7gSc64RyklT86n7Ptrpr/qUF+dwfwKTGGxrif4D6zKHl//UA8kwpQASpABagAFaACVIAKUAEqQAWoABWgAlSAClABKvAbKtAcwBFURACnD2FrGuT28F0dkWNq5OjAVUCxSHO8PccAMD4AXf1hvNXB9f36PmYAOJ7j1yE/x1TNGQCWdvb9MQAcndDzcWw2K+AQAXCMSe/UjemmPXj2TmD0Mbg499KxqghPznkK7Z5a3cZWU1icwE3ot4d//OPrw5evUldWXIsmozlsAYBlb7trWyDxdt+kTahh7GIsA8CYQgOiFQCjbrTX0V6I6C8gYHyZV3S7Rmd0H2ekqUcBsNayVrCfA7ss3fbmvuT2LuoU6wtbzFkP2AffX1wf4K+Pw8tF9qi7qPs1so3nCDg37uo6+BEAvPfiRNxPXFvxXjMFtO5a3IOyG+1brNcU2TOqfiUA1lq/9YUJvX4KDd4OsX1BYp4K+idKAd20c1CUAHgaYj/DgXUN4FtnOcanln2Qa3OV2fzWYXk+FaACVIAKUAEqQAWoABWgAlSAClABKkAFqAAVoAJU4BdXYA6A4cqUB65JquX2rL4em8EYAaDxk7lcMwetgjh1t4mrUGr+Ig3vx+jCTCAL+gPwUajmSJeHo90VKI+We0pimbecL+7V+OnrQo3gAPwqwAYAljGyh+UzSBvH8+0yoA5XagZ2ZzGKczJHMpx1T8VLq58KFds8KpiJffi6wnpa2bP+KWCnQNTn56eSEvq5/GupmRUCCvMRiKjtvStu3A8fd9HNaeC21671x3FeD5WxnjDiDHuOOEAfFkc1/socpSZ1S6vtXLl7NZT9GL5f1SlcR6sXAWZ7OnvZwoNrDzSj69ZfStn6mo5hzf3Ssv2T6zXeExQSl+2UvQb4lf4kdbGkrs7206/TruF+7pjyuNfqXt2TVy+kjGOuepsc/wQH8GtJu/36TcTrGRLaWuR6VJAv104HwNCop4Te3MmuXOCx066N42O9x/vL0bOOt/vs+Y/3uu28Zi+CHF/B57b87gC43mhwvyEI/tz9Ze9UgApQASpABagAFaACVIAKUAEqQAWoABWgAlSACvy6CpwCwN2J6WqxLgHw3GE2c+SanE8NIEUHsIC4IQ1vTTsrZ3nwi98Bf+XfS8k/LO5U1N7dOodt3H1HcV//DLh2B/PoFI4PzFcAWIAqUi0jzLL5XQuApU8/hq6nwF6Aj+l8HQBGH3uXgazBYIb0bVlsBQT/46VDPQPAAkO3+gLI+jH2gOEa3HQArLWYi7MS8eKd34D/AMC21hwA+/TMGsGl37i/Pl1zTAGdAeJhvRNXsG8zcwgDAEen7goAr1KJt7ThzUW8BcB+nyIA7oDyPADO4m22797l7O8TqzhZuX8BzDftbgTA3QFtq3wvwF3SvJvr1+6Pdv+E8BKY2rL+Z0D8lwTAqxTQg8N9ltp67250/NgqPvKeti+wjO320z6fveaPr+b+LX8UANb7sFqBWR/4/rvKHqkAFaACVIAKUAEqQAWoABWgAlSAClABKkAFqAAV+B0UcAB4fJDuQVUHON1hicUD4h5Jxzp1J9Z0ztEFKWN0wCpO1BFMajpaB2ujUzlzAV+qmxfn9k3sAMqcx9Ux7GDonltrrMHpU992sGgPrbsTuDksHcDee6C+nXMfJ7p4sS4PhqM+HvLqXBxY2cyjAt8GNLW+L2r39nTcLWVwdQ57uIyaxd4t+vTwVqD8U0sLrQC4ANYtyNyvmRpTBvuXC2axGR3C3pUqe/1U5oXPts6urd3Xw40vA/j00ntOPg+OJQU04kT/TaDvymXsb0z+/AhrbZzeelx/P5C9pCA1nsW16+8D4/U63k8y92908Eag7/ubjRO/jzfl6BSM7uPrAJ/XrDvOo542/zij/d/hcBbQa+nKLYV+eX9Cr4kOdL+MHUnbBAD3RnBIx/FPTvDccpYp7YfusrTzPgV0cvzW/Vst51z/Gdj1963j4LfF9YGXPlZr+MzjPwoAtxe06t/nc/v0mYqwbypABagAFaACVIAKUAEqQAWoABWgAlSAClABKkAFqMDPocApAAwY4dP6NgBcU8J6mKXHaippWW7mXJ09uPUOXDk3OhE92Mzcuh7+4jicwLkLONSU3QPAAiIKmNB+JWWxpmQdz+9wVaDN6ChOUy4HC+EsXfTR9LX+/Dg+9mIOgAXuYj0VWnyUfM3+U2FMhPYRAOMU+R4AWOv/KtAqQP/hVXV8frk8/ONrSQv9UvZajlcuNXNYRrCWpRsG0DwKgE2XNmMF037+fvmbPawTHmKxwBsPjj2AxTjQRfr2MBljxZrD8n2Etn5eEdZmc95PAQ0BRoDr+9V9HBy/+ymsPYSNALat000KEBRxGm+Ve7BnA+EXBtGzgDbOZW+8M31rW8di5T0Au19WAFzSP8v/w+fp8ToA3PXGTz8jAN7WMJb7bX9BxWegGO+79/6zeg4s1nnVvw/jXORe4o43+feL2TIFdKgB7DKO6N4ML2iZqOf27N4Rw/6oABWgAlSAClABKkAFqAAVoAJUgApQASpABagAFaACP4cCOwC4ujtdDVdJvWzAwx7QK1Ctx6cOYOfgygBwew7uaEn2ABfwTFI3x+PoFw9/I5Q0KFdqCNe0rIDH70Ih22d8ED9zQEvzkoy1A+Dmgg0Aua4HYwIMzpy6UYezD7E9iGqgEW5nSXld0sd2h+WWiuk5zmHXQG4jfQFUHADAmXMUrlpxuir8rK5umZsB1w91A5dM3TXFp9WMjbUePeDXPXE1aQH69ftA4aKu0xS/LlaySxWhIwY9Yb8R9rV+J/148Ov7RypqjeXSuQf5ca4eIqOPCP6jNtEFvHIAxzrAHv5moNbX8820jU5tzNv2rCvh9VQHbHXDSgvUC+4Quu/zXkppuz+cu/Gegbjo36+xxRuuLe9orVOR9hJPkubZXpqxn/3LBDGOW0p0z8eaAzhbY00JXQMXqc1xfzqnyvHWp+5jmQO43Rg9AO7jn+r/+LRby3P97zl8HQA+MQ8C4P0XFNr//pjc/09IzaZUgApQASpABagAFaACVIAKUAEqQAWoABWgAlSAClCB30qBBoBjjdXm3A0pkA22SiHKEQB7VQZnaXUAe2AXQeQM0nnX7yyVsYybAWDfZwTAOKexhQqI/RpyoI10zrZ++fS1GADersW79npN2Ogc9HPx/R6NthkARv1ggd1e9wiijwDgAVoGWINjrU1IGQ33L9YjQFo+HgDL7wbBpD7w5eGl1Ae+FOMx0gdnwBGQzMMyr5+PDUCvMVZHhZvjuL7YkAFV3eca1zAJw7G82a8KgGf7CKAaYS6Adjwe+4nOXH88wlvVu72wkM+ox29PcY2W/lwPX33cRwAcHdxHgaqP5xkAnl2v+L7Hewf03o1s+2itjzrNV9cjYnRzfafpjWXccgUIABaHr7tXvpUc0EixjSwL49j1hQwC4NWW3HScAHhfvu+dAjrOJgPA/v4/3utPvv1xU+TwZCpABagAFaACVIAKUAEqQAWoABWgAlSAClABKkAFqMCPVaAA4EIeko9B3jGdIh6GA95lYMK7L+14f+jq4ajAOA/vNg92m1VvdFVFMCTnRfhnfc1qxsp8tk6tPjc7z/dp6zA9MjCcAxqbxQwgzADwKhz26r/6cwHM5V9xTeMj84l9bNyoSQrTWWphD+lVdQBG2V8/bnUjq4aD87rqVI/rMX3pQNJriyv4UdNDvwgIBvPy6XLdVspx7xZWuFdd6wJULwUq4zPub16rVSPXOeBt7na5DOc7p27UaVvLuO+Sd/hGx/XMIezbiVsYdYbRVwSzHgJrPLq5zhzFYwzmDrx7xHXm+I0AOl+PpCgfa3bH6ybLEuCvx5nbuF8n9tNRYL05L7nHWJua3lhTyFv/b+UWLDV/65UQxo33qv2UwcMYUZTk95/KAdwksBT704+D6ecA7QFB7tKkp7DO53e8FvDv6wBepR7H/25YtdtumNc8c/zHbBJ32XJ2QgWoABWgAlSAClABKkAFqAAVoAJUgApQASpABagAFfjJFGgAeAtMGpFoEBOwzwPgbD3eaQoAHJ2xAMByfgZw0QfAaxzHQ9fsfIy7TfnbAXCElzZGB8Dym5/HDP76uc3czGgToXcGCGauU53dJIftDNBm8/FuXDiEh37TGpZWozauw689pp7Wva2w99ED3iRo5PjYtqSsVqBrkPPl5Un/E0ew9Wupl4XP4oF+c1/WlNEDAC5zF1dxmp7XzSc6x/GyAF5swHHso34fUjVLdxG8ZvsAuBOd7jh/ls5Z49LVF8bvF8lHXT9Zemgc8y8HJFsRvlqkYA3xGF9s2HvRwZ8qzm9bN+DY0zTWh2K5YbZHwfQs9bV3DWucneRPDVjPALD2V1y/muZZ/nvTWLb7lUDtGt+uFvW4RAJgn6qeAHh9BX9mi+sdwKsL63oA7NebwWAC4M+MCPZNBagAFaACVIAKUAEqQAWoABWgAlSAClABKkAFqMDPosDjv//nVZ+sACb+AAAgAElEQVTE7gFgHMcjWYNbABGjm8nDX1vkCFSx8A5WVw7D902KZ8zHp/f1zmNNGVv4NQCbjiWOspbOus/5qBPXgz+v18xpGNd5ZMMzZ66cl4Fn9Ld6AJ+B4ZlL98gcY8rh6FQF6D3SF9oA/KKv3oelGzfYWtJCFwAsEPe5QmBhyhKTQy1YhWmu1mt1AGcAN9vHuM8CgGdO9+F8B191z0JO6GsAcLbHGVgGhJ4B4OxFB18zeT+GRjCLtMS+1m52//Bxa2mhxX1tNW77tdGjJAPAPoYKGrXN1s8cHl0DgG2uY8RuQeyxiG7LQ+rvmgEBbl/U+n1/k6wCMiiIr/3YsBfm88lZa39KB/AxqbUVUgCfOOW7Nl0D6n038O/vAJ6BXgLg7xqoHIwKUAEqQAWoABWgAlSAClABKkAFqAAVoAJUgApQgd9OgSUABvxCDdkOWpGCFXVxR4LSH3xfB4ChtACKCHpxLIJRD5WPOIClnyMAOMI7HwUYM9bUzfqFa3QGeqODFu7cIwA4phDGHO8NgOMVcA3wLUlvNxfSdo21pnJ1EOs6CsCXmruX5+IOLdbf55IXumSILmmirTtp4uM0u1q3e2nxuwL50WW+cZZ7922Bv80hXJ26qXs8SR0d4whr2MSXA8yARAKAI8jMUkurVlJruc55jMccrkbguwLAWG9vlwNgwPoIgA0Ydyd1rF08uyavAcBnXb57fwUyICm1faXktaxRav1K6m65P8lcAdSnfRIA7/7RJQD+sf+bZPUCUj67lftX78j11CNt5xpsM4CMbekG/rHxw9GpABWgAlSAClABKkAFqAAVoAJUgApQASpABagAFfg8BVoK6L3UxQpgK3DSdLeunmtWT3ecbk9ZOgO5cXnjXMyBOWuzdRxbS4BA+dnayDzMTZx99saI8E/Oj4B3BoJ92wYF63qOPDzf1JQN849O6jgPv1bpy6/lyPg4fwaYff+AwZMs1aJaqv1HcYhu9awAWOqkKgS2/Xt8Emu3xIQ5vJ/FGVwswQKFLQW0tDWn6ZgmOb6IMILfCJJanNRapJuXDYLj1wPat1dzLYtbGfbk6AiOtXhjyua99hrfxRkt8NDctf0ae6vFZB8LQIXzF7A3ppSOULVtjquxKvDSxjO9jjiAZe1yu8gg87bu8BgTfj3eed2vc5ulT+U9xOAk+LbxNfaRvQAQx0yDd/OluXph7n399vbwWpIsIAuB7I9o2q/Tvndg+sM1Os34fKyO7NyBeh/AttJkOr6LsVUf+U3DhPl5AXD+YklfS55BI67193IA78Hc2ZsOtwHgjZ7h/oD4WTu1r4pSnkQFqAAVoAJUgApQASpABagAFaACVIAKUAEqQAWoABX4YQosATAejG6BqtWjFRAlnwjIOnCp9szaZua49Q9gR1Bs8CSC2wzAenAyG+ceADibD3ZwBpL9fDykjYB35g5G/zNQH9ebwd2zANjX5d2mZ7YZIX2z/Lx2A8P5W+GIq/sbr4DHR8vzbE5Jq/lrprBvruZvOSZwuDS4FGvwc6HBl2IJlof65q6U+KzzbP/aD0h92wHSCDi1TmuFnqptAcEexkRHLn6Xtq8OAMvLEqp74tjVWsyh5mtM8dziKrh1AYD9CwAy3+6ANgAsHw/vsY8+dffARBTMAbj7VNZHas/2XXwrTleLCZtDdBnHFxdwJgDwUSCz9+KKj6nPAsAA0X4f39TpC8dvebmh6glgr+no68fDe4XmtcN2jyAAjreGekETAOfCfN9vz7xE1F8A6veX/gJZ/98J4wq+DwBu99n520vfV1iORgWoABWgAlSAClABKkAFqAAVoAJUgApQASpABagAFbhRgce//mNkagZSYv3QLWTtNXq9GzcC4BnwkbEjEAUAVhcnammGhWbA89vra3MnzwDSLQA4Qmo/pQxIZ8f9g2Y/F+gKcDnb1yyls2+7eiC/5+SN9X2zOUTI6wFw1l6Cq62zuv6681TAvkHhuF8AwK7wq7oqPz5eh5h4LDDNXL9mthUQ/PKl1Al+EejYZ4QarDDLbp2DHgB3QAEI3Gte48UHAxPeRaspqLX+dO1L8lXXjzlpAb47FF0BYADUwYGvJwFk90V+e/3WtBQHMFJC+33d9uPqJauIo7O0g+ucROJliK6TuYRDCeSC063Arc1ldC37uPEAOKvDG6+zWwGwuZX7fLZxOLsSkXJcI7zEnukj7yOI49dCsryAUFOYj1kTXJ+Bb210IwDON6BCdDqA5/H5PY6s/t6Mc/h5HcCrv9/fQ0uOQQWoABWgAlSAClABKkAFqAAVoAJUgApQASpABagAFbinAs0BHDudpRJ+q0Cju2DnANj6qE6tSnMyAOuhZ3NAFjBj5481hiNI9vMUAGzQuKdYjeu6BwD2UPwsgMJ8oF90E890x3lHAfCqJvDKIazu1ODQ9fB3BX7T+V4JgC21s/X4/m573HRUKOx+lxcGyjjPpTCwQDcBRE+atryCznIcceXTMMPJjn5HZ6Z3rFkLgFEBzvLBlMT9Kcca0K8UegaAvU7xZYs+F3Eyj8AZaa59fL+VQrNl5DofcwAP2lUncu7K1VXp9eadzjMAHF+G2KaIHq88AOCq3vQeFmFshMDfHQCX+LENtxjzjl+BvK8F9lv94vIigu67QF/73T71ZYAhbb5bPgHwNBZ2DxAAX6fbnc/6XQEwZDqaieDOsrI7KkAFqAAVoAJUgApQASpABagAFaACVIAKUAEqQAWowM0KbABwB5BGJmL62A48Ab4MdnkQOgC64kSMH2vfnZ+ZA7iD4zqPAp69wzhbOdx2cmycg6UD9uu5BtxmcHYFZPd2KIJkD4Vx3rkH7HbW3pxafxXG+lTAOFfbaMpjgVo9XbNfizhxvc5bPWsK53r+oIPW8J3VfBwVg7PS6qoihbTsL2r6xn7e2jGb4LumhRZQ+1RCUTlcgcBP1Vk+gMwHxKSlfJYYVK9tBXp+yu8lx6++aCCAucwF/UgMCogtlYnriwjjegQgetdiBn3xXazZKz1FqGt7YP+J1G8FSBrANVdrfGGig1pcl7jOtw7o+HKCX0ncP6ltC2juz4OjdRbHAO8euO+NM7ueshTPaGvu79ExDTAeS4LHdNjlzqHxIgAYLnLpV7ZY9JaYlPjQdbrUzpa63MfmsZq9cX1T5/BMiJPfzzIszLqJ+z57oQbnH73Op+MBwJ9c1/dqvl7fdfve9Au1xr/Xuo6Oc83fJ3vR5Nj9v6eNzme01v/oSsZ2B/88tXIE143Cs6gAFaACVIAKUAEqQAWoABWgAlSAClABKkAFqAAVoAKfp8Djv/+n5CuVx7H1iecKAAOySopZO28OgK2vbQ7TGQCW/vYAcwaAI4CIoAdrOwqA9xyGewB4Vbt3BvOwtd757PfjugfscwgcAfA0tCYAGEC4YE6X/nhbo7nV8L0TADaXbwaAR8DSgbFbWYXdxRRsbuACg+3nXgvYglnc7AKn5Zf6gkOFeuLgPQOAPz7MgRw/5gyuMLLMZVYbGOdFB2yWFtnPSxzI9hkBMK6t7rDFCxFZDW9zsG5d0Jbe2ccn5jm7biIA3s6/g1l/Le+lZfZjRsDd7xFd+asBsN7fxn5KkoGS4rsA37Iwgd4lKtR1XV4xGLY6uw9Nr7WdAwTAe2mDr1H0vuesASQB8Fbxnx8Ax/vvLGpQUuC+UcXeqAAVoAJUgApQASpABagAFaACVIAKUAEqQAWoABWgArcrsATAAGFw6gFsIO3uykEGUCxT7edaqln5zKBu7N/XyN32lTn8kLLVUv7KfxHC+vnMQVInQK3eawV7DYYWwrQHgP15OEdSaUegrPVjXYptzBmpl+XcLLVzVrt35gLOAPDggm2pty/N/RtdwrZx4/7NHMDrEO1QN2srQFeg7NbBCQfwGgCbW1ncsDJvqRNstaWfXwzaiclOYbB2WeKlgllNEV26F4ipzt0BBuZOW3H/2h6aA7p9BGDXlyU0zXKSpjxLzXwEAPth+l4h1XWfN0CouYAtZTHcyOO1adelxZ+5iHHcp3r2sNWnRrbr02bVUneHFNZ9XaMzNxvH3yf8tZ9B4rN6bWIu441l6wT8vr6K5bfUNy77W/Cv6ddehBkdjQTApuwakO7fIX7eGr9H10cAvL/Dq6P7LwDcGl+r0VdOYALglYI8TgWoABWgAlSAClABKkAFqAAVoAJUgApQASpABajAj1JgkgJ6+9AaALb/C+Cx/4AbgGQLmMYHu4BM+DcDzLENYJAHVNkD4Zlz9ywAxiZlbt7VBuo5mk/YWs4AcEyljVq8ulYA4AJf2xwESNUU3B4Yezjt5xYB8PwBugHgWS3hXwsAG0Dua0Vaa3P1Cvx9fr4UICypog2YAlxqBlpJr+whf/lOEKB8kKEVMSiuUDkkDuDsMziAA134LADs5yHjCzi1msRjOmpcT2h/FADvxf4KAPexTPOjADjWHI7O3xmQRtz6dM3D/B24Fo5vaZ4N/u6lO47XEQGwqXoVoKsvl1x9/upmfMfj+fpug75+er4e9x2nfbeurs1QsT+B467vq+LrxOoJgE+IxaZUgApQASpABagAFaACVIAKUAEqQAWoABWgAlSACvxUCjz+9Z+WM7ZMrEOObUpXcwRunbI9BXR0ktoDfANhEWzase7SRZv4QNc7jC11dHcMevAbVV09GN6DOWd2KK4B5/q5jfCx9+6Bra5f6sc6B7CfhwHkBCzUFMXR8Tuvudofru8+vC9jZc7iNidX71T3MqQ7jjWCt5r2FOJH9BYXsP/0GsBrB7DF1hbgaTyr69ccuZIe+vL8+PDygtTNHw8lW/S2fnQZsr1UUJsCGksNXh/vPQ7FyWx1g7NrwTS068Hvy1lHqwfVHmR77fSFgXrZo4YxgGo2t/1awmNK6Bn4zEAw1oZ5Ak6bBmP67BVgjTrNASziZexfw6vWUZZzX78Vj29xc29r+ebRuprfLMY/L8XzCkL2Gu5Hrj9/X/PtV/fR1X14vKi3cz51/pmF3KntOL+V5ucH/XUB8AriZjWAV+ds9fvR8bFyqP/o+Z2POJ5BBagAFaACVIAKUAEqQAWoABWgAlSAClABKkAFqMDvosDjf/8yNGOwr0IyqYXqHYLawlLabh9o2jkRcnYAkwNgwE+4V2fAZgWA/UYIOJuB0Pj9Clz4fjOwjeNHAHCmG/RKHb5JdI0A2FL4+s973S98dxYAxzTPUuNXPrN+Yo3fzwTAEf6ansdTQEt79BEB5zaFp6RFFhZo18PXl+dSM7hA4ecCcOWbyniiMwz8u9Vydu9VeIiDGM1q/8Zt36sbfQT47wHgHifjixgeBDfIXdNAm44GaWYO3FsB8Oy6WgHWLQBGTzZfu95qGnD9wsz4ms5ZHN3q9pX7njiky3+lzq/F2eWQi3U1v+SStusrqRM9a3vu+xWM/JkBcJ+7LyFwbv3fp3UKgP2LOuFFmbOz+jMBsI/dbR11r+GPBqwEwGcjmu2pABWgAlSAClABKkAFqAAVoAJUgApQASpABagAFfheCuwCYDxctX8B3Drste8tR6pPaTw+lM0f4M6AyXbhvVauHBNIM87LIOWs5i3684D6SPs4D8C42TgRKEcw7IF3trmz+sQdwk0cwG2B+w/K0WylU5ubTzMtursarjannuJYnMufAYA9tI3xchYAy7rgAvZ9ocaw3xNdXoU4ouql2IDFHfzypfxWwaG09+yuAeFS51fH0vq6W5ebB8DZcQ+GpR+06Y7d6pqvgLlcjQVWi5NZ6lBnbtz8pQjZz4vUOq6psZuDWVJYq1Zjbd68b6uPrFpUAVArvDt4a6rpKoV3AuvLDxLWLuX22dTJufPX+lWwW93OAni1prNoVY4Vc29z25fNausQJ7CcN8ZI5la0dc+B96hfds1bDB27bmfnz7//1QHwGMvn1/99zqADeHZtrNy8ew5gAuDvE70chQpQASpABagAFaACVIAKUAEqQAWoABWgAlSAClCB31mBlgLaQAbS5JrDFOlq5V84sQTA4gMAHB3AIzzZOoDl/GsBcHRwrsAs5norAMa6I7BpQG+oMduBGMA4nL6z2ryYp+/P6zRNAd0WeAwkzQDwxulbAOjM+XwPANydfTko8K7fWQrtvQsTgDi2yVJJRzDszy0Vll0XQgblBYi3UjP4ufz3pHBYHcOVZ3QnMBzU/TrCfsp6tFZw+Vye5Pqwk31q5naNVYg8A8Dap7aRutA2lo956XvmFgZ8tT7MBStpj+VzBgCPLy/0dds8tgAYcDa6qP1eRbA722u0exfgrum1+6jys1x/mlr6DS+wSBtz/W6yAAj0r47No85CAuB90HdURwsVXGs9w8Gp8/duCJ90jACYAHgvtH72+P2ky4LdUgEqQAWoABWgAlSAClABKkAFqAAVoAJUgApQASrwEyhQAPCrPsEHyMhSIx+Btd1J2OsE760vpoietx1rqvp2gzvWHUBa6azPMw9kPdgCSDIYXpyEgV5l9XKPpOmVOWZQdgvg3IP2CqrimNGFi/ULdG6piUHIysGZfnIe+kIK7vcKLLf6dSfw0XiGdB3yCVTdOhY9+J05fleOUQ9zfR1g28cOzTO38dYdLDZSmyfOFQD8XGoGmy7FhVucuPKd/Cxgdgs5y14olDTIVRCy9qfxpI7VoGJ1FG+1HfWKDl1c09Kfh8dw3cb+zjiAFagG569Gpzhr9YDBaPv0uI1aWCiOC+7u/qPRZI5dpHHGiDINSeMM2GvzKDi/AuHee6/NPI6Yp0ieOf2PzvZ+jt+Vw7eqP6Xs2JeVU3N/ZWfup0NPWT3zoyK6dlePf8VY2Sn5+Mf25sgUft0U0EdWt73+j56Fdj9+/8/O+Fz7bYmCc+ezNRWgAlSAClABKkAFqAAVoAJUgApQASpABagAFaACf64CGwCMFMtw/3ppZo7QWZtjD2dH5+oW6B0HwB6IRqfw3hbPHKZw48q/AoDlswedAYUBT+GmxNg+9XR0LmMOM0fzAJwXABguY51vsaR6AIy5REc05oxzIwCOjlz0g1rAZy4hD4D7iwcjNIlxEAHwkZTbtl8j5PX9XgOAt5C9xoWkF5Z9KVzt+bnUjdXfKwguC74UzoupiJbvb/W84ji1mJL2awDcY8jO76DVdiBeo2cBMPRBjd8euz0lbwTACo81xbIB4DHz9RYAe3ev9dWBcQTAzdE7z8KszuXX1wqCBfBKJoNSE1vSY7dPdfZuX3ARAIx23vVOAHzkmj52j096IgA+Im+aRv7Qid+p0axG/PHhf9ALCMcnuNtyL4vBPYYgAL6HiuyDClABKkAFqAAVoAJUgApQASpABagAFaACVIAK/JkKNACsy1cY02tXAgJndXdnciEdtBzvMGfuCn56vFjq2zruFvztPyD2UPWsO8+P6efq1xbns+c4jQ/DAY3Rn4fqGC/C5wiAPVTOQK70fcSN7NeUuZUzUGxpq7v+HQ4WyOdqAO9dOjNXcj+npxz2rlwA5xn4jeAptjuSAvoIAI5r83rYMaQYNuerEuDy/8XpCbf4pdBfSQ398tIhsKQsluq9TxWc2vViEBM/D2MXJ/DoSC/E011jNjaAsMFLg7jyAoB0KqmqrY8MWvhUyv3cDpi3WQDq7Op8ZQgFvwHUrgCJM6QP64YWrSZv5fj6Hoa7JWgt3+L0lYFlnQJ/VRfEbQW/8p2/N3XtxhdQtuu0+MQnHl85en3KfN2fu9X8xQsTmH/uOp0D2p/cAYx9W4DiqwH0sKvX/7Ie/zY3MB3A+3uz1v/6vT1y5ur+dqSPvTYEwLcqyPOpABWgAlSAClABKkAFqAAVoAJUgApQASpABajAn6tAA8AChgSjiGvVgyuR5rXY60bnpMEDD1/l9whY5LsZWO0wq6RlPQiAZ05djB23Ucbeg6NbN+Do8PVpk6OzEjDXfz/WQjWoHUHvCiBHJy7WNHPyYh/QTua858pCPxutvFO4QheDhWNNWWhyGwAeoRr275cAwKJHgFIa99Uh/vGBmreWYlrXVGsEm5RIIy37JCmgS4wqFKwpo0PmZP21poH2zlrUEEaKbuynOYLPA+DZLXD2AsSG9ALK3gEAazpnCRFJKS1Oae1bahm/aQpnq9Pra/pKDmgRGQ7esX411nYcAHdot3qpZAV0PwcAH4eKBMCf+8c91/f4/qxm93sC4Ntcv14zAuBVBPE4FaACVIAKUAEqQAWoABWgAlSAClABKkAFqAAVoAJ/qgKP//6fvw2vVNAHaCm/i3NRPhEA+/YRekbgcQQAS39ZjVobZ3QHx/72IG62qRkQnrlwMa8MPPtxL87VF921s9q7Wapnc9xWsFWBYgOuZ61GFVJu6gRjn0uKXNXXj1fOydoLyJR6qsOn1cKd5ebNagNHN+W2Bi/GWDmvo8N35hhGfzNHcIyRWIt4OK8BRndWdSqiRrLvD+cCAvdjEtOmxXOVQNcrNYPLfjw9Ixd0SY1cfr9cyvdqlcULBeLUlxc17Lr1aaBbDeGPvDZzdOn2dMzd+d/3wH7yLxVYfCQ1fs2EW2sD4yWEOt+aslxAtpV6Hl8qULgr7l3JQFD+tfTYl/bSib4gUmsLe+CjcKzCYNx3AMRn9x2fzcBW5x3AOTj2e+qve4yxB4HvC4D3wOLoZIYj/KcFwNnNOfvul3IA3w/8tvvWmE/9qGrfrd25FND3A7/9vr6TG/47qHD2z/LpKU1rwJ/uKT3hRwP0+6yCvVABKkAFqAAVoAJUgApQASpABagAFaACVIAKUAEqkD5eXwFgARhwBfsOGvxwT0C9kzdrm29BXgO4P+A1MJQ5kKVNBmRwbnQonwkBD2g9AEaffj4z5y/ayr8+HbR3JnvgKvM7VAPYLcSnWPb1ez8+LEVw/PQHviMg1HMbbOkg47Gk6L4/AEaa3rL3rTbrfg3gbWrwGDeo0Qxn6NjffQGwpVYe4i9ZRwaADYCWT9X6Uh/wCxAWJl/NriWuLbX089OlAOACgR3naOBX4FD7vkBXn164OpGH61CG3aRpNiiDOrwdnNaauoHZbAGwLqalr9b3FkK6akBQWY+kbLZVjvskjl+Zg+6zjvlcp+5THXeHr47aAHA5N9TongFgf7+w69pfB7V/Dx1dCulhv1XLmglhJ63z5wDgHn8AvV0v7Diuhxkg+8EpoLObU/bdrwiAd+Ln6LLR7vdyAPda212H+OLCOYV+NMAkAD63X2xNBagAFaACVIAKUAEqQAWoABWgAlSAClABKkAFqMD3U+DxP//+pk9lpymeC1hp2V2Tp50Z/GwPr3eejmI8SZmLlNMRlEo/cADDuefbRniKceOcvJx7KV0jTPYAeQZm41Z5EIU00bFNhOcenHsntj/PQ+O9uroC61G7V8Gt5tK1D+ZjYwjY7TVnBQDHer8dopU6sglQxP7k4VpSitfAsb7lQT/m4uFsB6lZCugZ+I1O3bOO4dklFvsd22EdqK1r69iCxH6Wh8BoK2OgtmPZhdq4uK9lP+qvzfldNNS9D8VynxT+yn+WSlr7fnhtrmDst78E0Q5j2zEZAGswN7Htg01LeazOwf7VlMzihJaau0Pqdvw+fi99PBWIDdAv14dpbHNGjEVQ2py5HsAmLyjg/mH73x28MwDc9wAp2s8B4FuB0ypl9Cwu7XtcNx4A4ww6gPe1+5yjYzzU/SEAnohNB/DpKKQD+LRkPIEKUAEqQAWoABWgAlSAClABKkAFqAAVoAJUgApQAVNgDYAdePJAFMAtpj/uYNfSvwJcRljbgY8BJ51M+TeCPIEeew5gv5FHgO0eAJa+4PaNwHf1O+axnf8YatFNjKMzmB3XpzrtOA67C7g/bI9rNq3hsLQRPAAWaLkFoYljuJz35K2pqh8gVW8fATAApI3bV+hdulkqZgWngJ3+xLpviCHso//9GgfwVocOeEQ/aJ3qWefnAbDFMdzPtu4OgEukS83bAHovcJkO7KRAX0kLXVNAN4j68bcoMVxPHuZ6AFxmohC31821+cwAMHYJANiCpr84Ir1JmmYBsrrOmmJc+9R4NUCp5zcH8NZJjdTYDRAXhTafqSvUO9e3zlf/ckW/Jvr9pwHWHYBHADzuxq16bDc3fEMH8FKiH9mAKaA/WX0C4E8WmN1TASpABagAFaACVIAKUAEqQAWoABWgAlSAClCB31eBUwBYZNgC1C2gAbA1OLCtq+mBLqT1ICFzyMIBLOd6F91Z4HoGtMrcspq+eOgtINZDwFk659iP/D7rA3qg7qqvv+rDUNy6gMkeKrfvHIDL1iHf+fq/fhzvBBZEGT8D+CzzmH1sLh00oz5rTzVtABigNULazEE9q9F7zxrAOo8EPPl1j7VjbQ3ZfEctZb0VTE5qKGs8F00fC0iV2r/C1+O1ITxVtdT62D2ns5Tslhq6BjKrk1c3urp4616NL0rY7sUU0NtrvdTprXWLsd8ZLH5DEWIFwdbSrnf5wX4XCPyhzt76vbaRdfTayJi/OIdniQRkm/wLJ7pU1aU6s8tcxhTPo+M4g5f3BprXO37zFM4eXE8vPHegXXNHGl/R5mq9FmAXjvHsOvTTvHr8K9aanfK7O4DPAd6joh53Av/o/V2t6GdPAf2z67fSl8epABWgAlSAClABKkAFqAAVoAJUgApQASpABagAFbhegSUARteAm9Hh20CNm8M1ABine9cwAKtPkexhZ+YYzlIBe6C8B4A9lJX5CPBrqXjLk17/81HJPWSVc2If0c07QsYR0voxAYDRp6Z9dk+jBTRmc0cfGYDuc+lpowEsY63hBowlHbAfNzhYMwAMKKp75VL8RoCK30fnZl7b9zMAcJyP7E2PLwPjAL/6swDJOr3WrkLXDu58Gl87XwinOOmfSq1flVK+KtII0BVMCnlb1ufyZS15K1Gq8xDuqq9bKGD2KZZtxzWN8w4A9tcffsacBQ7bTEbtAYB9XHoA3PvRGZpeWre3xObY1QCLbU1wFANq+1HG9NG2Pldf1AHgeH/ysfBs+dcAACAASURBVGT7N6uR68e7/mcC4Il2BMCHgupH1wAmAN7fpk++fdgfghs+n31/u2FqPJUKUAEqQAWoABWgAlSAClABKkAFqAAVoAJUgApQgU9W4AYA3IFjTAMtc94CrxG2+Fq5cY3RASzHI4CODzb3UjT7h9hvgTzN+ongVuiapa8d13H0AfkKBEODmYt4A4o/XvUUAX46BwdUFJiX72Vts9rFGezGGL428Cz+GqgOIKfrCUDqe6gPs905cABD1+gwj2DXYsuDWKQPRy1h7FGsiXrsSmpppgPYRky/lxrLNlepodxBJNJah8zU3Y0qbugCYJ+Ki9ZArKVwvrw8F9B7eRBwql5egcFjWdo2cWkPCKzxWN2+HkpLGmZAVjkR2cIHh3d1BNs6Rl2ydOH7yl0PUHVsBdMOnFtUy8xrfD88vL6+NkCM70VnczvjesR+S83yN01HbZ8xxfyxKLhfKwLgiZa4B+AFkAiEZ9+H7n404Jo6gH3t6hvC6fcEwF6QfcD5o/d3tXUEwCuFeJwKUAEqQAWoABWgAlSAClABKkAFqAAVoAJUgApQgR+lwONf/3nVJ7DeOYsUsR5uRjBpKVsNvmTtMgCM9n68bOFHAbB3A382ABY4KiDKr0F+/jEAuACu4LSFjg2UOwDsU1XvOZD9w+xJ93WY+fg/MwD2NYSXF9zEofj+1qEj3L/bmsawt5Zr4/LxcHk2Z68CXK3Ra2mK9dopxwQGv78XMIxJKYGvvw0gswLgyjolBsSdO7rei5M4oRIRAM/WH+NqBWCyODkWR6gRbrpoP5rSuqewbnMsX725lOZSu1je45C90P+nTn25iamU2sd7eVnDsgkIqDct/f1iuf93avBjAPB+LeQ7LW1zLzzc78r9q5tVg/xXrQFMAHwwHAiAN0Ld6Pr1/a3u3wc3ic2oABWgAlSAClABKkAFqAAVoAJUgApQASpABagAFfgFFZgC4LiWdwCpeiCmWvbtkQJavkMNSt/+yEPJGVj16aCtfwPQEWzG2r2Y3xkHMFyu0X2MvjB2dOcOWlTH8cYBXFyK8onrbPOuAGF06rrUzIG8WerfLciXcb2jF2sa0jDXCccU0n4dNv8+Po41YFjn67UACMS/FhcCpzyg6jWCbf4C7rp7F25fzA3HjtYCRp/QpvWzMAj3VM7dJYtaxbb2Mk9J26z6mpXV1mn/Xko650tdmmyV1fKVgHWpinX/bSJvpb+WcrnQzKcCLm0Y72Q1d+/4ssPWDW19msMYH3ELi3tYPn6fERtjumeb1+o6tXPGa++MI67FR1LLt89c3MECuu2bOC9x5cu+CPB9FYe+xGGBhoWna13hMX24QeeogR/r3j9fD4CxV+OM9l/MCHm1w17fe22nddyDuTNg+tMC4LxG8701/nUdwKvUxbg5/dkA2L88dO/YYX9UgApQASpABagAFaACVIAKUAEqQAWoABWgAlSACvzZCmwAMFIzd7BlAnnHr/0+PriNtTXVgVeI07UAONsWgF5fY/izADDG3zqf+7ol9bV3Vu6F0n0BsEA/gCyBqpIOdySaWhMY+X9lv2Lq61oP1u/lCPwMQHZg7AFwB02YBxx7nwGAva7XAuD4wsLswbtooPHlWJqlKDbg+/FuLnBxmkrqZgG9eq2UNiK3On3L4Sefxll+r4uYpfh+UzguoNPiq4F/XyO51fC1zqw27wj97dxtjdwBAJd+2l6XONJSzM5NfKmTNwdtdecmwX0UAGv94SRTdOYUzu4r8t2bOKT1ZY85mNZ11H2TTN2SIhr7+fpW0kjX33X7QMPv5NScXfs/BgD7FyxCIO7dpK44tnpJYOiywdye4ru9DPIxvgjSziMAvmJX7nfK0QwX2xEJgI/sQv53yL/IcV0pgyNjsw0VoAJUgApQASpABagAFaACVIAKUAEqQAWoABWgAr+3ApsawDOn7gYAw3FavIsGikYHKmqRCgCWYwKWM1gwAwiYh0/bOjhUKyiL48bfFfbUuXmn8BTY1LbRaYx+YhrZvZqp3iEc3cRPFebF9c8ctXq+gyEb4O5S5Pq+pRawfLapn8cH9KPOBXRWwLwCwB1tjsBY9aoAuoO+bQ3gluq1boh3ADcYG1zB2d7FWsGz33Fue/AeUs16AKywuaZqtn0R+PtWnL0Cfntq4acCE1G31/bFYLF9TH/w9pjdU2SWvcF/2rZeTwopC7REPVu4f72jepsCugPgHrNWvxqu7whRAX+hTXZ8fhtMyK5rvIm7SfPoQPZzsfh9b/B35TIWCGx57a1OskL58n/eXuXFCYOP4ijGyy5tuqdgcK85PNdGXgq4DeDEtR5zAHfAegrQ7i1kcuxU/3+UA/hYfKwkpwN4//6y0u+zj6/uRavxCYBXCvE4FaACVIAKUAEqQAWoABWgAlSAClABKkAFqAAVoALXKtAAMDqYO3vH1KkAix8fBQCr07c/qPV9AADHfvH7DJCcAcDjeCOIlnV9JgCW/meayTE4cb0DV13DzoGbbl5IqXwUANt4Hu5eao1USQHc92hsk9VHzZyDSAEdHUrqedVl+HU+FXcs3J8GruRlAYOq7VPW6WFtBoAzfc4CX4sDNxb4TIR+dW5SX1bArsS2wF2ddqG3wvNkXT6NNfYZsNjPV2rQ6qfmMC7YeFgOMqu/Ooe2vlBRHaqylRlE9cA0upsF4MIdLKmk9WUGAaE1LuDw9dc8HLbyXXa89xeB5vcBwJgrXMmzGx4AaQelVnO5O8clSM3V/KpAWGLCHMYWwFjfCuCtjlt3twLgvu46vV1jJa4rAuBZfNzv+1UK6GPxsZoPATAB8CpGeJwKUAEqQAWoABWgAlSAClABKkAFqAAVoAJUgApQASqQKbBJAb0FryPw2TpWzQEsn8x92wFGB7MZsPXne6duhFt+ERl4BeT0tX7hxJVzYwreKIpPMz2H2tXVGdzCURv05ev4bpzAwUI0SxE8zFNdqc8NtrY01MEhrPoEwLmtV/y2C7ALDqx7K/84B2/ttznD69G3kntX4LbMz9IHb+sG2153GOvXJt/PdEe7WP83nj+2c+lwvRtz4/aUPZU0zCVVcHH6anrn56eHl3LOy4vVUZb/hOOiLnF6QSlklf2JAH2bott0MBi53Xe7nkbHZ09p7Gvv+nnMXO5w5Ju7uKdk9umf0Q9SSNvvvcZvHAfz73rPry+7Blzq6XpSdzPbF/MXUOzcI45YpKZGWwXfcLQHgPrtW/1CIXBxYusGu73CNbUBw1j1tu7uoNPVDuD9fjHGKQduFrCL7z6lf9H0oNs6vqhyxRI+9RSUOLh2kB8NeFfzvj4FdLsrrIbYPf4p8XfTjMaTpw7gmurhZ5//HaVgV1SAClABKkAFqAAVoAJUgApQASpABagAFaACVIAK/GQKbACwzE8ASgevI8gyCONdtr7eZO4CxpqRXhdjyL/+AWnm1M0AMNIVR5Dc3LYlzaukvMVHavXKJ4Ors+/2Uj37eaJf394/NPc1gn0d4BWIxtzTB/BXAuAt/JVRtgDY75cA4DSF8wQAw6kMAGxQVZyWBtr6ywIdAPtjRwHw7MUAOD0txiQGcgCMmr4tSAogFJfv5fL48PwiTt8ndf4+15DW6dd0zdp3dfT2GDRXcARWAME+jbOc314K8P27m0MEo3ao08s6vDvDfmwvMCQNkEJ64OCu/m+POQ+rDQBn889grI9rD6NvBcA9Jsclx5TI9rttVgPAzkQY2wv0lc+lwvbX4vxWM3atjSx7qu7nHwSA585r0+GzAdOn9E8A3IKYAHhzCxu++JT42x/y1FEC4FNysTEVoAJUgApQASpABagAFaACVIAKUAEqQAWoABWgAt9RgaEGcISeNo8OgwB/R5fh6FTzUDZz8wECZwBvlao5SwsNreDyFcgpLlTf/xFX8AwoekewH0uVmTiA/fd+L2P7I/scYXObQ6V4eY1ec9jKBw5dP9YIFycAOKSgtvN9CmhLnQswpuC2DPlea816h2/m+M6OW3wdcwAfAcAaa3XOXicBw+/vr8XZ+0VTOuteFtr78iwgUNL2li8aNDSY2NIoay7ouaP0qGPxKAC2PZQawXadzV7MwP7OYs/HKxzAPV1ylld4TL0awW4E1HAyW63hxyHdeI+96gB2AHDPAdxfFnA97KZA3k/H7vXrG9xdyerwLjJrfeACgrWNvExSvnx/i6mvj6X4vT4F9K0OYOzfQrDFTehHA7ij19ORe+lntKEDeKXqLP6OxeePjr/V6giAVwrxOBWgAlSAClABKkAFqAAVoAJUgApQASpABagAFaACP0oBBcCzlMwGTFzd2Or+HR2uY4rfCIDjA9z4ezb2LAU0nMnRhZw5cmeCAnLH2rwrR+5snjKOwsHy32oe9wLA3lU81IcNKaBNg20tXw8tpumMDwJgcfriAwiIWr9I1bwfXx0QAACvLobMUdzm4LP3uqfz+lJAAXmS1lkArjh9v359sXTIcrKmRS57qB3JnEZwYbEnzQR0CxhEGvBW3temUFN/xjUgBbN8P9RiXjiA7Ro8DoDRP2IkgludYk0BfU8AjPV6ANzjAUe3ABjzyebyGQB4sy/1ukWovKv9F/c8ZDooEa3OYHFCW7Doz/Vcgbx23vaDY+dB8B8MgNP72Oqu8D2P51kvrpnB7+kAPvLSwS8MgH18uhfkhv1nCuhrLgeeQwWoABWgAlSAClABKkAFqAAVoAJUgApQASpABajAHRV4/Pf//P0BV64HqzKGgbvq9Cw/dSBjDj+DSz29r5wzc+x48OrnPwOv3u2b9evHiW7QVQ1hX5NX1ykOv0qgMscv5pu5cTPAJu1XQPnoHsZ00n1fxh4G3csD6nZeUs80hfBJTU6kjE5TQNfhqzG1/Cagub8M0B3IOciaOXj3dNmmd46txX1qqZjhXEdsvwsALvP7+o8vD1+/CAQubmOJ12bkHONYS/lKT0/VefveX4QQmLdxuVbDaM0+rPxYswsXECDwF/GP86LzdVb7edUuKuBr/eJY71viwhYMXfr5PWWyr0mcpSD3YBd9Y9w+/v69wF9Tvr/cLd5nuU35PMKmax2DTWeXMlxHLdcF9NBM0EiZXUJdXNlP7gWITTRWKDy8HHJ1TeD8ypg6EFvzIzBuftVdq+eDg2Rp71kN4OScq8c/eoM91W57L7t1fr8XAN6LtTGjgLuid3fgVn1PbW/SeLi+kpd75g7wmDHAd97/Pt06P55PBagAFaACVIAKUAEqQAWoABWgAlSAClABKkAFqAAVmCnQALA0yB+2dgDsO0Hbjw8P/fKHvNtaoALeSr8VkGSwNKaPjmNnbtqZAzfC51gL91cDwF6LFKROAHBPp+pBxpjKedC5wqo9AIwU0HD74vwfB4BlBljfY3H6PpeUzuXfUsz3WVI8V0O0hJ46esXMq+8xjPDiqZJtcF8fjykArgs3A6lPEd1TN0t8Xi6S4rqrDKD5mQBYFakvaxgAtjTNVtcXoGIfAEfQiHn7Wtvo0yC3rTG7p8DRLHOxl07qHpT2nw2AZ+uIoD27xuqKLFQE8MsPWivY3MHxg9rBBMDJn59dAOwdttsMBj/uz3md1+AAvW1+vycAHv++4LrJ923/BYWfEwAfcYCvADDU2Gv34yKdI1MBKkAFqAAVoAJUgApQASpABagAFaACVIAKUAEq8Osr0GoAYykeVlwktWlNdRsduWivaXMDVfFQcpZqea9WqfTt54Hf+5hIvwsXct+IlbPUu389gJ6dt5f6WUZdOYAzB+XZsNnAwWJPbd9VkBLHAeSWNXbgbbA+wlld4wbIVKfo8Hza1wDGKuAoHR9kRyB8ds1Z+2MOYHm5QFI8C+yV9NQCXQv8lemV7wx6Jp9KeuH89Q5GOUf8wxbnvUax/hpcYR/OKexHkRclngr81evhCgDcr0+9GvRXqwssL1KUuYG4ukExVnf0wgFsAFh7avMNL29Appou2uLGg9oe+17TPg+DJN5xPOph/W373Xf0ZtodTTFuY+UvqWRfw+2LeftMCX0/SmyUuscCgBX+16wJSCMdM0NbKugMkKVRufzy93QA/4oAOO7rcuss9pPr9tiZ36fVub9f1ziA25WULuiHAOBZiud2rycA/j7Rx1GoABWgAlSAClABKkAFqAAVoAJUgApQASpABagAFbhFgce//vOqT2094MVDVwHAcAiizm105gIAR6C7B1S9U3cvBbS0Q79vjqTsnX8UAMua/dgrx7EXOUvLLMez7488QPduaA9uMaavMWxA3VIK6ydz0pWvo8tZmsZ0lUON3hsBMOY6c/7K9xkUnn2fBXUGgEf4V8BvIb2X54/i9i3/FuBqnwI81ezqHa9hhB0AbD3g00H3GQAsl1KW/XfmAMZolwCIrL3BaHPSGtTeA8B2fdt5TY87AGAfn02dRiT3QS7c1xaXuQPYjo0O4R8FgOM8YnyWK1LlfX2VVOJwV8seoT6wAcJ7A+B+3WVXjN/z2fH9768GcDelgCYAvm637n/Wkb9ffdRfEwBvXqLwL/XUF+B0jQTA9w8w9kgFqAAVoAJUgApQASpABagAFaACVIAKUAEqQAWowKcp0ACwooJCZVqtUgdfMTpAJH6PKZcBMiNY3avXuwdeZRxzIYu7zqCAgZjuAI7KRKC8B4SxVu823nMTZg/DZ6l7lztWAMk+XLlsU2T71M4YoILbDBz7Gr4AjSadPag3IGvjxPM7QFZb45CaF/uwXKPu1+gMfn+HC1n2UY7ZXr4XF6X2u6GkPcW4jWsgeYwbS638/GI1fcX9+6yAs6dftr6r09lB1UsRROM6OIPbvOtD/9zl2hXYvADhoKx3/Y77YOfLd0ilHEFuc6wnxlXTYJy/P9+f68Gxuptr3HQdc2esaJPNv8PkrsG2rnB33M5SL+/F0MyVa3EwQuO9LASm8XFnsZ9TrDncjgXAqeNXWPT6TdJDo14w9rfGfbWYwxndU3DnSsx1y2trdx2wn/spdlfX8NUAeNVxPd7T0h884c7NeimD/fiwYV0K6PbCTJbCN9+bbOq/lwMYK/Razmr/Zm23Ct0af3vX/S74RXyuLfZ3jkh2RwWoABWgAlSAClABKkAFqAAVoAJUgApQASpABagAFbiPAo///etNn9Z6hy8eus7qd/rvPRTV0pgVGM3q+nrYmgGjuCwA4FUqZr8G+Tk+2J+txbeVn4+MM5MesCxLC43vml4BAEdQjdS8g44JAH58lDTH/YO01rouV8N3BFlvDaRqXuTdj4GrFUBbOa8BVCMAthjoMG87lZJ8uTRo+wfwVs7RlMpljVrjtyxD4K88r1e3rc7ZQLGfm/aTAGBdo4PAEQCvLrdrAXCspdtTM3dXb0wbbTHbAaMH2DMAPMz/CgCM8xHjcCH7fj2URcz0e8mo4BSsumYtRXTZzFqSuTqZfwIAHAICc0Usv5XLxlKrGwD79k2SiNtLHx3+ypH9GqArAGxpwLNU2wTAq2vWrqOaCn3xgoD1RQB8RNPx5ZCfHwCHd5SOLZGtqAAVoAJUgApQASpABagAFaACVIAKUAEqQAWoABWgAj+5ApsU0JhvBvQyiCpwKsJjn7pZH5u7h+vi5N0DzHF8S0NdHJLOASy/Z+mWI+yTdjFdtIeJmLvvb5Zq+ug+zlzSUc+nVmzWeo7Q+L2kJN5A13KOwcCeylhAcQS9AoE9cPauWgDiORweV4q00TF9c3T2zmr+bsB2jQUB1w3wFUaADN8xxe/Hx6uuxVJfi1NZ6vsa+H15vqh/WP5rKYUFBEvd2gaVDQI/FcfeRzlXAWn5L8jfXMB9vqXvpMbvLA5mANjX4bV4tB5WqZ8xzswBfD8AvB/ZHfj2OLU5bWt/x2sXvyN9sh/pHgDY63j0BQU/Jz+fmdHvyDyxrwZ/JS231WZu9xeFwB8lPbS8zKA/ljgozvvaubR/Ci9y9HmO+9PnA5dpT3Nu8wBwIwDej2w7SgC8r9K5FNBHFI9t9h3qtzqA42jxOs/hr12//FABKkAFqAAVoAJUgApQASpABagAFaACVIAKUAEqQAV+ZQWGFNBYSOqadKuMD4Vn0FPBjztv1i4TEHAEAHgv1bKvkXsEBA0PlSs5jAAPc1o9AI9w1QNk6WP6ALs6WTMIrRCp1qQd+qgO4AwAI40zAK8HdysALGOMqYnFNYuU2/Yg/PMAcK9na5r3iJEx395fZXR19Up9X6nt+/Jirl/96AsF9UxxE+OXysc+PszBDABsv/S4HF4kKH1JKmYDlgKcc/dalg565QCODvDMIb+uIW2wZIRW9gJG9pmmjx4cwOnV1740ONlhiP99lnZZt8WdtweAB3d3MhWF+YkD2HQY00D70/fm5jXEOfcEwLb+16abh7KyVRJj8sLDuyZfkBT3ZwHwPMXw/YHZysGZht7+ly599r3ne3Y2BMD7iq3+/p3V29ofT0t+7/ggAL5ux3gWFaACVIAKUAEqQAWoABWgAlSAClABKkAFqAAVoAK/ngIpAJZlwKk7S/esbSp4itBVH/G6tL1H0y9n8nmHsRz3jl7fflX7N4KmDHJnD7uzusYNrBUq6VMue020zmr9pG5lce7Wp9H+OMZ7KwAp6mZu0ghkrIavX/+l5EMW52x3WneIC0D9VFM/+9q/4q4VZ6+chz2NIBhrmn1ve99r9DbAUoF2Gy+Z37D/RT9JFy1x+PLyXMDvpfxbnLtlKZKpuShfY8xggtbylfgo0FZrRhfXpYBaQNzR8VshrziBq55Ws7XOW9JzF33auWgj6aRLn9HVLO0yAOzXM3dCG2iOTmGc266xoaawAVbVWh3gFhNj/B6DLCvAkl03Pa6QhrrXIo7X8AxCdwf02waUxjTsM9DrwXJk4PEymR0fX3zY3oHOOIDtvhlqyUaruW5agb76soFAYFxrct2txt+rG24uY/vcz8G4io/tjHe+CXWTpeVd+z81mbHx7IWB8XuXAhqnD7WAj9f+xem/Zw3g2UYcuyf5s+8dH90gP75Mc0Po8FQqQAWoABWgAlSAClABKkAFqAAVoAJUgApQASpABajAT6lAA8ARYHkAPHMBeQC8ctzhYf8M6M7UOQOAM9DantM7IC3fRcgk3302ABaNAGAV3DkA7FMyKxwqztcUEC8AsIJETZttdX79x4NZgVC6Jw5iAwB7eI3aq7OUz6tU0Dj+UWuh9v3A+iStc5+nzNFnsRWn79evzw8l67N+X8yTNm/8WwHbpeR8Bn6RoQSu2foqHB3YA9zNHb5uAHCF7U8lVS8+CpYxAem7TvQWAKx1jHWs6Gi1UY8C4C1APgZbUsDiQF2D6BIv5Xv/u4LZorrFiDhZxzGHFxsC3FwBYDiIAXl9emU4kn9GAIx1NeA/AcD9OpBYFce/vFywJcDjdQMA7AEvol7i1ANgjHBbKtu7ArgWVx2USirsn+FzOwC+bhV/JgD2oHxVA/u+DnQC4OvilGdRASpABagAFaACVIAKUAEqQAWoABWgAlSAClABKvDrKfD4n39/U2rgU2HC9Tdz22KZRwDw1s1nD3SzGsOZfGdTMwMmvlUCODsfY2GtHZxuZxEdtmcdwGlYVADr+7J9MPc1AHB0/TY9m/PMet+mfDYCGgGtuGrt++fmXm7nivNVn5AblDV3c/k3wHPsnwE4cwyj39H57cGuf5BfaqEK7NLxqhMLTSskenm5PDxfrE6w8GH1NyrYNXiA5lYFWECvuXOl29K7uiz9Z/ytjCsuYnE6SzroConh7tV1Ja7aawDwyvmra3EAuMflWCd4cDNLjAQH8HkAXHXL+MoAgEfXue6vQM2i7+jM3cah13/myH0vKbo90EVsHQXAGGPWP77/Xg5gv38WmAtXqNSmFmd5+U8dweIg1pclxvtkVbdoLsA0c/hGBzBm8jMC4B4ZdwXMwxV/7pdTAPhc17utCYA/FwDH+0Je8/eOG8quqAAVoAJUgApQASpABagAFaACVIAKUAEqQAWoABWgAj+JAuoAzlI4+wfimTPWu/1mdTz36vGuAHAcc+YujLVVY8rmTWreSoKy9Xk3LPYnSwHd0EqSs7XNcwF+kILZx4FPx4wU0EcBsJ+v/VwtsPVAd+J2x2CsG2xA9joAbBDLUigDDMvQ/cUCm4g4aBXWFshl8BcO4FIHtbAtAb/yuTz3tMraj9ROlbTPNcWupHyWDwyWAMDSRtlycBbGFNDyu8AXAcD4eACsY7rUzjr3mgJafh5A904K6KaHg8zoW+cPF7EDsQCr3SXbnbXWvv+u6bBdHPYXAVYO4H0AbHzZatT6a8UD4CZc/UHmO7yIIA7hOo0jANj3d08AnKVxjmA4uZR1OmdTQLdYgvwHALBft2QIeCtlrxHnWwcwAXCMu3v8TgCcqzjL/nGd5ucd6kdeEJhdu9kcCYCv2zmeRQWoABWgAlSAClABKkAFqAAVoAJUgApQASpABajAr6fA43//eiuswRxomfM3AtYIfrHk2YPaDPTG+rvSxwzINqBS69weBcdx3tIP1unn7J2/0ekr7SJc8+AvSzm9OV4B0Gw+cKp6J7A4gJGCG3OYge0Ycj6dsh0bQXAWojJngDvAW1/jN6vp2zUM3trmMDZ3sP+M/YiTFLWJXx8uxe375WtJh1z4lrDSR3WaVhek1t01J6rO1cPSMp58/yR1VRU4GoBW3QTwSkpp+VdP6oBaYy64fMWNqqZngcMVIKvb1cUBHMjxfEBbn7LZr92vBecivXkGgVvcV2Zi+2PfQgf7d9xRH2c2J2sAxzBaR9ftuE9W03eYf3AKQ+f4kgfALeaZxVtf2zg3zAlzzeY4u/4zCOS1mZ23up/szd/WOLY4CozbWQDEzrEuLmD5T2NNalm7Tvt9slnm3QTOA7b1+jKL+OqsxfEVFHenHwGAt8zmuv7P1/qdzfFHO4DvC3izVa5eRNnfvb392QW/yCxxhg7fEkg8lwpQASpABagAFaACVIAKUAEqQAWoABWgAlSAClABKvCTKdAAsABHbEmWswAAIABJREFU+cgD14uryToDwDN3b5byVgFdfRCbQdioSUyLLMcBZ7P+MW/fTwZqZ2MDAssYqNGLvvzc5buY9jpzGA+ps3dgh0K9h14D0zuAM2czdND1Ap7WfWvzdXun7T+KnbDu617seV0F3J4FwA3OOgBs4471ffs4BoCfyn+PRSNN+fwsJ8g55ZibrDlzeypilBMWjS7VDftYAK8HwBbHinw19lSm0u+YSnmEWwKAUYe1j1evC+cUtn3ogHrzkkB1Kfc9GeNfvt/ETegvT13c4XaPT3Opwn0r87rIwlX7NQCexQSW0NY2MOE51LkFAMe53AMA72UhsOujpiC/EhTdDIB3LkqZ2uurvJQgdZbh2EbMEgDv3c+OHiMA/gTAP4j/+QCYrt6j0c52VIAKUAEqQAWoABWgAlSAClABKkAFqAAVoAJUgAr8SQq0GsBYdHwgfiSF8hHB4Hb0YNaflx33YDamgJ6NeRT4+PM95BUAPMJQg3ezVNDLVNVj7uE2LBy37wXseBcyGlj93Q56j2gsbXBea18BdEzjK8d9ul4dS9ZZn6YfBcA9buDmxYsEeW1HqxVcHI7Fmfz1y5eHZyFo5T+Bv+L+teK+BoB7GtwCcSW9sDYtjkh1CEdFei1V7wCWhplTO3e+ievS0h63fWjuy/6CRFuzcxB752+M8ayeMPS3Pevue9vzMf11X+kWAOv5NfUy2lnacHeWOrx1xPZldNuOL0zI+msH2redZlJYCm/5SB+Zsxj6r5iqgWuZ29xRuedU9hEwrhfz3cKnY6l+Y2zNf/9MAIxRxQlsjuBy7WjtZdmbXxgADxu376a9DtAe379Vy/X4t7mB6QDe34EjDmAC4FUU8zgVoAJUgApQASpABagAFaACVIAKUAEqQAWoABWgAn+iAgMAjpDQO1m981WEWj8Yz+UEaPJQFS3h0B0ctPXgvQCwdOehdkzD6x3AAMOZ2zZL6Sx96/fO9dvT+9Z0xi0lbwWTNfWrjJFBLK8ijsPZCUjr20QAjmNj2mBL+ey16NBuC3L3UkD3/ucA2MNk0UZ+f36+PHz5Utas0zA3rZqXKwAGdcR6ZgC4p1Ye9VUX8SbFc68hnENZA6VwDAN4zm4Mvg/UB84cpSsArAo4B7DflxZTOolSJznQDqSBbi8UiCva1zVu8Wbn47MCwIgH8G84qO387Tx8nGUxm2kIADzTd+xn36kYr508bfJ2pE9xAHvXv0vt3EZfHZ8IIhDYHMHygoS8LeE10Vcm6pkeSuYvYhzRXNpce58/2r+/V2bnfPr4i4nm498GfYe4DpkFDut2p4afkwL6Ntfv3nUfX7gg/L1TILAbKkAFqAAVoAJUgApQASpABagAFaACVIAKUAEqQAV+OwUUAGeuOIBaQNBbAXAGZLKHz3s1h29Vf+9h96w+sB8zOmbl2ACmC9iZOYIzEKznOkB0uVg6aNST3a5X6t2OoNXaj2mW43m9DuzohvXzN9eoOYABi9HPHgCOAA1zQR84V9b08uVZ1yYOUjX7OvhRkjRr8V8Bt+Lw3bwMUJmCj9UZgG0wuzppozvX1gUnpdUI3otFD2fhSoY2sbZv/B6/z2LPx098GSGrJ2zjGYAyiGtuXwO1HrwYHPR9dL062Is1gqVP7+D16aVtLR3+xjixWBxB/DaGx2+yPnyLowDQXzNnoO6Ztqu1CMyML9HI9d3c1Vk6+AwQ7wwk+yGOYDFNCwgencA/EQBe1fnFuhftju7/cm+ubDCOfz/wO7tPXDnNq0+7LwC+H/ht+jji216AKre9265b2cfbXoy4WnCeSAWoABWgAlSAClABKkAFqAAVoAJUgApQASpABagAFfhOCjz+9Z/X9tTWp2G+FQDPUkfLujKHL9brAfAR12+W3nemXYOwsU5usTdGEKfzdHV247zi+nTMBoCPOfCuAcC2NktT3UGnA8ChJjAedM+cwV4rAGD57mgK6BkAxvxK4lod4svL88PXf4im4nbVAdpDfJVOyFY5JnMolXjbMdSj3qZ8tlTJ8QNA26GuhXdLY1x/8DV+Yz/ioO1g1EbAfgt8GzQ76ODbA8D95QCA3BHcbsfbAmC0sXl3wOHXfQYAr9zoG+HrFwCxR+JN932VJ3o20OT77EWTvbXcBpLCJBoANv3Rt75A8FheeWiwMwFQZ0Gw7HK5tAwGj2nLvdP7VtB19f78zgD4Sgd3FrK/Vwroz3sBwV4cOnkzmDY/9vf5XqOxHypABagAFaACVIAKUAEqQAWoABWgAlSAClABKkAFqMCPUODxv39p0dMhJbCAyfcCErsTsDskjziBV3VxZbyVG1fazOoFQygPdFH7Fimc9yCzFzpL7yzH8T3aSv9+7b7/5h6uAMi7fSMI2wDuAw7gVte31fOdO63ivM2BONY1xprErQvQG0FY1H4FykZnso0njl/d6wJJX15K0tryay+pWyGv1gS2j2pa2kqtXx8j+n0lmQ1iVgneaofeiesdvUiXHQEwwNjotjYwcLnIBEYHLeb4XgGwdxkfuXBXTjvMI3P9jvE6Qu+x3/pSgMRJdZ7KOiw9tdSxRtrvLXidgdO2X5NFZjVwpS/U9Y0pq2M3VwPG0FEGnL2TuV3H4dJZxfWRve0BjHtmB7xtXnKd3xEAY8w3qQ2Md3gyV22Ng2vXefX+/CIA+Nz66ADevx72ALBPUX78qrKXkurfBwLg48KxJRWgAlSAClABKkAFqAAVoAJUgApQASpABagAFaACf7wCj//734IGHNz0LmBRJ4JUAaxI2zp7eL4HgAEWsxrA2I3o/MWc4m6hD/n+VgAc+0Z/0QUcQcowtwo9YrpnnZ+r/TuMlQBgvx4ZH/vzVAGepEmefTIAbONv4YVPHf1eQaxP4Zul8+1QbV4rWNM4l/V++fqsdX5RqvTpyTkfC7jSWHDzUi2F9ToA3GIsAODH+jtWFQGwrNn2AVrFlMj2ewaABZQ+iWOzfGIszlJAH0nx3Oc0v+/MAPDMKbgHgG3fazrtAIAxg/09dsC+ngAYE8Gw//6o+9ffX269E/+pAFh0EwgsgF/jtb9P0SQVbQiA8wgjAN6vrX3uurwfAI4vb9zP/atXiVvW3ajyOanYmgpQASpABagAFaACVIAKUAEqQAWoABWgAlSAClABKvDJCqQOYH1E6ggPIJMml60phlMHbDk+c97GGruS2hdwM1tjVm/Xz8uDLw9J0VeaojkZKEsLrfB34mBrulRwG8fR35NzAc29rt5lO6yn9LEPtMaH1pnD18PdvRjyDmAPd32f/nyfJlq+//h4HZzaAqNeXi4Pz89P6vpt2bY1ZXVPVQuAK+me5XMRp6pIF2rIwgG2cqJijtAUblc/d79X4uTNXLy+3q+uD9bhIOJe6tYzDngPoIfYcOP6Wsd9GkhtPYJ9X8O3a7IF2X2O+csEKzC2AoqZozzG0ZF72ww0HzlX2mQZpq2u8bju1Xqn44VrPfazHEcKXrvP8fXK/OU+0SH/Y+lLwkbv0SGl9Bkof80+HdXn6L6h3dX7cnCg6/q/nxP490oBLaLjDQT8jcoA836tYN0TV0/7uj06GABsRgWoABWgAlSAClABKkAFqAAVoAJUgApQASpABagAFfhNFTgEgGXtAowAgCPkzWCxT3Us53sALOfvOYC91jFFc+wXbTPXMMZd7V2WSvq9PsiewrwAgIcxHBTKdJC2mZPY95GtM7pv0X6W4lmOr0DwGQAM+AuYreOXtQowB4R/+XIp4PeppFEO7lpXs9hOMwjwUWvoit9WADAAmNdnD15lwM2+M0jjAYt3a0cA3JzvwWk8c/z6vcra+LixFMy23ghzY+rntqcBAOv14vTpzuYxujNYEqHieL3un38UHK4gzRKEJhepnTMCpLMlg39bACwvUxTgmwHjb99qnW29z5iwR/cxbsNqX5NtCwF1Gyy9efzFBK/r/7Y1+SkRAJsacR/kBZ7r9mYZkWxABagAFaACVIAKUAEqQAWoABWgAlSAClABKkAFqAAV+CMU2AXAsS6oQCikgF7VNI3qXQNoUzBbicbKZXnUARxduG2eIZ3zJhoqAPYpl30qbbQvFTrTB9xx3JlzMMJ1hedPlp64pZUueV8z0GzQUP7L01yO8Ffq9fp6vD3Fs5+r9KV9lsOSvRnrk/m8fJFavwZ//Ue2LGatlmzWAudkRPlXOLA323qXph8/gvM9AJzBXwGxmz7K4BsAXDWLqbN9n4C6M7jp01LPxoROe6mmLxfRPL8fzcYG+JulbO7x0vv1WrbYqim6Uct3Xtt3rPHZX1aw/vecrX6v+8sFVrs4Xuf3AMB+Pisn82q8Uu24LtBq/K6g1Wa/HqKbf9zn6fi4oDYOYqm/Xa6rcmFZ6ucCifXCui7V7Wo9y7+Sq1rAiw5uHv/T+78NBv8xAHh4lyN33+MFFzUAXxeuy3BkAypABagAFaACVIAKUAEqQAWoABWgAlSAClABKkAFqMCfosASAPsH8IBk0d0INy8e4MaawiJm5miN0CuKfgYyXwOYDQR1p5F3iCKNc7ZmneceAHbQwwOmqJt0A0ibBVyHcPbAPAO6cP8ClmG/IrTN+xdYVJ2pj3MAjHMbSJYH9NWZaQD4vdT6LfV+v5pL1btTdR5Or/hSAQBXNQIrBPaOZgFY8tk4xCZkrK9bXMkGdvERjcT529dT+z4JgOPLBb5PP9cMFkco7eeW7RGcvxareUrjfG/nbUcY22GMvSxgvb1PUl9nY9l39wXAGP6nBMDubYYWz3I/+F4AeKcG+MeHvcTx9tbTyL/Lzy3sz5G1qwDsjdDXx9hV48+DdHPk9v4JgEdRz6WA9vccvFQkbwvdvi8ngoBNqQAVoAJUgApQASpABagAFaACVIAKUAEqQAWoABWgAr+hAo//+1/DQVr3tnxWKZczaBudujHds/Q7a3P0Qe8MBq9SQq8g8ux8mTOORUg8jYMEfMxSOfs+Z/1FAOx1xDke+Or+VYIXQasd665eqbqLPff7bv2+pa7h7obt6ZXN8ftUav6aa0ui6b1AKKnpq3EFx3YBZJbi2TyTMpPuEq3gsTz4h0O3z9/mfH8AXJ3MifvY5m1KAKhhDhEqy/ffvr1q26da8PiIq69dD+J8LrTTA1fRUzREPV/vxoUTd3bdeEg8cwf79UWOHh3DsQ/EXUzN3L/X3t3eQsexRRw3OoSjgxlnr84bR7m9BvAwngev9cWE1Nm8C2iD+/GMAzgZv1nrZT563F7q0GtVawLLRSlAWK4tbyM/BoKP3p/tIr0Nhsa9y677rM0t383Xt1oL9Fu125/dkXvFLetbnbv6+7g6f3u8Z5GwY74W8Nz5e87xi78g52fHM6gAFaACVIAKUAEqQAWoABWgAlSAClABKkAFqAAVoAJ/igJLAByF2APA0nbm6l2lbF4J7gGytAW8vCcAjilnVwB4k6K2AZAOBd4rKIpO3+jQ3aQaLk/EvbsX+mwdkR20+nTPs9q+ql2BQyMM6uDfxpkD4I+P14enkuP5+bmAX/mvpHuGe1eYr2n2/mApnsWFaPOT3wGAUfdXvgcoVtBWAbDVFY61X0Ne6UnAzBzA2Eu4dR8fy8h1iJh+2jSyATIAfGkLtjbfvo1pviPU8bA3A4YCf9+KMxkwSgCwh6gKzUMqZvVgJ2mhAYAzaAzJ5vB467y7FQBjzGma7LqGUwDYO3BDnMzuI14rn3J6pUkOgDuA2sapxfHsc1MK6NZvAGBIA+2O47qzILaU0K+vkhcaQO4zAbCHosfGme/bJPf5VOFzBwiA763vDADbvni9cW1t4a+Pb8SSj6P7xde5aGFrKkAFqAAVoAJUgApQASpABagAFaACVIAKUAEqQAWowK+jwBIAz1IrxyXGWrU4PqtNm9X3zGSL568cyrNx97ZkD/Rm69/U5a3OT4GjAKB9PHtwnQHwDgZ7ulact3Hy1hSze/vRHbXe6dtn4h3AAFdeT/z8KCC254zVDjS998Nr+e/94euXlwJ/n/W7CMi03mgBuB4Ay7zkdwG/CjMbeC3f1+kphBVSpR8DwAJSUWc31jCd1W7NALA60je1f62urk897WPkCABGm1ctuOoczQEQAxibO7qn84auKwAs7TwEtnk+1ZTgY2RjTuIgnrnMzUXcAbKHxehtVvO3g+g9IL8FoDgv9j8FcOgi8Cm8KIB+IoCN13mMk5nD+ZDTNXO4NqBqI2/mF8j2ZpxNDd9xBVMHchMgCpTAZ02rXtzA1WluLxvUe8QCoB/Spd20AObu59A8NX7c/AO/EwB/FgDegv/296n8MWj3phKX+wA420QC4AOhzSZUgApQASpABagAFaACVIAKUAEqQAWoABWgAlSACvzhCtwNAL+VFNJ4wIuawKIt6gFfm2ryCADO+p6B5/RxsqZMRS3c6lgN9krf388AgD08jmtqtXpFfwdybwHAD4/F+Vue6f/zX1+K6/fxQfbbav1WwF2AogBcAa2P5QE/ALA08wBY5+rYAEyLykydg7j1W/ehZih3ztxxv6CBB8DyHdy43fmLmsICUAXI5ncAD4A7uBhjo704UOFybKdLrfNHfWyM5sPrTc6vE+kpprsb1wPavr45ALYU7N2VDJg7rnQEwDNAG53H9wbAXY8AogiAVZp7AWCfsluupddXSRUt9+d9AHgKwA4ZEG5z/k7j4s5/sAmAvw8A3tT6DX9vx21dvUBAAHzny4DdUQEqQAWoABWgAlSAClABKkAFqAAVoAJUgApQASrwGyrQALBfG6Dtar2AW5r0FzWEC7G4lLzAWR8e1F7rAMacVufPUlHL+TKPDBD79QJi+zq5/jjGF9g5aLfJZVtr2FaXMNr2msvb8w1KWIpigzTvQ2rtpzrm01PRuQBeAbv4F/1b+uW9VLSxdqU4Ol3qZ+d21LmW3//xzy8PX79av+ZI/SizHJ2gHqTjZ0DL7lAuQxXyG+NhFHIEE4C1qJXr+4zpfaWfdlzcZoHyZnU3Y5ss9n39X7iK5TvAZTlnDwL7Pj0Q9n1JG59iujt6bS8NsBfntLqvR41Gl7AB4nQd7usWYzXNNHTz0HibflrAucXPrCbxXuyNc4qpvu3oZOrtBYB0YTtfxv7S2r3u/J1Lx2rdBudvv+7GSVjF6/mne+BPrEjemgjO4eHsxXGsTZzAr6/S1878Sqr0PIiO1b5dAeRVnKzOP6Hayaa1znnLUyx7Ll2UYufDZ7G/IRvAyUl8evNrX8zaDZowa+/8/XH7+elScgAqQAWoABWgAlSAClABKkAFqAAVoAJUgApQASpABajAT6XAAIA97NwDqFiBB8BvJQ2uuXwEThnUydIVS5phDzQBY1cPonEexvYAOB7LxvbpcM8AYIw3A8ECg3ZhawVFSK8c+8sA8hEAbFp3l11WQzhGmofEsb0AZw+AUesXfbx8eSypny1dJwCwHIODt7uL+6hDuxobeo66fXPqNEv5nKXu9a6ybQ1ZOITHcTL4u3dFArhutJxYh2f9+/j2sZhdZ7N62d4lrHWWy2bEVOHdyTsHwFjLCM5NJzkf/e7BuXsDYIBo/2+LFSf+Lpjd2UgC4K04ouXbW0ns/m0OMaVWdvrJ0mEnDVfAjwD4x/7vgdXf3fnsdt4acCdF5++PXS1HpwJUgApQASpABagAFaACVIAKUAEqQAWoABWgAlSACvw5CigABty01LF5at1dSaobtDs89yEw+tqrvRvHy2r/tvS6FSr7cyJYWwHgM1s+9C31bhNHcVtjTbE6rQFcATLa93maA1g+ADUC/eQDB7CHK3Dk6vGWdtggMWDvrCasXzvaSwrhl5fnMpZB5pcvBREX85vioJaqWSZnk+wpk6tTtdbdBRDdgqAROkWQKTVLx3nZywU6fHVG++PzuA3jnHTk7TmDPeyNLz3E/ZY5owar3wffhx8LbmO4g03jnhYaLx7Yfj81R27XZJ2C1+Y4ppr2++TdwaY79lrc3waK8f0KsA6b6X5B3PhYH17uiJmhryTAmVvar+na+cd1bdzo5fq2fRWttqAVgHXmeJ7pdq/vZWqv396Kiz3v8WoA3F582QeFUwB88Px76bDthw7gfW1XALinmJfYHuv8rlI8f96usmcqQAWoABWgAlSAClABKkAFqAAVoAJUgApQASpABajAn6JAA8AexnowclSICBf3XMDocwqAnbvs8dFSbjYYVVNN76aAdue/VwB7CgB7d1uS6vW9pEo+2h/Gvx0Ad0IzA8B+rzosNQC8AvsN/BZIpViwgLYvX788PBf5hbmVrN4KgMW4K0y4QfAEAKvz19W09fHUQZwBltm8IgAe++grjeDZ+t9xNAYAvFc/WudX6/tm1wQgrQIOpOuuXGRTu9oB4HhNZRDYA2DMQ+fQ5j+mYI41fIdCy5OLOAJgXGe+ecZbkWraO5BvBajQT+ohy8fXTh7nswJP+WK/KwCu7vaWAv17A2Dvrt9LFe2kkprAr6/lHhPudwTA9Q0ETfstgjEFtIXN/nW47/wlAJ7ckvk1FaACVIAKUAEqQAWoABWgAlSAClABKkAFqAAVoAJU4G4KtBTQ3gV8qPcKSWMKZ4BZgM/Y1yy9rbarbtrhnEUK5QG0ZWlJ6/mrlNEYP87XrwPgVdpEwDfVzI3v23T38qwGsEBFc1i+F3uezsOtT2sUO+rmnXQe/mLMbcrnPpuWSrr0/+3bt4cvX54L+H0qwLe7SMX5W0oOm0xlKgUr29wUF48O4BkAzhy8cwBsztTMITiDeTqbQCJjSubospW5x5cV0KYBPOeKV7DhILIHldKsvdTQavWaE87XXfVxgBcJ0Ocs5fQsVeuRVO1717OvJQynnpT3nYFf39eeIzs6Yef73GPKx1F3BIcU3ietsqv4QjyvagLPNBzO827+Al7jywm9j/6CwtQBPEmR3vrIwG52zkEALHMVrSQltKXzrxf7pNbxXkwNMRJqpMfz2vU9q6m8OP/oPM63owP4vGY1e0jdM5SEON8Pz6ACVIAKUAEqQAWoABWgAlSAClABKkAFqAAVoAJUgApQgVsVePzvX+WJv/scBkoOAMvpm1qkBVhmKYePAeCtQwhOYBnL1xDG1LXfBkgFBBrAAGAQgLqXMlrairPX2ozjqyYFUHQA7B2mHZJmQBbzjjWEe03gMffqkB64pm+epUmNLl+/j74+sOmw54oVV6/Uk5UU4O/F+Supn3tv6gAuxzzwAwB+aw7gDmwBgD0o9TDAp/vFHvm+7TsbP6Yh9rGGGXbIV+agcDbfH4udHu6YnwfA/jj2QtdT0y8DAGcpnjMArPNFHHpgH+Yxc8zL+ZkbFvrEFxGO1BT2ceJTQG/SF7vrB+fMUj/vAVTAxXzv+j7HfffXL8Zf1ZQd17bnMB/j+b4A2O4fGpflvrG9fj8bACcOyxkIBjR2xyXJwjfUBSYArgFKB3C8tvzvw3sZ9UWIMRvDOiX9Xv88RgWoABWgAlSAClABKkAFqAAVoAJUgApQASpABagAFaAC5xR4/Os/r0rEZg7DaXcVtkbwK+01RawDwGijrlWp1/vx6lIIuwfDzQGcA+C9WsW3AODm2iwAGA+tn+CAqwIoQHbOpgaWy1rhxvX1drtuFUTX1NX4/igAFvdvDpZRD9f0i4A3AmC02ToiCywveyIAWNI8v7zIOvvswSkBfEtl4nbQg62SFDt17M6A3ZmUvB4gyuBz56msRUC/OHHzyD0DgNFDBMCXC2rfbsfwYNY7iT1AlvM9qPWAFymQs9n7axS1gZEqGu2zfpNZtq/mbmprsk0tbTWHBWuPwDh36kbYH+eS1QC2Pc7376QBeHiRwPc4G7ddn5PxZ/PX70M9b73magr64bwkxfxmXfdyALcgngla980BYFxvBoEn5x0Ew4+3OoAx/EqPPFxu+DY4gFtPEWTOX6zRkDhZc/yGCV916um/+zrK/FqX2JE9j6n+j6Skv2oBPIkKUAEqQAWoABWgAlSAClABKkAFqAAVoAJUgApQASpABVIFpgB45gRuD4xDuuWhfQXAMqKARf+Q+R4AWPqN87sFAKO/kvx0A4BbGmIBHgn09gDtCAAG+O1gbOsAxk4dSeUM0DsDwPH7DiIBjl/LA3sBv88l9fMI9UwXm81Fa9i+PwgA9mt+q2Ab/CimMPYvCIxa5SA5OoFl7AiAnxxU8c5NwCY7bP3PHLJ+njMHsPZSOvN1gDWmC8A16L+9pjIAbGtwjtOQQtqniN5z4GNMGePtrQIqBd59In69R2HpnsMc9X79Ss8C4CydNPr7WQFwvwb3/3JMU0DX035FAIwVv0o6aHs/KAn0Y45OAuCDbxLsh9mnHb0XAPbp46VQPAHwp20ZO6YCVIAKUAEqQAWoABWgAlSAClABKkAFqAAVoAJUgAocUqClgD6c+nnS7V6t1qze7Qw6+e6Relm+g3tYfvYpoIcH2EkKaPQHEJM5bw1yGehoDtmCOjEu+lB4LcCzpbgUN7NP5zr+buftO4Al7XKbY+lLgOoAzAPF87qtUkDP0z6b6xepkp+fLw9fv0oKaAO+cHHp+uv0BLoKdIx1Hf18kPq567WFHzjfO0MFLMunrwfuZutJUyuXNsO5VTfA2XZucNztphyvcbWJuSTGvZs3SwMd0ycD0CZdpTWE0S5ehwDVEThHp7CH2DFl9AwEA15GyCuANzr7mxM81liuWxyd5R5qZxpk3/kU2n69R0H20XFW7faAdTw3nZvEZkuNvj/ap6zNjb9aq8C64RNSRb+Xjf/2zdUEDh0euY/vzaG8vrAQaAKglwtbNZg5fHHezOn7JzuA872Qvw21XP1KdB6nAlSAClABKkAFqAAVoAJUgApQASpABagAFaACVIAKUIHvpMASAMcH/KuUsX7e0ralfXbgVNocAQcZAG41YUNKZR23pWDdppD2AFggbnSm+ZTO0lVJiDxsAcBxBMBoBNi6TbF8HgCjzw7yVm7ZLXiGGzkCY3UMo35z+VHSEb8U569kNRZd0JaeAAAgAElEQVRTaXNkVvIr/xh47a5TcXVnH4G0McVydABvHL7iZr0CAMsUGrQvkAqpVjF+rO8bUxHPauWuXoR4rxBcwy24b70mK4du3OPZuBEAI/6zVNESL9JPVjN4vC7tN+z1W0kz7uMWALhda/qChJ2T1T7213OWntu7n7O40RcOSnz9TAB4ex3nd+TfHQDLqsUJjPtnvG8fuY/v/S0jAN5T5/OPnXMAu/rpNfDh/P38mXIEKkAFqAAVoAJUgApQASpABagAFaACVIAKUAEqQAWoABU4o8BuDeDoipWOMwCMNMnRNYjfAaYEPNoD5y2gzSZtdU4Nfl4klXShlN6d52sCG2jGA+oCIquT7fHxuXU9tHf1fNEATmBzHz6b21dm66DakGJXQai44zoQ3bpufxwAlrlDhzZPheRSo/m9uH5L2udnV89WIK+r76g6ONNX9jJAhHsKgWu64xgrMzgY+4iQ2DuAEYOy1y2usuAp+69m4PJflmIZ52Y1gWN3WYroCJg9jMb5sQ1iSf49Cl5iCuvBOe0uBj/H2Q0A5mit0VlecfhsAGzxN78d+XTZmR5Y655L9oxbN5vJyh29upmuHLyr+a3OX41/8/GFAxh7KC8cjKnQkUL+SodurSG8XP+n1f496wCeKf0n1QC2vda/s2X/CH9vvvrYARWgAlSAClABKkAFqAAVoAJUgApQASpABagAFaACVODTFGgO4GyEIwAY561S7dqT4zkAjvBYml8DgOFwfS+uNR2yAmAPc+X7pwQAy/cdRubg1utkruBjABjnYR46t3q+7xNuWJ1jc1ntO4Dj3o1AGueWeT71NMqXsryvX8v/qfwCDNsDYOlXav7Gj3dHbh3G1jrWds3iy6cgHnR17jL0hRTQtqf2EkHmwPVOWu+E9bAR2mbQ1vZlXHNWYxfz9SAZ9YIz8Ds6kD00268RegYAq0sbVt1EcA+ABeC0mCziiAsY2t7LAYy9mzmAPRyNIBCuYJtTFj1jnM1b7B/5LQHw8NbGogbtAQDc97FnAcB1318wObkDewD406CvnyMBMO6Dx3fOavsaAGba5+O6sSUVoAJUgApQASpABagAFaACVIAKUAEqQAWoABWgAlTg+yswBcAZ/JXpRVenf4js0ySXara6mphKNXf65YAzSwFt6ZsNvKJ/OHT93ABSkco5ptjtdYnzdMYfH6/aP9zNm60BwGgg2dIwx/XG2sMzEH106/0aoyP36WlMW632V2GN6oQ1ACwQUNq9XMTlbKmd5VN+fahma3UBwxkr6sS6v9C9QaAKHRXIlr3RPhcQRzyoEcpCgz3ncUwpbXsksLyu06LC/6LfZCAVKYdHZ2Ndb6Wlsfauh5YeIDfXc00Lncdb5pacAbqx7awm73D91TTKpmPuzHwvMSqAF7Et2kmdV/ne+rL6vx6MxuPWP+aNFy22dZt7WnUZ02JzC3r7+d6pjVg4An9naYg36cbRqU5k4Vxd1fCtadSz+6HJb3pMHcAHz/dTXv6crSnU9N30cRAA4zyNhXIPRgb+wwDYvXAwbIMP/9WeLAU432C6f4e7+l0dwNvrw19PrPl7OEDYkApQASpABagAFaACVIAKUAEqQAWoABWgAlSAClABKvBDFLgZAE9T2RbA4SGyTwfdYEJNrWzAyaDUe3Ui6s9yvNbiHWrwysEKUIaUzI4W3RMAy3BzsAuAta3Dq+dVqor5Y+3NCdzqFh/b/71009tjxb+rgEWKrL6Wer8Ppd7vxSBtc/7a/MXpK4xGgNUeAPaQTjTR/xwA1rrPAk8rzJmlJgYAntXinaWePg6AJX46eJwBYFm71OuNDmPv4vUQEtDYp58GQDZ3nNRT3sJt06GnKJcq0+MngmBz223irhJFb/TNnM5HATDmAAfwcQAcZp+4to8C4AzU3uIgx8z+XACcpNifgeADANjDPrk9y76+SV3gukn2b/4iTYuSUwDYQ9VFv8dum9NWBMDHX0DBfZDw98ag4+lUgApQASpABagAFaACVIAKUAEqQAWoABWgAlSAClCB76DA419//V2e3xts0k99UD8ALmdjiw/Ms3bapqZ7juBNhoCzF3V7BVyidm4DtwqFCwArALXB3wL0xIGmwCE46GK6ZIDXlYYRzKoE4nCrDuMIMNvvFez6VNIZnN0DwFkK6Pl8xUE5ppvWuVbnJsbG76qRcyk/XT4evv6jOH9fHk3DVzg+pVZudwPLsuSIQFH5PJa2AjXhAvapjI8AYKwn1twtK1FwHNMtS3s4gDNHqK3ZYqADvupYLTArgtmYjtnPPzp4db0Amc4B7Pek6RKcvn4t8/q+e67Tsi/uOlOG7sizh6mmEcBYd94CTtvx/cgXgOzdzZY62tzBuQNYr1w37th/hK3b9N6jQzjOLoJuHN9zAFssrK7wyfGDDtxbHby3nn9qdQ3m3hcA63VRw01uN3CE28sfeEkhgFoAX7xpQgB8aiu/V+Mj9yo6f7/XbnAcKkAFqAAVoAJUgApQASpABagAFaACVIAKUAEqQAWowP0UePzf/759vL69KvRReAawKT8PDi8DUhkQ9eCqgbmDAFhArnd1RkdvBoB1+QALVYt7A+DYPyRvc0W+ZAeScnfumJbZA0hdxiTtaQS7lnK3066YEhhu0REAywAF9JX8zlLv98tXW8UKAItZEDBRALDNEwBvTNe9rQHcYawP0wwAZ2Hc9lEY/5DSeGwdx60ra0DZu5L9meLOlY+HpWir61zU/30vYDxCYu3PwewjUGW7dptXj39J1d2dxGi/TXd8DgAj1bM4Nr0r2bZ5TA/tx4zH4/yPAOAM5sb1xBdMCICzq2Ty3XcCwLiHyL+v5UWS1AFMAGz3zdWbGCe29zOaru5V/mUQOn8/YwfYJxWgAlSAClABKkAFqAAVoAJUgApQASpABagAFaACVOBzFHj8v//34+P///++lYf4wTJYH+DDCYvhNyl9J86u2YNl1OttywlOvA3gKv17l+7bm9X+jfPB773t2A7HM3DoHci9ZwO3LVVzPTBLRX00lWh06npo3OcoDr4cHFubeX1Gc8da/eKni0C+y8Pl+eHh+aXXyZU9iDV+tZSxFAJ2HzURV7etfA0XsM4geTkgTbmbpIL2NXcl7iJcVui3Uw/Uzq8O8ToPPzYg+LAY6VKczHUdcmx4caEC3Bi30THsYXHsXzUKzuEVwBz1tlq8cOGa5nXH65ab7gKha3yGUNjWHu4jdPir0WExUgeI7mPU+I0QfrUetO/X2VhPuB/P1KuubrknwL3+/9h7G+24cSXptqSS7J73f88735zuPm1bKukiMxFAIpkgWCXJP+2oWX1kFUkQCIDULG5GZLwt3er4zU7nvovjOuosXh031auu71n94tn4N8NY1c1d1AC+BerB+Wv3AUSo156Fvwd3tUb6pt/o16r/i3l76+b5fXu/tm+PvP731gCm8/etq4vHUwEqQAWoABWgAlSAClABKkAFqAAVoAJUgApQASpABX6cAnf/7/9pArTWdBSu2GrwJgDYu2wR1ZxFRstwjgBggamAlXIMXKxeDnEkt/PK/iWeee/zXgBYAFuLsS3nRLtbIGewNXPk2vcG2mZRzTMAvB8dva07PLRTAJpM6uPj/enhoVRRLqzQoKopNwPArxr13NXdxvhulYfjO8YGtz0ntYABgSMAbudfgCHos3Ugyzg7JQSwRT9bfxNnno9ExthnADhGFu85h1fQ1Ks6i0IelHeANILKFQDu7Y8vGIwz2yOEZ0B8dcvKALDXEv0eI+IJgJuuEwC+0X0FUD8AAOv9LNyGpTbwk8TKEwCPl+ov6gCWaxXX6y0vCazuD9xOBagAFaACVIAKUAEqQAWoABWgAlSAClABKkAFqAAVoAIfq8Dd//7v5fVcnKKX59eTQF15sK/wJkZ41n6MTkHJ6DXAqVDR1WX1zsIZwNW2XJRzBo3fCoBbLeBJzc8IaCF3dFhuwG8F0XC4rZy9RwBwXr+3AmQFLqU2cdEMdYfj0jAIW/aX+O3y49On4v4ND/KFB2UAGAB3z/kY3YrT+GffMQDgQp/L6mrOYziLRefRvYuDaw3iBKDAASx7RgdfWcp1PaI+rMFwvx9gbXTzyvfpunWR2B4o4/zR9buFsFlB3jFae3aZj/MxjsP0j7WD47lGy6yPgB7OKQsjiRBu16SdanhBIOtzFlHdQJJzM+frbByf6Tue5agz99rb5q3nWR23dACHKPnW77cC4AX4bfe5ULr3Wt10f00KKPcVgcBPck8f64/f1OZ3OogO4O29yV+vhL/faSHyNFSAClABKkAFqAAVoAJUgApQASpABagAFaACVIAKUIF3VuDuf//f0+tZnbhS/7dA4OIEftGY5ZwMzABwcwSXI32t4LS/Fcb6OOhNNDQOnERMz3Qwp26Pf17XGB0dumh3HwBfWgRyh5e507cNw1nmfOR0rBvc+gsApOOxKGp1TOtPg3pbFypiml8V/j5+KvuYQbnBPfCmGAE9A8B7gKtDXItjzty7rRavgmkDwGOs9D4Ans0zIssjwNk6aHOQHJ3BKlECgLEuWz3sWhPZnwfHId4YgH2//udYbzf224POfs31Y6BL7U6Tac9wODrsMyjdVquokV+6e4e5NdkP7jWKfYO/NQD2DvUZ0d4DwCvXr94cdibKHX80un52HbbvKwSWmsCXUicbfz/erf1lB27bgQB4XCd0/t62jngUFaACVIAKUAEqQAWoABWgAlSAClABKkAFqAAVoAJU4GdTYADA0jl5ACwg+Nu3AlEVTuxbxMShKx9fExa1Yr2jF25f/50HUmMUrJPJOYzl21m0tB5RwPL8gf7Bmr711L7uMHQRq9vg0lW9ALhyACzbX8RZPQDg6tRNVsOsfq3VBDawDYA8gGThqwphXzXy+aHA4vtCAzEv9wJfEQHt5uusx2AMWxhgmltHBTZGXjWC0OJOlvFqjeFxXWCotr/Pjy01nt35Vy5jG7+0LSC89/dFoZOtQ9tu7QosF9gbXb+zFwNm7uAtoO0OXnHQR/h7JMrZO4fj+o/AGfrZMV0/qfHcPy5CuQmeX78xEjtZiulXqxcq/EHeoRyv29n1vorL3jqM93t+FECunLyzs6yOG7Yn4Da+8BHPszq+7X/E8Zuc/6g+y/VRjeYSjPBcXiB6kZIC7VrVu8iyie+7Q30xZLrgjvZ3VZJg8cbE9x305mzj32PbrBD46PB/cP95eipABagAFaACVIAKUAEqQAWoABWgAlSAClABKkAFqAAVyBUoAPhriYB+0BhPAYpq1CwPgL/+czk9P3cn7dQRPAF90QU8AmD/8B3gdIyqRXfv7h7U9ToFxH5cDQB3B1qHZY+6Z6whDNA7+773Q4+uINdiheUDp/AsAhoA+FLyUX0N5az2r54hFtd04/Pgdxh2gZxyHgG/Mt77kvtcfLW1prLNoZz7FgCsKd0ThuFrBAO2Wr8kShwAeDz4vQEwgHMEwBYtLRNk89TB9Oie7vNbIXiFyjEeOgPANmaLjfYA2NZZvp7HebNzom/4typYxc1iqncBsLrD/fqvZ3ROevTV1q/v0fbfM+AfddMxh6jtowD4uv6sdR00Xg2w7rwCuTOVVsflALfPz+trvce+lntw8pkfj50rqbsKAHdoifvX/io4sLVGhGPtP5W/HXJN9vZ/NqJIAOzvNwp9672A8PfAeucuVIAKUAEqQAWoABWgAlSAClABKkAFqAAVoAJUgApQgZ9cgQqAC/g9GYDAw1/hkN++PZU4TwAKPMAfH+RHB7C2IbAxqQcMh65Ajx75LE7V88ZZC93eCoBnkcpxXgYA7JzEAJmIlkaNXewfo4gHR2wVU747AoAF/q6co5v2td6vOFDN+SvJveL8vS9tqVu0gkgBwsJktQZw2Q3tiAMYc+Z/Qh/vuPS1emW7loqutZ/t2ArFBUIW4GjH2s/RaZg7gKUNcUvvfeAuF2evB68WOxsdwKKFtYZY5pm+szq+Wc3f8TxjdLQ/l11Pc8LaXwgYndW+RnM83gNhD5/7fPmXNuz8dky/bv1cAPp40Ouh4xEADE2lvvB9XfPd3W+O8MwBjPnDWrI1tDv9bd3u79W3HnW4rkDu7Hyr49YAuALtSdT96vjWr6sA8PX6HNW7rcOy5gQC69poY/uZIDABsMyVvwbp/L12lXN/KkAFqAAVoAJUgApQASpABagAFaACVIAKUAEqQAWowM+rgAJgewhsUbJwpsrDYGFx3759MyhXHuIb1AmEpnyvwKo5Ynv0L+BLgz+19q8gyAiAGzjYOGALHF5AwSZv4gC+FgAPoLc03KJMa23hawEwHL1SI3nmAPau32sBsILQwlUkhrhwdIvvFAgslm75VAAsTFYAsM5VjYZWl7Zbm3tRzLY2AIvtoAiAAVsF9AP6yHrJAHAHcxaf7Nvbu1wMABvYxXEXqSvsavPaPkUPdQBbax4Q+7HgXCsAHPdrtY1d3WDfb18r238/izD3DvdbALBdfqV+dy363ECsAmCbdw9no8Yz0H8UAAv8lU8GgPfn0+ZxVgp3duzRKGgCYH+Bb93TR/XZm8PZNrl3Pj0/l0tQXvBZlxO45Ry3H0MAbNer3U8Jf29fSTySClABKkAFqAAVoAJUgApQASpABagAFaACVIAKUAEq8DMqoDWA7SEw4F50+JaH+E/PCpHGT49uFrikcZ8FNqGdCJRiPeDZObcRyL3GqQfBAmrxO2CywFD5iAlR+tudid2FNtQ8rMSyA6junvT1dQEwOxzvtXX3IpuhVwbXoppxn/2I6AovBD6W/6wGbXEAPxhM1WE5ICrnUgdwAYTPMldlH42IdnHHmPU9ICTn6mOC+xd1id0aCjHK5hK2+sQ6P1hr1Z2a1fLFfh4eR0iLvmD94Xffvo9+zqDh4Iat/d7Uri4N+zrCch75XXRva69CzBn4lWNmjl/ZdhQYx/2iwdhAbI8YBpBtJHxzF7I5AcC1ftb6yQmYn62PqK3fbwZrAfNVz0my8+qFiM1wwhd7juIYYW5rrjZQ1+p0XEcct9rgIrJ61s7quHYhLizTmUBH216J667lbFd9b6hcJ/IC0fwdno91Ba8B937iwAEJdnfZSwB4a9tvO97c+rgGGfv8NjV5NBWgAlSAClABKkAFqAAVoAJUgApQASpABagAFaACVOBnU+Du//vfb6/qBHUQWDrpAeSLxHk+1Yjd8iTfoJwDsxpxLPUerR35bEHV+H0831wYOJOr47SShKMAuEXRJhGrqP/rAXCEvIhlhqvUtLkOAB+Z9NyBuYUj0h88rBegKvHPEv18Lw7gsrsAQd1euQbaFTZeAllPzzJ/Ao3Fl1cBpsJN+a/SRD8+7wr2MA3uX5xI9kN7frzSdgaAM5jrna9owwMUD1BlOwCeuHtT/ao7NwJi37+jANgfA6icuXlXABhuO9PPWt1z/GbRyWNf0IaPwBa3b6wpm4PCF9SgdY0CGgP497nu8D6u6QyUemfvDKRGQDtzHGfu8yPXFQFwotJ3BMASRCBzfyluYLtmIxAnAD6yjt97H/07Affvx07Be3ed7VEBKkAFqAAVoAJUgApQASpABagAFaACVIAKUAEqQAWowAEFGgA+t/xeO+pcKaPVi5X/XkoctDmBzfVYEKKjKxngke/gkNRawS0Curshl32s4BawFvsDLokLeOYAHtvuwDo7p7qJXYS01h6utuc9B/Cq/yuHMJzG3q08i4pu56o6ns/iABYIXOZCfgoILnPl50XL8dZ5UBBaH/xLW1pDFiVIQ4R3HFcEcLI9gsHCkwejKWCouMMHJ6+Ah4nb1te4bXOd7CvbYvs6puZk7+fQfWuN4Nm4oIf8zKBr1i9/zGod+HZx2Yh+EXpHx+BRAIzzxyhm06k7guf97E7IWxzAth7keh+dhd5l68991Encr/dt/PgRzfcAMNbw2K/628/uAD7qQF6JdCsMrudfOUctiaG8fFJj2q8FwPFvzJ7TPBsqHcBbVeyeIn836jVFALy6SridClABKkAFqAAVoAJUgApQASpABagAFaACVIAKUAEq8MspcPfX37V6aHOM2j88AJbf5ZmxuIC/fX3S6rIAwHDMRtAZI5Q/EgBDdURA+wjc7mRGbeJ8jj4KAMezZTrJPhE2tzFVwoLt8qvMxUOJe5YH+L52o0LgAICt7V6j+VJ8wOb8qq7vAtj9dmzD+WMEr7IDwDGNmbbjW5xv3QaXrJ6/uoCPuG0jaF1FqPrav15r7Y+rz4sawHE+osO416bue2bO5L7muuu9H9FdjjWJWzdFB7NAsfgBnOkgd3xx4UgENAAu5j4C4BEq53Vhc7e39XYP3kYAbH3Ir7ns21VM9/GW0Nf9I2Z9w73klgjogsGnGm16c2sE9C8EgLEGcifwPn38GAD8sbHPw30oZrRfu4DfeX/U/LXruKZFvPM52BwVoAJUgApQASpABagAFaACVIAKUAEqQAWoABWgAlSACvx4Be7+/q8hEJhzWywtijYWZ7AySAWLp9OXL5fiBH46ne8fe71M2RxIijpoaxsbqFZOBpCVxeh6WRQcl0/czzuCW23g5jAWABMdv/Z73BeAYQs6UeO41tsNVrcGZFcWuDDHM0cwgLkH6v7f1j8DSw+PZwXAgMGqT8189g7YUceiedFHHcEKigtALpZdAFQ1QFcw7KN7x+5bnWfT0cdgW43lVoO5QGAPVn39XPwb510BXpx/5sCNl1CD0RJzjb5Wp23cdy/Kec+li3Y8YLbvMtI5Ri97bT3MBfjd3hLG41cAuPVNY8rtNz2mAMNu8pcN9vKA9jpx7jbdq4McvwPwyu8ZCB6d3tfBX/TFjyGb39m5t9q5mr7JRu9Ont8HxgMjMB5Aeb0G/XpfOlDfC+TG8a2cvTjvar+2EPII8dXtTxzAvSa7OIFLEL28kFLv63Ln+sjPqP/3A7/+HvGR47umbbDo9rKOXMMfK/813eO+VIAKUAEqQAWoABWgAlSAClABKkAFqAAVoAJUgApQASrwjgpsAHB73g94VL9A7VIBhd++lUhffZYukKnXHvX9ugYA78bBFrCYuTJjJDQcvNaHHwOAtT5vdOwunrBHkBxBlIxG9tEay2Vcj58eTo8FAAtsHaKeAwBuczE40CSP9VL2fCkO73MBpOeirTl0IwCO66Dp2gCwuIoFCkm8c1kHtYawOouTtO1YG/ooAAakhYs4rv3oKkY/4HRrUeETF+qsBm0GgDOo7V9MaG3Jiwg1ury/GNEjjBH9jLHEvsrbGB2QYa9Zbe3Z3SDs7wAw+tnGWJq4XC7lJYsC8fUlAGszi2++BgCP94OxnzPnbV4Le9uXJVh1962ZQh8BgHVd34nL3sja9kWU0Jt/OwCu6QC2ngz8jk7gHCzP5uza71MA7EoR4Dq9tt2j+x99weVoe2/Zr9X9Re6/rs+P1f8t/eWxVIAKUAEqQAWoABWgAlSAClABKkAFqAAVoAJUgApQASpwuwK7APgFLmBpvzqBUdNR4qAV1gig1Tq8BoINZgkQRH1Bix+Gk9ea6rWBVw+gezviVt06hwGCZwC4AaVNLeGL9tfX3kX/5acAbPvYfj1K2r714DaLbx6dkGubVQS/sf3XAm7PD+cCf8W5u31wDwdwQcOlxwUOW063PeCX0wuTVDBpEdCyn3xeCqiyGr11Xx1rh4A2VujUo20FbADmtDmqkaIaRV3BQnR64/ejAFjPXyOkvUs7OrZtjrDmary11jtG/+t0hh97AHhw0OaHm7D1IwBV+2E26/a9OWztVw+0bd8eIZ2xmAiQTb/tOWP3/PmwbQN+Xf1nH92M/bM45hUAjsd2R/rYQ2g70z/2OcLo1X0jHj+bvlU89dH+2cQjar3PDwHw+KJKrwlc7lK6SKXW+jwjPH8hAHH+dpy/18Z5pgO4KyKJCLqenev76HU0u374PRWgAlSAClABKkAFqAAVoAJUgApQASpABagAFaACVIAK/JwKtBrAwgbh8rWH6tbhVju158fq98KGLxdzdAkAlmhP+WQAWNtrkZ/llxoBjX2jNKOL9qzgdwC97oBrATAOndX4bNsDAO7fb6OhBdbmQHILfuMD9xn88ABYgWyBig8P5q7NQOEZtXcl7liNuWVuFIAKAC7HKxAWMGnzBAB8EfeuTjYci7kjDBHUXQc5DrDf1ouuH6lRHABwjIC29WULTGKos48HxOZQXtdVNZ3GyHBoldXbxXrtY+rrHuBY1zr66oTv3429N0CqLesGfRniBgC8XRfe0fvxAHgPymFc6cTVL7PrwY6zHX4VAOzXhu93/N4mmwA4rokMzgICmxO4R8mn9wEHh2O8PdYYAfD8SvR1x3tCQQfuBMB7dzFuowJUgApQASpABagAFaACVIAKUAEqQAWoABWgAlSACvy6Ctz9/edov/IQGM5efcBekOE9ILA6QqWe4+n0VKJjBdDKvzOgi9q2ghzFTdsct662r0Bc1OaN0c4pFHDO5BnI7Q+2Q+3fRm5Q23d0k8Xj4ADOwIYyn/pUfc/xCwjo2/DfZXWBxfGrbZf/RHep+ftQTMmArErg60djlxXAjmNRSFnjPod+VoeqwNLK7bWlGQy41qF372rv9j7av7ZOToMRvbZw7gaMQHEGGH1biFaOkcvaj2qRjcDYdLB+erfydr+sn+JQx4gNAGeO32xNe1BjY8tA/Pacx+dM2qtawyldx2nzMm6Lc56v82wk4zzP98i3zM6LvVfbrz3fm/f3ccLJNbSN8h7PmL3M8eY+XdPAogbwWwChhkJM2kd6ACLo5YUJmds2vy2xYe4OPjLMvP/vVwv4Z4p4jnqgrjjux70agR//Op3iiM7chwpQASpABagAFaACVIAKUAEqQAWoABWgAlSAClABKkAFfi4F7v78v2LjrR8BjQDAeBgvjkYPgBuwqBD4qRz+9PRcWrAH+ACb3a2FB8wGoJpb1kXkyul9nV8Pgb3717sHAYzFTXk6RmIAACAASURBVOw//vzWH4tyxv7NuRnA6HZaUMh2jIqOkDUDDD4uOu6P86wAMGJ+Jfb5obhkxfmr/N0MvW080p60JY5e71o116m4gDvobn0VKCPu3RrjPOrnI5+3quzBYO/Qi32ZLfu7CogiAI4O4Wsio9t6dnStOdnrxgg8YxRzBoB9vd8IU3WNFWjfnMZlfceawTpXriazd0YDVls7Y2R01+7HA+C+fl2vqvvbz3FM9d0D9uNx4xhXjvm3AMrZmsz6Mz0PAfBUxiMAWG5oep+qtYEJgI+symP7+NriYyl6AuBjCnIvKkAFqAAVoAJUgApQASpABagAFaACVIAKUAEqQAWowK+rQAPAgLfnFslb4jnFHlpBLcy/DYRIvnD5CB799q04HytHBnjsjsbRldqkqu3GeN0Y9bznCEbdX8BjD2k8SPAO42sBMAClj2SWMWSuXQ9+V/uPMdf5Aro/i/u3VMks7l84fxVLO1dd5dipe1fnogAqD99Eowz8ogcAtz5e1fduD7h1AGxHeLdvBgBtf4n3lnrCvZ6nDtHFOWtbZTv2825czGemoAe2GQBu/XV1eNGOQSkXlVr32XNsyhgRhY7rJnMI+rFinB7WmLu+11HenFNrOR9z7mXAPs6Tn6sY0TwDtxHwZ236OYlAeHbLXDl8V9u/+62YAHgq+R4A1nz6eo+QtQ4A3P8+VAf8wqG8mu/1CwJvcwP/7A5gvNC1BcDH7h8rfbmdClABKkAFqAAVoAJUgApQASpABagAFaACVIAKUAEqQAV+TgUUAHvnrz2UtyhOcf/6z315iqzASuqa1k2S5Pz8/FL+kyhoAVeyoThWW8xsDoDFmdtcvPUk0fkrX+cAeHTlegBskdMG4rQPATRjPPcHHcBHAbCHv6YhnLdjzWCcPwJg/7v8++6+1JIt0FHgr7h/8bFav64GbGWUd3dup7ozALCfQw+A91yZGQBucz+hedcA4A5fK/idAGCsIx/HbOuiwPEr8nMjAG7zEGoG4/sZAO5amtvdf8ZrZr+28QDlHVwGWD0KgOMcZr/PXOsR9ma3qA5czWEePxsntdtHlsmRc0QN43q9Zns2hnf/LkDf3f762udJR9Il7KFnBaXvPoZ2AexHLK8B6rxndpuYtO/GpS88yLtGmirxtsjn2Jt1//+NAFjqkONvtdVlHz/2N5ofKkAFqAAVoAJUgApQASpABagAFaACVIAKUAEqQAWoABX49yoQagAXN6YjEngYrzHQBWTINsBiAM7yqFnVeX5+VhB8qU7g+wAkX0LN38FBWKBxdP56ZzC2eRi752yU/kj9YuMPALBjjVMA4OnUhhqUALSIbn4pgLkDT3vYbuDcgMIMzOF8/lj5zkM6qWt8Ppf/BP4WOChaKa9uYGgLLSLouAf4bg5g6yM+gPz+3BiD1wTO8NjvlbNU+A5ilMXxinYAboEfZnpFl+/MIQxn8BihbJHiPmLZu3nbWBz8jU7iGXhWvdxxEeBl/MrD5MzBmrV3FIThJQ0BPrru6/oDAIrrO84n1uoMEmM8Q0S7zm0e1TxzBh+9hfp295zKR9tb7bfv6Lajm2YJ+M1eAhjOuXBqD+fP3K4zAPxGZywcuLMavfF6n+s4B6i2RLJa1iKqvxdZ6+YERh3gtwLKscb7tv9o/98EgG0sdi8of5lrmscagq+uEm6nAlSAClABKkAFqAAVoAJUgApQASpABagAFaACVIAKUIFfTYG7//7lSQ6gTncISV1TMWdGAAxnV/H9tjE/PRUAXCCwPNx/dQ/4Fa4VENJcwciTTtTa1OrVKGB7WN8B8LMDUB0U+AfdHgDLebdR0yun2VgDeAWAMZQsGlq2zYHZCDpeX58V/D48Fvdv+a8BTu1uhRrIfXbtShXg3ocCj+vvEgFtn34eD39NV4MxKwBsDuC1U0/bqXxnGqXc5M+B+R4Ahos5Lh8gJdkujt+sBi+O8e2rsgFoHgXAch3sARYPUHUd7ERdxzrAR24m0aWPYzwA9i7cjwbAfg36/h+FUL8GAO7QMDrvN+D+JgCcODQjCP6hAPgYNDUtJiA3AduIPn8p127/3AqCf2cAbC+p2P0aN9pbdTxyF+I+VIAKUAEqQAWoABWgAlSAClABKkAFqAAVoAJUgApQASrwsylw98/fNajTxXVmTlFx9noHMADwS6VLYjwU+ClRni8FcslDfAUArw/DmL3TF7V50xq9gJIDLLboZwOh+QNti4AuNYnFVZxEQHcIfQwAC5CVj3fs6jhL+wbs5D87Z/aZ1frdRkY/K+gWAP75j7PGPksMtGl4fzrXh/n209zGUALn9bHNAoBlPwHACjsVyvd4bwH6Oq4Ck/cA8Dj2Dn/3HKp23q4GoOcQ29zq646gBmDWH6MtCTAK0MuD/e4c3NYP1sNdPV8bd4hvrjWGZVt0E6vOARBnzuPZxQ0ndNYPHDMC6b42O+A1V1//jA7G6DgXBz7A7x4AluPkHFsH8RgpftQBHNdFdCivQHAWOe1dsu+cEJzGWvt5HM73IxzA7eIOTtofCoC9QnsO4DUAbvHEem+y/yRJQu7fdu/ZRtvPrrPx+98XAJ9L7fh+TycAPrZeuBcVoAJUgApQASpABagAFaACVIAKUAEqQAWoABWgAlTg36XA3Zf/FuRSH7wL1G1RvQC7GmtcauoGAAwo05BsdW2J81cAsDzEVzdvBcCxlq9sy2r+bp26NcJZ2hKYqSdeA2CMQ53LFawqUGhA2Xo+q8Ur0aUGf4rHufwjAuDsOyyNCHfl+z1ArEC3nEd+PjzcnT5/LhrqXNRax2UMRwCwncfmCw7g11brWCD1bQDYdOruX5zH/+xjN1AVAXB03Kqt3Pas8wAgXWtG1+0dCMs8vjYXuV8n8m/vGswcwnsAOMLmrLbwHgCOt4S9WOhYy9jWZKxnfBsAxho1mNtr9q4AsO9/B7a3AWC0NXtBgAB4XC3LCOgm6L8fANv9pADg8remX8+3Old/TwAs176vGU8HcLw783cqQAWoABWgAlSAClABKkAFqAAVoAJUgApQASpABajA76FAAMD2AN4eGnfgIHG68kH9X4EWHgAr51XHFlyK96enb5cCjQVgIr55dAI3rlGdXnsRzRlMAkiKzsc4bXC6xu97rHR1njkgPToOgbithZmjt4PzHFhkAFjaEqgpHzle2PTDw7lEP8uJ7Pu7Umu4a2hzIg/4N0BTXcg9anoE1GPtX5zPxtPjn+P3WWx1hImzto4DwNFB2Jy5NSLWOzBxbtHJO1KlD1ijfj1El+92bYwu8A2kjge43z0QTiPGq+TRseoBsO+fQedtnHTueJ0BYnMv27xivY6DQHszKJzNuc2x/u9Qq3pcP3ae2N/V9bmZEzcl2RjezQGcuHmHvuxFN6+O9Q1dEwGN4+Tan9X+3VmT2abmsJ0ct+fktwlNavhe4T5eAf/tNWkJEhe978n59wGwLzWQjj++jbHZ6Vic9Uz21T3myul60+4INRgB8KQG85vOxIOpABWgAlSAClABKkAFqAAVoAJUgApQASpABagAFaACVOBnV6DUADarJR6ka/RmARwenCJy2EdA47m6OD3lkJcCeyWus31fvvv69algZDzAn0d5Cjy+FQBb37fgrMcynyuc3k5F5kCW744AYLQWwW7m/rU+jqChAeMiT3NuFhgsANjin+cAWAC9Bzd2vPUbgGwO8jpwln6tALCPm+772ui9oxhtXQN8rI++nqpzAQcA3AG7dLqMv0Y2+1q9MQZa+xSinjFvcpxA4wwYe6C7uoAzZzEipDEXHlZnANhHTsfz3QqAbT6stSxC2QNgf863AuB+XayUy7dnwP9DIqBXEJcAuF7k3x8A475ibnSJxZ/H9RMA2zT5ewj+dvj7+21XI4+iAlSAClABKkAFqAAVoAJUgApQASpABagAFaACVIAKUIFfVYG7P//zpE/X7+/MoYvai/Jg3aBbB4YWA1yQroOkJa1TP95Z2CBwMXEJBDY4KQ7V0iZqO7ravjMAnLnTANPuan+lRm//Du5HOZ/1358zTpKHvRI5GmOqZf8eoYlxzh1jvhYwQHB0KqMPAMIa81z6KnUbP316KH0wYIeH+JUDt673cXUo4iEuIDC0iw7MWX/2HNUzKGjz3mF0B9necTyq7vs3BcAVaKN9/alR3gD9DhrX+GRp6/kZsd6yTu2FAw9DfE8EmGB/m2dp3/W7QqeVk3mjb20j1ieO7uJYUzczKhoIq/WHy7WDS6bDW6vfq32owHLrKq7rKeF42csCEeBHUDwDx7H/sxcRNtdgOPB7A+DpCwsHHbhlBvbv/bc4gN/xr8nNDuCD4491uVfze2Rown21jrys7XLdZy/49PvovsN1/ULKr+8A3rj+3R+N9fiPzAj3oQJUgApQASpABagAFaACVIAKUAEqQAWoABWgAlSAClCBX00BBcBWM9Scuh0AVwdqBTR4CO9joBVOiet0eIZeQarCqxetHfz8XBouIERgrMRCq1up0iwAYQjna/RuXa7e7WuATwCwfLbgSs4nHdt3AM+AVutPiDvdq+Vr/UHtyVV0qewnlX6trvHnzw+n8wOOEQ1r3HONdfaQ10NXP3avwXsB4AiUpc/jeTqg8Q7hxlLFIe6pnr5Y0NdZBOy97Vr7uR7bHcCoAW0zJDrJN3Lc01NfCysAfC7HPT31eO89AHwNRPGgN9YNlv56x7IHN0sA7I69DgAbNJ+1b2t2+zJBX//2ryw6GvvYGvS/zZ3o417b6/ZdALB3984AbN3nJgDs7gnrCOX9+0A2L1Gjt/z+qwNgOoD3Z39w/uIadOvzmnvXW9YZj6UCVIAKUAEqQAWoABWgAlSAClABKkAFqAAVoAJUgApQgZ9Lgbu//zQPL5ylqL2ojkvn+BUw7J2/BgYLvmwEw5ygAkDhftVarYWxffsmTq4CYgv8k3YUmlQAAwgGWfoD6wp4nWMYMHKU8DI4xLaOVzmv1SgeIp8dOPaxzR3wVgfpAgB7p6/qUWtX7jlqFaIqFxKtzqdPn8/qANaPh0vFBSe7Ie4Y8+THn7njdB6qgxVA0gNkOT7q5IEx5t3Dce/WVVdtBWsdgJnr2voo9aK3C12AaI9p7rA7zn3uxJX1WGBmJcsYXx+HzHMGMh1Mr/3zMcxRvxgZHXWMv8dR+mhqrFcfbw5NL3V+onsvzq2ukhqFC6ju11ZzANcDI0CPx3jgeMQB3OfG/hVBMLbHqOrVixWz22Cfww6tsz6nx2exzu/pwE1q3/5rAHB0/K7q/GL/xX63AkhZ8oMDPplwuxblRZ95RPT6/L+qA7j8Pa50v73gkczFevyzK5HfUwEqQAWoABWgAlSAClABKkAFqAAVoAJUgApQASpABajAr6yA1gDGQ2KBswDAMij5XqKhM5daB8A2fK1LK/8ntVkbCITb83R6+iYwWACpuF77pwOwHt8sW1Hb0UdGA6iNIBixv+b4vRYAY5wAubcCYIwoq/WLc/RRW51lGcfnPx5Pj8X5qywjwuYEAKONGWBuIPedAbCdV+ZOaj1btLZ+ED1c6z8r21dLboHX5R8vEnHtPpWPl28MAG8cwJOavR6C62lDRDMcv3H+DbZXN7UDwFnt3qGj9Rd/3qw2cHyBIcJesKkeU24NXw+AxT0MzWw8+sJBsuaxnx/PHgg6AtAi0J05fvv6rMtjzuYyuVOIfz0Attqxw2cCglcO3AF4t+vToKHptu/wxfWRDlbX/2zL+3yfO4A79OzXcejITwKAoUKLQq/XvlzTBMD20g3ut9mKIQB+n+uIrVABKkAFqAAVoAJUgApQASpABagAFaACVIAKUAEqQAV+NQXu/vm726ckntnchvbRh8cFnMgP75K1bUZ2iv9Wf8LxKYA3uk1fLhL9fDo9l3LAFjEtx+A8gFpWg7jXHM7JSKwhvBcBXUex6wD29YPHMQKyjQAz6gCtZtHQXcsOiqTPl9en0+PjuUQ/f0of4t9LtrYqNTrU9hypWQT0zPnrna9wf+v5ynKIDmA/RgHAul8FsFbfWfra6y7b71tnXYc2umJsvkORYw9UPej3rl30E/2ydYNI8DG63LbJ/xiQlg+cyG1uAiD27cbzRodwBoB9LGvXrq5Gdc6X66bUnLbxj3Dan9v+vU9Q/fWqqgbil62JNu6iR4S/s/ZmLxzMnL5HwWY0b2Yu7usB8FbFFYhNjjD1awd1/PrShmhWrwFNO7D71vTzng7k/TOlW28GwG2RTNbfBzuA23UTnMBIEOjr8XesAWz3jsEBHIvFVwEJgG+4aHgIFaACVIAKUAEqQAWoABWgAlSAClABKkAFqAAVoAJU4F+gwN2X/xrhkP99vjxvgNCd1NCtUFAioBEFjVqwEQAPYLG6tDT6uUDgpyepCVwgs8RJNxhXAVg5j3wECApkbc60KjIinGcAGHPRgSeAZI+t9fMlEBbg04BndPLdBoC3TuJxleh2BUmXEv38oLHare/uIf5RALwdt0G9rRO6u0ZtvjsonQFgnY/KV4RTasXiF6uzmwFg3xdAMg8gAIDtZ3V81zFHpy3O3RzFdY0CnEZwuQLAGk0e4qO77uJ0NyddBJJHAbAHoXipwOvnnaTezTgDyH3VHAfA0SEc709wDO85hGdu4GsBcF8L+3fJowB4J+W3nyCLgMbWBYid9XIGgO2FD1kzdt+afgiA9/VZbMX7SHrNlJdO2osT9YKLfydic2sA+itGQFv8c/9bJ0sxv0+sx/+m6eHBVIAKUAEqQAWoABWgAlSAClABKkAFqAAVoAJUgApQASrwkyrQALA+XK/5vGOMMGImR6dVB5fmiosPmhsQE2z4UoBuec4uptFvX4v7tUBgeXAvx5RH2U0ahXANiObRzrKznQ+OT6sB7D8AuiPY7LGt2UNxA7NWK9jOsYh2rSdcOX9ltw2MLU0/Pt6dHh4Rdf1yOjubY4RtGJsfT1xPcQ7MaV1d3O4n+vNSHKj35zFS2PdV/n0vwDQ4Z+U4rd/cwJa1EWvp+j737Qb3s6jrtn/iiPVgNgLg9wAcey5cD4DH/UanMaYP15Gsz/36vts7As6FLd5JnK3xOF9+vrv+/TzqPO4Z3JtI6SPtbXs9fpNB9PHaHPdfgd1Ve2l/hvW53+OVgzk68DfX5kcB3qMRzMsJWWRwx9q/q/Y2N5799t/j+tR1KX8/3N+o1o0bwf7RYUbH/9HjPmY/7/y1+7dPbPiYc7JVKkAFqAAVoAJUgApQASpABagAFaACVIAKUAEqQAWoABX4FRVQACwQpkHfSmQ0CrZ8f3+PaGZzRwIsymANApcH0c7FuhGhwhg4Ob98eS4Q+KlHpxZQ5uumyvEGgUcAfHGu4QwAj7VXzdEbgSlqBA+uVHUbv7TaxAbduiMYgNc7e4/CYRkLjvcQ+KHA30+fpH9WD1m2iREWsOEaANxdYCOgPwKA5XwRHG8jeLtzVsYTAbB33noInEVMS7y3aCfT62FnjHWVfvm4ZqwpX4PX1/DdgzSxVjDais5kXc/yQkJd//H8W4fyPgDW6PQ6jlkccnQ3I5raj78Dyu1LDra+8u/7OPsVGQGwjdnVEdX23nYbA7CNLz1k/bH+HzvfrL30aALgLst7geTZNC3af08A7NdvW/e/GQBuzt8aR/5e+h67CrkXFaACVIAKUAEqQAWoABWgAlSAClABKkAFqAAVoAJUgAr8KgoMDmAfidwBotUANkhsAHgEvlsA7GEyavoCFIoB8evXi7qA5TsxoCEO2OrC1kjOGufqYWiHnT4iGvU4O0naeyg+A2YCmOXTXZtjZHLsBwCzHDOLzcUi8OBZjvvjjwI4hauXGGg9vsQhy8g9zBUgrJG9jutmDuAIi3M3tMUb4yNOOgG5ETjL9qgdopyzBW37dgdwpoWNzNaOxXuLy7tEVLcawmPL3mULINpcbtUdbJqVttzvqwtudj4cF+OhY9szANyOb5G0RdvyQoHMaXQWR7epj4r2QNw7h5cO1QVA9fM+AmCbFzV5u52uAq2J6BEA911krdj8+8/q2omneG/gtdJ3Fq3b+vVWB+1s4QKszmrtHj3vvwQAi0xyi5brUK8vvDnwGwFg3O5wH83u16v7ILdTASpABagAFaACVIAKUAEqQAWoABWgAlSAClABKkAFqMDvocDdP393D16EhP4Bc+bUs+9yANxBEpySvVZmKTV8+vat1AKWTS1qWWrX9ghmjRmWzQ6s3QKAYzTxtVG6EYj1yM3iZD1LLdsFAK7jsGjplxL7/Fhq/96fNH25bnsRWFgGH928R+GYB8PRwWsO33Exv7yW2OwKYLMapqM7doS12/Y74JWzRCf5FpzPAbCHrnDjendwhMNZ/Vzpg/8+1vCdXdZvBcBoV53z+hmjzeN5vdN444AfoL8dGa+/Gbhc3bZ6BDQBsN1fEn2ru3KlpU1MuLgOHbTYaQVtV+c9cjy6cEv/r2j/PYG93Wut41Kv3vQ/FtV/67Rc85LJrec4ehxe1rgvf0rf+qLG0XNyPypABagAFaACVIAKUAEqQAWoABWgAlSAClABKkAFqAAV+DUVuPvvX0YCO3y0gZg3tT9wB9fSEq6FeYhD9flZ6v++ns7nDnftmAIN65N6jf2VqGHnBBUW+rXEQGst4PJ9h5DSDs5ca/yilm2Ime5Q04hArMW7jTLGeLZOYXHlxuN95HOc2hgBndcBrgC79vv19Vlr6n769Kj1f+HmAtC4K9Pwii9rmVxEc8exZBC7gVfnjIVTu2lVwY1A1ec6oREAw+l6LjOmxznYAxgLPeAA9hBtH7BbvWisEd9OVofXw1sP8s+1djGOj5B3r61bL9OtA3hsadaH+fl8Pc++1wyYRYh/bXSyFrhOP2OU9bX6rCKfZ+Aa5zn6ksO45q7t5Xr/zVpv968F4L0FoM66swdWj5znCjDbunCk3Sb+wbxuN773BMD+b4skSViZgt8LAMvfkIPl6deLnntQASpABagAFaACVIAKUAEqQAWoABWgAlSAClABKkAFqMC/VoEGgCNgQfSwuXINsGrs8Y0AOD6of356OX35+s0yaPUhfnyQ/30A8Az0zur8QgfolcNf2QoAbHtKlPLjp4fTH59L9rMwJQG+AOVSa1mcugCbVQplUHU/Pz96nAO9MRra1/UdwCEAcOnLZQN+qpO3tisAWLpjVYr7R2sA148HwBH0xRcAmuO4Qu4YyYy6tz4K2Z83q/nr6/TubdfZOEpMZa6SeOlbAbCvKzzeRYpz3pGc+ALGGpweuyd1wEoAvKfYCIBdxHC9L01B5jUAdTVlDeDKNYb7Yb3eXseXbNKmhuOxxwKQXtP/G9p/OwAeHfX9RZe7k7jZe/mAlbi3bf9ZHMBWm95eviIAvm0ueRQVoAJUgApQASpABagAFaACVIAKUAEqQAWoABWgAlTgd1Lg7q8aAW1pxB3uiRtVH7YXOJu5Y7Var7hzy4HnkkmZ1aL1kcaAnQ24lkOfni+npxLlqd+9SlFc/xkjoe+KkzbWM5W9UWPYHyn9lZq+9tBc/kNMsYGdDErktXPtuKz2LjSZOxir21XjZEvk88Pd6XMBwAJ/FSK7GrjqkBbO2hzAvmDvCGDRl5nTFjpk0c/ezbsFovcKSbU2cNHsXLVTBLwDT+EgziJJPVTbA8AesniQC6cvagHL2Pz8zY7LHMC6uis41zlN6gfj3Nk5ZgD4iPsY58bcGLgenbcxirhLnjt0Z3Myr7G772SNDuOjN8HuANbZSa+t4aoO3biCyx/t0k37zRzAcd1u7h3XANRVz1IAXA86cp6942fnPtJuu6ngXtT/Tmxf3Al38VsXVmtmG6muK618rbXM9QWl653Jq6loQ76izvjRNq/dD/cLWXsS/8wPFaACVIAKUAEqQAWoABWgAlSAClABKkAFqAAVoAJUgApQgZUCd3/+aQjGUOcxACx7gjUgmRmuU4XC7hPBcHPWlrNqFPTlm7m4KgAGWBWw6GsCAwBvnZHbh/8eAGtfHYQY4J6zUmVOXnU8J5HF0iacwB4Ej6C4A+CHB6v7C1gmOgMAA0SKnsJi9HweOkzgxgwARyep9bXWOnURsUcAsGnn47wziAi4nkVru4VS14R37cbF6ev9yjYf9ezhLY4T7TL481YArOMO4CcC4KhfBIUYJ+bc7++BThtLqEWLdS71msUpHMFjr+U7quhdxeOWVa3a26KgCYBXuq5uwf5m6QFrcO4eAbW/EQCWCGj5XCQh4TcAwHT/XnEdcVcqQAWoABWgAlSAClABKkAFqAAVoAJUgApQASpABagAFTg1ANzBq2Q8F/fsQVOV1GHMoBO+7+BqC0oEYj6X/56eytN8iThVt7E+1m9TA2B7TVQzALA0AhdwnOu9iGfZF9u3zmZz9MZPB7Id4gi0Ftj7+Phweih1f/unO5HRUox0tj5UF3Y4mZxrxOwdWAI8Srtzd+V2DLKvwHv0IwJH/3sH2ebIzT7RgdxqHYdl4Es7A/J6gItzXcSZ7KDsCvpECLxy6s62R1fwkUhYD39HQGouZL8d2kV3u4At+/RawX4tav3T5BOvxcjGcO5+6Hz+rrk/xvmNjuZsnPLdLDq87z8umCwFIHX1W6TB/LNXO9Yfu6gxe7PBdVWvdwV8V8cfnbxwnnhru7ZG89HTzub36PHol4BgfRliM08hQvtow2G/I9f7jU0vDuvr1xI2yu5lzt8eqf0xvWWrVIAKUAEqQAWoABWgAlSAClABKkAFqAAVoAJUgApQASrwcylw95//XAYCZHV+C6Sq364AwAxEyTDHGqcjNAU4KVUcT5fn8t+lRBDLc/wFAH6p1q/udB3bBciWCGjrg8VAx08EvNg+G693CHsAHN3FfT8BluLcfFUAfB4SrnMALH0AcEAUs8ZDBwez7LcCwOBD2XikTxFiq9u60jgfM+1jvNEN4bAavZqskQ7srWalfDzki1NxCwBGXd09CHwrAMY6iLV7ZxHWGSDaA8B+L5yBoAAAIABJREFUHWbwsAHvBAD7Y98bAKM9XLPXgiYC4Ctv7CuASwC8K2i7rxWdNApaa6X7Q/4dAFiux3u8+EIAfOVFxt2pABWgAlSAClABKkAFqAAVoAJUgApQASpABagAFaACv68CBQD3x+YaM6nPzTsAXkmzBYwjkEUk9H0lfYiylHbl3+L1fSkM+ulJ4nwtFlq+jY7f+Lt3BgusAhj2/fGQONbsXQHk1bjX2zsA/lRq/woA7kr3urpSa9d/GnwtQAPwd3B+FiesfCQ12zS0f2xij4P1M+qSOXQjANaVUGsm+/0BgG37qETmxszmBEfJywbxEx2ycg5xAPdjbMweBM+cejFyehbVHCOdvVPWO5Ozc0ZXbQS729jy7eqJADXWABZAO9ZZLmBIT7StEe1bP3JuzPOwnhJ4n635BvllerS+tbY2dSqutFnXto7rLeuV9OUNDuBJk3vjv+IQ2/WjATAA8pXn+TAHsObbb6/1a180gM4eAMt3l/I3RCBw//zLAHDV7la9rl6fPIAKUAEqQAWoABWgAlSAClABKkAFqAAVoAJUgApQASpABX5pBQYHsLl/ZTxbABwfPOMBvDh45YPt9xU8tBqmcOIGAIxISwGZL5e709O38gC//Mwcq7HervawgUmrjxoBsAFLgwDd0RohWo96xixmtYCvm2EDv+LRFegtdWzP57vTQwHA3TXb+yH808PLawHwfWnffxqMTOpieoDYAbiVHPaOXujr2/3ZAHAEtLM5eg8AHNve1vMd99iDnJnrN3NIx+vA1/yVubgvNbJtbc/P3R3afZ9ZZPEIl3u7vm8Z3I8ubwLgg3eLK8HsptWjxx/dr57gVwXAsu6enxfQ/+DUDPe9UAv8hiZuOqSZfvXvmFzot9XovunkPIgKUAEqQAWoABWgAlSAClABKkAFqAAVoAJUgApQASpABX55BRoA1ufLUvs3EAADf9Vl2hx+5kAdIdUY+ZuWKC3toz0FnwIe5b/y3F5ioJ+eyj8UIOO/rq9GFJcdDa76f5tbGABYtnl3r4e/2Wxto5BHiOChl3chT6OVa+yznMsAsABe+6n91uf4DkSL07fqKzAX/dUI6EoBsgjocZwjBZS+RaCHsffvC+Qv54uAVM5rnxjZ3edXgXEB/7E+rte3azWqvnUDj7V99cxuvUGzmQP46BV4tAYw2tvWyh3P5Gv56oxOavvuOVrbSxLtWFsLcsw24nlbdxoOYL8+Vg7bOQC28WG73AZwDcNZ6et9xxdCtiC4r2t/zmtr/sb5bW3tgE1d/9Ui/2GOyeownra/inA+unDfut81ADiJGM7uc4e6tDd+16db5yc6gKVPco9o182idvOhMcj18AMAsL+u43q/Va+j4+V+VIAKUAEqQAWoABWgAlSAClABKkAFqAAVoAJUgApQASrw71Dg7j9/PimSxDN5AcBbuIO8YYFCBnYQQQwHsIBbYbNop5bqHVVq0MQcxvJw/bWcT6CQ7C8OLgN9Qpe7w9G2G5jMALB8n4E2gZAAuJmLWNsLwDs6gDPXoz/fqJXAzAIwi+P3XGv3ov17AcHgtEUk0VHa9gnItwBgOHOjU3Pr6LSTd50qjC/99PVufzUADLB7BNjq+KszelYjGAs2Ooxn7cuc6vo8AIC3Lno7Tj4e+ry+XhwABvj9sQB4VSOYADj8QfilAXB/Ceb11nH8AACsLuDL8zgRbwTBPwoAy/UkfzPai1R0AP87/j8ujoIKUAEqQAWoABWgAlSAClABKkAFqAAVoAJUgApQASrwnRS4+/P/SvHE+lGAGyyCrwJpK6TSn8WFey5PpvF9B8ACjstD69paTX4eI2oLADYQa/up21GecpcPAObXr0/20Pu1ZCarE9g+Lc62NgwQfFcfjEu75pzMa8r6SGivbQZ8j2rvncbWTvmvjPHx8Vwcvw8Kg/EAX4bZ0po1ctkgsGA9DyXR5sx5N4XzrtOqg3MQixMZoDICYDkM2+TfqNl8VyOG0ewQAV06HR21UbN9B3CF+eIurwBaz101yeCsOTq3dYBnQDf25xYHsD9mU2PZnSDvd1+HW/CrdvthrQ5uXrlOKqjuSd4zADzGQGdu2yxiOuqzioBGtLNfD3ZdjtG0EQSvHMl7DunsOjziANZ+4Q2Voxfztfv9qx3Avy4AlvvX4J7/JQGwpEfIvfHaRcn9qQAVoAJUgApQASpABagAFaACVIAKUAEqQAWoABWgAlSACpgCAwCWWrX6paM2iHpuoKY8YBeXsABg2e8i4FUOKg/aPQAGdMJDbAWhCQB+aU+5LWL4+flS6gEXO7A6gGtusjRfeZrEQGsfW01h2+ABcObWvBUAzyI34QzWusk1tvf19blo8XL6/Mdjqflbo6o1utrcXADACoara/ROnMDBlYr2snNjGxZwDhfNMd2gZQXAppNBO3GZZu13x3MfF9YEloVIfysAtn5jDm29eQeyOszlpYP6Uzpsc291lfc+K0ibHRsjsP0+m77UvmbtbOsC5wAY11Es0fxeADjr2woAzyCsfzHgowHw0WhbAuDdS2C78aYI6F8TAOP+NriAfzEALPcBWeP6HwHwlYudu1MBKkAFqAAVoAJUgApQASpABagAFaACVIAKUAEqQAWoABRQACwOUfm0B8+1Ni/AkbiqvFNWoOe5unMvNepz/bAaoHZ0DPqpAAT6VgCwJnmWh/c4r8U5u9q5lQTF72N7PQK61yS1seZP1+M40V7sRxPQt1MAt9T6FQcwIK85nivoVLerHSkAUPS9K9nX3kUpEHMPhkWHsN93cGoXWNodyua0Rey0nB/zll0Ksi/mt49TRCuO5TqWjdO6rAPAZdO3141u50hgVIS/vT8A6FtHt4DgmUazaOdVRLTNSYfxUZctXO7rGDV7ff3s+YsDHZ7LOdYlRk3HqPe2TvKo0+xFAe/Q3avvOq6rPKpa+uUj0rO2Zy8o9HU11q+ODuJsfY7XeL5HEgSQ7hgdyqvzxe3ywsfYn3E8VtP8B35WAHjRtaNgftbMUKv3jX05quLlIvfUEHk/AcE/IuJ5Ng7cC0TzGoxxdMjcjwpQASpABagAFaACVIAKUAEqQAWoABWgAlSAClABKkAFqMCgwACAKwdWEGzOX9vXHKMjYIoA2LeaPbzujlmDXlLS1wNLfegtGwokeLncnb5+KQ/xX24DwNto5m1ULfq7VwMY7l5oID8jWPPjviu51p8+3dvDe0vLLuC1g+csDve+ACSA2QaKW1b0NpI7RjlHAJxHPI8AWPbJADDaOpfzC6vxDlDt+zsA4AzEZuAVACfXu0dIQ/8BRIZYadlnC0z7zKF+r+8HdJS6zMPabpO4fZFhvEa2AByu77G91R3pGADGGh3ib3XceLlj7I+H9XIM9uv/NieitfvxAHgVFT1TaQZwCYCrYm+Err8iANYY6MrlO4DOX/j52QCwJVXQ/bu6K3I7FaACVIAKUAEqQAWoABWgAlSAClABKkAFqAAVoAJUgArsK1AA8KukOesH4BYAGPAnAmCFtbWGbwlr1ohj75wFNItwpkUIaw3cHkcs59EH36VRAXUCb75+eTk9P/kawKPTLtYevXait7VLj+Vtzhy40t754VWjn2EKxng9SBXdPKzUWGyJgS7HN3BdJ8RgwOhk2wMy4zyZW1r2Pz/UOsv1PB4At5rNGjtq57oKADuHo4JCRHS7vrd10ACy1cD1n+hwjTVcLUIc0NXFK1etZrWA0W4GgLMav+hTi6CW6yKljLmTHW5gi6yu19WuzTRzOHtljgNgOepSHOV23drcC9gFVML1jO1718zGuav6N3V2Xep77e7FTfvj3gpw33r80ftJcwCLw7Rcy5vr81d1AB9OdthXas9lflTja/fT+1stbf9LAmD30tC1Y+f+VIAKUAEqQAWoABWgAlSAClABKkAFqAAVoAJUgApQASpABUSB1AEsLKNxi0nZVYBDD4DVTVsgCCKlZxJ7IOr3MQBsIPLp6XT68o/BLB8Fjf0HiHpgLvecvipEiIT2QDtu30JYzXI+ff5s0c/4eNcsYONdcTfHMesQE2IVAXAbs8sN9ga/DABL2w+PDyZjLTxbvNXFZW298GPxMceHHcA1+hljugUAb+Kkta/dsbqVZqwh7Mc2c/QdBcDQSLWpTmKsVziFZdtLqaGstbAraPWgXly00v9ZTWLPg9eA7BgARh8BgKWP3v3r3byz9TasywCtxznI6xsfuAw367y79cej3wpwd48v12q7Rh2o7186KJ8BXHfRDYDxZwHAb3T92s2iXn/H3ouZTv16fR9ZNdfto/fBcv3BDa99+MkjoFH71+47Y7mC60bPvakAFaACVIAKUAEqQAWoABWgAlSAClABKkAFqAAVoAJUgAqUZ81//1nCdhH1euBhP8AvxKscsQDF4n4T/qvOz+qOFFAZasN60TP4ozHUNT75n3+eey1HFxmtD8l3XZXj1ALu+jhhAN4O8Mwp+eIclNKKB3yoN+zb0zMV8PP4KKDVIqsN/EmsrvyUdvXXIUr7XL+vnHMDxvx5AXYvgI0VACs08KwqieoetKrHIerYw1I4um3/Hv8NJb17W5ygPS7ZIOjW2bl1NEtb3k2758CNF6cB4S34nV3EM0ewB6EYg3+ZwDvDPcCNmnlQrJqFYr6Zg/iKJbsZVgSa3l1u69QO8fPgr6+4/Zrrx1zN0noWFX3dtbjqX1xvR0HwZr14Rz3eucjAqAe812xvNWbjvUYWwwIgzxat/34FcRdg+sgphn0mTuV1bff9M/0IAKwrtfxh+lUAsH85BS8NXXN9Xj3XPIAKUAEqQAWoABWgAlSAClABKkAFqAAVoAJUgApQASpABf71ChQAXKrBImYYcbpWilc/4AJgwwDAADMAwLKvNSMAVA7uNNkijkfn6whWDWDZw29tQhjw6dvXSwGyduxriRaWn3BhGmjuNYL3Zgq1fAVmaJSwjEuhpXMC1qjcCIBtXHCjVsAbqIiM93/+x2r/mjMU+2PM5TwFYBoMMV3uy1hkN3Hj4hzNaRpilBXAFcAuDFT7UuZJ0bIjijJfGYj1/dfj9Jxl3+cKqmtb5zrfsgQQz+01PQqAO7jocbgDaHZ9vgYAX3slXgOAfdsZANb1Ut3TGMsKAKPNYY7qcrDro65DvAGwGOAMAK90mTl/rwFMBoDtWtnWCv4VAbCMJbztIvenBl2Pb49R5QB4fYLH+95qvtr2NwFgH9tw4K0eXeB5P39VACzzgnX7szuA4f6Vvx+Iur/m+jy8prgjFaACVIAKUAEqQAWoABWgAlSAClABKkAFqAAVoAJUgAr8NgqsAXAlTyXceBAFoKzg46Hm7Qi3DHTJvvclgrOzrg4oBOp2wGoP7QFVBNBeCgx9fpJIXWmpw4wIZXNn4XZ/P4gMAmP7LAI6fi81QB9Kjd3PfxQALIC5Al20c5bvtDiuuWTP5f/sI25j2b8idIkbLg3IPpfnApHLgR4CKMyQo8p+voJug81XAGDpzkUd21Ij1qAweNMKAOssOEjsobOfx5lbtwHRykDLzO5ebJmTtruP+6EWPz5vK4uAlqOvdfZmnc1io7Ff6vp1EcSzaNp4nhkA9sB6T8i4n3d5ewf0rI09J2d08mvibu3wppawG0jmUI66fbgDuF3wHgAnKgyAuG8nAN7/W/mjHMAA2vIC0dPzU7nblr9gycU4i4z/nv8fgNyb5G/HW2H79+wzz0UFqAAVoAJUgApQASpABagAFaACVIAKUAEqQAWoABWgAj+3AlcB4OxhPgCwQkSNDvZw12KAMwDca6YmYNnVaxTsqU7gy+gqjgA4k9nX9fU1Wv2/0d9ZDeDZ9x1wvRb4+1Din2Wc24LJ58p7Xwtwlc8eAMYYNE5bwKw6dk2fIwAY+/mf8u8GPqoD2ANg2e6jpAEGPcCLgNDvE8G7ObPHdaB9CBHJBW/ruCIAzpy2WRTzFmgeA8BN41vJYm3A99P/O4JmmwucFf+YOzRnzr+jADg6ftuZA5C9FgDHdvz19hEA+K23Tb9mG/fbc9VOAG/rBwHwTVPyowGwLHsA4PRvRLgv3TTINxzUXsCRv58HzdpvOB0PpQJUgApQASpABagAFaACVIAKUAEqQAWoABWgAlSAClCB30SBuz//UrI6uHD92OMD/BGsINY4xsAWgBmibRUSVeejx1/eAayQs9bgRWyzfPf0zVzAp9eH1rU7LRYs54XLeIxzPjJ/viYwNMB4Z2BY9nt9ldrEct6X0/n8WABwobwKPS81BlsingE9DeaKAzp+1H0qx4V4YQ+AXxHLHfa5R53lyhTVGVxdxnaezC1tW0QpAGkPHKPjeKYhdGtalfMCVncAnB+9MeE5KBdjldGCh8fYB5HiOJ+OGO8SqEO5rouNbhU8HwTAPsIZ/YkOZA+obR3ZnnaKfYezZZ6/5dPbjyAWfdDrqrycgPhmr9lKhhlQRo8zZ3Ef+/XjOupoxr1kCsz3orXlPhSux2GcZXu5Yt0chnEkx7e1+tbpvFayRVT0W6OE3wpwV+dftb86fiWX1gIuUQuIMI/7390hkWHV0ntvH69HiX/mhwpQASpABagAFaACVIAKUAEqQAWoABWgAlSAClABKkAFqMB7KdAAcAcYnWBEQOrhzD4sLA+3HWBp+1YADKgp5/QRqhkA1j4UXvPln/IQvzzMB/jt/V1ECJeDvYtXwG509Upb3mmr/apu3mzfBoDLeM7nT6fPn8V9OgPA4oIWILwGwHFSBSxGT3GHoXAU23zF2rS+5nIEgx4AZ/Nu4++1iSOkaQC4gl+vX9RxBnAyV6YH2DgHnNDop8Bx698YHa4aBwAco5nlOAG6HuBunMlpZvM4MxkAhpPP7wkAPINPtu+4LjLgvA9h1wDYz+c4V96dbHMe5yvKEYHxRwHg2bps+tZ7CQHw/v3vrQB1BWjjPWtzD1tcT6v239x/Kb9e7lOX+mLRtn8/irwaAMbLGHT/rlYSt1MBKkAFqAAVoAJUgApQASpABagAFaACVIAKUAEqQAWowDUKNADs44sVehZgaQ+lt4AhPpSXh/gRBKkD1j38V6Pa2doazHkF5PmaoWOkMIDU/en52+n07ZuvfgunZYdW1o8RmY6OZamxO24H4L0GAKsqxQV8frgvALhUlyw/oRNqJeO85zLwKaQSZ6aC4znEucTo3ko57wrQ6GDX4qK1X9XxugeApUlxxeHj25nC3gAHs/3iCwOZIxXnxJB9zWj0P7Yt9ZDx8QDY99+7WqUWMGAy5kG2n107UgNZPisAnPErRGj742fRzy/FFb65NvTCyp3IHgDPzj1e4PsA2NZqX2PRCWzb7bqSvnqXsI4vOFrfGwBn62gc3+S3twDgpMkI2VfO51kfD7w/cGh4h3eiA3gpldzqLpdaa32z94/KXSYAXk4cd6ACVIAKUAEqQAWoABWgAlSAClABKkAFqAAVoAJUgApQgZsVuPvrbyOGHp7uAeABtJUjL+Xpugd/gH4RAMs5BPbpeRR6Wp/tXC6y1xEmSXkWQCf1Yp+fT6evXwXs6VF6vMGWjwXAXtnuBi4P7wvMfnwsuLfW1bWxFMatkc5ufMXDq67TSTRsBn+3lYR7L1rccHMorx3AOPoekDgBwFOnrsxZjZa2ee41iW3M9fz1Z4uFrsB4WC9OzKMAGA5gOHcjALb2re4wHMBSV3iMw7Z+CgAGoLtUUB6vnOjAnUFYREw3bYcde+1rAa5vBcB7MHJ8YWK7yHy3AIK9uxrXvskxxtJiTXuNCIBl0bsrNIuS9lC2Xi8336GzAxfQd7xnvS2TeuXQXY1r5eBdtb86fnV+XdVyPy4LPHfi/xgALPcqun+PzB73oQJUgApQASpABagAFaACVIAKUAEqQAWoABWgAlSAClCBWxS4+/u/5RG8QNlKKKUGb4O4Dph1YGunEbD0/Cxw6+X08PDQIFcHgD1qWeGbOAyr21Vq5d4Xugu4K/BJYjoBoVH/V4FlgR0C5RQAfxE3peDg0lZlMKgBnA0+c/te4wDOXa5CpcuYH+9Of5To52okLeMTWN3hL1zRe/1THRUgVzeowmOrp+s/8h0wRQQi0WWLeSpKNTcw2vIOWNQAtrm08wEQy781Krv2I8Ym2/YR/EZIKef3rtiNyRm1eVHL2NUwbmNy58cY4NyFs1d+qkO49KeWhdZdsxrAPqZ5Zrr2YDdz9drYe/vol+3bIROctNaXcp24NwBizWA/1/38o0MQ+8wAbLb+Mwf2bNzj9/uu9SPniveL/Pq0b1cQOzsW380ctzumejvUQ1z5NbzAkNYADsdY5x1AlNrBG8v0BMCuIG4GjlfHJEK9FaCuAO3e3KjMC0v0W9tfnV/fNqrXrJwrRkH/iBrAuFfgfsv45+UscgcqQAWoABWgAlSAClABKkAFqAAVoAJUgApQASpABagAFbhSgbv//qP812JitV5iB8AWbWyfCFQUAD8Jhb0UGPpY4e2xuGhxGnbnpp1jBoAB9QQAf/v6pODx9fXcgNpbALCv7xsBkADQGQC+uxcAfFIHsABqhY/iSA4A2JQzUj1zAJ+rgxX7aIQzYp7lZwWl0r58pk7dypneAwDraRvADW7WOpCjAFiAZlbXFuPC/MUIa305wMEj+aePXgYAFk0AtqPbdebSjfv5a+YaAOxhPeCyrRnv4b5/VwAcr8U9gOYBMCATEtC3INmrQAC8D4BlfoNzVEBwA8DZ9gCCVzB3FwCP62vvnr8CsKu/F28FtKvzv7X9Vf8BgPE35mcBwJpY8KPKDy9F4w5UgApQASpABagAFaACVIAKUAEqQAWoABWgAlSAClABKvCrK6AAGFDJojJrbdRCjPwDajhaxfGm7tCyHW5a/fepENry8VDVfh8jg71gPr4X8bQCoOVzX04uDikAYOmWQOJ//inFgF+K47iASHERC4D155g5fHFe9D1OXAaATRcjr7ZdXLEWIywA+OGh1t4VAIxaya0GbyW2FebOYp3vnONX9vFg0zuBIwDG7wDLmQMX9YBVTxmDq4HrHcAY3+AYrc5rr5PA0VhjuAHcShg9gFb9Ekez6IhayZnLOMJf698WALd+J05hD573QHAEofvRzqaG10H7UGG19dEAsHcWyneyLHyUtsyIQqDAEfccwOirnQNAES9dmAN5tq6xPjwI7u3Fo74PALbrazx39tLFZlDui9RgKjWg2+AmEb/v5QBGX74rAN5TZNy2ArCrlt4KaFfnf2v7q/778+e1gL9/BLTcruRvG52/q9njdipABagAFaACVIAKUAEqQAWoABWgAlSAClABKkAFqAAVuFWBAQDDBYzG5AH16JbsUdHxhAKAM0dt4yOTTFZAYNlPQZk6kO2hvDg7PQCW7758eTo9fxOa9pACYGun49YIpD0ARi1UfIffYxvyu7ZToVFJvC5wXGrK2uhkmwfA3rkKQDtzAAsAxmcPAAOYYl8AYIla9pADQEXjth181f19tHRSA9e3I/WaN3M8HANw0l8YMN3sKOmX/4wuYKuLnG0HAE1dw9JuydwW4OrhdhapHJ3HPhJ6FsEMsDuA94Qwxnhp1BYGpJZ1gshnrClI1+ZEXhoQCaYlWvuLB61d1dcDX1W8yngMAHvN3wKAN5HJVaf4IkL8HeeffU8AXBViBPTm/nPLFxEAb2sBf18AjKQAWf8EwLfMKI+hAlSAClABKkAFqAAVoAJUgApQASpABagAFaACVIAKUIEjCjQArCjJRUEDdqrL1n1ajV9EAS/Ab4es3klrIMu33dp1jlt1ANcUZMAqcQF/+adEQb8UJHon/2nPN2ONTmDs4IHwDBSjz/qzoEz/ORfw+/Ao7k1xeY5BsNHt5ttBGxFwecevuqylFrKLgAb4nTnlAJYBTAEn1VncoBzq9VovhC01jthq8XandhxH7yOibR1gT+oV21nM4Tpy/21dYe1P4hKO44kTDADs3cLxfJ7dXkRXjHXiGEZf2lpxMdRbMG1rDtrMne6m6yxaehXhHOGv1BNWdcvan3/69bBdk3UNbC+ZnfaiE36+a+Tlk/c+WgMr4LvaPpwvi1XOQKrr/qp/M4exjxZuzbXzH4iA3lV7sXEVH+0OXzlwV91YOXRX7a+OX51/1f7qeL9dXzCqRdvlfiCf3v7Hg2DcKuWcjH++Zua4LxWgAlSAClABKkAFqAAVoAJUgApQASpABagAFaACVIAKXKvA3d//7RHQwnoBgV9euqMXoHaEUVYzOHOKZgBxjFK2bmbOVQzAnMH1t/KsvoHN8uW3ry+1/vDDBgB7V28mRgaAO8QzCDCA2xAV+/mzRWMDHksNX99nD3StrbEXe5G3RwBw1PFSGvSOVUBOjXxWDZ2OtSs+jjqyJN++9idGYCt47CB3uuAqeHNljDWuG2AXa8nHKc+cvHKOWG83AtWs1nAGgP38eHgcXb2xLxEAW/89ZMe1Y2Apglrfv+2amANb6LsFaVPrsKg1rMlrbwrZ/nHdrZy9vd/2rxnIXQHe1XasI+0PAfBm6t4KUFcAd9X+6vjV2ly1vzreb8f9TO4lPwoA435M9+81M8d9qQAVoAJUgApQASpABagAFaACVIAKUAEqQAWoABWgAlTgWgXu/vrbCJ84o84PBkDlGwHA8hFgGp2k8aE6fs/chgaUI0i0IyIAjo7ZDECKs1TA85cvUrB46wC+BgDbWMcIY4wlRkWbI/rl9McfDxr9XEJ+DWY6p+0R8TMg7MFEg9Fa/7i70gBSbgXAkugML7OPZ47R0qZJd7dKzWebK/kfAM/rALCuLy1bOwfAw7gdtG7Ob3GMN0fz6CyOEPnsXMktkro6/3QszgHsQWaMgEZcK64JG4dp49180AdrvY1X9+sOYN//3qbUB5ZIbLvOADQxBx0k2/YO1OKbBTKwtnqH68uPcQVUZ2s4A8A9QnoOnOM40L6MN/usgJ+/fvz59Th15Udd9kD5tgZx7FPqAJ6J9L0cwP78CzfwSs/VPWvgomxeAAAgAElEQVQFcFftr45fnX/V/ur4uF3681KKAV8uP9ABXG7Ge39Trx0T96cCVIAKUAEqQAWoABWgAlSAClABKkAFqAAVoAJUgApQASqw4Rt//lkBcKm9+/BosbIGJLUibfmvA2AcvHooHyHNEQAsbY8OYwchdZvAMfnupTzAf1AX8MvFHK7R8dj7bz2G6xdQN4uHXtUKVgB8dzn9zx+PWpf4UiCCOkhLl/aczBvBgyM3AvLB6VpOtAIoWW1haSNzAONc/pgcABdEXB28W6gvensP8TjC5kae1DAd6iMDNEs8c3XTyvEZwJ3V9JX2ZJu8wKBrxMU2o2ceEOt6CBHQft1lTl+7Jqy1DAB7J3AHnrZ/BoD9Wn95NSx/FABjTPvRxSPc+hkAcLwOZr9fe2+xualAjQB4I+tKz9W8rO4/q/ZXx6/Ov2p/dXzcjr9FAMB9+8dGQPuXSfyLCu89vmv14P5UgApQASpABagAFaACVIAKUAEqQAWoABWgAlSAClABKvDvVODuP/+pVqgyPjHlwXUqLin5jK7D8kVxhMp+HSpti4lGIOohgIHcXm8WssL9KL97KApYe19ylxUAC+Q5nQsAPp2evgn0Gx/cewdw3GZtF+/uEGvcXc4eHBtUeqgaSMzypTikT6fHR4udllrE8hGA6uNnV8AjOr+84zPqZP2NTjUoZvMjMDeHqgZD5aPwQR3AvQ4uWkGEtfWrg93tOETn7rDMt48w3F8yWC/aJTVOj+smRjx7aKnj3Nlft1cArGvWO4DrPPm+tDVXYfEeAG5qN+dvr6ecuZNn+8f+A1xD8+sBcLzuxhchVAfnmLa1NEYxX7M9un1n4Gq1/uM8bF8wGPeIoHtj8A0y+GtRW7q1BnCNfp8CuskLDtb7d6gBvKrzi/PTAZxd2rvfyd+21/oWDBz2YzX3q5vcPSA6/33ZBALg99WarVEBKkAFqAAVoAJUgApQASpABagAFaACVIAKUAEqQAWogClwBwew/tKiKQWSIjrVoGD7vQJg3b/WQY1iHgXAOK65P+spoytW9hMwbQ/OJS737vT8fH/68k9BmmLMdRD4CAD2/cWx/jgbrwfAl9Pd+fX0+fPZ6v8WeCAQQY5pDuBQK9ifA3V5BUxCGwWW9fcNZHcHb2E14HkNdHawE4eZ47UD4Kwv+C4CYIOnHZIjAjr2YwaAZ2vhowEwNL7mwoZbOAPAuuYcbcxrANvZsvrDcf9bAfC4Vi0Cem+9xP1xndqa/nEAOIKu2YsNhwDvcH0kM+6dwA7UyvhX7bfWCIBVihXQXwHM1fGr63XV/ur4bLu+6FPuj92tnwD7WxqeHAP3b1t7Dtp/xPjesetsigpQASpABagAFaACVIAKUAEqQAWoABWgAlSAClABKkAFflEFWg1g63+v8doBMEZWa5mq07LWhS0/LFYZrsix3iYesM8cwB68Rf086GrtVwAs+75cxAVsMdD+E0Hu0XnJIqDV36vNv5wePp1Onz5DA3EAFyhcdIgR0BF+e5iqLmcHgZuygUohpjSOS37v7uk1AD4ydg+AuzPtGgA8OrAzF7N3d4NXN2NugSECb32Mso9xBjiNgNfvfz7fN4ewgPWoKxzBOI/fjnNl58mcxIio7s7t2wEwrrlsnv13XlNfE3h/frtTeW8/v/T2APHMAXwUqN6yXzynX/+zMZlWvUZ1eUWjxXcPa8y9bJK29SYAnLS4cCJvjqADWCX5KEAqLw61SHwtd/BxEdD2Ion9bY0O9Y8a35F7P/ehAlSAClABKkAFqAAVoAJUgApQASpABagAFaACVIAKUIF/rwIDAO6xuwIX+wPxDh0Rteselju33czltweARVo8iI/wNEbUao5xjSkWAPz89Fr+GydnBYBz0Du6iHuLFaLdvxT4W3DwQwfAGJNFQHcI7aE2YBTaa5HMUkTYfTyYMj0MiMpnDggq6NxxAB9ZthEAA1YANCIqdeYAvrvrdaPj+TAXHgBjH8A9gc4e7sb6vEcBsLSb1fr10dJHAbAHvzoflVbje6lR/L0AcD+PrYf3AsCYz3sfl73jEF4B4P2axMedtxFI43po11Akydkid258AOCtk94OnPabALjqs43495KvAObP6AC2a9pGIVH+dk19PABu1xodwEf+NHEfKkAFqAAVoAJUgApQASpABagAFaACVIAKUAEqQAWoABV4gwJ3f/51ec0e4o9uuQ68UBvYnL8lllldTR2AHnngn4FinC86XLv7t0dSv76Iq+/udHkudYCfCqwusdT49OMNXKCGcN++/6A/Hm+u3ZfT46dSefihxmHHCOgK0WY6xAjoeA4/fxuHb90ImIp94dD2+neAv45u7e2Ik9nm0Lthj0cq5w7gFRhq86GuboOsEf56XVY1gyMo9q5faSf+7r9D1PM8prn3D3GuXb/Z1TcCW389od6vP3JW6zYCYL/OfYTtfQXxfg3oGEeDfL0mOtSLL1nMgGjshz9uBX9n/ciUW7W16yT24LfuiBcYZrN0hCdffX8VwHet4/fqk+DGMAG0e+f/jgDyyN+DW4du6ypZ4AcbRC3gXgc4O/BWMNyTCFp971Zi4WAHuRsVoAJUgApQASpABagAFaACVIAKUAEqQAWoABWgAlSAClCBGxW4+8+fxUZbP/elwG0avVyjKwXORAAsh0p9XnziA/8M9s5A6bhvf4AubXdXpmR3FgCsNRxPpRZwcQE/23e6H8CPumitjej63dMqAwr35xIB/fhaAHBTqrlC5awdhqE+7xEHr7W1dSaONX7ncH0LvbfuYzvHDJJ4h/KtABjazgBm/H4bEd3jenUtBaAToWxbZwEYH4G3qnfLnu5rKp7Trw/fLvbLXKrbNTWCOQ+ZfgYALP2RfmB9RHAcx7MCwGvHeg6j43neCoA395tyn9i/3nc337aRALjp9rMC4JayUP5uXEqc//zzNgDc4G9Zhq5U/W3rikdRASpABagAFaACVIAKUAEqQAWoABWgAlSAClABKkAFqAAVOKjA3f/9XyGo9XN/Ht28vo2ts7ZHFK+ArgeTaDOCwO4Arnvs1cCEu6104VKe3X/71gGwHG0P94/B3wxQo48GRQv4Pb+eBAIXPl5gao08riAREcoH9W7AN+4fITKiruN+XbcReHtdo3u7j6e31kHbDLQfHFGdi1sAsJzhrsyzd/5ircwcvb5XHsjunT9GQzc9qnP7LQD4oEpt3nuEM+pLGxid9d/W89bR7R3hBnNtXR5xAOMasf23tYJn5xvvB+NaAkTzUDl7GWTXwVuv3ey+k61haNP2d3H07Xr4EQD46KJ4j/1m90k6gJfq6t8JfZHotUHg/vfgVvCL04YXLOj+Xc4Hd6ACVIAKUAEqQAWoABWgAlSAClABKkAFqAAVoAJUgApQgfdTYADAAjvFBRzjhucuVOvIEQDcgEzFzVsn6OgQhKnYOzBblHK1Up3LM3oAYPnp415fiqvLoo1jRHEHnti26b+r/ynbIgAWYIh+1QTj6YzEtmeOuAiiBYzuf/Lo5Sy6Wzin8OpW7lV/7+1ncc+xDu6sL6uIXVsfdnQOFr8fAM7GtAd/pc+ZA9hrcU0C7Tj3FqsOfX51AJzB3g8DwO7aGNbfrwKA/bV9S1T08t4gF9uO85kR0PV+ZFHdUgcYLzC8NwC2v0F0/77f/8vClqgAFaACVIAKUAEqQAWoABWgAlSAClABKkAFqAAVoAJU4IgCd//5z6WRQK3pq1zRIozt4fUIEjKAuQLEBrnGOsERACtodUzTJfU2dyRiO9EvgaRSC/e5pFg/Pb0UAAygJjWCR2crxMjAs0Bv7WOhuTjH64tEE98XIH46PTyci/tX9Kiu50ZST6eCy9sxOMfWzWtbWuxoMjPRYT1rIx6K8eTjMs1n4Ne3JRB4MydunNlismP6vI5jkBrRVlc4nsd+rw5meenAuVA1ZlydeSMAnwHpvfq9/rwN2Ndzxd9nF8ssghoObe94HdeYvSQQY6OPOqUjHJ5Fq8foZfwO+SD/LAa8r9lRgayfHuBH57BAtHidY83777P47GztpvNxAPBq+zNA7Bt1L3mk57oFzM4WURM5eanjmvMcAb+zPsh5DoDn944p/lkjoNu1Wv5MKACufwaPvviymmq5P8i94b5cgKLpkYj0dZvcgwpQASpABagAFaACVIAKUAEqQAWoABWgAlSAClABKkAFqMAxBQ4BYB9RixrAHiit4K50ZbUPnFIAVpcGc0fn6OhwNaByeZYYaIGGNmgB2TMAHGVR6F0GqO1WACwAXP6TcZ/P5/KfgHED4vJg30OCjwbAfrzoe4TFFmXanbTYLvBh+DQA1OG4RAd74OpBxQqGGKT1tYjtbAYKqwO79MFD2g523x8AN4d4Eu0MGLuqdXvsstFRjtKGFxw6gN1GLEMjW6tdswil1TlY46FnALivid6OtT/vXzbGVTRz7EcEwLPavRF8vQ8AlvVr66eNs9UAF1G9u33ihP2hALj3v83FERCcXL/++ju+dkW4XJffEQDL2r2EF06u0jLdmQD47RqyBSpABagAFaACVIAKUAEqQAWoABWgAlSAClABKkAFqAAVuFWBEgH98uphDhzAaDDCRolWBmycRSj7+ruZi9iDmwE41rhM2Q5Hofw7cxjbceIyPSv4fSou4Oen51aj94ggPh7aA2OphSwA8+GhwMtiAfbO6AiBPyICWs7dNKpgS0CPQGjoIXD3+Vlyr8W5PIE5zVlrgNv0qkAyOQYu4MwtqlolDkRE8G4BYgflMwAMt6aPYZ45bmdRzb5W8AY2Ovjc17MB6qMO4Pk62jpeu/t2C/hi/zNHcgTYZzdHK6Abwfa1jsMIZo+eb3Wd7UVb2xofW9gF0c0BvADArskZmD4RAKdT97sBYPtbI+UD8pU8TwBYrXwDwHixCffOlRN/1Sq3UwEqQAWoABWgAlSAClABKkAFqAAVoAJUgApQASpABagAFTiiQAqAze03Aq4WjRyelANa3RenrHw8SIW7NnvoHaOLY+Rx5ny19q1fAJr39w/6u7iAv355apHEo0PZHMEeWPvx2dicK7YAYAFEj48CgG1ccHzuAeAMVMdJyCJRoz4CgK1PpRvNYdsBsEFpqX9sfZ6d12t6BACjrz4OureRA+DMSag1h6tDNsJd7wB+LwCc9Vd1eQcAPAOSHbiOBPOlraOxRvNeVHWsxwygb8dsY4NzQD+utCn4nNwVCICDMEccuUfusH6fwcE7ro/dmr1ogw7gjeLvAVTlksX1Eq8bAuBrFzn3pwJUgApQASpABagAFaACVIAKUAEqQAWoABWgAlSAClCBn0GBAoCflTBZvdb600eoBhASYalCSo2qRSTraKWKEDgDy3J+AF/vOBaXK9pH/dHoGLa+m4Pr69cXdQHbB+6rEbTMgIE4m5sj+O65xD6fTo+fJeAZH2mnj63BZAXLvVayj8rFmPxP7/IcIbXFS+OjNSl1ZnzEspxHwKbtlbk8M+cm4D36qVHXSeSpdxIXOdqcYH1A61hLFNAkwlLt/VDX+fX04qD1CDptTCsHcBbhHGsG70VXz5zEq4sR87rdD4B2rPmL/V4KzEedYBufzXFzTldInY07AuA92DUD1SsnL/q5ioCOcxznYfb7Stfp9lW923pfuhZ0x/Nla/bmPvsDD/Z/ea5VO8sGFjssQPfKEZy90DLIsBD4rcevhn+0fUDgi9z45L5VkiX27ker88q9/FxeHmrDn8zjewDsdV+4BxWgAlSAClABKkAFqAAVoAJUgApQASpABagAFaACVIAK/G4KtBrAFnNsdW49IHxtoAU1cE2iTdxuOQ6gMYoobaIeLaKdt65XcbyO5/A1bGcAWB6wq+NUAPCXlxIFbQBYoqGj47fHH/fITw8IZLv+Lu7fT6/lP2mj9Km0V4KybdwVnGYAuPVFIobLfs2t7OrzQpvoeLbvq6NXBlTOp2Ou7rQOyMt4C5uAHjbWXmc2A2IzABz1hmNWYOTF3gtwbbtathVmaBS41lseZ3xgPmXfGAHdxjKp1ZtdhLMIZezrgfZHAuBtdLMBI4D6bT9zAOzBPo7JILMAZG29xsnanHjHYpwn6013NB6rBXwUANfWB9c5+uTPm3G/VdzzMO8r8EkAnF0m139HAGzXS73PAgDfXFsZdwP5u+Rj9gmAr1+bPIIKUAEqQAWoABWgAlSAClABKkAFqAAVoAJUgApQASpABW5W4O7PPw3LoPavB8AGDiv4LE/IexyynW/mXvIguLlOq5XWA+AsdhYOYziHcZ6ZkxFtyLN2cQBLLeBXocHVOeudyREIZ3HVNrKX00MBwJ+LAxgf7XcBw/eoyVsBra8linqPWmNW++CAcekgALN3DI8z593T1VHt4kkxVpmrqPFsPmYOuA7wO3QHOLVIZYPhEVQbfBxr3AJIZu5crTvsopgRWz207WvdBmdydAn7mr/Zqo/tRiA7A5OrmsAYo9/P/l3CrpXG23xt4bPVAsX8RMAk/dszSWYub11Xm4h2/XZ4GcD2G1U64ni1lwtwjdtPnXJ50aKO2Y/Jxlb3C8f5PkifxQHtj532hwC4TsA2Ajxb9zd/RwDcpJNb9uXi6q/ruu5/A45qDOc+AfBRxbgfFaACVIAKUAEqQAWoABWgAlSAClABKkAFqAAVoAJUgAq8twJ3f/1dAXAFOApkCnxBXVUDgQYmAYC941S/VzDUu+bdqfgWQFQglbQDWOqPF8gqUczyuRYAyzHSzS/FBWz/7uHN+ntSAzgC4PtS+1faEF73+CgOYIFzqDlcI5q1XQOg0T3sJ8e7f3U8FXJmcdH9uBwAW/87ZNP5cWTPQ9oI1e3YLUQ6AoD9eDy8Nug5xl6PYzco2h3X41zY/FTnqnfJue/R3s8CgNs6LuNCl3u9X13FXoK6RuwrDzz7XHRNGtgPMu3FG393AFyX0K0AGP09AoB1rZc0gt3Pj3QAezg9A6gHAXY6xtWx+8pct5UAuOklABj3pVkt7yPi4v6gAHgxl4yAPqIo96ECVIAKUAEqQAWoABWgAlSAClABKkAFqAAVoAJUgApQgWsVmAJgaUgehlcj69DuLcDRg11pLIJQxDhf4JwNwHYbGQ1QbA4tgWgWAy0R0GKRRU1iAFyp1dudmA3QhvNoWwU+PTzenR4e5BeLMO7P8SsMr4pcXEQ2NNOfWr8Y5x6dtOqIVaC7BaPW7AQESxx1jal+eUHUtQexEt8NKyac27lbGBMKwL23cOorAhvoHF8EgEh4eQDzrHpUIOxdxqZ1APXuTQIPf6PzN7aD/t/qAIYzOatLrDPiwG/UagTB2GprLXMgq0Pc0V0fAe3bzmKZ545gOzLC5FscwDZfY3sxUjqu3T0HsG8v9n/2wsJmbU0W6BSSF7f+7geO7dklmB2cwbwFQN3vRNj6PcFvu2D2BfhdagDjHoUa5f02FF/s2JvR+rehikYAfNXq585UgApQASpABagAFaACVIAKUAEqQAWoABWgAlSAClABKvCOCjQALG32iOEKLl0UsD/nvot17N0sgtjOF1yQDoxFh+scANfatAJcizv329dLAcGSU3w9AJY4Z9Qrfni4O50LAFagWJqCIVGBqYuCvjTIO9YI9gB4M9YAgLcadXiVRZBqlK4DwPf3HVIIwDQXW/8ui4vufVqAsjqdiAKP68CvmwaAa91a3dfNg8WLF/hdfnoAureesa+v8avn3ImNRns+erp9l/CuCGRl36zmME7pa2RH52+EwfeTCFkZv9ZQdvHY7XKo8FJhf1nLiJ9WOUP0M8YVgW0ex+1c5Ino3mX+owDwbHyzdyV+DAAeI9BtnV9DkicrvgHg7Qsg73jPDzfo3x0Aw2luiQ49ucF0CYn0i2mweHO414+4e4/s82Fzz4apABWgAlSAClABKkAFqAAVoAJUgApQASpABagAFaACVOBfq0ADwBZ9XGN5xWnqQGKPbzYdAIC9w9V/74HVnnLRITvUyC0HPl/gci0P1bVWaq+X6uOb9dxC5wqEeXp6OT2XOsCn17F24+gMtbho7wK2NuR/S/3fh3OBvwBv5rpVx275n3OJsG7n073t02slV3heaWEElzjWJ9yuILmHBL3Pl2193jpnts/odoazTXQatHRx39l5+nceqAso787rDuFMDQWkDVTafoCd8m/A1ZmrN9u+cY4ecA5na29WE/hSSU/cjja8A9gAcH3xIJDJ7VyOgC0b89nDbNVtCxhXYHnm/I39yZy73t07A1Iz5+4MFB8FtpnL2c/bnmPYrrvJHeZDHcDfAwBf4zydaHDk698+AroDYFtPdu+6XMbvj0jpXxDR++CBgttH9jlybu5DBagAFaACVIAKUAEqQAWoABWgAlSAClABKkAFqAAVoAJUwCtwCAB7iASQikjnoTFxPwksHYCW7RGjXrM2feyr7P/t27Meh3rAfjsAsAdEsp8Aoa+lDvDry+gARj/Rxnh+gEs51+vp0+cHV/vXAHCpWqxg877WQ0Z74vSVTwaAM6drc30ONZPn9U4j+JY6yXa+DoDvzx0WAfRGAJw5quWwolSr9zwDwIDrdl753y0As3VhfTuXWsqxhuZRAKxx20ixro7wLFI6xkPPagpjnmZg9+jt4D0BcOzr9wTAdi2OznuZ05nztq3z4DyeOYz7dZYru4qkjtsJgI+u0Bv3IwCuwvW/F28BwJZysKhf7aaKAPjGdcvDqAAVoAJUgApQASpABagAFaACVIAKUAEqQAWoABWgAlRgV4ECgI0obkELHI6jyw4OKe/AFfD6cilAUt2l9wUAu0hiB/N8T3zcpnzf4W4/r9RllfP42r0ZpES7BiDviwO4uIfLf93ZiHrBoysWY9D21TFYav8+3Jf6v7KfPcRvtXol9rmOS+DrSwEnsse5kjBNndbI7AqMq2PZO48znaOLOsJBAGDTyI+pQoYKoLEt1rIVcC0fuLhje1p7WQHgFtLjnKqDNKP7Ih68Q0QdQ9FDZSxfu+lfRj17h3RWfzc6Zttc13FHt3C22mON3Rj5DFDvIfH4wkKJ3C7rUOJd8QHgRsTzyvG6jbwe64XGdb11/I6O0H7+vqb9fNlas95mDnO46acO2iBkBmKPOIez+fDf7Zkks/5fC8wOmDDzLq7q8b418nnVPnq1Os+inZVe4X2WjRYfXQN4tT5+xHa5V3YHMHqwdmR7B3D8e/YjxsFzUgEqQAWoABWgAlSAClABKkAFqAAVoAJUgApQASpABajA76vA3Z9/taxLVcEDQi8LQEp3oCIuuoDQQmo8AM5grgeM0kZ0pOJc3uULAHx/j7jhMU53C5GLQ1f2LV375x/EPAsAEycxwDKcXr7OLuo2vpw+fXo4aROVPgEAy3eArAKAnyUyW9zOVbMMAIsT2gM29NfrswLAHqb7+cBxcl64ZuVcotlQVzaBgF7jtwLgNo8BAB+t8fu9ALA5yQ2KegCcOZPtOuhq6/pOALAB4f7CAo7wax3zH/UICdaDKxfn8/Pt4bPMX4S6fk59P+TfHt76FxL8CwWrW+AKAMfrd9Ve33++JwGwTN6itjAB8NGldni/twLg+ueq/T09fGLuSAWoABWgAlSAClABKkAFqAAVoAJUgApQASpABagAFaACVOCdFLj7z59SMHcbs4z2I/jxwNK7yxAJDbeu759AzCwCeoRRI+iQ/ZubtbppfRsZiBYHsLVyX2Kg5XgAvzUAFgewRBeLA9gAsDmCrfavxFr3Mci5n4tLDB+L/axR0GWb7q+OWsRDI7bZ4paxr4ftEQRHpy7GC/jXALDMnZwPTuRKzTSy2kcp1/7O4PzKqaxtFX3bebSGcq+ZKSgcbkGrkdvHuRe/LGDUO6dF03ONtPaAcgaUfdtoS9ezI6zRASzbowtYV80mGnkb5dpBcA5+pR2Lix63r6KP4/XcwbG51wUAZ+73PSfwnrv3qDM2QtgImmeRzf7a2LtXrfpxrW7vdF/Utb77WYHZVUfeq30C4JXSV29/CwBGBPTKeX11p3gAFaACVIAKUAEqQAWoABWgAlSAClABKkAFqAAVoAJUgApQgSsUmALgDl7269PiXNGR6MEx4mbB5CRyGC7gWcSxgCEPPSMomgJgiaEucOZLqQN8eRanZK3vG7JMY4T16e75dH44FQfwY3WKSvz0q0Y8excuxnUtAG6AV9zPiG0uPxHRPAPAqCeJ2r4vdRzye4NxMwAsk1Ndrz4CWr8Ogs4AsN9XayADNFcALNs37tA3AuC9KOi4tiP4zmoB7wHgGZw2+NzXPsBv/9md1/0a6BHZ1wDgqL1paq2+FLe5fDwA7k7m7bXpAe17wNMfAoAd1HwVi7v74EWE9tVbQezsZrkCtG3SE4euP3bWv1X7R8dFAHzFn7tju8q9Eusu1jLfa0Fu65L6sIrNPtYL7kUFqAAVoAJUgApQASpABagAFaACVIAKUAEqQAWoABWgAlTgdgU6AD4V+lk+eHiN2pAAkBHy6b7O5ThzqGI/eTB+FmdtAYceAGM7IDGGAnepP082zCxKWpDMtycBwHI+g8DRmTwAYE2Ffj49frov/5kOcLDCyYv4Zh9ZbHrB6RlB1TauGjHR/jhpX89XSVvXtEZsS4x0EUygRGNh+l31Otc5EJC8jcTufZtFBsdIYOtL74/fLnMow5U1Agdtd+9KTLfFT/vPnvtX9vMOYByXgW3fZub0nc0LjvNA1vp+aTV94aoeHbZ2ZKxBHJ3esg8iuKFdnVH9EV3gfow+HnrbP8DdXit4BnczgJzFO6/ctsPE1V/2AHAW0exrFyO2es8NOfQpg5kehIrD3x2ga1pqcYf61dk43uW71j+Zk1oTNvRvc56jIPfWDhIA36rc9DiNYLf3LjT63T7HagATAL/7dLBBKkAFqAAVoAJUgApQASpABagAFaACVIAKUAEqQAWoABW4QYFeA/g1f8AdATDOMXPuYnuMitYH4xrrPNb/lf3RliT/ChyWD+BSBGBkPAkAACAASURBVFkR+GYAWI5/LgD4uRTqfa0ARry21i7imHuEs8Q/359fTn/88aAx0BIdjVhl4SsZ/I2gM0LEzGHb6gTXur1+vu7qwLcA2OCvQmBxpRb6Kg7iu8sInh8+CACP8y2wcwTAqikmTebyJwfAGA8AMF482EYZ257fEwAPkd2tQ2sAfMN1P0Sy7x1/LQCOba2icHMA7ABru6HIwgMAtu3DPeYAoLtFp+GYDACH/tVVo/0bPh8FggmA3zytsQG93+uLQ/a3wiDwGgA/lL8ddP+++3SwQSpABagAFaACVIAKUAEqQAWoABWgAlSAClABKkAFqAAVuEGBDQBWZ2wBonDM4iccsy1SuTqGpV6uB1fZw3Tv7vXRz9g31hXNxjFGPiPWWSDo+GAebUn94KenizqOZR/9vkDuFAAX9+/9w10BwMVHK+7W8vC/1aHVuGoDsHBaRtevj3eO23zNXiBnYUFwfDaHbATAsAYXV6050spPcf5WwpA5gGWk6EtzFgcgO5sf+d7PY+qs1n5bC435zgAUgNcCUEXnbuxfFgdt51/UaA0NxahocSsjVjlzy8LhrJq6esYxYjqLl/anHiFS33J/dx7GABcx+nKpFsSZizZz5I8ub3vhIspk9Ynx0sV2++wesnWo255XTsOm+RUAbmOSF1T0vpRELmtHJt/fcFOcHrK3luX8q+3v2Re0RQD8Earq3w0kIRwDwC+nhxJxQQD8IdPBRqkAFaACVIAKUAEqQAWoABWgAlSAClABKkAFqAAVoAJU4EoF7v76GyjPAIoC0wJa2qc6g18LJBUYHAGwumfvBbDaEVksrAfAs+1yrGc72A+uYB9LLPDO9heXVu132aGDZPtOALA4gT0AfkG25yDU8+nh8e70uTiADeJ0qCwgFQAW7d9Lp9r5DQxHMOj7AgfxNQAYY/RzIUMtauu5MYyHor32JURJewCcgUAMfxUBHeF8BMAar+0gcwe6tV8NZNf1AdBdj3kvAOwhrcDUCIgjAAYExbrz69LWVV8gBk1tTc3anXLJwUXY2/QAuL0MgFRhF8GNdTYsV73ORgCOFw1Qo1iKP8/nfYxSjm1nvx8FwFGHFSCOANjOI6B3dOzLyxsEwMnMEAAfWb5X70MAfLVkPIAKUAEqQAWoABWgAlSAClABKkAFqAAVoAJUgApQASpABX4iBQoA9ohmG8+MvraawHCg1rq6EhEd6/dGl28GgBvgrCfwTk+r8YqIY9vBeunAdBPRXL1bQHVX4O9rgcAVFpcIaNsva+Pl9Pj57vSp/KfnasV2ce4O23QsWgu39s85hGVv7wCO9UrRrLTWxrs0svb+NnfzSYvY1j4YfO8AGMJs6/H6decjTvG9xHS3+Q79AqiTXYTh9lWT18jsbmnrp6/be8v6j9HSHrjHCOqs7rAHt961C0i6ApVN1bpjNFavoo5X7escOseuB/O6rpzBdXwZAj0bHbD9hYxaS7p+gXalDTvfdgFmtYZnAPiWudRjEnA59KW+eJKCdc1l/w6O39ngVudfbT8i2gLstvG/EQDPupKtC1uHo+6z/Y4M8cg+q+vqSBt7+0z7X2tL68s/aQT09u/Iw0NNmnhrp3g8FaACVIAKUAEqQAWoABWgAlSAClABKkAFqAAVoAJUgApQgTcq0ABwBEabqOQGZLo71ljwCEf1G3loXiyq4hj2tYLHvo4P0CMAFoerf/iv/cugUa3ViPPJOey4Ah1LGwKAFXpNALD28f7l9LnA3/tiAJbxeDgKZ2Vv99TioXU8NRo6zkMct2oCl7T0rhJEMchmDtMOOA2gDjBZTltiqe376r6ucnowGzX1fbwWANv4LQI6AmA9jwMmWAOmQdE+cftm3+2t5RUA7sC5zLREZQeuGQEwgKv1tQNtPxcZfOztbh24e/3fA8A4T+bYnfUhRkuLo9h/ZgAY+8zG4dd5BNJxWxwvoPKeDm3bBAC3dV/HQwA8UfNgxPqtAJUA2O4hRwGwRLVbOYQf+GLCoQuPO1EBKkAFqAAVoAJUgApQASpABagAFaACVIAKUAEqQAWowO+gwN2ffxoKAsy1B9gGTQ0C1NjnAoBbXWCtk2vHwFCLiGg8AB+jheVhegRmcCYaUG7R0g0WjsdIu6XEYvvAUSoR0L5twF9r9HT6+vVZY6L1+zIGREADTstu9+fX02OJgL5/6H2M0cTDeCrwVN2qAADF3pnqIXAGgDW2WLqZ1JiNDloMPHIzzIlfrAYuBMBL6waIJSnau3Atznt0gEYHcBYz7PmGwuAisjp8BUCX9i76D9SYtRhi7KdTEiKgs4vM11u2tdkd19g/RjHHCOi4X3QFR+iK5flRADjOz8yRjAhkxJBvXoKoDaG/fY5yB3BbN4FLHQHSONavkxgJbteu7Tle8/gum2GZVF/Hu+/TxrPnAJ40+a/6+gc7gPvc77/oQAew3N/sb9i51JHnhwpQASpABagAFaACVIAKUAEqQAWoABWgAlSAClABKkAFqMDPoMASAEstTgM7FdRWp2n9tYFbrQVbHb8ysAYwXfRsH7DsWyOUY5ZuIw/dgYWvxGElHx8pXHnjpv6v9qH01QCwgWz9KMg2aGxxzq/qGD0/CiSVXNy6mwOVEUjWXlhftF6pAeYOzW2PHweAq+vZaRxjmAWqAsYC4iDe2rTrLwBAfxuPDMygkI9SvhS3dQTACpTLvkdq8va10c/t10gW6yzHAKR6AOz7hu2z422ecgew79P232O08v6+41ZZjlm/rB/SrqtbnTScOXPbwq37RyNi/P29AbBfQ4e08HXG67Wi667RZNTZPtTaz7WTh7e3RlUTALd76EdO7hRgXxEBre7fcq/D38SP7C/bpgJUgApQASpABagAFaACVIAKUAEqQAWoABWgAlSAClABKnBEgbv//OdiDmCNQu5QtDtgrcauB5wKe0+al1yY33N9UO+ioQEe208ANlfPNoLfBJTAeTgASucEfnqSc/e6iw1QSr+qce3b16fT8zPykWWMY51GxBRL/UaN8BQI7D4dnHansYfbZ4k4rmBUwV5wwKKpWQS05iknHx8BLZtDt9rvr5WKezCr8xLaVYDfoJLER58HR3AEeADEcFjDGT6DspdLd42bHufmPJb+RMfuHpAdnMqJ+zfTy4NgXc+I2HZrEMdJjWr5D/v5vvR+ZrWiu9tPgKt3EavmLkp6lQS7da1b77yL1q8dP+ZZzGyPq5V+2tsSsY+9zXTZDcf4fTfrY+EoPgqEj+436+1U56MAdS7D9Vuyc84A8Hv174NqAB9de7+vA7gvD7l/SMICAfD1lwyPoAJUgApQASpABagAFaACVIAKUAEqQAWoABWgAlSAClCBj1FgCYB9xDAAJ+Ka0SXv/PXd3IIq2IfLT0S8gmy+GrACuI0uRw/GhHnKQ3cPgDUiujPoVqfWAHCNgS51gAUA35f/OngygPv4yaKSAYAjFETNXA88pJ0IgPfAXlYD+L0AsGjX4XWBsTiZOC3F2HxXgP0AgIt3ucZXe+dyj/gtzu+hvrGIW53bpU3ZT5xvwlGFBQoA7uvB6OC5TgiArq/j+1YADPDno5t1/YSIae9SRv8AgCMklu0ZAEbEq2rsiKOHjz0G2c6SgckM7sbLOsYo+zqk6McxAAwHbXXaf2AEtL9uMZ6jYPfofrPb388JgM3BPXwiCCYAnk3p8P1srR86+MBOtzuAe+MPZ7p/D0jNXagAFaACVIAKUAEqQAWoABWgAlSAClABKkAFqAAVoAJU4DsqMImA3tbzbCDqRbJ+e93aVhdYXZ+jS1b260DRagvjE8GPOE21XUQzO1ftLFp5dAZby9FY/PXby+npWwHABYgK/NUIaGenvSsgRmoLnx/MsSr/yW74dDdqh8bYphBU4erc/QWQPXMAR2evP6+Np7hVRROAzXK+EZ5aZ4X3ylgaZAVwqqDJxr91G0utYJtPgEL87LWZbU4E0HeAj3nFcRF8e9h7pKavjqFS1AziHnUQz2vrjleVAOsVAPbg18/52JL9FiOVRzhsugtwlzYj1PLaYR84jP36yc6715btvwLA2zXh6/zGWsN+G/qT1QjuemW97t/tRVHvH1lHNyu7+l6A9Ugn2mChJQHwNbLt7fvLAGCNxn+vUbMdKkAFqAAVoAJUgApQASpABagAFaACVIAKUAEqQAWoABWgAm9TYAOA0dwMxL5UACz7Af6KE9Y7MnNH6W0AWM7jAVMcbgQE6AdA8HPhm1+LC/jlWfpYXZEOhArsfXis7t8JANY+wFEbOiBYVPoHuJr1RxynCoDrscJmG0hz7WVRxADA6PKW4XYA3By62iYotp1VALsA4s2n1mKNADgeHyOk2zpJdPHw17Sz8a9q+vroZ11fjubv1fjNI5zHGsURNM5qA3sH8Mpx26+V7CIctYbbOmvzIwHw3C1sfe7Xbe/vLQB4dhtaR2HPjjz2PR3AeYQ81HsrQI0O2fULB8fm7eheb+3/6jx7DmC7b9pLSZOkfn0ZR+OfCYBXUnM7FaACVIAKUAEqQAWoABWgAlSAClABKkAFqAAVoAJUgAp8RwXu/vzLagAjkln/rbHB4pTVDamzV3er9AU1cOU7wE7ERHuHcD8mdwIDHPsastACNVvxexYdm7kTJf74ny/FAXyRwVRQrdCzuDElurPscD4/uLHK7yPQ9s5UQMlYY1fHVoHluf708cSbmryoUZsx2YRqZdHS9p3V3vW1kM2pO0YAj6CjRjknC63rOtaQtXXhHY44uDqFZ4QknCNz3fpdotO3zXeo2bu3nz9HjGleOYlnDuLsmjzqXl2dU6+b0JiPrjYAZddMFkedRVHH/sbI7Gw8/rtr95+db3WeqXMazvWZyIiQX7gup3NUX3yYAsZZ7d7NQPcB7Gr8bfu1tYKDw39znr3+uxdBfhhgrR3+6PMf1n9yL0T0f9YOEi/u8aJKcn+05AR+qAAVoAJUgApQASpABagAFaACVIAKUAEqQAWoABWgAlSACnxfBTYAWMEtALAQ4FrvFd0aY5d7vKw8AxdGB1A7q+1pD/wtftdDUfweAaScFzG4Hkq9vBgQa1HE3mFa46Nlu+z29culnEvin2utxgaAzSV6L0WFpa1ir7VIaMDTHu0bHaPerTpoUsYVAbDEDc+cdL5S6BiXvV4IEQD3I44D4Lmjr0cVayz24HDrQDLWOs3AuB/Jfuxyr+EbRy9jva/zInPm9Z85hWW/9wDAezOxdhLvzyNA70cB4PguwQy4Hv1+NpoIjDNnrjrlK7Cdgdl2HAGwST2LsiYAXt8g32EP+XM4S6DYvHBEAPwOirMJKkAFqAAVoAJUgApQASpABagAFaACVIAKUAEqQAWoABV4DwXu/vob1s1ag7ebc7X95uStpHIFXCPYyZ26BjY8yPMA2JxV3drnHcbWJwG7IwCGGPGhvALgrwUAiwM4AcDnkt8JsGhu515HF/3TczoHqv89q317BACfE0KWAeC9CF0DE2Vs1QE8LAg4JGtm9DzKFRM+Ooa7nvavEQBvHavY/xoAHGv+2txaXLSfzxgdrY5YFyu9AsDeie018i7b1v9g6LzWvQvofDnoiMZ5x7rOXd9Y09r3f1aPd9xnvE0cBb0rUBtvPnsAGOf0MeDzF0RqywTAJgQBcFxq3/V3AuDvKjdPRgWoABWgAlSAClABKkAFqAAVoAJUgApQASpABagAFaAC76TABgD7djV1trhlBQLHKOehpqtzWnqXH9ryDqoO8yppU+DX45MBED0AVg7i3ZwFirwUV619vIcWjmBzGMtHAPBTAcAvl4cCcaUhG9Nd+U8ioAXWCgBW43N1AHuXaoSURyKgs5q0EYyi13sRqH7MHtyh3jBq60YA7Bk+QPMMqlpc9FZHzB3A3lEAHNflLPq6rY0ASjNQHV3Dso+4qtu6mNQKBozVFwYG8unjlLcuYT+GDABnkcveCSzbPQCOcDe7drdO3XW08K8EgAfgK/cUvFARInJ/CQfwDMq+5aYcI5tX56AD+C1qHz6WAPiwVNyRClABKkAFqAAVoAJUgApQASpABagAFaACVIAKUAEqQAV+IgXu/v7vvJKpbTFHZnSnRgdfBFiIhAb8nTn+0LZ3FgPs4Zi+j0GxMT7aA+AOfs29K9HPd6fnp5fy31ldxeKYtTYKOi7u33NJf5Yajgq5JfFaIqFr2caVAxj98A7U/5+9N1Bz20bWbbultp33f9FzZ0+Sie1W90WhUEShCBCkqLadZOmc2bElEgAXIfn7tPRXxXtrY1yl2/AY9XJaFLUtC596Lr13l3hlut6S9vU9gO0pfw9tTC2tXZk1aw9Cqkmi5nLfc0G5tc9jojrvtCQF/b31fH05Z0n/HhHAeeyyl+Oa1iWw2yNiT+B+aWMtiS39ea1Xr4zi+/WuWbTNa0cC+GiP1Hpb/Hu2zj66baOEePve13G6P+gIpZ27padL3912n8UfcLSkhttsZw/f2TbdStiv7tlMym5t+KOvPboHsYzXWf/R/XX4MiY34KPnP7reeDwC+CxBzocABCAAAQhAAAIQgAAEIAABCEAAAhCAAAQgAIGfQWAlgHvpxp6UnAlguRhf+tUfH0vBerkcjzMo1jtY/i4JWBG7axFsMlNknApgedxer0/fvyVpeUvPvd2KzH57ur68ZAEsZZ91XEsa1zLQNn+vBPSsn62ca+lPr7l6Ak15teWPLeGb1+bEdE4AlxLPS1I6CR4TwO+ScF78bCntLHK13FyfLE4OvHmsxG4RUXsF8KiUcdzcPQHsecXj/b4UAWy9pvW+VZlqErk/lkFZ90he7nOnBLS/JlnH1nvERHC7b+dv7UZEppu3vOfKfZ6PoEf8PQRw5b9cl5Usb724u55A4KcKYJ+xD2+gvTdq73EzEXxSSn+0gJ396OWj59+LeXQcAvgsQc6HAAQgAAEIQAACEIAABCAAAQhAAAIQgAAEIACBn0HAlYDW6WdfyE97d5ariMGvKDfjxVqZaRO9dR2pPPOSQJZy1FKyV2SmPG8yWISZmCMp7awGSaTgRUpFZ9t6efrrf7ecBF6uMR328pL6/8pxZkFzaeh2HFtnvO4llZznqdZq1DM2CuDnUgL33cvLRQBXwSSi2x5W+rm9R3XkeuhaUMl8PQEcU4ErgVuGukcA+/LZWylpvxfi/KNetJYAtnu93KeSIpa/+wS3jruVWi4lw93G7a1llBj1P3bY8z5a7mlIzuoGrftY+lav3yv6Y4HePE2p8HJqT1ivx2zZ+ER+LDV9TwJYF7vmH0V3Nzm8IqCMNjkXbh+TAO4I7N4a/XODBO7wtJn4XTbQuST+7PN+dlmz1/+9ArjfU33Gi9chAAEIQAACEIAABCAAAQhAAAIQgAAEIAABCEAAAo8gcLcA1ma68qgiysu6nqCKJZ3z2UXutqVmawLXC1At33wpid3yBXtOA48FsK7x8vTt6/vT179eF2aS9r2m+O/nL1ZKWa/FJ4094C0B3LsRMeEqJaDloWWXxV8pNy+AjUftyyvH6nmabO1JP+FRjllcYSehWARwLaddVl2k3CiRawJySwCPUrePEsDCy/fYlZWPxo5rac9b86uCaiyA95QJtnEsAXxKrP0EAbznw2Qk421f6/7VkbrMEMB7MOsxCOD9rD7wyPsTwAjgD7wtDA0BCEAAAhCAAAQgAAEIQAACEIAABCAAAQhAAAITAs///f2WlY2WBW4lZTw3J/+8W5TzRMAWiftylbLLqeTyrU3nrfus9lNrtRRzm3qsgtevqK51fY2SoCzJ2CSdkiJ9ek3u+K//fdeet3Jq+t+nT5/S/0IJV5NUJmCCII1zWbI19q+1466u7LI/dxGPxaxaP94oOksV6+XUphR2Y9nkOpS7hg33laY1IT17pyizxDKknU0c5z3k0tBe0Npr8t+9JaJtPXZ8r+ewn9vP4efxPGciV+5J7eGr/Gz+UTI1StF4/5TvOKXZf2/IHi2NqGc3ZvC6zSkJ93bftSeMpK5/vsdtU/S6KbrHSYlrl2xv3tXrwPN9BGalkWeCdXb+bFVb4/fGnq1nNt/o9bPXMZn33h86zJLBey93Nv/peUKSfPkhUPfHOOtVz9a39zo5DgIQgAAEIAABCEAAAhCAAAQgAAEIQAACEIAABCBwhMCSAPZfVI+SvF4Ai0iVh3hWK98sMvUtPf36qklbkbAmlkdlaJvkb/lSvScZZVwd0wzRtgDWpLCcIfJNev+qANaH9gqWEtBfPr+0vMrwNp+VrY2y0U6yPsT+OvKsxXyZAPZrl2voCWBZa+yBLCLXl8/uCeAsoV2J2XzF6e85aRyE2qwkrl1XL8FtCWQvZa1Pcb7PHySARar2Eso9ATwSzPK8sdjai3UztOBmoncsvLffjl1BJOWNdwr80ehHBfCRD40jxyKAO7QQwJs/ijiyv2aCFQF8hCbHQgACEIAABCAAAQhAAAIQgAAEIAABCEAAAhCAwD+FQCOAoyx8ldhsLossMjWJSPFSLgK8pGzzUa9JqL4k+XtLx6lgvVxS4eMi3sRRSjrY90qNvUVFtvbKCUuiWIRsFs1PL1k6y8OnV3tJSy8H3tIAX/8SAVyk9OXt6dPLNSWANWlpY9r6ogDeuuFegtpxUQD76/K9eLO3LWWhlx7GSQBaQtKSvGuRUaPYvu+xzK9itPZOtvvq74Efz6dER4JYBXcpoZxE/SUlVE3M6mvpXufn21LKUdw+MgFcr7VNH/dk7R4BnMdbAKx/YOBLUcf9MLrOWeq4u6+cAF6Wo79jKI+aKJ4JsNkPAGbrm/1gYO/5s3XYlc3G2/3BO0jyL+fPErez5GyoELBaFwng3bdq87N1sgFn+/+nCeBy/+3flYfAYBAIQAACEIAABCAAAQhAAAIQgAAEIAABCEAAAhCAwE4Cz3/8uf6GXSSMyMLvr14y9gWwpULli/brtfbTFeHq078zAayraOtLW6LUBHCVRKWGc36i9nXtpVbtHJHHX7++ZrGqadUkgJP8/fRJylYnWb0Sl0UAllRy5DkTnSYEfSHmKCtyEviDBLD1DjYBL+v398DuT36+lAm21zPVULU4CuAsmK2PsRPAOo8wrQOMegTnOz4RPFsloPM6yxpsr8htNKEeewfP5OJo/1iSer8AfksM9vUAjbI6/92VSO7j+ZsLYLm+5Zcgbany2T3a9bk2k7d540xqTc/GQADnWzETsLvu18ZBM4E7m392/t712Q9yKAG9lxjHQQACEIAABCAAAQhAAAIQgAAEIAABCEAAAhCAwM8ksCSAm1LMJbX7luRalGJe3KjjkvRn2zvYf+m+SvmWq+0JxrqGtodwnkXKABfRaONb6Wl5fd3DWFPIVfS85wTw7VYF8OfPl6fL9aqp4yLsfEJZl1pEtuul6vvCmhT0kjOv18SkjL30+TVO8t/arzfPUiaOwvP6tO4FG0tCR8Yy1HtpHmylmWUOE7OyNnP7vmyzl29JTTf7MiZcYw9Xv38SUiVXrukRAtgvxpeEtufjdURZG5PHy3lL+jreg3r90hfYhG5dRysQ9Vr3i18/v+5vfWYRwANB2tyUHX/Zm7zdMdSpQ+y6bJAPEcBb0nYmfO+9upkoXi44N+ausxxNCMf17b2eveu78/pnAvbOYZfTZgJ3Nv/s/L3rW/7Nsc/10qO7eX8trOWzfd8PQPbOz3EQgAAEIAABCEAAAhCAAAQgAAEIQAACEIAABCAAgSMElgRwlLa+vLJ/LYpimcynGHvy1x9ji/MCeE9543hM/Xv9or0pN+0Epsm/v/56fXr9rsJaEsCfP4sMLiWgnQCusllFrZeotn4rKWzX0RO4Ij4t3+gFtY7xsQLYp6lNQHsBfKv1hJf94sW2F8C+166NtUcA56sUce8k+L0loP2mHvUEjr2j/TkjAWzH+CSyHrtPALcJXjun/PhABr+nl6+UgF7eKG1CdvbmbkSye2/23nezsR75eiuAU4nzKDALJy/ULHm9ex0dAbe8D97XP6TYPe7WgfcK1t0C2PZC2AcI4HxXPl4Al8/pwnv5IcxUAOumsX9fHrLXGAQCEIAABCAAAQhAAAIQgAAEIAABCEAAAhCAAAQgsJNAI4D9l+mxNK2N53ukWrldKx0spZrtS3kbyyeIbcxeqeEomev6VcCOHm2p4yJsc+JW0pjyXxPET09//e/29O1rUp/pdRPAl8tLPmYssTXB6+VpvsbynK1rlOB9XhJjPv0rZymr1DE5/zcmf6XHbp7HhwYtUVv+60tsRz7Wq9mE7XL/ynpMAPfkrqzlUvoxy3mN9E/XrT2P2+vpJYDzVT5QAPtEsd0Dz073nl7pSMxHTnFMeV1LmesPBUZlode886zL03H/uwa+ZYHl0LLeum5NEi+p8eUnBHHG+ndNfOvf4z6cJYBnJZdnr08qeDsecnNcWfBVCYD6PvUp/G4FgVGStiuAyxL2CtMx5v4rCOCjxA4dP0vwIoAP4eRgCEAAAhCAAAQgAAEIQAACEIAABCAAAQhAAAIQ+JcQeP7zf6pbonQZCeDaO1bSs61wk9fkEdOuUaLFlJ9n7csb61hVxC0yqEhIXXeVw/q6ybMqgG2+r3+lPsB/mQC+PX35IiWgkwDOPYBFnimHNsX8sQI4eqkq8PoCeJ3U1vuwegzE1NK3tySeY5p2SQGnssf22COA/fxWAlqeiwLYHxd7BcfX4jXF0s++729Mvt4jgGU84WMC2M8/ErqXEsyMpcN7xzfvKXOhCGDF7BLAPancL7Ur57nNjwDe/TnwqH/fZgL27Dy/sgBefe42+0+vnATw2R3A+RCAAAQgAAEIQAACEIAABCAAAQhAAAIQgAAEIHAPgUYAj8o3y8CL4HLVaX0PYC9uL8mK9RK1TZovJEzj4kXsyjhePtoxUSDXY6r8teRvWklKU+qZfyUB/C0L4JTyTN73UyoBfclp4SSCy6AmGVfSuvTxtXLGs5LCy/WUxG3v5vTSjVV+SZnc2Sk8OwAAIABJREFUtg+v3gd7ThjXFO4q6bkkYd0NS+cv58hYrsezjB0Fe28/1BLQug7fO/n5sl6vXbdPUMdUcmSzVSZ6lFj2eyP2/5XX1verLfG8vj+6J7Z+rKDXv/22G5UxrrfWOLYD7U0exx9qxD0zE3RHj7/nQ2bFSUSZldQNW2b0wxPdbNvVALprGyV/Z8ndvYnh2Th7gcl8jxrLzTm7/3uX91HHzQTv2Xkfdf3275t9/vvP3rNr5HwIQAACEIAABCAAAQhAAAIQgAAEIAABCEAAAhCAwKMJrASwyVRf/lYnVUH1Vso852eSSRXp1yuVuyWmLKm7fTG1JKwc50Var4R0nq+XACzpXhnje+r/KxJYUsK//XZ9un7KIyfRd80iz8Thlhi1NceSzf5afLJ1w4mWpLTISU0f23Xqn1QAx/uwJYCbvsolnW2loCNrWaPJDLte3+vYi1Z/7kgA6xbZJ4B740V+fv/4/rz3CmAZ3/c4HomntyX5XH8U4Ne27hW8LYH9vm1/FGGjIoCb/RCEevMbCATw9kdm59VHCdDDE+884e8sgH91tjtvAYdBAAIQgAAEIAABCEAAAhCAAAQgAAEIQAACEIDAP5DAqgS0L+PcfDmfSrRKctZVBs5/971LfaK1BGZXZZWbtK4kLF0555ZvTRF7QbpoM+cabQ1ajvetlB02k1THebtJCjj9n3TMFxHAL9Z/dyyAm/LHLu4ZRWivTLKs5roREY0JYF9+Wkpf+8dalNQEcGUivXlVGr+ly79Kr+PSl1bEpZeX6YqXPrNRAHuBbcJ1lNrdm4SOvXZHCWu5llbUtrvCX4M/1o4ykb/0o+4kt7dSu5Vz+cFDSGHPBHTvM8Lm6wng+Frc3zNBNpNQ3RR36JO8lfzvpe39Nc7m9/elxyaG3FdJdv82OCKAZwlee3/ZcfHHC7Pzlwsb/+ihfQOfTPjemRDee39+1r9ts/19dl2Puv5eAvhRY5+9Rs6HAAQgAAEIQAACEIAABCAAAQhAAAIQgAAEIAABCEQCQwG8ljxqjaIAlgSt/yJ8JNdij9Tcq9dKGJst9pMGARNL6fpSyW0v2FYAL+IyjSctir/+LyVrn1L/398+JQEsMliE43YC2JbVXKcTi5lLEa/yZy+17xHAIm8vRUgtnmpVDloFsAlPEylZVJTY8dUa1Jb15fLWZZ0mgE32SrLbEsBe6kbhGjfQKAm9VcZZ91ErzrxgPiOAbX1bAliw9PrM2n3UMfoC2Ma39LTun+060H0B3CZ/R+JzJshmEupvKYCdjH2XN8PyBjxQAnpL4O4ptXz2/PhGuVPgLsPcef5sf8Rl/ui/z/b32fU86voRwGfvBOdDAAIQgAAEIAABCEAAAhCAAAQgAAEIQAACEIDAjySwmQCOC8nJUrGo8kiJ4PxwqTwTkvnlYoq92POllaXHrx7f9ln1c/pEbJ6qSeC2AlElnKxN1vX2dFO3u6Rc85qSTPqaSkDLl/mSAL5cy0GuB7AcZ32A9Tp0Hl8ae5RatmvdWwLaX1MWuaUMdcO900O4J9wzq3QvTNhq/1onz0q/33gdMwHs1+K5xGv199aL5Jj8XZWQ7sl/uYsDqdpLAO95Tq7Di2W7rlEC1ZcDt2Ov18vC9/099ZIua7xYk+nmxll/5ubJ4V9+hgDWfd0uaSaMo7DbK9hmPwzRN+ta8DYCWA5pSr27te9J7G6J37Pnxzt7ViCfPb+sZ+/92bdLH38UAvjxTBkRAhCAAAQgAAEIQAACEIAABCAAAQhAAAIQgAAEIPD8x5+tAjLBe0kxSZ9qNVSLAA7sTObK05pKVVGcMqdSbLg5WtNUVVCOJMVWadqcIM7ysAjpZQbp3Srlji2xbOuQxVyfvn29FQH8kgWwXmOSwc5Qmej01z9K+PoL60nRrQSwsqpsZMl5bnk+8PW9hGcCWESwzJuFfZLb4r2eiwD2c1py2q7X/j56W2wJ4LY3tJaXNrm8VWJ6NNdRARwTub3kchTAvRSwL9Mcr1elukrT29vr/QI43Z/lUX5IgQCWTW8C2H7IUX+AYT84eYwAruMvnx/ps2H6aHqM29HlhzDx5LMC9+z5ZT0I4O10/vSelwNIAO8lxXEQgAAEIAABCEAAAhCAAAQgAAEIQAACEIAABCDwKxB4/v0PjZiaKBDBG2WuLTSnItPrJnf9BTynFORS0jlZGklI9tJdcox+mS5zqjzZkhTxtTqmlSzWssbLI/cqNvmrolnne02HvDzdXrUX7pcvL2ne1yyoRS5d5BxZW0nc2pg2/5KcdWJz4VLkqi9pbePIFe65Phlfqt1mWZq9dlsieGucZY1eLIbdFcOPXlbLocJkq/SyDTdK2/YEsJzT65krz8/KJo/m2yodvWdcE7h2zfFNuFX+Wnoq2+OWGkpb8vewZHP3yRKuo31+eOyTnyr3Jnxn0x5LAE8EcPPBU977hxK8XgCXwQ6dP7ta2fgb4vEHlqD+0ftnB5nmEBLAR4lxPAQgAAEIQAACEIAABCAAAQhAAAIQgAAEIAABCEBgTmARwHKoydlRWeajAljG7AmlRwpgSQ3aPFl2BAEsJaGzXE3CTv4s/xE5/SkJ4MsllUwWoV36jMpxknz241k541nCNIpJE8YjcWtcbD6ZMynz3QK4SSQXuybJ3+EjCWUvqO04Lzx7cnTWy9enfG3MWPY7Pr9X/sp5UTg/SgCPehtvrU34GKPtdPrkjYcAXgA1Key9CWCPd2mSvSPp2SR4Q3IXATz/1+IDjvi7CeDlsyyW2P8ANgwJAQhAAAIQgAAEIAABCEAAAhCAAAQgAAEIQAACELiXwPN/f781CWAZyAtgCz1KIPUt/R8VqTW96yf2yeHZF/sxYbu+AJWZTYnkYotUVFuPVU0Ax6SbpYutj3CeL8nh2y0lgdOpnz9fSzJYz196Frt+rj7RbOvzclOe8/1+5e+9xGtPoloPWevVazxuocdyLDC7vs61+BIR7EOGPVnZuw5/D3wvYb0PpfTxrdyXsjHs2kbJ4FFv4CibZyWfjeush/BWgtevNY5n99KuNd9LFyxfl2he77mtN6GOVc5J96fukzYF70tQ98YbJWn3fACMemr7MXtlsfeMPTpmtt70ibI9vPUaL0fNxlsNNkvb7hG/cdDmzbVDPG9d4Wx9dq6ss3Ps2YTv7HN6du9n88/Gn50/m3/2+tn54/nx35qPXv/s+ngdAhCAAAQgAAEIQAACEIAABCAAAQhAAAIQgAAEINAjsAhgeTEKzyxbSkPaRqS6Y+OgWQKX07aQ90os+zX43r4i/dYC0MTLWiBlSWg9gIvEK946XY4cn3rkXqta3ZIEm+WbSzlou07fMzZfS5Ck8pyJ0iiA5TVZx0cIYBvb1rmVBF7WJ4lhV/J4oV1KU8+uL8/ZKactY1opZZONvvx03DN+PX7OnsCV13tCutf7d0+P4Ed+ZPxIATwS1wjgzh1FAJ/a5jMBelbAnlpc+UzdGuNXX//Z6+d8CEAAAhCAAAQgAAEIQAACEIAABCAAAQhAAAIQ+HcSaEpAC4LeF/ZRDPfSu/68pV9uiev5tKdhjkmqtqSxrCOlWJ2A7AlgHbctAV0Totr7V+K+5ZA8dVKs+b8vL7Xn71YaOa4hpmljkjZuo5hIXZKfKQV6LeWmfZ/hIwK43peNzZtSg5rCzY2Fm7S0lx+9nsCZ16QnshwzY2Sr25qjJ8v9VcVEsv+7F+8+IezHXCd4dXQvgqMo1vfDiG3bo3l0VEz05r/LPSkDxx7AZxLAtlYZ+y1teulR7NP8UQDnexfAHE7YTj43p4nirbLl+Qa0GfjD6xslbO8Rv5NrvevlvQngweAzgTlb00zQLuffmUCejf/D1n8nv49e/+z+8DoEIAABCEAAAhCAAAQgAAEIQAACEIAABCAAAQhA4B4ChwWwF1S90rFaTllL3Q4FZZGSIuiSosoh41uqRG2ySrxvUpX5emKis/d3kXhvqTSx9euVY26516+OYeWfrV+wdNu9Xq9a11heL5IzCsPc89gZLF/OWM6z+bbARwFc15n6DRdGxquXAL46yL3yo10h1pFKIholddyK9lq+9hECOPLZw6jHvsfzXgGsjJdbvQxdZejzco8/QgArgyqSRwJYfqjg1zkSp1sC1AveX1oAz6Sv3wD3COA9UvVnCuA969v5af7DBCoCuHtHzvLfeZs5DAIQgAAEIAABCEAAAhCAAAQgAAEIQAACEIAABCBwiMDzH38mJVikrZyZk7elD6722q29TmOa0OSWzegFlE/VLud1xIcIYOsvvJVoVSFmqWDpoVp6AJeUsIhELzFrKvSS+hZL8lWTwm9Jgkqs8+XTp6dLSuDu7dlr12gCN197J6Hsnzf5aCJZ5pK1yHVeUglqL7NHpYsNWSOz5T6F8tN6L0oqVV5zlbGNb90Zugb/uFcAZ4lfxhqVwPbzeN5b8y+8iwkd/RAgHhd3f0/q6j63aO+9PVzHCWBLnttaVmJXBGgSm5rUrSu2/XJJv02Q7eoTvXWscN/C8v058f300xPAR8Tv8qFyIAG8JVaPCt+ZpD06Xn6DDuPkcdvu/vtZATlMuG5dn7uO2fwfnaCdjT8D+bPXP1sfr0MAAhCAAAQgAAEIQAACEIAABCAAAQhAAAIQgAAE7iEwFcB+UC+UYkLRp1jlnLfUdFdEsiWBLfmo44mdbMWO9Og9JIDLAp6fky1Lj7EAlrVUGyrJSAkXf/r0MkwA23h27TPROzq+J4CXdHQRp6Nkq4wp5xslk3eLkE/nx9LaIoCzEElS8JKrX9deyG/eNIpIPyiAI4vIO99V+SHBRo/g+Hqztzr9km1MYzH6u3CKfYQj1+Zyk4i0HxDUNRwVwdsCWDB4+dyUdnYCWG6Wrd2O8fc1Cq5ZyeafKYDz1hsI6cx5EcC+b3f7ObD6EDuSAF7EZGf8o8J2JmuPjpev3wTwgeuffKrPBObk9G7Jf/1A3Xg/IIAXrGf5z+4Pr0MAAhCAAAQgAAEIQAACEIAABCAAAQhAAAIQgAAE7iHw/Of/cgC4KZfse/765Kl/3iSVpYd7yeHsPIoR0v9qgjemQPW5kugdeIdVAngxXSqQmqSym2OVEJPx0/VeUwLX1ubLPBvEWJq4B7fX39evQ+awh83hx/Uc7NjYkzYmgI1prsi6km1vKmFTyvmSxJlen/5XBLsIuOU+2H0J4jWuM173rOexPz6mb0VC31Kpbv9Y9kdHAPu1+N6+mUFIfnvZ3rtXa1YxjdnfeFsll7fecPEHElUAy7xyH8oPF8oy8uxuCaNk45YAjgnfWQK494OL0br3XGtbLaBzRq80+ajW9fJGvCcBvP6ByabQ7G6YSVr30QJ4UGJ59qF+VkD+3RPAMz6zhPCM39nzZ+vjdQhAAAIQgAAEIAABCEAAAhCAAAQgAAEIQAACEIDARxBYCWA/iX053ksh+kSjlVi20tE2hpRYtodPAFuv2PbLdz22SUqGK37OsVZ5SEnn8ueSEBwJ4GV+K9ecBakJYC2z2xPAW7C9+M2rKWuJ17VVHjmOb8duCeAmgd3xlSLhbznt/NYIYJlLBLvxs1LRmfdOARyP8ynVLX4mZjOnXAK7L9ZG69C11/LeUczbazMBrLy3pN5jBbDdX9umIwHcvD9khbatB2L0iLDqHevfy1uJ/tG64vszptDjec0+RwAvn1+VS/mMRABvfeTe/dpZgXv2/LsXzokQgAAEIAABCEAAAhCAAAQgAAEIQAACEIAABCAAgRMEcglof74XqaPnRfqINxSX50sTt8e/Pb28pDLLckx6oS3BK6WCVbjF+WL52ygrrdyv9OKVhyUpbe61QC7HuX69cmyv525ez0BQ5rk6fXej/LTz5bqkz689/PMziefnEmfWl2whSVtSzzWxbYnq2DO2n7QOeGpv2iDtRvI7XudeXvG8UbntrT1u51yFQcfxxntke9f2ko096he8Nbef754SzlEQLzyW69hOovq9NEsN997bI4Hr30+zkK7n0xPEK35+T92TpM2ba2c/3XvH37rpe+bvzduUgHbiN86159r+JiWaZxhngnV2/uz12WftbP7Z+bP5eR0CEIAABCAAAQhAAAIQgAAEIAABCEAAAhCAAAQg8DMIrATwnkV4ASzHS6qz90W6L4HcjCu9aoMA9oK4LUktvYSl3+1zLtuc52t6za5LxDZSrqSGo/B9hADeKh0t6+zJzJhUNi69stg51Rr6qlY2JsCL0N0hgLd6LNs6TAQvHvykAJZxozSOe8zu5z3y13P2QndbVKeEdCnBHBPXebwD7YDvKZnsr/+sAN7zfvXH9EpI+/fb3tft/T7aU6PrymtBAMu7Qm/LpijeuLsI4F1bfyZwEcC7MHIQBCAAAQhAAAIQgAAEIAABCEAAAhCAAAQgAAEI/M0I5BLQtubYQ1Sely/QY9nYmPKLJaB7PYRtrFGJZ5PKcpzIx1oq2PrWtglc6yXry0778rn1i/82ATzr7buVAM7X0EkSe4noz28Sw9L/tizQlzse9dy1c0UTLVI2XYr2+LU+sjXla72VfQK47b/c35mzxKaUlfaPeP09cW3Hxx7J8fleGemRmJ+9r0aS2eYYid5xulXfFlsCyc7tjS25d3vvzCSUztNe4ZHU7RabXvn25n6WeUfzbZVk743jP0tm96x33XvO0RvzAT16d0/u5jcRG9czE7s7Be5wSTvPn+29ny1AZ/MfuSW9Y3/16z97fZwPAQhAAAIQgAAEIAABCEAAAhCAAAQgAAEIQAACEOh+P24CeNR71CRWFYsiZC9Pvr+vCODsZIot2lOW1haj6V792yI6kzzrlUyOPXXlHEsSm+iLyUTph5vXVso3z/r9+n6zOn4rmnoCWI6LIjeWixY/dCs9aHuycnR+FMDa4zfP2PA2AWxc34sgmgmQkQCuQvBxAtjLd98b2Powj4Tx7K27lTD219dL9s4EsN+neT+YxM8/jCh3wg1S16ICWN8X9QpmorXev9lV73sdAdzhdDaBPJPPeaN0YuR75713/GWz1s+s2ft/JmBn5+/bheOjZvOfHX+2/tn8s/PPro/zIQABCEAAAhCAAAQgAAEIQAACEIAABCAAAQhAAAIfQWApAS1fhK/lqU5pZYv96yZuLTXsSxtfXErWv65jmSzWEqhW3jn/OZVrNoFmCV+76JiarYK43+u2wkqi1PXuXfeDfW5KSnvBG3vE5vU7IWzj9pKs16dW/nnBXqpfN/czJpMvSQJlNumoJRWb5G/lcmkFcEhy2v3wArQnA0fivN7rbQEeN+VIbsv1Nfun3BOf0O0JYC/ke+ngUWnvuC4vYaP03krb2n7ZW0LcX4PNsyWAtxLxj3jD7ylRfU8J6C2++j7ft/phue2ZBL2nt29vzCPjbK3p7Dhy/uyat5AOzp8JzJ8tQGfz79tF46N+9es/e32cDwEIQAACEIAABCAAAQhAAAIQgAAEIAABCEAAAhDoEcgC2MtfOSh+ae7lbhWLNeG21Q80CmBbhJ9jSUouAvjNJWprj1s516TsEQEs50n/4FHJYd9TOCZ35dxRangrySuth3slgIVVFMA90TwSwLU0dhXoes/a2yvco3i0++yT2j9SAPsVRs4j0bpHAMs13IqY30oDX0rb1RRgTyK/Skrdv/3Gv0cEsM09lJqddyACePDBPJOhR4Tr8qFjVlp+hNL2Du8mduPSljX580tC/v26/1+Y2bXtH2l65K8uQBHA01vIARCAAAQgAAEIQAACEIAABCAAAQhAAAIQgAAEIACBwwRyD2AvaSWha311TR70k6N9YbZewVtOftYUsZR81v+tx02p15we7giaMnBMYloJ6N6V6/gqaC5JAHvROir1fEQA+zkl8StOyoThcygd7Y+1osrbyWSVVVFovt3sbBPApVetpa6LGLMEZhS8Muah0sRist1jS7DKYSNZHpPT8X7FBHQsF63r1rNiyWgv9hvOIYZ6LYwkaS77xvbfW06l6/7w89hcvb01eq4n4v2xIznce48dmXfvseP5+yMY29vbrezH9ocHdtbourvz7SmFPJOkpwRw51r3jPeoBHCzIXZGpffe4HAcAnj736mZgJ7xu/O2cBoEIAABCEAAAhCAAAQgAAEIQAACEIAABCAAAQhA4EMJNAJYZvJfiHsBHMXw/i/GVVjWcbV0cV/aabnm9/ckm95DQi+NMesB7EnVkssqrmROSQH3eu3m9RVhOxPAKyFbJjojgL0ksySriesXi62Wi6si1fjUHscKWoXHvQLYp70ztyCA426MPKREdeyTvGcH/xMEcCz5XPdgJXCPAI4J+z08Z8fMRLWd3/sBgb2f/BwI4L0/iAl3Zia6Zzdy8vrsc/pnC9DZ/Ccvf1XNIo43m3/G7+z6OB8CEIAABCAAAQhAAAIQgAAEIAABCEAAAhCAAAQg8BEEsgCWgWMvX//FuMjfphTvRcudbn85XkWg9X/1qd94rknDWtq5JuOactGuv/AMyCh16tczkpWzpKt5mygQconnzsJE18rzscewclT+9l+foh2XFS7J3wGElKXOr5iEjMnc65Olrduy2lU2JqWdhvD+2Y9h+0HWZ/JPylNbieqeSLel+pLbcfmz+xFLJstYkZElhHXskgCXus9uz9b0b01Ztz9K6O+/er/7ws9LYH1PaSpa16h9nXUhRdyn5PGoB+9ITvn3w6j8+ukevOHGLPe1k5KevQ+X1zuycyvBb++N3ePvPVDWsSfxOxpvj7TdO/6esfZeV+e4mcCcCdDZ1B89/kfPP1v/bH5ehwAEIAABCEAAAhCAAAQgAAEIQAACEIAABCAAAQj8igQaASwLNCGwFpvr0tBy/OgLdEnx1t6+KdVbErYrYVWE7rq3rwo4n0jNyeGOAPYy0iD3kr52nBfA+RrSmF74eqk4ummPFMAyh0lRL8Ltz16y2npEystjJKrvFcBvb3KfRer2BbC/j3Y/bH0iCXMCuNyn0dr+DQJY967erTMCuPejiSjB2/eIzjkSwCNhPPtwiuONksyb4yCA13gQwLOtt72lJhtxJrgRwKfwczIEIAABCEAAAhCAAAQgAAEIQAACEIAABCAAAQj8ogR2C2BZv8movpSqiUjt+VtLL0v/XXvMRLAcp4LWxitJSUseOgHck5Fyvu/1a+NJj1cvpW09Xv76BKgJ5JHEbNqYaswzhwrz2pdes1V8+/nsz1E69/aIydVailePeit8pfR0vjdBjH+UAK49iHU/GD9Z314BrOsvgj/0St6TAG4Tvm2CN9/vkrotpPJ/LqsEcP8dWVPYun9rb2CX3i2vrAVv26d4PUMZQ9K/pcR5LLE8E1Led9US03VtUQ73r7I+u1fk/qME8AzKntdn4pYEcKY4E7B7UG8dM3u/zOafnX92fZwPAQhAAAIQgAAEIAABCEAAAhCAAAQgAAEIQAACEPgZBJ5//yMYuLIKnxTslZz1X+5rYrT29TUBvCSAXXJ3JIDt4hcBmASKSqe2oLIXhCMBnNfmevpWoazp1CYxWdK/vdLC/oaYrDVxaeLVODQls5u+uUk8O8RbJaDrfG9LavQ5iUsvpo1JFcClHHcRwAuTcF7cXM8pQewTxpbKrWx03lgCeiSA852S8tcuASzPRW7x73s3/aj3sp+j3sO0jpKQ1td9P+ntXq3Kup7vz42yyJftjiK1n8A9LoC3BO0jBPDyvitYfO9of28eIYClOPqK4dv8fuzdIz/0OARwxj0TqDMBe/aenZ1/dv7Z9XE+BCAAAQhAAAIQgAAEIAABCEAAAhCAAAQgAAEIQOBnEHj+v/9+r81O8xf6tVdqFbhtj1pb6Ovra5aEcs4lmUIvUaWUsAqC0qvWJHBJxnmh5CWBieQFRjrf9x/2kKIAbl4r8/TktSWBe6WKY69cL5Jl/Ph3Sxs/S/9b6+vaWLttAaz8rGRvLXtdywZ7AaxMs6wtAJcEcJnTJ6dHJbPzICGhGGVilr/i5iTZO0nrCgMp/ezFut2L2Nt5lPCdbf4tcbzuAawCtyd+l2T3kpz2ieF4jq7K9lArQVNf3wRoJEb39uCN190r59zu6/aMKGyPJoBjSei9PYX3JofzViufMMu1pffJwvSjBPBM0M423N4E72yc2etn1zkZfyY4zwrajx5/im+yEWfXN1v/bH5ehwAEIAABCEAAAhCAAAQgAAEIQAACEIAABCAAAQj8igSe//Ofb1nPmJiLAthEoIVYvXD6/l0F8OVyzTJMhKEcJ8fUL95DCecimH16UuZvE8dFPqbnk1YccovJWv93E6FRAOs81ue2ljC2Se4VwHnuIrYukgAuJX4XWWslf12p5ljeOZ2ky0jjvK/EmIh5E8C3pUT21QT70zUzlOtWiZ7SpmEuD7L4+eUpLyzNqXgB7NnaSX58SwZHodITwL5E91ayd+sN0y/NbXtFEtQqc6WXse4vHW2fABbO5YcQ+V7KmVJCvO3nK3te3zvyw4B2tf8mAWzv5dH98p8HeX8ggCsqBPDW23z62kzgIoCnCDkAAhCAAAQgAAEIQAACEIAABCAAAQhAAAIQgAAE/oEEpgI4C65QpdULHUv1eQEs50QBFgWvZ2nj+S/zlzl3CBKfEK6p4CLnwuJNAOt11f65o16/UQhv7wGRjhXWkpzNF2hCsb6+RwDXXsQiMotlTALtrQhiqzZdRaf1g317uqbey6NexkcEsFyzLxFt7GI57lECWEtw67p8z+UeyxFvn7z2id9W7CqfXtnm5biCMLRMzklnMb0+OWzlwnWd9b7ZLc4us8jfXunkXonm2WfIj04Az9YzShS3ZcnXPYjjuM3nAQK44tnx+Ta7R1uv7xakkni+Yy27xz9zERvnnp1/dv4HLZthIQABCEAAAhCAAAQgAAEIQAACEIAABCAAAQhAAAIfSmApAW3JX5ut6d+7lCjWVzVpWoReTpu6xO5S7rVdd08AW2JYx2yPr+IpRCsDjl4fWz2k9n1Rc9CEAAAgAElEQVTVuUXgWenkmkqeScmZkFx4ZaPYX2uef0MA2/Uv5bJdovRWTO0lJ1n3C+Dnpg9xIeLldBmql1SNCWA5W0o827334tzfjq1S3TMBPBPtUQB7r2/JXOMTBbD29NV+xIJTbtVKbN4hgOXavQi1vxuTswI4jtd7n5wtAR3eTqu/IoBnhE6+fod0PTLjTHAuCVkE8C6svR+57DqRgyAAAQhAAAIQgAAEIAABCEAAAhCAAAQgAAEIQAACP5BAFsAif6Mo8ILX1mOyYN0nVCWwPLz0kr9birIVwFUax5LRu4VFGVtEZzd1W1KnUQS/p1q9bZnr0qO4REJHSWC5FkvBTu9PTjimksxpDbHnbRzfpG/DR3rLLuv3ZYfXMz8XsTxakwlKL3WFuejc2me4/XNOtmZhKpDb9O9WajqOF8tGe1nv17tH/jbJ2FxuvO45v+/KLnRJXt2YMQk9Ept2vk/8brGNr/XS8vo+aI/svU/8ESPR1Ctp63t1x0TybH2zvTz6YUb9TNgeobnunuy8t9fuTJzeO+4MyN7X965vdtze+Y4eZz3S6+9kuiPMSijPpj3yed4ba3b+bP7Z+mfjj86fnTdbF69DAAIQgAAEIAABCEAAAhCAAAQgAAEIQAACEIAABD6SwPN/f78lAax9Y+XhJW9PCvvFxJSwnq9HeKFpiWF53uay1PBMAMcv4P3ffa9bE6uWVK1rkN6tNV78liKgWXAW6V1Tt3r9ewVwXFfDTwRw6smbrzfUGu4JYE2oqsiWcS7XJIBF0pbUrRerK/6rXsHtdhmVFDYBPJLU4oW8APY9fnsiN4pmS+V6CSwlqXsPL9Yjr3wfSwPq0bx+35XdlwWw3s/rIu6t/LTef79X46osMd5d7iKTdfxaSlz3d+Svf79HANv7xY+IAC40ZuIUAdzfvPYsAri8L8MbNlDr/fvj/73chsyrEIAABCAAAQhAAAIQgAAEIAABCEAAAhCAAAQgAIGfQ+D59z/UrvWSulUGa2rWjml79VqvXb2AIwLYLvnN94jdTHZWsWxr9glgEYkiKtv0ZCsdb7dbnvZ6VUFrZYNHZY1tjSZul76+RUra6yYnt2Rlni1EKi9OZPk1+ATwwsmde02KWeZ8nwjgZX0hoX2TctjpGq7FTN7c2DKujJ99bUkA7xHAfgtHAbzV+3cmgP24a4He7rvIKpd9lpLlJY297ru8Lj/u5+uVmo5j6V7sv4F7vYFH75OWX6iJXl4cJfVtDSSACygEcH9D2rNRAA9+8zBL0G5P0v44onfsbPyzSduz4yOAZ3eY1yEAAQhAAAIQgAAEIAABCEAAAhCAAAQgAAEIQOBXJHBYAKtokoRqKZ1czNeREtAyxsUlY3OL3DDeCNYqAexKQEu61xLANZ1soldH/P79e/7vp0+fyhSlH3BI6sb5RwI4plJjqeE4jr6+7hVs6V87fiQubHwTwE9J5GyV6e0JSEv/5vtQbpwX03ktaZleADflnB0rE8i9+xVl9zXccztnqwS0rW+WrI0M/H0YlX+W+Xs9kP219ASw7zXsyy/78eL74d4EcOT6txDAKQFvj5Rnr5fwTykB7a9jJJr3JpRnx33UvxokgDPZmWBGAH/UBmRcCEAAAhCAAAQgAAEIQAACEIAABCAAAQhAAAIQ+EgCuQR074twL3l7/Uj9c1HmynjxHF8GWl6/XCRRrCV0pdKxHR8Fr66tIvDCLj+fBMoiMYMA1i/3dR57fP/+mue6VwDbOOskb7/XbHvz3lYJYC++q+xcx0nlGUsF5+uS9G+GcWn629q1pleX0snLvWgEbOpP7MC8l3LTthck8W0loOW5nK7u2FJbc6/fr6Vve2W1o3Aelbk2fj2B6p+7hUT2qJR3FbP9hG29X22y3Z4fiflaAlyPjOu9VwBHQTUaZ4uT34Oz8+OHzez45vW9gveRAvUjPx1XMHp7Zv1jDj0tlDu/VxR/8PUdFaBHl3N2/Nn5s/WQAJ4R4nUIQAACEIAABCAAAQhAAAIQgAAEIAABCEAAAhD4JxKYCmD5Al775rZS0qSi9kOsaHwJaJ+OzCWB0zjvqTerlZMWcSyS0foAyyhyjDx8n8XdAriUgF7Ol8GTeDHvKfOIAJaHlID2/X97SVh/w6NQHKVKY+K2daYmgKs0erckXrrImQCW9SyidUMAZz8sLEvp4+U60jmSWJbZn0tJ5PxnOeDVpTYLN3k6efrlIWWic79iGb+4sGVfdEpi+/RuFLQ9trLurTRzvn7n4Eb7wmSyl8prkXmfANbN6e5fKcHdE8Cj/sv+OkbJ99Hzh4Rs4KXvC0/+WAI68l+Nt4hd4bMhQIMAlnsa15Uj6FuPn1Hiubm+7eUhgJXPTOCeFbSzu3B2fBLAM8K8DgEIQAACEIAABCAAAQhAAAIQgAAEIAABCEAAAr8igaUE9Kq0chG7Imdut9csbf2jyt1RUnKd3JVx5HG5iHzVHrMmf2u/4VpauicPNktAR+GZBURdt15LktDJTz1f3pYy1Fk2F0vcS7LmNTtD1etZGwVyXyinOYPpGiWJV8lPEV5BiuVEcLo+L6NleBPAsm7f/za3+SwCOOg5vRHuIb2F81JdwvpeASzDWmnuRooW5l4UjwSwPR+Tw6M31aqk9Up87hPA7Z7Xv0nfaflhgTx6JaTb5zRpfU8COJaXHs3XW6M9d0So91jOhPE0AbwsZJ1qH/1YRCH/RAE8Sih3BfDqnSTvOvnEaHGSAO6+Vc8K2tH7v+7/7X10VFD7Hz7N5uZ1CEAAAhCAAAQgAAEIQAACEIAABCAAAQhAAAIQgMDPIvD8x5+qYSx5K3+Ocjcmd/1iRz1Q22P0b74/bxTAOq8eZ6ngN0mpdpLHNraK2/oFv5UcbmA6USfjvZVSx3JeCgHLbPlwL4DlzyaCRz1+4+vxBvZ7665lxFpU9kRZ4vCeM73LOmW+vQLY1maz+wTvwjJeQOHWSwC/S3I7XMp61VWa5/LfZb3GWtYe2W4lgHOCvAj+eJ7fO5lLOdYuyUt3204z8VRy0Q0VO3ePAK7p4x8rgONtjH+fCd2jxyOAEcBbe+6oYF3vv94ny2yX19dn7/Oj62tT/efWtv8qOBICEIAABCAAAQhAAAIQgAAEIAABCEAAAhCAAAQgcIzA85//S19pS6CxlPf1JZrty3FfllmG91+aj8rwxh7Acl5b3rkKQHnNhKDIOhlTSgabrL1IVLgcU8tRS2/fkD5e0qpSarl+Oa+9c1Pp49Tu+HaTBHLqG3xNErO4GxW+XibXEr+X52yJ85p6EjLi9mLYp4llDrs2YTxKsla20uN3FITU9VkPYF8u2NKmswq5EmbM4weBbtfz9n5L603p4oJR1tw8kpDOIjYkhyOPmJwebc+tnr1R6MoYrp1xuT+tjJH9438QMO8J3K5M77da7rdy7cJjVPJ8tQ+WEtn6SnyfxBLPIzE7Oy8KrpnQOiqAR/dr83kpkZ1/sHD8sSoFfXyI+8+YpY79yPYGs3M6CX19k04k4ZE577iy2X44KkiP7rc7lnzolKPrPzR4ODiXv08/IJLPPd+i4MyYnAsBCEAAAhCAAAQgAAEIQAACEIAABCAAAQhAAAIQ+AgCz3/9ldRe7s+rxqonbv3zi2AMgkuPqdIsLlbOM8msY7QCWI43QWpjvb4mWyvPFwEsE0iKWKVGFcA2l8hMFX0zASxjpgTwi8x5TdfeytBLI2VKQngigHulo2PKtaZPWwFcr70I7SykS3nh2Fu3XJ/dE+FwRAAvPYrL/XtPotdKYLeStOyH0mvYC2Atq61rFX/se+3avej1SPbliEelr0ebfH38dn/RXslo4+znqPekndkEsO1beXVWkrnby7YMOxO5jxLAvfdd73rtuV4J69E92P08AriiQgDv3jb3HPizBHD+LPHlEe5ZPOdAAAIQgAAEIAABCEAAAhCAAAQgAAEIQAACEIAABD6IQE4Ay9gmb01yRREcE4vx7zqGJG1rbWBfSnqdHFuXAJYxTIRJgjOWWdYkr41vYrYm7KoAVikpj6SJc0hVyz8/lwTwW5a/L+l/uQR0el0qQ1sa1gtg6yEchWJvbf4eWeLXy1EvG60c9pPIsnzd1ySjdc0qHWXdiZEJYElUpmOVqU/j1qSlyfkczO0ED+UahGu+6uU26Zi23noNJf06DDBWAezvm50/6j27V8zaOFH85rWXlLgvGd0TqL25YhJ4SwD33nOzefyPGLbSrCM+kd8ssXtUgM3G+6DPmd3D/hoJ4E4P33gFW2J31EO4u6HWZeF3w9pxIAngx5VpJgG8Y8NxCAQgAAEIQAACEIAABCAAAQhAAAIQgAAEIAABCPwSBBoBPFuRSeEt6RTFsRfKfnxJAMvD+rnaa7lM9JIuVjFpjzMCOJcRToFi+Z8EWC/Xt00BXNe9Fgg9KdlLAJtsXEu3mgCuvC6LAJbrtRLWiwAuEKIAFnHcctW/jfyUisckfYN38gJY5fFMTLUCeLZ3lvubFtDr1Twq0TwTwMveCIn0mkZXkW6PowK4JySjvPUlqr2cln3mK2f7hHD8wcUsATxK6iKA9+68HcctbwoEsNHa6sGeP79/qrEfV5wYrX/HLhgeggA+Q49zIQABCEAAAhCAAAQgAAEIQAACEIAABCAAAQhA4EcSeP7jT0sA1xLQ9sX+JZf/rf1v5Xlfxtn+vvVl+yxRbHP1xo7lpj2Ynvha+rMmkbOUXy4mtCeApQx0LqEs/X/FZzoBZKLQRGwUh1FM9gSwrLeVwFVESuLYP+p8cszbknS+llLLOaks4rYIlyp4fQK4lI32l9LMEiYtry2SPcj2PRvxWtazErVlLOMSk+F23p45to5pE7wpMS1PuBLEUZyOSk/3nrexY0p4XDa5Jrh1X+vK7Xj/44gsk5Idlr7C/j1g17oncR/ffz1OUdD9sATwkmwfJDBnpZFPb4zZDxjOThDO/4f2AI6Ufrbwjes5+gOIM3fdC2B7z/5qPM5cH+dCAAIQgAAEIAABCEAAAhCAAAQgAAEIQAACEIDAP4fA839/vzWmRHq9Stlj+WLbBLB+2Z3+Ty4hbCWLVeyMSj73vqj3X5ZL0teXiLaxvCTzAnhUktrPs1cAi+i9vqQkqhPAOk65tqWXcE3izhKqMwFs45ugFOmcZywibC6AdYQogK1EtXEw2RgTvsv8Wcz2S0gnG7lQsPtaS0X3N70XwL4stmwqEcuW2m5LYT8//TgBbNvbeLdisOVer9GXcvZXPpK/jVj18jPd35pGtvLeKn/lMRPAkfoskTk73l4flb7u3+U7nv23CeARopno7r9R7wDeP2UmKGcCde9+etiCDw40W//s+o9MhwA+QotjIQABCEAAAhCAAAQgAAEIQAACEIAABCAAAQhA4GcSeP7Pf75lIyayzmSiitRW8M7+nsco52wlH+1it7649+P0hVsVmNIr1x6LAE5PLCI0vWwCTso/31IfYJHcL5+enj5/lp7AJQWcT6gCOAvwfCGXbgnhowlgPV4SnzWhqs9JAlmSq9Ljt/Q9TvLMhLckgL3EsLSuaUx//cJhmWfxnD4hrH2XXdD3yet/G1soWOnpRsi7VO8iiG2fuP7Mst4ciHR76KMF8OhNVPfZcQG8943pk8KxzLOM0fuRxLondpuUtderKJZS3yXh7BZ2VIDFZPHeazx83N9dANvnyllBiwA+vHWOnHB0/x8ZOx6LAD5Dj3MhAAEIQAACEIAABCAAAQhAAAIQgAAEIAABCEDgRxLIAtjEnyV/ZQEz4Rtf9+f8KAGsCdMqqrcEsCSOb69JkKbj399vRQBfS0nrJGGLoLWEbhTAVlJ6lBidJYBNzOrN9T1GHy+AL0lambdqBflYADflieXHAEnoyuOIALaNm++L28Va7lh7/9o+eXQCePSmsfXbDwKOlIDe+0bMTl/+1+n5awwXNuGHFfF5+/u9AviRice91989DgGsWBDAp7bR7GQE8IwQr0MAAhCAAAQgAAEIQAACEIAABCAAAQhAAAIQgMC/kcDz//33uyaAS9ln/fOgb+eAkHwJH0s3x0N7Utgfs9WrtJbQ1bLRS8/aNIAJYBtr1ONUxvj+TZK1koi95RLQnz4nAZxFp6VkawLYxrs8S/LSkrXa01ckYlPuOKRfM0NXRjonYosErZxqMreH1YRzWmFzvfHY9GpOOKtgrdp14VlEbsO6CNolTVzW/y7pYGdueylVf46MKSJ31f83LNLLcTt/1lN5VHJ735s0F6BeevDaOcZJ/j4ff9ZD1ifPdYbe26aXYNe90Pb/nfUZ9iljz2Dcj7i/Jp+MlyPi+Qff+qvz990fgdWWkq/3qHDP79M+091zPOLAXzwBfPSzevX5MdtA4YSjJchnt+Cj1392fL8v879z5fNUK2bUH7TMrpPXIQABCEAAAhCAAAQgAAEIQAACEIAABCAAAQhAAAI/kkAWwL3Sz0cW8SgBPJJPIwGcZWypBh3FVv3iXv+kAjiJt1QCOsvZ62sqAf0pl4P2AlgFZS0xHQXwMq4TAXn88Pel3HN6bSSAtyToUQEsa3gusspL2ty6OUhgS+j643Jv5yKAe+luHX/9w4CtJK+J4Z4ANo5bPXiP7MH22FYAy7J1D7Uif3t8FZH+mlsh3hfAM8Gqe/HjBPBZgXv2/N33DAGsqE4K5rOCc5agjfcTAVw+FxDAu9/qHAgBCEAAAhCAAAQgAAEIQAACEIAABCAAAQhAAAI/nsBUALfJXl1gFbL9Bfd6+G4lgH3p5jhiG1BLCWDfwDYvZjutbOe3Aji5zstbEsDSd9fNmGSMCskqgK0HsEnM2EN1tZ4ynKVxo0w1KWpiOV7v7VbnlrH3JIDrGJ20sJO/cg1LSeROj14Zx4RsFLOjkuDHsuJupUGYj2T4LKm7lT6uJafPJ11t5TdpJJ0fNcHdm2cmUlf7qID0+9XvjfxyKTXtn58leA8GPLsp5q2PpaPjL2P90wRwbnrdSY1/cAloBPB2Uv8sH9uv9iOn5Yc+qTJEfo9Luf3Zm/3H/7vOjBCAAAQgAAEIQAACEIAABCAAAQhAAAIQgAAEIPAvJ/AQARxTkj0BPOPcfIfuREpb4nmfABYpVYWzlo2W3r9SAvr2ptI3C+AvF6fx9Mv8owJYrut6reVqqxBrS9yuk3aXbonikQBuSk43ML2CnQvgRWi407xERQCrLO6VXG5/+KAA297GVTTPnNBhAVzu16jEud3X2euH3oejg4fvz9no7nUEsMIgAXxg06wPnSWYHyVnEcCnbhMnQwACEIAABCAAAQhAAAIQgAAEIAABCEAAAhCAwA8m8Pzf329LhEqTuGqa7Iv1Xm/fPSWf43VE4ZXdRynNW0v0Wrqylt618tQ2ngpWl5JNvYvb13Tt2itYDtYSz7fX56evSQC/SQpWBHB6/vOX69PLS5G3uWpwXwDnGYvZjeWUZa5LEsAiTuU6biXZan/31+lLEFuJ6CjPcynmfAOSIM4lmVVg57LBsu5V30ntAewfUgp6SSaH8s8xySxj+kfKteW/LuWhJxtyTwI4loCWaxDR7fsB3ysuxwlg7bFr6XKTt9J7Vx7ymt6begW2R7U/r/Z+Hq+rhX5WNG0l5P06Z5xmr09u53YCuCMrYw/u2fjx9dl6hyJ9Jk5nydu9Cx3NszW+P2e2jtl1zN5/s18aTM6fCdT1/Wrf8UfPn42397bYcbP5z74vl3nSx4b/AchStYIE8NFbxvEQgAAEIAABCEAAAhCAAAQgAAEIQAACEIAABCDwAwg8RABfXFnmUUnYUeLRrlHE7CJ2JR0oAtRkp4xfRMpIANfSubV3qwlgEY7fv1+e/vp6yzo4aeCkOd+fvnz59PT5pQjPHQI49xwOIthks6SAowC2azPBLX+v4lMk41q47xHAXtpeEid5tEnUKid7gtZKQecTQ0lt81EzATwSzKM96xPMv7IAroK4L4Dj9fV+2DBkUH6Y0Hv97yCA008Qynuy9s1eBFzZh0c/sxDA2yWMZzzPCs6ZQI3z/2t7ACOAZ1uR1yEAAQhAAAIQgAAEIAABCEAAAhCAAAQgAAEIQOAXIjAVwFtr9aWe/XExKSWvzUveOgFcjrfxJWErAlhcpXjirfFtHTUB/JrTnF4Av+cU6PPTl99enj6p5yuVWC2VWhPGvV69OY3rkrU+ySpjeUm8iNSQxFU5XRO9oySrJXIls/xeyuaKAF54FvHm+9Aqb7uutqew8REh6/sXe0Hb3MvOBrDzRN6VJW1uabk2m8/3Fn5Ej95xD9r6QwC///z+6C26CrG1Oo9loX2quJcoXliXRWqyeJ08zvtv1QO4nzC+W5gO7tCsh7DfS+/vt2XPxEoB8oONex53X88sOTtL3u5dLAnghhQC2P3AyMqy37f19+5AjoMABCAAAQhAAAIQgAAEIAABCEAAAhCAAAQgAAEIHCawWwD3Szj3CwBvpcqiNG4FVJWVb6kU8lkBLFlfEa0xASwCWEpLv7xcnz69SD/gKoAzwWQ1l7lLKeD8tJN0sVevvO7l5lCoFhEcBbCcHyVwTggvHnCfALYdYGNdU9LZHj3ha/2L7Xh/DXJeL58o4xgL8di+tLWdH3dib/zRsZ71aEePxa+d8WsJ4K3S03FvZe7lAkcJzyiMI6e9lYH3CmBdTy3bjQDeKH5OCejd/xB9dIL57Pj2XrRS570fMrkuBLuvmwMhAAEIQAACEIAABCAAAQhAAAIQgAAEIAABCEAAAh9JYBHAvv+vL1ls/X79IqrE1d601qN2a6G9XsK943Xut/S/KliWfotZjOlZkkaUR+zhWr+gv6bevBIcltqd16evX9+fXr+Xc0XwJpkl/X9fpM9uFpraMzj2q5Uzoqj0CeCt9G9eXyixbNfcT+y+pR7CIp9FWn8q19cTrFWUj5hXAdz29LUy1q9pHl+COq6zBJRz3+HxfSo8Q7q5ue7wWmTpS1e3e6yddSR8o1i2s+rzo/Xv6V5cRayNMktAjoRT/FFEPG6WhL33Q2CvCJ6N3/DP759J7PFHJXRHC3/U/LNxbH75vOodO0siT8afCcxZCeez58/2xc8ef7a+s6+XluFL1Qn/w4fc+qD0AJ69v8+ug/MhAAEIQAACEIAABCAAAQhAAAIQgAAEIAABCEAAAkcIPP/+RzV0Pp3rhY+XwHsEl8nkKIdNFPfGWBKlUuY55U7f1O8uD5PAsi6TxPJiTLXWL+KlJ286+CpjXZ6+JQH8/lb65SaBdZUv7tNfPyVLLKI4z5+e2yOAraSxLU7WsErOLknf+lrvxrRJztSdOF3gJcdqX5rEsRedcl0j8bOUny5iXoZSua3CMwrg5Rp8v2V50rZFR2D78tHGa5RYjZq1J4D9uqIYt/VFAdxLS3u+RwSw7Sk5X+fRHzXo3/ulmOu6tl/fe9xIAI9KQ8/ehzFpf+RDoXcsAnhCEAHcBTQT1LN9ORPMs/PPvi4CeNRywH401PsB1M9e99nr5nwIQAACEIAABCAAAQhAAAIQgAAEIAABCEAAAhD4exN4/uPPfrayV2LWp3ilRLM8vCjzX3p7YbuFyMaU+azHrxxvX7p7sZgTV+WRyzjL3603cJJ2IiN9AjgnetPxt9t7FsCSBDbRK8NI6edrekIEsPxZ/hflbr5GJ0/l73LtTQ/gIFjzMSJyd8QvLW2twlKZigB+firNidOf5KVbEuJWzjqL7fAQMvKsXf+eBLAfoorXwjgIYGEQZa+//3E9to7IoMek1zN51NPY5onJ33GC1lgZIR1BpY3+Od+rxFn+v92HWa/eug9Xt+KuJx4hgHMyvUQWZf2PksA9ATbd2rPk7CwZexdFd9Kj5p+NM1vn7DpJAG8S/NkiFQE82+C8DgEIQAACEIAABCAAAQhAAAIQgAAEIAABCEAAAr8igUUAe7krC90UUiIknQCOCShfstkHSMUpRt08E8AGrRmziFotYaxHWB/amuBNAqwI4K9/fX96TSngazK9XkyL+BXNehUBnH2rCNjLSgJvCeBFsjWSuCR58+JExNXrHvVulZ7Ci+DNCWArsWsCWIW3XvOPF8B2H2aJ2HjcXgEceybPBHB8M633a2TUCuBsezuPRwjg+F7a88bfer/N+x3be+A+AewT0L21IoD33MHBMQjgE/DaEv+nBrrzZATwneA4DQIQgAAEIAABCEAAAhCAAAQgAAEIQAACEIAABH4qgaUEdOzROys9GyXXTCCvrrJIzJ74EwnXLQFtjWnTYF4QZvk7KNV5S7nY79++5/LPz8+aqvWpsmvygJ8+qwTWDK2OJUI2HuvLTb+V1+26rByo9dX1pah1HD3SZJ5P/lYG70lSi7jWPsh6wiWnei0BLE/JHFvpYp8EtuMiZ1/qWtel1x6FtmnUUSnXXkJPk6iagJbb7LmN1r23pLNdv99PNW1dpW8NMPdEr4rSXsp3VrJ2K5FY09f9sVfvgc6+qPvJ97uuJal7Y/jn/PpnCWDbi+17vz9DlNDyY4XNx0x8zi7kV3mdBPDmnZgldGfvp9ltno0/O//s6zMB/CT9sPOPctrPmVFJ/LPr4XwIQAACEIAABCAAAQhAAAIQgAAEIAABCEAAAhCAwB4CQwFsJ9sX2TWp237RPSsVPV5EEZzlgNij1gRw2ze4nJO/dE+9e/Pk8txzkraalI1fvJsAvt1MmmppXPvCXnK2X37TssvyZf57Hud5KoBl2b4kciOAJXmcxmkfluitz8bSxxfpS5zLSXcEcLLSy5oRwKvkt+4Fk5KSwFbOl7RP1uW4qwCOpcpnwmompPYkpHvCdSVYXWp8z/Hx/Sp/RwDv+QicHIMA3gR09P1w9I7Mxj863tHjEcBHiXE8BCAAAQhAAAIQgAAEIAABCEAAAhCAAAQgAAEI/AoEnv/7e2qQ62SRLaonwkycjkoaR1m8fYFVAKv0VEFbpaiIWLV4VYCtz1nWG4SrienXdMr377en19fXpIlf8uHSSzjNltmwRtgAACAASURBVIXxNcnaL19Sx90X6Rd8U5GcJbDJWBW5InujpLbnM79cAlqSn3p87FFb/64p5H7f25L0TCLarlsSwD4da+PPEsDGxTT02QSwrWfde9f3ZS4J6nLf9iaAfd/lWG7briMy8IG7VQnjIvK1H266z3LvxKonmdeK4jYNHnvo9t4XW71vez9A8O+BrYTwSByvktkhSb79HluXco/H98TzbMwc614NJD2U3fNnEsCPGmd6ITsOQABvQpoJ2tkPKmZ3YDb+7PyzryOAzxLkfAhAAAIQgAAEIAABCEAAAhCAAAQgAAEIQAACEPgZBHYLYJ+a7Ukwk19rYdUvjfn+fsvXu0jljgCW12U8L4BjiWKDFhO3skZxst/SNN/T/5GexZIGtYcJ4KScUwL48vTpkwpgKbVsZZd7YlrO96I6r3GRw/cL4Ka3rwjMpT7vWgDndW3slkbPWRS2HG+C1ZeAludiSejluDDPTFSuRO2OEtAmgO1HAL1Lu0cAyzi57/QHCGBfytuvd9avd8Zv2Z/lTbZHAPuEcGS3Jaz1/dWeMTte37QI4N0f1jMRPhHMMwE6E6xnz59d588ef7a+s68jgM8S5HwIQAACEIAABCAAAQhAAAIQgAAEIAABCEAAAhD4GQSWEtA2+Sj5m71PLp3cLtP3EfWvPG+IDZW6OpBPFYuw9b7SJyrt2Pzf0n/Up2BNIqoMu+Z1ynhfX0UAv+ZkryR/Re76stUzAXy9aulmX0a4n96165GjVVrrBdZevi05G/fm+hmXtHE5t9cXtyfAs7xN/9tyTTG5u7Avi+r1Yrbrlv9G6W3XYs/L+T0RGRO9vZLhcZ7+Dwy0bLPNIf175/KpJq3jm8v3kPZ7X1PD9dHrExzHUpa9Z9vnthLCI5G3dY1b71WbebaumbBuzh+J33jp7rh1KfT24LvGz8B/UA/i2Tyz235SAM+Gn70+e4/Mzv/o12cCezb/R15f/neqVIMYrcP+Larl1nd8EMwuitchAAEIQAACEIAABCAAAQhAAAIQgAAEIAABCEAAAicJTAWwF7S9uWYC2ASgnWui8XaTnrYqQS8XlbImgLekVBZGTsr4kstVQlYB/L9vb7kEtKR/cz/hWCq6JIBfUglokbU3qYidJLGJRhHAvuS1rNeXLJa/e8mpQuuYADY2UWhH6VqlZUcyDARwvuYB0FmS2N/vWHLaC2X581u6n5mFM3r+3kfhGpdkgl1ON95eKFt55j0C2I6xOaJIz3uurLMtJa2Sub1u3aNRNMVkrh5TE7Uj8Tra2wjg9n293IORQJ2J2Zl43fvBOZtnNs5sHWfHn8z/kYJ0dul7XkcA76HEMRCAAAQgAAEIQAACEIAABCAAAQhAAAIQgAAEIACBYwSWEtB2WiPwupJMj/Syqy3TXFK9JaVrwjemQ1NF5iQmVQLH3sJervnzWhFbhGPuvVsfOp9Ku+RhUwL47en1e+r9WtK/XgZecy/gp1T+OfUCTu2BL5ckgPPCVADLiyKne/LThKeyKOnfUsZannsrJa792i7CJCeQs8XO5XfluMjvmua0R09eNmMuplHOWUvYhk3HPpp/sh65dnyvJLSXprr20qPZxbbtfsXk77p3cJWl/ddUxtay3dZfWK+xl8y1fdOe139D1CTydpLU7m2vdLNefj3fy/aaCHR7U25/YbZXzO1J8D6yBHSkNUzobonN0wlg7d2s7+FBonImTmfitb8t1s/O5pmNM1vH2fEn8+/dZ7PL+KjXEcAfRZZxIQABCEAAAhCAAAQgAAEIQAACEIAABCAAAQhA4N9M4G4B7KH15JjISBObdqzIiLc36/2bjGt5jCTFSKLpaQcE8KsmgN9ymWIRtiqXTAC/pNbAL59FEot0VIFc+/rqbL1y08v6Sw/dNu3cJknzGCaAy3811app4VZ0p3LVHfO3lWRVYdYK4F762ua0tadcdP7jowSwZ+K5HRHAIlUtiWui18aNz/u9YylhnTfd7yJbeyzr/n2cAPbviR8pgP288c97BPLu872s/DsL4L3Xkd8Yk1LTW/DkNQTwJiEE8GwD8ToEIAABCEAAAhCAAAQgAAEIQAACEIAABCAAAQhA4DiBVQnoJfFYgndROi4leLNIbcsLRxmX/UdInUrqVx6W/PXHWCJYL0PSwdJzOP3PpXxrMtVK8/YvOsve9L9vt5SwXco+X7IEloclS2Vo6Vf86fNzSgK/pwSwjtdLwOp5CiaXsA7it39OFcH53FRmukmVpkSwSWB/JXKMlYD2AjMnlPMCy/U7NnbcJQltZVxTtploOlcleEkip3NFAMfjMvuQrB6VgPbX7Hn4nsK+lHUvRVxluyR+a/q5vbP9JGgUnL1kckwjZxbLvvT3Z13uuSaFleVaKm8nk3vr6+/Y/rMzgXtkrN6xh3oA2wCjXsCd54c9gEtv7GlCdSZQjwDY28O4eSMigI8gPnosAvgoMY6HAAQgAAEIQAACEIAABCAAAQhAAAIQgAAEIAABCMwJPEwAj3qk+iX48rer5OaSDDYBuE8AL06q4we/fXt9ejWjW0rKvhUZbAI4O6HnWyoB/f70229iTnWgWN449rONInB8fE8Al5Sxs2+2Ls8o9vxt07ulf7KkqkPS1QRwvP0mgPV5LW0t17+SjB1RtlcA25xSItvk/UwA59XkRZhscyWAS6o55bWHu3kluiVR7cpS/yoCeCZbexf4txHAg7vzawpgv7/Kwu8tNT37jJ0J7LMJ48n8U8E+W/8Hv44A/mDADA8BCEAAAhCAAAQgAAEIQAACEIAABCAAAQhAAAL/SgJNCeimF29Jj1o6NYoEKx1s1EzC2Rf6W71OY3ncJZWaBqvz1KTsVgI4zvNceg8/JdH7v7++Pd2SdVPZayWSXX/ddEw+PAngl1SR+vOXl1Smud0H+fqdTJRXo1C0a7djbQ0qNf2ASTyV5GPlVlLUJdFbRbImny9JEPWS1e24KqyrMHZ9aUN62hLEl6UXcUn7elHV9HDVsXQtVi66pmF90leO28MqH1eW6OW178u7LgFdDX9Mpa8Fcy0hbaI7X4P7kUCVsftKQNf9rXdulAT299XmtLm2evXe++lzVhDPpPR0/InAvFsAz8TpPcC21jrY//dM05wzuw4E8CnEHym4c2n+9G/ElqS2z/r6b9qgZ/Wpq+RkCEAAAhCAAAQgAAEIQAACEIAABCAAAQhAAAIQgMAxAg8TwDbtTACrZNajxU2aW7XSzDaOlGVe/lxKLbeXpmLVfzmviVMVoVJp+o8/vosH1lLKInuz7V0L4Pf311QC+pIE8DUL4F6v3a1Eaa+Ecl1rXwAvpajTtWV5UASwCVoRDz0BXMetosFKE9eU7lieL8J8KSFdSmIvyec0Q2LfE7k9AWzrsdd67PReb4sRL3/leBPAdfw2AWzC2/+3zuN7CNfzfoQAjkIq/jBiJKy0N7Ve7Xo/jd/UU0E7+TxAABdACOBj/3I86OhfNQG8/DuGAH7QnWYYCEAAAhCAAAQgAAEIQAACEIAABCAAAQhAAAIQ+JEEhiWgZRFR5qqcKiWSN3xeln0hNesvyieATQL3RFRPhPnEb05olRNVLKe0bPKt0kf29fvT09evqf9ves7KK8saLlm4ynnlOqwn8PX96UtKAOvlveVxL8kGX0Ue+1LNobRxK+Da9YxuZOo0vKypStVL02PWzpUE8Naj9hOWhacevy4J7O+XXEe+sgB6mV/ut3v9zfi831zyt/ZjXoLWofz0Ohk7385RzL6lORP9fA+8MBUhbnvC5rfR9br1b21v6vqDg9lKtMR27Ancnr/epyUhHUys37vxRwpxHX5MOa/KcD1yM4F40gAPT58lU02Y7j1uBv/o62fmlXN7ydzZmEfXmG/eJBG68/09/CyZGPyPTMjO9uY9uOI5H73+3hr9v3vDBHs5MVazGLYwfwQMxoAABCAAAQhAAAIQgAAEIAABCEAAAhCAAAQgAAEI7CRwSAD7MpfmNZaSxU7W9QSwl3JRAMtazRdHGbblN0wA23jS+zYL05Ru/euvt6fbrUrN9yT2ntO38yMBLKWZP6cUsEpGlXrXJIBzEWcnT33J49xDt/E727J2kdXJXr6+VnHoS0WvBe1xASxrj/2DRwLYjrUOvLfSM/lWEsEilf1YS/nrsKwoLePfbT/OBLG+ngR8EcB2nvUTtnFNAPtS0j0BfEQgPUIA91LGewSwiXsE8N5Pru33xaZ4RQDvhDw/7GyCdzbDkffvbKy9r/sfFiGA91LjOAhAAAIQgAAEIAABCEAAAhCAAAQgAAEIQAACEPiVCDQloGVhsy/cl8RpCLZFcflcjK6Xxrfba5GwWhb5HlkW4TUJ4Fz+WVK4l6evf92SAE6loJNI1D7GIoDXCWAbT1KnL9fnp+sn7RUs8lceIj99+WIRpL4ncVvauKZHI0tJHOdka1rLy/X6ZKWebQ4rTT0qoSxr6j2i6DUeUbT6dYrEtsLUMqrv72vnWQL4WbhJCe5y3CLAw2JiCeheyWffT9kz7F2X6T3bZsvfSwrYJ4BrCWwdScqAV3Gzr/S0nHePAPZlm3WM9mqiIBuWgM43ws5tk88f+YHxr0wAj4AuaVy5GaEZ+NGbMEv+2ngkgDfJzv49Onpb9hyPAN5DiWMgAAEIQAACEIAABCAAAQhAAAIQgAAEIAABCEDgVyYwFcC9nqZyQeY3fALTX2gUwJK8fX1N5YQlVVukR5aAZSAZxyd6R/PaHDavlQlWuZs0aRr7ltK137+ncr5JANuj9gAW8VxLQC+vJzl7Teu5fpJewem/JU7qE8By7ErQ+uatQdIuElQqYudekimSnB5eAMv6VTarcPLj6/mt+B2WcHYmT0Vm6e1bno9C1ieZ4wYt2eT8tIpz5ZhFsIn9ctKst69dU+7DLCLezre4bufdsZXttDLQHyWA43LiPoyC92ECuLnof7kA9lJ0JFJn5Zr3CtjmQ8tuAgJ47z9aJIDLZ6OVnz/5u4G93DkOAhCAAAQgAAEIQAACEIAABCAAAQhAAAIQgAAEILBFYLME9FqG6TPm7nzZ5igCfP/W2qdWBejl6r4lT6LG5K/Np8dvJW1FqOrRJuRyz1X5XxKWr+nF70kCi2y8pv8n6du2L+w66azrTce/PD+9vKRS0amcdF5rx0aayBzKj1ROWspQyyP2sJXn5PJlTSLErbRxXnyRWtr3V0R5K2DjfFEW+7ksYRwTwgvjcHMlMZuXsArMeh2c1pOYLmWgN/rPpuEW2Rt7+WYunV3ZE7+x5HTtcdxK0jUbE+djI6NsxuPE/p6y126ht7UvO637sb2KtUDefn30nuvgavb/6PXZ8ydbCC97djjPERHbk7pHzveLmAniGZijr8d1zubf2UN5loCdCdjZ+UcvMx4/m//s+B+9/t76SACfvWucDwEIQAACEIAABCAAAQhAAAIQgAAEIAABCEAAAj+bwFQAq4TUZS79V4u9OyqALc0qJXp9iVWRiiJEdQ5Lm+7r8enXJsovFX7Oku6WEsBePF6fPi0JYz+P3QA5VoK4In+vLyKpyzV3Ki/7JGv3BjoB7F+v4lSvf1sAKwtfKlk51XSvjG3XqP2I9Xg5bksANyWs01L0eqoAFnlbLj/RlGh2/XsUwKPev6L6Le17VADL/EuP32JYX8p2+GgBHO9nLFOOAA6E9orOPZ90WyWYj4rg2br2rOfIMQjgI7R2H/t3EcD+38fUap4HBCAAAQhAAAIQgAAEIAABCEAAAhCAAAQgAAEIQOCnEnj+4882smhJWllVrm5cSjPrF9xtuUtfhjkmfn1v3nqFalNNAPuywJbS1Xnk/7QC2GSijfVs37K746RvrQjL799vqfyzHmlr1iSwCtT8vPX4bOZJvX9fkir+ZGtQ8Wk9Zv2diusZ3UVZpyWca+lrFcCjcsiaAA7p4fR3kZ/az7iysesb9QJuebnzili9FMEtMl8T1FJGuwpfwyxCNs8vPZBdSehR799brJUcAC29fX2itqzpPf3XHIoJZ5m//hhhff06XX3ehp2VqJ4lYGcC2H7UcCmgZsJqlhD+0Z8Gs+ufrmcmWo+I219JAO9M6C58jpaq3jn+0f0U79fs/On9nRzwj00Ay4dg/uzf/iFSrW5RKwnIewoJfHZncT4EIAABCEAAAhCAAAQgAAEIQAACEIAABCAAAQicIbASwPlLb1ef1wRwv6Szfunte/fK+b7cclt62QngVCL5mmoh1zStKj8pj5wcY3q00du1ONOMqspkfaTVPP3v27cif9sSzJdSknkmgEXYfv4ifYBlcE2irvr+BuJeMq57BJtIqNcUE9B+OOv7u+qBLESSjLBkr52j/YPrw3jHHsAqzH89AezXbqs7KoD1nmo5Z3tEARyTynbcTIBGAbz2QcdKOiOAw5un2bzGstOD94hIzh8MkwoCG8vQDxNr6rpzHATwjOhdr3+0wI6LsvenVETI2wABfNd94yQIQAACEIAABCAAAQhAAAIQgAAEIAABCEAAAhD4uQSaEtDlO+9mRSJAY5pXvpTPpYHTwydAawo1vSBtcPOX52uRm0sVL2atFZgigF9vTurm3ry9jrFl3JIaVfH59PT16+uTpE9N+Pp5esnZerFVOr2kPsCfPsv6b0/XNK4ki9dp3bfl2vu3sF6XSW5fetnOkTl0janvsEv++iv2aeNcArq82BPP9X60zJp7I6rcmtemma20tK2pSfi60svyeuQwS9hGIR6Pb14v5at9Cei2B3CvX69eZzuP7g1N5cpeW9+h6nX2JfxsDOs9XUfsnz9Ky9f73qa84xon3unDPjWOrsP/AKO7qKNidAHUe89/2GWPB56J5KNiOs40Gf9HC9C4vL0C9CfcmTzlo9aXWscvD6vYIE8c5W/vHxLAP2tHMC8EIAABCEAAAhCAAAQgAAEIQAACEIAABCAAAQjk77f/+7va1rebdM+VPriXJAdretYE8Hv6htzKLpsA9uWHa2/WArZEMEVw2sPSqVWOiZzTEsm+v7AI4H4JaX/T9gngekabCI63X9eZjpFkcmo4++mz1PFMcjbbgCpzqzitAthLgiokWrE9ShFHAbyUrM7iWSXhlgC2433PX+vpm2+wE71VAlcB7Pv0+vtk584S0D0BvJWY3hLGIn5lPUcF8Hq+tQCOCeB7BfBIzI6SvaPk8fpHFe2ORAAjgPN7cBZR/+B/xx4lWD9qmY9anwlg39bgXv5I4I+624wLAQhAAAIQgAAEIAABCEAAAhCAAAQgAAEIQAACewk8/99/v2v31CTepPSuPC5XLa+c/1wCjlFYxRRqlHDPMl6WxiYxRIi+ZbFrCeBcAroNCOc533xf2OGVrAWwlI5+Xfr/qoC1sS7p2nqiVvry5lTtInqlNPXT08undPzllq/fn+cFcOYTBE3loPPHlG5M0FYBrMd6AZzXX4xEFrFFkDYlusv80kPZp60ltewfUtLU0pqSNPa9K+04n/y1PZELK6f70Usv967PzlvGdAK6x8uv8agAznOVEt1astX3mNYE8CiJa6Jnr1+z/sOjEtBR1LUl03Wdzf0oT8T12TEIYASw7AUE8PAfgPzCxwlgnXfv50N939ILePuO8SoEIAABCEAAAhCAAAQgAAEIQAACEIAABCAAAQj8CAJZAFuy1wSwn9gEaPyifasMsUhN15p3KXFssjWZuTzFJTf8FVGnM4r3jeKr+wV8Lpuqss+LTpHJ35MAVhk4FsAiVd6KeR4J4Eu6gOsnKSW9LYB7N0mlb5sAtuN6aVUviXsC2CeAZZxe1Vnl4MtSjxPIRwRwvinpsZRiLjck9hjWe5FkepD3URzrtXobWkXfOQHs+xtbefIqgI3/vT18zwjgPW/ko6WX94x5zzFH10EJ6JOimhLQ92zT5ZyPE8Btifa9i4w//KAU9F5yHAcBCEAAAhCAAAQgAAEIQAACEIAABCAAAQhAAAKPJLCUgJZBTT76XsDX1ENVHvOSzHKUJnz1sRagubRvNkw19vucyit76WTloH1Z6OWCO7JEZtMEb5K6KQJ8e7W19gVshCcCWB5SQtmLW0kBX1MK+Br65fYSvZ6NCE9/jTF1XMVpIiuJ3pySlv7FJRldbLjvy5vLa5cEcJ2/CO5QJlrnr/LC1iZ87Hl/rxth4ea2e27IRwJ4thnbhHS/h+9S6lr2YFpD7cZcR7cfFPT7+cr91/2Xd16xLi17Hasn4P3986lhf22jUs52zKgE9L73zTpp+KgE8CzBOPvBxWwddwvg2cb56Nf39vbde9zqg2W7t/TyKw4E8Kk7/TABbJ+jy+ep/rt3bwKbMtCnbisnQwACEIAABCAAAQhAAAIQgAAEIAABCEAAAhCAwEkCWQD7nrwynvQClofIO9OoUxFUZKZ+ay5SM6nTbOWkx2+RrCJT5ZvxZPNM6KmYTOWJSx/gKH6bCsJL2K4qwltKG0v5Yyn/LAL47aYydZTAXfNyMrqI2HwJ6c+fPqdy0LI2F2celXTO5xT5q1/+9wWQF+R2nJy3Kg2dS2jrGF5aHhXAdr0jQel5mOT18jnfl1DGebbnxn1+y/1P+0P6Ktfr0/spV3u/AK73cSSALaHcXs/2eXatjxbAcbyjydvZPYjrHh2PAB6QsZg9Anhzq90rSPfu39lxHyeA7Uc0tR3CbC3NZ2n5t4oE8BFqHAsBCEAAAhCAAAQgAAEIQAACEIAABCAAAQhAAAKPIvD8nz9u+ZtuX+rYJ1LltSinRJmZlLSEcD5G+um6ksEmgHO55ST8bk+vSfBJ4rfKUZG3Mp/ML3167dHt0bqcVwVwUopJ/sq8SVy/3lxP4XkCOPcHFhkp1y+i112oiIXry/Xp84s8r9dmx3n4vuyxCeB0iel47Z0rD5+yreeWhFlZ5kgA5/Gdpatr3Lo+LzX7JWp7fY2b9Q7Eb1ynZzEWv8td7fZhfpObd6cA3iuAaq/g2s/YylHr/LVn8Cg1K2PEfTlK+M6EOwL4UR9hd46zV+zuPS4uY+95JIDvvIF62t73/2wSG2f5bymDca/gJgE8I87rEIAABCAAAQhAAAIQgAAEIAABCEAAAhCAAAQg8JEEhgLYJo3lmeV5SwjLn3sC2CcspR+vfKku/327qGjzAtiSujJOb672uXJ+TuQmAZr+8ypSLgnmW/qD9vU1Mar9X7cEgQhg6fVbr7U9Xs7/7YuWao4CeF1K2CSyjdaK2/VN1HUai1iK2VK4JoCjiLikhLU8euvwJbZHUnYkgBeh6QSwjLGUaQ49gf11faQAHuXw9gogE7frNHV7/+N9iqK2+8OEzjsUAVyg9BpWf+Qn2t6xHyRouw258xubEtB7b8WZ4/a+/7fmyP8+hSi89pG/vwS0zXe5L0B8BgnnQgACEIAABCAAAQhAAAIQgAAEIAABCEAAAhCAAASenv+//35/l1Ru/LK79lx1qdz0x0UEli/MqwD2SVMpAa1jamqyfsEu4lG+W7feupYozfMv/XPdPEU4Xq+Xp9eU8I0JWJHRUvr5NQvgJHSTGI1J3tF9jklnOe6WxtIk8uvTJc35OaWA5e/Sq9fW6MeT9beln/VVS5yaPDU5GoVtlKZrCZ7KWjs5MZaswlvX6KVxL9ns17+U/05PetFrx8T5+sK5JRzLZPtXl9StyHmXkPb7L/Ms/mwrjVtIb76NYx/g3E+5GXQt6kapP++I4rpmJaLjIuV4G6+XEN/bO/joZ9iI59FxpsfvFaDTgQYHzMafjbtXTJ+cZ5YgnQnM2WXMXp/NPzt/tr6z48/mn71+Zn3+XBO+j37fWfuAn81pxpHXIQABCEAAAhCAAAQgAAEIQAACEIAABCAAAQhA4J9FoBHAdmlWkln+7r+4Ftkav3CPAlhlliZ0o+Ra0GXRW0sq9wRnTJyaALY1iWAWgaYC+P3p9buVPdbkr3+MJIHvfWySWlPBcv4tlYC+PH1KEtgL4N7t9+LaXvf9Zr3kjuf7tLSJyVYmqgBei2K9xnpt+wRwnN/ko4z2KAG89Ra5VwCPkrijXst+L7d7YUVg8o4eldDW08727p2VkH60OOoJ4Nh3+yEfcTNxulfAjhYzG392EXvnPznP7P7NBObsMmavz+afnT9b39nxZ/PPXj+zPl/22QTw6HNjto7R56q0GBBGP5vT0fVzPAQgAAEIQAACEIAABCAAAQhAAAIQgAAEIAABCPy9CWQBHC9BEsHWE/ioAK5foOufRilHS0ZtlQ2OErgpk5wE8O1VNO1blqBvN5OhVQDPSkDL+uz62h6Q+qW9fHn/kmp4viQRrA+dy5/nBW7kGBOu/ryFk+t7fI8AVsbp+su6fNK4jteXmHZuFhTpL14AL5Wx3fri9cX703srRD7L+sqSRnLc1qPMqmit+8lm2y61OxMvM4FUQsodAa/z3yuAZyWiH51EjO/L0XvzYQnhmTjdK2B7myqDn5RYHp23bJvxe6I59eQ8Z/ff7DJmr8/mn50/e3+cHX82/+z1M+v7SAFcP9/bfy9m18PrEIAABCAAAQhAAAIQgAAEIAABCEAAAhCAAAQgAIFHEFh6AEsfXXmI/JU/X5NgjcmlPQng5Yvv4FfW5XPTfM429USwpWh7F3pN6/z+vRXActx7Eksx2XsU1NKXN+llEaGfv3xKXOSL/CSArTfkhhj1822lf5V3BVWFrUoDExRbCWA77tEC2K5hq5yzHbM34SzHP04A7xOAM0HVE0jtjwI+JgH8SwtgLz3vFbUzcXrvuMsHzL77P3zv751/dh2TD5d79t/Rz6ut42fzz+Y6I1hnYz/i9TPrQwA/4g4wBgQgAAEIQAACEIAABCAAAQhAAAIQgAAEIAABCPyKBJ7/78+kDqXEsPMpb7fUa1fKNKf0q0pgXbr18y0OND/X6xWsL7SX68vM5nFSr10vam0O8aGWuvTSuAdPUr+v70lLS4/hsqi09FLCuS1f3Ts/yoNL6YVsx+bEcer9++nzNZWDljLM7LToaQAAIABJREFUBumyKsssvYPtEXsZ7xWkNn5MJe8RwDcT+CHCOevh63sEy7ptraY9fSpYXmtS2DsluGe/lfjeeoPYZfV67WoCWvlfSu/p5V4MIq22h/0e8LLMvx+OlEieiV19H+l6ba3+PVb33mM+Lg4llEu52mbmvaL0Mcv99UZBAG/ek7OC+ewNPyuA9d8OaVtwbbf9pAf53nXTA3gvKY6DAAQgAAEIQAACEIAABCAAAQhAAAIQgAAEIACBRxJ4/v1/7+n771YA315fny5Xk7/HBXD+Uj7JQS+fvESTPrvvIpldyjgK4Jn8leOlBPT3t/R/0uPRAngpwVsE8KdPIpSTKMiStJa2tj7HWwJ47w1bBHCxj3kN72vZLON58TIqAS3H9fr6+vWMBLAdYyLYl7NexP3PEsDpPiziJ/F5tACWe2oCeGsf9sTwP0MAi0yPv+DYWTJ572b/uxyHAN68Uwjg7Y2MAP67vNFZJwQgAAEIQAACEIAABCAAAQhAAAIQgAAEIACBfxaB5z/+VMXle46++TSpE7n5SIvnBg6+324Wcrlvq0ojk5CW/sypqyKA5XVfatqE6qgHqgUS5bjkqZ/eUgxY5K+uOcnStL5LEZN7egDbZUSR4QXw5fr+9OVLSgFfa3lpTUPr2VZ++ezWOJoAnqXflh69oW+xX+dMAA/vd2E8S/RGNluJ5NgDWfelrnYrAez3b7wHI0G1lQA2Aez7DccfM9R5JD1Y5egeARzfb/76bNzZDyD27rXTCeBlQQjgvcz9cTNBOnsP3zPnkfln48/WN7u+2fhnXz+zvvzvEAngs7eA8yEAAQhAAAIQgAAEIAABCEAAAhCAAAQgAAEIQOAXJLAIYL82+2I8f7nvUp4xKdwTDSaPZwJYxKKXBz0B25ML0odYVJRI3u/fU09ekc2p7LOKgLEAjmWV473YEsBPqTTup0/XLIGroF6L36W/7Ya9U+Hal8cjAdzbN1FuZ4nuSjj7VLA/P67xiAC2fsW5ZGpI/45E8KMEsF5Du2finh1x6j0fBXC7FzUBvCWAa1nu+wTwev+1zyCAf5FPSxLAmzcCAby9Ty0BbEf9bF6/yLuKZUAAAhCAAAQgAAEIQAACEIAABCAAAQhAAAIQgMAHE3j+M5WA1jSrawKcJjVBNpKavkeq9TDNZZlvVp5Xe/zKOD05+FaivDJOL6lb+wNXApLxFfGmClgSwOlPSUbeUpr4PZUC1of+d5kz9DUdJTS3kpvvqc+wfJH/22+fknjWWUpIOq1EucVrtJLQXpSa/JXje+nh+notcTxKMUehPSoJbfRmSd2emBAm5r+sr7EJXfvvSGhcQ/TU9zH2Avy+/V33anvdVcrH6x0lYf3z45RvTSBXKaxr2BI6fk/Ze2Qkdg8lde+DtuusvA656bPevzMxOjt/tpqPHn82v70+W8fecQbHfbQQnCVkZ8s/u77Z/GfHj+vfm8DXz2DtHb+1xrPrG7QgT/+ezMjzOgQgAAEIQAACEIAABCAAAQhAAAIQgAAEIAABCEDgfgKrEtA2lBfAWbqGMsImgE1syXkSChUxqnJQdK0+2ZeY+g24+RUbP0vHnJJd9xAWp3RLE6Qiz7nks8jm9ESaL8nmp5ey9Pab9UtaqI0nB1hC2a5zlAxuv/jXpPGnz5eUBJaes640scztyiGb3OyVhTbBK8eYQPbH9QTw3lu7JYB9ytfG2yNKogC+SsK4uNdb+cOoVLcJ4Hh9e68nHtfyfEvbquyfpvzy/QJ4JmDt9UcJ4DjebP57uR09DwEciCGAj26h5vhfWQDnfwtKD/HRRZ4VwHHcpZQ9AvjUvuJkCEAAAhCAAAQgAAEIQAACEIAABCAAAQhAAAIQ2Cbw/Psftamv/7LeSjhvJYB7KV2ZTgVpSs2GEtK2lDxPMcxRwPYEsCWUpfyzfGGflG9O/+ZxbiIlJW1sArhecBafRQCPRMQ+AVyuJ31p//JyzRNYEvg5zW0PS8mOEq7Ll/+uBHRMhK4Fso4/6p1rz8t/fYZ7O9GcymaXiWvf3UGPV1fu2a9hKaFcto+Vn7Z5l37P7nW/FUf9fmclo+N23itOe8f5+xETeXZb7f78LAH8owXaKLG4+hhZfrlR9k0UpY9KAC9Nv9sKBdOE8qM++R8lgOU6OmM9WjDGy57tnxmms+ubzX92/Nn6e6/7HxtJAnjrcXZ98QcyCOB77hjnQAACEIAABCAAAQhAAAIQgAAEIAABCEAAAhCAwFECKwEsMvU92U3RLSL1UtfbPKYXc/Kltjw/FMBZcGoJaHn43rTy954AtoXrF+Z6bk7WJnESBfAtjb2UmnYC2Jd9fkviUfoE5/lFjjrTan/3/90D7jkJnMv1kuWv/E/+Lr2M7Rq91OyV+o0CeHSMsJuJ0ChwHyWAfZ/fcuObhLPyTN7dAbOewPLfPQLY9pYMoTpdH/l3AQHKvHR1e+f2lFgW5yPH5d8nlP+O7v9ZAewF0uiHAcbUryEmjUfrOyuo4ri7BPAeKXpGAJ8d359/Zh35xgTxvOeDoncMArhL7tH7d8/tyaWfrYIBAngPMo6BAAQgAAEIQAACEIAABCAAAQhAAAIQgAAEIACBvxmBpQS0rFsStpbAlb/3UqfSc1flbu1/arLWVImMYT1+bRzxKD5F2S8drKWWF/krJxeBYyWTpeqzlO58y+I3zVME7OU5Kelk82xce97uh6659AdOYji+brLYjrfXq7RVmfzykopNfxL5XcRvLnVd+w7XBK/0JdZr8Sxr4jitIb3u+wKni9VrchZzlMA2MW/r9b2GR8pqYdMZv2Eu2E1slwlGCWSbX17PpcI3Er9SNjre99gr+Oj7pycsvUj2Ut67niiAR0nsvAXdfYxJ4L3rnSWI9yaZ9843PS71xu49FiHXE6dbMvSsaJXFnB2/d/5oXTOxO0oeT8GWA7Z4uLk/WoDOErizyzm7vtn8Z8efrb/3ev6MTa0D9LFdi/nR6yMBfM8d4xwIQAACEIAABCAAAQhAAAIQgAAEIAABCEAAAhA4SqArgHPf3mIRc3Atf02ugk8EsD5cwrekde0VFclJ0EoKN72WJWdIWvaEmxyUBWKSU89J6C6PXFJak8AigF9f0wzJ5nmJ2wrgKrfeivW7VwDbGkwQS/L385dEQ7iIO3iTLGxfAMu5UZxa6tgEeRTA0uN46Z+cz/cZ2Yok+qstAWwC0+SyX1OTUM39msvdFdDpYQVS7xXA/jzrGyy3ZOkhbf2T7wxamnD3AnUmgHN584S5KQEt7UDLpozSZ68A9sfZnRqJ3VFpWDtvlGQ++gYfHj8QwMu6e2Js2XT1Rw/LXn3v79ND6z07fvf8soIoZBHAu27NWQGKAG4xI4B3bTsOggAEIAABCEAAAhCAAAQgAAEIQAACEIAABCAAgZMEsgC2L+lzj930yCV6U69dkaZZ9CbraSWfJX0rD0vAiizWv9cyy3mcZNne07Fyrrwm56fqyfkhjtcEoJUSzl+M9wSwEzcixb6l3r+3JIBF7Or6ZHxL9pZEcJJbVTzqa0tSuKw3cutJP39M0ti6vrSIl0+Xp8+fZb0ysMrozCCNbULXSmD3pGBmbMnmkgI2pvleeDmX7kPv4f2Vl792/3QOvZ+WNG6uJ5hJG2NJMJeEnO8xbOf7pK89F9fQK92cSy+nm+8F8HK+3Mmypl1liPP16dn++kYJXXm+TQAXwW1zyrpK499L2U9+T8dy517QVs6y7/R+Dcuj2w8rgmweieIZi7tF8UAALwnu8sODZv4jgrW7aydPnh3/yPkI4F136J8kgJeyz+5N89E9gCNkBPCubcdBEIAABCAAAQhAAAIQgAAEIAABCEAAAhCAAAQgcJLAIoBzOrTEPaMAljleLknhOslrAtgH66x0cSrknAWyPaIAludlKvFtvh+rF8CpEXE+3eSu/Fnc87dXKf+sPYD18TEC2Na+JNjSeqzEdELx9KWkgJ/e+wJYNbpKYXmYWKuJuCKmdwrglYgZlFrOc5XF+/RdPF/WZbLX76FHC2AvZG1/+fyoLzX9swRw5mQ1xmVH3SGAe/JY96/SjaJ2bwL4RwvgZS8s7z+3O44IVr+p9v757PhHzkcA77or/zQBHBPJP0sAG/zyUbPrXnAQBCAAAQhAAAIQgAAEIAABCEAAAhCAAAQgAAEIQGAvgeff/5eyqrl3qxX7bU99fn/NEvaSk7yapM0iOPcA1mOt5G5+LiQcLTksx8nxSwDXSg03aazaI9bKKi9JynR+cr9P374l+ZvPsTix7+07TgDPgKxERyk5bVJ7kZMpuizy+9PnS+oHrGI39r3VFHAVwPmYYAB9j2RZm45fSle7dKZkp/0jjuP59Kooe9Eo0lfWYvK3HbcldLQHsJ29KhUdtlUUopIEt0SxyfK2LPb2nRvxiGd5kWoloGdcY8K4LTPdJoiH90VSz50bM1v3qBz1KCls13L09cjJ1rqMs1eUzt5go9cfPf6z1RRYduS9Kysfbv3PxWXQ2frtQP/heGBFMwE7K7E8m+rs+LPzZ/PP1j8b/8j5+UdOpbLBUrFgUGFhtu6zr5MEPkuQ8yEAAQhAAAIQgAAEIAABCEAAAhCAAAQgAAEIQGCLwPP//Zn0m1ifwRfhl9LrV76I9wI4V0Quciv35k0Jyqxlg4GSnsG1HG4aQ1ZTyj3HhZko1aRxLS1tp3z9Lslf06RSolqSxnWUS7KJudRzpwT0JoRezDIIYDk/i8lcuzqV+r2+P/3220uu1qxOQcpd65r3CGAT2K1gXgtguS9egoyEh3CwNLZPamd2ed018WsS2DOJz320ALa5zXUbh8pvfcdydezlRwf9psEtq7bPr43oBfCQZ96Deka/xHTd13LMTABHofurCuAV9ZngjL11j37ePnp8BPChO/BIwXpo4nLwEYHbG//I+b+SANbPZfk/7efIPQw5BwIQgAAEIAABCEAAAhCAAAQgAAEIQAACEIAABCAQCTz/5/dxF9Gc2LUvquOZrjWtCWD9UrtIUBGSkiwufVUlRWxiUo+R5K6KSf8w8VgTwPpqarX79PX7LaV/k5gTmVkSy1kCp3HEy1qJZhtb5UBS2EkKXzq9f7fkhyWiewngrKDTsj+nFPDnl+ckgNUUevk9SwAvCebm6lUAr2VoZbROEuvcsl6V07oOv+5FwJcEsB/D+Pl7l/9saeE8tqaG4zXaHPWe1ZLXy2UF7tG1y5ItQd7yq2B6IvYtld7W9bQ9kqv8VgbdstLJOtf7q8wvuedtlcrGbJlbDkuyJqaTtwSyMtXrmPXqnSV3jcbsuKOvV8qDP40E7Vnxu1xQX+Qvqzk6z6ME8N55ZwJ7Cnj7gLOCdjb92fFn58/mPyJwe2PtOd+OaY79Sclffw0I4Nnu4HUIQAACEIAABCAAAQhAAAIQgAAEIAABCEAAAhC4l0AWwCJpfa/dxc0keXUtpZ5XAqt4N3teEsDyiAK4/cJbUpWWeBoL4Cwbk4CR/4jmkzm+fZXSzyJek6grL/g1nRHAMTGb+xIXwSwJ6HxdOfJsskrW8fZ0vV6ffvtUQKxKHfdLQFdhoie0XKsAXsR2Tl6fF8A2nk+ieiESRc6WALbk90gAe6UXBX9PAK85VHFqr0UR3xPAMf3b7r36tzcRwCb4yr41ARw5bKWAdW3bSeS/pQDeIzX3CtLeJ9Oe8e28o/MggA/9WzATuHsE66EJw8Fnx99zvv4QKbxPEcBnbhvnQgACEIAABCAAAQhAAAIQgAAEIAABCEAAAhCAwC9O4Pn/+2/qqJulrCQgiwgudXk1WauiNj5EGOfkb0pN+i/Xfc9fOce+fF8JxjKmHzpXoi6C2PcYvt3en/76ponPVHy5JH61RO8iNNOft0pAm+TNJaLTQxLBvjR1Lg/qLtNSryVUu1y+JXvf05XL+V8+XVMv4F6f0LkA7slFnegtpFd7ArhNvnZLSbubtpUItsO8rLX7IlvB9+j1CVi//nyvy/32e6UnlvV15SP7Zc/D77G3tCdN0MuabU1etnrRbfvQ39/l3peq23LMcs0utZv3RZovCuI94smP6a/R73M7JvqpXlVyvY5tWqcSwFti9qiI7S3ziPi184/Oe68APjrP8qaZ3JA9m3vjmLOCdjb92fFn58/m3/s+Go2z93z57VDz78XoDTZb8ANfJwH8QJgMBQEIQAACEIAABCAAAQhAAAIQgAAEIAABCEAAAg2B5//3f6/ZYHgBbH1u5Xkv6NpywdsCOCYf4xf1ayFcv6DPsrYkj8XPffv29vTtNQnXnAx+vAA2IiYIZU4tfS2SWUVvFMEigOXxktb05fOL9jVuHjXhbL2N29dV4MZkqx5zXgCvk6wiMn1J5HbBMakrq5B7Jve/J4Cj/M3Hl3O8aI2Ct84zFsB+nxmzvQLY1rUlgGV9ti47PifIy56TqtJeGKkA1vtVS0Nrkn1vAlh5+r7Zvjf2Wuz+XAHsrHh+J8ji94n6+C5o/u4T9MsL7Q8ZVucfnRcBvHkL4oszgbtXsB6a1B18dvzZ+cvnh2sZ4N/H9677EechgB9BkTEgAAEIQAACEIAABCAAAQhAAAIQgAAEIAABCECgR+D5//1HI7Ei5kyAXZKTsRK7IsrsS/ZWAF+b521wEQr6P63ULKOvU4tVMFkpXpNpkiiuAjjNnQ79+vU19/71X9xfRb7lpatA6pWA1jW1gmlL2EUBLGeLAJaHCcMoTC5JOEkp6GuClhSrrjH3vdU/5+dzilSfW+YvJUh7vXX9jbLEsT1X1z8WZ7H/sF6HCtdef2Er9+zn9cnqrhzu9AXW0tltktrEuVy9rGBLANc1roVrXJukwo217/NbxfQtS1vbi/J8mwDWEb0AzuP5FHgJd1oKWF63Mf16tv5s5bLtHoyE2+gHErNEb5x7dvxm8PGHJYA7gnkE8bAAvjORe3QeW+89qea9m8cdt3ffHB36ny6Al3+7/Js/v88f8IOGo7DD8QjgkwA5HQIQgAAEIAABCEAAAhCAAAQgAAEIQAACEIAABIYEUgloVWBe/qq0KjKzlFmOiUpJDHsxrGNU+St/NwEsf+71utXn2/LG8j39IoCTfP7+/e3pNaV/pfSzzSH/7Qlg6curjyqYNNlcH3sFcB4/L1qlbRTANo4IYBGQlySBRZwvj7IWEcB5RRsC2ARm7y4dFcD5Plpb4nwfdVRLIe8RwM29LqJXZbs+lv7AWXTLfdb/7hHAdn6vBHQUrfnYjqjR4yqtjxTAJnD9vqmlwx3fAnor2T66nnx/wq8k/Bx+X/wzSkAjgHvv9a3nEMB9OrMEMAL46E7jeAhAAAIQgAAEIAABCEAAAhCAAAQgAAEIQAACEPgnEHj+z+9VAD+lNJv2U1W7lhO/Kan69iYStAjhYhffi/yLEKwfa6tdNQks4+dx0198knVJflrv1dznV+Xa9+9J/moINz+yCElyNQvoNI64Tt/X1/+5d4NMpJisXK6ziEZLqPpSv34cSypLb2RdkJZ6vr5ccto3y+f03FuaIIthXfQyRBapvseyzTtIpM0ER12bMKup2CZ56mzpSDRGwb/wLvery7L037XXUjdpTTu7Essi0u1h8tncbS9ZHOexfWTi04a7WS/nSZKv97Ku79ij16M3lptu9mh724e9eyP30X0YrXaW+I3n7Tp++SGFVDaflGj+6ATs0WTu0fXMxj863rFttfvoewXwRyddZ59PZ+c/Or4/Pv85/fvVG+PsunbfuMmB2m6hPn6VdT3q+hgHAhCAAAQgAAEIQAACEIAABCAAAQhAAAIQgAAEfg6B5//7o6ot8ZcqiJygTbZMvkDvCeAl+VmG8EnMrjfZEMAyvijV51xKWaWTONbXW3q+lPuV57YE8AjhxcnqRwng52KlRbrKmlUAl9LPItBKieeY7u0J4K0v/Wfywov0PQJ4xGiV8DZmRbT6BHC+DyH9K8/tEcB5nHLuGQE8S8LadY4E8FKa2n50UDyMHW/9evVadS/mPemO8wJY+gTLw5eI9nOP1osAnnzwzQRtPP2osJ2Nf3S8D/ocRwD3wUYuCOAP2oAMCwEIQAACEIAABCAAAQhAAAIQgAAEIAABCEAAAn8rAksCWFYtaaSV1HV9UO3K8pfupWewVVt+TQLMvozPY/gavTJ2tmHpmCL/LAUsJaBNLmeFdnnJ08jhr69JKr7Ksz6FqAnbmsSVhHKv72eRyO+v6dhLKs9s5alVaIus7D18AliOE1GYBbhJS0vsLrHk0oM4/efzl9Lp1gngJQGbE9DWg9dkYdvXOK5nSUY7wT4uiVzvXS7F7Thv7ch4XBSSsn5J7sYS0PlWBbvqS0BfC97lRwHp79Lf+agANlFr6WG/P/0PDo6+62bitRHAvpR2KPVc79FYAOcgYuah/a39Y7aO2XXtSvS6Qc4ev1rPvYLUxOvs/JmgnQKa9ASejT9b32z+0et7r7+cjwDug9wSwPkdF3r//v/svY12JLtynUkWyT7WvP/TzSwv69ojydeeNWPJ+rmnySIndgQCCEQCiawqkt3s3in1IasSiZ8NZPKu/LAjrp2uj7qODuCPUpb1UgEqQAWoABWgAlSAClABKkAFqAAVoAJUgApQASpABX5vBSQH8PkNgBRHfhmN7xzAdc6qEvoXjmGHW2cJEx0BcOQmGkp6AoDPoKL6or5YLAsABtR9eXZ48+MAsPUNLt8e1r69WVzqUwkxCvftSeIK//GHZAtW0Ur5MqyYexcgvMHLMv5BDtkZAI7O2ZjbN9Y5A8Az160D3hEAPnqLVAAsF8QQyxHaRgBsa64HormtCIAjcIaeRwFwhLle/x54BajG/Ok+B0TsJgCeL4FrAelRALoCtKvFuerfqv7V9av2Z+ePjr9cTwA8FpIA+NoFyOuoABWgAlSAClABKkAFqAAVoAJUgApQASpABagAFaACVOBXVkABMAboENjcuHDqGnQVnFnH72aqjfMThO0sKLeA5BPCOCNVbwBnvYOzUFG0pA7gkqsR1+BXOGVfJJesdE3wdHJNzhzAfa5S5ytvxQHsrlh3Dt8PXMMWglocrxh3sUo6KAQIxPj1eu8nwLbUA1h9UlL4evd3f/dNwkGbZAq+cV4dtJ672HIDm+Zl7KqDwe7Vueju9YkBVAWAz9ePFm4Grg5+R05gbSv0Kda3Z6zrczzbOIs3usvH2eZkfIupJJNcv68C4BFu2XUc1eAm7waLtw7ceJ2nmo7Av+UgtvmJoZ47Pa4MAe11xNDTNiZfQ2Nt8nV1LSwMrz/MATwDrSvAeut119ZfBV4Iuj897ey14yg1EAAfE3oTMr+E4j929eeXogP48zVni1SAClABKkAFqAAVoAJUgApQASpABagAFaACVIAKUIHfQYGrALADUMBKdUvCIasOYA+HLD9LPmF3CM8AMBzABiELwJV63qSeNwBggM0CThoAMQBcj7MD6jEABszGcSkA9tq8pQeAXNRTAHFsDf1/AGiSfj09Pdz98Z+k/yXsL3RRAFxd0AZ5I9DBuUsAcFyY6M8lAHi2qFcAOIPDCEtV3+DkHQFgbzcCmksBcL+h4AYAHEJ061pSxneStWxub8Bt3wDg4/YNAwTAaQWtAGud+InTe3X9teD0qMP2sxzA146j6EcAfOzPMQHwMZ1YigpQASpABagAFaACVIAKUAEqQAWoABWgAlSAClABKkAFfm0FNgBYhxsAa3QAW2hc42XAORFKOCBTqOcu2eBidIdqDBMN6NlCIwOaCowToAsz6/ksILjk37Wcw+72FJgKVKehlyWUcs0PPAPALf+wDq2ASg8trONBPwT8mWtZ2lezro21jrGc1/IIgS2nTw/oQ3Hu6g/pTwkDrfl+AcULQUa7pwC7VrlgfdltgEZaj14Pcik77O76ncrP6vN6MgiueD0RYM+hnEMpVxBc9MP83uIA9nlC86NQzPPbcwQciwM4AuBQgYawxn4G+Q6rqcJfM2/b2p/mAC7zL5sXqpZh/bsbOYN0b/5THcBhHa5ypM76W2VbAdy6kPdDfav1f3RcC05vAcBHxzRffNszN4JmAuBjYtfn20/u/K33ffxDFP/eHBsuS1EBKkAFqAAVoAJUgApQASpABagAFaACVIAKUAEqQAWoABUYKtAB4Ap7BID4i/TH4urFZwBgzdUrMPYoAHbwNQPA4CIaclfaUfD7fJbcv+q1DSDNQkrjQK5d7YmnDC4A+HRvwXorUN7kli1O4A8AwIAz9h5foLX07fFRPiscxveWGxlgVL7aAESflQwWZ9/PgTCQZXNGNzDcg+zPBsC6WaAAc88R7GNreZXHdyfWzmcCYHcAK+DXteZrjgB4+vw8CkuvBaAEwOW5NwboRzeIfNTfv49uf1V/HtdXB8D12bjcefFRM8p6qQAVoAJUgApQASpABagAFaACVIAKUAEqQAWoABWgAlTgV1BAATDgq5tsmyO35aPFQP37HMrYz71KDmAcyB0cXb5+Pr/IV2gKt23Iffv8/Hb3/P1szlkBug9ipz1rYF4cPeB08VFu7/AcizGva8y969d6Ltyjk7p1Eht8fZPctNpb6dbj05PkUBa47dC5vtQ3KHzLYY7fdsxCbOc2MhhuOpa8xAmcZ11mOYRrPRWwz3OnWv7gvv/b3LTlelkLs1y/2xy/bbTNUTvrh+dhtmvU+Vs2I+CnpnSWsXg9yahXG/I+NB3Hs2rlWl+Ozv/RZXKoHyNYeytgvWUR6zJY5NhdgeNV+5fUvyq7amtw/ug8z6peAdDfvX67d0uOdSyn4uKfbai5Ygo/9JLV/V32X31oH1g5FaACVIAKUAEqQAWoABWgAlSAClABKkAFqAAVoAJUgAr8egpsALAPEUARgDZ+9pftK8B7FErE+s/nt7vv31/uzpL718JIP2r7bw94uQ9Hch/i2PvlAHgWQtcB00cB4BYquoTHFgCs2gkI//bt6e5R+u9HG+8YAEe4Pgut7EDWAXAE9mjH2ghCUOFeAAAgAElEQVQ5kkvjs5DTTcePAcCjtWAA2I5ZaOQKvn4QAM45gAmA08PvVjBbFx4B8N6fFQLg9R/dXwkA5+chAfB6/lmCClABKkAFqAAVoAJUgApQASpABagAFaACVIAKUAEqQAW2ClQAjFNwy86gb+U1ybLk5XOI5wgw3enrZbPLGKGfn5+f715eJISy0MHT6an24zXkI9YX/RpSGW5gcxqvcqcedQBjfAaaU+7fyappDuASWhpuZhkIxqa5iaWLf/whAFh+qabaAD6bjK3NCN3j7x5C2vuoPwuAq1pqAmOfv/cDwHn4K6d006XXEeZKZ4YOgB12RDjv7bmTGtfNHMCmg13R69VCbc9v+rZ23DXoIaBjaOoZ+G39LL+VxNgzR9/IAX/kgbRyCG76Ub4YXlcdrp7lGAJOnOgrN+xHA+CPrr8KF2/KBYw+MmGp3lsBHgHwWvQxALbrjt4/61Y+psSqf7eun4/pNWulAlSAClABKkAFqAAVoAJUgApQASpABagAFaACVIAKUIGfXYF3A8C9Y9hAqB8Av3MH6knB7/Mz3L/IL/ygAHjkYh0B4ChwfZmOPMECcxUAFPq6cgCj7DUA2PuJ8QEAy8BLl17VAfwNiX+dMVVAG8GEO4d7+JQB8HYhiTt6wKtMg+2JqIOWSBfn+cmhnr39awFwbA8A2MJwW61HAXCvwTYEtm8wMKC7gnlbABydyXXtrgyq6fwK6Fz6QDha32UhoH8wAF7BZV0Ut4VIrzqv2ortrMpeMnml3lsB3modH422MOv6V6/fn2XYOBSPWWSBS6bwM8qu7u9b189njIFtUAEqQAWoABWgAlSAClABKkAFqAAVoAJUgApQASpABajAz6eAAmB0y1y1BUwGUDkOMWwD2ULesZvVIUWDkM25iXqenwUAS/hn8fZqPwwQWm5fODBnsDJ+by7ZRuMyqIzhldGPDIh9alaAs5YrYPmhQCPvi0JgOZD79yTwVx3AsAMjF7A7ljsQ3BNE1GMuYivv8HzPmWznLEdyBULFOe3zClcyjlqP9HB0rBzQl4Jjd9cCjPt6yY7mODdV3zJ+D8Wc1yHGGp3BuV/g8BEI29jjmu2vjyAmsqToAMb1t+pz6SNgBYimIbRLGPAlIHwv0HpkYHuA9dJ+rGCt13e0XOz/6prhjTMG1rcCvK8OaD+y/153dAD71LT7356jP+ux6tqt6+dnHTf7RQWoABWgAlSAClABKkAFqAAVoAJUgApQASpABagAFaACH6vA1QDYISW656BSzLsGVgU+TkHZm4Fmt8WCl/7tb3+KexaI9HT3JrC0RDMuL+7lM2CgFGiQ2l7oZwCs7SsRs/b1ugI6jwDgo/BX2y4A+FQIYYWbxQEMMAxdHqQHJ+kY4PQMAEe37evZQG12AGc9s6PXl0mrK4PlPiy0A/YRKPc5jaDc678WAPu4Yt2qYwm7PXKIq36FkHwWAAZwgVIOVvcA8Axcx1u2bn5IDGppUPa7ZMGuviYAjmuxPA9+KwA8GP/kOf+RADU/Q0dduBWefmT/CYA/9n8csHYqQAWoABWgAlSAClABKkAFqAAVoAJUgApQASpABagAFfi6CowBsIwHplU1swY3nOfyxXBfz2eBmpaH11yqihOGSlR3rOfXBehFG3LR8/Obhn+2q0935+JcxGfP9YvfI4iLUK0DYAW6vr6+aC5hPyzccHOCZQewQ9AR0JtNrQNgwG7te+kIgC8O/ymBofWbh0dzAqtOg1DQ7vRyIPp+ALjA8hqaGu0Dpm8dwGgbuZxzyO4M2veWew4d7Q7gGQBW7aRdgN7ovPWw0D7vIwCs66I6122OX4vT+VTGFx122QGcr7c1Z6ObgtUdR3pcB3HtxXr9+x8OgC8FrnuTfvRcl4PYL3onAOy7RqrAZSJXbt6VDqvrc3tJi7GDkwA43x9Hl1Asp88lmT9z5uvdV0/TAXyNoryGClABKkAFqAAVoAJUgApQASpABagAFaACVIAKUAEqQAV+FQWuAsAjIPigjtgWAhoCOag1MOe5bp2wGQz9/l2Qb4GOgpTvXl7lv4XCXQKAbUIEbCK889v5MAD2ibwE/uKaSwAwygOoPz4+TgGww4uZY871a2GNc87LkvO4Ek+DTPewRaO/XU7kBsNjHl4t55B+FZt0cgdkZ7LD9qxvBMWfCYBbt8ebFTa5kAfOXQfNET6vHghZzksB8B6Qtnut74HccTb/s3ks4HNW72o8V50nAC6yEQD7+rnWYVzdv2XXyK8KgH0D1rU6XXWf8iIqQAWoABWgAlSAClABKkAFqAAVoAJUgApQASpABagAFfjyCiwBcARJ0QEcQaE7gN1heQquOXffvqpTSwCx2orN9QeX7rMAX6Gp9lnDNkv4ZuTNrXwOIaC34Z893+8obPMIYvp3yMtrbU8AYAntHMuMwi/nHML5833RQDIa10Xy+PQgjtUCassAH1Iu3m3OZSu/B4DH0NhzOkfw3nIEj0JIx3GOgHh2985W/yqUttaDecdKSBZJOHiVTZY1cTR7p4Nx79MWuPbzbevSSvdua/tuDly39ew9Ba4Fv3EcI1icncrzce/1bnvuSu4/b2TloL3Wgbt33arNyyTZL73o/605XFchlG8dygosrtr/6Ot9fJt+FOev3au4J+OTYvxsv0ar1fiuqfOSa/L9eOt6uqRtlqUCVIAKUAEqQAWoABWgAlSAClABKkAFqAAVoAJUgApQga+rQAXAGELLsdtCQAMA+0vwCIDzkB3AIYRwhZ/h7bUD4NdzA5IAhTBwebjmWwBwBgSjnLLo8x4AzoBzDxKvAbKB3xNCT5cotycBn4+PBio8J/CpgM7qkO6cuijZh5iOcxHnYBsiWSC66m/z96agag6AM+SOn10XD+d8ZLnHsNq2tiRMeIDrPwoA5/DhKyfuEZAc9VgB1FV7WVvX/Kgz+1LgvNnccJS4H1kEOvELGEcAvKvkCsAenYZZuRXgXLX/0dd7v3M/4t8MK/NrAmAfv9/XBMC3rnheTwWoABWgAlSAClABKkAFqAAVoAJUgApQASpABagAFfg9FKgAODo+AYIrSHInKwAeYG3gOYCOo3DQkC67hZGaNYbtNNiLDLl+wOkroZuT29fAZR9O2j67k3aQ41bPoz6UFEdpCmucww+P3LDaRgGW2d2LcyPA2V0jY1EdBPAaJEF46jcBwKe7hweDofjanc7Rjer6ae9LPXkMDty34Lfp2cJFo78YkIcKBpQWKFxgc5z7Pa183BEIj24TzckZ6vb52wPAmE5M9bUO4NyPyJrj+hk5Z/eh7L7jd7XxIPfr0vIzp+8MCF8KgHP/VgB7NN+73/0qADjnGPZB0wG8O/23AuQqc7pJGwAuJToT8K/jAPbxEwBf/OThBVSAClABKkAFqAAVoAJUgApQASpABagAFaACVIAKUIHfWoH7f/43s+QCELoDGJ/9hTNy18aX0EcBcHxxj7DPDnIR2hdQQCNBy7EHgK2EhzIuoLfC3PcBwHH2AS1z6ONZ2ON9ANygMwBvdZ3KB+j5JKGgUS9+vy8CzACwKzQKAR3hSgxjrLoKmOoAcGEiNq/XAeARCM+AMn5G+Qia/fe9ENDad+2jzXcLBX7sPm069eW3jnA7Pwamc4A0c5a3e2TfQvslAHCEtiuH7mhaVtC3u+kWluNZXZ8dApoAeHgD/hAHMDaLpBzWfecIgI89LVmKClABKkAFqAAVoAJUgApQASpABagAFaACVIAKUAEqQAV+VQXu/+Xfzaq5cfICIBb4G52/2XE6ciI2py9cr55z19rQlL9qEX1UTTUEdKGfcP/a0bDw/b2Vc9AwC1mbXZwNRLa6tJ5kDd3LIeztjiDwMAS00NwGRGzcpzKm+/sHG5eUeYALWHRBH8UMbCMuA4jQ1ubF+n80B7CGe5b/ey0O3OYUNhdyqz8D9fHnmVPYb4i5S7pBmDavba7vS+5jvx6g18CvH3b9pQC4Xd+DxQyqHZj334tuorfnJR7BrQiMfc3NXPA2f/sO4msdtzPX8k0O4G79FiUvAcCXgN86zVcC4LhUVGjY298P/Fki6slxASC/NWTvykE77+SxMx8NcFf9P9q+O37rstncAJivd5z/0tCqf8dUvr0UHcC3a8gaqAAVoAJUgApQASpABagAFaACVIAKUAEqQAWoABWgAr+TAvf/+h/mAIZjtDsKAB6Bs9lL/Qhp4frF0QPgu7vzy2tx/wKIyoFQxBoOOoLazwHAszy+0/C6AR7vA2CAYBtfA5gAwgaA3YH78PBw9ygCg5HPALBDjVlo5hzGWYEt9CwA2Od0BpBzvaN23Bmt85kI4woAW/7hNr+1/gSAvZ8ZYF4KgNvanANgDV0u+jw8tFDn4EkebtunWcdWcjSP+vfrAmCs0WD9x+CPgOAKRuO9nOrJT9dVve8JdS95shMAq1rvBXBn0q8Aa9tM1N/Pq35dMtV7ZVf9e692VvUQAK8U4nkqQAWoABWgAlSAClABKkAFqAAVoAJUgApQASpABagAFYgKVAAcgY8BspKjtvAbB4gGFxvgiSGTAXuzU9cBmgK2s8FfuFOrgas6hOHgs7y50QHcQkD3oaAzmO6BQHTi9hM+crSOXJojwNBCObf8uV3txUFZyyFvcrG1NrCJmNAFjsuXTwVCOgBHnmCMGU7dUbjmmH/Xc+2OoC20jseegxjlViDY63L91pC8hOj+ZAA8u71ziG0v1+dSNs0iABY831W5ny94FlK6VXGt43c1rjo/eR/HJabIkQPYK16BWpTrAPAC/B6t970A8KUO4VsAcOjzrQCxPocu7f/Bv3Or/q1A62ddv3UA1wV0cKTXFVuN77par7+KIPh67XglFaACVIAKUAEqQAWoABWgAlSAClABKkAFqAAVoAJU4HdSQEJAvxREVEIWyxvmGQDO8BdCOQCO8Ne/VyE156+AX2G7rwqOT1cD4NnL+C2kOAaAfaLdoeo5kGM7o/C+ESJ3iyUAYK/jtAFJBoBdt6fTw538f3VAZwAM7WJ/9gCw92WUp/a9AfDsJmnhsnvy6IB75gDO+YVrDmrN9zkPozwD0bl/IwDs8BdlTR8P/+zudYHwVwLgoyGaZ/08Copnoc/b2r7gcUYA3MQiALbH92LHwwqQvsf1Wkdy4rduXbLD4YJ7oRRdje/yGm+7Ij8Xbg0xfltveDUVoAJUgApQASpABagAFaACVIAKUAEqQAWoABWgAlSACvysCtQcwKMOxny0FiIXzl174R5dwB7mGXlt/XCTMIqf4fxVR2o7f5bI0wCuckYvwe8KilMuXD83ehG/B373oOForCMXrY2zAYYGXy2ssR8eIhl9RJl7dQDmHMD43PRTF7BAjZM4gB8FAONF/tvbS81R3ABy39voQvb+oS+e09b0sv4dAdlxDFmXDL9jLuRZ+OxVvuTVvIyu93GOzp0WOXbjmEynluN3dlPuQZ9Z/1cgOjvWb8rVu/M0WYHjQw5mrN+V4/eoM3dVz61Pxlk/jgLcVfuX9P+oJqs2dcEfy0F8K6BcAdpVV29tf69+23DU5ybfll/kkF4N4APyBscmP0qfep+XNfdR7SzlYwEqQAWoABWgAlSAClABKkAFqAAVoAJUgApQASpABagAFfgpFbj/53+zHMB+xBfJGQCjjEPgmOMX13jI4uq0BN9U+HsW+OtNREAMSClO2PL+fgWA0fYIaNbQyWqFam7Zo6Ax5tCNbeTctnquxAZ2wOqa7QHge7E+KxjW/m0B8JsI8PAooaCfUL/BcIe3+tP92eWN/x4A9v60eTMgHXP45jHOQK73I66LFdyNGkVt4vo6ClAzbI5Au+sHrOVynIoVbgVCRsBrdc01/d9sKCjr3O+PGQBegeTVU4QAuCh0EKCu9FyC8O7h+Y5u1IP9v2Ttjsb6FQDwfh9/TwBcn8slSfqt62B5H7AAFaACVIAKUAEqQAWoABWgAlSAClABKkAFqAAVoAJUgAp8KQXu/9f/bgAYDM1hbn3BnMAVAPCrQF28lD89iHVVjgiA/TopYgD4xfL+6lHCeBpEtjDInnB1BoA9LHMPelvI5NbPAIARYrnm3rUBzHLXZtAbIa92eeAwNWfaFvaY+7d3rJ1knK7RdmXA9Qyn7t3dH/9JIHoIBa1tQGMJQowjQl0fj/ZP8ymbA9iPXHbv/B5wjGPXOj05bhhI1mHkEs5O4qhD1t/L+hiiyj349TOetxdrsXc9X3InjsCpS7rb/wnYzU7bow7gnwIAHxFu5Xa9xDl7pL1ZmY9yAF/T/5Uml4yTAFifa3iOjwHwreDXJ+Mdof1gfj8azFrKgH5z1CXLjGWpABWgAlSAClABKkAFqAAVoAJUgApQASpABagAFaACVODXVGAJgDFsfREvPwHl8PvLi4Qq1nDHgieD+zdKBAAM8IvQzw6AX/EyX97bG5B0cFcA7SQE9AoA+3lruziAS3jl2J/PBcAFbkOzwhciCACbts+ioTqlz3ff/ni4e/pWtC7wF/0fOYBH7thurCkE9MxBF53MsxDb1XGMBm4EwNm9HPvcgWTkoq2m8YcK27v8wnVXgdVyuj8OgKOb2PtAAGxKrBzEdc5WsPMagHrNM5YA+BrV6jU/swNYc8ZrDvkRpCUA1vuVAPim9c+LqQAVoAJUgApQASpABagAFaACVIAKUAEqQAWoABWgAr+qAj0AFgirRs8SqTmGe/Y8vzn3b81VW0MUe+hnwF8BvfISH2GOX8WpCuSrDuKQn/ahXpdzAPcv/WcgOE9MBpmjUM64ZhOiN4R3judn9fv1AJfNNRxCPJcL73FeQ0AL/A4AtbZfHLxw//4hEBjhoBWQF8D5IJA4unuRZ9mcxqaz9rXUgd9njrM9F+tocQOvAPjHtr3cnmcuh4necwh73/HT1sG25lcnkuq4dis5rmjhxPVTWH+zm9U1iHmAK5Qe8CTo229WsA0PEZI2l7C12py+vTPvRzmAZ07k5QPtZwG8q46u+lkXLXZd7Kzc9wTWR/u0Gls8j/4N6r3VYfozAuB6n5a88bZZqL/fXRq/7y+Rsi9LB/D12vFKKkAFqAAVoAJUgApQASpABagAFaACVIAKUAEqQAWoABX4WRW4GgA7EM4hozFQQKfn5xcBwDZsA8Cvd5IN13IIC8AE2IzHw8YBPAbAWcgccnnmMs0g8igA9utG+W91bEMA3EDlqYS9jgBYkHhlOXD/aqhnRMN+vLv7u7+TZMCqmY0fOnkIZ8uzjFDRHma66BvCUc+A96UL0AGwXxdB8CUAeNWu6+sAWOcvhPDGWlEtVFLXNQIhA0NHAXBzntt1mw0DIaRzBMbWBgFwnc/3BKarRbJ3/r1g63uO5736dECXXxUAW/hnbBZyEQiAR8vBHcB+7tb1cGDJsQgVoAJUgApQASpABagAFaACVIAKUAEqQAWoABWgAlSACnwBBe7/+V97j6BFJra37s3lKiF5iy3YHcAx/DPKuiMVxtXn72cFvoBtb694cW8u2DcBaOfSnIeQdo0cdLZcv7168cW2wgGp213Bo1DG2TEcw/56OOg4xgyOHUxmUDwDx9ZbC/3cXKUI8dwcwIJ6tRR+OgD3+jSS5/357vHxJOGgHxWiqxvbXb7lp7uzNeAxuKjIG+H2LKfxpWuxha4u7YRlcgsAnjmCLZt0W3MZ1CJctjuEX99edFOBrTu7UnMla2jt7UgzyNXySHit1/c5m/PnXFsGLC6LA3ID0RbiPLZBB/ClK/Bg+feCre8JgGPX36t/EzluBX4/kwO4/r0puX/9GWBDTwC4zJc/Dw+ulkGxX8MBvPm7dDiW+/XK8UoqQAWoABWgAlSAClABKkAFqAAVoAJUgApQASpABagAFfh5FbgaAGNIgMAakji4Jv/88+XuLKGfHeS+IeEtygYA7PA3gtujANjh7avYi/cAcAMGMWywTcSlAHgPsvTO4C0AdpCKdiGFunnl5xgAa5BshcBP355U1wZG+0Xk3x8FwNGpPFqOGcy20Ny3AeAcLvl9AHDLsXwUAPcwaQ6AV7cqAXBR6KOA6WoC8vn3AqwfNZ736t9El18BAPfg14BsCGpQRk4APFoC7gDOANjL3ro+Lr0dWZ4KUAEqQAWoABWgAlSAClABKkAFqAAVoAJUgApQASpABX4OBe7/5d/Mw6iO00IrPffrngNYPZcxZ7Bcf5aQz9+/P6v7UQ8Jf2yu11MN0atOSaGCiGKcnbvu7MWl9/cSDzkcMVcr8gk3p/DYyWl1AD7DvSzu4xKqeRQKeuT+jU5eravk712FhLYuw53sVtQGLkZ5eBEC2g/TH9eKQ/jhQXICP9ZQ0TilMyXSduauQoKP5tr1/ME+5/pzS1tCn2wcaF8B9k7ZqFM3eeVDzFXc5se07R2yB+Y3cf1VCOhLnY5bB7INwue17Guowyx3Uf3cHNS9Jbl3iLc8ziO9rL3ZGft+leM3n9+vbX72qIO5ruVFv3fz8erAVhUcHMkKwK7aWV1/sBtftdgKIK7uq73ru2tlHnLObdNsHPr5vfS8PYfwqie3OYxX+i+fG2X9XlvPanQ8TwWoABWgAlSAClABKkAFqAAVoAJUgApQASpABagAFaACP6cC9//6H4aIELrZocweAPZhvIrLV528AoEfEIZYTnyX0M8vLy9aBN+DA4OvvMp//EX7rQA4QmJvZyZtBMBeZg8Ax3pyyOjLpm8LgDMoaaGGtwBYQwgLaP3jj6e7P56M8EpaXD3eiu42dujbh+v2fjpcj7l7PYdwTb8c2MSsfw6+HQBnHUZAODqso0P6MwBwG3/f0zy+GeCdOYWjrnq/JD5JANzrvQLXBMCXPVF+VOkVOHwPAKx1yGYhjY7gm4fqgAmAb5l739S1msdb2uC1VIAKUAEqQAWoABWgAlSAClABKkAFqAAVoAJUgApQASrw8ynQALC8fI9uKIBDha1Khs2RG8NN+nt6D8N8Fu4L+GvgFC/t7cU9ADDcun2O1K2z0YFlc/aOHcAI/RyPnOvXP1ufmwPYrxkB4Nm0ZGfwJdMXX7ibjkZbHYiOcs3C+WuFkDsZTum7u/9DIDDyXAIA46vqLE1c5AyvdcivjGoc5M/63VyzcN/1TrUaXvsAfxmB3VjfCTsEyuFlsR4cSA9dycUZHcN863oq/azrr9TbbTAoY7c10EYfAdMsZKrn7fWrZuAkA+Csccvd3OuacwPvAbToep/NIR3Ai7ty5eD9UQ5gb3fVv0seOh9QdgUOPw4AH3jwvMN4f1UHcH1+lQfRah7fQUpWQQWoABWgAlSAClABKkAFqAAVoAJUgApQASpABagAFaACP5EC9//2txYCOvYrA+A3cWg9PJqTF+fgALYDTt+3u+dn5GWVfxraOQDgjaPLW3Gw3EI4HwkBfQwARwfubWr3OX4vr6uC7Q4At/41gIKQ2j0Axrk/nk533749ivO3hOkuQBMhtHE4R3oNoaQj1IhhtlE+O4LxXS5j35V5SRwmOzvVvKchuRvozKG9Zy7gCNhziGHzlO8dRYCi63sC4COwxPM5z8rG3M8zSDbSPY6YAPjy+21zxQqwEgDv32ULK/d7AWDPFd8cwATA/my+5S6gA/gW9XgtFaACVIAKUAEqQAWoABWgAlSAClABKkAFqAAVoAJU4OsqMAfACN9cGByg66s4gR8fnyzssCSidQCMF/fPz8+iwIPASINyQLsOBh4mAGHrCEYI0JFTeJ7jN74gt/YMQtv3Y4BwBO75dGZwmb/PdUWn7ziEdEtcO3YAN7uq5wbGKB4fH9UFjBE+lPjNeLFvDlrrlY+79hHnSu7juDznoaj7mMZt2pIzuORCzkv+9byF7s3t7H1sOYRdH3f/+lobAWYdX3JQOyCOoLXvk40nO4DPGwd5GzfcvznH78gpjO80JLasNXcMr9ZVBuTv9ciY6fVe9bf11OYw62rrL6k/n5hS0SLH763gtnZ8sZHgswDwrJ3VON97Ii+s75J1Pap6dr2mByhTY878Czv2TsV/dQew5w5om0neKbf2O+nPaqgAFaACVIAKUAEqQAWoABWgAlSAClABKkAFqAAVoAJU4GMUUAB8xtt3vI0PNMkdWQplBf7iJf3Dw4OASCBJy1EL6Pf9u4d9ftK8qHiP/yaQ8N6BXanzoQBZB5XvCYAbXCuA1RPmQjNxLsdjBCSOuHxj6OgcxtnrzwAY38fwx4bGcTQQjE9aX+pnBaTi7EWfIftJ9Nc6FfxKqG25DpxNoXxyWuMaBcDZmTtw66pMCVDNAHBehivtegDbQG4dd6lwGyLbTlRItAmhbed9neV+abhsbdxyVbsOAMBT124BwLjMHL7eB6sjzrMlzUYb/QaFjT6lnlnI6Vz+0s8EwAvFVoCVAHhXwI8GwC0s++c4fvNgCYAvfeKwPBWgAlSAClABKkAFqAAVoAJUgApQASpABagAFaACVIAKfAUF7v/3v7++IXcvjhaSF2GdrfsVIAqg1HCSCoANOv7Hf3y/e5XQz3bdyZy/GgLaPpsLV4CbXHNfcwmb0/cMx2hxkxrQPOYAjqLWfLBSn7UVAHACqn7dyLUbQxHrmIMdzft4FAADise2ekDazlXAmwgeQKyFgrbxKOAtbsrTyQAwLtG8wNBaAKeF5R7nAFYoXToUc/6eZT76HMAzB7CPpoV5zvDeIbeB6LJugoYnj1et66kPGT1zQmewPAPEOdSyh5DFBgarw1y6LbSs9S/n+s3rw0M82z2A9QXtGwjO4HkPlMXcw7Hda0I8x/Xva6G/J3KJ9/ncnOZW3wo8+5qdtn4reF1dXyf0J3cAH+3nrdOoD+bLbbYfAYD1uS39wSYiHHZvEgCPpnil/3JZxM1Qet96ZAQ6gZfasQAVoAJUgApQASpABagAFaACVIAKUAEqQAWoABWgAlTgCytw/y//dq4A2Ny9AI4CzGqOXxudATB5US/n4KJ8/n4WiHsWQGlhcwEu4fzFK33/7AAY1/vrfaeqNLMAACAASURBVAe9MwDsWh4J4TwCwPqCW156u4PZ+t5edmegOwrV7Dlt3UWLOkYAONftDmCvE2C09lFgxwiKbYF0A8Dq8gUkKS/xMT/QJQNg7V/IAeyO1xE8iE7UPQDc5sF/M1jj1wMC+/UYp8pe3a6yUkJIaADgGCI45gz2vsb6ou7ze8v64yGxvW8jAJzriKGe6+hSDGNdy+W7HwGAc0jlmQ4rEDvX77IzBMCX6bUpvQLWV8DZi3r0kwBgfUbqJpDWewLg+UwSAF+0ylmYClABKkAFqAAVoAJUgApQASpABagAFaACVIAKUAEqQAWKAvf/LAD4VUBudqS20MHu+JUcv3IRjLZ/Pp/v/va37wpWHws0BuJ1IBj9XBHsoc2R0zfC3pzDN4bvjbMGOJoBcHTyRmCr7U5y12ZnqX8egeHYPsqN6hx9v+3L1onnIZizQ+tUSImOVUAwIPDTk2DPAlwdrMMB7Ecf9tlcw/VccjfnEKjb0NzWV88nHOu2+XSnbXOFoqsRAOdcyuaItXpz+20OV/eoQf2catbrdYXf4EAvIaCbtrJWNXS25VBWILUhrla/1+e98bDS/nnkYHZdOt0nRHfkAj4Kf62dfZ02uXlT+VXu5WntyVmY9dBQAHJcXX+pcDW+1SpZul5XYHbVwArcrupfXH8zAFz0f7vuVwO+7Hzsf4sqYesi31uX1fxzlP74ENKrce67uvP68fupRK5fVc7zVIAKUAEqQAWoABWgAlSAClABKkAFqAAVoAJUgApQASrwRRW4/xcJAa1ATiBwg29wAAMoWmhmO8TNKv+Vknd/+/589/JSHJj6RtnK+cvwtxDyeZTrF7XBReyhn/F5m8O2Dwm6BcMNAOP6rZO2gMsOUAZXZwChen0BxCMAHM/7PGdwvDf/2/DFvZvWQqK6+7oP0ZkBMNpBLuanJ3PdenTlnFu5OX0bAJ7BigjZtsCwAWCdp6JbdBI7HI6gNwPgCMEzAB5BrgwoMmh1mPQwIYQawjm4p+P86FoNABjn+nC0ANOm23sD4BnQy3MQ9d1bWytASgB8Ywjo1YOdAHhXoQyAfbNFevyuVP5pz381AGx/K01OQuCfdlmxY1SAClABKkAFqAAVoAJUgApQASpABagAFaACVIAKUIGbFagA+M1z9LqjtwDJCpCEowAJf385CyxD+Gdr2x2YCBFdc9Wqs7Ll9HVX7B7wBWjLoBTlFRiUPLf60rq8tbY8uXZEt25zBds5c8oWqIqwvglgeh2xjNY5AJ1aX3IS7zn0orvONZiB6twP/+wAOM40dIYLWDhwDa1t82Te66xlC/XcalFD8cA9unWfWqzWmT6jOXAgHPXKAHg23qavQ3Jv353ovbM0O4C9XgDgsjrq5oLoNHcA7GvEx53Ba1z/ss9ho1kOjdzGFfIhl0qi23fW3qy+OP/dWrjRAdzmr29hBZZnztq65lMO7mtDVS/7MROmTgQBsEqh4Ru2Yn2GA9g2uJRnubr/f1zO39VyufT8VwPAXWQLPM9+TOrlS2VmeSpABagAFaACVIAKUAEqQAWoABWgAlSAClABKkAFqAAVuFABBcDKBxTAvmr+XwVVHsK1hMgF8H2R0M+Cf6W0wF25TF8ml/C5lwDgGNYZztWRy9JDR88cxHsA2Op32iFjSgA4AsoM/EZOYOiTAajrfBQA51C/GQCO6kPfEHg7tv0CUC/hdx/lzf23b+JkLQZfi8iLOdmGLq65esPL/gh6Zw7gBpUvA8BxDWY9/VwNOS5A3cMw92v3OgDsY3EAPANcEQDHdmcA2NdjBpKXAmDdkCDzAAYW18Bsfazu5xUgXTmA23z0La3qJQAuetEBvFqieh452c3578l/fw3ySAB8aPpZiApQASpABagAFaACVIAKUAEqQAWoABWgAlSAClABKkAFPlkBzQGMNl/th8JG5JmNqSsR7vn795c7yRYs4PFRETBAo8OyBsc8fLGAy4kD2NpoL/9z6OfZ+OM13s9ZDmCcbyCvhVuO+WpzXt4VCPZ+zXIJb/vdO2e3fR5bNzs4LpD9QQBTDX8ssPRVAPCrYHjB9OoC/vZ4unt4VCasR4OK3qMegGuZAu/rmBIgNy1qduGaQ9fHoD+TE3rmmPY2tmC1B9urdZ9Bq7fXh4Buda7qm/UrXtfW96sCLDivTwgfHcZ+aY7bUahnQDHUG/U92v9Ly83A7lFQvGpvVs/R73P9SxC96tCtgPaj6/9VcwCnHNCY/18h529eDl8NALdnvv1GB/DqBud5KkAFqAAVoAJUgApQASpABagAFaACVIAKUAEqQAWowNdUIOQAbvAMABj8Dy/tnwUMPz+/yD+BjgK+Hu4eJV0tbMEW4hnHBp4K1JgBYIfF+vK5QGL/PUq4ygmcXcSoaxRi18IitzDRAJd+7Sgs8SrU8bUAeJPDNhL2MPDctwiA4Wp9Uc0FSMrkPEkC4Eehv4DAcALD1RoBsGm9Ba1HAPCr9M/ghgHkGSD3rufcydH56zl/LQQ4QGoLxT3S08Nlx/VwFADbNe4yxBprOZBrX7dxrmtTXc7SUg6A1h3LlwLgvVy+ETCj3j03+Xs9XgiAk5KT+/Cw3rcC5t8AANv9f1jRL1XwqwJg+5uL/1y+aeZLTRA7SwWoABWgAlSAClABKkAFqAAVoAJUgApQASpABagAFfhNFQg5gIsCngNYXg4/q/NXYj+XMM9aQt7kG6gyYDXiJwjPXP2jGlparimuSUDJBmoFMpZms8P3vQFwnt8cGhjtOUTOkLjLm5icr/N1E5y3AaA2ILgFk7EuL+c5gKEZAPBZwzybpoDDDw8ngcCnuyeBwPL/4uTGS335KQwUU+khh+Mcjhy+aNvBrAEbA8CYyyMhs73vOY+zLpmzhfleAeAMkaMevn4yCO5zAFuI2bdih8Z8nmSjQobvLQytaFQscP5ddOKuHMCjEM5VhwCP8V1uJ47N4e8enN0DyZc8u3IblzqYV21dCph3WLw2RQfwIsnzakIW52ch0m+stub8RT1neSjBQe/PmJvr/okq+KoAuP5Nk2elbsq5+Ub7iSaFXaECVIAKUAEqQAWoABWgAlSAClABKkAFqAAVoAJUgApQgbv7f/0PQZ8AvB5CuPAGOH///PNZWGIM16xxPDsArJQxHAZSLwfAXoWD4I8GwH2fAVXfBwA3ANosbyNXaXSmRsDs/doDwF4GcBjlHmUOAIKf5B8OTEkEwCD41VlciVsf4hnXzQBw1krLhrDR3fkC+yOozQB4776bgc73AsAR/qpWVwDgCJRd1wyZfYwZLOf2vQ8ael32BNT7sCwf6IgpIwC+8ml9q0N31eyt9f+CDmB9xHQpAiyEuj9jVpJ+pfMEwF9ptthXKkAFqAAVoAJUgApQASpABagAFaACVIAKUAEqQAWowO+jgAJgDBfAEG5efPrz5fXuz7+9qApwWJ4AFsVJaeU8t21xhsp3Br/gaIX91A7kCLYLzi1fbHHCggU4MOsdnFvhZw7hHAIaV8Yw0M3Zts2Bq/1LMUlnLt9cznvYgKSFRx6V2wsXHfsfRz0DibXdEpY5OveQm/bh7UHmSUJCF9ev/GqHnIv9cMDY2iy5n0tY5pEjMPd1Bn/7cYRw1JOcw3m2RyB8q3d/lYW9dufvdv086LpsTlLPRer5SKFd329bcQ+wUWOdlNMxf+nIBD6bz22Ptt/E0OWxzSPXduvAoXyZ+xgOPGrwXma/kQP60rovdQDX8tXlPXHI3hra+Yj4KuoitvGqH7Pr964bXYPyq74MxrRyfh51CNfnFv6OlFD0fs/MnqFHJd4rdzwk/3u09vl1fDRg9vu1/uz3c33+gNkiFaACVIAKUAEqQAWoABWgAlSAClABKkAFqAAVoAJUgAq8iwIbAPz8/Hr3N8n5e5bwz+pKDAAYqOU8AcDqaBUA8SbnuxDDBwHwzOE4A8A++ugUXgHgkWLR9ToCmysAXPtRgPLKqZnBMa6PIbJXANjaazlu8cnnCWZWuIDhAAYALpG6q3tU2xJQ1EO6fYA1A8I+7hWA2QvrbP3JAHYM9LID2K61bQeXAmBce66xj7OWawAc9c8ho7Pj98hdOgLAq3XU1v/Wab7JlxzcxLZejvRqXYYAGGISAPszSJ9MyBggC+MsESQ+41g9fz6jDx/ZxmcB4Po8D8+GEhzhI4fHuqkAFaACVIAKUAEqQAWoABWgAlSAClABKkAFqAAVoAJU4IMUuP/Xfy8OYHlf/ywv7/+UnL8v55az8SHkB+xdjgWcFTtkg6enu5dnCR0NICzHKQASIAHksPWcg5r7tAwM4Hh0rHIE59zBLdSxh3Q2EDEDmQ4QLnWpxet6h23fXga6GTLnnLkrAJz7aW3LWMVW7aG3Hx7FCVxCClsSYETuRr+gsQBindNebQuB3cK0RnDrJcehrMehXfP18Vr02Y23FcSWRlZAx0Mi65xqHmSMzTYdqAmy0s8CcpMr1tZCA8AzyAEHcOf+7RyWba1GADxaZyuHZdM2z8f73PGVr8uYfaxx7lcO3Et7cSlcXrW/Xae+UEokAg9Rn0Hsynl76cBm5X8WAHzleFbrsz43Jw7j7PzVfL8aEaE8Fy5dEHUcLUT93tBWz4srZflpLvssADyLJEAI/NMsBXaEClABKkAFqAAVoAJUgApQASpABagAFaACVIAKUAEqcJEC9/9SQkALs717/v58J9GfCyxsTkiFqjWsrDu7PBR0/6L/XuynDoANDvTlHACjl78KAMZYMkjODs78OZePzmDUNwu9OgbA0r46kF3rV9FW3MBPj+IGRkxoC1Ft4Y4BgAHhBb5ryO8GrBXMy4U17+yOq3k2Hl99IwAcXbwlgm9z4pYLV0DH++zObwl8fQgAe7+cR4Vg5cMbZgOAu1KfB4CPOoFnd30ErDncq62zi54Xy8KX8r5V+0MA7IsH992sQQLg5Vzpc2sxYUcBcHX+4hesKwLgQ/qvCn00AEZ++HzEiAQEwKsZ4nkqQAWoABWgAlSAClABKkAFqAAVoAJUgApQASpABajAz6nA/f8SAAzz7cufb3ffX140oqmxk5YMsL0QPgkwGofM9e8BFvH7G8CjHPevUqdDBnwnjYENPIQ3yy1s9BZIjBzAqP8s/xf75fJWB7B0EzAarlgcGaiChY4crUenaeTsHTmBZw7jNQA2kJIBTRvHOFnjSecHg7Nxf3uULLgSFrr4vBUCmwO4WYD3YO7IGW0hl61+BxSj8Nmqe4HIcJLHo+bUTbmHHULb2PvZaLC6rUEHwIU76biiE9jbzf1tNY8JqK8jdxebo33rUs8O4Lx+LgWitlbbem0hpftcxkfX6arc0Ryvs3ry+pw6djfC9BtDNvUXgNsBYgG/7wZ8b3Xu1gfOB4WAzoJcmeN3Nf9LADwKzND+SGj16qhHnu+Q63tV77Zfs+Sz48gQVf5RQu7VoL/Q+Y8GwK9v9nfGn2NV1xoNwtb35fP5hURmV6kAFaACVIAKUAEqQAWoABWgAlSAClABKkAFqAAVoAK/oAL3/68A4Ofvb3cvEvoZMAgvnMUfqi/1I2A9I8xwgbtRBwA4HBEA6xdgvfru2OpVsIeXynCiAuxpSNpybckbbPCvBwH3NecwYC76ZS+kJVC1/pyGgC4AWMMjl+viS2wPQRxzAI/md/bi26+zsdv4tD8FSMS8vlqmgFBv4ygAnq+5fWAivthy6dvdoziBHxW4ixYAwPKvjusNcLh/yT8C2bEfDoAzSI5lNuMLJ3HdtQDY1pmtRV1m0n+FtMVxqFqHUNDvAYDnczAHJ3Wer8i3uweAb6l3NI6vCYAtlLkdZZ2/GSA/fHw1AHx4YJcVXIG9tN+nPlM0rjzutbJZwXP+Xu9YJwAezdyPBsCygyv874ArHmaXLUeWpgJUgApQASpABagAFaACVIAKUAEqQAWoABWgAlSAClCBd1Lg/r//f68CgJ+Fx1puWGTlVcQm/1GwWRyj4GsjWOAgdRPyWECuw7oOMgkI1XbKP3cKew5gc+0a6MV30QEcXbcAwA4Bs5tVHciaExedljpOWzjk/TaIIW1pDtziWh7aNg2g+rEX8jkC1OokPaeQ2QEUo85tCOgSSjXFyG1jnQET66E5gW3OMJyHR5lfRING+OcyeJyLOsR++DgjuM6wMELvWc7feo2C/wbJHWwABONahAbXfgd3cgxHbfPkrug2T+g/2nAAVbUvDtK0n2Bw28wdwL42AJizQy5XZHy/lVuBtbqOJkzFp71pbgX3nMxtw0br3SrE8kCQm76iAzjJtwpFvQLRN83G+uLVOh0DYAe/Vj/W5Gt6vl0OgvefZyP3/eh5tR7x1yrx0QB4FALa/274Mzf+bVqtl6+lLntLBagAFaACVIAKUAEqQAWoABWgAlSAClABKkAFqAAV+HUVuP+vf/1T3tW/3T2cHg0WCsgSfCoAuJApAFQ4NgMAjk7gGQBuhswUMrqAQNSubuPgAnb3b3T6jhzAOI8Q0P6iOjpwa5jg5ADOU+jO0By2NNbVAYYSgtVB555L9ucDwAJ6H+CuhuYC4B8KbAVsnziTXa8MgAF7HEqcJLR0LrfZCOAE8koArBDC+1hyv1r+YgPb+MocyWmGLwTAcXOBrytt+yBBzQB49MgYwRMHprNmMgCeP4oCYA9Q+WD33+0JRwA8XodTgb8gADbXr4Hf1caP48CQAHi0RgiA3+3RxIqoABWgAlSAClABKkAFqAAVoAJUgApQASpABagAFaACv5UCAoCfFZ0hRDCYWczviu+jU9Pdme6UVadtCh+8CSdcXLU5d7CrbI7U8cv/nBt4Vm42YzH0M0DnKAT0a4GKuY63AhDHAAOhlAVeo87k5I31HIXE3TXV/Txxpk5yXuZ+tnmweh7E2Q0I/CBmaBiiFZ7KvxV2wbURkrd524a8Hs2D98PBsYJbGQPaVpAU8obi+iPAyNNH987vySrYkOFWztZ2vy7a+Oy3DFDreIYucb9aILkCsq1zeOXSnbmsa81lWbh+6H9sJ9c/63+exzzu2T2V69uV4aMepSkH7Yc0swKzK2fv0U6t2lnVs+rHwfo3zw+PrB3Wm98PY/h75EmyHcz6ft/PAbyS56PPx2f8R7f1EfWvAXNKD+D7wq6b7o8YAuukAlSAClABKkAFqAAVoAJUgApQASpABagAFaACVIAKUIGBAvf/8D/P+obXnb9eJrpw8V0EeCcN74ww0ebC1esLCYoAy1yacGuOQJqHKO4BsIeC9npHoUQzCMY18bsIwRxYZacrgKiOy12lCeTOALD1p+VFvHVVZYDguuecwVXnCwGwh04FkAQABvx9kDoeHuV3hITGNETHaACmEW6PwOQKVqLPtwLgOP/uzt4DwBuH9kEAnJ24M2fuUQCsMdTL+H09Ioz0DAA3new6Dzm9B8hsbY8B8GxdruZsBXR/BABGm12/CIDb9H4yAMay1pDPmiMgrrLriCAB8K1/QW67/lIAbH/ry9/866b8tg7zaipABagAFaACVIAKUAEqQAWoABWgAlSAClABKkAFqAAVOKTA/T/+DwPAOKoDGDljAxUcuXrd/RvBsNYRCNFHA+AMqeOINyF9C5DzMpIRt4y5z81bQ0hX51t5y+0hoDUpZssXnFWeO3H7ZK8bTQvYHYH0IzM5ajdDZM3nDPevkJtvT6e7R8kLXPUoYV2jU9vdujqvAaRGqBv7Vh3iG5gOSIm8z+a23eT2HUDnuiaDQzivtewkjuuvgtaFeM7TZyGg8+VTAIz1UqZYcxXHMRVisgeAz2EzBdo8AoDz/YbPq3Hk+9OuaaNcAd7V+SNr9WiZmAd5BM6P1nNVOXfOOmDNTtoVeD3a6EGH7qa6o+0v6q/rRTeCNKLbfa/Pdft3lqWNNTTamHN0yLHcjwPA/uy7zWH8uzmAY4oEjSJBCHzNsuc1VIAKUAEqQAWoABWgAlSAClABKkAFqAAVoAJUgApQgQ9XoDqAAaycKWj+3jPCOwsIljyvDlr7kLsGC7rQvggjrYDUDg8VvXIA1/JwFidQG184RzVW4aAzCPNcxVtF1wB4O+7mAF45KmegZOxsLmGVSxjoS2b/KAAGBAbAPsm/b09Pd49PQoTlwNcKeAREuitsNN++FjDvel2ghxXSLQCwro1J6OwMVDxEdA4h3dZYCyWN7zZgfSHixFAd1vAY3L8uQkC7A9g02lKS7FKPADiC4tUamK2/1bqz+9PXW2tlBXhX51f9veT8FABHqBlA6MYpPGlsWe4IlD0KYFcDPtLWqI6j7b8TAK7O3xL0gQDYJuV3AcDd397w3CAAXt3gPE8FqAAVoAJUgApQASpABagAFaACVIAKUAEqQAWoABX4MQrUHMAxny2gngM3fckdgOQINLrTF2UbAN6C1QYIAXoNPr29vWxG3pcr9ZQ8wa+woJU+6c9J/uCVs6wBYa+/9Kc4N7fgGRBvnvPYBzFrdwQ248A7Z9WKSoYLZ47h8fcIlQ333llCP5sb9+nb0923bwL5Q87PVzhYw+HrAV/thQyN7l6Eh3XXoOcMbdcfB+jejQicXMuRczW7nh8moLYsP6zAbtNCnccQ3jYC3NW6sjXdwjJ7ft4GztsGiQh6RyB3FY7Z2mrtmb49bB7dr3FuLz2f+5SB8OZmvvCL3fplkW70FxA6BMWDHR/V3a9r3zY+bEJLz/p7FLiOFtCozpmz+L3aX/XDc5x7gINohC1Ofd/L8yp6nSVQhDl/2yaVC6f2quLIEf8+x8yqSgfwvr6+0Wscmt42FB3L3f4+88haqAAVoAJUgApQASpABagAFaACVIAKUAEqQAWoABWgAlTgiAL3f/nrs+UADqWzAxROXs/3uweAe6dvDxF7wHkZAI6QNwNg7/ZRR7C9rG45iU+FcmRH6gzIxhyzszy9I+EvAcDaxx0IHGH9LQDYtLgXAPzt7pvkBMZhsPassGcEO0fu4DYHwVH6AQC4A8xJ5AoBU87fIwDYxu0bFgooKk70FVCd3WTbsOnImS0gTRzWrmsM8+x6+08PrxoM9a2pAMXaRooxKLsU8K4c7Z8JgDdwuQJgzFUDegomC9Fvm0e2elg5B1Z7ADjW7zsjrPzhYwUuf2IA7HsIsPb0eSD3AgCw3ScEwHEN/C4OYGxkwbEJTR82ZRzZHHP4/mFBKkAFqAAVoAJUgApQASpABagAFaACVIAKUAEqQAWoABW4SYEOAHfhfAs/yca3SwBwhIgfBYA3oK04gnMo6RkgrgC4kK3qEpQX3i2EdcPj2/bEgZig42hGVqDA6xjV7/XFMg5DcS46tL3s+GW8vMQvVl84gPV4sxDffyAn8FP5SsbuIZ61PyijTi/JnFzcgbWdGaguAFibUKgcQ0YPnJylwplOEbzbmJvK2sXJHPQBnMM1qEP77mAr5XW+EQDnNYD+9gAYWsJpj5DbNgemVQPvUwdwCoHsLmBfC3tPhAx4t/2cKWYlPwMAjxy91vh83TgAbutyDMTr+GVNb8ZTde0Bs03Mvi4bzb8IAK56YXjldvAQ2bgFLO+vPA/K/eDO6fcKAb23Vm1+PtoB7D24zgm8eq6vxvejz+9FdLC+7W8syc8rhoT+0TPK9qkAFaACVIAKUAEqQAWoABWgAlSAClABKkAFqAAVoAKmQAXA2SkpSEoLSNBj+ykkYJYb1kNAG+TyF+kWLjmCyKMhoH1yRhAzg4drAbA7iR8UaG7Dg8IRehQAx8V0LQw+CoDHoZARBrd/UX8UAN/fPdg8yeXf/jjdPT2hLgBgzKOFfAX0aaCgh3DZOV2ByAAAt/Uzhzq4Pmo4rT+I7nmCu7XmYHoChtGDDID1hihrYZYzeuWotTq2eYMd0jcHsK85ycdcALBD4nqfJMhdh+wQX63szbl95KE2c3bvXRvX1ke7/Eb5wuO4Z+0TAE9mcAZQE9DWJYvlBOgrv2rIZ+SFL8+V9twxJzQBcPkDekG4/iP352eXIQD+bMXZHhWgAlSAClABKkAFqAAVoAJUgApQASpABagAFaACVOBzFLj/yz99fwMIw4vgHtZKmGahAXjR7+5NdClD4Bay1oCWX4PfHRo3oGV1NrCK8i1UtIZoHYQenkKfQ9CzFxJO4OgORq9vA8BzmJkdu3lKo3vsKABGKG70t4VD7t3J2SkLhL89MK923UMB/ar93Vkg8JNAYJsnwEWv3daH1dTyPM9zP25DauPisYPziA4r7UZgfKU/6sz99O9qmO0EkLfApOXIzLmCeyhvebX9wO82h/ZNXuMx4HBc5ttNFfMHRXTSjtoYXblxVtfGQ3jvcGFbE+k+q2tl3j/rk6+p/XLdWQDw5ODN4aLrOG51kF7q/N0s1IWD9db6V7Ktxl9DOrec3c8v8kwu+rbn8yyH7qoDq/m/0FmdqvvoDQnr0V3nHF7XW54LPylgbs9BD6nePx/oBD46wyxHBagAFaACVIAKUAEqQAWoABWgAlSAClABKkAFqAAV+BgFFACjaofA3kx8se4QuAsRLYRl5AJbAWNtq7wdNrffNlcwyswcZrlfUZYjMCCHgnanZ84Be9wBvAbAe1M3yj1sGpUX6gEAZKfrKPzoNQDY5kxVF8B/d/f07fHuJL9oHlr5/kHYT81Jq85eCxE9co/lfjcIi/oKLJi4fLUHxXUY6z+hA+WI7mCHobOw2SMAPAK+cb3l9Z/xVB4zQjj79T52d/R6v8xN3QM0B8AW1tjDEbfWMgCOdcU8nNMw0XoP2Wg2+hxkbh5aOva/fwZY/SPX7lGwexVAJgDee6T05y4EwM/PHu7ZNpl8RQB8jcv9uKC5JAHw6G+w39cEwdevLF5JBagAFaACVIAKUAEqQAWoABWgAlSAClABKkAFqAAVuEWB+7//xz8NAAeSpDBYvKGnBwsHjCOHGMZ3EdLVnLEC8ByyRbdwvP50MrxlYUcbQIUzd9ROHOAlIXhHeX8rpEvctoU6tfH2Ia8DgCx6NGi37/DLIY19LBnKrSCm6pXAOfEQCQAAIABJREFUqc/LCBY3zcaAwkPmeujvGkJXgaTgSoGu+PmIf49WW3uZ30LDtty+mNPm8M1wOofGjpAmQtlRuOFRXbOwxDPA6/pV/Yuzt4HVfh7dEY8lGqFndPFaXb2+Ec76/ACgur61f6UjVYcAgnHKndkZkF4Cc3sA3Bzce9A43msrAFzvYfkl37dHNmP018eWjzuDVwC5Pl/gdN2DobPztzp0D4Zg7kf/jp9y+zvjeX5uIfzxF0DX7zCCwPv17+g6mbU42hD0mQD4/XIUj0f4s+YY3m6Eac9PO1ciHJTNJgTB73fPsCYqQAWoABWgAlSAClABKkAFqAAVoAJUgApQASpABajAEQWmABghQB/UeWkOxRj2N7p8/UXwCAA/SLhlP7oQvRrCuJxJADiXj4PYc/+Oyo0AsJdz56/X+ZEAOE/EKE/wUQBc9QkAcwaALYzxGFDPAHB2boHVPwkAxgt8BcPagTUA9n7uOW5HbuER2MVGhLYuzCV8ls0CcYPBDBLnjQ0+vlfJcaojybGDw2RpiGb5vAXAc9ffCACjypyKuM5KzefbO4RXABgJW4+A3DY+gzI4+lDv/erM4abb2bFtuAHYIzmot4+kFcDdmZ4yFquzK6cwvQ+NrkDzswDwynWrHd6xYcfr3xtAT+oD/D1L6Ge/j74qAJ5FjtiuvPf5hgDYdNymiTAAbM+buHnofXRnLVSAClABKkAFqAAVoAJUgApQASpABagAFaACVIAKUAEqsK9ACwF9H4POGhjDC9yTAMQMSZvrs4cY2R2ZHcAxF7C/GHYo83q2ULqWF/V055/9uzgM9G3mAI3lIwDOoZ69PnfyjkJAW109mMvlogN0D8TG/s+cvH3fTdsIi0e5cus4Uqjo2l6CYf59BsAKpCp4Escq3MYI8ywbAE4yH09PD7IhAIJor+5OBSSNc6+2+YlrJ+qzNy7fYOAu3BkA9rHkcq8IIy3/ehc31lUDEupuTS7gfKugv3BIR9BaHcOLMMoOcFUtDbFt0LjlCbYKEEI6Q+N6b5QOmRPXPoxAS+63ffb6RxsAWl/0fitj6R2/1tf5poveUTzLwbsCuHX9Jj0vvU7LF5huo8emFau9c5t71IHJ+jXpAuAvuXDHGjensl23Ew3gCMgdXX/kulnnYp9SPbocRQtodD4j7LMvNg9HXrT7YAfwXtftPti/0Y5EhFi1cct5AuCxevm55huRVvN5y1zwWipABagAFaACVIAKUAEqQAWoABWgAlSAClABKkAFqAAVaArc/9e/PhcrZAadYwCc4a/liWzgIwMqfHYncISpr6/nArMabAHIA2wEuEU4aBx9qGD7Ht9lB2ic1AYa25g+EwCPFtgo5LGOL0HIkSvW63NwPALIGQ73oYW3EGUOgEV3AWAKgEs+XrT/8PigEPgJksIJXOFaP1rjNZcB4Dy+7bxvwW3eAIDxV3cvHMICtXCMXMIoFwFwbN/nxPUbA2ABZlXS/r7xuiIA9vGM1gXA8FEAjHvJXN3WuIdaHT/QrgPAZ7kv/XAAnAFx1Ss4/H4uAAwH8IM9lwTgfj4Ajg7xsj6OgNywASPnjN51DI8XgH3rdYb28Wh9ebF71DQSvUpYfuill/mmgJ8cAOe1uOfo35Pp2nMEwGPlIgDW9VT+YLRNYIsdNNdOCK+jAlSAClABKkAFqAAVoAJUgApQASpABagAFaACVIAKUAF7z/9//w8hATiC001BU3EA45SCJoGCGf66w3KbF7WpC2CFUNIz58/r64sGpq2O4wKBtUuhD9rZAoYdXHj7R14qO6bLgBpQOkJsd/i2ulvfDTwbIDPXqYfILm7dQsH6cNkNptTcx8Gt60qtQLDqEYCsOaXnL9G9vqMhoJsDuID3UncMqYqI3t8kKfCDhGTGyN1FqFqBCuP/Fa7aWql5dCe5i/M9eIk7zNeG/4xavArhggu4rl2sHYeVOq6Yd9p6MctZ7DmSrVRzwwMAuzYYb3aKZwAcxxodwW2Nn0SvViqGT1WXZoohnXNwxjGVEemP8b05dwBfAoBVt6JrBm+XzKXV06+Gmx3A3q9G6m2eP8UBDH3TxoCLAHC+M7D0Jvf6BTl+yxK++y57fgLnL7r09X8VAByfTwPVPvwrAuCZxPaM9cgH+D1udPH1xdzAH75E2QAVoAJUgApQASpABagAFaACVIAKUAEqQAWoABWgAr+pAvf/8D8tGSocoQ6LlPciiKqAPg8RGsOiOtiDCzcfGUzlMLxbh5bBwhkA9vo9NHR0Bm8Accr7Ga/dA8A6/hKiF7/HnMcOiK0M+tnG7ADYrjEn9CiUtMPBERSb5citfU+hneGc9j7NAHAHikMI7zhX7gCumAobADRctO8HaFC7wVOEfr67e3w83T166GAplgGwO4AjpM55jyO4Gbl5va8RjO/pF8vvwUjTrAfAUcfsDgYAbmv4OgCc1+ktAHgLfh26j3PwjkJHe9jylcPX1/XMAezn/d6I6+tSANzuVfuNADg9Wd8JAH//Dvi7BdTT+YrhsH/AH8nVOiIA/gGTIk2OnkN9T+YAOD433Hj+Y0bBVqkAFaACVIAKUAEqQAWoABWgAlSAClABKkAFqAAVoAK/rgL3//j/yCv0kgcSw4R7Ei93EfLX4VsGtBqCGG5YAQnRYRrD7bpkEcbNnMIOLPGy/1HajdfieoSFtpfGcOM2OLTNx2tXRkjrsMtBAsanYFLKNRcvHJbIxeqhhhE21lydGUAAwHpfvK3s/uyXSwTGptsMaqxy/GYHcGwng+QRGLEwydYHg0D94f2q0WADhQP4NaBrL/YtNPL93ZM4gmFOVa5aHMAOWHPO3dhaBsI5pHfn6E19nbmfoz42R83V6OA3a1/zxIbQynX94bukkYddbs7X8cOhrdMtmIX+L8nRmx3K2xDS23aya3bUk3b/9eDby0anMb5z53TWbzzK9bcRHnfrtbuPd+6Jg5FiO2CMjQzJgevno/OwObgtVPSR3L9V80m+380Gl0UO4e09iIWL/iwGvpdvWB9M2+ufn7e5frcbcqxHK/C6mvlkvN4U9xDyq3raOrXf8jwuNwosAPat4zza/1m5dfvb5/StbXb34U4Uifdsx/8Oo87sBN66gAch1N+3M6yNClABKkAFqAAVoAJUgApQASpABagAFaACVIAKUAEq8MsroAAYo3w1I7AenmNWgS1crf690A+FpgUAv7zAjZpzkoZwu/JmFyDVIcMIAHtOU//p+YLjNTWU8MF4kbFNvHhWYKi2ZoGVZ/S5B8AeshjDtDzEJX8otEiULQOTGYRu1/Uv8Ffu1AqqM/RMOXlzv2YAWOfTwfYCAHvZPQBc18jbWdfF0+Oj5AYusKkA4DhNMwA4AsCufwa8I/A9C9mcwXdfbgsaIwD2te9j1DUpH0Z5d48CYAPBPQRG/SsA3ACZ5TZGFXEpxs9xU0SdnzIldXzm89880DIAXgK1Cx+JRwFw6/c4FPGqWQLgXiF3+Lsu2KxzfsGGHc9JbD9nAHg2H6t58PMEwMeU+h0BcFQGm7uQUqA/CICPrR6WogJUgApQASpABagAFaACVIAKUAEqQAWoABWgAlSACswVkBzATn7d/Wo/AQxGsNIBMM7DTVsBq8BFnMshnz2c8ihcdO6Ww1d8707bLpdsAcrxuui+dRjbQ0ADwDg013BxAOMzvn8otNIdwNnNG1/Qj0I8e1/cWbsFwq19B+ujeiL0rHUVl6i7hvN1GezqGAHsU67gTi/P7RvqjmOYhZV2R+qbgF/VTsC6/XzQkNAPj+IKFvO2Sg1gGRyuI1jrY/Jz7kjOuYN1TGU8/XiDE3ww3vE45k7TKfic5N494r6NYLZtaCg5lnOOWEPNJRexrNQaXh25gQ0Cx+MIAG7wdwt+45zbvZDvxui0X1+/vdq+2QPAtl77K4/oOmprVc/SAZwrnTh3DzuAL3T+tvmYKZm+nzmAxfmLscLJbW7u8llu2xFsJAA+aDE/OC2XFvt9APBMGUQckUgb+N8PKW32pVqyPBWgAlSAClABKkAFqAAVoAJUgApQASpABagAFaACVIAKNAXu//N/+5siGLyIhhtHwy3Ly1iDuxaN1A9/We2g1+BBKTcBwBZyGW92g8PYgWygNs2J6M60BqDjuT68s4WF9qN3/jrw2DpwW30NAOd6TZMWAvoIKBkD4i0ARt0rJ3DMfRsXrIem9jnTn4swntltu3cDjGCtvpwvIaBbv3tdkS9azMB3j08Wpvv19cVe6r/ay/06Rwlqe/9jSOoIenPfZ87f1U09CgEdw3FHgBgdvxrfOhw59+UesIzOXQ+t/FpySEtg83ZfBX28vvvSroXXbgA49rOWDeGU2716GcDNoHYEr0carwAWAfBqZfbnDwFwfSj7/ddTMzh/NcS7nMaaaw73EA49NLJ6ruVn/9HR0AF8TKnV/RNDJx+r8bJSq78dl9V2Ten2d8SdwDVixzXV8RoqQAWoABWgAlSAClABKkAFqAAVoAJUgApQASpABagAFVAFFACDBwB24qU9YNOjkLyzhErWAgPzXweC76ycHzEPMEJER6enh3eeae9uYZyPcC6W38+3m/P/4nPfPx1TASDRAWxtiqs55r1V8NaAtP+eXcFe59jZm3LAllDOcUwjGDwKNT1zJ7uzWPsxgcEZKEfI2vUlAc84D7HuFqK4OFqhs+TbfPr2ePfHH4/Fwf0m/mDL6Rzdz96eO53zZ3dDj3L65lDXs7Xk+tX1h7nUENgNvhtMDzmnR3A6NeDr+7Wsq5jPMhZ1ADYDbDkHagZBzTFstbZ2bT1FKBxhbdPSfhs5mxUQFhCd+59DaM/0vfT7vQ0P/f3d13w0JPXIIT26x24Neb0CtEf76/mGZ/OuOYlx30SD6l7e3+r8RT5zeY6dsdBx33lEAK+o5FH3SNCTDvv6zOvB+/vegHd1H9coDqW/+fPs+pijflRmDWAvXemXlV+3/6vkAJ7p0sZXn0Wy+OLf6MsUZWkqQAWoABWgAlSAClABKkAFqAAVoAJUgApQASpABagAFVC+8N/+etZ3/AqFikv3/lGgWMlBW1/EljIumzqGlRyPX1Dj/AwAG1RwIGFAy1w/LWcwQCyAcQSwuA75efMxcu+2MuNQ1t6m++e87RjC2so0ABw/5z44zMwhoJEjGccIrOWQ0BEw7wFgb2vmlDXQGVy3JSz0qB8rR+0MAPv4e8D+ol9/EwiM3MCgjz5dJwdU+A55o1ckLWjmc6U/Uwjruh4H3xvoRHumRwTAdc04aJvkWJ4HiLV179Air4fXOj6f/+KUL+vJAZute7sapwqXVXDr94mPYbs5oVw3cQDbfG9uF7vXCYDLfbnVZ++b1bJ9bwBc17eGVg+TKfeTLZrynXzWPL8S0V83orz6c9LOAwrbWr0NAHt/3hZRB/IGh8tUbqXzc3P2eVY/AfC+8j+TA5gA+Nq7hNdRASpABagAFaACVIAKUAEqQAWoABWgAlSAClABKkAFtgooABYEpaDMATBe7iMEbXTh4IW+lqm5SZHzFTChlYvADU2hvIfTdQgHQOLuYpSREtK6hGLWuix8aTy8D55DOENhraOAPvxeYV8Fty9D+OrtuLPSrjMAHX9a/VtnsMO45njuQ7E2h5o5kL0ObwffzZzEo4WaQWwOjRx1c9g5rCfl/s0gdgaEH0Sf7PqLDl2cf4PbsIBFiQiN7KPiCH6SuUVM6OLq1gjjnm/aoWeb8z2nqANc07PlGR5BanzneaxtzUQA3F+b56Jbf0lE193BkkOLGtq5rF8P8VwBFMLxqtPexv6gIC7rMAO2/b3U1rl1bs8BPF5LAILuJPY6xqh7D3jW8MLyywroz+b1qDN4NI7+OdGXyCB262S18oeBban+swHwsN+AvgUAe//xWH55kSd4dfDjWYY5lsgO4ZmtIf4x7vq4GuwQwFXjr+uz1AHwbN4JgFcrdv++a1f/Pg5ge665871sjDm4WeiY2ixFBagAFaACVIAKUAEqQAWoABWgAlSAClABKkAFqAAV+H0UuP/LP71ICGiDP24qA+jzHKQABur2lfMAahEmmEziLBN46+DVQW2W0MEtrn85S37Y6gBurk7PLRzDSGu/CszTnLLFzZnr37g9rwTAqDe6eWfO4AyAY396Jy/CYDeA/BEAeOYu9j7FnLazUNBZz+y01SzOyfWXAbBYtov7UNaEu8nlwm/fFHdqE1hqhUHp7yGFs8IrH4vr62HDvT8OO73syA3tY3EH+ggAexnPPRzd1J0WKSS2n8sGyAiAtU+e49cd8pbMtzrKPaeya2LrvM8N3TYRjAGwXxsB8Ax0ev1+P/mw8jg2GwLmFuiWX5YAuC6Zw0C5rIusdwXihdDugWu09fp61ly/CPkcy77Jwxxr8nSPcOwhzC4BcHd7rzYu5Ofie39et/97AmD/O4wII1GjtV7vPUOsjwpQASpABagAFaACVIAKUAEqQAWoABWgAlSAClABKvA1Fbj/L//0XAGwhaM1kOCuSoA/h7XRAdy5LuUahWwljK5DYH9Zq9Cz5l81kOzXI4Swg92ZhNquXOMuzphLOIaNxvVdyF919FpY4tkRx3F6KPlqpXDNgZwsf/cyTguxav3pfb+tlRw62s/MchiPwJvBpD6E9cg13OoukHUSJvmSJerjAlzCcQqkECB4liNUe4yQxH6dXiv/xAX8+NhoojrHpR4PVOsg2MFum0cLWZuPxrQ8tPJ27JtNAWUNoq6Rg3gEma1sC1OOz9ElHeG6li3jRm98I4NqUurAd8192TstFejJf+J1PnZ37DYHMu65Fj7a5ymvhaxbdYwmUhnbjNesHa8xUkC78jAIXSxKbz/Xl6H3DFw7VDcY2tyFTaf9DkzHMQG4tbbk0J21sta3v7LqIcv++QURGez59lbs+chpbeveQ5RLKPadY9Z+c/tf5hBeTOeHnZ6C9OX6ahtTRkWX63iSAmF1Hx49nx3yuY+3A9HbAPNHhZBuz6Px8yVuHPqwRcWKqQAVoAJUgApQASpABagAFaACVIAKUAEqQAWoABWgAl9YAQXA6P/oBbrCqPL+X53AUs5BVgdO5ZxDXgCql7OFPcY17uqFCw2/ewhSQGJtU16gz+BTzH0aQVt2COfcwTEM9CUAGP1xt5znII7aAP5WQF4I5EPIEZxztPq6iPDvVgCc52oFJ1E+ztVqrXp9COmMI4JFh8AXAWDQzgJJlK9LtQj3bfNukNTmq4WDjuDWHOgtVK8DmRbCeAxno5vYNZu5iON57UdpzyFx1DiHoVZ9ES49QPcItiNw9XFCEgOTPQCOIdP1/im62Bw2F7D2t7rhrb8+T7PcvrGOvTWwvRcnsYBDJTGUtX89AmdxHlfr0M8TAPdKuYbP8th297rf47aOLwPAWef6zKqbLn4PADzTgQB4/079KADcWt3fuEEQfPRJynJUgApQASpABagAFaACVIAKUAEqQAWoABWgAlSACvxuClQHcA69W0HQJASuu4UNOhjEw+EuYdT39PSgIW+fnyXkcznv7t0KRYUwR3AaJyDmDx6ViSDYoSGu7783GD074jhQxt3P0YnpZQCAfbyvArnxuTlhzUkFd7OWGbhwHdqdTuZ7dc0973Dso4NmcwBbXmK7xn53N/QspPOo/UsW98YBbMJaH4IDuNZZctziMxSosFVC05og6LfBSv0d7l/8w1j0fB8aWuFo6UQHZAsI9XZPyIeKy8v6chf6yDkXywCebea4jC9CxwiSXfPReT9nfTGw2wFP5EAu41eHdMlhPIqwHHMkxznDNXF9VXDeAXLTI4NgCOyA2eqsM9wtiy3Q2XcIwlU7A8BxDuweOrYCHY67lvGn1+BgbhT+PJd3F/Co9ZWDctrnsu6mI3onBzDqV/hfHmN4vJwlhH6JsC6amsPX9YCzHse5XIAQ0HuHb3jxjTk+3t/NAbwXantXQDqAj93UV5dyJ7s9r7KT39crQfDVAvNCKkAFqAAVoAJUgApQASpABagAFaACVIAKUAEqQAV+UQXu//6/SxzRcMCZG/PsgifEkNBedBtytdEdQAUDwI8KhxwAZ1CsdZUX6NNQusXp6O1ml20OmRvHYn1ch7ichQ/FGByMaFedSMrvGgIa7lS4P8tb6Jjrd7ZeYg5gL7MHgAF0ooM3u1EvAcArJ3Dn6i6dWzmA2xjaMooA+CQkqcIpp+X3oFnQTdzA8n/g4bo25Ke5xIs7NgBgGK4VgKYNCRkAz3RvIcdtvjxMedwscCQEdHYAx1zEtkbsPqhDLbdFdBLGENmXAuC8/qNjGe3qRggFwrbukX3ZjgyAx0p9JADG/KJb0GIPBh8FwBkw9/d++/TZAFjXWtF95SDtdNhAZUwkgO/d3cvzq4alR25fe2YiugLmtg9C7wC4aTMLUm/6jAGwraG9w9f3fqnrzsa2j7ZzawhoAuDr5uozHMD6PC2EdxTKXZ+B+8v8usHxKipABagAFaACVIAKUAEqQAWoABWgAlSAClABKkAFqMAXVuD+L389V3LnoBfjcdereHgl1+SLgqVvT08VnIFDbB1+Rg0QAhrXaR3yGQ04/I0hpE23fUCb8wNnJ3B0CbtrtocBi/oDgdH8vgXs4mc8HP769xUYSKEGEZEf2Jyl8ZjlgvUyI4jtLt+sTwSZPk82b54Ld5vndOQ0jhqtzqMd1DpSskJTAbPxfAWhiSShFKDyPSAWnLKyOuAKf5AcwQ+PgivxnScGDiJiOsYu8N4BHCF2dEFnh7tXvQknnpzbmzWe8gijnuwS1u8AAYMrGSArgl9v30Nt652AeSzhpPWeCW3VtVJuV7+uOuBEN2D11+L8dMc47kM/zCXvszQmJu8dArrTwZ3PAQCPQLCD/uhwBuBxeOz6zvL62n3RFs+HAODuDrcP0ZW8chb75VsArNsnDPTKT4DflxfcM/2agrPX4a1pjJtGNu/oJpV4J15CxkpY/sHYZl+NnPYXXF7vEV3/A+j80QA49zW72VcA3zcwzcZ8dB1co2/r60Fr/bCR9Qapvfn8PADc/1F4fTt3Ob3vy0K5Ve9L1i7LUgEqQAWoABWgAlSAClABKkAFqAAVoAJUgApQASpABX5mBdQB7LBXAVHJzVsBsBCK79+f9UU9HL0eghZ8AmUVQsC1qc5NCwcLp1oJ7FtBWAbADi/csbYnEnLGxnzAsWwEwAit7CC0lVlDjQh+Z0AA3ytoLWA4AmCcy87e3A/LU2wALkO2FQCOL9lHjt8jAHgPEPvY4tiPvkifhZoeAWANZSsv7vUozu8TqJ6Gf76/e3x8lH8n+dd64gCm5fw12NHyKjfQ6uPYC9Wctd442T8IAPu85fV1BACPIFR2GAMkOgAGSHPnr48P5XsA7D3pAWFem6uwzRnweq0zGBrH4iGyR21gvmcAuN1Hre/biAT9GpqBytU6X4+/LOcKt/sNCauHf19/Cd8tz5hnCcyAW8OesQ54W20fC4CPA+SPAMBYvxn8rkDwtQ7gvef9au7ic2xWdrW+Vm3s6UsAHO7/BIBv1X01LzxPBagAFaACVIAKUAEqQAWoABWgAlSAClABKkAFqAAV+NkVqDmA0VF30Prv+hIVuV2LmxFAxkPnwqr5/Pxczz08IN+vOH4LaHIHsAQttffkNUyyfW4vtgWICuD1IwJOB3lavoT+HTmCs4uzf2k+B8DNoRnbt/DVsc8a6jn3v4S5VodzcW1GCJydwH4OuTlHsNgdm65Da8+A6eqFdgYFKyAyqy+P/egCzk4whMbWfqcQtRUAFgB8L5RL11dZAwaCBQI/lTDQCo2tFyECd+2WbyDIILqOz0Mwl0pm4xs52UawfeTKVYdpqj/nF562OxAY6yO6IUcOY4Dj6P5V16zca3AA2+aNkie6jN8AcO/at6Z79+AKeOburgBwva97U7w6Wq35diLmPvYw0R7e1d2/R0Guj8PHPHMLr8a7coAevl88V+xbDtlsMrgxGzl+n2XDzavssOnc54L026LHJhLbJZECFZR75DjA7edzvVlmNP9HnxGjcvE5tBd2+rMB8MXzOhFh9dxeaUcA7DmAB2EhsP59QxH+PpQ40Pb8K4+XSwzwq8ngeSpABagAFaACVIAKUAEqQAWoABWgAlSAClABKkAFqMAXUkABMPrbHJUldLO+RDUAHA8HPoLtJDTpi4TtlTy/UqC+MNfwrhLOt4AlQKkIiVBXdSUCdKlv0Q4FX5o/E7AvQFn5Ds7j6ioN1GYG2tr3+1CjAu1CnBCO2I8ZIHbHsJYLYXsd7EaQDuDrYzMXMPrTv5Uefdc099DO+2E+ZwDYtc9zUMdYHK/+Oee0zWt55fh1EFpHWIDXBrQV8OcAWGM/h+Ppm+Q4Rf7n8F0GwA4HdRrSOnWwGaWOmwhsHbawvXmcUY+ZBrmOCGqPAmB3AG9yW8cQxmUThrVnJxwAx/mNuX9bCHHrvQO0vE4gWwSvm7FOlt0eGB3pmsvvAeB2/9lvsT7bQNHCnE/BuoP/AfSOUC6C4jj22fdZn1tBIVY4tHiB4xebHSTEtz4z3twG7/e/hXjW9gQm4wlbZrbrkt0j1wPgpr0JmMc3+zy7f1bfvxcAXrVz9Hze6LMEuA72Jw0sr1907L0B8Ha9fs0Q0C7bCADbM8PW7yidwNG1wHJUgApQASpABagAFaACVIAKUAEqQAWoABWgAlSAClCBr6yAhoDGS+EMoOKgzFFj/+IL6QgV32BdC4dCYKERAMXPCAkdrgfcBSDWNj0UcDjvDsb6khdhUGvuUvvWoVUE17W81JtdwaNJmo27gl+4KIWc6ZgTwaoQuHzvLuAHeeMMcOnOwxx62fuRQcNqER0BCejntr0xQI6O1ziv2cmKLL1Nj0EvC8j1EMO5RMw42+rp1xGueRMnVzyva0B1fJX8wMgR7CBQNgiEcJ8GUC1crh2mvf6mDADltxRzBvh8Hr22CJa1P8GJPlxTwQncNhC067p7BIC79HWWN/rs62u7MEVAAAAgAElEQVTjSi+AI6zLeo/I/dUck1YuQ9lRewrUayjjqGHLqTsDv6MNBhH65+s2QDh8EcNQ93UkG3EQM98feX5nGyBW990egOvmMu9wmIJBLFQD2G9C7NW5jecbmK98PmuO51Ee77ZRxuYzr+lxlu64kWY11nb+WoA8rmHU7p4xsynU53Ie3m8193mvx2Ewnyr1Z+G11+c+Hnlu787LjYA5tj9ayzf3b5gZ/vhKe78cwm3N+gYR7wX+Hqc9V8c7yJJUgApQASpABagAFaACVIAKUAEqQAWoABWgAlSAClCBL6rA/V/+KohJwWEPV5DHF4eHdsbvuwAvAGCHxRoyGk7hAQD2yK+nENsz5vB1l6wDzRmszQA4f/YX+iNn18g1G925ylikoxkAdzBpAIA7oJrAdXb/ztbNDBzH8qOX99uX/HMHsQHWFpJbXpNXWNpAcHGC6/y31ttyKSE6yynkK8WBl+44HGC60zVuJIhzMgLADrTx8l7dwPpP+iFrBtfqRgIFlrKBQcCZuVmjgxs9SNAwcbOsYQbAPmIHo69lnUe4a/dGCbGcAHBcKxEg6zUyHvdxeo5jb8/d8Bl5ZmByyhsTpCOeQ9Xm1jZajPJOqzohfDm09ep6iL4FwBmozuDSFLTnkNBpHK2/c+i7dy8cdfB6HaNnwZFn+hQUzsCdDuek0Pcsrl/k+LV1LtBe1u4KAOf22vq9HQB7XnZsyvH7yJ3aDpK9zAosr3yl7w2AZ3N1KeD81QHwfP0cWe2jMquZ3q/3IwDwqEWsZw3fr8/da8fK66gAFaACVIAKUAEqQAWoABWgAlSAClABKkAFqAAVoAJfRwEFwOguXuxHIPcqFCm6aBX4BOelD7HCTgd/CGMqb1nV4VtgG1zAmhvY8/LB3Smf4eyM4A91xhfU/jsAVs4BPAK6e9fvOYZxnYFJd95Fw684U1M46tcCx3Gd15vzAHsO4Fm7W1C9/1bagXAfWri5c/OSc0Dn+mbA5fX5dagX7uXqvC2TN3JOOpi1awtgrq5bG4cDYFtbDpkt/LWfi3MIUByhas3tWxODIgQ4yrxJjuAHCT0u8FToLzgbqgeYBUNESF0P+9m7Xq2f2enu43UdIgDOJkvUj3ZyeGddP8UdHNes1+nu9wg7fN/DCFTGPirCDQ5mLz8L6bwB2p0buq0S5639WEYhsa2CtvnD6oiA2N3u7kC2NSNO+NLZjVk1L9ZQn586cs2gmvpVnPst9NpemR3JlwLkTY2DnL+2fixvL7TCpgW7lxRLQQXcOWEMbbcC7mPTPc/Hfmj4PY1wDiDXoW6811eAd1XvCgu+H4Pbb+kaABx1Xo3z1vPL/i0cwKv246at0biW7a8a+GkcwLOOtvWhG5x04xAdwctpZQEqQAWoABWgAlSAClABKkAFqAAVoAJUgApQASpABb68AkMArC+KC3hzQAbw5QAY5/OL4+roDeRGwW3NxSkuRIENFWCoWxMxZ/scvSMnIfL/OpwADMtuxtifDEhyfaOQ0X79CgA77D5L7uN6TVkCEQDjq5UzeQaAZ87fGQD2FRjnA7ICutp39gK8OX0Nwnre4VwvXNgGM1sO0Fh3rMfangNgBb/FZezrA1dEAKx5a0NY5QZgi7O45BDWdgoMwbAeH08Kgp0/GBez4LEeLtq1aecuB8AKlesavg0AnwRYO2jcA8CA4dk57H2oPyfca+TSjmPoNTE9tvfT1nW7AsC+xlqodjhaW/jp1ZMyAtgMpVfX7p2P938eQ7xuBoBXbefrfI36ddEff5bHxvm5hHsu6wrZfNshn3S92zoe379ho8SEkvszV59RxwzUG7C8B4ABjEfn4/dfFQCv5vu9zy8BLAHwjZKPVyL2dPkaXs7BjT3g5VSAClABKkAFqAAVoAJUgApQASpABagAFaACVIAKUIEfoYDmAEbDDvy8EyOXo8IUeSENNxpenhoQdchT3DUFODjgVJAllSLk6dPjYwWjDcwALDvURbjamMvP6gZYAAQ2l27JDRtC11YXMsoWoOWOXgDOCNNGgBltbJ2TBlrgOK35flEOELuEbdXrimArABwnd+tCNSCrYy1EqcGz3iuXAfFeqOgMkKIrOYaitu+j47sB4uy0nuUY9vH5XKjjG2Mq68TPu/4eEvptkJ/X1qMtJC9n18eX+Vg3CAF9rzDY5tCcqWIs14k54gDOc5/Baw4JnUNA5w0HeZxeP9ZJD1p7J6eOLmyWgDvU1zrG4aGiPXxpiixel9cGSPr6TCAwO1xt3bXQv16h348eEjiuhxEUHoWy9rmJ90D+Xd2xpfO9m/5IHtitM3Y2L7M+jNzee/3N89yeHwZv4de1PpjDF/NpIZ/tSg/+LWdTM2NglZ8L8vTV6+LzLIJfr9TLzcaSn4c+jhngrW2W+9Y3k/j3fv3DIs7u6wJsnurGj3HPq0qTetoGi8sc0peumyNr5JYycdPVqJ6j8NKfy5eOb13/CvXvj/79QkDP2tnvH55rdATfskJ5LRWgAlSAClABKkAFqAAVoAJUgApQASpABagAFaACP6sCuwAYnY7QSsOV6gv34mtTapIBZXMvKiR2IFwAMOpUZ7CHMpU39a0NyRkcwisjRLSW3wHAuY8RAI9EvxQAY6wRep1gLy0HQLD69TCeAqS9Pxny5r60ftoYHc56uah7cya3nL21D4UEZqCLzyMH4Vli0KJuOH2tXcxFA8Ax93JuN4aNbu31L9gbaCjO4NIPf9E/z6HbAy0HwL66ZiDiXvqugFTmRacGv8tFaL0snyD9Ntf1DPzjopizN/Z/75o2Lw3sKchN91LMTez1OQBG3mxMK75Xli0Xd47hYOvMGzeOhjLeB8C2KcPmQEIES2dmALg68wtnc8A5Wv8VsuIZkgCfA+BtqPd9AOzjnTn/1wDLZuy9ADD6g80qCKyvPxUAh4gKJfKBA2A73zYDiNp4ooQ1W56BYWOIrqfAjasr3+egWy9lg87ECTwDwPU5FMLfe75iPZcAcNY/AuCRYxgA2KMQ5GejVv+BADhu8shtx3HslRv1+SO+ey8AnJ9LR+8Lv25e/msD4Pb3tuUItmf/R8wm66QCVIAKUAEqQAWoABWgAlSAClABKkAFqAAVoAJUgAp8ngIKgPGiGzl/4xFBUnN5NTjheXFz+FjPJwmioudC/tdvT9+0iQiH4CiueXSlUUATPxDiFy+eOwBc3MIxL7C9sBWkEkJMb520lznBvA+eQxfgF6GfFWoXKJIBcK9fn9N2FLY6lh9BZNfKcsi647p3jnYOwOAibtdY+VEo3DZGg1Qd8C3TIDPSzdnWmbwFwHvtvSIJKuar5lsugKoAJQeAFcQUEDQLJyyYssp4X8KJg23D1YUcwTgaw1rHwx1Bn9F3DoQjsOzmv6x7/y46mRX++1wB1pW5rTmz0W0z5rf8v1pfA7Hu7ER+bTuKW74S0X7s3T0HTYbhg7euZJ/L7ASPTn3VWHL+duvZ1w8AfZlb/NB6AgCOIDq6gI+Gj14BzBwS+5INILZO958bGsIcrnMZ/vN32UghYZ7V7Yt8o3K9A16bbgO3CvZlzjGlcO026IhoCe152Ol5JQD2Oo6Ggs7znB3BNV9wkSVuGIn9BQCe5RZWkHxqz424ecXrcABc/550qyvkk5+AupED2HUebWjo7t20i2K1BlLXuo+ra2frsc6bD2SvkZ1zeT5rvYt17eUy2N+O59cAwPYM80gS+HtbnqoEwVeuPF5GBagAFaACVIAKUAEqQAWoABWgAlSAClABKkAFqMCPVuD+v/zTs1IfAOAIhRASOB9vby8bZ4yBxq0ztb541vy99pJ4DwAroFIQ3RxxDwKAAXUjAEY9Gb75d3sA2McyAxyjiQCYeH191lMAvy/iTkYb6sAroaDRZ4eAtY3innQXZc5bnIEHXLn58LmITuGRzvG6cZ7gVmLmXDUX8BoAO1Tu+xpBzmjNNBCO6/aAXXTcrgCwM5pTR7Ys3LduKpAX93AFY94AgyX6uB7R2VVZaYC1RwBwDlua53+0ljIAvpc5180NBQCrNgWU4rtNZNsdAGxAywBsBb3l/nX4fSkA7sFsm8MI0eI4PxsAHwW5lwLgzfrcAXB4rJ1FZ3t03d99/xP0V58WwLhqkn2V9Wn3V4HrAwDs94WGmz8AgK2Fdq/tOYDrM2m998HujyJYBn95TfufhxkAzg7lCJLxPIc32u+jzwbAcSwjQKsbogau99F9ffS70bP3yLUrB/CqDgLg44DaAXC8D6C//91dwfzVXPA8FaACVIAKUAEqQAWoABWgAlSAClABKkAFqAAVoAJU4DMVuP8v/4hgpS137l7jDiPx8t4PANHR4S9N8TIdYZ3x+du3b9UVhmsctkXoglzBfjwirK+ADuTJdGfw7CWsueoaFKk5jDXUaMu0aWVaruHshFS4GyhhDHscoUjOfTkLPb11UPX5apEtdBQut8/B3HLy7uX8NU1NvxxiOs5RBsmz3MDxmthuhArYFICjhZwer6BRCOg9V/JsHUZIjDKCeK19+WGgDWuzhJ+GW1zswOg73MBPT1K6GFV9ijNozY7eGdwdbUIY3gfly+horeGOwz3QYFhfC/ijhxX2jQRqrJd7Ql24k1C5K7/7iAfGPmTuiTbLHo26vvDLzKnrcP1V56N31/Vr0esdE8oZoLM13sMdd1LbfRAc+EUM1TFstjDgY26/ZPpEDWVduxUwtCWaw9n7/fuzXSefUS020byV+cBzS/tY27ZnYDywMUHLhA0I9l1ryyMzxLL++3C9ZWdncqKPrsF3GRSuAHADuhaif1R+BOk3QDKEkrZ5a6Hjdd3MOly+X+G9HMrXl8zs/t82t2phv4MraLg6v3IIe+uzzT02tzt9PGoNX8zDtadX4+/DoW9b+YgcwjlXO+bA01EcCw29DeF+rT68jgpQASpABagAFaACVIAKUAEqQAWoABWgAlSAClABKnCtAvf/+R9exHi47+K1l8gGTRHYFAFOAXXdYTlzAKOMhTZGGNiTALhHdctm8BtfckcYugeAR061CqNq/lJ03OCEQxa8yMW1ETT3+Xa3AHjmWs3j8D7lPLrj3LllygpA3YTSRpjgnTf3DqBH7rnYni+MXC6ClgiA98o75HVghnDOsYsn0fYoQEU7e27g1YJ27R0Aa3mFGUieW+NXy1oFlMO6Nec4woo/PsIVbNC4gk4HdQeAWYQOOWR1088qdPaSAfB5SxxbuOdSCbR1ABxDmuN7Cy1sALiDnR5uecBT4721B4ABP3MI3RUAbuNuM2dDnFtPbbPFdQA4wt+cn9jXVrsfrU8GsPv+tOfIeMVlBzHWPKIjvEhkg+/Pz+UexRxgBwJ+2rPU9WuR9bcgMYJcfz4dAcDo6QwCb4DagfXsz/d4T2agu93I4ivbxjUrn1X9CAC8l0t4Bew2TvvNMrgNAOfngX/uNyjMCS0B8L7+HwGA+yUQIlzoZhFE/7Dw7vO1RQA8fpryWypABagAFaACVIAKUAEqQAWoABWgAlSAClABKkAFPlOB6gBWKCrAFl5Zh4UOhuNL1lcBH+6ie3p6krItvGl8qW112aEvSwFFSjhn/W4CNwFmAYxxoP7HUQjo4vZ1oOXtRgCM6xXOyRv+mF/Xx6TnBzAou38tHKjB2LVbqYVRtjE2Z2F2tvnnh+LAmoXozbmMfXGMQq/OnMvWl95LN+vPNndyf90G4AhwPaLLzFHYvoc1dw1b4hrDuBwA61SWHMBWj4FRCymODQiYcBvL46PkBxYIjLDQCuoAWgGEk8sVn9VZHMKSVwDgZcOGhnjjej+x9m3t2Fl3/0LnCijDhoXZdWdpx+tRJ+sOQNZ+T6R0J72H8K35t2PnTZLO3bsHgLODPd/acaNEBrdH1o53zdeK12F5dC0v8sgBaeu+h2vxno+AuMpZHNean7f8Qz3m8IWo9lSTzOm2qUSFLP+whjxndXn47QFg1AOQG8Pez/TIbmH/vDc+Hf8i9HO+n1fOX5+Ldl0fvt43A23rwb3XnhV+voWStnny7z3ENf5mzA51Hut9GN3eK89wqi1EnPC2eui/fiaN++eRHmwCbtnsMhUgnKAD+IhK15TZzj/wL/6e+iaia2rlNVSAClABKkAFqAAVoAJUgApQASpABagAFaACVIAKUIGPVkABsL88VvgKWFZgIeCQvrjGS3aBHQat/GU2Qjo/Sf9KiOVCUDwcKBy/NV9uqQd1oY09mOrAFQOHA9gBMCCJQuTydt5DASvcDQAA16lDUkC1/S7XhZy8+A51IJ8vWA5cq82d2bt/4fbzI75gPwpaHZrhZ9UlAakZANZ2VXsDI62PFg7a6rPeeXjK1tcGQWYho0cuYVx/BABDb18nri82Btjc+fz2UO4SAJznM94EHexBiOeiwVuXOBdrGKGfAwCuANxBFHST601oWQdwB9tL/XhgfFbC1oKgYy3r07PK/+u5f28FwD7Xfv+JD9X6UAhjhMkOgLcg1u6LmN57BhwvBcDQIYaojuONABibR7zNEbjt1e8/+fryb6Pz19tzJ23M4drui0DGC6j1CNr1XlJN7+6eJbL5Gf/0M9aR3W++PAZ+XtEVmX9lIwPoew3NvQ8Qf0YArNsnPDTzBCDfAoAd2vb32XEA7Ir6M2z0vBhFRhiurSsAcIP6IYLApnIC4L17ubsndwv+PA7gvps2v7hN3BGcd1tcsrnliFYsQwWoABWgAlSAClABKkAFqAAVoAJUgApQASpABagAFbhEgfu//FVenwPMChgCsPXQyBkQAoA0x1xz1ZmzskBYud7DPaMTDoC9QxkAu1ts1mGc91yasYy+cA0OTIfAKLN1WjUHVnZcurM55jHOuX29j+r8lME6+IzwoQ/PO84hHMG2vTh2sGv9w2d3Kvs43G1qwLygypLEsgLuAmqiPhkW49zMARz7Htt3bWJdVk8PatwB7q7w2NdYfjvHW6dedQVKWOwZwIkbFHR9hP7EXKqqaXFXWttjZ6B4SOWcrW13dAEEK0TVHMJej4BLjL8kEe4A506Y3RkAzuB4E8q05kbdKqcAHhsYsN4TAFbNPQy0rpt2vWZHLhsj/Nt6T2ybqevS5rEvEH2fNay70HgPEw4/t4dcjjA2unf310drLzt//UwGwOqMFsBsGxSiK9TvNcyrfd9y80aYj40a7vZ1x685dP3wuk8l9PZbjSFe1ldKnuxO1om8NzuAc70b6HQwBLQ+n8o9E+cF+x98zN18YVONUnOLsBA30WifIiUtnQT4tf4NcgaXfsbnS90oUHZljFBg/juVN5qsQPDaL9xaHQyphZCfPF/qBpLk2H8vOLi3sWb093qzDtcxsGdLV7+/dRzr6691YFu3bw8R7e3PVoqd92eRtWnPC/vfDOnBuasmT1IBKkAFqAAVoAJUgApQASpABagAFaACVIAKUAEqQAXeT4H7/+u/fde3lXhPiZDLAEQGVPsXr6Mwmyjz9tYcfXD92svQ7YvPGBo0vpjOcCG/ML1HiN36MtUGriEYQ9hc9NfCs5bzoX3t38ABnKFFfpGeQbKFeTVQ3pyOGYba55FDeFuf9fWUYrTGnLIRAO9N+Sx8dLxmDwA7tPVcwPG6DID9XAOxvfNXxySQtMHcLYgrI9/Aenxv66650PfGrfrU9Scot0AkB7/HAXAdla1neYEPV/WjxIgGd/cNArhHCv+tuX0dDdrt0kBhhbDlq+wAPgqA+/vO+ok+gtZ1GsN5irUHaB2gg2+UwDkALL2/MQ53TutmCnE/y+e8jmx9+pruZyIDYGvbygB66b4QnY8Wpln7UJ4rEZjYNXNQkp2/3pMZADaNGoQx+G9hwTEePKYU5kmRF0Bjcfri8aGbKgCQX4ODPvfLQWWhga8VoDUAjO+8Bmxh0fFNnLQrB/DsudTg6D5gWoWAdi0jAIZSvnGhapkBbWn2FWsxrBOvz0Nhx1XjABj6+LjqBp8dAFz76G2GISfenuZ9u/GlX8WzbSGx1BYAx/unrsXq+O5bIADOimd9VoD0awPg0egJhffXBM9SASpABagAFaACVIAKUAEqQAWoABWgAlSAClABKvA+Ctz/n//1bxoCWt2UhW6ZU7eEvK0AqEERhSgCyJ6fn6UXAKLFnaphUt8UJEfHa80lLNeNHEsajlmODI41XHQFaO1FccwL6QA5gjI/r67aErrX65/JlkMfZxiW88A+Pkoo4JDT2OtdOc42oZeLzhvnWnD2ujt4bwwjeBfLzwBw7vcsNHR2IDeAPoa1ESZHiNxc3+amrlGu3wQFVZqzfulfQ1trlOyy8SC6oSdARscbXG/3EfbpWikAuoDRDlQKTUP+YJt7Uy6GZq5UGN8n56UDYQeyft5XdYS2ugFD644Q0wBrdVCeU+5teOWD8zeu85oru3zpACu641z62WaCPQdwayvA/oPO0z1HsI3fnPF29OtiBICzWxgOaWhsYbslz7nCXnm+abhyfXqJzvLPN5BoTuf2rEFY587J55sMNusLrmK4aLdh422jwvyBPXTYluIrAJxhUtxooq52jHoB1/WWwLO5OHQtmnq/9lQs7xM2Evjnci/5+vW5eijgO14Et7S5rxsAbrd8Wuul/rdwT8fQ5XM17cxRyBbnZZUD2B3AlwBg76eD4KphcgTPxrMaBx3A+yvh4x3A1n4OxBGd7G0NbDfT1MwEqwXN81SAClABKkAFqAAVoAJUgApQASpABagAFaACVIAKUIELFVAAjBffOe9vBMA453DWXzgDAH///l2aK4CkhH+OADi++JyBCnw/AsAVZCiQMci4F9IyvgiPIZ0B+zLczRpF6BVBHMrFsMh1PPK218JbG8TEkQFpBK7R/ZlDSKvjMISsVRAv2s76OHLkjpy7fv2eg7fNT9M25j2OfTgCgJvLu2mOOnIfTLM2Rq1b6dMY9OWwz6ZX0T0B4PrifRSvtQ44uMUFANfNAwqmgqNdNyxEhxo2O4i7VbqL/NSAC8gjjOvh5NR5VogGI+kgN3WEWQ7YSp8yAI5r0nVF2zYP2Bhhzloc1n+B0sGtG/mSw/oKsNDNkrPX1q45gnHNCgA7sI8OYK/D+6JznoBnA//NBRzXV4S5EeKeZFwRAA8inlsOzjJ2D4ndXMOik8wF+C7kennBHAsItrgHsuxSkGZIWgClQdF9ANzGZQAY5ducOPB5PwCcnwsrAHw/CIUdIXF7BowBcD3vjvESKrr2gwBYpcD9uHf8qgA4rp9dASYnMyjdAu/1ZqBd3UcPjIs6ugoBbZVd0kwcYwwXfVG3WJgKUAEqQAWoABWgAlSAClABKkAFqAAVoAJUgApQASqwUKACYLh/K2gpDuDoDM4vagGA//zzz2GeO3cSxxed5sCzw+GYfigAAW23ULsG1aKL2K+NINocbtswzBniel7jlZtK6y5vct2h6Y6+6OjMIaCjxg4THZStnLdjp7TloHWIF125Xp+fB2iLOVarxh5qt+YjDGFt5Vyft7g/l9fMKKT1Xhmcy07iCMv92phTWZdCcipG0BuvifXfVwD/qEVGAL/1VcBpeFNvLsYIbsrLfoTwFfDYHQA81TksNlL0V8Fji/H89PQg7mDZLIEQw4gmLP/xWuLmBcxrP6dquexDhwfuYcDO8tdaOR2p9qFtQEj9xTmHzCGfcAPD1m8PwVudyaUALs3hn7NpUUF34OM6LlwYHdaiY5xW3PvW7+L4dPmSezm7lk1v/NeAbHT82zwZffc+wumL31+ez7LB5EXDOts96c+LAmc9RHOB91hOnauyAGBfC9t2S+u1XoPAzVm6AoPtWaejGNwDo++9PzOAlp3A3VoO+ud6/PZwg+9DsMjCNV11KPPup+N9pbMUwrHHtn3u/HwMNZ37OPsc92SMnJa9XpcBxPp8xZ6UcmncgHK0j15uP3Osr+ltrTVEe0rFMGt/9bft0n7ndXH0+o3ZfBGDPG4MyesEn0ebFfpyO9b6o50O5W53DFtlzRHftsrksPdaLpFjOoKvmLQbLlmtrxuqfpdLP+q+fpfOsRIqQAWoABWgAlSAClABKkAFqAAVoAJUgApQgZ9egfu//6dXMcHZ2/yXl7O+uAS4ggN4BIAdpgLWPr88F/dj7yBGXXptgKmeo1ehGUKxIryzlmkvcDPYGUHgHA4ZALgDzYNwp+4wnr1MU5AMqCT/BzChapTvYkhXn80RZLTvEK62OADVuQzihJe8vYM6v/R2h6bpbfAXx0cA4FGI5wh43fnd55EdA+KYR9kk63FHBtc5LHSD2dFl2+4ZdyP3+ZoT+HwHABzzGaP1k65Ja6eGui15ZO2FvQFgOyxEseblld9x/kHcwXAGI1S0slCsATDeIM8lANjWAtqVyhRIwvFrwLv2ogJI+8ZDlvt9iNP9pgK77zBUW3e23pr7dgvTVQ+4nUtbEQD7WkWOYeuju18NALf6W99UvQSAfTx1w0UAJN5PNYxXRyo2lJzN4avzYK5tA8AIZY8TZaYq1DcXsLZfbzZfV/3zKI7F5qEHTqNnykcC4BXwzecjsI7nOsgddMgAGDm2XScs5Tp+31RQ5JgB4LhGt5sv+lzD3YLe+fCRALjdT/1zJn9/tK+/OgDerqOkzEEAPFuPK0CXndVH52VW7r0AcKt/vgEhh7Bf9V2fe75HaX9fyaoqni8KrNbXjxaKAPhHzwDbpwJUgApQASpABagAFaACVIAKUAEqQAWowNdWQAEwhoAXnw6NDJy0F/8KJUsZwJTqztMcrpbX0cNEa10F/kbXrIPj6KZyADyEKMkBHHNMIl8n8g5rLuICgDOURT8MzLVcqaOpcsjt13s/fRwAQH3bMt7k2pnle3VKpRx44nBEOw2o9QAY59wtGnWOIE/Jl9bRvxF2EO1uzDiGUVho6KDgv+Rjdpez6bAFux4ae1YO9cF56eNzt+/MeTyam7HzOTm+kwHsUgewQ0+Hiw6pKqTXUMveSHQQ+4t9gY0CPQ0Am07GFD1PsPX3SaUIxloAACAASURBVJzBj084WUaqYERgqtQvvNiuG73UVyjrwBPObdmkoaGgUX9z/XoXFcpi84H8ixsL4MC3c9aW9Vd7OQXAoznx+fRxwgHszt+R69Rc0mV8pf2YTzvOl91HISS3NmbXwlWNWwhFXmRZnSWUM44XaK+bLWwcpkMVuQKT2Vjy9xvAm2JZD8eo7Y7B8B5giM+9DMC8XyswtgLCKwDs7TRgn+4v/zsg4vuKB4BNgbM3TkZdgwNN8nfuAL4adPgmoymYv8wBvJrHptMxAverA+B8/2z2Xx0AwPY8uvz+sWfQz+kAPvq88f8pke/jeH1bc23jC0NHH1V4vxwB8PvoyFqoABWgAlSAClABKkAFqAAVoAJUgApQASpABX5OBe7/8z+86BvU3vFpDt2YrxZwUJ2yAp2iC9fLKIyVsNA1dDIcvqA25cCLNgOyFuq2QsgaoriBB4cWfo2HfUZVEdBGADyS9+jLPXcA5/r1xesCALsWsxDRDk/hZs2O2fySN7p/cc7hr/1eHJuif3NTxlCzkwUWwvFqPSX3q2na5zBW8H8BAPYWM3T1fM2XAOAcZnUUQhrtbYDXRe//Cywvb90NUpm2DoCtjdbOa5dLuA8hrevF9ar0tjgHBzmIAXrvT+aQtVDGEvZcUNrj06O64lEFbpkI+Jsb/P9n703bJMuR7LyIjCWzumf+/4/SQ4kSR7OQbHI2zeijSHZXVcYqO3bsAAZzXPfIpSprMe/JiQj3e3GBg8XrwYtjxoY+vzz6T7iMc17sDAoxV0do6AhxnAGwA9MrOvzfAoBrKGklvJx1gwt3hs/O/aQ65jnN8czDI36AI8I3e/uMLvJwgYA18yuD5EIBnCl44pI1HL98HoH74EjJIbzMjCU8NQ69rO7zSwC4zrIjcHMO6KiMzwHAl55/zgGc7z0CzryffZNfGNXfGgCPMZS67JL+s9ZVuf3fl0BkBdX1cEwt9fcMgHnw6fwCfan/Ln2H/1YA8LnRqcNIeexd0tXi0HuRHVL6/Ly/NL7etmr8dFd99sGYn65KXXIr0Aq0Aq1AK9AKtAKtQCvQCrQCrUAr0Aq0Aq3Ar0iB6//yLx/pmVPIVoMxAFJy6eW8wHLL4qcAsdqKjXDl8IX7FGDs9vZ2QGCV56Gl7X8AWACE2qDcOXxVtgCwXKpZ33MGINX3XH8IKhw5gBkOONzE4WrzchHq14jTANtKmhkPq3mCBa7VlgzEWM/pHhV7Echzr+gCbqfjUO0/AhfaKBbEG7CzuJhR7Qz29bfqVYFshdnTJUsBaqjunQP4U+ZJDRc9AFbhC6rnhLqnoVwRnlkvAN580AHvwx07N15XhMN6TFfhzMFrYx0u6gHOABcJOn1+uWsX+YF1EMLGvlUDDshbtwATAOP2GztIoZDRAwhHhQFaHazgXnMVE1av4ZsJ8Ka6E8ImUBtzHs9fy+B9cnhTjyjM3bw46KHwyXEt8h1bvTgmeO1YT+IQiMav3+8KRpmWExgOarTfkLhr9oC/4by2MY9HMYxzzfs7Qft8ltq8g07sZwe+EaJaYCWPw9FW5HyOfjsap9OZ93kO4FHbFKXgFDCujtwKbk8ORADqw607APiE5bkdWhs1T6InR19fAg9H601uk35XWQD5M6Q6P9XsOvc8PQs5iHNZuT0n5Y681590QuSoq0/ePwLo9cKbzyRwY4UpB3hUfuWql/rrzQ0rF35qufnwio+tcsCr1kNz8NK4Pp6DP03/fv1Q0PsWzJDr+0geuksRPXLY6Lf06SVQ/Kn9+5Zn/pzX/NIB7pdq8Wvvny9tf9/fCrQCrUAr0Aq0Aq1AK9AKtAKtQCvQCrQCrUAr8GUKXP/nf/7xdd1kur66v7NYtW66W+HBuC4+A6DExiTev3FnKkEIIC9+3lnM291GqjaJHx/hZpzhnNGUHCJYf1cAvNS3gNcshyDHLjy0ys4bzwPgpXi6lwAwyqFzFu1Y3YT4DBu2bO8EY+fgwXQMe8bN4Rpec69+WwBcc/Lm3L51OOZw0zUH8KWhWx3KuP4EeL0RAMOBrXvPAWD2zcxhOxEVa7sDwHS0T2e2xlZ+Zr1X0PnGgGl2yitXNqMYMx+1XxuhlPGsOztYgQ8sxbBjVDfIaugl191u8/jFgGsef58KgL0dd8R2DqnteeCzEwBHWGqvBxzSAtR8ruaC6vBioZxxWAQAzwEwLkB491flOA6A7kA2h/M9BcDsIDqr9eJzIA4FQvtRr3w4JEOESwD4p9iQxzOP1oQ63negTPerTZ8CgNWPXEbD+ZtyOMOjTeEmfPWReRCyd9Wdf70FAOu+nb5qnx8TwHdMcugLIH8KAF6h9xgqh7/srm8AvJerHka5BIDreMmHKnbjrD71azuAxzjcfJdfHimffsW3BsC5xvlAzE+xzn26OpfvaAB8WaO+ohVoBVqBVqAVaAVagVagFWgFWoFWoBVoBVqBVuD3q8CJAxhSjJy/ivHq761ONPz9+MRwtICcgFh4L+f6JfxMoaGX0LoGj0EdUojlc90g6IifdExG6F4rYgcjvLZR5xlumvla9crgxdvhbXAv5qyK1S+7Ib1Y27X18NMGvQHnnp4iX3K8j2tGnuTi3MVnNYy1rs+5gHMdz+miXJyHQGYTAlptyOUeQfJd/l+0Fw5u6JWdwTkvMMfF1PGcAzg/I4eCVtkVOC96RFJblZ91IBAjIloAsPXbLo91LvfI+XwU8jW3VaHOj/otlwEAnDfbBwDG+I62DQAVbl+EOwbExvyhxCqD8BrMjs5hx8feDwTIYRX2qcG/PwUAK1qy41TkDI+55/PI3fGoE+YjibSAPw+SrKReYFYhqJ9xP9rn7uLkupYT1zmu5m4CwQaKJ+TleiKAz/ejrJEjeOpNx/WaI7YC4PlM9uYRGKnvvxVMCLp8CwCc26ODD7Ue42BBAsA+dgIAj0zYaa77iEwHXpZ1JlzA+lw5gI/Adi7rSwHwOHTgTnW52E8P7ai+R9fj/XogB2cOhlapwb9HBzD7LESIOXs0b46+t+p/bxyvpT+NA1jP+6mdwJ/Lmd+sz4UQ3IrMoLVgNw+PtP8lvP/WdfZiXf3L56cdSxfrsLng1wLiP6dtfU8r0Aq0Aq1AK9AKtAKtQCvQCrQCrUAr0Aq0Aq3AT6/A9X/914ex61WBqMPbyPmrjSjBS4Q/fnh8GE5fuRgzAOam4gzBqzzCAnMEUwQydSPvaGPvLQDYnbOes5jPBqw8ARuxQ12fkwEc2mTNH6F94XL0uhcAXMM745kqV87gnMf4CBhXKJEdsBoKtb4ZAOfNQoWKNDy9jKKaz/UI/Oom1SEDXOiAfM/13i8BwBX2LuNmATaEzt5PGJ9gfgk+VQCcddN1cKtnALybZp8LgAV/BW13ADoD4Fx/DFc4VB06GrAkDMfYZQ3ldlNzcyhmsl3q4vA3cgljU5uHFcI9GY1V3/ln8TmB7lQjH2LwMW3PwHt7AAxgjdDDMZf9Z5QFl7C7XCeU1mfvXnhIxKEayj/gca7TgBnpEMcLD2HYLLd/OIjBHMtj7gD8enLg+ZzhMgwAPAB7mre4nqKvgPinAsBaM2r5FfQcgdI53gL0S/qDdW7fjpn7dzxX/VEcwMN5G8+5BMD1ucJAXwLAu/UuA2B9LoB85ACuOYBrhInd3H/LezUEPtbhcwBY3yvZ7X/uOb+0ENBHQL+O2091ADcAfstoO73mUwDwOYiY17799+DxAYnPq/nXvasB8NfVs0trBVqBVqAVaAVagVagFWgFWoFWoBVoBVqBVqAV+G0pMADwcDuFQ9YhZ+TvBDCrL2wqPjwYALb/3d/dLw5hhYbGPadAY4JDQEQ5UGqO2grytFGJn7ovO7RUP4Vx9nyfuNbqd4eQ1vY6t1moDfqZ0zXcy4DAAFT2P4e5cE2GLnQHnUITPWvnAj4HSXGfwIIgeXbEstwCpIppReD3aJgqlyA+n/kE59Up+vUCA3WFwnuzfnDNKHdhhNiNAiocPgdUq4t4FzZ69x7GDEDUqEtpdAV7OMygV837e1S/03G/5gTejTv1/wCNRmPzuOI9zHerdMQCJ3AqO8A0oEkwGgcZ3P2LcNHmgEfuX2uKjz4HxnSuY1jKUbamHlUYZIYaXtyLfjvzxqKMMB0vza4OeD0EABpMFl2OUM96eV2cEgMK813BZf189lDU11cWAdrasKpsAeSj3HmIg5Ll8M7Mvy1QLgCM/M0C6H7LOBwAjXAP21kdyRrHJ8A16l+d3yfrWhkWY5oe5HCdWnHeaG06AWIOts+8NoB6d6BmV0JeU9fPj0OgXwJGZ6t6cFBjd8+uDfm9CZTf7tqrkBjPBZD+1DozN7X6LecLj0MWqUg4gPOhovGs+A45evZ+lfEzL/7SQYnydTCLPz9qxqeXQigfjaVz7+fxfA4+eiUODljk8s99b18s/4IOl+8v37efa9k9qMelA1gn69Qb+9WljQN2b71lN7/eeu8v9brDsbM7raFG/AKdwEf6Xh6/v9Se6Xq1Aq1AK9AKtAKtQCvQCrQCrUAr0Aq0Aq1AK9AK/BwKXP/p/3nyHXQBU3e5RrhY30C0/+1cSw6A4QC2zfBbA6zYSMf/4IYdDk0rV/cKoGSXq8IrEuSwuRXqrmGET53Cgqy4N18rUIkQu7c3zCeaUUEFGXInV9HdBeyg8+rq8fFphLpWWN3qMMsbjrluqt9RffVcfT4g80ryzgLgDHRLis7RrCMArOvx+cxbzNvyPSeAyghgDX+shwnGV3i7G9j7kNnh9t05gAWaiwM4l13rWgEwrq3gtx48qHU9CgGt604AfXLAY86I+wAi4dp3cJr6PHtnTvWAvDcEtgTbhKcOfvwfxvMcyYiunOfUBM2iUPg5r89OPj8gEUSpAmCBpjkuGObZXwFBAICBJwGNPddvOHRnfUIVTe+4HcWoXJw3wb0ZEL8gLDbAsLuZGeqa83OojEqMsNOzH6HpBOhr3x0DYOZY5tWfC4B3Y5oFrgApX7dz8Z0A1nAiHzow3+hQ3tUvQ+cVJJwHwFmnw3ar66Oj6yGNz3HuVb34N8fI0WsHfS/VWZ/7d1qag354IuZABsBZD4doGwBc+0/X1PVnfE8eVPJbAeBa/wpo52EXfkfncXwWUl0Yv5fGyZcCsMv3/7IB8Ln68ztjTTHw1rH/W7muAfBvpSe7Ha1AK9AKtAKtQCvQCrQCrUAr0Aq0Aq1AK9AKtAKfo8D1f/+3Z+M6JDOCwPwDoVOxmftMpyjglf1TiFtsVAPK0KHIUNF4wcGozd+5KTxdv/4shJENB6lvFtt9gkY5RGeu126jfOee0ca07r1+fRqQbydQ3UDNkEF1vIFT2er58PAYbaU7mO+v9sVdvmA8d9c+vJ+fj2coR7HCTO+uye1QCOjatrphf+QMFtyt4HOEkA6L2W4jlf3OsVPDBXu9MX4iB3LWINe1hlLd/V3LyC7qJYRygq2CEHpWBlA7yKvra07E0/Fx6s3bQd9XG3d43VwhR+2LHYx4Nie6zRGHtwzt7NjXNulvbRy5PpG7F1OJuXSTUjT6BhAmYMmvOu4v5TgFG6iAnmONpWbw6387sI55O0Kgz2uRw1evZawnSznDoK+OYQdhqSmEw/MNzIdZnuny+GxzhEDY3b8IIZ9zBnsjoG8c+vBI4e4TX9pVnY/qLw8X7VczbHyNCKA2ngC9TX+woDXnuO6v857aJ3JYwG91kI91ysNez9dloLVcPrQ+WgfXq0//0rg7d3Cifh9wfLGPz92vz3ZtmvefdwBfcvi+pX25vmOMj/FE/bEOwZW7A8D4vLqA7ZtztL/qgb+PcgdXAHxUf0VLPzoINMfhef3y9+FunO3WoV17DnU+AMCXwO9uHl3qy93nl+fLtwXAeUmo9V8OBx00vpwf+xyJftX3NAD+VXdfV74VaAVagVagFWgFWoFWoBVoBVqBVqAVaAVagVbgCxW4/tO/I4YsN7DlmsXfAFR4CXBqIy07ek/Al22KZ7cooRvhL8I2P5vVj9B43fzWNXheBsACB4KCgs+s32kOWr5PiDLy8jpsW8OsZs0mpD7NnZk3D2/Nnvn4RKhH8AnH5gqAM/xdHFABzLxeBrRwn15fAwDnZ6ncTwHAgp8Zkh4B4ArIAYDRFz52EiR0nd4IgH38RR/lvt6N7XEIIcCyY9SNS/oIAB+B06qb+vkcIMiHEjKQujFnLJ2ChhEDegI43r83qOhuRbmyzM0bn4/x4HlpAVxLXOS44DoOWkjrPI5Qh5rjNNdfjntILe7iOiWh66GKI7CvvMG4FfUFAOa9M6c314I51ndO8Zc4QMH1JrDYlloR4r4+E5rj9fj4cvVo8wnPdnAfY4jjOPJ+ey5lhpsWMGHfruCrAuAZWprPQl+fg7ZHIKwC4Fc4mW3t2JWlMecP/A0B4DpGBXbV3t1cXbSIAvI690sDwGkKuQNY/SuQ+3sCwOcOA2SdOLH2ObZ/fwB4/W+irNNZCHwUK/xE6N/nGw2Af5/93q1uBVqBVqAVaAVagVagFWgFWoFWoBVoBVqBVqAVoAIDAHs+TgOc2a3lsC0cZgCCALi3t7cO+wDekBtYjl5hpC3cjfDQBKjc6JSrWB1RAaDDquIGzOBA9+3CLOMz1BHQBiGg82sHajI4yvWoYLT+zdDQcwNbADgDDUFVtocO37u72y2ow33ZAUyd1vCmFRyheQtsPrdbXEb9EbRC32SQj9tqv45nWvtRR9VbjxBsrP2bq5CBuRzPu1DQu8k6QmWHE+8IAtd7j7RS+3Yw3SeKtXE/drgDz3DFBiEdiBvYNcjH0OMEfjD/gnF6uGSU5xY9yyXKTL7oaV4bBy/gpM9tGoctAmjyMMSEnufGidc/hMjjG+He82vMA4zVFFY3w2YfzzjQAEdyuHl9vnnoeEBgRA4AkOUT5zgKl3MZn+bn3XQvDomsBzKuDPxqjMCkq5DRCB8NVo6W0GkNeI6+wvsKR2vl2XsErwqpzXWhOmv1924d22lVr9M1431ZMeODOoYAhPkK5/EbLXvjIMY3dgBvOm+8tTt4c6TXUTl53u3n5nGIbR/3n7Ae7uogB3ENJT2dxXy+r8M2tuoBjKMIDed089EQTvQKjnfpGC6Vdb6PLjuA6/fZka6X1tBdPRQ2Xp/V/roEgr+0fy/f/1M5gFlujswx/ztEa9Tlnn3jcnG5oL5iq8Cl8fetZbs8fr91Dfv5rUAr0Aq0Aq1AK9AKtAKtQCvQCrQCrUAr0Aq0At9Sgev/8v/SAXxtgOTx8XEBwI5wPMQqwh3fXD09Pzn0BVy9BbCAEzbAGEDPKYTDvdzMxkYV7vdnxa5lDYuchSBQo8sX944cvWCucAImt2O+r4apNpS5hQAZRAjS6t5dh8xyV+gmQF7vUWTbHFIYVAogARCduXZXuIsyLgHgk7pF6N0Msc8NqBMAlcJxe3dH36B+u83PuuEI6FnDXnsfl7ycu7a+FQBjvGS3+ZJHOfjF4nSN63f130GkIzfmvHYC2vkexzS6EDAIDneFcAYAVo5QyABJ3d8KQITcth6imIcHbhz80S2cATAAZh4edAUT+gr+ci5xDH0KAM4HFXBvheLed6X/Rv7f6NsMgGdIbgBgOb/n2OZYZ0QBvQboT+/NPLx07Kp93o+mm0JIC+KOMNWAvu66TOUbFLblzMK2O243GMxwzryGIJhtR9/i/fv09+mBh7q27eDm0sD4owKurwWAhzY/AwA+Oiiya29+bzevPhUAq7xch3UN+mUA4DquNR8zAD46XLLT8ZcOgFXnOg8+tX9/bwB4rtPF8RsHyfTfIp+q4zqG8pxoi/Clderc5w2Av0S9vrcVaAVagVagFWgFWoFWoBVoBVqBVqAVaAVagVbgWytw/Q//9jgAMBy+9SUI+87C2j49PQ5nkuEug5UEwqAp4CkOao3KCAoD+A4HbLGqZNiq3MMDYlppzJlqUCaAFx2RgkIEghUMEorIkRm5GQ2uzbDVezdt3sSuYFh6uMt1uPUmeEOI7OWeCPecnWtLCGuDeDkE9C7ErrcjhY1muyb0zjBOoDED4CNYIifXDn7jGdn5m11fen7+OXQpOYCPBvQRAMb1GZKrbQLIu7DBS57elHv2EgSvbfK6Itd1wFhpPJxsKFuwNhrmoce9zQgDfu15fW9uYSv1t9z96zq5njYvAuSGAfzqEc7dKBPPY/8JAM/DBdIRH3u624C/ev/EaYjxkcQ/AfDpQ7/3iZAgjLrrGHaqDag95wv4xHNyHeeZNPvMxratB3IAE1bHQYIIaax6jfYEaPZ1ws+UEIRnAOx6BtOoOCM4sWFQ9QnldGaMOtsygJzB6ItHa/OLvfH8YuuSI3kfAPz/Lyx5Ppc5hNWfBMW4h87sCjd3eaD9/uIATl0Uz4uOGSGfBW9YvxyqevuMgxC69TlHfx+Bprx++byJ0NWs03Rn1zmjz/UT3ZvzOtfn1cMH7IPTHNeq/8lhhRLh4VDftwpSrquAE39j3s/+XwF0BUYAwGM9SY79epCmVu+tALg6hI/KOWp+DYVerzs66LDrx3zvpfbp2t8mAN4fStDhKs2Z+X2FVYiHgt6q2/nh3AD4M6f7yW0NgL+Wkl1OK9AKtAKtQCvQCrQCrUAr0Aq0Aq1AK9AKtAKtwLdQ4Ppv/ul7S0sKEEXgoc13bVI6APZ/ACqEqgBICF37/PRskMh+s01+B8HxmaDddPxOcHvUyCUUa4AjOGWBlrHJzZDOl8vRs3E9XnQAT2CM945A4Q6c6loCpKcBk3EtdAEAljuZEIuuaGmR26tQyRXOZaCr62tI5MMySwTPDG5yW1VuhRHadNbmtHS7BIbGRnUBUBXgfuqgrlpkrXY6CYDn52QNqh5LfRwUctNdYMmCcHMeCCxb+25vMf5vDfRq7IR71/NA03nKkMQM9+yAOh7EHMU01KJIbM0j7LH0888R0hgfOECeQNi5dALAmp+7NvmhizNiqz4aR68R/pmhkydwGxDiEwCwzzOHF7MCDmDdojsBcB7TQ9/kNBYAziGkx5wMpsGQ2ekVRFggWxpBTOZRVmhlQvong8EMdR99hrXFtHjxAtARul4AmM+S21gAeMzTGDsVzs55zN/OjkN/gAA0G6oQ2hnCnxyUccF0Pcfe0bN2IHNqdTpwan2PALDuPLd25udcAsB5fTqt1catHgD4aL36UoCTdRP8Xeu1wj4d9tE1AsC1fp8C+jL0riGgvzYAPtKx9sVPBYB3fX7uvU/RcVfO5fsvh4Beonz4QxDx4NR5y7V1rYUue6vub9OnAfDbdLp81ZeuH5ef8GVXXB6/X1Z+390KtAKtQCvQCrQCrUAr0Aq0Aq1AK9AKtAKtQCvw61bg+u//+YEO4LQz6ZteBhaQIxRu1RsjXxkIOCSMXKS6FyGid5Dj2q7N+YErxN06Qw3KwDl4d3vn6qI+ApPuwEx1XcIBD0Cc8rUGyMuA5l3AaoTtVfk1xK02deWQEgDOQOAGsM8KgBOazlA6A3O4aA2PCmD03Kw7fh+hrsu4Url6W2GAZTCs/aeNy2jqIYAawC8KzgcAchVy+Ud1PDcVdhuVC9iInXD181umlWviDtsV8AuU5XGdN9h5PZ/wzsYZxxDGFQoD2EcuX4Q954b93R1DBgv0OpSFs3xs6IeLdFJCd57mwwAe6DlAMZ7rOUUdDAvbKgcwDxHMccPfEMJ46Y8iUD4goCv9kAIApcKEy4a8mT9wt2uM4ed0loebNrXNvbaqow5aWIjnDDeeNe/ys6HyOByxRhvI7jg1bYR4Ts+u4+J0/Vh1enll2Pl3dsBlzkHCeExeuIQfH59CX+SyNi/eM/rCgnOjn4PHexVGt6z5mWud8vjTWjPbFDljCyCquYfz2M2RDk5B4hoevYaqvjSPag7k3fWKtjDWbh1Y8HEQhxfixsq9OGfmAYO3gNAMXY5A4/weKURN9Qgwjz/zOnOkx1vqVaKisyibvzU/sI+3uFghoCtIegu42cEn3Temn58cma/hHL7U8Zv+ykUJX1ZgqWLHclQOAOnz3ffSW6r0Fl3eUs645qB++vzSOKrPqodceKRHYmoNjXzn1kl56dK9PmeSG/yT2tMX/6oU+NYA+avPp1+V+l3ZVqAVaAVagVagFWgFWoFWoBVoBVqBVqAVaAVaget/+JdHdwDnlwMx2ziFwzcDYFyDDS046ADM8iZmBsB50+kGwQ2NsgACV5eYXMMVXtLtO/P/6rn46XWDAxnWy6iP3ieQm23x+vnlqMN0XQLKAGDpWoDuBQDIhImCU7hehMAWYAEUuQWgtrKROxlOaAFg1Uv66GcGvFULf1SBFipHkNbBnKC1ESxocZ1CIOc+HO2Jnfi60Z3bW+unuuSfuWyECq8bixVwq84Z/uw2Iwkdp1uqAuCqkzRSnemwnfcLaFVIPYC4Q3pdb4DUxiXgJz6/NW1vb2+u7t7D0Q6IM6FvNp4ClBAAI2SzlRchofMhAjiL8+EEd64mUxgAsYf9dJH1/yKHrg4y+Bil8gIJOpggwFJDQfvBgDQvSDrnK/c1xhIAJ8pUePORuzQOMuj63JYMgN9FxcZciufRUesz0/+/YPhsz96vvM5fzved81stqqHCpx7rfKpjT3r6VLeqhCHa4K+5hB/hCOYhAYS9XgEfOnHC6x1w3R1AEMTdAVz272ko4bds3udy5xxfoTDn8eowrn8vg2TzRw57XaFvvvzU+LgejrgEWisweSsArtepTkfv1yZeqheuzwB4TqvTXOm+pn0CAN7BQNXncr2+LgDWOLwpHVlB8E8FgGu/vGUOnB27XwCAd/2yA8C4jofJ6Pzldx9rlefKxhR8adr1579yBRoA/8o7sKvfCrQCrUAr0Aq0Aq1AK9AKtAKtQCvQCrQCrcCvXIHr//pv3MpGiE+96C5laGNATYRi9s1Md6g+GwAGAGQwVodBAYsQgnRC1QjBHBuhCh+tcirgBcjB8xzG2v8EKHZQ99FALFzJXu8Emkf4YQAAIABJREFUTrI7mG0wB3NQt+x08w3aAMAOKAFTw8mY+1NwTzATAJj1ZzsFYwGA8XKwvIHQKlMwFPA6h+7M9+iavPEv6OnPhMZwFolARG7Y3WY1KyvHITuiglr075M5IAcQR07cKJ9wja6m/Fqujw8qmM3PqW1ZId/Me1tzEO/m1gSN4bZyBzAhMMEbXFcZ0NENPgCwaygdTJtoGg862D8P84xcttBhVwM5YrHZH88u1kD2Dd1fApgZgEJO5qdlfQe4M6qL8T5d26fPF7gcGWzFUTGGA+bCaTzGTByAyGPQ56u11Z3qAsx2/1MC+zXUMhzB41q0LuA0DiDwWWwrpxHGnNaC8wD4FMyqQROgvxUAr1rPsT4WqiSnn3ERpEF/WL2Zq5bvezp0+/3B+ujxwdZC+8k1aR0UR47bup7Udtb7mHt4jtsKDo5A2BHYRVPr2qgxUT/bj3K+q/KP+2m9+6SdcVLhCGjWZx+1+xIIVjl1favvH7V1B1p3dTkFygTAef19KwDOmow1oKy1l/RYHKh5fR9j+2ARCyGU5nuuA/yg3vV7AsDn+mUHgPEeD3/FnCmHrs7Nr/7st63AtwbAb13/ftu90K1rBVqBVqAVaAVagVagFWgFWoFWoBVoBVqBVuD3q8D13/7jj6/csA4gFITp5YWhU/G6vWMuXmxwKn/mjeVEhetVG1xwhVbXpUO0yMGrshROtIJdfA7wi3LmptV0AQs4AZqhDjW0Ku5ZwuAGGBYAxucTtE3opvoD8ODlEC3udaAMV0+AbUFbAVvmXYUj2sJcAzYHlN5BiLypfGdAHbBNdapANAMFPUvvqZ+GRtAtIHAGxQMSX3BAXQLAgKlDN09SCzg26z77aoLWHdDObd0B4EOAHQ/Q54DE0HqELA4A7OMnAF7ua+Wg9Tob2LV0vh7aGU5fB/ju4qVjz8N9u+MbEHJ1oIsUC8C+mC4aw3KhrqGWZ32yS1euYg89jIMUngOYQF+QuAJgPTMvUxUA6xk+FhKvHxGmyxo38vGmazGONY9GruASwpnz9BQAI+Qzx2EC2j6X+GC4pHOe4Msb46uD2p+7cbvv8mmzbbPBCCcvZ57ePQHAcHXHoREHOnbAxUNE+3h/uXp4QEQE9317ft5s2D1yAXNMUoAjADxCP1uZ0KgC3VMw+TYnbw4bzeevSO8oZ3EZJst9Owh9rh/9+oig8FYAXJ8/+2vV8UjXo/uPDp0clZ9hua7J783yVgew3n+LA/iXAIDrIReN658SAA/YbHPjJKd3XacqeT7q4MOOXx3Sp+N7PdykPt6NL36vMTIE51T5eZ61f2rN+/rfgAKXv+d+nkYeHSD6eZ7eT2kFWoFWoBVoBVqBVqAVaAVagVagFWgFWoFWoBX4Vgpc/90/fXQAzA3NCfGGY9J2O+FYBSgEACV8jRx3DkCJxjwcMVyCyUmMMm8CsGV3rhpbQak7CJMTlxuuKwRGWGoAHYSPxucAgYJVKg8OYb1yiGAvL8hQBQK43kPn2v8eLKcvTDwOHa2p93d3I5S0dFL5uMZDXCMkNO2jA/pUZ5julU4ZJCun785N5nW15zyhXtburL+2ryscm2BsBRRHTjdArZ0mQ8jkJN7B2tyXO6Cd277VPsaPjxkR0Hg4+lsvuYQ1zgQQ3PkbEJV6EVICAHv/PD9e3d3Dzf7u6v7e7gpw/OLjU6Ub/PV7OBLGMwGHDVV4X4fbzyEgAAZAcowpuWDvbjkvfEwFnB/tD+esp9EO1+x4kIcQnXNxvn8KEhcXuF3oOYbhotdBBoQlxXgfOuTSJkyVW1jlHQLLRRFpC3kJjaWHnL+EqJFrF/UrcCSHlM412+YETwT8aJzn9wHfBOCkcYbPXt/ZvYswAPt4CRgjg7kPJ+9vOrcRIvrhwcCwH/yg+0+vI9C6OkRxiIH9rMgL0MPr6IdNGL0gvy6BYV37qcD4rTmDdXBH47g+b/49650jKHwuAK7fEfXvdVSfA+7rulyByG5dXPVfIwlkADz7nn2Ksaew4cqlXUHQEZA5guy1fvOQRx0nsX5sxrfuAYCdOXo5duEE5viO8mJMCxCX4ejX83UwkWrH2N8Z/Opj5nBfIWzVfVPU2996YwjoSwcKNH9vbW1XdcvX1Nvr1Fe2Apo9R19EX1mhBsBfWdAurhVoBVqBVqAVaAVagVagFWgFWoFWoBVoBVqBX4kC13/6d9vatE0oOCQFH31bN4Ac4K/y7e4AcHY3Al5kBy/KAQDGCwgNO6cDWNp77qCNDTBtI+dcvdLQQQKuR/kJ+GaNfYMrCldIZrzHDWZuci+bYF6deL4ebrva2KQGaEW10TbkML4LAOwhqu2flxuuYGnmMDDlJa7AQ8+voNTLAjgPsJhd1AJLnqvV4TvduEcAOEPBDIDVn/nnCQD5BAA8dCuD/Oj92k9nQTPGTOysB/d24K+XAPA4oBB9J6DGkKg8luAMw/oTjl9A2ffv7TCBWJ1d5kA3xowD8HCpogzlxAWMc5hoobHxUr5gXK8XILD6EO9lAKxrBIIn+NTBBoaPzfNIY0E67aBoDWs86hvzxMeuO/CnM151YahmjmNAIeav5GtxMae/x+cJ1PsYCwCscxseGj7g79Lv9gjtdee8vtXBu21rFLTLB1zd17gU8wX9rOfhZ2VMl/bddT26HdeqDI3Jh48Ewe7+9xDyXE+wBuaXhu6nAGCEgr4EpJaHpD9+SgCsx+R8wBVsnoSddlfzCl9RzlsBaC3/qN15fO7KVx2OdL0EgI/LX0Ps6+DB5wJg1T3XJ38vj++PdGhlmWc6QPJGAIxlzFbKKyZU+HkAsB+q8O/R+b0sIF379xy4ynPqcFx8JgDOgL/mL2/we2kW9udvVeBT17e3lvsp8+hzy+z7WoFWoBVoBVqBVqAVaAVagVagFWgFWoFWoBVoBX75Clz/5399sj37CbxQ5QrymA+Vm7UDgCZoKYiJa3IuYS/Lgdx0Zp04meB8c5i6hjbdbYztwj5XiTOIw2d08p666ZgvtoQVRRuHmzNCA0cIaCQIfTYwLMefALDatgMLEw6vrjjV2YFR/Mub/OqDfF3WMG+KIwfrUp7qP0L38vMKpAcQGfcrZ+sKy0c+XdtIH2GK0c8BrLP+ddzkttU27dqm+0/gdIKOAMB4PQdxhAPYQYBy4Bo8Q65msPjvvvtgrl8LVW633HnMZIOiAU6en6Ub22I4wsNBc/wwnLle2eFJtzcG1dQJ4D8DRj+LUByvAqsCyLgfoJLhpmf/jFDOhVDmgwNVc7/fSc6EUQpPLQdivke5er0PbYIgHLZeFQCz7JlDWU5VvO95hB1eY2yEozVCQEODxJXH4YwZKnqdez4+PHTzdNhRl1nzcwBY9cRP6ppb/HYArOdlAJzrofdtKYg5wAc9Ggz2XMExboaz9vU0V/noL290hJ4P/XIYe/+9hFCuc+NcaOf8mSIr6P5Pcf7m8SlVObdPD9bkddufdSEEdF3nd4dD8J2i7x99v+jvc4BwO08OyP8lAHxczy8HwLuyLx0AGG7elO/c52QBwIueMSeyA1gQVaHiR11GpIz1e1ma3owF7nyI5TxedGaGS9U6/z8FAJ8bM+usn/Pr5P14Yx0/6ksf8Z7SAd8FjPCA/wZav2uPyuz3W4G3KtAA+K1K9XWtQCvQCrQCrUAr0Aq0Aq1AK9AKtAKtQCvQCrQCn6PA9X/6019GNEnk9MUru6UmMODusaAe4UTO9ykAFEALblnbbL9FflMDRAIjFTCpPLk+c2hYAFe9HDIfWG8Efat70Ovu7ryZV7i6hpYNOOQ0Dmew2o0cwP5KEAx/EipPJ/BO/AyAZ3higdbVBXcCTlKBFYq8FQCjTEm2A8DerAgZrNC98ycrkAGwqgTgOUBoabjaibczOD3SvY6v3QGB/Ag4TFmvAPQB97E3/3z96Jv0d0Z737+/tfDMGJOAl7aJf+KMC7ARVMJ5cALAWa8MX0f9zBvubQQErbTR50mCBTkhLWqEwwSKtBoh0lVuHv/ZGX4Eusa4caDMMfXOKPfgXPasXD9BVA+ZDQBsgA45vvU6AsByGHubo70CwHhPQF05gOUCHtLARB2u+l0uX5SRAfCO0+0AMGCvt8NnI73fGSJvuibGz3T1liHsf+q+GbaWVwkCpSWFWrueVxYa+tlCQ6N/4QxGnaAtHPxr3uzhIP9MAFwPzOzbME8h1Ofr+iOAfOlAziUArJDRGZrhmUfAQ5D3rQBY9dd31q79+b2jAxRj3JfDQLtDKLvyGHHg2NH81rSweX3MB2kO571g7gUAPPuZbn+8fgsAuOp11I86YHE0PioA9nHtkSD4PV3Hb9bz0pjrz1uBSwo0AL6kUH/eCrQCrUAr0Aq0Aq1AK9AKtAKtQCvQCrQCrUAr8CUKXP+NAWAvwAFrbHrCBRlORwHa4RQK6JsdsLUC2Mx34CuHa1yQIdIArAjP6nlRGa42b9QzlLPysk6geJojdkKukUvTN2+ZF/bR8haTVzOU8nD3+aa/rIIEig4+4ET0sLETamfnI0P0cuPfgv+OELp54x6fAa5a5l6/boaQnRpLN4Fiac3rWR+9diAgbx7m/gEAg9YOA6MMaZ+v824PsF3799ygAvib4HheWduRw/sehRauIYAzQObvdJ8K/Opp79xGBuevhcW2cYvcvnf3lhva8vy+A3NDiGe/GP1kuXWH2BXJnCKaDGEFwJUjeQnRHRZXAccDc+EYbwpLjKnxjBDM4XhV1QQ48/szJ+1qaX2JnMe5nxT6GEPYQ9BiDI92z/sdxMb4eDEACYd/feV+YejzCbTlLgZopsOe7an9j/r4GAv4671RRMow+BIArvfPfMkJ2HLZWV75+QPsFuPiESg+mgd14x7yYAXTs2zJMRhskRXsJ+D4IfgUlAsHt2F8jlrrX7Zvul9rXQRNT12xvHI3Huu1r69cn45A41H79f6RC1jrYw4XPYZiHQM5xDtyu2P8hkM/5x5mm0qO4bRGb9uRXPG8P1nK09+1/ZeAcdZld+/Zg0ZF73ptrmcFlOysNHgjEoHqoxDUR/12UtdVjpPbNkvDpSHB8VuuqhERppn2QgUuPG13YGDpmyNrcVykgzr+Xen/HTIjEOC7h+WjNVjL9PNNEvRFrcBPrsBPDZA/93vhJ294P6AVaAVagVagFWgFWoFWoBVoBVqBVqAVaAVagVbgTQpc/+0//vjKzc9TJ6Nyke7cqRkQ40lye9ZrK1zKuU5xn7v2kruWjkrbbLUPHh/o6NRrQGODBIJQDjZtUx+OOwFUAGJvUzghnx4NctjfXpdw+CoHqiCxt0cPSgAY7RHwRS5gvHCvQhArx/BwvAV4xnXPlh/06hr1Qk5Sgl+BtwwYBM6qY9b1CcBRN+IybMN1w0HqOvBZuU9zX2bQjPrPsLWxAb5xrO5A7Q5yVMCsemqMqBwB5NG+k9DVhPcDdgB0OEi09mG8GSi7vTPwazAE/fz+3vrXwC98lm7I9DDNcw4oF3Udf9zY37/oLCXKeGfO45xXFqGM+f4EBmJLFXLiOoYR5Qsw1QFwjJUc9neE2Y5+rwBYesFBLHgqzRX6GNNHcwpGZNc87H8uix9gCLgxIMeqQQXAqK/G41sBsICu6+HPjLqEbiPcdcx/tE1tkL65VjW8e143MCg03gVh9dyoONeaqIe3xXXxkx6LS9rnvEcOYB/x/mh/ANo6YlCW97G3EQ9i0Q8PWMde7OdT9DnXJr2GK1MhvAfQ03p8HgBXxzgOQ6j4cwB4VOAgR+oOrO1gwFEo6ZrL/ZzTWOH4uWadAmCOu30oYq11u++opd8KKB76F+ev3v9cALyDuXWs7P7ere+ab/P6wKpnALCurbmIKxge6+43AMBg+ArFvyzSbxGqXFPHqcbB/F4pwD+nTMD3vA2rfHBG85ZjZz2E9RnV61tagZ9UgQbAP6m8XXgr0Aq0Aq1AK9AKtAKtQCvQCrQCrUAr0Aq0Ar96Ba7/7p8+OgD2zXffJI9cvwGJ4HqpEA+tPgLAGSbeIjdq5AXegQpXD+A1AeCTjXBDeg5OwzGJW2rO4BPnYQBg9c6yKR/sxUFbBjFH9s1oK/Kc3t/fs8oBgFFudgoLRkyoDAAMiHTq+sWzVW/+tFC8t3eHTsGjje7cRv2u/px9Op2XFZR46OTnCc8FJUe57sKlaKqDO5vH+Lgc6jlD4QyAM/zdOYS9rgl2wK117eDS+sK0YphnPP/KQHDAX7vlyUOO0xWOHNTUQc7KCW4vzV65Wn3MlVDPdTxTn+m6zHDTPzuA6hUgC7TOewxwx/zM5QCiyHnLZ+OQAeuAsN/47MkOICBHMl+neZsxjxjyPKDlgSAoR+MG5WVQi1sAa7MjfDeGMphZHc429hMA1mfSIc/dnYZ4vsrOfTRDXSfYncZw3Ti/dMCiSpOvz87ltKQMtoUzKghm8PHj09XTo7RETlFbA6JghM5mnbEurKH1qxNYLt560GA4osO2WfOx+9pV17kCgKermutTvid/Jj0w7o5yrOe+OdIvg93sJlbI6mXcJBvpJWfwqF8cIDoCuhUYznZx3pwDLHVNfuv3SdZirIHLwDl6bgLAKQd5Lu+oPUdAOEWqP5n9rJutP59hA945gGXeRt8ph3AOlX+w/Jx9+wic1/7X32Mds/X8xii0r33xb4ZL+Jya9D2twM+vQAPgn1/zfmIr0Aq0Aq1AK9AKtAKtQCvQCrQCrUAr0Aq0Ar8mBa7/4V8efZd/biTJacXNf23QZoin67ObNW+w49rhlgX9sNfiprO/B0wItWoo2BkK+PR+uMQEHRZAFIAAZZ84sdz+B1gFAANoCChIKCZgq44bcDbqKQfw7e3tgNEs59UBWwYXglSov0OMNwPg16t7cxgPcFhAzTlHGmE8QTNechsPx6TK2ugiAFxDeqMdgHoC+uPz0LFCd2lXAbPGSoXAcmDr/QouJnx6crCJ1+2dZVS1Ntya2/fW2oocv+/CpYUcv8/WTsBsBHyWjrfhbM+u0CVPcQEvCl6K+73tCbQopLGP59E/BLScK/jJXLA1X+0Oeu5CHmdwzLEk52n063BKE/LWsNGCudAPEFUHFAAV1RcLdIIDuMDp0ZcBZjM0FFDOWuD6CmwH6IeOoZWD7HABZ9dzDuXMOs7yXNdN/Y7Wi+qmVpvz3Nbv+ef6DB5woGCrQ5zrRT48EnNuQ34XSIwDCrYcPD68Xj1YRILnpwir7QcTuA4JAHMs8cCCA7iTMcp+371PvZTfumK4UwD87iBErtbArVapPgLAu3lftV/0HnNmOnuzS7hCZWpC2Jx/jrGa1r+1X/U9xvGv9ay2q4LEc+vtbiwdrV87/fY6TFf4sW6/DgDsGhdozKgEmNuROiG+q74UANe+OAViiAkfURwM+t7dRu52TetV9kvd1Z+3Ar8oBRoA/6K6oyvTCrQCrUAr0Aq0Aq1AK9AKtAKtQCvQCrQCrcAvTgEHwIR5EXI3VRFQRG5SgagMWPJGdd5A91Cs9g85fFcH13SV4V53ZgZn2UEeAgFaHeHAneCK4VE9Nymcs2YDzZCJ8I6uVj5nutRUnyOnlOql+wST+fwZJpshp+1vjyC77iLvHMAqN8M3QVRBUDimazuk8YDSAabULyqD7VXOVfbbrq2zP9nRzOFKoIWAxwJr6D+HqbFhD1iuurtzNNVjjAOTITtBBY1RzqprCoEb5azlhcPY+h7t+vDhw9WH+1sDwOQKDjnDO2lHAUYfI1wyom7rdQMHevzhACLA4nJoIOCiXJYsDM9dHYACcoLqyg3sY7j0v48/q0eF3nnu5BDkKlOfOwxUqNKAF3jv1uDFCLWeXPOEgQAbc44o5/MEwDXWK/vz1Q8oMF92fS3O/HS7rwty0OfQ1lhHVG+4Wwv8zeWjrRX8chwRUkof7470jBr2un5e+yI7quu1tT45HK3GPRy547W40RmGfsBxrJ+YK8s1vHfMHbQtnNtPT5Yd3M7ePOCQBf5Fzl+GrT6FyjvHee0vgd/TfkT5p7F+Xavo/3Pr4fm1knnVpRfbOx3MJ4OqvJEBcl6v82UZBq/fJ3O9OwKwSiGg9fDF1qIdrK7a7dZp1al+xnG7guZzmp0rZ352ITbzJWHL50e5gY8cwApNfgRodV92Bwuu5/VVn2uJPB2Gp4cUPrFpfvn6HcwyGb4/Ij7YF8f9PcOv13zEn/O8vqcV+CUo0AD4l9ALXYdWoBVoBVqBVqAVaAVagVagFWgFWoFWoBVoBX65CgwAnIFVri7CqmLTFOES62sXYlQb6dhw/vjREmDG5qw2aLMTGDl53eMY+VDfGbDLm/0DAMeDT0BbgIe7FDpZbt38nOoYRnHapNZnx7CU0FfAF/fmv90BvAnvS5hKIPSWENDVgZuhaYa9i+sa7Yi2CACfgxPZGYx2QCuAPG+T9bODnMj1KgCMdrDNKwD2fgXki1ypckTjfeRgVr+rHP2df+r3l5cnP4DgsD/gLp7rBwmsqA8f3l99QPrlGIIzcK49K8XtNM+r9VNAf3d4043L5/CnwjoPnSoADoAnAMy7mAM4v5SblyFS59zAfQ4+A0S75lEX1WGXAziDfzwnO4wFVs4D4OlCFniV4xblZSiT/56g59gK5/UPHVUvAWBPXZuEEbhGuT4X1WcBBVUOHNu5X5x74nrUNcak5lWe96cOac7HxWUcz8yw6Shcsqq+MHwbAwv4ZU3tGYSHgGLvrhkNQM/wQAf2Pg8G4I80X2LuCG57cRDGGvtglyMs9IP94iA/QmxPgGhh4THHUmOyHkfQN49VrEOXAPAyuC/8cQo70dcT5H0pAOa4qM7rgHpxWEXXnB6+kdOUAxZrwnJYJiJS1Cb+FgBwneO1jTsI/LUBcB0bPy8AXmEy4D8Po0XEj81/w3zKuO9rW4FfmgINgH9pPdL1aQVagVagFWgFWoFWoBVoBVqBVqAVaAVagVbgl6XA9d/9y4PtIcFxSGpyY//zjXM5mmITlfnywnWLnLHh8gXI8I1n7Nd7QtHYePcy6eTM4TSzK9JBgd32ZCFRcc0tQiCHQ2ts7MuhmNy3qN8AQcgnaJRQf788M+en/mET+P7ufrlenwEc4wV46WUmOODOTitXsEXX5O7LDuAcRlohmXEtN6EnEM0b5LOeKyRmf8g1u+YPrqA665vhr/qQz+DGOJzS2pCnS5ohgvGSq/fp+YnjwMNs03kN+OttSc6+2qfe5gSLdf0ylopT1usSwJXA255t5dyb2xefIScyHo1ww7jVo4o6HIzQxuFQz8/Qc73dAGep7vO66ZRlH8mNehpidfa3NJBL9bmEfsY44nhX6GjphfJvvK6898nC/455MEI6h4MwrsV1uB7jTuPyDiHIoxyNcx544BzL4A11yS7bHPbadQjIakgzD+nxey5LANi7LyTS2HWP3cZdKuMsRoV0cBgeOaXpTOY/TLvs+q3gtwwbryPyDvu4jQ9zSOR6/QJeo4XVfby7JwvDMgSAp7N34G9Ux6E3522elzo8cVIP3ONOaWuPOYIBgR9tLWTfR0SGV0Q3OIbzR2Ggc901RmpH+xy2+bcro4LVPMfqYQVcq/GmZ+zu3w20nAM4P6PeX8FiBcT5uVrzeE+EUN8NolShzwHAur1+x/macuF5+Rq5k7M+OfXCdoLaUQGWwflfx9y+THynrWPpawJg1KGG2M4A2Md/fMdO5/CXOoDT/Wga5g6+c+074xbfG1jb17MEezn73VbgV6hAA+BfYad1lVuBVqAVaAVagVagFWgFWoFWoBVoBVqBVqAV+BkVcADMzWqCxncGG54NomqjVvku4WwT9FH9uIl7uruqzWttgs+wuRNW0VVs/k0AMQsVjZcA8NJ+5e8zIAnHMF4EkysAkgNVzr25MWYhog0s59ezQU58/v7+/VIeQKnDmnC2DtdyQFRAB7gw8Xq2WMPObwLW6B7BgAEFSkhYh66pHSzLALiDvQjLm56Hz8/BmPx5BrRDpwElnx2E31j94YIVnB/1D2AhADyh1QSEuXw5kdHO7F5WuQLHGRTXce1g17v0xeoEDSx3tP393hy/0JnhclH+hBbXHorb3vON/hlqtgIiOZkzAJ7jN8Ieu4OTsEAhoKdTkmPNPorXCk4E1XPfAIKNQw/wJgOYB1wWhNgBYIVa1vWAxexXtv8pQmi7Yz7K1D3VGZrr4yAVoaKLo9bHRrwntpgB6mhxjInsAEZ5GS4h7/I5AOxnQuLggK8v0S4BYO/9AMC5ngTQc8QIiEsXndWojuAaWltliFFj7Od8zDtOJ1Cvn5xLqCdyes86YY6MiNe0ruPKRR9vn68rPKRyEsVABC4cwQgN7SDY1gQPX/1iDuDopN06kAG4arYDuocQeJMDOMP/PK/yuotnTYi+hvbPa5LWoUtAtI6hHQDWe2/JAawDNDksuter0MAaxUKf5+d/St3qOjRHC3/LsHi2Zw3Xz/e5Rh0DnhUAnwLy/b1VVznxT+o5nPsTLi/9qjXlAujOIaI51yMf7+iHrweAPSd8rOWoVpy7qk3rv1uB34wCDYB/M13ZDWkFWoFWoBVoBVqBVqAVaAVagVagFWgFWoFW4CdR4Pr//tcfXwFibyykKaESHIoGOiIss5x8ynk6QzQDRr1LIXgjX+9w7BLOTQft3OjNYBitUr5SAK4MSQgt4DaGg3LmP9VGMoG1gDChVg79LMVuzDnprtHYUH98MuBs992/v6fzNfKpennmdIYGeI/1EnSm09hNc+Fa9A3xcNfKtThyoB50F8AE68MXNvAAgL0sh17zeSN0dADpcyNAz88b/HSiIuwxXIkGVw2EA6Zi7x4AW3mS3elsG+cOeCIE9A7cCj5Kf5RNoDdzRXsZAUJx3Q4AYO8f/XprtJdlohyOjzt77+7u5urW8wzbWIzcz9fPdCvqBQjMewnVJggkuRA0m9cTqoyDDYIrVibGvwCd9x+eY3lYpamA7F7/CcgdAKccxKgfIDf7Vv09w1Crz3MGRaTPAAAgAElEQVS5p3AynPTQUjqjD6Of6kGIkzIjJLVAfa6L6xSu5KUOCXKuga/DgO2F8A44kf1nMamOkNEAMQFzd0488XU5elWP7NAVvK1A2NcHEVjv8/WASdbS65iuz2G5VT7HDcbVPHQhCOwAeBw6oQ5yVetnrfNR2OkMlhd+5ocaoKmFhn54vfrxBwsN7W5xiKtDAavQ+XBNnvujLr6+zRDQ59yiu/vzuMgQua7hdW4ApO5SBPjQuQBhd2Xpvawdx/KMcMC/me/9FIjOdbWWv/v7yGGMsue6zDvxFZBBzAC7WOcS39yBZOUo1tib7dQ6NteXfT331x2u3wXYat2tz32LRtL/3LW7HMG4vn4vvPV5vE6izogNKO/uDmHZI7JAu34/TdK++nepwJcC5EsHe36XonajW4FWoBVoBVqBVqAVaAVagVagFWgFWoFWoBX4BSlw/ff//vjqm7EG2LC5DQcaIJlyqw6wA7CbNm7lTLx1YAmKhJ3XCU+ONoayAyq71/x97igPoMfNqQhfjPC3yRE1AEQAYLiWBYBG2MnsHA0QBYjxlACw90XaY/dyUZEBlqkLqxZOUTQX0Bh6CFCmUL45HLQXH45eFIyy4EjOOsABnd1teXzUjXxB2AqaBwCO5sxQ2gS7ei5gJmAboLPcyMi9PEJDG1jMdZvAiOBDOaEBIB0qRmUFgdVe5TDeb/TjXgJgwFeYqhliHBobqMeBBM+Fyq7xf2DkAYD5LIQdD6dcaIwbpgN8BWWCxagfxp1c0CgToZUdQccBAjZJOVzR7tWFnR3JOWc1AWOAupRbuB5q0PPVzzmH9JLfFc91iKTDCBMCq492G7h57iEisa6p4Vj9IAOnnMP2U7jmUxpRiofTFRp5+Yjejfui/AqAtX7QAZxH9PzddQ2oqik4XMDOPBkiXlN0B1jrPFgcliO0N8sQAK45mTPc5fjA/9d4pDYZEmNECgBrvGteethtP+DAfxU6s1kHgvhT+cKZDdz/48cXy6VubmA5Lq94eCS309tma/ZcQ1hKHkszZP4pUNS6mn/WHsug2dWJNhyFoM4A+AiE12cc/T1duTEWHL7DyY3VJ524SAVUIFtDTddnXQLG+4M5E/DuAHDtp7cA4GX8pu+7Q22iH3Zl6/n53jz28PtbAXDVZ/69jqc6tsf3Ssm9/DUBMJy+gL+W4WAA95JC+q1Dra9rBX5XCjQA/l11dze2FWgFWoFWoBVoBVqBVqAVaAVagVagFWgFfocKXP/Dv1uGSWw0G0B9Msr2+kgSJAefcoTimrt7x3JDJodfcCImoKENbIC9xwjtLDjo4Cs2gn3zOe5TPloHiiU8skJhCtoIJsCNi9e1OTU97K4zWjp29TxARYSGJrhl2Gi4XisQWzfIhTQJeyc4CeeXXYz7HbjAmYw6AFSV3IojxG7A1+w8heNWTjLpVcFuBq/ezggPnZ3Gox6h4wqeZ+5hoGoAk1uATrTJQ0DPHMOAugDDYEzu3kWO54MddO+3cAt7vcI9zTrOkMzZBYzPZpho9JEdMLBwne/fW67fuO/GneOgigRZt/4cgkfWa4IGQoZprRP41/Opwylkk9uOY4Hj7/nliS5dG0fIv0pP83R+63QAJeZncChXaOifpvGcx1R1qeL+I8crdeTd/jN+zyGf5QTWGFkBm8JZRw2Sbuoj/JRmDoATKK2QFC0WAPY2x/x9jXs4BlcI5KG9AygPr95KUIc8OEBR66X65ffzHMvhoauOWffcJ3q/5gp2iG113ZWzcyGjnOo8Vn1VRznGMwA+AoS1vmMdibDPUBYw+OHhxf4BBMNuivGtO3VQwVvrByN2MLDmN8/asiSN+3lgYAcjJ/hTXnP2/VHY6dyXua15/a8a5L+X/tJ3QziafRzYF5Vcv7tn6X6uDce20HzIR9pwjpweiDkqS/Bzt3bnMhcIW0JwH4HWcxqd9uXpAYFcbn7+lwBgrcPLgZMyz48OO3wpAGbkB65dtx76+fhQxSXt+vNW4PeqwJcCYOl27lDT71Xbbncr0Aq0Aq1AK9AKtAKtQCvQCrQCrUAr0Aq0Ar8EBQYABvMCAH4xAPyKsLiRw1Suy5ubu+FG9I32K8vZCrBaDGVPkc8WAO7h4cGhI0PsYrOesHbkn7W/BzgIEiNAXB1GAiPK8ekwEy+kyXQoIvhBcCgooDDI2Pu/tXroxXCmM1Ro3sjivSwjv+Sene5abjznnJly+AmwPTlwxoY8webMuVtCPQdQyzlNXefkPhZgwk9B3J2zLdd7thEAn85jaYLyM7RyVyMc0uFIzuVkuLEAb4UijtzGAr3qY++i8Rn0erXxgHDUN5br19phzNU/h94hN8pAT6EfFaLY86G6HhFu2m5YIXuEhBaMV3Lb6EDvzxisGQDrgAHK9dDnI+R3DGwbV64TnmeFALAhP7H3L+oDR2zA/xwqOgPiWs/7ewu3XuYNhr9gZB5zzsQDUtYFQ2Gg85hG/RcXcfRpHt/6HW1ADl/VvzqTAXJvo08EPTHVfPzBBBwHJHIIdZSN+zRz0A2AqwOCB+BXHbR+VHhW24rPFU6b45ZXSMcMwfPBDVxT4eQC2KOMDIB3IZ2nZp8GgH38Y6ykgxKs/x5YLQdJ0HejnczN/sMPjzY/cUiDH1xbbmG+pLjmSTi149PqEF4gYMBRrBUK81xBJK7Xmpafq3zvRwA4H87Ifarn63th6FucopcAsA6M5DFdx470/hwAzDG2HjZ5CwDO9+i52z5PUQ34LC4Ml+ZDbWMtO8P7Wu7UHg9MMarPjMtdvb4EAKv+l0Dwc9QPsuBaAGscHsLhLn2dt9t3N+L7vVbgsgINgC9r1Fe0Aq1AK9AKtAKtQCvQCrQCrUAr0Aq0Aq1AK/BrVuD67//l+dXDzAaQenxhOGJ4Wx1YltZxQ/95ODqRAzezjEeDEwC+KBAOYOS79Y3bAMAoDu9rg9o/U8xU+wwAOLtiBaAFkOS8vX1357BCDlSAkLEhbUBuAmBzNTu4Q2hWOF0JTOAMXl+n7rAR8tkuxLMyABYAMxQWDmMBGf4UaCUmXDf2MzivoCD/nesnBzDeAyQSCPeyw+Gr6y8B4AyjBHOHm9RBqyBEwM/UwRkE+O+pvwR/vR/gUgTAshCtgsHvP1i4ZyOKgMD39tMiYeN2Hw+3nl85AXJ39oEyslWCiNWBOHNTq84sp+YGljanoEoAhPmnZwjp3bTWM6bLUvrJlZrBpCBwBbVwUGcXq/dp4oE8MMDnK9Q1Q44jTDpIcYwnP6RAMCehBMzE0ewowwKVCK9YNm6Dw38XRtlDY1tYVTixde0KMnWAIcZ3uIDRNrw8TDaGh/2YcHbm7vRc1HbPOwPsGVbp95l7nOMA+cFnnmuEXl/hb26DnPBjHYnDFTvmKriO9WA6N6GzjaMUxrv2Dw4k1M3zPBbQePXNSzpoMsavH3E4fZ1EElgugWZ2UMcO6Xz88cXmjZ4RjvcBE+fpglGHEiIa62Wuvw6xEABPLQQLdf0pGN47gHO+4GU9j/bkcnahqo/n66rZi43gev90bnNuzDbMNb6us6ft2ruFq1N424npTUV64Fw+hf5YH3effS0AXMtZ9fiyENBfAoBt9izt3sF5HV7y9cP+3b+/8zDPdnbIw6z3qxVoBb5MgQbAX6Zf390KtAKtQCvQCrQCrUAr0Aq0Aq1AK9AKtAKtwC9dgev/808/eAhovWAou0ak4HA+AogBYARb8MtezSnsENNjw06QinJezKV2B7JnryeLXQrXrYPBtGMLIAincAYDgsS4By9BHz2YOTEJJjzsYwBgD0Ht1/M5L2YpdfhnQDGH5K15fAV8ZtvhIAaMCgddODvxnsDvDgDTgTbDsBJMKWcrbEvUdoQitbcAoREilzB9OrDy8+vAqQBYLsUJxkObcPMJ/OTylXt4hBN2SrgPGUtgPiFVdmCrf1B/DxwbtJEAWMCFYI/9gTCd78zxCzhrbt93dkjAYTx38R8f7KBAAsA+rqIcuNH1yoBWLm04eDO4k0MYZxBcgyLkaZjmCYA5uCfwPJ28qxNQOtScspwj8+4KC3cAuD4LwJtQbh4gcPd8AC1ppzqACgs453bggIbGCuEvYCqf5qG1Y2zm5/uYCgCsEeB96WPV+tXdrCvMqgAtA+BZNuzDOmAQ94c7WAc4xoa0H+I4Da2usnLkAbnDT/uL7+T+mf2yOmS1HlRAK9dxBcA1lPSiPdW1/lspFfXjvJ/OXdZx5D5O0NlLUf+PoRfriTnnv//B1tFHHLDgusvc5QqLvPZPdgDTdanc4Ang47yFfzbn1OcA4Ax/Z3vTd0wcWtgB0dqHRzmGdd0lAJzL2x+M4RU6pJDhcXbuzjVG3zdvI5CfC4CPxvLhGC9wuUL35XBDuvYmxpfKPeqTOr8nSJ65p9XXq+Z7p/tbAfCLrRcYu/cWveL9e6QG+FRl+vpWoBU4UqABcI+NVqAVaAVagVagFWgFWoFWoBVoBVqBVqAVaAV+2wpc/82fPjoBcJMNXJcAZwFfHFAaXPDNXgfC3Px+F/TFfYcCmf6Rx4e1zdp7vw6QF6Gaa5hHbOg+B+hleeECjnv0nv+MzWrlCcZ7DhkBMPz5cyOe0NNIcUBZ3Ktn51y+bK9C+gZoAvX29wnMPJSu1+s0BC9gEULnZi0GXAhHLOtp9RmcKxxPVvbdrYXTDt30TC/M70kQ+sC9durq2gGbU0AhdyZzJvOevAEoaKzyb2C3Qp1iPCD0NWAbumTkJHbIC6ir+qPBzI9MSPB69eGDtdfadWfD4uXlwUM9I8gzQinDwY1Q4fjbgRnyx6II5DLNeX895yMOI1BQu8oBJvXjT4w3/YHQ3MvBhhhHOYeyNF9/xvPxDJxv4BPiH5yW1CwDEYFK52+pMBwYqC7gDDXlAh7wMPob8HSCyiB/9txHG3cAvxrTcMs7qPe2rQ5mvOUsEdHRfaxZXmc4YR28T8fxU9FwVj/muhzAIfZ016761o1ktAHPX332BMvsM+YO1ihlNm3BUVV+1qaOU2+xj4cJMLN7tjqCl8MgAbg1PgRqs1MXIeV38Fc1whrA++ioVh/WUNcZAmt+sYx5MKSOwwkh6dDO1+NPb7L9wxKKsNAPH5+vfvz4o41N1Ccc8BsgqOcgQgMAviCea+tObI4RhUX3WkaI6RHuO/SuoFA51tWHuey13XsnrOr2Fii86JUOiGR4O8s7XQcXZ2lceHKAIQ5LUIN1TeZ7l0lkDf1c54iXkU9WpYbV+tQxUvXalr25qc4jhFTerZP11h0Apg7rEZuqSzknMr73NK5rn/HMBA+a8CCCRSKwkPkeOSK68m3o/Uixfr8VaAWkwNcCwJ+9fndXtAKtQCvQCrQCrUAr0Aq0Aq1AK9AKtAKtQCvQCvykCjgAHnlkQXMtPK9vwRroE2ADxBAAdgAVtkDfPLKLCBS5cQunL1y/KAXvCwADOOaXcv3qPTnUBIPlKp332LYvHMD2hudjjRixAsCoi98L8Gf1UIjn7GLVxv8JTHJXJF3L3hYPi8sNfuWNreGgkduXF8DNKnhlbRQoEyCIXevhQLYG3AKsxnUvKfQsHZprmNKdK3gXLhM5EQGV6DZdXcXSUPDRnaQB4I+cXe4UNXifQRrBJx3Peg0HsMLPmnYOzcP1e2thhAGHbJRYCE/kvjXIZH+j37w+VqbnjQZwg46eU9m3/p10ARLihY8EOv2N4A6JEXsOX4yzCbHWwwEC4Brf3n3hMp15enUggACVTSXwXUNE78HHdMZZP0cCXUwT5heezxv6xTiZOY6Vy9gvdu0cqlhDn5RHOur8+AgnvkAs24phyfei/qg9IHCAHoFZDU8B2gmcxdADDGWBfT4EuIwb3emLZwyQPOsvADxYmV9acm/Dae/1pWN/AN0QaLdB7dePEXj5l5ynOQNa9Yevb1ZmDgON+uSczvUps16zJoLabGXqb+/HGSVAwDiXOQ4BYKxH/3m3B1x2Rut9kfQGT7dux9L6lz9/vPr40ULr+xmc21OHcepgAGAtx+MwCR5UQkjzM46rIwA8148A8QLyBRTneSHdOW7OA0RpVO8fdQIiTwdlTvM9xzpe1lU9dx4MYj3moYB5wOFLAfBsw3QPj3U0AeAMT9+qSz0MpGfV93fX+eGROOJyBLSPyp/P+boAmIe3onRb++7skNDdvQeyR4yDOR4vT/u+ohVoBS4o0AC4h0gr0Aq0Aq1AK9AKtAKtQCvQCrQCrUAr0Aq0Ar9tBa7/r/+GENCEE8MlZyF6LcozQSJAXUBMhY69sTiMET14grEFMEzR5FbUJr3cYAK+MhDlMMK827am4TYNwOTvRHjS3CWEktwYBljE73S4BTgMhx7uyblv8bfgX4a7OTewNv7zT6+Hw6JHh8Uow4GuvRj6dIYUFhjWZ6r3rUFO6IdnXQcAFsjLoZ69zgOo5PCxK/7ye4ZLdwXAbCcdbLlsgWf1i0D58/NT5Hcm+KnuvaG9bdR7mcv+P8N1vrdcjdi0v7szIB8hgwHSb23c+OY+7gUfC54FGG1+4OH+hekQzXZGHe5ihvWmU3HJd5ucwIDFaJdeFZTD0elw2dlywBjoFlXBeGMIaYbo9fEegIbO49kHdEyuTuA6LpFDF+1FOGeWbWPTgIaPnxjb1cU65ondg2sHDHEpZl5kvP9g4X+FQuXM9T5LOW81LUcIcoDhYqFzuBj/chv4O8NO4yVHfb1WbdQ1/nNae0+LBI4256rAds61q4uVbxh/10MKamttc37QEjnAXesCp3PAav7neue2SvsMbPUeNeAA3tU1r3e1T9gm5/vjpX7SuAB8zs/FGNLLgTZC8Mf9DoptaH78+HT1/fePlhsY4acjJH4AXI1VX+etc+bG/95PeQoQEfr7tC8mNF4dxVq7ta5JjwpyL4FOOYvzdQp/XkNNZ3irfvR89OklzZWXe+an5kUnADnHGt+M5Le8dS60v4+NEir8XJknoPbAQfyWeumaHfw9AsK13KMQ0tX5e1KfMZ4FxecBBKwdd3c4gIRTP/ICowR836yRBz6lnX1tK9AKfJoCXwqI37qOfFqt+upWoBVoBVqBVqAVaAVagVagFWgFWoFWoBVoBVqBtyqwAGBtrD9jU9lz7k7HDQoEEIOL0nPxmmNMjkp3XhYALEfjDu7kTSEBxLrRJAcunkvQg+cJmpBWCYk43LDPAQkFHIaj2EEL4QRei1vMww0DpEw4hKsABwUI/PnxOSErr38xDQQbEdJZZU+gMMutjj9scA8HHkJOu+N4usOyU3Xm611zLauDBQ9W8Dnbm0EO4Q+BSHYeV5CJ0M/SLOdO1nv4+fIKtyFcWfMFIHV3f2O5fu8Miodr158lN3jkCIaD2w8YzDDchlud7aIM/ER3PT76MQAPxYu8wTM0KMMdsyEzz29uh2o1gbyFJr9LMCjBM12LMfv0JFAeIUfhVg5gS3fadKrmcNB1oxN1yQD4ORzADnVdk3AcpgMOKE/j9iZAHcaOoPVoE1hJAGBNggwzXZaAntBO4w8/9W/qM+FvhmEThJ0CYNz7ZABXUBt/e2hpnRDxOcN/2w3kIO6+NiAMtOZXGkwAnlXfPA+zM93naNLR62Nlqt1ySqehuqwDKFd1/1QA7IcJIix4HgM5gsE43FHAfAbAXD9w6IGHXhQ+3PvS1zfmPs8vb6M3HjfzE4um7k7gh484jGH3KQKBIhrUh44g3LPk3VjmwYtNfw7XMOs2Dvikwzs6BJQPO2zLivvXNtJ5Lz2lpa7Ja4ier7IzEOYY0aGWGPOx5u7HPZ+gCBCL8J/xRz3EkOfFGNcbEJzX39y+UYULALg+96jqp8B/9mfWWr8PbYuDWO/XHL8n7d0AYESxuDXwi25ybo/loVQYESO2OnxGn/QtrUArcF6BBsA9QlqBVqAVaAVagVagFWgFWoFWoBVoBVqBVqAV+HUrcP2f/rtyAFuuPQOZcEDmV94cR2hlAKynJ6MMBgQQ3hcvgCD7P7vXqJ69EPoW9wEoe3nh9CQURr7YFF4zQgFrU9fh8gC6BL8ZPMJF+vRsZDBeFXCqnOEoLgB4brYDGGuTe+Z4hGv30chjBQ4OT8NNJgewNsdwz9j4HiD83dUzQhvbfQiDLYhBMBWAFuApyM0JIBDRcafpBNKC3GgnYK4AyAQFq9NROTypC/MqDkgT7mPvY/tHQAzwyfbADSw9R85f648X9HPK5ep9bvDv/YfbqzuHtQxNKwA33bbIUBrOT/VfAlNw/uJP5DX1UNw2dlBjlE1uzdyQCsXMa9by5jhKjkl3+64AWIBiybdq4/PxQXlQqS+BE4G5IGt2CQrO5XrImQqomD+vS8UOtKmcDIC9TYDoAVUhCrrs4YH9gz6T6zfnxPX7YoznsMJigHLyYl5yDBDgCRqz3QSQ/pwEagHKfcw6oGbFFDLZIXrAThyUqOBPobz9NoQMT1BSYyaHxMaz5cweeayTqzc7gdXmCoClk/ogA9qdfhVKU4I51tB2zxmsHOnSxk8wzNDl6s+sK0rKjl5pO1yrCfTiOulXx53uk2Y5RDmmLkDwRwsTzjUdg+bU7ZvX+7w2es8EfasHRNgfml/sa4HZfNBGczH/zPcezd11nnCc7dZjXbcc6ol+qGNWDniOj4DZPykA5mET5citIFd/L+vGGSdwXSuGRl/BAZz7p34Pje+q6PN1jFj7PJRDOiQV+j9rzVDI+ORg9+//sTzz++jG/pvh3s5R+ZoQ3x/rOOi/WoFW4OdWoAHwz614P68VaAVagVagFWgFWoFWoBVoBVqBVqAVaAVaga+rwPXf/OOD7fEwdC4AMELdClLiUcjVOwEOcvreGHj60WHC+w/vB+zAdXKV3t9b3teR+xYggW5dgNVrd1EaGPPwyQCCdq1Dw+ms9fogl6nglX8mJ+Pr1aMB6N2GeHaHCRjQb7mGLh2b2OHo9dzAyjVrz3IAbHUQcHFAFABYWjw/PwyXZXbmwT3LawxUWzloCwDwbiPNIVnJ14vnQMcZEhv3wmWokMVyOc+comhfzSU8wUIO9wpQs+bwPRpOqMfTE0E7dSVklDPcc/l6eFQDfPb+d999uPrwwfoVbDg40+B6CPmM3KRwdhUATLAXOWvtc2OHnhOYenkAaQ/pzRzAfA998/wkR/d0TueDArldA9QnN6wIRAXAgJd6CQBz/EwAnHPDDiNyGi8Ccj5//NDD6jzfufLUX/p562OONSGonbl1dUbjEa5i+0xQVK7RGtaWObrpIMWhjDx3/GBC1BHPwgGL1YHO568HQSIcdThVE78N5/bUyg98+HyYbm+2ivP9GmHEAxZzrM3nzbzMuJfOQIe9uAZuaRwyQRBsjxAwHf6ov0IoY9rAAexPTKBcz1JfH/UjPncnrV+ItkSuZawZ3jHhKk1t4HpKvXfuZh8X4XCuERIUOnvw1ahg1lh1nmNj9s8rDipgssTBm+9/fLr60f69PKOeODCiQTVDoOfyfCw41OfhnrxujXHj83kesNB1AsU6SCIwTK3nwaIdUM51yL8rrP9bAXAtR/pXAKz19C0hoHegelfffB0jUkBzzIV5wEgRG35OAPyW+qt/jgDw+v5pSHUcWFnGUfyB7wafP+mgjucN9/GDOcKyvvvu1l2/GvefEBX7aOj0+61AK/CFCjQA/kIB+/ZWoBVoBVqBVqAVaAVagVagFWgFWoFWoBVoBb6xAtd/+0+PtpcfOTkFOn0zlwDq8fHBQtneGXQFRHn2fLcPjwaA7fXhwwffvMXmPPK1vlheXGzg3puV5927CT0BFegkhCOWLlTlMwVDBGjD9UrXyPDK2mQOYBU7w1bT9BkBxYRjp040AKIjB5kcvWiLILDKyxveypkpMCYgqzqivYSSlssWjQAsDl0EHgZoiPrqOWZ8Gq8bA8UOXt2BHCA+3HVMbbtCYAeUAb9QF4WBJlClA82f47AMfUoYN0NlKyTqCmdwn9fDbITIz4v23Hq/IQ8o9LS+uXq6un9vdbQG3Fpo5Tt3y/oTw64KcEtY53q4u5QAVz/V8AE6Afbg/kUZAbwdNNl9gOiCZXJdqo+8jvaCfhk0CAjvgKvn+S3uWIWA9lYI4IUL+AgAU+MJLvN8Rnl1fOrzHVjLzmH2wSzNdYm/M9Qa9YyLd+GCnwyA5sMRI273yvAiRzPGhz99PNwd/iMk/KyTH9xA38YYhg7Kdyy3tHSrTlmVohDf+FuHRvA7ul/gezxxOPY555+sUgDlPj8DMuF9hN4Gl4UkcJMDAHuI6qjoOxuXGI/DhasORB1CxwzfEeI+HxrBPBr9twHANaQwysp96fm/Y2x4uyN0NnKDu/Iw6w737by3gnbqs8J5rREE1YjZYE7xj1dXf/7z05UHbtAgioMgy7jwsTwHxcnaGiH2vX/SwYY85gU2tTap/OpezkB3vX8+n5qnvNs+J2b0iOwsV713ADOXn+eOa58OJ3DOTWjPzqA7fo6LFXTiEh0EyNeN311nHqDhtfPASv4711HX7g455etUv5P34o2hCb5LR/jr0/qr3aMtocPp+/NwzFHd9MwBhIsDmO8z7QEO9GCuMvQzHnrUkn6/FWgFvoUCDYC/her9zFagFWgFWoFWoBVoBVqBVqAVaAVagVagFWgFvp4CDoBRXDIBeukEjv6JAd1738TG5vWzffBoABh/f/jwXTj2GKJT8Im5TyM8ceQ1FYBkOQjzzNIN/cYGOSBwvGkbwxMAr1AC92S30jkA7Jv5gCSeY3cFCxNQTcCSIVKGygSLp3mBtTkGQO5AKpyrLJtgKr8qZPa2BEzC3vf9+/ee7/XhwZy3CI09gBfIKJyvBmQREtYapVDNKt/7JkAoHcuscwbA2HCnKw9u0lP46/3uYaEJKrxdeBN/W9lwDxJgvF69v3u9ureQz9e2eY/2ymnNOhtwcL3tpznG3bnpoIwhnB0gC4gUOIZL1F+8jnXB9RhXCnM7Qb0AEdyr9vk4OACgSKIgB9o6diJ0aQZvQwYAACAASURBVLg0CfmRA3hCGlzPwwl0ZWvMZJi1dHD8IQBY80grz+wODOe8r2wzC9PvcrG6qzTc8np2vj7n3kY9oZNy4PKwBh2JWQu2E6GfCX9XtyZhnwBwhurK+4v+FYysub8HwBN4jEoLdgMA68Vxy0bbb+N9z7OLf/HWK0CkvQkADKjr82wDgNX3GQAD/vozcGAlDkcshwY2buQMgCncBMA+8uMe9YPDzaC1CkWtpUBgW2Mgjyk7WzNeGQDnfs5gWo+pEFjPxLWQHWX9+MPV1V/+HCHO05zS83N4aM0tPFdzj9cpBPY82CCgvAOCOTR0DQP+OQBY/XQup/A5AJz7eYy5rwSAcWDH51F00NcEwBXCLFqnsbhbi2bkiP16P8cW6787LDPfj0NZAbX9/cghrZDOFQAz1D7XIf+esHuxDiLkM+ZEnJcaUSN2bej3WoFW4Nso0AD42+jeT20FWoFWoBVoBVqBVqAVaAVagVagFWgFWoFW4GspYCGgGUtXLsq8CczNHwv1/P7eHWtw5hLe0sn73oAlocfM0Yj7uUEvV94a/hUQ0nASQzw7oF1D0jo0FAjG1rFds4LN1QEGZ3IGAxVEABQJWmXRqgNTIASwC21ESGu8bs2ahLDO0qhCBPydQ+YCSKFOKCfXBW7jAW8CiqPMG+gR+lFPay/a5Ll2qb9DrnAJIsTrszmtAZiRe5j9RVe0tAe0xH3QLUWYDoAJPfbDR+UwH6y5swL8u6k36giT4nsL9fyHP1ouaHMIq/zh9ON+v70vV64F+UZOaHd0Agxb+xDWGaGcHf6a3vbTYSXC+Yb591WhmN1QTVdecD6HgSjeYXTkwESbMO4IxWZYabUUEBgvfoafBKO0nQXEtvvV7yhb8Fca+/0BlYeCEWpXxwvMB86Pkru2guMcwtpd2RGaWKGlBfTIQllfOFkRkluhuOloBVhJBxjgasW4y3W0C/w9gakA5NJI7cA4BoxhXbylbIbp5uHdY77m6328hQtYMFWfK48wOmQBijFm0Z8OZr3+GS4KQM/Q5T7nMF5iXXgFgIqwzMPVi/GjPo4w0apLBsB8ln1iXU+wzJzjGhv+C/SLOQLne4baOiQyxlKBv75OImy+HJcRJnvqlsM1H4SJxrNj/KhuqGt2J9d+z87v5bobrAF07qMPf/jh5er773+MeYu1wKyXfjhjHlZhf62h0Fl/jS2OJ19zkgN6tDFgPEW1NQ65yvG/gIB1PV4PHKSJ4+Of9+UxhCgLuicfxsCBgNEvaZGThrs1v45nrTV6H99Vec0/dQLHGhzrLyswtZv6sF1HgFXPY/03B4dCO30+NPRw3Ol5uaD0++c6gFft5joy+kyHlFK3+Xci2upz1Ff1WFNsXphcd4gYcaeDX6xkh3w+6Lh+uxX4hgo0AP6G4vejW4FWoBVoBVqBVqAVaAVagVagFWgFWoFWoBX4CgqYA/jZ9o/pHgWk5Kb+BCJwfSLE8eMjc77SRQqIYfmAFbMZm73LBjUIBgEOoEMOieoc0zfIY5P7eXUezdyy04kIICpHbXbVAgSg3vjnG/cK8ZpcWALA0kqgVH9rI13OSrz//GyhrIdjGCGO4WimzVEwegGuAWcFZB8eHgZIrDlXM/wg2JouXTitCTEJyAWA6egz91TEi0b94MQmFKXOytU8ncEAVwTJet2YG9dBqW3CE3Qz9zNerBec4AE87L3bWzi/2U9wagLW/vUf767ef4cbrq4+fkRM2RluGtcyiu0sFyHDnfkB2sKRDPAGKITx4UXvAfCLjTd/boACz2MbIIjjMxxt7kqkm8yfHDZR1ytxFAK0OWMAJpDrmbk6+UEFL8ORilomnWYpVCZvkmL86uUgJOD9AncjZDqvIywEJOdhCv7LIYKZkxUHIVbQg3rfWZ/O560AuN5Tnaq4L+colrPVQbA5yDVWfXwFAJZWcjcT9K51k5s4OoQ/lKM3cnnjvYeHtwNgd8AD/Drc9Xjy42CAQ90QYT5n9hLmhsCeRyIgYSdkTW7G0d40UBBiWvWXg1v9lMeBQ/rI65shnzTfOX51v1gl53EcnBihx3FABJAvrZNx2EFOXx0YUHmnABjjF55q6vTnvzwaCP7IKA+vdrjllQdGGDZe80wHSghb2aYYf+PQBdd5vDLE9VGdxqqAMiIp5Gt3MLQCh5wDWG7kDIBzm3V4o9Ynw+Op+TxI5P2bvvOWcNUFAOPaDIHz+jrGwxsAcK5HHkes+2UAnJ/1OQC4aq/+OwI+6n9ddwkAMwIEXyMqhP23w/37d/bfExoH+LAcvqhi9N+tQCvwzRRoAPzNpO8HtwKtQCvQCrQCrUAr0Aq0Aq1AK9AKtAKtQCvwVRS4/rt/NrxggOTJHJeAUHh5rl4PbWoQ0Z2YEcLRYBugL4AewqLWULhyOqKMCetYT/AA5n7lBjqcgwILzF8LmED4kDejAWDcTRuhbwFU5fRy4BvwEzBHZdbckBlOEHCzTnAiwRkqQARgiL13AFy95FAGHFeYYOT6XVxhCkProIShohcXYLjl8uY54esK9BBy2QGwAzfA2+xaRX+YS9PEZ87mAEUBZwCYpq6CcnD/8RkAX2iv5+V1ly1dflVvAUHmZrb8jNDY+u2dQY0//tW7q+++ozsS/YncsvjdXano0wTeVS7A8bvIR4xnKgQxXbjFUevNhQMa12VnKACiwk9rPEU+43B0ejURqtndrtNtPULvAsaiHwL04BnZ5ehPtna4qVghkq3MGGKjr7JzlkXRnciks9ATeuMnwpsSng03LK62j6Ed+lf5sDHvVthcALDXLRyX8bs2Zm8NAOc+Hf03HOMxhkaoa+oHfXMIZI13OJh1mILuWusP9Fu4iB2CWr9h/mN84lCB6+qAnn3qIV6jf32ch/P7VWDV81YTAFP3cGwnN+3Iz+uara5Q3sPnwDc+xp2vI9VByrphLHtvxSGCEbo4XMWuL9hwuV85unEftBaszRBY7a7gXn3P+Trnel4nUae8jnr/OZSmrpy7DGGfN+NVtvpN41pQWO9jzfC+hgaYF64Bcru/Xv3wl+er7z/CSj8dwFyjUohrNTi0U3/5T+/HmXd9jKGYY6ov1zk4zHmoYNQNesezGAFggmOFj1afZf20zuey/LBDrHUVZp5CZdaZ+mp9XMdN1n5UOP1Sv/tGjvUUvSLfl+ta+zFfl9fjDIJr7mDqMkPp7+q4e2/C/PXTCvBnJ+mAEnWikzg7gXkApd4/cqbH9znSFtzf4zBVHLY50KnW+bBeb21wX9cKtAKtQCvQCrQCrUAr0Aq0Aq1AK9AKtAKtQCvQCrQCrcDvVIHrv/8X20ZG7tNHAmABgBkSlKFaCVEAWRHSl6BNeQ4dqmAT2P5xEx6wgpvCvlHukHJutkNrhTUmPKNzEyGmc45SXOMOWi9xghIA4ApUfBM6IDF+Z95SgloAA8E4B1WeP/TJc9zKJcl7AZWuPZevXgDA2rB3CBwQEWBVm/UZzimcr3vtAnZ4fl4DZl7HAb8N+g0zIj9HDlsB4HwPnssEqAThgsBeXtRDAJhuK4YNVv0IpA14m/MK9XYgl5yYGWQKoDE0L2A/dHm9+isL+fyHPxIcOuhCOeEaVxhesR197v2MEKABgAXfCPyqQ4yd/GyOcJSLAwECp4BYAsAjd3DAazzj1sC2woYT4EUuWfzmbnUCNLlX2efT9SeHoneQhySXu5hdmB2EE0gQYircq37Hc6gZxtx08kkbPDeDcPQpHHGJi7nG1e3rVStgDe8B6sNxK/g4whXHOMM12RG69tGaG5vzOHIdA1z7YYSAkAkAowwdGuF4jDni93Aeze6Nfnat3O/uVuwdAB79HfNCEFjwM4NTgc4JmlmnnO9Z840/FS6d9RnOzeQARr1qXmA633kAhrnNx7R2zfPLD1YkWJvDY+8AcA5ZvQLHeWgC5atdetY4SBJAvcLIeZ3GDNs1xkFcAAfw//hfL+YGhpMf8zQArYcVzqCWv2uerDmkZwj/ChfzeMV6hnD6sxxGU0BUAdUtl3sEgGvb86GatTf28+X0+svhk+shGbVzhZMEoyOPfa1M/K17c3/US2cd5/qRAXA+uFLdwgePHW/r+RUonwJcHRyJ8NuC6wUAVwe4/vsB3+VYl/xogf2/9+9vrf83tUvfA7u6NwC+1KP9eSvQCrQCrUAr0Aq0Aq1AK9AKtAKtQCvQCrQCrUAr0Aq0AnsFzAFMjIEco9i89pyY9je3/LkBDXewHK2AW7eM8+svOvyUo5FQFGF/Hb6inLg0b1QLDNfNcA9FbVSCgJDw1+Ei4EU4Y/154abbObs85yCATThctdGO8KNwLzPcNdqD56z5h+FspuOVUAKv6whRLbcuyobr0eEN6SCdcAGDCIjWjXsHOAHQeL+B3hAGP1Af6AVIzRDQ1FuhrRm6me/jeoWa9rY5PGf5y8vrMcENwBiAN/LIoq56PnNzzr7MOVlRnz98uLXNe7sekWKRuxkA2F1/gNHUj7lo9XyDgT6e2I/wHFYwRJBnEB45YJFDVjZdALTIVepA28rlWIj6RbhktfPx4dF+tXyS5ixD38GlTGP0AQCGdvY8hDPHNRjHzAOLAwN0IxJZTHcd6rmr/xz/0INQl4CeOZbRZwr7jPkzwfUKlFEO6pThiNy5uT8FQTOEU+ho1pegUKGafeyGztkVGkPWiwZg5fiZJPPZQSDDYmcoqfGvsO85RLWPMx+XU3f4Od0hHJ2H54AponwyZXPyp0MROTx1rWN25eZ6uc5zKQpnPMeh2sTxw/UEL+aOXmYKoW6YYPGZrzHhuBUAxh0C9bhmjMkYP6pzBvc6cID6Z7f/qJOD8JkHOLdboJmHKVYH8ezb2UdqUQ63H0KMyo5xkNqPqfDnPz9ePVg4dx7SsUMivp4rUgLD3+e1pDrnmXP81AU658jM/7sqD61zCPpYc2P8jfuTK3vnns2wOAPDemAiw995qCOcrWM9nmtmHUfLfEyh5uf74YxNIaCrk3jA+sidjBzD+cU+Yh12oaBVp6Nrqr7177cC4HFftGX7XVsmksY1vyce7Hvj7uqDHZq4sQNjMUROqlfL3dX3Upv681agFWgFWoFWoBVoBVqBVqAVaAVagVagFWgFWoFWoBVoBVqBUwWu/+OfHl+1cYuN2ldzxs5XhCNOeSmxQQ1jo4Cwh9018OQhYcOV+f7+/QjH6+FPE2yVmypvdGsT+AQAw/kaYNMhqFVMsNk3wktYVH9vuFuVtzJaYzcLXikkq64FhMQLrlSyqURIwgE8XMAD9CqMNUJUxya+aSPHMyiToA+BUuQhNUgGp69/hs1+rzM/Z/5eav4YYagdljuUZtn0Wk84sAPAw1EXABXXAxADPCP0MIpg+FbCpwzzoLKhWYOqN1d//dfvr777QP28j18sLLUdFHi1nKHQyt3gCjUMCO0AH/3CtuLfbcplynoL6L64sxzPhx7+cpgGB/CEdALN7j6H8xRALOR+shy+AwB7uGaAe0B5ED3qlMM+S4dHg+C3N/eWP9fAVrB68WswSWdf9v8wLjhGcr7QCbpjZFEfB8gKaXweAHtT49CEQtACAuf81tUhyHlE17X6H45u8U8HwH44YtYqA2A9U59qhAv46/Nk/DwJQex6YtzEeBr9mcJLDyYUjkG/Bp+rfjx9gJJOADCAuSAoXdIrqc2QWO1gbeaBhhouuYIyAV6MEa9rOIBdK6VT9nMdAS19LBCKK08zDssM/TAnAxhrjuuZcoDv6pTd6ILJ7AO2bJyJcLAPt2wBlQPQryHzN9Gyl8MmXnhAa//Vxj+WhI8Wjvvjj492KAPrOdYEF8cvUJ7nDOt2IYkzfB39E407grEa/1qPFnCf1iiv6yYMtsZXhbv50EaFxvhsAvkSmrvU97gdgrTpBMI2R/LpGuTfEQGAFUFAz9Gc4s/1MIq+X3fX5PvP/X4EgHf38GDHeqAi63EKhWMsXiOaBVy/d1f3EfL5qE4NgN/ac31dK9AKtAKtQCvQCrQCrUAr0Aq0Aq1AK9AKtAKtQCvQCrQCn6bA9X/4rx9tX91cu0YcEE7WN+Q9BChJhLvCYrOauRcJRl4sTPL9/f1wrALmPdt7QCPvzTKKzWOBxQxlVT13C8YGvwCLhxUOgvUODmAPfcznMUfqhLoDKAQUyA41PEMuxgwNdu4wXTfvJ0ELgxe8pCcOUHzuhkFs0MPVGE7G8dyo5+qamzDr1py40MrLcU0JkelkI3SEO3bN6zkh5IAkgKcDEtBxKUDu4Bj/onz1Qc77K8AA2Axe6vfcoP9uDPzeXn34js5IgXkv3xzRej5C4jIv8gwJPTf0CS+QQxWAN5vFJuRDfxuMtdCwDsQCyjHMNN3OBOBoC+sCWPXo4BeOaMIXz6Fr9QZ0YNhg+Hj5Gf4UOMbfDtIwnuBkt/uGcTkG5pMDbhAy9gMBYeQ4FiAM0IOcqqgrykexHl4c+bMxdpMDWHDW+1u0zx7x6Pm1BVhwAIA5g30cbcL70rnOPMN4hkISR9VHfmEfvwEtOSapZ4YtmO95PvhBAprtfXAXc98SknochkghruUuVVu1fngO6JjrqIs3OXTwXN4x7gjA+ZlCYOc2VE00hkC8NYeP6pBdw4PcWoEPsL9ifEQ+ciw3rl3Uw7sCIbsxXnwcsm7uXLbP/MBGzHWtdToskGF17v/q+FXfsc/4LLwqDEf5eWz4fNBYCQbJfOZxAgChzNMYqpB5OIX9bAlDcmNJ+vP/+t5AMOYZwsXzIMXdCN18mnNWhx5yO/R7Duk8AfAM+ayxOdZqP8AwDzjo/UWjzaGA/bOnk7fmdc7O7Axg14Me1dE8ozqwr9bDCfO9NTWAh6b377B5v9Zmr3dyC0/dMlRe53Jt69cKAS2gv64bGEOn7VzHLD9XSH9cL/iLYbOqtuupvZZHWuxL6HdbgVagFWgFWoFWoBVoBVqBVqAVaAVagVagFWgFWoFWoBVoBU72j/+3P330GMDYcoZjxwP4AgBj0xrAT/lQAygCFOKzZ4NwAMAKb4ptYEEmhIAGHPF8wCgnnqpcsXlzNzu+JgBGmGnkdQ3Lp24AaAQBtLo4HMYzkyvMHZsp1+u4bQMNqltNf7/A5QoQAcAzAAs35D2vKwAtHK7eXj6BQFIhcAlqqxtQjkL8vAM4xzUJIiiMM1y6OwBM0BpwMhqG5wjkjf5KZWYAjFvoxFZbBs208K8fnZRi8/4Pf3h/9ce/NpcyTcfhpGVoYYfzyRHtOZQj/DXzMk/7qXKuAtAR7hFuDv4Z2j0/Qzu6iREwOoMiXSuHNvsbOakRrhaUEuUGIA4AzPsndhCgxb0YygP4OkBbQSf64/kpKhYAWA5hQkyAwOH9HGDVYTTGDOAsdAzwnkMvq1syiHuEaz6NzQwP80RdQjFH+HIfbzbPALHnOB+G+QUAu24RaleAB+MG2umlEM0+5fCvRBTXWFV9la93B/Z9rMX6gbWEoaEF5OYzjwAwykTY7PwStMN7GfRmAKyQ22wv764hkXPo9QdzvWKcqm4VAPuzopx5aMGQp/Vb7mNfLzZrDEOjsx7j/oDJPNwwW8ilkuWc5EK2Ph/lFOdvBnQMAT7H784xrXKGo9iiPsy+MSj+8fnqLxYS+ofv4TbnGsF1fvaH5ySPl6cMiEmlwyv67AgALx3rBwS41nv7jwAw5iNofOKRE+QyrD/bO8H3nBdrCOoMgCvgzN8LY630tXoCZY4vgc8Ka/MaiE6OAx4eNj8Od2gN9kFQJpqPlWMAXJ/7pQB47Yt6cARfAqvzfHd9zDTT/8UPD93d2feH/XsL/M1a1rI5b1Ytdtf0e61AK9AKtAKtQCvQCrQCrUAr0Aq0Aq1AK9AKtAKtQCvQCrQCpwq4A9jftn1W5LjENrsgEX4+JYukQw9AWIBEAxVwhmXHqTanBXwYHhrAxHK9uoMu8nAmkLlsssMBjNC7BgQESPGc/HoyAIznnubXNHCSEqlOqLF3MFW313gG2gyYqc1n2wAXNIJTFS1wGBJ5PdXm6RJcnZWqZ3YJew5hdz5CdoZ1BlhTHmDUBZpBC+VCVn3pAJ1tQohlwHDBd4Edh2TuKJarePaDg5IUmvnjww+e6/jDd3dXf/1HGwMekRkhkAFU6Cpm7l+6EP3p9h6eCyDuV9tnD3ASG5TM2oIfaA8fl2oMZCDu5Yb72YtOYNJa5uVPMIwQ0dY/BmQIAm2sGI9yLTduNeYrJhAchtX429FC8AXpBsc7YTrKJACh+3yG5UW/jBt9PEzojAMEGeTWHKBwObPfCWsFZr0q0Wfe3hhf7Cs6TQUzPXyt1dHHhholoB486RQ4y2nMMQGE5/1Rpge4uvuSo4DhWI73soM10nMv81PjmhCXMMzzPPv8X4E7Hc0TpAEcxdDy98dnycla63Ud61MF0tPhqnzgHMcMJI+2B9BLMa81fvjRPKyg8YM2yYUtAAzIu4PVh7lfF7UmGM5h2G9tfcgvwfQctt3nZ8lh7gA15eJ27Qd0pPYDzIcGrwjlHuN75B5/eucQ+C9/xgGFGwvja0nAYw6O8PI+3zgXqSdrnPMDZwDs64avIxOQso9ePGf8DgB7uRGXm+uF3PgMXa8XoyVEOTGHZgSLGSI738OyUSfC/Ox81do05rF/XgBwAF3lCJc+c21Oju0oX8/UtflvgdacGqFqjr9Pxv8FQFoBsdqaHb9LPULUGX46wtr75N05gvF9hO8awl+AX/8a9nQKyqi+DOeTP3Zual3UAPi8dv1pK9AKtAKtQCvQCrQCrUAr0Aq0Aq1AK9AKtAKtQCvQCrQCRwpc/+//7cEJjEMhhNKNXK7aeH2KDXts0gKwXttPwMw7g38AENlhl2ERIDEBzgQ8vtFvz8mhnvnsCLEbcFFhVQF7PYavvbgxrlC8AkXhUnZ3moWeNEdqfWXHFPLgCoqqzXnz2Tf87QMA4GcHbKtD6z2cu3aFO+0eHk8cvDcBVeXW1TPwc+acnBAU7wP65row3y/DSjtWRL+EG3q4rRMARn0GBIzGC34sABghXu1ZALoMt0ynHBy4gCDvTbu/+iscAAiYA+Bprlpc7/0VzkJCyuntAlATVPAQ4K4Bgam3awBJhlPO4BmfC+xoHPh74QYkqJyu5+zunfXB8wh/EYZUOs98unOsoLwM0N09bJB7zS0aTusAwIKCdHRTO/9fys+5uo5rqF6GQlc/vzO6TrBEfVhfjjVBTLwPd2p+ZRDs96UxQNexQPy8K7MhtAPj32GNfXAbH1rzlwMf0J4j7/QlCJ2dzRmO6g69JwAssK2wxrouh3qGhuizDIEzWF1dmxTP6wEoGK5YPTdDTsTnJhhlmyoA9vlsH/FjlkW4SgjrYysODCC8ODTk+zxggTY9Wihp/Z2BK67DPbuoBNLANfXQ93OcI7T3to/RlnAIa8zgunkIJbtJGQQ9jzXVZfQT2hohoNFGwFn+w3PuDAB/vPr+L5bP9cYSgYfz36M6+DOjzXYjD5uw1AyAvf0Yc3D4x3jLawP1efIQ8Z773B300pcFAgB7+3AyYbhRZau2OocjHuuKH6wpB4Yy2BVAz+33OZ0Areseh2wqAM7X8WAJ2j0Bc+4LhXbX9+gR5ByAM9qWAXA9XKQxUSNTqD3555FDWS7tWp8KWo8AcH4G10YslIgeYgcF7jkOvKsbAO+6pd9rBVqBVqAVaAVagVagFWgFWoFWoBVoBVqBVqAVaAVagVbgZ1Pg+j/+46PvpmMvVxvkloF2bKQHgvNNeIdquNo2eJnXNdyZEXY5byK7g9U20kcIVcAdAOTYbFfIYLo3JwAWSMHG/uMTwgOHY89BDK+Dw1hQ5zo5+BQWelEvhdhEmUs4YUHeuAFlY3OdwHPmclQ77+8Z8hhQA25XvLLDyu+PfKK6R+3PG/LSQOAH5QD+DY3tb8AzPMvLjBC6cugBFi3he0s+V5Sn5ylCMF2tAeOjUu7sNffcH//4nW3gEzwTpjJ3ryK9PgLshvv33TtzXzs3EtgPQI86O7yxT0aYWqsHI3YPMOtOXAs7S+0EZOFoxX0pnDEcfTiQ4G2Z7VHfAqj6+LpGfQBmUZ4gWnZhy+lJOKVxA7ANYETwtALPCaUZXhqDPl9DuKy6zpzBw0GaDJwYT+jL5whpLKdzdkIL0klvhttew337HA2nJn7X5/mwgfpd81CAyu+1zmXOYeqOzsb/BwDm50JW06XrOsRYqe7JGt66hlpGmXK9KwewQjTLCeyO2gCkAvfMK806PQGcW50F4tT33gZBX6xbGI86cGA/Hy2MNw5w4KXDEQoR7O85xJ9Q0udBybG7c9j6oZZhYKWrGXlOHx8nhFYdsSytBwty7Z2PLa96EEUfAp6yp/jKsBt/6xyA3LToyalFjP1w/uJ6tRNjFQdWmOOa1zGEtHIIY303J/D3j1c//gAnsEV7sCgBcsrrPq2Zu1DG01W/NlZr8HqgQAc1Is9wHFA5zd8b3zn67kkx3eehj1Xbo7+83dH+sV7b4MN3l85A6PuolpGh/m58jv4b9ZwarLB1QvuhZXoYDttg7T1x/sYkGcC8/D3Hy6r9pwLg3K+vL/j+D9h/jUgHFt7d1ui7O4R9nocAOE7XAxe7Pjjn/B31j7H5th7tq1qBVqAVaAVagVagFWgFWoFWoBVoBVqBVqAVaAVagVagFWgFxv5qBsAKRQwaRFjDEM7TvchN+rHRDrAACBebzxl+YnMXG+kK4YyNbM/rO5xgcubRdcZyzcXluVYJBnE/8syyLFxDp6Ocbe7ugjMMNQ1Qqt8HnEbeSJQNsGuQx6Ffgrx+fTjrsjt4OP3iM1znoVnt4U/m+HN3cpQLZ7TCXo9cqbHxXwFwHnrD4RVAN0NB1PUSAM5aqt0ZLjssX0iTHNkEoYD4cHI7aA1oeQSAEerVQxEbAPbuDiAM6IrXDWCuOy0NBARVBEt6VU5dDyzMF2Ctu5odDBN0guMAAOfQpAALwYqTS5NlcHygbwm8PD9vuD0dPc+MSgAAIABJREFUd8Y4g1MPrwx/vd+sDgh5jsseHtLY0n1xOEDtUwrUke/0ii5Nlc2GoVwcAsi9jPGCsSIQLRex3e/AnQ5CPBYAGJoNyBb19qLj8MMY1wG+MMy8z5IjGb97vmprI/yX3t4EgFlpzhuMD46TCYDRJxpHhq4JnlPIXS9vzGNCyAqABT+zAxPrQ3YBq+4OgiMcNPQTtOXaMw9iSFVBOTqAVwCMawC6h4Mf2kXdVWcfvzjQErrvnL0VoqLcHQBGX8/8s8nZDQAMXdAuUdqsW3C5I/CbR9ByeCRcx5CfByNSWGeHmRh8cdDBQ4VzLoz5oHG9AcB4zsgh7PPK5rSV9pc/PxgEfr16fMC6DCDJ+ZaB5QtyTOswgYByOnSS21P7Q2Gl5zU6aBSNjBFMao7nziuz4xjfH0fOV91xqjfhvYAu2pTD9b8VAOf25WetsHceZJnv7wGwNMk/Ne9yBAa5lXX4Kedq9nqUHMPj+0HfT2ls+LIQ48NvjRD4oz2eBoDr9tX1w9Xd+2s7OHR7dW8/tT7yWjnpT0PM73Q6917V71Pv7+tbgVagFWgFWoFWoBVoBVqBVqAVaAVagVagFWgFWoFWoBX4vSpw/X/86cdhEeLmuOARcqtiY5x5eR3mFnibN9s9/HFQE+WydQhkRCu7qyA0NrCZExTA79mADQAZAB4BMEAR7oUDGJASL3dl4aoAeqqLhywO+CWnrDa56eRUjkpSA+VT9TDP3iYCkgkGJuSWQ2y4ZwM8KO8lNufhzoMzeGzAOwSdeZQBgFkP/pOTVHAXz5C2gt104hEAq84OJhySTTCsegvw6OfjI5zThOII2c0QrZ7ZNYCAgXALx/3HP35wwAqgI2ejR1q1awV3UIVXz0ccoDJyzr4aAEffIKQu2uUA2GDDE0LUmovTwRSAgQHg6Vgm7IBrTNAzA2B0bQ6VDUCbAbD3f+ipcLFwazvARJ7ZRF4HKB0hqFcnHPoLEcNh/vVwy2ifO645/vUSaNOzGUYcFcluZYEdfnZ/TwI8cvZ62OC43gB5DjHr/Wt197MFdsmjGfJ1ICK7H1U31UtjMDp6QGDlSZVbWOBboXQzEPcxYu2ndnw+Xk9wtMacsKMOPlbkPM266HdBSDk6M/ydTmnOPUBuAbwM8jBWsssxh0WeuV8BqifMnOvRdABDagA8hLEe8yIBYMLyWSv8/mjXyxnLOupQyRgG/otAMSGZQkSvTmONFx/LES56l7cVM9t1AqB3iM2Q0uM1cs4q5HK0J7nrfYxhjo2hPUNYsx8t9zoTeo/ycxQA5RBWP2husQ6E2ZjTmBMf7Wvif/6Ph6uPP+AzlGlrSDjhfV2LdVbwr+ZA1nwRYFRIfwHckwME0f61B7zFIzKBPnNIipVoTsnluyqXUV2n+n7IY0x1VH/4XEDI5zjN4+0tjvE6V2sY/jlX5rjM30+jj6Iz5kGPeT3XcTqCOR4nPObBqfnZaPMBANbn+WCAqxvfF3PMJPU8DDi/h2/uXq7+8Ie7q7t7Obd5nUtU7e2nnfjmdxoAv1mqvrAVaAVagVagFWgFWoFWoBVoBVqBVqAVaAVagVagFWgFWoFFAQfAgpPcbAWMYk5Gbqgzr6oALN4B7IUbLm+mZxh8b7ly8fJNcv854qaOh8s5DPcpNp0BY+kQVFheehfd1QknoHIRj9yLAWkcAE5oC26QN7UBKkfI0QT2ULeHx4fxPGqAshimGi9qQJvdLpwp4RryH1pu4FS2O+kEJgOQCuoKeBA00REtbaGb4ODaJwSMAqkZ+ApWDLBi5QIAqw2G1ENzg93vLG+n5fW9sTb9weCvgy7k9nWO4Dv3BnxmTkuH9NDT4A4Np9begKzQFcDa78RYQH5Uw27Q79YAKHLNEgDzAMFwX1qbFerYS0wOYMCmPI4AmAGAAWkFzjPc12A6ggQAqcrVWcEPwz+zBLpMOY4cfCcQN+Ear50hgAXeJqBzd6LdCwCsPLQK4ZtDhUPqkd828iLf2mELDGOccxAEz+5G1Q11UK5jh7LRv+6NjAMP3gaB+tBXwHIcREC/m7Z3Dn4BgAn8MH8eHiZYAvBBbm31nzT3crzzMW/oss3QT/mqMwAWaB6AbXFyRv3jAbq/HnLIAJjjJw4rRJ9pPMkBnOsl+Iv6KvQ13kNfDPiK9viFXEd83MitG6HABYCVg9j7pIJZP1gRhz5iECm/Kw7WKDJASDjAGw+VQFcEqUbBDN0uzfKzRrSBCMGPz9gHrDDXAa4xqt8ErZiTiZj6uGJ753yyuevrH0q7cfj7P/+/Rx8fKJftsbGOAyuWy5f3nYbD9soYPDwF4XT85wMzc3xpcOgwAp7Fdr1L4o32WPl4X/NsHg5IgyzmiJ5B7U+/m6SX1lm/DkQ/YGoFwCxn6pYdxdlZnL+X8Dvn+eoAXr67dOhG30fpxETVrMLh0cZPBMA+vsZz5mELLw/rsx0IQZ5uz/mLtAHx8iFu/cOuSQdestif8XsD4M8QrW9pBVqBVqAVaAVagVagFWgFWoFWoBVoBVqBVqAVaAVagVYAW7YDALvDia5cB5MKWQvogVycL3SV6nO4fLNLCZ/p7/fv3w+Y8BouON8Wjnvm5jfzwcK5OcJAB4QD8BUMRrmANIJXAINwtjn8cQhLeIfcsw6b4Wj0DWlsstNFfDNC5BKmADgD0gKC0L1L+Cf4ljf/HYzAU1jysmYArI1qD4McOYQBGeWQVd1Hjk2vnsDbBM5ZR/2e4S/ey3XTKFa9FxCNPpVT9RqhfB8Mzl5d/dUfrH8ASxxAcJN/gAcHHYA5VvdgJxkMeV0cbkX9Pdxs6A94VkLDgq88GyxGLmmGjZ0OSx8TAsAR0hif03XIXM94mLRT2yesp1tXrss8o1F1AH7kMRV4w+dyzRFG6t7pDs7AwWFvAJQRYnk4LldYzVyiKI+hqAWVOWcI4Ry4A2bbP7hUffz6nLNQ1wGAEVk8uyE1p8ZhhNRIhTB2pybyBsNP6jCQrm/mtuUNgloAWTxk8Ozzwh3iIuGontXtozvjeXDgHeA9tAoolF3NuV+G+z4ObOAAgPqJNQA0AvBjfmu9MvDK7wns6j2B3/+fvTdrkiw5kvUiK7fqDdtwSApF+P//Cx/4RuEDKXPvDGbH3tNL5VZF+1RNj3tEZXcBcxcOcC2A6syMOIu7urmHyPlczRyrNhk+kVo7cOxw7Z7Hy16PmmuxoeC54PcO+Q9o3PV2z9Nd7zAcGOp02If2vT5GX/V00ypO0H1jAwCNl9iy4oFfPNn8nuMxQNXvrxg9H09vOgj4XeCT+K81m/h/Zfyi6w5Afe75WH8IQMT9WbHD8vp91QT+7lvWXuKdzUCumZ65wh4ROXJZk7dU5azpr61d+2YXp9KvOrydYn+fj+pjt+f9Vvs9fYmreK9rfARa/3Kp4yWAlbZshjg2zvjEfUwuvwv2zSOJnX3cd6C8dO+a7Mf64vHf+7uvux85qi86dgmAD9i+7zTo62sNv4infY3MuJ1poFzrbKZ6f/rqqzutV7x+EPVumyYux+BP+XsA8J+i1hw7CowCo8AoMAqMAqPAKDAKjAKjwCgwCowCo8AoMAqMAqPAUuDq//x/v/9gJ2o9tQfO1IP3/SH54YCTU9HQLGmZgZk8KsfhucMgnKwcJ9DUAJgH+3G6JgU0D3efXwpK4jjutM+GnaRA/iCHKTABuAAADuTU+4cT1SBaTrLqF6lfYSnUPNXD43KmCUjbImkAWL/HIUmbuO511ba9fJ0/fN5cgn2g2lPXuqmUxwC9tJ220L7bSg2dGsiXgDYQTDVjG8AdEFlpnoEnDas3iG4XY0D1cqvGIRtntRydQIykzH7zVM7U0vT+dHqr8WkS2Q60N4qBGjPdy4/16y/11Clx+cc44xJuR5wkJSVoasQistMgXzdAhHYGYL/msA184z6ph2t63+4ynMWCrgFxcfQ5ZXiAYEy7kQqdnh7ZtJB0vj4vADjA46ZhHJ+FiVh3pz8/ADBpb9tcaUgXiLnVu5SL1qA3DuDE1A4N1Y5qqFJ1K+f22gAQQLZD7RjylnPa7cv7ZwC42qUYwXmuPgUmkl4dOJqatTjBC9PtsLKOf6x5J+99O+2Vchcoh5INlePOvXQo77WCX7r281EzuYLirtLFIqlTlHc979xfcHCr3by5H9FOW1KY14p/b0B4eKjr9OaFbF5x352uWfMpmbcbSPGnaoEr57VHRxCWNafveZZFoGuIc9yRapgxrn+atsRZgWi3ryEe7e2AzDjSnkDB1wDwSs19uRlhd5gnmhbQ37NGH3C8+/xEbWs2mTQ032M8/fGcXsDZqY4zx+DSTL44PRv61Vu//93j6fmRPlWNdrTBRc/cR/I6/I2cx+cAmO+WbBRIT/ZNRGtdW5tcspnB68O63msAmA1DevUGEvf3HJzvMetr9in5hffof/c5a3qyGGjNqfVp3wwUAMyV+F4JuN2d29HUqetXWue1weTCbau2LVd99Irz122nnYBZ1hz3/U+tAZzrZj08L4nA9R3jfLNeXT8V/L0/3SYv/wrHs9/QbN9A9gOH/VFvDwD+o2Sag0aBUWAUGAVGgVFgFBgFRoFRYBQYBUaBUWAUGAVGgVFgFPhIgav/4//63Ye7AqQ31wVA60HyU9eZVV1KHLVdZzBwjoe7PGxO+mLBsk7RzO884E8KaMHVgiMAX8GmOo/au8dDXTmRgAKkEzXMA9AFfN50imTew7Gbh/l2AHcdWaUaBhI+HQCYXuYehQxUoxcQbXBlcOcH+X76T61MO4DrRz/43x1UBg9OhZuXHnIDxKjVC/BTGmHDa0EonK7lAAYAB4ACCuRGRod2gF4CYI7ls9Qh3c/l3jvQMPCxi9jOYtdUzvuCuACCSv1MVu4vvizwW3rIxa1UzwC5p66raj1f5NxEa+B5QW3AHQVqlcraztwA4NSXjWYCI3X/29vAH0CQNdlrNweQ0B8nCTc00rgp7ha0iWP1PWBSMIcaoK73G+Cl8xvk4K6Ni/IyBfTuesP5DfwN98k52Uyg+xLPGxja4yrgxu8Zjhvkr2sewdK/pI0cjsERELrfwxC+7tluVo33UfO6+8iwCD532vNqn2LixTWYmU/Ww3V791qke1+iNyMbRsZVmf+ag7BvzbGuIR1HX29KyPza4WGcjtznuQCwN4+sNLGJjx168Xk0D3za4yPXvOlxIDTQjzmf2s3oRgAImMkNa5f18dJeh25PxkJrkv9IzDwlVX1fywHZADY7C9pRS3uUQb3u9VgbDQDAiY9sAtjHPynkeY+099H8SBX+gzVvc5WLVMGb69d9WCmdVzprg/DdKb7zUIHvXr9zl7PxJH6QYKfMAuJvTo8PlQ76Dw9VGxjbeGVwIKW4AHDpUoCQ5OQagmMue41caNl3TIrk/H7cvzMJxBGs9MNJFy2ASpr5NcjXqnXcGrUbX9c8No5krM+BsOZtr6OJO//cIDj3rXl4jUufY8/Wp9R3970/rinv++7zJRuE/IE12z/P39lwIRk7/vP9mPHKtf/UGsCvO4Ct4Tl0ZSHAZf5cNePvlP5ZMdHynCcRVyBqXFbKe+v9yfDeO7T9PgD4B4SZt0eBUWAUGAVGgVFgFBgFRoFRYBQYBUaBUWAUGAVGgVFgFPiEAlf/9y8fPzw8kKK305IWWAuAzcNlX8MPuHcnK07cw8EFXJXz1aAXICmH8JY2+brBLfQDOOwHxQWUeX8HwIKoBnyAKqcYtcPWLkO7i+1g5KE17aqUznV/HMA4wQItAJ20443AputN5mF6IK3hrZ9owwv2+op56A/YBOhevtL/AwQLntkBrNSr7S5MbV/OV+pdQTKD3h148TnaoGFc1Hva6B8CwHYAGyzZOQZIxKn4/nT/tiDu/ZWBp+y0uAK7Jzi7m4kI7so56rTfpP/FyHnXKbIDK34IAAfScB/GEx2LdbVb7hz9BPqdBG5wGbs9cmqr7qlGQ31yDeoAMMeYNfQ5AlnHRgXDFKfhNqxiLFSheHNS35Vrm3sGFMZB7Vgidg3breVq+wEkttqa2lgAlK3Dbm/uz9ILC0ZW0zWGdR3gn2K6AbD63INhqO2UvnEPJi65L2lXleYZcXAANwRU3dgikdVqAX2B20KScdXnHgFKAYIywSreW8dqK4qxIaLlVHsFpDQ3GuZ3ym9dt7U5fqZNpP7uWOtIU/1Qb1Cgj+32VRrhTusMeOuDdzDoWruGTgsAO4225nYNpCKl5pJSabcxUmOp2HA8R1fNywbFaRvHPSY1NZ8dEL7j7gBbrn2LCZL74Bp+pH55z7sd5p05abc6vXEHc+8V1+cobQexjvHztNlyRcvRbcVYex27Cyi6xm+0XXMlc8bnLWdytPDncVDvjmBDXsffTTnsr05/oCbwO9ZY60G7mFvPPdeUWEJtJIV01zfebrSPs9rDODVkzdwTTNwAsE7fHLr86ZrE3iSSWsBZV0k9/VoKZb+3g3U7jL3hx408gG7XAE7bLlN75x5/DAD2dfv7RnXTs3nBmyH2zzMWl+t+JMw4cTW+R+MAZn753JrLGyj/oVTSXhNqLe55FtcvaZ8B+p9/flPj+kYl492+PVoOo/2R8WMA8Lk+89coMAqMAqPAKDAKjAKjwCgwCowCo8AoMAqMAqPAKDAKjAL/vRW4+uVvPnx4970BG/Uyn58KIvEgXzUccUEaRuphcj3A31NE4/TluB0Y64E0Djo5RqEvBWbbWacU0u3qBc6dwQrRqIJYSh273Ho35SblOi/VvriQDYWBp8BDpzh12mhD4uty/O4pWR8eyq7GkZ1Wmd/1AF4g5zztbMAk0Cj9znm7Gyl9DmQAHNAe3gfg7qmyuZ+AZLuPd6dj0ixzXiCkr7UAsK/XY7A52uT+7VTLBttAVzsT/eC+nL+3PLy/Pd2mZmOBmqTRVXbXrfZul0kWfAU3ARMAm3ZbEw/rwb/PNQDb4QSgJu7S6Jt6qzuAfW7qaMjfbtbDkQl8XkDM9XK5uWHNLRBVdU1L1wase3pxNgYYGpOat/7X4F41Y4kDASbHgH72rDNMId58Lu21Y3uHcxfko9v08mTnLNe8vy+79XFNoJahMp9dt/sz6cOtl8c28Ffx0psSDNtcF3U5Zys2GxpxjvlO1/YFVF7XGw1WD5CXDR4CZLgZPX47LHWcFpTkP+rLqpPs9gGy13gbXHm+X75WityAKMM2gcxOJ6/51DV1OT8pqtWO3qihDQFn47NSX6vO8gFm3QaBcjTeGhQArM8vncLddPW74swxkQ0UDS3JhBCgiWbox/rW8ySbD3L//Sf1Yj06C9gT7miv5bEB7GXt2I8EvdDALvjz61ymF15O4N44s4HxaLw7xHkvf0er8/TR3uTj49CGlOFXp+++eTl9/13B+FqjWQNvar4phlrvy+taj/PXft99nALLL528ab+ufQFND0cvmRH47qAGudb583vqvXbM55Mj84Ni27GbNT6gNmv/gsXn7t/Xxs7fN0m3nSwXbLfxBhitg1sd6/0a+/drjt3bdUBg9e+8k8kIkevtrmLf2G0XGGYuJmW+khk8qebv51/cnO7re1ia94U+cv7qa3ufdT7wU87f/Tv1Nd3mvVFgFBgFRoFRYBQYBUaBUWAUGAVGgVFgFBgFRoFRYBQYBUaBf58CV//PP7x8AKiRsvUZeFkgqx8JG8xt9RQBrHHucrsAYD3obRAoCFH/o66vAU/Buw32AoBVf7Nej4+PR6vjEuMNwU9S2MpRZrCWFKM+v72hAGOBSFxsq5blTQE4nMd5cO+ao6+/bnDqthvRELZTjTYADqDMZ7lKrp2/nd759gCPfE7qaWCbjJB9bYPAAE+nYhbgFvBzHwyxnOY6TurA6EBuwwg9pT/cbQbVgAT0eahrvD999SXpves4BhU2AMDqRuNaXM5Cg1idK7ALhGQkgeqd+rQBsPS6AMC02/Fil2AgPi1EF+uw4CGphndw/KacwIEkkKWrAkx+depn1coFyhvwOU66nYC4zQGcDQGMeyl8ensPmCflMkC7ARaObrnJVy1hrhn3X9oWeP2DARRCWRoxN4CIrpWdTRPLnWnwbJgoT2QD4eMenW6Ze5EqnfTPAcC6f8MagWTOl3s80MXQm2u/18Ce1xTdU9oaNn3cI8PUdhkD3RWLTpdODOEEtEYGxfk93GelM95BkN22hCDhavBpJ75Gt1NcezzPU3Lr+n2pY272vFZ69Q5kgf3tloG4O7CLA9htzhjgCzfQtfPRF3Q77KDfITmfpj38JJRYM882QFzImvFZYLlrB9P3DQLvzsyPIJ10ar16fbgEwImZ9GN3kR9N0liS+tr9ei0NMMfuUPp1AGwwrhjQvAYCvz998/VjrVdkGrjp2Fkw8hLSainaXNFpY95TjGo82tnc8fJDDlbF0gaCyQLB+LGOPT/XOqA1/hxbakxqHdjj8dAq6xlI9NjRsmBwNvMcGxW2jUSXUPMAyJ1qgTU33zOvAmD6ssXR2sThN3P9H0sLndPX+nB+7oqJCwCsSVr3uH453dx/kPM32RlQ7xIAH5p/zH51iwHAFwvC/DkKjAKjwCgwCowCo8AoMAqMAqPAKDAKjAKjwCgwCowCo8B/JwWu/uYfnz9Qs5WHvg/l4Hp4qIf4wDY53ern5u6zA9iuOyiiAbBTBseJhzOXlwCwnHJ8SrrWpHz2A/U4dlc/L1LC1rn3dwVAgXuqS+zUsbq22lto0gTiLD10UlALqjalcipgv/aH6YIMXOFwYLaLUjUfu1ZuO5Y5LyDZdXvbId33SF1Hw1z6ejq9fVs1dwVlOw3t5gKmLQCJZpkfAeAd+J6ngzakzsuA2mlpGS6coRijb+8Kwt+SDptOOxX1fk7y/sahyGfLOYcLlPMWVHGST9Lo1nVJv7wB4ABuQSkNzarjfNVu5vQnbRdgBrYfNW4hknVRQc66TxzAtF2Art269LEODfw7riM9V7pmAKpirob+88/vDbWrU4kJPjBEPHe5eqxwk1fN5wbXS7hXKMdGOIC/OGStZbmxN+Dt8XaNWjm9q59KYV4BEDi6YtRtAFjbVbdc6jqmzr1RDK73Gd8npa4uuFQDZ8e2oZdMxNlc0IGQ+HW7fOfdoR3HJe/FAc2cZnzjPM25MgxrE8Z5imgDWG/YsOO6u9MOf5+zMgh47rothxOzJT9qbJNmvutrB5yTteA1CGtA7s7tcNAbRro2tzY1LFApuN5xvGtzpEm/CAGl8q44o3N7zeWMJfMlIHoH3EsLa7I7T494235ZwNyOayDumQOY/vTxgbZPpLR+JWRZ73do73g9d47+cHvYkGF4y2aKD7VB5/pN1Uavefzb3zwKBCuVcEPTjwAk8Fl5uVMrdk8xfQ6FDU69dl8C5GM+AfM3CL82bnRmCMVcp7Pe9DTU/WEArOwU7drWz94IkUvwfXTpFr7cFJRjszkmtYNTi353GKs/0aZ/Tx/JgJBY3nVgxNZ36bnjOudqLd3G9nKcD0m0oK9MAzd376tmPJuQaAypux0fHzl/e2PCazGrcTsPq48Ou4TlP3SdeX8UGAVGgVFgFBgFRoFRYBQYBUaBUWAUGAVGgVFgFBgFRoFR4E9T4OqXv3r/AQcdaTt52vvu3dPpAaBSDkwe5H9o16Ee9utBez/Ar/scUE/A1A/M89JDd+pB1nXj+D3gWx0EnAMwyy3ZoIhznXoX13AD5n7ibMdVbIeAzQK/Dcc4zwB0PZ4GAPKy228Boh0GyE2sh/vnT6mBfzsA5jo7ADYkWhZKP5Q3aVlpnD+cUiPZuuFeBXyfw4g4MQ24RNIaGNkNia5cZ726jw0q3Uk/5H8jGHM6fVaurdtK/VycVjUZ9Yw+9W9TczVg7Yqx9h9yQqZ91NTcHJlOt1sQvo75GAA7NnD+EUbiO+3ItsOugHR9Zndt66QU4T5OcB9Paxyu1Ye6kjYZBEJzrGBSp76VQ1Ygb9U8TV1gwV5dt2BhA2Y70/0ykHMt4YDQhICgLfC14hDdDVlz4o8DYGtErLj28GsOyx1Iuk60utQNWzCW9lKbm76kPvYRA123mY0Qe+zGLW7oYpgTAHykHxeQ9A0DJukf/x4fSZW7hdqh13KsJ227au0mFNG7Hd1xuK9rL6jreNYs4e66Oo7RzA/OuSmXMce9dEzape4avj6z0qEDgI+NGe3mTVw1IE7/LiGw61efj6PQqeLLbfoxAHyo00sRzWL91PyrgUx85x6Mb9y/GhXF3tI48DfO18vPOXI/Rv16BQAH6ObaGs9axy8dwZx/W7VcpWX34RxkfhpIB15Td/291h4yFdSGh+er0799/XL67tun+t4o56gWt7VZJW0XfE9K7Qbn0f4jp7YyEKzx2lOCJ8Z2x3RmeT67jOZj/el1IxtwcpzXKPfJ2i+3uscvNdsdwyvOHcd7hodcc6XZ1ylHeYT0+bJW9NGWTlceTQKYV31wp3Pne/Qylfdx7V2wjr9cP+5l/V0lAwgWrkV8fP5Fuf5rCT70/BMA8Keg7z4mA4AvI3T+HgVGgVFgFBgFRoFRYBQYBUaBUWAUGAVGgVFgFBgFRoFR4L+OAld/96vnAwBTvxE2Qj3g7x+ou+sH7wAtEN2ehhTAJAh61DV0gy7hCrUDOc4Px/04OY5cwTX+1XsCtXUMLk1DQT/cxoUJkEmKZLtQOwVwQ2BDk+X04zrPlf43AO+xfgfqXb74/PoiLWgcvAG5R/1j2rY5ideDa3r0us0pDkXVIG3g4NSt12ANtTkpoHeXMvABJ2/cXXsNXrMQO2d39y5O2zdvKm1nlZ/9yVefFXhnMKjli6b1X9I5t/NOtSa7drBTPHucDUT970PXQ/3QADRAl/bSfkO7csqSMrgN1lyXFM1nr/ow2gPccx/1gnEu7fa01tRE1rjglBUgJl567Br+0qekIgcQHiBI6cENlp1C2bWEA7jEk9sNaGBeALUdmgsMtZO1jrPT1LWGcVU/PTWc7xTLez+5p//1RonkzUmpAAAgAElEQVS4z3Uda+L6s2uTwg5gDbhtnORfZa0tgPdY1zvfILEDtbiH0YkmkY7YDmsce11btK4lR3PxnTdJd73Zwd0Gb1zIHF0Q8QIUM2ZHrOC2NiBa9X7PnZqq0ywXJeuCp8lyr8cZ3xsflOLbUD6AUs5JsVnWHu7UKdLrzetKGU7Dubfip+ZD0nvbsYkT/hyQA6bkFu2By4aHpAzPnKedSs9t+/w2dvV+m7IP17M2IXTd843sro0m3qBA2nLWVdcXXnNkT5sdUKzY70MUU/QxGyqIW66nedprrjY8bJC0+6dz6n029/DpAaW3rA4adym8ahRrbm5xe/l3mq+1kg81T739BzP0v339XDWBC4qzqWPblKO5zzq/pX/f4XgApxcJjy13yHeB1wz3k/VRcwotVHu9YjybcLShAZ0U/Dpuh8j772+2tOu+HlknynGredrp51vPtD9/Xjp4P75Pb1rInOk253sh4PeA3z1euX5qAie+9u/WMyi+xVNqXK8mX2SL6O9ZtzXfm/7ucN34q9NXX71V+mwL3Hpffscl3DY4/6eA36Xh69+dm+Tz6ygwCowCo8AoMAqMAqPAKDAKjAKjwCgwCowCo8AoMAqMAqPAv0OBq1/++unDcznYgCXU+fwApCps8803z6fHciDWo2EDJMAHz4MP0Nou2K0uqR8qGyTlYTX1hQMy+Xyv5XtTwA7Q4NqlK01zQAAAg/SiAhiCDE4DfYDEV8AvzuLAVqWormN2ALw7jgCNt22/BM7khQM4LyChgfQ5SMh18jAfeM5rP3d3kZEeOMBPzmCciIJRINAF1q76PoDpMxdbATLB88MJDViPmxDQWVqVUfjuvlzX5bZ9Wy4uox00LydpAz7IkqEL6XwLsgiWuLcwD4AbTehhPX24XmApQC7jKXdcJwUN8DJAXpEYA1pqXuo+GwQl3gSSOkX4/e1dxaEbpFSz+tcQjpqeaMx9gdp5H1hH1G4AOGOGGde1dkmT7Rg2VHN/ecfQ33U5SVl8jH3Hl52dpGR2LVFS6F7WE904CC3vWKAesLY3WF9dD9C55gd/B74aFDq1LwBYqYWbqqx2rTgNAJZWScPcYP5I56oeLgAsHXp84to9ICfAW5syiOOex0rh3fW4qxt53+BNdsbu65b2u3VLymOmdu6VlMDm1Bu03KAkce20547HxEJ0U93mbZycIt7HnTm2+VvQt6+h2Ck1APoNvhP7SqFdKbd3sOZB84Wdrtup8qO35jQbVTrVdNYCr1Vxpq+UzU/lyA1w74A42zATOEybiPOk1E6K42OjwwaAFcsa/95gE+d0D7Kc+bRbcnOMO5D1bDlFFwDm/hma/L672Q+ATTtbdx3f2hC2v/vt96enR67p7AWHrtt3w+W9LwGw6lkfWQF6DqV/HXhak2gk/87AuRuT+7I+nLWDoWVd6AXKbnkfwzxf43cOxj3660W/V3r79R12edz+t5t7nvpabdMYbjXiO64+isn9/jv47zm0f2+sGu+B4nznnq+d3njxpHn/k5+8re+PguBraupul/t6jl0UrwDgraz3WemB1zTZv49/TLP5bBQYBUaBUWAUGAVGgVFgFBgFRoFRYBQYBUaBUWAUGAVGgVHgT1Pg6u9/8/wB+EW6Ttw/byolMBDl6enN6dtvH8sJTBracq/xoJm6ov2QmYfVAJHUcDWMbJhHfcQmAzxgx7HrNMx2Z6qGriAPD9zr2qQq7Rfv393d1nvPXXPXAJlXoMVtQcIFW3zu7vKkHfvfh8M0buO+HsAbAPz4CPzjOnbdxt2a2sABhNxngU47SJfTzx3YoeT5UAAZDYUABnLmliYXBrly6ro/AKnc33Vj0Q6QZ9LypqDcLWCHFM4fKoV3/frZ53fVH6d4DYPFUavz2nUX11cA8GVRx+NB/8EZ7XpdDtmKlYbdtBNQYEjrE34IAB8bAzq96v7gX2AKLQC4gq0NpRtuRWNYKPBX7t9tLKTpBoCBXEoBLhJnx6Q3OOAMDhhqGqzroM/hHzzG0SDF9ZUD4VLP9rpoO79rWugaDaxxD5aISs1a5+11deWa39I9A4rfV6eeCzx6DhrKMy9ovp2SrjUa4HlAswOyO0U1/zI/cL8zVw/nscaP9jBnVxuApk6VDuz1NQBhd1V7G7ezoXyBXqXvBpjXe9VWpdausSLOAlCluaC80+eiN05W+F3AqjYkNDA+aj+H8LYDWByvJgUO18DH3MPzy3WoleJaLe95d9SS9t8bTz4AsBzSDazsVve4qW9oUZtAwrMS73KY98UEl/scHLc46x132azhe2fMPVYNguNoFaB3q7OuHdfvjvKDttK5OH/3dUXwvWsrcyUD8LVBhc9dT9mZE/baw14HNiBb5wdG7umn9w0Nu0uZdi9wS++23R6q4c3mmZvTc8HfP/z+sTYRMc+ypjprQF5Jt+xU6Of1mjO/2YCypzcGuKu9Gre1LmXQn5WDvWNi6wTx5Pjxh4Gk1NJmPWE+s/VJW3LYDFLHHePXru3LtNDZVJMU/Vxnf12OK59d1g1OfOQ7x23reOo15LLd+Xt3BF86f6PNOQC2I94aeBwcK6T2f3/68qu709t7vjHO9mbouON74QIMHxOGc3puDwA+C4P5YxQYBUaBUWAUGAVGgVFgFBgFRoFRYBQYBUaBUWAUGAVGgf9fFLj6x9+WH0iuI8BTPbq/bpfa6bZqkH44/e7rd4JR8Nw87M+DbVJvBkwaVDnlaIDd7rBS/V/Vn8XZB8A06CJVLY4rObkEXyuNcRUf5Fy/30+VS57AjDh7gU4v71d65+s6Tw7GfsgdF6jSTPOgu9/PM2wBsrrG4+PjAQQClgUlDhi8Ug6nb0nlvB60ryfjgQs/5m4KyDTMCuxzbWNe4WKGzAYXZifthKv3cVd/OJUrtejVF1/cq+5vsXODyaRlbgAsd5ngUzuAa+y4lZ3IDVzr6heZP4+gDMAFjqAzAI8Sn0qrK8hXDrIGT3st5lwv4GWPjQA+biKnYh186WTdITtg4amssQfcF6D1uAoI7WNf7dRn/K9hIvd5qjq3cu1R/LMB27kb8jJl7AJTvpcdn64d3M5bOdjtHn2puqj39+UsL2ial8GooSVjppeGcQFgwyPu5Xnwpmqo6oiK79S6dp1rNmFIMW1aML/lHNzf1Cx2qmo2VSxQZ6DM/KbtqdPs66fmtGMAhy/j8Fz9obYt4Dm1ilVTmnWg/smdz7W6m7z3+Mh8xU3IZhIDaKWmrk0LGf9aJdSvAOCAKEmilO8Gl3GO77F5uHnloM48aJi6pahlrQpoT4wB6nH/PsUqTKw3dORYnOJrk8SaywbRK8U8AFj9b+gKAKYW85oo9LfrjwvgJW24Uxq/Bmp352+uEwfwjwFg6+F0+YLybLQ5nMdo6QwLvBw7Ht8j1XVrnnsGAJ/PS0PLIw075zSoVn6BdmL7PqQRdvrkq/r+qAzmSgf97l1lZXgOgF0AOPcFeLocwFrr0+44gBMfclxzbN0uGzMOTbVB5JxQZr15DQBrntFqMiQcTvu1kcn3tMN4h7/8nhT0XD8AeC8RkPbm3IDvSyd1S/kRGNdas9WUXlqdO5l3OJ7vK90733WqR+4X372B7pp3XTue+P/yJ5U1orJHvAZ/OXcA8Jri89soMAqMAqPAKDAKjAKjwCgwCowCo8AoMAqMAqPAKDAKjAJ/Dgpc/dPvCrkCTHhAXC4g/uEG/iDYdSoH8On09R8eTw8FlPTwmgf+OFLrd0AsZFgQogHYZWpRYC4PpnlgnhS7gc0YSa/eF6SoZ9Sku+0SsQIVwDwciNSY5RUACSS4v7vXA249cCc9dcO+1PzleCCHU/YWiqiUy3kvTqs80AdQAcB3J++qhQuQ9GdJYZx6lLhgAzrTNrczzqpzx5khpN1XuV4e/vs8h0veu6x1GaAbt57cnAD76t9nnwGDAT7l/gVQ1bXeF7wDHuHURLNLACtIF5iFq7hkvqzfyzikFqghEE7pBRc0tkAX2H5D6sAhAakCJTIpN2TeJ8QCH36Xe+Va1IE+HMdypRrAcA7/3hVodA1U4Lgdp/lpJ/c6R1mK4zqtNgI1db1ujNKb48wOrMv7DWzVNkEuAJphXhy+e0xx2/flxKbdzAtgvD+PszS5cl1X2LHO3CHdM21wjC/InLS93lShPuFEFHh2+5kzgU7E+du3pDw3pAXg4lAFKutOQOL6kHtfptiOPtHfIJg5bWitzAB1mWvcmF3zWRs66kU/4toGAAOmFVvcqyks2lCD2hXAwYT0ib7ztwG+6tp2unhtirgoKLqncua0gE4Oy6aNHjq3XRsKVrprzsG1yzqF1xtw63XIcaXNJFttWjnwBfo77rx/xbpX29MGrnN3V47+DC+bAAD+ynKQ+s2OwYBjbXbRhgUD4hznuHUvsh64lvUOvHvTg1ypNc6qse01RZkFOoMAfburQuBcByDteuoAYv+dvvtehsK0B9e25n3P6bh/o+3+U+tKn7dqO9vxXLnjNbaExDffVCaJbwkC2tMxoDq7DfG3dPf7NdUvQe5zqHuktO55kXmjDT+sr8x59O3ry43P//je6iwMgc1UR5bGPfc8BrQrGz9Yx87BNN+PbEQ54HLvgvB3RJzDBtR57SB+n4+GsF6/8jocwH1+NFttS4z0uhAdj9reHgO159go0VrzTY9LW/9qs1U5n7/4opy/nx3GaV1893U7ILt16VL/vSpqvxYhn37vxzZJJTZ/7CqfOv/TLZgjRoFRYBQYBUaBUWAUGAVGgVFgFBgFRoFRYBQYBUaBUWAU+MtUwACYh+ICHg2g5CDt2qT10Pzdu/enf/vmod1V9X47teTElQv3vKagIVY7WdvRCgCWS7ScYXJV6V5QmU53Ww+rqa2qh/U48niYD5xT2mg/bdbD9Qa6StfJw/6u3coh9/ekhnYK4ed6QG/wQc3WVYdyB7T6vSFCgBL3scPYUAgHJq84ghfo2F1WC1AcTq+GMmn7AsALHuW9OJ6Ph/ZApICcTrWtJMf9oN81HCvtc6Xg/Uk9vK+M2HJoodv7golykwqEVrvk0lxu1AMydopYtHqqFNhy4IbWtrtUIJx0xnVfgF9SAmssql23ZTc27LGMAjZNCuIYvMXpnRqkm/lPbW34GoiE+xkYBkALYIRyHalySS1c/OKp4hXv3sZXGgi6/rABpiesQZ5/J8Uv94zL2vV3fS/6ASCL29PjFhpn5yTAVv2NPdVRqf/iZAfmMP7UYNZ7DdIey3XsuDEYu6rjbivN8vW1HcDv39cGCdKQbwDYcHBtGtCc6nnHD+66rut0wgA/Na+brdTLdW2luBaQZyyo3RsovECj2rvBR8WfICxjYkAPAKYPlMjmep4z3a8GaUBXNkcAgI807cBEAHlrpTrjAl8aIc3XK9Uajjt6AWBvLPD4Kc56XulMHK9cRzB0wbZAU46Jy5ffNc6sGwGE23lyb8vV6xqs9zWGLbdTTdOH6C5tvB7RT1KxK/4BqUm13gA4sF3N777QvquKJ28myGYF90exy5zvmx+ptTeQl1gQAG54uQPgrBMBwNr0UAff1frqtfE8LbTgeG+CuEwDvQPg3aHbI9LuWP91Fj+Bs4rTD6ff/65qAj+wsHtuXG7EOa7X3xcBwUnMvkNQYizX2MFq0rRrU0BvLKBR+waBj9Imk7VCALzntvoB2DYwFqA/1t0F2uMA1rqRnUt17qXDNxsvssYobns99VrSMXkQVn++z/1os2v0GhRONgnNNL4bFXA7ym0ns+bMo76Dv/rys9pAZOfv/hoAfKn6/D0KjAKjwCgwCowCo8AoMAqMAqPAKDAKjAKjwCgwCowCo8CflwJX//TbAsA4woAsRctUsxcwVv8eHnCX2T1VzOD0faVKfsSdKcgE+AAAkgbawNLuVB6Yn6fN5eG6HcB1D9JA4/Ys+KU0lADgZ9cGvik4BaBqdlzOyEp/K0C0UsgamqzH0wDouGVJu+u6uStlM8OxpyRerjC7kleqWacWBYLGHewU0k5tnDSlGd60KUA1112w2s5SXrsrbIfZqdMJMDvgru5Jal8/xDfAxOHbEFfA7bnAz9Ppy3p4/+XnBdvqHUyqnPP0QEpsgyleuC0BFII3qsXZNYYFWtyv16E2tWwNFQNW4gA2RLE7UmlKN9i968F1ceoG7AEi1+dVe7lyxLo2dI19jZ0AcI0fKVmPGpyCMMsBHHdicyJBJwMsA6hEhoBd6g03FFb652r5DoD3NgG7fa81ieWKxaEOTBX/dNwm/SxHcvzuCFc7+hrEvEBtU0xAPufX1KmNCb7Py0s5ClWH2vPH16xjOEhj1H1ryO+Y6pTLTW6IkcR5ahPvsBSd4yAOlCQ8M299T/dfcS+CDkajPqsh+gGAO12yjpEeC3xdv6nayEBgzuacbmtlxnZ6WfoA9LwgTJqHG1i/qnVBULY3gKxU8HHYJ7573dHas9Is787Ac3enU3dzr0BWjYEJruYQMa85JfJr+EvjXYO66/N2iHi9dFu0JvRcgNceG1q2eNKGi4qlq8TDdj7XYa5o40q7h7kukBf9NEY9HzJeK6X0Svmdz7yWOf540S/1s16qz9xzJ+7nnLeD3jP3+TY3BO27X/t8sQ7+p40qApw3p++//1A1gWsT0RNjlJTZGogDBnNuamenDco8IEDbOzpqDSPWo7c2EXEecXvsFLBWBqluZGIjG36Wlp2RoS+/x43A8dG5ZCXozROySHPdNf6vuVF3UOtWnb+yHu/nHu7k7FyRpvku4XtybejJ1QKTo0s24AhmH7pkU1bF5v37qhlfaZ/fRp/W7KMGXryxxXLu9Vq//tj3XtNsP/dT+n3q/D+2HXPcKDAKjAKjwCgwCowCo8AoMAqMAqPAKDAKjAKjwCgwCowCf2kKCACr1icPswEzuBwBhvWHanrqubOIreDvN99WTWCpQD1TnLIGtIadXATgeA40Xd/U59hZZQewakYW6HG6UAMj3IGkIgY8AAiBlnGF6piLWpFvttSZTt0MNDsHwAcEaCAQd9VTXZ8quoejTg68giQAF/5Vv1LDExiQ9Lt2rq60oQCvHZ4lSHIcf18+qA6USorscwDcLl76KzhaUE3WVjyUpLU+nX76s7dK+0z3k+b44V3XQ25KSqpSOwztAkV712K2q3bBgeV+o6166I5LlftSl1eOY0AC17AL0/WcF7A8gDjje+hcY9nQaAGM0hTQD+jCddhAKmldn4mldurGGZzroXMcvmEanYlYwCkAOHDYfVlTlrq4iSGBp4r1ZxzBile7XPcNARkTp0O2f9VuQLtOU1dZ16z3GSePdUd7/QwAPppBPHcN7Nvbhqfvb06PD2yQsJ6KjbrH3f390a9A5YDTAOBA/NVLx5rBoNMxH2NavzjFrxv4hM4Nhq1LwFxgpt49cwCvOPUx2fxh2M7YOzU6MdnG7wOitom1N5CkxQ28Y8vtt4lVO2rtFKc7urfcyF5z3K/zWsd6jznd7u3zzSPEbLWNce5/Or4hemJFtZJ7wPReQ2DcqJpDm1szAHgHVQbX1IatuGKssxvAjdOGAlCc3t6AGt2L4zc1lDlF7xU0VmwRd4cTvH5X/dotyDWOnptJb/1EKnDWkRqQOH3P4qXvcfZeu6N/DPJegt9jRI/m1LjJFY9ut6fvvysI/LuHAtykxtYWAQmg9bYJt+rCZ/2oNgTqJiMA30vn/T3fEBDou0P/QzfgfHJ1c/cKBG+WcJzllbmddZD313rpeZ/r6zuL/um7Yg3mHwMmdQ7zvdfAtDMwm/V7abo2WvD9ut7PhhFg9fLxHuB+25zg9d6u+C9/8qacvz0EjELWrD0IOl4deJcf+O9PAdrXz9q0/qEg6kM+df0/RudPtWE+HwVGgVFgFBgFRoFRYBQYBUaBUWAUGAVGgVFgFBgFRoFR4C9Rgat//hU1gAMzgXMGLXaGGsYVwhA0pC7wt9+/O3337qUenFe65atbwQg7BiE0fgCN803JgAWI7JTyyw+g/eC7XJS4pwqoXFcdQl4AIsHfuiau5IeHh3KQlhuviIxqNwpK2HlqPyE/1kPvOMNIVXwAo77z8cBecASA1FC6+mjXmaEJTjOA+J4CdAHkQLJVL9Sgxe5Lg6rVHm69P8A+UtzW+3EH+9xOzdnHc03gtOoN13s4QQHAhYEEgH/61f3p8y9roKQ7sKtAQR1LTdi9dCrXvq2H/R4fj8cLwJ2ROFJ0ByAEqOG4exG8ol5sgCepioFtdtYuV9nurt4nSPRTOdfEgWC0ndYaZ+JALrp2UNYFnqud1DUFyMjB2G5CAOOqzexhd5ps2zSpxRpnOEyBUBRQa3BB3D0zrn3Gm+ofKckBJbiPUx+VG6pdSgkbJ7tBu8fWTtrDJZ5U3b1BILBPYd9xT+wmLPw5tZlxuzu9LCmgnx7ZVNAQqecRY642tIM5EFiZpOviqrlbY3G4G7cBSOrZOIMTl3ZZWz+cpcKlpUHGYPXZ89Wx0nBdu0Q6Xg7A6vmflNuJeUCdMop3m3QNqUfN1drEUAsNmud1zjBxyBryqn6w4qeO7HTJobPqY8eX2+kYAHJnQwCOV8bdixCOZuLatYsN3877ecFSV/z1eD5fbDgJomMzwQ6jdmdnnLjW5hw4upa3dQgAVj1e1rkWT2NVdbqV7rqDWyBU68Nacy43umRTRdI4785e4m6vBRzQmljYU0GH0UWbaMv7l3qlH4f+Skfc86fWnu++fX/63W8eqh+1eUgD6lrtfrl/2iDRta4RwWto9XS7mR3qa321E9c6et54XuRF2B7fU2hdf7PGEUDJcHAcrF98rWwwQO/cLwD4hpIFdU++L6j//fFGI99/T09+dg8J637sYP7y+PTL9181gy/TTa9r+xheZ4C0065/8eXt6fPPPSGzoYQNG/+e16cA7aeu+SmA+6nrf+r8T91/Ph8FRoFRYBQYBUaBUWAUGAVGgVFgFBgFRoFRYBQYBUaBUeAvVYGrf/l1PWLFlUbtS+UbrgfpuLAawAB9BX8LTgHTXuoB9HffVz3fR6BwAeBSBmBnNyQPnj9ULd56H2gjx6iBUeDcUSNTD/NJ8Ezt3vv67/Xp+UOBoUpvCXKmtu/DQzl0CwDfVa3ZetR+jEEgiN7Q9UnJ69S6T+XyFNiS09Just0xCFhw2l/SrNZV27nIpQLVBKkLuhie+SF6XF55IB2XmtNGkwb73BWc++Y4w8oFNgy1cL6t9NkAm9Qa5nic0wzJdV3ffXk5ffnV9enzz6g5avesHb0meuYkdRzpY8Er/VRf4KMchO7LTUP4drwia1NRxiYpgQV/BVIaWglKJW3sgtyGk6YHQBnqi/IiFbBAqfpnCMQQKc2y4qsOqv+ggVKG04f6P87Jp7rOter9rnSrOPd27RMMgGanGjb8M5+r63b9ZxlL5Rh1Sm6uoTG7u674etL9SI0b4EOuXcl4xO1ydycGuENi4gjKfs/vl7OYlNEaDrTJP6nUrtBOrSwNPgbAZ07GBs5ypja0IW5+CADv9YMzNpfa0UbiYk/x6754Q8Ply0NMvWTiGNd0u9JxcOKIbMfuAWy69miNvq/KRolyfgP3HiuVvGtI31WcdF3arqvr1Mcb8Ct2ewaAaZq5nedk3Vcg7ACCzBfgs+cuL5zm2sgCv66TiRey6AYAcyrzidde7xUXseE3kLsdyV0jmGOJTzFxlsKGkwL8Wk9bW6XyDjw0eM9mFOuypRDWuVywdOp7a+MCay9tbADMJh3dN2SWdtc/rgvUVT+0Lvm+HMYYpW85jbWS0NT73JN+bpCVv/e2cq1sJNjXhtdjpYE2mzDYPMEmCCZj6fj1718EgqkHzPWfql77rsXuAj4oeJcCyP0Vu1tbDXzdEmdL4P+LanqjRTv5WTtLP9V610YU2rbKDKQ/meNay2vxslPYccK9VXO7xox1ZHeir5rlCwDvEDfX98arZT1eGwG8XmUTx74pw2tQt3fbuHEOjc8BsDaIKHPEhwK/96cvvmyhNuj7KQCcFX99C7sXnwK0l7Hxcaz8OHn+1PUHAH9K4fl8FBgFRoFRYBQYBUaBUWAUGAVGgVFgFBgFRoFRYBQYBf5HVeDq17+px8ntpvxQaZl5IC6I2JQgDkxDrAIMBWk/FIH4vh7gP7wDQNaDcc5voMtht3d+qHsJzAxSkhKUcwv+FRQAAHO7R4Anriwq19ZxgFxcYjzQBwgGpi4XHGSDVuFIrjqq1AwWuOMhudugeqRl+dsfJD8LODjFsUGLIcDT04NAj9t+dbojpa+gi120XN8uVAO9uD1z/dTu9X3jND6vEXkJLQJ6OYdr06boxGdKkiqbbIHyt29OP/8pabfVfMFuwbgNdCiFNm1UKlXXGxVILk1uqW3aaUXjSG32YzAloAxxoy2Mw3o4Lzey4gKIu02XuBJr/AF76AeM4Hzp2g5O9VsuWXg1ADipTxuSMA6kmxYDM+SIMxp35Ycn3nNdWl67246/MZMKAHV84SC3pk6XCo5NXWE0uLmvGsTlumXzwmVNaUFiUCFW0erfOQhPquOlTeI8LnDD5oYjDUITszYleiOAIbvZJcBYDmDV0N51b30YVwHUBnrt6E5q7W1ENEZJIaxxbiDpwLZ+1Fm2hkY7Z+7QHuClcTYB4Kw3rGNTAnWpmSd2mPpa71/sWNatmhqpjXI1l9uVGt+sA6RQL41v4/4XwwWWWpO83te4e05XBPcGFXQ7Pi8dgK1sNEg9Z9VjrvmXWsccSxZ6bU6o/tsB3G2qvwGsZA3gtVJmn0O0pEAHIEfz21unENaGkfpPNkhoo8FZWt9Vxzy1bNn0YN0/Xh/kkO/NF/BGoK422DD3+OyODR7nL6YkkJe4py2se7vDej864fVY64cyKwBP8w9Y2G1/bcPFGQBuYL1x2LNYEkBmb0qPkQE82RxOBYGfCwITT7VZqO/ndNl28h4bF3oq6Dy+FxT37qPGS9Wa0aUdwFqjOvMEfULjwBOntlsAACAASURBVG3WBurdxymsNdo34PvrEnbv9ZZ1jNaUdY70ZY2lVAKZAXYd+7r7Nb3Zoedbp+XfwXMc/2TPWDqvNO60gesJHB+aeb29fC0HsDdInd48Vs3fu9NXX1Xmjo/3d6x4sqzr1ZceAPyRxPPGKDAKjAKjwCgwCowCo8AoMAqMAqPAKDAKjAKjwCgwCowC/6EVuPpN1QA2AK7/FAAWH7oAwO6BAbAewtfD65dKSfq7331XD6Tf1sPom4IoHGKoclvuyoAlPbDuerkCi6RoLTixHK4A4Lu6TrkgX8rxWwA4AEhOJ8oEN+BRK7a26YG5Hlg3nBbEce3LpAuGE/CgHrjGS2C5ADAQ4e3bt+0gBrLg/MxDfFyItHOBY/pBSuo46/KAnX7gAA6QcD3L5U7j9x1WBgiQfjSwCSgU514+z0/VIi1N6dNPf/729Pnb6ivdLV0eH2gvNYDdNwHXpFPGrSbHmwE5APjtZ/XwHwhxgDnDxP0VzQXc+jg5+AgPOXiBf+s8wVmch8B3gdPC0QJDXWO4DW4BwGmjgR1tbGBMOyr2qMkrzY70rTTCKYFxhiYV69Ff1TMGAKNLtYVYA5Y14c7xqdtqyF5wuvohOL6l9NU1G6zcMP5yUJ7XcL2EXdEu4xzAZ92BoEtgAJdSTau+tJ3paEoTlAK2Xey7uzgbEgzDhYZ6wwJanI/dAX24D2nT5Vj0MYHqccwKEjJ/Uux2u1TicnfXOb4ZGwNg3PEAcjtjHQ+B2R6bhsYC4YwnMVTnVh9UW7oOJq0xYFX1tet4pI/D+WgO2vRxlwB43cO1XXdgmVTQ0YhwoM4y9uEAYPqu1Mrdxo8AYEM6p4ynT9q9cEC8uwKxGYL93tl84D50KmvCWBDc7Yy2cemfv+dNL8w1gesCtZorDYBvaiPIVu5VdwnTAwLnlTTO0Sla5O8fAsCcv6fu3zeteGwbGF/A4mOd6/dZs3YAfDSsar7X/oPT1394On33DfFj6LwD4KyjbNxwmnwyCnh9SeflVmb8WHe0k8U1vb1pZ9Vstz69+YhNRS3EURu9N6fs4HnvS9rNuDJHfe2kUu+1O+7s/iznXGqXdSKu623aHZtzLgGwxmNbeJaT29sAXt8EQqz66uj29osPlT2Cmu79HrGkaCQmtw0FA4D3IZnfR4FRYBQYBUaBUWAUGAVGgVFgFBgFRoFRYBQYBUaBUWAU+LNV4OpXvwMA21UUioMTmJTLATt6iIzLrUEjf9dz99O7755P35SL6/Thvh7oG3RQ2xcHcGBDoS6Jg0uKNKuq4as0rwWNga51TgCqnJc83wccJNVmA41AQaXXLIAgt199dqP0vqRJtaMRSHaDUxLnb30mwFhAgj4aONoRy9NxausKGgYWthsPEKA0ouq3fwoglcOVe5A6dK/3e8C0dpYZALvfARmXKUDR4P6uUl/Xg3iOOcAx7axav8Dn+7fVvtKB9n7+9u70k59W3VTKJasP1KlVC9XnQBna8qR8sfTLeAqYKrdiuy+drnfVDrXD1emeeaEnl8AoHaew3ZuGfFzHx7mPZ7U1G9AbfEABO3VuIM3hoPO5OQ7Io/vSN9LsNmijVjOpggPaVj8bGnGXarhruhpQJl2ve3PulcSFh/b0FehOSvMA1/0n+uuaDTczF/Y5ESZjuQ3pqCcsTUg7vMSTDtGO8XyvWsxg+d50gNNdNW5xFa74OcYQuF/X12aInocGQas2qgB5xXBc5Djoc344t1ITd8OdctygX/WlO6VsALD1i/evNxjUuWqzkOOyEmojgnm5z5IrNuCZ+GQjSLtsVacXp7td7E6Z600cuHbjIPaVDEHPnKc4ePNh/QR67ql5E8/W0+3A7a162QA61p9rdCdeiKNV0/oSAit1+UbaEyMcd1c1YNVqNNkAnV215zbLfB6Qro0su3N/O58a6q6Rbee6XL2kuq74Rvc3NZedAnqJsN9tu5QP6D0j+rnN8ceqMx5H+A51kwr6HGT3pRr+6rINeve+71odKdzRR+ua40btq/nN9Pj1r98XmHfqeY8/m4Gc4ljrKFHWqawVlzjy6USvbVmHGQk2ebwnhXuDcq0LW+aIpOlfdboRccW3gfly+KqPPe9Uc5nvt8Dvfn93I+uzbYOS4mID8poXvSEocZjU0cqa0HTWmRhWauiMMscwf+MU3qbAq79mrbq+eX/6+V/Vho273ozBdzD+e/WhXc1bLHKxI4Z6rck+llf2i/xoM/Z4eO3AS0B+ecynzv+UBvP5KDAKjAKjwCgwCowCo8AoMAqMAqPAKDAKjAKjwCgwCowC/6Mq8BEAvqqH7YXFTjd64G1ZeGitVMm4FTu1siBdPcx/Vw/vv/0GF9RKxQko9MNyuJcBCoCWFMq87K6tp9G6dtJ58uAdgAUAbjtgj8rx0B0XF+AXOCBeTa1MKJPdjsYlT13/M7V5Ayu7duLhDK02QZbqnnmgzgN4P7DHRaYeq99iztVvADAP4QGSggk6vx7Kd/1RQLbq2caFC5iiHiyge0vZSbf4G+h5W/WN88B/OYft+KWW8o3ShpaD6/6qHMt1IuBSINrwm5S0gJOkMeZaj8BwZKEbNUY3gr92gkFHkCAu2UANQTHSDNcwxvH7+GCgkrTX6ODjGhKrhvEGUALNG6TETSxI0wA4Y2nIuYDK4YYuSPcE+FHNVmDmdekA+HG7cINKP7kGPVRnNV0LaAD6lmMuLjmPs2os46ws96/qvgKxOtDjGowG6o7GzXWMl/PPcM7taNirlMZOOY7Ll/epO5tND7xHbBMajzUPnp+Iy9RYJRZwpjawV18NgZNyOGnIXat2h1YbhG2HsZyX2hRRM7n6ycvORbtXVSO7XtTWhq2x1yIALhsVcCnrvE6tK6h6OD7t3LYb1lARTd8UoHwpsM1mC73XaYx9IVzibPiotUQbQCr9Oo5vNJIrE+f4dk7vH9D0pscbOEsNXC6r+ANknaVc7hq6zf5xetvR6jdIj35zY/hn9y9rxap3zf0YOx2rOWaNdoh7CYAdCwv4HQ721EKuuKSP0qlBbJpMbAVgM7731EbWWqsQUexpTgIrcdbTVmmcGsUG4jv45dpOne1X5raGoqG4au92+/y+AeZ1r1++77qGN1qcbxThPG80+DiVNXP3+A75iErT4KvTN/Xd8fvfPwoCa626rowStenjmL+KIbt3PXa97ieVOXCczSldGJp4JTQTv9pa0FA3ADhQ0SDYqb4T36lRv0C/P4/z99CpNfQGok2jVwDwDjm1yann0gKw/k7c51gguPq8kX5vAPE6sb//Wo1hp15/qZq/16evfpZ1ovtL+Gsd9/edN3Ss1wDgMznmj1FgFBgFRoFRYBQYBUaBUWAUGAVGgVFgFBgFRoFRYBQYBf7sFDgDwIK19XD68eWp024WlGk30p7KmF4qdW49wKeGJw/vv/2uYYqusaVA5kG1gFSBPQBwwVql4S0ra8COAaidXapzKvjRDqV6mn9AKVEQ0jcbmBlkUEmUh9einXI05VzqlMbdl2PzMF7OR7nMnOI3NW+dnpdrNKjWg3naZAAM4OMBvIBZP8x/asAb9xcgOACCRnKvuJ0NxQw0+Ef9Y16ByIc785YaxOX4xXErdxjAV0dW+56V8tiONWrJ0iaDHVJdB+46fbDB+i11Q+saAcCAjoBZrqo6y9LeAAhz4EOlzOVed5XS20DPEBE4BbgTQN8AEjWGL19ywrabe3fPJU2rgYjdr7wMaQy8BOCp5Uq7BE43AIwjUgwPWF5aFSB33AGKDCF5Cc5Ib1KBr/TizQ2VMhZZuaecj2Ir/Kfdok7kbBdm/XZT8b5gu9uMs1XOWmKp2kttXMNdz4MbnKLoB5jStQBUxF5velCMGMiE9Rzxv9jS4SpeKWADkNu5SIpcAUbX5fUY+wKAZF2/fgeIcn3AejP70tYOzFUD1+mqGePdHer4aTe90qo7nrPBQCnbSdlcjmKc8ntKZ2LGtYcN1AxMA6GckDYuzwBwu4M9jqrZ3Toxfq6BrdzznpcNLqVPAy7OxS2fjQP8TZzf1vxCD8NXUohDn5f+TG8+SyaAAOC459mjwpzauab6s20mWO5Rz/eAO+LZCC8bKRrW101xqANOMy6C0ZmrmuOlGyf2GHjtUmAd99Z4dyClPUkpvccXsDlG08BfOdV7LdHmBvDqtnnF9b1X23VMz9nu0vHjrtaDHQC/VquWEPr6D4+n3/y6ygm8vK3vk6oHv23KEMxlrdQmAc8v/cRBzNpfc4jBxgH8gTW9gCegPHqzdgYAo0XWWet27upNwzOO+7FndYn7u0mxuQHgvY72ca0ep7NNJlvt4X3TQEoXcO7KHuB1KZs3zrIKKH4MlHcHse/NOvh4uv/8VKmf72t+eB1AN8eHjyrV+pdE5BpbH+DP/2QHcG8Uu3TzX8bIDscvP/uv8fc4iP9rqDjXGAVGgVFgFBgFRoFRYBQYBUaBUWAUGAVGgVFgFBgFRoE/RwUEgP0Q38maSR/87vFBgFUAh886XbAO1P8L78iR9f50d1MPlyud63ffP5/evStqUg+jd9cYR+UhNY4zUj+7pqNswkeqTwG4upk+axhouNspdQVMC8IVnOZF+lqA3pHiVw+qA/2cUtSgtgGYHqLv/wCLvpEf+BekEawkHbOHkgf6pNUFsNqtCLnbiFwdA8imX5cPsgWwGgjmAT3AgtqsAdq4ogOUk4baN0bGSjFb4PVt1fuUcbdArB/WV8pcIIyA4jkALq4gp6LhIpAPEAYoKUd3pY4G6BmOAumqn7t7V5C5jiH9bF388fGlIHDds04hVfbhvGtyAMx7hMhSP7J1BSgij8KkY4ZxxvkZ7QNPA6zpboCSIb2dfmLGnX5Xn9c1Va8VV7Xa7fTeV/WPTNqEghzOAjKuK5qXQH9pIlDezsp0XU5LWL4AWsVYn7YAEiC46lMf7nVvYDi79gbAFDPAdIF+u347zHQKQE2uU21s8FgHxmjo+/4HODPfVNvwtRratxsS3TVnPEcM6d2yOChdP5e5ZfhtkO5rFU897se4Maa6TzU6jtg4bNNfp7vW4HR6ad/Qmwf8njdWuDb2Sk/uuCDtNjGQdqUm8Zuz+sdscmhgdZAqUq/X9RwKuhYbMqiJbLAI1KWPy6F6tLmaS9/kWGbNKnBLvGQmx1StqGoITBefAcBJ695xHWBK3e2bgsh6db80Bu0AjTtXbFbr6/m6oVTX9Zmwe30Uty0bO2690yOXlhZKoazblXZasM/TTqd2tePAGyeOa7SWpIG/BMDnNaqdDjubFXT+ORc8izHPc6fgvkwXrbTzW+DvoHzN/RoN1qxyw//j3/++SgrUd8ObL5az9eq5NhrhLm5o2Sn62aRSnNe66DsCVdgAwDcTmiarhLYnHGtstNGQNcTN7/tn/J4NCNkgtEPkQ1iNtwGsrrOB8kP7VwBwUlrn3ruDmB4oOXjHEd8/+yvzIt83x2anY73x5gdWmpu3j6ef/ZzMAv5+I/4TFQGjx+X3RUj69F0HAJ/pP3+MAqPAKDAKjAKjwCgwCowCo8AoMAqMAqPAKDAKjAKjwCjw56LAAYBpsJNpfjg9dG1enqzfFAAJzNQD68YmTolLGtmqz1rw5vHh5fTt9w91xE0BUac7jYNMaZsLLBgIGZAFOscNC3g1GHbNR44XLFJa4vobFx/1HeV4IuUpTtR6f3GO1pwn13aAGUQZvhyph+vT1IC0o9DAGmDlOryibQcIvBIo8Dm7ow8Ao76gTzs9M+i+ryEdr7iNBXvr7wC7QFJc1+YslX6blMvlnnz72fXpJ185TbZepFnlPjgouxCj799AfUvNLG3bdZv+A5Rv5eQtXQsAJg3wR648gHcDOo1DXexI+4rzrs4XHFPqXvfR2uJENlC0Y0/eQbk2CRkgkV2ZdkMCGA9YKdNu0yRtQyjIhWOS34gJ3RM4z/ULxhZ4FvbBrViO8tuSyabbOkfa1JgE4te5AcBFl45xYUw2zraAB1IL2LlvOD0Vo6SmVu3o7m9SpnYN0cvxDhRnbONupv/ESlywjqkGVwcgXCm2lbq4NzLQKwCnQ4FreCOEndueV0cN3qakhrpdW1XpyQ0jA3dghEoDyxzp9wNYFyhMHNsxn1rVBrbo5MgF/hJfvofdx5nTcZeqhukWl67jHcJoB7DAVGkaR7b0lk5Okbu7bO2w9kYPjwtQ25kB9pdqnMuwTyfrmIqXYqEH3Gwz/5qz7UA1tGWDA+HpiwZ6BmLG4bhSZnt9SxvalHyWQlqxUUOZJUJgvNMoMy+Yb8ppoHEhpvveHXuM6PtO7e024YTdUjD3JoR8driAC9InvXPWqLQhNYsDFGl/GLLiRfPgfLNCNGaTDeN16XIFckevlZI9G1d8ttJaM9+fPpz+9V//cPru6y9A+Ya5V99LN/5WjKErmxi0ZnuzQmrFK/55v1PLJ05YVrLOH1r1mrBiyZs89u+IzOdsSLl0AHvt9ncRdb8F6HtiOYa9TgTuZkPJ4bTusfxo41Cnml+1hD3/Mi5Zr3cQnPhnjfeGqfpvxfhXP62+3/MdWpskji/Kiy/MH3Dq9h4Tr8saJ4/XD9YA3jbcJC74OQ7gXY35fRQYBUaBUWAUGAVGgVFgFBgFRoFRYBQYBUaBUWAUGAVGgf9+Clz962/91Frgjn887K1/eTD9vqCXoY9BYCBu0mMGHODo+/7hoY59U3WBHws8NTjTg/A3lc74Xik3efHwHEeloVW5RvUw3yDH7/khNsdwX5y6ZYAtfmb3q2qlVq1RHrIXKmp3U4M5ObKWgGlfgDCfBFaQfjlQCSjHSzVigZTbGMQBLeAKxOTBfgOP/QH+DohJ5Spw01CAB/ZxJR8pPUGk7WKzbcugk0zKP//FZ6e38F9dQhTbxzoXrcGQKJOdpq5va49wEsyiVwg515VuBQI0noD01jtddV8W8COlc4CuYgTwLvjiNL/RNABY3AOgWGNph/FL1TO9LwDjASkjsH8WwKUtjqWGan1f6iovCAVMKxjEOAfIVgw+VHwZpjIeN0rnewmAd2ejY64gW13jSRQZV26BY6B5f5ZjqP2KF/6IxTo2QA9wfqT7Vk1dw0rGWqlpO7Z2h651c71iu2sNVAS2BbScBjk1eO3Uw618K3ibmOGct1UTmtiGSxoCU5+5Y5Y068xRWVgND73Jwn3BYS6c2XGidrX2jJVc7g15dkiceAgolAue6zQAlm6KudoMcqSUdqw/kDJd42dHI5rzctsbbG0A2G5h2p9U3l47XgNzjiQ+P3fC0o9AzhyzHKoEp53Pgt8NNAkJbQLpOc1GmEC1I8NAC8CGD9+3xaL/2iRC/fJsbvEYu912XccFbFDpaQngD2VlDJiTd9rIYdc/DuSkPWaucg53pQz2e5zdm6tYPLvB5q7XDsyZc7s2ZCBYO2gWXNc6p+wHUbAHuGMmsZNPvSFkc92yuWKvqdzxeoyZru2Lh0sStk9VSuBv/9P31bnKW0xUvfkef3cxSOImqfNdk1zC4ueuDTN5xYkbHbRmlEYA4KxVBxju+0crb8bw2sgrf8cRfznmbBjyCyf4OQB2u1I72N9p++syVXQ+V9sA+S28389GJqcjP9s8lJ0cfXHFSFmj6e9XP3FmBGduqLZcHHvEdZ972cYBwGdDNn+MAqPAKDAKjAKjwCgwCowCo8AoMAqMAqPAKDAKjAKjwCjwZ6fA1T//Gpxgl+QHQNX2rDouMdevxbkKyLUrNa7XSsTcIKkckvXw+l2lgv76m2/qQbbtoB8q9SwPpG9kDzWYwr3INZUqFxfvBXjk+qkRygN+Oa1IXwncVXrMlWqWY9VOPpE9iZqwXZe0U+NyTAAvD/mfK2UzAAoAbAiWB/aGzwKpO+ABPQvQlHNVQKr+CcgCaUqbLfWnnGBAgSKS6jPtayAQB2WcsHu0BAyCOj77/O705Rd21L6RQ66hYQO9QGufb/AYFyGpfQ3Rz3UKVI1eu1vtHLD5qgZaF2lmdd1AfEAuY+OAERAENADkSMIqx3LVma14iSsTKPJYTj/XewZyWp/dMWlQ09Bb7YjzuntbMcNYGpYQULQJqOearnKR4gD+CHiU87muTe3qQBbG8q5AFZsLGG6BSVp/0I+CmkpJbo2J3YcHNiXE+ez4VX3l3nRArHrjwgL0cUGnJrD71M7guvBTpdtWv3scDSa7vm+AfP3teWS94aeBw9GIa0hLaWq9lBK83ZJMwNSgThwAsoB3d3dcu+HxGYgyrDXwd7rd1NbO3NGmiRr+OIq1VQMAXFoRF7igeSkO0FEu6PppSzej7P+J69k9m3i9/BkgfbhiX0mxSw3dffifaucB/dRmkFpHrnHZqp6sNVKqcSAmrk7FgHUUUKzPiGitO4BRQWqTc+LouX9yGaeKd+aCjMkOgZt5SyfwoVJu485kU4Wug1PTG0eW07LeayvuFWMvmOpYzWs/ft+QAuxlxBKLTN1L0HfMk67tDNdMm8/dmx3zgNKel7m/Nrc0AOZcNuwYoGYTgh3CiblDG0Bnw07Nqerb1394OX39O+qLEw81z6W8NwQps0DdS2n0e21SneveRKN7EuNbjd3321h440ynjT4AcGdyUDt8j7ySKYK/k7bfv3sOeo46pXkcwNF/B8cHmI6Tewf3PbbAW+L07Ppyonsd5R/fKWw2sY77FqUO4/rx8v670//015+f7t9qEel1nHjq8fNXSb08J/N9/x8VAF+26xic+WUUGAVGgVFgFBgFRoFRYBQYBUaBUWAUGAVGgVFgFBgFRoFR4EcVuPqX3xSOAYwVkBXL21xsAY1y/YGJ6zOgqR4ck1a1aAEAOLCJh8lAg9//4d3pm3+rdNAFM96U8/em4JKfq9sr+PT0eEA8HmoLkJG2WQCm4Q9JUAUQ7D6+KZAsqNmwOAasPBwHAIviFFoByjmddAiPAXDAG/enz0dfABidapdWct5VQwS7Zc+hYQAwLk60ocYtLzs9eVjvh+031S9cWwDPHWTtTq/AyKs3QKOCv2Xb+uzzAmVFJZVWt7oAYFDd3zy075TTXCeOMIHHctaiM+1Xvc9OhywX2eG0DBDstNgNTXZXGk5XgYdyk8nJvAGPpOnmPo8PCwAbKLiOMzWHo8FdOVmp3ZqXSrEKYhnCc2ligDYDqOJcDSyVrhuMR3s+E2CmXmlbCKlxTBy+vK/UyEC7dtLZiS1/pACw0pw3tOPdz8pVGwAs8Mw11L7qW7UP2ATQYmoA3uzKJZYMCKnTvIWZuinQrfrI9JU5s1J5ExoGnVbk6dFu+MSqwSNwEt3Nx7yBwOMVABwXsGPAmyhwTwvo6b2KPUAnjmEZIZcrNW3MT+7PGOAw1iaNM3juWAYA+9VgVP2kgw2jAKpyfho6MbY4tUlRbhBVMJ0U1g3aU6M5kE0GfOZvDcCe4jwQkf7JldpgO/qlqa6ha+j+KQBMDVnSf18C4EwR1rE9i4DG8Ugp3p/139qD0EAvrtmH2hjRezY0Lsxf1/puBTmn/hkA9+aOuqGOVc1ufmbGZCNB/U1K5U6Nn0+1puGu7ovvYDjHZC7IOHtm6yW+CnoqZoCfrk8dAMz5CwKfA8fDpa8AXYB3AWDfnUs7xb47tG880fXZgKHvkuUI//W/vDt9/107YVVKAIetQa8yHWgTisHoDoCXJkn7TKEAf1epfjztPDZv9GC02/+oxd5rd2r/5pr7z8x9A2BPgsNpfzHPLsdJGvSmBX63895tYb5ok0EHn75P9P3H+l1rUX2fnANRlyA4xrlKB3z51ZvTl5X6mSLJBuce8wHAr43kvDcKjAKjwCgwCowCo8AoMAqMAqPAKDAKjAKjwCgwCowCo8BfrgJX//RbA2ClvuThdVMn3sPByuNlHponNaaBbT2Ql2/Yh8t3CxCRaxRYdHX6wzcPBQihkUDQGzvlGt4iZ2qJAnUBwLjzAtfy8F0/61gekCtdMJCkYSoAyW6uOKSccpMXz8/lllJ6adpTaawPCOtuGt7dHUAiD9l9viEDDkX3zT8FYXFYdjsAgwCIAwADUzbAkHTZdlAv4LrCKcmaAUZPVff39vTZZ/euO1vOwGs5aoE73DOus4Yqna7WbTW8AdwaANN/nI6uwcnr+NkO5UCI3RHKiAL6XGv5uZytAASgrmvMxp0p0FrjvTuAdwBs4GwAenv7VkDOyKbbzlWrnYBHjUVdm7ZyXACw2wxcWfVUo5uhkt2anVH5SHXqmrfEpcHKFfD2cJVy3nLUSVs5Zl1bNLDR9WsbuhaJAyKrLrJqnXINA/+3byslc+8x2LlanLzv3lETmzhzGuuzl/pQEL0AcF7oCvy1k9TvXqYPPq5T5yuFMBseKtbtLjeQD2QDPB+bMw6gaAjnf4amxI4cwEdRZK5r7fNaUNiuWF6cl+sQT8QhbedzAVkXcBUERifHTdIrL7cybDB1uI8NEWQWII7rvCd2DdSLGHHa8pUm16m1HQ/KKgCw32Arnz9rLJOy1xsk2FxhA+r5wKQad/qdmOAaWb92B6u2tGjjR7dDIH7di0EmfuyK3SKgQTu6Hhssjg0kjjON/5aOnPvgFic7QQBx0k4npbWd4YGp26BzrTiJe9IYqi9Hf+Ji9d1av/YK2D7io+9pAOyOLni/tan7u6+HOxDVBqGHN6df/fp7bY54XyUFPgDFZWj1+NuBTm1k1wL2d1P3+YDE+S4AIHdN+AbN0Vux1B1QGvceINW5P0BuO2UDhvN+u+nfF2jdXdeq594xZaAfoL5SQZ+5jNuVTTsCgAWj5aDu+uVa66jlu23GUaw47b/mRsXz3dsPp5/+rNb9W38vEj3Xasv5XD4bzx+o3fvqoL/y5n9pjd9POXx3bV9r06fO/2P7MceNAqPAKDAKjAKjwCgwCowCo8AoMAqMAqPAKDAKjAKjwCjwl6bA1b/8vh6x9jN+Q7VyOOJoqgf6gFkcVzxs5yE7cE2pVOu9Wzk7DbY43/y4HsrXg+h6HC0X5TffcmDBQQAAIABJREFUUAsYcGYXrN3FPBCXL0sPr3GLqn6kAIqduDzoBpjoQfiWLlOwpUdguRobYuHg1fV5SO4OqW1FDoAsTjHabru6LvA3DufUR+Vzgw3DALQwIHN6XoMlkQh9phTGAOACT4FCCRC5/qotuKQBxHFq0kbeV51YFfUE8j5XquQrpX7G/fgGSFI/4ShcF//p7twL/BQ8qhsKoAu8FwQuNonGt3eGN9JYENyALq8D0DFa7SDluGdqixb8Jf20a/eiqdN87wBLzlVAV4p4tgNY5jxquHZN5btyNAOEACFgCFyPoAmAKr8H2DoltPX1MCVVqwFVQMcC2gZtR2peUsIq9XSAarumtblgA+ByTxsEK2Vygxw7C4l1KwSQVK1o6k7zWQFlp1IGSPFeAWvcvxvUu4TAj5UCGQgD2D4CNwNQbXgsmIcGSoUup7Idl54jPjAAOJCT99COlwAZoF4Oem+qALBmQhPjdlUTF47ROB29AcOU8bbSdOuSR3jYbamxrwYF0HpgFsjKfQzViTlDd0NyNgEEAjJnPPcM/vy+HcqGpwDWw8FMH4k5dAEA47Cv89iQ4NTC5wDY1/Vxcms3OIuTlTmRFPAcq40t1x7ooxZtb4yoOza0zkDhiDbADKgUiFSt3pUyn7mw1+R1m0gZ3ymdBQZ50+NLZMl9u/HnYwMC622Xtr3q2ujeeFIu9hpz1ueARcZMcJn52ZsR3F+3N5rzc20iWWmQM7ej4bE5oM8Fuu9rz16jdinEJpmum631bXXq+G7pX/Y27fDuzBlcYBMT9b/883enh3escQV8+5rZhOP+eB44bhzLXMewPeDWGsQpnDYHQGf6cnzmkRzJqq/tdP+6R8+VSwczo6HvCoC04oIa1D5H63PreAkqc/9sauD8ZAI4ju140bV6Y1Ha79jutbF+3Ny8nL762fXpiy9qfZIOPpJU5z/6GgD84/rMp6PAKDAKjAKjwCgwCowCo8AoMAqMAqPAKDAKjAKjwCgwCvyZKiAAHMhECuEjFafcYZXSVW6kdt5WJ5/LtQk8IvUwICoP2uWOLKZCHdFrwGE9vH4suPVvv3+qB9tvTk/1+XUBIsMrP6znoTp4EzjlcqDUb6X2rR9uC/QI4JKKuFzElTaYB9+ALdyn/Wjf0rezLCB2T/cpQHWkaa0H/XU+z9bTL7nIdueu6r4a+LmeK+mZ7RgWXGoorAf11T7SGQNCXXvStRrp26oLaejo9L6AraQhVrXa6m85t766q1TZBpPgoWulGAalGzblJVgmEN8AC9gLAKQpSlFsF6kBsEGbaqDWZzfl3OaaBvbtoAUkAImVQpefnFTgqsZAJYwFqQMkHRNyctZ9BO4bIADa5fKUo636V3WWBTZrHBlzUAVZhB+ANTVy1+UMF7JVbWXDMF6Bd+nv4bZUZ2hPIKKP/1BuXIBLoEmc3k5HTIPstDW8dT+SRlowRy5VOwu1eaDhKzo/PRlsOrxIvwzoUUJmwx5gLYbXPibQ9qwPiosFdLMPQc5xOVs9h1I/17wJnbuxdV/mJy5YYpF5gQOfewOAqUGN05euPpTjnr+jo5zL7cY0jK40zPeGqAKE7bC+E+jvF3HERgilzeU9p9wOzJUjWxotJy+fr5q51jsOVmtn568GT2naAa8Vo2wwqRgT3OY/9e89GxBwE8uRaUBKynbeuymQLq20yaDHRQTVYLrxdAN+asW2dkDTOIABlHVTbbRgDLt9BtYGy3GaWkjfRxsCug64298bBhpMMp6GgysWdZ2OlcgbgCjIbwvy0p62aJ8KAL7TmGuzga+p48l8kLq3tLdhNJkUujy3rvGkjRzWUmNQ/9shpOP3vF70AfqlSWrjes5Lirr9y7YhR9dtx/lxPFMOsL3dOx1Minyd15Mm/Vp11FvD6iu1gP/1n9/V0TeKA21Gol1He3oN0L1WLWCuuX9vacNMrzH790M2gGg8e71QevmKFW9Esu7a1LAB2EPHuuZL/WPjygLAAPAGwEDhC/6a1PhHGumKw6wXjKs2oTAPNkd17scYrswNbMrxRiE2M/zkp1U3/itipOdF39c4+EdeA4B/XJ/5dBQYBUaBUWAUGAVGgVFgFBgFRoFRYBQYBUaBUWAUGAVGgT9TBa5+9Qc/iee5/g6AeU8PnvWAux4283cebDfdyUN/fj7LccZZBd7ucfBWKs8CJt9+/Xz67vt6AF9Ppq/LaQgsJYUuDlg5EgsE+gG3HXWAFVIQ54G63K9A17rHE6mU66E6tRBV/1XHG1DsUEDwt9M+n6V27vSwOyTkznHAQji4vpy99VJ9X4iq4Mmb02dvq/4xcAM4RlpomBWOy7i8qj131Xe5Jjmm7aSuV5s6w3Yo5t91pRB9+9l1AWDqo6IjdSBxbrluaNy/PRRdd9cQTfodaXcNKZOK++7eYAxI+/CuwGFp9JaUwNQRBbhtTtHAclKKWle7NJFhpfl1rVkgnECToJ4dw7xox5EOGQixOd+4FjwTw/AD9Z+rATddo5a2yAW8ASEBkAso/Nr8Uv81/qvWc1ytSaMM34DdyEVKlAlgxx3odklLYC7hLl3dP1Iswy3tAneKamzMR11OwOjGTlW7FxAJkApAkwPUsR3nrtIVF49N3Wne9xzwRgQ7jB2XbBgIsKWuMDJRu5oxACbhLjdIvSoA/FKu4uVGV4wxNgWBnwtmoyl9uK8YFcCv/wiG7hyyAfALfaev3XfHWoNILQak4GVjBHN41XhGN4NE62owuv6WOxxtqq9vK915D8UxvAAzYjP1fg2AvfGE2A0A1qYR0fSV8tpuTQ+IHJ3V75cC57t7Uq5MZQogVXGNjbizgZugpDYIuNau4ar/RiPi9LlBcgAeUE7A8wCjSyMtI5ujPNCzlUHEypjg1OoKfzZO0CXSruM4Zw4A17sGeOKSYxmbS2i9Q+C4+dHPmxsc13u8046edmqSxqnnXeKXc3TffmkzRR9jyOu094f7udPWx7F8BjLl9m4g3TdO33x5A03FTU0slt5/+vun07vvyo1bGSeU3ppNJ72BKGA0wDeZHhyTHofDpd5tdsp8rxdqd6frdlyRLvpZ3zOJocDcAwA3sPe1iVUyQRgA+9r+zkzJBOIr2Qucit5ipm1O1exXMiB4LFqn3pTgc5g33uigtVrx+nT64ss3p5//FenoV/YDpbGu16olfdzm/JcBwD8gzLw9CowCo8AoMAqMAqPAKDAKjAKjwCgwCowCo8AoMAqMAqPAn7cCcgD7gbMhy6r1uT2E7ofngNEDnkECGjABTQSP+1k2YOWmXIWgmOdylP7h68dyftb15IwtaPVYrq4PdvMZ9PBgPGDUtWGTsvWm6x4uVxnuRSBXOycBNA31VCeRh/jt0A3o9cN0Q9zbasNjQUheeSAfWLADAz7fncHcH6clfabW7uHaUurXTovb7kb6vte1VG1SHMydhhdADACjTbeV+vmLL+9PX3ze9R4LkAtqA38BgDzjbzKJI1UweYOlAZpOe402hrek44U+0Y6Hcn9yDVLfqkYrn8jxa2BgkJNA9lhwS9yZcg8fbuOCh29Jcepjgb+kMeZ1V+l5m5uH/RqK9GVdV5f04u0mrPeVqlVQ0e2xI3bBkT0WeX+v18pnjFvSZMclHZBHP+lq6g5zbXRzivBOw1u3S/sM2A1uAYdwbTtZgazAU2q5OtUyY69U02I5wLqGLepLud1x6m5jJJBfn7k2qp211HIFKCoGO62xxzVOUgvHucQdnz28YyzQuur1VlMAzsREUtWqrao3rTMFi+Qk7rECvqqeNiC7+2dXoes831QsCkMDsARY3Qa5u5ljbS8UFC34u+ofF1DGwW+fqc8RHAvQhrJCIKGb/Kz5UDH29jM7mTW2Dt8DHCcrAT+5Ns5xz3mnwHZcBp5xzwXX3PuVnlvjTuvUtNoUUX8L7rL20Ob6265atN9oJ9dh3pTjmvh4AbgDlBUrHidU7h6offuLFOrF5Y/54PhamvLbe4F0px5XCn2Aqza2NCgk7nqOeCysLU7cQNrc0+DTrnQZrrm+l+kziCt9utlpT66xry0ZR34GAut7op3/xETmzDG+OnbVO9/TZvt6bpig+pbWeb8Hvz+rf7WJqL4qfvWrh9PD43XVBuY9OqRZfVyHxt3VJojni7Ux7t19TKQRCxUaiqInhhxb6g9JthnbXoOPNbfbS8qMOJ+vVBLBac8Zb2KAtOzMQ2Vm6EmUsUoK9mgBcNb6Wu3i+Hy/Xo6H9OE7g4lS350AYNp/ffN0+uv/5e3p/nMma607yrXgDRnanMDhHe+7DsfvPwSAP5U6ui8QoP3qtbfx/qHP/1uf/0P3nfdHgVFgFBgFRoFRYBQYBUaBUWAUGAVGgVFgFBgFRoFRYBT4S1fg6pf/8vAhD2FTy5BOB74d4DUP7uuzgGA7dg0HcEs+PCZVKzCQtL+GbQ9PH06/r3rAD0rXiouSlM8rtahJWkMmUts+Pchxyasec+uhOi5DAwecjga4dkiumr2AN7/n+r158B1HKecovWoDzQAb0oUeD95xdsmFaQ9VnFzocKuaxwbABwhvJ7ADJYCHB/M8pA98o12Vprfee8b6KfpGvz4UBKvUnV/eFnQ0kFB/gTgNtakhqfYLRtpxGehiiGW4qLTLgDtgHpBDaaytIc5RO6oXfI3jlFSzaBUUahDv+rkAYMMe60abAMAGJaQcLqDbYPWGmtDlOg64c8pl1152vdlAeF9fY9vtdB1MgzK0TcrWHJNJmL7bmWnnpM3IpA5f8M0puwF3JOBtGFm/oH0AVODOVhb5IwDMfZ+q/Y/VT17AFe5y5iwEqgJEGSdcvowg8EebJbrlBT3psth7Q86Hdy+aM8Tv1RuTVmtutz0ASWC+NCGl+H0BduDjY6UzPuoPy/GHrgwIE5G4cvrd1JAFKFt6Pg/l52enmpWLVnfvttgZy40FcwXKMgLuEPyMWt831+gM/MVpnhTKDWKrzx7HAOkGmqqxC8wFZLtGsbQVAA4dDZ2En7nNLw2q0BooCwDF/UwD2SyhjSKtt+qR10cBn/yUMbPjFjga8ImD/BIA71AKhyaptKk/jHOdf6oM3S5RtZ14ZIy7AU6Z/aHmQ83rcyassTAcd/u8QaHptzap2KGcOrq0O/DVdalbLwAqo1bXt+PaTmuPj+Pe0JpfVn+pL87L1+UKnRr6iA1fw7XTex0EoLP+dkOA73yuvrerV+tGpzNOem0+X/XXfd3odQa5w9D7c0HmWMhL1/o6OP3Nf/qmsi0QePS5N4r0BNNcr6Bk/c/1s/YHAn+cZt6bOFqpY2OIxk7fOU4j7TnYsJkU8P6qqra40cSHPgcAV4w4fbdT9KtkQDbZ9HeBa1gvdzIAmNMVo73BKvfzOGiLhlNCUydd31W+Buv2Vz+9qX8Vf1UDuFRrAOygMwDutNkJojUMPdAX4h+D1MF0efzF3/+tAe6uxWtN+dT9P9H8+XgUGAVGgVFgFBgFRoFRYBQYBUaBUWAUGAVGgVFgFBgFRoG/WAWu/u5fnuqZtR/2An5wpB3PgIEMPJzmjQaPBhdOiararvDceoKNEzEOV+CXXLl6sG2v69ffvj99/V09yceXqGt1ek5AkR6wuw6qXIWkiU1tSR7SCxS2O6ru+1gAOBBXoLnrFD8VgDb4KzcYKWMbEMQJbPcvEHD1ka7dFrzc00gDd/Z0ogc01PWS4tUQEjJr5167OwO2w7AARp1eVulO5cYyeAAYvH1rcCrZBcAaKOaBfTt1w0MCaNOHI1WwmJ3vZUBqZ62kBah0n9oGadBU/xYANokzNAP2UDPYjmIDdIPHOzmLfV3qMMdZizv2/q1BZz4HxKoucdHIo11JzdpBRswpjvq8x4KiSgmN0q1BHvLnp9x5uIcxk3bfdncw4536t8gaCL3q3hqwC1p3jdzAMwFFgTkDIhLO2vHdMXo4XJ2mmuOpyStIHlhff9xWIN/fE9u877hWd9C84JHq9+LeLZAaMIvT15swAKpAe7THyQyA5BzmmNQVhAVwcz3FXs0nAb8er7SHjRSGYd4s4fhy+lrOo29HulrFDfMafex6ZfwEcqvN6m2dyL2vKzZub+yYlaO5wb1A8gVsSn1fLshnSvPbUBz4r7HWEtSbQgQ0vfnAuhuUGpxtTvD6g5TyxAVjoHiv8x5rw8n70paX46vWBEBpz0mM5tKHvnRbVRN7WxfidgYG0n/cmQB+9aXnFRtFGGADYAf0wcqrf6TexmzdxtED/iqNcel2e1dws8aTe9sJHg3QuPva80TQWJspvKaqvjFrb9/wOfO0roVjmbinlq1SXquPXL/iqV32tzqfsQoI7hvt92Pe12Yd1UZW/HiTDk7benu9NCYLwB9QX8sj1/BGEH9vnDt/X+OSwP0z939p+Q//8O70h6onr9TxnQpcamljANC26X4DfW2S4Z693nDsDgtluuV/dS+vJd5KQjydQ0cd6O8YfUF5oSL7QdZgzS9qfWs9Xens7ypV+wGA1wKj8zVHpMcCrXFUR1i3w98vzGN/51LXm5Y+KZX7z39Rmyjg4tqZwqrV8+kYxx8AvMdNBgCfR/78NQqMAqPAKDAKjAKjwCgwCowCo8AoMAqMAqPAKDAKjAKjwF+GAld/+0+P9ZzZkI/Ush/6gbT8f4CGzvOaB+rOVrkeGgOTcF7tkDQwNVAEfyaZgv/1t+XiAoyIEBikvtSD9Dgd/YAbJxSEpV2iDYwDuDiGOqdxe3F/0n/ydPyxADAvnFcAB8AZsOKpUj4DWKidyjGu1ygapzSyOwCO+1eu1Ti/dkohcEX64YKkBe+cAtaOSn4CL+KmpS1xwhqi1PF1reubD6fP7oG/gHLDKFLRuk3nAPiFVLft0DVAqTTO7YDk+tRaRrNch/qpTinsAA0ITFtSL9epVBkZTmb8aYjPEZuoP+VKPmCZ2Ycch/0eAJOxEJAtMAOQSFpgA7bSo8Y3rmQBpwAU+sV5gNiiZGkv1wbwO/4Aw3vNXsBo3Q/oWvAWACrTa9si99qkADwAnGv4mpLRzgMu47IscnJbbUIKQeqm7HJfpw603OpSzxAsmxrkbgUW4/QsCMP1AV5qT+GZ6gOA2d0toLf1Ec1enhvCViplrm03bDv36hpKl636taQet/NR86xSv3qQqN/LXLIrnj4AnzgvGyY4TG7YBsBME0Un3FjQzvHxrtzIQDqNjdJE017c7gGlOLMN8zzW9Bl9GWTcuE5pbf3OLa+EITrT/mZeHmsaoinooAPEpV6soV7X1a1+6lWBJQi6LLCdondtRpHSAsDUdu1aw6xhBfjeFkDP+BATAeW32STSAFjp2QMqu320S3COrp1Zxg39NdW6/aQudsp26sEaAGdzA7Eh0Czge11jXtrVe0BgTccDADtmjhrADTF93ZV1QXM+c7Eu5JTbL3LD4qCVm/UAoF6fCAhlDWAtAnz2OnHuevamHrtPXb+c9vJyvLEpop3KDZHp23Gtji/1gj5znd5kFHezNyB4aMNG+TvHOgS0faMOKKBdcf/Lv31X1yEuaYPTZSfeWOf98oahuPSTFaE/9Hqs9R+HPs7xrC9oi35ez/LCoasNFswXnPEZzNqYoQ0u0rm0YF6qvrWPz6aEyxq8l2ntgdnn2vd8aHFSI1hNYrNF/UId7+vbp9Nf/XWlfq6y9M18j7kkDY4unM/Ho2NHBwcAf6TJvDEKjAKjwCgwCowCo8AoMAqMAqPAKDAKjAKjwCgwCowCo8BfgAJX//kfywHcD7yvy93JQ+2nl8fT/a3diAIitkQawASm4SyUAE4RzGuv6bgeavNQvB7Y13V++/XD6V2lI8bFdXXldMoAQuAbgACYK/ehaJofzMuBXMcFIPC02ymNnaYTmgXIABTyftyhtEegua4NFKGNAOG84vAFJFAb13VU/TA8brWAS70nyNYP55X62k62UuwsDJw42s60vc6u+wHofF9O2fenn/70Xm2WroKLhr9xyAGDDbzKKVp9SCpuxkMOPyBSHQMrvwS+GovAu4Z27pc+6RSiAKD18P9gHrRzZwa0QalgkVqeOWsE+6v/ANJU87Zu6Nq0NMhgUPCn2k6qXgMXQzFevBcADNAIxLD71VRLY9JAxwHW6aqB6BqvAFNDGCCQx5h7p+Yv8ChjYoBpIGoweI2ztoAhbmanfrWDlXYC0hIPO7DiPe6seOA69KkBJ6mXlYy1rslr54VcjrjFrakYaein1NpA3n55nnXt4a6/i1sULQHA9Eex165iubvPwpCY9vwN1X8pB69cwy5/ejAjjUU1WGmu2/2PNgbzC0jLyS0IzPx8qdTlcRRzvZqTpAPvjQpaTzr1LADrnlTIfS0NRWmlKd7jIMhV/39SqvC6xwb27KoEtDvumJNy3Fb7cP0SawZ+Fs+Oczve9X7Fj2tfuz4uYyNn9+aU5zinOve4GIyuax4DQ9PNYE8Yt3W/Pueq9KVGMBI8d11YA0baajgaAOy1ruuf1/u01ym71yAmpXvWA/52au4FTvd4Iaa0aaD+4X7vkD8cq8s9T4p5zy3V4O4x2PvoeevxCYDM+bQ7GQ2kFWvnxhDFSre/FQpaQyzYa7oCfY/x3WrmKh5FMpmTN1UD+/3pH/6OMgO4vRvy6l4elBfSKWtuJCb40PWiM7ZZF7xeVYrmvbEdX/s47DDYzuvaiMDagxubTSA98dLlbAohLbk39Pjl9hpc72sQIH6vHR1XcSDyGmOvWQ8PD/Xz5fS//e9fnT7/Yq3VmukbuN7vu4/t5e+vnfNjx19+dqnff7Trf6p9f0pf59hRYBQYBUaBUWAUGAVGgVFgFBgFRoFRYBQYBUaBUWAUGAX+nBS4+pu/fwdSMDgrxySpRd89P8jZCiRQ6ksekjcAPpyS7dAFEPg4wyI53PJQXCCNq4NJr8sF/P70b98+FfColKo3lR5TdQztbJRzUelnDUzi0EsKapVAbDfwYzl6AVROy4nr1PD2CQC8OUfvKsWyQGI1HwjwdFG3k/bywB1gkpq7lw/8PZh2IyaVKe/E7Xi91VWVs06FXhsO+lRDG2Cp0ni+nH72izenr74slzLpdQt22q22nGP0BznlJuU8pUQOCDMARi852QCP9SlaAOx2BiD4IkhbYEjElgYZPMnBSQpZgNsGDw8nYoM6O799DaGYBi92edt5Cjzjc9LWktbaKX4b2NX7hhakMm7QXuddAmCubccr6XbtGFXK5qKOgBZgrGo176mtpbNHiPPkCgfO1XHWjN/L1d7Qd5+YaKANAvV/YCEpzA3gF4jlfmgax6zBrIHWDna1D6Heq70MAr8CgO2YxNntOFMQKIa1wWCDQ4Bz4t7Hrf7IXa2YKRdwucUF48p5qLDicDSqfsr9yHw8YhFYVO7mTm/N8c/lOBaAlnPStURjZuR0gcuL9LdAW2Katr9/AaQ5hnD+vv3MNYM9X4DSuIBrY4Ycqk4Lbf0dawLH4WHZI7DtOqDpjw2y3287EI404G1pPKB7dSYAPHCetLyG/9ZF0I2VBxBbGxN6H0utA6Qm97wL7I07PGtZG4OPkDlAJuCv/qjROCCk6tlSMxfIiw4NMeUCZVNLXPOJAxTTJpIea7U3a0rDQrRt0J/NIRzNeGjOb5CVeyptcq+9qv3acZy01zsAZp31XFqpq9NRx7g3dnhst9TNWqfON1HI3U270qb+KVDesXzJJffPHJueD9nkwok6RwB4g6gVZ//094+n7+o7pGaE4s57KVgv2ZBE+vhaRxtCa4NNfcb6BOym7XwPZAsE885rr7MU9FKtPue1p6EH6rLmStMe4yPbRQ+IQXe7r7d15yhHIEhvR7kc/NtYOsYsWmrZr00SqdX8XGvB6fQ//693x6YTKxBg36IjX7fpxyDoAOBjqOeXUWAUGAVGgVFgFBgFRoFRYBQYBUaBUWAUGAVGgVFgFBgF/qIUuPqbXz6VOdcwrEyaJ7gBgDUpJAFvSvvZmVh5WJ/0y3EuyUnWrlEepANfBPJ4wK46lYDCehBfz6YfK1Xs9+9IyXwnIPhcQAoYCMQSSMPV2g/rlV6TFNGdZvPurqBxfS6gWMNAil0AweEqlYvP9TR5cA8o5QG7HH51faeI9gPywz1aT/NdP9TAm5qX/hyHLzlWAzKBB+U+g+MJGjTkK9hnx6jbg/M3UEHXKSHlmOs6wJ9Xndxf/HU5Im+qPQ9AnhVPwB2BEMaj9QTukNJWaav1QB94YJjBn/QPsE3bDTQWeOHKXH854OgPNVELAJZ0twXFuH7cqjr+sv1dU5NxPV4FG4G9cbgBT5Vymw0EW6pjtKKW7bt3D9X2qmNbaYUDQuKy5pqB5oqrIjpv3+JedT8easwYN+o3X/Ova9PuAEzAD6d0Q19B/YpnXLXSr9NU70BE2snN165cNN4G48wJjFuzzeORIbVUSSHLtcSECqK+I02zHJ/AbhPBQByOI00zUBe4RfxzTxzEpKsOABKQwrku7k8gUC/WjtTUwSWM02853Jv0weOYrwb7q5a23edsIiBWiFW07CBrcGl3oq9rfV2LFv0AwPzjdXNHunj63ZpVTNlFm1qlKy152kl7lKldMUYsdSyTUl3zqcaadWDxq3bZb28onnHP2vGv5qvt7RqXF9lAUunHNWdImVuAvbk+t4bd2U3tz7ThRGDfjlc56zs9cuYT7QOAv1R2BG2YYYyBePU/zVfaUf8eSwPSL3ujRf1rgLrXwM28Cds0gA9w9fpCvHFc3OvMe22SqfgP2I/Ll40TGvNq5HLntnt7p+7oU/3DTU4mgR1yL8Ddm3g2iO1NF0lt7Y0wAcFO5886Z4Cr3y+g5lo4zn8TbEbzvl5qDEdzfjIF9r/fffty+td//aZSrNda+3JXn3dq6rq/Mz10qv0t3fye0YH67rzkzt6+Z5bOONw7C0AJ5HXe/dphbLJDqNZ9C5l1P2UEtHGiIXDmWurRO7sGmhns7q5gt88ZCM4d2AV/P7s6/eKv6vsD/k2bpBCDYtytAAAgAElEQVS15c+1PUoLbwD9tXH4dwPg/l48yxbxyg3+3dfva33Kwfup63/q/B+KzXl/FBgFRoFRYBQYBUaBUWAUGAVGgVFgFBgFRoFRYBQYBUaBP3cFrv7hN7Yc8SCVB/CPAk8FiXisLLjl1L55oPz48NyOznJkkkJXNXvtEhbg4mE+LqkGwMAQAMd7Uj13GuWHAhaPVXeUOqPPdV8AsFOyGqYFkOjhLucKLlJj9lbuuu/ffS/deU8po/WgvqEETjz60g/tA2ropOrHtsMqD4ZVy7fOtyvLYHd/GA84A3LI2fdc9YOpsbul7cyDd1LMGiAvF9dK7VltU47Xl9MvfvH29OVPAEYA6QIE9badwwCBj8MJ6PRQ9WTjuAUEOaWtj0drUl8DGADueR3pqotMPRR05zj5xJQK2HWIr0nXXGPCmHr86P+CHYAuXJ6qbUnK7wYaQEm5J1MPtKGKoHBgkWx4TmMMgA4Ajv4LijqVNi/iAMcmQD5QRa696h+BoXteAGCAoUFnj3/XAsWZeFcpzXmR4pm28XrsVL+H+7MZqOBl11DluNQfPhzduG/bI6j44Ni6FprTXlIC0xZB76KMzpRecag4dWwA9VSrt/mnwGNcz7jV6+XNDu6PGFynUqbeNI72wNI4RnE9HnWSNXdWDAks6vpEvx3fbEjwPPV9PJYNdqmp3DHYq4IcvGzawF1ryFzQtHSlfi1zRUCrYkr1kWscl8m+U92emHPeYMJ4eB3xZ9Z51X9+erS7cm/XAu9rA4I3a9hBW1dyfLBxQRPC/UmqXYD7PTWaN4CvMQAQ4wzFbd6ubLfJacCJbWIm8JH012wieXn/dIA7O9qdApl+KfU3LuaOHy73pjcVeENJZ1Vodz/9x8GqlOf9YrolVpIFQIpVP7xOfjjdV+pibXphQw3O/LqRN7EogA6Ib6Wlsv6lBrnSgB+Q3zfO5gNqTnt8OhDatb4D3mR5yJpxuNn7orpbAknXtsP2LIV+B2reO1sXDp0K6upaa1PL+/ePp6d3t6d//Pvva+28L9iOx36l0NcGoJImc2LfaOJ2e3wTQwtmr401zsCQkgBEmNfZ/XuF6x5prYG1nSkjm5U8Zv4eOjuv4z6ZFFjvzjYMbbDZbm8yLaABA/Z4+snPriuDRMFvbXbgv57blwA48fQpAPopgHoE5uUvA4B/UJr5YBQYBUaBUWAUGAVGgVFgFBgFRoFRYBQYBUaBUWAUGAVGgf8IClz94x/6iXQ9af+unLUfKg2sXLX1PwDvTdecDTAAbAEcAUk4lAyJ6cpuQbKjj7cAEDgzlWJXD8MNaKj3aWeh3XsvDYkEcOragSKkTuY+OPVgE7jg3j1WOxttfFau4B0W0pI45QAm1SGnO93JWB2TVLUZBNe8dNpgwCXt4uE4IDFA0k69cgHXIXJvAZ6LxAkq4DwUqOjUrYIMBnangr0f6rwvv7o9/fxnBdPf4BomtXO7yvARXgBgIKHAOTVjBS0NcLgeNXOTCpmDDO8NXw8Q2v0FTj2gczMmIB4O4DsgcAFgOYQL8CVlsQUA2tN3XNTtJFS/aE9BGd3TQDa1SgN0lcK7/rmtBo3EjNpLYnEge1sX9zTIjDOQixfgjRTkXL+Z41GT1O1j9F0L9wD/Fw44Wg3Eox12R5cOpffDQzl05VAsHeWCNTS13u4XoAiNSYfOZVXftgVctWhdV/q2II1SVqMax9TFgIC4Ebn/LbHXEEehFcjf4M8QXaRXztb0R70EuBdcTY/turZT2KlsiUO7hxVmr2wgIMboM5AIAItpXvsqcMACrNVkz0kcuq7Ru4nZejAf1D/FffW7XKQ1sxUnL5Ve+sN70uMC49Cba7oWa9aF6zrPNZUdiPtGA236IB087xPzpKhm/AHk3ZTdoemNAI4E3O9PRWeJLY/NquUd3ZxO1+IkZjjOdYJ9Ibu/3Ta1veYu6x+XtDs3YJQG2XGrDTA619fFwU6t872mKwDYNbq9XvDimmx80X217pwHr9yfuLTZMMC1GSc2FZT+ro9d18BpL3BdmxA6g8GxBgNtqaFeN2JTgoBs3wIQrnHvjA4f3nhMs8GDvmVzB801GLbW0rP+iNNetbs1T30MMbm77K0/F1jnX/62u2tzfa8rnUqfvtC+1v/qTY31h/vTb3/9/vSbX1U2iuqH4Kh09aYE/S7N0bvHtNdG9FqbD5zG3qUFVj+9bnjDC2nRf+ilTTV1HLWEEWB3/HJOXL+XmqSf/OR7IK+sLVwz7n3iVBtIrt+fPvu83L9/7e9HpZOnzcnx3X1W39m4k/FaewtWN/b5/cNDc/5JNgTk3U3zH7vEvxsw90X/SwH2p87/Y7s/x40Co8AoMAqMAqPAKDAKjAKjwCgwCowCo8AoMAqMAqPAKPDnpsDV3/z6AZQnRyMpjqENgCjgmB6C1/tOA20gxot6kwbCBn2uh8sbQqP9QN0P7YEXj6rxa2l0BA/YC5w9VCrod98/CGp8qJTQb5SnlUfXqdVowIYDWWlegSD1GSmqDc1OnS642tHP0YFQgJjb2zs5A/GQKZ1v0Yy4uvxQ2q5h+gDcM4jp9M9qQsBctQGnccMgA5ENIqAHqYdNFes6lQ65r88DfaVILQBM6uef/KygEtcWoAnga106LW6gKHDBrjmDCIMttzeplgXB6qM4h9E6tU9B0nyIAxs9UhMUooqb9F4uYO5dejUAllOP9pPWui56J+dkQ6sed3Syk9qxEDd0wIpTYQOjDYAZj6NubTd0B5X8Ltc0MVBjJc0EgA01wzfinGXzgeBl0ykqE+ch//UbO9Vpe5ymcudWmx4K4uJuF6QnFhS7jJlrxF4J9rdNtPpFt/n4qQjau4pT93XFRP4+oI2HUXoGZAu4Cvoxfh4PN8DgUs520hlTs7is4PsmhbWpIfHhuLMDvYGiQNVx4zOQGOC5A+D7ezYaOF4MFZ3uV6/63YDZTcyGAQcqnzdA7TTROMjtVAaYs4lAwkpPACqAWPfq7rOO7Bs1gKqKo+6AHcQAc2gwqYrbfasYWimarfsCwNRbZs4tEBbI6tTw3F/Qs69xOJ+pH5s6rsxbLWjKud0gOZtGQtAMBVkD4YrZTxJAy1oGRHZGATIGtJO4rqe1g8hoKsdtmZcChhc5dNkIobVKGxe2OsFNUemn5rNgerW5Y4Byue9JKx7Y3OshMB2tWZXPXgKnbLBYjmG5ZuUSd7TuL+JBGmmN8AYJNnsEDhsAr3TJOXfPuLDWtvN01/umkJwXiM6Kv9ZTNhV4s8DTw+n0t//5u8oGwYwLiE5q/pVV4AMLVnUmtYqzTu0bOvbU9EyozGl0TkmAXQvSPu+u3bvaOaGx7DU7Mcrc1oqgDBKOI6WdBxb33ziAdQz3VY1hp9r+/9h7syZJjitL02OPyMRCEFyKS01194hM90OLzP//EfMwDzNVPcXiCoJkkQAIIJERHuuc75x7zSwCmUiiq7qbIK6RiYhwN1dTvbq4iH56zjXsl3OBx6PW0mfPj3bvvidb+3Pals88jVvHl+/zJY4DgJ+M5PlzIjARmAhMBCYCE4GJwERgIjARmAhMBCYCE4GJwERgIjARmAh8OyJw8LPfXWk/um1iUYYCf5UXsyRRl1faYTcck9UtdrelNuz8kzAIQA7gpy/nsjWkiqovgAhAAlxhgxswo/yGevPTz19qoxtGSP5abZQrz+gtKlvnmdWGd+VpBEwampDrESvWIsoXz8jhGaKVjfW8Dww0AxFYCzB6vGkf0AwEEXzDzteKSJOuUr1GTRvlIVBAcbHqkdcE70rxhUK6rWdb7Yr6kwsYdCxx2OHh7e47754KqBZ5471SmCVnZ2BvQGZy/aJQ9l+oKgvmJA9nrIDdnhK40Xzg0rXkcEAYrGnJRdr1sEIYNXKpb4G6OA63AhjQYBgEmALECjSi4k3e3UAM3KVJoQxQBOzRxOTvDB+k3hwgQDF8gjKy3KitYK08tuat9Y/uW9gXIFJ1B84AsFpxbbhWLMPAkrEkNfNeCvBDPwCAlX63wpJ/UmJ3bk2zd15TbK6kbgcWQj8Dl6r/6yCBgTfWugXpGqHsZUsMCELhHVvhxwrDoL3AfF/AP/KG6lfmSzlP5x5PEVSFyZmcMQkwTn5X8zzsZ1GsNnivePHefo8C9Nbvcx991PVtwNRK0QAvDiTwPDqplYQbeLqA06ieAbf0HzmJGxBTY7ewAnJnSSlQM+Uk57fyBDufdcYvjz6WuhylOTmhbdGM9XgppaNsjrW5D2IAOmm7gXmD0tXWPaPr8d9uvx7XuXu7glZGM96BqJWbvIG3IWbl4k5nMb9iJ23lqyphEO+DFqxhqkwva4rfCRbZCP0rFt3lzAmAfsb2ekjA1u6lQPc0Yvq7mzWmfOoB2+golxc74RpG/bkF8DPOgYMuP8O35xKHFDIGM+5o93F9kOeg2GWd8vCs8nOgJMpX1g0QMXmd23LbXc7UrYMCjNk8P2Dd6vh6b3tvQ+Kniu2thXTnKvbz+/RKd0j/JF2A41PtNgxPbmTi5u+OP9/tPvzwM/UZeFvfA5X/eau4Za3m+wZYnf7O4Z2eL1kfkg+4D1YklgHdybHL8za5vOu7hPlLW/i5AOD6XuKZrJ+Gv7YOp79zyIRc5j60wLpVdug5oMTaoXFYAbXq/kGHmZTv93vfu9g9eytjh/8ubaz4HZL64Cm1f9TfmwD/eyiAq7gn5xee9uKjQylfevMveOFNCt43KYzf9Pm/oApzy0RgIjARmAhMBCYCE4GJwERgIjARmAhMBCYCE4GJwERgIjAR+EZG4OCfP3wpEV5ggDentTmM4rf3iPcCwHuRv+ReDSQjB+hyaTP+Wu/blHexOs37QJQbg9XY/sbeVpBC9wGU2eB/8fneYPHhSKRU9SAfbfJsHkvtJAWqyjH8ZROdzfFSU7WFbQNgrJgpD9hhRWdZiEZpG8DdoNCVK0XjoUAxV4MBoMfZWZTIsVwFFujZ+nkiaoodJ2241fOcKxS9s+FEbICBqYBX8K1BpiHY3e473wEuBvIdAHcNYqKkZtM/alDoUogToO/87NzK1bx3ahgBhHYdCkyRW9mAV4G6kSwOznAq9TPKwsVOGJjRQk/FARhyJpilLjUYNMhBYS34G+ttPU9hQRln0kSdFZe9+obyz88FMIBpMA3iqrtOBPyiqJQ6kFy1Ik1WQ5tXrMC1c2Rm4z4AylfBFpS/gNMo7LAARpWt31GIkm/asQHkBoCjRrd1s+/SPVjf1n1W93JgQe+hHDZ0qzHaAJgjCgH997vzi/MvAeDLyz4cEWUxwHULPQ4NqnJQwPHe2M4CPwHafQEfAYU0jNi2dbOVfht4Y5tn86Kqv967Ub5ozzNDpFivUx9AbEBdWdAScyfO5r3jWK97qPGZUkdTJ99P27r+AaCe49gLG2qlDv54+JXHLBdrQNsJw7yuBaexgibmK0hkrvPeXkr+UwPg7ldi8RQAH2veqTmuh9cMPdCHS/TIQ41pP73a6bZzGGSpVzWTcVwQzutYAXTPMyvqM9+42jLacJD42/r92m33WBLovNO4oW+J+ZnazFBewC+vUwdVsRWla7yi5ATExo44zwOsMz6jAOaZsZnuMrNesUagwt/aWTeJZmy4h/05oLSbyzwAl1ZBmFMDyVH4NgD2+rcBwJ2HFocG6kFZT5PJ9rrdwNRpATSnFkVwDW7i0Fdy7S4PClit/uIe3kvO93xm+176OIeGuDKzEzvHULGr8zWO+wcffKLvEAKoVACOZSn7HR/mSMb0A+tqjyfKK9LN2s5F/7b1M3/Hdt8d4T7uunoMcf+jvsm4tAK4K+55lHXM3yMG6MzzHKxpBXErgB2HZTGMUti490GpA9453n3/h4x/Pp/DHH31oR7WvS0A7qJemRt4APASv/llIjARmAhMBCYCE4GJwERgIjARmAhMBCYCE4GJwERgIjARmAj8rUbg4L99cPlgi2eQh2ESyrrAC679SwCtgGxtgpMb89RgMyEBdgbqSWVWKiqg6tYik43vBgh8xiACdd7DkSygb3efvZA6WIAINdyt5MDcz6Y7FsRsZAN7DYJKiQsUuMMDVNf5BTmAA2W9X190ri1hsVTls9l7j4J3qxpaN93LYtlKLCBLVHnZ2AfcJvciqkvUb8A4x03xcC5RA7lVCcbzDAmUJ/W9754J5gYyHZiIBgADi4ByKEy5UPa6PrXJbytZqcBQ6BkYwmfCmV0nqmXhqMoBDGNhnedKDVfWsK2cBeTcADX070xxTZ7elLVa+VZ+T1XuFEDsvL2BDZTLOAjQBY4FeHT8gGhAQQ+b4mnkHg7ZCjCirIAyGl83lqLWxuGMsYKUgEmPqwLirXptW+HF8pu68YiCRg0qybN8jA1xjWNiCJD2wQD6Kk1fgCLlJad1v5HYXjN2TEKjAGWOGAIX32oY9UCy2oKDwL0oLAV6bXcegMo4tkLbOa2xGE54ioVXG6II5/OdXztzIIrZAE0UjQ2AH9tAR52u+aaDAVGVl61sHYigddt8z53DeZ2fwP+oqD2fZDdrQI6du4l/5gH9zTrg0Os/QGxPUQ4PYP1sdXIGGEcEKANl6sMNoFJl6l4s3fvigInBcQF2l6kO2F9xGISxxVpQ5VXA+uMdr5brouJ1/HQ/c6jfZ43I+ItVM2OMMQlb9tJgNXkBQR9OSAxuNI5PsYHXIQfGmkuwAj621jTzxgcnei5t4KfXzaiC3XeorAX31vWxrK69dq0guPuD8tuqmvlhu3ldrNccMIAT2pK/6J9ho5XAdahngX01jwGvrJcFaA25VWYrexNjICcHOGLx7XaWLzRrFO2lGj3/fXioFMnUDUVyr7ENZL121XeGbeSJo4IbtfUKyVnvfFX9+tBOYG7eWmzL1cYrrUkf/uZa31M4QfTBo7TBY8nzhNzUdYjISu30rdX3Xo7iSmE7dsFtxhVQnO+hOC7k8EH69/FBou2Y3AJgyub7sD9jNbHHAJViCWpFdsbNU6Uq6x1z7/D4Zvf+98+VP54eUZ1YN3WYg4MyfWign9HlbEHwKwHw0pqMx6+8nub+/eq7v/TumxTCbyru36rw/bd+/k31m/cnAhOBicBEYCIwEZgITAQmAhOBicBEYCIwEZgITAQmAhOBicBfawQOfvXHu+yRYu9Z8A2FVyuabgRgUDVlw7yVvxuVlUAbm9m273UOUSDmU7tlABib6YEybIADLdimR0H50Scvdy+uBBxs2wwpAwgoT+3ZmSFacjECnSBmyv8I/Axtkhr1vCBxFMj8i8IsNtFWlJYSK3a1+RzXVhGcnLax+Qx4i3owsIG6CiQ5nzAgi7y51wLUZ+jsUj89C0jFxd4+MOBaVsXvv3exe+fdYwFrveFHFAAFcmuT//RMlteohvX5xA9AQFsaZqBGy0fNDAraPgXAgEnAG5bRYK1WHW639w0bsV6GIWB5a/hSfVUszuplQ0aaLVBkkBYwdSM7ZKsnK9frdnPdQBAFZw0RPn+t+wNSUmnDyAV0lbKv4EsDq8A6IFb6aFEJEnfyUAvC0U4DVwc7ZZtN6h924lw4RCNgDnxNHlRi7MMJjPMljukrQhuAn7a77wX1UFIDyKK2TSzSjyuwc1GAeMfV4lvVIzDxyCAokA/1LzDx/FzjpgA89fLYIxcr9RckDqiuwwBpjucXAD5jeVUwEguUvl3n5J6t/NvLIQEORwQ4NYgEIaJEbPV5KyF7PCxAynlxVzC59iX9wEGAAHHqfqNxzLg6qoMSnkcNgYHIWK1jTU6f634fhaj3Ub9vLYjpB/oFAMzF3Gqg3PVpCNtgGoCb4hin6eBW3dI5tgRfAD9rVsCphPYFJ6OKpoPhplbQAvzUR/QjgwQuCeDncID7CZWv6h4QvoLPzgVu5WpBYMdJA8Vx8yETPlUDkd/q1wbB/GRcR5Wf+vR79zpIwCGChwK8AGGmBOvVoi6mTMagP5dnttX4FtDWEFv6gnUhYy4AmKshrVXCrAVYxVN/j8UcRvDSVfO+c9m+CQA3tN8sDC6kuWQ/NwdEUlMOspQw2Lbhv/vgavfxH8kfro6susZJQf8Au86XfKfxqYNEml+tfM7hgKX1j8B8K3Z5Jk4OXFE2Zz7Y3ttxTXysVi8b94b7zkGt99vyugFwt8nl1CmG7YGp7uvDo7vd87cOd9/9PocPeC7fXXGnwPK56+7v6kXVHiVw1+tNfHcA8Dr/eiTMz4nARGAiMBGYCEwEJgITgYnARGAiMBGYCEwEJgITgYnARGAi8LcQgYMPP354ILcocMbWuYJV3uTXZUWToA7vRdGIAs2ow8CKCwB0BpyRIpSrgUEUZGxaJ8+p1bNAAqAGINJFACClbNS+9sefXu5gPQ8PgsCAGeyOpbpDjYgdp7lbKeDYxAdCOm9iWUIvOTRrQ962wHoIzPhcoJZ793tg9k2AWUHSPAsQ1DkeU+6xnp3cwChtSzlqhWDlO1b9UYahAHacFpUxoJBYEo+73Q9/8JZtgDtNMoDV4Fk/UeKenGKdHBUwoBCVZIMgb/AXoGgwSdyBEvQJ+XXv9M+gsQCwAUFzpQ39NQgl7oA44FvlRgZkWN3dYAx4ZliXeiVOgZSG4dhXo2g0jMgVkC7rbFlDd67NjAXaBcBfVXempIsqMeDVQMxlxu7bQN1K0/WgQcB8rIf5Cdj3M6reDSDJR5sctAHAxAvIGpgd5WSuUri6/t2Ogl76G5ttxnbYW2hvq4l9v3Pr3u1OCwJh682thnC6ARiK4jcAWPbBUoDzOcYg8QXk8vft7XVZbSeOW6VgIM56GGM9nFAE2nWPqpD+R53pljHXqp08AxCP8rhhj+EzkQBYq970zyLGrcMHKwAuZesiK6Q+mdeZfzmssIBJQ03iRRtTH4872uo8z7F27n9WlPrQRuUNfnTIgUMU1C1K3qie64BF9RnW2LET5uRB8hiTgzkHOtYBwgEDz5HKTc2YsNpUA+hUOVbtuOt4pGBydDuW9Rw4uITv7t+91eR5o+FuDqdE1bpeqVsruVlXM4/jsBB75cQjoDSffAqCA7pzaIGxjS19K2Q5luL61skLUiCjAO72P7DeEbtyZzAsbD/4qugjtW7Nuaz15cNMbxfMtH21x/ZjC2fuxwaeGGIH/hQAU72tAhjXc68nm9zxWwhqa/3uA39vJD78w4q+Lw6dXGsM/MvPPtnd7d9yuxnbXieJsxX7sYIOwM1hiiiKl0Wv4p6+SB80+KbDsi50Ll+cHbZ5gz3MDGHXhcT9XPXmdWKZuUqcKu1AfQ/w+a6LD7KguFYTTk5vdz/80cXu/Bn13CiI6e+NAth1pl3AeIAz46QC1GNpMygf//omO+hRAL82dPPGRGAiMBGYCEwEJgITgYnARGAiMBGYCEwEJgITgYnARGAiMBH4a47AwQcfPTygSmwF6gqAi0Z4Q5od7gCIqyty3EJqo1QlJ+/FBTlf00z2862OA3TyIQPDwLStgg8IFvWTJWS7z7643n0qK2gZbtbnAw2BrFuVlW2IDVVQbwGOBNmgC85lG7gRVWE22491HyCK37HQpe4G1rX5b9CxUQa38tb2y4alAGCeR35e/saGM6pn6kYW4L5urqMyY9P9RMDvnXcOlftXm/0q41b5UYlN55YkXCicqWerlc/OyAsbmMY/yiNuxBDQa4UdtqDOgxkADIgLZCLXcKyrieliG+uykheXy59zH5H3E4vk2NEarBmCAStSNmri0ORAY/cl9r+dP9MgD6gXJaStpVvxSdfX2AHiWTm9sb4NpEMhSx9L1VpAl3bTx3uBY567WqMGgsR+WIcUCsI8ANqBnOSgBdLdJ1fw4RHPTN1Qj9rylwMBelKAfWzJUdpSHlAUpSXW3v6Mxsyp+uOhDi14nDoO+fx9W/ECo9UugKsBMLbRWJZzcAKVt2KM0vbsHEvXxJ94RMlH+8iZe2LFsO2FbV9c1s0LGIxVcdt2EyPGEdbj/O4xqnsZP/QBVyucW4V9ckzfROUfKKT6YsWrMlphytgh3hyQWJSZ+q3tpvncCtECydKvq3UzcbWluNpAXRYeWiC6//ZhkFIPUxvbqBuOAe9qrLpftSZE0hhLZ33GsLUuxqXHl4F0jRerqaO85GBBA1gr5GstY857fGqMA4UZM5l3BfHsiGAinCdx0KLijoW15cBE0Z+puGGnXAr7PuiyzT0OIHVxhuxRAHsN20DZKGmj9E3fZgq+CgBn/KbNJzgvsAzq3itgYwN7jaccaNE4Z/wxXTzOGuw/tmvu9Yf6X+vQgBLELyDTzgYe16sNch/S8FoL1+x+rvhlbYlFNDGGmwfCZiw9aD3zeAXbeoEr+NoW0FXOFgC7Xnx/AKtPdNBABX/wm5dSAQPVncwgfSN3CsrvQy5xqlghL/c8doHIoSWcKjyngamW9jc8DhBPf+ewjutc5fR7sYJuK/cMnxyCyGGNzIsAYw4CrWVGuW8V991+9+OfPtu9936tGxWPrIdaV74EgHErYN5HAdwHXTyONodkUpvNNQD4SyGZFyYCE4GJwERgIjARmAhMBCYCE4GJwERgIjARmAhMBCYCE4GJwN9CBA5++QfJp4pxJG8sgG+hREVMrAM1kAC03QoeRrsZNd6pVJlWDcNLUH0CgcSxYpcpMGnL04ANNsKdh7NARFSNwJXD3UefXuk97pHFMhIxgB2qPcnekseXTfUAib4Cp9OAtq2OwresPwtWJA9xvJSTq3ijurJCS0pDFRNFcayCU16p4Jz3lqcEQhoC6K+DkqA6n6Qg0f4KtbJsfi8edj/4wYUgInAO2sH7qr/BQGymAQEA4/2efMYHu+fPz63ATlsCaYEXqMdQ0h4pDkfH/OT5ZUta9rB8xkpdxQ+AilK7rUaTbzZ/xwo5sfJnygaaPiCPMHDK4NsplwPwbW8qgE0zgAn0tzvQTJRcs4kRz0lezcA1ntV5NgHFjJHkYQ7kuLmR+tXKVfJ3VrsNhziQUMOybKPT9xwaSGm9+4wAACAASURBVB1sB41VuWIB7LreA+pTNu8fW4VNrQBgUpla8Zv62IZYEMl2uFj4arwwJvYqA/UxzSK/qmEk+WyBW6rntcYkUJ62xXJVkNMq9TXX543b1QBO8JExpXpi9Q3sNdRTPVFxtg009cW6OtAeYJ3yrqUWbuX9oeJwqkMF5j8FBoHAhtH6x/wIaM6BCcNa9eFeNuSLTFqvnagu1DcQuME5eXtlY9w5SmlZxZt7DMhRUhYPJWwBwYF3Pb8DLPM6o+tM6swFhNa4A8DlUIEU8EDxgqqZczms0RfDyorpZawGtGY8B6by70bjnRKtzDRUzmGQKEqzRrkeXnYCL72+cGl8Z+yR3xvVOflu6V9s362T1npGHuKsb9caOzlQwjiMirfXo7b77XIbtG6tf31oRv9rW/Csh4zhdQ1rwOjqNY8GLFfuZfsjtKJUY5D1MZBXc0+fYWwFQAIYORiCNfu6ZhrA6j2rsDfPpZ8pg4tu6jlo2/66GlZnXK/jiJj5YApAXvOIWAVkZyyWe7/bc804b3Gx50Ti3BbX23Zv8x93PTLGUJjrENDR3r308sXR7hc/+1TrFodJLjIuTzTPdQiEweG86KqPwb/bnTUwtv6rGpjvAb4/Aoszxw2lWT8c91V9nLlBPu9WuqezOkbLwSU+Wc9l3UIB7DYUAF4V4Iq9DzIxR/e7f/hP58n5voY/9eGlPmjTYHhj1e33N+B36TzGUw37fm11ftjetf7+9P5X3/X6V99U/pvK6++p1923HhB6U0nz/kRgIjARmAhMBCYCE4GJwERgIjARmAhMBCYCE4GJwERgIjAR+HZF4OBX/7qXyCtgJTaqQJMV7nijX5vcrUgDnBjGelOaXf5SZGoT3NxY9++vBPBKpRUrToCHNuBRyBW0ysZtdqmtgtPfL19e777QP/RLVp4Z/gGnBGUBGmBdlFePbJ9LyVZ15r5TebpSZ2/gC8oCcLhssWwVatoQZWyUeFYsFyDk96MjVFrAgtgSR/EXQNfxcqEo0QyluP/Iys/dw83uu987lfq3c3Yie0NxiXIU0EweUIEDKz+V59QAeCclNQA4u/0NgIEiQOJr5Ug+NDwADgQAJ18pV+cTbYvhKCDbFhcAifoRaAa/MAjbAGD3pNpwLgtnEAbqXCup9VpASEAhQA7Ig9XzY/dUPrUFTFKn2ia2lcPYmaIQTB5S7HPb6vnEuV+BMymi2xRQnLDzXAC4c1EX8Dg0eNH9VgALehsAB5xi5ws4wZ7YdsjkP3U/Bh77kILtwFE4Ehc+B5Slb3IAApAI2HmwdTn21MlHG9X1qjIPtMxhAYNcVOBWs1auTj2XcYc68uAwqnbqmX6g7Nhnt2UvoNl20XrKXmp7ymqAS9ybxQW2AnkD+25urlwPVMtF5t0Htk/3HKNExn+D+kAiirdqXe8BqT2kAbwbAOwXNWeYO9s8tHwuBwQyfgydBe9jEa2DApWEuXNy95iMJa/ssw20M76hdAZvViQm9y5zZguAPRyAhTWPM0CiHnYeZ78X2NmKWZdWfe54FaDuvOZWjFZQbR+NNboPqzDWj+QWoBzfxLgU31TLwLUU9a0Y7vnUuYeJSytl13nq6Hq8BZpnnmeuF5gscN3g359wX/Q6l0MbbSfMmLMVt8fsqkb1OquyjjUOiUePG4e1npmDGkWY1XenzE+7CwBpa75t8twaOtZ6x5NaiF3nADJ2VBxW3147AMpb8AxA98GBPNOK7k0OY8rHZj3zYQO/a61aALv+NgDWgZUHjSO+L272B7sXnz7sfvvrF2rTcz/77AxVbNahdnboQ0K9dGasMl5WMmpHgpozjIfkPa84eTxxUCD5fTOOkgOZijekXuAvddW/jB9gvNa6DVA/qOfapr7KZlx8/4eHu+dv5zDLXwaA8/kGw4++o3qiUINNU/IVvHVZ2NxYvw4A/nJM5pWJwERgIjARmAhMBCYCE4GJwERgIjARmAhMBCYCE4GJwERgIvBNiMDBb/50YwAMJLMFbW38BxxhoYzVcYCf8z4CuZS3tAnILfkKDSAC8bA5viKZb1EB2/xip9nQ1jCVvfLYMgPg/FxYkn6+1GevZOmKyWWDLzbbjymjKaE+H3tmNvbXPJUNek8FYwM/VWdBMGx9KevsXGpNATY+h/oUKP2A4tVAoayeXTfUaLGJZoMfwHR8BMAOOG3oQ7ntoAl8Q2l6JzUiOUW/970z5W5UXA2mY+2J6u3W+ScJX0EDAFyp+bDwdQwL7rmOAr6E0hbBqPlUfxSigSTUpdSnQE1BdxSoXFa36d9hKZcBx8A/1GWAwZZ9A4EAdagQTwVpDWEXKBSLWT5z9TL5W4FvZ2ethg6wXWBtjXhDJpWLWhYVqi1gq95WXyonbUOtU9SxDYCpt+se8G74UJRJoYg61/lg1zLhrDx/C4AB/Mey2+Vfg2qiZPGe4kMbyCPq/ivIjZC64wmU8pgD0qkM4obN8P4qhxP68EJznLbs7Xo34KJvsGpl3BxLuU1eaOJ5JwXwzXUsmGkxqlNyu/KcAFaAfpScUflip36fXNYF1KJuBSyh8mV8A1TPVgUnCmret9q74XypLW13jNI9Vs2BU+T+zpyMOpHgB65nwqqOzPNSiK5jLAA5lsOP5YW2B+YwR41FjxVJqhm/hvQ+b8K4jip2mzM1OVdp3ya3as1N5kAfSukDGg3vaQOHK1I/qr3m12Vs3dzJUtrzPYdJYnOe8UT9AcT00RYmMye2qvm4GVRYnljotoVv5/Z9DH9rgpTatS2hmXtR9D62PEetzXSOYpVDAcSZRuXQgLtFbdiqpj1fUarWOuARWGrRBra8lTzftVbYpQFQnAMSnJe56fX7kYSTfso4xYK9Yxz78rXvWxVtp4WMosxnx1FjjmWGZlTMreR3bvm8trV7fgqCY5tdsJT1zAcPOFiU9eLXP9/vvvg8OdxPAcCaW8QO23rivFpfB7jnYI9rWErzHHTIIQXGx60PEPWaaKt7Wcp3BySvdVICNNztudkQNhb/gfg+CGX1erUhmnSPdR+Q0CGEd9873L3/g1aZV1wWaJw4d45q8o07bjX/FjV6U+OtW0bB3/XwT573VSraAcA9Z+fnRGAiMBGYCEwEJgITgYnARGAiMBGYCEwEJgITgYnARGAiMBH4ZkXg4Hd/rh1k7SOjdAPO3Wk3nQ1voMApuSPJnQnQ00a4VaLsChcAADh6G11AiY14ADC5diEXQF+AhBW8QBervwJsUWQZNtVGte1GVRDKyc9eXO6uDU2j/I01dVRuVge2zazqYWDGJrb+Z+td/e9MBDab3FguA/tig4t1MZafrcxjIx+Fp3M2FgCGRicnbAAw0NH5kfU34KnBKeVjtXy0ACAsSVWeYvTe++e7t97CghQFnp6ptph7A4ALIAMYvXGv1xpAA3IaAJOXFdAOLHO+Y1tj6/PKDdlWy1GlRSJG229pf1uDVrdKn5o+kDA0lsOpSyvOaDtAlwuQB3C23WnoWcEyxkXspYF25wLprV5ELexcnAWK6rEuj67mXyvNgMCx9d0vsIvxRb88Uig6p60KoArO71zW4xxKED2iHbarVXydiroA8B15lm3Vi+2zxkHV00rXPTBV96t/eJ2xRC5Rw37V/07l3jI+rcQLZGH8HgIb9Y8xcHXFOFoVow14GE8bUd9mBVAdUR8DO1HKy5a6438txeKD1cRAL+CtoKMgsWEM496KcQ4qBDBxkCIHGFD4phyeizLcuW7VbIP0UqYGsOfggA8C2Eu2VKYaiJ0jFmtuz1vVk/HX9rqeyB5ZAbj8zSEMFL7JxZs48A84Tr+28nf5rNvy2B4XMHoua2idp8gY6cMGFTXm2C3KbANK6p4c3e4PQ3lyNm9CrF+B5MzTBqgNgb2eAB4LQDPHb9Ve2uG2qc0eE8xJg9KKZatSUenrAAAXhwc2qYcXVeaSM1j3xNq+c/ryqcC5vnoNYz3FSSHQO+te1zH14pmA3czVft9OBPSlxn8fvOg1g0c7x7VVxRrrVqZyAKVtmLHST03g/QuANKTPHG31Lxb+RNwW1yi86SeeyzriQwCJq1vI3LQt+goqOy8w9u682vC8YaVV9zVh6G8vhayNvjHtf5UaeJsrue+JL3m+n/j5548Od7/7gBz1Ulmf6rVlrMSCv+3qW03cea97zNLG/r7JAaDrUqinvVSbnOJtWd8A2IelNDe3hxgCsjNPOaBABYHLXDlMRe5maHggtefp0d3uRz+92D3T98d6cGPhzfSEP78FwDnoQxDbmcD68VR4sYpex1He6DgPAO54zM+JwERgIjARmAhMBCYCE4GJwERgIjARmAhMBCYCE4GJwERgIvC3FIGD3zcAVqv2zu/LZj4QWLlIsZQVqWHTG5Xq7e1+d/GsN78BVFI2AZO8aQ+8BNZhaXztjfYTVFilxgMcOc+unmMr2VIMk/uXq9KxWhn26ef73aXA1S0gDIhjg1oBJ1sYA8T4x6fIxymYB9jUe0BQoFHsR5OzlM8ZUOkDQL/kvoz17/n5eW3QBww0+DRowppWsNDKPG+WB4QFziSXqwFTw0L9DigEZr7//pkgAcAsYFoyNCmRFV9yz+qXCDKzRX+MBTX/EwCIRXVsP4FaPPgYG2PgOjbPhi2x+iWGDVuJt2ErLAFlqFRvB3pm1MGAc5WDlXHBkAYLtAEQ0fku284U5SywhByfVsYppuTHbZ4V0Aj4u45VMta9BaUMljwegJhR5XXM+3mdVpkoYDsLgG6AymdsCVwHBLgnKtio0ykX4CxRuqF2X9Qv8JaPBhJjOx1QrXGDqlHjg8s22oDGypMMk7HKWo8lBoxrLufKNaCKShDICHH234od/YXy+FaFn6IK5K6Cjcl1G1ATRTnjg7gAg6RKFwAGUhkKCfwyXpx/1nllpSRX3a6cT5o7YhV9CjjdWOpii23L8bZ2NkgPBPJ4YB6X1TSgkDoQS+a4DzlwwEF/My/bkpzn8ZpVudUpDcsou1Xo5MhuZWkOK0TB2hA4OZrV4A0DtdW74mJnaNYU9wf1pZMYvHk9MI+4ZIwHLucgSOZIj6vMQedAVt84p6pBnA4VFGhbDiRoIdnfXrmOx85NHNht5riohFkfkuOV+JyiiFbVki8YgBpr6b5aBdx/83zyEaOGJY6olOmbra25QWuNScpk/WiQbutkq4sz3uKQEKBMfHAECETkEE7uaxjuOWW784x51kmA9BEHFnxAI3ms07+ripbXAbVWBddhnsQjc3L1V/DodtmsD31xToCDMFv1cuoVlTdVt8NBBa7XKM8vFPYVz+XgAZEuAEy8u//4ueQ1rnFJH3G5ni6f3N5Hu9/95n738cf7OACwnuo7wAkEiKcX39Tf87muPHO1f3drOwVAfW/5U45jDuWkvLgZ9EGlLjuHLuJcYXW61/jY+HPogvcZ38e98PnAxe3u7XdOdj/4EQrjxK7f7jitBzPyfdAgnzHnPNUMg1rne/4+cbBe2ry2Pb+1PX7+2Az0L32C4Kxj4FVvL2WXUv5193T9X/f+V6mT00dfXc83ff6r6j7vTQQmAhOBicBEYCIwEZgITAQmAhOBicBEYCIwEZgITAQmAhOBb3IEDj78ODuoQDeAJ1aZ5LG8Q316IktZg11t8gvW3AkAnz9TntqCUIAyLKCtgARClcSMjXVgBlDsxEpBgTKBy4CQ5FYlV6dxhGFI/gGLxMAEana7z2Q5zE+UmWx+N1ADVt3eB8SxSX2iZ6KINWhB3WtOmU1hNodPpHzkZ8M/XkflhVIWkJpN/OS73FpjPqAqxPqTOikAgIMGNbFF5m9t4hvwqf2GT/e777x3IfUv8AMIVFDsBotSARwsbam7VasBCISy97BpB4CrATB1aoUx1rm0jM8D1oFchPNK8BcAB/ihTUAyYRADYMekLJPpmlYzNgBOu2NN2m0PyIkqGkthIIvBs3MAawwAldz/AVL05cVFrImXcgoAOwewFc6dU5qffDLwwAo45+oMsWjIg5IZam1wI1h/I4AfKJZ/wFDac6ocoGYewKGy0qYcxoRhq+GD8b3KiBoWgMLnaMNTAOxcw8DPtikHdhm6vppieF4oLhxuuLjAdjxg8lbtdrywhvXjA6TJsctnyCV8d0uZUfO6PifqMymBPR4FgMmHbfvsIkAowcl52kAD4LRHeSmFu5Wlaq+Btw4dGNgudq9ZnjgMAZAL6AsksnhS9bvSRAMeAcYbal47h3PGVSy8UUNmrLRNdYNYyqSP/ByrnenfsjjP43MVq/F4ktPAzc3ea4bnVeXYxpKadcM2y8WYStzp+FowqdD5QIDb2GAvCwgHNlhbYj68th34hv2zVbKKJZbuAavcwxxOLADZzLvY3pMXOhbyrBWM01bk9nrhuU//AgX10yrWfq4+zyhmPASOl6q6QB1xZNXKupI1uK2HW83JytpX1rCCiHXA4NG8ZbxSpg80EF+VVxbXPMNKewPtFQAbSnJgYGOtnPpkTtZjNmujDt1sFPuMbw7YrIpixlHg8RrTjKUuzwd0+EddC+y2NXMO7yS/bo/FXhdWa/Uc+GlAzHNKJO5n/Pmj3e4Xv/hEa+SFv8+swq11YOtUQL92LmU+51zpTleQtX75PiAOtUjjjuH8wz70UjEqRwqPJLd7O09xM1gtztOXBe/VQHtKoMI/1Hfv8d3uhz96a/f8OQcRfNs6lppzljKf778t/OXGvwQAN1DugreQeQDwGu/5bSIwEZgITAQmAhOBicBEYCIwEZgITAQmAhOBicBEYCIwEZgIfNMjoBzAkU0CTraqPyCwN5UN89iwj/3rYtnJe9oAB2pamab7sMaMUpUPxRYX02Uu4xmUt1iK6n0slb0ZXWzN++tiBIa9ev3zl/fKB4xaEVCHyhLaAy6hIGyHIXzJ50quzAay2RQHViV/KuU5R6YeBjxuiMszYseZHMC8l9ynWDkLzJVddcNK4hFLzwCWWChL5QvkQS1li96j3dvPgaF3u2f6nQ39O1knAxrv1Q74DQrDg7LPTXwTL/4BaAz5DLgSt85h2pv92EIfkY8Y9aYA4I3qnXohMQ3Y3AvUA8Cw0LbVr+qHYhYwY1BbsCeqO2xmA+9W9Wr6DoU05dFW/qH0M9grdRhK7NOzUytTWw1qi2+rZAHEKENX8OUONvGHgAcInQpmqwj3q1W8/rxwjRSmfSVHLMq5hjKoywHAHCSA3AXeGWxSdB0qqAB6TBoAYyGtGxDrBnoFlPWYoJyrPZbfNx5f2J0fVM5bw8gCTVbUES/gmR9CzuFAL4apAW9ZXx9oXDRMApzRxwCzm1IA021n6vNDjRWsq62cFtS9upSCU2OGvsWWO/mMMycNna249Qhx+cl5DAjOuGkL2FasNkwNaAyojV0wcQHsBiL7swnpYh9NuX3lmVHTL/1D/AGsKti22YCtIk1PgRMFAyCt8qb2dUMDUsbnha27N/RreVJD/QA/oCL9t7WFZrzxOuPf65Zhm6ts++c7lJLESf1rQMmBhGoKfxNb5lTqxvuxoGat8HjQa7FQp3/4sMrT04DOT+u8bQIQ2GO7OuRYwbZ1ej0b9bqV2YBN5qkPiXAAJn20hZwNVg09S+ntfsGmm/zKznMOuE7O7PQpY0jzpfocxewCj/m91ule73x4hHWp+jlnd4ir7PCdT3z14bbzQs2jqH/p/9TZo6X6qtcXjw8OFaB2Z97qP3EFqLlY73Uf9Od7GGzzBPfhmeU9QqKyPvjgcvfJnzhMcJ4xHom01zNb6pdThfu/Ksp3SazaV9vsLVimINYG6mvFvP7FOWAF4M4fvViM892lPuB/NSfaujvPJGUCMVAu8uNL5f6V+veHz9z3S7sqhk8VwLuyj1fkq+msy/nVCuC/UKE7AHizuMyvE4GJwERgIjARmAhMBCYCE4GJwERgIjARmAhMBCYCE4GJwETgbygCB7/+o4gJ+8VPFGAN25JLFCB4bPgLD+u8l2xqAxJsQax7zqQYtRJYG9ANANr6MzEj12F+6xy4KNxgImyUPwiqGIgKgu0FiT75/MqKRXLPsqmPbXRASxS7UTECroCa7H43uJHtpiCXrZ/LGpP8qQZ9wBTdeV3Qs5WrKCpdQ4NYPadyebYCMwC4+U3lijUQiQL4UMl8Uf9i+yyUszsztAvnRHlqsATgRuJsQAKcDUBM7A8MkFFhUsEGAAHwAcL0A4pYNvdpv6G4bsaSFGgNEydOl1JbH5mCki+5LLEVByDhiaBpFL4A0/TtrXM+r4q3gBqBSZHZ5IVNGYAerIkb5GJZDNAEWPW1AA69sFfeXectpZY+EFD1kZqZGPGMU4EwgCx5RK+lCKWDgHNuTMWWupmbAYtMZACQD85F3ICWlwEni6UsjzWECnTGKhkgTX+juAW+8cyAIS6UiwRQfSVanLaj4c5lEXDBv+4bj/ECiA27Xl5K/W6AGKvotggHIqLups7EkabaAlp5gaPcZU5g2Qu8OzZEZtzbiljv95gAnmI7TZwA8RmXWEinHx7lxwUeOvaBulw4izNfsTembOKKbTEK1q2lbvdnY1iHP2zZ8X+a85n7WiWZ9zMmtgCYoQAEvUba7/cIaggotvO0CbhosN9gtJ65AOxS/8Z2Oocfzs7Ivdp1Yy1RXDj8oReZjce2pmc6sP7oFc3RBQBX+b1eMRw4BNCwcrVLj4KW+WloacAqBalb8HoA3KrKBsAHtR6hcm11PWsi0BlQeK91BItn5mrU4Ota6jgtfZADDywHObjCOCePdNTvXIbsNYC3ANhguaGsbYkzH7IuthtABzQjYAHAzE8OD3gNi3KZ9WE9aBD43BCY+jbkpZwcVkn98l6hZ4/7ysm9sXbmvoD+NVftFgB7Xayu77Wa8l98cbf72T99oXFAMCJ3j4U460T6kHnAepUDBMmVbriutYmxGTv4lN724lTN7VYZDYB7HKQaUc33FUVzDkX43QLlCUAA8N0D8+/l7u//o9S/co/wkrQW4Vu/BIDr4FAfLiH+6xzxYE9b6vtjOz/6O7j7oKs7CuCl2+aXicBEYCIwEZgITAQmAhOBicBEYCIwEZgITAQmAhOBicBEYCLwjY/Awa/+cKM0vNltxraZCwAKWIPJ7F/ua9M6gAkIjHKLT7D5fG2L1L02nwHEIQ/kUmxFbgCmNtbZdC+YHKBctr96PblKUdSZZghmnQnMHexeXO53ADWA2MMd4JIN/NiYLoCUvJe1uX5Lol0sVbXhf6sdcUAQZIINblu6Ys1p1Zne0+Y/16GgTpRdq3UsbWuo4HbyGcpBNQp02UAYA76Dm91bz453b78r4guwltLQTNQW0RQWhbJVfiI2wJoAa2LDhj/Q5QkAtrIMhXFqEyXt7aJaRm1JvLnn/ExKXfJ76lYAztXV3n0DRTgk56r6E9BxJwtcPhO1Kv0Rq2crHgsqUycroHmq2tm5YxkLANO0P1QptsRr/t7+jH8W+KZ+jIcGLzwqZQSdkZs4OUoDqFFWRkWObTJEN0piXjPsKWntg0AZ5VI/YgiYBtg2cEoVY2dtC9hShDMOz2TFTLmXVtkG9lGX8/NTQ1rXUc8E9tFNhrPuLOpOzLD8jsQXJWxb2SJsBjRfkQfWQDoAuGEp5aDCxi75SsMvAI12A9RiI8xltbjU7wxCwNQJKUH1bOKAOtjjVhATC2WU2cwH6sEY91w2oPRtKdeqxyhvuVCaEk/aB5g2KFTlDcDrMvzSe2eouyufNp/nAEIrJjNLkqHb4fGPPGM9JJJxTv84L63HsWv2eCK5TTvZ357YMrkhGuPHhz10IMBQtJ7QClyUqLY23gCzKIzTrxzQaKt31wN7dKCcx1xU4L5MytsOGSjOPH2cK/fMivOGoZkPgf2JP/PMRRX0bKicAAAq06c8N9b44bOMGXKQ3+mDtBuLasaU12ONtYxxB1VAM3HmIA5dHftt1gm6kPGveuv1tE1jT2OpD8HE1jrNpd2dm3eB0R5jfL7GGOOz2+I4AXbJAaw+dycyOQJofeChgCMHShyTArnLgYmt6tdi6BXqpk5RAHcOWwJJ3frgx7YcwmHwvAGqW+toDtv89jcf7/704XPX7YAx7LkQ14gA4L3XKa+Jx+VI4fU8B3yYJzmcQ70Su4wb5hzQOHnhb3QQwMtSUVoOZLTKmXZt8wUTK/qS1zxWcv5q9853HnY/+nsOOOW7cwG+NZ4YB06TzXcrMLu+gwzQ3TdPiHG62VeD+ga82++vtlDPfV+ako/m1aZIz5WvvEqBvAXPr7q/VehfXdh//7vrWvXfX8Z8ciIwEZgITAQmAhOBicBEYCIwEZgITAQmAhOBicBEYCIwEZgIfBMjYADsihtuAevIrSiAygYuYLSUblhAAw5PyZOIRSYgQx8DAO8LAPeG+Bb+HBv0xnoXABzb4SjGOm9tb/A3ODgT0MQKGbXixx9d6uexYB0qNxUFNFCuVFdZO9ZYEAN2DbKc07GAHxv2qiG21QFA6Z5jbdwbhqHyAx6gHtZnqBf3GTC6bGtz/bo3zL37DlTBHhj1HlAGQAIUud29/12pfwtQAfWS+3W1ot1aT98pZoZLqHB5dgFRng8oBRUBYq4FqaO4BowGLF9cXLj+gKeAWvpj3fy/FrgAbCzxUT1RFsd6915xFKwHgkp2a+W0XgdKNPDjc52Dld/bjhTORX2i2ARYEa/AN+ICGDFkNtAouKY6O8+ulJdAV8DLtVTBKKIdV5EqsnMa0Ot915PWY/VcwMmWympPHxhAzXkKRNVgAIACQ+gr7J1PRUoDphhylXc43VaqP/ULnxcIo/jLS4GbytNM+c6tjKodqGqQjxV1YA7qxACrmi4lST47T55k+hsAzMXhAx8YIC41TqmWwZ36FzvqL14CiUuNSt5ejUuDPveTDjKYL6dAchoD8VDOHqKCF8g6v6h8tdSDAw0EyqrgyhVN/l6Fk5hwP2McxaPzk/oAR+ZxA+Ao9ZObtMe97ZUVa1TLHPrYCzSu7m2HeQAAIABJREFUwLzBkhSnBcEDkBoM5eCFx6E+i2U1Ft/0a4BY5WZlPSioz1iizigqyd3a6lADRsPwqBp9sKLgYts/t6qRpzN32paX9jzO9S23goKGHCZRj/g5zunrwycC7oBxxZ9443BAP9J+DjsQnm6nYanzejOagIvJA8yVAwCBjvR587LOA2yLdv27Qa1MDBhrlEIuYZ6vMUDMEkDV0vHKIQiuC6ye3a9mxDloAozl4MvmoA05gCkfOGpQnhL9LAD2Mk71PgCanO6Q3KzbaauhtVWpUfba4aHAsEqogyQZD8mDzEGc+ttq29TZoNnzNRDda49/BrT7Ps+TjdpXN/v7hu8nhnhByv4e6fXefbSxngaCv/jsZverf9E6esWXTXI6H0lxn3UPS/tYN58q173t4WtssZ6yJtOvWwDMeMl6SDA4+JF1FfcKxgtjl/GYe9r6Pmshjc2az3dsrKgp4wG7ec3/H//0XAeInBE4cexpRPj5/QkAbqtur8a1llbXfunHAkGrL7c3fB0A7DWsB9AA4NeFe16fCEwEJgITgYnARGAiMBGYCEwEJgITgYnARGAiMBGYCEwEJgJ/FRE4+Jffish5kxmogn1oNtudcrdgKkDKClntcJ+h+gSc1HttAQ00AxwGhmCDmbJOTEzY2C91GsozKdvCBLSNXe7BVhMDflQHcgmT15ePfvbifvfppze7L6TWlI7UEOKAPLplwRk7z1giR4lGscCUNQ8pm/IAvGykC/II9LFxbvApoNu2xVFANgSLXW1EyYCAtWwrkU1B1Cyp3d5792z3ne8KMjuOUcO1KbKwSgAAJQOMrSaOCpbYCf2o/ACJQOJARmyIrYhWHQOwAGLKfavfAZhRRcZmeHvRxlibVg5UvY2KM6CX92SLbRVarKNXOArIUr5KPcdQt64GLrapVb+hruQ1K9lKCU59Ok8soBglYPFztePGzw90AWKSb7lBoSqnGDCcTs4CygAgD/cBVZRB2JMDWPCYHLN6OM+DM3tcGhgHohvw6H3H0oCqQCzKQyBrAxrGmpXrgoEGxMQq8C7CXj1DlXGeXRrrMtsaN+OAfqf9zw2AC/IwvBh7G9nbFuR0TAF2n38elTCAmYZGhC81twAkhxZUG8c5oDRq8NiUB9A+e/5YCb+XYti5nItCM7I8n62gBPQyzgOpiAtzgHYCvqIAXsdo52duWN7Qc69DEzm8QX9kLHsM2oa94KznQOZBH3oIvNNBER+66PGKha5APtbvQDjUtarrYqtsR4EoNbNeUL/AO6x3mcpdrxUK5jmMTcrMHM265j4ryMgz+KyV8RoArRbmniiKT9w3nkeqr/N+ozY3oMY+es1dG2vxsi4WZLRFu+c68S/oiHJU1Xcf1zKS+qhtKINr/fIZE7UvOcZpA30eYMp44H7Kpx1nAvMokm0RXXPFceaegqWGmrWu2AIasFlg0WUZvgc+874/V/MBqG9XgV72EsGyvO9Y5ieHPqxetpU0BwxA21nPiEbne7a1vmOTmcBaYOtqj5cEx2sla3zdxJhgHHS8Uu9Y2Od6fG+XzXMp+ne/vdz96V8v9XuUwIdSAHNwxeuhFo0A+0P19aVLA+ry3YO1etaVBAwFMAcDWJv7cMFyqMfrTHJw+xCR+ohDPnwX+oCL13xWNuZKcjxbLYy1/f0Xu/feP9t974c6yOQBUgcOanwswJUwuaM5lFJzlTlYY7odJToqGRUNzNOG7uf1nvy2fj8VbN7c0HMr8S8wv+mfp2Utf48C+LWhmTcmAhOBicBEYCIwEZgITAQmAhOBicBEYCIwEZgITAQmAhOBicD/jAgc/L8//8y7w2x8k8O31aROL6urc15eSTmKJabBAzk3SzEIiLs1IMbmN2CSTWqAgjf8vfmdnKCoBxuooni0naaIAOCAjeYrKTINbgRigTdwG4Di739/LTtogSJtwgcsAirbfpd8v7Gr5WpYcyhLz1xRXgHzbItalq0noiwBQ1HetSowCrcA04ZJAcC9AY6iNTkdaduxgMKP/u5MAFOFlK2pIXKBllcBYCt+Vd4WALum3sxP/KLINMY2WAcyUVdiDMBwWwsm57PZ7Oefc/UWuKA852YG7liRG4ASVR6K2FgYwwmBS4D7QMJEb8uXnR/1SgCZeFR0gYv049lZ6tRWqMTGSji9VkI51es66l/bGFcOUd3A+yiA+Xkv+Inld+fcjSoQpaSUfH1AAOWz4bBUwM4FDViJYvSubMwtUAPgoOCknwSzkvs39QR0GWgC2YBXbUleosszPcPqziJ2rWIEAKVOgUc5EMG4LMjCeAKm+U/GQcOaClj1AwcabIcM2POtsfhmfgG82iKYGBLT2D8D/1IeCnlU1d0P6RspL+kPWz6vdsbMj9gbcxij4L+spflzr9zU2K8DvDwegOH6rPPQOi9wxlSUwrEAz3iLtTWQ8Fj3dt5ZzxvGt/NxRxX7FAAHpgNyA7upF4cOaCNrRMZjFPZWIZcdfeeWpfsbZKYyxCgq3rZtXtcHjS9A8vKBQGagffJbE1ts7gP8AugCgK14V55m1kb6nZjTzgbAPJo6GwC7IgQrMYzdcMBlw9+vAsCeUyqEtNBRiZr25bCI/uZIRCzC1wMIdgDgUAB1Vhs9zxhfGfoeN32Uo0GiAbH+w3qI48L2cIqfD8BlbfU6mJzvlLUcZHgUeA4QYKOOwzV5uTn0w/itsa4fDBdAOhffB8eML54DYC8Fcu62ltW/tQK43SgWwO/5HGCc+2l65vc2767HgGPwoO+U+91vfvlCdXjmgyW7gyv3pw8H+PPJbX57mzq67QbOKR+Qy3V8nO9G6kLKg3xfVB3oK827zjPPGtYuD4+Iv23XFQPUv9hMW6n9Yvcf/tM7uzMp+h/aQkDPs0Kc8Viw16kFXgOAA/EZZ+thoEX1W3FIjuj1nu37iX/D4v7r9a9tAf3juzd/DQB+bWjmjYnARGAiMBGYCEwEJgITgYnARGAiMBGYCEwEJgITgYnARGAi8D8jAgf/+PMvwp+wOLWlL7kQA8WyKRzQipXv/vqy8iVGPQjIOdSmNQov1LKxAY71JQApoDL2uVaDOa9oWVxalYliTvbAAis87osvkrvWVpvApzCQ3ccfP+z++MlVlJVW1kXtGQqIpTDq4FKQ6SU+3wpHgzMreWNfCghC+cXFZvySP1ggoxVd1Kvr/SBQsgLTgAtUpgZkzid5v/vhj86kGCWGet/q1sDUXAFuwBFibDhLXlyrPgXFDQEq1qYs/B2LUVvrAptVb1SKAWDEJ3Csr8Q8fwNCAtLyfKJkYK+fDedgRqhFAxgAhlE+GiDBNgsmp//zFH4yBqzGNECOhS99Tk7b8wsp33gGnEF+sVYcYoldUJr3UCQCI22xXBbAaU/qgFU0ikcgMYo28mEyAGi3FbCGgRpX6l/3Z6lOGyhdbwBl4KFpl2Ho+YVU5ToTkFg3WFN9CuynvwFMxA2oKQjobsl45uUFTHl+6BCC3j0VxDxBvSoQhZq7wbtK8LM676b7s+JL1wDSbZddQDpxAuZh1xuVM6AIkG3Apv8Qf8qHK1KuD1jE8dl9dn0dJbTn0Eny9fIMqxjdkcQiBwoa7NNmQ/0eL6ixFagcBGGuSG0quC+hbhTzla/aY8tWtvwEGuewQMBj7ouKtA4XqByrzz3AANeZsYzvPmSC6j2KS+p5YuX4OsYDLlP/nmN5FxUu6vCeE1Zyoxb22M447TmVgwcB2Fall5qUQyweGXqT+FAP6tsHFfqQQquOA2ZLmb1Ro9pJARWvba5R0GYMeK7w3JpLDoPnYRS4jovXvmMdagD4Zk10Tl+s0vXZHGBQP2uctyMBB0SYu7aKr1zPHrUZ+gUN83fP40DvrA+0i3WRudlQExX7EZb/QOCCnhas0mYffGBVycIQdXbmq8cEVtOVO7v7rkFv5xOnLbhEW2FfRxja0tiqW8UjB11aBV+HV8i/XS4PrKUG7LY9z7NjsZyGUrLbq5//+uH97k9/IihYqQN6s3b0IQMONrn/3Qet3M78zbxIf8aJQWvxLbm3gf7V5ppTHT/qRnn9HdpxcLzVgcfqR2p4v3up3PFHsn9+22tm+qeRfabs+te2lPqu8dqVNW0LeF8Fd9cDLOv3Rpe4+SpZxsnT97JsrmrrFWyv0PlxDeuv+l5aynvD7a8s4yte7Ha97pZXxeLrPmPunwhMBCYCE4GJwERgIjARmAhMBCYCE4GJwERgIjARmAhMBCYC38QIHPzsg2u53IIRUMpF/QRcQNkVO8+isLoDaGjYUMo29tphVoYYVkSVOlIvWsGLVWtbrGoj3jlagUQoNw2NY3PqjXU9K0pbmwCXwjYwQeLj3S9/+7lhWdSevYndALi3+wFHyWELQOCyRavoFfCocwEDjGPPyUZ656sthVS1GQBFbkcUdmz+Awv4gPNpwu0AEGrv87cP/e9I8BLQeGDLWOVLVd7aiJKJI4rh5PB0rtGyE0YF3Va6GTyB22su11UdHdWeyjLkWe2t/alSCcI8AAgo+xqEAKDIk1xd5nthGgBV9K2AaeCD2YdxCXA2ql5gBSCNK0o5xVGfBapZ7WdoCwQCbARG+NkFljkA0AA4rCQqTT+JMVf9uKiMAasCwOTsZHycnaMMRVWefKWMP/oVwA9EZyw0CHMuZROvtVz+hGOSk/RUEBPFrD8DzCqb4LsCFM47rDcY9wE+geZtuZt2Jz826lbnOS3V47lsoE8A4aro9bVex3b4MLl30+eoRG/dFoCiFYfAWiqCUhfb4YoV45JnArdQFwOAAxrLjhwrdh8AQHG/xtdQDaVwhIx6r4C0raMLhulZQGPiilt09w223gu4LtBI37744lrl3SgHMDbXUcUHSK4WxelLoHHUn51LuIHwImDUZ8i5SvuA68D0PnzBPVbc6lkBzCh5BWJZLxZeteZ4laDd+cFdDyys6TOz9ByaiFI2gNVzjVFsdTAvllpW68qx7JzpD8C6LeJ1A+pflg7K3l8BshPPc8VMrH+5PIe0tsQWN7lhG/BnwgRYk1O83Qky1wI3DaU3ALg5GXEmDy8AuK+ey51jfAuAaZQVsJn8Xp9jIR1Yeq+OaOveVvYS7xaL9tyjb3NYhs9QzT6oEwtma489x8jnznynDfoM6wgQfRlj9Jvmp9eM/AMAU73k6E2HPpQNfQ7dJFbUN7bMmvfYxm/oJ+MVF4Diuo5v5+QN0M/a3DmS842ggx/nx7v9y4PdP/3TC91wVutvr6M4DSTO6xgKpGU9aIDbsD6KeOzHUcJHbc4zT52LPeOXy/OgiTsjbEtY+RuFvQ5oHBxdyT3i+e5Cdu40IAcFeg7lu8lfB9W+dfQ9fq0BMHFbFd25u6vxFAA/qdK26Nf//ijvb596GAD8lwVv7poITAQmAhOBicBEYCIwEZgITAQmAhOBicBEYCIwEZgITAQmAv9zI3Dwi9/dK6VgURaDnKi6nG8VmAL49EZyNrvPK1dnYFCBxNplbhtcg0wDAjbSyRsb5VAUg9mkjnVog+NA2Kg2A20Apufk5C0L2j/9+Xb36Utyd0JnogjLZrcAjhXAXMAVlMxRKDsfsWiGrU5Rdaq81Lvyv5rQPgYtZjSlzmWD36JM05KUzQVsAe6dC1IAFQFJB4eylbWCFyipdgCoLIfNM9icT77iylmruFgtaPhH3kjdhnLWSsqQD4AWn4+CMfFPHOv9AiyI4lDNOoevAhbImnYZAKMULZjSAPhe9wJRgFJAl4ZU1B246Dgvii/qHHBv2IVqUP8BiPXQ4X2gUyBS5xIum+8NcGI8uE2Un06rC/oRALy/Ctg7O0++TGIJAAa6tFKdykfZXYWgKq1xSD/bghWlsUsHmpI3F8V35W+tz935c1Fkd3lWqZeCt8dLK3ixAQb0tKodq1YAbvIx0/6yJ8cW2TlRgbJ3hmABb1Gh3+uggOurz5wJUnlsAXGxhbYNOAcZNIdK5QewBwKnHmlVWwwHoGU+uusN2/gRRXJUjBlLqJUBwA2Gtv3n8aKy+szHlWyqUcE6L7diajtaJ4UFfAJOOcQRcHd6CiTOIQ7qTh7VCv7SwzfXfK5AoGHXCrJYC4hrW60zDnMAJfO84WWgeo+15MNd7KjdD7k38wVylmHGQQEjcdnzAhf5t8BpyiiV7XZEAoBjFiCoqbGI8ji5pdNPPkRBvHzAAyDpWzPi2gBA8cdyegGfBsaxn6Z9Nzkl4itQuC24gblZ57i8itDPgGcOkdTHyDEbRX7lEPfBDZSugdM9xXKQhzoGrC5LftV3u563OwDr38kBSuzkzGX8+dCIIXMs8FcldD8Jda3ud1xSd4B1q2X52wdE4NWAax9mqQMF1Q7ucU7ojZU0h0xY57eKTupgO2Xi7cNE64LSR4K87kn5++Fvr3d//mg9rGSran8X1WGBxbGhv1eqU/RZiiUWhsW1JjrPbzlasL5yD4d+GG057NMOCalTO1Z4rB4Cj698cOgnP3k7B4eqH3CXcH8TI/+efu22bfP4Ph1TVWOX9VXz22Ot+qbHUX/26c+Nq/Qrb3mtAveJ8nep2yiAXxfqeX0iMBGYCEwEJgITgYnARGAiMBGYCEwEJgITgYnARGAiMBGYCPy7RkAA2P6wpUQF3LBhH0DKBjOqJzajnedXm+xvXZx7c743mAEhbLZbHCQQ6o198jLWRnbUdbFh5jMpM761DXWsbi1rT/Mj3QNMOhVEgn+wiS92tPvdH18KOEBFBHcj1PTGepTDgVOt0twCYAAnUKTvtUWn4BWwrkFpg9nkvgTcFfgu62Gi7hyQKBcFarEr/v57b1n1qQhJzSV1qt6jfg+Ce1Su4RSf3Speeb1tqAFaF1ZYsulfilO1B5Vn8j8GDrSyLXENJAi0iWrV4MyJImOLamgNFFJ9UPD1ZTtjWxqHID2ozwAYaAjdDyizS53nZ1fyT1tMe1MfFW3Up5QbQJfSgV77K9n4GlQDDRuCRD0bcBiAaADsCqRusRAPbLm6JBCyrr6I6jwQcwW8WMNaxWor5aju2oKWMYD9N4o+HoV2EeiMVffzt2R9rHoAmYHDPOumQLAPJiAoN3ADtjJuO1dy6nl2HtD3xRci1IqFDzQAkACCKAGl2O1DAh0TYPm1IOq1AP0hNtFW6a2W3f6MrLLX/sn86dyfLbqLQvba4NEAbjlMwdzqHMFtPcwQiRq+wX5bKwPUAc4BN2VvbdU67VcfeNwmFsQAuNjQPPlW17nNOPT8t6o3YBFFqEE9BxU8jwL4OMvQhw/cVteP5wS+bgFwjwtguZlbBTOQ0x/OnDf8ZSHI/GLO5oBJFM3Oqap+MhBLofqdgwXMrfTzcgDEc28FZ8yBjIF8jjGPJXUDOvrUsS1rdw54WAhaXVmpxn0AgwMoGaOlUuepqgAHVco5eYF8seuu/MpW+yeXNuX2IRDX67YeVIS4QZxO8xgctnq1D/c0AKYs4HNilj5ZFPg1CJPXWPnY9feJxjcW8lxW4Nqeu/OGL4EtVwHilEJoF4CYZ3B4YwtutwB4PfjT7g8h3gbAZVtAX/ZYrCou8LjzDRvGvwIAY6tO+y5fnux+/fMrrU8EE5vuqOjTvzlYE9jZ4LUOEngtT+wTtLZB1vgwiM/hB67u53ygDztt5wtrGN8diu3hF7v/7R/e2z2Tdf4KbFWvrwGAXZ26v9ebjs9TANyvv+nnm4Dv088PAH5TROf9icBEYCIwEZgITAQmAhOBicBEYCIwEZgITAQmAhOBicBEYCLwvyYCB//8a5EpXaiZ2kLVYAewoHfY0DdotKTtfnchAHwkAGcVboO/2nzPZjRwDx3qRplV4MPwsVSsJ5LTASJwa70W3aX4RzaV2rXnPSvM2OgWs/jDn660kS+FpTblqZ6VvthMW+0WWBowhO0yACGgA4jY9qBU8UwespSL0pl2tuK3QUgrXG1nLHbD54mJLXwPpEJT/ldsO99951z1EPgFKlKOgWEUppQZ0BJwQO5bFImLKliA4BgbWvIV62crdMnjen0jwKgLkIktN1eDEurRlrnUd8nL23wCe1FTmNg4gy9Qw8Z5OXAF8IHNbENgLKLP1DYAGPDHSjvF8UTqZvLtUvT+CgXuCiqpF5+BfzZ8QCF4dZmDA6stbqCpFXCCJwH9AVutkHVuWFt0R0J5LeWl26/nU/be+XIZHxlfgOXzCwDww+4Sf3ADyyjLox6P0s/w74E+Q7V4v3v2FqCbe8jRWZbEABl9LippDhH40VbtRgkZO1cOLZyeRqF+eXnleJ4pbunzqEGBgBfPYo3LGKAKhmy62RCb4oG/9Qz6HotzLu5HCRjo3jElh2wplhcAHBUkFtUB7FG6YittmMdEcXlA7zrAoTfaWpn4nZ6rrdUfzst8nVzTxycciuCgBocYun+w4QbQYuV7Y9UkEDkPqUMLhuhtGRyr8DxPYFhz1ErmTE/BcOKCu4D6W8pSjwsFJDbfyQEcxX3GXsci+Zl7/Cg+fTCBcaq1JHmao1BnXnnO37EKJdgA3KwPKICxea64FimLCX76LFbiseaOxbTWRrcldsisLc5LjQW0JcYMcNTqDaxR/WZCYuV8p2emT6KW9sU6JHBY5x+WMWDnABT5VoBiSb05VOAzHcBZDmpgIa5xUPM+x3CIi9pllXm5BbAWlfrXIB77dq/pAfc5OJFDBa0spzIcoODQz3HlYuYu25OXQwDjZxnnrnPGbOyn00Y7Hug11lk3WfU40Q22WfcaCXQNaOWib3IlLYBztjPGgOioj6uvcn8AKwA4cy2HFZYDD55rWS9Ya+60Dvzml5/sPv3jc8Ut/WQ7fw4g1BpA+oO+2hLeNXNDc1ghf9ZxgjqA0LnkcyBhVaD387exPtTBoZPzB60Tt7uf/sM7tnj23F+enF8Wt+Unb7xOCfx1AfCGla9PfpTjt+rxtOAn9VwA8FPFbzVgC/756NP7vy5wfvL4tbynb9TfT5//mtvm5YnARGAiMBGYCEwEJgITgYnARGAiMBGYCEwEJgITgYnARGAi8DcXAQPg2FNGXWdFHkBGG+626MTGmXe1ac/G9/nFmaCfIIPzSyYPJjARgHKA+s5KTm3Ms/lvxV7Ueq2mBMzwGuWwgY+CcL+PtfN2sxa0kis74EeCUB9/vN999NFnBlSAiVOB3EOgi+FN7ruSf/Cd8rPSBkBvcpfeSym6LzgoSHdx4Q19cgMn52uUnwAANvPbVtQA2ErA1JnyUBDK/Hb31juyRpUwDuDHkylflKEgJQo2IFNytFI94rTfA8YCHE9OzgzTYNQNf2kxMHx/den2BHAkf3CrMG1rbZCe6BBjwKnbARgsaGQADPABoO4FjazCi4ITFWybw14VnCEm9BsKYMMvVfpEMY+a+1B1kr2x6tbKQoNEPddWuqYYgNG94Y/BDxa+ej1wJDAG2G5QqXuOBbeBaYwL8swCcM+lhjMkVK5Y+ge7ZcoAPmNx3ZCf108Fh4HvPDO2tgFGjgmgz/bi+kNKyTvn1BUAfo5SD2AXAEx/3JpcAcCk8BXQpa8CtlIvE0h9JJa9UTkDKukTW+OqqreL1XQrnde+8bj3oQTAXA1TlPJ6UOcwNdhUXHLUIXMQdG+LW8P0gOcogDlgweEIqZltW532HqlMAygOR1hRy4GOe6s3bQWt+Zx8xneVXzUQ12rPq+QqPtO0yJiKhbktmVUmObWpIxa31OlCc3fJA67nA7+BvswzYggIbSU4AcWSm9zJboNgv22EOUCA9XW9znvEm7KiltfBCGBrHTDYHhBJHQM8GUOnGg9ui/If0x6sw6nv9T7rQsAngUW1ee1xi2KZudSHO1h/mGP0F3FmTNG/fPZKBxBYBzJfo2z28/Yalz5oENAJ6CbmXMw5nn1sG/xVAcuaQ8VtQczhla5bHRgI8Kwc7Mxn9euJcyEzdxmcqp/KRgFMnMwseZmY5FxOhmwYtucrfQgKB5Z67nNgpkB3r3+gasZ4Dm+kDMBtW8gHmJYq3PQw0Ha1EA5IBqzbqhwY7JMfUXdb9Yurg/6OSjw5vHvOUlZcIvisyqn53KCSMhos9/dEz5+Mh4DnxUmiALAPVQj+8l31yUfXu1//C99VdYCBZ9pjooF1K/5Xi3TKRkV9oIMVfRiH+zt/Pf0SWN1+1bGUXxTZak/nuiYod/caf2f3ux/+6GL39ncIahT2dlbfXIvyv9TJvJUDLvlefGoF3Zy249Xfvf36U8vnLQBeGO9CnTN2+5mPa/b4rwHAXxWdeW8iMBGYCEwEJgITgYnARGAiMBGYCEwEJgITgYnARGAiMBGYCPyvi8DBP/3i6gFFHBClc3/aCrWUjdkoFlTSpv6dICPA5UwKQm9CA1m0mX8tEGfFb1EC5wwFWlZ+xt4QB0bwGRSqVpxhNy2YcS1Z4NFhJdisXKVIS725XDvjt1Kf3ggWv3whFfAltr8AFH1G5RxQnp5NPs27G4FeGoAlLIBECjqDM9XRYFoUBPgIhGkFcMBZ1GKoYQFEXE8B8Pm51M+qDzDxXBbEp2cC4sRN5dqCdKNSOwEAl60wcQUSGoSXvXIgV1RxbfcbGCrlHbTLuUADwla1XayjUcrxk/bZahSpNL1k0CogIVvhwFK9ZnBYdrX6G7gIqGr1dmB/YoMtqvMHY3csiHdw2Pa6x1Jeow41TjPcuZcKmnoB91pNCsiPBXUUx8Cgc9lbr0rBWIsbEleOTFAn/wOgtAIbUMlDiAsQ+lqg9kaKSv2ll+9smSx+bgAMlDw9PTcki710SebUv6ijr5XHlosuv3gWu1X6nnSdQPH1oAFQDjAfVS0XfQM4TWwDA1Hy8r7BFUO+gJ3hjkGXP1nQNjmN+/DDoertAwvmYgHkwC4OB1wLMoLl81zGY55/rnYBVAOAr6xypZ9Qh3MBPQFnxAmgRuisYoWjqRzbllNvFOqoIbEVXvhXrIT3AsC8//yt5KXl4vM+sKAYNnC7E+0OvAd+n/s+gDTjNbl/BV81ts75rIJiAAAgAElEQVS1PtBm7LlbScl8596MS/qQ/sjY8FxUNzE2kos34JZxpeZX3JmvgPwoMQHkrQ52VwAsNUboAxwKcCy4lrLZKnBUlz7MkHHL2EPdm/gJ4mr8Az9zWCSHFJh32HMzd+mVe/VRYPQ6X+k31hDPIcNPDpDksAYHOQw56VXgp9ce9WMR08D7HKLBAWAL8KJ0xvo87gQBjAVc2578NrbdAOCG5HZpz/mGJVcx3dKuCyi5vWQwZjkgoV+ScxroHktk2tc22hkIAZT82wt4e03mgEAtID1eUv/OV5vDQ9sDPQ2W2wqcGG8BbgY+4zTztXOm++Wad4Dl1fK465n3Xa1a012TssI2NOVABK/pP//8j9d1mCSHPNb+WJW7rkCtIw1Se30MLA4A7jzgrQDO53K5bN+TgzlZw5NC4OL5bvfjnwjq62vG/ZclMyFwO9InW8Uz4fZ6v7nWWKTtXJ1awC3wd0zGzZsA8fLwR0/YNijlfOlqaLxVAC8gOfNle40C+HUBntcnAhOBicBEYCIwEZgITAQmAhOBicBEYCIwEZgITAQmAhOBicC/bwQMgNnAJqfqCuBi38qmMpDDm/0FDNjAB0ihCuQih+o16lNIwwYAH2nzOSCBzenH8ibARaArQFPQU2QRgMrFhrFz1qIO6wrpdd52LkhByJdfXFuVdyQV8IOfAdA53F2K6mFYbCCKzacgz+3t3oCHDXwrgitnJ4CrFcBbAMx95xdRV7KZjiK2VbtnAo3H5L89UT5QASxSP4rzGmQYAAKDgM+6AjeSL5crG9/W57mNq5oteXKJk+14He9YswLRaFtsRWHdAFEgAKArNrEPAoytGgSOJj8ufYOKUyAJyKnyFhCwAcC8nnzMuVr56WeRh/YIkBPIfCNQfyvolLpZU+rPoDg2ePR4Qf0bkEs7OFhgWIRaExClnw1NWg7L2HLOUpVLOUAo1wmrZN1P3lUgG+pjlN+0/egYiE1uaoBQPmfFuuFcxgPlA6zu43DuzzQApi77S8Al7Vj7h3FtgFcWuVbebuxsDdqIbHGYYp4LrLE6GqhWNsaZP1Emum6Aa1Sva8g9JvYCpbcAburtOVBqXn3+QkD1VLmHgadWj6oGzD3AJM/hb1S12BQDWZPrN6pE1I9tS7yoRBmDi9ww6tXrfcDksWKU+aeDAJrSAOCAaBrM2CWfLX2JzXjUov5bDQ0UF8xU3S7Uxoxn1P30eQEtQ8OUdSp17bnaRSw5LNDK6iWXs+6jj2uZUVnUJ3MxoBV79IxbW6ID/zTWuTgAwX3Acfe95k2UuyxR9FE6MHmCA9AB/B17+rVzLWfuAOr682XBrs/ZVt3zGrQeuB6VZpTIXgtqPaDsKJ5Tp1bTAo5b6ZwK8J/kn471sdYuw9kcCMjBHABucjXjz2AFqeJPWVbf0zy3LX+nXaxJGbseplYId55j5s6XAbAVx1V/bOE5SILSvpXn3ZeMp4yHtK3HV8PTVvlawFxAnfiwvrf7wVKvR1D2sQqV74rOaRyL7KyL3T5HrkDoesAlhxn89aL3Pv7jbvfHP8glAi6rscAY7Qs1unOvu9AeIwG9sYsm2oyHqNTzvcahkRyc6fWnc80z7+9ld87FdxHlX2tQ/t2PT3fvf19rI/PTh3ZWK+9F+bvJ7ex16C8AwFug7We+AgDnOyWHErZq747Bqlxe45Jh+Rg+L0EbALyEYn6ZCEwEJgITgYnARGAiMBGYCEwEJgITgYnARGAiMBGYCEwEJgJ/TRE4+G+/3D+wOX0iONVWqlQQa9PkjiV/KbQg+RoNWAVYTlDeCrwFZMSONfAr0JDNfaumaoe+wSgb9yhjLXItlXGegfIrOUNb7WaL6CWnIrlFgSFHuz9/tt+9EARWSVb/RroMtCHvacDUsW2TBS614Q5EOaucwx18gFnUe1FaUT+3TxAHhTDP5nNYv7pcgzEpG6WCfPctKU6l/j0RCCZmJ4aOaY+BgoHIahULJDU4KFUaTCVqyN6EtwbWSujEMdbIAB5HvOqH8hXlMfcQP+IelVnsjsn7CnTF9rcv2tCqXoBH+gU7XhSAUXOuNqwC0+RjVrkAOgBb7GSTc/nKalrsnVHONWAq0IsRsZXXqN0A7+TxBKITE6yvqVFAKPbYhtNWG5N7OGW53wAlaqcjJngCAA50RI2bGNPlfB7QBySkfI8r0ZRWh97e0PcMslY1ErtAKmK1V55h5+W1QjMQ8wLwz3Aq22F4q1XuUqYC1WlPXwZZ6eoaQw3/ol4OiJJqEkW3xgT1o1UA2fPnes5SEJa+17a5RuGc/LeUiYRXObd1aIG5yRzkoASHG06AVIbsycvqHMoCglYIIvkGjKMeVp1RABv+PhHwBWgBRAWAbQ9ecTCoL9UkMNnzPmc7gHXJOS3YDAwz3E9e3YD7g92zZ1LJG4QmzuTCZZ4FTHOlfRxksMV3BaIBsO2UTSgD1jhkQdVx48aSmpgY1GlwLq67ej9KXoDnTgc4AHJZv2gL9aZO3V5yGSfXLmWRS7ls7unPUl8/3LDecECFtknxj70zhz2AeGqLoesyGjJPekykrzInD5nDBcmiLs/44nIda33jderp7t+wN+ZR1oJ6mOluAB6vAxBZg3jb1umlNHWkAcaoe71up08Wlwcrg5lHnVs3atGM/Tyscwcz15IbmrkUAMwVdeuq1g3c7cM+jCustOO6sAx3z+w1xQBgnrWyxyd1cimG1GV7XW2hkR3jBsCu56Yj+vc+c9SMPhbiqrOq/OufX+1efJ714kZrTGKb7yy+P1qtS3uZX+RCZhyxfgU6E6dyXagHMjdbJewDLZqDrG+sybmfdmIRfrD7h/9da/RpUi50nDmXwN8dw/X7clX+NrhdYum65C/Ggn9yCGejFG7Im6gmponZ+tnUoQ8F8EcOhrzqWuJb4/HRurJR/i6Jzl9ZyDrAnyqEn96+KIZfWZt/+4tvev6//QlTwkRgIvC3GoE3rU+zvvyt9vy0ayIwEZgITAQmAhOBicBEYCIwEZgITAQmAt+cCBgAe5NC/wckWH0LDDLYDVx0nkgragVl2Ky3daWAQQHg3nz2hjmb3mq/LW7ZUC9jW/KgcgXUIbEMJGMffbEp5dHAJtUF+2XKeCD3op4bmEQ9jnafvdjvvngJPMkm/K3VUsmV2ao3FMgGzQZ4N1LqJues2ZIaR1m2xd1slieXbNSoAViCtKi4yKeqJ9iOVeLa735HyVIPpbaVFbRBVhEdygZS3gkqRHkXFXVvkmNH7Tah4C3lWVSzqFkDRAMfsKLNzr7ViK6DVMcNZQs+BgxRX+CXgIOeazW3AHBvPFF+bIyJVVRsXA32qZ9z3xbOwjL57m5vFfSZFJpctJt2vXy5ByP53upO958hj9qW/i+wIvVlc5/rAoCGhIJ6FxfAdXIGx/I3yllUnVGN017KJF8r0IxygYHOV0teUsaW6gSkZozSj/R14BXQBVVrYuxxCOwADG4AMBa95BW2wNeKPvJS0/8JRVsg9yEC4nBxcZ4xUTSO8XLgNkclSL+2OtV9rmZhkQ5wdE5fDWwrOtXOC6StTDuRH/oHVTswPKpx+ihq1meqc+IdBTAqX2yWucjLTGydb1kNjIKaMSOopb4mlsD2FU6ioM+Y55+VzgbI11Z2Mi8ZLznIkDyxgDHadCQITWysnkbVa7vrJm9RFV88EySvOWZ1dI1TYo21ecZSxlRyX5diG/qlNgYUMz/J4Rxwj2qbCxhL3ayCL8tkymccJf6lllUlnz/XoQLiZfV+bL2tDNecBQo7X3eN9+PjM1uip26LiYFzO+s8RqndtX7olhPNB9pP3mzmKfPMIl+PiUA1IDhtd1sclqhzeW8LgBvookxtu2D3vUH7YyAaNXGNUx16aSU6db5WW2w3D8xE7V85u3OYIuu6rwJ/tnNmjLjeDYDdetcRIMuY7AtgmEMkKLyZ/X24hLKj/O6DLXUOZ+l3+gwQ2gC43QMoe9k417ih/q3szZjJOuJ7ah71WFnqVVVsEOxDMik4fVm5nxsA54AMsX3Y/e6Dq90fPtShjtPncrAoy33GZAFg94MhbmycOQC0qJ09TohTxgz3EZ9WCAOGKedWeehZE1hzqY0V6Hr9u9872f3dT/hW5D0O07AGpEOikOY/+a40AK/5srb7y/A0c34Fu4/iW/V1XJcyMyi2MPfR7z4EsaHqm3v76/KJqUeqNwC4u2l+TgQmAt+CCAwA/hZ08jRxIjARmAhMBCYCE4GJwERgIjARmAhMBCYC3/AI2AK6YSGb1CsEDdjAohd1LsAH61nUmS1Ry+ZHK/bYAGaTPdbE3g/2u9lIRkWFutevGw4/zuHYH2irZADUjRRkp6cXsd5UkQY6gk4vZf98tSdvqUCPQAEA66Asl62c1MUWO7AMKPYYPKxKzVhmBhKirETdxz46dV3UVqVSBlsdHt/t3nn7RLlSKb1Uj4K1bR/Lpvi1PttqVls3Ey3gBPXSxjpK5CMgGWBFcU3OU8BEW6jm7xUmAyAqd7Ltp4HQUYA2RDIALjUzYO9Ussne0DfMfAIHDH8BZ4oxCkVnVLVaENiTfLLkC7XC0grGBvACtgW6DEFssY3SDZAUq1MAr8EYFtuCjcQmUDFwDWBOueRrvby8KpvvQGVgJVwloIJDAJQJ2FGuZXIJ62cDYOcMthJ485rz3QIPsUUmZmESAC0A6fkFIDDD1zmAVb8b58al/Xnv9ExzQGPctrGl0kbJyDwg767trF1BDkwEXD1IVnhjSEQ9ZfNrpWfGvUW0piWt7OUFVKCV91XAmrK/+DyxJfcyyubMnwakiYfzwqLcLVtw2kf8+bvt1gE0qBEByMlbXAcxFBsDwrI9PpSc1YpeK7HJP5yDAMSAwwhWLVu1i6V4Dj6Y01s5S/xi+Z35rHEtOGq7aaAsfS/oC6gljteKcwNdf8CRSrx4Jp/jypjJWGcO8nTWHA6mAJGZQ/Q5OYZ5DiC6bZxdpirIoYB2MjDAKztudwexLuWv1eG+AHaJH3mJfWyDvrd1d9pLzm/e4+ALdvd0dazGKRQNeQ57AP+sxmUN0T3MyQavjFfmVHVsYkD/AWLpAw6dUEUVZeDOgYZSZRJPs0ScBaix2eN6kKP7uG3tfWACF4PK/2w76bYyd7m9JhdkdW0A/TmQQ0WSzzrg2vmdK74AyVaPBvyuoD8gO+uIDwd47NNnqWtbNtOvHERw+QWbO549jnFo6Hzp7iVSAlBO8U/HGCV2W2pX+3pDvsEpHDOq19SBs0eM7X/8f/6o4fCOXk7ucOavrc050FLfU25HHfhYD9QUKOe7pUBv5lsAMmPAULjWLudkV3l2mtD4+8//5fnu7FnlBn7QoNJaZbt7uyeUVXwPE4K7UeL290K+t9InT9W+frH6ip+tCO4+awvoLfDtfl6+M/z5Lik/+72nALjvy/zafGibE/hxUY/ue5NC7k2A5WnRX/fvNz3/65Y3908EJgLfngi8aX2a9eXbMxampROBicBEYCIwEZgITAQmAhOBicBEYCIwEfhrjYAA8EsD4Ngfl/2lIVJyd5J/EgCwFzHDXhj4AuxwDlpDi1LXVRltpxv7S22oG5CRtxUAgmXzGootxOy8p9ltBkliiSzFo5V7ANOAaNS+17Jnvb4+kbIy6ilg1G1tiOf52mAnJyx6NUE6IJKBAblkgTIFbvSKLWCPRbc63zD30dZWygJwgBlH2px//vbh7vvvo6gEqKD6wiKaTfqiEKp6cnRiEYuKt3P4os6lXlISCu6dnZ+7mYa2BciBBsklnMsAuCAqADhqOJSxKFVVZ5TKtfu+3YRCTWqA0XvxBRNanQdncM5VMQvbVVP/5Zllu2yIGfDVwIdbknMWqrqChz0K16tKtqp3T9XPjBFACva/AKFWiyZPbAArcPXyUnEuQInq2erroqsGL4KYAfFREZ4/A/hH7c391IM+joI4Bwtov5XCjA0fA8ACF+vr5JyVgNJXFL4aS4wxq/aAuwoKENZK4dguU2egPkAQ0LoclkCJe864CMhDSQigtqUtL9Z1v+TbbQBsrJt3DUxyyOILqdoZOxeCraeyvc49aycC9hte0lzayCDpMQZ0bj6WuRtb7EDFKBqZQ4tqF5vxJwpewCMqc5dvK3AAneImwTuCZUDkteYakJZW5NnJwUxsreY39OO+WKw7h7UBYgPTQM7uX/rV8SYSBtqxUefZzBnGLdbrUUWmL9tCnHma8UmsYrUMgA8ULHi5IVlYsdNmnmXb7KqXu0JjBWBtcwKvFfyjbXFGSF7oO+UZ53CIYLfzJKuMgp30Oetbq95bcYrQk3GExTdgP3brUc0GACdXMADY9bCq9l79gJV2g//MWY9j5hC23rR4oXg1plm7dDiGdlEXDpr05eVjM6Js7+/DBAVnNUZYNgLycDEIiCdarfClrMzP9XMPvbDUg5xiudaYgOAVCgbyxuHhxgrzrGlpd8AqayD38HzmMgB3e2AIh/P0buYA3yG+vwCw6+iG9hzr8tuymUM0B7tf/fzF7uM/0LbnOtjDYRjWAhYN2X3Ldp1CGwC7flZn44RAXPrwgJ8WeE/dfeAoAyjW4Umr4ENIWjvfefdo99P/wPdZpR6410EG1keOuGwAcMfXymAfwKk2L/D7CZ2t2Dfkda3q0E/3f7/ncbAuT49A7/L6a0Du9rvbfeB1N04eA4CXqTa/TAQmAt+SCAwA/pZ09DRzIjARmAhMBCYCE4GJwERgIjARmAhMBCYC3+AIHPzsg1YAR7nE5n9Uldk4R70UC1DsV1FHsUGPQjCb3lxABIOYxTqU3JtR1toqmk3/+sn9bCTH6jWALZa0UijeSsmre632KmBUTslSawnIHcRWUwhod3l1uPvkY6yWBWJcZ23E651DgAroEHhge2Wg1pk351E7Xl1Shmx4zQNiw3lyrJy+Uq62HfVekIctdoARNAFQq7d3f/fji93bbxWW0wY7AOrBcYBosbHfUCxxaeBmYCD1Fxa0Z1LnAqV5gC1YCyYAoDqnKepYVLiUcoXNb9nnAifIiQukKydntzWgHGjZMCdlbzf781bAAepEnhEFMCC1qIpvQVVHzsqGhwC4wL28nTLu1VHOHavfo+Q9MbADPF0IUDcDBaRx36LMM8AL7OV1Q2Dg03Hsu5PvF1CHbTc2yVEicv+F8stadeoclfQzTy/b41ugcllhM7aUt9iodZN/FQtfD9lqiy3OcV5W+bQR1eGdbKdb3QxAg9dRT2B2xnlUi5RDO0630N7AOnEyKHec+u9WuSYHaltCNx+7N7SN0tQ2wHyMcb1Qu5BrW2bbljcxZfxE9R3bbyuFmSMeW9ikx3qZz0XhG6vg5FfVIQXLpJmTyh9tQMnBCwA65QeKcl6BscmtVwKZzgXtPNeZt22v3TmSOWORnLwA9dyzWJobStd4UxlW+Go808zYOWNTjQWwa+1DAFFWxoKayh4q/lFsrspq5w5WuVhGWz1L7AwjCwBarZrDAj40wFogSE1/WYXPP9FF8i2jYgf+otA/Q+WtZxNr8sXeqV3Hp+eI+b0GGuAyflD4nqFSTX+73DovQb5p1grmSMZOFOfFz9yffcCD8dWHIgzjVRZcknXGOYKxUQcqur4ZI44U0F1xc95yldcAuOPQ9+QnMc46+RQAu+4sZ6xPAFyPkzyEXL3r/O9x3WtHHXDoP6tNS7/7MEVgcl8pe4WZWwB8C0QtqOtZbjX78lEd8Fnhch8S2boWr0rggGWuAPOohj/56Gb3q58BfN/yeAH+Mvc5bNAK/EUB7OfHnr0toZe6VXtYZzr/fOz1tdbrwFQcDUgl8LD78d+f7r77fYi1xp2lyX0opME6cQ9c9hip78UlXozdasvSD3zH1br/KrVZq3u7jG0M13Lrt833QGLKBFoPEfTY7TGUgbfplOUhrwDU3LcFy/3IV1Vo7eZHBwg2L/+7/ToKvX+3UE5BE4FvXQQGAH/runwaPBGYCEwEJgITgYnARGAiMBGYCEwEJgITgW9cBA5+86c77WGwGY0KCvALIAX2xBaYTWzbzGKRKyiILfO9oJLVlZvN/ABdICefC/AFvG7EkI9UQpRji2SrE9lYF8jcXxlooK5DSYpqszf12Zu+P0Axi2LyVFasu92//v5SP7UpLvgCrDgSuEkK49iW9kY8cOZEoCn5PwX4VMpZKZmvsI8GvqICLZh3I6BKZW1vqnJRPZ7LGvgnf38hIKQ+BmjrdX9W9Jk2e8NeYAHFNLEE+ACcW5l6KDUtyl2AuvfNC9ABMAOBAziI9bXK5T6r4axwFnhSWcQVuGpr3dpjB7JdS82YjWygJyA64zA5RQvAr+JiqxuBfLbHtXqLzyZnbFvPUg/Xs/qUHMpAwAaWVxonQD7L54Aq2KHqM1gYA6mtjLWSEkAduMkFRGBMNSy8FEzEwvv05Myb/VbOVd0B5UAZlN+o0y8upMxznQI5W4gXEOoW+70elm4/kbXtqyAM8E3qyQcgmiWdgYTU7QQwiiV027kyHhQPYBBw6OoysIyPJZdrQPmxXnNMGCuLYjfxpx8sms5f7l/a9lKHELi17dZ5/b7ypVI2b6Kc5xJKqs+nbxvqMx4CgdP358pPzPgOTKRPY719J6l3ALpyOgtQAqQAilGKZszGcpj2BA5b/Wt6moF0odzIYp6LvTPq3r7oGy5i9ex5Dja4f7we0PedgzqfQIFrwI3jgNXSdfABgEleZtrkvgR+ZsyzDjEX+D3zOjlpc4AEpT1qUrCyVLZqy7Pn2IU3AC4IrBgZYKpsykFlzPOiWtaTsJjW/57rs4wBr186MEBVlvHGgOMgjA5xPBRs7QMqyQmM6rZ6u8a/hvPu8iVrHX2AFXBU7cvF2lFWygyQBtbcz6EUbrXdth5EXVmDbW2veBE/hpctohWXJc+yymP94NBKYl5Ad2NnbHU3QLZBn+7LOHg1AE4+2nX+m+fpha0WNhOqVLk6gNGX56cVzI+fx/vMo75y8CKfs6MD46jWlibdgHDPcX92hbtOPeD6qReZT7VQlVjaY4h1PkCaMXm4+7//r39VGe94bbEzhMdbxicXNevc9cwfDga4bqQisDo9z+cABvnKOw8wsUcdnvUr+bgPHva7//Jfv7u7eJ4YHtQCnvivwwGL+b62YHcLtLdxXT/Z6/j2lS///jremjVsofe1fmwq5gNODaC3+b/rGVsQ/ArQ+7pavQnAvgmwfHVr3/zum57/5hLmjonARODbGoE3rU+zvnxbR8a0eyIwEZgITAQmAhOBicBEYCIwEZgITAQmAn89ETj45e9vHwA/WBnvrwUtm2howzf5NiGegYMAkv0V4E+AZJOPcYGP2iC2WtTKyQKP+jRQybkRFyYgdSAqY5EocpFGWcV9AiXsQ2sD+VSwhFy3RiWAhs4HK7B1J2Ui++SffrrfffL5F9pR18a8QGRUb5X3VJvytAclMBvxse+M9asBsECqlcyCfsBB6kedA5ZaXaaNeysuD3bvvi311g+ktDyJtPagrC8fRLoa/iaXaDb0r672Ue46jkeCaFJTotwznI6aEvqaXLNYgkYRZgAv+IHFM5A6eXYBXqgukxPVfWGoQ7QC2ICX1D35klMu7aY+7h+Dday0K/etcuDSB8cocgUdKQm41GpfoC3luixgpfoJhWPn3IxCD3vk5KQFHgBdzsilLOpCVxv8AirLDpyuRFGJxfECWVSfS2AkgLuse6kzBw5oO6Dz+hqFMUrRALFYS9NWYhaw6mFiNSEKzgD2hAcVI/FWfaUgPyjAlGFVtrN6DszC7Wm1NfEAuEtRmoMDAB/GFzDSjzEofbCycQVjiy2vXmM8gHPaAruGsiFnlHNA0OR6vS9L3hO1CSWuta/YrNdaAZ7kAmmflE0uBwywes6YkIIe6+uClygWUbM2KAYmMrcBfKeC9HtgqyAmeZH7CrjlwAPjsXJ7603a/Ox55m/G3dreorWO7wIy9ZlWfgKCr+XHfQSodSyiujfU1dISmJ75QHsBcTkkEX03QMz5ng1/uYfDEFEno3q2jbKhIKreKO3PdVDg2OvVBnzWeLAy3hA4cY+KFsCaHMMnWneuyD2uGJ+p77l0RIaK5zAK49S2+IlV8otrzgPQfWAma0Bf1zrg0G4K9FPqHghp2Eje5A107LWhhymPZs1CyM38iAV0FlJcDaxMxtq+ch1Trt0MdA9xbQVwxgHrUcauD6pw6UHkW/bhEQ5nMH/JgV0q87aAX9dEgqr3G3BvWDaFH1bOX5wfWnG9zcHrOhWATwVWJwkDYkJMXUu5rSht8oT79lSbGtfQdRvBrO4n6239nRFHi6yJyXGusaLDD3dYymvN+s2vruQiQUNOKjVACs84z3yzKt9rGtbiOhDAGYCy/nbx5WDBGOKgCGvKie6Nypv1nDl6uPvRT3a7n/6DvnOaqfYJnjqw1OMlTdiA12UFyB1bVfB23eG9pzAi61uXnJ+Pitbf/f7XA8BfftYrlcA88A0w+E2AZGnTaxTEj1v39f960/O/fonziYnARODbEoEBwN+Wnp52TgQmAhOBicBEYCIwEZgITAQmAhOBicBE4JsbgYN/lgU0G9bAOgOCyk8KDAWwAAOAJFbD6t+l1ItsdAOYrLRFEccGucBJq9/aBpU97jvBC+5HoQiArG1oQzA2+oEh3vRm494AJzvWx5UT1pBGrxmSogfTxv0huYpVFpvrH3z4iQDMqQBIgCnwKFbIZdGswp0DmPJFLYAp4ALANpv3yWUMCAL+Ymm8Va4BCmLb+rYA2PN3BN+O0KQBjAA51u1aGUbbABLOmakmAKVQGxtIOs9pQJdhxQYAA4+ITxTUAnalLDuT6vJCnwHyReEaUNK5iRuwNaywpavui7UsEA/oDlgH5kW5RWz4nW4G/lHGhaBqpSQOGHK8U/8oj2mn4JCA27FgVXJaFgBSOwDAFguXJfCxYZbel8w4sX6sTEPFC5hsENHwD5Xkqq5lzEEZ04wMwN8AACAASURBVBdRD5fSTqxqb8tr7MhRtKJizeBsBW7AiJG2RW201YB8JzVejacGtfS7lbj6NI8JtC4bVgCw+oGxZgUjdQlbcv2xQt4I9pa2btV6ZFHlop/7egodilO5zAMUlAaIUbE/VNLTe+fFDuCK5bLsnBfAFdUiOY1tNazgkEO289EmV6qgLyDRCs3kpyZ+5DGmubdYgjMP9L8b9V23wfbIgqoXzwDwpXY2lFrnSUBYQCXq9YzV0DksdaPeTZ8Dlzl4wN9HxwKOWFe34lI3oIAFgGPH3bSv49XKfsfJELlU3O43LM2zRtB++pTQE8kG24HEDddYRwDQsbdGkekcuyp3r3IYfieaGwCsO58g0BykMBiqVcw5nOA+MhC1VthrysUFVtsZTzc63MDYiyMC8y/jmUMetPOwJarL6DBrXi7KYB4eeC7oM3YFyAGVBsCsM4BS4oNFP/CbmDbc8+EHdXLW94LfWl99WET3OfetfjE01sOTqzjOAzy/XQs8F23LrLXSUm/NC8bnJt8uFvyOqw/UbNStNW+WvgagM94MUDM3shawbusgUL3m4wK4T9R48vinnao3a4DHXh1McNg48EFZVhsnjAsEBQCT29luCge7yxe73S9/IYeBGwAwLUp86Bf3rQ/irHm//T1EaoQNVcWOnIvYZW1NGVngeM0nDHb/9f883b39DvA4gNfjzV8IWR+3IPYxBO4jICm2AXCv6Xm1H7kFx4/LXe95EpPls8Rsc/DJDgJref5e3PTVl8DHq6ygHfzHddrWN33zhFA/uWEA8NOIzd8TgYnAX0sEBgD/tfTE1GMiMBGYCEwEJgITgYnARGAiMBGYCEwEJgITgddF4OD/+/XVA7lWrwSOyqXX9ybXbFR7rUZjo52N8ivlfD1W3lzeJE8mwDU5dCsvpT4D6DQQstUzUIQ8u6vaECiFleYDOUyFXcJ+Y/UKFLCi0Lv7bMgL6Oj3G90LaGVz/wbIJIDx2w//vNu/xAJaylIB4KiJozztTfL8zLNRePIeKlHAcAMcduDZvLdaTL+3mhZr4KOT691735GtrOpydCgYo1/uVX+gCqCcOgE1W33Mcwx5nAsyVre2bbYadbUt9eY40BfFG+pNK0NRtgGL8rlcDdxoR4O3FbJxRzaiymJVtwc+rzCJmNky1opm+lFtVTueC1bJ0XZ9zWo57IYD1YAxrbalDMZE2zdTzlXZOwPYaX/ylGIHjWpZ8XEbU2faRawALD3Wev//5UtJktV496+BSOyBczVE5QBCbI0ND1FbwugYbNxlMFs5meuTD/fHu70+k3EKDEfJqfhq/GKfDShsq12rVQWXY3+dPsszIExVoGOduF4pt2srwLdAJvbL6VvKiXqyIU8goetb9Q7OTC9jzcvDjLwFFa20T09aQY5tMdTZ+bVVrzOp3n3wwPMNAKzYKG68l7nUcQlIvNd4TB7c9BVlclmpaDWzcmpLVez2dAwVU+4711ihbmlrPrcFV8Toiy+uAoALjJ2enAd0VggvXyq+CE5Vuhi1yowStccDdSJ0AWndr/mJQn29KHAdF+TZRf2cfOK5K+MxCnbazbUF8RweYEnKGHrE9eqAQuZd8rIm/ysAuXPjOv+4YhPFZqtHFSeBXrNpvQzwu1a9Yq+evL+9NjCurIDOeZXUb/mMT4Qs/IyYc2/6On3g3MTAb/U7h1uyxqEAZsxmvDmWZVncYxRlumwfDEG5rFzd6RCLxjvx8phRbFkjvCZ6fdeBGdWT8ZkDKVXfBbISQF5kzGotQMFvoJz7eixtAbBf18cYD46//gYKux/L7twHH9ynCVLagJKdumoUb8Z3x2/LFJ/yRfcHKn8guZ7xy59d7V58pgNQHIjZMXYB3lLUswaWStwHIlB5W5XMuoACPFbUnBRwTnc/nO/DHCBxjPTvSIcnvvP+/e7/+M/vBkw3z63c3W2lnQJ6Hd9G7MtQ9xGYfdLAV4Fhl/aUs9Ya9Lr7X6XoNWh3CPI99pdc2xzPf8n9yz01t5evu6/14bl5IjARmAj8j4/AAOD/8TGeJ0wEJgITgYnARGAiMBGYCEwEJgITgYnARGAi8G+LwMHPPrh+IEduA+BsfGfTHdhncGhlUGAs276XgotYurJBDlywUgoVpSVZ2bAGCKJGDPwC7B3vnj0jz2sqjMIUteWDc4gmDzAKubbvBYYCHrPhfrTDiZq/EPBZJaZNeSyi9/uH3e9/J2BwqHzDBUw7jyZ1pYgGClEs628TKGytC6ig+6PdBR6TOzgAWo+Q8vd29+47Z1KK0bCo+bD+RXEIiEPpdipQCPiwMpp6GkDT0qgzieM1akB9BktbQzEnyg38avth6geQOjsP4OD1hsIu7UnOTJevYjbiaZeHBfVizV27/6jZsD8FYgHyKevt5+eGA/TFfn9Z0PBQ6mO113CJfJfJu0o7z/Q6YJTP8JyXZd9sq1SBEWy4aa+ttAGZsv81EC2LYOKOCtiq6w1DoL6ME9vnmjRknHReZbdFr11dobKTSvFEhwpk0fsgwNKDinsCNNZJcSOIffkyNs1YDluxB/wSlG7LVueq1nOTr1iAsgDO2f/P3ps/yXZc13qn5+rhAuAEUaIoixIly3pDUH624/3t9i92OOwID/H8NDxJfKIkDgJAgiAx3O4aevT61tq76nTjXlxwkgQgD9Ts21WnzsncuTNLcb5ca6vg88lC/Zldj9RpIJ78jbq2axwTYw5q3XoeOP8BkJEQu3aw1YsNdoMOD+JF7E0Abf1shauIEcBpoXygfRurNTMPsQmntnWVlfYYXgvy0ln6ifo2NZ3Tlqi6Iy9VdgXSerNFNjMAdchfg0mr9TP/Um9Z1sxYd1dwPV8KmtoWl/lgm2FqnmYDCPCazSUZ04zJtebrBjttff7sgvsUUO/x1jUBZwGNXDNrCcrWtqEnoOlTLooVN84EqcGajQPEzHVfazPJTpjZsDbnYYHezgTtYEBubgEfFsWlrrVCv/pJ27gHw0w+NujK3M78MMyt9OwNGgw7TV8zTjpcN3hmGc1n6M+15qfHqeKCCrfr81qpaSl6NoFY4a48TzyiwAXAsr5kYwCbK3J4Y0UBYJZrr49Y+us1W9QnDSm+awAcBwByDYeHsp63orjWeSmAvamlvjMaAPOd4vsX8Gxg3HPJzec2+kfblkfDnxrHcURAz50LAKjb8jlrd9r6tMY8be3Y7/q87X7U7q4HHovoD352N/3o+xutK8B57PfzXdVglO8kcjrjSH7Fejx5IFW1PsNGoiO+uLwOB/7yQ14cH95P3/6T0+m111kDZ7r5XxEA853r/DAcny1Qu64++tfTU6KafgyX+cAWCD9R9D4C9wMAvyTK4+URgRGBL1IEBgD+Io326OuIwIjAiMCIwIjAiMCIwIjAiMCIwIjAiMCIwGczAnv/+LYeYfCwWoAnys+Au66R2erCWFnmYT8PudsCOrV5g4pS9zeWxrYN5YG469MCGAC8qGgDvoBotpL2c+zYTaNE5TNRqAKAUTtG8cvDelS2tkStmrdHAGO99/Y717qW7q/3A6nTi9gly8p0vQ7A9kEdXFdY9V9tq2wYJLDJeQARABRXOT+fpje/fiyrZOnDVoqT4MwB1EqKQqvwdE7snVHkBcLQRyAr6llq10Z5C7wEJBBnAC/WuOmb46e4GooL0AFTsB620llQDyAEAAPqGVr3ZwwWA2N4lm/gBWgu8B5FMvapu3qnKFYzjgFtgBpgCkADUNQW06jaAFk3gkvAg1jIopgt62FsYDUY2KkamAtoROW9g1+2kHZNV1S2UcVGyQhgCWQjNwAuqPKsAHe9V1Sq2QBAfdJj2xmnhjMAlvjBWwB2xKxhVCqIMqbZiGDwrpcAwNwLxekxNrzqO3CG1/j8QqD36Jg8kW132STTFuAPtsdWRFr9WHV/ya1SlAOAE6cAmQfV+yS+XcfTn/X/APJRBaJiTxujCE38rMjVeJH39FkzzLlE3E5QTBt+S01ftUOZqbE839nHkifYYycIapfmYKub0zbmFXWblYNUUYXOqV1RzkIsse3Frjz50sCNTRY3AvkGbiiLa4yaYZNSzBfAuVXfujTwj/UAINpAjjWG8+5ulXMa44XmlrqcjR0GihkzDhStHLY31ntANuan7ZTZqMG1DbG0Hggos7ECmOpr6JrJ63q/6h2HzSefGR+gPPPXTgAAXQPz3J/xtPWyxikW1lHFEz/myiQ1ORsZboHnGhPbViuu3jRSdY3p00bz18OhH6+pBS7ZaECssPKO6r36rdOpzxwluHXHNYYo+JPP7gWDyfhRq1k5FwV3xp38S83ajGPX/s0GnboPtcm9MSUKYszsUf+SD8R5B4CzEaZrBj8FiVhf05d5HWPDem8Q0Oe8zmS9dxzqAr0WdAkBW0F7xc05zDUDYJcIiKq/Nzo0jORSvY0iD+JTmz351hbLj+2VY9ut92ztnO+av/hPP52Wl2e1YSDrd8NeVOLeMoCqnfFwTNk8knlG/53nrLX6z+r6ijF26K+pdvwffPtI9aT12Vb/1nKQnT0zeEst6q2yNq+zXswP1nJytcFDxma3meTRybN4fxIAnkOM7UYdvndr3XO+VdubGX8K5pymvMwCur+PX/H+tmu9v+FpB8ffIwIjAiMC/0IRGAD4Xyjw47YjAiMCIwIjAiMCIwIjAiMCIwIjAiMCIwIjAiMCnzoCez/4SR7p8oAbeGe4wQPfevAclR8Po/NA2jUQdaAuDNziJ2pXW//qyT2qUQ6ALw9IAExR56HMo/ZuAAZK3H0eBAs8LQRRARwBg9xHIEzXoral28ODcR52o8IzvAH46nqyAv7go4fpUtay18j8Cmr6QzqfywOaj4+Az/q7+gdA4kDFy2GFHQ/79XnDGYSUev0rX36YvvpbJwJKUS7ergUAUIgZTgvUouBzu3e2t8CUjcBVoBh1JFWDGJhhyEUcAovPVFc1atfElr4DYwA25xdYrgpKyr4YcNxqRuCDrVX5iBWJO7iSLqMiTe1h6qsCLODVEdWqjdjYcqOqTRnoFmW0lYIGChlL6r720Bt+oSA1kNtBi67VCZS4uAAAA6VRicc+llqXC6mGgYo9tt3XxwAYBWrVtjVAZMw1rpdLXVOqY8UcMEafUUw6aYHE7gt/pAanbbYLBllJrfEBGt+pFjJ2ztQ35fx8PkAPu236iaXzWu22LXkp0lsV2bAIyEpe0lbfR3nJ5gXgH/cGInJtw3pseKlRvJ0+Gns+YiVhYpyBT/vnHCf1UXfAj7ZlXiX25B3QOmOe3LGCmTkDrBJYoe42PLNhTZ+32QAYcwNgJfMTeOuarhrbY9eF3tm55/yqHwvYtZV3bJ29YQNVJWAUW1zWEdeQTd/63iiXvRFEzgGTbLn39fnFaQAwNYF5zyC8NjkcHcZy3cp0wLf6xxwNSIyle7sV9CaCszMBdd71WpS4oqQFIjMXLy5ODcw5iK83NOhEnATiSID1cGAvG0HsbjBTWNohoO5PbfSzc4FAgLbnoNTX+jxtRAXPXZgDN9gr8zmAv2ulZ714GQAWZ/d72XBDLd1YfW834mTZUZx2AJjc8eYEIHABYKul1dZT5byBZjJte8R6OD+MLxtNWJuIP/E40kaA1GkvJTLjZhydMfdmAOYpAFlzIgp4fmITb3tq+GZDz7ozY2346004UZ/b+aHcG6wmBxo7pvSnx5MNRLt8ahBJlFqN67zXPckLaiuzUeDBm192dtjAeucPFtDOkdvpe99dTz9+i3WQ77S5vTn1xfmuyyYG+mY+q5vb4l7325VHqLwqNTjfc8T04uJh+sNvn07HyvWG4d6c0jn6QgBM0DL+rfTtgZsD4IbpvwwAto1zB3GeF+3U8EkA2Mrz+g54We3fvuavCwA/yd/x54jAiMCIwL90BAYA/pcegXH/EYERgRGBEYERgRGBEYERgRGBEYERgRGBEYERgVdFQAA4Xp48yEDFxkNtYEYrfgCIBqeuHVugAHWhrWd3VsCGSwIArdwFpLiGIp/VtYF26xVwirqfgmS+ASCNc2KzyzUadKyAEq1MpH1bZRT3FOgxwNJDbICHAMl7H6AChkbxUB4yEWtT900/AMRjKT2LZ5gy2GrX/QVCYCEd21kg8f01UOV2+t3fO5qevSaAa7Uo6kwefEdFxnEmuBmWvHsoDhCxszU6Y8eSGDSs47xAstRUTQP7WTzXBeS4NqjhDEAdANy1UmNzy09UbgDNqML66LZhRwxoZpwAbfsiEK6PTCxv+YxCaFVhxtYAuMgQMQQEHs8go2vMGsZlDKwcLiU19wKWAoC5TNd+JjQAYPEQH7F2rW5vZWX7svAVLBOse01W2+SI7ZrVzMvLteKOOhCb5VieAtIASIpyLIlLJc5r5K/vI+BrtapBEGrqxKFtt4GtKH6Bw4tTrhl1LwAYWMhlyFnGARUwdsvEKzbKxKmlqlEaxooXZXxtjJBFNbGzmtLzK+3qGrUv1uwFTgXyFlACYirubB6wKr2U+LSpazFblY8StWqUKoPByYa0hnK6FLWsGwAnxwKTUegGvhaUs4JScPOMmrBpAzloZfwNtuIBv1ZkKodpgxXViiPjxBzyazPiyLxBDY/q/oD42M5XGwxOY4/uuuIbxlnqaH12cXLqzSK0l3kEwOUcwF7D9YaqiWnqstp0gHVkFlyU5WvZQwP62bRCfd6u+dsgrtX3QL1sItAcleVxHu6+yGJXqnHl+onG4NYbO6LeZ70BAANsU0s619uCOqv3Uy/9Vps0smEAkJ++cnTN4KSxNieg5LVyOPPGKl9a5U0SPZHKGaEgLtMbS3Er6pXXtkuejYc32Ki9KNc5l5yPgl2bVRQ7ADZzjBuyVmSdpDUB49TlBf6Sg2QY9tPeQJBM94aIzrUt6KzM7g0ajwGwXAXYoKI2xs2ADT5sVGHC4xYQBTDx3u6ZqOWOoc7mi3rBmx92dv4sZ64FPQet9NTfN3F5+OmPH6b/8peXOgengeRT8kDzWfOe7zo7I+j/aL+htO/DP9gskhgBfHlJXzNepxjLP/7TE28UIK5eb2dA3GNeqvTMd7WnBsrrm5W+/b0RpW+v83MFcAX+Y7/aHrrHYn6C+8dGlCfq4flrmWM1ql6Wdt9xO9vpJ4T/46342CvZPJOXX1Uj+NPYW7+s/+P1EYERgRGB32QEBgD+TUZ3XHtEYERgRGBEYERgRGBEYERgRGBEYERgRGBEYETg1xGBve//RE/v62Es8IJ/As8aNPB82Io424zeRAGqN08Wi+2D/tSlDWCKYmwHTvwQuYAMABhIhrIUu1EQHrVYG+5GzZnGYIqLhSYKSh6OA3wfRD0ODbL0NxbRqL2oj3qxN33/n54LIgpaoZjjQbnaZOgEABCtONCTfdfAFSwwkNZ/qX0adfLZ2ZmBNcrnfaCN+nsnqvV735JqUG3dMwAXODFkRN0aYHIqcNw1RGk3EPHuNhCN81Hq2WLbwBqLWEAUimepc03SEq45MGv4Q+Ox6yXmADNDx3oIT33arscaoNOxDwCJYrrUe2rDqS2nA/ptTbsEngouCfK5drLutbmWVXaBfgAz+YC9tQG32nh5WRbW9tYtuH9APV5qYuZexDqbAKIYZbxscys4x+GH//U7MIgxwOoagCYoJcXiqZScbT+MUvXy+cogZE/tBZ45P+r6WBY3sAk0wZ65lXv8zli0WtVAQw0AeKGstuWx7mkAbIUz9W6JHXAksB9QeCJ/chS3iXXUngZTypM5AO58P5LdNDbae9Rxdq7ksDqROVVj3oDFbxZs6flITiwF/wGLBwBJxtQbD6IiP1buMRdTb5rNEIBz2T4L7AFjUbCiZgbmH/LDZo4ZHE0uEAfqLydO2ayAxbZq9KrGMu1zrWO9iA204b9r0HK+QKg2c6B6Ji7X4uKA/rZepksB5qhgtyEgCs4T6ho7J/Rfw1LmElC6D9ahrm1s0CsY57q+Um62HbY3BDCn6WNtduh40i7GGWUtQA6gD5ALY48S00p9tXNbC5n5X17Qe1LvtysCLQ1Y1frHZgf9GCHSd+UTIBKg6000QNOa1Ftr8oKQnvdaZ8zU1CeAaStgo1rORhrG+USxJYet0td9srEEVWogcKzFGwBrLaNfOvdYJ5Aqh1gUfwwAP0zLZWz62SzQNa+57hHzvhTcDd8MnnVzsXSdCwDWBhWtibbc1v0AwA9VE9hAz7kdV4iU3C7FuKFr8rzXO+cNFtJWKZcNdMFJd9RrctY0wDQKXnexVL1kUOZigfaZ1bTbz2YZ+t9rQCVWGUo4pjfrafrLP19pTWyldeaCSx1QT1mfN/j1FgYgba6Xur+Zj+slayeOAwu9x/pHsfDb6c/+pzcC6zmLpeRTAeBYQT9W/3LPxxt95jPqRf+O9X8m3vz7peGvwztbEHod7Wu9HADPFMCvasTWpHt34gDArwzaOGFEYETgMxCBAYA/A4M0mjgiMCIwIjAiMCIwIjAiMCIwIjAiMCIwIjAi8AWPwN7fv71+SO1eVGhRPrlmpBWXepCtf7V1qeGXgNRGpAfYYjviqonompwCFVEx+VfAWAslXWMWuJYasLYEtiUxUDC1EwOkqJGrtggCde1KqAFAhWtxP372OFfQBoiBivVnH26md34sAOM26Hyubigk+KBzAl2AwoJdOuNQH4rKixq1AJiyaUYV9SAlnwDHherwfulL+iww0LWDzVqmG30mUOxWYC2Wr1Yn6sK2OAVsqk9+8G+1LnARlZ1qAus1IAGgq0Vr5OBcKRiL1ChOgU8ogBNLlHepRUqdzWNqosb12uozzuV+QFR+A9vt7KuGL1BrClhxUeDS8mqjdp+47YajVrft1HRWQaJWpD6uOAcAjdi1AjXjDh0J0DYg0WcYM6uqS112rHGk7m4rgPvhfwOJ9A+gGltv2nh2TptIIOKAOhgLX+IITBbEt+VwwW0srgWxyS3ALCDTyl1dB+C5haroFxsa6WWA32q1cb/o//mF6rli62r1b+rjkkXkHIDp8EBKPjYulE05qtgA1sAQWz8XhDo4UCClhAVkshEBsN1ziw0PC+UVfIgjsBQIHjiOapn2GHwKBF5rEwIxiu2y8kyfIS9QSPL33Z02ZKjPR/rcrS4QABzlHjG9Efy0/bAVwVFAsynBKkldC7X6arX0/A8kw86aWtACpWdRt1PHln4GHGWDhg8AMBsLrCJWjki1j2r4WJbafrtAH3nFvL9pS2HmZdnqcn1y0Cpl5ZkvT//0606qXcaTucbYMMeAk/SDv5lT5MSx1hNylXnCh0+04cBDXzmN0jvxZc6hvqd+crUR4CqbZoNv53DtEHC8FSsNEApZxo97HlVtYYXZY6eRybxRHP0wuDZoEBP6b1vmmuit3O/wZecNNaFxQCg4z5xnYwrW0qxNGo+t0tvzPJ8+1gYDz9s6OB8L/DZKsMU9cbZaV8BdjWkVLGsU45HJkRrG5JM/Qo9qTU/N4Fgp01Q+or0onuvMgx5n8gxrbNrZa0gTR+YQ9z/BFrvywWNcMNhrl+aygSv2yaxzfA/VLoiHmXKXsU5deAB4VNOcyWu9GSAW3Uk+jwdlB5QvvmVtQnBekCnVEC3j01tv3U1v/9CvbutX95y94XtQcx34S/kBx1/z3UpnrVNZ9+JGwKYaYn14fD+9/vr99M3fZ6NONalAepTD9WLVnM4ZOwWwazt7vpX1Oi4G3afdsH/ivz4GcOvspwB4rrKdfw/NLx5wv1Ozvwp89GdfpuCdGVbsgvOC3gwF8Kcc7HHaiMCIwD97BF61Do716599SMYNRwRGBEYERgRGBEYERgRGBEYERgRGBEYERgRGBJ5EwADYD9NLEbsW5KPOLw//qWN4rQfbHEBb1/3UQ+yNpGDAVx7I9wOOrgEJfDsEyFSNwblVJQ/6USYCky6eoSDWQ+5yDgVyBeClVjBQxIorVFjAVb2PGrjrTpYZrF7Xv/Rw+ucfbaa33l651q9BcgEEQEwsSWOTi4qZ+x+4pmUgCveibQCIG70nvDQtDm+m3/2dNwyKuFfMTgPfAG0bwSbUwyiJ6TOKXOAdD7aLl0TqaiAUUnMthS1xBAza0ld9a+Us78eq1LK+UhgDvlOTmAPwZbBZ9VdtD+26pYxD7sG9sW4GigZABSIfA3XKEfhG4wf8PIYiWVUMKAn4MkhRm6N6VL9tna36uwasUiLrfLdDABplnR2jzZqiOG0lZQPgU0FmVJmB+1wj9tm7vGFTQMF1XQx4TS1Xd0ftuBe0w8IXi2H6fXYG/Au4pK20gRq+y6VyUte3MtWgPL93R3LHtZ6tCgZoY+kd1ATsoyYs6l/XqUWtjcpWilMUrEBILIRPUbyWNTJjDfgDdhEPx9/tVp9Ql+o6WIAvFWvU555HUvJy3EDS1IbTsgGnvi/9AsQCrgm/a5uSyeon7UM5j5Usx2oZe1g2IdBOrnOjXEHR7XYwelwDa2bm0Ja6cQ9AG3M+ivdrAV/mCCpjICVzgd8odJkfaykk207dKvmCwd6QgXpcYwSsBkIC7o9QVHtt6A0b9KXiXbWErYCvOZkNBKmtfLLQOgPo8+YMlOFsSMk8ASRiUw9kTi4BZgMXOViXbqkzzHls6tB5xMAbT+zbmzwkr1r1TYqg3E19brS6zE8SImtDz2Xaj4005NBrlGK4DxBTTrAZgbHwvGQDit7nftlgko0t5DtjyFxgqnVmmlHq77XWE84jZ4B+rFsM4p3yLps0oswGtnIetuUNgL3xRPG/RQ1eV+75VVV7teEl85VxaQWu1ypD8tjhs27TpwatxKU3HhgAKyxWASsOe1jLG6xio67P69wTzRXbX3tzRnpI3lnhDNwnH9kMUJtFPH/ZoMN16EN911ixWxtn2mm953FAezbWEE/C3WDZ52Q6ei33piI2P7BO6TV/KxQgNn8FNtdk+fD9PdUC1lqKEp57F4gmjhu+M1irCwBzb5TgbKDBhtsbXmxZzUYHHko34QAAIABJREFU6tTTz6vp33/ntenZG4p7Nd5i7fmS5AB1z/qkkgh3rqbqsk/8RQHwkys/+rPVxXOb6PkJT9vZAPiTrvmi9wYA/kUjNs4fERgR+KxEYADgz8pIjXaOCIwIjAiMCIwIjAiMCIwIjAiMCIwIjAiMCHxxIyAAvHywitY1C1FiRgWJBTN0z7xA/0MNWtdTtRWp3td5c/hrkFlqsdTxLSVXPUluS02uzdWxBUZRyfPvPPyX2lHXBC5ZkVu2naCEPOAHpNKWEBOUZRwPd1KE6i/Efz/60Ud6IL+YrqXYi8VnVKNAvH54DkjmWl37F6iEepP2rwGYImYSrE6vne1Nv/3mhdphLaJ+TPaszATq0VYe+nc/rYZWfLBFNQgGPkC3eeh/L6ijy+wfAhEPXFMVWMq9Y5kKIIpCbl+gBtvn1JjVmBQkDmCK7Sv3Ad5h3ct1Uo83YJP7AiOPBEUZu31b+0ZRSoxt/yzIH/AieFUKYqyCAR/Y+vrY1hgOUEQl6HirTwCdC9kDcz0rq/36TgFsEGhYF3DF/YFEbC6IWi81czmiygugSS3mQymAdzCVtFpLAUztZWJju236U6o/2hyghLV3rrXNk86RAnCpE4vdc2JjFRpgEoWooFvUhQXS97G2Rsl3YhDrzQvKMWAS8NBAjrvBEwtCuT9S1zoegqIcN4rXcrkSHFtkvHWya2nbJvtmOpMamA0BqKDvVZf5zqAyzWgYD8giTKi+E08IE/mVzEQVTZ/cfz7LyQZtuNCi7iQPQYFRKQLVA4/Z6IEF8LWVvMBtg7K6TvdrvUHFjNqW/MvYdF6yJnjzhmKD0jtzq3OyVMXKSzZ+tJVy6uAG3Me6PPVWAbNW09tyNznLe4b0QFfXYwUAByImzrQpOUqOeYOHzxUYphirTgMMJ6A7AAyoRoltWGe4yyaLWKdn80vmGqO5nT8+r5S+DVoZ75qrBrzeSBCYbRV9bRwJAM44xYrdTfa4orAmvrZA1nkGqco9X0drxdxpwYpi1N+On9pbANGqeBTsrG/kY10fNarvw/2VZ11jPXfP0RbLDbwzvlXnvCyU6a7XEH7YJMP1a3NL213bnWBmKezaxaUo9ue9Ju4I6BZSFxHv+t1paxwUqvnbtqafqc3bMJtr93mdv3E+yBrsDUS2yY56OO2uPEblr1berPenv/6LK29GIdG9rluNn+9FNlGktjZlB5yA7ivrpb9n3D99D/HdIweJw4Pb6T/8xy9NKmfto/eifAwAzwei/21bjKdkuMfqKUGuPKoAzDdczZW+bsPc/71yIrlR1+g18QVt2uarwfmuDfP7JZfyXo/tUwD8VPn7pEmP8uNFoXn62qsUdgPQfJoojnNGBEYEfh0ReNV684uuX7+ONo1rjAiMCIwIjAiMCIwIjAiMCIwIjAiMCIwIjAiMCHyxI7D3D+8spQAOAPYDYz045zk5Si0eegNFGvLxnB64aYWolGhQDGBuP/gFWPlhuEFAPVWexbevz2eADQvVEbZsqh4a+yE79YVV2xTFKod5GM+UTVDzYPmBHyBEPT2mBbz9s58DCo+luLyxda6f9etcwJ/tinXcSs1ppajbnrqh1GpFBbyRvyrA51Rg6iuvH06vqVaoHv8bkES5ChtIu1BsAhRcf7TrTipAqBGPrEiESkRxdnsTwHz+TPVxBXouL5eGgaenqhcJFOTsAqCpmYpidAetwURY5u5XPWEAGxAEtZkVfAoAEDEAmP4K7roWa0ANsINzrq6ikOQz1G41eKdUpdWK9FP1mU9RtQG+YrPLEdgXwAt8XEhteqRrYgV+dqY+lDrR40UAHfhY5HYacKnVarWFMHt7KGF3OYLSmf9OBeWoAewDBaQScbWkhiv3Jq6lzqMObXEIKywN0lOr0yAdFbBsmLPhAOUjgBKFIpC22qhfGylpV6t1gdXOWwC2YLTUqHt80PAo9XED5wO+/dMWu9kfYCBk5aqg5TVFca1kDJwNdI+VK+PBPDg6NGKcri6Ve9rMwDhajV/zyjHlwwbzUbISV9f0pV6uldgBoZ0Lt8TDsJJNCslBNnAAy8NKA5oN/pRTgGgUxAv111CZNcAALT8bWSRzEIrYqccu2bVu9VnaxPzi84y953HVhDWo55qe51FusvkDBSJ5autiVOyMGbbCBYD9mYLDLwLAc5DGZz1/1OZr5rDuz3p2IqgNJASaeimb5ZvBoOJ2pg0H5Kxhq87LBgJtGjlJ7l5Te9xxiCJ552zA9XZKdj7nDRq6H/AXaBiw2vWMk1uxeo7Fe8YUgI4NPYkZlTwbLKrU9bRR3XTmAJ9lzeA+mZexALdY3fkeFT1jBaiE0TWYTA3csutnAwkpXXOnHZM9vjM7YsfTSZsNCRzclhil6Q0BA9s56Eds6AHobOJJvjH2xIONM26H7Zt388Ij400dj9XScyCdFuSovUbbv7Mu7UC3NygVAA7CZ348/j5qAEw9Y78v8Puj799MP3uXuvHJAc/9aqfPAQorJqx7O7vq5PSJin5ncwcbCe6nr331cPrGt2QTrTxy/2pfzSOQOu9U/Tu5lrxIXB63+2WAoc97GZCd1xNu1W/H3b+f8OanoPYRuC7o7Zg8Ab4DAL9gUMdLIwIjAl+ICAwA/IUY5tHJEYERgRGBEYERgRGBEYERgRGBEYERgRGBEYHPVAT2vv/j6wceyLc6rm1Lb4u8omriyENji6MMKlDSWrXnI2oswEcUsa3u5OR68u1rYMMMGMlDc2AKlUiBkgBOHnwDlqjhebRVlqZGpO2mgRG6JIo5KAQW0rRpo9qjPMhfCyRdXZ5OH310ZYBt5bLVSsAP1HcoLfXwPjQor5VlNf829BL4OxI4fPPLB9O5ICoH7Yo6GeATeBHYFygY1SGQLfHBAjf1VANEb66jzD2/kFpZN7m6XBv0GbzTjvb11b+XV9gNr23HinKZz7md7n+AKMAMyHEiugDkuxHFPToMaaBNx1IG2ipb6k4UwMR7eXUjxbDscQ3GqMEMmIolN+pT+mgbYGxsARlqGFCsgYQhGlBd5wGAY50rcHh25muaURITYuDYFECcTQfit1wC4GVxK0JN7VbUmVaNArGljjxX0MPqA3V3ABgVbGAa8Yjqk7FNfgGrsOmOi6yAmnIDtWjixZgC5gWmCnQ0LL28Wrt+MkAcJfh6pQsIiqKqtW2toRz1SQGSgWH3gofUZ3Vb1CqUpq7TiiWwlMOM+Xp5p74prwXCFgtBdZo7YzlhPMprFIhqjGssr2l88gvD2ViXJxb8ZNxTl/jYClcAYDrUAC1jRpsD6O6xLa4jFtgAuFieu46yrk+c+EmeB/Z740fNHXLM8Jj5VMpL6uhea95dWzmrutbUky5ougXHen+p+FqJi3pegxzVeyx+ld6+RvaABEajRG6YFdU6cU9+YDuMwpb83uaX15KEyHNNH2A94TjSDY6Uz0z3qI9jv9zziHNs707fBPtc17tqAPseyr+lACxj8qDx3q/6zG1dvbMyZxUL0ORfwOWAbwySMz4A0YwNAxpA7rlSjUcdTC7TViu6C8aSZmu3AfhOrfHsmQkUxuKYuGWTCwe53usbdzrUeyjH2cTg9XsGgA10a47zWa8btZGhc8b7OWpTQG+c8Xu2jg+oPNb1adNGjgR8L7CBB4Vy12GmTVFYZ33qTRAAYtsme5NMKaC92SV1e2vPTjdl+5u1KPmYtY3NMJ0zrlusw6UG2AhRalVvTKl2N4A3sHX8yPeD6efv3k0/+N5K4vpWBwccn2AJ4ThkE4zj2wC8YChzAwX8/gGW/IfT7//h0fTaG4m3+42ol8/bPrwUxo/Z7m6jgRcHcjVr3BwCPwUMO/Bd3avp3tx4u3mh7ttjkN+70P5CAHj22adA++nfr7ruUAB/LL3HCyMCIwKf0QgMAPwZHbjR7BGBEYERgRGBEYERgRGBEYERgRGBEYERgRGBz3EE9n7401sJm6JIbCWV62vKJtZ1ELHARP2p9604BCpiQVyAg9gEfkbNxwPuB8GBVspaS6oH7KgaDfR0TiAxSuEoxABMHACiO10LC1TXGdV/vAaoWkhhBRUBnKwFDam9CwDW5azIQjUK6Hjnrfvpo+dLAbrUqbWKFCtrnXcoEHUjSGErUtsNo3YtK1w9qXcf1I6Tk/vpSxf7uiedgwrHOrnbbUCBPbAuv6FGqdpnBTXaO5TJhq9SBNrKFviRJ+2nql/LA31AosELykmr8wJBiB3Xur3b+HqAB4CZbY9NnPlsAITfl1pyJTi0lqq5AbDVaFW7lfOpwYnl9NUl9supb7s4RX0sRTHqU8VlLQtkYADAMTapah/jBsgvzpoaz8kRwKNrQbsucIjDTgWdmp6MeVSEwDCU1npd42FgrfEDih4LEqHWJhaOj9THAJuAMbqcvqYGMDkTEEN9V5Wn9nkGHLaAzhgBa1NHehJMBsjQvygPsdXlsrW3wMB1TS1evYodOWAJGEwdYiDcnjYDUFfVNYd1ru1hraRMv7j5icBpAyLDaBTAOg+QTF/31WfUtZR0dTyspCY2AENeAICnHm+Uw6m/C2wEkHrY6bT+Z8U1sTNWjNggwXhta/6SQ+o373dN24vzc7W71LX7qcMKH7PC28BOgFqdodZv2/MSw6j/Yp/OEevw9NdztugkdbCZ+7QDgNxx5TNsysAON8rgUt8rkEbZhnapGRvQD6TkXwK8Op+2dU1u8svKe+Wtb6t+WgFNXWmPu5sY1btifGvL6FTCNbC2AjibToCDrlmso+fRA/mrlxgjrz/KH+cY9ck1niuNO+sZtZaJG2sKedT3Ja8ypgA1EhJLYe6e67CK5XranJBlrta1WNEHCPeRDQYdSwNbYimAiu1z6vFmswV98vVdzzl1wW2M7xxjDUqN4M73BnN8hhxgOAGz1DOPJbs2SeCE4DlFULMx4b6siFF7N0wNzO8a3OR/2sT12NCw0Pqw7ZGuRy4AgL1hRicCw21rXTCbPhPrbK7YqXnnGyaitk+s+vvCSmL93bWD230CMOxrcr2KP2De8dJtsv4HiNO9fW3a4A/8Hv7v//0DvX8WxTqQWUlF/5ZLwe1SGtt2vuIfO+lcm9xanGo8Hg6nP/33p5NLrLeUthTJcwAca+oithWwnVL31weAnXOz++R7rNbPmj+vArVPmrmFxwMAz6bv+OeIwIjAFzoCAwB/oYd/dH5EYERgRGBEYERgRGBEYERgRGBEYERgRGBE4F9lBPZ+9NM8wuUBPVDmQNbDXSMXsIMdJgpRLG1Ry+JujPoPwBDlZp4go4xtCHAjBSs1aa080wPyqGGjeto9IClFcZ7+G4pco97TD6AWi02r5AxUBHzULmxsbwv25Z4ByYCbY0EseOXzj9aygqatp4IjgOsA6Vag+WE4Sl79DuAGBqS2o+SaOvduuni2JwAs4GQoENASNVnux8PzI0EBIBFAG0CGlTQgOsA74Il4GYgD0w1AUZIKOmIfbTVpFJXAmygUUUMGhCRegK6dus/K64KHXBuAciV7ZCt7OV9QPDbDwHECBCuUMlqQExvd1H5NndUTwQlgUmp2Vv3Y6qdHQ3FwLdZ63wpWDivZoh7jN+pEAEyDgLa2JR6WvRmOxK7WKlkiKvpkYKX3iV02IAA/UZpiq63YStHosQFgCyRebwKAgVynqs9sJSPCxgI9hM21aPnxeGgDgPI0ytY0xTlTatEH5RaKz5uZzXnnpuF4Mfe7gv+u/bq1kc3FaMNCc2SxoO0Fe+iTYr1e628sugU2T8/qeooDc2mt/hyJYKOcvBa8BwgbtltViUVybJ4JHdnHb+7POFP7N7kvEIntt/oIXM6LqW0NmKUNAHXaEHAVIGh4jHJ+Rtc8RD2+zr2y2WXjhudswHVbEYd3UTtYwFT5z0aKVqxGXSvlrJTsWFozjtRBNTQvFSSfdm3fUm4yTsCzgMnYmBOna/XDNsSKy1Z5X/10flm/68AbXlJT2Cla+ek/DEsDIA3MrWLOfHbcrYyNWp/4uXYznw/7npYaK1/G8LsV1MzxfC61WgGCNQbeBNDKXkBzxotNM3OgyWuMU9seG9VWLWE2l6Det1059uO2tlb7qdVe7QL0Ez9Qt9uvfGBNDnumfXIYYCNKjetTUIeLguugzwC01xQNFDWhU8oaK/JcoPseC+zMuyiCAZ/KxcoTC5m97iQejAVzkrlt2339pBZxWVJzbsFIn29AmzX3Rop3K2G9nqZGem8eaMbOuPV1M46pO15C4MK/tQwxjr6+R3TrdOD2MvaK/z9893L66VvaCOO46Do4CWjDDBsFqH18p3FI7fSo8VmryEW+t+xCoDnz5m/vTd/+47Pa7BB3hewjysaP3fcIWwX4LurJ1zmU33a88EacGnReK9jcZ/afLwOxj6+4++tln+szngLfX1h57A0E6dcLFcydd7N6wk/P9Sg9bciTDj2Nx9P+/qqff1n8xusjAiMCIwK/6Hrz9PxXrV8jwiMCIwIjAiMCIwIjAiMCIwIjAiMCIwIjAiMCIwIjAr9qBLYA+Fq1I6k9e3Jytr2mIZ0e6KM8BMIB8eTObLCGMjgW0O2tyZN4atwKVG2WfpBvBasfkPPQuyw9gTlwLqu9YBVRAHKs1YYbXZNrp9Akj/9TN3Nuicm5hoWAQ8OOgAt+3+tB/M/fB5gIqhqY6jVd4w7lqYDF9lF6WXg2KOBzKIUf7q+n3/7ti+nZOV1raB3LT1/LUj8BTIE97Gq7LieAbCPwDYS1jbIVbvQ1dp6BF6VoVSypvTtJKbaHgs/xiUKaUBiodMMECI4FtgLPHsMSzqWuL0rOHA1LgM0ooFE+R1kcgNmQcqfItSUv4Tc4ygP3VvoRdsS5QIuu5YryG/vqtrhuMAnICjgmwl2zNJAndrAZ965vmQdfgd68AWq/fH4dFR21d7eNou1AYGIT0kn+oQBue9UW2fEecQJUAhjdRqsmZwC4INKdoaCgDX8X2AUWWyUKfKWtXEvXNKwsK+XYuKIUDdA6ldqRmrbkHvGj/iyq7FvZfguxu67t4pRavQxe7oXKmLhjf3wr7+eop5PjKE1RR5/qMxzwQ6YDUHu94tyMVRTEegPFtxTLVrainlafbXvtWtfKHY0Vewui4E3MOBe7a28ACHNOX13rmfsFiEYt2/WLk3/+qVxMPqMADmQ381cbVmrn9QawhWIbJXsg9RZUe5zoT0FB6c0Bns+eae3RnKO93AOFNnMqttiZi1vwZ62pR9w/UTKzySDrym5DAsrUuAhQmxsL6VYB11S2+pTXPIYc9XneN/TzJhLWmIBZ5inzc/fwloHPR3Ps/jBQ5igr4G4/v4G6VlwbjGYOsA7Evp0aydScTZs8vxjzug79Y82mRjGHP1cSbDaVNPCvIZw3zrHhc+RqA+Q+AQX27Z3UumwaMADOnGMOU7L9Kat0nBn7Ar79fq+ztA5Q7drBNVEBpk8BsPvg9aEiqP6mNnTcJZhLye3ksdcjk/oA0lbWPloDAf3VsTk3tbpXB+tDCZxrDFRH/t3N9F//kg01uFBo85PI/ok2hPB95Vjps1jzb3PFY80GEI2Fleb30x/9d4fT7/zuac2XgPZOiSiPPw5GHw1Qt9kW17G3bgg8APDjSL0KoAwA/KLMGq+NCIwI/CYi8Kr15uk9X7V+/SbaOK45IjAiMCIwIjAiMCIwIjAiMCIwIjAiMCIwIjAi8MWKwBYA82AdcAMAw06YZ9QAGxS3KBZvZHUcAAx8ywNsP+woaWWr4VJTduN6wMAAQBOALErCPAy3srgYiQVAVmAJAOsB+nUpq6L6c2VNA2HUuAYjeghvlZrgnVVXwFMag+LNIOBmevcnuv99FFiwPT1Cn24FxIA5x+oDKlxIoWtq2gKap/tQJwDD1fSHf/RlgeQrnQN0AG7prla5FqgDAB+iOkZlByDBBhYgI+VzxY7+tIXuDj5QOzYK0Y1slwEMUYMFghe/MVBDLTu35YzFbGBgXy/KRtTZAkm21gasJIFpF0rfMK3A0Aawy+XS1s0A1SONDQCx1XU7rVmgk8EzIEyx5j7AaUNdqaWbx1H7s+uOBgDXtdUP24YDYGFkuhjQCoCSWp0gnFjY3t2W8pI+NixLlrn+MgDYtVitIHyYzi7YXFBKVU4rdpe8DOy2LXfBPAsT6xz4DxbAriVqaR5K5wBPLJ0b7jgt9DnX/1V+AP1InTsBMuJB29nk0Bsd3Fydxzxivkh/rIsKEksBzIaBrj1KrjAu19iHC04Skz7Ih7PzE7VDNtJYKOueWNAyXvwNSPNtuo61cjj1olOz1pBSoaRvKGj3qkb1vmsGY3OddnOgKE0taI2vzl+t1oalnEcbWl3ZlsrU0yWIgcXJDxSPXXe1lbVryZ9t2a3+J2/ZpKHrsmFiBpXJG7oeW/FpevaapMK0JUuHrYPXOofDyk5UmrQbq3KBU2pfe8OCUyngnrUGcNoqYPqFcpr2sn5hYU8bXHNXF7u1hfv1tDhjM4fv9AgAa8Vy+1iHyGXXCVYAcDdgjLaAsfIMEDqvO0stdfKOzShtYdw5yiYC1gOgt23Aq3Y6GxYAwI6r3i7Ov80R8tL90yvXVryn7nQ/TPZmi9pw47yfrRkNbCmjjjKcDTSJLzkWa32D2lLGs64CH480PsD1FwFVb2iotqem9c4pgRwB5PI9ku+AKIBt3zzj5l7X2HSgtmTdyQ9HPpfPttW81yUMnrVhojcQaYQKBAcW26miFrS5kLQtpFkfvYWJNdnFw+UUsTmYvvuXWh+1Rt9Jwb6WqwMbMsgdq361Xuzs9ml04odamety7r/5zsl0/syj7PY5p8pavAHBp3nwn9zexaBrB28TYfaPp9d91X16LXyqHO5LDgXwi6I8XhsRGBEYEXh5BAYAHtkxIjAiMCIwIjAiMCIwIjAiMCIwIjAiMCIwIjAi8K8tAlsATMNQkl4LhhwKYmKDy7GUfbDrjkqtui/odyo1H+pLHsAbBzwBwFGm6Tr6cd1MQcaz84WBJg/agUz7qBJd01Vwi9qdAja2zb1ZR5FpuMH5BQFQWgoeUZvVlS79UB/QLLBg1S4StFg2Q2J/8pOl2i1IpGvc6oG9ihzLglOwQL8DgGmXFG2iTsCaO31G2M/g7/Dwevqdb5zqYf9lPbRXZwGE/gz2ogBCQaQjwWS1JzVzdR+JcFFQ03Lal5qVAKIouPgx2NHrwAzAFLCU39w/CspYFwPK4FNc+upq7fM5B/J2ArDV++A128eCQQwoBYEct1IpqyVHAoOEChU2wNEKTSmSATbrFTBWEdKNgIAGzkBQnW/lIzWKrbSLIpQDUMkDLhR8QEcr0/QBK24BKLbQBVgAe1CYAotT35Wj7W67jmmgMzWKb6z2BPL5fLUXxWGsiLMxAUtg3udgzF57HVgoCOhanLSPGqZRXqfuskCNiFXXet0HsJWqN7bXydO2+Dbi08sAHAPoAnrwVq6ROsZYdWN9jG1zwA92ysTZQJGPqb3UXAYao4gnoHMADLgkV+gTmyNO1WbqzHZsafOZahcDvQGv1Fs+UQ1deNxKdt9di9owEYtzdlDo/+g74wEU7/iyKWCl/In98bH6tnA8ab9tzzWuQLBWVq5WG8Wf804CzxgfbKuVL9R7PmCTBUmsw3V12UQBTMXqXYdtkZVfANdsbjiyIwDrwMHhQxTzcwCs2s7X11E9Hx7TnqptLc9oxgKFdOLc2xLYeEGNa81h2wpTnzk/vQMAt4GF6vlmngZsA86xGAeC76t9jK8hJAyY+s6Kj2s+u8NR28ceWe2xIpx5zvwmbqXeBG9rbICiSe4C4szAWsNsSV55wscOuY7yPZs4snamfjAbSLhu3BK0zG6hb7kh+wZbKMdcVg4zFFwXYE6cdwrb2jTDhhluUwDYGxlYa1hXy5XAAFgNpv+oth+U6x5H1+K1ttrva0+AQ7wFhnVN197mM1ZpU9M9oJcjmz7Id1m4V6kA58lsZwuqWuYsc4jcdVlsfab2N3isyPVsOMicY43MGNE5ciZDkM06qVdPP48UINwT5ofHpKzHmVu0KwrvRtuH09/+xeW0usyafavXT45Fv53z2DyzRjNn4rbQn/MmHDXyK19dTN/640N9f6ZtyUud20rup2T1UetY4rsdjBtW1mn/q4DuU/AwV1vPbxGHh934+Lv2cYjqfk8a9pI/XwaSybAXKZ237RwW0J8uwOOsEYERgc9MBAYA/swM1WjoiMCIwIjAiMCIwIjAiMCIwIjAiMCIwIjAiMAXJgJ7P3qviooKRhrcCl5h8XsolR0Pd6+Wgpo8VBdpAP6gFgU8RenF8+3UvA3k1ANxPZjvesI8EN/fF+RSLVIDTZ2OigpQCgQDVi70Htat1KTcSDnoOrYAJd0vkJT6ngcCzzxwL3toK26j2EJZdg2lEymhFilc5YP3b6ef/lzQ8E6KLsGuo8PQizy8F0wTHACSoXQEKPNgn/7ciwY9u9if3vy66gffRXm4dw/YSD1N1IpAOSDXiepCuuYoMEXqVdSKqD7vZCEdxWMAwbb4rK7lGsqK61EBM65PHACxsbRWX9XPE50D3OGaV5ebPPwn1rABXRvAhRoTyNWH64EKZDAGgcpSf+q/oyrOGpVqFGXApo0APNcGeEUpVzU5dUlUl3fKhSPJ/sgFxtyWvIKShj2GtLFXBubMFbtY5AIzUfRyf39e1rF0ATBq0K3PWGmuYQH8AkMBzvSn1dDEIOATQLwxgDxGhmhQS93ZQMDVauWwHAieA8aPjxduq8GT7XGBiGbn/izjRa7y+aurFSOQfqj/xwI99Mv/6VSsp1He0mZiCpCx9ayVk0A6FNelgPUYdX1UQFpGhn6S34bgBmIaa4G2qO0FqMrumnsZSJedOWp5xp0NC6h7qaO6FjB9UD7SXl4jR2z3TAFib2BIjVrmSx/A/sQWyAYgC8yOendXj5TzuRa1ZK3YLkgZmLk3ffQhucLnA3ldV1jnoIoG1tM5Uu2O3QiW9nlZAAAgAElEQVRW0RYg83qAxbJyW/fvzRtcZyMLaOaUouzxYyMIbYrCsnM+GxPCxTinpwIDSn1cakrTH+oRAzNTb5ofqz91n7XU9m3hbatn7lU1aFkvgO3kQ2psa90py2LnqvpGW1kvmKNd0xfAxXFCjWPmBzkiwsomEcA0cfTmBOUHRxSs1Ki+DtTXfAwATv1rq549L6K0pc9w7X3bt1MPndeIfdX8Veds4V3qejsvKH+8djufKwOslE3+sr5ZfV5vWllbADhW9qk3zLzsms78HTV19YPRZeOH/04MiAnraGoQZwNMQ3Dfm/rRqJRR5heAbP53r3w5sDKbTS8hkUDye62JzJe+b28CMGQutwTaRUwbNKK5N+S2MpyNCcRoZ+1tOGy43BAXhT9xiQ03Bzn6/e+9P733jjYhqD22fdZ/vG1w7nkTa3N/xp9t1fLN9Pt/fDB9/XcWum+s9Lu/++U1/WkAQcoMsLZmHXKMXW4ha+cc4NYop30zuNwAeG4dPX+/86g/P1ckR2m9g8TJ3z4zv18EjT/pvLmbRVvI+zpb7/DH139Ru158xie/+qp4fxol9i9z3/GZEYERgRGBV60/r4rQWJ9eFaHx/ojAiMCIwIjAiMCIwIjAiMCIwIjAiMCIwIjAiMCrIrD3w59SZVSHHlDbHla/DVIKEtxgs5xnz1bCBWgKFPHg3Q/isYZG6RkwBcSIqg0IqQftAiE8iDcfQxmr58rXus/yCmi1JziMRbSsNgX4AMC2chX8uxO44jk4wNSwy+rVqGkD9ExD9fAewBPlMlDlSERks9mf3n53Pa2w4bWFLvUcgXnqi5V92JACYwWA1ShbG6OmNADem15740TgTQ/6gTdS56Fuoy/UQSY2ALCFFNK0i/dubwEPKOGiDuXheIBqYBqw+gaaY5gt+KP7ctK9QAR9sSoTxS0qVur/CogQq2Wpf6MYDMAWijAADuAKmOBRPYAUSMC111JtbzYrfwaAyEFsUCxScxh4sZby8vI58VaM9XpDIdqPYm9hxSjW3QFkHlesUg1Co2YkF+gjKljzugI/jMdGdaPBQkAM31d3ZdwBMtYtazxQn/IGcQtECcRuaML7QEGfpHFGiNfW4Yz+WvdYedMANsvKI+US+ZNrxcUWGER8ow7kZoHgxCmgM5CG3DCU870ALkCrKKGdMx6+1FNO7dCua+xKpIqLoBPzwqo9wayi4kA6D3cYqa8F9EbRzHkHih1QknBagclUFHy5Q6ULLNPfWDUDhNkoAIRl3gEdY8kbFTQqXcZ7sSDfscKtqf8E3DwFOZwF1MoGjsQ3Vs5eFAx0eW21BOzG7nwLtlDCq18APHIU2M2ccS3uWjPokOcrMNVzOO3ibxT8VhIXGETdjrV47MYtodb6gHsAI1zQqcCjLb65aZNE9yNw28p0NqUAl/S+lgZbrjtHLWgNvCR32ViCFbcjqYuSKwZgXNcfN0W26jjKeHK31PFsHtA55A3zkXUEgEgcosrVGqY1i4EPUMt9GB/mDApjuwdo/WAjCH0CcNfyoDVDn9Q5XMfgvdS1baXs+a11qGEt93Qp6jTZABmPYzbdMK/6SL30AEwAqNepqjlOzpNXXa+ZceI1NtI4fqznKPS9xyDXpG92X/AY7cChoaTHxSGozSNsDNH1+H7wJh7BckPr5BB56+8fg2c+mPyI+wJjKrDrPNt2ZwsjuY83bdSGCDbcEGd+d861AtjxZFyo6TyjmYzfz366mv76P69TCqGV/TWh6L+/27x273LNY/xwPf3pn51MX/4KJQ66lnrmSyuAPa86FTqnqytey73hIutPLMMzgedA95MAcJ83V/rOFde7Wsls5JnXsd7F80UAePfuJ//rZaB4AOBPG8Fx3ojAiMDnJQIDAH9eRnL0Y0RgRGBEYERgRGBEYERgRGBEYERgRGBEYETgsxuBve//GPoRyGZgYcgBBQIsAM2AclhfBi6gREThiuKLB+u2Fy7VIuc3nHCNVEArailAllXC+qwtYPWgXurWlUAhtrCnBsCpDwtECcABNMiOF1WcuBOiWastDVN4QA4cSA1OWwRLeculD9Xu27vj6d331tMHV6gBqXEbi2Mg6UY1HTmsIkOFapKA4XRsal97JvvOc70OGBDoxXQ6MEf1H3XLKKEDFgyUBRxQpgYkotbjPME9gSzAM+cSXpTVwC6e6QfeBrhH2RYIw2fdNnUYiBHL5ECVrhEMoKBGsCGb26MP6KS1YBpHankqHrLTBnCfIr/166XAxPIaO2HbDgfEohjNWO8g+cVZ6tDCjRou2v64ADBQDrBkNbKhV9TMqD2XUo3fq36m1dy67z4qPJR7wF8gnaAONtyAkfPzswCYgqPLK33WXCnKvsRRYD/MPEpkxRILau6XPLsTAFY7pGSO+hfr7JU/SxsZ3RPZGmOTGxgcmEbuwaAB2cQkilgyik0QAautrAbU8botfFH2FQC27TUgbQsOgYWKXUHRwPuGl4E75Ct269gkLy602YD6vXWOIZbauWm7bc/NgGrUrmkHuXs3XTxLnV4A3VL20IwjALg+EjA2A8AGcgBZQ0EUmUCq0DnP1cpLA8UCiFHhgwmxgWdzx2EBdnJXGxasgD3KfhHdj9/msgWziCs5waYCLNOtQubyjFOpnLku9tZAudh8p1Y41zu1HTVzxmHwwWYRxjUQv6WuWZ+cOdXPrrm8RmksuI4fN3OaWsKsH1jAU9OcecAmB8ZyywK9kaAWPQ9A1bDdcVTfC2v5qLwF/ZjH1LzGwIA1Spck131erVtWOLOpweNN3rDu5rfhO5sTFrHy5rhVu6wMFwD1UBqWV0f157FrHif2Hl/HtSAikxf1LbmpdYsNLnwWp4SF7uE60XrfbgK2Wib3AuqJuUGkrsF8Q6kL/GRWR1mL8puQVZ3tWVyacXq+5qslzLMBJ/3QsLGhgfmL7bk3szB2bNpASe0a8KUorwvi3sDhDUelfE6UMr/aTWFrf8z3kwaD3OlxTU1iNjVE/W4lf8HvKJtzvf/tf/mxvktelx33iddzfpLfnMB60ettbO5xstCVp3+r+r/YTvcYzTj1tp0expqXTwFBf3+y1rpfM4Vsq39nvLq7798Bx73zIm81/O2Y9Gu94WMOZvtivykAvN28M1uThgL40RCOP0YERgQ+RxEYAPhzNJijKyMCIwIjAiMCIwIjAiMCIwIjAiMCIwIjAiMCn9EI7H3/nVIA64k8KloejNvCV0+7j6khWw/HG+gC8GwBjcWr7UqlYtQDcFse2wI0UC72u3pYjy20QA/1gwEeh6hFddxJ9baWtS+fXwgMbQQDAjpSu9PW0vibltXmoZVaqW/K0TAr0FGW0tQZ1c3hrarOO737wd30niDwvigFykLUXu4foMuKtyiWQchYPO8JIJ+dH0xvvIH6VqAZGOSClFHyuQ6orVoFDrGj1o1WS11Pfx+VZTP9o98ABveLWr7AmQIzq3WU0f1QnvZEOXkwnZ2pHqVjEEgTC9222wXqpHYoys+OAfFgOJ5LyRu77WThgQDJjUD3+fm5ABeq3wIOWM4KEKwEaDfYZkvRCQjIGAZV2OJY9zqT4tElURkBXRdIdaO+JRaocQHjAODeKADkjp1zoHRqEANqqNkZdTB2vYF72OU+qC1n56c+L+BVMTUcBdIWANHYYKF8rJinfbG6BVShVudGtO9MCmBqp7bi1ABYmw9yP6A97S1VneHbnRXDx96QANBJDeAGwHAU1761Ah4wWDWPnS8EJQCpaSvwng0AwHtU7TOXb8ejHHaNA7Fypp8PuicKd9TLzCWrxSvf/D7X436tNi57Yaukp5vp2bNTw1faulzKIlsAWA7YWwBMvCqMni9sZGD+Rt2cDRrY3GYzQcb9UDWAmcsAUuaoX1NcD1Xz2vl9fZz6xEw8WzIDnRfuX0B4wH1AcCzhYx0uVbniknq6SZDwvOS6a4BL0W0Qj2LTVs7EB4U5qurk9kai9ZUsyg2AtcHC6lurxAswcsUC0D5fH6Df97eAa27IPIndOMAct2zetz253rOw3fVdsw7dFNjPpoT0KTerWtulDEUhDMgHbM5Vzq5PXCS0N23wJ/cxvCfPtPklADiOCovT1Nb2pgjWUm1EOKxC2oH3imcBwkND9Sjs3W9vjolVPWOIU0O1fNt+YprYKLfV62Ps4WujAntQaF/qvKdm+/ZemkPHB7FJZzNOlODZiAI8bfAcq+TkQ1sNA8n99dBwWvelpjKdZP0knlGC1yYMrKhtLZ61z79R3RawxcHBjhINlfWbOLJByYt2WaKz+aeHjGvwbef69AWAs8kksJnDoFo/f/OfV9M7b90ot858PTYO0F/WT/rkOtJYcHtsY13/5m+fTN/6o2zayUaNbO8JBEgfngIBuyF4bY+dfqt7maM5Hu84sOV+U+o6o38lthWrGvdXAeBsFum1tufRxy2gH92qFxV/tAJXJzTY7vO3ca3c/Nj7wwL6ySiOP0cERgQ+LxEYAPjzMpKjHyMCIwIjAiMCIwIjAiMCIwIjAiMCIwIjAiMCn90ICADnkWxqIwJHqDcqMGnlLZSCd3cPhnnK34pHlFo8PEdRBmDjNOAdQNbKWD3YBxBaSMfD6YIM14BEqwKBVoI4UgDz8B7wfCgYyd/U9I31btXUtLUsXChKRSvsAGE8ODd00YN5qdSEmad9XfOd926mt95ZRkEqEOvaq6Uupr2tlMUCGmXg9HAzfe1rR9Prrx9ZKXwvFS1voeS08lOApgH5MykvOZbLtZpJDVigbKAI16JdQGYARtuxbqRAxJ40kBDIkpgCU1HU0QdsaoHiUI7U3gV8AjaAXtSHjTovtYRbbU3N3tT7NUtzXFBsRwmGYu/Y41PgCqCgAVlbASwAo/gA+lHUcjBO5AFKTe6XuskoYgFG9AHoSx3jwGnggS1vVVOYdgCIbRPrWrQBWoGBAHSgj5SE+veNQTeqZACv7nUY9aU3BkixeQsZMxTCMpcciYI8ear6sWq/IROgRJ87FUA/KUgc2AlUU3sNK6NUPRJEi92vFIa6H4AeUAtIhmcul0vXqya2RA/Lb+Cl65p68wGbA1JH2mpBwClBM3hRfgn2HQLUBd072jfUZpU6G8h2hOpS97+SbbXdbx8EyIFtagT9I9VoXazBa0OEa5lGIYmSmTNsm6x/0U6U7MwlYgKUJj/uUatyDROh4o9d6luvOUuxx/V18z62u2sDuWzqsKV52V4vqHeNshgV8L1U1boWmxWo68rhusmVzwbuQOOZZJe+8D51nQH/3gSBEpY4ofwsxtXQ/VbqStYf5m3yLOpUxrsBsHNVrzPHOI/3N4pz7oUKF5vlgvvKqc0aW2oBXmp/axyyoULzrIAkdZS9/rgebccm42ultFXSgedWsyvnry6R26bYM92nXjDrHTbTHIzLjWIasA6o1iYP5X+gJzOzYTzrAoQs8Bt1LpsBXAcamKowcz/gaGrpJkes7MUSuWoeNyTn3nBQWxWz5vGfrclj/dxrEhscbj2/6/WKMRbU5BH54LVE12IjD/PHrgnl4sC8Y26hEj+khjLZyQYG7OyBudggF8BknQfauu3egIC9uNpfCnTWWG9Gqc1EjueMLfK5jR0T+B5RnxVkztmqYbGMru+mhqZev217H/DMrCGvb9y2jCfXcW3qulcD6re+v5q+97f6Hjw4d55lAwfjxbqFlT3rFs4PmqdrOVgsn0//5juL6be+IcUwOcXcqbxmHD/p2H0X7EB0g9KtSr4uYGBdSuht32cXJwZPD9de7pq+rBGPPriDvy+6Hu2YQ1zHnzWkGpg1aXd8EgDu/Hj0gTlMfkGQ5vbcnxjEl7z5KgDzq17/l2nT+MyIwIjAFyMCr1p/XhWFsT69KkLj/RGBEYERgRGBEYERgRGBEYERgRGBEYERgRGBEYFXRWDvH9/S4+wCTjw4B2ai7jS0hUkAiOoqfhhcz5d5sAGIur+n7qUeehcsAtwBUmCDC9kInwrObC+g66xWq2klUAOc42H1iSyKT6XQxQ75WuD49FSKUPvyckHUWsApYzH9AA1aQWvNWx7iF2xEMGbFpGD0ex/eTj/4wXPBmIXUoVIAG5QBQ2KxzD+uBVvvsLhFebd3M33726/bjhpIyWGbTOpPypY28HJjUHOmfqFeMwjYwhNUYYEYPKA3nCi4hgpwKTtqP4QXRMA+Guhge2gdjrO6SDw3qt8LcKL+JOMAV18LDAO3iIEfKOkaqC5PFKd+3N8gj+u5Dqbuybn3tspVHVVshh3BAoIKJ7a7t4ITKPAagsBjuFcAcOqUAspWS4EOgXFAzrnqJCdAOtkAR3bMAoLLq6iX2QwAMGybVisBUQha3Rr4t1oRS1oD2Lq1nXHaAOQK1Eaxi+IO0GIAKdVuaj8DkBmP/hvr3T1fYwt7lNPJz8BNIDJwmvrIXcMZ5S1D8HDP9chNVKD305kA942VxijhqXML5MDyVj/6p8FrhcBZOWMuc0Eb90YlTp1igNHp+WJaK89v1ME9A7/KF9eiRXU5m2zE1yCJcURFHZve7p8daQvYsTkABS0vPHS9Uyt6mSvZdADo6nGI4lCqabWnc5DYfPjRpft6pDHOfI7K9ew8mxEy+QlY2gbg3KCm1PUDnjJXvI74dw7WBGClaxnTHsCgcgAL5rZI34JqXYYx8vm1OaThL9diPVijjiYLFGzmGBtNYlVcYJ2MrFraKJS5n4G7PoWafHEau2Ca3OMV+3bAddaVqO/N/tPfOqye1r1iPy7YXMCN/gAzj5U7djnwPMI2uWr3yioZWN1Q3bWllfe5dvLLtWL1TyCyX9UiCl9m/WNThTdToHzVe9RmZz27Y7651jh1dANYrcYu+HijgDGGDYl3PUkMNtrosl2gqb+ua7CRgrlLPHpT0GHFg1VkDgpRyAOSqePr/CNcQPgGkWW3fYITg9argGmg9g4AZ6MCClhqCVOTPIluUDmL/UqbMcwxfZ42lLCu1H1iGd1gMuuSNx3o+8fbAIDD6sO11sVbJmYDUb3H902L0b35Qtf66GdSAf/lB4rD64btbFxgbJKvWFer3rq+t+7lHLG+Yi1fT//9f3xjunidm7GJJnmerGMyPQal83F4CoB7jjd8tVtCraFW15dSeA6t59fzPWeL0q8fAKcmNccWUNTfLwPAT9u3/XsA4JeGZrwxIjAi8NmOwADAn+3xG60fERgRGBEYERgRGBEYERgRGBEYERgRGBEYEfg8RGDvuz8UfsMD1TaXWDvHktgKU0uwAEtAiFb78aBfgEcPoRGrxvpW0K4gMsDOys6qi7goBRaPv3nmjlrs+XJlwMSRup+xCkWliVIS4gW8AzChMELFC5AJBAWMRHGYupaxvnWdUFs3R+12rXqp//XvP9DDfqyYF4aZqNn8dJ6H6Pr7WsAIJeMkOHMm69w/+NaF3uLhviBtgTTaCWiIsi11UIEABtEoEEuN5b7YOBvFpoBCKe14SI+6eYldNFBGD7wBQa6hKUhlZV7dixiiEARCUruY8wOGo5o04ABw6z+AJwCN3xVJLu7PxvI09rsoAIEttOmwJIINDuAga0EeFH1RHOpesqkOrMP+m74LfGisr66kkNR4HwionV9QU5nyooAeIBf1ePcEgIFJqbd8dia7bNSSKM6KffDb0EnxAHQzFsAWYP/ilM+IzNFydQkrWkMytbGBFBFuaBwAHMgZME4eAPewGte9UZijRrUycKd6I37E7PAI5TJjT5uwNqYGcyxtfR/9ssJXyvJAamx4ZXdseK+cNNhL5NdSCmOLjMLVqnkOYk/OaOxsl0w/qbPMXKo5AiDa35MCW8DrpNTSnoPkDtcgDro248G/gV6ML/2xVa5hXCzbPYVdyBU1eQJuWES9ZUEqrHtR5rfS0hbLqMwFRGkyqIrazaieo96NXTc/56pTbADMGlH+xvSde14rKdwfAzXGImp28iCgCutwNnzEXcD3rx0hqK27tnOCFqhNPNkAwPm05UTz+1rrAQdq8QaTns9m0lGXGyw2ECz5aKyUdW9dF2Vzq4W394M9ssTVJgz/m49UzjJezH/XMGbDhd4HeJJ/5Ker4nq3h+adAnkkeOrYlBWx6yoTXzW1FbreGCAb8FYr91jxm/yOK0BqBd9uUI2zNhdI1n0YM2JInWgUvMpG5V2BTrXPNYH1G3tnkhC4T9tRP88BHXNjrff6tVj50/Zb25gTic5xwkho2QBBTOB2hB7r/k1b5DtpC77qF+PHNZkD1IJn3kS1z5zkhxZmXD0XFCDWqAP1e6tSLQBMGzeon2vOUSrAKm5cAnStLKHM7tRZ5wfVtG3IWb/1LvP+xsp6Jkvm6Z7mtTd4FHB2bXnXut6f/vrPP9Q4LbzxpXMC6GvwrnxmUwnOE+vVw/TVr+5Nf/LvZcmusPkSHv/WIne2ccMi8/1SgWHXeK9gzwF7VNYBwJ0ncwjcOdM1ftvyeXbHtGMG0vm775Wa5hnnR/etCzSE9r17ThDPWXsygBmYlwHgfv1j9xgA+OlQjb9HBEYEPicRGAD4czKQoxsjAiMCIwIjAiMCIwIjAiMCIwIjAiMCIwIjAp/hCOz9zfeF0ExjU9vwSFAIq1SragUBAWxW9UJ79fT2/PwsUE+fQI13eXkVGGWFWgMDwC2AkrqYBcR0Pg/GuRYKrAbAwCyriAXWbJ/qB+T7VmR+9OGVPr+I5bAe3qOERXllVV09wAdQWk2rB+8H1Bg2JBMIUlt+8E9X0+USS9WFP5M6p1H38qCfPt1L/Yka82tfOZ6+9AY4R0BAACKqT8CEIAxttpo0Vq48bE/9Y2oIBzAABUwi9Bw8NrKp1WsY5DrFKIB1QepIug1RTQIpbC0M0C6VVxSUUqGqrxuBsDxEAgoDNDQ+KC4FGIA6jBP3YuxiD8s1sdatWqzqG0BtIxUq0ONEqkqAo7sHzMJetsSaQK07wREgJiDG55RF61JqYayZeXFxKhXwuSAJl7hVneV9gRDRgfUySkv6DMC6k5UvNVpbCcz9VitZDVMnWOCF81yXVYDuFGUmlqoFeMiVhqB+rV7vudYK4PutBS/kLjE5lm82QAkIh/qXHOMA4Dbs9higTlQAUP7e30HpoOA75Sf9vy9gYxtcxfpUgM/xK6ACDFxL1Y4yHGtxYmeY0vluu3NqjnItXbtrarsGMheJovxBc4B4nV8oV/Wf7XsNsPU641rcyFDUOUjwgDICwNoYwf339LrhnIFO+oyY3jV0GWtdB5jlg00cyhtUmYyVTweyCapfaYNGW8aSe+fnUurile263FEtZ+yi6PdmCOUWdbFTyxS7ZfI5eQncpqu9wcHW7fowANjW3gWWrBBXrMh599ebLVAuZ44Bk8/PpbAtq2zbfGsYsdnu9ST1ahOsbD5AmatargrAmfqBFTmfSZ5qPhcotpq3+uR6taW2JnWYU/ST+XcsYo2yF0CNSh/laWoaK9Zav/SSr20lbriik8Fu6bSM5ukHC/b+HK+7BjebT1hHdLAeooBWWtjunDXNEFuxPDaMT63Z1CjmFtjiJykBxyGWUciyGYIxs7K2jmyMwFaZtSRAj40dNAOom+8Dci2fYZ8JTNOW6bm08qnGVG+wXmaa1cYY11nPxhLmKm+2KpmzaHNqWScfyauUEcg4b4EofdN1XX/clv+9ECRpAMD5HUBJc3vseN11jtVR4nuk/gOA15ov3lhkMl/3N6zO2BE8rvrDv7+e3v4nvufKtl/XZ46To2y6iAU0a/TD9Lu/tz/94Z9o3dxDFUwYMhZ3MyKaDVWZQw1sY0Udh4Tu8xyS+vvDY7wDwB2vnuN2eqjgvggA57tlO/T+R9+jLc2fAuCn5/szbNSq76kBgB/Hc/w1IjAiMCLwNAIDAI+cGBEYERgRGBEYERgRGBEYERgRGBEYERgRGBEYEfiXjsDeXwsA89D9QSANpSWAxIpTqY4AEJBeHnivBRABYq+//myrMASabATzOFLjMnSAB9ZcA1vSE71Gfc0DgRLpCf1w3A+useTc2kiiUKWubUSMwERseZdXa/0boBflHQpgAE9sllM/FHiNLSr1d/n7WNQFm90jQZJ331tOP5OV56GgzZ5BRitG9S+r36KsOhCoevPN/emZVKtHqg0L+AZw8DBdLY7ds9vNNQB8AY3csxWjAeFYyAI+AoBto6xPbO1YBXOIIYpJwDFxCcWjPbqm2pxak7GRRukIy7I1sM67Vr8A3yjCAJjAeVRobZ3s1wUUUDo21AU8ue6sYhl0Q4x1vbLoBY7QX8ghyjiAjJWSVikHhhoUC4Jc2bYZYIdCEaDKOAmYA6CBGlLN2YpYxx3kSh88chxS55hx++jDjZWTQDysexlXK/TcF6x8A4eIWdtWA3KJC3/7XOUOueBauLP6vAHN5DCqSRS7guiKWWCGAK0+34LtqHABwFjpomI+shV5q2c9J/Q+duXeOKB8dN1P1cNFtcphAKf3UTNz3506FniXWrKwIPrLPTj8OkpIFPNWrQZMpzbujWoZCwbrwhlLqa+VmxEoalOE8sVw2ylDzsfSFtUuitsttGF4yRS9fybFbJfjzRwinzdpr4DOQvmTsdn16UpKbmone6ODch5AnRMCST3/lEMNqT3/yfva8JB8id131N1Rp65WrAvAaupAC6YDgAXlDF6Jk2Ak9s+B/9nYsK8fADjx8aYSjZEYnOeMUW+BTMC254H6DvRDdR2VfQA39sjEy9ATlXttlljoM65hPbPZDVCTwhNFNxbSug8qZvKO69laXGPH3EMFHatx5lGU/Zajul3ZKIJ6OPEu0l19RVXO66kHzCCz5rBxIZtxmB8Sbzsm9NaWxpojhtqmsBoPjwP9QWmLO0A2X/B5rg+gJteTe6n5bHWw4uC664aLcWFA9cu8vqamtDrm2KFGL54c22r1kxhU7d++YKug6cQxdvN8hi7RNjY/qH20M/Mz6RQADNhmXmZTAZserHAFyKI2rpC5nnepwN9+4O8AACAASURBVIHARMxZUnXC+TdrxDbXyTx1+1a5Zrt0fYZc4zor5X9qb8ctgHHl71jeZz2601r2zo9W0z98N7m6fxwwfaiSAqyxAGCg98Ehdcbvpj/8bx+mr39Tm2v2Ux+e2vDOo0yrgrv13UfbSjXfjga9qYJ1B068tVbmWjMamzmZtdT3eUJq56/Pr1HN+NgvfxfVDgzyKtfMaU8h7xZMv0S122uz+1uFsOfrSv/bavttYJ6Q6Zc19Onr9f87vPD0Wfs+TQw+7S3HeSMCIwIjAr9IBAYA/kWiNc4dERgRGBEYERgRGBEYERgRGBEYERgRGBEYERgR+E1EYO+v/lE6PR6co9Rb5AEwirN7ARKUfQAQYBRAhQfEz147j72xFWF6wK2H8v3A3g/x/QB9EiwUONM/UGZd3wjkohC0KrZgoeFdHjJzXVs425YXdIXCDQWp2hButn3ozr+BCKmzW+ov3RfYwQEvWANrpiOp2x6m997VvQ9QqOocwJjhA9dG/RYIKOwxffN3DwSAUQMHWqHA5fL65VqztmHVQ23uDWSIm23smOkHMXKNYQOOQFIerB8DhDgKonJuQDvX5XNtaw00jMUvJxOTW0ETg1CUlaW841KAG+xf6TNAKEpjAWNdC9gBJGvWBADebADAqss8U3Ch1jOgEGQEkNNWq5h1YJV6LJrq2sClDiZe17aoRsHNQ/u0EStwYIhreKL6Y1wM5kvhitp7ulGbaOfhdG3lY+qcngqm8m9+3n//uftC3d8A4QZWqV2rSBmUoUi05TGgiJxSR1NPOTEFNgH3rq5Wel2+3s6dKIGPDcuByGoRtsTUVnUMpH6U/fRC+b919DaMky2yVOcrbXIAsNG/0zPiMoP6go2bNdbKyT7Gn7wFXnocFEuDYuWaawfHXdn69efPowwmzq7bWhbLBlAGM7F9tpJV/wbQu9ZqqQgNqZWkG7URQO86p/wwnwGL6uvFWerOtsKP37Gs5sUoI89VI9s8rQ5ynfcBdDQW1S0K9tSDbmvfgHanNkDa0Ep/oN60gjl9Ji9tSawDBX/UyiZyjg9t5OCzgNtrSf8ZY+B9Nhiwfmhu0V4dvH4qu3Dbk1fuxCIX8BjYbWCr9qatbKZIbVoO5o7tpT2XGf/UxwUAewStYJa9/fXKG2AW51o79DprYRScAbp8fiH1MnM4NZizScGHfrOKtYqajR6u32vQ1hbZAfBW5Cv85bAf9aoDkkvdKGZsvgGUoj4G4vrtBqP0jPwycI+NcmoF02PFnzrOGkfa3gDYMdWa4I0+Bctsta3+ED8U1VzU63wFjuasXfc8Ddta+Ds3S3GOrTjQOMu3r8EgMXdcz1tQ1PH14pRa6IS07YlTG7jtrtmMkzWbw+s1yl3upT4eud46oDV5wK3Is4aMKG9pIxt4uC8Hmy9YCzbXbGYiHqyTGbR9ne/rVf9gzR+9fz/9p//r5xqjUym7Qc50Kgsi5QDIOzbP3N1upu/8jxfT+Wu6x9bnu9bXGsenNsspmZC+zevp2gL+CQDOWY9h78vUvy8CwC8Er9tr9tV3sevvZd5p4My/55B696ndvwYAflFUxmsjAiMCX9QIDAD8RR350e8RgRGBEYERgRGBEYERgRGBEYERgRGBEYERgX89Edj7i+8JAKPGFHwFdt4LZABbAMB+6NtUA7WZaIDrdha0WUoRKuRSlptRbUVlKAUh9rVAE+oD61oLWTkfS2EGZ+GB9E0p/XwPPeQ/PknNS1SLQKM8hI4y1g9RqPlYtVPzTD2QycDNakkAVeChH4JL4fog9fDbby+lkkzlXGgGikcesq8F7R4Ayer8Mykcf+tr99O5wKxrt8p2N4DIEjbDB64BUABqLbArFoTyVVu+qBYBMACTrq/Y5ELtQXlqpFLAyqCygEangkGmzkN1GwAKoMk9Uws1yj5CsV7Kylf1XAGi1GZ1bU/XP8UqFrVjUTAgvQDV1XJtAAoo5TBgdK3MWOQC5QE3m2sAMupDrLADqlJfGWUvaligoNplMJhRAIvQN6v4avx5PWPlfxjMnEiJCoSi7fx+dqEXS43YgHStTQNd6zVWx9k0kEPQzQAOS+6oRI+wdBYUM0gqUES8rtWPq8uN4gVYlYpSLzawIgaMWyy7A+q2Y2D72L3p4iIA3YBRb6PyxP4aBSTvtaU17b5Wm1vdy5iTM4Ahq6R14uJc0FvgljbRHqy1UUhyfPDB0tckn549E6wGhumeASnJcbp8q/kIoHQ93nPBqILKhq1qL2AVVWvPFyt1dQtf9/xA48qgB+YwF6mdi4W0LcRLoV1TagvTyD0gF3GzDXPVWU6+22Td8Ato3wAuALhgcMXP9VmB2wbCD6ozHIiXvrXykxzcKXdRwgOdra5V7ICvsUvm3mwWAb6SG1EZu0YrakzFgthuU6aGNjW8M3c4lw0dKG0NtGoTStdmpU0AecafzShM4wZoxX+jPFdb2MixlqW55w2bZdQgYkXcdlmVMQ0gr5XLwJQ5ASwNVvRcoYcVw9g5awzYcNHqcdTaqO0r1zmfltwK/MaBPiB2X7WtbQHvmuhqj/KH1xnvGr6tapkE86abWmO2IL8mxc7qPCr2Xl/b9p/Pp190EmcExqV7HwB8rxrrVqljCa5zAfLeiIMS1Gv7zlrY3xls7UBRTg5VPlm57RrwURHTZh/lGMB1WR/9sgOat7WnIEpj8pBYe2IB67Pu9TrWY1zdjnJX1/hf/+d32AIxHUh5j0V822zTbjaiMD9e//I0/bs/O/N3mEuy56vGsS7Gux1bx49+1/zu3Oz7Zu6WKnq2wSKq9Kh/kyf5nuA1x9DODPlcv9fnPe2bX5+tl33v+Xndz917nbv1Su8MaCVu/b0FHl3buFKhN4n0vYcCeDfi418jAiMCn88IDAD8+RzX0asRgRGBEYERgRGBEYERgRGBEYERgRGBEYERgc9SBPb+/O94BC11oqws71XPUEULpfoVjXHNxjxFB2ZZLacH/NhmAl6AvACpKA0BJnnwzAN8HozfoTxriZ6eiB9jKyzFn+049VAY69xW9RlWYT9qZS33CkjmByVXVMIFdgoCP+hhPA/218vAwC2YgAhYFSoFry748/fup5+9v4pVrPp3oRrGgAoDOfxOdT9scr/+ptpA7U+1jfa3KssWooK/wKjUkqUGrmxxBfZQkgYgAKbCHBpYA3htm63XFieLsmkuqA3ElaoUK17bbHMFwIhubpWrgC6xQzUH4EKlGXtTFIdVU1bSN1vcaqzO1RaHWu3xGKj+KsJiw1qB7tjbpn6loYTUudRhppZvahAHnm2AbQKEdOtW4InMADAD5ADiK8WMmAO8IAiuE6wLHvnz2Dmnvdx3W49U55xfRJkJHAcAAuGPBc88xh47ICu1dAUHbU1dSkDDrFhI027XfLWcFdDBe5CUgDrsx4FKXOvqcmUFK+PbAJjzyDNDPVu4luJzi+qiiCUfzs8XjoehRV1ztQQ03koBvwPA9HEjuE6t5ij8AHoA38wNxu3s4tRzBdUt8M41mkt1mLqdmVuMITVKAe0NOp1WVjNzPex+b6az01NtKIjNLJdB4UjcohanzQC3KG/J01ONHZsdyF3GBzjNeGNfbJioe7Tqmfiijr24OPEGBcPVBuWloj3TPCXoS1SpauqzZ2fJKZYOqzGZq2xW4Lq7uq8eP6XN1VI7EmzbGwJl+2G9ifqUPt5Iynom1S0g9+pqk/HeHplr9AM73xOpytlQ4hrO9Fnv8tkjFPYGUqFPxDwbAKiXHHWzrZp5RfOI97Z2t4KCQMyA1Aa3sybonwH6sszX3LUtMtCS89VxVO2oj8mJ1NaNFX4s6+ljNmoAY7GybvC7BcBsDlGfAvy96HgdZjzJLStoq0YxrbrWeAJXXW9ZXgbE2WuFlhU2XtDLqH1RbwdoGzIWRG3gm3UBm3nZjGtNacDaAJgYe2ODN8YwBgG/XdM6AJgNIzubdfKEz7M2Yf/dddsBwBayY3ddQNZjwfW0dvVBP9ngQNtiAZ166HZw0EW9BrBVpaAnqmfWIs+bIq8MO+Od8ZVCWe1n7QEGJwF3YzAf5TgkTNN3/2o1ffTz/enyinVR87Pqt/P94k1Fmne/9Tt705/828Te86kAsK9XGwj8XcZGFMaTNcC7FLJ+xomhiDVxmIFcN7FAry/3KwBgbyno7/TK7y2I9X3SfmfIrD09NvmdcXvZ8akBcCf8S6/0ijeGBfQvG7nxuRGBEYF/pggMAPzPFOhxmxGBEYERgRGBEYERgRGBEYERgRGBEYERgRGBEYGXRmDvr6QABrrw0NnWnVKPAc5gDyi+Tqh1a1tUlEtAO6lPseA1DJhUN/UkSs2SYPJw3sqoetCdeq+CiNgM80C/FHcoTbGQ5gE0H0VV3HUggQuuDslDc0FQIBCfxX7XyAvQeScgKSiBpSzgjcP2qSYgapfgJs6f739wPb39T0vdC/ghBef5uVWfwNeT4/Pp5n4zfemNh+krXxY4AmJjWCzQwAPwVlryuPtGEKXcml0rcyG76Ic9gSTdNCA7cJg2A5dRJWMzTI1K91+wCFUbh0EclrrbGGEpS63SwOW21gV6LG3dHEDLdQLJAD6oHtPnC0FG7uv6lYBjgTarhwFHtsYGOgCAY4Wd+6JkVj3ZugbnA6si55TNsvpLj07PBDasWIsiFHvYzbWU3wJavM64ufaqPsO4ACOtuANyCMZcLKRYRVlOu5RUQMXTs0VyTQdALjGJxeyhZOjWl4rAANAAJaeqzQzAwuYYQM11XbdYdyXObGCgdq5VhYytxuOmAD/tJs9Ii7lV9HqlWqCCuvTXiknBI2rzMoZANcD6iS2nozhcLdVvgTYA34nU33vaTGAraVlaU6OVGtj0i3xeU2NX10EBfCjYBMgEHse+2dV73eeANMDzrersqratbLGBflyD9gLeuf7lc2C16t+eGuGoHaE0F88UWI0/gOtaKuAGnsw/ro3C9ELjR77c3DCI5BCbDHJ/ICZXcu1uskSxWK1W02uyeedahrreiMB84DMaOzkAcGCLTU+YC7aKVowYI2pAs5YQJ9+nWBF9wirZ1tN1ML5tmZ461gHuKGtRGD9/fhWwqh8gKtCNucZ6haX4keYUf6+0qQCbYY5TgfSF8iUq/LgEpAYuk0NwfraxgbkTi3pga8zXvdZRk1l5ZvU7awpd13mAXV7nh+sSC9d5RvnPJgCdB8hnjvA+6wjXA6j2wUYS4o69Mv2MmD5zgLyI0pqNDpnjKHgNRjXQzAsOK42Vq+x/wK2ZNZZ59OAxYhKgKmecqZGbucX8pl601eWl2u3++aJetwDXKO25djaGwFNZVxgrFLhRM6cGO4pb3XoLsckPoPnc1pv720HBEDabhKzSleMEuWjnBhP4HfilOQG7et8gNmsZ9uC0y3OogHusthNdNiq5vHm3me8Xncd3lee5Fefkl9auzkH3O1bODT95q7P0B3+/nt75YVT2FAu4vV/5e5Dr4R5B3vzBHx1O3/oDvt9S/jmsuRLfsc7N2BRAzXT3D4hfZQz8PedEoBPZTDA/tq4WfO4RAM5ZbHDow3lPFlVQ5vWC3a+q+eucagbec7TgOuc9BRdu0wvatr3xS4DsdmPDE3DcffxVAcmj+78ATD+N5aPAjj9GBEYERgR+gxH4Vde3sX79BgdnXHpEYERgRGBEYERgRGBEYERgRGBEYERgRGBE4AsSAQHgmwcerAMoAawIMIEKmytUhdQFTq3MB9csBE4IXujBd6veFgWI86CiVX1R7RqMCIIYVlhtGMtVjq4bad6owwpjPSwHnrpma1lboiTOCdjvnhrSGugI+KykbNxXg1tRGQgN4JASTPcETrz//np6+0cr9UkARQD47OxMD+kD4fb1GvWJv/HNIykHkd4Bm3N/mom97ZGVWgKQAqKGADoHsIViEVtiadysZgbCGMiqPUAU2mGlW1kjt3IvQCtd4uE4IC21JE+sapyrDoELKykm+yEStXqxPQZYNMQFFqPk5VqAOmALn+PBPzE/LLtV7gdw6vsytgAYYmSApLij+ltY7RvbY8bEMEd/W0ENPDJQiZrQY5hLGlbRJmCj2ZteIxZHyhW6y1gB7YifrWjrc9yXg/qkWPMC1OnLUsruWGarzrFiDdCgxik5RTsz1th/876AvC2myc+YOtN+hg74iwKX07lHwymufXUpqCRg/SAAe6prHCv/70ScPnx+qbgJnl5IuS0lpRWMOtdWumwieIbtdmDa3r3GW+CM6wNc2TiBipKctIqSNih2wLPYP6fIa6yqpaZ2TVzlpSyPAXYAa8YGAOjawN6uUOOGda1utBKIJs6nut8BkBXFfEFj4kP9Y6vzBU3PpLr3hgoguOKCwpy4RJV5rTasnN8oOzmoy3she267DtdctdJZ8Jbx3RfoxvSbNhrmYRag19lcwGYMatEyyVk3TrVJohWWbNawKhpwSB1wml1wL4Ar0MmW5AKLVqIzws4xYKCbWUrj1Ntl7nGe61LfEoN9Ka4VYzFq11jlNQAo/4X1u62oP5kLgGqU7nyeY18Q0MuN7omSFHF+Pp9avNnYknbSd/LJdbsNmQM/UcACfukra2orjckBrkUc2XxCZ47V0FamugEVA/rGGsNYA0L7ITDjEDW3AK9cBeiDTQkMeHEcADASWMZeEF75zNYMjtjYqw9Y83vmMNaxujaA1Nwibw/Lvtn124kDoLLsmG3JXRtXGmqzgYTXd/0gvskxw33dh80P3iNALntdItZsEAHw9gaQtJMNM8wB2n2rtQKFMGNMzrSFvU+s4x7ra0PusvQuybLdJwDXmq/eQORcCoAG9rIucqyt5r6OY4Te28LWgrPv/ngz/c2fr7Sp4DWtQZp7m7XbzxrPdwXfD9/5D+fTV7+W9Wdf5zQA9vXgprXex3VgV+M43wWZ21sr53nnZv+en+tUcVtzwlMA3HNpd16VKtALc5ic83KNrQK+GvvJALgzyHevC2T9eHq8GADvIHc7bbyk27/yywOg/MohHBcYERgR+CUjMADwLxm48bERgRGBEYERgRGBEYERgRGBEYERgRGBEYERgRGBX1sE9v7L9ySF1JNyHoCfCWzxpHyteqJXl1HBArWwfkbRBPy1gMnqq1gKYwHNQ17gx/xBPA/xDYGtKOPhOA+hA3mRnfLgOzaeqd/KZ3n2jFIM+NXWz6kByf+kFqmBBDD5XqTJL9MWtVvnABqAUPcAqJNTGipYdj+9JQC8EuCYDqQUXZzr4T9WrKoFKgCGE+g3f+9UykHgSkAhB/Gw9bGNPrk2wFCwTjagsV5GZcUDfRovkOEn3QDBAoPYeAJw6oe+B6QEmhEGONBSFsK080xqwqgQgWSxKuazBgOGS/q3Yx/Yh1WvbW91bqAp9wfOBnwAzHntRP0A9BBCLGH5DRuhxDP3YawBE1Zi682FVKhAT3OAAhedbba7tc1vHuD7h7qahhEBwADd01PZbBc4k9u0Ygc4e5CytICXL86GAnIkBIs+2CYZ4KzPAjEBZMQEuHsn0rOUkraVf6kTLdWx3r94Rh1gWknfd5CbV4iPFYDcQ+Pmus4AfYAXtVNR7wL7NNaHgm7Uekaxa3gqgNYAeCO18EY2towHltYnUlii3J3usEROm/mfWFRnfgDwrLbkbeIb9utT6Rdq2Y3yk9eOdT1iSJ9QcEdhjz05FtzpE6psYPGJ1LWu+QxUbDvdmj9WegpoAiEBp/eAYqmAY/NNPACLAFbGXrW6UVCXitP3Oz/Z1ij2TZmuAE4UoDqfXGIjBG0POwJUHytWB8pl5h/206hjUURnbQBMAuHbPnirxDYk5CpRqOdI7MjReU3pjptBd8HjRDyJhu351aU2A2gTxULpB5RfyrYX1S9Q2QCc3NcFiOfJIlbMG7UZ62xfi0lZpJk2GhLrpRusx3U9cq2FmobhaigbJgCZXgPVLsaYe5EH1GB2uwGsFePYxvM+GwpiDw1sZtwYc+YsGwHsBID6d6aszLwXtLcSlnktV4GyRzfQl0odFTYAGBh5LjtsLI+dO9i7c98KdO6jz2PtTftwPTClbZeCQPFjtc81wmvTAKC5IbjXnFK40p8omYkLa1/KAqgZVliTj21379q7AtS4ALBZpzcOefTZ28MmkbruRrHns5QPQG1dKem4XuNyYOeCXe33Xr97/VNr/L43/eiHtb+vg7sE6zabQmi5199yL3Au6C7rq/3p//0/39d3CipuFkadQz9dR/tWa8Hx9Gf/w8V08RprjNavSS4ApKTV7R8HwA0kvXayOae+36JS34FY94mcLbV2A+A50HwEgLFSn8+LepPz56rfmmTbXy8EvbN29Im/XgUw3x87N4ynbfp1/j0A8K8zmuNaIwIjAr9IBAYA/kWiNc4dERgRGBEYERgRGBEYERgRGBEYERgRGBEYERgR+E1EYO/vfgQZDaw6Emi70dP9lVSR16uAAWDTPk/xDeuAfHlQjYoKC2EkaK7ra6/RAikAGT+U14NefQ4AY/jVBSUN6VTPVhCTA1DStsfcE1hxAwS2Ehe4y4PxgBOAM/WCjw4BZLQlnwWcoaa0xatexXIadIsK8D3VAX5PSmAUwKcL2Q8LJCyXy+lWsHmhh//f/L1nAjHXgsVSehmWCoTZphgSFRi6XgGUkLrFEtsWxsAAW30CtPkb1SESyF1fdw+AYoUNrOa6XAPg2Uo13gMAARW4P3AHCGT2XT+MSyutbYks4J3gxB4auHkrVRqKuY41+lHqLwN2aXMD4OKUgkZcoeFxoPaxINqZ4F3EaaXwQumseAGguA+AnH4Ub3WfAcSMKXAxD/ix/A4YBi4DWLFfNfhBCWeCHyvStRSiS9kPH7kfqad6JmUzsAkISy48fx61alIBsBOI8PrrGjP/M9bRH324NoC02taDETtx5zGqUcFCrKqtykVBrTw2vCb+WO3qZAAeyuJT4qbLrK7oG5sTUFYCSqF9UhYKAN9W3dJrEf2bm42AtDYZlN03XCw2twUIAVCo7JX6lx+R/1FsAiSJ6Z3yFXtq5wVz40Tto2y1+rBaAq5vpmevBw4CLms/RmKIMlig0lrfmou3yhH6cKJr7NNerLv1WfpPjeqoiwWKfT/Bdm1EMLhs+N+/1Y/AZdWcxc56LzWfyXnWglPZYpNF2TiCTTdzSDbsWJazwcC9IRu1CULwD+jG/MXO2++YoQO9AuoaCt4pp3pjCWNPHNhQ0kr5tk8mnsB0DsA9GyRWmq97e+wMiJ04eQsYPSGmGj8UnNcAYM1p7ul6tKUMjVI0SlYD18oLW5MbvmeDhW3bNVcN30iJ2kDSffJ+F2LnOZH2sbmDLvamF/7NHoVV1TMH2B8dJVfjmNCDEEhJjWs+a4W/Nkn0vGaTCip67MnZnIANvn3wWZ9Mp7WRBXDJuqoLUF8bJS9qcpwKOk+5o63JdbCBBEDdUB6F9y31qA1WcYtgg0++K4gV42kIbsUzJ7A5JuuR6+bWehrreb2vXPgkAHxNnXes4TVpiFs2xiQk5DpreB+MWTbY8J2V7x2677ax1HCnCmXUzLHiRm0dAAzXzQae1kkfCPz+P//H5bSR8vnujvUIAEznAnzf/Pqz6d9950TXYEOSAPADdvyKh+M+uyFnsy7XxPJGqHq7lcf83UrguSK3P4OrwFzBm3EqBfAMAHduOXPILRTQM+vobcD8+Wqnz81avJtvuzM/CQC7TeVSML92t6/bsasdPADw0ziNv0cERgQ+fxEYAPjzN6ajRyMCIwIjAiMCIwIjAiMCIwIjAiMCIwIjAiMCn7UI7P3NDwKAsTO1Ek+PvlG8yRl5qwA+FuTgJKCdbYb1cyTwsJACmCfnXc+2H2onCIEuwCAAEdALANIKYGDSRnamQB9gbdsC8wAagIhiEItcgyarRVF/6lzd8wRrXDXX9rDcScCDe6GQTD1egB+QFjvm/emn715PH8rC90GEIupbapVSn3eanp0fTG9+7Uzw79IP9c/PTm0JevFMULigji18pf6M/Wnq0gZY628/LRfYtM01aqvU70Ty575ugVD+EdBGXdAjgSWAAFbRKABTI5eDj7kGrUAsdrgAHt6/vl5bCWxFNZbW8BX3WyBNrwNJUHTSMmBDhkGKRyn9qGcLA7DqVv8BhDhv41q/UY+hiKV92NhSt/dQ/EjaW1OE+9sDK2OBJqlpTNtiF+3bAGTUxstLoGLgb+D0TnnJ+J9fCJa41u4OgBES+rCWHXGswhl3+q9zyZsS2KI6RQ2IolDerrqCLHsFPi6kyJWDtuMBSAYUA3XbhtY1o9XnM9UJ5lqA9LXU39wLeEfjbzTmqBtpN9bCKNeBhc+eyXYcjmZAlzrIB9QM1gYEcnZSfllg7P5YYynlpeoeAzYBf1ZtEjcsgYHSADUUzlyPWAKsBFGPA1JRmKOwtZJYB3mFnTIXA7wCdgH0Uc4yciFbADfgfMA+cFhqZsFiICb1eKd96nwHAHtOKQ+Wqp3L/AzwSfs5/1xW6y5XXIff8zx/8PgCQQHQ1WvDPZwCFmoXOZRasahxVXOaYVKbmRdWjmNqrY+ydNxJHu7avzqH3GXeMZ65NkAyGyy6pjQ5lnrYSTjXks0eAtcBPqLOOGpfNXZ5tXQ7Ucpy0p3yN+phgUjd++KZMltzlHGlX5xDvDyvEahiVYxq2gr31P/2mNSc2xWezWYFcvqxtbUzwptNrlk3dK+2gTeL1Q/zJZtBAnaxyaaN1Bc/VE50DWb6teXwzidsi7P5A6ja84l55P4IbAcAa3OCFd6Boqmbje0xTgbAT16zdN4H527XjYR2OpUNfpTzUf5uVGvY9WpZf/i+YANM1YblHO7RimurnPWTmt1qg+LqtCaf9MvgulSrVbLWcTCc9htZL1lzOFh3Ol68R93jexwP6vBya8vq1IA2a93xze15zPPmnuQDY+TvHfY5WeWtjR4+wZW8p7//uw+mn/5E47g+UX+isEalTfu/8Y2jjuz6EAAAIABJREFU6b/5NnbcbHKIAthLfDlgoCRuJW//3rV3V4fX2TKDsa0I5vWn9s/9Gr+znvcR227m1/YVNolU3d/dq4//NVfJ9saPbGzaHTvlMg1iAHcW1H1Wf9brdfXlZQrjXQM7s1/cuuLWL2v6eH1EYERgROBfbQQGAP5XOzSjYSMCIwIjAiMCIwIjAiMCIwIjAiMCIwIjAiMCX5gI7P1/f3v14Fq3glnUAwUSHQPPBOBsjVqgpQSJUfRJBgaEdE1XlHeCtYA5XqM+cI6AUdRfqD55YG6FrP1Do0B0bVIrXgMYAMFWx+kBsmtl6mdP7eDvI1kuY5MLZAHs3N3EEnkfW+kDagHvCdLmgThQDODBfYECP373Tj+qtcvjeepi6qH/gx7ko079ypeOBEcFpg5uJuoZpxYtYEqQuQATcCm1WgOggHZ+KA+M9W9jra1Kzs++URyaSJQVaEE24DD9ph+2u1YAn50vDDtsSyxQeI9vss6h32eycT1W7FA3bgxIBUHUNvBtK7YAScQQi15sf1NHNmozAw7bzAJsYjN7excLWauOqcsqMoO1NlD+Rp8D4qCO3JdCb6F7c0+Una6VCh9D6QdwxhrWkCww+fIygPiZFLCGPUBTQa0b6JkOwgEAtnLYIC31PaOErPq4zhzBbo0BNWoBVChYnU/KH9qK8g9bYcuP9UNuXbwGiH2Ynn+0LtvoQDPqmvreKIoVS0BUACWbHmawSp+9lVoRxekNOQSsBGxi8avxNTA35OZqajeQCPJrNWWUe7y/0Fw6lXrcKkW9DqcjLoarAvFWvuq/y+fMA6yfUbQHjpmXFwzvzRS8bFtsHUBkICTjy7+JE3l6KojN+ag/AVgBwwD62HzDclZrbXDQwbgzpwD4vAfPYhMD8/HmduOxfP31jB8H769WG89NoKMV9qiLrTCuOtCyVn/9jWPPG9eW1u4M+guotrIXMAk8tG15NhsApa9v1wVOqSlOGzbKcRT0UqCfXjhP2FzSawvzzPXI0WdaYbpTBx/onsxdNg+gGOUebflNLJhb/z97b/oja5Je92XWmkst93YPh+T0kKPFJEFSpOgFNmAZBgTIXwz4q/9RA4a/yIAWiyKhkUlJo4GGpDg7Z9jdd6mqXKqyFp/fOfFkvlV9e3q6e0buJbJ559bNfPN9I554IkqKX5zzYLnO94nL6Rm24gFZTDd+5nCL1yIgInnewCf3YqhvtMCgcqcWNzWj3Qb9V3XLWf+2MNYHH6IixpY++VO1caOmvpZkl3lJu7nPNQBYTTqWwpz1jlwj3gdqMHnvAymASo8JtuqBn3weRW4U8Fj1H6Jy1rxBMc46Y7vqplS2Kt3W/FHUlq22Ffxe53b29VPNkcoFHse843dA2XmjtA0czNpCHmLnDvBn7PZYe4DjcHiu0rOdc/q8wLJVqrZjjisA97glv70uZG3zYQsye8ALWSsfKFjfXuWswBjbkjrf2K6TfJVnsx4Bvz0mTSkcK+bGi2ljfVvv/ej7V6P//BdSvgsAj3V4Yk/5joqdOuC/9rW90TvfmGre8w3qyqeBDyjErRbeNiOz0r9UHvdj24HBDwUOiEmpd+vjIYxlTHY1gBM/AHi9+B3uvGiEveogbz9veVptKrv6jwOAS5XcAfCbRrK/1yPQI/BljUAHwF/Wke/97hHoEegR6BHoEegR6BHoEegR6BHoEegR6BH47ERg/M3/ePkwkS0ym8qbWwFGbR6jnmTD3YDFlp0BdoZ2Ul0BPNhopi4jMABAZKVngwFboCuVMPAAYGq4JSiEypXai9dSsQGiyirXNYRtFx27UtfoFYzgBbSbzgMSeBnUCQBjRzp6UG1Jbb4DKVdL3V/3ZiMauDkV5DoUNL64HI2+96PV6Eo2zkDbuSCdbam1zf/8uSx9VS74WCBu38omQEPUm97Q1p+lrFlvrXyNBSeMG2Vu1G6NEgODrPxq1q1tD76Uc2uBrUNbEjeFG/akih0g5ORE8dcnAB8AbJRigapAL+IHbCIea1GsY8cVT22AHkAtaiz+AAZdb1XQKxBRoGU/9TPX11IQq7lWyOkz2j+0Js4ziCHtAsBgDQuYPzY8s+WtvkusaBcv1MtqTmCvlK7kEUAS/EI8UAyigA0wlLoYW2X9qbYCFYkBYBLlMVCTeryAWANHwSugCYcNsGp1/AQ1sOOOcjOWykfHKPduBVZ1GEB5BYR2viqeHELge7R5IlUqYDsAnzYCEYkfttC6h5kuearkIv/1H7l+cjp7XBtXd6QNN/QNxbKUtahgDbusEE//aeJyEVhnRak+4FlAe9p0esbYjEYXFzp8oXeA1Fa6mrrp+crnKCo58BC1N4DTOaILgcPEm9hEZZs5xMvzTq8rWQajeEb5GwCMCjcKRuKzA9hYQEfJCxttpZM931HUo2JFcT58cQCCdrpmLQc31L46GEF+lT0x37m8RHkPeNRBgNPA2tgmR50LQAZsckAEoDuXEjbAMLHjBexCCV9KepTO6oljRF5zoIL7eyxsR5w4XavW9dUlCmMBV9X2ncsCmlzLqx1IaHWXc6gjwL8U7jyXZ7IuEb+pVNnEh2vW6vNqqXkpWTNgPXkXm2WDUX0Hxb/hnwJrYExKen1hPeHARfIFuH08pT6vckfq/NuN5rEPl0RxS99s9a55jho948xhneGoMM+iumVOAGJ5NocFymr/0SDSSp7dYg2YNojWgYWJ+mOFcvs8KmkU6O0QTIS6UQej4G51aznYYSAq8kst5ToXVADYtcrVo6OmAM988KrlmBIz18FVjpTydwh/eSgHQe78PcYpVs5MG+YAeZ1n8Fksvrl/bK5xcSircfIva0Ed+PG4srzm19bo/XdvR//uz1/LLjwAmPl+Msd2fjX6O781Hb39VX53tF8WfqTGvlmEVwIVJK068IHbHw6CC8AOAfCb6tk+VgCnv8DtilV+LwQAP4W/XDu0lHZ72rr1MwFwSx6n9+AebwLAH8iz7Zd+PhDeFcBPI9j/3SPQI/B5iUAHwJ+Xkert7BHoEegR6BHoEegR6BHoEegR6BHoEegR6BH44kZACuDLhyOsWvUfwG1PgCi2rCivYvcJCGCTnI3x9WJtlScQ4EggVVvqrpEJXMh2eZRgU1FVNv4LgPojlJPa2Of72Jjy1iF+rHxTF1btVTb8udeNQAQb86gFqccKjLmn7mvbeLaYWIAMWMK+MgAY5Sjwhteh4A91MIVsRt//8Wb0SsAOq1/hANsiw5O/9hsHAk2A0LXrYBYAbvzW97kWhLynjqJrUKJ6BdAFXrkxqHUBdCiTGyA7MCAJ97S6UdAOAIxiLvoyPoxlKYpJwDVA8/pm4ThMjhU/9Zn3UJsa8uhrl1fLLXxxvU09BJVq1L6oLFOjNQo94FcgacErA2GBIWocM85Rj8VKGyiFWjX2skAnAVNBlc0N4CTqy5nqk04EzOmnVX6CLBwWONI9UTUaUBU1IzpNNYiKM7BB8E+KZ+4N3LWVqK7Duht4BxCbq23cg4MCvMhB6j4H7kQRiKJzuZAdeYH6vY1rzj7ocAC5BbROzqauMQkC9HQNYhiOIV+DdLrHvayXlwvGGTAIdE6+eoTVCVvtNhhG91ayBAfsokA3cBT8s9UyfVFMgI9NYOrawQZaDY7FnhbICfyLpfjrV6hWBSZlZ40lNAcAgNNG3r6RclSxQgmOWpfxYY7STlTHhuMea+LTJoiTeG/08sWlawsr651rPMdgm+uAsLrKNr1Yf+MWDfDT0BhKNpjJeHu+CSiSM4Y9gsKpNY3yU/B6OotNNciyqUtZQ2yHresvL2JRjQU7SvyZINpugxTVJzbI2BNn9jHOgLpjtcu2tnqbqc2hAp7j9nj8AyRR9qM6xrqcPiQXo4TX2QfVhpZFwIMOGlDjWtbvxO8pOPWDeZRzGCvheif5YNcC5QprGPCSHAMAU0/5+Ig5y1xLLVlylXEn91lDsa+HpHJIgzE3DHXucagh6wig7uBo43ULaM24+UCKwWhgtq3cDeOjU8U+OzXSE7NYFHNoooBnVLUcFtkunttuZf6lbjfrcXKbNpPzBsDA1gabGQ8fPuFOA+hMn4G411LXGtyaPAY6bwEwa6E6zJyMjXQUyDyT9zhq0Ti/obVtkD23Ih/eAsbGWl16QFOh4CZgP4C88jfzYFuPmHXQtXsDjANUOVywU1cbLGt8OPlCLElvcufffvNqtLriYEqg/okObowPLkZ/+F+/JcU2A95i75y0rD4R9uGcFg++yTqkRubw0HYQnAv18u+NBm7d/kcq4CRkgVvfe/vNnw8AD+Hw7qn5qT7rAPhpZPq/ewR6BHoEPl4EOgD+ePHqV/cI9Aj0CPQI9Aj0CPQI9Aj0CPQI9Aj0CPQI9Aj84iMw/k8/2DxY/atN7xtZtKL0Q31XgChwS+BI+87XAoMo+AC/KLWAAnvascdS88C1aQMa2bCeCQBbyYWlru4dVR7wKUAPkEXNT5RarhGMJTE1UCODcx3LQAisTAUrZfNrQLwJZAVwAF/ElwyGuCfqSJRxqSsphatVjlLLaeP/xz+RUhmrVz3vZiW1pS461r2/8Xcn2uuPdekEC1lda4CqHtqO2vdmAx8woH4KxE6msalGIRtIyI69avoKSsaSNNCrFMtYlfLdiVSJAcDttW23YiThI7DE9tKCVoHgeTav1HVFbY2KMSpYYAYKUBTEpfo0ABZwtIK4wS9fa6VrVHU8B5XtRCrGxpAMoZZL2Ser/YAc6rBOBVSngmVrKaepxzyVVfGxICcIgnEFFGObC/wBWGFlCxTe1vhtgA4wHBUpCkYphIFbtmEW2JX6PPVPyQVZEGvM5iczq2hJBO6Hoo0Xz2OcsM2FEQIUgYZceigF8FzqWeIAyF0LDhOzKLl1saAYalDgc6kRUyO3Kc4FjlGI2tpcfazzDFFFS7VuZXdgIgDXfEd/yBnAU1EY4rlcrtwOHxgQJCQ/GP/UsiXvqDsMoETpHTvdVy+kJNbrWLk1k9q97L2xovZL3yNOtuAFlrlfDZCiXkexaKAUK+r6HDBJTWQA8v5Yhx6AkE2FzkXAUN5i2rVM9uOGII25ajWllc6JJ3nHWLlpus/iChiOXTvxTM5uPF46zKB5D2TDRpwax0DhQ6n2Z3MUlc7uzHlNJ8AqB0jy4qCG4otttufboF3tkivuWaxN10wFlm0Vrbimtisq7j3l8J3twfcUAw4BTGZG644pbchYBFomX2B3AbKOBwuNASZ1pqOcJk+OtGatcUXQAQ/WxVIAc9ClICe5fui8yvq3Gx/gYg7F3BYw1IelpmbeuSCxYWDGNmr1HQDMuHNYYLeu2MZf6yMqYJ7FumhA3uz1c7Pcp5TNViTrQRPFhrmOmpd1GWt4chnVNS/WcNfp9rj7KznowPipuYwddXKz8a31QqctaEvGLyAUcfADBy18SWqOw0yHsWGuB3JiKa7fC4DnRuMLUqJGf7ALQF52NrCSt1F7/x5puQ1k31LWAbnWpYyhYWz7GgeabpuTw+iB00Wj0b/+5yuvi6zBRwL9Wi1HJ882o3/437wtEMwotZg6n7CQT7tYp4YAuNpa9vmOehvP+qyUvqXcTRwKuue+5AGvOuwxPHRD/ytGT+//VEX8FFAMn70NrJ9Tz9u9W+EsGL0F9Ix1C/FTBe/jAxfDJ7z5564A/ugY9St6BHoEPpsR6AD4szkuvVU9Aj0CPQI9Aj0CPQI9Aj0CPQI9Aj0CPQI9Al+mCIy/+262kl2TUhCDOpwosfZlaRtoIMhFTWC9h4oVpeBUIBPrTa4HcAFuUULWVjz2vVgysxkPWAjcC6xk4xsbXKRdqROpeoxIMg0mAz1tJ6p6m9QapgYskBBAw2YKMA6bZGqSUhvWYisEWJKwec9e12D561q9egyQClb0458IQlqlhX10dqcP9m9H77yD5S5gS4o5UT+euVYtXUAQbU2dyFiuYmUMHJ8KSGMb/SCoCJThubeypAa8RrFHnVEppxUnGJkVtcDCVoMT5R7xSP+B6rSGuE4M5KJ0RJkXBXZgYOynsfINzI0lLQBzPgDAgCmU0LzGeyiBAZYaL1s6R2kIXAasFcADWtK3a/k8M24TJL661qBb7QZ4sbk/m3PTbO6z+R+1cOxieU2lAMU+2QpyGFpT2VVNYmAakIw2L2RLTP7MdFNiTL+ivA3w50CBc8HqXeyHUfYCUVE3Spko0IcF89L1mhU7AT3sixlzarquF+RKauYWkATwPXumvgHeBVEXy6UOKuhZaq8BaOtXKWDpC3GrGq4+cIAqUPehZizzhvH1AYlWLxaQf3Gx9AEKgue2av5woIH2k0fEl9zdAVupdN/HJpuxvxEEln25ILlVrAA2tw34y9ij1t5JB1ElH7u+dsZkW4Kb4Onfr18vAs6VP4eSxpKDmWNYY5MLAGAOCATkoZDH/9YHGATUuOfahzU4/IDddz4rgF3w9uULIPOeLK1FkzWfAN5L2SJPJzOPC89z3eN71gVqw8q6XeCP2uPOVdsa8z3mRdTSAEuU+q5T6zzM+lO1vWkDalXbyVtpycGLgE5ycE8/H+j9pWp4b3RwhMMCzIdjoLcOMzB3UXH7MIjeS+3UPIv2WhdvchkbceajDwSsudetVcTkKoCVecpYbGsA01Vdi6276+qyZunz+QkwPPOFF322mtlAlvmMlXjmDznpmrWOCZQw9XWZbnzPEFFLZ9S3fJ57Ar+pG36kcWWtZOxYc1ln+Zu8qnvTbmyio0yNfbtLW/uwRmzxidl6rZzWNTg7ePzbs3j2jdrHugGjZGVdYetulwjWUOq/R0nLl+LywPxTf8lltRVgz2GdNuV9a+ydWScBnBwAeWDuNbAb2/HAaxb32mQfAmDuQfytZLVqu9Uq5kCAKWQBYY29cjCHhtIt6p837J85qTf/9P+R8wUHfJhj+8eK99Xo9K316A/+4Vfd7wM6yPf1u89rrnNaz/WhgR1wHgIBnBPqMIDVzglRW+9z+AClMp/lAFD9hv3kAHiXebufhlC4IO4Q7jqnPgQAV3/qwEryrwPgN8W5v9cj0CPw5YpAB8BfrvHuve0R6BHoEegR6BHoEegR6BHoEegR6BHoEegR+CxGYPwXP7x9AFwEokap6tq/3vQFkgIZUPymLi+1Dr0pbWVqQRdBk7aBzka7oaX+A3Ba+eh6jFIbAqsEGAAIpR6L8Wc287fKLT2DNmw2ApIjQCXKYICBwICe6xq3KLdUfBbAE6UUwCYwANjmupHUdpTKl83pH/3N7ehSsOhAEExCUD//4PBm9I1vzHxfgwZdB2yxOrXBYpCGlXNqCbWOschG0TijhmgDwNinGjDJKhkAbNWgahMfogwVXAGEo4gGTvFcrGhdI9RRCjjA5tRWzmZ7AXzEG+VdIFjscrFQpf/8jBKvFNpAJWISJfQOdmxBB1BL7QIcHR9T81nATW0A1vO821vBRcUwQFlxxV6aZgDwl4krCmCeI1FpAI3HNRA88jnFQMDW9VgNmlLH2LVPmzJ1OktdaGIGdE6t431D1tQmji2s7Z4N4m5sD/0gJR7PzAsl8lFqBOv5BpOTWFtPAdvYR4tjXlGj92YV8DafRRXX7JH5LhDcd3Pi5O8S3FoFCbjbWuui0JZ6lBqvusdiQVA0euq+lZKuDx0bXIMrWzQzutg8B96gLAQsTqeyi5a62vF17PZsAY0qMupTAB5zRbkkgIhVNnCcB2ADXQCMS4mVazLrWTybGLr/uvzqStDKEu8cyJifKI+sJMwBgkAbgGnmFvmBWp8cQQmN+p5YY6nNgQWD00Et5jYYjgP1kz0uk7xbSr9CVuSy80h9PDjUWjAhMrHaTo1W3ANS1zbqWQFJtQ3gaACqf7OW0NYDgUzqSDOvgJVXUh97LBgANRlOaJCq+UdM6NP9HWtI6onTRk0nH6BYLq59Xw51TJRTXMOYM8+Yn6x15DjzZAy45uZSMQNkAcB2MyBPRPpoW+Zq1hemxsY1tTVuOuXBWJ2fKv8bAGb8rtU+cpGMoW2sxUwXxqWUo6ypgFzWUfoOsOT+DK2t46nZXfyQcRVUxW2AvEAluxFgdh7qUA8LDPePxTdrdR0WCWhFzc6op+avDgg4H7GixlUAG3UOBgSKYnUeZT8qXfUbJa8uJ1/JFw4/ZG5lbeUfPNufa720utl1jXVQAit83A8857OOeW42F4Zb1/F+/HIOK+6Vy8yZoXK96ltnPc2Bgjp0UYdobEPdLKCb0YBhMeB2q4bVo7/z7eXob39K41gztF7dXI6++s796Ld/5y3HZd/1rEkefrd5sXUO3vG71DnV1uRBF7IuZoYMD+iwbnheqkGlQCe/HimBG6Hdgtmmuq+DE4TboL/9risQUffjmW+qCeyYA7J3rDnjEObu11M4nM93quMhAH46Zm9S9NaBoqfP8b93Z10+MP79jR6BHoEegc9yBDoA/iyPTm9bj0CPQI9Aj0CPQI9Aj0CPQI9Aj0CPQI9Aj8CXIwLj7wCAUUA28MEmNv+2Cso8JWTswAokFImpBwsgy04wls/CC8DWBq8OBV/Z3L4EQElRaEWUwCmqRgCja1g20pYaogAjNriNHrKZ3N7fE2wBegFkgIbwSgNQXb8n0nJk5SVtRC2VTfKbVnMTsIAKEIXZu+/djH7801XqdFJPV086Or4Zfe1rsqrWz9gD80iUoQYyW6AC+GAznnq8KHKl5JWicYaFrKxWrRKVmg0FMH/4OWoy1K4AjQBggBUvLHxjyRu76ZHspwEfM9kXE7Ns0Kf+KwpV4juVYtQqaQeqbLU3gaWoHBUDA9cCT4KGgC/uHRAQsEjMU480AJh6q65paXaXWrY8ZqI6v82BenQjNTHgDliApSyEZ7UEKIYIuLat+sgYWCFrT1rGKypKSNLJaWyXUVBamenxx5oWVazgHbBU90fRWK+oLwHjWHKj8gxIi0WvfV493rcAdtXRvX8Aiuv+BvTHUuLJillW34dHWFcLaIv42ZpVbXRtVgCVDjYQF1sPK59pYymPrdzUM0stiIW0rW+dY7HothpXf26VmFXzlb7w2day1VAZcA/ERXGLTXFU0IFssUWmri325sTB6kz1yzGlvq3zM2NP28ln/hHgT349jM7PZ4aEVoVrELGz9iGDBnj3VFcYe2TnPiBZY8PnATs78B7FfmyVyUsgGoCT3ATep57rDk5mLPdHFwLYjI3rC+u7PgTgerG+veMogXnGT/MGeJrPdupIpzdDTLy8PvD9AwHehdvAGAbiSe3NgQkAp8ZpuYhS3q8G7phbOXABkMe6l8MLqv07ayrp9lxg5ELrFGN7Iutxt91QOreLujZ1p5kbVmUXDNP4+DMOu0ihzkGF5GzcD3bwTbHWmkI8OKDg8WuAbUVuaz07UH+wX/a6B0wkDwwPiUVshVnXRqo1Ph7HhhmAi6K8rKbjquBZaVX3TMCftnrd5PyAPsscYr40Fe8g/jVm5IQPduiZx1YZezb638UFx6wDOsCRmtz0R2Mv4HkgCExMAcsA9YKJt4wf99JadaNcR7GMHXoOJ/jW7pORMHne5su913UOGD3OE9c69gDlL66pmvP8m3UaOB2r9hyQqN89UfgntvzOiUsCtuYZM8+rurmef785EPxdjb79H651qAgbBHLwevSrX78d/eZvnhm4o5R2LjcAjAU0bgdYSZeLA/A89b8Hz3GB4hy+cP4z1g0Ap13ppy3YGQLXu34DoB0A4Kr3XNB2CGx3luZVA/mDwHfYvvruEAC7nS0RPkoBnNHZvToAfhqR/u8egR6BL2oEOgD+oo5s71ePQI9Aj0CPQI9Aj0CPQI9Aj0CPQI9Aj0CPwOcnAuP/9P3bB6BNVLOBJNiHxiJW8BPoa6kiADib0cCytSCRlbnaKqeWr602qe0pwHRyOrW963J5Y7jCRvZESj7XwG3sIxvIASZWgMpeEyCYOrjARAE3b4SbHFoJuRQsAQRvsEDGyphrB8okoKsVbWycqx+GjQJ3Y1303rub0Y9+IjXo4bGsnqXM0n3eei4gNNeGu2jhTLVhoQkwFmBeKRhtM9pewFKgHwAPNSzEGPgJ+MX6F1UbQIQ42uYWa1C1P8rWwCPXzhUASX1PFMrUpaX+8VjAcSNovjBQAm7zOqZer5SnZX8KhL7ZSILrWs1AC2B7ARruiHVo7nV9rXspFienJ1sAfC+wiJIVO1yAUpTOGVdAIpAENXL0j+PR6xdXigXjBgAT4BHEQPlnyTcRw56UmsUCrdiB3ytHJNi0Ra7Vqgrf2bngNqpHw6bUs8QW1aBdsAjIxrigqgz44/6BnCjGsSJeLm+tRE1bAywN/K1y43tlkxsY5FxUXeATjRVjhprO4K5xI6sfNZ5RvautrisdwFjjHNV5O6CgXGU+xBKdgwwcTCAvlY8oGrEgN2iUylQqUMAt7ec5QBfub/B7pD5pbtDNS1lob5TYE0lSmUu2DLb1LcpsahanDnUAPZCxgdnmlWscp37va76g7vUhBvVTYm6rn8lLf18HAQDAMz0fyOY5LBqLfTdxQr1p+2IfMtgTPAbsUe81Clfq27IuYA/MdTxnqcMJ5AmKVGDei/fIW+ylc//ARHImqk/gPzn3IEtd6ivrDIKVwKWA3k4y/7ADpExnbKwZB6zg63CE4Xmr69q0uvkeLTBRbGCyqZ3JU2plyzQgl1m9D2jkgIHmiuYLKntseV2Tlv84Q2HgH2jM1xhL56AfxQEBWqSY2+o56u8opZODIbLpT9kMAwLzbB0IEaS8kULXduEKTOqE5xAJ0JqX1d8aQ6tuYcCCzXuoeZ1f5AoHDMhVcpKWY689Gs1RG/vAQ4PAuo7DFDTa6yoz3DCxrXHN7hnY7IMPav9MUBrbbY+hQWX+Zs1n7jw0a3rihOKV9WGt+YRLNP/m/j7sYRjLYRYGgPyjpnzAaerYBkhu7Yhbm+KysFuDnR0DMOo4NqvkAsAF3vmdAvCu+3L4wocq9LektGFhAAAgAElEQVTBuH+PuDmOQZTAiUmyIyr12+v90XvvbUbf/vdLtVcW8nrtjzej3/q9o9Hzr1DPewCANQ71IpcAwMD0HIKKK4Dt/VuXPF4tj7dfbD88BcYGyXXQyv3effeRjXO7Jg4D1b/8jdK4oHKpdge/4hyHN1lC132G6t4hBP6ARXRzWnjap+G9HeHHXP/p5Z9aAfxRAOZpez7QgP5Gj0CPQI/ALygCH7UefdzH9PXr40asX98j0CPQI9Aj0CPQI9Aj0CPQI9Aj0CPQI9Aj8OWLwPg//vWN9iRim4wlLoDH9r+1QS55ZKARKmEgVGyIAzoPXDMXkAQIYnPYYE5/T1QXFTvXK6lduf+zZ2fbDWj2832dxaJRgl1dYL18K7AqqKQ99cP9WPsKE6UOLUpUatRipwsoMDAI8GSjHhjIhvidvH+5xhvt1DcVqINCvv/ibvTDHyxsAY1V6L4a+8471K3UhjhP0bWAFCOp1r+kAxv32OtGqQnMoKblXBbQbpgeD7TbyP45tXypBYoSj7qagIGmLsOSWv0BVrDpvVJdUtv3SpWJUpjN9IWsbK2IbQpA7Ldnrn8cqAB8WamuKuDFSlCUkLKujeVvQAOgaz4PpFhJAcv4nJ2fNtvu3W67bWsZVcAoBwAMKbDVjm0rEBKguRF0ZfwB/IGbAMDkQVnVWjEpKIipNTAQQJyapYKdglqnp4Kb/JM+oIhzTgEb9Y5ICwAb5TR9N8zDDhh1o3ISWDEXnCf3+BzFK5teWCgDiQ1qUIgz9ho/VLCMAQBsOlONVgEsancq22o4nZ98/urVndSjC7cNBfWRcpZ8ch9t/RuFs9W9Bn+oiY8EUlH/RlWJJB2Qztj7oIOU3jdSZboe7imHIAT71W5ienomAAkv0s8rWSYvZD9MzACprgeq2wHPAa6MyZHazqvs1qmXbSDpGAF7qdHMPKSWLv0LTD8AJutui6tYfgOxJppXE0FJ16PmQYrjtSAehxM4YGAlOXVc1e/Xr66tkKaer5XiyjmeO1PMXeNW318s1u4rIPxGz7jQd5gfqf0NjERRHRWuh8hzM3OLAEynyh8ragOcov4nP5gvFnhnTghkUzsZmAjAzjU6DKLDJeR65SsHD4bKyLLupr4za8NytdCBD6k3DX/dIt0/tVV5JgdaOJjBOByr9vWN1hoOPlDH2+uM/lxdLQ3Qzs7mnruxQLdR9BayWoWusQAAk6t3tp9Obli9rHFj3STeHAZZaR5yAKFiRD1pDhhsbZo9ZXXwQAA/1tKBzYxP7sdhCpTA3C9AGFjM830oAACLEF9/DKjJTUJgAAzYjg19bMuB1AWdA+ePUH5Tr9prAsDOVLzlpfqmvseam1rU1BrXvZj3zUKey0vFvFHDORhxpLFknWCe+DeLFe0BpLWuuRntD+sQcfdahYpWucF9fVik2LWuze8L5pDs3fUMPs6hEVwS+J3g7MkBHdbMpjL3/V1vONfxGY4WyRIdcFLN5+ViNPrWn62tNh8LSk91OOK3fm86ev4298UCmrzWZw0AE0fac0s8OMzR4C+5WO33yDYlcm3kDwFBoPEAirtF2/A3IB8I7Pdbm0tl3C5PPxqtLVhe8DefffBz3q/fO8P7DBW8Zd08hMaeK+1QzvB79XMHwG+KSn+vR6BH4MsQgQ6Avwyj3PvYI9Aj0CPQI9Aj0CPQI9Aj0CPQI9Aj0CPQI/DZisD4Oz+4fzA4FAw5Eqyz2peaj65tKbCr3VwrI6lHaCtb8FPsM4E3XOvNbtPcWNLaytN1e1Ovlk36fXsKsxlOjViBIakODQ71uOVC4FP1eUeCG0Ah8ShZOwNwsdjFApcbS3V4LatWbexDDQAftHEPFZQ5bKxpA1614W4FMMAoiq6VRLPf/esrW7Viw4pS7eu/iXoWagtwTB1amADg2JC61WikNqdVbAIo1wIKwM75CXansedFAbpQH4BQwFiUntQdvRb4O3Jt2MCE1Oxlh5z4CrgL8B0LrhAD1Gqr5ToWrVyr7wGCjprVcqmtUPChvovVaKBSFNps4gvYKr7YTQMxS92KdW/gYqxwUeNVHWGg37PnU7VVY6X7AhPodwC77ovqTAE8O4/iNYq6wCHLe4mvxo3cWKPmdTtQvTLOgrDH2C9jayzIRi1SPrNtbKD7ETBM19lyWQcJjiXR1FcEbh4M3IgZIMX1dA3sUNJOAhbDjwMw9GBbRatOM9cDaanBfCRgqbTRQYRmLc7hgQyH8wd4FfU6NY6xCFZ7qQ8b9+oGrIlrlJNWvQoqtltIbZs6qMA85g/24IAlchYlvQWgur2v0dzgGoAmcJl8H8k+ljCjygau2rJYoIw5R9v5zLALdfB27jSYrfi7Rit9oaay5hAwmhybn1JjmJij4AVAKdfUHvpBnde5FOyxZGYIU/O7xgH7aOb5s+fUqxXEXsgqXP8mD4CuXEu8T6QwxWqY+C+vbmVZTuz17JOpVdu+rgE6xo55hvIddfj+YSyCAa7D10aAGuttbLwBllX3eWx184Pg61GDf3dSBl8Ksp8YqCb/d3eq+rZ8Rh5yLxrkOsM6FEFezVTr2vWP9UUOmFC/G3Uo+Ue95utVrOsDIzn0kJxGsQ/oXK2Y89SSBpTn4cQN69861LG+yliXDXvZXgNLWf/g4eQhttu2TFeMUGKnPiwHIzKXZie7mswG6YaXra6trktdbu4FLGaOMG8Cnum351ebf4lSFLvkl+swt5TaKlMNLuUWoM5jaU3CY+3M7wTW1aqfTfttNa4vHjVVvO++tYuuetMcsCH2gaGsXfQXZlsQf/jssvCm+cDiUq56vVN76T65ksMQmQMc2iAutkFXfFkHbHHfAH4uiy15HRaIOjoA2HWSbVuu+d0ANmNutwbVIP+Tf/la31bJAAFg0vYP/ztcLbil5mGDy2UxsFXX8quLNXWw7tDPAr+Vsb6eNa7B3Hr/EVwdqH+37W8q4KfwdzcX4kDwAbCsWL0JAhNnH1ZQkAvmDufnULFb4PgpVC5IXM98DIhr5cxdP0oBXDXbHy0Sb/jHhynhPgq4dAXdR0W2f94j0CPwi4rAR61HH/c5ff36uBHr1/cI9Aj0CPQI9Aj0CPQI9Aj0CPQI9Aj0CPQIfPkiMP7uuzIx1gY7G/sGtyIgUYvJnlZAELCL9aqVt9hZCuSgigJ8AIemkjTyN5+xoQ+Amk1nrtMZhRCANtAPvgFUQDNnwMqGt5DhUkrI/T3qRUbhBYA7FnS1SgvwZAtfbeZbL6kN6oKe5pBVI7MpoFyHEYob+RjAlw1+IbbRT350M7oUpDoU9JwIrv3m36UeJ/V4BZXuBOa00Q8cAm4CKQAkKACBI2x2rwTYgHfc/0g2r3PV7UXtiMrSEARQp/8BEsbSWgBFMQV+BmAAFlCGpd4koDswQ3BbANmxoa6s+o2VNvdBwOyNcjiGATvtANA1YkO9YMP4qAsDMpr6mJqjqn8LDDaEVDsB2EC1LSjRAwDAREuCYYPKql9rBVoDhABg2oDSNqrN2MRixz1WPeNbwTMArKEf1riyoUWBCBhxPc6V4J/AXlR8AVUGwQbuGWv6C0C/UT76sIEhF2ORsd0TLAWwAnbIGxoUl1zUmPRNAFuwbSq78UPqLwM2dQ/G9fKCcUXJGEW2X4Z2PCc/A42Be2+CDlb8NjV8wEnugUMt4HO5UH1pgfe5bIbpS5R7yYeQyYzTteYHqsQHHTiIlTBjHuUrN3smlSrgrmyCh1BzmAf5GXoVm9sbAUBORnCYg/EXt5TlcSyfAZCXUtgT81NBW+rg3gD8dTgj4CiqSteZNXQNzDx7NrFds+sTG/IBcKVaZu4ql7H2xlLZeYGdsfLdKmkphQ0UAfMNylaNXg5JcA9UsqiSC2RV33IYRDmo+Up93Z39uR6g8X/+/ChzQfe/vLxyO+dz6rIyiPUqmrmz2qUxF69X2wMWHDSYcEgAIblzBBCKapfa4Int4ko5qry2PbHjxJqHNfaB57ZV/NR0Vj94j2QGxLvWbJY4WYQL7uq68TiHMJI0mT8oshmnrC2Zm+REcjQTP5bOrabvPErcilXAG3GmnjcQM7XS5ydZQ7fgrQFg8helLwk31iSknViGsx4Z9j1mcz7IEIVu1vIV7gS6FyrlAsbW25OGem6pvXOfNvC+L2Az1wGhfYjAiaG1UuuPa3F7yGJPbAbK4Qj+AjArhvQ1CvVaMwPbOVhQADLXU5M7gJ/1hHYEpj+2fE6NZZtrt/rdDXzq/j6owyEPr7ccoGAwx6M//mevdJDkfnT+7ERjdzf6w/9WAFi54rnDsOayD8Sx1u7tuKmDNR9qjMruuUoObK3n9eXtWmMA3FKImDqGcT+oV9qxqzPMwa7ha/u8lmd8VnPQ8XgCgP15/aohmm2tTF9QH/P81Gmu535qAPwh9tGPOvLkHx0A/6zo9M96BHoEPgsR6AD4szAKvQ09Aj0CPQI9Aj0CPQI9Aj0CPQI9Aj0CPQI9Al+uCIy/9562b1F7SZmVjWrsOW9bXV9tums390iQ15vhKInAe97NTy3ZmdSY3kAGLBimAUlyPRv8VUfVfwPABABcy1AwLmrY1PUF+EQZRo1G1GSCLBSKdLHPZjMqYHGIotTqrFjh7lFnVkDS1sLevA6cwpo0NsIo+/jsUDbQG6lKBWPUzzPBsXe+LuB9QL1TwSbVeQTAZIOcduu5unB+MrOyLeA1ylm6FpWfACdqsga7CqAAOFGdrlS3Vk/YAnAklga16h+qYuyAa0P/RlD2WjI+QCbw3La8wHAr9KjlCoDBhjoqN2xgo6QNEdjTuAGpUgsXNWHgKbWNqd0aeAs0iS1w1ZIEhFxeLtwf4O++iJQBMMV1qUuqv7DEPVLtWgMuOBx1P63aBYKtBNGmVlDfMo5AP0FN+jeXatEwWCrui1c3AotYiwu66abcxyo4AUvA0WQGcN+9T/OBZPQby25UdGMBwMC1tIX+Mc4+wCCrZdvHqj8TQW8Uegawug7wvLjEppnvMV5AbOKvWscCGAaegMu56txKBRwYGhBPvHglf4FNoZrEzepSYgocE9Tk5rRvfbOykngIij0bnMdqC5bQAlzc7wEY5kckT56/NTMYrFqrBTZT+zjAxyNO34CugotWSusAxb5i+1DqbGxqUdgKSvO1S6l6OdTxTIrZidS/l5dYK1MDOKpT4Bq23M4fvUXfzs4Yv4Ce1GQejS4uTJqtesdqfGYr9IAhp6LGCIjPmyiM0zfmIdCXGrGx5mV+uU5wg4+JsWC66g+j+HzQgQxE19ig5w6081aWu8Q1kVhL1o/i/4MAmG+EWnk+N8AdiJ8HUVMam+SJxtuQEbbJ3xwgECCn3VeKEcC67rW3z3eUNzr8sRQcxtrbFtqtbjDOAAZ3hmHkmL7KGLGuaI2Jaj9tou9A2gMBRPrDIQUOUFRta9YAt5+DMzgaqKb4TAdOmFfpF+/nMAOgHHUudYD571TjVjHi2qjHsZDmJEtTs/M+gLdZN3Od1eaEmTXUhy6ayF9tZv6RL3znWGswayIvA9TGGDNUOxjpCxr25l3Xt+aQi3OJxNA67/jl0MUWbvKD4m4FPuvNAEA6d7hru95W8+0VJwTU1LEs598oelk/mD9YUKeuMtbxxMLRCchsP3NdShMkttz+TvbaG/35f//09ej9d6klPR195VfGo3/wRzgRpH00uU0RH0opqMr6UAC4fj9gfT1U+m7X8AaqM+6P45gDCFnfEruUE/C1TqpBvre1K+3P4FTd3/rO8D0Det3j6WdPge72WS3ebwLAHnGvsZlDle9biF0Au85oDM9tfALwW2PfAfB2GvQfegR6BD6jEegA+DM6ML1ZPQI9Aj0CPQI9Aj0CPQI9Aj0CPQI9Aj0CPQJf4AgYALNLi7qPzdpYP8dimE3VQ22gA4PY0L3Vbvy1oN+dNpVRcqLcAsB681Ugho3p2PXWBjhgttEaUyI24YHL+T7gGWhwoPsAlLC+jX00JEHtkCWwN/F1LVa9POf0dO4Nel4ASwCioYlAwqHtlgO07rAlRnEsOoHlrNChar5KXSjQqzuOvvJspLrE3GXtz4AnfN8qWfpvmA1wPLLSl9dSwAmbaOytDwW5UW2hAEwNy93GN/vYWLICdca2VA5QuAVSAy31+VSKQSsAW1/u9FwAiwFwgya21tatAZrAVmJwdAhwB05kBx0ojbIzKs4QJ4NFIqgxORCQPJnP2meJWxSc+cNXX7668NigYKUWb/qSMTiV6vBQ1sFRxQJLCE0A8OXlerQQbDk+mkgJJ5KlF5bIQMCJbIZRAQNMqQ8N2NsbSykp0AxkQzFoO1hi4TrIRByLccABQAKiKDWl8smqQUl7gYDUX929BLM0bthXrwzrsP4WtNd4gS4J0ZHUmagyl7L4vRZAj9qY2EgNK7Uu1YEXsi8GTM1PUbunrmogcOJTfxtD6o2LiwvnAEr3CVa+DWa4NqseBnShNm7UnMPWqrasxnepcQYAA7Hmgs7E9JIauppLz57pnirhXFCt4BF3WVytrDhHkc+LeXSLLa9rDGeetCrWPhRx2FSuBquq2Xut555p/pB7KIJXkr0GVMay3X1VPACaAEoJqbcAuAALByhyuADlLRbKjaOFe6p9sem+uUbpC8AjkCgyZeusceaAAa/1inUAq+vUOhYKDrBvanjsmK0qjWdyA8BSAL8lAAxc0vOoY73UAQSAXGog86fWm/xYY0ZOYTleL2oLc9ADqAqpWi6YN2nDiRS0dPHygnkU2Mb72F0DjclVasKulFMouGli7N1j4R2Y2VTgKFI5eICWVn9x0MM/6BrHWeHg++SOxbn8x8e0XX8T68C5W9dcxtrZ80x5RBtTBze1t0vdeSLlvfOHaetruffG1uW4NRhWeo3CwloHHyRjZby5FVbR3Ic5bwf9Bv9t8W7gfue8dy1o7m1oHqDNq+yVk0sN1upv1n3azMtgMtW75SCRZxcA5nAGh1y4JzlC3gHcWWPdF2C2aw7HmrrcGep3F+tH5aeVqawBijPwu8CrhfN1QIDnwU99wCTA22vEYOIC2jF9/zd/cjH6yQ9xoLgfff03Dka//0dnOQCka/0rgHWFHGZtbeCX+/qgEjMLMKvPYiefTBzaI5cKmPefKoF3ANif+mEBtjk0Va4NT+sBFzSu+fsUQLwJ/maMPqjorfbW8+teeWau5/XpAfCQCg/of0L2xlcHwD8jOP2jHoEegc9EBDoA/kwMQ29Ej0CPQI9Aj0CPQI9Aj0CPQI9Aj0CPQI9Aj8CXKgLjv/iRtrdRANVGtX5mg/oOSZxeWKUO1V5ATOxPeVkt1dRugFg2N46wdlUNXDa4AalciwbvGKto29EGovFiIx+4DNhAJRcb6iiOrXJlo1yQBoUYtVO9sczmuvaEARWLxcIW1d6AB1QLcLRSwwKUAGaUuA2QCdiu9POr12zO74++9iuqcXomlfGtwJsBWBSowIArwcpAG6AWdV+PrBQEjgcuAEvyNzbRBtEGNFEn0zaAEgpgAO6xFLioXK8FeYnRerOWsjagrWxwAdX0H+Uvij76aatjvQ9ot/Ja8QDacI/j46m/j5p3qdrBO8VbwOJG/fLmvyy9UWlzL14AKis8rUYGlgQIA9N4ftgesAz7YNX+FRTleYvFUl9G1RsAS3RWAjQLfKNB6iJZqIjvBLiAR1NBm3spkRnvqtGaetGAPRSLAFvBTD0Hu2YUjoa8wF8D4MxDwCR9BuIPX+cCpYYpau/NtRTAivda7cc6/NmzqZWhfO/sPO31mAjYRT3MzVGwYteM6pTDBhspJ+lDYJ/fFxjeSMpNTdsCLNdqN9bDPnSgvDlRbEshjv05KmXzLEFk8v3991/o+6cC4lLFY33NIQvqxyo3eD17prHVe+//LXbGB1btAhpRLa8E3Bh71MS8rhZXBmxn5ycNLHMzwVa1KRA3dZ9pR4GwmeyYAWXMr6WsqskFVM6My1Lw3vNNz7htynAs4Mk/8vvZc73PHKKOsOKDkn42lR28aVdU7GvlzY3iPtX7KMWpj0o+rKTIviY1OFiiWE9mgacBa4JxGjOszMkF13XFHh3bbOYWB1LUAeYjNbJjP4yC+8bx8IEM3QbXAuYNBwiskFY4AKGMe5Tgyi0tRVdXa6tPjzU/AfNA2Ch1UUlTq3ys/I5CHLWo6zgrrtdr4qA5rLnDQQryGpUvoB2Fv86naCx5ViB6yHRmR+y98TnwdEq9c/3NuNr+lwM2eoOYcYikBN63ArW0h3nrO+V8juEndYV5rd2uTBDWhYKxd4KsB9T11XNr3Y0slfkMBOZzrZGo6PVf1mfFVOstB134TowcZE+tGNDf8QAysl7zYj20mJh1QzkB2EXZ764CURkbW4b7LUN0g/H2ijI1H1ID3O1vB0x8iMHrkfIYS3nDaLUZhXpKEVvNzAEO8jZW15lTrBGMG69YzbOe67BRc15I3d2oXRuLVnhqXeQ+gvl6AOvqlv8+pEY8c+tbf/Z69IPv6tnKm9/9/ePRr70zdRwyVrgqaDR0v7i5A+1DgWmRK9kDgEvmTFza71wuiCqc52T9GSqbt4GzAjj/2t7HB7d4Vov1wPK54HIdGCrYW/cbWkUD9nfjk5jU59sPbF3eGkD76Zvn6g5A18efTgEcsF1t2PX/4//0UcDlw8Dxx39S/0aPQI9Aj8DPjsCHrkeuHdAW8Y8RxL5+fYxg9Ut7BHoEegR6BHoEegR6BHoEegR6BHoEegR6BL6kERh/81urB286eyM7Ci4giWvEsimtPQkArC2XAYb6NzVa7wSQDCG00c0G/Z3smgFEgI6ZlIGAhmupU1+/FjjUZi4AGMUgnxdgKqAAiGPjPoq0KHprszq1MncAkza6pqyg1FoUBoVybcDbjhVrUjba1acCwADSfZGCOynLfvhjUSmpEn/3v5qO5gJS14Bu3WNfAHIPwqBrlrLV5f5luwtkAFIfomplj0Z/SpmHchRQB+AAjLAxj0p3KYUhzz0EEp4KFKBkldUwalQAMHs9gCNidSxYivJ4LdkwIIX7VA3PO8E9YKwtXxkT1GuomhXrQ70P8EEBikKYn481VnQDuGPLYl3/FACjHKVvxAqYxOtYolLqG1OP2cBJgQaeTo8Z57tWQ3csdST1ndExA2oVK0E84GHZBh9TF1p2zsUhgJO8bF2r/qKpBObwPn2aoCK3qFHX2daZ+GITTKADBgGFAKGyOQUDUa93IniGtpsx2FMdYmDWnSAVbQT2oI4+Fwz2LXW7paAkcQqIud8qWJeLAM4TAWBglOGo4kA+HmgCUPOTdqBYvhJELcUbaGei3KfOMm3gMAB1ijnwsFH/DHpV05ZaqlPl8EQwViJovy5e045APcb/4oVsnGXBbGtvgE5T2ZJrh4yp8op8P1Acz86leOU+VhoWWAt8LBtfQOPV1cKwdi4FOOr2S4FQ4BbQs2LCPUqBynfIK2BpADYqw9QFBXCSB/t6AGM5k3I5oIqDC5pDGtsTKaoBwNfKr7VifbtBbS/AqlE/OU29XcbU6m89A+ttfh7WMGWMUS9z4OLkNDCMPypHLvC+8neyHsUKHWhfiuDYNusggwoiTyWjpp/Mo6urayv3+c7JaXKD/CIHmC9Wt2oe0A+AL/W344gA8BVo1KEWDnHsHzBm0DrmnOazFP7k7LYGraFuQeB2WIV5jo255hdxRq2OM0BeAn6KJXOPwwHMq7LVNVD2OhNVNG1hTQJ4Ywtt9wEOIehvDgxkDsV2GuWsS5k770mKHFShNi7mx8fUBVdjOMxAnXe3xLXf6VvAGwDYwNkHcQTpOcnCdSjNm+MB8V5r3eJgihWp1C/3eKV2e9TQTfXb7JlzjwBgK2L1PBS+xJXxMABuhw6Yb4xxFOkB5urGFs7C0ZtDuOcm62IBYNppa2ns3gfQknhysOi2EdOx+k3ssq5qDbU1fHI7bc36xbr8/e8uR3/5bcVfn/3uHxyNfuXXNO+xzde8NQBG+U5uaRyYJxV/xmALgDkUoLm4BaW6VwHsig2fFTx/NDcaAB5CZBT7jTP7eWX5PAQNQwCcXuVVbfCvtIHl9FO75t0XPgiAt1DZYH13zw6Ah5HuP/cI9Aj0CLTfx28KRAfAPT16BHoEegR6BHoEegR6BHoEegR6BHoEegR6BHoEfkkRGP/pn91IAItNMQq5bIYfYLfZAAuQls13AG7BpRVKMUEelFjHgiWzOfVjUZNRq/JBABBF2YEtUlcCocALNvdPz3g/dVABZtwboDGbSWHZVLVV1zbqo9Rx3MMWGnVg2xgHIAPyDAcajACysQGPeng/vpyuSQuUtlJQcAJo+Zd/9VoOxXuj3/+ds9H5iaCKFHy4swY6Y0UrqCk1IMrhqPQELNVmVIYo4gJoAoCz+a17CALwB6Nax0pKQ+yGAZeY8p4/l2213gf+3MqymFhlg56YA8YFp9Wn1ZL3sfhVH1zrU31UM9wfbEgRyg0AeGoetzjpb2xWUcWlripwranzqLXqLxOWwKSFoBjWzYvFqlnLAtVGoxcvYgdtpajsn/cFQAAma3F86qHOpO7eOwDqYGsqOKvwATuxPgbsAvp4AYCj5JOyW2Abpeyh8sv1n2XTzMuiSRiRYhxVOAo3+q17CLLVeAPkGY9S4fJdarEC+NRDq9WxOyaHuA8wC/UmQA97YNsU65GXF9QATQwBjMcC+sTEVuGtRirAkNhcXXBwgRrQk9H5+UxW4+qLoCUqWiBP4iiILOUrKlur7RTnUuilxjHKVZTtqDqBmoz13ujla1lAqy6y9a6aFwAuDkyUbS6AkHjyQnkIAMyBAyzW9wWABaqBqY8AMGO7UzOiZo2SHyCr52msnOOMmq2Qo0Z3XVnlCwBsjdLXEBi0HSWpVdseE2yGA61PTo90MCBxbI80PPNL1y+VU1hAM4bCxT6QgAK4lKrYvQObOUAQRSZANjWWfQslxem5FMUCkMXBacGllPnkU2r6EgDqNjM3qdWs+dtZ4mMAACAASURBVC778pVyBUCNcpznGogK5FPfG6v5mVTBJF2pI1H38gzU7FYd0gbAtu5F3FkXAcBHtmtHDUrCAOoznzkYE7Vr1J41BrGDjo7RNsSTKKZXK0HCdugifU1cjiZA3cxNDgHwXfeJ2CgxiA/zjxjVARlyg/hTS5w/vDiMQV+pyZ0XCU8bosjn365frpyzCl9jagWpLoutfNSsxxNZ/KvfBqNaV2KdnvU48WkW1M7zzGfabpt614znEIR+d7iubSDw7lAPoxmVZ5SvsXm2e4Nubntr9f0pxMw9Yrlvnswz299xluAgiiXMrQ86iNQSdAs79VisoGkzsJnDP1bsc7jJEJgx1Fi18HmNag+mjvm/+eOVAPtm9I/+iX5/nB9rzmC/rrarQa433xK2IGqsoPN7oV45KJJ/1RpnYK5/p3727hV17y5f7bihmzIH6rUDwBkHOyk0gmw7+4Gd86Ob83xSvh0ySHvy/AEzf/SVmu9P71PnUApcb+P9RNS2Bd+75j+91X/Rfz9V5HVF3X/R8PeH9Qh8qSKwXW+qYPybev8JlMAfFsS+nn2p0qt3tkegR6BHoEegR6BHoEegR6BHoEegR6BHoEfgjREQAL4TAJYSU0BsMgVhBm4VbANWsql+LJkaG/Woy5YCeg9AIlkpz2VPe3oiJak2wgF1ABVbrwoy2e5UtTyjMKaebkArYMpQo+0ao2SNunVnE0prARzYB6OCqo1x4C9WxXwVaHYMsRPQAXRRV7JUsQia2IwGJgAGNsBgtfev/vKlVWe/99vz0bkA550Ui/eAZsBHUxsCkejnAwALC2iBy5lUrWMATbNkxabYG+UN+t1ImQho4iZTAVxUtitqvapPz9+eut/rZaxHA0uxxg1EnCpeqRucer7UPUVVXRacqYkca9WNldf0aVfzMwovgWXBF2rsMgYGDPRHfzEufMdw358Jcsve+E5KaGqDYl1NbVG+A+Ckxu/JCfTMuj4/+6d/c2Fgh/XyTHEzYhFrubwS+AfkCxKhupyr/mjjho7/WoSY2qFYWx8LlDoXCgD7/ryG/aGvamNLV1S8WBUT7/39UE9UphO1lzrDQPBbALDtYKEZAA1sjGP9e2y4Gii9BLBjf628mQhw3T3oe8pToGpBFKDh5cV6tNJ3Cd75s7meoxwDkujeV1IGX+vmBpeuI6x46HCA9coen1YHu6k3V4JNa7WfQw9AdRTCHES4xlHbqg9yFmvtqONR1mMPXTbpZYsc1WpAHtbMqSvt1E8eNojVnIc9NnyHnELliVoSFaOf2WJOnwHAs6YIJma2exaw1qrQ8i+23QSA98d68Ntvq63O/QaKGkS34lz5zHivBUdHUmXzTEAiwB6QmnGgTWqQ6V1An+G35hoKXO7jQxfKS+yrCzphzQ5Mt+X7nuo361njvdvRmW20lUObQyvFj3RQg/EtZTDjjnoWKMxcNjxvYIqpxbNpk3NBz+W9lcYHq2i6vq98ZW1kDYulclTMgFr6hO00Bz4C/7RWYbeOepiTJZozvHd4pDVWz14ytoLLjCsKXvJ3nzVGENvKWsXEhybcT46PtNFqtui1PnseoJamHrnSk/jSVv4AmW2fDyY0UAwcJbbkyaHmBPNlg0y4wdvtTNSa4IM0ijv3JY9sucyYKE9dD1535P6s43ZfqEb6b2BuDqtomW70lFyP6pq8zqZ0VOY8l+exjKNuv2+1wX3gqKVqFKqBswXuAdK2oS4QrIsMdt3vBoBVl/zQAHr3IuddO7s8oH2wKPb/scnGoYLa5Oh4sa/P+sACwQGDf/FPLwyA/8d/ot8fZxOtBbq21l+tgQV7nSWotL1ecTCl4HQcNRwphptDAg0+P2ro9h8fBMAWh7ffP1yWtYvWcoAmgHin6E3/hyDgTXD3Kbit+z4Fuf63VfDk8OMWM0Z1nzf3ZQeWh9+tMX36nQ99vx3i+bBnfJz3OwD+ONHq1/YI9Ah8mgh0APxpote/2yPQI9Aj0CPQI9Aj0CPQI9Aj0CPQI9Aj0CPQI/BJIrAFwPtSdQL2qIG6dZ8FzGhTG3UVG/VR9WLHy84+1qNT11xFgcem+eXFygAFAAzEXDe1HhBna/Mr0EqtRkBRAKcAnTbz2ZSP0o1NYj3PyjgAEkreQFFewNlbkRc2u6fT6Wgm0MMGui1/sewVEAFwYvEJRAX82PZT/7PRBv73vqv6rbr9H/7BudibNvlRcgKlVZMU8ETbgZYGVIbCAbRHAiwBlQIYViDGktS2uwAwXQ6cxrI5Si7BKGrXynbV9TSps+oSmgVXqDsqy2fdx/VhWx9QWQJTgSXcg++59mge5WfweW2OF4CxAls23EeHx7HgbpattBp1441gD2MDeCbmAG7dxmAGaDyVpS/PAD7RBlR8KDCxROW1kJIbMIoV9rO3UpMWiLyQ2hAQynjM58oHwSWDZwNQgTHlC2Ccfx9LLTs9SS1nUyS9B4RCPY2NaiCF8k8QBhty8Rvn3sWFAKrywypf58VoC6wZH+IBPLNNrSGUFMBS0b56JetvJR4WyvQbkEXuAXuAknf3ipfaS/95NNbFKBvJxY1UmsCz51L57R8KggrkAW6vZOmcWs6x4p5q7E7UJys2nWOAXuonZzpSIxVr72M6o5eVsgLsq4Vio1jfC0LPZIF+xnO2VrSxpL4VkaXttu8FuJHLDdhRK5gYUQOaLgOxAD+ZQMp9QJ1yCghOsIH8pcgmXs5E57tUydTs9r85hBBl/ljfj9I0dG+j3GJOPAjqMh+o8VwgCPBDv1GNchPizLV+TANcWCnjDMABBOr/AlcZS/pThzTI9YwnltJqmw6dMB9LLQkc92EDahwDVgWhAIczHUAB3AH+yResqqeCrUBReOBKAJ56xFTktRpX84nxt0K4zd1LWUdj/Wv7cuJADWOpmAPopOA8ACxzUCAHZBwv7JRdr5zDF7E0BxYGujLW6t91FK3YO9MX8tjlVnUJ92Mt26i/p2dRqhMz1h/GCOt7GszYb22rgaV+BuCZWsYBcbgIOH/UNBTAgc7Nb9xji2uCDujoYh+IUOwKCkedGrtt2mdwzDraACyxzQESRRBIrf+rAwquPc1BgAaf6VvyMWsVz42Fc3tfnxEP1w0WPM46BgAOYMcJAUuG1O1NnDxGzDeNLS4HvFDPc5ADp4SClNyTeZMLMgcOsXgegEpcIVKzPWD2QX+wwt+23+s48z2HGagxzwEcz2e14V/+30v/XvvH/+tZDmxwcMHxCHS3Y0Qd2DEAzov4obj24YX2uTW/+j/mcdX8fWTFTNmFqvVMnFD++vBD6rLnAJVy1IeSBp83Vwzn6AAUt6a037v511NgW1A6n+0sn9+kxs7v9HafJ/D3w8BqjVUOZ7R5NHjOR1lKV5uH99m14uP/1AHwx49Z/0aPQI/AJ4tAB8CfLG79Wz0CPQI9Aj0CPQI9Aj0CPQI9Aj0CPQI9Aj0CPQKfPAJbC2iAy8FR6ngC0wBLgFegLBvytswUpAPmAdGAvwAMrDKpYck+NXVTUTfZOhTVLZJCNth1HSpjb94K3LQ9fP8bwGxQCAxrtspnZ7FMLpUQQIQN+1jhZtM4tYGxog24YHP94uJK9rSn3mB/rZ+PBAxTbzhCt3uBtx9+f2l96d//+5IBAnNs+woMjHoPOARkQt2MKpg2oBrEYnUjWAOcMlTEahkL1qbiyl62VIZbaRMb/tT7RBmI0vTY0GSm+E5kJ2vbWdcmlsJM9+H7QA9AKrF+/XJpG9QD1JMClAUpA4dpa5RrjBXfpQ4xn6HQA94CDXkBT2JDvDRkOVZMtvVEDYABc4LGUtQCTaywRsms7wFKj7ErVSevBe0AwMCKt95GfTkyYAWGAvVOTgOdtyowYo79sJSMWEQDhujDRHCamPEHMINtOEpp8qJsUsuyFICPKu9Cz8VOFohKv6j9a/GgorUnsBar4gDFAsArAbzL18BPxpB+h1YAkGLTjZ31LseAvmu1I7WtuV2UqYA5q6b5ru111ScBImoCA3we9J6tcaUOpw2oOs9kX0y7ATwbdZy2o17mOltxAxgFJDlMgaoca3QD+wbcMk+wC1dsrZ7nA2LIKQHmTyyTsRS+kgI7drxJxCgBBReVn6j6UQCnnmuUqAAhA0aBaNcwVm5Tm7te9B/r7EMf4iAfM1bcx6p4bIgVnyPlhsEa89LWvzdWvgPl6kAEY87BgxycwKYbWK46wXzNN1avtEQAg280/w8PNMkM6ziccKNDFxprDke0fPHU0veIO1CXOKCq9gEJwzKUuVFwAh5PTgXmFUfUvWupYlEkZ96kVi75DQQO+NbzlCPkBX2iJvDmJgA4B1LK9hvidz86O+NgQLMpNkyNdbQPtbiHem+juAjaE9ORrNSZZ3xCfgHvyJWxDt6w3hh0AxKpBa7xQRmMon6vzePMqxw8sC0+c0dxs1W9XnMdQgCGc3iDPGa9Yd0q+/MaXyvGDSxR95Lo6V/ZSjMO1Fm+F0x3rd5mAZ71Ddv3XF/W856HTj0uYJFtT2rjaztlxZV22Gq55TjrCaAVIS5zxfb6Ix08cB1hVMbN5rkBYJpKnl8Pf3mQ5yj8UVzrBURlrhGnKLcbAG7P9QEIanP7d1q+c6iDDORylcDNQR7NDDkj1It1/sjOCePRP/0/X8kB42b0v/3vX9VaspuyrB+84rKQtYa+7gAw4LnVHwc8N+jJ36xpuFxsQW4LEvO+ALB/N3IQQR17CoAZxwLA/rwBYMPUto5t61S3Tn2YNeju91n9ns2AfRQA9qGGwevp9TXu2zz8CAC8ddgYrIlpR+7QAfDjePd/9Qj0CHz2I9AB8Gd/jHoLewR6BHoEegR6BHoEegR6BHoEegR6BHoEegS+aBEYf/Nbqwc25ycq6kntQCsp9Qab5NiaAoqAhq5HSY1DSKp2YamnifKRDX9v7mtD15vo3vhnQzoQBoIaiNXUPsAP/2GDP5agbLgDlwCGx1KYuuaqLkdVaOBpUAFlEOBBAKb7Aw1QLx7X5r9tXFeChIA2AeBLETY3lc12gRx/f3/0gx8ubZ369wSANwIle1LZso0fuMIutjbpgUMHotpU8PVGPX3DkjUq4SM9Ixal2Z12/70rHftR4rBni2BBGltlp85lgG0gAe8BawyuDJmwIG273Wof8O/qSm3Vf1jXprZx7YYXCGo1Ug3FAM43ttzl5TaIzmBHi3qTtqHEBtADeIFkPNP1l6W8K2gA/ApgBDik0iTWvwbpyoE71REFGJITwEeU1aeCYdi+evgBVQ2iAPUfrF6ENqknyoNDlIUKOUDFqlx9hOrUtYEHYMSqSyUVuWLLb1vQAnuiQK36rrTdw1BeyE6zg9Hi8s7gGEU0dsCH2NIq7kspmQEx5CvwEzjKC+trxiNAU7DH4yEgiMqwKXNXtvkFjhGVJrekOLDjzWGC2NgSD9vnSiGKwpy4UZMYAE67/WogIwCuvWcy2n5usQwUBjgDpICvUk0qJkvVMwZayoA2tzN44zAEbc8NDRmlXEVdDBzkxeeLq1VT0QdWnevARVmmG5Ip3sd1kKPaBiQVRN1Qu9egmbgj/WTAGSdsgqNOpYYvfY21M2py1ZvVQHMQwEAd1SZthhcyRwRJqRcO+HsgnuorwHpKvemBejP9CzxbLpcGgrOZDotwdkFtsULU9cU5eKJaxar/zPeBpMsFatnCcQW32kC03NkXjGeO8em93AKiYC4rbBSq6TcjiwX5XH98rdqDvTKHZahXzhxkzOkXAPhBnRTq9L1zOIMDDDwnlLQAM/clt9YcDKAWuNZkrqvxRTnNuuADILYozuEVq6Wx8PfBkjsr2Kvms+suA1EHeZVMsQE9GeoDKFg8+121G/iNGj5ty7r19LWtcdtCSv+HrzEODJo7tkH2mhfoXoc0uD1zIgraxHNfh4Q44GOldhuauqfBrP7H7gf0xxBc92b+2B6hap6nTnMs4fX8AobOfepc4zKRMeR1oDzHxrvAIr9qqBm/PWhkVbfWnWYl/X/9Hz/xGvQ//y9ve05xT/pQtYN9T2qws3aqE6kBnD/8/nyk6G3ztA6+ZF7t4LpD0BpW5RH43cyYVvt29ZebWteHUApA7+jpTjG8G6Xddbv3rMz1YYPde8Pvpk50xnEIdas92/ECwuNKUDC7NeVNttGP8qalWtazYRse/7sD4A9Myf5Gj0CPwGc8Ak8dB7bNdTmQJ7+kfwF96TWAfwFB7LfoEegR6BHoEegR6BHoEegR6BHoEegR6BHoEficR2D8nR/dyAFZYE7gBnjCy2hAwA6FKhvuqH2jAgYu3Bh+Yi/quo76HMDDZj+b6qVA5GdAlOsfWt2Umoq1KWy0aKDaNptd+xKVJ/fKhvxSqtYougAzKNLUBhgdtX61aU9tVuw74Shs3Bc8Y3N4pXutBPWqlrHhhuxAf/j9K/fld3/vRLawspLFttOEhJ7H4hmIfKhCoWxC2z5aYHAjRRicAaiAOhEoAGjmjy2FDaGo7xowg344ULAUVIHR9wKoxGG3Mc6OewENSDCfZRc81q/ErgBx7K5jn4lFaaB4bSph34pyG1gAKCLWXL+W/+2z5ydN9Sg4uhAAxOZZsZ5JlYi1q6G9VaSJJy/ieCs14OXl0hCd+wHosLU+PT1Do2cOOpHVbm1dGeoBdQVargXYA6v0f7YuTk3MPQVrLrgFGKKGJgAYsBHgm5rN9C82sHuB1jfXApArw3fUrYx/1TfdKu6o0UoaCKItF0A/6htPZLHMuO1gzeWFALjGMAAc5fL+9rCDxYH01TarmQ15DoAxtVANn8YQVRIE698dMDHMElSenTBQSlbXSN0bvXhv6bZMpDr2YQksdX3fHD7g77IObnzP9XgN6gUPD49Sg3VvrPHSPe9RlwuarlBXo/IDBXPIwPOKZqd274EBsEAoCmVDr+SQf25KV88orHv9HZSlKNYPXc+58eXEVbe4ehX78bS5XkBzAGCD0YoRqsYjqSs5WDAVgMeKeXHF3MKSO2NRB0YApcBlV81VvV3soq1eBca2Mdg+yarGrA3ATmyiaTNjA7B17WPyX/kNAEblzbMNYh3r2MVbvc10a4cyvJa5Dy2HAKutRjHPJheBisxHngu0PT0LoHZZYH8/hwBsQa6cts211xAdcDAgRdEtmKjcPfQa0w6m+DuVu4BjOsG8Uo4xHTkEITE7BypSQzfrB3A1sB97ZsFwjRe10jmksNThDMaD9YrPqxZtrtUBF6AvKvOBdNNrmeaChn90JdW01yXbEzdfZ+7YJjqg2y8fYOHQS2rhDqW0/J7gci49kI369pCJosSvGgPgqoNNHWOU/Wbb6sNN7MEDyRNbzxIfJior+8wjADy/AAwl1R6Ats/7MCzY8jNeIHEdOsEinJ85yMILBfOx7NGJYmrTc8+dQpj72IKdNUlw/E/++Qvn5T/6x2/5MAfzhvMGtKGswQO840wxBO+ON79v9EHcLvhOq/Xe1L7lgsH3nRVN3VtgmDxE8Zw1J44Y9XM5IRTYrcNF3Kcgbt3HOa3xHkJcx2MAYAsCf1oAzDMKLHcAnGnTXz0CPQJfvgh8KAD+JYWiA+BfUmD7bXsEegR6BHoEegR6BHoEegR6BHoEegR6BHoEPkcRGP/nn949BOwBGG68MR2VqACqAJ6hDNBC9qxR9QJnBO+0YY3iFlvkiaxKAcBWuhqqBPaxq84mMzUXUezle4IWAAEscfX3ShAWfEVN063qKIIuW0rzPIMXajJulVYBegCxQ+6D+q/VRjUYAQgJGFwLfKLk8yaIVVF7o9cvAoK+/ndaHUzsZ9W+bJRog15qZGxqucdSgA04yufUNI2CrVAnOILdcsAQIJE6slEL16YLAPSQ+pfe9Y6drmEytTip0Wo1puBqU9oBCAMzmwJNN3P8BLOBWtjhop6MwjrtiPUvP2XnHnUrf1BT12Y/tVeBkrZ61TMv9Uy+cySADtwIBIgN94MshlNPFtio2Ok6lLGlTkPJyPVWhSsEh4I2AY8ZM9fqpB5m6ycfuB0N7Nw3ADPHalwgg++h3AS57OyssfcNoAFgTZU3AExU4uRCrMUB1kbphpXTWexuG4ETAJOqVNcH/DwIAqeWJwcIyPFXry+sDp6r/m4sllG4bqyejLo1tVzpE2NC2wC/5DHQZTadGQRtbHHNeBF/7G5RrmIlTFsCgGn3SkAa0O1av2oPbdlZ1wbcA6N5Hl1Hhc33qo7qVOpOVJ4AuiiBUc6mDrPVp1bdovCOxBjgyDWHeo/vYi1O+4BrO4DEnJdVttTyVl4qDNg4czCAue3608oPrie2AFb+kI9WMzbVaOZEAWGgUtTswF76Sq4zdxdXKFiZzxw4AU5mWjK3VssoRjUkrv3MiKRGdTuIoJ9RVTP05KMPFti6OPbT2L3X4QOgHDbIJyczWTUHAGde5s/lJQdLUPqTW7KQ1pwCDKK4Z8yyhjDm5Dhzj7yTklxAEzhKfkRZ++A62e59U5W6TusooPhGymMsnQHLBfxi535g5S3t3Wt2wVZQGhiGKGNs4Hks5wH5RGvcWJOx7aZW8aHHq5TenteaHzPVAQ7cV31xAWDmc2zJlcP0h/Wy1cQ28HQ98dRdZ1Ukz7Fr5rML5ZVhsd7jENBW8dvWdvLQ9ZxRJANqa/F2HvEcciZrkuviMtYcfODwgHJwY1V8Dg1YMa5DJHYRMNTUM9ccSnAWuB3c80CxS5YFCMc1wHYKGgoOjKDyl/K3HRwwrNd6boDNOuDfPQ2sen4wubGRLrU6fcl6VQp37k9+pA7yaPRv//W7vv//8D99JfXjcUXwoQO+lxrAxcYNpFmfyScOLui+5FkOusiFoDH0OqT0tP4vPS0L58QXRT8lA7IuDQGww+JYt3W75bqjhWsBivE2Rs7vps41KK9faXy/wdo8O/esZ9Uz/JxGjgsgb9vTvjS8f32v5nLaubvbUHH8FEgPn/mmn98gTv+orzz6/CmQ6cDkY4WvX9wj0CPwMSLwiRXAn1Ah3NezjzE4/dIegR6BHoEegR6BHoEegR6BHoEegR6BHoEegS9oBMZ/9eNs/wKCymoX5VltGANE2RRnY506jSjzAkxuDYlQhqL0sgpLL2qi7gt6la0lkOBaijYDYG3gu54qCjQRATarX7+SVbM2tlHr8W/sN7PZjpJVCj+1hWfSjrwfULW1ALYKFttSKQL1ORarB1isamOf79MegyEAsnRwL95d2w7669+YGw6WQisb2LGjPZb9LKBwuVRNXfUV4ERtzIIHe1sIjMpXdYMFrk7mWEKHVqGqAxqzyY/VcRSlgFZUdwHAwDXsp+ERr6mlS51Y/v3EI5h/AriAdwG2UfxGsYjKN+A99siCPMRQ4CNQEhhBvdtSfQYsmp21nXbi7Lqw6t+NDgCwGQ/0tnpY43QqQOrx1j0DwAHhsm52nVAdBhBYBdSJtfu+WDcfKE88RrZpDdjC0pbw3EjpeXm5MPzFfpqay8R63aAe4I2+okKN0pL6oNSObYphgSGeI97ncb+8BNpKkSxr4ZlgdClW1ytBRdk9KwKGeNQKxlIXVfjp6VSHG6gPvG/oWtAB4IqtcizGpVJW34FKfJ6YRT26lhwTcEguo5BGbYxqE/h6egYwMmpVvgneqT8oHQHS1NEFhL399nwLQmtdAWSSa8SC4SYPqV2LlTAYjDqlR0BlIzA9d5MxcHilfMZWezbX3FQ8ebmd6stENJX7ZnoCzVBPFtRJLeKFDloAAnkRZwA2dWlXyn9e9Ov82aGgIodDAoNXq+S4VeNqxFyHDNZYdQuEo6C3DS4fNci1WkhVimW4nkNsyVuA36HqjgP7gX623FYfyS9ixvgB5wCX2BIDjZ2vtmkHKiomKPK1MACto9iP2wBtmc1mDRDHpQCVrOuqtoMkKPIZX6Ayax9W6YwptaaHivTN7crtPTyceFyqDzwLKM+YxvkgkB37ZZKesbzVPIwTAi4GOSzBnIY9AgPXVnA3gNwAsHNB36EesVZDr7HYP7s2s/pb6y1zeWfFrAMiWic93/Rs6o/j4OA1Adjuuai5pP8Bmrk+s56dusmKgRrBfGVsiS3tos0HXk9ZD3zbrUulx1b3QcnLoYko/XFCSN3uthS6b7wKAJOX5O+Ger6KJT/zzKnrcdchBblRAIB1eMeHKADRuFSofyz3rLk5lJJn8tqnrT6oQAzaYRR9fIvlc7uOfgGuWc+Ikn8v6CfWO6//GhSDXKtqy445wNVqdX32rT9/3zn9R//9Wxo/HCaUsD70wh8ODGUN3G68G2JnfOt3zLFyMTXMnS7b11MQywc5BFFtoa3UAM4983mr/1tAdgCAd3EIAPbjgOUNAJfjwBDwJlbt5oxxA8XbA0fN2pkrnsKFnwVTh8rjIWR2mwzP88wOgHf50H/qEegR+GJFoAPgL9Z49t70CPQI9Aj0CPQI9Aj0CPQI9Aj0CPQI9Aj0CHweIjD+zvceHtaGvwC31Kk8PZ15kxxQQP3MlexW2aSl5u6k1eVkQ9wKYIET4CYA0jV6De0EL7TjX/UCDTtEWVDSAYGjANYmOOo9bFKBhdrYBjqtV5I1Ak+0Ez+R8nMiRWJtZFdAvYHc9sDNHdwWQVT1gfqMQD2A2V5ZMrtuK+quvdFPfnrpDe53fuOt2AK3jWf6Z8UYSmKYssBIAGRqf7LBbyjpopVt9179BTygksS2FhWmrYOx+gQG6HtHgDDsoLH61N9s4ANaDYBRSupWL18ovq4ZnHrFtM/2xwZ1AeHApYCFANrYowIbamMfq11q8UYBWhvqAOahSqqsslPzNdAP1e+rlwBRAks9YKyAoz4GHM1PGKuyOFW7dB11m3kPgLuQ1fLrV1iDCxbL3hdwBazjdnUwIEEFOKo27+uF738yn/ketBWQQU1pFJUvX2IzTV6hVgXYAMYDsFC98jcA2LVjBXpd+xgLXI271ZUKyUptwoKX3Aw0DSwjlufPpPpVcwCfxAyQSDzIRZTvxB0IQaG/wgAAIABJREFUWmraimep8KwOLNXzrdSyC8E5zRPg/HweUJvRkYKTOtIAdilcqXN7I7p7eooie1cP2LWlsXA2+w7IlMv26PXLa+cdcTgEyuv+NzdS67b89AECYKPGDPiL1XUUfVFH8mdfA+L32uRRqvqelxeoxAlLbHFRbPOi7u7pKYDudnR1EensTOrqUylpJar1jVDo1rwj/liCo5oHgJHH1EsF6nHLgmEvX+iwyJ2UwGp8YDrXaH7tU4+ZcaJmq1TOgnyMA/EC0Bd4D6CO0pX8EpfMQYPWr7LcLeCIij7q0AbvORuADbbaV/zMc8DzvkBaVKSozhkzICpAfbynjvugyZEOOijfIMbKp2OtTcnPth55HGnmDtANLYC9ZjHF2vxkDi2lgi0bX74aqObiw6MTHVRgftEncnm1Wmpdm1pZzcvgOOLWHMxocc9BhcA+5upwvax1M8Az6ntg7O2G5zLHUJkm52zZrLiVotVTuNZLrx8Bm7HUbvNLPxOXQ617HPxJrVjsqqOOL1UpKncU8YD14ynznH5oDvieuB4EALOmkt+slYy73R106Z1dDrwCZm1iTdC41bwkPlasY/3doCfvMccmOuCztTp+AmBt5azrrLw39a06trEe/8Ffv7Si/Hf+wbnX/Ie7FNdmLFjz+f1ZLhG0mVtg45w45XAAhwbqnM9QZdtSefuX46v/KRvooe23x9iHHXbq67LABhAPx9kpyX0+Qp07tIne5WIgsPtYjSUq7b2fFwIP1ce5d7o5tJwe9v/TKnufxrL/u0egR6BH4P/vCGwB8OD/jfCBNvH/Kfmoz3/OjnQF8M8ZqH5Zj0CPQI9Aj0CPQI9Aj0CPQI9Aj0CPQI9Aj8AXOALjf/8X9w+oqVBYUd81VqKpT1kvlITU53W91KZApQ4jCrLVAnAY1R6b+altKqUq8AClIvahAF2RChRaKNjY3EVtxuYE4MAWwvp5tVJtVsEV12FUW2YiWsAnNsLZ7DbQAkpa3RsFna1AqZWrP7SRLXYg86n6cCD72S2EBHIJLPzNT14Ysv7qrz5zzcl7bfQHyaAmXeg+qH5RFgqCyw4V+GFVnC4B2CzU39RxRMUI0gWUAMwgk1jCyjZW792KrgGhj5vq72ohSCkYeaI6nVvlnjZ5sImlVi3WnrY5xRbZm+P524BGMYm6UNdJiX1+PnFMNvRJ7aVOMspnlNK8iC+QC/jA37GFDbABjm7fM4nKZ69eqn0AM9tYB5i7j7aeAzAGSLtlqI51nxcvrzzuPP/wQPVtpbAl5gAy+lmwyBBY9wGAvH61MFxBJX4sdXcANjBQYASrYl368tWVVbtnZ6eKIXLCtJm2VzlScuFaeYndLgDy4JD2MhqHtk7meeSogXlBcCCI4NqJACxwF4txvjMVjOUVEBcLcfq6hRQNfBmYoSQXOAdyAp5GAsALlZVmHIE6KF9RAY9dcxcADNBPvFBJL2UzfXu7do5yoKJscvcPmYOBnhykWF3eWh1vyMuBCeaWDyKoz8oVK2+JmwEY6l8pqvWnxjn2sB6sbT/4bLmUCleyTWychcz0fXIGFWhAJPP+5BTgfy9Qj1W51O0C84wBCmZUx4wblr0cQkBpbntxKay5iPFjVgAgsSCOJTJ51qzFG5BkPpB8Vi8Tb1suS0ksBTLg++FehLdda6DdyO5E8HN2oic41bFHTk4aKOseUVrWHArk9ON9Tf5sAfBAeeh2t3nCNai6OQyAenbues7Kj41q+wpMcuDAz+R6fY/cZYwAnMTPcM/wzqO5HROuL/jLXDDoRgFcm70c/tBci5MAimdZVCtH/GyDauqhA7/rAEqD21m+DP55sYY4XKiOW4D8UbPMbk3yX7FrJx/4fhTKQOdY7GOlH5Dq2ti2IKbTqU1NzhiSKmDM59xPKnHlNu/7QA4W4goOh00A62V7DgAGarNGEi/HRjn0FACPtrWro4i2jTT9bfmVec6BkOQP62XVUEeVzxmXR5vg2E0rfrbSZ5ja+vcUmLJGUVfaBNwX5mDO97/3nt0o/t5vv2WQy3V2pXC95awdQ5VXDhnUASQ+izU68fWYtfystjwC9Ia2gew8e2u73FS+BYdrPN8EgOuzUvnGNSK/e+tZ9ewhJH4EzQcA+E3v8/2fBYL5bBiT4bM7AB7Oxv5zj0CPwBc5Ah0Af5FHt/etR6BHoEegR6BHoEegR6BHoEegR6BHoEegR+CzGYHxn337zljMEFYb8PsHKMkAtIK4gCb2vvU/y8XKG/WpaYvPZWof3gqGWDlrC1HLuAKD28Y1qsAjWcICugAGrpNrQBkbaYBmNqVV25X6tRvV5xRcYCPdAFBQhde1QNNGzwIoYAtNzVQAk69FSau2Ah4BEKiAJ7arBo/tCNBYvtDvS4m4kvLs+dunVjLe6b7shNPmy4srw1bgHDU/0fPRbgMu73JHGbaS8hn45Y1sYFMD2PsiJiqoLFAk8CdYQ+1dwASb/BcXqvWrmJydnfhvgFFsbq8NkFBEE4fx3m3q0upx7Ptjw7sWSMlLqmgBIRSkbN5H+byxfe3hAXVyoywDqgxfLnVJDV1ByowPzwsM8z0Apupr6hhj74siEItV4aM7coAxBM4F8vDie+/+7SJwQi/GZDqldrJUjVJx877tuxVLy6wFPgAnV1crW8Yy/sBy55piDNQiL5Jra8ePvAkkbqSNgwRYnooAATJRsDLWHFo4OCRngLF6thTN5KJrhAKW6KdrF9N35Ydg62w+d51U4AwxnWqMDdpcSzqqyxwoABiRv3nvXvDf6m4rElNTGHtnFMDATJSYz96aWaEM9FJmR82h28INFwKfVnQ3KAxkB2wdTwRfqX3LM6TKvXy99ngB8Hg2NtjXonRYAqOIBkzRviPAudrPPcgpW+wahjY4aEvf3Vijeqb2KocngFoHmhOugazAuyazISlzVc9WTDkUQrz39/R8akQrXqjMz58d6QACc5LcSN3VwC9gFYcCAMZRr6PsZB4A2msoAamXl8yJrD22MNfcnuoQw5Xg90aK1IBV1iMOQQAcNVbKBx9GKKivSHCAhRfWuiGsOSzAegMQTM3cplblYINjGlv0gZtugFzLbeYd85O2oa7m7xuddbGFOrXQudLq/CKIip/uNz/VQQiNBfDRYNSq2syZAtCsmxwkwa540yB6KWXtnqC8KnUtc4P3OHgQwDuWgpV4txWhnV+hHRzUYf2i9rHtslm/GgA2I26HKGxh3aya1QPPKYAscJ/LmbPkErl/j6uD3Q+ok576tazRWTuiaKW2O/eLCrbqHSeYsRRmHc0aayBM7Ww/T3ORtdsKauoNZ16VAtjc0/nYLOV9wCL57PmpPB5rrhhau36w1NnqC+21E4BrACdAVqx6ERdY1++Uih/voPS2ZXlSx6pb8mZYk9cgWI35mx+9Mij/9XdOND/UVn4PaM1z3zDBcDrsLKB96KYpgOPwAGBvhwRartV6OsyRHNbRmPs7A0vpDHvmLN9vCuCCv7wXy/FdztX9C/A+BcAFh9ut/ddQLfzzvP8mADx872kftu0rvj4A4enf8Kn95x6BHoEegc9/BDoA/vyPYe9Bj0CPQI9Aj0CPQI9Aj0CPQI9Aj0CPQI9Aj8DnLQLjP/7z5UNsTAMexmMAlTbAVWOUTXZgoQGENvZvBKDYWKd2KzV22VEfs1muTXDXk9TPB/soP6UQE4xAtbdPzUqBPJRxV4LIRwIBgCZsLVGtjvUzSjBqnQKdbgU72UwHnmKnafDWAASgE8g6k9IUEAMAY3M9AEkAmTrBVvAKYACd2OhXv1zH1Rvz+wZwK9mCAlmxK74TPIpSVKpL1SkGoFA7lBgAqAFggEpApBGBbgTIRA3JqxRcKDXZ1GYf23WBBaBnshE2J9KfK4FJ6s8CZ4g372F3vRFUm00FbKg7DLC6v07dVvWTfi8EOlEiWmmoeJydxxY2m/a6rxSlWEoTd+LGvj/g3jVy3ZbU/AWqrvQ8xmg6xUZWtW+t0NZY3cq+GWWlADD3XOmeVlULpD5sUmMVQPn8LQglnQ6AefG+asfaMhvVnyyopRBHmwgsInbUSp7MqJUbtTQ1P1dNgcqNAoNoaxSU9SK+KKrpF3CR/PGhAfXPtZyVKwC6u1vaj7LwQXEhX4hh1HKobqlTC3AxzNbInJ2ppq8UykB2wOtSuUBtZ+AqAHih8Xctaj3Mts36/q1Vlw+uG+zxpkYviknR3IC6e31PMRawfMA+V0966ysnWwB8S41VWdmS4xxwYIwDmHVYwJbIWOZKZXoqyHtsSpm2L6QO1fNtyW0ImZy3QNiwRPdUrh4JEKKSBzK+fn09WsinOXAv9bZR8/rVgBDQGzjJYQj6yUENrNkBouSA5xvvCYBN55mTtGMtdb7QleEn1wGA15p/5CjjEnVmQalYdVNfmLVh5HhvRs+eqSZvU8fSJIAy9vIBklojBGoBwKhvuTe5cXoWaOw2qG8T1V4GsDLXUKYyFj4gAVhTnti6WNeTE7fKaz470mQ40prAc1gzgGfHeo9r6V+9qj4vcQHorzWuY61/M9W5pmv0yQcerFoG+AE1A+jq0ArKcp6Jgp1DHYc64FKqfkNa5QBjA/DkfWzB64AHrgjA6im1rB2fxChKT3I5sBn7cA6lGPLrvawl1K+mhrHeFzCPGl8XYAXNEQ71nbYzl/n7QO1ifdxrfQDa23ZZcbSltRLD7gK2QgaWt75qHvF7gLU7zg20Oe01ZPfBmKhwDZz1fAC942ylcCCwbfKVY3scQsByWqCfAwexTaa2dtY3DtQ4ffUXa0SBf2IZAIy9NHXo+Z7WF5TtqKSVox5foHapeK04Z21O27h/5nLW+MQzUN9OA4/AK30cyymBEgLj0Ve+OlefGmhtympDc0NvHZ5odgltyLIuoYxXn1NeIe4VPj/DEkpsDPt3hzUAwHyHWJGzrKHc+/HrzaQ01xpnZz3UfRPbDyqAnwLgp4rd4fM+DAwPYW/Ftsatvl+xqH8XBH7Sofyz1WboFqZvjE5/s0egR+BzGIEOgD+Hg9ab3CPQI9Aj0CPQI9Aj0CPQI9Aj0CPQI9Aj0CPwOY/A+F/9u+uHsWApqjJAx/1D23kHXAELvMm9syNmUxogNxGk2FpSaifXG99smmuje7WSylMb64C1KO3y/bWIECDv5GRuMMfGNEACC2F2qNkc4f257JupncuLDWfUvsAIb5hTYxJ4aSgdK2bbvlJblGu1wQ5k8Oa9FM0zgRLqikbBpdqnUkAa6KlmKTDGCsv2rFvJ4PYMxlAnU5MVeChVnZ4NNC0lHwqwa4EF2gUAd7vxJdUG/gE2tFgmCw5OVduSvXfUjleXUg1rIz+Qh5rBUixLPXmvOKG4M0QZ00fqkKI4Bg4KAF+hBI0CeCqoc3YOuIoNKnBmcan6wc1CGTXerWAjEFwaO40RUCzKtbWg31pq4RpLxgU7bgDdnWAVgJEc2CgGwD7acHBwNFIpXoMllOFzXWNFs9oCz8AiGOUgytcogBV3fUbs7kVwABocGOAQAS9De4E1rGGtykPZKvqDqhyYxsuWtK7tGbVybMNjDQ3IigoXlXFAJmMPsDp/PrWS0BBS44OKFPDKzzwP1d/ZmaAVTdH4GNrdqH6xgGgUxkb3rnFNuxkvYUTFZCLAezk6k7KTeHE/UnctkA1U4bABMLoUptzj+VtT9Yt+3Bngcx9gEWrZsukFqvGH702laD0/x9ZYsBnYo1qzqDFfSwXMM589B9YrfrDUFntz+KYIPRJQWqgO8Zp8aqrJwBb1R+M/l4I1tZZTcxtlMUDQUEjvkXNzHXqYiHEXlLGQWBDm5YvLprJHFc8agdqTwwixRF/qUEPVDj8/n2/B2vJSNY8VQgNSrLCpEywAT53imutWCgticzABFeqRiiejtqbplxfAXoHOWav7qs8vNSZzKbdxBaf5Cx0ocX9toRyVp23PlY9zbKuVQ0vVzWV853pwHRqJ4v5QbV8GVnp9QpkJBI8imvkMfCXix9SMBWY24MznrnOMIwJx0PvElFacnOyPLi5RbnIwAQCcOt+sc0sRXdsKo3jX6RPawXrpgzSMhQa3al0TJVSyyfEC1bHKT51t1P6BgazRKK65N9b5AH27IEiZ+4BKe8MY7YBmrduZd7Fl9rizpqgvVeIccHuLQ4IOJPDyQQ4DWdYMHZxQbtrtoSnMfVG9gJrwZ2JGLd7mzlDKVR/m0K2pYc36y9w9FLTPPExdaivRGU+gaKmo27M4uGB468MMOgShdf5az/D6rwBFVYwCmAMTO0UsY1agFibtWtm29OchAbG0weu5l/Q4PBBjH45RzrAAPP/KtFljp/bxAQpnhckqaP/uoCRC1rThCwDsOsO2e89zXKuaXttYI0r6ejWDBf+zbpfa7cnZAgolRB+qlp3HT4CxXRCaBfR2qDhg0E4y1WfDmr1Da+j6TtUArn+/yVJ62Obds/LTh9UEfnpd9fmxIjg50l89Aj0CPQKfpwgMrfAftdtWFzng9cbXR33+IV/rB2g+T9nR29oj0CPQI9Aj0CPQI9Aj0CPQI9Aj0CPQI9Aj8MuJwPhf/QdRHAEaQJFr3goGG4g1a8lSBxniWVUpGGhFIta7Uf/x8nX6DjWBUeqOJfWbCirdUr8TeKs9W6CEFbeGrpFL8bnrzXoDGnvbY/1RfVjqKXpDHaWXlIa6ls34QN9W31XfSO3iXMfLSmQUXICt+xtD0LPzE6tduQ6LYDZhUBJfqyjrkZSHp6eoK7Mxz0Y+L75vm1BDauBZAGHiAbwFEmeDHZUwFxpGmjAI6gmUlkUwqkM74brdKKaBMtTzxYMaRRr1cNkAik3x6CFW2jwSSEz/r2W7CgC2bTKgSFAUq+VrILZgFqq8B6lKxyhLFccDoP4MABwV8loQ2gDYNWPpI4BKSmsgkeNIHc1YXaNWtToU1S3f1fOps/ugQwFAfZTNgBkAsB6PntVjRQ3iqXIImPAg5WwsX1ObtV5ArcWVIEqzxkXpDeBNrUxsYaUKFXDmrow3kIp82FreoigU6LrSPYB4KFYBSEB+AzHzqYPRxasbtW/l2sRsrJ0K/nJoYVtj1YMclfB6jYVrxhelN6Dr+mYZ5bGVdAJqxNy5jlW12gvUMjwHvKpTUkuTy2MN9FtvS+lKtWFANXVw9Z2ogKlNbPNgfz+1X1VTV+D1bamrH6S+V6FfvSV6pYuuLlVbWWrXKQczwsPLTdt/M6dIF1SXiysBOazL1d1LKWhvfagiakwUu3PFuWy46bPryeq/M9XcZSpC/RxjQ7D8uRCEpVYw7cZSmzn77NnUAI1nkyccTkBpy5xyHqszHGZYXJG3sjPX3OLF4QqmhlXmfswO4pDjq+VaOaQ1hQMdWMsLolFjtZTFgLNXr4C5BwL5x5q76qPumUMjgDPGhThTLzi5h3W0DyAoR6glzXNQp+eVQyLM6ygWUcZjSY4Sc7euWZ3ZWBMwk1gwNwDAyTUOeLAGZH5PBaxpv7muPpxoHbuibjgw9UHtVRvT/5EOoQhmc6iArGoxL5AXi+McfOGgSeZLoJ9rlEtxX7XJDftbPqzXstDnIIvi5OttHU0eoO72QHutJJUzrwIc3UeAbWuc1x5st225zqGEPN+wWNdtOBjjNQzFcKzeS/nZXJ99X9oGrHf/+YEWlO829vnYi6sNHFRBnb+z5G7rsL+QeLE+G6oyXmqoywhwCAcgr59XmmtA3SPBYNsxExT9uyDqELDSLteV168/1u1SxnosNGYc5PEBiQaxUZvzneVi4Rx59jwuESl/wEGA1EjnGqvB3wCAC+zyOVA/sLug867GOr9f3/QKpM/vuS1Abb/X/DsQkIvtfaOmPy8Ajr14bKYBu1G171owtI6ud+sZQ5A7hLXljJG2DuF17vDpAXC1pIPgNyZLf7NHoEfgMxeBDwXAv6SWdgD8Swpsv22PQI9Aj0CPQI9Aj0CPQI9Aj0CPQI9Aj0CPwOcoAuM//dYdlRO9kX9wKGtQoJvAwFhwKoCkNt2zOQzsuL5e21rZdsaGJwVgsUIFCgnmSD2KHekNilL9GzUpVqwAYIAC6jiUvwUD7gUY2TQ/wMJVpEjsze0ASNgCWS/gp4GISAxAARvSI9spo7aMneYt8BerU9s3A2RHglZnbi+b0hcCwOzso/zCxneiNk30MGAS4AQLYFR4vIYb2vwMPIrNKXBEals1i01/gBcq4Y0gLYo2NtAnAqFHWGprgx6A6lrISPds84l9NcpntLvUbqW2L8rDZvMqgGk1NXAQxS3gQXWHo1IUROczkVnUaNRqJrY3UvmV4hW164mgIUAldSRRrgmkyyY2ajOgSVRoZ2dzW0o3h1arZa3+bXWEqUnrMcWqF1twvREwdzx6+XJlG2bq/gJFAXwTjdn6euG4v606y608a6aEYTLAVTVEHSeBcgFBIJgZlp6F+jj22mUvi0U01wxmFfDG1sPJPYNqeI3i+GDaI7Cr/l68kjpascQSFythYCIxjho81uLXgr9AaQP+sSx01ZaZrKwLtjiGehhWsq5Bq4bsNWvdpfpyqTEgR1NtmtG+kz3yqQDvSveSrSzX6vPLC+WbQR79zKEHgClAGoA6l43zTMp3gJgk+QbvVwuBZ/HTI8Ft19QGSDUwAwdCzbtwbqH4VLulaseaHfDMoQPgrQ9G6H4z11LWfFR/OaDh+KppzwRorRLXy5btgCvOf6ip2N0C7VDYBjY/jH7915+1+Y5VuOrk6hCFTzy4Y1yXfADC0j8UwwCtW803cvjk5MTzLvAxluW0F5g8VV4BpwHHzE9qInM4gxhudIDh4iIqenKWfLfaUW2y7bETQBBeYBLFetoB+I7Vu22NDbWpM661xh72HPrA5YB+k0Pc4z424D4osVsDAnpZU3ZKWOYFClSUskBBnoXy1ICSePm8AXBe6yGx1xp3q+eh7me8gKbYWScnkoO0nTlO26NCJh4aL4M5rI4F6pWjzl3BaOaOLYVJCD03h0tYH/PvyhfWCeebXsTaBz4GtWgBoPwmuM0JF90PqIuyWPkC9FY8sRa36ll95BAGlvbEC6U2axv9NfBtazHxRgENz2TuLCUJJ7fpOzHghQW0lvFAXkKBnTKHLhSPJuZPbvrgh/LcymvNNcWen0s0ZaBLTHCeQB0d1u3MRB1t22utc1YTcxCn/d5aO9cyqWLDHCV4qZrdH+oVK6bYtrPmHuo+p2dYwitvrSDO4Qfu6dEcwFPqMGeAUye4fqcAgQMDHjtpbNfmtv49QsHtkACdtkJ58BoC4Hr7TZv/rlc8UAAP1b2l6n3T954C23rGzwLABZEfW2lXOHYxT+wfdWcLoIe/gx9f0f/VI9Aj0CPw+YrAJ1YAf8JudgD8CQPXv9Yj0CPQI9Aj0CPQI9Aj0CPQI9Aj0CPQI9Aj8AWKwPib35F+VTAF0GU1pTZiAW6IWg1WBS3mqvlbajdUcNTyRVpl22DRAENRwIY3cYETUudRmxHrTL1zLeDDji7QFyDBdUCMG4GoWLZKjdfUYcBM1JiANGqCopKkRiaqYWrMsp+O9StgE+gwnaBsxHa61S5u++0AJNS5M9UMRf1pLqjP3ntxYXB9L/XnLfbLKIEFdoFiKHnn+gy1JLeJrW/gDBvz1KUFWAPHrzdAWoFeqUr1CLUReLMy0AU2zIEiUh8CQ1BJshGDnfC+4AH9B1asVwJQSMtQ6+p6P0O0AnhV8P3sbNYAGnWHBc7UXqDwpeAL8A1Qgy0u0M31QhVQPgdAU1cTm15goIbYILcU27ZB1fMOFW/qxJZi64WgH6B9OqWmbgEU4ktNX8Fnj6gUoRqb9Sq1m0vJBgRDuU27UJUa0NsCuqm0FNSVVMipRRzgM1U9UyAW+UAbAF7UCQ7g4FAC6t7UgwakoWJE7RvoK0BFXVYALLV996m7SnwFoQHAqokrfaKhL5bAti1vAJg85hlA7L09ck5gZP9a0FpWwTBiOJj+A4DeCPSupLAltl95S8Aca29d80oKWVSr4wa5TH+sCMf6dq3xngp4aSwN67Ccpt40YCs1PZ89g0qiKtSBAMEx1MfkDXVPmScLwdB92eIaAJOLfLfgku55daVxEcAKtFQcNU1RIQNEuTHt3fjAhtqkhCPvqS3s+eiX7KrPZbssCEk+XlxcaTzyb76/RJUrEBlLdezCZYVOnqrNBc6A17xhEK/Edt1odRjoeiLb7IL0Vj9j7ev62apZrTaiPifO2CNzT5Tl5BlzmVwApuI0ACj9/9o7s+ZGr+uKggNIguDQLdsV+///obzkJYkf7KpULLWk5gQSAAdkrX3uJdFUT4orKanrQsViE/iG+507wL7r7H3uqMcrQI4CHqCv+tRa14LL+bzqM5fl8FP6XegnZC4FuWtR4XljsQbmmXBhP9Ta5dko4gGLwkXXwQDcKEBr7Fbiy33a0lW71so2YcE1y1geMWdMpohItQGtFfbgttUa0itrENOw1HJ2Ftkn8+OynbYF/O2aaC1jkzB8JSmC8WfsTBRxPgjqVHxbs3eHWDiHtGjPfI0MtSVaWDM9V/b9qhvsX1rSVzJJWXmXbbEKZcZJa7jqd7tFdXmUuyp1TRKKJXutJSaLOG+zdhnD9sz2rzb5sTO2DrjP5zhn7guZy/2h6q4LyO2fwOss0qXINlFlypzvnFNI6zot+DZefj/pHBCDceLpvVK7mXZZT72bDmixL/D2+r0usAkhUXZzvJ+pDM/4EU5rz+35bcnyfj6r8FlngRvWoCPcGo6pIZ98AdeglB2oJBrv59xOIsXzM9V3aVcFe23dA0w82AbA6W+/RzPJ63l8Qsen32eOb+9jn3Vb6+588awcL+n58/M8/9Hf+ycAcK/xHdD/cptay7cA7vbnlU9Q4+2lXZUosP0aAPh1T42/RwRGBL61CAwA/K316HieEYERgRGBEYERgRGBEYERgRGBEYERgRGBEYHffgR2/vWvDxsVeSpvhT8CyLZ7XBu3eNU4vJEkAAAgAElEQVQKRfv2rRvi1pO1rqQwLlouN+KFtsJR4FvfDM9mhxvjbOyr9q1asAVIrJFatXatu+uGO9AOcDCTSvB+1S4EMHKsG+WqELVoddP9BhWvaFkYqpWzrydVb7E2LaXdBiggrBE2eIgKtg0wwg18gZ0gKc3j3MAFYMla9SvUScArgBEeBQAGYMfUl2sJyrV5FTyrhLVdHQBTU1RQwz2PrPMbK02fEfAnpBSA+540j+vdAVAfVRVSr1cbVWGWqk3pRLdsPUIVqvrM9qxTkxQFJHWAhUcq8ASwQlaVtIJnLU9tX2x6uafnWOdWUGBbBDhzlKLGtICxcFfVoRBUuGOdXCGMgB9VH0EqkEibOHcN6H6I5bUUAAgO0CsFtiAskscGUwvIHQNvC0im6YFAS2CnMETltW0vW+YCHj6PtqxCvIwV2mJd2KoVXfbku3vAf9WlgHqVvtacPgTuar8bC1/GgMJU68jGspnrIvTmeUqlbEMe7ncmP71b8K96DqHW2++AToBzu1tYm8QDgGaUn6j/bOv5G/qQawga3/8MzAsAt6nWiZ5S55ZxQTfcLhjj/FN4VGpu472c/PnPJ8+gzEllKHHvDnASeF5dLaIojKYYUCXsth+0s/alBbMCXpWZS5y0ZXPW2NVGWsvvB5IUDoj5QZNMazUd1TWwUlt21YwmaFQ/TSbfcT27x+u8f3+VOeX4Ui2ZY52A9G/qMPNcOiiX5XONpR0gnfM5Y4RnLUBVVsER5TK+anz42IDLxTqA1/FvQkEpMZnLxOrtd0epEd2tno9JPBHYp0/oA+foMSrbAtQvBCkqa9+JilaLcZIMAK+Ou6xNTD7hqvdMDefYn5OsAOhT7Rlgrw29a1jzQlZdnfWBcfoo7KSTTHKxc8/PTwP5TGZYJbmjkhxUyFbbqh3+CL6N7/xEa/Zaa5ZRZ1Pf2frXPLjrzMur5oLxdWTVNRpApH1V27YSH1TKx7ae6zhO9g+q/QWTTZShza2+LTM7sDZJOY0WZl0kDhoeJBGnQ+vkFJQqux5Gi3YU6yqNVSEzl8JD+agrZfu5KoNrvavvA9ujojm1krVM12rfPk9yjcpu1dgmgEh9K2mnvxLTto7GFpzzay02gUIKynrgqNJ+Hgif7uW6meOJW3OCcD01FcQSB7H4rlrKvjxGNW7/23GbeuxOaQ5xTKf+fEKxP7nVQYL3rTkufDfhJOrbQPQ61u85nTS2bZIDgF0eAbBC+lLe2t5KBlE97zx4AQSNQLdgpISA8NZ1gja+KHedl69oasZNPV+U4Xl5vbLL7n21XUO4x3wb1G7Diq6azvRor20InHt92OSyrU9bqg2v6wS/XOnDf72Gxq/h8Ae1Mttzfupan62r+cmTXj4YCrqvCNI4ZERgROCrIvC8pn5u3fpcLeCvusvXHzTWt6+P1ThyRGBEYERgRGBEYERgRGBEYERgRGBEYERgROD3GoGdf/v7PQpggEg8MwFXd9ZnZQO7KdD22JQXxDwromSMQitAsVDF/XrVdVWD1U1vVWZlsZwN5gYVBHjWkI1yiY3sKRDPPfy8VIO5Wcyxbp4XFPIDd/NLhSZIEdpGPeumOWTLYwU07pfEVtdLsAutSlUALLDr19FqVPmkNYAFEMJuXyrI0gSuKYD22VQHP0nOouYVONjmUhKqJPW1uivFl7U4KXWctmuV6kswvhswI5GoeqCKuhIL3wroAAAvBKvWYrWWZrWmFMelDMtGeGyh2fTf1Qq3VJin1EAtm17jco8i+3bypz++CZDQQrgDoIIXj1HOdlWd6jaV24F5TZVZdV71QS5Vnmra6cEGZSX1mFPrVLvkUnMLIjFE5tmO0pcBTHSSUE0wqDqygw77/wTVdgd0iZv1jIE+Bsb+9HihScEpO7uGxLsftG8WigqeBPG2yRqxNX6SqBBVqorGJW1cU5dzHsWosVstdybXl7wfq1nPMW4C3gIzKk2vL6zF6Q0dJ+vJv/xl/jwiHBeqPm8utB2uBIU3gFFBpeNWKHz5HmX1o+3WApZEgLnAccP7a1TD1nW21rSPWnDLOaJ9dl5tXgiAVSvPAm+pc3t5VfMkw9I6uPsoaWex976kBq4biEdIzgPSgNOPxOAJ0rK7vwI+Y+dMO6at7rNjzzqyPofnC60LZBUkUyFr7e8oGelmx4Ew3brMcxSOHagmb8NxrOr5AmgeIKx9MQkWSf4oWNZR08v8rXHv2LJWq/BThbAwN3VoVXnGOtdnwsIaQE9p4sn1teOWH/4wmcExq6V0lMW0+UT1perQ9iwdEAklA2VNlGAse67Xdkwbb+d0FOuJPTHj/qrLrRNe9sOq8mmnJZ25uGuYD5Xas4FbJmtg8U1Ncce0yvBb1OovKs4Cc7l8S2iwbaenjB/i3WGpNsXOexXQXVXpKeF4WcxeBoiKaeeZa5791JblgsDMX9XcT4xB1+8DxpvxSZ1cXiaY3FuP3VWOcRIAZ+v0dU8TK6mjK+p9XMfInRkJ9JPHmlCRwNAmx6L90m2rba/92MGeYNE1MHXa6Su/Q3R9MHnAy/hYgaUNANtfa1Tu2oOr5i7b+VIBa8dfCUT2Y60NAuFu3R9luiUDTB4yLj6jS3yH2CSsOO5qLVLRbfz8vqhnqqdSvdvhbs2LstguqOu9ygI9CzHPSW1w+tw/Z7gmOO9dP4SttqVsogXfLwC4Ozl4f9uZpIkA/potnd2W40FZw5ditq0T1VPtOygRzH39rzbvTZr5peo3CQT5vH/mPK17fgkAd8Xu5wBwh7+voW9FsV59/XgNgD8HkXOe4U4MOsTevqrh2ALeAwC/Cs74c0RgROC3GoEBgH+rPTPaNSIwIjAiMCIwIjAiMCIwIjAiMCIwIjAiMCLw7UZg5z/+awVvFFYeBszcAICizmsemntsws6BeNmoboCi7V1n43sJfHRj+fxcClqQqBR/qlaBe8Cp/dhEq4R0s1pVHfcDyAnjSq9Wm+KtjGU2qEWpgt9SqqLO5UShrUpYmWQJxRrwLLaburiaR1t3UQVarFqz/y0QFt0ABdjQ9y3VxHl1iBQApgUrsCzPIHicAie0fbb2pmrVUpDGxha4opWqUFjr2tT+tEWBIml87i/4yN+qmFXfyV9sp5a7AMjUAd69R71Z1tsCu8Sp0S33t1UeboDS2TwCYr19e1L1LLnsAgB1dXUV+KltszA2VqQByYJK4W4BN9WjgrNYdLb+1P5U6KNNbalVS1En2BYEGsJS6wFL6A9VuNoMaz0tgBK0Cyvcqzc+WhGrsn6CbAps5vSZAKgDTwH2Y1SJXSEnrLVma0ER2/n4UM8g6JgeqphTIXpY1q+0W1B6TT1YVbyin82m4nd2XmpWbyZUvQRW72wKCD9t7ibHgLg5lruCNO1zry+JP21RHamK9g9/0i66IFmAOWe+/7HU05WYUDa8529Vqy8nN9b1pS2CqyPUxzMgpmH98ftbzrEeLMpuhpmqWM/XwrzXMjYGqXeK+vjd9zdRgqoSXSwE39VBJ6eq4UtGt1ignMYG2WcRaqlm1I4Z1+bMk83OXZITtF1W7RyL64AUoWaNn1uubd+bGCE0Ng4zxlzUugGgpVK+pfbwFMCv8rhDS9sgNL+8XDxDLJ9nHyif+rld/Ser8r7PnrQ7jIebZllrAoh9K+QioQMAqmo6PWa8G7zzly7Jj5ENC4KEsWUxr1I983qbOAvrPF4lvzVdOVlgKuCtawMKmae6DfhTYMnPVCGrHAcEA+BtswJTrZ07IoxaNjBK5IZlPBD/5AS1qfcUOBMTQWMgc+Z/wSnnodeP4v605pzPUc/YAX9B2Hq1h29/uRYvA2+F1CS+8N86iToC/gKlWhmvaKv95f21OJ9qM8/Hhi5WzJWT0u5ZUK2rbH2eSVTmqKqjfC9XAPumoKb1s10Paq76bxM4rOGbutiqph3DdL790u97rxtA1kxryVdXpYY17QpTb6DWNlqX3O8KVcJl0dzXLeddrZlpPb91dHBdDpjn7dQkdhX0+lvhc2oJap/HU9bbl+v0Wrx+7tjt66Vrlm12LXf9FOi+QFB7wHlf782Ya34X2JZYuz/3fwFgvzdT2oBj8/MMgHuCU9Vnj7J3CwhvK4AzTgOeex86TLxeKZadB65fLjofQtb6Tv0YwK152seBKuT6Aux1gbuy2L/7Z9uf97Y4zF/iu9W+rX9+DQBOaxwTbRpsXz+z4sNp8fEbfe7df1JNNxRyvz7k44wRgRGBT6yJz//n6TML28fWrCQRbiW+vL78lz7/RIeM9W2M1BGBEYERgRGBEYERgRGBEYERgRGBEYERgRGBbz8CO3/9x4qyj4IZLIYBGXcAANWFpUBSqYvyC0AgSHQLXIAYa1c3uDnvwfqibGqUMo3N+aYWU8GlFa+b6KoFPS8b4ajV3CvfRwGc2pwcHyicnWAgTVP+lKIKm2OtUgUJ/Cdw0LI16mQ21FWjlV1uAV+haKxBpQGqbqMeKzB0D7i4B56WKtnnqLqV06jLhLIFrbTLfQCG7lHbVeAR69NeR1QYSvsEaZung0AGN/FnKOO0YHaz2jYLLoxbAYsCCVpUq+DdjWIS0ISV8uV7FYkCh3vsb4Fp0MubRQHoqDoJ9PF8L6rlFcf70oZV62NtSn1yFZtXKEO1nn3z9ox3tMstYBawHhWz6FsgVra9RWU0P1Y9Z5xLdWf/q2q0BumUWAbIqPeNtakAuPpayC5ci2KaWGnla9tVJhtWa7UKXIzpidAeVWxeW5tUqs6FTN5Te2JVtoLSArAo7RiHtiE1TwHAKlJjve39ufbF+xX3FnI4HqmxekatWEvB5rmI4/U9SlJqBu+oGrePsbQ+BZpaB9UEA8bN5QVjAuAXALxzP/nuj9pfN5jUAMflzxK0Ds2M1wYA7/FcQ1jI+DdOKoN3sIGWF777B7VOqRG9u7eeHM0Frd63AHa4Psf89NNN4Nl8Nuf5hYjryZ//cjL58Z11ne3jQ35UXUt3gMo/Xqdm9O4uFtLA6gME7FoY32B3bMKAz3eoWvjE+xTU0o7XesqOn50dAV3Va1XxqqWxY1OrcgFoumdi7d1dxreg3wQAr9tgJQcL9tfMa2vdWiN2Td+nVrSQsANgR1JTl3v9GqUFyqJAZv4L++1XEyfsYz8zmeJh7VjtsRa2omrlcxMgClIX2HoNiVKnFRAmMC4rY1XllWShslw1d9YN+qhseqsmtmPavnUuHRNWle9pMTFwTFat3oqBiQtGSJX1PmtZlMGxWaauL2tLlKUmLOh1LKzleWKTHdcAx409WTHY2yNRo8Nuf39kX/eHH34mxiqdsZUGrprE4Rq8z7rkGDYxQiv0Dc9wQR1r59+xaxC/BWrOaedqJdiUUtdkmrJ/LnvrKIG5xgwPe+2oY+1vUgfxdp4534TP6d/WYBXHJouoiN8GjGXzbN/qDsH6yX2Ns98dxkOngERAhWysr2tcLbHq1jlAa+8kBLW4rLRmZm3oANjbO+6MscC4w/uscK/20pesHfa/4yXJCYyHboncyi8nJl7TdTrGA/SlfdwV5+WuUN8XvQ6035NRZHPunuuS56W8gclGFY9KbjDBqcaN9+jvOQbrVeD12Za8vVvfV3VO2hM1cH3X9o36Sgxq3wXM3bp2fS/lmGanX+P4ZWClnnCbo86nqML9r523DYBbcz4KgHvcXgPgD+ygk7TRvu9bYk+d1xJrttaKRGMA4B7y8XtEYETgG47A/1oB/CXA+6XPPxHTAYC/4cE2Hm1EYERgRGBEYERgRGBEYERgRGBEYERgRGBEoEVg52/fQ0cDuFBNqu5EkboA7MVCFZZxigrQTWfrTbrpr+osUMUNXjd3VdZCm55QYT4J33xfpSuXjR00Vy+FYNU6fELdmTqtADeh8B4b01Gosole2tzySvX63ne9XsaCWtWZFq6pGUvbHoGAgq0NG+BubB8K4bS+DagQJBX02LFdHCs0yEa56jNOCKgAqEx5yPNzIEUTqXrM9fVtYFlqGvMjAE7tRGv38kBCkvVKYoxCmOve3y8DqIQgwmaBiSo9wZK1NBcUhH0AZhyfzCcH3O/JTXog0wOQ7V5Qap1b2r4UggF0NiiCBQQ7NPYEW2FhzuIK9SaNFIqpzNSa29eKmq9XF+6gTwOaBEbGTevS2DbzkRavgenUDPalYrWgnXWMK85aFwuRS/kGaPKYgHp36AvaCbqs/2vfCIbu7palGHxUxbkzeUMNVxW4goslVrzWkJ3T/sOjqk0q5BM8qF5d3FjTFnvx+RyApUJUKFb1jW8X1iXGTpqapkI5raKFXkKpPDOQ+vpSi9iWpHAAxAImHsZeWTInBEd5ek1b21gQbp6/sX5s0aLAJ9TWlz97nbIKPjrWilmFaUEl27sCUKWWZVPinp1hv5yataInxr6wJ9a1vhwfO5Mf/ntJ3zJmAMBT2nZ2Nq85wz0Fts9YhuuoFJxKJrm+4EzlZ2yOVf+ikg98yngn8eCWPlxY69S5RO3U/fvJm7NZYqU6WLvdQ8agY1WgnLGptXdgEDWMAYmOH59PW+g1EFgFsPAcrljzjWe+uih7bcezqsiCXs5PARnzQdtkQLLXEPB6nkkJycsgVqpiHX++DgSTJDFEMepnANN7ricMmx27npgwYDu9Dn3s+FfeD0w/wWZ3xrmr9V3U+GVF3SAw0bd/SqXYVIzEynnoGF5pLQzts12B+o7lptK/ucG1gLXpgQQCFfeO+9nc340kOq+Zc7eMb8fPFBl36pqb2CGkVMkKg7xmTpY1usksVZ/ZueE17WcTYEwOmAOXVSQbQ8HyHWruXQJe6upeQ7bi1V+qO+NSIGt2PhM855MKahNITrDL3mV8eIDJIfs8z75W2by1YDwEbtKog1g4J1/mGRaGE/qjLJe1x4Qan8PkFyFoQKZrLVkNzgf7qCCjMbnN8aXgrx/V7LscNCX2gtc1yS6OO8fFSfzxvXdLHuG+jukj1nGPdV10/rjGxoq8BSC1eYX6bc6r9nV993ukVLfVpv0k8zTYmZPLrrusqcv+uyyg+Q4Q1pp4wnHRDjfYmnVO1bRK+mYzXm3udsz1PZBkpTZ5jUW+z1w/TWzqHwjZrX8c1XmrTy/0FkZ7fJsvaWk7p2/C255Y3Lf+Sb/V0M7L563Enho3VQt4e9T0P6oNdY+mgrf9fqfqJmF724kdLvt9F/D8qk39uP5M/d71+8O2dWV5knjah/nfCB/cq5KtXr+2kwl++elH3vmS9XM/ZSiAvyqc46ARgRGB//sIfHKdew1wv1Qj+Euff+WjDAD8lYEah40IjAiMCIwIjAiMCIwIjAiMCIwIjAiMCIwI/I4jsPPvf19uSqnEhnw2wAtWPLJxG+Ul4O1mQd1XwEwBYKFcqkOWqo8NdWFJrFrZwN5oURmHUjfq3YCvTX3hgOo1wa0qp+m+CldgKbvBAtUlcNLauHtTZJyRKvG+dq0QpbJ99T1hW9XeFYbcoxgsK90nIJYAqsEOFbQ8iID39vYm7Y5FKffvG9zCibtbAA/Pef5mHgikRatts3Zmtzb1nm5oCwmqdqafcQwWw1Ez8ozLlTDTvyt+B0A2rW21UY5qkTdTp1FgoaLS59YilkDZfPfcbwCiD9bypJ0C4MfUwASgYjd7AIW9uQA2cQnB4FFqvBpz6x5T6/YK0Lk54FkXeU+V6hHqQcGm6jSthe2F6ysUnlEClyK4bGqrtqbPKyBTkXmPPNJnFiZO09cAvAeUoUJdrYN57+z0MG0Xgt5cF2w7Owfi7gGQop6z3jL1ZLXMpc0CfEGVYE71qKpoIVNsXlO3mDbSBuOvCtm6oIezDQBPtWDZdRegIFYAeq+1R7sFcoJHlagqMx3DT7R1vbSGb6+VWdDDMWKflEq0Zu1P71C1EiOfxLgJOFVu297YXfPjq8O2t98dB3BaD3WH+eF473bp1UjA4HsBoOPE2sbCKWt/FoixdnaxkZICq8BV3azdr1bYxuD0FGDcrLqrlcZfNfyaZ5pVAsFkxbhVzbuffrllDCSODSCVejW5HZmrsfFuavau3lxzvSeAn/V3z96gHAbKXl4+TG5vBIENWplvEd9ylZuMBNp7rFX1dSlBO5R6A+T2OkL1uzueI9DHJII9aicLpX3LMfEY5bjz4gjAqXpZxXoxolbPlBioPp7NhVwFpgPCrZ2d8SI8FByrYrYub7X17OykwT8+4z6OMRMKIvaPkrLUnv7h3yY1aAMufD8meUIAnHYAv5MgQD/bZuFzoTVVt6UstRayySxew74UoqvA9TgTFEw+CDjm+GOeY4JC27GrXfOK9aXXtO1jxn7IHaoBsfcVvkZt3Ma9z2587Zsjxr2K8oKcZQfvnrBj+Vqrb94TIHtcXbdGUn/1WLgWlVV82Wd77wBCkzNIvHH+G7OKl/MS2C1kJ0ZdFdwzGlzvtZSvpBjniOeX5XdPCOgbzpnnJCnMWAvs62eY2NrJ6bnGDuA3ilruGRBt0gXgeMX8dn1jBc2cyVjnZTycv8avX7OSWhgPtkMQn3hVEozrcWor5+Qaa7YtwL7D0AZPPcRruXaYBGLPawHf3RoS5wa6BcBa+tc52thXPyZZqlHdHov0H/fMMa9e/Rkq/gW/fX0MFuf+WVdqTf3QwrnBaNr9OQD8epx8DAA7/vt86s3tyvKE0QSVZr/e7a9Luf9xBXDa/frGv4jEqzcGAP5ShMbnIwIjAr+xCHz1OvclwPulz7/yuQcA/spAjcNGBEYERgRGBEYERgRGBEYERgRGBEYERgRGBH7HEdj5z78t2edmg11FGpv1wls3yVV7uokuFEpNV6yKVbRNUO4KZQQygRiCEoCHVr6x6xQopOCj1rdaNwuTtWBWUQa8Yn/aWrHHwBaVc3Wo1tDATPe/uaZoMqoq9/StIdykYQUt3HCnjShwVfBp17p/gJUukMU9Z89RRWktU9Wwbonbjq5aEwQIrAVkWqpOud8pKkotfAXS2aXnlyBRABFI7XP4mYBYFTC44OEeoAmEUPGoLaovFXMqw9YqFnm+47kqv1LlTvl9C0jXclq7Vl8Fkh8nV5eoNVVRCkqBrksUko88gzVrBe7C4wcYs/axglcheGBUsxg1Hrb8x3eqPjkwIFsAwv0JSmqcAucuLgBmABNVkapMe11mYbpQU8italW7Ws8/ROV5oDQO2INYtAAyAfYz4avg7AAAmTjQiNNzVa/AfFSO1pANjuDiKlwDVoChQvmqa4nNropi1YNcS+ti7X4vLm44RmvTR8CxUK7Ur6qAg5uFOQCmJUrEufVulV4KbkgssO+Np+Du8UF4rfUu43BagPAYNbJDyVcBFZMIhGqCVZ9NT1fVfjxfVI6MQyFUahBrWWx9Y+sVP2LZPY86WQTf7WW9rvdZXO0GdGq17D0Czpoi9h4ArAK+rGU3k+/enKZNxsJ+E1AHkAueY5Fd41Grce3RH1ScCiy5tgraFbWItc+eoML2uY2ravIO4aLC517+HaW3luctCLb7yfmgBS9Q9+3bWRSkV1c8I2D1yLrLAHyhYhSowi3tdHnGe10CMojrmeWUKk5LDVmQ6Qn14S73UIGO03Wec62anfXEhJI9FOj27Tb7MVb2+RnQmByG1IwN+I8KW7CVKGc83mDxHTWh6mw+ODsXnJd1vBbggkIVzyYgdPtbjw+La6xNkKwDgaA+9uhtbDQO2/pPu2gTHwT5Ne+ur8o+XAB8wLknZ4yt1IStut7adWc8kQQwR63reuBYuPj5NgC7akpXI57tcrPmGbeqiSvcPyIW2y/btWJsrLH2ngFomaKZ+8Z/ZW1s4K9ryQEe4TMU8e2RnvvqeewT9yRDJKaqfxlbDMGsAQ6nJN681HeuPir46FrYlZ0d9DlujGOvm7u7W1bVUdI7fuiTOrfF2DHC9UyA0ArcOWanJNkg472arD9F56KlHPW7xus5kcW4BTy7NbL96Lqlst7jsz6TYBCrZoGu99D9gH/a31PVqhzn1TI2fHZu6vdDgGWDvx+A2DZgY6nt0OPvfmwltFTSUAB9G0/euuqbvyh4eyy3rZ9rPLz0uLeqr8Fu313jxZft325X9W0lNDjv8/ezorcWPvv1NQAu9W/B2e1X7u14fFUnePu4Kp3QlcMv4+PXAuAP77z9/K8yF/pHAwB/KmTj/RGBEYHfaAQGAP6Ndsxo1ojAiMCIwIjAiMCIwIjAiMCIwIjAiMCIwIjANxyBZwCsmmuKrS/av8nVNfVJVehRv/EQqHN7o1KwYKZAQwtZN/Jjkax6DAAsTO0A2Dq3KquEjqp4VWotVeQpcOSc2Wx3MmfTn+3wyF8jZnWfV6AJyZABpF6oFrnNFDTqxljfuhEO0EL9KwTYAMROTtkM183Y/X2aeE37VygqVYJpMeyGtSpWf7uxf4V6r2xoZ5NDYOyMWqvZyBYkBCSqtAIiagFKG1ODU1UsDzs/AWILCLj3LVauAiQ/9+IzII888k4gji20IGsKRPGlFbSvDQBANXJZk24m73+6BRgCJACyZ3+gjiRtXCwA27TzaH6fa/iMTzxvrFO51QpbbKGd1zienQByVKKhZv1B29Rr4oj1Kr6zsSEVggMEFgvbL9RFWUn8A0ADMpRYAv2wkU4d3gP7HlBIXI4AkQcWyaRR8HRqFgsbyxo7VqQ768khMPmQBjg0TihB7BX9SCBkHLUIFhDfXC+osXsceJz+02IX619j+PbtEfC4akNfXa5Qgwuk1rG0VsFZCnSVh8cB/vbJEc8gYM0ABLSZDHCJdfGjdsVY+Krxk7MH/u4XuLauroDExxbwqgDs8FFwfH29CqyOYjYydp4DcHX+BjtkXcJ56wYIfnF5zbOcZHyvoIACo/5SNXlDf66X1n4F7K5vA4BPTrDC5Zrv3l1U36cucQFgx0zYVOJeamShzAX1h41RASJ9jIk7fflE3HUHPp7zPP5nXW2UtJSDDiw7QkTvuFwQ2yQHNJqp7bLvP6v6OMd5eggIVElrIhUlhAIAAAIGSURBVMUhMfXfAiTV+TmV3zBJFMiqS7mmKRqOA63OtQo3IcQxApUtC9te/5P5+VDQXRH39NBaqVVfV+CogjaAKnVLC8CaiLHZMK7oXwG3kC/zJiEuVaY26VpVx5pau10SFpyvzk3XJhNWlqhsHReuVz63sfLejrEkkmzBroL0zXigve/6o7V21oB8TtsBerGUNkmG8XbBfLAfT09V+xvzVWy8H4nrEwkIk43qdR0BUPRSszfX4bNL1Pye9xoAV1JAqfEF9kcAXC3UX54/QyOT7Jr61XtA1lPWviRAME4XKK+18Z9qma5NN+OArsyczNooW+X3JeNXBekxg2hf1XNqHnvPFwDs2usaoItxqbdtRUFR+8s5HjjYfms1rLq9z4UZN8/8owvuUP2blJNn2wLAXtGEGuunu4S6Hj2aHxJXggZCG//u81TXAJNInrSM97jmhJAxTbuOdQJIgkyBSceZNvWpeZsEJQEw61LWAL7jtHL37fbdod2+yvbeF9Xmsm/u/RDni1iaC3O1bS51q4k+OcrvL46xBIDPUfV8TTaxRnXZQ3dgHOcFz9tKSuj3yRrNuOsW09vjJbFrFta9X+u8zwPgSjB4sYhOu38lAI4ivAH6AYD7yj9+jwiMCIwIfD4CAwCPETIiMCIwIjAiMCIwIjAiMCIwIjAiMCIwIjAiMCLw/x2B/wGN3JKRMI7kAgAAAABJRU5ErkJggg==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81349" y="2232796"/>
            <a:ext cx="66934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dirty="0">
                <a:solidFill>
                  <a:srgbClr val="0B0A25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Технологический стек: Java 21, Go 1.22.2, PostgreSQL, Docker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1381349" y="4435361"/>
            <a:ext cx="6693408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dirty="0">
                <a:solidFill>
                  <a:srgbClr val="31313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Микросервисы на Java 21 и Go 1.22.2 обеспечивают высокую производительность и безопасность, PostgreSQL хранит задания и результаты, Docker упрощает изоляцию окружений и CI/CD, ускоряя масштабирование.</a:t>
            </a:r>
            <a:endParaRPr lang="en-US" sz="3000" dirty="0"/>
          </a:p>
        </p:txBody>
      </p:sp>
      <p:pic>
        <p:nvPicPr>
          <p:cNvPr id="6" name="Image 2" descr="data:image/png;base64,iVBORw0KGgoAAAANSUhEUgAAA1kAAAQ1CAYAAABHkAWcAAAgAElEQVR4Xuy9CZslO24dmFn1utUttxarZdnWbkmWZ7yOZ+abmW/m//8eW63u18urZQLLIQEQDJIRcTOzquK+zq7MGwwuIADiACD5/PO/+LvPTyc+9PKnp7Uqnrfiz67Nz0+fP/s63m1/0jeffcGnT+Hv8h4XlIf4jurgv8139Ex+tl5/+rj9fHr6tP1QIapCXtH+UJ+2cs/Pz9uPJ9Lz8ztqSH7M5/PzVpf7SL+oDvz77t27J/xIc/rsHdqROqVdjOv56d3WJn/H5fBMurD1kscl5emz9Y/+f/s7o2Po5PZ+9ql12Ke1jfSl8iWXi4Tbf+WJeMOTj+oYvDSqc7EPOSlOdoLmc01MHB1j65Wf3gdy+ZLMp4X/iNXqTBMfZZ/Z+S3vGtnrT4XwEmTzk/Yjyj3e732/wgl744jPemVZzhIGFN7W3nyWsS3TTV8/+t4KLV6qbI+nVtq/gh5x3Vhpn8pumjad95l6Pm1rBn0+6dpQePnTQAHIQuWaiOMAbdy/yof4jtYJ+xnxepS1jP5XyOMM7e4y8xQYyUnzPNgmDV8Q3+siJetG1WmiB9UmsbpO9aCt6/3756f33717ev/+/dMf/OxnT3/393/z9I//+A9Pf/NXf/X0h3/4B08//5d//PTTn/6UZYw+3333fiv7HdsqZLPRtyJ/8i8ZMNW6a+lj7ZvNcuM1hmSP/sPL73kZ/Pz04dOHpw8fPzx9/PBxK6N1besg/fpxE1uyBT983J5thiaJ4g8//PD0/W9/8/Rh+/e3v/3d0z//8y+ffvGLX27//urpn3/xq6d/+qdfPP2P//E/nn75y18+/eY3v9nK/Pbpd7/73dPHrY7PWwOftp+Pmz74uNVL39Hv2ivu4/PWDrXJvdUOWVnj74ISiLL4+fPWFtuz1Y7m8RMdqO7tebFpO+wV9QooTnzgbdBqd6Iqei5jsnqHJm3d4IHNTnXT26vYIhvew3UXw4D+WJ+/RZBFE8HAikAWMacSiJdGkmkGT/Qrga9IPPrbGKdUj/nMgCwAJMu8pFIIeEnD0uY7NoINyNqe0zukjFgJMoYRZUAgi7t/g6xGzkaLUUfv+K87gGTqXS10QOeUOb1B1gqlpezLgCxSGFH21vp6CX+uNfmw0jfIInDVAVm6rnSJf4Osh/Hl11jxSG+8BZD14x999/RHf/wHT//23/zrp7/9m7/e/v03T//6z/7s6Y//+A+ffvqTnz69J4cz2TQbCnr/TGCL/t1+FGRh3WMrqGPHVue4zDIBDIAMsqeeN8tdzCICUASyNrCzISoCPOJfJ1Ne7CgCQ7/7sJX54cPTb3/34en773/99Itf/vPTr35ZAdU//dM/P/3617/Zfn779P2vfr2V+X4DY79TQAODWwEWtVPaojYF/ImGYMON/Pjq+A8OFuiLAyALwQTSRZ82O/cGWQ/UAN8iyAL/AlczwymNAaj4X2K+4vEQ5CzlyAsAkEXiIKIOxi3TVRbNKhzcktEGnxuXqo9CVY9B9RA8D0AWQBoiW5/ZkxDrvSNZmKfRYjQlfl8LyCKtDs/3Fx7JmpnXUZnWg+e5QTy4ScSvfMXukSkW6hUa9fFU5S/88g2yWpBVpiBEshrv5w2yXphbv+zmRnrj9UAWRbE28LRFtCSZ5fPT7//0Jwyu/uLP/+3TX/31Xz79m+33P/mTnz/95Cc/YWfyd+/eP/3oux9tP989/YjepRc3ebCaNQVZUsx9CDIVkMWGnJT4tEV0OJK1RbHIuf5xk8cftt8/fPhhA14bAKNo1Qauvv+1AKdfbNEqilr94he/2CJX/7z9u4GtX/2Sgdenj2IjMoDiyBc562E7SgSJolhUjoAbx6q2Agyy6GfrE6sDBVgYRK4T/PozimSJ411ogEgWjdd+etHryjPi3L8jWRM64psBWRyC8szoQo8KtCxzPTPjSdTKBJcLoJJIFkCWeCYcSEsXxcjM7SQhOGajTszSHMkSQRXlhPRBSflCBAvpghT5IhNPhr39vimrd5uykk8AWRo87ynmO11wIExvDGRJbzWiabqONA981aYLqiuB+KsDHkaLd0OpYbpgm+yhy06X6DMh/lE/R8+Zghr5jSlWlX5MqJ3PDbIscW6Q9XogSzWCZDio083NjfJ6lIs7XXCg+9/o45F+ey2QRXYJR6QIZHFyzuctYvW8Ra5+7+lnP/sXTz//0z99+vM///Onv/yLv3j64z/6o6ef/YufPf3eT3789JPf+z3++fGPfrTZOvIeLCLNFejq4uoghzN8W2GQmke2H6XtbU71Dx83QLWBqt9tUarf/Oa3nOJHP99vP7/65fdPv/zVrzj175cbmCKQ9f33FLH6NacKUuogRYUIWAkoUjBDYIrDUfQd0vQAtEQfMJ6icvqcQBYXp7RE43y5GmQRuOKsLWrZZGXdIOtCoX40yFI+CT2GVZLHd+OeLJlwU1Y9GPxtMHCQ0md9HPK6iSbp7xZkMfubiBb9/c7GriR0Jd8o0bhprYvfJY+EeiIAzgSE1U/NuM0nkQNommIo6YDUhtk3o54fFuGyKNbnsnhSKiGBKpMvS7mz+re8pznV6AbSCDtg4QZZA6E7ALKOpgeOxJ8hC89nBrI8oAHIKnVGoYiN9cDXbqdGkZx1kDUyIEY0svKTlbURrBRs6ktczuqgTmR6pj+9MleM9Uz7V777pYKsKKvdCOYksSQlSB14WJs6e7KKwbMQyapqXZlTnXKR7/fAVlOHGRt4svWa52v6JFnuYhdSYKQ3eiArew/fvWdBqAovlqU0PuYxrIf6r2x1kA85rDj9b/uB2fG87QfjSNWP3z/9eANSv//7v//0pz//+dOf/as/e/r5n/zJ07/42U+3/Vp/+PSHP/uDLer1062stFR+KIWQwdv2vdljjRwlWJCw0z4woCJAJD8/MLD63dNvtjQ/BlVbpIrS/v7n//yfvM/qNz/89um3v9meb89+twEqepd/fpB0O66Hcwuxp59+FQDDey/VZqTMJWxBITBmt6LIPjHs1ZRIWBKGazjEmLaaeeWL2D1XMn6RUezJEpvVBBSMTSs1wZlv5l3n1QYCOLJI82zob22Rz24vKNnT67ria9mTZU2G03uyeDIbTy9EIzfdM9pHZT4++MIbbgSA8EFdY3tSM2PBdDoO8jjg81wEqAKsuiiSZAWQpV6Lvi6ViFjlU3jCDRE3AiGSpWrLHXQhiozymEXhkCGNdEEWGX65HojANXM5QmeqJI2g0OMbZPVnTFeOQYH28QEds9SGGFAuoaI5Z+SZ+cDw1iYUe6qvKs2VrqyDLPHk9XsyMiBmerdXxyiCVeQ/BVle4Z3t69n3Z2jxUmVukFUpLdFaWiKUzx8JsgrDWuecMZpMZCvy297fN8h6KclZb2ekN1ZBFrtmgy0X68CBFMX5pPpR7BDYFrrPih3BsrdcfhDhooO/tvTAH3/HgOpnf/Czpz/awNUfbwdi/NEGtP5gOxzjpxsQ+70f/+jpu21P13fboRiURvjdZu/ggIxqoAlOIUmjwyxob9QPuueK9lX9miJVv6X0v+1ni1IRoKIo1W/o721PFe2r+u12sIVkKcHBLql/4hCXVED6F2BHto3QwRmUDliBFEATtpUQKMPvAnEkRRBO/GzG6SCM+HERKKrHoS4BexJB072gOMiN+ldAoSC6CMLcOmcaxvyW+S+Hs8GxXwtzaidnVN0HXxg1XFl05eCL+RObzoOsnsqpPNgHWXh3BLJk+2FNAWSP9vY/EQwC4j46Bga1+a3iRaiBNGs4ZilPMWrH7QTAYxlfnsmPVWRUBicUyiEY5vS2sI+kADbWeKiHaoAHg5RUz1Am5Shluxv8GU20BrMAgJEB3ptp+X60kOy/vV5Hj8eP9OPRIIvmpHeSGDYD834hi987vGbpKEpz5eNl0b6ZrBm7FVs6H6G5H0eH93R4mZe/6RypBEuPYWrkCt3W+XO99pd9Yx5k5Toji872RjC/Ho1pcCaS1eNxtw8CUaqgJnm9wHe67tjeRkfECCCxzuw40qArRnW4SEFj0O17p+MhBBjLaC0ez9BdIlJgpB8fArJCyqk1xi3IgrOOvpPUwc0hrIBLtjXQd0/8/fv3P9pSBH+8Rbh+xMDqJ1ta4U+3vVq0X4tTCH+6/fz49zgSRicRlgPClCC0J532PlG0ik73++327w90cMX2+/e/+n4DU99zuh+DMD7UglIGaS/Wtp9q++E9WhBCikTZCDQAlYIpjlrRKY0KXhDFoq5w5EhTCOk5IllyyihOPKTTBHecixeALLYxGcxp6qL+K7augDKU6UnVOsiihKxVu2Es0zPbBka1XFHHbhtKay6jtrBdT5YiWfOL2hsBWQPqVw+AMD2URC99Q47ItLmt4o1HefqX6rB/94EWiyWXjfto8E5VWhKVqn8LMzPIAsASJOVG7KISaiySQvJeJ/lbvBC5kPi0xgT4NMfWSzdukDUS/7PP+yAr6urIY3stp1ywC7w8mAHf8dKyqHcjj+/2cwAGmc/3N1TVtJdOQ42hcoOsXaadB1l57PxLA1l7PB43m9czow0J7QJN8jIANSOAVGqOzgHW7uJEhEz0ZC0z3mcNla5TZRvnOXfbWV359b1/NchiC2AQyRKd2toAkkZmbBT5g20LTvNjcCQOALE/tv1W/PsWGdGMHLLR6bCM91uU6zsCZts7dCAGRbA4kqU/cAKK1SbwiKNZtO+KjmffIjkUzaK9VwSuCESx7BEY06PUdZuSnC7INp1xlCtIkS8ZHm0g7oOAKAIs6pwHkOFe8PfUDFFHwY0efgHHuvSzBVlWtt7pdSCWW1cjWcX+1DME/FUSNZq1J9MAWaUf2q8mXXCjKeYDsj/iyxVJnNU7e3VeUcdun4sOJx5TLGFw9POf/uXfp7C6+dIJn5fEdhB4HmvpIPjta3sePguxWmc9z1gKCMICNZpMOfhCBZVlUPpdclpFikoZHHxRQJC+W5wgpS4V/+JBQBv1e6kU7W/pfurt8H1GCF76JcqJf9N0Qg3ec7qgPK/eSv5CypF3BcYm3oeCK15PBVkJUJM+Ia2RJ0f743vb3unSRrJ6ppW00M7qFQK7V8csCGiMmw4re4pc/1fsR2FPFbnCw6VpyCJ4SGcz3KVje9rjRZTZA0JETwtsQKb2QI599GXH2dBeeRnex978DkFW1oXAEG3di6gxY4EQ+YXxez23PLrGjRaRXl1vJkyhUZ9iCmwtPyurXZKPmjbP93hnLTpbFYXzHqtRxk2WImLU4bPvoIMc7/BjkEVV47KOKOCi72KEawVk9dfnQOxtXDfIWmDAiaKjtbHVm7L6Fo5BVErboj/JkqhzWlMAq/ngQVZZCxQ8cf0l2sWnXjBooj1aBVQx/qKj1WXF5ytH6TeKcKnRzrzCuK3aMPw+1QXaqC3jByUmGx02wSf5aZofTnnGqX8FJxkb7bMKNiJAYuYAMEl6oHeykwW30ZTATImFiZOdAVlJQVSaArypyLODXYld1rLEKTgHstRBY2xg9EPAYd0aEyNZNihQdAQcMtEeLPduqv4BmOaJx81nYLJcN2V6nO2GxKa6AiBdUUcUx9pXRS7KK5nY9kHWri3h1eX8IHITm5ffAJAI0fP3F9g0PX31HO64cuV4vdPNgto/CI4tVyjB5Umoa3TLM2/Y/4WNiMrVTpCUFq3XstJdABcMEgPCjHAw6OJcP9ZqVb1i8WWtinflZopeqkkFWQatBwEcgawZMysCrdFC0ptb+32vjhXeeisgy6byWbnBWFoQRoawLGAzNOFlpaMw9vgRyhlg389LaziP5nUPZJFRaCPIPYOY61jVH8GTOOrnDP81ZQaXgh6q87VeivTqgqw994rjzCayj6cr8tpfFOcI1eOpM2tSTB9s1k0RaL8MLUa2RH59HY6Hi+63xrAISS+dsEexJVrcIGuO8RZKjXRTBrKsOmyfy2XEdl7hHCvri7rQRD7qp4lkFQAndgof1EXvmO0KFOEiuwT7c1ldM9CTPec2MtauXQrQLFDUDklUydphEsgS57m+RxVq2p4cRCb3ZEnkSp0dCpYqWKELhs0eLKqCO+azmSCDYi8q6FK64tA3wnPUH9qDZeV15ODIbOUaufI6tvZbLzsu4zG2KA1V9cWoHzSuaB/GI96ZugVk54tvdFJZvR6B1jy26AvOFXXk60m1aPfaWAJZVXUHn9R0BGkeZD3r4n1mYR3qqwCyMpbAniu7eGG4xZHCzCsLpHgrVVGxJ0U3I3IBu0lS/oYVaKMH8LoEDNMYHwBaqANRLhm3eoU2zw+Vy9IEeUwiFaTWCmiTe46jYYxIVgayhDOoDfuJJ9vxhX+DSYlzEJX5cE6TAisgq9e/uE/p8fut8pHOgiyMAwtHUY5maezSpSPPLciKkLg6RbxhV8vBg+6X6HasZa9ZYAjhS/lyz/tnF4QlnrlB1hK55GTU+umnC2a6H0aPq6HMr6lV9UvbtUxeMz2+Kq8rIKunM2I/mrtqsDfD6s1q6XmDT4e+C6AmyzgjiA1bONokwjUy3jELSyCLlhlDqFXfxxpTfhulR/P0aJDFOlZJXWyRwE+YCcdjdPqg7stihxk5nbYfKUN2i9YLh4BtiEu0607xIStoKKc8b3+z5kFaIECW4cUiUzaqpPacPTiCbUGzNgp0kY8AOw9YYiSLh0HmE3XnBUBW6RenQ+opiNR2sXvVblWQKLarjKfHW9ZxWearnCwp3AAbpbdF4esGWe1qMA2yvEI1Cyvb3CPTGaI2D7JeIrnAnkgI5vDGnzBn+6lLhA0f86mBwtkieMbrIeHa6PHwoAvCLifCzX8ygQDAgQdJ8wuLR0kEyQKjemoMHwVfQJacDKSwSyVQxlfbVc+IjZaV54ZWTIG1pBG+G2yeFGnJWZDVMxoUgrq6V422k0Mor8+CLCiyylNqSG0LCSh6FmR5HqC5xepYeSNuhgVopgM5spmNBt8e3Ub7f0ZGiIhq0F03yFpj1cMgC3o1M5iixIvOiA63vdhY1DKr8joLsvaARntVSb/Hoq/hpFO+VEPPTsiMV3YExBpP80GglY29RDwmTIL7MIw1UYulR/rtGpAljlGeTgU9Tkcrj1aHr+p+FWGblor+E68DZEldtC+dgFZNRYQxL++3FkD8xo7VRmYq8IFseX2DaA+vitiiQj3SjCTWO+wMQapg3dgCmpT2NPeJA2HqcJfTBKswvBbIgm6JQLB8b+6AHXFlmRudl3o3q7yJ0wYBwmJ9eyDLlU3036hv2fMZnblaL1JJgUprkOQRIItkrzktBSIQGyzi2owJm/PkQbvwtkTITO8Jze5XLCcA5FXxtVZQ5KNEClBYgOoxnURoApwIN0PQCHTJnSm6wbKALa5AnQfUd219ehgo2KicEvUqCpHdQ3JZcfU0SPheIVNRcjWyJcCLc6EZHKmhHvWeWjASyap9yYSsf4phzuYvCbKoB9l+i28JZFlvVv+eC/BBIoPq1QLfEciypWC8Zt5IlvzgVe8qP2MY9sqMjBBeQG+Qtbq++PKHQRbWgtbp0s7b1w6yED0KTjgYGWY9mDEYRiDLyln5PchTBJmZLN0g65zozL+dGQTjiOMIZEU+YBcoTBCjtK3V5sAP6Wvumhz4BUDEr1rnqIKzMl7lNQZb2+9kAfEeLbUfOFMQaYWpi5XGvk89qqvYYYJ6xM4Jnppio1GXP6me0XRBn10kIAsnBcaqsIx8gi2koEXuzRKb0AE5Gree524vI45zhghZGW2xF+UbZE6la5k+l3GonWrWvAIOS1/79nl01vIUq/Pd3pHGtlKJbAk945gyGyvNWPviQJbIAoAX5ux8JIuI2ugAGNvRc9f35LWLxyDiEU/56pxwtyeKHthxwlwj0nsLlo1i1cMyJPoFobNCbAGZtN2hBy5TCJ1nxYEoWYiwtfclhTSe4nXQEwlVSChqxQrRKC0Wis14gqIrqYR6HLiAtHrXF4Mr0az6ox3n76M2XItkzRjKe3OcCTnKr6SiNgvWBBCOF+uttNcb09FIFurbZj+NIJX2iudt+6Xj/i+AOwM6AWRFr3mlo/BKb36tkTeKWPVoNcM7N8jakR7o2D3dehhk9dv92kFWz8NbIllFQbFFxH/ZC0ZH+m4ExKJMIkJR6jVyvQe2MpA16pt9fkeyJqjVlT04PuflaDvXbpgV8hwnhdYD4j8s4wEw1RUfNkTV6QBbxTIwDjTutdZJAEvWabENcJpxw6duqNWuyADXrO6v9tRWudzGI/JWnG8qf3YLiHHM2TUd+8D4ffqPUxTld6mUltTqyIdtaOU1yq7gDG9sNH/HbS9qdyGTqo6xTWnEFhdrp8r463kEhSY6ZW5e1AlfKaenDTLIngdZbmrNHyNd1nvPfn9FHbGdPJKV9+YGWYYu6yBLvBsQIBEFurSuCkVkXsnTRZpgBVmOEUzo1n5/BmTZ6eeFk4SDhBHHp5YN60ZZWiFhoZG7LugDXMV90j/iHiykKHrWu0HWjGLolXkLIEs38glAshiaeGQaZOUKGOO2e7JmFsyMXjPv3SBrhxtvkNUQJwKLPaDRSxfsgywYN87KYONMPNZYaozRlTh7RkZF4zAKVmp5noAt+27x2Q6iCl1dNuGoOqMrv4p3T4AsWacNGBmCrOo4pXdrJEhZr4AiW6e6Vm07jp9a0CXAvX4YZGV1d+tsTF6JpO3wYbYWOAc4ZStasbIRIwuwTNZWK/t82HvpnNQfDrYw6foW/OClS0GWpixiW0wEW+XsALOtpfZD7w6DzlEaWPsD67+NZAnP6XaTLWuK/w58uHI660iXzcj4FXU0HMd0KRqwzYix/N09wj0wbGWoEK3YKvtWI1lM5sbLQO6QuPeqUpzXSgAzOnHGCEKpy51646f3aCSL+6r11hN+trnUo9yhkMsxq9ysN4SxV0wOxmDJqYY2/25TCjWKVSJcGMcNsmYUQ6/MlwayWgUsigW8Ej3lGHcD4A4Q7QZZB4hmX7lBVkPAR4Es8Krod5OmboycbDZtqhGejzzfe9HjxpgIFxvby88tLWZkLdZ9R7Im5HMhitzMXQTPQ5BFermNmuzNc5vO34Kd7PoOfg/90zFmkasjfAVbZoK6frsIDluDTWbsuyyS3Owt4k0hOG9Q7C0cYlbWNQOy2CYbRalmynQiWVx/CqCS6JyWK/3Ra0b2IuhlvtyJsmYPv54tEEF1zXwaz9AVAOmKOhrZOgeyxAiKqU1cZzGYPQJrD74AEKtITzrZc13hlBM7lJF7bHvenP245hpjgGOaHEayQqg8ConQ3YZZAaKkEeiUOumS48v90AiXbN2qC23pHzsyxZsp//qxRu9o6rlh+Zf3+HALcTFo30TpyfdCiWogy3xKzrXwgQVZ5b4LRV+IlNWDEGxa2GheG3buppSNRRR0z9ssFJzoUkwknXilyba7Il0wziuzAYmCEqPwGL4LIiGz2Ou9Kl8+9DLKrqX2BpS3x00an41kKZPMgCxRLUGnxCjZ7GSbcjMLtFfAQacYma3VZrRb0zuRMWb6eWD4B16JY1MmStNGwXjmHfar7PHWDJ2ikYa1JF+TshrrG2bWZpp2vNN3Bs0ewBFrAK8JiSydKveXHbqq3+tdPfl01giXyi5p+LA25GtFW182d+2Rzb7f9mhvWUjm2I7naHFO5mr+GkoZwuwRaXdBScBOan/Vtow5UEoWp67Oa+SRxmZKdEBmm/iIiDBDkYJOW/2Z3Y9ijTiCxIWbNPR0US5+pjaqsRldqiBXovvxqbhJF7Tt43CN8l2QgWiTlr1kppIWmNXtKSyCvA9aiFjGYftdtpyozggRL35Pry+CfsmASgaKedkXw5L3//PKDntRx1BOoZ7QFVGVjeYye/44kEWt4Z6svjJ7/tO//ofGDBtrSrt87Blj8yR5BCFGrV/ZJvZ3IfINj2Ttg/FOKnNRmXrB8Qa4DLiqQiiHZkjwSwTdgywRJ9bFhcH9nFA70NVVMcgLAETYd0WtsJeJwNb2w7GpEqHSQzKsEtQ2uUy5A0MKuGgFpRXyl/uzEudEomf1pYcYpKwEVCl1+jcyCGb7dQ5oIVo44uwjz1fk2JuxLiXFXnJMdC2bYKVPAF0xtTRGtLJI1iyNj4x++p24F1QS7adfzwq+2riykxQnFj6bJtGOZzZS3T9dsOy+P0XVtZebKQx6Z622q0rXNSOrsWY1VP5jKXaWyXaYwaKl4uR5cL+eOOTqB979wc7Pqwj0KvVcYTd0Zf7A3nIQYV0NtTqf1n7+trcOxugYAErpROtoqcZ4zIyRRprrUaKjJgFuV058dX5oap+KkwVa1F7cw1/5QOWUl0VzhyPZagpgev2le7LspwFZjTy3NdHJ1XYFimspzgiIDhyrP4h3xNmPSFwNFtholuVbS7fSq204fo2XvzN2Ql176YMxEnhk3q+Q1912lXbieZaZsLJ4g6wjs5a8AwHsp0DU/VukQyB8AFoAUFR1PTYe+bx0YzfPpAFZvhM+mrgPslB/FRgx3hHWtx4KEpByoTFpXuo7c5GCO7W3+R29k6sCN9RbUNkQZEXSvgjI4uE8HmSdA1hM9DJHF7GtqeZlQBZ44wZZlfQ3yApLcPdC4+u5HjV+mSCLVwseQjGY5A/5jjUGLfh7h923NPVOEzM3ibEbDbobZM3x6CUgK3GPz7WOUi1fDNfBEcgifusAc0Q4mmiYTR3MBjABso7q0BIJBpsXgznIlJExdLEBWVRGjksU+w6ZRztOjgiyIpCzst2b2xHIkuuDzHhCJEuNSrEvVXN8+uROASljsX1IQVaZ/5o2KBdLG0e5VnKDrF1pvSNZPfKUiBHSPQpzwStpNaPZk+U8HjX8XSNddjENHs6Sboi6+yDLbszEGITZydsgm61iGJj+Fm8TjlKuQsPYCkqV0wUlCiY516HOXiqRXcejEn+JSBYphhtkqVk2s0wrsg7Kkv50+ffEJiGSVQF48GqWHFSpNBpvlqWnwZ4AACAASURBVC9neviwMnckS/mkF727I1nX8V4byYKhKkYT5/U6ubVeW2RTxHT+Nt1Iva9ZBCGm8XYMaOzVukHW3Oz3QcE8IK7AWu7n5GV0JageXuA/R+tg4JEsYtkDWdXeyCNa5XkgYZbVwF0dpcXMTUWN/Aag1UaFfYU2WwkRqGKBRSDT6cujQJZtrtUJ8rR8zwEYAVi8h4uf2gM8AkjTvf1ZhIjXbezj1DVdHPgyY+X/i5OezrwsjxoqfaWRrNEi6Q0socq8Yujx/cNDeknDj2hzP2RfwQ8E1IaTOa3XMKOKAgsDpxLK/9TjYECXhnlrXbI4Qx/y7yr9GcgSHqd574Ms6ZZekgxlpA3IYRmMtrimEq0g4EYCFtIIMx6gd9wWO62bTjT0XhCy3HtcdPz7G2Q9KJJVTkmRubFRTjuR0eiYAVlHvZfHuYRkL+o/XqFOVfkq42A9klzzMCVbe7wyWj9AKtSRrCd3JKvwU81qqPIDuYGOF3uu8qBNA2KZC5GsaZBluNo53hKnGMAfdLiuBKfk4q2+/Ai7oY51zZbieIka9KsHifASG+R9uA42IKsFO2OQJQ339F6jgthhm3NDSfPHXvMTxoGNPFU7q8+FFmRBAvsphZ3+h1y5KyJZI7mJ+oF1BA5bK+DQpAtmkTAT8bPtFT2hEb3qHK3zbXUJXESaJOVsPabp+fSfdo/qiECrzy0tcIiLMQme/9Xf/GOwEGZW2WsjWY9VWiMhWaXoRHlHUeMeke2QUgFAT8jZpdLuBDlmehyMoa/C64B3NyGghZTo+LGcJuOnVXJupeESIveZvFI5QvfAMoSdRFLUc7SBoTL9qvw0HIyUQ/mTR6JpiAZ48UOvmEEh6BvxXEF9Wq9XDsQmZmRY5KyhO/P+sr6IL2BuhqPpF+j38zjIaltrFSrKCMgirKLHuwJMxwhmsgiP7suamYMTpHvYq6/W7xHIKqcaRBB5BciCEkzWm1cAWXETSnMdxcNmf6ZiS//e+mycbmyc4B2KcqiDrpO21ANdshxYRNU3qCMP21MIrezPjPatl3mcvZLIVTiASECVUiisD6sgqzncSNfdPfrH3TVxP1Vc27MMhMorwlsOwHcab9q5iEkApqCNbLWjebYOkKORrCbyyB3yMj7qR5MuGNR1ZnfE6BbxTo2M0u+SLiiOex/JwvdIi0ynwth48fCcsv1EX+TRFnuv1kYHZEiM9txnRL9ztRORrL5tOWkDWf/hgBv2WpBVJu30aNcqeDjxRYXoT8uoZTrC4ufva9D3Qoi2CDVFqZgV6yL7aQNa9GOjZNjYyAoNubcB4DnqCc4RFleAhVQwzjvmr1UAqEo2igOoKt95kGVBVFycrWNHDPJ6LLw22ng7rjBSz9Yx8/4xkOWVzAhojCTgZUAWTVF+D5ZEqAhkSWopPlkky47lzUa2RgSfeD7DOxPVrBeZAlmkBKJ3/SqQ1enyq4GsyI/nF/j1STnzRo1qNCCLZM7c8WNb2QNZUT5TOS1OtVprI692vTgzxDfw7hV2A/bJtMMJstU75ZUNO8OvRN9VS26zrBsOD+ndsX9wtVq+iHU0PDI8PAU2Uj65sEEePfWtHOxHFZsI8tbB1UhWbFNOHzwLssSpgg/stZ7MUx8syKJywp/YzpLYrgosZmTBRbe2WhuQVbKWvFOHJcEepHWQAWb6eLBqea0BWb62gyDrVJfSlx9OiKTVl2nTg6w9yqE/EDFmMpLk8mO8DRYobbNMZ9oUoVLw9Onjx3JEPPNC9GSCOcL3Jdq2GVdsEgNkaTohjOOiTIsSJZAl4xWnmPzN/2kEg//lY+JVXauAIbochcrWJ/ys9EyiOmeM1TPvUr9m3n9ZkJUbwn0P/ZWRrBmQBQQvXJv1a+QdH6WlXK+lHlPjDO88pOURyOo2eh5k7dmDZx0Jh2gVjBvonUN1veBLlndw6qw3/uJcqQFmjbCo/zsRr0zPicOs1X83yOozgU3xq6U6Bn3vtMEAsqie5UjW9oJL0S96uN/31wBZs+vrWbHz9lH/ZE+iGYsPXbsTGp1xWNhXzoCsEtAMpwvWAyywtrbOItfuVhH2bdbv64mF1VmvB6+pPWqd+Hu0LyCr6ArYiW3/mntAvzSQlcjrDbLOSubw/QMgS4EHMTF5RsSZ1Ylo0aPtmQVZ1CUIgLxao1qpYNgFV2C5hIiNa0yUK+2PYk3Mo44gS/Z16TPs0wLAkhf4HVxEKHu1NAEBUQ3d1xXJWtriciaSehHYOmvozrz/siArX7RfC2QR3wnQRiTLOdsakCXsYD21asztpBHOzMFQXF+hwKv1+wZZdba/ZJBlvHJiJFkDkS0oz9UhohUjXHvOxx6v9hweX2PaYEmrYkfnavjIT4WNOHqNiHI9h0Yb8VgFWZ/phWB/Z/Nle/wIkDVWuf39W+N310tk6XG2FswI9nDttTBy5F8BsmJUtKnTZIwUrrKOlA7IQllE5yrfb/Yk3+vaB6KOZ0L77977fbtZ+iDpmS8vkpXoWrJi/uxv/5egJWwcJWOt/dDuOksnEZYjlRx4ZyQAc1W2XgL/Xo+eVMqTPuuPU+hlDxYvo+V18kJQK/Rds3GSMdNmcCtwKuAr8Vbatjh6tqHy2idy30DZVSAl2En/VpBlc3DFVtb3JLylOM2kECrYYrpxVEz3ejlCKt/pc62Wy+JTvc+jOWlndmTonn3Osx27NURd7Tj6Xv791Iba/yq/ozH1D7QZHW7Qp3+RhpByGvvS9g2pozJ3iI46ZT5IS5mT55cvNZ6Hl+lT2w/M80qUM+eNFVP0IZGsRVn7oiJZVtxY34f5Mt7VouMN0GrWnSStMPJGyboIBtRbB1vH1vwIXO3KvcLZkpTiP00spLELetIfDwUobBDnBI5Pt1pu2p34wvCOuC/3dXump6O2b8pcoJfdqbUXq8N4uAyqL7LSmZEZXhqVaZ6XMFkdJN9dReZXj3PYFOzzYX5Lla2s2pJspzCT1hTBFGQZW7S8s/ETVAdbGdFRqowC3Qo2tY5ffzox2YsjW2PMDKM5GNewVyLfBuTskhxkETWSPPxyPvn5gTeqZidF4RwR+m9fQ/yjtOgbLinYEk4WUVIGp99FMQrE4n1YJoRtvWR8whTSCJF+aEjDYqUX0UkTBLDsCTMkiCGCZKJW9A4iWQV0maM8kVZCmxltRKP8ThJH5c3zdubkuez/MuDOLSr0TE9BXGCckaF79jnTtAFZ67yTG6BjIzgHWXvt79VZgdosiXHcNPpRzlSIUVGtcA9k2WcWbIHH0KfRnM32/dHl3ko/M5qLhlk58eytgqw1WfvyQRa41npXzZ6ti0BWlI3IQ+yldoZ8jUq8Bt+vr/kKsFx0UEa9XlelVv/dsS6XWvo6uOewIvPNLkFvBWSN6Zg5Xa/XyrEf/Df9LwE4vfnvOSN6vW0dHMFIMLZez080ot/MxeDt2OuerAxk8fg1mlXsxY3BbD29w0qKfYitIiV7KTqAySZc09sZnUf0Oc5JVVb32uhEsgYgy/WKOLDvuZ4dwOMI0e/BNW0eZYIdkEUMbLod1SlHo4SzBZRwVWDwDGzR3irRsIK1WqPJR7jqhseSP86vb2NNQsT1kIN6hDsvA0qa4tHQnFx+pncnOJDFiJHMZt2zxS963ipeD1Z8GdiKqQVzgGC04J99ztP1oiAL/JUfQCEnP+4t1leCrKp8Ybx+1g3dVeH6A05mQZbwUt335wy6JE1iVh+9ZLkRb71UX67pxxzI6hkuogLOrycNzUJq5IimXw3IYvWH1cQYQWpAyjISvOCdAzIszXprZxbFaIBX51Cc0Zxc8Xx9zX8pkDULriwVclnrgayGfmH/iDhsXz6SNTMn1+imfQ5y/SBwpXIRTlkv63ixw7Ta6vCu7YzGdgZksT2htp+TTevU2J6fAVmsH0RJOAc/n2gIEIotJpszLtqtGcUjyMLefSnrT5P+8kBWK8cXgCyagKNAY54Zr1CwsY6RAMy1eXTsuVLlb4ONET1QTb+DoEkUSoESR7akLbJd+L6tzkfesfu3RGggTDihMANaVKVEkIynkkkje3H4wwu+gB4Y+BVkSQF3pxYX8qfQySJAHg7J2a31ILLl6zYN707nSImffc6UeFGQBSANereGaw3NZzz8aJDlgX7cKzYDslxES4GWneQv5WCMEW/N6aHzpa7pxxzIioYLen+DrLV55Dmzom2Mw6JzdbMOdLnd48t6Ka4JF4MsJ5PoLHdb+i4J5O3nGn7MI05iIPfXQt8br6uw/l5jP8ga6d2qszzwZYKs2dE5vhk4Xq6bC211AmTFrRmvArKou3GPZQOyWvYaRdxsFhNzqHHEcMaURnYL0NI9/HvzAFAKJ5oHW3UrSgVddGWPDOaMLricNwpjVrmVNnI5fv7X/+4/Bk2DGQov9I4S5Rk4CjSkt48jQl+cr2tzEClh6qrLwa0luYIvVDfTYFsQXpdTXqxidse+FwEwgAneBlIe2qNIHdnnpXU7sKUvuc2O0n9PRwiEeiMCyLJgSxbYuj/LpgkiFZAvqNuAm5QFj8kRH1JGRiCGhka1kEaBtEOK4TVreMuvIyE++5xp9YogC3PdjmM9ZbDNj5+Rf/C7EOHTk9zDcSSSFcfiwJYB+aXczpHgo3nta5DrnrxaH8LRYtcEkL5UkOWF89XmZJGtGpDllwVZK+yJCMUhV9cfGEqlaRPlyrqzsuG/S0dW2XqMgjUKE/nt6649YimI0mHGqMM8maMh9Qh75RqQxTYAGwuTvMxzUPlAc0h2SSO2iJuwpnwWzdydqQG/PWSPZtKhKAfg8266IMuasePUnrFVj+zM+Pw52tIXpAtGJ/0c71fHQnQqELiEQ15IAFuQ0qSMfChv9WRvD2yxw57tul4mztwobP/m35gtOQ2y/nNu7b/k3ShJCtrsMM+UGwnAXN0DAxOnVvWOYs2EPRjj/t6sDNyYjBCubxMCzY9lNginCw4VHgQHObcQqo/2IAwRporg21oLCIr3avE6oKrapHrBYEB0ywuZpLfJEe/IQ9xOVQyeDlHwNt0Q4MamEbbAeGRUnX3Os/ImQRb1bC2SJbSwgxk4GhKGI5AFT7Lsq9pPF8S8UlXNIm6MCnjHbZM4MStbrEfzOqcDzpV6tT40pwtu2qJxSKyO7UsGWXXw1wDOVdqtl09BlqtG1gL3iZ7vmD4+imRZQ6rT5dHa6hxuifxmB9usUccbQNA18bCIuTqlrjim0Rj36vYyfw3IApaO9yL19It1VKKvo0MSYupZtlNkBLIaUD8xCSOgdaTOUbOY317UPZv/OPYRj7QgK6ylF4EsCwan1ht7WE64o7Xu0ar2oAViZS60DoCsOEeYU2vDwbYQvUaZUZTJZJ2x6wvUaA5GfNB/foOsIe2uIf7Lgiw21ovnQBZPZju3jvqFtTB5uKA4I1ChCfJtLZD6qB4MLDi62O6BLfGUKcDpCEsLuNiS1ggVCZmofhE8+Zv3GZhIFkTPCmkxQJw3BEps0tunRBopptFznqIbZBWWsyCLeRgRyy69AcSkgKV3RvsMiDWGm+HHobJ4YIEZ3nlI8zfIMmT1xs03DbJKtGvHvBhFu+I+r6QqB7RCdETWBBLQ+mIvrbCtWkERu9UZHpUiDmRl7uXGhmsjWajsjP1wHmQFfiWdqJEspFihn68OsowwzURBM64b6cgzc9Hj8q8GZE2cFtrSoI1ksQ2DfWolmhWd/uqMYLnzB6eJnWjkWVOdi/2n63q14SiaJYeYwZYb8UE2l5fyhtUZJruvBhtapbKlC56NZK17sRtC3JEsR5JsT5Yt0DBNsih+TiJn3qOQBzAtgHvehLPkHWNR3byeHC7WvV7wTgBotZEtEVbvociN5AxsfdawMT8rUS/xbpQATIxmOWElTCahZ/RBXs5BFsafGel7hu6M8N8gq1JwHWTRuz51oG889AF0vAfmLezbmuGdPd47/OwGWYZ0N8gqRnm+NPg1ylhLzZ4uY4zN8GaqaxMHyJqctF526YvMc9bnMn6XXvw6IGturN7B24tk9ebgUZGs2F4cSxO9eSMejZ4xvhLJGvH7yOB/Dvf1Yf87c2EniDOs8wDIinuyov0pJqd1XgBsWbmTLQEOmJm+WODk8mKMg/3zdjdryURRUGb7MiMnI/qM5qw8byL45Oi3yjKPSO+ArOyFnutnPYTnByZG+/nPWh25s22ljgmA6Y49nzsKOfYgRqqUnSu5kqmSFJG8vb6T0YAqOs4dh2Yoc/HBF7ofDAdkyEEaxnvhBI82SOrR8VjeAIiaFMJwGAavhxq54kgY/SmHYJQ9QYy19L2yMAKMCZATQdb3SkRt+9t5JJplweeda1dirvuysDeRrJHctM/765EOqLwCpvALcZtOZ3k4cl4uCxWsOgrsiG87jg2qM98UwyamC/ID58YGB8m37OTW56H6HkDmeGgg4HM4InZGaZ/XU76G12iTCRhWbbs/49AYmzRSr6JsnY89XTCRq+EJuEFORqJ5iEDXvzRKo6IWncMNImdEO542G9cb6bXXBY2BFVTFimEzC7L2qdfXXb4vMrGyTz3Rb7xmxJZgQPZpsDqzrcz7unt63kbz+HRd03DZk0UgcoJ/38X7q7zGTYYkl7S4D6mRncFn6dvNfnJ2nr7+J/JsIirSSe3sCo9jdNk7NtJKe7IcNUwAogf2ysl/TsHWP+ge1WbaBsB2H2SJPhCTHbJhf8fdUd7Rgb1ckDuruyp+qts6SEbIyY7Tppn06HdZ+uPi3/LRRFC9z3xOTyY6BvvOihS0Nvfzv/37/7SCKvLOnD34gvXduW70LpRbEd2zfeC2oiei24FtvDFXXvn0WN64lzAJ1c5/UqHiPVm4e4sRlotsyTpVb/8m4QHLS+CLTGkRNAJjcsNVEtnSbooAyX4qCJQY1JI6IkInoKlGtuhPtrg10CG/2GOgsd+H3pHbxYXf/EJXQZ50JywngwsVH2MoWwCkzLG7pCmw3Jn2T11DGKDMRxmzqnKQNeK1mcMx9uuINI778fA2PGTu73wgG+98t9voTETzEr0xIt/gecN/03roZMPx9Z1DRmZbmgEO+3WRoXKe32b7+8hykZcf0dbYwUnKXLzS+KTG4t7dWzsd74Gs+Epfx1bd1evjlTJ6pq4ZfZKqKjIX9AHq6GVdNO9nIautEK+hFzBUk3mzGJmiOzxH/Ritr2fmJCOB2Da5TToDYPfkxLZHR6HbD52e7HRXJ8uL+weg0eyxPGdLp/RIaOFpJDJYaSZXCdGHs5xsVlSTZVVPQnZRK7b5rD1YdXqPHyJPU6/G3JULwZRepLMPyrhzPXSDrMHCsayDpo2btwWyiBWtUmEmNhseI9hiwREJ4n/peTyA0oMsqZ8Uqk0phMFehcaDLGqiCI6JbCH9D2CLESBnBZJgyomE1C/W9+wEQDSsqnML5mSeCYQB2Nwgq8f7bwVkWYXqlC5jbrNs09/Zws/8pDnfEhprPjNG0dUL/LLOURlx703roSOt7bxzg6xLCfotgiwXpbbU7FriuXFjX71SRs/UNaNPZCXygy0Ay9orXG7i07nQ9QqQNXPwxaiHbwVkNXGKB4Esv0fQt/olgSyaV3+MfQVVYhri7+33DXBxWbIXm5PKK8hiUFUYhuwxsyfLrXM14uVURHAcXA2y7NyJyWjHfIOskayfjqZxA9PGzVsDWS2DxFMNGViFyJYFWzEwRwzJe2/UG8OLEx++UY+Wl3CzTdHAke3VMLZgSNIPFAApIBJgpSuOGtTiDVfAVkBWWLhgjOMdpBdyf0S4y+eOZFXVt5MW1hey6yILI0OFWcGCqg7oEo6v+7wQLXVjSABabP+M0TVUSpMF7kiWE9Y7kjXJN7xkBU94A+zUOYYqq+dWvgH/23pmZGI2ElN4exdRzGVuzPRrFDVZIG23aOvg80UFAFlz83irvbjGo0DWak/pUpYpsLha8UL5vchVrGYvkjXirxi5inW/FZA1GkdLWllNS0qgKeDsRrIBFZhUgObv9KRXJUuFJEBtOGOrSdU188jK6yMjWVHvse06syfrfLrgNvqV+GmH8ePFbgvyAU3vThFafp8XC14yFl+N6oHoMVEFv9YJR8+tFzuNCLw59qGOaUpfQg9xRlSwJSFiTb+j8cj/+KOBVPmNCyG10F54LMJZFly9bDguQvVvPeobNnsRPvqFmF7mg9IC+WLjApiska9lEL1QQ5oEm/boVCBn5rYmDUPEIevy92KKxNzcZEvPPnONFs4vOV0QNBvROtIgK0/fiT/Eg+nmYIw47w+Z5zlu2Ct1gyxLnTtdcIWjRDfXN9ro2WYEa+oPSlljsYAsU8/oFDn7zkie7Vg4G6KRwe27xofThRZD0qz0Z1hZp8ANsiph5ObLV/4gM2eiG/3ektW1P5Yoa7E5AVl+3c8AD32HPVr2Gjy2u05uvTleh9iN2Ktl+0GOdb7EmPtWbT6hFr6Dp1ztKbYrN5hVnN/6vXF8ihz5fVxUIyhINV+VLngYZP35P3ROF5xgtlLk5J6s45NaO3kapDFzHgEmlTFWSNYtq4DlTF0CsdbGwqMoUbiK0F0KodEfDLR0zxZAUgFfaed5YCWSVS+0E4AF5dNCVqT66RMJUzCgwlpLX7GY6qGDyOPl/VfsEdyiYyqoNX1QOwmP4VYJAzMGbe82BSaCCyHGkMriqF/IHrG52XqpxXuvO0sgC7nTzSl0R3j+ukhWpHYT2WItW6kgLJNRZQNamkrTM3qiR5lx+RsEWsdAlp0TLHRzvNwt9Yh0wbL5YNYYu0HWyVkMr2/x3mC4FZBkHGTOqAp369gKLcBq0m92Ot6LfDUq2KwNbXVj3fVI+R6BK7vOrEayyNhmKQ6qrgs3Q2rVEZ65wL/OWwjewucsOBG7awCyYtSY1iYzeNmP1V/BZ/o4U2ZE77N1CCAxe7KQvUTj3+wK1D+028n2IMcKO79NdpNZZ2DvxYgWxvg6IMsAxhtkVXY7BrIuNh5fC2Rt2tJ7UCrQIgqxBzHRHxUgUahYUgMRNm71DSVnKahSgGbBloYSvfyzkFktpKAmLKS8WGsHeU8WAyQckKH/0gg1jbDUqQuNeG8rsKKeUlns0fILbw1V7y0yjfH/Asb5XCTLktj6fITQ0m8z/yEFNgLPkcKW534pmXsHpbKFq78QtXRH6wZ4USSLDRJ4wqSP2Zw5YycB1Y80ymbpdAxkRRrOgpidXj0EZJGO9fpony43yJrlm7lyfZBF7yOqtQKyeN0wAG2uH1kpiWw1zrno3tdX46XnWY2PkufqoBs75pqI+gSBsD7fIGuCWEmRK4DFLshKbLsI+WdBlnN+B7tiZRxdjb8QDcvryEGWZDrJycKwHft9EL+8TQ3MDrsS243slnogWp1ePSztAEvENOq1SNYNslKS3yDLLlW5UZN6E1l50MbGsN9K00eq0AvIKqaziYZhU2ScGAoXQ96d8mCh8uL5SSMvcvCFgAUPtiTHV3JLFEhs/WF4SamFrKwk+kU/kj5oI1oAIFqO5b+/YL5NkBUpDGVQIxmPAVmx3VnnxF6EJa8jBVn1pk7uCJWxXt/qYfbpg13QZUTlUUbZyrpwDGSttODL9pwLV9CiOV2QI6k3yDo+W2ffzEEWolA2MlV0+yCSdQ3Igm6A00taZ43WUS8rIKvHy5fwODIoOlMDw7Eulm18Y9aYviNZc/w/Tc+Of2/oNHiDIKt3LDzdkTrzsWuoK6/bQ6ytV7eFxO0iUorrsuDO0EvWBN2jpet3Y8kkYEtGYZRB3zfbDPcGWYEkorTPfRCFWatl1licr3V8dOR+XcfSBTcGtpZTcwLMuP+fNZJFdGTQRIKKu7ZYiigaFowlFSR5h+7UgrhB8BRkmXKlJ+EoUAFZEsFi0VIPTwu26DnmTTbdooy4RLf/Y3Alh3BYoOWN8fY+EmnSS3J9x38flfp1i3d/rnKlqkasSlDpx6Xpgo1KbOiU9/oKkFVTS+WkyRZkSdv99FD0TbzmWm6gsK+Yz7HUac+tN3P68J3Z2ttyLw+yaHpm04ruSNbxmU3eZL3taZ/tybJvYg2LOo4NUQCwEMka6cPWCBbdwHEsK4uivt2nymKV/x6Nevra6oCz9I2RqkY7RucdLZumkCyTcxbPDbLmZutbA1ldgMSqdp638rWAbL+qM6ojhr4DyAKokrZ2QRbkQdfv3vUtSOeHc12tu8oA7D+fQ1rcZ0OGcSSLmsGYKy54fivpgnNi0C/1GJAVg7mJsXG24+ma5id3pgmvgLM9WfuMxQuVlasEZLk2UgWvwgJAxCArniTYGs3laE9aMO3lxjxwAln0Y/ZusUDGMQK80Tikp/CIt2CL0gmx18vInwSw3F4suQCZ/iehaNmEucXjzMmGYTXX1bDyzqxQpwvtzOSbMgIC+p/uhYahjr1mZTzBqikvBOWswLc9HKcnW3ugyvaqgulUKrPcVuWn0nNmFeUV+pdSZoMCjh5l3t+XUXhCeR/lg3Quwsrm6460nZ2TfNZX9l2sjzFyq49KJP57I7A9Q+AGWYtqozPxmibO0o5N7f6YZvuiNUpw8FJjuKozLc1OaNykmSbL5/zZpQeKns4+9s5Ep01M+ZeMYPXaGh0cko5Nv5wzj1vJOsIzs23t1f2uq6uP9Oj4Oz2QNav/skhWM7QQDGi49AIHWXccG2lmx9IDWfT+3JyrQx08Wew3f+Q5+27MHi1e/XkrSUfOEa1iRydV7ikoazMbbLJOb3u5NFepC67aexnFBpEu1H4g+r7KYV8VyFodfCyfb8Lbj1TNMu1033AIxPQLUjCCrOZ0wWXhBWipHYlHuscuYsHAYssLhQoMCw4v1MEbDUCm3g1pA95O+mMTEo2M0Rjh7eDvTF2c6lmS0v2ctWCLAFPdr8X0K8Y2omEixAAUdnHmd3GoRlzMNdVQZsQY8KYN0G3kuV03WBUg7vDO40BWmR3TuuGh5nCcHsiajVa0UafS8HTEg9jLg8V4DhK5CwAAIABJREFUiW0LuvzG5BLVaoSh9Zgdmc/uVKb75Gxp0DeC1r05yVtb0XHrY2z5YLqO7jzfIGtx+ehMvPE062XExSM98HTbfReucl4S6sZ3qwNH+rAbaWCDqhpDTaodiznWBNnjK4cimbXthUBWs9eqs4fxSDYLhjNnBL8dkEVp/zkkvoSLpyt5BMhaPvlv2U5rh/dIkDVjP0iPBGRFm80ehsGldA9/2aNF3+2ALIw22nTle3s6NQNC0gySfQLgNXKkwkZNo/CT0WO3En9NkaxpaeoUvEGWJUwLshqyRQd5LEAASlNCmGHLwlwNPwFkVEoPzQDo0nfJ9SK4S70L3IaILqUn2igYBBUpYbE7RTB13xXwUL1VXL0jBNY4qhGjWnbf1hbRCPu1uGdlsa4AC0DNRU2KgskXel/XPGePI1nR6F43cvNI1irIimOCEZSArE40LN+7Q5MQ64hjriqZPF1mBjhi6RRkE9lqT3/qpf7E/k2Dh5npvgJkNfKaO5SyjfQZ8CIOsFdJzgzDOiPKrEymc/TTB2+QNUf7QSnVxYxKLMgq3/ff3wNZ8AjvAays5l66IPusg5WeyZ5ka4i+q3twpSUrm710wbPyayPgGRC0Yz4Cslbn/ApgMwvo9vr2pYGsbjRHbRk71rcOsqDHRxE3jCMDWfQdS5VjhrDmaupdBVUKsNjOCwdhcKCBqOjrkK+M4xr2mVvBdX3WZ1KDTxEeXdNyg6yOtM7m0+4J+w2ynJqPUjPU4XtRf4ApX0ZuAYfglYuONaQu30uqIMtX8XqIoMmlxnrZsXwhArtFTfb4AVGpd6o5JH8XP7ziOmO7RrRCZOv5O3lPvZGowxJKvhPBJ5Bly4w8t0cW9THIyiJF+8AiTvxjQBbAXgKQBhHK0j8AjwZk9aJj4uUqnzDv9H0vkjWaG5kHb8a0aQnS8qiuVPAeArLy6OINsoaq72EFRsb4SsNHDHd4npEuWLIUBh7dVZBV9Xt/RH2Qlchpcnn8WZA12ke1Mhc9XYA6jszVSvusd1ZfSMp/iyCrG835ikBWY5uQz32b/zh2BjHKSB5QBoBEUa3gnKkHzfnItrUJY7qe3VOdMTDdMyZOF+3U9u9njWI7R4op0+rYPCV6eLBJR56e/+Lf/5cDchLEcyWf5ALBzqq4AmSJhy1+BumCcaZP5hcDjKySyc6IsPfHWgUPKjeg9tsJ1BiNTQWx1olDK3w9PEbs+WJPBrwaCrr0sIyyoLMnFSBLaidBlNMFcSQ8HZ6qwspltRf6i6UPRyuoC9AK6vUgGtHaLJEtuTMLLlKGeyayJcAJt5EreCIaM7ugNQOq+OV207Xl25hjnOUc7y2N3OooCrDRzHN5yxfe6LdjwcwabxJ/hTLBe8VE1okY3qX3GiCrerlkZO0+rx7IyuQmlh17zLTV0Zxljb0iyKLuZIuGiMuq6Tbiv8hfhhh3umCqvouahrMqlLLe5LQC8yX0UwFZO6cG2roAstL6VZdHo2XkdNoDWbvjKPqd1DOdHlojWYVW7t6dqN+k9htktVQ+YDw2leg5ryNWfPjz3unS8/uQJNUNn8zigk1jy3i5OX+Q2p4tPJ/u58lNcpKBLKwFrdaPtsBW0tCmOs7DHi1ztxbVbQ/Y4R7p/vzIDMXRTRlIvA6xxLJj22UQsS6gZyrjXDY6maX2U+mCBhMdBFnnGeFqibnC85MzZ3+swkbh+cp+kA4RjgBGt1+KzWgDspQ5z/mujMHc6XeLwVTNwM6uyIeN74aJNUwsESpzj4KNZJkFmtMMSIi4rD9CXpGbgCmRmNrrEvGQGYypIog24ZALyTLBwivVyGIt0iypJ8oH5Sj4+p14SuhHhDsHT4k3NjVY92VvZOR+TvlzFMmSeWwBR1xGvjyQ9ck5iI6BrIzmyAEH081EtkZz58TulUFWT38vjUEEqCx4lla+fuLPZNG+QVY6DfAdwWlY/U1wSrFC7E1h8v1W1pwUJup0//0jICs2HGVI9vXadhOe6IwK3mocXFNSvXV9sJfKg4dHTpMFAjZF70hWJQkA/Bl6nn+3f9jCNDAJjmDqk1tZk+cRnDSn4R0YWE82WVpWfWDa/h7Iyrt4DGTBaQ677mPQO9HZDodROVEa/RUPOdtdItvBfjGOl7g2Q+7Pgyy1GY9Fsm6QhWXqBllGWTbrbjCgCtgyh1SYBRuCRYIkIeMcbElga7vHWxUGBE2OgJfj49krpXnAEvCSxsWTBAFs08jsAguwxd/p3h08f4fIDIe+GIJUsMV/08Zq3ddFqYISIuM+SB0taKnPhKa5wfp2QFauXOvBIYJwMekjnQFeebl0QWELu+qMQVZYNncjNzE9IQa94RnPDK4hWLlB1sZbvTTQr2dP1qqNZTXuJzJQyEGkldR9Dou1ss70tD4CsixPuyyF0j+/gMR028arnQDvXr/eGshanIGHFD9ob7u+rED13iBukFUp862ArGKLiVVWbTNkIylJWIdBP1DJcChGSWeGTaUpm3KwjWhDShek5bJxptvodUwfhK1omHYpXdCsz3ckyxIx9c7dkSwhkTGYO9qyG8lqysOjOvCGbgKVga3SH+PVlGiWRO+Q0wugxceRFoAnIEu2e/VPsotgS+7NEiNcdtvIf0gl4CODWZAlzRCeFQA1+VLC1++2ujhjskS2/HLX86TKuN8yyKreKxn/WwdZ9aJroe0MyJqJvGhtIRKZRQKZi0qUswrKtwOyWn5ux/7tRrI6qnb3a6aWZgKw5nbOqAM1PgBkcb/iejuw2O2phOmalEQKMNobZLXzfoMsS5M7krWnGa6OZKXyz0aa359ldQTbdSOQpaCMT3+mFZ1trhZkka3GQMx8ENG6PJL1l//4X4NqmxG9mTLzynzkFZuuacGtUrx7ofIWZ+2PNT6lnUGv8nHN4rh005PFOHE+J6tjC+DBESbW1VdyJFgVbLF46gJtL7uTPVkSTpaGcPIgp7qUVESgLeqb5gNzjbzqczqKFb2yOJvoEwEqjkIY47h4Xc39WQBlKu1b8S3FEGANbbIiqBEuSZHRvOJqIfBvMoXnQJZUaWnf8ndu4Ee/MnXcc3rGYj22awG5HRdFKe3fjIgbsRql3ITehfelPh/Jkojk7kfnpk5Np7xGMWtdSBO13+gYwVud45zpjX3QReGK2A/794Tcso9gTq/vqZK2n3t14ll0MuxPQX3aG9fcOGZbedFyI/abmEr0t3p5od9E9lk/7tYTO6GZAUuEaPX7iL1GdoB7zn4zXW13UhednmHVqk6yxAHCo4Z8kyPMjBepi8UpskSL9cKS6rkw2etNyEqy0sSVYoV2uc4hQx4Y3XWvNJzcowMPw5duig7oHdejuVHM0S9rWnT5xtX8sPa22R9pOmLrsWtBPF2Q+XeQVlx1FWolkFUZs0S8zfYRZhdsN4nKTKsRu43GI1lEYovpGDmsJWtq+Q6jZ/n3sybdqbZiPieskJzGwB/POci6Upom2WRyMuZqmyvVJCYtAhFqJR7RSWp/RW/N9XS91GjBGtZoPKHDsgsFcs4SJdEI9sbwdYOk36NlI1csAxwaEqHG5cXle1V+5fTCZIaQ709lRDTlE0PMPOcqwNizFSMR5RRBPRijCLwCsxLdCnQrkTIoACPs9IyHETZpRtIPIyATc9W7yHPUlvSvlop/OxVE07XTFxnHvh5aA1mdxoYHcvj3xNvVfpfVPn2EuztEJe/ncF5D+uDENDdFhm2YN7rgORivMocjoBVB1lvQoEcoePYd1WF7crFAGujO6Jkd71+Oc3YEZMVBSOri3md1zao6u0+UuD5DF+dRZeldoVdyQiGezzokjnJEmxp5tKb+e4hOLNV8wZ7z5oqVK+pcGsS5wv3TBckEWRDQpBufpzeA2Zdn75b0Ddr1uWx/0CKzsujrqPVLat18v3x71RYs9p9GsMoJhfYCY06L1rZ0Hawgi2wSAVMlcqVrvj0V2lIm2h4z49ij1w2yrOFwgywjJf3I0hkVNQuyMoMPKTD133q4hyxKOKlma4XxlnpSoPfgDYkD2L6vkTKpMx43Ogu2kD7oIlKaKvi0RbLYfGGhl1TDKNx45v5V6yQDWZmxcGZ+6N0bZO0YJtEDboyy5i12mJlJVvDc1i5ppL3UQRh2u/N6g6yzbP8G3k9AVmKzzbpAe+l4YwPqESBrDCBXJ8CuB3jXjo1HEej3VkDWyBU7nqNVarXlb5B1jIY3yLJgqjpWrUNjFWRRjZbnI7ApaYLF+V9B3OcdkCXue7G53r/fYresDzSV0Fy9E+0wH9Ubg8UbZHVk6Y5k7SiZV4hkzaq8urjSDMoqKqfQQPAMyOKFtoZyJQ2j/dAGS3vvVjmvIdBhFWzBQKaDMHA0PAQ42sVsZFNoG/8qGKuRr3rnA0aQgdGViERG81mQFd+1Xq0aectndbTAv9VIVjaadA5UsbvyHdCF2KlEycSEFmOwvj2c0xtkzaqPN1wOJkHt4l7aztRA4GyaKly0CnGgeWPNK503tW3pL9mxHVfbIApgZSBmOHCbcaxwspkO9UBW1dMie2KLxQiryiZoo49Xo1pLG+iX5m2t8EgHp7VdEXWK2QNX1Lk29FOlb5Bl9BOJncrBWZBla5UDL3S/smY5cQQee7I0ksX2nAFZiAQWR7aoBZZp3gvPskspw9t3AFlGnmF3WF/qjMNjEWSNTgFjdRSY9FyIlPXjyTDrEalplrQkkrU3ssxT9tWkC9KcxOMzjxA5vNP3wq7ykKYP6kbJmjqiDfLJhPI7QFaBV01TEskC0OL8Wy6DFEWpJ3pJuW4ekISj5Yd+1/sZ3HNairdIlgInrq8xpEX2eNcA9naVfGKqvJ6YU+lYjXGYAD54EsNl40m8CmRRS9mClMlN7NWXBLJ6FI107EUdhQ+wUdfnhANs3SBrzLcPL8Gr9Xwr62taC7Ky1kbXFcZ31vtxYSQLQIT/FcU75OUJEqcgi1owd/Go0nb7QuqGeO2YOt0y51kPZKF7eKeR6wGTvBWQFVMpJ8he07KmCncKfeEgqy+lmwk/DnrsUk5slgUlc2I/W4nycIve7l/RGbTGxzX9SCTLEia2j5Om+a4t3a9oT5+uWUyiZrxMiuKm7z6pfSZmm1pMugXAr7Urc7CPX57/6j/8txhQn5jkuCl91UBu+WxlUs/It5vISEfiFjMU65nvGlJh6F8VyHoF4Ds7txJOFiAlwlbTA8kI4UMveF2XDcR2M6XzuGg5Ki0giyr6yMDM1UFfs6tU2sEFimWhJR8JsQ9rGxVoG5XQSBZ5UySipf5PVlAVKHkjZJOz7QScLLJVFXE1zqGe94yYCOwyel8JsmbnM5b7GkBWa3zlBibvszPgGzxgPeTD/V0vHMnqzmtzeEc02JuZbtYbuWT8dT/ZelSi22vrbx0ILf5iA3TsqNZ8ayJZE6SJq7O/C44aH1mC7ZwdnZMakc3a7JwaOTH1PrVIiCK6O3eG9aqUaM6m2eElswU7kSyro9MotolIZ+2+Fsg6FLlqxHXEOzOTFwx65scJxp6o+lWLBN470pdjB19cMCeDA7VWx3IWZKG9KucUsVKAxTbbdi+qBgGcLmgCA6JTobLpWDOOVBevuKpiinSVNVgNOXWaz4x9N5J1DGTFVea8gLwVkBVxxWibVrQHxKR//c8V9LyijhVKZHTr2zMiPDZ3V0LHRhAVGBWApQ3YOu0YK8gilPaxziQDLizeEt3aYlX8L4BXMUIUZPGi7w6pQBrgO96AWVLDFGQhTdA6seR9AWwCtMgW13fZC4PnlcoAbBhjNALEoN+flRtkrXBt34uVRa4s6fGcvGtsuDGg5t9KB3p3aTXG3VsAWYb3LUfuM1zLjDZVY20mrit9BcjqAaT+mtKCrMbGnVhcGt9h886okuvmxJ/TY9u1QG7dSOyCLNK7Jpo1xMMwyhZAVoxg5XK+t3I9Zr/ziPtvkDWi0MnnN8gqBLweZIkzna7jYS2y/Y4rHRpd4Ix4mhSrX8jgEpD/2d59un1dQJYq6Howxji7z4LBRmcfA1knmTF5/SUN+t4i9+nQyS5+MC85jr1ZuKIfV9Qxwyl7pkXfD+7fchslNW+XQZBIZLcbNeBVPSN05HsJT+ubJT3l4wa+yPvJJ2OQoGPBVI8JLET2lrTCydCIhRtgaQNdusDzWDnSRXXRFY26UCPqtb1DRjeDrrBp0y/8AGZt5ARRk715uUHWDNfWMj05mQdZUlcB2vyXTx90dWUethcGWdedLtjS+op0srUZbEs3c8oRj70o1LiOcSTsGpAVe3KFHi/6ZeeaAWm3B5gkpdp/rolkoU7R9x7ANE7Q4EVFSrxE3EIHm3RudYGEcg3oipkJwat1R7LuSFZPP92RrL7mJlmtpzeKvVbtL3mv2GklokWKW+w/eUZuaHKR0xIr1iXkl7KM6NOmAftsoayHUneuv5N0wTFqO7uA9Tv5iJqTxa/jZJKjv2t5F/GY7RpHN17/c8XCekUdM5TYMy363Ji/xd4OnQAbadrrByJgHyl6JXmHLMzSgvxdhJd/F2FH/bj02M+8hqRNwz66JMJOhrWALglX8/qsP0hKLKlzfL+DpBuK14U1gtvnBSVRwFgwCGZAljVyh55gMz6mlwyhNVhmGMHSSga3+9ZrHOG+orsykGXfl+kjMC1DreULp6jdV0Ezv5+mI/XpNQtaZstRF9ZA1t40tnO80o9FttovXhQ3vKUq//rWGCQxZXwbyXrSrA8bCWT5p9f7q0ehVCkcm5J340EMrR5HTRMrFcsznD2t00Z6YOvp1RlBluXXc5EsUAHjRBoR06KZDtLnlW5F3xuQJbNf+bKmPCotErW0F92K6eCSdT5B+1XmHlQ51qgzDe6t1jPvt73g+y0fQY+Z7lxZhk2Fc/N6FGSda3VllZ/V5T7L6AoyE22fkSKoe/FxQTH4p2zp6IIsXbzYCa7aEpkksL/UCKvOZjmVsFmXRGGHobUz8fzX/+t/X5sfLn01EHts+HyU8leUdBLJ4oCFzEX5wJiEErdL1lkhu4IZeepPC/saW6z029Jv9F4vxaEdn1f+e3cb2IW3eD/pwmP2jPjL8JiWfJmxv4lcolj0FKcagl6SQijkNws1S41XZnzt8faVRK0pQqV+lvfVuyL0kYWpGjvmMmTs2SoArYIut6dHwRgDt0E+VlQmRyJbnPes+mw0x9nzAix3Xn4rIOvI+HhWNUJZjv3XObL15REssso9L+FQlZm+9EBM7/tZ/YkxzfShlrnG9Ftrsy1tHTMrdVkxfw73wszqYCsn8b6a2Bfow09hh/1nupxz+3neJot+ujxU9An9khgIvODVORnLWD9yFZ0kc+B53Yi3dPbOsIk1TFMLnfYmY06jURGwpjxuHCSjVELMyyxvrPDioYMsVhp4VNmzp0U8ql+r9b4SyDqfgNXK3BH+fG7unFx3noxIbjOMfORax4Asph2Q5QIp4umULAWNbOnRY9WJrdGvtm+EvPZ1DAPDZZDFutkq8StQ8BsBWSaShVFl3ssIsizxjzDniLGOPL+iH1fUkfV9xfhu7jkJFdY+5otzBrasA4JFxKSZVM8IfY17t7Z/cSgGS6MckoHwMKJd0jUb4aqXKdNrKcjiVVvaqWFrnEJoB6sgC5ErRme0ur+nNyWyxXu2FJAFg5339ugzb4NFQNd6bAAGVvjwBlljaoGuskjSwSlF68jLCrodFyBdKyxoz3wHW66LRxE11L8CsrKlRdar1fUgll99f0znmRI9kDWjA2HkvFu4fNP26RKQRXqHrGxe96sTVG0Ibc7yF/0ejCB3oSdPZomk9mn4tkAW9CgMMBvVSsfAmQsVbmapfNgX2aMBIl1tmlGVhygXM3w1w7e2zA2yVil2cfkbZBmCrjtLZmZD5Bp2maxCSNUrGUU45p33dUg/qp3XBiCQJiggi5ZdsamKXDeWG/RoBVlevuvqyF04BLIiNRoEO0Muv8w8QumgheiJrYui7yedwgTywGM4AlnNSOMRsqukuKj8FfS8oo5sOBnIKnQfjL8f2dpLOUhMwvAVL64cyRIhLIJLAgtABeEWyXbpgqAVhI3/1pxhEdzkA7kxnjw2vJXpyHD2aSu0aNuDL9iFKsaQHpog71fgxMa3AV7cde6MNaBUudiwuenuDbIuEspQTQVZoqxrWtE2H9h8G0ALFL+NNvBsviDI6jlJMkfCOuXESfDSn6Mgq9JCUoyP9PxSkMUC7kHWOxe6l9Rk+emArEL8vo6QIpkh1dPks/N6nXHmPd05R0m6YH2GzfS29CzIEjnMdekNsnYk+o5kFeIcSRd8m5Gs6+TYco51qtuotZw0TTaX2ZdJNhotparnWB/owWi2TrGXaMllr2YBWZI1KK5LJ78l0p+BLK9Tj0eyorx87SCLJ6p+ekYGl7hB1tA+egTIKlGlw2mSuCerejpYKHVOxUsiB2LgU4W8phKysOq+Lrml3KcZemFVY6hZZOQ4eJweiPYET8merAKmNOWwAqkKxEQ7+Lu5nBHAKX1i/Hhg5k3FG2QNWfpQgQqyNp5yJCfFnqdkV/6Jm3E75eGRMz0cRbYagzAghz2Q1USelyNb4PtDJG1emnUUjQ5I6PXmtUAWpweaVQnpgsxIxqvIwLcBWeCVCLJaw6jPb0SRxJAq0bCMH2e2GVxnnFVnWeu9jjqc/2YbreprlBmBrKKfw8Z5+j6Lbl3D2W0tdyTrUZSdqzcC9rm3fKm4zWBUx64tOnq5PG9lblZv2iZ8uuB1cmzbGIIs8pkg64hFWtKo+Td7mXFGmyK/5NwWO0p+wfKMX4yO3fSdB2FtZP/5b/7j/564+adnR9HHjPLcqZON2XPd6NXOtRojwTJljIrQbdHRD1dS1E0Dbx5kARwsTGMsuiJkvZnreXWvBlk+ZXBt0KLUZAQsnPSvArX6Lz3dnqnwEq/i4At+j4GX1sHvkqTrP7zXS04kbG4qTCJZtvd56hVuK9f7s+gQDFYIFM1SsCQaQtMJtbxNM1SwJvMg9VB5Tjk0wlJ9JyLfK3uzSkSvMx2jfT4AjXuzOd4vMsELpx1EE22MiqjBXKJUxlDOeQALgJUweNBjY3qgSvla0kr9R98tEQ55WuYwEeRM5nvyPubp2J9j68mKzmoooAOKddi/ea0ODjeqp5cu2IBZbTTSzurDuCerqWMrTHTeYu5hXavpgnbPtIAsNwMKwqQW99mNKPTmJBoVMK5ieXEOjT/XGmcWaNm2o47Hsyz6BZBFACz7lGsW1BMe+Z3noFhqMhkj/TemU1tiBLIaR8KMwB7pyOI7HGk47BxdbOzBxc/oIOYLk00129VreOn8/qkrQFbkUbHI6qe/116zj6JjW7dvcA3lXi1xpDR6WOWhOKxZXZG7U6L//DhxGlaQlYBVshX/9izIYs6YUZ59lrGG7SxjrZSzTLgPstpaoYfshOyBLDrH/7U/V9FzVmF0TxrbIcXsnERaZvsMZ/uZzUv2roSVq3hHEFXD0jY32OzfYhBWrTEqL4dqfOAulDYHIAv9zaNfIvYEfOwij9A3aQQGRe/eszIpkS8b/tZUwxrN0iiYlofxKMbR/IrsPTu5NCD/uScr3xLI+twYt0zBhjTe4PaRrC4Yq244rk+iZ6ZuBdzCmHmdK4t4ucBbex+Bea+ffrDH1pNMlmN/evwWDdSsrv3U8TZdMANZCbQRf4xOyTTISqLfvCfLzCPG2jhHkO7S1LFnaGVzkgEi1BF5+MsAWVk0i/Rrtlcr8lIT8VLZYkqIEq6G2vAo/HUr4osFWcZJuT7qt/XGGVuERtJeHD4e34p+7qzGpIHGDQ1KnAZZWxeslqEeeZC1f3aD2GWd63fMFpBy9Y6OpzhcHMiqTkYCWXBE952eWFOTSNYNsirnZI6qG2SNZe9LBlm90RWPJoMtMSacAtX8XilHggXhor/FRGbe2X5HXZ8+U0RL7+NinbYt3lx41ovUppGx+GtOsU37e95WXPG8bKFvjnBVAxppahI5kfu8SloL0sv4eygaudpAjpqf+4yiXsh/7tX2bYMs4Y3sU5W8cNhMOlJcGHrpTxFM20jW0SUYvDbHNcywkJz5V5KSs+AKrzZZDYln/QZZkdBfBsiyvd6LVLK6xl5bnX8X2XfZCrVW1NmAanVoSIBLLAlc0zE64bXw5UK67Q2yTqmMS17+WkDW+jg2Dm8MwVm7RkhfnBFmJuDojYdddCdLQRaeu4g1bDXcb6qFMpBF30GeHciyDWt2kP9KVkqXAXGDLKMsE564QdZY93yNIMsKKUAUBOfTFq2EQuAoFS/IycEbusmSQRqDLQJsBLKwOZOiXfRU7+cakprKC0dWUAQFFfZVlcME5Rf+LwFbHP42IEsMd25AQ+PVmJ+LQii43A2ryzAQYcuGfYOstwOyzmysXgdZbIoOJWGvwJFI/g2yiKJfZyTL8soMyIJjLOOxLKLVA1nMyXBuqRHJuhip3BNcPqtzua2BJ+TNpgvekazCCW8lkrUOsihaG+NQ6645y8M1wl8d3MN+BZBlAY9s95C99XyKtFJ9GmQZuwsTRgeO2Q8OLXt1kGUyqQzCmdA4pkhMplnZ1QXiNnUsAO8e+8Q610YlpYeMlFTqDCG26dcYfHDcv2uxqbkz6JVx9OZkin6Doa7wRtOeWGyaM04Cavds0Z/yXQm36yZL8urIwRcS2SpAjSNiUiee42Sc6jxXD7FFr5yGGghtU7/4dLqaMixRKk3/Q6SLgY9cgFwjWwTC5I4uGADFi6NASQxlvcdr4Fn1JxfGvQfVLyy/GT9xqFf2W+1L04jDp/ZsnUx1nuLPQaGcpHOapFCQ99YlH6QolVXBJQuWORcOBoBX0kfamI5W1vSt0l5Ft+iELu0ZjRLVrdHanv7o1QFnhpHGw3s90jYSEbRt1R2961whVVdaSvvFDChOlW7NvK+vTHLy22yfelI1kjZbf0aojDszF6abvdlOHy5neawYWzgCWmslw4lGJM7z3RdcAAAgAElEQVS0Oif4U0Zhr2CQF6Eza+eqfHUP04gqHjwhCro//UcocMBOuCKtrB2HpeuRgRyzmY61VN/KnMsrUkI1ZcB4tQ70SFRvfTv8ORju0VbnqTiyMZm7KavH2FhlbCWK3NcPdrxsd5E9r/YYv4U99QqyWl6Gpage4CL/IntikqgMcppPsLc6pHiVPVlnPKMYR/Q8IqlrfsrbkgevOTnTZPruCjgBy0WBX61jJAC2o7M5wKt9uJyQWuFq6pDrhwo8+yvUgBRhVgCFo0MLYwpSZ/7cjNQS6aKI1xaxwnukM3B4BhbvCLKgH/i50YGVrrrwsrAbg8ws+Aym+Ll6UPW+LES25BJkjXYpMLPjx3t8oiHrGB8xc3xBZFEdZFPNsnktIXinyGpJpDL2eGJmWQbQ3OWrNwGyAvA5IAh7++ayNCY3x+qNAwcVupWjaqV0mVMzzzGL/l2SZhf5qTun/G51ACyDrKTtozpoJYJwYLqGr1SQJbMyxcvDWo8WmJG2I3WTVn1U3XP9ySJb1fmlfL9ZwqLHw/HMuv8a8CfjGTizxMnm03uhT2fkY3Vf7Mzoj8nGgie624kYqT5f57GxzFCpX+YRduyZHkU75zVostf/aLO3ZdkoqjZSUtnemGT8Io18Px5Ql9pGAFkcxcqipxvA4/o76x51B3dqlf3LipL3DvW5QZaZyBtkzYn4NwuyLHkK4MJGS32oAi0KRX2cAGS8J0vTCynnV8GTRLsMiiroijwqtXwFd9KWvIMFSxRUBVtSBnujALZ4j9YGlLA3QLytmluYgCz24ODUQvWm8imECdhic+kGWXNCZEodS6nzzZwBWVxTSQ+19cZUCEwuEsu8d53+oiMCzn5Gd8XMAKCzBsZMG2fHuWuQlEjWDbIeSecUZFmnlvGEO5BlvO0xeov+7oEuFjnIHZYOFsMQGS7ZBGuHD83Q7JiMnAdEbTrw+TqPjWWGSv0yXzPIEnqe1+VFFoi3p6oLjozgOGNbaXfaZE3i49p5BPSvHkpWIlmIWGkZtKF74+mU8exTZVPa4Kxft0RWJ4ql3w2yDDVvkDWndG6QZekke7GiE90uvFXgcMqgeGv05mNRBE5z6B+q5wSEEZiTtEMPtuhQCqMQka4YFusKtrbTBhHV4kVdQBYiR3FuOeJlQVW5S2KLRSVgq55IWBVVxi93JKvy0BUga3xQhm/PcrCNOlY2bNOTSorT9kjjtYKqESnlhfTs4ty2G7XSDAA6a3TNtDGnLY+VuiNZx+i2+lYGstg4Kwq98nMsC9C1d6Jwka0SpXWS50BVBF1U0jnJmnTS1dH68sdk5DwgukGW0cXsjL3mc2Ukq39U+vG+TkWyAoSyPMqSOMiUQCQLIEtglgdZIt/bd5QGbJwlOICsB7LovbouyPaJeBaYj1wLrQ6ArIQlZq1unZ90T9bi3En6Vn1J8OoUVDYttWOpk7PYoQuLw4ierrIYPeaN6AEYVMaUmCUfBVgmOrc8jok6jxQZez8GtapnM1eGGSX0O72XQYRaFmsbtSppKYhkhTmj9rgm2iOgQA4XHEudFBK3IGsrpXuzyoi003q2YI1YaOSCb4HQlMKSb2wiWvK6TxXE3q0IskjB1Ei7GN/cz0A4MaPN3RPa2d20tgAalZpDrh4by+cOWTjCj/Gda0BWb6nWg0wMQ8Q9YNQ+07PZHBYiVbxfStphMM3MqXvB+JnMynmjYTwne/M6XojHszbmm3EdZ0rU9skKa/f7LNU9o6z3KjTRnKV2h4XBKWc7OGyoW2AMsliD8Y8ru33F9gYyEpIWLA/RuzJaHbMgqm7kCtVV3VBPgLXPjo98xmCNtZ91oJSeVzpckC56en0/SETm2jPK7kKAxdsQwjiORqPEDElkkr46Ol4d6/7rIk/1A3ik3wyjWDohxSaScRSQZewsgCwuUeqFnCcGLvVfZVZ6g0iWH1FNqa/jeP53/+n/WNdwJ/cxPCLMemxPljcirlicD8qr4augzCcqFAPJ8aZ6lOW75nlS59jL0K+rN59v4c4wCNEEGdMiTLvEe9Knl3r6+EXN8S06oooa6iTQJDnCXsGU6cQz9KMcplHLU64xDs+og9BYQ2NRizHNnK9RLA1FyFHv/L0AJP6LjWmRk2I0hAgWfS/ph9uPHqpRzKfufTC+zqh801Qb4zZi1Tnwakkde2q97v85yh9XvHcNyModH2U+TUcz2laQZQ2/ln7+XVqM4iIjPH4GpFyRLnh2Xs70H21fU8dJS4zVxPoS7+knQO9b+Xh6VWAhOproKTxfIlm6v6M730w+Sz+5NkMFRdMGESHywEvsOsih0c/JZMzyW8YP8zzy9iJZvTX60fy6GFtIu3OlWLUOg+NzFeuCvXPGdh/bmLqFAvaSWDWObkM+DfupLMiiiuzhF61Ok1MHxXFdm7V2rJMxMnea0wVbe2MJZJV2DchaBbYzBv+McETmPHaC3JcPsrr0DJcizygES9PevGbt3SArcqwqN719HBGi6s1Ug5g9KOa0QdYCRrpl9agADH/zW+qBIYDFc41NmyoJiJxp12xKmDUCJR2QdtIAIGmsAkCMgVdvb45NJVRPq9m/VSJbqdHtZS8CjRtkzWjBWmYPcDZ3ljURK5og+on7Pto5anplFQuD7bV+56UbyO2KzRqTZ3pyRRt5HWtgZegnGA3yBlkjCrUs7VIFWSlzmeIY41QcRA7U2UWRqj3ej+sx4lp4CXt5w4Q3Tg3SxoK8QnttVKw38NcHWZFQazIRx3WDLKHIMZCV0z76ZfZB1tz80YnL+8vDVSDLcohHBhy10gyjGidD/2E7CcgCPbF3vtHnV4MsZ1yHSNbofgYMeQ8FNylFc/NWqDlEuKnG+bJB1i49T3sv+8eLxrm6QVbGXDjBJl/qavqgX8Rp2txtE6wU6kJOi6u9mE9O0aHn9QAOCX/LfRBRjFrDT1PAKGWMI1SIQmh0ipZz+p7BlqrIoinlFwFqeumxPSSD3/NpLrX9G2SBM66IZK2ArM8dJNQenjGKZLW83fJID0atoLEOyF82n+dfeAzIWvcsI6o83/NQ8gZZy6SraVaTXnQDoHp7WXr2SaqPnWi04Mk5TdQZxnqYdPDE5/VB1kQnF4rcIOsoyGLKpZSO2QR9kNWvI1b8rokyxRK+rmxej9j5eUow2rKZY7p3C5FqnB4aHCSl1wnIEjkM2R176YKW/Py7elBiisgeyHJ17KyrZ0EWm6oNsBgt5P75kQlc0AXTRWPqWO/Fvb1tTbhXK5nFrmxedQpHUNXrBzwA0wN/UMGz85oZsHFPYNv1mbRPlPGeUuZKpT0OxSg8wXgK5QVEsWdGUxMZYHH6CkLfEjCvurROKisDxW+CrkTI5R6turjjYAzmCZQzvFGOgEc0TN/nvVtIH3QXHkuqok3lk6a9p6tRVkZ5UfOjPZjfUrqgAOv2A7rahaHvco+gKiwWjau+Pi+RUtXBI5Ayel5HkgC9xIt/heqwFJzvn7ScrTRtHbPa14x+NzzSm3DTziGQlUQarsxrumKyHlIH9CoU8CzIqgpbdK3Ww30sijztcdHBWrakaBuBFRaAQ4sCzuJ0wLomoKsFYz0elu5Nji3t9TofSzX03sgmW5/YzBhfr2X9jZnsoFGtV4pVdQ4otVNHe5y7nD+FRYx+14E0q4w3VrrDVQ4tLNDnIKu7YmszNlXbBU8GzRwqewFtncxJJR1YbClN9e10ON7FCZmzstemCyraXMm97IGslTpWGXaOOccbqO2UnDXGRwI1+7zXj3k/aMuMPU9EOQ2OmCl0sHdR3rcUybKL2ez8lfVkN5roI12ZB9TyAVdF6Yca6qa54vTDbYH99FGOhkcEq/xeTiSUhZ/+mzn9rSiK93o4hXpIse8q8klRNNiX1ezRoqjYewVukMk2OlEiOgOwheV6pDPGIItqWtMRGQ+sGuSxjisiWT3e5GVj0q6ZuYunHes8/c7SCWMUetlBJUBsEZx80uN7bRtL8k6cFBbiq8a71g+2CtZeiaWTfQ2n6zzXoxd4e2F1BYjCv2URrXXIfi0x2uh/lCq1+yk0D/3gQ09ET0Gf7TmfiiMsaQwOsuxwr3nbp5W1fFw69vLQ8OXJPf0Nu+pauMokoykZ1XdWzLL65+ehfTvaEG1dcU5qHVF3feoSp5UTFB3Ro2eDuozzoLr8GPr9H80VnqO+Wm9rKzd0s5EsNqXgRPksh4aVRSPfi3wJyOrt5blB1uzU+3JXgCxEX6Daj4CsbF4zo+1rThekmTmk+Iwwdhchl84nQMh+xJuk4KmAYFm0GWCpqelBlezNoh/ZxClgDjnGz9wmLuozCkMBW9EXtLIjIvVEAIme5Hn/5dALWeFrFAx1aDohLfJymV975wsiZ+Vfbq4f2ZoBDzfIUjMv2HeZCW785F2llYOGCHby1/cMw8RcMF+1xulbBVlxY3dOrxUANImOo9YYWTujZekGWUohmqt2DhAxgLrm1CouWo1AOLzoAWuxxjYFH0j99dhoX5DvPdyK1MtO5ejo+sHerPplPfbd9/3tgKzGTTfiyN3nTPVdh2ZnBT4iXpbyK6I8OcIj40DVx0CW8HgLsmKHQawMZAkhRmoHe7KyTCi01py14Ob1KMiqE1Vl1n4X7+ZiiawEYOOpqgQL1Jp1rVxxU5lrCWTNIlZM2B4xJ3luulg+wfNeVibrAUGd7uBCwVmQ1fMAyI6cyiQ0H0dAVuwy1XODrLmJHCv+/T1brLSwQTPhS/JGxjWClOynT1tUiy/dU34uIA1gCyceArxRdMuPqaR+8eJeYLqCp2z8etcW9vpEoMV/I5IFoBYiWTRe3b/lABd9r32ICm3kxLlBViuve+B0nDOfe+ocR/S81I6X5I0+CInWSxL1fIORrCHIMkb4nBahRWltDdOwyXT1acEbZImRBcXo5sCneJOB+rk896fJIpIla4GhNDm07KWc2/t1D0wOsqq87B14US7qcA6qImckg9zfFh3M2z4XRLIi0w336uyz83itzd+/I1kVtLwLeqbdIoF5jyBrkwcc2jIAnQKytsyb6PTrgd1WcEQulz5GjtnIJ1n0DUbet3veWe4s3tLTnbmq4JguMhrWuuR0wU1QqSPqnLHjqSCrMe/csAGyYh1nmXqPti3ImlEGGbFXJ3FpxqcK9xRexPF7YdbN3C5tEW325oTqjQZC7ChTU0kzvycrri5Tw7+80PwC0lHGB8D3jOIfXfjHC3FhR5tLzOIsGsNtyqzAidNVqN+qFHBMvACweuQ7FaEUwpRG5YAEkRPmgbJ3q9KKTx+kPVfschXdYYGSHKhRLz2WgzLonVpH2VdAbdCeAwVq5S4udMDsx2kBg1daw3QtBm+rRmzLI8N2Bhz90umCKTglPtD/evIyNc6Oku/lrlsuwu/svfcriv/LpmhUznRlFrMFt4Xftzk11tDLIcginbzqPV82QINRcUSbfhUgq7eO9yagNR6r8nVHEamuRP0eIGXpTY2tSNEtp7c34FOEMqzymsa6myKoe7I8c5k9taw7JSvA1mP7Om/1zNhV1GBjrfRDHcs83jL16hrP412Vxdgs68xrP4iSHqm1BQtkyJuaGiePzhGPw6+DLT2xsIeoD5wRE7QoICvQvjsXNoLEw4g8NUOlVh/Gy4ZTulFravfZ6xfK3ab6vLdOWDvp+e/+8/8Z5EuEKFM5sOv8hLQD72PeCxi7R9d0kkcGlFcYYnzOq5uZKT5SphvJih4AKz+2IZKtAAyGczIhJETNjM376bvzee5H6DT7zqoCbnTpEZA1eEcW3gGvscdTekPrqKQBfiqpe8yv7mQr2aNV0gcVYH1UYMXf0++fPkilAFfhPi+Mv0aQyPEiAIo+2ZHg7CGlKg3A0sJmLwGNg7houwCZolY8ML/wx8iZgKytLGMy6UNJe2kmKsh7SDds+WXr87u5E7n2eO2IQW7re2mQ1edvQ7+MNcNczcpf5KeVv9U0FEbRz1l6Z/2OwPNIGyNHlU0nm6MdEoJXTLnEqBjpmYYhoiF9AXCbG/CFpXprT88mSEBBsQUGdoQyz2ezr68ay7J5P06BS8/i9RpzXKNh4inPF2bLn/X3NuJr5abo7cQDMVyLysyMbCoUXAFZs3X22WO+/7WOs07/UXrcEWZ+FZBF2jVEshr7UaNQFLXyx1HMR7IQLTseyaK1f9U+T3TXYKyQRex/p0PFgAuYLol9XQBZIlvTIIsYpkayvGcnApOuQb+yVixy6LF0wRtkzaaA0nTcIGuNKfcU/wzIatdXgCyT8sEAShQPwtf2bzriHT8VZH0UpcHKop5MGI3YDGRlIoy0PIAsqsdFvDQqhe8lyqXpgwSdsjxmkyJYo2ICzEpUJB5FHjyiY0P5BlngG5l70YfZxvhmTtdEoUkNzOam8ptwmYBP+j0zHhc7MCj+MiBr1el0g6xjs7zn8e5FYmYjWUmPrgRZG1Crp8fCQPSGZT+q1ZMTyBMcVWcMsR79Il1WQNZsnX1u+HpA1qqOqDRpIjLN0eMRcNQ5mgVZ8YAgMiJeLl3whUGW7LnYfuZBVuRQXsNmI1m8GKts+glpFdoNso4tDXjrRSNZZU7Hfb5B1phGtsQqyGoWz8aJGWQN6YCk6HgdrmAL/SCA9XE7fZD+jSCL3wkgK3pIhT32PY0ZyCq8HCJb1ZCupw1KBqKmtyTRkgqyNKpFBvgWCSN9JAdp6OcGWQ2DWuDb497Kp48DWWh7D/hakIWoJSeyhPt/xuB5TU6p9NsEWSSfq17+C6JOX3y64OuDLOFA6UfMepKsLQOcbCRLo2HV0SEppnYtyflfU7AT1vfOi+rAyNansWzNAqJvEWR10u7X1ZFwz2oEGssgoi3qSDULZJKyKaAugqzY5bqf6jX3ZL0syNJJKI7oYmYEgUbmUDbNayCLBF1rGYEsLAvNdJxxoAwY9VuOZDVkTcKZI+DLdXiHWUPxZZAFT8BBJXPVa0eVlROqA50ZtRs3l8a0sZynzeKli3WNXInE2XbpdwJZHz/qZcWcLkiRLJlw3LFlh1f6USIJreC2Y2N05I4Lh4HPvBcOr8Bx4R5ACZfKaYXSowb08QmFsv+LLtWl5wVovQLI4m6ubgAKvBTn/QCrdV+5FmRdM9Z0MTJ0jEahHJNbeXBsCK5T8AqQtXdfpDDzAS/18n6VG2TlSe3giZeJZEG/VseXdQaph9ywadknEkEW/i5OtHjwRR1XPYEw5/8MbMWSY9m6QVaheGMvXQiyKJV/XY3Jql7u0Yw1zEeyGr4oh1Z8YyCL6bnZS/agGvoOAFht7Z6tJyDrv/xfYSaqMnAPrJ21M/vRHOvWcZCB+tZEhuDWUN3IKJ7p8pE6Ym5wdvntqO3m6MvRC2bNoTnKQNaRsbTNHlUVukwd9ObYfpweR7smzlJ3txx7QEyJEbcKWGE1Ksq07KnCkk4dhQJQMMYg6wP/fCLl69ILNdXQ0hjgRjY/MWeo79P0VPutR9DLHk0qRUrcD5nOuaz7asBo9K/c+yLjEbDE2EoBFNWDOyhQhktyt3Sh3/ZTCciiPV6T8u9Oi0E6lva5EnhhfrnTC+VfuejW3Z5EulOUkm6O+JNTDTuV91OcpCGA1fRfZSoAIRySUqaybPyfo23Lz9QB73lnnl5QXSltjpwmODeEpVLH9N/uSj7Rfku85e0UQZns76FJDMq0lz0u7k/2er9rw5JKFZViArLgHSf5RPp3SffK+8bFSP1UCcpHnKRjiy5VPToxmygyBmF7le2MY6EPjyo6OojqMe2K3oHe5BlRMs3DLFl/YA/ARrDZLf2+J/ypddl3YAXM9ynzPY5XkLafBxxToZJj+g/BZrKZ6tpgt2KgGf6u2F3tCJ7/7r/+3wtLyWPY7JJalz1+yXS+kkFvFw+ezgP9sF5UruMIP1uS7DDNJfM1WckViu8IPV33mBZnCdoO+Ei/3pkVP4ap6+JsFBMf6/7D04cPBLLkoAwb+eqnjNTTqeqCXKCU2wcGZuO6Gm899SVZzOkEQXqi+7Vcqpj9jkBUiILpixu2kUMrpA45TIM+OeBS+of0q8b41zom2ZPH9vlLAlk7uuGMMVkXnFxOMpAVS7bRzlrC6jSJ/NWjgGcuUY7z2RiL8TLiDdHBsJjnhVDySOTqcGP9F4/omfPdCMZR63+ZaMLrjb4K9gB5ouKlImfkIu2zLPKmDz4C0oKsvLsoNwt82hM+ccHxPDlm25qv8Zi9s1L/XNkLo1BzDWopn30yPDwnrVvkRLYE0HoownZG7s+8iy6e55Vr5ProWMp7epUOjSsDWQBY3WjWDbIq1x6JIEWePzKhN8jaMxBez5NRevWGQVY1buuiLZ4V+fvz520/1scfyr4sD7LahcVHjaqP1JoEVnkK0NPmWMPDMwcFiTfDEbHUN1oa9JTBdbBF4EYWl/quAK53nRMDxTjfP0SBj49f+twgy5Jr5IzoLbwSRFR+S/79VkHWkfVkiX0fVvgGWax/M5/DAGRZYw7R1IwP4ndRtiII4+emP60sesdaxhrnDee21rfB49eArPWxBCARN/BNyWeNZMmiatfgqQoeUug8r7wNkCVOlrrvPc5xcXYbI8mWuSNZhr1ukGWIcUeyKjHeKMhyizEDKgArA7i249otyKL7WSyf9yNZxuhVSqBWbzfo0e1qOPABr81VCKz5nSLne7uCaieAY6NWAE+UIwgjvJZRLzfhuvfOcmCQVd41xjsiatagRxeKgX+DrFML7lGQRY3GqwEc6CLPbNz7VuZq/fTBLyWStW60nZq+C1++QdYlIAu6tzkpro1UEE/v8ouqyRKhDQBQDpvp7fmSjsR9X+cN6XMRl+sY1mZ4xJVpvZXeCa1NTTFN+VDTshaWNss+vkOVrQ+288Z53nhLIAtAK7GxknTBy0HWeWIemNfgIjqQYdc0egXIWh0JT5lRdoyKFyuJIWbr9V2sqhbXCMXh9y96UZh1lSK+8WOGiklVOt+Fhho8y4vDIjjj7EzDK2kYmyin+7HqwRcfGQSpc4YgkbmLK0QSeFFNUv3alYKjWSI/AFlSKKZ7Yj6l/UADWuDpPiykC+qGg3IhsXpicdeWNxY0vUsPw0AKYa0LgibeXPuuBWTcadn4NcnBdKdggJ3T70428QUVG8laf62oUVMYcq6sAVmZB96RiKKZcR+MLSAoO+748VWUfYYniH9BuuCInid699BX+SL1RE8EzTzog9c9a+mCnTTl0GLZ/7Ij7qN0wb06elektPPqF4PMW27Xi7h+XMIn0Ius/nKdNrcerLHWFWv8WouBCwvpFxdkU800qIr8F26k5R7YU3iG+zqrsxFV0z7oZePiDAE7757HBdcYXqdlwzk48pOc7SXFlhzU9iWRrPPEPDDDYQ/WaUISb1+B1I4OxQrsgX40B1/M2oid/kpg4rjSOUCG9JWjyssz+pGUw5DedjUtCF8s1klT6vZkhTnqR7LodEE5xl3ytnG6oPQBvAM5LtEkAixlP9V+Gp2kDG71q3FFfRV5qrRncGejbQkNBGRVjykAEPZZVUDUnjj3/LTt0eKvkUIokbH6jjfabKQEqTT4bprz6Sj5F7jH6Sp5enQ9I54erxUyR020EcDXBS3lj5gWhTEy93YAb9yfEulSD3M5QbEbZAXi7d+v2VL6KMiyxtng+gkV9L0ttzMgi/VdsubOgyw/+tw5ZY0Ev35YvUpDauRH5WRPr5V3rBOKmiygq41yjU40nJGeK/Zdz7TTKzMCtCt1j/Rfq2cCkGiubNiejxgw2sI3yHJkXp2TZr6T+8ZsnRwYMXvdve15gyxHzy8ZZK0ogpmyN8h6myDrqTnhpC6bMyBLgI7ZbEs6XBnCHTCxffnuvRwsQcgFqSQp73AUa1v0t6NOS5SMI1oCsgRXyd/4QSiNy9iVXz13tHhnYEu+g/FVrRoxqLf+0jMXzdJDMbKIXImYmegZozwyLGa9FBvICimGYyAxI4FfZpnRgjZPGzrwRC08jWjGCGMBxArcs7pxQmVj3KSnUdZSSyBr6G0+Ppcjevqae9GjWV7e6+eao2pkFx6hSAuEoKOjx/vbA1msYUNmAzuXWISEHmIr7sGszSmlq0EayepGuM7x18uDLM/LImM1IjSUuZ6881I27Z5jEXiInCw6b4/I4sw787qealvTLzPto8xwPkeVTYAsyB9XZZzHdyQrEPcGWZUgN8h6eyCLlfJpkOX3TCGSxVEynPhHBiilXG0gi/bYNOl0jVKifPAayeJTDB3IkoXHgqxnXQi4rANZVdmWVD8FSD7yRDWGY7Y3kMVAUfuPlEGOZinwavUp7uVC9ET2c6mF342E1HoIZOURspHu/hqfzyxos4tv3aNlgG+SxtSLZLG89CJZbIAmxmH5Sh0Lw0ma8DQP6+gXmKGnvB2Bhq3T8+d6d9YNoIcYj6ktn93e+O2CrMIJlKFQQJbM3659oziDswFIbqLsILr1AKD1siArA1gqERoRGsrcToR6+G4QvofIyRcHstb1y4oOW52Tpu4ByIJtg/cQ2cL3X3C6YJsGcJaY1hO0MolnyzoP3aI3BD6Ys32I778VkEVhkLM6Q/LXrSW/eoIcXl/zUo3mpIniDF6Qk8JDH0wkCHn6Nl+fLhv+RHdkbZcRUyqfpAuanG19XwAJr6zl3/fvv+PlVqJKSL2y0SNj3nG4nPZ6aRt8wAa1IymC9JaALE1zKVEtuhw50nV7jxd1/ejCztGFspdG+lPfrP1Eegub0Qyutve2fyV1sHdIgtRHkQ+uF202RroZv7aPI9zTvUQjJvjKnp/VwWzgKc3FC28AAocxK8EkumqYBOwyEYXsRrjKu7Vd5genP0Tr1qLViWCnMwK8jDYjwFneiSLSWGcj3XQ02tCpd9Dc0daqRuHJd9LBTTYVs2YJUmT+zl9y5bMaXDs7Y2Uu0ecx0uZ8R7GHg0VN5t03HPkn6s36XOIpZVzaQfe+JVHpS9XxMdAb06lbvm1TCX1ROqAAACAASURBVPuqTSaxkiCXn+tUo6Vjn5/7h/aEdzrIKNqPPMor5KRr5KHyICeHDKaR/hjNRivxfd22I6+jZg48P70msShGWeyDdTiT2XYlOfz7//b/nKXugWFPvNLkpk68c7LI6mQw7QNvrdbB60aYgV4dzaXFpm0b4DhJBlGAzFfnWKN40k506IroYmvEG8Ntqm/XHO8amzpCX74Dw3xsHfi9ePa3ogyyPuierG0+P3FKn+zJgvEI3pGITE2de79FsmQOZf8TH7duDFjML88R6lZQVaNW1B7t+1IaclH5vR6UsT3nK7xMVKt4C8XYEJC39Qf9ZtmzwlcBVImAadka2aJIlwLGYEXIuPydXAVYSqNqtXjeER2Qg1BM07QhPcWLjys06udMy3M8vadXPIgtNDR8ie94mRMkhl9KF23UM+u3B2i1BKJb/bu31PjNUEQc1qhM8hz9HhnU7X10e7NzTo8nyOaiNKdRFCrI2gHkdiZSMHM14pn6Z+QJZbJojwXgVfeTg6rOd7Z+5vucxZKPYCrKH9aHWd2Wj9EcOR4LnGXVWN/EvshKx06/JuqgZjOb6RK7jG3hrXbHbKqHeLyr9kxG9CsIP+u8no9cvdya1JfG9GC5Yhvnp1LabRk3yDK0nTMQ6gtvCWRZ+TuwFjUcdoMsS5K3A7ISRF46egpkbUxj752igyYoXVCSqkR5Pr/3KVQWRBO/fNrAG+/L4sghwJSALPbqULQLaYT6nBcngDBEv9gDhEUE/3oQxe81jE6gUBadArQAjjSKJd/TxcV5GiTAFgAX6uHIFgMzTwOALGt01Drk29FCsap3+svBuSejfs7UPhrLTGoQ6Ie5dLQ1ncBBAxkgGo2l91x4GkYLPPvSaI0uiEFSD8+Qv4XPawfjnWuZcdteEAsvf3CmxGhvavj1DKUrDCgvbGNwsYcw8WwGZFV6tvI+XunG/exz9QzIYj64grwD4doFWcR7yh/Mg2bPkI+ugE+ZWU2LWN+Mjk2cUHBwZTptJG9+eDmYueKQq4aMXTlpeac9EFPLTMraMZA1ISdTIMuOfCwXnk4WsM1o+V6ZMyArEyKvf4/2bLQmjerdB1kkSv5CaVkL6t73G2RZVbMYuXlLICsyylkPyg2yLEXfDsj6HPZkYW9TNQJrBJKUw3Qki/GDgikGIdvPd/o3IlkMWKriiwsrny64gSyyNCvg2/7Wk3eYpzhdsY1scV85wiUHZSD1sBq2vLTzpJR2jSEg5fwBHSUSFSJ0BYDpvVylHNcOGmCh0ugW2iLa4AhEZZGaLhgMUZN6tmeEnF0ERovE7PM1QymvdTSWOZAlddf+gA/5y9IwL8v8p4+w+nf7o8/GiwhXid7a9koKlwVZ1UCJY4+HZ2S0cX1g8QogS22P5t3G8LvKUJrjljGwiN716L2mOR2BLN+XHPTMnR44N6qZ9tqaxrQ40nroS3IkvuOJ4rQCyLKZKJQqXo3Ylg8NyMKerJByK4F+dT8gnXciLTehFoTWOSTikfTnKYYaJPW8fiwfDvZd49S+RtbySMxxkGU7mMjJEGRFaq1Gtq7SHQdBVjdSWB28Z/hhtCaN6h6BLGvvUF3Sntg5bOs8Jl3QMs0RNw+71Qdjj8+PtBMV2VodV4AsHkVotscUTWoikSmhEovY2lBSWp9N1YuXi46YOXvuPXFHamCuDym1M8rA8/CMcbjau2XhZ7GoE8s9NB7uLJJFzz9+2PZkbeDmox7fLkAopAsqyGI/Pi2mGcgqICyAHTNweHAAjgCcJF2Q1ZEoIQJefEAGIlmIBEgaIdObQJvup5P6zJyEdYSVWbjbSMYhwBDGuY1w4feSQqgpiUIcGVRNH6N9WuLpLaCMqtV9Ytb4b94fGiMjXWc5qyfYK3XknPp2QFaY6wb4Sv/L8dg8B3Wuyug6JMlTBZWnC5C3+/+0vVKx3IyWRrLcVK0aOz7q6fZYNlNWjen6aD4NZ1VX2fLR6MjriofSRL6l5zxp2yf2Ozf62vV2n77PdGhPbDZdcL1qYd4y/DWi1RQ9bD8OiGq2VsTvOBJk6Fmfq8GnA/GOKw1qcQSspobHMUM3WLDF+nGo20JNTIcBuBkRPH3e0YsNA+yArEbNgr/2gJp5KdgZc9IfbF13cqGpgWXFjnEPGM21XHv+VkEWCWFvD7Xq5BAYaR2/5w3hzJZuZM84QaRLEsm6DGS1dyUY5jwkMK0gtmuMZyQxgs8tMqtG74oi3iNDe2BczhjNnizWcp0l7jxvXbIn6/D0uwXhXC0NWAz3SnQoaLVnCQmf64nX4qv8xm9bnaNpeKg1B1kbuNI9WQKy2nuymP8AsjhSI6CkiWTpnqx2YbWyKAdf0AcyKUqH9oMJU3L0jXGWgik+/x3eVBygYSNblHLYDL6RdzKqWA2UFEExvGmvGdLAuKcajXO/6wEZvO8reGy596CJ8eKy3tv+FvAFOFbnuNApeeb5SPa8xU+rX65cWFtOXjaYEmEY8fTYWVHHiLTBljaeVo0zB3PUEVautyG3gIISSSLbh8TNHJQiKazCy2Tw9A7PKM0SP5o+tBwiToe9T5eerxzJGmVKMMAxRCaV24w09dATNfJ1vL2HamBMbg2+i3u7A90AkGLdK2v7DMhq1vgDQGuXUYgrTaTVrwX1dEE4vVxdrH5lERge3sO6rHYeoGvUtyoTUY9Pv7lTUORx7rMSydLFdjKSJWphth/SW5IT7zzMdFM2sivXgi8HZM3NsS81WpNGdU6zlq4NkLELQVaWN3mDrNHE2eeHQdaOoh4tgjP9O82cq16upFNn+0BVNtGwqUNVHJr55kAWg4aSLijH+uLerBHIyhZ4hM7ZrNxAFRzK9D2DYD7KHQBLDsCQeasphN4ylkM85APwpkfJG7mgvsJgIqMYdy+5iBYtcwBKDLK2aBVfxFy/r/t/UDnSCAlo1RTDRiQBsAzQAqYFu4th00ZXv3WQVdXBICVMLL1SfAYstlF2qQPvtvMNAKYGCfsh9i3lz8Fyz8of1m9fGMiqh5QYJb+YBpVd9pvJTWnhBlkOeIlTqzqzLJ0iyOrbByQj5mkAXTN2xe6czVUQSq2ALACKAUDnZUXL3CBrclZmMoSoquBE6aULsg3gdewoUnWpjtVRnwZZ//C//b9r0HuK3DfImiKTFnqrIGtlDI8qe9gI2enQp3y1Dm984yCLDr74Tu9MoUt+zWESFRxUwCFGrixgdc68h6wcH89fV7Vj0wdLumE5IANAi1qV9uCxxVH0MBwQycrSarGfgC/bZEAl9bVgSyNZmhpIxe3dW5ZJJCIiIKukECZ8V1Ntav/pu3r58w2yKtkyr+oayOKZHQCgHshCPyRy6SdT6qz9i4dWNFM/FTE/qDlvkIXVs0/AbxhkVT1Jv0naEjI6qhPMGLts0JLc7KfyRbmq0eYVPo77XlfezcqugKx+JKsrvzfImpyg1wdZkx1dKpaDrD5sEvkye7LOg6zMm4fvYkf28FysZ99LyCugsabofh7JFTr+ObL5cu9ujNmexEnsAYvUeOw0soa+Z3v6MuUcl1ziAvCVkHdkP6ofvVya1nbx8MepU6HBzPmmqXl2UbX8IwdfbHuyPmxpg5QqqPuyijFJe5l4cd2+4XRASRckA5IjV4xJBGThsmK8WxdcdCyCLFng7ad4Uk2qI0d29HAMOsa9AC1OLxRlxR+eNz13EKmGCsboewZZ+ty1SaqCRyBHY5T9O/wrQJekweBQCwFNanQoPQDUuG4Y8QywdP9OYthLHaLLLL1sSmLvuPBizjtV2BOI2QWOCZlwsk8DOsrqo/Q3Ebw9oRZQ7T/7a0GWrj4CWfnzmghVrgfQpn2qHwmMnU/5u0Flw33FR6lMTWVr6w5dL9Gjtb8jbpM0qPrh2HWcxrKpznauzx/tk0whepq+i3MQ6IY/s3V8d/pMl8e9aKfrEtYIi5h0qVKp6k04qrSEvmfXHy7LStLvpYuyGFNeR3JWZsOHv1hWLkh0qZO9a/BE/sJrliETHZPyp6ex5TbZTrUmaFFOSqp7JZyTIs/dvbZ0wVtSL4Ghl97N6KnfpV0MX7p9aGGEMZIVlIjY7LbvI9ywPjBhLd/nkfPfOoCfj4Gs/c1o/WHsgaCR2t4nDrzb+wv4oI5zGA1+/EGW/fokv9YbI0Z6RL+aINMBb3BMlVwdB+vKIKurdXB+9oBAy3WS+dkxEmwEydYrFxF/ePpIlxETwNIfdA1lxUZEZEdOF3xPR7bTSvhOU+j0uVWp9NylAjH4afeaoNucvleAlCquAqLkMAwBYnJ5Mn4v9GSdau/Y0rTCcoyqJbpG1RKbHZDCgh1Etnihs+mCOLpdEJM2oEajfkf0yo0GHy0rbejOBhsBsyBMSFINJjqIxBuZ3rRr94V44FupQozZWZyn0mgfIfW2d+QuQxro0bYU+O683jMOawAL6CrbSSUV10gWbwRUEF2lvpFvTq16+c+6nol97AOf+dHMQJH52o6WnAYFOw2cp6cF6AdHwk6l8Sl3sa/OAVfAVjVURe0sAIUFno5XGpR15FK0dYZ3T9qgbPD7OVl1dmM9qqPo6fGcb4qkrsxhUlXbjzU+Fby5wEdr1ZfS0VGdR1bP9aOuxWadGo1NbSDeGrEOslplOa+4HgmyqO6TxDwJsmgK6DS0c704yG0PeO0lhCR2+6sBWWR2DRhhnb5nQNZHPniiB7LYaOyBLNqnlBx6AUXcbBovef9mqSDbngEWiFLD6VSKl7ftEQ7DsEBMvKystYoBUCJWHLnSQzVMlAstyymFCvrCfLAmYyOhelVLVERPJZRDQCTiJemB5CU0pjKNiQAZncaoB2xEnq6RLAGt7zbQSsNxwFb7Iu+2C+vLgKzXN4R5Ll8DZGlKUOEFde7srW0CsgwQ5lSrPsiaXyevVebreia2fwXIKlJ+7eAWa7tiDs7T822BLNkLW5XjyvhW6Fn0Z5izlToWp5stsvnPOZAljs6rQRbkZl4Gz54KXWyBecI1Jd8OyPK8fWRIR0AWIsOcYfPv//v/dwATHGXGG2QdmeQv9Z0VZY0xPgJkNSbDwAvBCuJsJIvMrW8YZDmaA1AQXQ3IQhn6DtFHeFL5YuNyZ5Z6CBVkCVklYsYGAv2nJxfyAgMPrbZno2H8ppn/kiqp3lTs1flsjqtnYGQjWDYeAZBVAGoSAVFvL6dbcrm674sXNFnVFPDBACMdawz4F4lk3SALPElH8+/GnRR4y+TJutZL+9zT3481MKXlI3rY93newNtfq47aDfu1rjy9gt7n6fl6ICvjh+LECrxSMwb6FJ6+piWJeCGydcWc9Ht4g6wV+Sj6byFCmdX/WiDryFhH7+xFg9N32QRRK+UGWWEpWZHHzsx8TZGsEfONnh9ZjL4WkMW214uCLBJsHJ1eG67pgjaSVY0mBzgORrKy45nj3Je9DwnIYgPV3PclpBOwZO/MojrgVeKRhnQXAVPVcwVFb79HZAvGhgXCjKMApsoFxvHkQBzrCzCl7wSQVaJX9Fj3o0hKoYAsagdH5WO2ZC8c9kQggkYIVc397auqotAv/deAS6ZnObEwGshUX4cxD6TmjnTA6vNrIllMAf3Je9Du4xI6lRRAMHUnlQlRUK69RMF8JGs4dg6M7icQjp4P22AxOeBHdRXfIMuS4zw9x/M+nFcy3g6kC0LvxfoBtOzYcBrhsC8TBbyjSl5AZMvy+Ii26/KwYtSddQLckSywwpcCskb8lsqLAVE91n88yOpuGHzbkSxemE+uR5v/fULlfBtFZhg4UkKu+ayf6E2eoe7o+PpRv1hBmG6MyqezaaI3+fP1tFJ+o7dxW3Li2FB0CyXtx9oOvvj4kUDWJn98wEQFY0dAlgMQm5EYj2dO6eUmTseu6X3lbpEwuQK0ZEx8xDt/FEjRbzZqpemEdk+XvqnltHzZ8wU65ekEMLZLbrqeIFj5wqYMikmPg0HsASHIEQeAowiJvfyYUg1xpLGkEmKhl38/bwZ8MehLFmFtu8pHNNZRDwxk7Bn6VkCWlzp/wAFoMaOHha4xgdMBcgJn+p9NF4wGIWbIsvnwhMKZLj68zA2yLIm7DqR9vOzXtQCuR1kP7RSTblzfk7U3jgi02DkFPRs6ABqAxzOdX9YJ8RM1keHC+0Xn1UaoPis/jj5JXaQnz3/Og6y6Tp3vTa0h0xw79Wt2x5ketE6oM7Udf3d0OFiWynektWgH8dobnFMiH1L7yCaUlE3JtnlMuuDq/QLc7XMMjtM8jhDYM/OCpkwa48365zrx1bw9YsRsoGpSlkfRHz2jSkechNSyHqEjyJoRqqyuPbB3zNOT7MlCw8a7YhUTIlkftguJrwRZ1pOfnYg/mnvr6aEhDE/YZAUn+y7ju2XBVxqwcRDBpEyigkxEvORiZujS1FDQiJakxdDFw94PIxCJQxJlTxupMoleme8MR/M9XBrJ4n1qbGTUQ0cEOEkkCwedsFba/k/sEX7ANVYjJzgnyv6gaiD//+y9+bclt3EmmLUvrOK+y7YoySZlWzItLpLsbrt7ZPunOTP/ddvydB9bp7uPZEktaqFIkSzWXqy9WBPfFxFAAIlMZN57X228l3z13s1EIoFAIBBfRCCgC+dXAWSVwJnUNHopr67PbKZ1KOnVqOCpU3RgHUxHkFWHUvHV4FEfqoaymNjkUfqD7V0ieecanXn2YXZtF6A2Kls2G1OXFq39FA15vibeWkUYePlnxmQGIE29Zo03q6mAVhW7gUpDsseGDfVk6VzyCILUBp1q6WPSLtEtzi2Gi69HqQ0y9DSHzgClNWrVQO68cA+YLHlhlmdLSh9Umf5+qp6e0WtZoUv45HXGI6bKM1pxUzYQT84jeybpJfs9WZFUptz0RmZmydkFgy94/WNRZM0ESMrrDkKWeqLyiQRZ4IhgZXE+PEiQhYVxKhVxb+xH96twwRGDMwzQgnHNUgc1V+vJFqbszYPzy8+HEeiesIUKSb+nIMvqNp2l5WN0haFWolR5UFUrhr+o7hBAFvWI7KXKHjILEUxKSFDejb6HTLtHYg388FMlZugd2sgW7hJkNS3HKxTpibS9HJstj+JQIF4qoIclc2I0nnTDjur2Cb2RDryso5FlN2iGMaEK6f+leyczd3fb8SAl/Uwq5a2bwYnTk8xbvyUQtg1A1u2ba9TBYyLKdgadbNyBiXlSR4mOs4PO06JnpKsNUUspW0cHuDfLn+/V2/IIHMZcpJe+hE2JBhY+TbFmEQsjTxZBvgM1hFrnHrWMokv7W5bbkj/3IGszsk8+tQZkZWPimka4J6zlEauvqSNLdY2enh/rPRhP1mQvH4NwwSpcrdWVueHsEX8NAzzuZXuKdhLcrjNSyi4HulP06YnKJxZkGUGiF+cgQVbrwNZ6MZ4ao9UgyxRnB1W+CMdFv+UNAy18bwHCEsFdGmXo2Q3Fw0eQlb1bS0MC2Df3RlRgqwBRYf8VH6EXxLxX0BbS/i/l/ejJcr3UQwmRVp+f0TxpKPwV8VsgKylVoU19uTPnDevNPqt9IryHe7JqLbbfoKpEH2T1qyylPEdlzhvmnq3KSxHfA6BH3jJvmAPxubY8UBC2k5Crid48UJA1zZ/LQdbEKk/ZEcFC9riMvVgz8ySQibWNH+6zqMv7mfmydA0eyW2Th2xaqL8+0LjVyGTBJ4pCUiPQIYdT+zOJt7sgC3JbCeSGqtKTZcpvZ39jn6ALZddURXuQ1SdxwbN9pq/5t5aH+f54P3rdmBq4R95uGQdG3lqfC2FuTLOC9o3vfPOd/9zv6WLScRpYaZ1gy6XHdgy+i3DBWnjGbi8NltiDrEy1toBX/pimZ7WANQRnWWLMnD2GVsVyhqmpOIcPJ9WqSbBgzezXWfeTVpR6T1bRTJvYFipH4PClgAjZj1XuyTLPTdUp9bzkULbDR/W8oZSogQp+7bnJcz6SKCrKNWxuW42EI2ZorGOW92WpAOO/+ts8WiOaOXjy8EErp79yGnnUr2DLPVt6X9+Q/x1zQX5j3n+l16InSyNilHZaTjMMqvahNNR7+OJJLfR2DD08bGMwDqbRd2YLb6jDNXsLQcR73GJc9mepDJ6S6/VIz82Zdh24ujbgmm+NvIP+BQkTeaJmMVPdEoBKLa4AR12HjomWVp2bu+10HOtumwxr1eHire0RHku6vh6JzvckpDXwID1XNQ0OGmQtBogGdEdj1Jrjxh0V01BPaMmq2srDYo06fE7PTY+Ze0uA05Iys7NTLVFFIqERhXDfKimUVJPL6H02NmWC1ft9/KBq7lXF/LeD6V08Hj0iiYLk8dt3bvEePGJHJG76nni9jh47mg1Oga5Lp0CkwZz+t2yopJGy3q76VKxE49vC6evvGRsXl2qr0y3dRbhgijLZgJdbgCj118B7Wvt9hQ76jBtNIyibmhPKrpmXnfx+3d+bvLoLQJZWaXN/9yBLFxz9WTPYSxf49ogdJMiaUilaLdmDrEyVNlPXh6rOi6QUtx30gjkZxLHqCKmeJwuvKriR680MAmh0YVE7OnXWISSMPa82esXU58mrMwOykMUvb8qs9q4YyPIsdxlkGdiys6NccJX7UJToqn+M3fy9A6J785dCd2IckjcG8ibQFO2Lni5sSgbodNCkekSpTGjq+Khc5L4s5YEItiKtMuhSDkv7FISuUDR835crISWdDZxhDXbtozBoaSgNMxhyJCLgkXDJhnZe9ieH4ozZeRdyfFkdG4Eseaic8rgwP1/Tgum0GgmNeamfwbLr2w6yXFD1k2vEMWnta+QIVuO2yLO19FDpxcBkXkYvunugIKs/3qmNU5ESM7QoWIniYmKBadQxmQNsEdHmCy2VR5u+KicRmp5LLc+Wyvo8f8rz5NSQ5x8FYW6wKKwWsk7pMR44VxD13ZUETkdp+DtEgHX3zp3h+IkTKTIAotxBXWs+9eiwNcjimYzL5Jy3pWalTcDNowmy5kP9Iu/O8THX/WDQ4sqWpl/5jrpO8GZh2JrQt8q1IHBJA0wV+kSHoQ4YZPXYuXX/8QJZTTlLubJukm1CqcflmTUga3IxojajPabSMVKoSmosAje9/T9S5eMGsnxZc+ujWgMVVERP1lYgS7wohZKHxRLDExSXXYIsf1fiIwq9Ce5Pnq6JAglMWSp7i61Wa1gOKaQfBe+RRdwtqgSNLI+fUqHn2wAs7bUR2ijI80Uh78/yfmlKdwBTA1mWaTCDLYNL7glhWe+/c2jpAeOByBwUZDFs02pEVys2HUrVkGlQKLvKfAn0Rq1pKaXSwbUSdCwT5pXuBK4hrl22rLOhsCugtauSDogyyVsga7zGkUdCO2oaJU9AGqOOBYmCYOFa2gQWLeovrG9uYXrgIMsHtGdxs75N0iKHiXr3dK6H+hMTjWnnWe92kpehoO94b9iu9QI3NsUIAu11nixfjk+iN/tGBFnl5MprSJYPlJOUpdIvkb2QRfBSHTt6dDh58uTw1JnTw+nTp7j+nD//+XDt2hcEXWfOnh0uX75s/uMcKVBnKV5Cmz3IylTaBOzVmlgPPJGT5gzNXHJbgtmZpQZygS/5XPlsywHixXR9H3NJ/X7/3g1pj56xg/FkLWHpusx2grxnCV/SoqlJNh6uGW9JSjW95I1Pdpk9yJof354lco0nK74JAoCZBPFbUrhvB7KwcCG0TQBBAFlUDl35PwCQVVvsexYk9XJp9sHJDyUqgCcAVFaISpCFivR+9Gj531QEovC36KNktYKe0GhCXLRy6KCCVgdqsPiq1dbCNqlzBLVdH2yEk7hCn71jGuZpXi1ai+sFdLyALQdZAcR0FXpXpCoFdHJPFhJfLAASsT++5qZrjwLIGnuhFI2HvtFznIFawbcO/nyO2c2D9WQd3J5pZfLt1viZiV1Nurhid97psmvEjwEkVDw+ktszdaTsoDNiaVMtYGtQ0Hlx9vIjcYXBq0rpHYMsFHXa6TOHUhiDfQ+eLJWrEv53RMCUeKWOnzguYOr0cOrUqfT7qafw/STrunDh8+GDX/9a1jRVsM+cOUOQdfv2bf7gDTqnooFnGYW3pucT58laRrepUi39Zgq0NOuoQFb2OCl/aSIs/6js0uXRd/DFWseetcLz1TC8T7Wfb58Dh7yfZekB7MnadGC2E8BdBWtBsxbvybIFsCk3zWK+4HVfiSIlM2bBVyznUaeqNxVXbMGvnQVrKmSeBK8m7tQgPO6erAQQALIQWiFWP/xe48k6dMS9L0cZhob9QK4UQiFPBlwoT1zd8tDEDHExaYDTu56vyid5YOvoNrcel7KtYgQucpFBamWdg28C2oQu92XpY3pQsQtvCxm0/QH+fg9ZTO2QVxTZ8EDj1BN7Xx3yFcJjUsggQ/2EUnQ/gWK+p8oAkrpK7IwtLieJdRWkuZfRrbl64DFK6blctgJNSp0yjKcsVk+4tSCrMWkfR5BlPO60SR5BGwruyKoZNxKyEaqGw6dLztcHUj2GqR0ma/URqDUGdClIHVkDnkSQVcuA6rtOHp2xxS0bFV7Oq0FTuUrjCjCSx0N3eRiwmJx3dqOzprUeL4OhWnzQe+ncfffe69xNfaHgUzlFnpSv0E/d0+/XNLGQ7E+SIkcszBwGLtw/evTYcPz4ieGkAKeT8vuYgKvTp04TMB07fmx45ulnaCC6fevWcBfnPMrPjRvXBUxdGs6d+2y4ePESQdgR2auF5jz77DPDM88+N3zyySfDhYsXbf6o/FvzeRRAVjH3lzTe+KZQoToAYEm14zIbMGiopGckrd+Xo1e0Zw6wXE/gnluu1U4AB1mZElOGWtZn6/rsDKjomPpg7Zl/dg+yJujTtn5QVC6cr0v2+2zG5I/fU+39aWUq5VGvKkXEjfdebknYxVTI2pqxedxAloIEFTjezxguuB5kyXJooAqeLCjqCrR08VLdRDXAOlzQhWIc20MjazA2CGfB3bMMjcFxUPSt7/WerShkM4hTwayhfNGjZfu3sGcrJLxI+xK0U2ql3SIWWQAAIABJREFUJXZStQOf7BWzunm/9Kr5O1kNf0z5Mm+Ggi3Q2GQQmDh4oGANRhk9rJjQKZOXj2giDe+z/01VKLyDMYQtWSbvW34A5TTIqsdxEnQ8YJDlcoOywcaPY2G0aGWmrGUTDPJxLYggSzFs22OY6gGN5ad0Zo3PXovvhS9y5M2sGha9oXWbW3OxVcY4efrWtl4osvt2htTpxpWywGdYu3x7jR+XDQCp48nCmOK/L2e8YTOE5a1eGHz9PFrXC4lbsla225X7Hu+7DM1ySO9Gjz8hKeYBQJgBLHioTsjPyZP+Wz1V8FCdPKlgCR+sUXdkn9WNGzeHS5cuDxcvnB+ufXF1uH79uly7QbD1JeWzys5jx44NN2/eHL75zW8N//VH/yBhhOeHn/zkJwLCLsockzWL4dgLFTf2Y3nZJt124Mnq8Unr/hLZtUm9bjjlescg7j7QGq+55ZsZZtfzAilTYVYkAV2G52lbIt+pc3S8f6vVbz7nxlN9y+yHvQ5tpsmhSworANG0DxeM9N2DrI0m48RDTwzIsoVkgYzJlBBW6u0t6QGL0WHGqDMs5OTWMNmT4k8Ljy1+X2q4IBYwjgcSX9A1noWUNzop+r5IWrrwQ4eOciHEooWsTvflOtvuoUxVuKDKpFIKPSiQFd/dtmRpGKB/FPzoNwVUOXlGFOIuaAGylLbqNaOyE852QaghxkQXhTIkMb3T32dgLwIjWonTQcL6hBsaVLmJ98PyAG+VKRVaPisYHqrIvV74MQWonrYStLNs+qesdHkRnHpwWskprf6JNqDaSmVnbk8W2RQ0JMdnNSEZJLYEWeQLq8N8j5M0dGXcgZoDswjc4sPabvdk9sHW1Ca8npzJ73wSPVljLu+rVZQGiVvGsquWbV8FkBX7bCYiyi9ZE2RtwM9R2T91TLxUJwRMIbwPP8ePHWcY4MmTCAM8JfdOCkcfkdC+W8NNAVM3bt4Yrly5SmCEsD+sU198cX24c/uOKfYQWeVaBbCFcng3sua+8cbXh//7//l/hxdffGn42c9+Nvz7v//7cPHSFcrgaHjqCbeHArKC/Oi1r3nfhiUChSXzfVEZ0RPUGAkh2tNmxq3zd7gRyNdTlgxGyla/NPtt1sfH7a3X1uXtS+u66UA9IN6iVZd+CWMdSAr3jVhFHtrOyrWLcME4qLEXU4tgmzm6EHdTAj12zz1JIGst8aNClxTIvvmjeM3aPVk+8ZmK3GKMv7x3p0rhrgkdNgFZAFjwZN23jArO6Y+CJ4tr1czUi54slfFlYRW8AKE5BW9podVncrggkdYIZKEMPR6MFy8BnQ9uL0X5NMiKe64iqzDlIDIxqBXZvGIOtGoQpyCrZb9bavmN3F3K7Z43J9HdFu0REJZu7QpkRY8VWtmck1uArDSvvQ4HRBPCIns8cgGMV72+aHUKrnyUSKfgqfQaCstxzyTbFWJ7kJVJtAdZBS1E8IG94D3Cz1H8CKg6fgwA6iT3T3EvlXimsK9KyyH1+v3h9s1b4pG6Nly9doUJK77AzxdfDDeu3yDIundPw9lRP+pVz5aHgql5RL1Yea8s9l/hGtrwyquvDf/4T/80vPnmWwRdP/3pT4ef/sd/DJ99dk7qvbcYaD0IkDVad7aes+N1rwsAuADOC4MmqAltTQbdVjVcSyMQ1wez7NfkJvFaaz0uQFa9Z8qUo9wk02mS8VgbNuXIXESjGRL1nud9YFOstY+GJysuJ92VoFlgNyBrGujVxtVJHjVL92a9eLKeajOiTbhKuGSFvVbagqaBPxdgWB8rV6z9EWf8HpVb3LjgtaNq62d6E7OuYNRXWPSqi9Hb5fXjtwIpYAYFWQizwGKGNOZrQdZh8WQBXDnIgjKfaMrhgUdDx6mgdeqQhknFjyybpQueD85TuQj3ZHWlUjgLsuh2yq3OGCu/U0FWDotI3kAuGCY0WY1/V8EOenqiDA0ppIpgQMsOQNYVRRcW+7fobfElcqDe0ESOHoZj/o2wghCYOcBiGvfas+XASpV1hnkWgRKmxOsN+8QxG3GzlQkp41lcGcGb5uGKqdc+zjZYbZDVm6Hl/WIOpFtGZaO592SqF7Wu05qrMeSw4OVEspKidS98DuSpkOkU25UlYKCjZfLMIxPHCSSPPViquU1Ro0X/7YygWuPSdq0bfy2tczF93Ns68orWbZjijDxTi1FVMVC+yvqVA4h9+oQ2RVI3yLBkXaupUoQLmmLrIXLaRm+sUd/CWbMRTu5TZhgFOVfUW45DzzE3jx5FBIN4qY4dJnDCvqnTEur3zDPPDE8//TT3V0EuY21B/+8I+Lku4Onq1SvDlauXh2tXJdxPANUt2V91R865Yjm+1o1BKuvwPsjQW7du8z3oB9etEFngwAvlbkp9AFko+4J4sP6vH/1o+Pa3/5zPIbzwg1//dvjFL38he7jOyXvv2oB5X+sxdxCwCd+FZ0jveY/KTkBWNW1jmofWujbqla1hU71VLrDlyv6o9Q5lr1p+6EPk+ioBnJdNIdbGr616+LzXbfO3NtgncefRNMHbmQ2qqD3z95ajWzy+zF5ua+Fb7/5dg1K7bM6DqWutAttuVUu9bpecimjppnZ8EOToTKIH0QQT6zZd+2+c2hvRf7JfQmBFz3AzX8kB0XM9z2J1KqfrKKRQeqIWP1PyLYV7CbKyhyW2oQ4X9AWb2QUNZB2SRZff5b+5s0hm+6ZStBJafXd/WWelVE0J/fgWkK8ol+uIADXtyeK4e5ZBUxGj4gI9F4sFaAyauwWvuYD4u8TTJa0gUEvlLHFIazWsxhuhMwwblDGggmSg6L6FGLonSfdESL3mtYpKTQY2tUGDO4AsPNFlIX4v93DU57hphkMQqj++/Zncmabg+YWV9OZe7z6X7ykzqbWhd7/V1ER1eLiIe0uN3MMHU2bPCY/kMjKsGZNdgKxlrdqsVC0PTFYuzn45lieT7Vh6CJMMnfPjaN/MAeBNzern5+2ZMcgMQthTCyMZ2nHPDW7SOuy7PSoeJ3iPFFQdHU5IMopTEtoHD9WJE8f4G3uoTomnCp8rEtaHvVC4jr1Sly5dYqgfgBTOrrojQOkuDXtqsPJwPzwb55XKv9xOsDLbIeGELGdAmcY1zm2sa5IIQ/6+c1e9XwCBz7/wwvCjf/jH4a23vs0+4L23pR1/kEQYH3zwq+Hjj/8ggE/CBwXgMezdEzjFNQh7JZcKj4acTiDC6lgiPzbj8xa4Kb1CEciseYe32cMs03gtJIyDqxGQtHWuDt3M61/ZygiyarBW9yfJR8jLyjvmZTeRw2vo1irrNKAOtQdZkUR7kLUtc5XPr6fnJha9Xpu3BllYHBacrdVrR31/vSAuQRap21gYksJvh++6J4veFnhdZAGMoCIKIyZfgPLOdOIenqbWTC5OuwBZeGFFzyWHeG8NsoxeZT2lohkFv7fJPX+kUwCICmioJWhaePlN2qJ7lkLfh0ffqe86Am3CFh7dCFwZnZNmRkIFtnFFUK3AUJxoqWMyCwsZtNLaNrmOe0UYYfBoBc9CuQDa5nVLprFrkBXX7A5OWTWl3Hu75KHe3OvdxzuWLN5LysT20mjiCjhBFl2Y6ZPmu3kj480p8Fz3JZd7UkDWBMDifO2BQ1+jFtKCr1qOkCYTqyyvosvOHE83/hio8o39uEevlMiAo5a8CECKP3IO1REBWABQZ+W8KYT74TqAyDHZSwXBdOvWTf7c5O9bw1XZP/XpZ5/K7ysCwDStuidV8sNfAZPy/NA1a24+uUGQiZWQ2McBjxtmKDrFWwaAhbBB6eNdSeEOwyH69wJA1j/+UwGy7sq9I9IXAMBf/OIX/MHfWNsQkqgJhKLHBH9vOii5f8nbvRCYdAe3KkA6xjWfTS5B1pI6p8ajdhL0QE79rhZw8j3Lo6iFCRpFkGWDNMs/zmtLZPYS2kyWMU/wkjoS6N6DrJpc60FBXcPekxUpsp6ejyrIWjKxZsuYxW67ekqQhbqmPVkWv548WZrUAdY8/HjoxVJP1uMAsloCfzTDC1CalbMW6PRFWO+5iZIrc6pWOTwkwTALbjxni/XwCV0MXe1LC5IaavVjfAK7repOLZClRX3RYoppKA2eqp333IMETZ0XUmIMP+zYbqhKZF6TXCcuIKukh1uoB238KZXYnierBkIjT82meg6ou/Csk0YnRpd2sWCvBVjkDeMDTeWv41IAKW9pBbLy0FRe0caY7UFWHO4HALJEXnBdC2OxsT7fYl51B5kXWkAVQ/w0U+lRAKbjx8U7JYknZL8UklGohwqp048r4BBZcUe8QkiZfl1SpSPcDvum8Pct2TOFNOp3794hmMIeqmvXrjLs7+xZSbkue7JcZpFTsUS5KHO52VnUPYIC5MEeKvV+BUGA7sGIJbIVQAs6lka+K8h67vnnh3+oQJZmwZX65Bl42T744IPhN3K+FpNryLXxhK+DK1qCqFg8WEVeCgz8dMDVCCQtEUahjIetF49VUQJcV7zASrCXnqUnMXuH2mw3pofSpLwe21NTtV1DBL9aYhfyeCWpU3HyovGjrp39j+MArp97T1ZL4PaJ+EiHC4IpD8Dz0qdKXWIPshJFHhGQdd9Alu4ZKi2Mvti1PFkxXJChavDhAARMMEVXKI48WQHILK5zXfw7qi3X+7r1Gr6SP04jinm9XFkSeexloqNBKfds1Ycee9LlVJXRX3WktJjkFPLULgKN2zRSrxXOLTMvFX+HJBamkGvYnu+FQIbIcIaWx64nUKV1Jg+XgzDQsFhoKpAVCSzPqLdN6cfWdxZ9rXrZQlazSavu3vumZNqmz8X65ndotd+cqJk0VS3XAqMeMqj30z/VpDRPZ3idh5hOz95W23oeoSlKzlwn8NjgudEjYV6wzjhP6hdMfQ8Tf0qo+XtXICTKWUs0pHOSUyGFWjNaQC51U1u7FT3NX/U20/iFPVTy+7gAJs3qh1A/pEsHiDrO68fEa4VxvycgBpn9sHfqhninkIgCSSkArJBMAvuXkDxCjUSQrypj9VwsSWIhYXjXrl3j/TNPnSFI00FUopENa/rNgCweDWIp3OGl4r5h+WgmVPyl4EUjMBAqiH1aJch6Vs7Igifr299+Sz2/eF6AJtqKD2gDT9zvP/yQYOuTTz9lmGP8cC2UV8d5Fv8u5EFGMOMQwx7I2oFeVoAoEt3WwfDuAiw1pticfGP3mv3IA6u340DneRWfVz2jLttoUOKecK/ST6aeOrDr0XNlf29iOHtiQNYuCL25uzi/fU7x3EUbF9XhlozeYrGosm0KLQdZ27yl96xuyd2OGFsrXVSkt2sDhdriPVm1J8ti5EOShhbI8pANV67VioNQwZz44pAsWq4dUZ1pKEq9vo72KERvUXNRqAV1G3DUC+eoqtEQVBeKhcrHLJThepa/67lZ7hnM9xRQ+DlclhjDlS1fw8I8zWMRgZcl4YiWyRQ+qERPirwoQdQvgxKGv5l2I4EspYYuFBpO6Hu3/Jrexw8UQlUAqcxDoXMQl+pA6Vr5rpKR2LlfW+6K7E3x8TBXc20qacVUxT3+bT1X4cvVbS4esDnle7BGlSVQZXeK7+WErBUDHVUYSZbKo7EcX0vPSXpJ1UtbMU3QLAtyOKXzYUmL9gG+GSSQ/7sNWg44HWRBFvh880Q5DOWD14m+cCAve3E0dNi8g/xlNj85rBfJHo7DOyXhekhCAc8UgJSGwMmeTzgzBYzcApASzxNSpTPkTxJSIORPM/N9ScACrw6AFxJMKM/jYaWnmUX429kLniZkBgQQ88OD47i0MPMUPdl/WUtwBiCBk3jK6I12I5GaZVi9ZxbUo0iUVGgz6jh79unhP/393w3f+cvvMATymNBJogmlfwYQTUHGPjKcpfU7AVu//e1vh0uSNt6TgKD+I0dAw2nUj35ET1LTqzQ362d0gDqiZE7+jKKlKpDlIMd/102aBVgmN7l2FDK0nBTtOpR2fk/P1lrzqeTMjkDWJsCIcsCNifZ7mjOm+8j1+EnxZK0ZyumFdRMylrWtMHLtosnNOlTB664UB/b+VHE4P+ngXzb9hm0VPPf6bNWHGQG7vN7tQBYWVoCClBRjJMQ0fj/vxXLPyDTI4gK4M5A1v0KNhf48j6+eAzpxMvu2hDxBlRaxJYUgi2qarmq8p++2pBn23a3DXKzTOSCmznBjtwIsN8Tfv6+hM3Gx1Gv41B4kfbN6tfhHXiRs/0Gkri4gIeV7SJDhAIzhh1ZXSqAR6qbSWJzpNV5UFaRP7+pqjdGmi2LsX11vfZBwb86t5h2QHNOzV/HK+5P1uQLg9QGshGuKi9tgy+D1mq1FI37bGcgCh29NtKyMa7vGctLJZHBhdhT6IGsMOueHVa35nkRHBUQ2iHA24wxCA1L8LWDBk1CcNO8UElJgn5Fn/oN3B2F8t+VMKQCn2wIibt66LqBKwvwEVN2+AzCFrLK2B7fILKveMxVn+ns0DJy6Jn90GrOuawKyEHJOkCXt7H1a9HSAhWcF7hX7hCGXlHWzLI4gi+2G557GrUNyqPFTw3s/eH94//33BXSe5oHGTARU8T/azpBI8dp9+PvfD7/kPq3LfA/kGEQyQhDTlArPu1yOcoF/r1SzenKlkPUThB3vX7Y9WSRZuX5NjU23HSP9Mc8xH5myjnpOgKcaYZnzM28XwqB8Q1wHe4xa3U9r6crnYvE9yKqItytP1hZjspNHv6oga2qx7gmUHtGfNJDlm6Kz9TItK3uQVS0uI94J4R4RZKkKohZZXevMC8WrtvAR4GIltzBE3PH6TDlUI3Kog4gsh9rBQu1rv3q/bOxaGlLyYo212KyEa0igHnIcfzSpBn+I53RvVvKCpbKekbCtKe9BVk+6zN9fCrLIBpUVvrbKO+jaDGQVqkM6kmEbgLQLoKatetAga9mYJm8AEYzOLWb4Mw8WDu49LsAJ2f14kK+E9mGvFPZPAWj5Oo55DuUfB/TCO3VLwBRBlXy/g71SCPEDOCCIkr/pEUICHgEPYl1ANliG33FPLiIatP0QPUEl7zCi7hEFUMFhwfj9tOzJOnoUCTK6jxYFkgdLKmT4n4QBuoycMrA4yCJoRChjMDLBk/cX3/nL4c233hy+9rWv8UDkGmQx3JD0Qf/v08P3iWQf/J14tHCeFoCXAuFMkdiWJsjaIPSvp4s09/THPVcG1lsUT3WblU6389L0Zj/5qV47ekcitXXMaPjbBGShuXXG2y0tMIXhaV1dXnobo98eZFWcugdZPXG58v4D9mTtQZYtnrYXSLMJqpXQU7j7/iEuOilExMd1wpPFuP92uCDFONbv0VyaN/G1wwXn+MvC6FKR0rI2u+gsZdsAcPyRejE6NFpYxxY+BUV6XUNKKuuigaw6AyFpybO6bHFkPTlzFEEV93U5CHML+ZjWSZZxfc2Li/cnAioFUPqTwZaFC4qFN2VIQ7MCEOPf9qxn62JmMBYrdyT5Adb1UByIJ8tAaXzXk+bJGo14w5MVfRPRs+Unm/UBUvCGVgN3yJShfh3Tk+9hg6xCeQo8E2UTlWvOH/My8287gkHkK7L2JfDKaaZzTUP7JGwN50LJfIc3ylOhHxcw5YlNIANwHXUAREH5v40U6OKNQcIJ7CuCZ8b3STEKgZlMtd7khVLrDL0HqJOBwmxbMMTwGXjXtY3Lg7kAEpUOaAcACdqHjISahXBaeVVq6XMeLsmQdHiOHPQx7K/0vEY5xbbamtYCWciK+Pb33pazu54lSHrjjTeGs7JPSw81VuCUvE7WVHq1BKhelXO8fvnLXw6/+j+/krT0t0bMqp56BWijNWsGZE2BGJXhSz5xvStHqguQmIgpvmVzkLW8vejTtiCLQqwgDnh4V5+lSSvq90U5sQngOvTt9/5+2ZjvqqePcD3Kl+vQbt2dHVSxNYXWTYytXzddwQGDrIJxZ4atJ5R6FFB6bjlNKitZ753N+8WGbsr+0Y4YX5Bo7WPgum5k1pCR7EXxfQE1PEKMvJ8jkrwWvKZnqWgooZ7R5B8uAYH+S+i9FmRpnfUYrE984W2u2+jfR6AqdIyq1ihEZNwuAlm+KC+UWq9vUNZ6ioM2E3+YUkQAzBca70Gxit+z1ZV125k0U3yV11ypz5RBD/XLSmINtnLiC+cF1m/ATVnAPWG2GNrG82QFtPuqReXW+Ugu4ZXeXGFzAmvwz0LJmBdRKrNL3hqP8/qVYWZ7R69Lej8RqVF8pDfpuXW87H/YYGnSgvyZVBSswcvC5dpdKAD5hiIz61lQuuZJVUmhUHhKNmSljcdVUJ65Eq9zTQ0Hes3cG8n4wGMaOBH1TCmURx3HxBsFwKH7pY4lo4Xvm0LDNDue1nnbwvxg/AJouSfeKLwPe55oELNseswG2zng1qeksr3KGe+HyqB8LmLkgxzmPVZuEyGrzHVoI5JGIHEGQBY8caOZEcbMQRaAItYP0AZ7wHDdzxVEuKDz5Jw8UProvi3sufLPGfGo/ee/+7vhW9/6FhNbnL9wfviTr39jeOMb3+DYEODBgGTHITCFR6Dpp59+NvzsZz+TZ39DQOser6NHNJ09ZTUSclQyRc1JAcTiWyLwmHHz0tG6hwWg5vU2888BuCw4IkirlaOyzfqMlsmys9Z5enrx+B1jGL8AMMUuBx1jXgqM79Yyrtf6Vv3bgiuv89C339+DLCfG/aWHDM6M+DaWvbWMNFd+F8rL1u05QJBF8bZw5uyCFtvWoRbHDbWONBBjhX4+hTuUbw0dcUtoClWjspAXXxWzshCN9mRpavACZIXEF3hu0z1ZxYK/gDYl/ca0GC1RM8rJYpBVC/qOJwurlB4KqgtWBm9Q+rLil6yrJKCW9/NEuHCbt4v1MMOgW9JRzuoPNLsv4zwHLCKIVB0c/1gKBOvjOBSwDCNMylTSyaCMaihS8mRV9NIMhXnvV5K1ff15sfhp7YVaOtcS79ZpkBtW6oXiJrW79uYt7lAiEge/+VjTe2xzGIJRcbC12Mfbakrp4euaGyBrreU2gawtRF2S6wvWj6waxheWsiHyAr04mKOWkMVDKpXM0Sgi38xwcQTZ+wwgQA4elgQJ3C8loX0a5pf3SYFemMdQ1t0DBdl7V7xU8P5QDst7kDIdf+MD4IBxdq+wRiBUsnmxwkkBRLmjkcYKulqfQm43zxPTuuIHbUa4IhJoPP30002QVSSAkXYTpCCxhKwbODwYgCWevySrU3pFbeyK/DcFsrAn62//7j8N3/3Od0nTD34tGQQ/+Wx4VlK7f+ONN4bTch+p7FVGKcd40gxcB2j86KOP5SytX8oZYJ8N1y0ckueKyXoIfqnXStThIEtltMlwFxJT8zYZ4KoRibK8sxb2ZVvJO82xL96hUDh+fD9wvlYeDdH3MLXW5/F7moy5g4tby94gP9fKwLr5e5AVKLIHWTvg7mKmHtykaoGsKYw8DvFa38++YJuvcw+ySvrUivGS8+UOEmTFhXJuJMd8oCncywUqfKeBktoOlmL+FLxQ7cnKhxNnSyIVEgEBSRGUZzCzaBlN71YglpTybDbVd1rZOG/8UVfIo0eLMCzs0ypCLeQBy5WWwqWSpTh6/iy0CnUxDNHSVZPWDTeP6pEJwS2epF9FkNU0bBjFPJSvDo8pxreFGM3bWCvJWm1U1Kfl+jYgC+2j8SEpqhPvSZlhUuCjzS1nmWkDjIfK+bv4BhS3A71BAnqmZF/PMWTyA5gCiLKEE/RsIITWgAPTjosX6u5dSX8uYOkO05Bb5IAlmmC4tnhvuP/IQ/zgMUOyC0vBDkOLelDU88SpbM2iPUT/Wfxpg6yygi8L92/lZaiMDv5iTx6BTH1LQJY/56F7AFhsRZCZ0muVXbxc/q5BlhoMJeFHMII8deap4Yd/8zdMfIExuyFZFD8U0PQr8WohlPD1118fnnvuueGUhGUCFIOQjOyQ/+B5BBj+/HPJOvjbDxlCeOHCBfn+OUExASEBsLYtSnrhgsR36eB663Df29QeyvZzpQGhZ4/UdpZrUv22MnlGi7Gq5xsGjx7QQqhq+dlMH1zB9vl1Vbj64olTt7g2Gi42doSm7D1ZmRh7kLUpK048t8ASuekba5DVAl1e9x5k7T1Z40WmvQj1wPRqkBUUB1dUY/iOK0NJPcQCaYs532XfSyu7ZTMM3i4+TyCm/Trku9tNn4nKi3tBYl8caPHZ5AExj4jtO0mLHdPF64KpFkMDZLxWns/lz8SMlWxgiLV3z0p6b9OqPi0p9iBLaeMcXYMsAPc0vq6wt8hpxwC4ul1acHcPskYhPQ6y6GpysJ1VrMSv3B+kHdC+lqBKvcQaIpZ+uA8IHqljBDb0TMh/R+ldAYjCbwn1w9lS8p0eKVGwkb0P+AveJgAqDeeTADfb55r2S+GevPMuwvvMA4bwNDcsgEeZvEIAGdttEQN+ThbmOfdvVRq0tj/MyelpUNyZBlmZnl8WCRXK/TTRg5VkijRkDchiG2wMkHIeNAQ4Oy5heAV42hBkMS2+1P+UZDn8m7/92+GHP/yh7vMS+t++c2/47Ny54feSRRD7rl595RUmxUBGRIwvzwOT8QDIQqKQCxcuStmPh+fF+wUv3Ufy3Ofy/JUrVwm8om4Nzzz6piArhnVroCbn4gwS6q0x4yEe78mahVCLQNY8CBt5bzYAWYd3BLKKNWkh/++iWMuDtYlXa+/JCqOxB1m7YM1I0M0sF0ta0QJVk2KjZ/pZ8sItyyyxLvVfUSoTbeVSw8u4JwsWUbOqLtuTpYkvuDC6Ys1FUkMtYM2lUtAJF+wuItChqjF50J6smta1BXVqLJaArPhsWd7DkUJYEmNRXEPOC7Qqiqo613/zAeKvaElVQGZ+swyyImCrFv+xnbG8Qmu/rnBpo74rTbzmXida/x10abZBNVdnEGZafqH4kk7u3ZL61Lm13m45egLJN6rOeZm6z+l7HS64gcyodYr1PRlzXeGdjKLVWWb0SIJIPgQFTQmDTWNMoGzKOutARl3F4TiNAAAgAElEQVQPfFNWMtr7K9Z4spiMBFjK6nXllefLBQW9NMqbjd7mB4ZJQYi2EdwHXtSwZ+wjPawgyvaV8rwpeKpE6UeomHu0AHA8JAxgCgkn/NwmeKkAEAC43LNB+weBGhqf56HmrAmh4QB3NgKevCHR0emOvubBSCOqdNGvUblLoGdeT664ZTy36O9IEyNwK/4Mxh5OJmsgQyEFdEx6skiY/GoCTcxtoQMBqdAx0l1Hzemnz05FpPheKfdkAbSi7jNnzg4//FvxZH3/fcpEjCX2iuEewv+wT+vylSvDMxLe+Cdf//rw4osvcn+cgidkOPxyuCgg69KlKwRZCAO9evXKcE72an300UfDp3J4MYCXnxOYDliPGWRNzvaOixmB6GoM8XVcRxXuuQBEjcRCdWFqjW4ZPvTRMlyQ8r/j1fEETfnVCyQiGNIMC/rcYiaf7HKvnT1a1fNvSflYZg+yoija78layz/z5R+gJ2uuIV2lf7e9nqxt+3bkxdxf0tqkrmlqVVHhniwCLU1fW+7JCsoAF3INlXGvAxVgCjwLa/HEFwBZQcC2Iv57fa29i08qyOIyERT2DOYC1SqPlHqwQuiMVkJlRKsyAG1MwPIh8QUtyCym/KIAf966mj1ljUXNFGEuNhF8m/roi1hpdXcvgqqYSfmO3oWwUEevw/bT0b0guaYpkJVK1Bv8NwRZC9SIFd0r52d8cD7ly/QGc4PGWpWBaG/ztIKFsvpGLTNtPHMJ1dviTrAHvgBfUq9SOUNetUxyHibnoU/ePp8fbgw6KkCKnigAKvGS6H4pgCgzClk/VQFXrz6AGIaY30XxB6iC0q2eKU2ugK4izA3gSg0d6rVQ4wKnFrY1jg51TnPc+sZyE/zkl2uK1vuNtwNZ0yw3ta+ZIsiBloEs0INeIksj3wwXVEGTeAWeQq5FdlZXMtIU8ihnUKXYmphELZCF8mckAcf3f/ADhgvCK46xA8gCsEb45vnzF+RcrA+Hc+KZQibHr//JnwyviGcL6xzGHXvMLl2+LOeLaTIPeLvQ15uyV+vTTz4dPpTDiz/DXq1rcggz9s+ZIUjD4bSv/DfIyan1z2WxFR9nLAx16KjVa/60TJge5c3vlPO9HJhNs/XNtsaiGDS6YazvbNKTbUHW1s/vwwXzsO09WZuw8Mwze5BVEKcHPPrU34OsMFvTAjdFt/GhjdMUPihPFpfJJsgKY2mKSd2Ggl+Iu6J3S91fqQwOfoyKXA3U7F46l8vsx5EiU2ejtBS+DIrgDYgZ21R9UO+CKs5U5hMoV49VBFV6K1swkSyDn46ldGo01fBQnbdihSftol8RkEWyEigAHCjN4ycqFFT8eZ8owYbEywfLthVxwGSjOeuTrEGWG6yTygq7gYAaeA3c8APvFDO+HTUwJaFeAFRIpgCPFc+g0p6xrfA6YZ8UQ/2wXwo/SI1uoX+aXl1Tc9+zUD9+p6HJeJdzzA7zNUIdsnUtgb4JL2iixwzIctqPsq2SzJlbxyBL2jfJzF5rr4COJbuDooEVSpCFPaGWwh2AlGd0KSBB9sTxg2qsY5shtxhaqaF9BVDWt6d+uiybB1kapXFX9mUBDNOTJe14T7xYP/j+DwxkIckGQhKFR2UcERoIzxuA0u8+/B2B9R//8R8zfBD8c10OV7548ZKUuc19Zmdkjxe9VUIE8MplAWBIjPGxhBBeOH+eXi0asjB9qr2lLitba72K+XJMRnuTRwDz4YEsjUgI8z0IigMBWBYZUdJ0+UEDhSDzubrhGjIlE1vv6F3be7IChfYgq8cuK+8/IiBrZaubxbcHSD1PwpJW7kFWplLfyrUGZCW1pFoE63Ef88E48UU9klN1ePtGCpYDotZvW6NxXpaHkqnnCtpMWJA6ICtZqYtwjJKmCfRNWJZVadKQq6wE5n0woIODLUNWJI0v3q7Ej71YCpBWWxADkGNWwzAQ/vceZLVBlu9vKRRmoZ8rUzjUthgTsTg7f2CcMq+oxu4es+SFSiGkOigFyHKFSBRW3w/F3/Ifs/qJVwp7Zxy8A1BpRj9JoQ4wxmQIdggvMvkZsMJ5U7du30r7qOjJYgpwAW8eFo0+yn9qsrBjL5xvEnjM2e+Ue+2/xG/miTEmW+PJSq+qGPN+BdxaIEsDEfWDd6az4EjgPJdbYeUo8mUwjuAQ2AyS8Zcn4fB6FJnT62ceP4CbkwFkuYeRe9/Ei4Sxx0HJ8OK1AFaWi6Ui3QNZ8FTdEYDsIOvs2acFZL03fD+ALD/U1r2kFKXSfiS0wLlY165dG1599dXhtddeY0IM7Nu6cOGShAu+MCBbIT6gLvgP/HL16rXh3GefDr/9zW8ZPggvF/jFs6rWsvJhgqzsfQoCsPqzvTaOQwA5bmnGThtkpt+09k5lHOtbErovWL2OdGtcV2APsgK9PL3rOhKG0mq4eSQ+uwAF23cEBJnQ0LavfDKsYAdVj6rYBT13UUedjnfTcMHmOVlcHG2ztlly3RvB/Q1iMY57spzXWzzf6yvDZ8KDjEPvTJ5xnb1zstZbwXqgamSJpIbTawcLJZ5S7OReKaz96Lve11v2d7wWr4d3EizJ90PMSKYKkSo7phwZWUdeshBK6A2rPVmprw25ZjqLtB2eKlPNDWzBgsyFjf8TSlFj0WumfpuC6vsc0IasiLWDzXqLJSUN69Uf/mfipw+ySuZzujptaimWSntoFAtuJ+taT+sYjCdGc85ZG1wtmpKD6T0AR9GFpATMj8l9joSTNN02L0qasgqqyJaulPn8Nt5IY08WUP5ganTslTJv1FEBUscQ4se06HoAOn6cL7iP5g5C+m5r4gnxZjBVOjL7cb+PhPXxsF49g87PuSIf2N4/ns3EbJ1mDPD+G6Mk44PNK+0UvFtR1ayNADZfK5BFw7xTc+bgWj5WDej9AJJ8bmhVGuboHJ4GKxhV8pJr3hYbp3Kt0OQ1+SgAA8pJ5vheUA2TZAPlpUxHj6QRArZOi8fn5MnTQe4YeDaPoo6RhmZGxb+WRfWaNqUy+J42BVkKrCE/zgjIQqggQgbpNefYK2X4C+MgzwCog67nxRv1GwFLFySMEF6r1157fTh96vRwTgDYSy++NJw4KWd/SXeP2NETnIFIdiJ9/lSA1u9+9ztJEf/p8MW1q+lcLYAxhipWsrueg7VcqY9gMbhePVbJpqmJbdc3d96MJVB21I1lck8er5eH4/dv3hebLduJZKdoh+Lzt3cCsg7GdbiuX0v2dKyrcbPSnnVrs6f1qZ6Cuk3dj9uzS72LFIQ7mVBtCj0aY+ILXm7jWpDFzdq2B6g++wMKEhaLlPwiKct6ThbPyrLEF7brZ5Kd1tJrSfmiDJWKHrjZHmS1FsniGhlvHh32gFvMOuh1x2f8XKz83nAGTtbi2A5XEj2bhtfTPFvLyruGV4OsIsNz6CMVVVOeo7+Ii67GAuZwwGrflp9LlD1bruwaCINOhMOuTQ4W4WuFxyzMATxTDVQMYcStKYVgjcwY06PcH9EKv1srb1vn3i2pI8q/NXVEi/Zk+KCMd+1doHfEgDRYgzvvgkaE8UDIFeWJ7fP05DlIi84EFMzoB0ClSSjAVwBLh+U6vFGoD78RnnVbPFKKIzSEC94UpE5X+4QbFxAyK14pJv1R71Nxhht5quaUuNcsr788dBgemMBb3r+al+rvLZ4aGWcmREYESOic0x0hismnEDyHzhsYjwheYlgeZYKBvNR7JIeRGlk/QIgZZniQOtum/S9CJe0dyMoHAIW9S0gSgWfpHURyJD+81/fVGV/E9vjcznxd7slq8TuezyBLszs6j5yVEL/33v8+PVmQL8z+aLLN34t+op08lgJ7scTL+XvZa4WkGKjnpRdfkfDHM8Mr4t0Cv+Ia9pPFsUXfwJ8aPvjR8PHHHzMEEaGIGrZ6VFPDT60HC9YKGAfmVxMZrpCZdYlsWFqGrLAC1cyX9XDbpW9vl1vTnu3eNP30tm3Yg6wdj8weZO2WoHuQFen5aIAs0ZAaam057ktAU9GzDlAZLcxPIMjSPvYVDioLQakiHZMnS+twwOQK08iTZc/HcYoHUGKhL72N2fNGpaoBstiOsEdBvQd6GHHyKJlirnGE7r3KngFVJPU72xAW/hhyVCv0e5CVjUxbgSyblM4XGEMq6SAwfpPVJDQNXi6AJ3i3AaYisJa/jxFEHRtOSBY/pO+GlwpACr91v44eqq1JeVRhvilg6saN6/L7JsEUssgxm514qlAGvEHPFnjMNFEFvvjH0p8zjFH3EJEdK/g9CbLU7VoAlalMiQ8GZGm//CwrpKrPPK59i3OX88YnjN1zcOXgBLKAUE06RtCRZpkOOutLSXh0raHSH2Szgx1cQ1gdEkm4YQeeIgciDoBGANTqKteHvsxbC7IIEI2X8cvBas6miD1798Qj9cnwv//3/2Ko4Guvvj782Zt/NrzwwgvMoAhPln/cE4tn0DeALfWI/YZACwcau9FyK5DlkQih7fFPb8fE7UWX14KpVqV94LEHWYl3dpH4Yu/Jymy4B1mL5vniQrsAWX2BMN2cvhdicVd2UHAPshIRn1CQZepOodg0F2016+cPMkdSi6KmSCXVLfyqQJWKjFqfo+dLH4VymhTscNZW9KYlpVuLF59oxU+W/5CREIXdA0KVT1d8Vf6o1GSQ5WWnvFkOuqK3IStFdWx/DcOM0u3LvBm7ZqQJ7Ofek1wqeYJcKV1hFfaK1wCkSHi2xvpyeNJgETrrgCnyBYFvLkP6egIDC/nCWu9eD4AoHtiLMD/5W8+hUu8Us/zRK46sf9ifo/t5NLxPM/nduHFT90/xmh/iK7/phcL+LAVkuldKM/tp18z7BNBlijAyvWm71oEshNmix9FTlwwSRoqax+v1xNNtjBT5MEDrPVnKgNmT5ZWVawDnIt15eS6CDzQsUmki25dUNHC+6mxRrtV9nSYytJCdH+Zn+RE4VKGOqBN72pAkAof9oozvoUM4J8Y0zfNSPCRAVvBuSIVeFU9fdw2y0CeOu7QdWQd//vOfi2fqk+Hll14a3nzrreEFObwYMqkGmIrpja4CuAC0kH0Q+7SuSJp48PVIZ7BeaARoJTCrDi9JcH2Q+vYaXalftpdjdGq08/X+Ox5MHf23TJd4YjxZKmwehY9uIN3ms9YLsM27HvVn1+yTmwz92UDZSUtaJRQf7tgsA1kak27nviCdu1mLdcF0hcWV7BBSh/Nl7GwZ9UJYLD33RljoDxSmpAxPc89aOi0pX5ZRhWDuo8rHutnYa8fo/oKFsw/U6zaWYWjNPoa+U+kJUoeh0/ZjvgcjQ643K1F54WfZCZCl1mpqGFq1Gv5H9G2GSkmxnEBBD4XVxVNBFush0OIfGi5oc5ZXodiznJUovGCa4qKc4l6/U67+nik6xR2muqaCCv2CLyFZ5DMPAmTVStla+bqpWqKQTz9T6cKVzLqnh+Npxzzgb1zX/ZYKdvHbARO9VXIPivRxeCt47tRheqgYQox9VFK3HtCrng9a/JkWXbL5MS06DurFcRJ6tIQmq1Da6TP6nAI77G3BPaUnQJY2unDW8L6ew+S2BVDAxyAdl10OQcWgSivz1OlfSWS0PFnOq7HSxBewb9iNeh4UMsAAD4rq9QB+WYed85ZAFv7winUN0KmoNPPQSN1gJaCKdErcwH1y+M52gpSpKlSqdFbiSqhbOE5C15FSFjnfAFg/K0Dk2Wee4ZljCppviAdI9sXhXRMhbdrectZNZTWNNN4EZJFEYTz4t40R+BFeOx5MLG0HSPr1r3/LMEB46N568y0CLvC4zhnlTTBb3EcKo8GlS5eGP/zhD8NHH38kgO1zC21FeZHKNh+8Lyr1ip4V3/IeuZJtC37bQp9J7TiQOsqe1T2d7tH0ne1BVr02bNKK7Z55ZEDWtsTsKUfbkWn502oXq5lt+fNZ8K575kktvdSTNdd/tTBvRqG+grxZvZs91QBZdUXEHlnZuT8FshCqQ6tl/kDA5z1ZskAAdFEh9oM9VdliuOCckDYlbk0fl8zfEcjq7cma2Wzeblsf3IxBlml+M51dz0NZ0WtWS4XTNqNXBVyJceWRVlcVKvztbaGiBgXKOQB8Y/tYkmpCxc44xJSj0pgVVftxS1kWep0nGpAiflhsSo4RHktKzKAhYVS47b4a4LNsVVCQQVfymnmZwqWm4GL+07ofZ8fc88o3NeSvV4IlOwRXgaxCmTYQmpqpyoUD49h39Rhm0OIGFHicAJpgYOG5U7bPhJ4qCwUD+EGyCiifng6de2BCGBVogf1SfvgsUm6TBwr+U9qq8pr5ktd4RhWAQcnjibcTSM+9mhrfkRcqAJz0dMjkB3q5VGyHCwoHs448uvc986JPFRuDpOBX84+3M9KxP/UhnVF2fpiNLz1JuOEAyYCh+6Nq4KJJhIy+BJDWVs55WRuKuR9bKS/gWEW+t9DdZFTgAkNghRTozz77LFOqX5Psezduasice5in5lvd3oMAWf5uBy313PN2Yv/xzZu3eBjxvTv3mHXw1xICiLTu3/zWt4avvf76cOrUqQJouSHApRP6f1tCXT8799nwy//zKwFcH3MfIcphHkT5X89vNzZN0gr8UImenierL+uWyMOOuKQ4rmXiKunVf0HzHYseKwrV+3PX17DdE3uQtR39Rk/vQdZuCboOZJUWMm2JLEXVWRbzLSzrqC2NS8DAbikQa1sAsrAWB4vyJMiiNbmyUjZAFpXZCLJkUeruyfpKgSysgi2+y+O2HmSVSueInzogy7g+eTTUo2cKXFCWVNkJ+ax4HlBST/wBXvCMbSXIMg/DBMMr8FAe82qhj6pBWM8iitYPXbPVk+X7dlRhM0XP1vS8uGcPlWcwS0pLMSQTnqygI8Q62V9TZHPXpr1hIJTvASkUqgawm+eU+nSvjqRiFj2lL16lXp0c4ucWeK1F34xr+Wwp3ayPH2b58wQV8Fz5weMGaKCUesIJPWcqp0r3lOnuxWIbrKM+pomrmnMlyyENTfOHC5iSxiQrTXkA14CsSNXyQFl9X8oQ5/w4GjQALQNF5OUw181V4t1MUId/6HjpcNi+yjA2nKMEl+LJw7yhfNa5x8cIsnLGQLSdQMvQdJ66ajyBhyvuTSK4ojdRgVZsNWv2s/b4Mpub9f5biz08Jgkv/lgO9X3uueeHL65/wVA57pvrGjN0bsV5skuQpYcRR++y9rIGWRncD8MXAqjgjTp7Wg8iVq/Wr4c/yH4teLO+8Y1vMDQSBkjQWtdE9bg63AbFrn1xjc9gn9dnUgcA213x7HkyDLUTBZ7l93lgUnu26joiL/vfS8ZgSZlW3eXc2YOsHo1wfw+yllBpRZk9yFpBrAVFl4MsLDZtFWZJeJutfKM60mJgJ5F/lUAWkhi4knvIUrjrQZ2dxBd7kFVw9oMEWfnFQa2ovFmq42WF0v/W/SlBATKLNvU7Cx1KnjFWAlVw2j/jIC4qdPHMnrYV1z2n/tvTwWsIW/nxUJASbI0CcugRK5UZVyMZjViEa7kHaCxLxu01GgZ6xrGuFZkS9LSFX61ypbGpQsq4eGvj+UnzNCiBOfxP7wOIYp8TvFA4Zwp/e59ocHFvk5TFmMEThcxp9EiFrGkEzx4WCN5yTyXpbO1JWKIHK8lIxo9lkgWtKSjMxrMlINY3LgVZNdUBZ1ADUntnY4RBI72RAFV+VoGQjgE+vpfQHE6+11FrdPdU6qe/h7caoJOz0B80QOLerBxWifA/mhDtHWbMMOMArqakFZDH/h17Nz2ELSn8juDMc4g6eA/nLuAtPH9Bu89YREmHLgkv3vjGN7knC+DCEz/U9G199z7nvpdeztYzGN8l2QWxZpUAsuaiWDsyVd6TbIGXhktyGPFzzzxPkAV+R/gjUrUjgyCMEK+L1+7Fl16kVysdtBw8qvRayRzBfEH2wY8l7BAhhJelXmbCtPlTgCzOl0L6mAVqnooHA5CWjFxZZu/JWkazPchaRqfFpfYgazGpFhXcg6xyUagPEazVTpSuPVnwZmExae/JykpQHS5IIZr2aOA8G7d270FWGhWQ70F7sqBWUSGeU2DZsNzMGO4TlDsqzHZPo548M6E9DiVP2EC9np58wOs16/fETO6BLH3MFUr7VikuVGg8fPBI9mrxyaQkZpClYKOcFbwWwrvwbAIvKBuAFp9tTarUx1y/z8XCJxB4odUOvjuE6dZlIsiiF8Nojj1Q/gHY1DOkdJ8k90thbxQ9Umg/rus99QzqeGXa5P2YepbRIPulIB/wt4T+IfwPoBp7OX1vpynebG/wRBCsVtZ5HdUOexY84x7V0sMR0AlLO/DYBchywOsgS3rLRvs7jGLeE32/8at7hfWC85ZmYfSEE4zwM+NGpoXOSYbz8V2ORA0sYVrbMxh3T6jBeiwBBUJ6FQwbzLNMogrClH6ekTA02qhtRpGE/ByhO8jK7dEsoQa0LEsogZaJneNyltTXv/4Gz5S6fv36LMiaMkzuCmSdeUbOyXpPU7hLSsDCk+VshpTuGCmkn8ceLHhqT8gh17dv3ZEDis8NFwUMvfj8i/RY4QNgBcCEw4uxTwueupdffYUp3rFnC8cQJC9UMHTAw4UsmVel/CfizfpQzuO6KF4yhA9ib2L8cN+zskL+dOXPtEGhqLzzZXug5gYuf5Hzy5pW9Mtu2041RM0K9H4jtixx6M+//1+WmJomX0PSPuROqADeqhtbkjE/vgdZOyOlrhGT6XYgnZaN+aQnqzrwcbLlXL8e7kRVHh8r1m2Qhbh6Pa/jPpUnz9zlMfeqFqplMNBQKvNzbbiA+JlHUPAsU1g8jHiSIqZgrOGEJfO3LIOXzO9yqbNi9dtTK3njJ0btfEggqxdik1Nb5z5kCzK5KYUiZfVRlcBczsIBTSGM/KJcA6VSzyPyT0y6oPVoHYnL6n1yRr8IbqgOcW30hdvShXumO39Z8mwp+Ir7vErFv7XQRuABRSd7I5p8Yu2JEqf4e8H6o0CJiDXtU+P+CusH6WX7kdCGlIRC/mYonwAnP5wXZ0zp/sls+GD9bGccQ++NKeBSPw5xrUP8Si+BgjB8GNKJDfyGPVOfTaH3M3tGe5/6ky2UULmm/OI/pEBRiwOgwG0N3aOWSjbOhedJoZF6PMK7SbcEX9gSShicKRWApXK+/oMqNPHF4XQ2k4OwSZZAGJ/1E/UqTNOkExHUOshS2siLBACrR0oBlTbB5iizi/pMNhpyzGrlN3CtsAu/JRSoY8255/sdzYt15PBR9tHnGPbovSqAAync4cW6IUALba8/Y6/VmDF6soxNNE8WwT9CV2EAsLPUzggwet/OyRqFC6ax0vDMP3zyh+E//uPnw3Oyl+zd994jXXEw8cWLF4dXXn6Vnjn3VPGdQufrcqyAZxEEOHtd9mm98tprw0kBaZgndyVbJtrD7Jp2tpZ7tZDeHeGH5+Q3gFwzKU1cglWhnp09u9C319dRt6kGWeP5ukoETBRe3866orHRbRftWlPHob/YEmT5BFjz0oMou0RJO4j31nXuQdZuqXywIGteSY89We5R223/y9rc4puvtiK6kbUrZeyidXoZyIJsd6XNQZZ6s/Ygyyn+eIGsinuC1udKYwSisOqX/cxeLaptKURMFTPNchaAKRTG6h3cXRKvVSDL9buoV5SJavAiXSjjD9rp+xX8LC4AAs1qNrayTi3Wfl1TgUcvVQZhBRXZHFU4+hb6XAbvAQiCEhafZU2sT+mo2T31AF/+tkx+nu0Pmfx0jmpfQVqGIsH7ZIfEulGF51CFzH0ZJCuY4Dv1l71f25t1eAUA3CdkIMsVwLrvI4v8YjGYgVUbZGXlrkXv+ZClCNi0QfWB0vQrFaAlACspr54leJJyQgwnEGcLHGDGiA7KfE452xdRrmZ4UICXxwHzhBEIAFIETKjYAZLNKz5rvKetylRmpkb/7v3W59PeIW8IPbtWVQJYyoeHBEzp3jz9jnVP1wVcx+G8xpvClzhP6qTszQLIgjcrgqwIrtQTZ22jEaAGzz2v/DTIwn5reJ/eE0/WD8STVYMsl2gAQEhm8W//9m9M1/7GG98Y/svf/73sKXtu+NWvfjV8+PvfS5KLPyJo9MyIBMCWcRN9Q6r33/72t8NtAVUvyV6t1wRonXnqjNlNwCCWgdBGBc/DG4b9XgBbn8vzCB/EtRq0+0AuARVLyvSm3/o6arD+YJwrvT1rvX7ifi9RyJI6timzB1nbUK/x7B5k7Zag60AWROpYGIyyC9r+qiFklcqtnqijNkt6Hbvtbqe2hwuyNF0zrJkWhjTVWhpagwKwgEZLyu89WU7IHF61gLRahFbuMCZqsq/GCVbxUCO9VPoU1SAofmbR5zVa4T2NdGWANcUVoMufs2YU76yVc6qHI2dECJUzsJXqMms9eDKCsMPFgVMxzNABmL7EFSpa6JeALLQvep5Ce0dnhuEFDk7MVwbw5KF+3l7dRK+gigf3MhRJAZ+WP5zSnhMopTTomtVPQ/4Q2qchwdUgcvR0uJOroxjmSHBV/jLoYxrq0Eeek0VeKOf3bkBW6RWtebsVTeDKIls1EW2QFH6bCMb6FrYZPGhGHnYN3it6jZRueLeG1eJCBkhUxN3T5bPFeF/pnX8ymHNgl+koI2wp9Q0WZDyV5m9BD1/mdKhCGaIY/W5giglRPEmD7bPVdVIeDBlK9DEB7/CY0oujXQX/OV96ahbQ/fnnn+dh09c7nqyYFp5vqPZWburJ4nlcFcjC95ZHDd389NNPhh//+McMAfzhD/9m+Iu/+HN6qK5/cV0yA54b/uiP/ng4dVL3XGGsPCsqSIW1D/Wev3BB9ml9NFyXTIrPPP3M8OrLrwxnnz7LOVvLWMgTSBUcrn31ylW+C5kHP//8PIGpGxXiTMrey5r78/f1AGlc1/o69iBrekTm7zxBIAsdXafYbUq0uef2IGu3VF0Ostx6h/dXm9wZ/xDapfmg5f/akzVTxwhkjYXObnxF0hAAACAASURBVHveqm03IMutaHW44CJP1h5klQOjGufs0NcK6XpAWVe/AchiMyPIGrd7pOzQ+izKn7C6Z7FzGavWfVUgk1UW2c6Cl0cP/BSJGMKIUnY165JOwdyuHsiKlEgptm1zPqd58nh5nWbNN6+AZzQce8ZUZugesAaI8H4pRViWCjaui2JHL5SBNAI3ue6hdtw7hX1T+I2sihbm5+F+rAupr1EGypp8mL1P9nDoHh8Nj/KjGTRlugIs8h7eZf3mWETvIeXedBiXdkT7jr5sA7J0Hihtllig8/5ST+Pu2em0nhpUzYVsI2mLG9gm55tUq75XHbt8VlweT50itlhA0XbQSbqSWBwH/XjonvELAZmNiY1DOmrBM7km0KXPez36NyrICxVYqzyJwO8hY64mhKGHkWAKCr2F8zmgMpCVgGg48sBB1pcyATlDonfJeZ1tVo8pPDzgV4zrl5L8ArR7TkAWwBfDBeUnZvUr+KnKYnuQIAsGEE/KYsTlL9hcfvnLXw7//N/+23BBgNIP/uaHw7e//W1mAkTfL1+6LHvMvsFwwTwPdHywYwHXEKoIjx4SfVyUZBnnPv2MtHvllVfoEQMtdB+kfmgkEXrdteMMkMUQAA9A65z8btHs8QFZrXDBSPHd/L1EjvTetPdkBYbsEWvu/hLFZZv6lz6L7arbfFTIP3ywuE0fdvmsWxVHdY72U82BLEq8UIWtXgtBVpO3HKjtsrOdulL8fSjXDBektTvvycIeDD8oFObJHEoYUgqDRPLjCqArj1wsECaCECVLfIGQEl6fai9173U83Cs/vj8GnHV71HK8fICS5XnmkVE7eu9IylmudH1fywbp8/0Qm/hULVfUAl+PUwA70N25qV6oYtbulNraJZRtxqdCTELnNqU+RqXSlHD9Zcp4+NvbOx4yHdnaUVGCLC2TFMrk8apAFq8r8yoo8xmUQRYX5SBftAsOHuQeDQ0AJApuUrYxzB8DSimkD2VF8UOYIAGWySE87yGKvh8Kc/QO0qPjB8DU6FUknyD4sENiCcwQOqhePK1bs8oFbsveCpI9A4qkWFeyrAlmvN1WcTFGBrTnJlutLKWjAwhUwWwYC6cx2gnPTjmjvV3kW3UbGN8ZQ7Id+qx/lGfVk0ceCg1344Afyuz36bDVp7IBwTNtJh5WMEt3Dx/0tuBhB7+2JrmMwG9jrSgDXKlX/uW/xsu2L1a/KZgyT6gWhJfRQtqMl50ftVFej/+N91uoIJtsHjU8mxkm0QltvCeACu/VrHrK875fD8Di5AnZkyVeHYTAEfSzD/W4BTncWDQ29WTFPVnvyZ4sDxfEfEkGICz10qYj0qaf/vSnwz//8z/L/qhzBEZvvvkmf2P+IUnFm3/2FkEWPulcN6OL8oMaQsBT8KJdvXp1+EQyCCJVO7x62KOG7IQwlNAbhvkJyoKOMJQI2AJAR/jgx/IcMhcioQayGfo6RWOJvXPK29TzQvXut8aoGv7GVxOa4U75nvH9lnGn/55YYvv9VGxVxY/r2rB96UfGk7UtYq2zrm1Pms1qUJA1qX4uqNTDFxYU/QoUmbZe2gKWaBC/dzxZaruj2Cw/M3XUoOEhgCxdxss2F1FR1pmklHGxqfdkWRgELbK2GDkRoD9yv4f8QIn00BKEYhFkaegSQRYWA9UZRh8NrxmrynPsuiRJRVnnmBZ1e2qvSXe6BGV6quxIzoAGM31VDFHSYglt5ss4fdfQuByTNsjKvdb7DrLCdfuT3pyQ9huX1TMgilax8YU3+JTWSSKbMqwZ0hzsUdnEf/W+LV5fBrLwHl1U8x4u/du8NXYf88gPM9bGQdNUjxPPiArMpMq4JoHgHilTorg/JXilUI2DLA05Ai2ETAzvM4VcKlIlVX/zx/ZQ+rx1S7ye/cXGJXo5HTPoU+9F+ZkHWQ4uku5xX63v2Qs5ntVzikr0CrmyOE63HwGtgRfwD0CCMYHjC3x3mhO8FADJs+rJdXue/AQqmcck+Zw4brqvMNUXJJbTwWmq7/LU5+axdACZGmHzGWNLIExWCx8/u8oBFtrVMIjYWXDc6yQd9nTr7pUiGMuWgDQ+5E2cVagmMf0VlEj1blXjZ1/H8nrs4fSOEGAhK+1tDUE9yQN50fecDfR5AVnItIcU5ciox/C9wEexropBi6/bgqyzsifrXSa++D7nn+5RNB5LIOvw8Mtf/GL4l3/5F2YLxLx96eWXhr/8i7+kFwrX3nrrz0uQZXR0KQuQFSUu6AJv1PnzFyQF/MXhqByLgL1a2Kt2QvaqoR1HfS0lX4m3W+YqwgcBrhA++HvZC3ZBnr91+xZ5bxeerCWgYkmZcsxaIKuWO0VuVMqtbT+78EKt7+u2ra4o96gkvtiDrFJQbzvMSxS5bd/xYJ5vWUi4LFaTOH4vnxknKHyyQRaEuStu9yWzoCe+8LNwcE+VvD3IKlf7MSCqefxJAVk6fTrgz5RDlgp6m1p1oZEqwMzZzhz45j0neKzwnqT3KnDAP8kzYdO65W2JIMsXTVd5dO2ogUFMlJGBiIbVqbkCvzVbGl6shgUosZoOXQ9Ldi+VJgPAdfXo4jlkXKNS7MqY0RPfMbfu3FXFEz9uWVe9IwOs5E0JAN9D/6J3B0+5B6H0gtR9b8jFBHqDZ4aM7QhBaecZFtt7n6YVJsXNJTgerec02thsMuCiDqfY3vy3YfHCK8V+g1/4mPKf0kK9fh7SGr2o6vXLe9IIEqwZ7tE3RlSKaLVGHX0ffyLwp6vLAYrREHPBeEH5iiiJleXzqliIdD6EBCbCRzyrTP5zr5I/5/6MrCBqq9SbpUAKRxsEt0dWaQ1YWDdsbFOn0mVPXx/L+d+gIfj2jh2mi3DB5D0zugNMAGTBE8MU5QayWvXNXdsJyHrv/eF9A1m+9uGdvvYDvPz+ww+5JwsHDd8VYHj27Jnhr995d/gTOVT5N7/5jXi2vp1AlnvlTEiw+TXIQhmAtdtCI6SBx14r9OWFF14kcHvqqdPDUYBp2+Pm/IVshLeNZsg6+NFHHw8XLl6QdPK3xIttXtAZgvVAQ+++89G6cdo9yOq1c2zqWddiL917z2a1Ln9q78laTqtFJbf3ZC16TafQek/CLt56MHWsAFmuTFRJKb5qIIvWWNu3cRAg67Aol1zkoTM0Bn3vycpEURxRKqhLDCAH7claBbKqQXbAk7xhlnVQUZcnBVBtlYkvXL8zQBU9W+aCSASLyjrrN8WV111xtdIKsqbkgwMo9WJ56mmeH4XwOnEBK4BS7yyz9nlmP3ireM6UAq0MpMyjZj1Sq76H32ov09xDeNDd2ykjIxUb17JYzoCJJZmIoESdE6ahB6/gMpDV8M6n0EcHWU5uL+tePj//LtI0gqC2hHcvUemBrKzcUmU8v0nLKv08okDBuvOPJV5wkANQbGWLMNcAsrSohVLanPPvDsK4A8l4kh6mBJiMS80Lqj0NIKuYw0Y3nxfIfgnoBCBOXnOeyQCYhx0zS6bdZ0SAek3JGZg3mC/kSZermt1RTQJ5Tdcw2eCdBYBFKWvPRP6P0YknKr/b3izn4zsMcfuS4YLa/tKTBQ8Xzp2Knqy1esAuQNY7AFnvv0/Q0wRZ0m4Amn/98b9KCvf/IFVfksOFv/v228PLL788/PqDXw/f/OafEjTiAwCVlHNFzSOQFfd+efggvFq3xFOF/Vkvi1cLyTFOHD+RgFbK/AtYLe+4JbRD1kF40i6INwwZEO8Jzec+PdDQu0/uqb2d3UE7GJC1KyC1Db26Xd+ywKG//MF/LTWALSvc9PFtPVlJKC5sQLZWLXygUcwZJMlaisNtwwXHStlmLXwkhnWzpoendG1b2hcvV03dkUCJ92Pd8e9cpqlmTK1kW/d4ugINFQxtNJBT9MasxL7P4z43yMObhbAPVQi5X4vW9LxXQQUvtpvowl8oClA005k8Gk7oISlNkEUlZn7MRsCjChFrUWEMPKp3BIW+SUUOZPVMFdrWA0CPhidLlcl1n3EYXvE86VLSRrMCgjHKN2lJVUDdE6NFwKGBRwGSEgCzbIT1GKS9LtofdRrU0lkX+DS7C8GbF/+0m8EugYcdSMF7oCnR4T04Sm+Vhr46yPLDfS0kluArS3adO8jkpwknmIQCbcV8YjhaThXsySpwj01xS7bRy6np3Vyq7zgwWzzuxZ5TGzUjogJYpygOTHI6ttWeQ+gsbxlDmPxzXlBwrHejyM4jmfkVj2oInXONhUMyxEu9Uo6t/DuHwgCRvstTWOQX6j4uk3GJuM73CnKK9SS9RN45shgFOiR+dPSjvXJFlSknZBCPClDn2WYG/FWGahIU/63eIO+3CV10gXq8gTOQ2nnYKMo+h/mp767CaNeuScHDif7Uoec8j0o8K6DrqVOnOdcdZOFvZheUsLhbt27PerIK8I2xrxh4tK5V9zVs0uYaoy90DiIZDAh19uxZpnB/7/33GMoLbxDXtvAmrGmXL18efvwvPx7+5//6nzwn68/+7M3h9a+9Tu8V0ri/8cY3ZU/VWQ3fZHITH+/cIPJ3UPg8CQrANc/Uuo7wwc/5Llx77dXXhqefAdBC1lBZNyk2XajqbNE075eZkAOp3i9IGCHCENVrqZkOfV3iqzsCI+7rassKD0OeliRjEFbLhezBXyyPRuPaf3I9GOzX+aBLPGEgax35Js+5XVHNSDAVlrAVFXnRNAk3ePYJfGS9Mjkmgi9Im5IHonCtSrvpu+afMyUkFGrtyXKApeGAmvI5p3l2kKXCPoIKiFHuySpAllxF2JSd3cNN9jjrpyPoe2Cl3JwP/aleeseU6NXZu6/6SnwPtJnwfcHce3RAVp9eBQWrsW7ymXkRkiiqAWn1EL0Ett9FU3s7yLKCBFl6hhM+VNL4RzAkhTFx2sa5phvQS6+IL7wwCLgi6x4pPd9NHgHb0kNlYX48X0rBFYCWHxpqjg2b4ZmmWWboHHGFU5PIaDgkpkDOuliexxKV+RySuL0BrTg8fDSIrrwZkeuc8qZ0qqInAFA1Nv2B95/elAwCCKXTFMlwKQIyr0tBAJ5QIENIAMCjf5kXyssYOHc2wW8iVqOP76GyvWtaq/ZJ95jqPlPWyy5gwDPgV6+VlteDmSOhGuDJO+n0INihr6ikcAotVeWbcEoKIqlCzBSZ0pzzvtNYwVbyNlnYImUWyG8AK5UuAFAlp4PsLZX+lUm3GkeYxPWEIa/IcGmerGS4M7D14ovYe3R6PlywkqlFe9P4N/asVbwNOqf1DGuaACkkiUkp3N8VkPXeu8MR2RcFYFivL3gDwMy//uu/Dv/2P/7H8Nrrrw1/9VdvM2siU7OLB+pVAUTPPfucAUnMjxpYaKNcb1QHcZQZAERyHpecGYbDjS9fUaAFEIfwwWcEbIFP6nWXdUob0D4cXPyhhDVeuHCee91c9sR53wMefZDV92Qt0Zl2sV9qJMIa494r86jffyRA1m68WOtJ/UiCLM5brlL7j9NiK2Jsb3F57EAWlAw/kJhKSQmy8qGye5C1B1lBzGwAsjypgC/89GS5boIU7gBZ5nUjMKmBbMrOZgLPFE5vlSokWiEBlVmX8bdn8dJkLXpIL4AXFC8HWUxWQYB1TM/EMjCgFnnzekBpw95FtrUteLmf0ULR6KHCKwgsVVQTmrB985+uIaDz/CzIIkgKinbrHEBbWhwk8nVFeLV5pFgue7qhfBMikTwOzPzMLE8uobeYdAAA1LwJ+pz+cF8LQZDJHq/XQJaX0zXQ9vYlKuOSehH1vgKU4uPDl67H8cSgtYEIPVDslgJ3hv7Fyg2067sMhFld3MuHPXpH/KXgs6pZxsOqczhkDMXCdZRg4pX0US5zT1JRc+qnj8k0A9WOLn20Mh+G1+J9UPQRCofwN/z2KAj09yUJs3vqqbO8XuzJGvU9Xzg4kPX+8M677w5Hjx/TPZDVPCZYFBr+5Cc/YcggPFkIFYTR5eKliwK2TolnTvZSyXVGatAI0QFZI8Og8g5AHt4HbxQOMAbogrftxRdf5MHJx44d02nXkDVIiIE075+LNwwJMZD2nXQn3ysd9yBrmscfxTsPHWQ9LIBF8dJbEReM2M49WQve2S1SKzLdB/YF5ijwuIEsVx6ZypZWX4R9aGy9WwMLRcc6j+mw92TNWzf2nqw4UxR4JGWB8lQVbFeWNQObejOY0riWTdCTqSxbkJVv6of3lNZ9KMUajqVZ/3xPi4EsO3eKiSjMA2vwICkk6uUSxQnhTwz182xzun+H5QMYjD10haZlfdbeLgdZmwCsqIfRc7bA4zsry8jepQKf32HeIFkY8Ro3xlB9T+DMazelnkPtIMsSTLBCwCmns3qwFDSp91OT8Cj/MAzQvVZ8sQM6k7xR8XfA1luyTEHm+BEEKfCWrCXqhY/3cdn3QplHiXusAiBT/KUg33pjvJn9rCn/yiglvhoXSAKAUKReN90jhYFVCn2tSLf2LflB2pkU856sEcjqhBwj+gEgCz+YWzi3jeDD9jAi/fnp02dKkNXRPQ4CZJ09K9kF331Pft4djp1QMDgCWXIN9PrVBx8M/yJp3AGA3pJzsp4VUAWvE34//9wLcrDw0yNjSRwLn+/kJQc9aQBUXqmsUCMD0rsDNAFoHRcAiP1fzzzzLEEr+aECWqA5ACvCDT879xkzEF65fIXXHGg9KSCr14/eFH9c7j9UkPUwAVYWeNsN1SMJsriezSuL2/X6q/d0P6DhwdCEaaHt48pP/WYHULQ6mhfLwwXdghxDP1J9CHtJKaxtfwCs9bwmB6WmfSy+QT6/uea2nkKp4UWF9jTpRfC3LKmzOwr1vKit/bZATtWTrPJhDIrMY40HPZQq3TJvylxbd9LX+AL3HMy+tOTyXhu0qgCyVG2wH/2ldfg+G/WSuL7LRTZ47Rn+J94APwsIexg8qx9AEvhPEwPkw3fN/SDvMO8AvSTiucWeCldsU4IK2VOV9iFa6nCjR2/z/RTI8h7jdzt8JvO46lP+fd7C52Wz9yhbsFUfNz/EAjmvdZkXL/GBbqCK/MyRI7iyUQz76RwkpP1y4v3S+avjqzJHvZYpZb2H/bEBnoVSQ5iVL9ybZUDLG5D4yJk10sojExQ06Z0MmtITDqIscYkmpcDeUoCsnPpcQ/5aXsjKK+lAjTTSMXQl0T2Yep4cCFgdISLlI8hCe7+c8JLU7ffvTq94P/KBXu9YjUe3OUG9ytFvB1lQ8GkokXHDOnBEMiLCG4N05SfknCwkx0ierA1AluYqnddXWuGCzGYo4+sg65133yF4QRghuxX6C1APkHzh4qXhv//3/2/42c9+xsQU2JeFvqAfpySsDx4nly81QZQ95V8fuzSfnVfU8KD8pDwAj5buubpIwHVU3vWsgCy8B+91b7yLQvew35Szx67IOVyfn/tc9ml9yj1btyXNuwLIySHjjcclXHAPsubHcaO7c3GeD4Pgo32i1YLFSdWRW48qyNpogPYPNSmgwrXDCA+Adhq+U4Z3tPZkuSeLFnsHWXbAabbil1nRfImOnixPJY3zsjQky88QEmU3rGAtj3BPQa/v1zH0I3J2Fm+U770T63h5phUvpFelRXRmLEfGCypQ86veuK+dVXJBX7p9HSnfZWhou4slb/Xe4cCkKOcKaAI9yrNZIVUFBMoF9ks5+bm3hQfrKsgC4EKYHxVYKLgxyx81Eow3vCJuNVbPCLNqRu+adRR75EuvWx0O1N91WQOt/prVo6dtHos76W0PUaZpyaOKr/Ls+9ImX8mCquBlIGMLWfLgmQfJQU7gN0928qUB0wwKlZCa1APPYwzQPw0P1VBKHKJs4XzwYIb35XpcsSfCw5tN0W/MiQQmDVghux3+8714JAU0WoSIZmDjoMcdVr7HlGeXmSeUyrDxRn8c27Nl7XMYDw8x1ZQo05+pun38/UkHiRstP6yszffgJwVZt5jYAh8NvT1CIIO5Ce/Pccmcty3Iwnl8kc9a68kUyMJ1eJ/eEU/WO++8wwQT3KtlH6+LeVtEvkA+/ELOy/qxnJeFTH5vijfrT//0T2kYgDwC+NG+Kj+B3x34QBn0edYb+ygT8TdoCW8WwgfxNxKGIIU89mkhc6Pu1dJG+/oN4IoDj3F4MZ67fPmSeOBu0rOoe1XbnycJZLXO29uI1x/iQw/Uk/XIgyxbsON49HTrPch6iNz7gF69B1l7kOWsNvYQC3cEQNNSnR5vkDUNCDV0rVzsFXDmDf9q9EW6dFWUoUwAYMGK6ymvsfdFM/2Z99SJDS+qgWvuxUleGFVE1COiOrpnznSLODEAlTcL4Rl5MOt+HSTI0ndFIKRX4F1Kh0dprw116kG79hCAl7qdkvdGFT/5McBT9gadx33rE4kETGThgAChUNLEi5tBk5ZVIKljpt6pQBeyuhJcf5lXXWNABWDpnh2x7GhnK+XZOqi/IjEcNLLvyT1lHgPm7kvjCHbSkFESS0E4+UaT8RA6uWdKfkdwrgBHvQ0P44Mx1PblE6omW5L6Mp5/ScEH6GR3Nu0PV7ZJUvCcrDsaLghP8jFJKkGPssxffLC/aA3I8jeNdKp6L2ijO4tAlnmy6OGylwFkaSQBPHBHCU6w7+nnP/85Dyd+WUIe/+q732X4ID4AWWBNAC583HNLGW4gqwWw/FoNrhRYK6/i7ytX9RBieLdOyT6ws0+fJR1PSQKOaFRCfQBj+FFP2CWGNV4SoIW9WmjvFNDag6yHMbun3/nQQVbPInAQ5JoCTjl18PK37kHWclo9riX3IGsPspx3WyCrBlG1THg0QJaDDldOVfngx3TbGjBNhdBlr5RqQ+5twt9Uh03JzQf55hAvKC8eImMtkexsFr6FpkCxNwXfPUc5bbqGHSYdLAECT8CQ1DjRh6LyuCTr2jKQtU6GmafHHnJvuO7LUSCUd/QoIHRlTEMsCXU0IM/3tmHMUriSepQcaKa2GXBTxZBE1XGit8nPkcL7NIEEwBLBFLGSAq+UyS2CIQN6aR9VBGDuFYkWdgNf+vL0TwIa3g+EoKlHJu+382aDTq408hDfxF+WlsIAGnlNmTF5TWveVFZXXlAP2MRokg4aXraTj9XH92LPYWjHVIa2ZJBuJC/JIMv60m1nn7frfrr3xfdkgb7wvsA4AkMJlH+cKYUwOyR6ABBwcNPygLPPE+TspXD38aqzC+J9hSdLQNYx82R5Rn4HWUxogqy4NBzcZxgfwBbaevbMmeGc7JuCgQAp3HENfVQPrc6dHshq8YnOLQ+NVb7ENQBXpHqHZwp9On36KQVa4tHi8RLy4zI1erWufXFtuChp3j/9VPdqTQEtZLvcVq+ec4h4X7fNLrikjTubgzuZyJtV8oBB1nixW0Lozbo2/dTkZKfFI3+WiNg6Sy7CEaZtQ7vuyb6+B0GBzUHWtpxQcuA+XLBDz2r+1rxRp9ylVrltuGAIufL3jTNnl3KlpYS0lJw53vZQsMky80ZqqnleR9KVfU9J0j9NOQ8eArxP90mFvVE4xJffmcDbFAS9rwqSKbVUpRXRMeLPlPoUMWaQQuebe12g8GcPDOtzbJgAQO2dkPLFICzxXtS8Nea13rhlhcxGxQ5m1j7jHB3T613RtgQJ7EbFuw6QkmfOkkSohyuAyQSyYjgoUZwChQSyLAkFE0546n27ZmHInogiJrJQgBYACQfNPVUG4kbktfJU9jIPeW59agEGcsAjh7H3zs6Tci8UijgQzY4awCzHa8ZbAF7yJyEW/888N54bWJtNplaqiD+XaGvdTnO6QGTlfG6XCW8PY5s8HujJDM5LetFImPhcAoECYMyNIOXKz7p1yOceEi3cvn2HgATtOS4ACyDGQdYZAScFyJK9WYUnp27FhiDLR1pDUvUHZ2EBZEHRP/OMhgu+K+GCEWSRh1zO2BeMHACiAikAmiMEPEhOgXqfOvMU5we8XnyEpHOBowaNFD44ZrAC3GQZ5iDXPK/mpQIwxdlYALInTkr4oAC8p546TZq6IcpBFl519+4dCR+8xnO4zsleLXi2ALRyog9tJz29jbatudTLl6DGju3e0n0+rRtrWv7olT30nR/+aN0M3EEfusTdwTtiFb2Qv7nXNWTcbOv0kNbtmG/b7ruSsm09++eVApuBrK6Wu4C8JS/tQda8qOKBqTMfXS9jGayY+fuSebPEk1U3YaScL0pWMNcXpEbv85e/RvOhZZmkUMefHytkmkVNFVcqwZY0wL0EPH8KexZsEWT2vuQZ8BC9TIWsbCj9fQ8b3uwhgAlMGDjwp/3ZqDgWio+3MxCdPStEsPYmtAhvroYpqe865xkKF3ij4Bt7NCQ40DFWL1D6EHS64yl7nJzy3Ili/dXnrUwAUkWrseeM4NNTzeNhC5WkAopMokpJt+SjXtSR98/pS7FvTQ+KzkArAW96tSJ/RTSg/SznEe67N9JUYpynx8yP8EQBRI3XROUt4TEkO+Ft8x54yGTK0ufPKu/Qyk9qyX8og3qWKnwwgjbboqPWGmYfT38HebLiHnyd9koFVmJXTK431YT2vB7rTEAPjQp4qS8b2IqKDgVAAo/YniyArDsCtnAcw1EBAPrYIUvhLtkFBVzdEMCAcg7uUWip3lV7spx3CxKjPttvyTPrcBhx7ckq9mTltTOFuGL+uOSTv8U0RM8i9j6d+/wc7ySQBU8WskDaQLcNLHmPlrc1H/Dt/FSuNzWNbwnAAtBCqvbjx44zXPFpCSGEl/CYfMcY+VllmKu+/+2KnMGFZBjIQqh7tXL4IGeHzROVKWNPZhdE2RxrsHm6tK0eP+tNnnvxynvbtnPl60bF9yCrIolPCRdfe5C1LYs9/s+r8r0WOC9b6OapswdZiT6V8t2iWw9kqRK1e5AVFesWl7RB1hyIqts5FlIKVCpFeFQs7q9RpZQKuClXR4pkEqqc0StgXiqEnXjqdA8fcb1MDx+2JoRByuAtW4HdGps8KzYOtAjL33Nh2vqOaUUFt2ulTEFWlOQtw9cykDXiGZw/VgAAIABJREFUF/bVRjnIBDSx4IPCg+PWbyQTwN4lZD80b5Kp64yycx5XvKVvsb4DjCggw34q8ySRdjieQRROUXCxJ4rJJtyf48pVA9RTsTW8xEOIk7UeL8F+rUhzNAbXMjgwKGWNBMDCj++JAngSFRbnlnlG0soThPdpYh3DCqiQ9JSWFWNXg2MPScWDaKbtzzLGhBFkVlIj+YXCs3K2ZBwXmLos4+CiJXvIFQlAWQmOoQ7kMkVvas0whhi9OLYvdqAlW1rXyv5lT6x6RQFi4GWBkn8PAEr47hA8PJIk4pCM62tf+5qE1z2dzoQCEEvzZSXIcthKDsO4Vn0F/TypTQRZRXZBgCxJ4Q4g4kBW12713jIxjk9d+fsweEfmFfqIDH7gO3jnkicLGTQnUHc0iujYK+/6PEoey57sIoi6S5CFH9AaYYM4vBiACx4tT90ek1bdunWT2QovXJBDjwVoYc+WAi2RDbSBhPGmUaCczz1+dEPGFK/nPs+VmL+3B1mb0677ZG+AuxWsLFDrxz7RRnsnVG7z4xN9D7JWEvsJLL4HWY/HnqyHAbKweEGtjZ/eniyeHdW0hedaeqFp7Gvcr1EcQot6dMHPQMi9TTlkhemYcR6VgS1fOLP3ylQVV2AN2HkomzrTjAIV4ooKG+pNB2ma+uM9bamVtbweg9Q62UaplFGl8EFI3pCxYCLoS9b8Ou32OJNn9n4lE5xWSoCl+y3UCWT8YHX7K3Dv7l1NL68ZEME5CnZyanQiqYwrzUNGFY7X8YNnlAYaOiVZ/e4BYJlymfQ9a8co6YcVKDwZqtkWyq1bs6EwCz1VKVKA4pZwzcLm390jpd8RjuWAvaR+PepxPImcjK4G6qqhy8qZIjTFNtpyp/2UjsF9X+4HK/pfzz30t+SJTfSW9XtKavDvtGrToiQNfZYN2TK1J6us02nnIXkpNM/OlsO7/EBv0BuH6+IwYgADZM4DWMkK1NiT5fO61ql4npo9iBZh6m4KsvycLHo4zajE/YwWcjwFsj4VkIW5CJDFfsKTZaG4Y8nhfKaJZ8h+nAf42z35JT8aQ49AmycSAQ2vSlKMy3ImFubyqVOaTv60pJXHXjiwqodNM0umzH/Q+8qVq8xACG8Y0sRjHO7elrBNGls4ITorTat3ChrrMahLbjIfYh17kNWm/U6ubjs4axsRF22KIOOekQV0D7LWkvYrUx5K1LpPa7FbV4Nb4/ypbcMFuWiK0HWLmP/2+tHDdgp3KEx6oGs6EDaIYN3IX356IKG+v4sU7n2QFZRXNjcodLZE9tpdKMB8Zh3I0lwA24IsDZtSkMAl3hZFVYJ9QUfrXNbSs8AMfjm0z8FULY9zogEPT9PRVdq4op9H3JX/yAEZZJV8UauKBwqySGu8IYMC70ccZ+1/vV849zXND5LW+k/lyhQpXMUBvtDlcGSCheBhB5E7HB1MaX4JrQPnSknpNCcBnDCuKYQyJbtQfqFC5yDLZ5yBXEN3JbGnwlIJllDU+oywRh7Y7OGheh4Z+QBJFYhlzP+T+EtHMns4a0Di4GtKbs4ALTceVOdN5XFwLtK63VuUeXTKc5Tnibe7rDPy+LiO1XoLp+PadePhgyyfzwgXJJcIL+AgXfdMwruCZDSnTiEj3jGmeH+YIOtpOYzYU7g7yKLLCtMFv+hmNiOF8DE5D45Z+UHfbkmaeniyNFzwjEJwJmPJ4YKRt/xvRga4PcWAzxhk6XgqYNd5X/NxNEhhnxZAE87JAmcjbPD555+nd8u92dkopqGO8GABYAFoYZ/WNdm3dUcAWN6rZfNkBS/uQVYpSrf59pULF5wDWbqE6sdF4+PoyYr92IY59s9mCoxDmmp1sabWAYAst3w7jzYsfr4A0MINJQ1pYCWciIcR26ZhTdusG4gjOKKq6SE+DOUxpd0SHegii/Cc6pysOGEwhyZCLCKF6jJc2OdsbklhzrWM1Be8t0Z7LG4KsxInVZCyvBUNm7L6aiH34vgjNchqhbok67qs9Ghz66ytotnmyeCa2FoYzbuBe6oIQyHOiSbQtpgggMNoY8jwP3gmnCZ8MVtVMDDPtjJ6pjTGLJUBl6nZicJKab2fPFdV+7sgqx5UG/fUTFbuc8s2/gNsBgVGxySOY/nWFigUX61mfqt4KFrY1cghVwCkEJaTmMAAFsKRuKneOM6aoEBLAT77QZANg4cejnwPYAuhWLhuwEj3keC7AXK3SDtAHzO/ht45f6tBnR+3GCsYwbzGfinccJClymY6Cy8mNmF4nTWceEsrTZJDK9KfgoV68lG5RT8+ni7Qwio8qpMdSt6o1CLtfGgCHlTPmnuulBY+aA4Q8zCm4TQargVIo/Jr8ZVRttGiPJjjm+FKz5NVN2jcwKjwu5KOc7EAqGhko+cbZzp9yfTt+HtbkJV3ShknNda1qXBBXMc5We++897wPaRwl3BB7BFL08bnhHk8OZsoU9SDjOexL+rcuc84905L4gnIUvYxkMeNNbV8SDyTRkj5jh9PJDQ7ZtoeN5ahKOj+xfUvhquS/RByFJkHT0qKd3jZ8NvBL9qOfmiq/TsSbnidYOv85+f57LVrCD+8Hby7S7KsWtMfEU/W2jnYIvUu6ugM4eztPcjqUO9xBVnbMMX+2ZICEJuPAshSS9g4VKoer5iFKR5GXHuy9JyhoMWIYE2KloEsWrJdQQfIokKPTcF5BdrFYcQ9YObW/9jXblheKpxpFt+jql2550MPxpz+1Hyg+nMJUEqZ4dZLy7yHqi10hW+h/urat77Xv/u5UbE12TOlYX6e6c8Pz/SyHhRlr1Bl0368jAOh3H739FmbAV4cMLgmUOllsa9Kz5IWNSVredpzEKtCpHWmsslDYzAPgDCNg7ZAQZb3Z1qhdvrA8p3meRxPfzeAG8L8RKH5EkaLCLL4bm2gn12jyphauglIpI04OJjnU1l4FLy39wHKJMwPySyU95TAVNVMEQxcwWftbklaZ2MMMhOXAEzb2WPuoUICCrtu6COhDvAV5j4t2HYOVVRO1Gua20YqFwAa2mxkjhp01Zxg3/mIzzkHWxNlU/p176z8rhTUxCtyg9yRQKD+nQweLePF1GsXXt9N+NO8/JlvyhKQNY/8IsjiXizhT6RtR8gaiA2ZAbkDT5ZmwjvFPYHwpvT2ZE2FCy5JfDELsujJepc/SB5xR7LwFSCLc0nnhIIsXUe1L+LJQuILOewXk/UpCc8DwOJYutHFiK6yyCe789ZY/hdjZF7ZNHeqtSKWjWVAd4C/6wKcsFcL3kMc/gzAFY/AoKwwzzmfkb5cuXh5+FwyEGKflnrFbppcmpeDdVt6NoJtwcuS+bLtO9CnXdSxUAQ0i+1BVod6e5C1DXs9Gc8+ESCLypylvzVwtQpkmYeLIWfZT8IBfnJAli+YDaDggoCZ38pPD2T5oaxp0Yp7siLIooKLRcHOC+IDeZ+LLhh6Hx7FI0cNZLCcKpz+SVuSaN3XQ3uR+Urbqsp8TuZiICYATCrVts8oVapugVKHCO9cCrIKhb25kgdQTCXC2mdKdqa30CYp9ooGMxjPOz2iJ4OND+VSdj06kTK4RCHCLgsz0s32d5hgojZ0aPPwrIMoM8r42ILiAIYE12pB10bYvi/3Wim0YhN16OFNVHKPwCizO1r4m4EpkEeBFTwOwbtJnlFADh900ztK3lquhI3BsfJi+szshRt7fHy8ewAjIUlVnEibtnVeeSxRMrfLmtjfcVLy+aJvPa10USU9GsxVsnuQBS+Jnt2Es7E0gyXkD+bD2bNnZM+QJIqQcYAiH/dkURZU9DhwkGUp3NFmt4H42jQGWdlgiTT1nyO7oPQPe6DQX7JWAOIKzDBls/xP2SbR10nwJHPY5l9v+GmQ4dqgH8xX0BXp5bFPC55DgKwzkmYead7VsKYyy2UqgdaNW+LFuspzwHiA8cVL9IzxHDOuJ31GfVTCBZe0tUfXXdTRe8fc/a8syGqmCW1Qag+ytmGvJ+PZrzrIYqgZsoSZJ+vJB1ktQaCLn54l1ABh8REulL6YAay498EiSKC5Q+kNi50rwfBexdC/1gKhyrBUUTjhspKrXhQDHVTkNYTNF2QHWTViiumHM8gKHTsIkEVlpqR3bEcCPmy9Z9gjlJIrhAz68dA8hVmqeCia4pP+kmJTv9PGU6Mb0FIPkkJGACPdu6ghffr3WKni+9wz7Pzh4NDbkMIcrU28XivVCQUQ5NEjBU+UeZPZV4w/vE52ncn2zavJ29x7p5Z7em8MG6uiaUBd/zLadKzx5fDw21qQlfm4VvCECCmsag5gpADYUkmc2LfVaLKRbmwomCr7cK4/OiCLYEV42kNJfe7Ew4hxkO6jALK+9454sgRkIbQR2fqiiAbQmgJZKHdbQurOC5ApQJZapcxupfKe+y5DxQ5EKCmaa4LJELmPOcw6DKy1eAv1AUyhKtD82DHd+wYv4W3ZNwbAhTInJGTwmaefkdBBeBd1DmcvGEQKUr0jGckNAVqX5QDji+LZOk/QxQQ5C4DWHmTtbvbvBGQ9DKRYC/lg/yup0wDtacnt6Ep9vD8eCAYpLLAU7G4IH92ausroo9v0omVZVK5t8CYcFN9RmwJzFiaU4t0GD4PurhB6iNNdEa7YlJ8PHDWrWQyPs5Ah3XdlAWem0BXpmKHdhwlYe7KWjHtdpvdMUpqNPHN7n5QoY8LQUlgN4XhtdJrXzyvtWyCrkH8OcLCwpqq0LiFrUm2ZT4BeQZMX5mlIdTHRAAbZFeHw2wGANVFfo56sZBAwYKd0zR6sSOcyS3dD+SSx5oVkKYcz0GvNFLe4xipN9SBhErkC2+v+Qa2NgXYARg6oLPyLHjmAX2JbA1lsuoUOhrBYeJI0E5/tSRTglA/fVRDnICvOo9R2q7cmiwJbpFZXAM2PM1dkqYLhbExJNg/Ts4QR4AxxRx7hWVOHNUSIadJt9VIGMoYyQG9z1l/va+J9Y0Qfb2+OegE7i6B2xECtjSor6O3vkEJsapRh2vZCqhVfvC0+S+M7UF8tT/P3qXCssdesxZm9a9sAH9Q9Py/Gb49jMj0+Y5k5Jbva/ZvT21A3FHX8dtnvcwAAAAAMXh/8wKYEAMDyFspLqVMN1zjcV9tFo0oo20pglMIFOZcxh3FOlnjVhLfPSBa+7/01wgW/p4cRI4U7hyxnOIyJqxQUYapquPxtKY8Dfu9JmCE9WQJu6k/yZHE4fExq3u7xUf8+1mu8S/e/Kf87uEUo4HXxSEEmHhN5gP1Z+AGwhHxQ4xvWAV3/b8t4AKAhA+GFC+eZ6v3mDfE42rlnc8mmYrj5VKtr/ol6gMueuR5r90omGc3wlbr0aLbUFfaHoDy9gvy5vpLYjicHZG1AiLVeqgXjYwcdrh+UJXU/bmV6ivPj0p/NQVZPEVlLAa4M3Yd4HgiVSLW+Q6lknLqALN8PpItGtSdLBF5ObuFKH5Q982L5mTd0oWQeb7WoN/ZrQRaXtgoRjfb3JNq0aaQApJyb43b6mFV1WGy9KtPQdR3h1EqjKpekELO2Ze8B0qXjownbQopoXs9nsmDxow11SoxoRzh+WbnMhbVpLBR4JYfH+MXu/qip7HSx1lEbp3leQYvSzenO0oYbvNqYtMJBlgJky7zHkB0FUPyB48mcTwar0jvwPobgWEGmxMAeKFPWUnIJzgd9WjM3SjmGRwHUOR0NODRnoAGs2JmEdjDgdp4TPFMaP2S8YX/LgbzgAYAqjqndR3juUXqQcVCvEds8P57VExymf0M1CrxJ+pSptPW+dmBu/YuKBakSjwvgW3Yt25yoUdpW4GQuBBFzCFOzlhHJ0tEctAUXN5f+ZeWb0mta3vdkbK9zS0AW+F/DBTPwgPIPQAUFH6nGQXIHWT4GkyDLEU5o3BqQFT3RDH+T8UWq87fffkdA1jsEWbwOW4f854o/j1iIcgvyxKIS0BeArLsGsuBBStwY+MllV4+uc/fnxswNYjY7i2p0rAQQSmgjsiECLIEW8GbBm4gshAjp1HJaFvfp0RKg9YWcqQWQBcCFPV7cQyf3YnhifOFakNUa7x448YiM+N5aJvXqqGnd2+O7ZOzabVin08d27EHWEqqvKKOnya8bkBXVP1ZFt10EHpXObr7MbrqwTvV8c5BFT5YpjPflQNRVIIvn3RyhEPdzcR5XkDUN7qCkVfM2ZIfyRY4eF1l4taT9G+Y8Zz88gtSrcykCLgdZfNK5SvY3yPcEBrA8uqfK2KAWKZ7KWz0l+o76sOwYcqfVjMMcxyArqiG2VHeA1nhR64OsYgyAjjw6j63EVw3JwwfhMsS10SvlewptjxkzmyOpBMsoXZ2GbnBQcKxo7Mv7CMnBe6GJqeFB90fZmGBA3AhhadNJDR+IpngHEMnzVoGS7ZtKmR3FK4X/eByCeYsBplLYn4b4UT10EGZJK0plQ6kU3mYKpDUgAg3FHsUnerSaQGtksBR6jgoe1Do3A7JAm5YWFcdj1Nmq86u/bi79y1dtuhY8GiALyS/w8UQ7DrKwNwiyC14W93z5vqWmJ+sAQBY8WX/99vcYLkhPloCsFB5ovFGDLJUtGuKL8hcknO7O3dv0ZAFktdYJ92atZqGFD7T0Jb+mdhc9ZgEgEqGAoDnuI70+gBbSvEcjqRq1FGjdhBdMkmhcwVlcSIghoAvfp4DWWpDFFaYyaKgYmdaFtU/hfilCF1KtLLYHWRuRrf3QSB/ae7J2SN3dVLUHWZsurFP03wZkqVeLFvzVIMvPSFHlUAVnFo4Pw5PVUg5zQoLlikmLR8d1AyDpgpA8U6YOKxlMMeY+GC1HbxW+mLKu7i9+VYCVAIFqwarXRw2x0wdFHund+mjc1KzKYeGR6HkCg7eiWBpDs0b0GnkKSt7w8qqg5B+1Cmv45ZeJH3E/0EL+RliQ4iPtL72zpJ3wsYEsv89QQq72AVC6J4s0J5y1bH7m/nKEpw/qxGOFPgczjem9waAWfZax5pk6uu+C5+t42E5KYGJJJ5g63QFWHivlF3icdBeWjaQ2IYCk8axDfzYHO0v3JRO6lrGlxfzfzWoR6e3Er/u2eV83b+NXF2T5niwo7ghJi9lMEZIHT9axYyc4Rx82yHr7r/5aQNa7QzyMeM6TBX4AyMKRC+gnzphqgawIrHahz6ytIxmLYNgz2YG2a9r226Q76H/06LHhpKTZPy1A65hkWFQwrIYnHuciZeAFu3EDad4vDRflB3u0poDWLkCW70ObmnstL9W20WV7kLW5pBs9uQdZOyTmvqpZCmy+zO4YZIUECqnBdcomUzA9rOKehEZBwDL1NJRHD4Ey4VvbuXlobUrlbBvu4cmSawhbSgrkDMjqLSRzFrvcr9IGRkUvKPtUt6Lyb8BFNdQaoKjSnA6ETRr02MrmwX/lHQ3L8x8/a4phWlqxOjrwi+Y5auraFYwHw9VsT1fqhIMkGOfLlPj24CRP6jujZypr4qndaK+3YtRNLV8F0CQvEPqAMaISnkAkIVHyKqXGVSAretSygqJtVZ6Uv3FmGz1KoI3UC57k31bOkAWhFMvjx0L3xAtFMGV7r5zGyUtrwFM9WkaAlMhCPVfYc6WeLZx1peM3WvAzIXWfA/c7mWfKPFoER+7hpXdKPJiedELKe9J+t9gqQLd9E8oyxYdyJmQzmZc7jIcaymMMxvzM6VCB654iMjoage0Kk60AdvH6JMuuvBFBVnz0qwiyEhOPaNiTs02ih8EvEufUvCg8gzBzeJKZhAGHEXtqcykLD8ip06eGUydOS9bNe1uFCx4ex32Pmo65UyStQbZPeKywJ+vM2eGv3v7r4XuW+ILXGTo7HS6IF9Qg6/adW4UnS6dNXnc2oneDrisnQykjCLZ0LQI9EDp4Ww6DxhoPWiCFPcDvCTkvDMBL13I14DnQwsHRSO1+TbxZSIxxVQ4vxjUPHaRccyPigsZyvYjGIHN49PweS0DW6nBBCrzQ6JZ4aotJfcjKl0Wi8XIBQbwaq2QfLriMZotL7cMFF5PqsSmoys8GzV2Z+ar/Bs9UF4UIgBy0xCxNoLByQeIBxLonCwshhSiv26GqhaKudeZwA7fIi4AxYc0zslqerIa22FuQWuEYsf+1lZ1jUCmLk+dkjUCWgi73dHk1DiAUF2kndIGpFGA2RumbArpsjw3rqtGfvUtBhh3qG95fj7Mq1msAefYIeV2tOHIHWe2QPtnBU9HT90LpcwayjCZ4D/dEhfDBNC+sHv1lYXvkwei50j2CBEs4zJd7owyAki29bKaOe77g6XJexplSbF0cYz5r44s/FNXkcdFBYg8wjq504HsaT4bladpz3/vk55Tp4b1+dEFOr4/EJUfFAEFFhgArgDXzSo3W+HBh7GV0b1aggbW85hnPyJf2tE14tNQYUcK1qBCN6nVOrDBVabaIYGceCrbq3/zaVxVk6ewbyY1q/nbpWu1pq/dCxef9kFskl8DHwwTdK3JPQNZpSeH+/HMvcGrdsBTu3cQXtbxE3ZiT4eXN6IIpkCXXsSfruwBZ39PsggiN3wZkMYV7kml5IvTWtC79MZfXjllVKY1fBrLUCKXyFF4tpNCHhxHtx7lmmhTjmIEtXV8wngCh8IDhB/uzsFcLaeKxr46RA1LnGo8SD3EPcqrnwfIuLQNZa9bFtp7W3Xtc0XhqLV0yvl6mSALynR/+aGtT1Fq0uaaxU2X3nqxdUHFfxxIKPByQ1ZqW1CRTk9VhsgdZTpAULlhISaeXHU6KwmFFJ7gykMVIMCzPcdMKK7clBMChoSTUPJTC4ugl0YNy5z4Ksnqlyhrcm5WuVu3ysEYNQas/yjMjDwdAYagwHo6Ly5q+3MtoEgr65xzkmIeNjjt4qhieqooFvE+6gMsb5OcevuOmZbzMdI0eOm0MjQJmMNCQvwh6w5SwxrvnSJ92c6KNYQRCUo/ujdIwvyOHBTDRWq/X4LHU1OmoRq650SRZavNh0PqWktItg5sroS1+iOGC3vTpxVnvqAzw2sY8pAGI4EMt4+vm3KKvwCy3cAzKNgNZ2yqY5ituke4Ar+0KRK5TFscdenAgS73OoozDk4WDt81Ap9ftSAO5dlbObHr5lVc5VxCGduvWHU5GLlHm3Yj9SMksa2PZrkAWPFkCLu4K0DCfcUh8EWenzhM990s8YgIYL1y8QJCSzsnqgKzW/FkiwbefA4GitCXBOKRh1dh3hYQWMGRBhgFsYS8d9moBcGFPNT4OtGh8lfG9LmN3/vPz4tGS8EHxaN2QpBr3mAZ/Wkp4X32fMepl8LK1acmErHFDKcu0Mjd+LqkvyrdY/kGCrKRtRB1jD7KWDt+ycntP1jI6PU6lHjjIGnlijFrEWKXgO/yYgizbPZPYAIIw9q3nyaoVQfW9RIXI/3bLX6miZQEfQavtpYLGT8kcaa1eqQSg/FbwghUKRZEFcn75pczoxVZMTJiU+a6xIDKMg89lBU97BShZ9c/on5weHt7oe6eoPJU/tGrjGqypRpsUEoiwPmSzZL3AVRoi6BiJVlh7Ft5V1k26G4jy/uJ5AjO7TgXO2w5vlRYkhc3Cq2F88Eqpd4qWVpCYUX8GaG3/HEEVQh5ZPoTKMqwPVQJw8aUpdBLvKnjVxm6slEQwMi3xRpxWsMt8HVmB2BUYWCqZzbjTgPDlPBgrapsrmsvoubQHy8rtiq6PD8jCpPIjQHzvD5JDcJ7DscXpcmR49tlnhxdeeIFzQUHWbZvvKs+WJr7Y1pOFxBffffvt4Z3vvTscl2x7DBeUlxfhgrY6pDGX+364ctqTJcACgARgxMVp5FX/uz6yJPJRHV0xngvTwCVIsi5rcrWzyQ/PkXoYNckFQCbAMeQvZCEAFsCjAy30A+DKjWbwgmn44Bc8xPjSpctMFY8yU3MVM9HPefS1NO1cWLiW6XPza+NSj9pGkUZdKmuBpaGTU3riYxsuiLGJ7LqJN22EnBcSfa5YjKnfQXX7Kh4BCmwGssCgS2xb3sHAzVOSxRRWf0KBBrV8qH28zLaaJdLTuGM/FsIFmfTCQwZZJmdxw7P05HBPVpn57LDtycrhgqXC0Ao/mrPYazuj16S0nGOFK0lgfRtdD8xh1lDd7AsHiaan5WJgm4CTRd+U54QAnHJeP701jX1ddi0eSEkh3F1U5hcTNczEz//P3pt/yZFdZ2JRQKE27EBv6H1lEw2gSarJbmokcSTNjEzNeDzHPraPj4899l83x/rBHpkSJYuekRdpRqLokURtFMmjhd0i2U32jgZQC1Dl+33fve+9eBGREVlVWDsTnZ1ZkREvXrzl3vvddWDd9B3GwwKb+DPE/OdVle+tUURBTf2qcwMw2JhDS83flIxCGfeQmrwEV3LzA2hKmfsYUwUHwNAOgzmHe6rHrfmMl9iT4+gZ/9gZAikMqAu2SdKJp9FaF6DCW0+dXP5ohQRYsiZgmbJ1S+2tJ6NgkWdbC6DRrFHGNrTW9Vm035KF3Arq92YsXoxJDTJa182a13xiEuMTTyuvG2ojZtMnsgbN1YrqW13D4l55z76zYk3Fb8Mt9QlpdxZkjQm1MwYq/XTQNubhA7P60+7H3ONYua8PuwtqRaJ9gKstupHBDc1jfJyGbBzfMKB1lsonWEBgCeKWZfXf2wOybpFnCVCAr0FBsgGQdfnV5rXXXrPkD+sphTspmQ99pboh8aPbcrJkfUBXu8jQ1wJXPiXJhXBoOkGHZ1h/YkxnzfAsObZehXLvzrwx2t27KRAFwBXFh5Vuf51uhFF/K2gYrGCwgN3YtFTv7j74iYEuzWlO8172LTwlRIad+yTaPG29lyALT9F31e0AWXGfqbt6MshK9Ls9w0tXfvafTL3X4NqYF+DMJXsO3LXPb3JOj5sRHdwU4ttdGIVT0rQGHuCz5mYC9+hYkOXUFKDybz9Q1wctV1lAnqf9DLIgCCPphVw+wFBoNfCYLFoSKqYQhSfD75tWARNUcTz88r0KVBZBqrEhgJrJbCTYtwiPS/4yUuT1qbDDAAAgAElEQVTfxLRc+B4EWYqzObqsGBlcvW0BwayXYq/oO0FDWERomcgBreovwJ1iEDr9g/0HRLTqd8lkhueomsdq7ez2zn+/5jtoLd3AwNQ98UQ53LS40U3PgZSdGJnIOZoA2HhGLgesDX92PIDPA2KgopZUaaWKwr0xlnQV9AKaTGYBjaqDeYwVlwb6kb4Uo+RjrgEvjnM8ED8lYS09M2Kf7N9RszglNz/XhspqhTZgxcKcC2ThExOnhBNoz7TU7oaCvyUP4kIlHyGzLwZThVEpPaV+qKduiZuxzmtrrAYB91TSivwKmOVzXgjDXV4ZaymUAF03sjERJ/rVKSLuHVKRYhecqucb29d9sUOxn4b3x9Rf5qWHMa5T2x8676BWqMPoR01DQjmy/2ebFZMVarAdZqTbpDX39OnTzfmHHjY6e6x5z4rbgqecOnlKIMuEdCRgkNImC959vet4Y8zhLggX46AxBFm2dwWyrhjI+iKBBNwcSyUf97gv9rTm0U/wxMgu+IGBLOOLa5aSHrSl7GNcM772oR8aFqf10/7E7dJyFWPaZ2Ujvzb6ARAK/ofaXyzObK8VS4axvgagtULamIodW8e27bytrU2BLXt/YvW0rnpNLfBStEfq2qNQjBgs5Vgdf7UtXjk5Ca4sLYFobajNWdbEsR7gHn0yXbRZ0+0hkNUrF/bcfAGyxmZk5PeO7C0V6wFbfTAun0KU7ocnvbsgqxyhaevqfgFZ4ZMRGjUSN3vLUuS2rhTTBETQz6BIjK0w1aoFPS97jZOtTcu6ZJo8tANmwmKuTN+dCzBzp6rsvF681xAT3K+g1EMPOiCrbru8poU+UlfDY04gK68L8EAllHBACEDlb4AfCSkmXGB8MaQ0VIUbpINwjFQCWeEmKatWjB/j39hACagt1op/qx3Nr/eNzNn/LgURAh6cVmRwOiIQImtTuP6hvpSK8ip2CiAqim86809AS3eNtPs+uexLDrHXvIcV1qAbVlFeCgl065CwXDkX2bqXF1D7W0cROAqycL31ISGrrjXAnwwz5DcrQZb616YSXZoxFWRJJmzvh3Ga3gV9amZ/wmU1op2nGxr7POeHcd9PI8hSDCZcAGGhQnzPmTOnm5Onz9Dy++GHH/C3c2fPcsGF1UO05M6ArChGfOLEiebypStWjPiLdIsLV0daq4L8+LJsgyzFidJdsABZdC8OpZ8rYqatYTKvtCT7uPV+90EvyCr2Z7RLeul0jAkx7Nkwf1C04jcALQBJWPgxpwBbeF7wCFotLa5r296bXsD4w48+pnULAAxt1C/pwUTDp8ZPzQOyyjbL8ewDWQW3aXUzZiSu3w/IKhuMdhYgazb15a+HQX4XIGt4oPdLUCZM3R095c6DLHCEfrCOeJrWhu9ZxPcDyCKgcUua+gv1EphUjnsi0ILA7oiCVoWaYrpUCW3aigEspLCFcMBMS8Y0mG7dBPPsItEGWZ30wbdpZbWgUgdkzbppJbTatWwrASkXJ12IlSZZ7n5hqWQSCrjY0MoEi6bXmsL4lxkAeTHglyxcugfmQO5/KRV9DqzKsmxQ1FBlB6AKzWcqvqvsfQFuE4jyzJU6XYWb5Z6qmCmcx/TonolRNXuUnpjs3T8ld9TOQX2W1WofuSWL1wOo9oCCpVbARdUmicRsjgJtuuJEupaslCK9k5G0FvCDLtQgC5Ktg6yqGyXNCKyIzyFLVkl7kvDmbY7T9AXI6u5mLo4DUpaKH/g+P0ij/ZasWG9a37duIs5HZRO4eplJ0wqoGy1B5rpz585x2d+Aa5mlQB9fH13APU9MVmnJ6oCsL77GoryRWbcNsjT+bZCltOZo5wOALKN5cKdjLCvBkpQ8tSUrgYTOlHbpzGAG3DknrgZZ8Te9BQp//WT1d7pLi5ZZI2GRxHf8jmQYKLi8bJ/MjmqA64gBLrwYg8cshVbA2NxEAbCuWj0tFC/GHDM2D/cU1XVnA/sL5GfiM00FWaTsleUsxrOmXUNWqFp2w/Xzgqxe652LIr1xh+h3sTYWlqyJC2PotAXIGh7AKQT3gMN/xy7frc3kh+HzGr3vSbIgptwVsMpkt5JHS72KGmyDLPmupwxRFJxl0andBUPgbdXJAkihxksCr8BKNyarnggw5fR4xY8JI7nVSHWQPBMdtaA5CQLTn0PgVlaMYSHWhiBqFKGfzBiFumDWBdUxyq4RXJOFMKykBgd8oYnQmPY0VQvsdRWSftcHNCjhLBdZhvGICEBxUYgpiHT8nHdpn3E8WbNgvSPIctcYS4GeswS6UECGEeOilCRaI2gQfykuK8dPOYgpgE1ahQBQMR7cMx7/5CDqCOM6ECulOUmaUANPyTJlIKRMXNEd0ribPrtMsG1diz3RbqdNuWXJysdU1ax4UWPbXist+sZBm72WZKmFdcrartuKvzt0paYBWQiO9SEJR2ulSxNK651OSzCtYl659zojPd+EZ8sjtQBZ3fWquZn3Vc9H63pu1/nb5DYnTZV1tuv9FYtCtIXJLOy1vr5BKzKXp3sGQFhfs0QTEMiRoQ6fesyCIPY89GG6C+6xTpZbsgJkgd4ZOMR+zJYsjVWyXIO0mSKqBbLMzXDVYpcyyMIAod6dSIP6LbqQtk41BZ1nq56fXhvzLgT1vEUz5OehfwGyZEHs0kOMBZJhECwzcwncqVV6gmDLaPIy6qAZTcZzRWgBFJV4A2ihnhaKF8OVEG3J00FP0hefNesRM8iqvQna4CTaLts6CMgiVbMuL0DWxAW4iMmaOFCL0w48All8maKrCYGnj7sMuJ0M1HXqtWb1arrbTDyDLGWEgjYSAbCpYKsXf43ig9FT8k+4ZJXFiAmyAK5yXFbdr2BC5RO3mY3ShZe9ZHpwJEcgUIDVRGBAoCLqMalwbDfTn+4URFPE2Im9MV1mjYIPOa0fJcgCp8y9FIvqFwqnLxq06YAoLAnuPhFt1LKQKnGFPKJxiWyLAoEOciQRibnzU8A4CvQGmOLfHDe578FiRW89HsfzRbC4+eijODV9BKMDqZdp7NU5d/fj8PiaxhjHADrAUlxbBkvMw0LroaxVtmr0eySfMIZ+zKyNGfj6hHDMHDQZFyzj5Vrripa1CiBVkmJeezh34kzOZV3s29tYpuM300qJNa12OBVDpIX7fRbdKfeH1gnchdhm1Z8Qihi/hlXRA7J0TcAwf041NnEgFyCrO1CdzTY6lkrZU05Q/fccaztaIlDQugCtgAUJ3sZ9SgosJPAMJEOAG/bFVy6au+A5uhsjGcJP3vmJ/7ZGQfwTE8TDnSzBkIFFrTjH/Kotan3gkRal5O7sVnmPyTpuIOuSxWT9DEHWSbkLembTDLLa1m3S3AJk0V3Q2ls10IgEOeKNom3ZktVe2yX/iX3cSYpUzXSfhXx0MTiVqBUz6Bf2NGlKCXh82aR5JS8Aa5DClZkFOf/GH8HvofCyT7oPkteLP0VyEdRAo0XLUrxfswyEm+Y6iPi7HXszuRR5QF5HcV/FU3VpV9uS5Y7PzkLHHHPnBVl9Y7sAWdNWXKdYmoKaJ15c8I75ruieXd9ykfjioCN6710vFjm2/b3fQ0ksSIXvNMiKxBddkEUgQ2abGR7WMpNE9IAsJY/Ab4gZGbdk1YxSNZdAc0VN9wD6PPDY1I5JS+hoQueybxIiZWkpmkBTBc8joUfX7Jyw2kHcRL+XPWlHnbCD/TgwyIp5dSBSLN/sT14JS8XYh2aTPSE48npSBoyVcKK07DnQggBgOElgKubQP60bmteQiz2WCu1QSLEgaJ/ztqIqBME8zomgklcqNioAlFKeeza/yEiJ3+nap8QTXC9IUoExAeMGiab7nyeuUCYRTXX8r7DqDmnqac0rx7mrjk/rerK2v2dNT4UV8QBjICt6rULKufVhkIXx6RdU0uOntrIgj8D3Dshy4ZpTMRFktWjD5MFYgKzW4kyre/IA8opxkNUF0d375iMhCGNh0F3YaAH2JQtoe/Kc9vWgLQJZG5ZM4rUvftGK/p5qrtvfH1g81j+89SN6C5yyWlk72zeZ/hsZbLEVE0vpA1kkk/ODLLED1derE18kkGXZBdePA2QhuZMUSUMgC+0h4U8rJgsgC+6CjMkqQZZ2bulRgL/rBAnkVtWzlZyysyeHJqxnqRBgFQQ7UWu73xDIiq5QfUXtl4+hgaxtS9vONQAaThdQ8PaslAxFK54H8wzXwU3PPgighRi8LSQ7McBN98GCJGeQ1S/vdEBWce2sFPikXT42U90F6yEugfFQG3UfFu6CPooLkDWLxC5+O8gILEBWWLGU3n1vAshqj7cXRCWnErPao0bNslHRqlIKnRpt0l3+T38H2CgVKZHpO7nqGaUnI0Y8Ek05ittJVhNKAJVaZBYonrJoWkJwmztmrbH1P1mb0Dc8cgZIAHr8F/FSrHESKfZVqyTeIWwAG1Jb68JH+vT4q2TtSWMbsWiYADFcjbHinUxPTEuS8FT8rsQSTECR0qALhIsxC3gxGYVpQMP6RDyF32jhUkbAsEZiZgdth460xoBvDbJmTdNkkEUJJK+Njrvg2FroER77GDznaQGyxkZz4PcRwNm5KgPPfd7QL5uoYBu8yfz9OGyQ5YSirawCnUVmP2zPXkUF4pUkRD/yyCPNllmsrl83K4a5BW5ZxrlTJ09bTNZZuqERZDG5ggZh0PC5b5CVE/gEyIKSDv1etzisVy5fJhDc2DjhIEtU5n4DWeG10FlKJE9tykmuCYBTgTKVMcmWzhJk4bt4ZAZaica7SzcVkyhkDPdBj7+DBQzADAmlYNW6xhgtZSKEmygLz3cA5r0Bslpr28YKvepTbJWRF5WU0JmOIWtYX7zeIibrYNS3YzxbWLIOOKD36OXS+014deKrimt6LVltDZXODmLaI1QckrvgVEsWtd6Rwp3Z3bogi/LpzKEpQRaEfIsPQg0PI9oRd+WsmUw/tZYoHXWEYhx+J51Wa0TRN3dzQJAvHKdaIAvXtHWLtXaSeKBH4CgfLzPCPD/BYBKjgRbVta4RJyVfd1gX4R0JocEtVQBY7sJDZtXKDhgp5TODpWsI/qO2lRBUf/MPd7uMsclqZa0rWqQEfMRc3bUvWaVg6cC4wVJ1TJ8AUABa2ANh0QLQ8hpTsCAyja9bSNCNHL/UjiFCjarZLjPu9jhjPc0DsqKZcbDV3mucjwnbvTyldoOqL4/lLLefYj4xbUNcfV53QWtriiWLS6W6Z3tLFTFZmM/Jg7GwZHWXzTSQJYuAJoXRqD7mOlasT3zFfh9EMvotJfvhSl6iRV9JDxAXecRia0xoRozNrR26jIG2Zy8AJb8J91FkbYWL2Dbje+Ui9tBD582SdZpWjqtXP+G1jGea0S90ZX+WrD6QhX4gXuxE88qVS0rhflwgywitxtHX+BJpZV7E3IETLFmMyfI5uROWrEGQBSpfmFhiRfWBrHoOojBzzcOQ6h7giZY/Ty4EvkDXQXcjTApKADNbDwDUqJvGVO9mzboOwAWrloGvAOSk/2iHSYp6dkPMSYyryw9c4SN0Zj+WrJqfzwOQ+vof/ZwF1A4/8cWYjW+UWbW1iK5ObV9FtXBxqBaExqBnTx/qSybzkRnPo+xX++jM6BgtTribIzDsLjiNgaLv44Jeiwz2rqNOdsHWoLiAQ4Iod49wPxMxdYvKQJ0sEKOyHpZqDwlkRawWXcYQvF+sce6bWmBzRlvbLRSLZX0zBk+i7IG4Yrye5IJUDEI7Ry29g8klRlQw8xBEcEjV7CWwoL/LRwEWLLEBhROPh3I3ixB2eatEUySU8JXuAReScMUTpSAzg5ufnaPYMhXpDcBDUFi4AN7CfJggIoAVbn4Ri6b1IcFG33Vr0T3FtPlYgFwGPQyy2AKkvMBXRhLtqSZgbB1As6VBlxDm1ijUlXKASZBFECULJtP8egA4R8bXhXKkeyUTqgcLMO13T+DT55LPxHHrvuLcKBo9tF9qGU40t/2qBaJ8TXdcerri63sOOs6pmYeD6Nw8PkPgpO5dSCRxr/F7dtwrY276Hrw41hJJw91XK9/f+D5olxxpff6f036Y/9JDvWKuaU53bs9TLfilObKlDBCDvclCuUYP6LqFpBMed7NiMVKgzZuWantlZTUlNqKCyO6HmEek4j556iStzKhztG6pzR8+f57AaGNjnckO3n/vveZv//Zvm48socH6+lqzatfRLcwEaPQP9BmKIACyVUv7jbW6w9hepfs+c/qUJZ041QFZ5bruG3gBnvyqt6/2RHdd43C4R4N+UmFlT7y2fry5dMlA1pfMXdCzCzJXUlLJ2bhw7OwIXc9FHgmyHDi8/8H7BIlwFwSoUuImxWThkwqJqt+tqfVFkXZl4n/5OUUiqnXAwSrOmUlydKKWQTlGGZDjF7ExR+JV+2wAJ5DXKNssEynxB45M6gyAVsRpYR1hTTDVuylIkYEQawxug7BqoXgx1g54b3idiE8MK6fLPdC+c7E2RhSecWZN1XMLB//Wq3Qd6nDP7Q7HknVgkIX5bU9G7SdcFpdLC2UOHtg31AuQdfAF+OlpYYhYTBcy5gNZ3ZEVWW33I/9VaMZdWJfvPbLKKeBViS+sjX2ArIjVCpBVEuPemhUBmlrM0noPQZzgw9wFLeUvGJu0cep/BEGXWvZs3SpiyNhGJq0BsgJUgh+WIEuWGOz4tiXLc0e1BlsAp3pj3Mjkw6ImYRcsG+PMwo+RxIPWpEz+ZTX0WCumQ89p6pNrHIAr2osLCaow4bwphQQeCfDkci6ZGLuiA+BJSjqBTwkIwSTw94prsgU6PTQ5LFccHfjlZ+bI5BWsMRb3KYdKTob51QeynH1XxLazZopnD2w9DLJqgbVWbHWtYXKfLAWTWAdD+7cEEhOoXDl3E05PqyMEyh631T6hLMVoTXVzZb8OyCix8logC71PTjdzPO3BTj0o/TzY3YtVvj+U1bp9H8iCzHPL2oal6cSJ4xRwt5C5zwRZ0HBlh9tlBjz8hjfqQkHIFe1csripk0xEIUvTQ6SvEH7PWj2rC489SisEwBPoObLFvfXWW+b+dZ2FhnHP62aReu89AxwEH3AVBMg7Yr+dTEI24qLQpxPHj9M9D3E5169b4gu3cIlsdUESO+n0v0VFqq3WXWs620mhK6MUmwX6s2Zj8MplWLIQk4U6WR6nVPQhrMyp8Dv2hYMsuD8ihXuALGQSVh9EB8OSNQtk1c87mXZVwzS2VTNNmAWy2vu9ry9pjAkWdD6OIXMgwD0Gm14MVLIdMddBWUCpIAPARap3FDpmseobXINRvBi8MLn3s/l+2WnMYyTW9GHt2/22M6Wfs9pegKxidAbIwlxzs7BkzTVc99HJ9zLIKgmuGFyK77lLIKsQSSQAAAaAwfLTDiDL3S3V42CGolGQRTbgzIDoprIciFODwSp9e+kuqKQdbQ28/+X3FRDKsV/M3OdgCN/T7+Q/2coU2uZWinwIpZTdCcF0vmf6I/OB3pCIqgRjIWmEiswZJTWolJQ1jox18k9PRAEgRLEClkhPTsI6UtAk8hx3/3O3T2gocW5K5x2WKVi1+A9tZVulsiF2C+NyGiuNc+3u4TOWMHkw/N609UGAE9DsJw9doaEGRPV+0AqcB2TNDUwWIOu20/IHGWQxJ6Tt3R1z3UPtqaeeeprWJcRBXb32SfMRisJ+ct2OrRM8hcfBmgEuWBRYRNbOfeKJJwiAsNxXzcr10UcfWbzUJ82FCxeac2fOGIB61wDF+zznusXUABxBmD53DhauteYTA17vvvuelEawZCE5gpm4Ad5YHsNQAGgdXMQA8I7bG1YtAUG4CxqtoMLocEEW6yiS5Hu8kXsDwJkaoJMgy7ILhiULtK/sw1SQBSvhHl3i7w7ImhILmp8rFESzQxnalkEp4nIbXuzdY6/Aj1tuf84bALIwNgD25DcOtLBOUqyWAfSPLQMh1gLBGr025KZZAq15QMs85w4RoMNo4yDEbenyl3+5tRv206F2kcZ9dmdhydrnwC0uuzMjsABZdCFzd8ExS1Z7TmB/k+Ab/vhLSN9uiS8CZElLmN0Fu5as3GIwiFRaCOANGke7BWtkkcBbFj26wqkeCN4JZBVWKvMZcQDlQIoulbI6KX7KwRcsWGTyktWjD8x25bFXAb6kxXMLThEjpdgpHPe3x1Yx816yCNEUZX/nTH60wTH+Cf7yES8lixX+Js1Gggm3OlEDiXmCRYpjIADGjIABzHDHSg6qFUQmUnm+CoGYvhieUZBVGVFiXPprgwUOmq3u6ng1uBWvXnPl36VlUWBrtiVrAbJao7ewZBXDcRhgrytnKRPqtgGbp556iiALexUZ+7B3YY368MOPCGwee+wx0icAK7QD4PXOO+8YgHqvefbZZx0gKVPeu+++a9d92Dz99NNmyXqMMTQ//OFbjKECiAMwAxDD/oaVe9dA3lVz/cKLMTv2xhY+blYu3OsWlUVLFp+11Rw3SxbcEMNtLGKy4JV0mCCrtPAHyKKLNgR928olyALoQx/DzhrTNgay3n9f7oICWfIqSC7o0UhHsdeVPMbWRv17TYOng6y2Javkx3WvhiyDaWwcSIUykMrFVApEfDlim7FGIk4LPWBKeFsjN3fM8mmp3ZEABaneAeCxtiIpBkAyPSycj02V2faDR+q2D6ONqf3tO2/pldd/sQJZOC27mEzp4MFBFkWB3D/KBAV3Tq4zxSPw9IO5QdRXz2btE4eZLjgH69fEOy1Ou6MjcDCQNUZ8+x+lu47KWKi8AzLBTZYC97eOOlQghFFglsCBroNtERl7LjSkCIKmtYOCvMAVtVg45paN6DPhRO+Sz+5j/DkjFBPeDcSAQDOVrDReqfAwhOBWWuFwJSxpAml/8YJ6TlrWHWsTBF7CuFW49zog6Hcw7OTOQJAk18Cor8K0vkwxnz3VY1z1CO66B8wEW1W4UgHk0R8T/4k5IcmHH/Bnys9C6EI6R9MUx1WWqsjU52nQ7RdokVXTRMciKi7qUgFgCVwpzX7SHBKAZZpeDlnXy7s9ibJ0aQz7XhyK8icfj95zMT1cAzUs64K9sb0yDWS1F2W6phNZPRQLNScNL4D3PGQpP6vPTOEGqKW2D65UoeH9NNF+hj53wXme8nDO3ddYHM6tW60cRj86cpXNGTO52WQ989yzzdkzZwmEjp88wWK7W1s7tEjBogTXvbAcwYVrxQrJvv322waeftRcvPhZuna99/57VtfqTAPw8OMfv90888wzzePmLojis++//4HRtpsESTgPcVnIGKeC7ohpvcmkBfiEkAwSAnAHMkAAY3QIsaU4hlitG5b0QO6CZsmKGoCHaMkqQRYsaYleE2g1VhDZLFkWk/VFZhc8Lnc3vrCHtX9uwUXSxveGFU3+yU9/Qv6wvrbRHLOxA1D80IAm+k+XOPIevTFPaQe6Na1XbvTnjXOH1giBTLGaaho8DWRND1GIW3VpprMdmrUKOhOytx2DkpE1J919ELwp3AZLoKXETsYzkRTDgNbVT67S6orvAOObtj6y0tOVghP35RT8MdbUYbQxdo9Zvy+9/NovcM4D00SHgvmTR4+gz0MBWZXfJsy95auTkSoJD/t//LrOwaB2dY5b1ALoHJcuTr1nRwBrcRbImiYIzc+cg9iPDUyp1RLBzDWXFNyaY7KkpYpzWi4VDrLAjJLFA5aPEPCj3lRVu2d434QFK5F6xWPR5CR3AmQYVKFkpRKmxQuCZtrf+dnaihfwz4rdOchCoDcKJt7cUv0tAg8yTgdZkZWP4EiASYwcFizVFEvMpWfok/uFM8w0+96eowln8M4Q3ZIU2fwiqQRccRQJ5SAJQArufdQuRgp01LOBX7yBXIIsJB8R3HYop+HiPao1Y3+64wuBXPkaC6Wt6WM9FB2QhSceEK4GC3oSyOXXFGAxDWQVz5qECNys3qv3CsjCGPja9+GYMha9lKEusXBglLUAWeU4z0/Hu7NU0zJaTvGf0dpnnn3WalMdh1TWbBgQoqWABeVvERjBDRD0DeACYAEuwp+YS+EPfvCmgayLds6GJbV4n4V1r1u81dvvvN08/PDDzXlLt37SABt4A6xPN25cM3D24+ZHP/ox24FeLXYNnhHHdBwxWSeovMFuiSyECWTdkAUjWbJm0AEQ2m52QT5qevUlrQlwApAlj4HINiiQxcQXCWR1+TFigMED33zzB813/vo7HMPLVsD4vLleXjOAiGLELM5rIFTCsLwA8D04EPtd0at6ZmdlTu3bzx0ZlNxo1quISx4TC4KOpNjl4QtqOYBngneAHxJsKaFTKFuRbZJKP8b2AqgpLTxAOdYm4rS2bwBg4TsAF7IPgh+HYnFa5w8DIIn3373X0ouf/7KDLHVE2EYabP+WBS4y/faGENo/6AN0s5DcCZB10F73Xb8AWbdjVO92mw8OyILqT24B0lCVBL20ZGWQFZYsZBrKFpYyDn4/IGtv1/z9CbIslXsCWdg9AFjzgywwRAgqaAsaNBTR3L6BDIZwG1QBVqbjdTDVtiBkxhXgClYtGXGS2KFFmARW/hgKT9FMONIQuega3dMzNNqn6ktBWwyrFLL76W87QkAlS5RS38rDD9fCaqXvsGYpxkq3LZl2G2YLOrbhQw+NHdEN9IGsWYoo9WG2kDAlDfKYEDsNZLVpxnCbC5DVHqmh8RhZLHeARI+tizvQBScBBx+LUngUTXKx3mjss889a5n7zhhYOkFhddOURqAPyNxGkGVugBBm4SaI5BVw+7t27YYlsXiTroYAPxBskZACQvKHH31IYRjngUYhs+D29ibjvD7++CMKwHLlQpxmnv+wZGHcaeGxl9yjkU31FoHXmTPneJ9rBvIoiDtaGpyr2w6y4C4Yiq28IsBSMCZ/9Vd/0Xzv+9+3RCDnmp/7Rz/XvPjSS83f/eDvDXy9acDLsjYy5qgAWfY8OQ38+LzPWqOTlCaVpau7pm8/yOI9yWPEaKgMZcZe2dki7jKtwtcAACAASURBVDfc8OX9Anf8AFqmFHCArnTvm811AC2zaAG002tlBDSM/T7PXr/rIOvZK19M+uDywcDMKSi4D7/qpsikzTlw4aF82P0PzAJkzbNoFufe6RF4AEGWA61ag8VsQimmR6b9JY9pgpAfGevuOZAFjaNxw1sWUxCatC3TpN3cNisZMvrRWiVtUBbS5doXaaiDhep3/8tAjgQHZ9x48AScPO6J2fwEjAScBIzo1gdwhU+64nhMG48VcVNoz11TBLYE04LGBq7rYxYxf3Vdp67bycFB1pilHyPWdQZs79UFyKrHoxTc7rYla9gN6V4AOPdCH0g/DmwZbGvzA2Sh3aMGZgCyLjx2QZp/ux+AzUcWj4UsgOctDfupU6corDL7oAEkACDEYyEuSwkqLIEGCgbbb3hB4QQhGXQdGV0lEEt4lnXB7gsFDildUavL05vjHLrN2XlI4Y6/YRU6be6Ijz6K+LBdujICBMbrjoEs6+/a6rpbsl4jwESGxvr+eDqkGf/jP/5jA6M/oGXv8uVXmyuvXmk+NKD67W9/m9eyqHrEyKbKsq5vG8dYM9fGFJA1vrbuEMiikO+qQ4Bqj1NWIgvnTc7TWBLEgRYwAhNeuPsg1imVnqirZYALMYFYm1gzsZf6cMP+sUSbvuKvewBkvdZaOjJkFVFFpUBAISKnBU4uhbxEAsf+XncWZMUD77e3s55xYcna3wq4t6+aBbL6KO+QNphkpXjU2VmB9jsmkXhBVhmkZC00UUzsIPcfxmQVAgMBgadslXIlQFYkj8ggi+w4Mj7Z8PSNQjDt8lck/Za7IPqEgsSyZMWLmtReS1ZtMfebBhaCZsxQAASALdPSbpr2DBXpEZ+lTIvWLuPQylEtwVQfNZD1K790MwEnWKO8nlRiMopbixpUAkk6T+BJwk1Y/8NrQMdyXS8yhhB2wmSFES4GuaxOnyxIxVyGG2Ea164LgqXTn73CSksW71EM0dClYyCrjsmq+zAqiLjWf9591LZc1mugOw5zJ77A+Hg83vR9KzfV1qtwZ5R3UrFGpzTcU/B8WHCrbz68IMaFvymdO9g590IfuFMPHWQhI6oAyppZp1544YXmEUtS8e5Pf2oxWSdZkwjxVnDJg7sfXAghxEKrEx4JSFaBjH+wgqci6MiKin/+Gds3lDchrul5JPO58Z15iHCPbQNl4TKI6xCTFckMTlvc2COPPKJsgwYAw2tg9vj4Bi6EsI5Ro4rb5KlMuOHu0eHuDuGfIAvugpfdXXAIZDWWAOSD5o/+8JvN3/3d3zYPP/KojfOLzXPPP2fjeaL57nf/miCLlqzkKpA5WKKjM5Ywn3tgC6mCRLbyD8mgGrtZ+1DtzPMaW6+zfg9wzSnwOO8IN8CCYUF68EK8wftYXxG8WcAMcVoCWnIdhGumgFbOPlgDqsMEWOj3XQdZz1z+/MwZC4EiBrO2YGlANMhyZekKK+ODNj/IYj8mrLQ+4aBc4FPamHCbdMqDBLJmFZKbZ0wejHOnAqIhbXCtgZoF3A42YhD2lEwC4EIFcCORQ0p+QW1fD8hCsVq3WGWQdcwz9LVBVvRyhv7bswrGmV4jiyBLKYLnA1ntOehkx3OQBaKOwPBN0+ACZFHzCqGEfuUVuQt61fuZqQOZDYGOxgBjFIUal1fEXFi7hm6AYtTZC0BzHUqp7uzmEeyln0bpmC2r6Dtrt7RAj8eXOfBFrZfWCT1L6khHIK8cDO1x0Uptwappatl0zbBrl8OxTFe9IOsQYoyy8DJNQJkfZMX+nta+xqyHJhTPKuvrPO31043hNoZ3bt3SYfTjYFTtcMDNQfvAWTuEOSn3OdqTq11DF8DHH3+82TAwhQQVcO0DqIFbIGiZXrHxIchmOh5pzus+DgmxdZU7KX9EY5ldDjW2tkBHN7lWVZDcQJwdx6o8YQDw0Ucf4XiA3sJtcPzVXdM1qQKP6lt/QRsY9wQh3l0X19ZgyTKQ9ZonvnABv8QqAJQffPBe880//MPme3/9PYvFerh54cUXWT8MMV2wtKyySLODLM6z1y70IR+VFdXBbt9x2C+OtZOMZNXpY/SRLGjO9Tfl/A7d7pHjY11FvDeuwVtxxvLSiDdBF93zVVIFa1dZKK2mlrmWwoVQ6eKjplbbuju+jqafcddB1lMXr/RS8ay1jAEMoaEUdMToGbZNdxkBrXgFDNIm0jn9r7sHssr+jG6iCfO6AFkTBum+POXBAFkpJqtIO572q+1RxQq1E18cwbHCjbBOAnKvgqwtgCwUTASYQ2wWLGaJQflu5wcyKfooJLDl2RXTYZ1Ay5SBKAEs+zxmoNTeAFc8Zp9h1Qc91DWp8YGVP1uQFlwqqFOonIvWIpthaFN3qyQXfTfeD8iaBbCCCbdoqgO1ODYmRBweyGqP6bAlq39KPr0gq38tzinX3RYKP0VYvC03rho9jH70KVMosNreRswVLOhI31664GUX5kwLQtANQNHXt2GQ1c1VmxSrtgzgYbC5ZTFhBrJIP6HYLlygYXV76KHzpG+Rsnt8/A8Gsmib87qBGWTBknWlAFnKileCLBRYR32wAFlnrBbZ008/Q4CFtO1M4mEgK2LPBGbkIplisgrFPnZJn7xYxotmKHz/gaxSJqi/c0yoGFA9SnLQZGBRbB/it1dMQYDjURIFIFxAy6xZVIJa9kE7FjHZ5YSVCoPxNTX7jLsOsh7/zCWxwbZitNBeatDK2Cyx/HwNdLyRA19Aqgj8LoSU0gWpvULRWiHooIUKSddZW+rfh4a5TyjgsZ4LxnW/49O9AFnjY3R/nnG/giz4R6uWBVOSR+KLAUtW8q12okmLsRFLZRIqYrKKDXSvgywUS9w1oEUfmA7IcnYZmz/Aibv6ETB5vJSYCSx9Gg9aruAqCKBFK5Ydt7+74OrgK37MpcJsly2qhixcY695QVbHolVKERlFtW57dyxZXQo/r2D8qQRZRfr41iS6wDm2nm737/PO4e3qz2H0o8+SpVp+DTX8RyyLKCAQwA1cnSPJALdcCPsuI431ZxBkVQqQ0pKF2ygOZ0f1jkwYJgg0XoA08FAmIZEGwAmOQ2De2gpL26yRv50gy2KyLLMiXBrhIl9alY5abC1A1h/CkvXd71lc22lL2nGWciDqhyG+DLXAQMcxxjKW9YOsBLpqBRKva0uWcIcuZdDaktUZqR4rXncvzlbK1W2OrQ+cP3ZOn1KgdB8MeT5c5PG5YmOJulr4DtAEz5ptZB+EK79nHFQh7extEt41MYxj/Zqyx+86yHr4+UtW4Fo1WAiUvNe77oujxaZJJRTy7FYR/E0zcoonkEUqBJMYgOQD7NYu4jMSigBq9qmCLw72kGFLd4xX+PqHm2A96UOTMaR57QNaU8XoWRO7AFlTlv39eM7U1TEE4bGPSjiCtT21zfnGK7sLKv2qQBYyTVnfPA5LGtCuu+DtBVm2o/2+pbsgiG+iMaA1EPbS0MR4dq3ds9wFEY8FLSziGXas6DFAFt1QapB1JDJROcpKIMvj0SqQBeECIAvgCtYrAKwjjMlaZg2R0t1k+qyNA6K2zqmOTwMVbkdDkW53OpDvw6ftALFaQNDfOC3oaDrDj9XuK/WTzAuyKNzVZpN9uQu2of+8zHoBsorFswBZbTn3EMx6pfwSKdVhUYmkFctWvwkafqzbHU88oXTZruLmBlayitGXE490rv/dVyevGyIA13O5fIF/IMX8isVAwV0a9blg+UH/4W5390GWuQsSZCndffmCUh7JOb71R3/U/OVf/CWzC549d541nVCTDEDr1JnTDrLkJkjaB5bpAxeyZx/ICrrYojN2kG7eQUPTupmRgbWfcKdHkcv66IzPtV4pC0xsslxvBE+wanmdSzbicjsxhf0BfghQLnd7Afeop4X6WRGrxZpatGp5mIMnxpjYrcHTCCkGXB8P2vbU65cefv5ze8h5jw3OFM1EN1lQhPYbZuuos8OGfaRltZJQhAdhXBYfqC08YrCjWCatYtQS6x1WMTJ8Yi23nPkvcS/GIOAYL4kgzTzlU0BWrVWYOkjznLcAWfOM1v107kEBEUBNSfingCwX/AsSO4XCCmShQCBAFkz6yiJF0z5BlsDV3QBZUhGiHx6TZeCHQdz+isQXWf6fBbKqGC0XBqB5JdOHuyDrc5jvtxdj7vjMtyQNG+/InupJKmSVyvQKroK0WkWQLwod2zWyaumdXSemru96nsevW6oQZqdkWK8gODumrb4r5gI9SzWuCg7LWeEaKpUKXZFvDGTVQJmMuGb5+wJZ5dNorc/zWoCsYrQWIKu1dOYF7H3rrrZkYR9wP/kWin215/Qp31MKFqqofV9MFSK7smZHJZJislq7B/1yDwhDVyY0r1B2UyHkoxSM7z7IenWmuyCUUCDtf2UA65uW/AI1xJ557gXnE1vNc889a5kZT3lIi8elOQ0dA1lBC+sxw99dS5Zn1RsiRnPWtJpC08bWa1//h9rtd3MVEKeqz9OzS7qJBFHKuFvyxUiIEUkxALJo1aLVVJYtWb/KeGX0Smt2HuvU1P0xZSz3c87S4y+/sYfNAj/g1VUz7REoZVwLrcBN0wRTI2ymPsY3uEZYQAmYB+6CnnmQAKjNzDnYAFfMshXWLh3TsBFdJQDFQXT3wTRAjoQjg2FyF6woR002QovQt+D3M2Bj1yxA1tgI3a+/3w2Q1XfPcWFxGGSBk5vVKFmz+ixZVUwW9i18q6uYrJJwl2J2e3brYsT+KwgyrWtWiBhWptsGsiy41mrM3ETyiz6QRWxT6PBIzOC27DFp+LkDstxdMDIKLkBWAWBCcZZXwQJkzaJ391jii4W74CTmNCa0qpFZtoH2PqEbXgWyooU9zkm7rbA2HZnhEkyHgCyT2jcoTFyRHZ5JpG3tGPvSksXn9H7FwOyZ8ims9ZIbl+8BkLXRXHrlSvNFK0a8bpYsGAXoGl+MG1zGVyxB0dtvv9188z/8x+adt99pnn3xJUvc8SgLET9hyUZQg4xCaKXUKUFWmlkMZTEt9ZqIv9sgK+/3wdVxj4OsoQ0Sz8taWlDOQW7wh0zhRsxCqHTvGGacG8kvYMVS4WJTjhrPDrzRjkl0I8ukXVrwoLttyXr+c7+0hww2a4bsVwxkKQUxCrApvSxM1gRZAFi2UJF6EZphoEz5vd4SKOPAhmlOvsUkHlAOuyZYQCyDLJlfPTgcRCFZq8JqJaIg9KU2y3P43bU6+jFOz1ArQFYpT43Ve5lzDlunL0DWQUbvXr724CCry3jH2qwtHNM08n0gS2Z4T9vu7nlhyQrGSmu0ZxaMGk/co2OJLwbdDfpBFl0GTVN1u0HWtmnH2pYsZcXKrwwPw6qurH2eLdUVQmHJwnViEoq9omvlAmTN3LQLkDVreBYgax6KPw3czNPi/s4d78ew2kl3bLs+lyArQiZynbtOMQYPtQghP68heAOFW1ay2BM0QLiydtwDSLZi0DnIVHi7DFb0K1k3KpBl2ja51NGStWzp0+HWuHOXLFlKwIDsgpcvvUqQtWbJK1I22WJ6UdYDoHDbBHi4C/75t/+MsbMvfvazBrCeYHwZwBlfAyArmhvKDMhLKw+CuwGyxtdne93PY8ka2zG4N61PBOjG/wuAE2ArMhH6YPODmSy9cLHitGTZAt4orVm19030J3BB37PfdUvWxdf/uSxZAFn2iY0DILTnMB3uRkzB6EAr/ISRvUVZQSzWwT5h3aKpkAtNKFWDA0FL8VcAY1CeYHEnsJW8imHZamfjChAl9KRWQj0T7oaaQ9cMOeCKY9nVUJeFB3OKMUiOtz5VtRlsbEX1/P6ggKwQOvcxBA/oJWOAaMpj11aosTa7C3KK21MCWdyDyLSEFOb6rhTuioESwWorLgSysmm/BlkAFrUrFQWCHtWcIGL8oE89kfWFGf/0zpYssH5PRZ4ePQSWUvvrSphKkws5ArQKjBQpYhPIMiEAGjG4a3aJsPcr1L6MezCwSYsW/vNPCijKtMq4LI/DgsCh2mLmRsNsg55dcC7tWQ2mx9fS/twF2+updtWr7wowTMHBL0tTDLnNBYoxht6pg1W57e3HXRB37/WGHBy2acqJ8vL9uwu2WhmZyD6Q1Z6jTnza+NKozhgaqx4gwMnwWa728/zjMXdHRy8YW2ujDRzSCeP9mO1tIDmmoP2lxciLV0lGiex/NXEN+uf7M1x2uVGt3dgcToNkDaOU5MgMdB/fV+yovcPtkL871fY9rhAgUXF8Mvus0Tm8jllyjvVV++0WLBDXjN7OSnxRPEO9eSvy1yoG73OmIfLIU7ouute5HVu1DIGXLbvgl17/ErMFIrlCKZijCcivHAN7vo8++qj56+98t3nzzTebxy481nz+81/gc6FYsavpRffi3rFugg76Zx/9zGvD+Upsp7g25npoLY4QtvG1F9PfVSfOWv697fbw9CSutxqLE/WQIX9gkhTYk1+caldkMmyI6d+1F24iKYYBK7gQgocjQQbitqJgtgAclMUy3rTajbXeM353HWS9+gv/lbsLrjWrFsgIISFnWsdDAUAZyIKgYm8Ja4j3iDgPCG4utEGAw5PbbwjWVNE6mQ8RCwLhihEOAFm+mdP69WP029Ru0Gd0pvo7gyztUE1cgDldr2b0W5pcHU2xBC0m5pax9vTN9xfcHOuFhRb6yO6QtX9M+JnSo8MASfP4vU7p0319Tk+Rz3me5zC1RWP3TcTIgZUUJQooDZDFNVllMsqWrDbIortgSo4jF5OSKHNtV0Sv3UdTtLggQCsW6QfAlVKrQ4slgR6Iz33WU3tZ8GsTS9tnFRNYSnWyQJxNEwYCzVocDrJoea8SInSItYqqh8InaAj3ghcUDlAFxhxp2wWyzMIFkDVQL3Bs3g7z9ynMuL7f1GtCSRXXl9fVlqvuPcbdXWeNw772EQSy+VCZy6kzF/VIm3W8Wt9TdTOtHeYaQFud8ZowFvsJrj/sfh9We/POO8dszrXS7WsNYE0iqBVCyarUnqN8mu8T0h27Pgq/k+ZhEgP4+N29z7tw0+F/WruUyBLYUq0//YbU2quAKPZdGfV43GJO5X5kyjQJYPaJNw5bWm5LegH6B/lvaW+rOb5qWVtvfWyF36+a1wDqZMF6kQGkxrKwtvl9on/8tdpmQ4pE9J3KQRpK8F1yHAwEr1y6RJC1sb5BC4hihGAskEu8CjQLtOL7dRPgkfRixeLLHn74UaYUv2rgq0wdLpNB7lxW+ndpWHvNDO/rMsX7AEXI6G5gE4yvz3a/OVZzbqjBfpaKGLYZa719T8ga5UvtRUIRdycEnwUPPQqwBZlC7oPIZAn3zm1bT1s3lByDNTVp2JFHTgzSnQBQB5Wll177pf8uWbJWV1ZZ90XCtQZPi9OENLNYKYheDyrBRX+3wxrsWhsMDBaqhdPn0t64VgIezqdaIg2Uht+1xC7gpMFzzU5yDQToKgBUJNEQ0ApLWGURo4tiBmA0qfvCay3YBwpkjVlJxnfdAmQVY3TfgSwvSIykNQXIUuILKEWCUWXy2w+yTG0QSR5SCncQxGL/2pafTcTbIAt9gCULVvBw7WDCC7wmgywoZatEDhXI2jaQFT7fStwzDrJAR6JOWMy+3BychsDKxwyDsl7B1ZpgKwDXpwFkVYJRSUO7GcvadGaKJXaMMs1t3ZkALOp7TrHcjAk7etZZO+MugCz0aCTuY+y5xubnXvp9P8+yn2u6z1zOO0BW+4xQ/MbRWNMEEiCDkd2ZsqvRuZDrSXhBcB1kOQYgfLBjSCDr2mmCEIq6cAuEzEOwJE8Fc/azPhnI2luz32R9X15eoVUI5ywZ2Nrz0A6CPHgVgg4irt6O3zLavXTLCvjuvt/sbr7bbBrIgiWL8G0EZDHevnh1SkPMSFIjBaJbsnxfo8+XLl9qXn/9dVqyoGATfypBVgH0OGZLZjhA9kaz5R1bba6aFQsZacOrQtLvIYOsCXRoytobP6cCPPtQGgyDrBpglgqFmFe5DKKfyY2vAlmcAS9ifNRAFjxo8AKQkkxg75uGIwxoId07ixfT68WNPA60spsgrp4XSk6jVAcGWW/8s/+BIAuLE8kvkJYTGwlUgeZZE8gUl2UPuGeCig2ckmEgpaehSlRslrsvFy6nF+e4pSuAFixhOJfXsFCcayVcOyENtwaJRY0TkJKmw7GWih1TqxJCT1iOXBdTALA4L6xmugbXFpvc2+KNFyCrteoWIKsYjgOCrMMiAeMEVuBJ7rrYaxXIgotgSnyhPVjutd4U7g4qMvigPToRtRw/MES0CpAF1kWQBUKa62PcFpAFDRhjSEGwuyDLdaydTtPSXlijFiCrPUR92meeAaX5qLvLwSxZuM0CZE0TDoLm1DRjAbJmj98UGjurBVp6ER9FWSj+pytqsBWSiHyA3OIA+Qku1dxLkHfgAijFllz+HGQBODkQoKO13RPWF6vJI4sUgBKsVEa/944gqZkhJYsnPXJkxVqFBUvugksEWVAYGchah3UL1+OeLtctGVQz7Yklk7f2t+0TtHurOXrrerO++1HTXH/vLoAsV5TboEB2fcVA1htvAGStszCy5lBhL3SLx+i6Yp1iHix15JOQb5vmxrXrBhJhAfPMu5yNAUV1x5oTq2FEaXKHQBYtfNNJRO+ZBwFZsjYWIAvL1UGW5AZPuIV5oFLTQJa5nmbA5EAaeR92EKt1w4tdR4yWik3LmlmO+e1RWh0YZH35P/vXe0jfjoWq5BdmzUL2D+wxLlBVHYerIKxZEXiGmgkAUrcQ65By2rsRGIuJqd/lYshsL3A5RJYvgDJPDYyzMUisawBhCKkbXbsgpo2lIqYcNbwiVkyxEbC6KQgzXrX5UAJSWLZI5rwtEauIDQtAlrcLT537de+4Cy4sWXNP3qwLDgFkHbQ/wSjG2hkGWbAiw4ol14kgUBlkQaMkV8EAGdA2QatZHlegdN4cVMaMaOzlLogr3X2D8VjILhjugodhyUJMlhU8tCBnVpPvgCwod7KQLzVSPzsqg3MXIKu94hYgS+MxJowvLFljlOr2/z42R309iGuGri3pZfd6RZWSPkIOCvBEgJSpJmv28W8pfm85fQy7AGTSFGBhAEiKYQMG3ooUQfhbNU6R9Q8ufgRSdPWD298xWqUaA1gEXLRkoai8AS6zZFlUlX0ivkogi3TOFOyiiCab0b0c8hrkPqPXe5smq12zTwMjN68b7tpszq8daY7tXBfIMvkN+OPOWLLaIOvSlcsGst6goeD6NQdZtN7JPTCVLfGpiZkAv0ByBcifUaZI+QVm2EWGsnC6wWBwVd8hkDWlEP3MnTezn7ColFd3LVlTQVbsL8jgR+AymJSbMqJg8nbNmoV1BaBFaxbd/5EjQrHcdZp3tXlQiNkenQODrDe++q/34Ca4YVlZYHZVvSzFZQmcACzBXVCxWcpQJm0i6/Ag+YWhzSAhHBsIcABOGAxoCkywQ0FUZKHBAEnQUcHhEBxvwb1wc5t58nFdRqk4PwZOljXcWyBLrjoCYKRo4UnooyQCJvN4XhvyPc4gS5XW3crlV+qOOM8nPFocmb+oq1Mv4oPrb+djSN2igvNdj7PvBUvWnfC57R2ZTsDcPhD3/EM+m/a5Jm6s2dDQcX+6JVoMBHsE3KNNnAYtWclFTmndlXpVxcZLSitLVndjcMQc1Gj0PITajmG/0zpOX+vw34Yeto7J0nWxP/Oz97jgFHWypoAsttwbACkreQKabu2mJXzhLugzObAK71tLVnt/T/GwGRPgFyBrjFKN/V7T3IMLT3leo63yHjo2a15rfhSxP0GlEkChlYmNUR4ysV0P62CL6dddOUxZin8bwGHSMWR3BlASWIKSC2+AJsZ7Mm4dYIjCjdNljwVl4h6LmaJSECAMr4hBR3dcSMbvNLnhN1fIlt5EuIylNqD43jT57YbJf5t2vr2PmDXLrFgbx1ebcydPNEumPL9hMU0QhuEufHdA1pXmjdcBstaaa9aXFANEjyyMfmGhSoB2KdeANWFeoTAKh8FnAYnbC7UDsroWlLblJgv+4zRjfI13LfmldOtrbryZmZuP/LyPCA5a8drNwQjTx7P1/Ll0THjSiLdmV/2oubtn7QB/CGhteoy1/iY4ppddxGlFHw748J2ROZjst/TGV/+nvdXVFdYIkLugqo4vm/mO4MPNrTeZ1UMPowrgchmkWdAHNAZMSFaDQ2Dl1yHlO0ASrqGYRiKDNwCbWcu2y1gvJdTA9UKsulaZ0gTqJPApaI5kwsFYqWmKOBNqjMqxd9fAKJIcCTfYIyd+SnNqB6jNd8FrZP5qATTmawGyZu7pwR/vHsg6uCVwf088+6oxIi3emKuwR3bBqB0Ct7zIshfWrEFLFuMjwchnW7KGrVio/1Ku/C7IamcXBLmBEGAt9tC1jpW62osIDld2QRHkMUsWScYA/SxBVigbFiBrfEWPrc97NyarLaiMPYfYzWxmsABZ4+tl9hmV8NibPmq+e+RYu6BLukedrbP2bCnvQtAEgZwJfJShNVYCLUcUI9UurVE8IYM6WI2Okq666gmugHTRkxWKrn4smwHgZNYo+2RQFLO+hlUrCJfkEoA0ivIETbpdOAJxndKDwRTWsE6hV1S2cRWr2jhOSUo41e2C1wHO3zXXQL4NZC0tbVvXIKdtNqdOnWjOnjlH+Q8uesgIB4+Fuw6yzPUv3AV3I/EFfS0yGKIi0uZH3ljKvmtD5IkVSpCFca6ktzGQxbGP+cZ6ODyQpTmu6U5FuybU2hrbNYN0etCKl1sM+R8rqObZNciq+5HjtGBxlVyPvQb5BQkxwN9pyXKvuChmXKd6H3u+O/n70uu/8j/vra4BZG1QC4CCbQzqPmaBkHQbDB00tC2qm4WANCJ+uhHC0oQuKyugzHyycgFcKSMhrFkgSgJLEfrEKwLQEKzloDcFuJn2nfV0EA8GguYBcThuG5vnuMlQCMrfAtG0xAA8LYM4sV9OVDjCoCI5lfQcaAAAIABJREFUrovn0nhPksvr2Zpdh6C8yBiWgVoQ58rSVbguaiKD6N7JaUWfDg4SPt2WrIOP3+2Y8THBDvfMIEtKESo6WG5B8VDJ5dddBodAloJREfScCxTLut21ZPU/64MDsgTGihTuReILJQZZVgp31JB5wLMLzlrXY+vzwQRZ/Sq0sbEAhxk/52BUpE8ou2sxWS0BTVaU2a/DB1kBRnRfFxQkLrRfA10LV6jQnvNv0lxvMYEsgCYAH7nfsZANE0rg0z1rIERSXlAMFGKjBLL8HFqwlLSCVi7eAue3wUJyz/KEEKV7HDoW4Am0H+AKv7dyE+IZlLKvQGfWDZwHDAZwZm+CNIvHAlu4dXOrOXnqZHP+/EMEeCgiiwKykUE6BlNgRp4OnE1rb0w2mUUj5KWB/g65C5olCyALE2I3xM5UH/TcacnhuRDz44ncmDUb1izPXidL1sBrAbJmbttZIEsXZktWuU6CVoXXDEAW3typNoc3qdQA/gCugJsnvN8s1TsyCTMDYbum1sxO3sEfl774T82SZbFYx4+vW0E2i8ey+i94H0EdGHx6fIYIiZu+CW7crJqcV8OnEnUToACxgbBNKeFOWh+4HEZqxwTInGyEWT2lmg6Q5QBNRECDnGr/mLkQG1uDCw2N/0tBd5wdEjKaH4mc7BxsEvuUFUvpmsu0zS307XFbFC5J7JzwI7AVVjR/E9TF99YE6vyFJWt/q3phyWqP2xShTCBLe6JlybJ9IZAlJj1myaJygZZiAYdu4otEMgcm98EBWcyMDFoALXSRXfAo0tsDXHl2QbladzV4+1v9+79qyjqpW9/PNfO28eCBrKylnncsPl0gq47lAG/Oiqy+tVd7hdSWwTHeULdJOzpwxBC1cpooF0BZqLqvEPCzW7N0ty4f4MqQERgPJfc9xkvReqXQBLykbJbrH4Pg4/fURx8f4SqgAskRBHZSluEYpR5mThVIkqeCC7KhSAPmcDAly1bU4EKDkof4vEQhAp/SK0nmofULx03+gqy0ZwLu8ZMnm4cefojHAbLg/m0ntAAcZUZ6Q2WIWGcX7O6bYWlpCGQp8YXHZJm7YGQQp0ckn3ABsgaWfe/h22XJ0sJHyFF7c3FemZQLoUAua1D+kCICx0JuUcyc8kEgo+Wmrb0SaMV5egbJ6HfztfQzv/w/mrugQNbaOuKx3FXQUrkLZMGaJc11DAvMw6UGAJsmDYwNCoPRYO1C0gxoBjyOKlwOsd/03AI93NYEcAJuqqMjtyZpZWKDOgFx4XHHzNM0ISK3PhNmiNBEIWQEbUZtoKMgbi5cqq6XuSwiqwlBllvsCMT8RQLoMV2hgfJx0Blu9fIYFQpW8oHUr9UnjtU0O7Tj4xq96UukDtLb7wITbb27i3P6U8955iQN6pxt3qHTBwXhsORS8wjem917UzHiYMrOeKNOVp5n3w+e/IKKieId8Y+1Jas/IoubuqNekLtixGQh/rIsRgxBIISXYre4+fhw3AUr4j6wxJPl2q3dsacj4U6kcF+ArPbCHwNqdw9kjW3Q9kKY/Ry+Rvul8HSjsbF4kEFWl8T2Cc4RC8SRoHWirXyt58QF/ZGplMAmmaJ8JfnFv7jkkU6BvviWyTbhTt263OUBZ/0OQACMgudLdoDnS8gAYYESyJLiRW0qIUN4uagDXouKli8QcO+/AyIcUsY2gSo1VIMsdMBkIAixDpxEOh21VW1SvikGiC6OlPcsKYZplRgGwoyEcFe0E1GeApkKTeayzAPNydOnmrNnT9i5cM++To8JgCzkRtQ9cyya5iJkowyuOXyVYDTNkiXghjdyCbxyKSe+UEyWJLRdz5JN/Mh35lZM3haWLMT1JM8ol0OjX71xu/gxrIs+xmg/ra38vBpinwPNnvemGPz4SgBdv4pZ6lnX7VnEOum20HOnmYdm0+mq/Wp8xi1Z9Xh5Miw+u7UNxS7WBZWaOTaayai4hzRvkHGQPRhhATfMmgWgBaNLGICkaJj3ybvnH1QOXvr8L/73isk6sWHZBQ1kGbhCPNaR5ZxpTARCb3RahAjuggJDNOtFmmecQ2JlA1C4JvF8DA6JRNAmXzygKQw2VMyVkmv424mE5P1YqBg8WLEMXJlvJsyG2OB5ccnsi+B6tmeEhwSQvtSRRl5ZDun8BHTE7CbenwAYoDH4ncHuHvDfcsNzTb8vBKJtqafcDaAAWyWAiw0fe+cQM9fVpviDuPwddHEdfHnfphbI4e5PANkvuIEwZWoSGXcihlL7SgljqPmEAoMMQUyqnOekLIGbLd2FBbSw/iPjXjjVxuw42+/jGFVKbwddsGoz8cUskJW4Tnq2g4OsEE5yVwdjshiHmfc3rog4rQSw4DK4sGS15n0MWNw9kDXffh9+jhDXukJ8vQHGxuLTBbJqwTLPRwk+Yp/hs1B5OmDKCtdybNvfISDDtSjmSfcJeodvOMIwcoCdkMLc+kRM42Jud8UESMi/4NxscQPvd1He24k04MzWnESYnHo9S4EuO/Ac0OmgVdLuywoVFqGQ5PHpsVXu6aNEQ84PanAg3zkfDNrP3IqGQ4oLQ7KNpeU1e6+bLLjWLK+daI6fO9+cOHO6Oba+3qxYivRl68+2ZfD75MP3LenFJ4axrlrhd8s6aNmnBbLgVhgxUOqPxlngqpZR6EJYbJ79gKyLr1idLKRwT4kvBLL2mHpe8VcCt6EgkbtguJgxMRRDYMLzCgp7lxMG4pDqOlp5jdWUoOA3Seqfx8W4CF3gsmgjh3qd3n6QVT5fW/bQ8oXBRPM9JkPqWdy7BtcGJPBnZCIVyNVYnUx2JzkE61gxkYgPvEl3wc0tA1lm2YqMxWXx4nFaPDxnY88wfKV+WfrcL/63LUvWsRbIcjM2LTogecpWo6rLionCnoaVCG4yBFoI2sSixgJ216QYeOpXHKmHlShPioLbIs5LgmCAKvRUwZhBMuEnDPP0Ni1Zlu2GQCpmCP1S8KLcEzHpqhkEkEWhM2U3U9wKN19gLIAmDU8SrORSWC4aO9kzAkVWFLlWEc4VmfncFTH5X/uU2GnaZuj14cX/LEDW2JKPnTyf0DWh1TtyymSQxQyC0s5FtiRYhemjPwCyMCIEWWHJ8k+lcT9EkOWWLChIhi1ZMZyZiN9NkMWtjp1KhZLRO4wNrf6oK7hwF0yzNaI6fDBBVgZemQiE1WIWWchuVLeLeLQEP5dgMg1pC2uz5rDce1MElmFnAfHH7itbecLLRXhF51JwUxoJ4YTieNlvKnNB8+hGh1fmrVLwyzVOaa4znOLzFQpUcodRTw7Mnwvz0RaBUAEGBe+8izqfL7YNMFX+nSRMXcLf1N8MjuL8+MyeQAJYAbJ6hpgDiXtrXAJmIQshChIzHbwBq9MPPdqce+SJ5uT5C80JfD7yWHPm0Uea1Y0Nyyi43pwxhfzOx1vN//d7v9f8/V98q9n88Mem8P7Ebm+KawNY+AxrWljeNNKCzWPyDmPHhrrvQLMsQSJL1itWjFjugsmSBRnLh3QIZIUCkjKtWbNaIGuwF/phAbJ8Qe3LklUObhtkZWWCr1d80PMMMVrCGvSuwz4ugBYzDiJ8COWgkHWQNTIjWUZkMB6Z1J6fDw6yfum/3ltbO8bEF7BkHVvBQ1j1BE/2IH/c2Px4MFT7xmJ0U5w9KFKpIyZB1iyALLxwHvxgM7Ohfyw3iZ8RFYYxiDT/6R2pGTvEPIEs+ddiACmo2WDKPhwGcCdsECi993Q95ITIugXhjpNiCBg595WUw4mUuy1oG0XcVanVLgT0lNvfNd8GvZGpKMVqMXYru1MmN0k8M70NKNpqxEaJ+vgCWYCs8TFKGqoJp95rp0wHWR6TlUBWWLIAssTyaksWV2JRJ4vEjIqDUBQoRvPAlqz7FWRhLGwvK/uq6vQtQFZ7h4wJ4A8eyOoDWC6Ejbol32mQlYPI1cPp2vTDAFnK7Id3eV+nRZG0IWWQkPUmpaumvtUVpi4/lGtN1rBs7ckWqnhmCWpJgEN7SdEp3kvLR6nYrYk/71sofvmXAyD9IiUWr4t1oU9vOc7Kv7fwZsgVrsBNVio/qQXINJQhT4RFoA1gQ9CihsjHHp/0z7FjiA/Dd2U0XNs40Vx45vnm+ZcuNheefLZZPv1ws/HoM83S8dPN0Y3jlkF+uTlxaq158sL5ZuXWUvN//m9fb/7TN77WXH37b5qbWwayrJYWE2SY+6BAlgPOFJN1O0DWLoHVK1Yn6/XXXxfIYp0sX2kDIAujAIvnAmTVizxo1zDQbV+BgW4t4sKSpf0+LtfOAFnYKb5vJVMXSk4CLVgkhRvoHQPvNWYgtMQYwAfJ203GlTH+1Dca4/3vH8M4uvQz/+S/NEuWgawTiMlCCncrLkeQZWZjFLnDPyrARZHo8IOsLO4qiF2O4nY4fxk1HZj2HWZZJAAFsYjNDf9YrXgPu0iZC3VMgIgWKGgUMCBOrhLJohndLVzoA0yFXnsrTKSRfIKfrrXBbUMTtsd0narRs2UxXVtmYgTY2ubkGJEoiDyDS91UH36i2rptkCUlGECYiN7SEUPdXBAOUIvgPbldehP+BdmG0ij5dfuZWNHRtlVs4S7YtwHCd2PW5ijmWKt29k66Q78OEomifgXOgaWXViz4nLsLBI/DTyZislzbkZ6Ue7ltySpBVoCuMmA9Rib0xuUwsN3Y7LHknfGiEDGLj9snLMyJIKWYrKIlumtgP7UHufaG6U/hrsQ4tGojY1RSJWctdt/ULZUZRUnPXBC7X0DWLGFxYK3uhwHVTY218WkDWbOpRhbQWzxlJi2Zjw5JmeINJktW3rVDt+q4JBWbr2+OaxDWglEOTqjDDCUrQU4GIlKySjPN/vLtFiH3fuHfHTosRWhiySFjpGEi8y+Uu2hTXivMUOcXgrSUIK1D79MYlnMW4xo/shVROrJhtyr58+c2QzDVdS6KlgSPRzVvuF/MoQhgft6giTjX7+XIC8NAgEq6JSUZwj4ox3Ad4DtirY4YdD1qynUDTwawrrz2evPIY080G6fPNzdXTzXN6QvN5rGTzbadu2sK5OMnl5tnnjbLlsmM/+5//e3mT3/n15sbP/p+c4sgy8AVsxDCbdAthj4G4g/WD3RpJPPxuCUrC9Z47hUDVpevXKG7oCxZBrIgt0FWrUAWR5SJzwCyspcHw0pqd8GZ+1CycCw87bOevVksjbYFuX8f97eRZbpeJYCmOb3Uxnx0onzUtO5Gnl8/d++lretWXpdnh5rKz6sV4s6cmWZRXshvtMNcCpF8qlhLDBECr3eQJSMM0r27QcU+FUIxn3JrP7J4+bxLX/yVfymQhcQXZtFaXbVUxHAZNCFDdbKsYBsLtWnQ9hAQCeLkIGd3V25ENOMBLCAmy74z2onVhn1Dg2gEAQyy0rHc2A3cxYluhS5wxWYJa5cmUa5Pcl0Uko0XzYoBZpiUQ8QP7UUa+B0T7lDXgSDL/DgBuDAZcKXS2oGgqiQcpaCYCZ4WUmswacXCEPgnN7Q8n+luFVYB8oRgDCCUAlkBzCL2I6xh3MrlrWr5v+gE4+aKLXa/g6yDLvD+zZ2J4yAdacXJBVOcRHVu30lktn3Es90/gikWD3d3QbrOYi1LYRJrPOq3ROwDCmGWMVkqPiwXWFi48DezbFYxbbNissrQ4EyT4a4bpv0tWpbx4r36QJaPaHstSDvc2n/uY5/rZOXihWKiIa1kIhsxE/WkLXlm1diD9zrIqo0mvYLwCN8dA0hTFvZYG58mkBWJsodpjKw1kvgnuoxT4TBdgJKnWZth6G/bA95WR1mRtS6uKATd6N4Tcx17UoJQyAlyx4srYk2I/4LH8+4UqARzYj+Gpck7QGKlPZuFWLUabdb1rULGCNc09ovx3QW9EKLSuPsrZIpsOZsxxj1j0SZEwbBjrhTqkF4EPvlAQKfojp5NisAEKguPILk2SqtPwII/Cajc24bJKyRv8Z/Fm5NuM3EXKa3eZr2CnHbTZLqNk6ebi1c+11x59Weabfv76KpZrk490myffLTZXj1nIGvNEl80pojfbZ556kJzegUg67eav/7drzU33/l+s7v5sUAW3QUBsvTMSpse7pPiNHV2wQBCMT6zQFbMfRQOhtAMYHX5VYCsNyxmbLW5DkvWDJClNtoZspNFax8xWXlt5ilOdJD7OvPnElS01kysw16g1qYNHQVIxY+ZAG4OGjG5H30n9hxL1uJYbZWcH1bn8lIZQVy0SD9kDIBDpSUque171k6VlhEugGebFKvK8QCgpeLFuYAx66L1ylK5V32y537k0aXXv/qrBFnrG0jhbiDLNs8KQBbqZMFdyLZE1MSCeTVMzejf7k2AHAyObUobSIM2+NbsGsrc5eb3N6uLc9ul7DvhchR1uNLWp4AId0AXiEgPRIakoXdtlwtMkfaxHDAKigy68zoUHH+1xwrRrBKtwPsty7O/bYO/ZUCLIIupUJ04MBe9a75IE938DSJL4q3zEsiDmyDsd2bJ4vOEJasFskTgSCdD60Stkv+NEWb8S/Gu6T0JrEaso91fgKwJpGABsjBINciCUqR0F4xU5F2Q1Sb6c4Es3hjWNZjyDQSZcgMEES8oBO4FkEVgdaiWrNjAM7QjE1btrFMWIGvG6PQAjbHhHmbAFAUSP9L3foG8C4eq+QdI2RfIcn6WHqJ9/1KgJ0dqLY7SfV89VB8Cd0AgL/mKzldsjV4CLoU22DXNDCPwOO0QmJxtaoyor3Te6aNG1/rcst9BIJD9qgCWuhr3bgthxKpsAV8kYWSrfYrK0TNQGskvXud9U/vFj7O+pntWJxVWOvWomiMCo3wN+DjDKfxQPWcBjASsIuMaLFReAxT3YFgCknRJOZZKbkQsuT+wiw4mox21BCBLzY7ddOPE6eYzFy81L332crNj83Rk9URz5Myjzc6ZJ5vtlfPNTrPRLJmX04nTe83TTz7UHLf7fOPXfrv53v/9G82td77X7G0BZG3ZA9z7ICssPRGvLMAG9zIlRYvMdVMTX3CtVwtmAbK0R1PYTLE9SpBVjlvQjHJXgu7E+bJyS5GDV9TAxd4JBTBgvOZVLoNhhAlrFmR9Jd3yAtQzNvqhgaw3fvVXWIx4fWOt2SgtWQBa3MDIKIjK2MomCEsWtSd2jMktbEfK+i4dBawyyFCzZ1oSWbTsuPnvkl5iMTqRUCFgz1pIKKdXDHoIgKG1yQRUpmLGlbh7gQbdyStRhxjFUbgv4m+kKCENdQ0/J0CFjTHoSJ7BYmYFyJKroL9Zd8IJPu4VQbUAbe6OpY0JkAa/ZBRclrbJ4ZaInptOA1gKILn2iUQyAFhopFSMTfqo+D0vQRHRDNpIzBcgaxZL9N8WICv2AzZmyuIVFisH+GUa87Yl62AgC8ITLFnbdxxkSTMeghrpTZV0RuUqoB+S9Xm2JQvFhyPxheKzcp2sWIZGL0KaqjSOExbq5FNmgSzSFUkCM9sb0+xN6cxYG58uS1ayQ/TTnQkgq24hz4Fc3o5wTisBHusXh8B6wfdoFRF/5poPUBVAwHkzeDzZJawgBZgR6yuBTdt9R8KPJ7Xid623AA1kc9HFYjv4orSfWs6FOjkEBvbXXQj9eCzjVLupWpgJPKV7ahQjQ59OL++pIznRRt+o5zEOBTEfqwBGPKOFo8u9X3SSokFYt3QBBckAWvxd9bQoK0BOSkpjKV/lcuc1hKAQkoTgHjMefoBLcSWLyof8IC8brhprG+sDoAqWrBdevtQ8/+LLzbbJawBZR8881uyee8YsWQ9ZzVMDXWvLzWNPrJgl63izYtf81r/5d81ffON/b26+/V0DWR8mkNW0LFmymGrfH44lS0rtUMYrJivcBQctWYVlVSBa8qPkNgdZSP+N7zw2PbvgAmS1NyBpgXuW9YGsOLsDTH0/5dbaSpSgQS2vNV/XkXkQHmzALJpTePOExRLWrHAblEElQFi2irc2b0VVnEbUVo3es9oHl9741X/mlqzVZt1BFixZRy2NO4O7IzgS2MKAjeIa4FsLkGVf6bKnbIJByKFdwVt2HU/pbufKU4BUHBH2JCRBLDA4fCUhSAQrtOlJiAAxApWFFYkxJ+7SV1C3CM5n/asKZLFWlxc0xiDDqgVTIkEWN5niQzKoUp2v5DboDAcblYG53Oyefh4JNG5ZpkNa4tCOh7uyz2lpOcEL7Vau0yWTZwZNsUBJYrF4nFj6dBcAS6BSGsi2u6DAXlwxYUWkU9DW+KKbp8X9nHs4faifY+y5nNtFh4t4p/08Q0k05ru+28/e9Kw8LQsNEngim6YTG2iYXcscRCriIEuQlTRCTHbhIINpU+U+jHcIUfEsQ5YsreRCuvILlqxvyO7JOnc7UG5YgUsKFr5UQQN6pqhcC/q5LShhP97csQKF1i5qZmybK3DWWsnnnvs49jc2his2tCmlpOBXB1n8ThqivRXaYSW+AKhaYUwqagoSZMGlkuUgXPhtmRU0IrfjFeNVum917jPi5jQGkKb0e6yN0CJPaWvonHAtmacNKAfneU23ZHE19TatfVH+1nUJRBwh10TES1UtDY6XrytxjABaotnxpLgWZVN26bJUJrCimOn7QN9DMGIGUu+yPErCk8O9OPy3ci+G8COe2U3x0HFHLHihrvWkPARRGs+wYilsIC4o9nvFT2P/4jn7HC+DDmUFS3vOXA9rl+v5S37dN7vJA8fGVqPvQC4IGY76g+frA+zoiIBweLUohTtc+6h8NnoS9EZygCuk/XshPagEDRvU/1JuZI9hg3I3fpE84PQVIMu+I939xokzzQufvdQ89+JFs+gIZC2ffbw58tALzc7aw2btsrTuq0eaZ54/0Tz9tNE7u+br/+b/av7kN/9ts/0P3zGQ9ZFAltm8zMWJ84fno6jGMZVzaN/8xOqNpR+W1b5NxXEmONJ6xBoFsALIesMSX6xYpsHr11AnS/uKbWN7xdLyRrXeJc8KWIFvQP6TPEcemYhqzHDdI0erdlh23kxjsiUrhK/YbyU/7K6sUgGYJrXj7tu+TjF2+UXlw4hCrW9scSxvq2H1ztC16fhBQFb1JC0FDNeTdlpY0smaybijaDHiyiX3J5rmFnYYVsKixdq6iNdCnU5XEvHWPgC4R0FJU6/2I48ufdlA1srKcrOxsWpF3ZYVk4XEFxQilDJRPrRw5bGOF4CK2hUAKQIt97e2v1HgF1eBaEBTjNpYZgQzjYltaGy6BulCYaoGAAM4QKzHMd+CMBTJzEhrlKdrTMKDr+tE2JNrYfj6uv+x9TjikTjg2AicfOTVVzHiW0YM0sAbyELyi4SSpb7TBCA1abgNxkzAjOlDH/68StphbUCI5D2cmNqJoS2R20UwCxEeG+mkMc+4JrtslMJdGWMVY6LAVsyVPzvuVyxWMV4HTQUTnr1Z3GI5uqOGTwgL3AGa6BW2520v1zGZ98qDnF+zDgfuczU5VShv34vClRcj3kPMImtJeKkC8jvXDLcEGCk0CLIcVEEZwrXj8ZkpJivtVD1MlGUYfjRVYQnhiX7TcNc1SxazgyLxhe0LCgO+qXoFmxbojzaLuzImC8xy04oTXlfm0G3scdxDMVmdSvMhmKS2M8iSAOTvAnTSTQElK5DwZ3nVgNUqAZcUU1CGgH7B0iB3rLAg1LFscy2F6uQ+EFqeUjODZL0ImlQwlLofY0DpQP0eZf6lUH2QO+VrufJG7tsFYV1Lx9g41XNCwDILZBVxNtF2xE/V/c1L3/cRrVOK+gpYQ6EAJxJYSYMLAVqPnqFYrSQxypDGJywE6o/PBe7jtKJvXwYvLsGRBNtId1ANgz9s1O0TqBEkxXakeGf/yXW4XA846BJzmowueFZ8koTeDuTymkdMwMA2kg9NvlfRJAU1tJQmQD1U2+i3xpxeKuFiHLpS+52ryGlMKYR7mLi3AhqDkhDIzqx78RHAx0NGb9E+WbFodSc/zxZ3PZErojl2OKJxZAgFvlEyRVgDLJ22RuykjeNnmxc/e8UyC15qdm4ZH1g50Rw7/1Sz/uSlZnf9oebGDtwKt5tHnlxvnnx2nf387V/7RvNnX/v1ZvstWLI+toY3rX1ker5F5yHKi+xAew7H9mKa2uJLKFZiL4cCAGtoFSDr8qsGsjyFu4Gs0tqBMYz5jvHE0gJQg9xKrybIbrR66DOUcWVfUrxe+CelNRS7xY0IfQ/gx8aefUqNq7E2Ztw+etFLD/vo5H7uxbmyseU2aK1b3T4AEL7P075E8q51K9rk2g8vHL9vtB/yN91Ci0QYTJLhdUSDjsU8h8IqQhjGx7V7Btv4srkLAmQhHmsFIMusWABZ0sxGAglYrpysgKh4MjBub1iLsI05sLoJjix7wgccwibewcOZkLNjiTJuWhs3DWDdtO9KpCFzuAhebEz4WaJuA9xxBPZwo1p0ZaEyak0ykAjrjZhOkEMR7xhQxVKhYrQhWhtoVI3G4Ie/Jx8EhD9pNox4QLuR1HKeW8Y6xALLbsKGFofMzYsqB5NlikkGVQrghe4DVFAaHxHEvkQVyaJVLaCYUgHS0LLbU2NMqvmmdc9dC0Oz1TqlA74WIGs/mypfc3dBFq2rWGsDIEuCTVugvVMgC/to12Oy4K5750BWpgXc3hLnilcGtRJgxBD4dpAVLrqqCWjF282StXzUrFn4m8op24tI2tWyfnq7h+guGAJ9VxiXVBb9nrmGPa5miNHNwwCn7pXxNh8kkNUDSao1UI8HWYwmsCLPXTDhriRaxxRmdY4AlscjIKwY+7wEDlny1/kEWeEmKAVNCPnkqi4oq0O6lzz09T3Fa0kKEt/0lvWlp+9ox13vdY7TS57q4xbtxUgUSpg0ONUQiz1TwvfuVnatYl8uQe6oFDd8JvwrrFC+o/QcPD903PqUgtNUpfAAAvoA/nXaonH3WPTUaSmh88uBUiCvGDs8ics8IcvoGshj8Aby7xH877SKIMvnKUAOewFZA785CESCLsw9FN8AWS999tXmhc+AQFxQAAAgAElEQVRcMTnNemeJL5bPPdWsPXGx2d14qNm0nBY7zWbzyOPrzRPPbRita5qv/9rvGMj6t83Om99vGsZkCWTBU0EgC7JZFyiP04BiaPxrCbJK91T0f82sV5cuWeILA1lrTOGeQVYCqZRfw8FUgwqnLCrICbLkJhhy2wJk+fYRSp/rdZggq7x9uW4o81MZIdDRtqy3DSzcr1BYuGsoPjPQatfSonXU6VqyAAewmWsUdLKDrK8ayDpqIEs1slYoKKiTtGZBeGcMlkglCVN8J8gCEBPxoVLHfoPrn4kcvAE6DG3aDlzz7BP+vgBa27Bs2e6+ScsYln+4IWWAECArNOiRMSeeFf1hBrRIdOHEXAIGiF9+UHwjcyAA8gA6Aj8bZMRksYhZtmQlyxmZgVyuGIRXMoSCAAhk2u+uBQltSCwCgixq09WOxDt3s/QMibjGl3ZrOoMPZLDVZcDhpx1CYO0dw+Pu7hTCY3vN5JgxHzW6KASz3cf6IkHvY6/ztDWmsZ/S1qfRknXPgywro4DEF3DRuCMgy33sk2tk0AP/FH0AGUtEowWymBCE2RWlfKA1C+DKiKVqBMLFuhHtNOWU6AeYOT7DFTqDuHLdhlIoHXMAPGtt1+6BCQwWoDBiQIP2BagWCcNNIA8rpa2EZwmHWcadn8GO7cdxAes+BFlO5OrR0ni6lJwGJq+BPBaunaXg107IUI6nwxDxWvwhf/0kFHBaObUqyCsXd/HgTEezJlhuRuif39OWadLkq+cZTnBz+JoJcFUK8rF20AmsJ7qIcSF3lwQaVkfzb+HKmkBWXod56Hygg6kMLs80Unnv1b2grOIcintVsUrB8NL2pYDmb/8uoS1c/6AelgeAkisjRELKWHaP0x+umuq4IFXt1BjrIvpePgMuKnmp+wVAuerKbPJ0nibaU64txZnKBRM0gZasRJ5g7bTsgglkvUqQdXT1ZHP03BMGsj5DkHXDQNZNA1kPVyDrT3/j15ubbyrxRViyjhhNySCLC7XVn3Ea0F0yAbIoOUHxHWvQnmN1daV55RW5C6pOlrkLuntiBllai7KwYnywLzLIouAdma0pjHeL1y4sWWPUXb+PgaxoZWwdiHzM5kF1jG95fvBg8Wy9iQFowYRFS7FZcBtUuneE+7jHj98Xdz8yAWT1WeziOZd+9qv/fO8YLFkWj7WyimQX0MSiwLAJDJ76kyQCdJM3DIuRXAXx/+XCrUjWLZmsgyzAxRDABpasbVu7SBG6ZYahLfMhBNBCGnhYs2RgzPW1aMHyel34Hg8S3r3tLHxya8zChkBWAIvQ7IQPLl0HWWfLBht1spDi0QZ6KFVtJMKQCi/Ujb6oaI1z4QATQl9fpcyOlzIvhSVLPugsrohPr+HD35lko1zMTmx5Ppdw+jHGI0AlnpWAE5asgoZzJkLL5a5g6dq0EnxesSA10+IQZD5dUDdluy1AVptAjBGM7pj2C+U9LKi1LkRI+i1ZkeErCdwhYIHvQmHS4y54xNOZZ3fBtoCAZV6vzbSsfM1GTARM79QWwT8a7oIWPyWQJSEnllofaa21zh177Sx3QTB+/AsQhV2McQpmzc9+kEU6g3HBOLgQQ3dBQ1Up4NboJUAWFdkEY5bveM8UR3SH1v6pU2nnredCT+I+Dna4A10wS5oWP6kAU1CEAewpFlXaMyYqcVogBY/HjZIuudDjlqwce+PWBfb18MGOxmA20xTYGztnCvVpn5MFpPbKTGe18EAl4PpJXQauHyI+R7hB60i0Uy+6v4OeOpPPvCLmOUAW9m14hWTgJQEz1HLaJLwH75Uz8eJQUg6CD3Ff+pw6kNBBB1X+Ow4J22Q3Y53mFin8XsxJRdUETLw/emJe4MeruUwgCqeFsF8DjgBoA/MczzK0TMp7OAgpOZiUGpAV0L4kFfRX9Ee8MmKcOZMe263fxBdbliUkAwOQopBEuyA/fSTcWU9rIvaz79Q8X2gjWbK0/hIt7OyHHGvEIH/KMu4CDtkr+mgNUFFtSp9Ykeq3xh2noZcgvxsnsiVr20DWsoGs5bNPNKsAWevnm+umFb+1tNM89MSGWbLMXdAtWQBZOwayYMkSyNoxGdFoLZ6HliytgzK2Zj/Jb2aDLCtG/MrlAmRdcxqS62Qp9tF6QZGmH2TJmqUMmfsDWZHobGDdcovNpm2fBnfBGJ1ZYxHD1D6nO3a1datuM+/nUJCKdkZiDMj98DDDW2nelRCjpKuhIhme1Ux3+85Z+tlf+Rd7x6yS95pZsliIGMCKgoLFSJAvoEeWLQ8kwolxABe6FxFkqX4OgRBJSWjBXEyHywJcBQ1QbRNoLTWb9rlluUMtTt0WNjYjfGwsLssIgBsARXRcQEnMA5oIJ1e5cKrqdLVBh1zoIlg/eF4sYkwGzcMU9hxkwZLVQq1OEkmToPkAIStirdAo966TcBCTcC8sguxxdbgnMqiSrookbxwruHRxgyMbCmoG+QrjkmKbobHMDLUvnp5CcnIL9AVZCGcSvjzOzlV1CT854RVQw/PAegmmEstG32PR9i6mmp9W4GzWIh36bWHJKsWDwVEiAymJ1zDIygoBMju7THpOMF0HWQ4qlOzB3kx4kX/Tri6ESMpY5F6tfuhoqZmXNpWadvpFI9lM1MkSmA8w1seKDgtkJY3WDJAVGlDSENA3j1GVYkcE+4j5BSqjIKxcJlgs36JiCtLLsaPHjeitUWg+ymM5wDoBp6TQ0MyV5SxiLgMUcmxSzCW+w5Im96Sc0VDzhY0atBGzAtpSBvxGGQz4y1D8caGiLtI4JhCUq7E+N/6epeGrV3PNUOe5/9y0pXDbSxAmAaRyL7VbFknT2s+kVcJkivfwbSDsUYIuW93OH1Lch7tTsUGhfI8DFthkG+HWibbipsgAiEscMLeEDVoOJHRH/CV3LLvtANt5ebqv8xn0NyWdSJ4VxRjE0AySJQnVJT3qnxuX8nt/5MCxr8Hty9NCQ61jFZ+L6QGC8LkKJWTQrdjDaW1iLLy2pea1BFnOCyEBkD7F3AfPVxfEsgVKCbOSu2HAi7bKMSgo++BCvxaVJxqJ+WI7CltI60EnSuwggPE2XDKStCJvpGMWbrFsb13h/NzXkDsomcyx1KwTZF2hu2ACWWbJWn3i5ebW6pnm6jUzZa00zcNPnjCQtUaX6K//L99ovv2bAFnfNZD1kUCWFSI+SndBkyNMrtP0lIqTthKF+6POjNKzJmaDrDUDWZdGQJYaFchCH+yLLS8on8JFMGKybrolKxJKRP+6lqz2nLahZM9D8NZ9nC2fuwBZ2ktdfhJeXu1x7RvPPqBVxmrFvo8QntKSJWMLcjDI2iUZyZU+PVM6ZIAo+d/S679sIMssWWuWxv0YQBbisYzgHGG6HUZU6dNd5bh5qSGRO+GypUln4WLWZ5B2SGllRdLQDBmLWa224R5omWvgKrhl3zftvWV/7xJgWbp1BjMg/ShNUAm/KNOLNmfpTp5BlDTKQQB5bxJKz5Do7jzlgLAtCB8Bsjx3fqllSVont9RJlximb2hqCmHT94609OEPL0ZHOoor6UoYIEvJddmejY20KJHpRMKvXgBZKiqbBOdwW8TYsm2NTQJApP9qwDGqMhc5yCJIrgCQBDgHywGyCkE6xlSuUhWj8Z52skgtQFZrW44R2O4eboOZnj2e1kgp1Ght91uylozLiFlIIYBzkx457WMvOtwCWQJaZQbM6E8uPFoLV3VyilkgywG8q1j6WNFhgazAg7MsWQlkkdYZfWGBdi8JodGjEgo1Bk+cXG/OPXS8OX1mje6Cn1zdbD768GazdR20cd32nbKNRixB7NOaQJduDakeDsacezdSN4uuIfsYBSi6K/p8UQgk8Uv7G8+ImANkT91EBlUv0ghLOyzuQQehwZWwmEd+nvV6cJAVYKSgeyMCyfB+mPBLVfyXewICbuF9UCoSMrDSGLey3tml4QAeuETjgT0mWhkCco4L0HqIoOoAb6EAiGskoGYhPvM/V5ZAIMwnCDQz464JCqngZgkKZ4CsiG9w9iF+FyK7eM3hvsKNttztPd+dj6QYCf5ddEZCCfcIs4L6fgmLDVqk7oGdh4ziewl8rOCz+CMranERBt7jn4oH78Q0e+AUU5Vz1mM1YMySDT/tTcG29mDSAYYyALxdBC6lL5EKoKTXIVhB+IfcIA8Eo1GwuGEtumcNjsN9DoogkQVXwvizdEEWYrIuO8iy7ILnHxfIOna2+dhA1pHVpeb8Uw6yTEz7uiW++La7CzaWwr3Zu2H3vymQZQCLcWOjIAtj1C9Al2vtcEGW76dJIAtgVv0bB1kBs4d3yRhNXYAszc1UhdvYeJYz0Q+0kBRMBYv1CctWrq9F90GE+IT3RzW1HZAVXivOR0iPvvCPzV3QmDVB1jEDTvQrRqavEJDMhQ51n4xw0MZkA4B2wNiRGOOYMfljAFsI/CQYiV7oeilioC01q9U23AYNZBk/F8gy10FYsvaMCBBkmSULdmhqoUSACUMYiCuCouZEdCKtOd2Y3I0nj0GYyuHWA60vgJi1XbzQZgqA80rf0lbplQguAIi1L2LnFh1RupwHw68pmSjrigX4IsP1lLhkggJZSkMKhuuZCXFO6qO4a9QDA+MMn1Ecl1LGybpbx/i3cxSHqfEwIrLEr1kIy9o8F+Rc0Gb8W2scxNgCZPWBrT6F1FRNdpzXEdYOgbEvYrJydsE+kMW1jvc9CbKwnvO+axHNGolV7oJIZsMyDZ5dEEoRWoYg+Pi+4u5xBY62jtMdX3egdUgChMxfx1gTy7KiIlOj0cS19eXmCSvM+dLLTzYvvPhYc+GJM3TNee/dj5rvfueHzQ/+5oPm2iegMdjrEqsidpJKjRAWnTArbjILiTiH7tIAek7fdD2si26lZ8F4kMscIxK0KwAUYk2R0v6GveUOIaYhkAX609YuxxjPw8Dyue4mFYq2ORQtY9rLlMvA56idkKFF2qs/PA6lRfxDteDz7RalBI5IXCUkpjXC60WTCbICxPBvAW/3Skp0WeTZFxPOwViHpcmVl5qv6FzE07ADnB/yHQjPAdwKwVVKuzx/VEO6Mi91viXQq//5lR7QD+k3ccHEAdp4c9ZQD/yWfVv6T0i8FvetlHjBk9OnXGwyf4717wArsqL6bPWCQz4fxxxAC1+c6xbyi8IkoLwN3q++K6lNDFcJ1HytuAUupj4wcMnKUskazrHko6jrg75wPODC6F773OPeX97/mMloVqwKFvZwS17aNfdkk69QxgJldRBAQZBl8p2UsO4u7Ystg6wjtGR9xhJfPP+ZS6YEV3bBZVqyPmMgS5YspHAHyLpgliy4Rf8WQZbVyaK74AcdkAVrlpaaPyP730dr7g7IqmOyuu6CknlibdQgy7lma0GP0czR31tKnv69MtbG+PYcoPeYnUqxtZ97BW/l0p1B/4favl0gC+OS+CdkYITVkHabXG08HQYX8ErVvpVMTsCF0kzEB91xy0oZ0ZM+OXbpcz//L/aWTUuL4EGALBIWQ+6Kd2CpOjvmJQ1hQTECgEQXUUeL1xqAAeAC0JIGVoSISzS0pYjLMtBhfTYXQYvJMldBgix7m5ONnWhAy0DWEYIs5jEN/U3hp24PD4bCVSStU7guDrnaMEsi+6cYipQNAy24JSvSOIoQhVtAEFQNXkyOgAbGqdBFtVxP5BakVLgCVuKRGWRJ0wjgqNTVSpohV0GarMkH3W3DtauygqltoupgCrxWx6AF4znkBLHVKgLmvufuie5MI04OS5a7DNYWK8/GlJNs6LpYWDEifSbUMbAV2sE6duIwtKcLkFWALAT8UtCj1NYiqsmVNCwjHUuWW0wqLex0SxaWpa/Vjrug1lE4C2cxJkBWl2Cn2jZpqbdTuNPfmhqqSK4RwqPkzCDy+XMIZJlwQouR0SdT1MDqA4vVw4+caq587tnmSz/7SnPx4tPNhScNZBnpunr1evPnf/p3zTf/4LvNd/7iLUslj/pZ60ZfkY1QSTIk40lhE9ruMqZKQpZbrUBtkoDlzxACZbH/4poYDihk6G/uIIuWLGcitGQF0KwY65DCYxbzDnASgnmM6di+L9vs016W9CDmGwXtsT6gCKQLOxl5juvR4xSqqmD0HuyuPoYAJRpGwYBchX9wfQgwyeNBcWtOa3mW03XQafISXC93QF2W+RRnTBH3ckcPQOd3DGsFn9+BGJ5J4CniA3C5gLFevndTW3E4942NJSGnEPH9PgEJMpbyEcBlinAW3yLPyONUCpdDglJr3olDAszkGZfSLysWkgDkigTyFj8d53LWSCP4JQtwvlc4Kn4Bz8f4ZXSSrov5VtNtQTr3zmUYZj72GLjUF5dAOD+Ykyyr+MxwfhR3DcyLdZOv4TNkAlfQYI0/lwqUnJDDVsyCZDHyK+uwSJm/3q4pi61PqxtLzdlHNpozZ08bfdlrfvqTD5qr719vbm6Zd86mCYam0AbfW7P05rBklSArzY2kYKMRTbNuiS8+88rnzJJlIMvks6MrSHzxOBNfZJB1tDlrhYgvWAp36Kt/29wF/+w32yDriAmsismyeS1AVk6+crggC+ON2lhD7oL4nSncnRzIXVD0vwZZ4SaYY7Ji9WmyFiCr3B3D3+9lkCXSEYpM8VfQclmRkQxDeROUAEheIOShHrtVA60EskJR6nSy5FtLl3/uPxfIWrE6L9CuUssGwo6bwYqF1OUWzOhat6O2WuEeCOsVrFhIW4wU8IjrOka3PHdFgyWM3M6Dee0hkEkQmWywqQGukPhim+6CCAIzK5alRD5igoyqnQuY0HAOsy4LAmuhJy1boQ2Wr3poAbUpqAFmADgyfyl+QYMqJkj8QzDkFqZouyDk1Cx7LETKKBRAy++ZlpvzbglwMv8nLXnyqRZAwiTuOigK5hvxWiy0B0uXuw3gCoJVTLr3lTewuSCxtu+qUm7uhnA9xEAlxijGzcEjoJMrQrwy65XKrDSphiAYjJrAkjEqZYKRDEpdwezMTwKkXpWbAuXHfOfiK7lkO4qHlx/wlZOmTGsoiVvTTh88K3dcgl/BWSe1PPXB2/3V2gaRUDkBpan1hAdYBhQO8jsYflhH6DbqiWZIkCJ7nu+fGrSGMKFHKp8xlDXxsIrRgiLgppnlaWlKMVklyJJgV79qgb0GWXKNK4sRA1R4YGvEOkpSk2DDYRPXDZwR92i7C9p4JHdBWMP3zEVwpbl4+enm57/yueYLr73QPPn0eR67eWuTxYjf+sE7ze//3p81/++///Pm+tU1K41x2jK4HqdmGQXRKXRV0ztTOcEOhgSpYaaVI5RYPu6p/3Z+ijeF9YpvZyBBl2Zo5uqxL4Xp9L0QYHV7UrZ8adHlONgBxsWNapCVLTSi7SEOY/5CkSQeIwG+3mIu1jqUsVOo05JlSABXSZbkYaBsY7Ev2C1bgxG/pnH28eb17eeMOKZwN8e9o/+cE48BEV+NuBusAX9TIHfKF0DN/iYtd4aiNet7PR42Fm45YUNkoy0ztqe4bIffsxpuzyetbLbcnS63ck2KJcolr1zP5M/xO8dWPCGFGZD3kDHwWg1/PK/zC2cUma10LZRJYYLb0QqoXaNkNJ4qB2MdiqbYU6CZPgfqnuIa2ZeeMdY6kZt/qr8XcVgOCLkjGBsXYQN65nDXD1f+ku+y2LvR3q0lo9krO83Zp1eaJ19+uDn70CkDTkvN1XduNVd/umP0ZK95+eKF5rlnn2reefuD5lt/8CfNj3/w02bnhq0ZA1q7FkIFd711AyDLJtsFNg/ezb75XEHfsrpxqnn50heaF166KJDFxBclyLIiw5YY7fSTBrKQ+AKWLANZf/6bX2tuWZ2ssGQddZCFeCyBLAH1EDpBV6lcLl4ukZWUoL02OY6+mynrZN6FEwNkvf5GkV0QIlA8I/Yie+EvX1ZdS1YI1/jMKzyAezyD/oaCp7vRxiw/o78/QJYslgxoCXc1ycl8tzPhMVXuwjz8+3wyVRhSsDi4/7gftS9Z35Z5EcJoIZduWIZ3LAM53qk0U3XbMPKUrsRxioGsf7kH7SrSt1OTBGJj6ZV3b0E4QTHPG4wVAjvS+5aBKdOkmAka8Qh0GURMlwkPKwa04EYojWowIll08IYVC2toxzbAtlmytmzfwn1wD5YsaIldU6yJkfZI7oKqRQUTeOyUwDcRGJ6hg2uwfFNGkKsCwTPhF8OSuVD8qlgQgXRBnD0ZAOvkJBnHQQPB2IAAz2BWim8CciS0rvmiUBdugmH5CmKMcyUQd3xBW8SlnGVfFDBtuuthWacnmDOsZcHgQ0ubF68eTs8ohifEH88nUqhEANldI2kF/GJaML2N/FmDLAHXvpfqruXfWsRxaKeNHJ/fkuWCzD7vly/L2nUtsfkIwvTbt/sbICviskA0ZO7GOoGgKS4TAmUJspiVLoEpXwMotOvJL6RthhKkmCMXZrr9hctwCeqngizrZ8/ymA6yts097oZAXAGyuB+puBAZ4S2qWgctkAX3wkgGckwuxxAajtn3C0+cbV43C9aX3nipeezJk8358/Z+6HRz/MSKre2d5ifvvN/8we//ZfPvf+dPm3ffMUXU0TMGsk6wpgvKRjAep2JA4fKnDmahgvMZ8+X9V+xFJMtBGuackEfzr6Q+KrQp+lAWlE1gYuKS7AVZJAh5orgKR5giMcXAwu7bH7FlgpaE21kZiyoAJIuBKG4MX2FBACyCC0hkssT8U+63FeoGIllkBRlKlzDxIRfMw3KEZFDuhaB15BaqYo8noR10lGtPyg8o1xJYkpYsvdtAphJC0HasGd7HJ6+cw6HBZXFsH3gkJBh6JSGvbgjXCwThVfIGHS75hbv7+/H6Vm0FW8R5Zt4T51MKKGlmj8AWULfeSzIcZuCa+JimN/Fi4bjwPBEPJhAyRVMklOkbKrRNXstY6Zgn8T4Ad42T5ghfyyRcdNcvdgHut2LyUyiEd21PfXxzs9lavdG89OXHml/8V683Tzz7WPPBOx833/+TnzTf/+MfNjevf9K8cvGJ5vnnnmne+fG7zR/9/n9qfvzmu82tG3b/LejFsZJhyQLIWhHvKQTKIH2QnyCDrRptevny5w1kvWIgy3j8qrkLBshahrugrVmLyTpliS8eQ50sFCMGyPr615rdt77fLG29b496w+KxIrugPSETminDH5UVXDoYqzbIkrRXvirvG+7nTA/DmhDHVu0ZL1riiy91QBZAuNqVHJH3C/e0vaNOVoqH8yRkygOgi/tBlvQj9WuMx4/+/gCBLAyw6EI/sWnVpO09RTLKrNfY70N7VzRMzCh7w0k+CH4pWRpJupQ4iq72rTTv3nrxfH01aJcu/8J/sYf0v7BMMa6JIGub721Lsby5ed3M0Zu2GM0n1zbH8tE9A1lm+bJraMHypBnYzIjrWmEmGwwMiLI2S7haYP0gKBPFiHeMCGxb5wG89pBV0GrOwCWHCSzIlOTPC1yFh4UVDCBLWiHqIXWe4KjuWAkm+CWlga+0a+JRYfnSYLWIv1uvmFWNGcXcepPAhwTN6Ieux/+7DEyEPAQlbXcKvLQOuiUNgjA1pW5JdG2nJp0Dl4TjvHCc0VIAwwJRrAgYuQiAC5S8HMwANbpkBo1kIqktbyMxbj6KxlbaNwkKcu9QbbLMXMUyVOQQYguYTB6JAGy532GmLY4k5o11mEHZAmTlMRr+VghcmAeuKY/zg0VrBGRFu8oQei+CLKzjmljbGqqQWLZkOcgyKxkJo2ftZJrjkolxX2YKSXrh6xCCEsCk4j4Rk4VEP1LKrG8cs/iFJ5qf/8evNhcvPdkcP3nErFhrzWMXHm0eetjcd25eb9796YfNt7753eZ3v/Ht5sdvbTfHjpzqgKwY99QFSf1SyITlBPuSe9c/HWwhM2ByBwSQciUO2uRqKEBZMKKgTPF7CJtD6yq5XrnCKGhDi7EV5C63m8e0nKI+oaS8d4dhBoMNug6gZBeEy7h0BRgbASw+c1iBAvj7tQKlZCakvxFfrPHGdfgUPU++RU7UW+PpCrLwNKBmlAPpIIud0lOBvrdEBJziHiEBokMQ52cCXNWMJCkF58TY+udsGcQbcvoQl3Y0GH1SkBRpHALwPHy6wCQlqvhh8mogX3QeyTGsFEwu5LbulB6nXwqrhe82letftQITJBc+D/oSiocAPXgiHdNv8gQRvwQNYEIZk2Xo+VJLiUTMUBp7jTnQCPJFjhb/IxfEV75DWeNyRGxSfwT8Dre+kDEM8zRXd6yG4OpW89Ibjzdf/W++0jz6xEPNj976SfOdb/2g+c4f/X3z8bsfNmdPrzcnzI3wmrknv/fOB83WVVQMNqWBfSAeHDIUAAgtWT4k4cmDW++yX8umiIE74vHm4pXPN8+/CJAFS5aDrAsvNbuMyTLZwWKyTpol69HnTiSQ9Vdf/41m9x++1yxtWkzW7g176jqFu0AW9yzHBWPXrUFVzqYUc+3XTJC1aiDr0jSQFduFbMBuo9IWUnpBqR114pjCXaa+QZDV7SSW2uwNOQYKHqTEF/c2yMrUhHkKkozvsrTTBq0Lwx8Mb0CKd8RvQXGZlW6BO/oAFinC5a8YyELMEpNH2KLyeKFdC/YCyLpx43qzae+bO1SPMPMg6mIxBss0unAzXLONvrGxYULEKmO7JJtDIyQmQycS8h6wNrOFwTIFl0HLeoG07ojHOmJ+w8iYhXTR9AfnhRYNRgsYamxBM6uAtKzmFhUDkdIGDsIqnQXtTGGJIlBAcg0/n6jE6zj00WtrD+AgJ80AscXtsg+5NENuAUwgwSNVqzaDbEj4CYLufv4uEAkISTjGZk0xWP49Aq3LjUo0HsKFt620k7GIfAacidB9jFpvWdbiJVcYe1MIkebHRzD4BvlWZDpLDDVpKjBgdo2DU8oMnHFkYctWQN2vDbIwdADXAehijDmdMa99czTx2MKSNduSFcN4b4KsghhWwg7cUcpXDbJYYNzomLIFifkDVZoAACAASURBVIFiaxDLcO3nxSVh2UEWta9QFYAmynXyCJICod6M7beN48vN5Vefbv7RVy43n734VHP2/LrRv9Xm7LmzzYkTa831Gx83H7x/rfnjb/1N8//87p817/xwyxRTAFnHkyWLCWxIg+QSpu8CWBEDVBZG5L6k4kV7lrX1CksWKV4tDFb746AgK907gCo8qRJywlh2hWUdah93kkVi3ZVJsoWVCijSJY0VFG70irArqSgSvNF4AAiGJcsZQaJvGJpgDkEbSWNdCRWWMCjxSLMkDJbiEtsCfXWOpr+dzspMRZfueCAtr7IFENXU22JmgjMUgmULVPk1aRxdco8WWnnjhwiit52mgQRXoInP6u556LIjgzoTV7ZUBf8M8FDObf4eyotkGS4s2jzGbe1rGXuvWrtStObfOfbe5+Bd3LPFdRELzd/xiJ7ogW59Hp9IAZ8ygZ6f4NqVjuHCC4uSMnc6yKq8LiKGjglkrItQUrNOXbg5el0tlnkw1+HMK2OtQjxqrw2wvxg90J5rUHSv3moefvFkc/G150w22mt+8uP3mg9+9EnzwQ+vW1kqi9XCciNduEm9wBEkgjaABM37LVNiYw5WDLwdM5mMd6O8kucogyxzuSPI+pyBrHAXDJD1fHOLliwbN/N2Om6JLx59zlwJrb//h1myvvP13zRLlhJfLCG7IECW7S2uKFiyXDHSjsmaDbKUZK39OkyQFUsPc8914dnjFiAr+GIe+zFQ2EdxQtl1f4AsMYdQhJR0TiTf+CyTX1jmQa+lRe8Qwy0hx0dY0BD1XXr1K//KaJfSM3MfEsHBDG4gC2l/DWDduH7NGgXIEmNCencoeJTG3QoZb6w1J45DgFg1wGWZZ0zr26DOFvkBHkJEz0VuY5CmqzBiAL9XaFEAvJDwYsmEmCXEg3gqUmqYAK7wpl+kUq4rMFFExLGALFoFE1H8UAZASk/uiR2cGJKdciAL5lfSPgy+A61gOqoMJrmBtWpME4S+p/pUlQYvgAMFgUJDg1saKeRYazI1afQHLbJWhUZammyZL7uSCdWwrpmL3P75QZhaNoCYg6x2ggm5SdD1ISpeJ5Alt0fR5tymNL6ZFEa2tGR65U9g7lgr+KM4lxq0NnPW+isZklvHeGm2bA0t5FnHFyArgyw3nvp6yIIdZyNc4wrXWgJerm/FNcrS3FYkSIHSFSA162CoxabiOjfGZlam4Zis0l2QLFG0aV6QtaV0rEpbLmGdgi62vQvBEpYzDdA98MY+b4MsFhq2dbtmQeeffeVC85Vf/kLzM6+93Dz82Ckql2DNh1C1uXmt+dEP32v+8D98p/nmf/xu89H7UExt2O+W/MJcd7D36H4AF04Av2IrhGuxUsf+/+y9+ZOlx3UdmLVv3dXdaBALAe4Ldm6WQHk4Iykmwo6wf5r5K0WHPRMT4bBIWTGWHPY4NJblUUgWF5AASGy9oBu9d+1Vc88592Tm9733qqobDRCk+gGvq+q978svl5v33nO3lEFEVo+hUYRKp/d08i+H4I7nKdnVYItI0dDY/epZn9eTiuzYGJUXVsu0Vof/jg9criDLoTcEVkPP3LBjCWTQNeYVqkCQwnnUZ6hgihxvxRC8qJoKzJVo0mxL7KhFCiDUz+XT0wJYIy7YBAFVB3zq5Jge2cEcNuYo7xlc142Mn/c8r7fWiybFaPMe03oCQfFaCp3GdwcL1v/BzVIf7tBHfeQQ4Dz3DkVESP/aX34PcnNrl5yL20SQDRaWYZo69KUZQNCmfXp1WBSAoz7HXdinWDmCINN47WB8hpwlyElW/4o1jP0IHQSX1OMJsGdirD7eANdhv+FsPq5Z8LBlGIPjGazq570FWqdsghF5iUCLeylllQAoR0hAT8NNPJfPYU67IjyUZ4aCW/oJ3YDkgRBeHwbOM3hM6xlZkpsRICsSNsrRUoCVs4dl7dxChAPvlZ2t+HQrUit2QlfaD2YUOtQcvW/QoGDj1JxCV9KBqlGEMMa5vLxaDdEDUMqxLjFHvnmyXpAna3U9wgWfLStPBciCJ+sOPFkBsr64WZ7+8ibPA/zxD/+s/PxP/105eg/hgs2TFWfSaPWDb7goUg+yxp6sMRU8EpDV7TfyKdJ4zLdUPv3NNexBlvQfh4mZN84KF+S2GBiWciN1237860mg5bEnSzM2DjufNW8nzefspRAf73V/sVZ7pbvUIhhh0kjj6rwMM6WXS44RnanV2htExX3nj/73yEmFxUVeHVhY5CJLkBXhgjvwZEWFLsZlQMRlsi42EqoMrm+sl43wZAFg4VDjuQBZcxFWOI83mFKUhGf+KIUiSo7iWbxbliRwrnTXOYfKMez0YkFRAsCKahl22aEsssLeJhm1PUw4d4tWpppj0lXPI7fMvC8KBY1dC5yMFAoirVEZMogFQP/zhXkDM6YnkM+h35HftknWcxQy15Ycj0CSuIqMOJxP1ukjouThuJyATcHSyWKyDCpbBp5us/rOkqnoGoExPLl/NYuxlTtYkB037q7wPgr93trM4fGFsrTO2ZJAQkeTBkYga0CEFXQJZOmlRhmWSNqYDbSmKZX96B6DrB5ktRBZe0aqXpcKgZPEQfsKCVJOFj06U0GWW9A+6ql8AmThy2BKewRZ2zMKXzwakLUb/MLnX5AJBu23HI+k4aDPHmg5/FhZEwCUyTPCk7UAfgYlKg4dfv5L58ofBcj6wz/+J+WLX306vFQBsMIjvx8W6Lv37pWf/eTt8p/+8n+Uf/i7d4J/AqzhDC3NIxhBy5eK0F4ot1SgNX0tfxPMXTt1kJvStlydbunguWcGe3v6H1I0hjxmsHL5nfR+/efrvd+qXycVGA0A10GTEY/hNanZELZEg0wudq4YpYIGPlDU0e30rgMMOUwcTcmDJW1JoAu/pBKVvLwHkNKLZTxkpAaqn9U51b1qQspznVROyJBTajHSA5a8sM1w7gMrXqP59fwM2xyBrZlrl/RBTSDfSQd9OF8FUR2/dO6B143nKqVBRVPTAzKts40NAlGaW8uvWfy2yQlMXOYkc47cdz2nWroTQNqz5UOzMT884Dvus1eXvCr2IuQ5+sEiLkFHzJ0KgINnGGQprwrgR3lVeO1G0jqul66DVIcAWTEHihyRAcPjqnncAHqQ551BkN4vytvMyYp70adF5qNL38BRD97rjqTBPTqHJ8AeDSgoKjaUo9pfAqRQjw7DUH0Q+Z1HcwEOqRAhzym8awfR9yjXDk8RI0VIwDIaqOy0rO7gI8j1WlnGWX2K9hmALBi3AbICaE4FWeefKctPfSUKGp4LkBX9WF0qG89vlqe+giqqAFk/Lm/86N+V8t4vA2TpnCzAQ4Ao1UrJYjLoXQIc6lmjcMHxDnuUIKuCqnxIA1kGyg6rj7kLnVJ5zAJbfs0EWRlO2LYs1mgKv+j29Emg4DHIIoeYlE0TvFSTetJ8zmSnyfR9v/Y/hJ10nj5CjfKp84YzMqbmY9qIa8PGkJdwFxhkVQacIOsgmMBehNtsb90rO5FEjrAbMi+KN1nwwMigM6wFwFrfWIufaxEDHAyP5wnDCySgBZClaDD8A+YJxqdDh8XgYxgMM1PCKQsrYAKDzlFWcx+5W6Ew0ZsVzHUnLNQ7AwUKFsqmIkBBImhjfolOPKd1qR62m0IqTRzNosRVq4sXbJTjrF6sUcI/QRaBnJi5BEB6ZDi7uWDZl4H3hspCKg9gQum9ojLYFfgYE4lDjAaRKERpApzK9UIYQ9vsUnTEVKxYU5WoslWEIe+gGAwV0hFzcCijqnElaBt1ULqe11MiQzK2F+TQE7q/TUyppHX6oryRCZL7eHI/tikOx4Gw6SGcJ23A2d+f9pthONvDM4STnjcEN1rLUU6WLajwBtiYYOUim4eVWAVisgrnJwGyqA/AsgyQFXxlanXBhwFZUH7k6YaHDDwCIKuCGQhNeoE1WO95qujUIlORTLpUqJGPpAhlBoe0h2LB6l+hSGyeXyjfiaqC/+s/+73ynd97oTz11Ofiu5U4hPhmeffd98rf/PVPy1//1Zvl0nu347FheAqeR4qn8YE1XAUczLdGoXbYs/3LVfn6Pdl/L6A2fDVvNQwd4rM5+jS8DK8fgyxWhCMbgZDBvQlI8Kd5CllPeo44h3oGPU9WIvNwVPI7+O8Z5pieCLauJ8tgJuXc/ZwHH+MH9hrhOtxhBVUeSuesDeaN28KNpQLEzwT/DFzZ4+6Z3R+jGWUv+Zlyq9Dd3HtV4WqroEfjnyEfaI0O9y0/75cJwt480TyUOUKwsvbGp7S+9jm0vVGK4TDiwZwf6hIGzf0Dc9a5biJVjiBlwyS4ahQzVFZwY55Bk8Y/tpXhfq52iocw/ykACkFIyHYYX9BHfAajnRPRcQ9GsABZHnsQ+xoyk6F9AbLQN3lvmnGxyu2YC3lCmWlJY6jPn9PYmpeY+4jvNOyhz13BrEqZ6cnC/dQz0F+GGcJzhCJgsedt9MBcx42u9knvLELUOl2D80z5i62mySd1KG8i36krAWBRd0m6SgVRIEse8r3Q17An4LFbCw/6OEeO68MxRk7WNJC1sl6WLjxTlp78UoCszXL3bsw3Qdb5CrJ+9Cc/CpD1p2Xug7fSk3U/ZjeO/EkjBp7hyrOPDmSBHm1QFv0BSL78yqvDwhf8Svlgmtv8Sd6V/D89WQzRhmfidxhknVSQSPJw8vUwOks1okCH5F6a0nB8NLvwxW8GZIm3N37Y9P6smB4zRN6V+dCWYQpF1vmTQx6kcZ8KZG1vRYVBMoXmmqaQAr8PxWM9wgXXwpu1FnkJK+HJorOKIYLwYMV1iwgxlBs+anPRegLxQW9WCm8NCB6wYIB0e2XVp2AADCuE5QrnbLFEszxaeG9v6ycrD2JAvTLBMMgMdWKFNIf1QUhBgeJuS92hEZkIixoD22Q1IFq07Nsx0ciy7+IasGT1XhMiYoYbxnODCYMZN0EVz6MV3YAlf4eicXzIcu2ze0H1irqI2wgmHo00Ie/vmuXMla9s2ZFLUZZmn7s1UDao50hxVy5Iq2bmftSSy5TQ8mDNp9V3LKCJo0ebT+Vy9aE3JryRnjcnBlNd6O4dCMUpO/qxJ0vrBZBBnPGbBFlY3JmeLCvcDw6yQAMOCwI/AMiCt7t372uvpyjhr1D7J0GWLFmuepYhUgRZqDCIoyaQ67BfnnpmrXz7e18tv/dPXy1f/eqXo+Lqerl85Wp54+dvlL/721+WX715MwAfgOuqthfD/+IX8Lk+XHbCIjoUSmT72e3TgqweYFnRH5aXlULnVy9gzTdYT5aGGYXDWRBb6aZyQguf+ArIym2SzhJ84RlSHgWz6E3PeWeZX3ZCPTBIE/DFO8P62D5yszCR+B/tKHcV1jh7BaZqCl37bcR5/MUkGxpO/uAvz5LkA/vohakguQnppqBMAhkxOb35Iw1T8tynwYiRE5I/tTpeMk4rALi7ys7cA71yr+c0L1TvPWmGyWH/nNvUgyxZerMaL+WM5a3owkCF12UYPS5R0RkYK+FBkvwjQGLoXowtDJOoTIxJ4F6NvYv+0jCaz6O8Qf4TABm8wXGPom0EsnAt+lqBewcO5dVKCqt91vx6LpwP6aW23KaXDHIbueKdXPG9rtiKMTiUGh4yhAWvBNCS11bC3HOkMzljLEhKz1cFWwRZuQ/YZYHVCUFZ94oaIBmSjsDfQzdKjxnmCEdGoD/OF2vkjLYR3pggaz1ysqK64Fe/keGCAFnnny6LT34hCl+cK3cjXPAwqkmvf+F85GRdYF7+j374pwmy3hbIOgLICm8hQRbG0UAW55oA5+N5stD/akxOPU0g67WHAllNn4EhP/LgKCP1ruuT9DQs4Y6JH+9r8avjXieBlk/Ck3UiwEr6nNbvk/o76x6O47cSZHnfNUmLsF+GAifPUHhghgkmHxLAmg60ZoIshgsG0W2FJ8sgiwKPWz4JCQAqFA/kZK2fWYtcBYGsqC9BAHHIsrFxD0MHUxigyEWCLBCp5JRjofPcDAgal/+E4h98ioPKwhcCWhGjHIrU1laUOkWpZhTEoPLdEz5QIBiQJqn3ZJlpEjaBHnhdI5kqRMAq0qqlxhJoJRMkWCOQUvv5QDZEFsmwjAwnjLN2qPD7OQ5VqkSeis/EPh2qVuN8ajCzmhNgCy+sZWltNXyUkpTWMihAeC7+Q/P2gtmb1bn0OaOplMqyGMpOrEWz5jaA52IdUIZY5mSKfkGBUI1wFtYeY4Zb5iTBk+UDK2uFxxGQsvVR3wus9y8pKF6RY3lg92Wvdp72nvF1w370Su3Dtjj9vl75a2shl7bihZ1rRwW1CnMp0CZW5hPYa4jQ17SWwxvssBcZSiT461OrgimK6nZR8or2Oe+CJyuK6iBcEN5yGHBwnxUF3N8cO929o3XvC18QZMUEgy/Ak4WfDhUE82NOVhoS3D8phvQpsdt4EgPjqBDaKJSeaYAs5qXh0HYoVRHStHxQnnhyLUIHnypPP/VUfL4SFt975cMPr5ercTjo1l3s/wgTjP0PmQ0eRZAQZEHA09PkwJPV6MZ7z30eUlSb6QGA4j73y785xtzhTgBIbbl0SGdvaBId8UDG6gVN/pHGmH1cn95xAazuuYPtk2MFyErwpNDlBEnJieRpyX3Kvul5CPMSf9Jh61osGfxkXcqxnrhle+MMBI/42tRXjkXz7bUy6258tN3brumYW96dzG605soBcHEm5fIwAqMDWnJqYGZy/TpvlXkaaRb2qQ786HfLtDSuNSKXzKsenGEUgBUIRza4jzXSIb1TNpxikLLwqkAJlRIYHBE8xr0X6xZ/mbfwOspr5TMhnxGb320AR+Jzh6jWXOW4npEpzMsSsEPfGIIbT6CHCIpdzJG+z4I3OS/WDcTD0tsqa4D0BryTHmBQYfGL9JzRMJL8Ab/gNuVkyZPF8MYs+w7P0draGpuC8oU7wWV8sClDZWMOTO16ZO4lGiYEaCXX9bN/KcIG+lVuBfQLXeeY5cUC78NcNJA15hy4AYB+MY7UietcXTDOycIROwsBshbPPV3mLz4XhS/ORQXD8IzBk/WFC+WpL1/kWak//uG/Lb/40x+VuUu/KvO7N+N56clC6CJXPL2ZqZNwlOxz7uG6bXt+RR/bxJas4BO3c5wyBmNe4a17JUDW66/nOVn379PbjTmhKoWh5oHR+FOaT4K1WkAInqxJkFVZZM5vHYOWTI3XF5ngRN8Ha3fS95bHx7RyOuDTSYApzxz3clabp3vWsLM2kHEvjmT2xFyMOlIpYdTnR9k/9SF3XQJ1te/3cL+Rx5AvyzFjRwScP0rjUWEM5FvaqMtosKTVIcjC5qb8gnUSICYKX0ROFs6cEbNQiMU8NjiYQfyEBQfgau0sQFYcuhkgCwrK0XwwUoAIhgrCzZ/lkOGZYGELJdya0SOIEJYrnhWBsDx6ucTMsEFgECJTi3wl9IVKVBy0hQpiAINO9JTFRuywWqq42GmRhsDiW1PtMBy76OueCW5A4QJWkYJQBx4ncKsXql0LkFHUjwAeQVZWNGJOxpAoZxFitUjmuSbtOo1v5ouKTB54mgtdgZbJK4mY3jQseno4avVBKzD5kAriUrgNKqoIgVVPF5N7aV1OtMiu5m6y8kKAic+bi7YHyG2sml8dCt1VduwGfxzIqmA6Q1WO2/THMcPT3ncsh/2UvrQCwjVKSzLzYKjY4jOLdQksv2AwmQ86tTFCewbhMsNzsigGB4YA02MVSdkktDwJVIVmQfBqU6Na6S7OsiLI0plDUnTU8MOALHhBtgmwwouFgwOPsS4RQHQFZuocGGQFqFJ4qhhuA5lZ6IbVVbHvYY3X4ez2crWD0SGZ5QGTFdRz3f8+uZepWI8qJ3q3407ymynCayCXsE+p3OipAqHw9qUVDspFTnIDR96juZ0TYDkRvIFRKe06FHSwawiGBq+BvNLaq8AOlECcF6X1riyCNNDCoEguMPiAbiUMch49h0mIo8eOt9p4/47/bkJWdzbw1cIw+3v4dCpeCYIoGoYyptKU5U3IAuwAgyNFOSg0F8WiJLsavfVjqM+G3OSjvFZJP5zAFvam8YhqxlWwvOeb56eXJZJ7LVqhAZkGvvQcgQr1H9ez2h76RnmI41ggt3WWG5aNBXRiL6gdRLegwATu10glUwCkxIMIPAbyBnON6zHxur6+AODTeIT70Q50GEeKaISSIfSGRfvoF0ozo8/KqVa+tcEbC1qwwmADobifCRM2PnAe0CbGK4C8EgXAzpw5k8fZaI0xN/cjtx0GIChizdDFFSLB6Ry15JcZqkxfZscLaHToZDP6btCgvkPR0wHsmHN4eXAgMWXkYI9gHJpngCzkZL3y2nfLV7+J6oKxBlH4YuHcU6Wce1bhglHC/TDCMs8EyPrcV57kuv34T/7P8ssf/VmZu/xOgKxb8fA4pKvEUT9Z7EhGMKxhGnRnqCw6N+v4DWwexX0HHQJ0AS96zBfGCJD1/dd/P0Dlarl3737KtRYu6AIcphfyRQJl5dQ4X9NhpVSSk7mNjlKssmma4j/TaJMPPgm0PApP1qfluTp2LJjfoXCY+Ltt3roqE9eM5/PE+Rs9U/zvONoSLR1Hf9JLwHPFe1zJttJHej6dmtAK8IjPEWSR/UCRxV5PJjMVZCHsAEwFG70DWSsJslYCZKHwReAogqyDAFiIKWZiqJkQQyCUjErDcroVIWBYz4sDCSsWMz8FtDAo5H8rlhvlSQGylNQOBLmLZFKXdudGBjSCUiHGSyv+xDzLAlrLxFKzGS47euRCDhSAQLHdRbJ6JwhIAQsJ2sQb5lWhicjnYNgBJEo+p4KoVJgMMqw/Wbxjxlz1pAGRY0AWZiBDdUxAojN5rfqpqCWYxb1IFNVdngqyFgvr1VvbJBDbSwqQD0NuVue2gTB7XA9yOFuD1Ugduy+3ApOAeXhWy0gpQCiqY+gTRNdmcjKdzDz2ck1udPdl+M3vDsiCdmLL9pABfSogK9YdFbEAsnYiJ+vRgSwpVgBZ9GwHbxCzSz6RZ6FUapwBssg5oCyh9PIEyMIREApflQIm6zWLCHQ8Doal9spQLVkpBp+3v+N5Y/408mxVireRKMFgbZD7CeA3lRosMxUyPRb5UVBuwSuR24q5cmkb8IiBMEMbuJdtBc9Nr5FAljpqRUfRe9JYUqUXkE5+088D74MBD7kzAFgMpfJcdXu6AxvSpj13fr6NN/58khcezx17j1Ybi/oKOUDODq4kyOO/IWjB3/k2GxfvETZU/k71uOtWtkL+kQq6+Z2Mcy7q45nKAlQjEG3+0yrq5titgCfI6um73eNcgs7SmnNqRcE/cY+q6gEMyTuFVwMgyn/TcNpYxdLbegg8GqwJqFGuR1uusGcPEGkscx3wLAM3ASxZigXA2qpa9uATKvEZFYJ1w/0CWRG2ljZNyxf0GXlT2L/4HvwHzwGYWs7crh58OnfLhjz8BMiqHt4RyEL/4VnZ3Nws62vr9CTB8w2+dOvmrQAAUamZvMjKnWluEmTRco7/OG5QYoY3d3yEc8RJUDsGWdCNQHkrDF8MkAVeNlBxoB8lyAqjGzxZL3/ru+XrL7iEe4CszQBZUfzigDlZAQwjXHDt8/BkRf5pGM1/9MN/U9788Y/LwuX3y/zebXmyjgJkpd6gcwwfMciCXpBz9yhBllIkdF6WC1/8LoGsCfEyA3icBGIaPx/qDv3nZqO/KyDL/JpAS+EHMXjntGrk1pkNtGykIsj69h/+b6wuaEsHt3LnyWK4YFicwRhQfUPerMbYYMUlyIpwQYCslTiocyEsvIehaCBckCCLlXdwflar0mdr+BFDUfAXvBT+PopnHCm5k2ALFljE97KceyhPAFiZ1A4AxeqDrO+r8dNiRZCVgycDHyo4LJ1Oxp2W87QH1YAVXq4+1STYsfUYAjTnTteJGfYKuX9nPDpzMZBwqoXpQZbacSiiRbyuc6UTI2kx3GZd69sysfdKWxN+kyBrvGmkPMlqnCpavcRn81QFa7BRpZDZasrS03gPXkowreCXmt5w+/svT7XBocfY5javhPD2GjC00NB0qEj1CkFro0qnnM/hmozXaIKRfEY/GFh/R54sVNC0tazm0OU4qCDy7aMPPhlPVgVZj9STpRzO7e0IQ6RnW9ZJeLirC5/73RRmBa4Boty92tNpoZcqnSFdoC9Y6JHgDqMRE+hlwWZuCOYNoUzWBRO5iJatgKK19OhV+hlbmfOL7Kr0J4VDypKOTxRq7b3IS0LbUviCgZZ2MKy4LCCUOa2ylssQxfGxIT1TXZUxrVUSzXP1qgVdoEr7WMCJFQD5fQKhUQUxTkUqwirsgw86MNqzAU5YnUSOXZ0b3edLxhrElH3Z/FFopyKkBFDZvOVg99O8ZcCraShLmZn8R23qrR/gSwqXoZKcwpnTULGCrxV9iDQbkOBfY5lTQVXSU80LgfBrE0HgnPdaAcA+2N5GaL0q2xk4ySsgpR+0vMwQOeU9+Vp7rez9dbda/orADQvD5LMbH1K7AFn4DCHC2JswTCCHCb9jz+KngKc8XhQPCbBMs/38aBm9lvKWqGqingNZRGNJzqP2foYBxrPNGwjGsugW9SdtuIGHqq0/5LcULEXPZMXRLt8awAogCyGDAKwY+1bwulu3bkXqxTaJbeCFo+Iivqxc59yf1aOb+4H0JFrtQTGBX/K13pOFvYm+rETlU+t3bWs0TxYKX6xETtbL4cn62gs4jFjhgvJkAWSdKfei8MVBgNDlp8+FJytytWKOf/Sv/lV5+9//+7J45YMAWXdCtt+P5uP8LpiiUfQs5/GRerK4PglIH5Enq4bTh+ezNzL/roCs4XE9U5hjR0/Tv32Ie1I29XeeDOB6w0Py5BFvP6mNad8ff8/Jnqx+DNb3xyG83tP26Dc6ij1LkJUKuwPtJkHWfYGs1Nxr6Fj8ApC1vL4cOVlhtWFOVjDoZbhpg3FXTxbiqFUtiMwWSVtQk3cxrgAAIABJREFUEqzwBTOAIGIoQHq6UD6ZQMvucoa65LkGCANCCfes8qHk2lQUKhfK6jwZnsJQqdQktEl7r4sUBnDXYTywEKusmXmobhWCEnKeO3A/eUlSMc1+VACL71Iwk0mK83P90IbC4fJvtMV2LES0MooLzfYzEU/3q60qCPxZlehNAB+nj5gYK9AyAHUoF6coC3XkHA43kbxgAloSFn20UBO6skwOQg7ZkBSNsfI/JHJf1yzgzInj/DWAy3nPsBLa+KcoUK1cvJfCwExr2TZUU3Z64fYgDOnTvFbKd565FtWm4Dnwqfb0YtmThTVMhZ39g6KBcN0EGA4XnEdOFvMsZHSAwkiZXompX+U+hAeNIvcA17Z8Tjyf1QURhhyhLS7KoUjcNHoMdE18NgTN+FuWUr3QV4EshAvusE0yPFQjzUOJx/Q2Nhbk7j01yFJZ+3YshM/Egce6KoMVK4BX6IU5Zx4qWVbykFSwhXfEy7w6Wk95/e1hInhCTDj3kdp1SCL+ZoQAFU0tk31G2tL6XOuiC2qlPa4rA6Lk8WQBHezpzCdLoMUsE36eIU7kn7l2WGuDrlT+2kKh/VQac5z1O61kgr+6sJwhuY5yIjgiD6BSwOARwzbJCOt+Jp/MGLVqJEugXD0Xfjz5QEYfJD9l+Lj5bQKrXL7RUCBPNB5tlY6oh1hK4zENdFcPQBYBVqMigSrMDX70G7K7BnSRvBYgCznMyNmBLNGBuwBTkqsGOT6E1yDL4XMKn22vqlAw/wAeMIEm9Jn5hwxNlaENAAtAjeFZseeDKcXeibOowssC2kLfIJPFZ3xupzxhPktS3rGMgklaa2kADrXDs3oDZFOiRKsO/QUQU4ijQutc7EByBGPB/MDrJZpI2gSgIf9TEa4xyMLY6ck6i7PzVjgXuBZ8CeGCO/FzugyRF4pGZMxd6Da12Annr1VEtJVcgFTzhZf3Io7bQToFaIOFOACyIBsHwh80KeC7l56sV74VhS++GSAr5miRIOvJcrj5TIQLnlHhiwBZS8+cL5/78jMZLhgg688DZF29NBVk6Xmga+le47A7U5JA5aBzw32UYzOFm2/TkxVvFBlB4YsaLsicLO0Ni4hBuGCyETzWNKq8mscga2Lij/ngWPDCOR6u6UkASXJpeM9nIVxwcgosv5peSO4Q+7EH6S7QMved/6XzZCULbyBrW4Uv7MlCoQsydQu5+Ds2+ApBlj1ZwUyXQ+FJTxYulycLcdD0VxFMVSUNuwC7D0ALICsPAWXlmyMw1BaTbGHA87GYU+AwCFlv+5c2UAt9MzioG5thCIoX308LhpSLrp26q8UEhIvwr64jg80GZVFrQEoKP8WLQBQtZSn8Ui46Pj+hFeUlFb1aqMOgQVZrWUfjiayamGW23acO1EkcQBf2/b0APt026hVQJtp2WkSL+bVikIphzqkFY1Os9UzpfS38YxAykUpCLZyRCiWutxVaymdVPetAqCiJypsak4pQapJas7QMOmG7VSsczkmvePVAC1eNLYgTluZjprcHdadbhYe5SnRJQEEDAyp5KdFaB7vaCti8HbCdxInkCbKQl+VqOg51lYKk0CaV/h0ojDOs6ZzzgQCV8o5+oVTzTnidkGxs662MCtprg2g57zEbUPLv3lsL3gF6atVGe5ClPAgrfF4zgYTeu6U9ZuVFSqUYqsKGh54sWOLhzfI+4/5kRTIl8lejh72rZJ2Yf/C7ofLH8AMaMZqgwZaTwUEDxk94pHTcg7xW8ArpunZNHZOfkfwGjyWowz6Fp4kNC0yR74DH5POVOwdghbwphdFUT1WuEfccn5trRiQIhTvb5d7NfvlSMSbNKwGerzCtV26oa7DmeY1Cmzv+zDkWLBvM94hOOLa4hspyemqTYVQydpSAQVbtDdsSzxcPxp8JBLuuU6Xzc7vPGYVOxRzDzYUgQBzKKz1PY608hp90PI3PyLnL3EX3U/PiNh1mr8+wblg/KPqQ5Qglg9cJCrhBlkNrcQcLvOS5mX1JYj278VEr+66Uh/LqLFgR47WRQx4b7R8ZQiC7lYu3gPOksFdCvqDsOOiwGnNqNa80xqFf0A9c9CLlv8CH+uUCN2gbxl8VyMhqhmlkJTviPpV8rmOQS1aymudeoRS7zrtSwnvSZfVIKjec8inBjnkHwNl6HGsDkMV8zBiXKiFHka7gewJQjUgExMSzfZYWfjewopc8vX74zN563OM0jHEbDoNU4Qt5sszLTDMGWS7h/nKArBYuGBUJNz9XjiJkEJ6su3cjrDLoZenpyMn68rMxP8jJAsj687L0YQ+y9mioZshgGkV0LtY0eldPVL7i+Bf5YrZiY5nKwkc+GUDWy69G4Yvfj6qvw5wstCoW1eabf4NVRRdtXOBhsw/oyZqSg3LCKJr+MOvCTyIn67En63jqOhn8DVdL8riTB+AalkW5l5tDATlZpwJZ8GSFRXoEskDgYHo9yFraQLny2GbHgCydkZXUn+GAqCaI0EB6sGjSRmJXKDFZXadaj2Bxo5KROkIwUdbR4wdoVJsJg0R4jKz4mcToSzRFscmUswHmLMY/In1cT2UVCb31CMwEVmnpBZPN3V/1gQRDmvgWbtiDLDGXTjB3j0YktpRan9OjZLsqbtEuK52lFb0y0NYIFT6e7yEBNB7cGDzM3PRkbgrpbIr1ZHu8P8OUqpcqlbfWdgvRMtgyGZgg7IFROKfL0LsFKcRaprSaa7Gl2I3Wr1k01d9esDl8kGeyjZWyVJAr2KIm18fgpnI3um7WHPrzTwdkYTpSMQHtwss7AlkSUrpOIBZLqzBWnfkyAlk4C45em+NAVo5yoDw+KMgChdNH8xAgSxZ5ebIE3PA3rPaqNhifUZHq6aABzbZGY5AlM0o9vDVzshAuKJCVIaqVFpCX0+/b2rJ2IXlKCHcDKtJvet35HTgNfmngotFV8DqXK6dOCMAmFcWCggJAFia+W8hv7OI580F5B+i98rVxJdV3gyx+J2+E9mEqTZWXaLO1PaW55T4zKuw2hLGUfhq85p6ll6q/GA37o045dPid92ueXyTPkmiTrXf7kgp1vBeZ66ucKefFqkCJXuQg0R1VpuvBFAeZY+v6yGmeLrwH5fkHc5RrOgaLtdkEWR0jgywYvGq4oPhfe/U8eRJkgT6gnN8PKz8UeZ3ppFA2Jf/LU0nDYc5f37p5YZNpBp426iDSw2uVM5q0hL8sB3OytU7VY2UvkuipPUMeWRYlYBsCOwZG8rCp6AzoHN4blnoPec1iNAEKjkKv4Nlb2A9d25CdPTDxmgNgomy7DysWfYuu3C/KgvjPIKsPRfd18oIBRKpKIuZ4HLY8NtAZZLldrxHaQTENloWPcSCvayu8YpibhwZZ4DncMz4naz1ysiZB1uHZJ0MN2yh3IifrAOd/PRXhgl96vsyHjvfjP/mT8uv/8H+XpWuXy0KECx4hXPAozsmCrkTrQgLX9DqOCLb++fFAVuTAxTrPAll1h470FxqpHoOsugYPCjS4w6fw+dbg5PcnP6PJMbfzyXuyThjHmMtSbxKv7ccDPgSDSr+nbTA9Bci6m56sBFlV2dSDxiBrOUAWNuBUkJXhgNUaRy8WmgHAgoDBT4CsAFisMAhGmKGFFMTJYAl8pEdAFKMnyh9o1mPMA8/XykpGtv56zhzSts9wKlvTR0ITQidBlqvPyMkOxptKBQAfhG0vcCmTI+ad4X1i5hS8vfCiPFWfZWdtLysNsoxjTAo/EsgCc1Rbtjj2gkBMPkMmanjhkFKkW4ggHgRszWKSbUN0XpQqYNucck3Su+gDjRsyMuH6mlTwvJHTKiaQlQSOnL+c92bd0rqwtC7Gx/+sEKqnnEXMUQLRvvy1rzCg8Pw0n2VeMQJYp5nLzyrIEs18DJA1kzA+bZDVcrJcThoWciiXqLhFHjAA2yTIrvcGz1nKnvtMAcR1rxFkwcIt6zL4n8o7GxVIedFLVdeMZRiMTFahSn+kSipsyo8QstAeV7J7U1oRUkXVLgEPGTzP3QIAgoFIHgt5yuAVgKcKb3mZqMiw4mh+VhEfcie9R1NRh0WfwkT3mtcN1P3Mrxov/Vhx9PdDh5Xmte5FPKKfw+yO+aaiH8RD9dN/K4yv55f8ntPa8bYEWipkIvxKBRs8GH9z7sR3egkwbEu9PVlRUNtcym4cyTVyTccAqZ/FYUgeddXua3pB2ZUHA1m4BftgK868RE5UH1rNXD/KTjXNboN/pvywXLWRcOjNV+GO3nIL5b8W/6idl8HRYBjPUC5M0GpcI2+U2ql50ilD5A1TyByuqSCLMlZFteA5YegfCj4E/c+FoQgHAuMsTowXxiYets4CXJ1XHrKCe1TGF8lchVI22diHocsoR9NjGm9bKXsPFqNTO+MQy95T3a+657QvNlI9WaxcKg+h8uoiAgDhltG+Qzu975STpXNE0eZMTxY3AQwOAlnIyXrptW9PeLLK2YvlYCE8WfdCTwIov3iuPPmlz8dz56KE+w/Lr/7jX5SV61fKIkHWVow6QkHBP3yIMnnJcfT+4J6sSmugjxgGxvjSSy+zhLs9WSzOYsmPZen0M6kULf3EeX/K4+2jn7SBZ1UXfOzJGunLA4L+xwWySFFTgBY/H3uyyF+D0FRdEEzZIAs5WWwprXo9yFop6yzhHpaOyMmai5wsgyzcg7AAJrM65wofZnw59x/ONACnJcjCQ2C/A7hKsEWeD6YQIUGxQxCHS8WltmF7bRNH+h5jURw2T3tP6y/DZshcFSq4fwAFTFbe1HFILrTIEmQhNFEKCpL2KYbAPPwdq2Wlwl/BRepLFF7wKlk5SCGKPiTIygwsClMpAI3hWzC1RLtUUBJktVClJpyRcG3BVXO4LEFzCfvcsR5ozVKS+v0z63fOPscvBc0HHnO6oNySthoQs3DjbQSt+s2CiHM+AGv2WEkpYsoVOWaGflYGifhqF92wZb15MIh3ucBS0KREJFlzfjI8LL0UDJEbZJc1JU7CtCl0x4Gt3wTIYrhgnsuCPeAywaR/xafl+BEuCLkbAKPzZCmMCp4thcYNwwXNZAdqYEceELA9Iz4pXBBcQPurVr3sWhvT5jhcEOkfCMfZjfPzWOUyHu1kf4Ks9Iy2dkRrgjt4Nowd8v7W6mipLKh0dPC2OCdrYSHCgODdC74Gxc00BHpC7wmHQE+cXvAQWU1tl9EJcmLK0ai8YVR4uACkTXJErpG8VQzJSkAlPoS++3BwASqALfA0VfZELzITix3Ru4b6sl8YN9rVvqtv2364R/S59nb9h6syWNrcTxUSVKDR00ZuPDPZBET0EgI42SjU7UF+lnMF+vOLIMk5rJ5LbenBa2BZVK817OyfxuFAyDGtChjQIJNemuNBlp5uViu41/5W78gFPZmj3tZJbOMUK68jm6guWK/s+w7ia7zR4Fsha8hXVJhbD5ac24P5shdY4+7kCvhg3OfQW1wLJV8gR2dZYp/hGpc/l5yFp0yKtqoHq00YQKDY4k9cj5dkQlPKRf9BfzH/8B7jmahOyMgaaAnI61rW82voH8IF43oeUhzUozOjcLaUS8Y73F6hhB6vaEFyCB6oBmCGniwbDBrIEtCcpL62vKbDmUaIXA+PAXc6FLLPzXIYptdOQE506vnTETc686mBLK9jt0N4T+TJxfyurJ+Jw4gDZL2InKww4C5H0Y4IFyxnniz7C2vl7v2Yp1jro3NnypNfeLYsB/D7s3/9w/LWf/6LsvjR1bK8dzd4EjxZqGqIAiZJ4+CvoyI4Y6KX6ev4lw0hbDX5ImklhgNP1ksvvlJe/z5A1gq9tTCw+8X1Gm05qXY6W42pJ9B5s8gK5WQe78HbRkyl/j3Dk33cSE4y0jwOFxxSwqflyZqQZccsonXOaWvZG1bqnh+DLDNfgA+UWL4fIGuHOVnwZKVsqsJW5dkVLrgukLUuT9ZhKCeoLojzPHQiOk5wxxlYqcjQqhuCEjkF5Kn+HFQNxQVudoQBgBFYyZVVGeWIedgcP5f6LsUe/+R+qp4vMT+GCxzIesEKXMEI9qGUoMQzD0xU3DCYeVXCPc5URimsWA0xz23BPdiYsIBEIQ7nwejATG1swz8IEgqX9GjVC1JJ57xQ8BsBtFVWnpoUN2nCCoFRqFLzSFVxnPzenjQCLeeDZbMEErTcSakUQThWfayqnMABx19z3FyQzCnpOFx+J+HbAFXNI+movVrmzSEhiJIda/xSY0SzeiYrUIZnEuef0DJFl6fyTyrRY51H02y6V5gDLK62djalgMOsGlRaZrEG/LhZQXvQqlusbA2t1A84q1Mvn7pSFBi2yAlwKicrDQZpubXVWFZs0SYsytjTDKNMpVeMo4Wv2ruTWjfpZrryOA4dmw2y3FYtfNGL3Uzwt9LqiehUbs4xtiOUCwAtjRUgKzxZyP+C0pFJ+HUNk64E1hSqPI/D0oP3MFQ3Qo5KHDrM/8Kgcxjhy0urmzE/G0FOkTjPg8hxT9uHKPgTbIbWT4X4RstpPMIwpESCl0KDheHFjAKdiA4TePBCvlmwhEUB4K0CuNJPfy9whbUFuIrrqED7/Cm0Z4A10jKoIGDTdBVA7bmyjmtFCSwneWxbc1J2vv0rjGdJS2Rl2hOc3e53jjH5jRT1LHZgXsYt2LwAY8OFlKammA0U1+7zHkRwSmH4Sdqvezk3EGffgDaVegKPrFhqYHCsMpjrLfoUgzG7qJ/VXTxuaXrLQ09WUjwunbrxxQcbwEraikYwbp4fB1pKhd4gQQBLFf0MslzUwTzCIIztRPgtwvKwRjijCF4fvBR2KG+Az51CfxCOT5AVvyuEHfK4VdJzsQt0HgAKc2bPFrl6BW0CYgBn2Ms2htQzKhPQCaQp5F4vtQEQqLZdLAKeoSx8IQVCcxN36JDklRqOxxVNIEMDCmlJayajXLcX6hrn03vZ0++D7rp+TRQG6TzujITBnGX/fFszGuX+jDGjT87rwnWsLpi5YROKJMcT4aJxz+rG2fLiK98qXw+PEEDW0vJGWQ4vVlm7WHbnIs9pN/LKwOfOrpcnn32qrK4slD//v/6P8kaArLkbl8tyhAouHEblRIQLgidlOD/l7kkg6xTqxhhk2UgIgztzsl4yyEJO1r3quaphyn1OVk4EC2dk+gnz/AdyU0bi414nAaZp9550z2OQNZzzhwVZ0+Z51tyP6zkcu+iDL1tfm6yx0cM6X8i6MchyZTd4srYDZDVPlqwTBCEGH7GVoJABXKHwBX4uJcjCRQBZ+DnvwhedJwthgQr5k6WKXiwqe2gfPwOsDcCVQuZkIVaIDcNxqtKeoRzklWCWCqujtyvj2OElkzs4GBHc6sEQ9mhlQ1WZrIIU9yx0FlLPqRRptB0MBEoryuBCocEmRc5LvOU1gHIHa44UfrFsKPXpJUNoRbdQVDKgUGROAXMCBgsJi3YycMpYqm3JhOMn8rKIGBqncvhbrXaWysuw2QRZ+WwqMmg3K8hNs7jNssKdxIiacNDITJD+fAi4mhVTsEnCT0qFhCf6IUHZCDlb5rVYG3gzAJ4VJhZrltXmIBxJY7kuImXdrfNfLDh1zktLes75pe4EBVmWd1lm1af+PY7T58rVMLLTb+OTrpwG21w8xEBrfDiew290hIG8FA1kZRhcGgRq7hoLrWQCeIbQtb59EiDLrWPtpVVi1frXeOzAUFAiAagYRhd8AmPfCo/8TuRrcNxsKteKXMTGmvCSFyiLSMRHNcWokgYL+TL4GLBDhB7Nw1N/Pjx9Z6KNFdQ5ZoI8LN7MfspQPuQ+oc+k8+AHc1Du4O2mISYs/QBDCHWFEQp8gUqhgBEVRPYd/CT6zHzRUFzSkyWglaGAHA/eAlocn0EYveQAWYQPmjaS9lijadymehHTmu99QcPQ6FYZhMSDh7QvGunp3/t1yD+wBlZQZdCo33fK62DBzeNGQxjyk/6O5q0RjxG9Q9nWfrThSjzJ1mzME3J2UMq85rx0Hp2Ze7KGeOZ0cYAn7WAvzHSFbhwu2CIaprdbDY1VQRQPxdjqIbXdXHgevGbsjefCBwnH3wBhqLindlolQHgRXN3OoG0cciU+g/nOEu/RH0UaKN2AFfxifnEfquspXE9eKwMkTGQPAnlESE5ZD+ZpTMJeyy/1nTgF2mYFQ/BtVuTTYclKJej2SHwP4L8aB9sCQIIWyCftLcr9dFqQ5TnuV6zfC5aDnjc9qxntKsAfgSzPd6PtrG7GoiAa59pqeKSigMc4bFEbgD7iYFFzcQTPmfJCFI/45kuvEmShuuDyxsVgcxfK9uFK2QrL0U7s9aUwpp//3BNlNYqb/cWP/m352X/5y3J441JZjoOIFwmycBix9hlfnzTIivUE/bz8MkDW9wn6UcURniiNUWTSis6kVgG1ohoiYZSETthCBQfGmBlb+CTANO22k+55DLI+XZAl28p03nsazt2uGUYGyMiTgOu0IEsgRCArdw8trjjFff0UIGsJZaDTk0Xr4CFAlgSe+ZuUX4AKHgOsSnpZCENgysqcTl23Bwu7CFuK35MRaVOhgDjnL9qTVbmp1lBA9+LBe6GUwDIGSzAaqQdLShvjvVLs9ae2qMIGD6HAx3ldyOkS0FK5bFdPMvNmdT4qPEPBLvCFqknJUPM0e4fBiEkRevLRzsVSR+KzDN8aWon1DLx8UGpvFTZROC9ueMaUrMcAmTVvzpwKT6ztns4jU93qXDuBJVukODRaDbFqEg5W+vsS7gS2oDMhAVnEUwguhqeBipJmh3MM3VKCVhbK3VgjJD7rbynaoIlWqj9BPp/SFNJmQUmrO5WsZpl3XxxO5+qRY+Ho3ASM97MKsti3BOKuZGWv6+lAlqlq/PPjeLLc1scFWQcBstKTRVAicMx9F4+AKQeg6nB+OQ5PX4uv1+P3tfhiPd5xtt8Gfkcxn6i2FZ8trW2GAnI28NUGQ2oWlldhGmdJ+r298PjvbQcdxxsACb9H/sR8PH8enrTgD4eRt3C4H5+HgYceLQCy+B3gCB4ofE7PK+6PN9qpwMn5VOnlIjgj87RSQ82B+0w5O547KzxcaU1sr/xX8FJdWLmf8lLQfjUiiFZ8LqDCHG2YAoeV8uo8FSu5zucZG2p6BbmuOBl48ocUgM1v1fhQu57cpArLsdC0EutQqwayyF4lL6hgqdAOeAwUN5Ti9nloPoTyeIFchURO3CcBskbPGG256SBLyiPAkYsvYC7MmyQvG/BsuU/ygNszBcDBdrKIDNcOewmyONdJ66lOyUug5zCPMc+UI5hCmGDILxaICCOFr2d5eX4ub7IKRiikD2ToghUsWLXXCmbY245x4DByenqTr8EQzParByzoM0MPQavSEbxkQcuZA+XCIA5TZd5qlRO6XuCxkwuj9fCf0+he99vL1kLjexpz272RwPc5tNJGyt74imvojQsvj8O8x13D2sFDD4CxfmazfDOAyjcCZO1B/wretrz+REz4+bJzuJwga66snj1bzp4/W5bCwPlf/uLH5Sf/738s+zcvlZUIFVw82g7dLfjVICw55qcL/5w2PbNKu/fXWm/QfpXM9mHEMHS9En3//QBZ8Nrdu39PIaaY36RFkacWWfSObubRBWlUgOHdZbetJ8xYzmznwZXzkxT6xyDrtxVkib6GezePXfg4IAuNwsIFkIXDiPtwQRxCDE8WD6XDmRM9yILbGZ4mCDac9QLBlmEmKiOMwB2Hs0loE2S5spKi9PW35DEtyWaY2EBUMeAty11GzxbevBbneCFPK1zgEBqhyDBckDtYgEatylIrdKSvVWFRZ/4cMUww7oUCBaAG4YO/YeljnG9amFMRYpscoDUctVMLNFBoEYnpmfkS9MRHtrza65RCrob76QYyZrSb3pZqVe45RoYJ+tlAMfKmZRiiWqjt4ZcGJFpJWz+vb9q/j2OZOasEVvylA1z5e1qwK8giZxQ4NWCUwID1EyGooA0w3M5yhuvpDND825vVKxgsoct50r1+nuLxU+JSIc9+eb06S7VDZ5mrxJAizXeLkZe3bWjRPx04nTaXsz57GE+WQzOdH8c1PAZk0VuX824PxunEyyTIgprCdRmVcLcAbOGClYrAELgfTvRkxZLthrcI52QhmRueLBa+2AnPJgEOuAL2TK5L0HdQUezrqNq1sB6J3WfKwkbkIETJ4qOljdBSVsvimbNxJEV46FcDYC2fidDoUDDivbh2JrxaZ8LQsUxv+M52HHWxdavsb90pB1u3y+HOvbK3faeUsKouRLGBeQD9AGGHfN8j2JJCAhCV7/BmEWjF3/BcKewv3qx8qoIV8nRhXkH6tsB3q9FrjNYc7cmqACt5S/VQ6e+MGKUxwCBbBhqHETcPusOjmheLLWQ12CEQaopoo+Kx0tkLJ3sIKp0aaOV+7JXawTEQ2fz4PnxsL4FBQzI28XX0PEOXxeciDA6V1FCyOpX9XtmdvT+Hu1FGsdPs5k7LH10+6cn6eCALAARvzAfDyYNHcW5qEQeECyOHengYsI0vWAqmDhicck0UHcI8qCwsgVl17hbuhbK/GEYLjBQAiZ4sgFkYMLIP5tEgbpRPr+dqIdyQhRwiDDHWAwCJhjTmWsnr4/LxmD4WwGDOlkIDne/l87Dw3D5kkDwhPV4uhmTPXqO1tpAIH8ZLACnlbJXp+tz8rLU9JASDK4On5jlRGD13U8o9k4RpuKf/Kpp4i/anPYseA/g3VZiuj97w0GbAFgGyvhGhgt946bXgQgJZi6vno8mzoR+tlO39o7IT+tbGuc2yeib4YpD6f/3P/6H85K//U9m7LZC1cLTTgazkSTEX06qN9mT+oCALRMS5QLhf/DwdyGo8UiBL+qcLJBH4Z06WDb4oTnTc6yTANO3ek+55DLJ+O0FWn0fa1jjlZn8YsRELLoLVfycUha3tOEAvwm3AGPE9KzxJS6byY0/WAGTxnKwWLggm14MsVovi7bJIQG+gCsWQwbQwpwcnn0QGUnV/nSyZAAAgAElEQVQGgx96qGLDQVkW16CCTUZOBhjhDdhQBGQK0yWOQhwymAsqD8X1ezzMGIIi9Tm3BX8HpQmqJaoLwlyqvgULzSHKxsKjBSUOZ/5sC2Qx1IeKkkvjyuIMkGUYR7hHOZxKTrUotyvEOg30MlySDLMLGeyEOe9Mhuok40lLmzxVQ0FiQCUFix6iBGu2TsoiqQOj9Zli3sfMu4Y3HMOjqpABJVUlKhcvP1NYmypVQbjC4sl8IYSuMI8DfVYcPysE2WLGcFIBKHgoHaOOPC0r25wn0ki7VwAQSmwmvmaCNYNPqtyU1dZ5ewYfUlhUxtPhgxbknk97siaE3bGsfPaXVLcsCLrgZQruLgcLFbf8N3IRXQBDVm8QcgLzWNeWn+EwSIWQ9koJLbq9Xj9znYcCVpdhXSJEN0AHzuzBwaTaJ97BqcAMhp0ga6Qk0DDjNlNZ2A3lbQfeZXg0443qorsRsreLOaAinTmIXP/4/TCUtggBXNoIq22Exyyce6ocrl6IZIYAXGuRl7AOTxb4AM5YWoq/N8KTtVHmI5RoYQnn4KBMdIC77btl9+7NsnvvZjmI92GArb27t8tRgKxlhBEHH90l+AoQtnM7OhdJ4vvxPogQmwBVyZEUSkjwBe+3cj4ZolwNNQIEpCWuPRkc6b0ySK9Nl4fJefJ+Tk+ek2xNjzSIZSiVcvJIGJ3xoIX0TaNhetw7xcRr2mLe1bFZioZ5gq9R+K4IwaW8HeoKHoA+QDFvOSziYfUIg55I87njZ8hoIIMeQWKG/lJmZRluG0p6kuzV6Pb5CACN9oUq6GLZtOfaa3prXLJK4776eMWvzq9pgGxOoet7EXGBw3C3Ig0Af7tCJr6Htwg81AUrPA8GAWjXfF1yQyF07TDXLKfOghE46Bf5kWHsCMCjuURYYRROCDr2QcWYCx8NIe8WDCSqToeiFegfnoFohINoCwJ8IbyL+A56A/kaw/9U5MK5YQz7hNE0+snzOREaCJ2G+dQw/OK5DkeUDNH2gIdWgAufOFzcY/UKYP0MLCvf8n1pCBhatGevWZN9Cuk0eLXMdohkMzxoTzTjhoG96bftUe4VkBr65pyxbn/iM5gb7ckyyDpEUR+A4uXNYJFnYt4Wy72t/Sh+sRMg6xxTQ5aiuuBf/z9/Wd74H/+1HNy9VpaOtgJkwZMlXlXH/wmDLIwRtPVShgv2nizuBU99OvZzC5I+wVIFsrLwBeVQy2fGzbxu1vLxy34fH3NtXvYYZA3nazR7E7Lhk87Jkgo0WsTjujjlu74aauW/5CepZxNkdQwCgyLTTZC1PQVkTcvJqiArS7jPBFmGDAQp4m8AWxQmoRwrQDCsMfE5D0mtg+opHb8n8MjvWRZZIxSgyrwtgTDw52QoAFxQaeAmZ2WdAFoolpAVZvRAta+QxBTcyJXKI7zUq/gWyjjCAxGGBg9WWAiPkBTM8zqgPEIBQPEFXN/Cd6SgNME6LiE+3tOcFW52cNfcyJ3y0ys8VWHK78eHa2q6OpCV4T6a+WE4XG/9smCF98gemprrlsqbms5DPwnSJinS/RtYriuRJ5ghqBEARx/wPJTjRfgOfgJwQfhACGNeDsJrAQUChgHdp/kls495R6w1E7Iz9IQCi9Nvb2PGYtdqhlhTWEpVPEMAvIWmGJzo0EUJMITCEIiEQm7Lf1+xS0BLtFTPS3vAzTxxOfdOKgljkGXrNMae4TZUPgiylM/QK5weBy2/8Dr7XKH0Yjg5ndc5DNd77xiQ1cIy82JuBYQcbTPnE8qTcgsyvMdW4ilz09O5ikn4wbHW8StyC3b3wuIa3qx9hIJEPw9j0yLnfg9KGeufyKOtPY5DgyPk78zFsnzuyTDaXiyLF54u82eeCOB1LvKxwpuxggIXmDd4v2Pssc4h1cM7D8AfiiMMDTiPL8ICCbLu3ChH9+9GvezwVsVB7oG+ygpB1r2yc+9G2dv6KK69ER26G06s+B5Aaz8swMzjBLDSOT/Mvcow45pELo0pvksjB3gkAG+n21dAD0NWGkvMXyqgYPif9urQAAOjmRRo3IN2Wd57dF2/DgNlkkauRgzDUtyYeylfeg8XWJ815czX9bLJRRVwpw+9dfgb+U7mRxoY0BjCMN9mCGqGjl5RFT/0deJ14mPOyWqhdeo42ccE3XcLMY1+s4ouc5UfCGSdDKz6x42VBs8H+ADmazdCW+nJqgUgpGxi/vtxep28Nn5Gz8sqyMoFBTiX50hVClubki/ui0M2BeoNjpWrBYOBwJ4MPQwXDN6OdcHZVw5b7A9KHgNhgXHzKoWFscIwkggywoDrSGVboWf4veYz5zigtCPUsb3Aa0SrkgsIqRTvUntJHx2BN9rWNfL4CfxZPvdgzW21van9Mr5GBohOZqeu0vfFnj7R9lBn6kHWGsIF05N1VEFWePOjsuDe/ny5fet+uXnrbllZWyvrG+tlfXW5/O3f/FX55c/+tuzfu85QwQWekfUpgqyUyQRZrygniyArCl/UdaggC3xTe5Z7l3qC6T5DD6HH9SAredksTxuMXYN9N5UnDBnBSQr9Y0/WcE4/+yDL8kw/ex6A/UtjznSQBasXPFn3w9psT5byigaFL1IBRpigQRYOI9Y5WRkuGDoIwg+WWMJddfLSGQSSJJCKc4uZQmCrHSzUZNPdfPt3Cfj21rjAlvUZfRGVcQoo0VoDkEWgFeAq+hEiJqoLRtgBQRbKwsN7p7joCZCVcTSHgfwYKsCNq/wfAi1Y1FChMDx+FWTB+obzt5hrkV4sIcr0/DTG3G9Dwju2L8XRQGa4VaEkJXNNy+uwDX1Hz4pL5o7kNA92xH8u2pBSv+YNyVym54hDU6Gjpya9WV4HN61nOoldihzGUP1ykgrDSmPJ8Nx/LaeqEuInvVh52j0YqA94pBU2k5dZihUx+vRIIg9AVkG4/+nRQnv0ajnHwCALSqSsmwo/UBVCVmvLNd0LhR2x/C4iwTBQCGR7zii4VSFtEaXPedgpFL7m/bFSYoXv0wZZfXVBjHGfSvzDgSyOIS18XrPZ4R46AWriFeu1FwDr44MsW6G1V/Yiz3M3wlq2wz0dy8ZCFUeRa3UYpdcPcfxDcBXkILD/4AERIlhWn4iQwCfKyvkLZSlA1urFp8pRhAEeRbjMIehdWhjDkQ9i74JPoHrgPNYaiiDCDQNk7W9FcY3bt8vendvhpLpX5kOZDSRZFiP/ag05Wvdvl+2w+O7euxZKybUAX7fiPoCseMd18lyBJ8ACT44lXmGDTu4dlnlPkOXzocQwEGUQt7DcvnKmeGRG5lNpC2snGmxNggRZyckDAbLIS3s+pf2raxSyM1Qa4MliV/hqiuHIeJJAq6cL7dFeUGVRFvI5rbMT/dH/AchCvk5+BqV1wniQc+c5qHPRhVlrHKbVrLL5uwaywMdCxqFysAGwvIXNMCYvkDxEvdIwANPm4wSwAE5ZiS35NtvLs6jwu0ukk5RSHnC9CeDTm5U0y+cmjeIsJnuRHKLoqoV92KfXu6cPgQ9uXYIg8m+GOaJYl6op4kWgBLkPQIjnVu9tGPZC3qBwBPSX9jLISuCWMkdbRvujB0PN6Emqq57SarTM88Hcfm/A6Nvq98r493aPvVq5/0Yg4NQgK+YGIXgL8NYvroQeeFA+un6rfHTtBnUpFAQ5f36z/PLnPylvv/EPZef+R6HHRd5plm9nSJBfWOOxRWU0gIcOF+xA1osvxzlZCbJQwv20IMt0rmMGHoOs4+hs/N2xgLEzCjRSmKILDBpt/L/uh9EtJ4LUKUaO457fGy8eZOwDftDJs7E8pBFlGsgC4TG0IBQhAC2EC7py1hhkzQfDWukKX/Ql3GEBhqHXZ2moXqBBVsCdkPJMUUIUHWK6yVWC6cbndBrNBFm4cKi+EWRZdyYDV3igDv1UaCABVrQMgEUvFqzc8YaVG3yBBTD4TAM23IvDRhU6E3gs7g1mnEnlDNvBQ+zNghcLoZXIzaKFHiGDttKjYSJJMvom0IdLK5ClgTdD/ZB51v5JYxo00HuyWi5NV7krr66eK4MsK3FUxAywGpjrFbSW4+USuWrUBTYU4iCwoTE0oIbHuJJi33G03xOowRaI1Cfeg7nLwikrJy2gvM85WAmksmQ5cmX6ildcgQwNkDcr87EIsGDZ0sGJVC5ZQTKBW/x0dUKsJ946q0Wfs2IV6byVQWYp9PRu2bMl79AI7T7cztZd2Dun8GQZZFGB+kyArPRkhQGHe+WhPVn24gEEhcU75iLSr/jeixCXQxSvQG7V0nrkWEU1wCheMReg6yj2M3lC5GAtnnumLAfIWoswmOXNCIV54omyF+u4E4QLD+g8C0+AJuRpWlwWuMJZYqwquD9Xtm7HeYK3I1zw1p2yc+tW5CjciXLGwWXivXy4U9YOwqt176Oydeda2QHQunM1inAZZEW+VrS9QGYHxRD8QYYcVXNFT7WXdLyEFFsfv6BCMCYG3KOQJ4b0IjpgZCgx9ZEDJaBq+058yZ5O7YRkqh2dcn+QZ2axGtwFZYr9aoUQmsEq+RkF71h5V9+tKFejWQrLZlTTvXjJ8AJvq7wc9srI6zRUdMUrJ62N8hKIfjwWX0ePCcPPlJPV51VW5a3nz3VuJDdmvRCpgf9+Y54sHtYbxS94ZIkPXkVedTvUFoomQ+0wkk62THq4WmgpvrMhC54yvDx3WEaVjo+S76APn7WX3iNc68gIP0+8OY0G2Yda/TfzXg2y3C8YSDE2mlsraMyKxNAHMvQb+0mVEpV3BpClsEM90x4t9GktQoVXorANrm/lvAWy8FIfVCyheXvb6rejUdLAkbKwp48aWn8CEJlJVIN1+vgg65svvxb8EeGCQfsIGYx52goD0odXPor31dAFdxm2/+TFJ8v7771Tfv3Wz8tWeOjno6ogtCui2t4w86mArKXyYh8umJ6sCnox7ywRmzwv+RW62UBWnvGWkS88huexJ+s4shsZ2EaX/iMFWZRmnewiDxiDLAs75EpsE2BtRTlsgSzBFb9kPYZVCCBrWPhCgAQHEtOqD4EFq2BsQ3uyCKqiM3wnyALvomeLICuUBSiRydD8XP5EjpT2TL7wMA2OagKYJQUr/U3x0yArmKUBVoIsKGbK38Ahh/B+qBagwxGRiwGQhYp/DD6LamD2TDG0HpsRlrKYL+SZ7CPefRvnNEVIRgoyzVsCK45HYKt+xPADjaZamvN3DjffHfvuOXnNJ/D9WiQnq8uiV19dWIzjz6WICbD4peR3FHRIxYmWbTTbQowEvFq4gg5sdb6WlL/aYnefS8v3ClTqQpoDKpi6cz4Y+kow/NW11bK6GiV18/BLWSMTssel9WBBAKvwLNBQYM8WLOScQyl4FKwAxpnoWhXJ4LoMOo2Laf1MQMXDXRESFj/p1QLIYighwkJVUAF06tAXe7KUN6Yzpxi6lbkwLQykW5dpv2rCZ16kvZDfG5inVQWeNuVe6eyaWlnNY+6sL35AzcfJM3OoMKPPGV5j78EgPi1upuo7s5vmGbkHEszugq9ETpZL7Eswtx3dfutJXQ/hHslwQe7KGLtA1lx4seYjHCreh1H1bykSt5FfFaF/R1GsIphUhAGuRyGLyPeI91ycBTO/FuWIzwS4Onc2KmdtlI3z56JU8VG5j3MC45Dy+fn9UMgOy9m1+XLh7HI5jzMBA2hRwT9YKPciMvDalfvl0luXyrVfvlVuf3Cp7N+6WZZjPEvB2FYCQC1GWOBeFMXYRr7W7p2ye/9mgPP7wTtQFDm8XXHdYoTpwWaQ0W2eVQEoMQXlkqT3QFs89yLpoPFKTtJAyAlo6F81x7MCwR9p7fZsJxjpQElPfAQI2EX05sK4IKXUobSgF4TN8vFoHzw+w01B81Zo/J3+bqBr7AnQEBsYcl/AmxRKpupz3k/mPQJLrefO0VI/NUb3C1cNimHkMwESVlBdEKGhqdi7xbHlfbQF8zJ49Yabov+Ls959IA41fDVq7z6fdD+O7lI7FTjnRGDcyG3ajbBWgyxeCXkbtEfQGnPNvCWEDXbygF7CDG3TgcPKg3Ohi76Eu0I6jwhOlZsVz01DCiiPgCrkhIC69rzAiMVPAlHSj0LtaYBLOnV4nWnJPIs8OZ5tmjEt6Kws0J7D+rD2Mtyhf6QJ0jPoIng85EL8DtmyFqFxKH6i3OOc15xtRUiYdptM1PP57wCkTiyu23kIcMX50MxNpZj64ZikusuZ/Y5QY9B/LIPDBQ2yFmPc8ORBzm7d3ypXL31Yrly+zN8xbxefuBifXSrvvvNW8LVb0QrANSIkwHiaHBWvnjV6fS5jzvGvsQGWhhGG9h0wheAlnpMVJdxxGPE9HIqs9gbcjSqXdQE+uO59tCUPL4xMaTyigf6Yl1SF7gUmfPpxTLvysxIueJLHiHM78pQOxzM5ESe3OenJGm6P5OvHLEpvFBxQVa791NVJ3HACCc7+2jqX6TgZqx0KA5AlpidrP5RIgKztyCtgcnoQc+87IrHGPELY9SBraT2YKMMFBbLgAWJS6gTIApgCyApmHZctQCDjcjD9DmTZqzMeoXOlRNTxvFxwjI+CNAfcPFrhwYqDRpsXS16tfZ6dhUIZyNOCBRznJSQ4g28NjAgemXizmAbBkUN7cGF8xvwdVA8Li11YfeDFwvyxlHvOKSxo1cJDTxiYDzUhAcmOmqo3int2OgPqZa2t2/0cjcMO9MAauNdZ3qC8aZw9h2A4g0vEZygHg786AGTvlqxxVoYUEpGPw1as3YIwVRx6lrZMFDZQJrJ9C25UpAKzRxw4z/zIc0uUO6TkZXrMYh0YHkgmKYHqHA4sAfPZCAcAspQ0DW8tvVEV4KYiGl0maMswEoZ8uggG7wHIivLwoTzg4GO0gbVkpAnHDqUkyhAjhDAP9uUcpwbtpPITNzUXebaiNut+Kr88nFb5VxAeVB5q9aSmiPWMz+vSDiYVyKIHrssfmABZJwgWzLkPT2B4bbwBsnbCk+XyzMo/aq9pfLR6U7EvnJPF86Zg/EC4YJzlQpC1GCALoYBPl6Mzny/l7JPl6Oz5+D0qBaJwRQAlnum3uhHOrXM8I+bMuY2yfnalnNlcYVjgboS+hM0/QmYOytmNufL0haXyTHx3JnLuVmF3ia5GDYFy+epB+cXPbpe3/u6X5Z3//v+Vm2+9WcqtG5GjEOAKAGsuaOMgDC4o787S7cgN1Hky82GwWZgP71iEIYdjLH46J8Sjt9AGU8TcCBxUrw/VrJx88hLPn4RVKzgB9iKe4/UW2NDfejeQ5mf0PKQa3+AxgGeXCqZAkJ4lsGMg7jxGbLv2WZ7llf1QH5IX0qgjw5BfvVde/EWWZ/yuPZSezLzBLHTomWs05RwagSznDsmg0ht2zKfkzWqeLK3AEBzxs1yCsTKp8PfZm6Nva5beMHH3FJ4w5ANSK6vHLScFf6Oq4HaALERYUMfGoHMN7f3ROmuOXdyBnj0aWlxSHaHwOoy45ufmmlYPE+SHPVx8Rj6vgg/3UeuqbgpwgQ+BNnyYPACegbQLVhjg1EqYcXcD8QLTaM/9k3ENckEzPe431km6g/JVeU5aAA1XSxzsBfa3l2sjHt0ZK4dr82B/zVJKG8gaR7icvn0bSGWAFsh6IbxBBFk4ageGzTBqYg23AbIuXw2QdSUAzD3K4PNRZfDK5Uvl/Xd/Fd/fIV+Dp1+Z8QKfjkTqI5Km9fCBQRblc6suODgnqwNZMgoljwPv8F4wHwx5IfkIYC35KF4mw5ErU8+aVeV+9y8KpmMX4SSg8VsDslJ2HE9xI8/qEDFNuXUIsriD+3tO8cxZ83vcvJ+0JifvKoU+D9vJqItZniyBrF1WFgTIgrUZAGEMsiD4fRgxPFkrobwsrglksVYDPFlQqFldMBROMNAMBaTXCtaw6NxC8DWCLDA3AC0I0fRkOT9JA21CSywUH+VC0qogAqeVg4KGq8Stj6piAFmh0mSoINQ6hA3Ck5XeLoKuSJ5HjhYKexFgYSzJOgiy8CCdGQYABU8BvQUAVSg1G+50erRizgi+wLSpDNnupPLhVPgBsCDQIICqi70DQhxxHenEWmuPO4Ro+PU0q3B/RQtvSIvbyJOFa334LK2CFYjlOlD/1731nK4MFWoeKodG5pPjWucqSXGnPU0rm4JJoAm5ZFLuFyNkAcx+Y2ODlkWFeShhmAIQAjjboAWKy6J5t8B36X4njFiAs9Qvw2PSosqWsJNjvUkDCA1U+AyKEbDNPH/rICrYAWTtRmEDgBicZWTZSoUFSlye9+IiEgBZVjamguDxCj9KkMWxyHMgAdIUbM+/lOT0vtWQzykgi5u7dfbkmPpJkLUX3nHke7rM82lBFuE8twQ83QhHbSALxhGCrF2E+0Ve1ZkvlXL+S2Xu/LOlbAJkbZa59SjFvgGQFZ4KJHCfPx/gaq2c3QwaO7NY4hiYCJPhEVkBko/Ci7pfNgNVPbEWB3aGxR+UElu8sLbFnaPywXt3y8//4YPy7k/eKFd/+tNy7/13S7nxYZmLM7JKgKo5gKlQQDA+vqO/SPGYD944j3DqAGEIFQTQoidrsEmTT3CBqAImuDGISvWEa9HMqgZNVlz9t5RvXJv5T2RB5priMwAv2GPmD+4OruNBz6Go23ghL4JzW0D/megb20gKrYCXvQ/ykkza3/GMvhLn0LAgTwZ7nXu75xftc+3hJpObEu8KbfjORhWHIeNZ6GfvcUuOpDxLhiBmSXtxh4mCF9NAFiXVCV6nvq1ZqtknAbKQc4riQVz79Oz1IZfVUJVh15D9CD23Z6qWQtdCdOuTXie2m4o2aCTnsM/z6unLQJ20kTSEmXaot+mn0ZIOLnaeloGZgaH4uoxnfXEPRC8wdJoeVoXV8hU/SMssda7PKKfACxnN0aIzSG8dyJrGx0/F272xjvk5Tfmre0G79RStTL+kgizQfzDw9bMqfPFCgizIXRS5gAEXIOsKQVZ4slAtNRjYuc0z5XJ4sgCytqJqKiqiGmBBl+mxxicPspboyfo+PFkR8WJP1jSQ5S1JMJMgS/nWoAvRzGOQNQI300joFIBnJM1GIGR6oz3N/zaBrGqsrMMCL0vEMi1cEESG0IJtVMSiIjQJsijQYo9DIC+HwrIWh3bCOrwQYTUEWSj8xpwslN+WJwuFL8L3oGRyAKz0YAFYLYRS64qCzNUi1FKlQUlY/TBjdLigIQmVxryOGyWRJX8nVEFOVoQHhJUm1BqBK/4Ek1EhDHm5QkkLXISKg/BuyZMFgCYPnyrWxV1uHxuTIQdg4Cjfjrh3ebIYWpb5PCmeG8ACbyczgtIBbUcFFKTma7DMbnDye3zUC1yqXMljx9UJT8N5x0IOQLIX9OwJrMsM5aAZksUC8GI/+ZFyRQjC8PmgpLv63nda17TCEL3V2n3meVidt2s5vFdrEeJVQVaEeSmpOr1EaeXk0kPpptLYQphU2j2VtASstmoq2VXKILUzTzDIMwooSFGURwhAStejyEl8HhUkdeZMVJVjaKgOYbTcJq2H18OJ2hTqKNRhuX4aa+cnCLIcNiXFJtclfmrulfOmMJ7JcMHTVxf0qk4BWaguGAL7YUHWdE8WQqIiL2t3qWyXCBE8/9Uy98TXysITny/z5y9GifY4RDg8WUv0ZAVPivNe1p44G1bclXJ+M8IAz5TwZMU70rieCEfYZoChM8GkNpL+7wcbvHJ7q7x/Zat8+P5euXd1v9yJhPAPL79fbn7wftm+/EHZ+ygKW1y7EocQ342w4XgH0MJZWMwIzXMD1+LZKMDGsu3hyYJHC8YkGrEQdmrDEQwz5DfyLugtb5CVAXsezJtoIyDSUK5iXYFkjhVcow0radwzogOse7Pga7/7WcjHAL2zWiUiGxJk4T7n8dir7fCs5rXOUDSGmckD0l6tIEDLUbERQGO18PXYaNzp8q8MHnveZ4XUxiIp7uIN5h+4np7o9LxovDL6OOTtNCCLvC35t/owHWRNKBFQ2KcwbHnEszP9BfWsyCk36Qa+h/OluQS/2ooz27A2GBvWvHq4g9cxVyk8GOBRMMiY/0EhxXwtJ/juS+tX5SIBkvNOTaMNAKX3IWmXM5TeS8y1QzlBS/3amFdj3UD/Dt/0sRwoRIS8cBnfABwRzojwaIUOOi8Wz9B4YBhFFU0ZigzsmOeb49PqIYzSHrRcT4P9ujTNADCN7mat0KP53Kd1PlxrQ5AlT9aLr7xKkAVz+mLkojWQtV0uf3ClXL1yhUZ30M65TXmy3n3nzXL/PsIFoRPB0KG0kh5YfRog68UXVfhiNfLoHghkochVhowe8PiMxyBLbGeW2Sfp7THI6jbe2IuFr+TJIuf4VlfCHdJFAEVJgFuxoaAIISRq7MnizUgiDaV3ZU05WdWTFVWBUO4cZdzrGRYDkAUuHoKOoYLyZC12IIuHEcNSDUaH51DZFPSQ8t/Gp78lqeQa1pW20ElBUVVBVhSbkycLB+4JaIXwj84SZMXPg/g+qkCz3DPO0MJ9ABuoKOakWIX9WenJn/AUUGGXd0SgC94DKen2XEkAJrhCOxBOyG+ANyUJV653jF3hMFS0qjLcFi+hcrUknobdeuoGniMIOS5o34L+aF4paIGpSqSwcQELKTG4PcMGfR8vHwoix9+77SFATC9WhhOy4EUArPVQjHtPls6jEshCyCAVM4BADkLMwcKfOSOcc3ym+baFRII9Y/UnQJbztmQVdZIzKhji4On9AFm7obTAk8UQHITU4iBZKxvRB4AsW1KpVNIi3s/rCSv2yEGWFHQIFRb9qAqPrNFUNGEUiZLFDpMSKJY1V/kUAl49sRzvyZLnonpkM1wQJdx3BiBLnoj+NQT9osUkKR16W4t+xPrEFzzzjuGCy2Vr7lw5fOIbpTwJkPV8FLiIEu2hSCwgz2IVdBW0E2BrCWGCAbbOB6JaCy/W6uZheerifHkuAFf8KHFKFiud3owKW2+/f6v85CcflHfevlFuXtVWi0wAACAASURBVI7+30ChmzCoRJ7VXpRvP7p7qxzGe//m9Sh0cSvOy4r3bhw6nEUzCLSCJwLgLYaXbC7AFTlTgC+HRbsSl7ZY8EHnpNKDjuI8KCKAw5aVO1L5HNaT9K0ZtIzsreqmTXyvcCqF3AnYSDkXyEIVT+0rC1sa3tKw4OIIohkBsTFQMW3JY4S8lpgF5utAmXfpaj1XCrSerz5p//aeD41Ke8d7aGyk6cfaig4MaaqvQId+4LH+rKc/gooMF3NoGT0u6OWITzKEuvauQa3pnizJMq5BglvyqlxvG7Qarbv/eR8NSZJx3rM9CPU6jpUkzCX4FDwRMBjRQxNN1ny0aBRnXvJ4DOYxSd7JUIiQVs2HaMJr0I2l81z5nKxheHKTA/ZCaS1Ff6oQq3ww3O98KHyGanHoO2QqKsyi8h1oCbniCOMGGFqOaAeWjkf4W4Z9of1+7ZR/hXFq7AqrRtEi5RKa3jl3BNnKU/NaVS/SYP1Fmf3rOE/W+LsTlVlQS+plvWEUz7PRk/3L8MjsOqnxuH5w18KAHNfBxri2caa8+Nq3ywuvvEajM4perIRXCPx+Z2u3XHr/crl69Sr1weWIbT63eTb+vlx+9dYb5X7km0ZMNFM/qK98iiAL6wdw/MILL5Xv/8EfRO72WuSNobqgdEXphNpfmKLqt8c+yrDAA/BOVqBUGDTEo0IHJ9e2/+RxuOBxE9Q4oufsZFofghXraXXOTwHsZj3juGef3K/j6YB7sU6F5ZgMl9xmr/3RlHOy6MnaDuYmTxZC30CeDhe0K3gOCbPLi/JkEWSFJ2tVniyWcEdlrEyqXZ4KspCHFYIdAMteLXixmJ/VPFnmaRLBVvzZpY6RtMC6ao1IhZqTQJCFgB14s1DPK8/KCkVNgCtCCQnA5OFCfgeUNpR+JzijLVpWMCorVUA2sMUEWno86lamMivFXtfpcNEETVkyPKSYrMM8ywmbPBNIvXq8TgwMveiVEUb5nUwD9QoLby5+ChApDxhn35KJxbdmPpZBLe+Hp0ul1CmMDAqodACUQRq3cMJpTL8FDOZzqMxLoYdQX4UXK1wMBllQAmC5dPiKQlHgH9Vr2oZhzo7XIQUWyZ8GhfQSjJI4fRo8Sx4z/ATerFwj/B6hgrDqozAMDBIs189qU3lAZjSPYgbOZWLZe+Y1HC/8Bkt5GpA1rbrgjJws9s+x5ylgmFg+ogWc/8TE8MzDUJijPJoKs1F+htfz9CXcY9Y7kAWrOsCpvCDJkDoL0JisGZZK4Rlv8Icc+1GE3B0ErWHP7saZLnsAWfPnysGFr5ejBFlL5+Kg4fXNKHoBJW0+FIW4H17RUCTWz6yXzQgXXEao4Pn98vWvrJdvXpgnyELxZoQhvn3ldvlv/+0X5Y2//XW5cynKz9/ai4qCW8EgwD0ifysOGd5D2Ex4r+a248Dh2zgvK3IVAmTNB6BSUjgOe4X3H15NcRTuaRZNERAlHacwwT5YJq1jzmWwwgHO96Ldu7VM8dBjNckKBFraS/QnwKVwP4cHwhCkcNFWwMb34Xp7D+x9NOcxv5UXwoUvBOJBLwBZ+InwWleJc66LzhtKD0OOX8UKpHQTaGZuqJ9nAGowNo39OUQX7ffnKeFa56q5HSmxBnriiz42ovdEGwDVkKP0BFavk1kYuR+UOE38NP4s45+ADC5gdl0PtLKtCrpJHdQS2z7MeZHMQOK+DXqdYStxkEAyolPiAPCQUdzLBo1CbXXdHToJqt0LYA3+Bs88wLc8Qi4wIYCE65UDq8qCDrHEM3H/wKsU9OWcVoxbtKay+7gO3+H+sxG3ux6hvaC5u3fvRshaKM7B1xAOhn7gWhi5WJadQF7VIDGZQ0+b5svtc5xZhVKhg8iLFG8Gz3coLGhuFTnAKJCDNnuNGwt1jNDtZVAvY6fR6azPuCR8y3utNpsxTIBB4yLL4M+m9PZeQhtCxmqvYmeQLhGGnwBZLwFkvRQgK/gqw/TDK4R13w6Q9cF7l8qHH35IfXApQNZ5eLKuAGT9nCBL4dCfMshKGYa1/8YLLxJkgWZQnMPz1UAW1rDNEHlWGhpd/ITgPIG3DOrHo6zHIGs8P8eHr540n4TA3Zx/pkHW1IgCMOdGNz4fdwJkQS9WuKBAFiwXUCBngazlYEIIvwHIAtg6CWQh/G+RZgV4shrIWiTI0psl3QG2wBBTQ6AgjF7UgzVzfZviniwk+68EaYbd1p8CWl2YIDxX0R+GD86Fdcxl3eManLmD/Cyer5UeL25Y7doETsngwFywOblpdYJ443fpeVIiyRBkIZAR44J3AaV1qaznGSVgILSwKOeL5pWEenq+KtrRakQLv6z8U19+NlhqCvKm1FpgAGT1bJqsO99quWVTpPKQXg08X9bPIRunkRvVJdNaOQ1kTSSLp+JAC3iArPX0ZJ2JGC5YNxegsKXlkecU0SrZFP6pG1mOLv7D7w20OhA+YbZKyyqVl1gThKBAuYQn4RBnZ6FSV+Te8ZiD+MkS7/WsLijUobACYKbVnsoEQ/AeNcjKVe8mclbhC3vjaLHrQJZpxiohQCvALENw6MVyroJCtKzACnDJeDEkvgp5q2FGz+Dm5LPhyXpYkKXwkwBJiJdFZU6ArPiJ6oKsLBgga3ths+ye+0p4s75Sli88W5Y2w5O1thFjQbEU8BVZNxEKDGVqJYTzwuZcWXlmoXz328+W7z6/Uj6/rPP6bm8flZ+9cbX897/6Wbn6qzhw+KOdcufG3XLn5i1WSDw6RAGUUF7jzKu5KHAxvxMl2+/cjMStO+VwN6oIEmQpZHAhvPwLERc9h3xVKtjwYomvuYKb9wtz+uCxRYdZWOKobAVoux1ncd26E22TJ7Q9JzWsraZB8XjfCZzAi6ADtGHMoKc1gVzPR6zY00wEHhd0bkVUQE17CkDGB/gSPGSRFfwOrxgUPR8cjOdLOYdy3UJ70fM+h0Y5N6okaPBmOpIsbt4uAaWmbFp51/5VNbwZzLF6xurM8ZkInVMFOnlwc99iKXhhy7KdBFkyHTFx3nqIlQf8TJkGD3s2FZ81BaUHxebqiZU4bwSAmZtqbx6MdPD4wPDDAHnzuhyUQYYAcvAnbFkCLRlP7C3xmtKrE/+x5HsAJYwfdILug+8ZQCu8O8wMXUEUH7RL8Iy5R9U/7DkcJI+Kg9j/KOnOsSgiARcQfMW1+HszPCUwrOHv+6E0I9QRfUPFR3yv5ym8y95Yejit/CSNM6IE8tVyNcbkQiyukmgvFq6D8Yze1ngGDHyUOfR49ms1U9KKy52gnM8gxMHHjL4hj06jLNrtDIE2tXa4amLNGemR+XCi2CGbJsiCPhTPWQ1D5kuvfYfhgtB54C1EFAnO2tuJaslDkLWYIOtS+dXbAbIiXPA3CbIgqwiyIlwQNLON4mPpqbeiDhn1yEGW1aN+5f5RF754eJBlTXq8dwZ/V/4+ewcZJ4yvOG5PPtR+nQmykigA4skMYpf1nixuxETyDwKyliORvIKsFXmy4MWa5skCyELuFRQMF71YZLhgbGwWv5Ani4UxOpDFHcIOSqGr3rQqkTIGHoMjc0p3XVrrDvkTZ5QgZBAbDmzBIYMAWUsBspZ41s4+8rZ4hlZ6u6AewYIHxueNlYq6OiWx6w3NMJcmXf1NKvgAYPi+WbEJ0GiJzHO1Yj5QKY85XnkWk+KdHVoIJRmubXm4mMtm9Woq/9fcWZnjJenZmRUCwbFAEcV/nPIRi04vi+8HMx6oeJhvKCb2ZCXQGvAj3MFxtddchm0wBCQUCVimHC64HpY1MH9YLiEYXfhCZa31asKwgU72v3u+FKCh1WTQCS6pvqdyEmvBIhdxABPKHx+ifDuLXmROFpQOWJGdv0WlTtU4e5C1QGXzeAE96MdpPFkTHZcwHlcXpGJMi7cSfHneV+6VcRM4QIHhmLGPl8KrRWAySP5Oj5bz8TJcEyTS8okUCjY+ze5RgqxBuGAwi114sgJkwZO1s7hZdqKy4MG55wNkPVdWNj9HT/UODtFCqd79UNrgMYbRZ2GlzAfQOtpcLGe+fqH8T//zC+UHL1wsn18PJTDGdP2j/fLm318qP/2bX5TbH26FB2u3XL9+vXz00Yfxe4CdAFoHAaLCNBV7cYcl2w8RPhjVMQ73xiAL3iMohipzTEs1DE4xh1BiEQ4Fuie4QuVWhG9BYWRxlYNyL5518/bNAFp3FTJIOsVeFV9k0aAK5Fuuk9e47neCLPQlcmoJshR9UPcReDA8FDygPa1zoJeuaqeu7bwEeHaGw06rLtgXzLAntC+D7VxM9NHhY6AhFT5o+WG916mBA+7+uv+t/AsAttLePfiQwUOeGM2LvEn8LHOJraT227aJAO3lwYHuaDP2Lb4xGNMsiYfyDhslOlbgMGoXGeKxD9k/3GIAu8JjLOC9V0gfgDn+BggBTd6K4wMAPno+Q6t9gk1WRKUnSsY5r4PDpsEX+LwsfCO+oXBBGF0AhHaiDRCdATH6LEAl4w3Kf/NsKYMbPC/p222gXfSx5X8KVIBuQPcodoS5N/Dy9c0rZU+p1tD5tRBWrvDKNQD/Jm+W0RJ7xYVQ0F/u/wSsHAPO2gLvhvwJeQMDjEBge53Ew8eAfuxtskFg2pmJXZwK+ypdpuUlVvyWIJlrxXVUtAG9hwCfsX9h3FiJsyUNxCdBlngAKi6uBMh6+VsAWa9S70FVX+RkLQTPhNx77533y/UPr5WtqDi9uoLCF5vlcuSgvh0gayvCoscgi/1KdvKJ5WTl3PQgaz08clvBIxEWan1ExoxPAmQ1fjkgkGP+OEmh/+2uLvhwIKtFwox0MinUbTaPAVmOLhh4nLt1+HRBlh6sKq0hR8cgSwo/lMoWLghl33Y7KehASWL8sPb1IGsxQNZcgiwK7QwX5JlBCE+JDcyDhmODIIZ3AeCKICs9WdE2CmIYZNWcHWoS2CupTFTMlZIqrYYSKAr/sJsfCggBFos7yGMjwKSNdxAAgSBrbgVFm+nRUhBQAi3ka4GBEZhBiU2PSLUsCVLVMJKeLkgkUKoSsBDcZPEM51vklPLsGSj28RDmdqGiXVj84CUxyOKXUJLhUUmlHmWxMZ9aGs2TgFEjUp7jhOmLfwBudXFWOoQSl/3s2YZAlsclYeaX2rbqIKtoB/V0GaykVmAgCKjEqGMEOhT0bhFPQufkHVHO1QIB1npYp85GmW1YFRHG4BLjPBSWB/ymNZYDV7uDcBj2Rc9uCqj73AGz7Ip1IE5leiiZA4BDNcOqi3wsVJAEyMI+gScLlSWlqGROHgW4qlhRGQH9R39PEtB1guv8Dj4xlHZPuy87BZnKsErSAlDxXJws4a6qi+3crHb0ge6XGqgwoMVAGFBAcFYZT67jPOdVKdgpwBXrJu9EWsZNC5ntl22L5mTJjnLSES7I4yFGZfS10SfHXUNv4us+J+swPFkw6BBkRbggPFkH4cnaWflcOTz7TFmM6oLLZy7GOkXoUQAUhPCV8DoBbLFK4UKcqbUYICsKYKy98Gz5/j/7J+UPv/el8uyFOD4gmNWN97fKu3//fvn13/+63L+xW+7di0Twa1fLtXjfuxFKbZQ1RpXAEmdqLc6F1X8/vP+heBxtBQCL3xEayJwFeLIYCouJlhca8wNLP8YGxRI0vhrW+pUIw0ZYzgppPCYXgDDWDt6K6zduhCfrLovzYNuTZ+Q+YgBQXSOvVf9T8wradpEZKZnyXHgdPddWnukNwKGt8DYwvA8xANpDBDLMp0mven7G84ZI/6J7KIBSrAXi8XL4oL2joC95XeRBdol3K0w9wDIXmeYdFjDTpGispt22362YVqDG8UhpnUsPC87lMwizCPJcm8na2IMw2mRBo32qeWpFfVpIpkvRC1wJdJD3AeQASCVIAO+F0uwKq5h/eGLQd/BA5KFcicIEN28CZEVFy6zcqvUJco+5hOeY3mNGpggc2qOIjvPsQAAirCPmD+8cyWLyMXr0g5/Q8wpvX1cMQ+DCZdPlpWSoJuQTQl/TY6piQy1/dQigfb9y+JQ/Kn7gnCkDP0qM5P8EWbG/yc8YQRBAVIg5DUqu6qt7RI+qfomICYBItKf+oiBN9DfKgavQhmi18p9KV5Ltpk3RmnQPA6lmBNAYqpxNmuzzCklfiYSU3+xnGvwbJlloJs8mbaWxI+ZsOwA3+D29cVmGnfNXQb7uw4wo1BMgayNA1vfKi6++Fns51iCMmcsrUYk1DGwNZF2PtrdiXpaZk0WQ9dbPmieL+oT4Gp+XbPxRgixLBoNP/ITx8pvflCcLRbK2kL9HVuYUEmoEMkbVNcicw8wHtcdTER6ISnKIJocy5SXj1oO+fndB1hjCT85MP/ahnulrPysgqyqls5e3CoHRJdWT2cYymZPVebLuhSUWyelgvFS9qBmDUqHEyiK0MMjJCgvWMkAWAE1cC4ttKGrzWaAgxIcUaAKp2BwOEYxNvXgQyg4/Q34WAIHCBWcNtzKMOkZI52HYg2JmY8NQcIupYHFpwec3+B3hgsFoUN59HiGDwVQArgC8MnzwMBiNQgYzNwvPwX/JY4VvmqLD7W1GnFKXuVM1bA8Ds/erLYbahIIsoEtLNSyLWWKcYSBEYFB2YK0SAOP36b1gaCEYuHqU4QYK9EPvyQS5frmO+UzaXTkvSf4UUEM/BKe6WxBVgGwfjAFELYSRAMfKEKemJvT7fsxHWm9TycchmSthSdyI84020qOlBOcs4w4QQAUuK5XlnKqbadHUw/Se6IeVsCG3pKKVQK1a1SMxhyArvVjOyRLQglBTXhbztvKNNTHIoiKW4YIPypj76yejEVrRgsqqsI4QFgyVGRfuwCHKPciSdbcHNlZcAAwZWhP0z+njPw1I1dL0qcxorG2+x2zXnlSBLBQMCYWvHlSaCgNp9PiXthFKuAsYHAW4QU7WbhhsnJN1OL9Z9hfPlf2Vi3EQ8dORe3Uh8qYigf7O1Yjci1ypvajBHocBAzyWMK4czUU5wVA0Vr725fLqv/xB+eN//mp57qmVcjam9+Y7W+WdyMW68ov3y87N7XIbFQavf1guR47C9s3b4bUKIBVnYc3Nh4kmQNbRQZwtCIB1P76LQ4fnFwCigpvA0MEcFI2P+WXIF0ReF0FWnAeHIkKhxKyshoK0Ekp1/L6E0K0IUcV63rl7r1z76Ga5dft2hDRrzxCqedsOt+hwIqlktP3NcK00AMijo/OBnI9HYAVlHl5bHr6tIggEXlBEtWMryMLDbFX3gw1kpOwrvNE5X/JcYG5cbVB0i5cLMgyVEvFztdHC3HC9QdXYU+V+4BlWgP0Meyg0HhnBOIYgVABPHHKqqnVg3gqLRRvmcwsozIMz/II3MV8p81sM/hRbnmuNXhMQtKqonHsKBj5Uz4bCTAOTDjFHCPlO7BNXv4OXE/wP84ZiEHuxJphjnF905crVcjdCSUFP7HO+epAFkI4zHTGPBH4MKVPJflVOVajzHJ5fjVjNQGbegXlwKKXlnZ9JJTW9L+YrApkqmuFQ0tY/eUjhacJU2BjF0MakB37OfL8Eg6Q/gSnIAMpyyMu4B3we5zz5fK1a3AP8H5KcABzXw/ihHDI9s+Vd+3PSL2ocd7ID/TZ40jgdtpte5dS+e1ppYEzXSD2wB6rxTBpHU3fAoBiBQf4q2qDhMmlZ5IqLmNGXxqs43xQgA7pUjBP06UImjRite0BGpicrDJmvfOe75aVXvxM0FTpY0MTKShg1w9O9l56sjz68Hp6sreBNKwRZlwJkvQmQFYess4TYJwyyUt3iMAyyQB8qfBEg6/WoLogS7vdxHqHmEfOpAjNQAk2NWgOQVg/WTLP8zN57wbI6dfrFBu2TJNXotqSbyU/bJ59ZT9ZEVM2Dg0zz8uNyuAf8nlPfzT1VVv09C+PM8mQdO+djtDwlgui4+8ffed+7r1NBFpgSPVko4T4AWQIBUg5GIIsl3CNfhp6sBFkofBG/g5HTQodD7mI7Lo5A1jxAVqAyVho0+AJQ6BSH8UDGIEvlu/MqKJl8Q14A/OSmoudKQELf6x56tZAzMB8MBUUv0pvlSoT4eYSDGFEYg0wOipkOLyazrR6t3I4IWTDI0t7mfOkjgRwTCnszIhwCLYKtPLzTxAZmykqE8GYpT4u+NXALltyVpZmWQyo/zkdQUqruA4MIBkxNVcBK/XcBjzbpYt2urCEByHeOrfdsYTzjv70TdL3mRO+ciwGPEnB35TqDJIQHImQD3izEW6N6ECofScAj38vVBTW36octtCmQ3N/sg8AWe+RFGZCXlEeFS1kxgGUdXiwcbQCAhfPQqicr8iAEskIR5blaXodPA2R5EhszkjdXIAv9aYqRqoYKCLZzs0B+Ygyaf1q3oWwDGAbN4wvBdL00v/gO1vb0VvKnFAIrEJzHDhXiPljESZfwZH1MkIXCF9zbnSdrZ38h1mgpPjtTDhfOlqOli+Vw/dnIx7pQDqIoxfbdS6GIhSK6fzvA1jZ5zFGArMO5qCO4eq4sfekr5ev//AflB//ie+WLz2+UC2EouvPr++WDv/9V+ejtSwGykBO1Xd67fq1civf9G+GxunMvvFcoDgDOgdDRKE0fIGtvO6puHUSO1kJEAqBUe8wHwQEVt5zL3NsAoABVG1H5cGNtKQ5AXo4DP9fKmeCpoNT9KHm6tbVfbty6HR60G+U6PBbBgHBwaK8GKD9TrwmrKRQL7HfwX3iY06PEcv0EXGG9Dy+aQ7WYgxjvXZRuJxhWvqiBlp9FT1Z645zv0tOKfzddttAmeWMMspyD4r73noOeh2AO+1LeUOpbOXePO3lsFQryXFjhJi2mZ7l6TDplFt6N1Qi1QqQGlVR6a2WkM28CT3riiSfKxYsXA5CtEqjRo+cBg0e3wXMP+V564JMf5qYa9M15YPT4htKM8XLvgYai39jb23EaNvqO+bx3724UJrjGHGqGkCfIEnmpVDuMRPBkoU3p6wK38NbJmCRQDT4qD5f4J4Ff8tBeKfU6af7hqVI7phvxFFevRD/Uvj2ayvuCzVDGQvxOQ02G50np5VOqxw3dcFih8vUitBZ8KvOm2FbuM4wLbTHvj9XjVETCAN3hq5RJNH6k0SbHA++bQRZFheVHzqnnq1WnNG8cyrs+HLURRO5/DIhjzF3L/cuH5T5NEWWiYjSJDCtV4YFegD+j3z7LDn0D+PQ+4RNyDW3glSfLIGu9vPqd75WXIy9rNwyK8wGuVpYRKgmQtV/eZ7jgRwRZq2EIOheHEX8Qx1a8+dZPf2MgS+dbdSArPFkAlfeDxmGEG4OspkunMTu0/ZNBFmZumNLQQNbEao4/mPj7t9aTNQV4nDSW8eA/aZBlXnfiIowumJST1nQftCVdLxmRL2zlcXVBekQSZMGTtRvVZByyATvPxwZZsFqCiQFMAUgF/fYgC0Ux5oMh0tvFzqbSQEtj6/zE2VAdyJIwt1VJjJqx2fwsBGFa2ZhcihBAAK14GlLTmTwPpSbUpaNQMAm0QpHB+VoHsOgjfIRCKb6jcqpp9eng+rsJJYYmUnm18tMrxRpT9R7lupBYkskSALHRfAMkZcgh5we/yyRD5fmIITapYMQ9KNAA0IUwQ5SYR1gbBA09YjTt6F6VN7eLXCq1ShBPB1n8fuRWYUlZM/Kp9JmgDa1qcXNculhKfgIxehjiugxJQWw5QgfXYDUORRAClAoQk9LdR42bSluepcVwDIMsPs/AsQFhyive5zVSyIO9ULiLse5QOAGwEC4YiieUFeRC8EBiFi35TYCsyYmeBbKUt6C8MoMsV1pTeEXMNxQLzHlauKVgKmzItC4HsSZN69WDLfwNusqwq47cGS4cwFghclHpDOD0ITxZXEW6ytNfGyBrP9DSQRSr2TmI917s2aONcrQokHUUIAuerIOo+rd951KsU5RaD29WuJto2ClHEV44H56slc2y+Pkvluf++Pvln/7L3y9f+8qFcj7Gd//dW3HQ8Dvl5q+vlt3bUfTizlaArOvlUpyJdS+8SocRujdXQRYKo8QB7jvhadoOIHcYz5gPjhIgC2RoL45XjQarmFCEBK5FFMDGylx54uxKef6Zc+FJO182N1Z4OPqt0Bs+vHGnXL5yrVy5eq1cu34jwgUTZHV7zvDNQHfaNuxBlpLj82y6iEqQZ0bJ/jAqQMHHG8YFHDNBhd2KMlcgPVnM3Urwlv3phVfjyao4iLeVVIMsK+F1D6fHoc5VtgtvkMLUFN7l0DMavPjWHfodIYpSuAzi1E8BNbyoJIOm0puEaxGCBKClAhPNsFb5RKzXZuSlPPfcc+XJJz9HowNC6XY7/ivDVfN82eikg3q138SStEms8OF3e9lQaAe8hcouDryPPWzPE9bkMBRi0A4q8PUgq4JOzEN6lgAqeNwEqguyINGwEI/nizwyuuSwe3YR+zlBFzY3PZz0bAbwjsG4xDvmjjwSoYzxu4q5KKfJIJfh7x2YIjCFwRDzntcr/M1riBBChZ3i8zZPjc+7+EhfCh79JX3HfZCN8MjCA+szAMEL2U+sEWiNBiARD48JQW4k89+CTioGUoRN5bHst2SODYi+eGhU1GpT4nfjMs1KlDaZxDbZEc6cZDj3GiWTvqhyrdFYD7JYcTEBtMjMgxBoAB9HiCsMiDiY/dXvfq+8QpAFA2MUV1mOcMG4fz8ODgXIuhaeLIQLrq6vBsi6UN57/53y5ps/iZys34wnawCyXnypvP766yw7D2+tQVbOnuYt+YL0NeiIjwJk1UZzN1f1mnM8fp0ETH57PFnaAw/ymgWyWivWdbPV3Cf1GVSBU7cdTXP1joHnP0in2OTojo/hyap7LPtAHjDIyQIISWsWPVlxTlYDWRlmlqSENuhJgGCO0u04jBjnZMmTFRs4wwXnI6QLoQdgdPBkKVwQ4EqFLwSykI8VzAuerGAkOJgY+VoKF8zo5M5bJN5ji7lGIxySMbi0cDTXPQhXG1Lgi+ciQNBhk8V9BwBe9mojhAAAIABJREFUAFfRF5yRBaAFjxU9WBE+eBDC6DCYMEIKAbJQnEEhVAICfDR7hD/tY9PfPMQ4OaatsWKfugv/jkHWwJ1KnpyMnwNNoiAIdQBkfB5z1jwozZoK0IX4YhU0gcVQBRoQVijAleDKFQz5t8SBHtsIEF4J0zafPQJJY5A1uQkxWelFMi4aATVbel0xkN4kWOQYvhAHJEa4IEAWwnMQ489wnlAS8TLoc9W0doaWaKRtAFGVlAZJs758PcUYBWcqIhTssNar0haUnt6TRe8WQBZCqjpPFojL1uJPLlxwkqNIgMhTZU+WvVlQsOjNYo5W2yepKVCB4+HhObfwJNLqniYPUAOMFc7NGSjSmGNGVmmNXXKdc489S0+XvFugxT2ALOZkDUu4Hy+mcrywVHYl3AGyDo8Wy3Z4srZ3cBTDeoCsMwJZa8/IkxVl1rdvhycrvFh4zwXIwr6YOwrPVwlv1nKco/XMF8vTP3i9vP4v/qC88M0ny/l4xtb718u1N94pt9+9Xvbv7JbbdxEu+BE9WXcjJ+sgKv0BZM0H2KMnazfCBXcBssLLdRTesrnjQFbMFUHWfIHTamP5qDx7cb28/LXnyte+8DmCrLvBmK7dPSzvXv6o/Pq9D8r7H1wtV69dD+ATa5jhQ804oS07ZvZjKrEny3k1rCYZCe2o3gaghbWCwoZKXcjxsILPswBTseaaJsiCoiaLvhQ4WpFHwsvHBfSFLMg50yBiusX9vULv8D5yo2zTCrcLI/gag6yqT8YvBnW430YFHxMhxTVT4xNksf8AAaywKU+5oxc0OI3v3Llz5fnnni/nz5+nnQugAwY8XQLZgt+lADt3FN23J7ABF1E8DYAsSlEI7uCdwQGpmHvITYAXXKMQxpBJaXCDfLsd4aNXr0YhlpDZLNxgoIt2O5DFCrax9+iNplckZWLm1LlQEdbK4aGImsB4GD7I8GwA0yywwL0r4wEPMo7r+Iz4HDTNfCd6poaeRBcmaeBXQKr/3GvTe75aZIGKvhiY2ECmEFd46mU4NNDC3zxXKz5Dn3C9xoe8zGingixFd8wFH4Sc4blcUQTCLz4nlT2DPdMXDXomENKQ6EBitFMlqzFAyj7pJb/2vm2ArYVeViWVek4faih6xBt7E/sVffu4IGsFIAtnkhFkRQl30FdUS0W44IULT5T33guQ9cufRj6gQZYOIs4RP/KcLGlMelFPzTd4l3OyVsJAtIVwQVFGDRdUKolX8THIqgTt+Rzx6tMAj88iyHrQPmlrjkFWC7Uez9NJfw/lLuRG0OG38zBi/oXNn+EgKnwRnqwIqZEAa5XCxBDAFHFOVii8qC6YIGshQZbOClW4oCoIAWSFwKJ6G5/Tm4WQQHmuCKjwN8KkYRkDo4un0GaTu6vXxwVo1A/NUctLoKDNPCVbimThUvUi/k6QJScQLGl7cLXH77v4CcGDYhc4UyvAFAEXqiWFReuIzDgEDcITGAqhujra0iGYEcLAEDaVvWagXlXiMeMCYV6MxIYaSS72RMzqlABUPtEMmvcqJlvgEXH1yYzS60XGlx4rAC0eKMpKSkioxxv3yaIoT5mtwhmeiHVguKIhpcMHDba0Bv1rauwtlONsS5erowY5tAjm/FBwZOEMeqbo1UJ58QBXrsSGMssLqDiIazHlCiHRe2ipbRtAeUUNZA0BO0eC/Jm0uLNMeYwbHiBYPunJCqXahxEzdyDL7zeQpfL8oAEV8fikcrImt72UVZ2ZowR5lJ+H4oNQL4MsKBgSVCwRA8stvYNxPgrCpJD0TUs+Yvq1b7VaBpw6O4zeCFYrbOWGDbK0zp111vOKjUw+E8pAWucVgpEe1CpKp8Mt52SJ3uDNiX7AkxX7dWs3QNYuQNaawgUXIxdr6cly+P+z96bfklzXlV/UPAJVmDSRIAFwFAnOpNpqUtKy26sH9eB/1R/8xctettut7vZyN2VJLQ5NUKIgDAQKqELN8+D92/uciBuZ+d6rIgGS6oUEsvJlZmTEjXvPPefsMx4T4BKoenj7fYcLPiJc8IEAkPkQgE2eAkDWCy9OL/zhfzd950+/N33+Cy8YZN15693p0mtvTNfevKQiF/eUF3VbIEueLIGsawrbe6B8GKHu8oXjyVJvQXmy7t8RyHqonCyBLBoOQ6Ojwm86w+igaxzTPJ0UwDp97OH0u8/Kqvz5F6fPffq3BbyOTJeu35neuawyyu9fsSfrHYXtvCeQd1t0+JBCQhX2xvn2SzJvUeJZRcnu4g7k+RhkYb3GgKH9hLIsWnFVTecixmtxzx5cGm9jiAj0bo9HF79oQL0ojO1Jqsp1FaYWyg197AKFKV8dEODCHKX4Z/hLHlcfs7kTDCSKf2xbGMvAUj+yIauRGfPo/VB5SeXJGsOhWcfzsua/+OKL01PyaOHRvlN7rD3gyAOAVvOaIteAMcL8kH1t6IGSdX+EIDO/x6Xcn1KYNL/vfLiEVqYk/vg7eNJVhZF+8MEl5W9JwQRkVUUh1nzOXyFksDzu3G8D4YSZBcDFyJLKgJSFd49M8RB7D8nvMbiLh7BzWDLPKVTEOTp8rr1SY/5chwCOaz57c4oOxjUz32UcosXmo/w2n4U+OiTRwNZyHsNivIju46h1dEEiWm1wj0RC+B7l2ZehwmzaPQ1jGLC+Q/ij7hdeCF8c6WcbZOX+e28vMKOJq1IXSqZa5hVtL8aA8oS1DLU6VsZhAGMcWZZLKU9O3lTRgd5mvUVvoitCezuMbl9PVgE1F77Ak6VwwS9/9RvyZOFpTLggeYkP7x2a3nzjrendd96dbqpoEAVBnlOY7BtvvD79rUHWFV2Z6Biy2z86kBX5k8dM01or6PWzn/uC+mQpJ4s+WbeyzqaHmsePDmSNXOdg8+BBIOAfmidr1F83E6U2M/pLdbSsHh+D+WFljLCdfwRAvljri2tu37rmzvndK4FrS2C00rygi81DmgbH9In5mHn5rcHO8mQGWTPDJY/D8dv0sZEnS69tkdtsRkyBqBlkqU/WyVPxZB12TpYY8U6QhWAGZAGs8F4BrlDeh1dNJJkGtvTBW/iu7r/vY0XOBcLKiOqFcUhGhbekKESYZxTNVOWiwISrWDl35aFCjSTQOEbXfqAS7gAsPFkP6edC7DIFMABXNsdXXLStgQRAxYd1VEASxmbrF8fwOx1OllRgbfd1KrUVi+9wM020a+LatejLTASrxMIWOnTWWdbe89ZeSItczwsgwZ4sA7IuntFhg54cW1UNxqguyZrYk8V5q4CG160sfxbaGUdtA9TfmSl2sGdmKYCt2GWYpuexLHImUI7pEIzcawsxC2+H89CAkpLX8rYYxLSwR1FMj5sRKFkQeZAo1b7Yklg87CYvE8+uvgXIJp+glRRAlfOzUvTCfXicpL0UvQB0/GaArKVgR/etQXFqJcXGBtGse45JqThx8rSTh+0xpFy05tdGg6EvRBQpLNlVwRB64pxuyJwSyO2jxegwGxSsEGFBD908qgqZKaUeBXwR0nszujXIYvzazwZZxwQ8jkgRUHjQI1ULPKy8rGPnBbKejVfrvnjZ7Yt6VYVBgyzlpmBxF4c+9FC/OaZmxc+9OD3/j//x9O1/8d9Pn/viC9M50fjdN34+Xf7bN6Ybb1+e7glkXVe4ICDr7UsXp2tXrkz31E9QBOGcrMOPpKwCsvBkCWRNFL4okIUS1x6akX/BEY+JL5wQwDqp5/NPn5heefG3pk/97rP6TKFgN+9PF6/dny4oXPDC+5dUwv36dEkFNwyyNGeUYZ8LP7ScaInWdL0psApk8Tss9g6rEqBzsYfKrQEI+GmFNtU1qQjZPYtctGE+7yA4MSw4FC37eSwwAQ9ubwWr3Xle7WGKshhld6lAl8p6DbKsPFd/pgVs9Ix6Y8+7uWyHzQjDa2xsWsIK/dnMqWrM8JbywnS44AiyuKfnnn3eIItcUXKdbspTwjxx78lrO2a5MxaL6HtwDptlxpKzxP3eVE4V4U6E2REajfGj+4u5FL2Iv8u7M+4UkYnH0QV4Kl+3lfdNkEUlVPfSMvgr7wcyr71keLBlaFkaDFdZdhkZDb41tUv59aWCY094h5I2Pba3vGlhJsdBeWrdo71PWd+A6ADPRAlgRYNWMdoyBsL/UEq70bu9YhZlkVE8krOlQiF4BLVfeOCJOamCMjwAGMbXBlnVGwwPF3RKjqL7Mq5B1ma4IOcZy9mnQEoUxOW1jZalrDhfL7S6gMrOIyKyJo3tHe2uJ69E3txXKJ/HrN+lSTkoovJoSX8QTwbsN8iyDBxkq2+6CkStc7LOCGR9IyBL4TxE6xhkHVVRIA2VcMF33rkg3qpmxJq7559/bnrj9dflyVK44AyyypNl1Eo0Ulb7w6wuaJrXeU1XyOQBZP0B1QW1Z1ztt+bocUBWA+s2DvS5Fx2sdKkm3o8LX3gmTN+8zqx39AAtTpl5zxcSegj9bei8OcabZp7lDw9kPaZnqgunHRAumHve/5xzMTa221f+6N8IM9TmZtI2QZY8WUtOViag9eOArGPTybMqPXxGSpnCBg+rgecmyGrPgsMFYSrhPPFeBRU4ZHD2zKC8a4YDXxID3Q8DrloP6/ReiVqbXjusUQAsvFl1LQMsuapQLm2Jg2HpPTHagErKId+zR0sKI5sYKIgHY87HSnEMAy6DplkTH203UkjxrAC0JJAIk8Dy1yDL4QR4wigLS8ghQi5Vq3Z5tnybFRJhxWOwtM5NFz1Ly5zU1IRgh8figYLZ450CaJK/JWHfLr3yJjiG0vOCYiUQIQXSFasQzBwjz4H3iYFsSkun7xkXTAUpZmiGekyVP6xQC2OoAmW+ZkCq76MssAn/WIOtmQZQEOfcoQDaw0cpxV0x+HpPLL1BGMpjecFa4HRxDVvzDbQafNUVAAEF8tIvJkqflR1bd3mVQqO/UVgAF8xBV/Prviy7QNZqUZ7wTdTPUT3ffYIIjfZkBWRZURF9O2/MjZR5FR1Y2ZaSTclemm8q740mnMcBWqouRYgmFabak2X60vnv4wXTsy3a8XoAOKGX7veGp6UVjdqLFWZ6GCXD4aqpZraArJkSmqq3b7LoLDmDDbL467g8Waq0JqB196EKWRyh+MX56f7xZ8SolKMlzxUg66Fysh7JmzUJdB3SOGgjcURGlXtHzkzTM5+cnv/DP5q+8af/oxpcvjCdxXPz9tvTjb9T0Yv31Hz42h2VT781va38BEAWTYHvK281IItwwQ2QJU/WIQGvw1QXHPNghrtCKacvFilCxxRLfebkken5Z1RU4fwZKTkapsjrlkIGr+q6l3W9GwqHuaL+XLcGkDWHKgFkFyYwX2XLwld7yFX0tE/cz02tNwjDPaW1R2nsfCd7ajEwaC5uCQTcUcEF+K7lxigUR35Te4a902W+A9o6N63DzpbmxuYelfcTGo6XAQ9J50/Bv0clvEFWe0M2+V7f9/i6gKyFR8Kr+h3rgbeDULF4jeKliMkvD8YDyCIni+OuKS/vuoySzBVzhxcKA4X7SjlvM4pvwGM8zPB2ezKLr/P9HRk18ZAzFkAN8bXeQzYQdjjmhiJiUFFKvP52kaNaF44cPVmcnzG2MmNgUaHQXKPDhLuCXUISk3MF/+R9PGpZ1yW3LmF6rPFSdZDGxRhfUp24gUhKZCfPqMP5zF8dvhfw0V4r5tpFVwiZ1BhcLY8wyvLQI4y7RYalioa7gKxUnyWcHPmV0vOHDbJOKDTW3jrxsBFkcT3nagFWNffsB4wY/WgenKiRePJDo4nW4UaT670G8c03sy6Rr/OeLBnUeV2wtXviGYeOPZh+95NPT+fUSuKkiuHcu/NIIXtq4fCuipfobxs5KCZsuUxrHLyMKXAygqy9qgvuBFlfwZPVIOu0WkicMF598/W3VE3w3emW9EHCislDfOPvfzb99LUfBGSRktDG17rHNsr/qkDWd5STdVqtXtg/AaIYbyOv9vNkjSCr9+hSXdBnGTjb8r7z8De+3PftTk/L8It/2J6s30SQBQEcrDN5CX4BkLUVIeHztIG4dFpAVqzLCcewojh6sgpklX0xYykeP4Ksk/JkncCTtQNkpcqPnlVd0KU+R2UAYVMgC6XXycq2hkSpHJWGcRnHzWs9DcXfUiVCqavz4SlzfyBZaFCQ48VCxyN5N/1Y7ulvNwDGOkJOlu8UL1ZAkAEWbAShx7plJgKSAhnyvkIFU3ghhTLwZrkKmMEsAjvFM8g1ci+UChnxgnH/syIdRs0MjNcIJ18v5GgaWMOr2sFBs6UUZX6jxCAAkx+XR45rWjCgsIdCxxGG4pEgmKqUPIqye0TxfX4ephY/VnvU7K309XMV5095YQOy+p7nEKMdYCvzkDAA/ne/E5RDXjne1QZRBhTqUDH1bclEWUqflpTqnavo2VSY880hLAZYAXwWUPo7Ahk6wYtF/zKF9ei+AVmZm6XR70cFspitEezUgm297AJZcx5WgaF4sph7AdPjhAeeMsA6pWaOhFycENDCGo81E2UxxUVKIayQHPcxYi+JFjI3KQYSj1Zy/wCi9vChQLlgQgljm5xpsEt+iDdt9v0Ct00Xez7sueV7wgU19+xRebJu3cOTRQGb0wkX1POBSrlPR08WyPqgqguqhLs9WQJGhKMpZPAexS/O/Z5B1tf/xT+fPvsFheupatuDn/98uq2QwbuXVJ1Q5dsvX76h0L1Lzsu6dl0gC8+ALOVHVUr+yCP2Q+Vk4ckaQNZR+GyFoI73ZZDlao5U+ENhk7Wd8u1SrAgzdLCmpui2wmBuyGNxU1UZr6ls/G3RIYV7UD69k1Bad0zYtiAIn+mGux1+hjJKD5wzogOU7dnrQsEXgPltyomnEEaHwcFHOG68RistCTNP6W2+b6+V6biAy2IkK8PGDGi4nyW8kOOhD+g250z+DuvfjY+bK28rMtvhiEs1wlLGzJQyedC6wyfxZJH/1PxlmF2U9/PPPDP9zm//jpV8+lNdU9go3n9+b28gVWoBHuyBznmCTouXPCpr++jpxatrRc/jCb+L0M7DDejzR/hVtPrV9ysJgj5v3lTl+OFfFL6ovdxGrTSd7sbPVRCgQkO4Bgo9c9YezaxBCqb0ub2/dQ6DLx1vD155VVyWvkAZw20vJcAEQw5rF1DfOV4xmLEo5rnMKyF81Wsr+abwEsI6k+vt85bsT1hH6RD6rj1s6BcGr/o+oZnV8kR7z8tbIJjrHnWOIh7JeL0y3yWPd4GsCuN0g2+BQZeErz0wyo/OjYZu68QxuKIHYMaUYgPIOvvciek73/v89Pkv/a7Aw/HpxrV7009/9N70X77/+nThjUuKmtGewFhKoTBoFoOwrjeCrLFx9Uwkc/uYXDPhguXJ2hdkvaOc1zv2JuLJel2erJ/+VCCLwhe/ASDr2wJZZ34BkMW8tPEgxhq8ZOFreXwMshZ9s9hP8SBri82ehmgX9vNWuOCvypO1AlWPCbC8wWudD/Rkoc/31l2ffynI1/q5Trs/yFLDS+KYEXaWy1FwnbeDItolf5WcbZClzG36ZCn2xT7ih+6TJYFjaxI5WeQslWfKinhZkRyug+JfIGlYuHn9oge3HA3D8/G1Eex9KSW+BQsMCGs7QgsLHNZ3WX/D5MW8ldB5R+VJu8lsWy9siTJ4KkiBkm2Bl8nNGvTI1hZO/648VICoIwJUAClKwBMESaU2Ayx7XwBa1eywAFZXcmuBH0BRfr1efF+71ake0MxCDwDuzdiZe7ujMocI7RGdcVrm1KGUSXbn+Nw1op8iGliM8OjgvaiqhqyBARWnxqyIMp0GjxQ7WTxYuRgluFfKtEPJ+Cj3Z7DDcRVGNJe/55jyQM0KXimxCLkT1ecGT6tzuZzPlaIO9myVgtAKaiudKUOeAg1Ofi+wZyHpcuiAdZSHUjwJTWB/2DKbSmdddMKGBIccVk6WG4Q+/qY/yADjM810uAiChMZWYQssuM4jozhHwj8Jm0kIEsocirUqNz51TgLqaQGsAC3CBlNohJL5gNOaM+hblxp7bUXJiocvIAtPFoqlXq044QmpfUaOh4D9I3sD1SdLHiA7CZxDEZBlY8A8Uwvsagqf2VcVvrDlXgoGPe5u3T003biDP6lAFmGCh+WhIp8ST5aAz8P7aRJMHhVjcSVTnev+4VPToadfmJ779j+evvQ//NPp5Zc/OT2r8JhDF6RcqKLfvWs3p1tXb0wXL12b3lJe1NuArBvpOxSQBcgBZBEueEUYTh4z9czCk0W9UutxHeJT98fyGWSRa+gqfyizZhP5TK9ACbgHdAfAoUTxdXmzCBcMwClDUBsymL9BMS9xMH/W3p/0bQLYBQThDWaPEHKDJ+aomiEnRFbGBHmvHGqm1/aKRs6Gh9v4wb0UiBi9RbOFvuO52boNNovvdVPeGTgUlwmTiMLT4YvsqfTKk4Ko8QXspzrdTCPwTI2rww99f5WfNQLdAMJWxkNZCdFizwKy0q8qHy7n5xxPP/X09Nzzz3ukly59IIs+9JwGt12psPs/eavCs5FNmJ4sk8qIlo3soXs66iZa0TM7LAV/DgOff9F3XPdR3gQzMM8dW6tKmGtPeu1s6Khz1pwsFvSMzfmWxe89d0EgixeONSx+2945e0/MZwPQk6uK90jHVq5XA48G0CleJFmogwKEIhfG9UoYYeaqq3P6nti3piPKZaXwiMEikhrDptcW8FgeJ/aHPkcWMAcGIxW2iYFunknIQceQe+TCF4QLliG0i/mM3g/G5egVwm7ZP2oz8tRTTznU06CTNANd75YMJFSBdBl9e/3LiGDjYECsy1lJAN5R6PH53zs7/eE/eXX66nc+Mz11/tR09dKt6Sd/+fPpL/79T6c3f/pzFduBEefekGltiMBzmrUgnJ6xJ4SfNYw+kTmOJ2tpRvzqN76l6oLfcNoEkTbHZWDDk4Xu+abCBX+OsUk8OyDr+envX/+76TWFC95U4/UtkKUfPXa44GAkmBdh+MOjZf1riSwhkDllPCB14HPKyfr2t789nSU/Ellno0E2iXsn0e7DH9S9+7PBAGF5Wcb5opvwtdpEOwa2yyu1yXcP9FzVOJZdPF9011RkNAMf3Tlfc8pGfVt7Z88TsmNG3c/7b310f2/9dxnswqysQm7qNhsnXd3a8N2seI7Atsc+nNPXqN/VOOaz9HvutfhsztCOhfF++pwb46vjHe47HG6+vfr5rIFsTCnOqv6o+bl23H4gi8IXNA2164fLsj+Z/bLOIJTdV2UEWcrJAmSRj5WcLCkQFa61gKyaTCv2KOXZ93ktsoYxLHJitZi5xbaqB5xlVtg1tRBsGOdcJYwrIRH0OsLCHk8Wf9++RSnplOXuMqk+U3uoGAS37EXMmHypeZ0CsrL4UqVYoPouCjsx0XhDktcl7u1u6of7aRAWz4rDBlsJg2m6yAbKAs/ObeHk7VWI5WsFUmoq9lPQA2x4BmT5dgC6myRTRG0+YKWA9clRDyUEHjySgimQ5bwtVywsRZm11PMwCgeeLsJTEGaEFmKJ9abvRc/5PM0msYwnwaII8gA2ewM5Z1G/GWdpJMtGi2pOoQYEqQUy4MAJ/gmLQhimrG+qYaUyYWipQxCtPPCZPVkZB96atoY63AeQZWaehHHnIfF5helZ6WOII8gqQb0xzXu+PQhked3MDecN4HO18LGC4bCa6u3lUEdyGRI6g9GBVgQnTp1RSMqz0xkpjcf1N0CL3mQ8sciSd+nqYVY4NV94esvq3Ja/BlmpsJjctOy7AFD+xutHha97Clm6oxC72+IvhBfGeBOQape2Vz9rmTvb9s+YB8wgyxMt6++RgCzlZN2ZzsgirHBBeacOHVbIC/tLIOuBClI8kKcJL9Yk8APIwosLXT/QcYfPPjc9981/NH3xT/7Z9Gn1zPotHXv0vXemWypycUeeilvqkXVRuVFvXlB1QfWruor3QvN7SOtOayLyrygNH5Cl3K8BZLkZcYGL8LACJg4vjqXfypYBLYAHK71AEDPAHGrNDLIMtDSHzqMJ7Zpfef/EY7zrMXuJTTP8LrwjTU713uG2rPNxl3FHAeacHW6K8tY9kHovLNcJMGYOQhMZQ3tMovRmZ/d+47sEFe/xyKFRlp1HGgNGV7JLs954Sc0Va24T2pd5WQOvZTz9eSv2mYLQmX/n8LgoqQ0AY+jJPXDMWRkjzrmy4MPpinLz7sjTNz68LivthZsp7xRnKUCx8aNFtGxoPpmnIRRwmGePqj1Pc4hHeU51HPOEcg/9wLMCBLPH1oohoXwVbj+sYe/A8X7a8BKQlRwvQGkKTXSPxoQEphpkgFoU4MXLCc1FhgUojsrwDIJ9f15V06rzjvWBDVjlTXNRD3vCAOHx7mIYc3/IAt2sc+eLOfTUhj/kS/PRzJkLKyls1t438qjh3b1QpRi3B4/rWeZIF8JAQY4eVTrde06/p8k4ug99za5evWJAfh0POIbLGquNz2WcfaC/78tgc/SpQ9Onvvjc9InPPI+NaLop3vPBWyqC8zfymr53Q357jNP2dXps3k+6H/jsCLK8KfWYQVbdh+MYNEaXcD99NiXcv/rNyskiR1QgS/3fCOt58403lZMFyLotvnA0IOvvX59+onDBbZAV2f5hgazQdlF/6V+e+wJZzDEg61vf+uZ0VhU/I5cDsqyv1R99DsuU2jv28pYHtoFze34fCyCtNm/L4+XDA8+xwQMOOp49ctAxRDeMj18kBHEvsLhnI2Hripsa5Hpy9hx3e5B23dvKO7bQwQrssZ516UCTYRyW7ZueyPChPLcfm/c4p5esDt3WSbzHNtCp+exXvpdwwRYIyclKLg6FL1CIrF0bZFWoVhE8hQZcBUk5WSd4OidLzMgl3KMRG2RZqQVsuHf63GcCgdHVBPNaVtFWGph0y6UaX3ZbGEr9C+BbwtC8o2ahDDJyqXIXu+C+EoNNiAC59lj07wCyJBxRPp3DZQDTq7ZM5Lio6xLrOSb5rLUPAAAgAElEQVT7GHu1BEUxAhf2sLoYUIQ3jHBB+m8YZOHFInerQJYFAaFspWi5H4pDYqrIhntHRY2aKypVs9gt08OeqhbjTCDfgE4LPG1ukrqRuj+TL/fpdcGSiMWMgg/J9XGBFHsTywdI/oVBFnkqAC0SlRFsKSEf8ZBHsGxbHWwXr1WuzVAKoQ8uxjRvrGHY0EUnk8caas13Da7s2UqJXq+FhRCW/ACyeLISQtvWbyzIzXw7pDZ9VwCO0Bx0lip7lGDYC2Tt3NV7fLjJBqIIrtfoyUEWnizt7woXJHT11Nmnpmeee14g65zyKqUgkJOlfKxT8mSxv7sfWZfLR+nwnjKwLuGn9UxJ5ORlGOAVwArIqsqGUvJuqcn5jeuXpyuXP5BCQGEI6CoW54Cs5BjsB7JMixxjfhCQdV8hfzcUKnjj7rHpjgpfPFCO1UNVGQRI+piHMgjcve7qf3iXHim0z/mF2HTFzMnpOqyGxICsL/zJP59eEsh6QccevihP1sX3BLKuT3du3psuXrkxvfWuPFkCWVcUtgfIwpJrr5OMD3iyKHqxCbKOongUXXnJDbqSU+JyyyioKKT2BuRJBVcXifHcArLuCGTJo0ahA+2p2BoSyhyuWErjhoLuy61oJ8fPn1vpToEJFGKXcQ9imsO4xgIMY/jbeN6xzUPLld6HDbLMK/2mqqdZuQ7vD+8NjxnNPq0A8epiHVKC2dumNYeNLeFrm+Cqr8dvx7F2PmGHdPV8eE3MHyj8kryj8OZlozKVJ5SvQ0Nifg+AScjdXnt0hxIyz8P+XGGWzT55quOaZ26ArFbADg0gy6Bds4Oh5aY8bTdkFKBxutcduVPA0WtUoLCV0KYNF6+pIS5APcUWuulxN4Tu3MCuQNhrbtrUSWYe6nvIerSnc7ynBmENsnKv2fXht1GciBaZc8VsdBD9O1KhjZIxZDgsDo+nfpv8KRXDmHPcIrszfzR7rgIwkg82dG4YeRKJ2IW0WPMUd4FXUjCo+8zZ06ZznewqrToXQPC9CxfUUFyecfFg7h9AeNTGuOgKjAH96e6jW9ORMw+nM+fUqwr5orzMQ/dViOKWGI0q/nlVigZKou8EWRgMONT5f/NKJgguIEu0LL7/6jdU+OIrAlmdk2WQJQMVIMuFLwBZd3SPAVmvv/6zBWS5umCHe9falHg/MCdrB6/a3BGPA7K++c1vTE8Bshyl8SQgK0U02rtsGi0Qv9/O3AUa9gIne51nEwAdBKA+Blmlb2yoqgvI2vziowVZW/pY8blBUkyHXv3ev55BlvN0ACIOK6C6oJSFfUDWIYMsWW8UKsjzOH2y9gBZhAy6RxZMdbBWUULZSnm9ZnAINApGbICsYTPO7KKYzPg+jBwPmbl6wh9QKq0Y4s2SdV8Mi07myTNItTUq0kSc8EweRD9GAWvx0GtZSNtMV5+5WJF5nzWFqIo0DWMoPi3CjBLwKek952VZEgREOaQQCx0x3q5sxO/LG2ZuiXDMMQ6V4Dsz6FkUBqSUUhVAle8y7gi4leHBbzYIdIcHIbgowp7z4uHp8DgX1IDRogih7AFanbMVkGWw5YpyPNOjy8LTY4EOOHVA8wKy2gpRgHdUTJjnuqfWz0IHi0W6FRED/PJuEVrhsJaqIIZQXYBtVSQs4W/vlv+OhZeHlSlABfl9FeYGnSUsZbHSNkSfwwXLK7Yf4x6/27S/8F3nkvRxTwyyqIqIJ6tAFl7Vs08/Mz2jROYzT523sA3IUjEbKQ0Nsjqx2yCU0NcKQZqFvOYhPYu6/1YBzfJQ2fLoMEv22w2VnL40Xbp4QWDrWsAOwNtiP8/HAVmxzRYw1x6494CiF4AsebIenZQ1GJB1MhRh0EfD6Bu6lDr7ck0FFSYZ1OSscVAd9enp2a8vnqznBJgOXZRy8YGUIimod27fmz64cnN6850P5MkSUBTIckK97v8YYT8qfkFO1j15sR7c/cB/H5IxAhiEJ8v8z3sxF42SlVDW4wCrKh3ePeCO0meQ/UDYJ9X9BFKvC+xRgS6erOaXUSoNJgcwsVZys7/DCpb93t6MwxWymMIFaSA7Wny7YENAdHnA25CRo61oLYpCrtc0G3DQyjLnrtwHg6zsrbmQRYMs2CH8ruYtynXmjM9SQCLAsj1ZPeZZMSt5sPTwivGER+dzjcpNPBlRmBvMbYEs/dbFGTRnPCI/Mre7DCEBSsWDB+u1gV9HL/hMebTo4Rf8nZBkbv3xQJaVt547/dmGU0A64bs8uj1G98tqIDSLWe7FSkPFS8xrsKxX1qVBR8BPaKMMXBp0eEJC43odHdJsrxP3n7DVBpMzWKx9kvUsA2jLqKIzV0UVYPJaNl3C622sCNhqIEixH8YRgwZe2i4mEvlon6r/bINbPPdjVUnfwwpkZT0ciu5qt3iuKBp0wuGL9Kzi3gBap+Xl6vy99957z8WHEq6bpwGq+RDDSOP4h+IntORMWK7o/rAKFOlJOB9zjPxxuGxRzBwGOYYLPgHI+hI5WVQX1Pld+Egg65BSKwKy3lHlQuVkCWS9AMhS4Yv/+hM8WWMz4g75XqJOfiUg6/NfmL4hkPi0QRaerBQkOdCT5QJgH4OsTXC3F1j8TfFkbY7j8UHW6IGKPNp8PIkna9tztSPq5ivfXUAWVBmLM70WSHAOyAqDg/usPVmALLvInwrISuELXUQ8j1DB0ZN13AUhSmG1kInl0qE6eLH07OILVrAdLlhFJlqZHmbDWASVosCMT+Y5iyfLScV+Tey7Kwi6ShahE4AsPQ2ydK/lyQJkRQwSErWGHFtL4THxzwJMfFf6Z7VIdW/RaQoK2LuSEEFeDZpibsur56kAmEOHuvFximf4e81n+mSgbJQgqHADC+kCCfNdVCjM3E+gMFiGj8X6cUDWCMIaAkSpSv5A59WwngBnwtUInwJk5flQTNogC7AlL9ioaEWAdbhTKYTDJmivr5PtI7Hrda2UuNt70QrHIXha8UyeVfqZEcvtEK0OK6wKWhb4ZVlMQ2MTW6Qf13ToZOVU4LViPHWN7JX2K3iQyWcqJWJrR+/zwaZLfEvYrxS6hWHEKhcPrpsG412iylfnZeHJ0hOjw1Epk0+ff04g67cFts4p3OWsjCWALMocU/iiPFnlXUmoTTwciXWP0ux1rLDc5OOELqJ069nhQ4Qp3rllkHXhgkqjX3pfQlFAxkpYvFi98oEMm+mzy4SFYhtkqfqWQBbVBa+rGfE9QNYhQJZysVg20RohggCsR/JoKT1cH+ozypraA8sCi3+pafEzX/zG9Pnv/pPpUy+9PD378PZ05MqF6d7VS9NdgI14xSUVvnjzncvTOwZZCg10uJoULedWEIesMOsRZOl6RwTASftYKZPwU32Gp59QVhrQOlzPBoC0IXCOlmlOa6YwoJs3NHfXryrcSICvqtC1Vz9eiazJmlbCdzocKWPofV/zae9NQmy79UErt93+oq337Y0wn9G12nuR/Zv9MB7DOXl0bs3oabKppjZ2PF7xJvtR+9yKaIGqFDMqj5TuIdZnDDtR9gO8ojjlHjPG9rz5rut8/N0GOXPzAhG8HlGEwQiyDACGvepT+3oRqvbil4Ienps5DztvENEhk6NsCT/C4DZy11xKkRHlIUZ2RRFaKwbb3qzst9VD89VFZ7qIhPOtNDg8+sxHr5fXoCoO5rMqiKH77AqPyNLOyWwjAddzvpfbgujc5Z3lcyJG+NyeL3sGUx3Q/ELjwFvUFSi7GERHEPR65d4r/wq9oPhafhtvltcZOV/ho26qrpDbrFGVgtfvOnQ8uWcxGDiHDp2DuSpAGNBE2fqix6zoDLK4T3gomJJ1pmohewiAdVrGKozV15SDBR9mb3cILl7oi/KMN8hK7mVkVu+1NmLYwFfRNeZ3FcJOGDGjcePlCr9EcvI7gB1zETApI22BrF0yPmuhwhca75fVJ+tLr35dnizmYwBZ4o3vvv3u9NZbb013VJH1xElVF3zheffJ+tGP/loFOQpkOSKgQVaK8BwEsLJ3thXdNQFnD/Nomdj0mhLux6bPCmR9/WsCWc8QLtierDbWLoadvlbrjXPucvGsbtz9eJ6s2o492NKpxrEf5Jn6cDxZa86xGYX8i4QLbs9/rjFHQQ337JWx8rvNwdZz0d8XnhjOEeMq+2/zyuv3m3TQ3zZXtCzcOkfTV19/1A5H2svfRJytH9vvO85iBUbL4GTuPuCCQ18dQJaFoxUzBLr6fqiK1ZOArNmTheVlB8ia+zrY0hXPhZXxWqDekL5V9DgxlBSciI17Ha5RqkUpedakvNgBWXOFwUpmxJPlECnKtlPK3SBLya8CWXizeE+opAWtvVMHEMy8TmvkugtkGUwyNofpDQCIe6sF5cW5J2zUSG9b+GDwxJzj3UpJ+QJZLiZCqFusWp2YOwsExofC4nBDzhdlNefgo+II1gK4uFniBnFtvvcP65hR4IeJdaJ2wgWhVopelPcKkEWRCIoEWNmNRdXeLytaWb8w6eUxXtHKVaYxwKas0ZuhwFm/5eFeUKUieVoq/IUcFFuR69lJ1eN7K3eA10qMtkJpIBiFDuq0wlLcYQZZpqMoWr8oyNrFszaBVizya8ULJSHCA5qWUQFAZQVIdC7DAvmH3guALHmszj3z/HReIItQi1NnnnIJ92NljUVhiPJfDcUNspYVCoMtw0bvu96DVjwzV2lyjkJAaK7KoH+gZr5vvzG9955Ko9+5HpBF6N68/qHH9Z2tyTOr3CBLwOoBOVnyZKnwxT2VcH+gQhaPBJysiAP2obsH8mIJ9DxSuOBDVQOceDbIOqQQudMCnK+8On32D/54+tTLr0zPHL47Hb1xaXpwXf2wxA9v37yjnKzr0xvyZL2j5sA0JkbpRBkCZB0mXPAe1QUv63lJBgZ5skaQVYaU5CSWols9iNLbbQBZGACkTHm2tU8AVTdUaIN8juvyqrUy1Z6GcXbG/CLvK2/30GIDvTDZ+pU3RvbCCLLS0HoJlc3R8WRsgS2d/2g1dG2vVyvhvNriruulSfiyR5OVFWCYvZddHxoOEE15bHIB24sWD8scoly3sYCOgMolfK09bPlsDHNroNhk7X1N4r9LuAeEbFp215S4KIGLNyZHLKGgAOYKPfTdcTtZi6xJ+ootj5QBvyXP5Q31YWPt81hrENsgi71YFQi9VBiAeq0o9rBUi2XWU9iBvlN8TgW/gFwbJl2cJqDJIaQCEdwfQA1AhXcVGQUY5T4Y433GCZ1p3jg3d+pG6OI3DoOtXltzTp/G52JErK8eHULX4X5dSMQGG81XeiKqyA1FYGYwEW+WizjQJ4rCD5zXOc2lnOt9gGGKc0CDnTdmHsUac98ANbcJ0D1rrCdVxILqquP6Oy8Zuwx7wyA/su/0GYrFxAtMPivz4MbA0itsSAGw6TqkYlzCuKTvmG+8pewbxnG/vGs2ITOP+g9/vYtvsLdkiCKPkTwLdCd0tZAE90nbBfVaE59i3jgvazCDLB+2lo0LyDo7fflr35p+/9WvTnc1R4RY04iZvCwigi5RTfXtt6Zbd5QLpqqLzz3/rHKy/m768Y9+IJBFM2JkYDcjTquXpWLx5m5Zv39ikIWuUd6nGWQpJ+tr6vP19PlzBvXdGN0m29Itxuv0vunCNLtCBQ8GSNs64hKqm3s8+BxrgHnQ8azz9jGjlrQNWj9MkOUeVxsP61+/FMiqc1qv257T8XLzWm4c1qNy9NqBjxhdFuHXP8hZArIOGMcQLTVersOvR4PGoa98919VuCACN9ZorCP2ZFUVnJUnC+Fo043+p7qgSv66T5Y8WccqXNDu7X09WVG+zP/6lcILpjezkCj+5gmJhbd/YLjvWHhqqhpgZVjxMli4xJXfFiuUTQAWQOu+AFZAlpgynix9hzcikc7rUMFda7YZLjgvE9edf0CoYL2pdZu/cwjg+sxjVZN8VaEaPrbLwDMPWD8RhhLcc7PEhLw1UIpCRbhhBHma/Sbny9NuxaESesubVqI/8z4P7QDgVffAEmTO44nyWpYn6xFV5txXCm+WknJpCwD4Msgi+bcZRynMqxncmP3ORxg+PghkGcQNx49hoNCZ/yt6a4WqlcNZKUUIlrLnnI1Slo1PrQC0F7QXvO/lNwhkuQDGkJO1F8jCm1WVtRDUDl3Dy1EFQ+LpK7poep+BlVdzNnTYFwXTcnghvIUx3FHJ60vT3//d36hi1RsSiniyaLTaIMsaf+h1RYtrWsiWapCVcMFb6pF1A0/WQ1UXBGRJWbDFXACLwhd5Ug1QzyP6XE9zF1cGF8g6+cz07MtfFsj6k+lFgaznjkvxvCnAdEMFM6S83FQZ9fdVXZBwwXfek0fphhRL8RMMSChKUjV1fhX0uB2QdUh/H6KHlj1ZrfQj+EeQFUUrhVmi5HaOVnudUOhQHlz4Qh41mtZGmQxQG4OFe5ZaMezXpu2UPmfuBqCj9QPsNN03OGmwNAIq8wd7S/uZ3YVifBwvFICq8hP5PE1s85kL4tizA29DFVsL7R4rClG8HeHl7d1yYQPvt1r9AvHjBg+gDHhZcnPiJejvlhDG9np1GGdmD/BAyKDzEMsTN85r+ALrmP0f723llhX921NkDwbtEKKs2xPsCwDIw5tTVY5JXQsE7vWaQkOvXL3qYgZ5bChlvPfe6+9K9rVMzGIFELg1C82IodnkZbkPlIBBAJWAEHNGCKTOl3YVGCdkRMAQIMDBfLr4SYEsPqflA8DFnnKAWuXMca54EWsN7SVdSr6HZlK1lEdXj3S4puaNR1eyZH4BqWnyrGtVpU1AdwrFZF7ntai5SuXJhCVaPumvGBEAJKl+6OXgs8rNpbG8e3gpSoe+S8fV4mLtrV1AFuMir5U1JpIHLxpjA/TR1N1yBcDHntOf3sOa/6tX1dhc12HcJ1xYKMWzHHKN59/0IaOFlB70JH7/SPyF3CyerhDJtflOnwOKuAD3e4P8QJ2H4htUiF2DrJHGwo+SkwXI+ub0RUBWNSM+dUJVRvV8qMifK2p+fknVVG/evm6v6zl5jH72s59OP/7hf1HINyArrWDakxWQ1Ttm/9cnA1ll0EWvA5C2J8sg6+sCWednmvHe/BhkWSfb7xE1/IDFKt703zLIiisHNrw/yMpMRXZuGt92gqxXv/cv1zlZVcXptjxZ9ESh1Gh8eDq1w1sKgBhkKdSF6oKbIGsofMGGdPgLnhcslYAjQNoOkBVGGCtcAIf+4xU+VWDLYXB1c7zOG7TC3RaQlWT7tuI5xIGcEDxYgCzlZN0nXPCWQNYtSlwnWR/FYwk28y3vfOwFstahGov70ws387d4k1JRkGvs5yPN/XpOYGOeF0BBQgZX/bYKjHEp7F9WBLp4ho43DDDI4gAAFrlhvMayvHzft7yL2FoxiyIcpWVRNrKhA7QCsijjjTCrEEGFGxhkuYEvT7TbwX1cXs49mcIOhnEgyDqIgZje1hvGimsJeyun5MaU0mRrf1m3U5mtGmd7oepeUP6YCqbaidhrD9Ce9zd8YapY610bm7oVw+zNEEmEj5sRQ/94svBaaR+78p/DBvFk0YBbwl8KxLln5b15QZ4swgXPPO2QwWMFsuzJGqoyzuFkg1IzM+ma526eGviKvYQ9n7Awwt4o835ZOU4/+ckPp5+/9boUA5oCI6SfDGRxu6Fa7l8g6/4AslTCXYhJ31DpDBqE5gpkme5EjwZZKVwyKe9gekQhmnPTMwJZn/sOnqzPTM+e1NoCmG7SD+uW8lQBWdfXIEvz6D419mThpb0mr9clOcwKZClUkUbeBlneo+sQORoRo2iRI9heFifDlxeV20u+W6pCupy6xuIS1MU7Oths9ghbUCyPlfexlPKEGec4K6elwI/NZJ1LV9cez5frLGE4fJeKiPGcb3qyuC9AFhEGqdhpTh3vd50nQ4nBwwCuPGh82p6ODuXqPK36xaxg+z30Vvy1leOEr+YOxh5Z3e4ghpJlzjBeubpmFdhYfVcgAiW2Q9/s3cGI4Z5Y3TA54PmsFPVUnENZX4eeMfCxHLUpugbKHN5U/iJlvx0aukMWVYxHLU2MXGvvFppmgGRAlnIiBdgwtjD/tG8AEBjgoPRjSBHIYufmM0CWaNdeKBkhtDau6Fhredjhcak+mtA7wtQCYkIDqaCX1gTxznQBFd4HgAPc0jAdg0gaZAeYZ7x4oPEWaz41h74WNOmc2Nr/3A0gWuNzSXjKp+s91ZFTcTB8CA8bnvl8h6FPPKe8WG7nAdAh/I7ryYB8Cq/+Pp4s5vWkKrJ++lOfFi89Mr2rohaXL1/xnJ45e9ptERgX/IH7pkAK4M5tYzSP7t9ob2lCFV1FU+e8K/4EzR4DXCIT2Q+6h/uiFyoY+761tOwl8jiTV6d9hwey9k0byHTyQY4MRCShR344vzl2+qnp1a99e/qCwwV1jHSD02rjcVp7AD3pxjV5zlU45R6GUaGnp546O7322o+nv/rL70/Xr76vKysc1KHeAVo2937oIAt9sEEWrGQEWZ8vkEW4YPel+xhkmbfvA7I6/PIgkNUeov+WQdZyb2u9d6dzrTzCWxEOVvP795EnKnyxgKzoxVhMw4gpfmFGpA2ehqFPBrLYjLbK2gK+9MmKBcZmhgVstcewwseQkghfV+rzmNN/qpVOgz3/vLwUgxt88WKVpZVS7tXfiAbEBlgCW/fvKGzQOVlY5mI1dQij/wuHOBhkrZWZTWK1+5NbLU8JZw9QtBZQwnF52Wm7d7hb1An+j/Idr1UKNmDFIowwwIeDWllzry6+xxJWnq6Ew1AKTSEIgDCHzVUfr/LQ5FoF6GZFLGNoJO/z1Lg4JMLd2zohfYT7kLxbxS8IFfN79dp4RI8icrJaua6zGtCvmPMOTj0yjVLMctU8PKpRlngBtqZ69UErq/OmQSDb8ppcwiOArAF02ZPlcKScJqSZPdJPgAVz2OFAMwnsP5T522aAoZXtH61oaAZZrENCBW1BFu04fKLyJegTl5LcUtilezTIevaFF5STdV6W2/Puk4XyBcA66eqChLNkLjr8qa3PK4WO9UcBKKu+qbFpvEI9WV9Az6X335l++MO/Msh6SDl10QL5PItgXrws+y1dABaKFuGCKXxx/bYs81QVNMiSsudcTIF7hQriyToEyFLhi4fKn3qkxHLTq3776CG9656azgtkfeHbfzx92iBL96BKgXdvX9OTEtiqLqhwwTffuRRP1s0kWS/hgrrO/avykqvpsYCWPVm6XkBWKlcuICv89LjmlXmeQ1M1ca4qWAp5W+fbI+/1ox9Z5enM89xa+Aa5N08yy61wpACR5KvMNG/v0hJS6D1lL8hmuGDtMyOZ2nF6Td+khOc0OOPbhPohW2Jcyy8W3s1H6cmUfKAAoyicnGvO00IBRnZwnfYI1cZvENXktr7n7Mlt3hx+Fa/ccgxzgDJP2CyekzlckHWBFzgcLHk3eFy6QS+V+1xlEKXe8xEQAcAKyFJlOF9vAafJ60l7iOSNLd8zrrvV8LxDLZd7qF1RcjkrUgDLQKv5RUBIQBa5mNUjD6+i7hNw75LrBaZdnKq8dMyJvY+AhI6IYLw6j3meDX3t0YsXhhtPtT8ZL81ztKdFE+094p4Msqisp9+71LnGkfYAjCn04obBeuTY9NuzXKvojDk03YIHY1LldxHmKY8bhqHsl3jXmA7ADJ67lJhPa4u+D8ZSFODf8eaISpWnh1e8RE23hAuO3svTMkr9/he/6N+/rjwlSrR7bgXSkK0YuqxX4QF03zD6Z8WIYMNE5cV1BA6GBKr4YSgz32BvmGZ0HgwQHit8JHJuKf6TSBWH3dY+juxvkLUYc+GzzoXHOCXd6fCps9NnX1W44De+K53rpK9xmmqJBC65xY0AtATGA1peSHWAX/1URrLv//l/lJfrHXFZiv/oO0Zm4Lu37tSU2a/7e7JCyPN+NshCxmx6sgSyvoYnKyCLPWWxjw5TOqLPMfPGGCQ679BtC5Bb/ixNtQ96xL41CmZA/vKrvt5+59nFk9bKyrbg3zTkj2MwDY9jL34S7rD96FC/LZC1edkKI1va/wz3aWau536+ArjQwJO2RkMhNe+r/Wd9oYP1ca117Yhm3DihKTM0tTEjy70tx8zztl5mfbwZ4ZXLLKBrOccKZCHkaM5H00nCUrACucJNeRe8mZ/AkxWQlcaRx6TQd5+sWGYqvKosMiVdVgRiJZNN5fEi0CPUWctU3BvuXEQwr/GsGFSydQkYABbhgjALqgvev53QweRkkS9Sm7CY2jivm2Brr9DRbadUJntgbxn76tELElLZzERpq3EvuOnQnieLnfxdp5hRtJktX6WAhhU2hywAxgKquhkyoRLJ+aoqe1XlMJ62Blq5pqGE530JqRyt4fNtOb4zIMulc11VMJUGH9iTtYAsCh7sVd5gnDnf9hAu2PuRRrKeuW1+lM20sXNnPNLHw4RN48vWt7KJ9basjCh/c8UqKxZRTpsMl5a5CUlq769nqsNZRnrdoIDHebuixzrXliWFabfC1IpxhHuaEWvuG2Q5J0u0Jivt0+efVeGL31LDy2dkdQ/IIgQIpZDnCLI6N2v2EGSCt4YfC/PCdAy6TT16FR1cePet6Yc/+EvlZb0e4CPQQ17WUmZ4zeiWCzQ77U/QFvhsAVnkZN1/JE+WcqwAWQmFupWiF76WKn7REFlQDPuwaewhRgb616m64Etfnr74rT+eXgJkndB93FW4lsJkbqnc/B3xiYsUvni7QRa5hckjTE4WnqyrMuAoj+vORedkHVb+FzxvHS5Y/cDIySB/hVyT2duZe8ralrenhT9WboPkWMK9JwAd0GJN8KJM5IOWgbPxqQCNi8CYrqsfn4FXgNJKcJeC14B63k+m/ygxUfjCu+ZiNqXU7OQPZuWLzY9DO4fKfMc8vDwQBTZThCH32zlV/G0w4HwvQrfinQuY7CIQ7fHd3mXZRqWImY4rZFLrQSNu6L8BBkfCBxWevdUAACAASURBVDAYAgJoOsv3KOyAhGvXrjmME+U59xIPdh+Lp9LbxaC1AJ5e7SkEJPC5eVGBJda+9nMbLrLdGGflXc1MYdkXWwpTKZMuCoHBoTw7EEYbkvhNQjGXdfBldEzCffN9h++1l9+eqSqjb4NS8UUiR/DsBSSHd3Ls3MNP54rBRlX+2IllMHCUQBlz5qbqRUehydD6TPc63kUK4Hesv9cmnrBWoEMbKu5As2DnflXBCEC/908iYlLsoOiLyoTuC5jCUuN+6Jzg9rRyDy+88FveCxcvXrTnkRYnWX/JTAmmNHfOGrHffA9cq0LPXdymYZ69VqFdDsND1JIpck7j1x94oGJQDDioWFx/lvDJeLgSRVNyyRelKJWOoVS7ZOddzeHdY6en5z/96vTqP/qn07nfeZkQJfEzjejWB+JdAk/Kd3UfSMlz1RJx/tVPVVnwr/7i/1ERo3fFZSnuQ89BvFgVxVHbbUvebmzDvQHNojUtyjW8ITIO+uhwwc987rMFsp5J3uEMsiraaUOBt1GGWS66+UhyspB5B6CGbZC1C6nsVug3udnmPLYHa5470842DzTw3PjCPHs4dm9vWMvfA+61DBM7rj5/BG23O2Gv4w6czx1eu/VvMpf76Yub134iT9b840WGCmT9qXdfFwNI4qhCBSscxU1F9wBZ9Mly076z9MoacrIqXBCQdViNiUnaBGQdxUoGA2AirITpCaMYidEKgFlfea7mtOjmsfquGceAh1nEvsESVDChB7Iy263s0AeYRBe+0KuA1kMxmrtyh5OfxfcmptqAOSFjzIlbUdxLmfdBPjYjKTVzXtTcwJhE3VS8ULPnxMJtEZpbiz5fYb351uMKOHLOkTcM4Co9twyysBirghZhMa4R26FDBmVLNaw5vBAacWghHLYa+O61EzwPFfJjz1V5sygdrPyUBlnplyXl2iOdV2911k2QhbCfl7n++OVBFhNaa1ZL0Rb99mQdduW4tvIuxTLs4TU/qoqCMxoPHXG6ObH9SV1ZO+Z3V7O7zcMWRQZBVBZUrMqVY2EF3aFnEoiigacEss4/J5B17rx7ZZ1W3yxCYEhox9LtxOwhJytVLRfaG4HeweNLsva777w5/eiv/2p65+2/k/C+ZaG9Bll7CZbNfREmjwV3CReU90o5WUqqEFWRv0HBDwAWlQUDsgB1DqMC4BtEoBpQHVV9shpkvfSZ6fzxgKzbamJMCDVhloCsN95OTtaNGzRAxbtCoj1hugrrUnVB8rHuG2RdEw1IATHIWrw0S0W9eLKY4258HWazCNtWvNs7FJAlyz8N1Dm0ldv6O/TQiijf91xGee/1aiUQa7eB2IZgHemqAdZcsKC/LJpeBFl7oqH/HkZ7vKNUenQANP6zErmEHfNdFP7QbnvcArpiOIjivpxnVsbxchWw4eI9Vs7R+7iHnfMuz5VGwUH2Wof247Fpowp8IOCpq7cxHgAFOcwYJ9MzKrlWAa0p9Y43uERKrOt+xsOXEN/iba2YoXgXoJgVpfpdhyWv7XXZG2ulIgCpwwVn72cBZK97zXlAQ+ac+YgRqfII9R2/BUwyrx3qx1R1mJ+b7xLiWmCqy8iHGrPWC0lE5+i8Nr5pgNUe3BFkZ0wB302/HmXNTwh4oFjmziBlmY+A786fC511dTl7Em0hTR4drWlIhTiicumbtDGDrPbwxsnme8Tzd5/oDN577TNu1tbgqmli1mBrng2W+lIBWA2yAGzeF5aTofs2fvZ+yRzzT/ZdUgBy7ZyXD/vXetXYj2qstM65p8amd46emY6ee3H6xJf+u+nz3/ru9NTvvOjfHHqolhfyqhH2YGDG7yjYI0PpazKS/cV/+rfTtQ/eUu7YHTit+wVuyvIPF2TF25E9vwmyviaDoUCW25O0J+tjkHUQyPK22SwYAZ0O2+mXBlnQ7L6erpDpRw+yuKn9jfLDbdde2/yEmzkI+A489Mt/9C+WnCxNq8u3i5E2yHJowAyyKiQkHEWNhgOyqCq4F8iiOhZx0ORkyS5kgcpGdalu60dYVRh0CeUGWXGaRACYeeSaYTa8L6BlhhOGOT54TxhPW5scw+2QwQJZ9mjxPXHfgKxsTHs0yhU9h66VBari9GavVBPh6tK+j/K+ecAjqfbEZ4FS+OOgxdqxwBsf+TTjZTbe275cgtOtw0rwuz+UwO/s4bLlCw/X0r8La5hnFoubKxoiKJZqhiVdakTD/RbIQrG3F4uQQXuyOlyQEu7kwyRca+/HsjN9i1h5Nw5+UpC1da1oGaGtmscPDWSVAmzFoQTxwSu6ccSwtvmz9h9/tZIx/MQgqxQm/sZK7MbJgCwJzA4Zuud8hPTJOqc+WWfVJysg6+k5VMqeLKp/uUxyigCkalcpnYyhAFf6iVm7WFSIrfHtB7KqFPcervjc4swR6o4JKbZWMZdwv3lbyfWPzjhc8OGjNAAdQRaeJZW61JlQZDZB1vnpmZe+NH0JTxYg65j41L1rBbJuWoBfunzTIOtdwgWvF8jSaI7L6ATIeugS7gJZVBd8cFXXUhn4oYQ76zeWLXdehffVmhdkbaNMjCAjOS0pU2xqgMY2AMOsiOoUydeox6z4leJb65itxTxu01QrtmN+VizBPvmKWBNWXt4P00YDmeJ5s5qYnzXHGPl3g6mlnHdAWN6vQUSHOwZ8AbKi6Pt+SgnOXq5WDEWZrQC34j3ehMdCVdfKDZrDBWuuA86Yp8VglobsHfIXELisAX8vx473mr+L98yCpH/bICtz3MAsE9fejVFzybm2rL3Fi11hF482IYD8x9pZ7A4hoa4sVzRgWklJFZbVAKKLQjDPVZzCoX9Qgz32McDM8zoLyYjwcS6bprMWi+FqyaPLvfRvKtig5gJwmsq0IwjuYimLZ1MAe+5lVtUSNdoURAG0JfzReXTl2XJlxNOnUtBD1XvbszrSyLgnCQdMZcZ4hWP0sXLTykpvvlJjmM/WBXqCsj8MRNEfvDBpvIax2qGEA/3l4E1+URtqkJCPtPbep7reArq4Prle8CU8+ifV0OLsdFvN24++8InpU6/+wfTJV78zPfOJT0wnztACQzQhPemQ9KkTGs9RPMzKUX3tL//T9P0/+1+n6xdeV6OMm9NRGa5k3tqWpSWw9zJOP5knK6e3mjaCrM+/Mn3tq4QLArKi64W2S3EfPFm959qTxd71nHf4oAHujn00EgA7bUclu1V1QauC++k2u/TWD8mTNVx7P5C1hAtu8vENhXKHhyjTUXRe/GljilZvf9NB1qZmsd+92Hix76P2N1tyBFls6IdimLtBVk7bQtEWLoMsWX3OCGSpfOlSXTCMQTvYZVFxu6cZsQSXQEVAFjxI58DqR2xwKbouAlGhMvZv9Fr7tWwk4RnhSGyiYkyzsKqNZa+VGHE2YzxVDbQIFyQ8ED5GyCC9sxwTX3G5c0XF7NJsFjM/U1N4XAGkkUk0428+V0GRg2rRdcAc6Fd0etCC7b+cnrqNPTG+r6k14+5CIvaokejrMEJdv+KLu6BGgykzeUtd8pKkaFd/Lv62kI7krAFiNWsqKSGIACtP1iEXIOgy7qksSDPjx7i75ZCNnWAyqJvdL1xwX1bXEzTMo63fKA3ltZk9WaUMp0klikoplaX8t5IZDp/Kb+seWYvydcCNL1+Pa1s3EjCzrRB7PwyhgvRAoVjCnJNFLo9DzZSbhUJFZSyBqnPPPj+dbpBFGXclPZOPQhnrlBYP0PI+rjloxbE9AiPISn7O6LWdiX2HJ6sKXzhM1yrdPlOzJoDQNMxkG2S58AUgy8U+EiqoRCmdPaGqhFxZgbBQbU8WIOvV6Uvf/KPppZdfmc5hgxBoiifrhgS48snKk/XuBYWHqbogDdyh+uMOFwTM0oxY4YJ3L+qaAlm+pvIr4JmlbLeg99zpt3y3CZhbmW8Px1jBbgwfs5Ja5xkV+/UktsU8NBNFbqEfh/jV+00ld/QedBEMRzeYD2etlrGH5ucx+b4WOmju53WriAYXfhiU+x5f5yiFjvpuGuDkgzE8MJXe4m32PihwOo6vFY4GQbxvMMdxvS40ge8S7h3G2b8d16nLzPde7FA/wgpHKh69iZsbe8mxWAOzUHpL3L1A1rgfwhxGxY5fI1LhCfG2Kde6imh4H3utAjYi/3RFs/PFu9gg3nK0Qg0T0rfIrWXe470JDWWtOnyZv8e1cXW/ykvi+IjVeKqaBhvYR+mNV5CIis4dZzw2/FSpfdbDQJKqgegZMvLCx3hQMIZwN/N2V/RLb63kr6bBPO/d60oA65SbB+8HspjbVs7jzrI3umSCAZOVh8xnaCSepZZZTUsJ1wpPX+R1cvuiCMfrGZkza0KZYxN4feffR1dhez2k/1+fG/3J/DVlcg7j0Zf3SRlW4k5nFDZ4bHpAPtv53xbA+sL0/Mufm35XVfvOnHtuOquCSNzWKVI/VAX2kUDWj7//H6b/93//n6fr7/7NdOIhIEsl6SlelBEsBsuSWR8ayPLehqYXT9YrnxPIck4W4YLdO6x1Q5PVTF+9R5KLSRhnwi0D3uJV/ocEshb1pfb/BiD6lYCsTVC6Q4TvAqULL4wKugKlmzptA9Z9lLltA9ZyheW73Z6sDdUyP7SQHEY5X/sgnX0xmihcUJ6stjaiCsyeLCzeJI3CrHL57nvQeShHFJxLz4QGWcerGTGV2MYS7lbQKi/oaAEr9CJXebcLWsx3Blr1xyJVV8Lc9wgjIRegbj6jw9JTRMYmRGhYeAOysFZVgrFeCZNyGXdAlsr1JKa/ywWz4aJ8+VKENKCAbYVzID3WRMEidpPGTp41NqvzmB3C5EqRjBHYNzPS2hP/PTK0XT9mnjroslYyhxkgVbx5CTg+i0JA3ladzQp9AMcxQgxpkmqLXQkFBKS5PIKZ0CMUDICbOWEVvhg8Wc7HCsCaGcCOTbnrXuZovOHL/aoY5X63vV+rc/ciDR/G+p1y2pTPhaatSGA0GHKyOqyLcLHcQluixja6gJn2/Fi8PfEa9w92KeKbJ+tchHi0Onk8fbLcp6ryee6h2FIWWSDrqXPPyBv9tACXPFlK5D6lfJQZZLlfUwrYuGGtaMBgfFCwW7E2L0GMVx5aK1XjGJOT9fb0ox90uCAgi3ys5GQd3pDG67cLK7ShWP9serJuyZN13+GCeLJU1Y5QYYEsKgw6H4tGxPZklWIFne4Bsp4WyDokkHV3BbJU+EI5WRcuXJ1uXgdkCUDpnp2TJaXlQTUjxpP16ME1nRtlBks3oGDxUjAnMd4Qbhgr/y/6SE+28L9FcYs1NiCpPBIALKi0oxO8/yuEymNY8g2bjtqbAK8KL02Oi6k9LMC8IK/FN6GCykuaacPHxrhkhcbaf6z0Gc82aMpn63mZQ/cGGTEqRQFpfY8rypvDDXt/u8pcN9D1+bI+KOFUA0xD6Kq+OlilZ6BacmEGxHVMe4BWVx/WqNdpl5ekv8uKZkz9mO+zPFmjmMwxaws8820QISMi8txtWe5IpiPXqoJlAM6Sxzl6hjz/BvGLEppKgSnP3sAp54jX1aOe5cjSn8qREAAkrXXrFh12yBjHBscdokzeIUW4EqIo+VOedbxnd1SIBqOwGxIT3kfVQMBk5Z+a06raZYMs7p2ICmQeodBzxcoKFey57fLrBmK65ma+ysMuAlCKu1MevBCZj2TSRTzGm9V05U9rz68FnluslB5geW29obyVPmceabpdKRW5pEHN1t43HbAmhKi24bMMK/I7AbRKrdVVVLxF90kHrgfqG6gAZhnPz08nn3lxevrlVwW4Xp5eeP533dbjrComnjp5dDoly/gP//OfTX/+f/0v0633fjadeKT+WYAsG01LD6tb/HDDBXP2Dhd08RAZ/1757OcEsipccCh8wUxlS5Z+6HmNUhadDj2kgXL48T8kkGUD/wyiiwNYd22KKRlTn+w0xnsuDlDAZq/dQmvNb0LjRKYN1+R6G6c8CGR5XVc/griXc5q77elR63vfvu/aOsOMRJ6sz9xHZY/O+zSbbjna93iQnC6ezaHIPIMsW0eiHG2DrCFcsIWEhTFueIEsdf8+fkZVyE5LIO0AWTA5+jnNhS+4inEUoA1PllLW68nfs7VQ5x8dp1xvUV+1GO5btKjPmYYQVxarq89U5SZbKAh5IMmWrvB4skJcLH53fk9ydcVDm6GFQc3Vq2oJoCDTN3RQA+OaDuMR4yfn5RHArQxZUUEAWAx7sXKWHXtc4dXfg3jtK28d63s/YI+M35fTamtzhuxyovaUzBcrQBbgQRNk8rgCrlI5EaIo7w4qJ0IcukKJIhSjqgy6khzvHao1bIgDxt/jeFKQxe8W+L3HNHsC11uulTB7s8hRE60vOQNLfkbmjF5Qe4OsxbuVDbxd+GTP5d/4YrF0z/OxrWXNYVKx0Kb/DK0YsOLypACGvVvaC1SXPCnP1RmFDNKI+LQslqdVacpJ/a4wGOUFYNl5JYfI4Rm8E61Em6FY2U7+nkFZ5ffN42W2JNjeV3XBgKzXXVod4Xx4VfhiufX9QJb3u1A2Skr6ZOkJyHok6zVVsqRkZE9S9Y/cL0JasGbjSZVndfZej56sJVxwAVlX5MlSKW3N3SVVF3zbIOuKShuj6CnnSmxCRnMKxvs695THdZ8Kgw+VBK98BRd30fcdpjQubPL5CgjtWM95P+5FvhZwu62vUSTso5rXzMpkKYYuW81uNL9MFbnRc9NgrMHHCLKa73j3N+CerfjtySw+UGGF7cniVqL7FBOte2ta6lC/vvfRu7WAyMiLPONB83nrs3j7lrG116JBI0o2f5tXM4d1H5znmFob0IgWkNXA86Bd2uPImA8SxDlb39fmuf255+iXA1lWJit8mD1/V5Xi7HnFSOJKfeFl43w3yOq5LJXDMt9jRha7Ym96TGF44d5dFKPBskFWDJgpaU/VQHI7U+qd9jBwZngMZdITPSMwJQ8U+USnVY2R8uZ3NN7b6gsHL6NQk0P4xI/IRwRkPZIsd9VX0hbEq3hwj4Q2uq2CKgSe5HONhXw5ro23CS+l88dMguH9lhP6kzlxn655LzZIqTWZQdYitEzXBbQi5Pm5iS9LS8imQeisEMyRMCVBnFfqOeepf2w8GmTyrN6ZqFveRJdaPGYsEP/j7mJvj+1Zcp9UYqWYxyKxBHx1+AN59x9IPhMWSDuL+0eemg6d/Z3p+PO/J8PbOfUBk+HtFFU1T0xPnTo2vffG30xvvfYXatR+YTr+6JYClyjjjqEs12m+/dGArOQwMp+A4pc/89npqwZZz6aKY4ULLiBrmaPoHXm/RAeEJwZkLcapLN7ux687XDB0wgZvINnjHDXnRafepSfGSxo9eN/HDLLW5/aP9wJZGyc86BoxLIzjaPpfTrTydO0Y8Gy039Dn5rnybx4HZI0nj3xZHmue3J+vNMjBcbICWSYwWQZgRrddwh2G3DG27cnKpMKIj6kvBCCLMMGTZwSy9PdhfUZBjId2U+n/OSerqgvOIAsvVrxZNNw7qsskNytDtpDRvfDW014MvgmlwXs5pksg1UbidzApmvZ1OWszLTtWZOVGsLLBOHF6Y9Bbwl6vAlidm8XVzReZ5Nl1FkXS9N1j9pvErXcFJ6xshEMQshXmijJUXp7wYd/dXgI5lkKAWc4dJr69GXZtnv02TM/rPNk7Djb427jUYpH2wmImTL5k5ce19TIAKxWluFuXcqdPlgtfgGwzF+O4D9rjPcRfGciCMipcEMUYgGFaLku/LdXeqy24DDf1ftOTtTCKxQv1eArY9rI8HsiKMplQCEBWVxekdPoKZBGqq3CYkyp0cUahgjSkBGSdUc8UGmnak6XkfxQjJ+/jxUMpr+qTvU/n1wZZKDeAq/Zmea4GYhINfHDpvenHPwJk/b1AlgS05o5SxfFirQnvFwVZjwSysOam309KuLucukEWxhSAll7NC1g9FTk4oXDBTy8g6ynqwtzFk3XZ4YLwxUsfXFUT5YvTe+9dma5dVf8sNVM+IsKkRdQxJ69Qjpq+Wld1zRu5jkFWEv07xK3XF3i3VNbbb+eGX7RCPHs1SmlwwZ41py9FJKFM7otVp2+g4bBf+CJef/14aVuQI+diDPW79jhYwQlTGsBJFPDmE31Pc9ho8bB5dSP5wguGcTdYaQWI33fYWId/9yz1sbw2oOfvsehFrr9ULOx7R5HuUDnOv+xPySTRPX2hnhRkHbR6m9//IiAr57ClcuY/y3nXnqzW2JsnkDdGLnJJyhUwXbyJS05VcpzQAWIksFdRCwjIcQ9NvcG7RCoA4XjO1OuKlaIN/558Jc3/CYUgw0Pao8a5ALKnAVmuaKweUvJC4GGjPD48hP0G+EJkAJhOyZibZsSUQ09RLrdPqEqwzAOfI7/5vftQCShD43c05i7a0bTinOOSRdzXPKNEyizKxyAq0w3KnH/mVTGeWtYVwDII8mFtjO1iLlUgCV7Q6QZWdIe86fzMaxRemLyqUQG1N8t7pjzI8JBKs2idIj7jUdZk1aNOcN91w86jSh4vET8xXSvix1xZ/OG48ltlrHI0hn5s76AimChg9fDuDfHtuwoVJEKAUMHk23t+aqN/NCCrZZxGKJD10iuvCGQlXDA5q9UOgRF5OCMQjdLs+yxA5dBieNoAsA5U6H/NOVlhnyzmbybI2qp2eICSZ+1p05PVgKAY3IFrsgGumi/Oc+UP9gdZ26fYxWfXOtxWXuHBIEsMr5tdDiCrt7oZyACyThhkKUFefSHYgIAs0BMeDmKik5M1gqx4sJy2pdcjDhnMZ5nT5C5kaxTQgun5q3ySezB3qg2E2Gn3erGJBlmVb8C3D7SIKX/KJgsT4i8XybAloyr7VJ5Ab77CBXVNmCrgIRuzNQQDO5c5jWCyd8x5YWkEOce8B5n4/uL+P1jpdl+LDwlkhQGuCWcbujGuJtGRVBkHAkHWL4UGtvUtjD3f8Ud62RTIopQy6HYAWPPa1jU+KpDV1LHSPXfd1sbOYlgGCYTUyOJ7TAJ+BFnt/W1Q1aKwQzBKjA0U3OvXdLs945vD2vV+k1ZGxXBeJYOshL+Syz0XvqCyY3my7pIrB8iSddkeLIOsM/Fk6fWUFCKszGmUGS/eUlWwiqFAv+3BQNkuj6a9gBzPkzLIszer9qvo4IqaEb/2X39gTxZ9047qt6KoJwZZj8Q0Ei7YzYgXTxYgi3BBh0gaZBGWKK+TvFg0PrbtGiOMyyujdKS6oAtffDOFLxpk3RPIuiNP1i0ZoC5dujL9/N33pvcuXBLIUg8tgS/CAcnJOg7PwyJ8/6bCsgBZVJsDZAVIOdRqAKkGIpoWGyQqLG5e0xkRlTCFmjAI4ZmkHL9LlIey1ypYIg14dJU+H6P9OlYwnPNoMGgBTMTkumpeh3mOQq2LBDi0ujwW7NuFBuIF4D2XT35nylgbTAy8st8bSOFNbMUMHmoP1BJCCD9J3lZ4aO6lQSARClE/Hcpqb3p5J0pL7vA29mQMaQFkTdsNQKKLRbVNRUAZGJp+H4NHH6QA7N7PFT628eV8f6Vkj3s7fwOy6nX8rcePMW+hmflrfUaUBUAGr1ZkYB4zYPe9LzlV8Av3k9J5j0qWd/VAV+ykobHGgBfpiAxueJ2YWzxN8RKG9+DJgoeepBmz5p2cUOeF6Vp4DKlgire5+1a5sh+l3XUCFGZXPLTnjXL4CWeNMhy6j77As0NfU/TA1TwxkFHgSf/d0zjSZ22p8on8b9bfmMMyY2TPDiXOTM2eReS/kVB5t6DBxizDeoxSFvK3XPGQE1RvmnGoZa0D4+k1adnIe9P7kONaYCBerKzfIoMyJ1G+C0hwFEUuHNHTpunoMWkCTwNmDDiUSEVv016pEFG9kXtQxlGe9vBFzp+gjxhzS7l6wqELYDEjvsJjgKwe+669sRgsB/5Xc7wOFzw+gKzzM8hiCKtwwVnGf1ggywuzWu0Vm9i1BzdudJNn5P2orSy64uYczXP3MchaWNxHArI2vXdcbtHZd9LwYCw+9OXv/ulcXZCfonAshS/uuN/AQkYdjkcuByEVim0WwDohF/JJhQoekwvZ5b+Jm6kQYwpfOGGekCMq18FTkA/iOEe0qY9oMAAtrDr5DmsJu7hyhRCwsDPzjN68WG0yqh4bAGvOO0JxqveCOlLCKNSMbSYhh/0Ko2hcF28TwjmKS8JiApjmviWMq0MFuLgNQN5J875wuGHlGBAHn+IbFH8o8IUTx46cCAks92NcfnuvxtcsabxnO5DPTv60S/leH6j7HPjDyCqa3Y8xtv3bnnXCsx4Srz7He9fQmrEy2gpBtSDAUqxXSNOMhOZz/N0X/iXz0nYz6cf8tNZifXRVrbJgR+jjmRk8WYCKeoYOuSfuKDHpDl+Cukr4LudewOse/GA+dBvkRiiOB6zS60fFE5BV4RS2+jq/EsWcpGCa2VJqWHtP93ZSfbHOqD8WIOsU3iy9njyh0BDyH/B0ADbxTBL6W2EmKzFQ4D8CJvMS8FDFUtzsukNuoP/76q1yaXr9b14zyLovkEI+E96gzq97LNBtGtJ/Blmybt9PuOBt+mQ9FMBSnywsYyuQ5R5ZgKyUcGd90thyF8h6RSBL93H3mgDTZfXTu+4+SJcvXZ5+/s4Fgaz3p6vXAF83dZ679mQdJ2QQfqMQyPsqgEH4jcOl9J8LX9Rc9v4MAIjnd/EUz5vISz32O2kvzc2bKq1cifrNHzz7RZOd+9UeIB/TfXusgDFn5BcWAKq9mEaw5OARSlWeiAJUS97MAoD6etnTBfYKcIcOlmp/I0gyoNRvDAIrgmD0msVCyzmzX/izowGio4bOWolkxgzmXYyBd02hGcNm3pH7gznsdTl3zoVEqEqqeLMKZHUFzQM5yrAx9laPlrNsKlmbfHuTR6zDVsZdGOXMHg/LlbqG7y9vOl+JcDqKYPA+LTkqvL6iLWbPvb67T189eZJ42FhKqLgmDa94NyV2eXwZUZ1Tpekz2xGzrQAAIABJREFUSDp6wqGgHdWBdwowlt/SF4yIhipkYZCRMDNCGJlzhySWHIWvjN5fr79teRXlUfBiFiW+3/bwEARjwiwxDb8ow2YrwbyW8s6vZgcPc4Z8LmbUQCubsoy+0KWPK6obBWmdM9Mfpcx7wr/PuFZ721KkdJwtQqtval3n0Kv5HuKFceEwTj/LtKLpthLbrYPsz4kyS6GdKG0Bqo59JmrB3isMRzp3hRjjqSSS5cQJ6kVzrfJ0hvrm84Ual8dIrVu3t/ODRbldGXt0LIbyLnxBNciXXvlMFb4IyCJccAbGPk3AZqwPpeOVnjfPFef0vC3P/caZqd7/rg4yvOwGVes5O0hPWCLZMpYcv4xrNmDx6Yai1+9X0XBNF8OteS7n93vc88ZAazTzzRx4H0W3+895nXXHfXjXV86W17AofEEJ9ds98rr20jksiuYIpeyaNbjepIMFgFk1ORBkiVhb2cvGjJWRfOmj2mSAq5OK0SVWl9BBK1fKX3kE4xSnB2TBNLFuBWThsdLn2iX2YrnaYIEsASzAlkPqAFkwstY3ijNhtY4NKexhZqyehjCPxNpKyVRIkNi+LDL53J4se2E4NedupgbjJ6CnGLE3H9UIAUdL3K5jcA2yahOyWIQZZRVqSQEUARU80wAZgEWJWKrhpCIOrwFvpayX1Wlzk/QGQWiWzhFvEYu3DzUeCLIObo2ded7aTxFYSLmHKNzWrJdVGDf3skI5D+eL9S6hLmbH808P9ubtt/l+2e92WZTa0h/Lavrc2Dtnq2ngzexdnOczMN5KQ++VDbTUa3MQA961hl3Rsu93LM/dx1NJsxUUFClXErTnI6W/HzgnS/StBaAZMZ6sMyp4AciiPxaVBSndfkrhUmnGHCtyhw2yki3+FiHtyci+LOU6cxUFd54CCEH0f+3KB9Obf/8zFcB4Q017E25HmuXjg6wIzL1BlgAWIIt8S8IkaUY8NyIGYMm7hHfVll1oErpW2NOxeLJ+n+qCgyfrPp6s29emWzeuK9Tx8vTOu+9O778nkHX9isKQBLIUhnhMgwdoHZUVKQVGbmrOyVNJzo+9VQWyuhLjHLY0APZe2006WYT/w8kgqyTjwgsDSOAPyasKMOnS5+0FXfJLMx6PpcaGxzZl++NJ6AIF3YuKUKxU/atQ5gI682fw/IHeHVZOSXV9NjbC7eqcHp8NUxuMBloo4NkhajEyoSOtj92L1828E/pzHhHFj6rvoyVyZjphQotXkOs6VBBP7hPkZG3yoI4c21dp2NA8tkHW+l7XIGs8s7lpPhjCmEYgylrGgJrG5EhRN1smT0priiEGwAvIosgB/I7Pkj8VT6HbOCDb7SmPVzH9E2mbECXVc3f0pI8LsA6/x/jaKj3CLFgovCHgoPL4YAQWdgELO+fErtI6zqOwUM96ztPCZ/WdeVN5NvzTpAnMYT6tZxRR9M8MnuztWeglilzrAblnVPqQ5wLF0qOrdYoeS47p0/n7WHfDy/xVr2X/HmNSjGb+rtUN32+MFbnxVhKG83ioGJMsrXJc6XHjNOVz7lNrK3lBkZGjVJh9isgGFbs4o6dCO88oX/fMU2d9pvfeuzC9+/Zb0x0ZnuwNq9kfgdZ8jV/oj31AFlNWupRBlhrHf/XrX5vOES5IKGuV9/e0DIq3ZbMnsPJQ7TUvAKY5ejKQtcGzdtzjQTJ+ez8P69SUcAA62eSHu3SZmapa36qxmiw8HRs8daQXk9Yub876hg++1/3nawFGexDLMM5NQNQsr0HWOnxv0C17rXet1cbc9CGRs+PY12u0e7RlVIEtvPq9fxl+0lbByslKnyyssOmb4UXaE2SRJEzzPjxZa5Dlamw7QVaFCmq2DLIMsABhYtg8bSNpvrlY/9uFvOnJCotqb5aEKeXBDbD0dOhiQNZDLHeEHhpkLezsvkt5xgrIp9y3QVaFxiSsBcuTKS4hLSPIqpmep59jbKVF4Sprbf2GnwGyrAgX3ySwzteeEXgxyroWYYddVn4NMLM4a/owt58f/nMotpF5PXjTpCv9BuXVW0eWV2jgCoh1GOIenqk+2xzmMEqvPfbWr+LjfUEWbQpE266QWaFPeHZ65r13Zp/oNsjq9dlUFvbuD5I73mzsy6KOnqxWOnP+gBseaWxazz1BljxZGDwUwnOGEEFVFjx+Ug2I5cE6rs8I4TnZIKvC/Vy2GQULkLXil2sGxDjiKVgaW8/3guIhAXjtyuXprTdfnz54/22FC6rwhUMFt+P59157az+5341wwXiyBLCmEwkPtveuc7LiyXokUOQcQSsm7HtM44QLnp/OvfT705cFsj4NyFKbisPkV92WJ+uWqgneuDpdvKgeWQJZF9+/OF2/pZ5Yyik7LCAFuOJJ6KDDMlXR0HlwGyDrKEo/HG4oMjHe50iLzZf7e96zts5TGQTfyPa7KImLBRXIag/N6K1BoTJ4LuMBygpeW3LxMCpAVWlAe9t5LmmCDFjfC2RRUGGhQ9OlxtuNgBP6VW0NiqZWYYHFyZqON8MndxknZiuthWd5x2elE05eHmmNw8YtohMGD2DP6zjnAEDyjE6owubYjPhJ+dCvBWRZhiw8e+YJunfKt+OJ7ebBePLIiSLSBJB1x2urwhBam1OiAV7dU096APwNgEWIJbzPitliaakQwxSLgD/AK10inV/W2nRvr5lbRPOoVU/7hpZbjgTYtLt19T3OWfJ7BhyGLjH4RaQyxoYzxast7yscz57UKOrRAgJYZnFkcLfI4BlABBXNY04gSxIV8nm8463Ix+BbqMhfhW95v5bSmHxvft9jyWtUkcUAkONq9mYXhF16awVgVth8gXzvKyY6KG1HyptlHlpyHoMY+1X0/9ufeHF65TOf0+snLQuOytBoL/exk9NTTz9lg9hf/eVfTn/+5/95unr5EhJhNqT+ekDWOieri9l4ChuYeu6WXCy+67zPGMo/BlnN47qP28IfD9YX9wJ3I49dqQ2bDLX2w+bH4/uZ32+opa3LR55vnuHJQNY22Ot9OZ53zZy2AebiCDHIGoWXwwVluTLIsvV76QAfkJXqe/FkKQGSRsQqeoFgJjG1QVayZOPJSpgBcdsAKACVWJ0LXRAuGIB1xCBLv3e4IFZYLE3xOvGYFdQCB1FTlke7XQEP/k8gS+J0us97obhUINP2d1VCbSbzndid7OGCUTb/0t9p4iqgVp4sl8OuvlqtGOwLstjc5a3Cre1+UIWiXdGQaxp0hfE6TKGYqm+saMUeMSeklgXZIR1hHTMxYWkbFAsLi6HQQHBPeRlqygih3P9RIGq/gzZBVgOseVft7Z2yZy7D+o147GIQAQsKiZWA4WmDgT0Eiacfgc0ukEWy+KYivLh0SuDuc/eboMzX25iwPmYEXFYeoGfnZMlC3eGCc+GLJI3TQvSYFMkzAlin8GTJcolySRWwk/JwdSPiDpNM77RUpZotfvbGRsHtR8+bQVkBs+TqcQQmSIGsyx9M7/z8zenK5Qskbui+qGKqEbXV8UC6iLLSj64uePsOIYNY5hUuKJDlnCydl5wsqhhOysk6TMNgvT4U0MqmR8mgoMcOkKX8UpoRP7j9gcIFr043rl+d3r94cXr3nXfl0fpAOVrXBegAbgJZ2lNH8JrbY0jOCqWnabqd0JX2ZAGy8JY0+NgEUl20gXvrohEcMyrM5K/MPV7gH6WktU7VxwdsZ43y2UJwGLKcs+Im44k2wGt7Ql4MCp7wXSpT3nMxpFsqgZ0KbRQM4XzrAgmcmbwdh+yVsajvE37UOanxjEah633XeVW+jcHyHOt+MYsa+2b45FwZz6y9lXZGkzlLKfkqnuH8u6qu16GSxTt7zhLmqoJODhNW0YQ6zmccJ/AgDgqJHnDMlgV54/zbfGkvvl2KwGw5jJwzbdlbKGDOGqq4hD1Wes96I7cJ5Uvhk4BUF5KQJwMAHlpMCDSgCfBt7/k8jKatDr8k9ykyqkMRIU4rsz57PFaWeAdpXIEiA19Z8pXcG5NRRTdm1CUOO7Ki8qg2LPKcDz3AY4BGO69xHkvRTHk2DdxdHRGmWj0dkcHNy6w3FKiyTG4539bv4o1Nw0VrS5h3gFy3YPDXQV+ZK99nAa4Z1PZG4LgYjX1gyWPeR5+ocD0bS5mXzE2q3epbl3n2n7qcuIF4wLlnnp0+9eKnps998fenTwhoHZPRLb2/KiJB/J/2HuRjff/735/+7M/+ncKnL8ZABtDyNYsWt7XdA3bD5tcLrY/7gLNDYitP1ksCWfJkPX2O6oLivas8zyxuZNRiiGkP1seerG1d5KMAWQcZlUOH+zKF+fu9PFkb1t+s+wbL3OsaI1Bbj6LpuelzzZdCWxvjdkSev5kOffV7/2r+lgNhqghSGPIMstiJBmZsSiyR+qHeH1uBLClnLg6QvANvfBe+qJwsKW7OCYCh2AMEuJJtxXlZ2sCArIeKxVbiZSrwYXVZQtFaifRgMxwzkuVRG2gGWQkVfEhifCXHo0fBayjIsYCsMOn4wMLw3GOLuHGHCyaUJZ4tkkOzWZkr5who/LseM7zgfFZy2hMV4cfD272EQKsGsfxFSEW50HtbXysEMjEZphyXhHUVD/3KgC2gzRDAJ9xWypeKRh8FyFqfM9Hne6gZFiZPyHM/osP3ssA0WCBkKHkGiydrzpGb910JLu9owBWhaMkEtFV2VgCXDXoQQ9k0JGTC1pM2Kn2jscQ0W2GDqcSVnncpfJGYdQI8AFlnnzo3g6yjDvU5ZoB1Yk78T6+gNCCV4mUvbIUk4imzIjYq8il6wvGxaA90AAjRGK5fvaxwu3em69c+EMgC7Gg0gCwTcKkVRcNdzau2/qycWTFBf+B4MaTOybpzR/lZD09pfxzXU0XV3ScohS8AWTQjfqQGwY8oSAG48x7EoKNwQXmyzs+erFemM/Aze7I+mO4pXPD6dcb93vSOQNblDy6lV4+Bm5RWzyjGEDxZVBgEZFV4GleoyoJ4jrAWO1TPykv2etNDN/zt45dcoxAbfIeeP/EowQfwAjbYzSx14Ys5r8UhhGPiPMdVYQCDLIxhiycLD073NIJ+GmQBtKAlpr6rJTJu8leTf7UALwsYDBWuYBivWpTvwdtVYKyBVAxY4YEYCRJaHKWRx9oqnbloz5rDHitEdQGUoUUMfBln5cdp7l2mu+azx8VxplcMghS/cChc9t0M4B4TaD2OJ+sglvb4IKvOZN28+QRMB3ERWcW+B/x7DjS3zpPSXk+VEm6xFPXmMrO3PiqCjUvQEPJl1ho6zDIeQ7aS85sB4Vb8veS9cn6NlHBNzeJoC08LF+0KfhVyM893DDWlu0Riz/sGwlqKScylKizQbckMmOlLlXx14ZuKOOGANpwl1DtytfeQ+XhcVx7lfGf2eHHy8bsFZPn6w2PUW4qy5sXz+DxWXdd8LWOODldvysUXegzIms1+3gPlsaqbbY9wtKacx0DI+zDGB/b6C7/129NnP//56WXlNz3z7HOi+5R6X6rJRg9i35yWIeYnP/mv0//97/7t9P6FCyuQNc9NEcn+YHq/HbANstz8HJXHMiipF/CtT7/0cnKyzp1PvnG1ZbDiXIDV6lSt22zcQWfyOkch2QoXnOl8e5zNi/a7g4PC7JYx9Vm2DdMH9oaysriMYi99hiN2FETM7jxAHQz97TMZJtv199sV97IH95+vx7vGDIj6ZDNf6D04frHWmfbTu3KbZdSYB7prcg7yZJXMEl0d+vof/WtdMzdmRkzYgD1ZaUa8eLJ0YbuZA7AOExozgizCBQWyLOQqYbJBFpsysdwpfLEGWYQNSrDpaZD1IOCqc7LCGBbloBHstgKaibAny1UF48mi+hjPOWSwgNbcCJ1thyDKr824O8GbKkyE6bUgp4ExeVUNsMxX96JajzqPeYmawqJxz0u4aR3NLCMchmsVs69hBnzZu1YhMCjNeN6cERqGEeY2CkTkQBb/o/FkPQHI2n+v/cq/3cWY1iBLlm2Sviu/YxtkFQU1yCJErEDWQAGlqIUyWrHc62atNK6+NKJYPjEZbdNRC40RZN1VL6dUu1xAFt6f44q3n0HWCXmyBLIoeIGSbZBFiCR7t0CWFSmNgBzDBgMGbGVIiDLKuDpcMApuD9PhMxrDTXmEPrh0Ybp57apORnNqKelOfo8hZ46G8V5YM7TO22pLkUGWxrUNsqguKOhDXoju/5FKuFOgAk8WICtV/wBZrIXUjsNURwVkfUnhgt9zuOBpIqBU+OKhQBYl2a+p0MV7Uip+/vN35IW7rIIYBbIAOvYNpmT1/QZZ1ezSalCDLMCIAVY8SZmb8OA2dLG3A1qqTxuhA7XUfHf9mrxrzjsIcLH1x7/nn1yrgY3BjX48gqzQXqzTKVyQIiV4b+K5FeAsYGLLsJvCRiYAuvh9g6wl78sG7xpHvCfQcMr+Jydq3mel/MxK8ixbw/PS+iL5wF010Ap281Cv2ahkB/S1p7k3SfYwc5yBdT/E9HkMyLJCRnQFv3ez8QVkxfu4/J7jH9eb9asHWcUfBpnEtKYscs2V899iFGkvXwMXPE9WYk1HAUjtEenlybcEtxcxslfN84p+uV5P/nxMzpO3dX6AFB/Z4rvwMHuoUPw9qOaT9f2sS1YIYoGnJWci1UlTRCOFNOKpYo8srWjs4zH9IytDp9AmmiZX8rwUnXk7lRweNtjMlyOr+VHd9QzAehbmI2pWRo4eWbzweXSrntcYmlyh2Z9FBzIde5MV6AdYujVDncffJ9Wi6dSeR5+2QKu/Y545t7yY2mfwgM989rPTN7/9nemcGtNTgMR+MKoIVxid9UP6jBFOKv7wt3/zN9N/+I//XmHTAVm5QozdnpWPBGQlraI99AZZkk+ArK9+PSBrKeEe3a49WKPSP/IOG6etWFc5/wJd+ynj2SP7A4Lec/N22PHHtnfHFLgcWXxuv3PsB6rGcZZo2D5VbYUnucauY8dx+Fob83MQWHycOZ2xyriNuFa/3zBo+JwbOvpB67b9/a49vB7A+je1hpkEgaw//jeGlw0cNpsRb4MsNihVgB4PZLmrvEGWLKMUvmh+pH0YTxYgi3BBWVMfCGSVW5uGeQ2wnE/UzH9jcscqSuUIdngQQIvCF48Ulwg4fADYkhuNv/FopYZFGEMYu5ejvFgoSeRUBLSgrLqABXlRBbKyKfnJtuWhCXAeGx9Y86xvUo89goe7bM1kg3L7Gs5jaO9WH4MlpypzOeerqhcyTv9NLl1JTxvYeDfvMsZygOnCDHbve8stDfe0Y9ft68nab0f/Gr77yEAWwn1lyitB+RjMcxtkbdPbKiw0ZtB5L6dPVhW+cI+YPKkYhjGFMvzHVezi7NPn0ydL/WqOk5NlgBVQae+dXgFb7hUmmoDy+X36T6XxtvurlKANXUBs8dKMjYvtv5V358b1a9PlixdUSOKaQJaAD3149J0h3C8Nso7LuwbAImSwQJZAz6MufEE+Fp4sgSI8WVZmUM4IFzyhwhcvf1kl3L87ffrTr0wnCRcUyHp065KwIM2HlY914V01I35HuQhX7K2iwXZKGOONS3gVhQXulicL2rIXYE+QlXXz2sGPCEvSH67yZu9hPIjz1tf3VwSy0ki5Q5jWgqDDDJecLMYwAATTX8LoXJa7wARrfFxAG6DF5ygBhAvikfM6F+BqEGgWU8rXzBM0+O5n1YYKru2xlEIz38yGntJgPOPWnDI+gX2AutmleVlr2x1uGFpzqCJKo9cz0sDqaRm1WAeXFEcx02fcH0e0MbFBWjyH0D1zgaEhIcKbKtVBFvolbOpghrbLVrdEXy9XnvWWTbljURJBZsVt1jqSZ1w4q4BF5geCsBLafNy6AR+MQCmUOUqLggbDEnZF1aZgb3qvScBth62V78q0kEgOA9F5rKUU870VXWir1jzCtjwOi6eTE5VpNMZFT1D6PsWDxSsUw9/ZI0vV3BgoZqA/rvDmYvtu82GpCrn/TFe+mwmiBf2grFhUFjCq3/V784Y6B0bqlqueOmjaYbn9jFz2L+r0KcJU//E3YLl0Ol+qdY2i4SaVdpMBUtkLX1SI4B/8oz8sumB/UDiIcGuCZZKH6YqSOsEx7bPXfvLa9Of/35+rUmzCBfOIH9IU86sCWeXJSjNigSzpbfFkhe4/Blkzhe5Oz+htM+/o7T8OAiZe+QFUeaf9JoCsknPjHe19LyWDi9fsMx366iBPVrEL2MI3/uR/0jVhXvHYfFggy/HYKBUVhjKDLDwpxbXJy0qPLIEsebAAWuRjmTk3yLIwiWIKc9gURm0t7M+T9J+iF7EE6VWAENc7DZLdV0enNNjiyeeejzBiK0googhj4vfxFDXIMqgxJg1jHSxwYyjJzkUcAAmJp1aOCbs0mBmYca3syJBd/jyzMK+7QbEt9BUuo3wx5+AIYLnjvV4tXJrXlX91jrX9GGSt9tCHC7IA5yjAEkgI/Fq2Lj7QRV02N3HGsEj3rmC4HBclan6U4PZ7k1G00A4hMwgX7bi6ICXcRdf2shBOUSCLioJnZP07K5B1Sk2Ij1eyPwnuTnQGaCk/q4s0OLdFdOv2BlQk87nZL0tYXIOsXV42G3Q0DnKbLl96fwFZmieXcOdWfgGQheJx9wHl2w9Nt+6o784DCl+c1lPhjW7FUKGCKuFOyGAaEbM+gCwAIn3f5Kk88fT03CuvTl/61vemF198eTpBfLOaEU+3LsqbdUUepIvThQvvCGS9K5B11SALkEgPmsMy6mAMgf8EZFX59scCWb20UQYBm3ix/KSYELmkfpAnMwlk3XClvCjiMCRChcPFeHS4IF/NYYXwkYHXGGQ5/0iAAot5eSsNsqk6Z2BHGe4oLfcEVOlv5CawpVTNYan0U8Q7VGCwe3hxPe7B7LL+2cv72iF+bdtpAx+VztoQtbaGpnpd792u1IhC6BLhzUvrng3cKozIeUfkWwGyCKUVHbOJAmql2Donq/ISPT/x4I58YmVE29zMG8eOXxeOGXZ6r9uinM/LNBvzSlGanUYIsfkOK88ogCXzPCoBa7kReY/0NwMxyLLHZOZTkYf9SP7TWkal7UiOSCh8zw2/LEPS4u8yfaYm6WIECsDJZ52TFMt+heIDoAyU6lYdoVHyl+MKRCXsnufircrIBu9SD795bO+bPvkuxDz/ZpmbeVJ6eiyYI5mTg4Z3iNcGSw1+stfMp/1P50gGeNkQqo+9b/37XIlWOdF9Fj1hAdp1DlNuebSG/R0PdsuFzCHP5g2mEYMQeM3R6fNf+ML0rW//Qfa9vWeEWhNm6+BJr1XK9Ee3+PGPfqznD6YbKgb06wVZR+PJWoGsakbs+wvo+9iTtVYfRlrewEPzV/3Hrwtk7fbSlTFmGOVgpwkvmB8bOpP51fj9eKvZL49zr48FssyCypPVVo+UHKeaVMq23nVYSDEqc5EaHBW0pHwQLnhqLnxBBZrKM3D/kTAbcrIOU12wwgXt2C5Dx5H7YgxV9CIhg7IsOnwAy2H+nvswLVKnWMUmHUSoGGThxbIlk7CjAlaEEVL8wuGDfMbpWazkNPg3BBhi/bdlnrLP1VQYMGOlMmEsDbDMtGyFikU4ymUpuhvDm4cf/hsmWopx/ozAyyrnxcywGDDvc44cZFDMeAwEyRXTvTh0UEq1e5ugUOcYiM5hgvX073cIlbUY5VKL9Xxztv2+xr/zu1xkHu+ex/yGfbG5wdy0FKVT7Qnw7DiJXgs4h8v0+IcS7ijvD0mWdlW5gP1F9rHSNa+12W0lL+Hv11r/0UtVFDF/l+kfLaMRuLMS07kGBbI6J4txmUbwPOk+TuLJEsg68/QzLuV+Ut4sFGz2K16s9AgjdEyeAuepRFXyHsG74TCyhJMBLKMgRynp8YR2i75tHBDIUpjg5YvvuSS6PVnAIc1h7eKZh0UxWFuNCAnyOT1PsSJwzD3lR94yyKLwhXKyppOywMobwz07H0vNiBUqKFevnjHE+PeMCUVCnqwj8mQ9K5D15W9/b/rkiy9Nx8lBVU7Wo5sCWSrjfgOQ9e7PA7KuCGSp8tpD5blQ+OIQViPON3uyEm7tRUN3gldQuc4V/aK4r9c4c3tEvPWYDEOn1XTrufOU1Ze6c1zl1MWPrl1/oLywh9MHl1WAgiJBhAoZxMGbtOedpJ/wlwYzATyAvyZWJi7K31yEglC54tMUQ+iqeh0qfU/36HBBVRrsXF3PfhVXISzLjbsVsdBhiqVul6es1ky/GXsezSNqwWe6WQvBhI5H+C3NiMNE28PGL5I/VQUumAvmYN6f1rYCHvS/+765kaqy6FAc3aqkmkWXJ4sy9se7V9yOaIOmw00WtthKeiNve4IYWEmS0Mf8GGh9ZgX5PmFrrUOU8sCL77KMkS1YNvbMfAnmAHpvkNX5WLFu+Dqdl9KbjO22CmsahrvoDjnvktzhgdVn2cUBTGUEmr1LZQWsPON8r+Pt8SzvU7aPz9EhwlnGXC+k09fOtcKAev5bLvNVfV8/ybQv67QIYeT0EBRu9tUyek2fpmc8wYT/Vi7fXCyldALLC59vpvhMbwO0HgXTVoB3yUVNEYtyO7JCvu8A0wJ4JQtiqKir9PwjXwbh3saM9mQ1yPrc5wFZ3zbvR6/Bi0VzYmSFC4PB17xPQnGv/eQn049//EMbzD4akLWsTctl63PwaudtVk6W5NSnXnpp+tpX5cl6Jp6sVBfs1c2xPtssZ/Od9SMb2RbwbgoZQ0TnNVv/cbAyXrS8x+99/S2Ff0Nn6jXc5xy7gcjyg50kb+JbOM9B51jmbu+BHJSD1bx3n1sZeOIw/nnLFB95grnwuPcMF1zv456Ng9d12Ew1FtPPaly1L2FFhAt2TKoFasXeI1CT4Bxh7dsbQNZmuOAp9ck6qubEWEMdatFWnfZkKV/LHdhR9BtkSSk66oIXAljyZPFqTxZVBhtk+drjTc2awsZUhzh9ajPoKLeEBPrV1QVHkBXOTd4WuRnkcD2Uddteq7mmAbxLAAAgAElEQVRAQDxZlHeHubTCYXmgH2fJozi1gO+eLlt0YMsVQwR8lhAog9Vcjn5mjvl+8/O1FRo9MbHkLs7hUMaAKoDy3dtY0wnzsa8/AIv/6nUzJ6s9gsu4sW4+RrjgfjvmHyDI2mQmXV2QEu7dM8rhHaPUMsNquixPqpQ8g6wOnfDSt/ArhWgDZO1iQuOaZ6rXazIK/oV8ECqAnvbCihbak2VrPpb+ABM8WU+pItMZxeGfFsg6pcbEVJcDYKFkJp8yRRCcq2LhG+8pQAthlt47KPgNskp5sLLQ1tbewxobhS+uXRHIel8l0RUuKAU+ACtl3D2XpZxkj22CrLyfFS7vcaqaTdNNYahbt6sZscIFH8iaYs+2yqxPjwBZFNlIvpzX2gqLDU7iEYCs89Pzr3xFnqzvTp/4lEAWQEzhgtOt9wOyrr4fkOWcLIUL6t4fCiRSHREPnAGC55jiIhQawJMZ2nB+T/EKAGtylfgm37dSdVQA69yZI9MrLz43feVzn5yefV6J5k8dna6pBPff/uzi9MMfX5j+7u+vTrdVRfHwEQqykDMXkHX71g0byFJsJfle3eQ3DUwj+PkuoC9AD6XwmAq8ALBPljfTY8LwpvMiC/BiUeab1h5pQBqxZIs5IXiuIqsmtEUjKCoBLh1uVz+wzjsogqyCvRY9tmIq83HRBgD1DYYc4qhzzCXl4cOufomHBT6YpvDmt8VLY/grcOnPc++RF5WTBZ17vORiVX/HGv8mq+siQuPnptdBjw+NRT9eFPiqwWaFMWAhvD5PC+uVxC7lIqRaD6yEAQ/QDWafhTcEDCxY1Zpa1qtAjF/rklw6Db1Luaz18G889YuyGIC2eA9HA21ygaGFGi/XKGDVN7Uor5y7J6puzOCq773/CJ3438o7tNcnN+Pvln+HiW/6arZTvGvWvL3+gSjNQ9tImqUqA0TRzwq8tOSva5hWGmC5UERZUUVbq2X0aTOg0QjSstfzDE2UnjAW/JlHOhMHcxXNqG9xPcaQSZS/0EM/ZpBV4ZzQP/vpC1/8wvTtP/gDj5H+gjKj63lMvPrmdE18usMKE+VwePrZ3/5s+sEP/tq8PCAra/bhhQsuY57BUe0Zsxxd06G/2p+ArK9S+OL8ufK8h0ZNkQVGQy7htaFbKm+GZsaCF/7+vyWQtUfdgIUvbYPBxwFdy+oUjxsBY/Ga1TFbgHL8tmTJ1o5ZdlB+vrmjNs5RfK4/zW8G4q+1rxGvf1zvDgZZ2+Pe/k12pvf2LwyyjsaTRX+s02fTjBiQ5YpZ6v6eBE0EnxgQmxIraTUjbr3ziMJ7jormA7LSJ8vVBbWx53DB8qYsSLGYc2TGxqOBT4UblHXC+VcGWQiT8m5h+dXfgKwH7pkjq7OS4h0qWMUB3ESYymnktQDEqDDI+1q0JBQveQ0t5B16M7j8PcgCWWay1lV5RTguSmiDsL6vBWTlNjt5m7/NZABV3YOLUvNYrPFSkCcDwJJFB6UELxecmwUPOMCytQarH4OshZTGDfOkICsKXnKfCCEzU9/0GtqN6t2+c5P3h9sAi282QJaJJnsijYkrX8Hhv8kPsmXPRWzoUwQ9k1OFMGf/CmSdf3Y6qycAC6B14pT6JOHFUl4O4YJHBLLaiBDag+6yN/B23759x88GWa3MpuHuEhbDbz0/AmZ4sj6QJ+smniyFoZHP9AuDLO5Z03BPIbOArNsCWfceqrLgXMJd994gS3vcXiyHL8XaxN6wimBP1jPTC5/9qkHW733y09MxhQBOysUyyFK44M1rAVk/V07W5StqRKzqglQuJNEek80Rezrj6dsLZB2vKo2d35YctOxH5uHEkfvTZz75zPTP/uRb0x9+7bPTc4Csc8enWzrna397cfrf/s+/nv6Pf/fa9P4lgUWtz1mt28mTCpFUeOIVlca/rrllbeJdL3oZhU0DD0BfAw/AkHj0CfVIo+moK+/BN83zCAdNwYsufIHnvxsqW/HWs6tJhkaKB3NPgBRmx+A8kQNjsQNoYi4+YBpZ9kV72lB6HO5KrqkmmIqf0Bm8zoC5PFOuIsh/FWbWiqd5MryayoGD4hzLV/ixKwsC1PS3Q94MQCv/xUcxrkVgL43BESxRrB2V3cq/FVWffQZZUXjTBqH1AauCDQrm/T3yhlIMfaa6/gzKcn7zBU6Tf2YvULwdi0fIXs4ClSGJfJcxJ6QqjZk5roupZCytkOI9nL1M/Eq/cZGJeo2XJUpwPFsMyAvr8+RRctxjqM99TNNr7qPvzsfXhNVoco6ekyCm/MTTETmXAwpc916o92mUXjDLBqF4mtrrPvebY9Y5dwOkrF7dVhl8fEw8XyP02bMuliNtlvvzFLDfDLS4s9BMr3efO/yq/vH8jhSZMZZEyCvHtreyr9c0D824uE2BrC98cfrOd74TXqiLH4YfHj2llhWXpp+/+475ydmz6qVIdIP2yc/+rkCW+OBY8OJXDrI0FoMsPFnkZLmKZoUL+l4yuR+DrCKAevF2K4I6CFQdBDyyvYf97e067vft9+vRhKyXXREaf+JzGDRvPtY6UwP25h/L0cVZen/NXyw8f8fJi7VtXrfkCvvzlwFZx05IKJ+SAnAWwawYfoOs9NeIR0dM5xhhKHgB4p2iR5Y1osrHOqq/HTIokOVS7oRSyZMF0EribMqRphdFEQUhfmuMsHXvsYxGyHVF2/ydyQBgaStKuKN48qrqawJa95S74dAqGmfa4p+QwXsSLHi0Ei74/7P3Zk+WXdeZ36k5K2sECFLERIIkAM4tSgQ1tbotd9jd4QfbssN2hMP+4xwOh/8BPzgcfnCEHxx+c6slQBIlQQQFAgRQ85CZNXv9vm+tvfc59+a9VRgIEKoLZGXee8+wz95rr7W+Ndo6pPWUxcvWT+UEBKg8FnHUsoYqLy2ZcPJ88besGGQG7ww0Xi10SAKiM/V6ODN5fydFl7FQLjfBlb0LoYygVNNHh1wKlZ0HkSWqbubLpyBr3Ybhs08CskRLAjPky2T1N6hl2KdyX5fCgGIyfjms+5ODLIvX3oy4QBYNRR26tgRZp89Q+OLZAFpfid/npx15smhG67L1FEE4HkaTCofV3KCIZVNX8rFocroPyJJS5ufx9jfgqM9qbjmXghdXLgGyIhQvwMGnBbL25cmK0EE1Iz6Bbyz2B5UV91p1wbih+IeU7txTsr8WyHr9d5WT9fyL34grhHeuQNb+taiKeGn66Nf2ZF25ei1A1m31w6L8/NHgKdr7wfeUr5YVGEdPFoq8QBZFF8Q/gpcQZgiYA6QFT3pmd5r+9Pden/77//zPph9957kIHbwznQjP1sM45/LNh9P/8X+9Nf3P/+v/O7397q3pQfCbC89eENC6H97Ea1cvRxjjdYEhnrDlX/hprYQNSmeBLM1GABDWXT0Pq8hJrHUzPMkzxw/5d678B/dypS9blF2unzwwfybHZIZdCfBDg9C8RmNgUAK6lPjSjXV1PH+Z06WCRnFN8tNOBG3ybErE5zPCWRWSnsBS94D0ipemAop3IedAkqCUc2gWI2AqpN6exbTjMIW36QR9Ls7d8p7Ki5QeKn3HNkGx8zXqWvotmZAgC3GYe94KeanIJfDtHZCnyRNl/pTj1pBMRvGdwRF8x3sxQY7WoYCWvXZeA07K3F3xKvM+g7A8XtfwHNrra0+WhN9MieryRMBO8lpX9DN5smu4OegafH1cylCuWX2dp3UjY4OaXqHyxlYeVMpX5ojbutJmhfN7XVWEJkGXj4oriS5qlLlP9M04bq+FontSeV95rgLKS72rPT0zM8rfWutUMjVu1tjzIU9xXSuntCuKHNBvVCCL85yjSLqGPcn1qr9lZlJuXeZkvR4gK6oLSk/SvEWV2VNnIgf18vTOL3+pEOJz50M+hIEDg8rb//j29Nd4sm50kOXMRcG0JMr2a772T/huoycr+MM3X3ll+jE5WRfOR1QFMrgbJtaDrBTBTz1Z2qPbwMyXBWT15yjeVISY76WaLecjPdOH0WzjdasHdE9WXlQ5WaE0Ef5DXxQsAmKkKWsqXBCra2CpUMYMsnYKZCGYVQ64QFZs4tjgCiMpkJV8ndLnNCM+HiGDvV+WwwXJWWkgK/tlFVuSO11EsWDYi+ezu9eCzM0HeSVAwYsV/90LZeu+QBbV1lAeyDeIn1CaUEorVl+NiZXXAdCSdmZWgiwRb3aZ3+pnczyeWTkX8upl3oUYf/LyAllKZvfTanQJrppGrmsvmWM+wxJkZb4Yni1ystRwcgGydA/AlgTKbwJkzS0IT8hXP7fDayNWqJMLAZAIb+u5ClIsBSh0mZ4jlEF6MBHe4gIBLjjA8kq1EeBdZWxan2G9y5PZJ6KUtaTmUsqkGBRYwwiQXiwpuhSnKE9WhhDKOxEPEAUFGsh6JkCW+mWFEA1PBs+Mt+BUgKwTEZJWtKnHDsK3h7c8WeRwAmQoie6eYPbmpl1XZN7p+FEoxntRXRCQRdL0owg/I9yOwhcUjpBfKc9RUn4xoJyICtPyGpg5licr8F4Uv4hafw+BR/TJIvQFD/VtebMehTEFT5as7RliJYUpduGjUCrkyXotQNYbf2KQRQhglG5/dPuj6eHeVYOsD6gu+P509fq1aNAbBSjuAOCioXJ4y4/DB1Bc4BmVJJ6P7+p1FBPp1QJ51odHYzzxozkI08/Xzh+f/t2//Mn0P/wXfza9+Ew8S4QpngweeyTC+G5GiOD/+X//fPqf/pf/Z/qHf9oLJnx0Ovfc+elMhH3e278ngEV5d3i4PAs5Z1Yjsxw5M5wehqpgmKZ6FzuJtVez4Mwhcd6TARbGG3kypHDbY1WAqsqdS4lPT5bFhxVcgTHuG3RxPIqMODcxeV+jD07w5vL+o7IlIVjm+yhMgKzj7EUAkyox0ujZvFbtAsSgB56fSqi9D/ybTe6LxoY5KmXW1SYNknRYClJ7GACHFRbmPd0VbavszgMYfhq/8LiaiJeibjgi812Cl/rE3qAs4mQXQxxVpftznvS8CahoXUI4X5Ykt8KQ1fZ041Q+RRupDBtRegQaDvuwRpV8ZSCkZQhgPZFpzE/nkfVPai7GaIza4z7Jc6XZTjloTylvCyD1SnvVokDUJRAlYekr8DsLxVg+G0xoRO1eOb583kYuaQAo+tPvNby++Nlo+NQN9DJwGcFR45+p1Bc9N4UugW/NmyGvgZwjEqANT6m2CuujvTVQXgK/kl+EEctgEqkaI/89HGRFTtZPf2YAGVc+fjxyM0+djWqql6d/ePsf5OW9GDlPO1l59O23A2S99VcRQm2QVc2IPzuQxfpBo5WTleGCwbMofPHjf/FjgayDAFk196zrHGSl3E3dsBdtSd4k8q9j+oqu+2sGdNcc4G21JJ75gTZajp+NK5rnb7jEOvCzApgOcUg0HpTPPI5iOW7Nyabp0Jz1A3T04oRtQK3cF3UVX69fZHWuVge07pguBX38oZ6sqja+4sHZArJY5fHhh2EJZK1UF8QynX2yUNQlqNl0ihXOZYnfAlkArN0IFTxDuKA3s/tkVU4WhS8GTxbhKQgtAJYMbaGUIHPxYqVHyzlZhGxUbhYChC3M/b19ky8O7GUdhcMc2fYZmsUhCHrOF8gKwBQC6V6GdqEY06jxzt39yGcKoMUchPInyy0Ai7wseSkI7fH9dO3cEy0sRQpAKCqUHVYz1ngOQlCoElQVwqguqIphFh6kaNmi7FAWkVUKB92o/W2ho3ujxCgHy94sflQx7p5zsu5FMQLy61y8o1sjDwdZKeCGqSQBd9Nrvaeln2EldvM1Nt7gc/py3DAonZSzBnDIuq8Qq1WQhdLZQRZeUHuzKifLlvtczJqTVP6kPrLGi7nKmlLjhM7snysAXFMNc3MhF1VeA1AR5qVmxNlAWGFbcb/Yp4QIypMFyDofIGv3bHzm4heECuLJUsGPJDyVB5bRIQvExN64G57TOwd4gfFmdZBlL4qZ5Fjg4VGMA+vnlQgXvB19px7GPlOPLHZUxfYPUW5SarlG/l4HslCICRfcP4ifBFkPAVnBVwyy9uKZAVk0IcYSX+GC6VUgbCY9Wc/Jk/UvA2S9rOqCR8OT9eDmh9ODvSsRLng1+mR9EH2y3p+uRE7WwcGt4BW3FW7M9iZXoUCW+oip8IX3t/swhcEpC19YmaHFhEEWynS0UZ7OnbgXYYLfmf7HP/8306vPn4tyyQHY4Sc7u9Pb718JT9ab0//2v781/fpKzFd4uHbPR3+zWKM7+3en/Vu3p/29aBiMhycZfwlI9ayK+6tKGGF2MS6MX+TeKfIA6748QgaBbjwbxSVULTHkQvQEuxOFLxxqaaEL33E/NoBO9kjUEydgwDuUSrLC0BI4ncA7St5tU65FJHA2gQJ7Q9lrjgjQV4AqT6a9pPleoxSPTH4DPx33mrZECkLRsQFULox+AcYtoJE3/HK+nIx5Key5OwY7/I1VkMkS0TRefEMys66Duqp7p+TK3wZTurP2q5U9P7vD8YZz8KbqGeLYlu9kumrcVeFnfG9lUWPhWD1ueaX8yO2+fnLTyajQpADyFHWvzchvTFoJavKyxi+d3xfA0XE57wJCLbpDCGpmWHJ+U4/+MB2k0VZUZ++zDTgGUIqYyXUwwI6j8hqjLXadvNpmwS+W2u7FfYok8rnnUMcftvztDM0cPUxWJr1G1mVKq6kL6lt5o+0hdh87zWOB/uLHqT/wHfPEbxlZY78ir86G0Yzed0Wj4xwsPVmvvfZ6gKw3dD/2x04ArKMRLvjhpSvT3/3dzxWt8OxXIqw8jHA7cc133vnH6W//+q3gidfNu1M7q16HK1p2m68n/6PtLS9v855rfuI5v/mtb08/+tGPI78YTxbh+t4f7NfSf9taQ+7aX3znALW+/7wXGtDaMNRWFO6QY3xd84bDXsuiDOuO23qNxT0eF2R1alsd5zxsr4DqpgdZvca2vbW8Wu6K2ceza+S6bJzQNeGCpT9wXgeL5tzzl/fh6nynkn/YOo+8c3HMxwdZsZmOR+UrQBZhgqfO7MTfkbcR4MLeG/ddkdAGdIWCSo5HNSPGg6ViDAhmlXAHaAE2KiervFkwzx4uCANRfpUmi6dZKPCzOTNDaqEOyJs819fAl5X9sBQuSJELcg4CXEWexf7+foRBxU8oFfZguZqaGaRvLYQ8DoG/45mPhaKF0qMchXh2efcIm4zPC3c0kJXKt4qCoMCimGbIytxa5ns2KxTMW9UFE2ShOJOfRSUg+kQQl/wUZG3cj4cyvoFpdZBFEYisCIeQX+zPGciSV5Q8Pzw7DtsxyKrNmkQj5cYAax0rdle54bU8TuTna3XhyZVc8EIJ6gmyHKcOnQMG8QgAsk4KZFH4grysMwGyqDZ4OhoUq8JcKN/yZMXvBrIQWgJpBhAu4w7QspejwsjKk+VnH8YX9+WcW+FxuRJ9sm7dCJBFThPhdgWyVMjCL7HCxwFZKBeArDsGWQ8ekJMV4YJhoCHn8r68WAAsF20oJdSz53336AierIvTVwBZb/yr6QVAVliDAFn3b34gkLUf4wVkvffrX0eFv2vBIwJk3bkd8xwgK0aLJ0sellhXVSRV2BYhhFYuV0CWPDvu52ezzf0wPO1N3/r6uek/+9e/P/3key9Pzz1zPvjPkemDyzemv/ibd6b/7813p5//w63p2t6j6SBK0hO2jWJEFALFKdj3UjRTESthXwAKxYTiFbzgU2o8rLLNeCANlKpZsnhmPAMK3/7+XhieaOIMIJZap2u49xUhe/REdC81rxyeKI/NBi4zYZqHHqfxc4CsukbBIgu5DDXKHBchLM1f7RPWSpf371Q8TTG5y5KAqsGoww5EiElZPtfArO+zVN1n0Q8GX4ThITWs6Atmso8wPiYgkpEFpS3Du1T4g+EBfATss68Z9Ffhe5qVuJr2pD1O9jz5ng386O9UDJpQH7lGKQ1z0OI5SlP2bFPN3rQ54Y9xr888IO27rnS4gEoanuBGyLg8roXoyRaZRrwGkCw7jb3mcrwKtjSe1ui4r5Opq4+1aFxXYt7rnLz0EmC19zWXdfxgmNBzJIfVZfIfKYNxnMNk4SV9Pmoiqx1OFVXpRMd6KNagz1NemyFUw3DWDO8xLxm6aDeQcqd4Vg3JsgiQ5d6ieLH39vYyh6qDrDKY11gcuhpcK55DJdxfB2T9TDwKo8NOhAoCsi5fuT797d//fLoePJvjyMt65uIz06/ff2/626guuBc8EeMYhX+kFWn/LoHjjMSe+M02kPXKK9+efvjjH0e/x/MNnIoUtF/9Ki9HeVl+G0DWNoDVnmuY0ccBWTN9Y42XagRZtbfWKik1t0Km82X9IoAsc8WB5xcdWLNY0OHHA1nr1sAElzxq6cnCe0WOBRsVRX2dJ4tk9uMnYxPixdKPQRY5Wc5F6iALz5ZzshwvT2ig9l8ABDw48mCFTNFPdn9XlUHlYnWQ5YU2yJJSOsogsZj4aXNWTK8kcT4w5/EnigOKaAizey2HBo9PKIuhKAKyDsIavIdSwTzIm0Vooa1PRYDdUpebWNf2IFC0FIoTSscxwCchhHi0EELy9mXSLXOCMqJcApheMAVM4gJaaaEtRVoyxmpAheNU8QuUaYEsFF/CBO9m2fmFJ0sAV9Jt7kOuqoMj1f1z92SxHg6fQhF1pb1mZV0ylMGTRW4fhQIAWXizxOpZS1NGaobQqxnToSBroXxw9rhqtuJ6xaQM6Hjbg1RRT0A8wwVVaTIrLqVBnF5AlG0/Tz5WgKzds+cDYEXJ8PBkYalUyGCUb0fI13MXfUBnzZvViq2EJyvDkRThJWvyQpngkwB7NyPU7tJHBlmE230mIOsReVl4YgCYAa4AWVH4QjknGWYmSxP8APCYniyDrD+dvv7SS9Mu7SruXBXIUrhgeN4++vDDFi54N8IF74Y3C5B1FL6IhzpBlnOX6vkBXxRWWHiypJzEmtFOotT3AILnokjfqy8/N736jeeijPuF6AE2TR98dGP65btXpw+vHEw3opT7jdsH0969/QxDtlFJYAd66GSWurmt+2owHGOCz0M7gCyFB5L3FOOoQhNVYp5j4DXQM14swDrz51AueL2VNFUeIycre0pp3SHPo+wZgyyBEXmgsnpsCxdcGBN0rsGMPE7pjkjO2jBReSl0nCVAs/TXruBc3TfD8Cr/le/b+dCA5Alr5Q3lPen9afBjYKTCLeww0ZABUreC52co3rpI7m95oNh7ufG0Rxyy6gPLmzQK/uFv/pRcSQGmDb9UEIoRDCBrDf8wH7Js8XOmIM1rtkp5BYbSwKGvJZYcJlnczKF6rsbI+CqnTeBZNGKeZMELDRYH4esBDHnCNGUeWsq+eFPFI8qrWIZODmMkJdNLqQOwbouyaKMQQC6Pkue0PBRVbIJiNjKSZaQJ91fRn0wpWGvw1XVMd/U87Z4iaWtg5ZWrkMe8heS/G4PbWGuvN6RiGtKv8s6mUNDaxEUPIqrg9u3bOudM5NyeCCOK56bmxWtvT5b3B/fAk/UGfbKCJ7BdTkVj+ikMTzdu3Zr+9u/+fvroo4803nPnzoVH6zmFTf/8b6JP1o2rnzPIOjG98sq3ph/8+EcCWYSuFy2seLJy24zeLZNm7ePcs0kXnVpX//osPFnrQNU2oLX1+7mql1txzj9WAFGyk1b6fo2HaDkjW8exzatnbjq77Cf1ZCXV9+2e+zIZ0uIRHh9kbX3WFqIeW2gEWco9WoAsJchKmcPinoyf3IPwZFFZcARZVBfEakkZdyX3SqDGZwEy5NlRmFVsbGQooCoGYqAVfxMxw3fxo9/VjDiZt+WVLZgaRRn2ZtOUgkPCli/SqiZBm4pHMnOVcwdoyRqfxQoifFDNmCNUUCGTsVkBXYTe3FNRjGwyK2LoryKLyhezUGG+YhwKCwRcAbIyJ4L+LIQVZRhhVQFrCbzMXZ6nqW/yEyDWhb9CFxUq6PyY8mTJgwXgqpwsKRg5J6VZ6JqdoL+4ICsffhO3e6zvlkrJ4Sc1YR2TXTkqysl6ApBF/6QHCp/LBHSE9EzK1vR3z2gpeHWYBPCCzqRqDcpT6iM6qoEsWVkHTxae2GwWbEu7V/5IhGztnjnvohdhmQRk7YQXS54swgUFsFz8QsrZcF/vm/wJj829APP0UipPFgUgHCJoJaM/SSgoMZYb169Mlz/8KMDW1fC8BlCI8SquP62gLQQrlW0rXZ4NN4GtPe4JQpjei1DZgzsPw5OFtwxPFjlZ0byXgjVaC8KfXSjBXoe8p3gb3onwZO2EJ0s5Wf9qev6ll6fTEap3NHKiHgTIur8CsqKEe4CsewGy6JVFGXo9N5HOsQYVnqkxy4jSQZb4ZCo4eizxI+9J5fNFsY4zp45EKfewHEd4DmDl1u1QnvbIg6O4RxQPoQl08CXm/EHcD3rBkKMKh3jFB+JB2YMPYQTT2ABLcTfom1xDebJS6a3cJgNr55dQLVFFgrLwj9ROwrhUKc+KqnPOMifKT6Lzyf3zkxm8lAGNNSQXzgyuBtv3qUP6Uokew77bnrAXeHZ+ExC+oq3VGQIyAOs2nvQ8iR7SCMFIU9waJwGsMJYo1xKpYdAkHq+qkl0YldfLyDalRFkEG0hCGNU5KVPbDHU69+7xfHj/uKwAf7fnHgCJsZMBwTquCWhwG4H0PFXeUik/KWxkANTf/G6TrXm2l5IxVp5UHpDEVmPWGNsz1eLnJwJ20KtBldaiQhz1sPkM+TyiA+SeMLCvWxUNJWqTBvglpZBrjzMgfpiFWJhFnoP9IbpO+S9DQY5POg97NnraES6OEUK0zocuwgXvUzqBqlsWDfpZrC9lWKMiVNgrw4h4Fgaue+Tn2nucDBA9ojYaX4nQvHPnzko/IbIGXUSVguN+VHW9r76YVbiEO+PqjQqrUWIVkIWR9+zZaDAfBsLao2NOnEJekwcZZH0vQFZ5ssKDFiALw9Pt2/vT30ZPrA/Dg0/fOEDWxWj58boOmUYAACAASURBVMGv3wuQFX2yPpYn6/HlsenDlG/PNd7z7kk8FpEW3/jWtyJc8IcNZLW11PP5nFExTjJpgNol3NnTRY/JMwbyz2/aJ2sB0Xj84p4rl9JzzXfqpweyBj5atpxhAKtepvno6myb/rSxFvBnzfHbQFQtxLqJ8BK1PVhzvbyk+eshFzChzL4cuau+0PbpTze/UufX86dlwy7WaTmIxZhqfsUtR5CFZRoLpwpfLDxZGp2UEfFeebJaTlZ6sgBSeGzcMdwbWIIdTxbhgjCcBFlEUR2NCTmG8AdkKSfLClQDWunN0kSlF6s2XFm15FlKZlxMxqHoKGEWCPXCU1aM38TjjUo1OAGtzGMhlEZWW0KgssKgyhfTP0sNZvNc/U7qkGDWFc3QU2gwX5Vvpe7tUj4BUfZq6T2/EVrZ3V1CMJQl5qzFniuUx5Yq3T29aso14H4ICxShKOVORUHlYxUIU2hKD6PxjFiB2fT6TXiylsr7yngsQTeOc/OXptuNz1lK2JqDHC4I2CB3pVfZs54wMLKFJ+tu5K/cr35CChm0kKhn4VzbLIaxJYjoOHj+3AYZqdwMs5I6RpsmhTHJcl70bXoounSlTmiR9gsJss5fbCBrN7xZBlcU/CgP3rwx9QiyMEw474t70JQXD0lWaktlouEzBGR5sj74UCCLcMH4UEpXFb6oZTeTXHo6MM7MtL941qgoqHDBAB8HhEtGQ80AWY8AWeQrUpQjAJarptnj+yjyn44c4QcrZlTvU5+sC9Nzr/3e9P3wZL0QhS92j8X3d64EyPpounfrcuQ83ZAH7ldZwv3u3q3pfoQMPgpQhGX+KDlcMVxX/zT4ETeScuuQaQGhBFkjyTWLPeF4wYt2gseelMfbZILh5D7hn/Gcd8O1BW8SwCKMGe8SIAfPeVU2hVqKpvg7c5lYewxqoqb0bhFx0Pgkil/ybynL8F7R05xe3aaDKokIofiy5dfM10bgQIpl8mUpS/kjfuZ9IT4uCk8unfK0+H9XyJGUCMSyFuT2SgHchwlvZLk5HqWpCnY4VF28M/et8yl7qJ7FbQKFtHL3eyawksLHIGssuZebIpBCu01Hct4EDY0v6fGTPwMwBGBsUCv+UJ+l2zLFK8KFczlH059coV+LT1y10evfDHpS/r3iApQ6JAHekCc140Dt+h1IJMKZg6RGSTk3bVrmHiZkvXio9h9/p4+qMYsEi/lej6FnTaBTnuJ4r0iQ+HEFVXI7U+5CVxiPZWiiGFHSfIbfIdddzCVBbwIw7uGWBpEOcXLHbQi8IPq5F/TCuWpb0Tx5fnDMaRV2a1ALYY9BS7nerJnAHmHFjhqif6X4SHxOWB7V/NSrMPgGfJYQ7pMxnstRVv1a5ITK6KGhe7Ow1nsRhWOQdUyAiGdQxdmZApqyCCNJnENlTpoRv/Gz7sk6eWrXxp1be9PPI1zwozCK0d6DPK8L589NH7wX4YKRk0U7DvHtQ8IFtc7MWiOmhWul0cvhfxTIqj2pgsnobvGDfknhix/++IdRvAlPVjRqT74r+tfc1F6uexRIK14z92KsBzubx22+k8SuG1tv3fTa5hFp499wkVXANB+nSWMY1/JawzgPG099vm4G6hGXz74CeDLK5UnmY65jdV522DX0nBse9fHmczF/n/Caa0EWAMvNiF1dsFnIhYBimICsyDEqkHU6QgaVk0VIoLwzWb68QBYubyU6U6YdQGXOjierQJaKYeR3CFkpUdkjyxPTY2sZUwsdgDEla3M50pr+HGjbU3jR1myCuJeUlCxuATNSkjcVBgVUiL92oj9l3NV3qsCU7m1B7j2VzV9ROlWquIRs2hZRNAgLKomIJVGPibIC47UA4cdNYCmcAVhFBruPi8IJNR8pFJKxKnyrwgTl1UrLbA0BcCvgWbp4MtlNm3dmxlw9cFtIhn03m5nMMgxt5S6fGGQxhC3M8VMGWQ/CqyGQFaXJ8ZbIezLs/GqCKJE9uOHbfKZCqnUf5w/aqDCcnKhSja2HlMDIcKZ4LgFtBKzoIUOdkg8dOXZqOh1C+HyECp47/4xCB0+d3p12w5NlYFkhg3g65mtZIAvBP+ufBMgS/dprW2MaaYXqghS+uJSerIcxT4G0pFxXM+LGuHWFJcjyevZmsNpYCbKicmF4sx5Gc/Owxcb8R66SgAnrkCFbmnf+jibCAbIoY91BVjQjfv0nAbL+dYAswgXjGIGsD6e7t65OBzOQdWMCZD0IkKWGxEFngCyqDLLmVvhYRCvOxwiT2wCyynNDGCnXwhJ9QsUnwAhpiReocmiw1iA9KpqPNM7gYRppydp6KcY6UuFA+ktei/JKmB51bnqxuLnzj3Ilk4d6rPCmXiHQF2Qtas+XT8UgQGMwBZuPYbRTuF15q5JbpEVZao/4bxqScp9K8Oq5EzDLiJSGp7K4psnbVdnEJOH0XNAPkuGDBmr+cV8oK9EeyTrexXdOqvfXKM9NAPjz4bu2h8fnl0HNRkhHezjiQ4cI/Dj8zl8n8BnAl9R4vS95nMcwFvGM+X4ZbUwFpjxI23RnslVjsFxqr41Kmu9lwDpqN35fIdE+iPGao0FjxR0ULosszfA3hzDaEFReSAHgeF+NoqF7eXPQUeLlcuUJsmJfyFuF51iAzBV3H+hYlIxooxD8DQCk3FLAUhJ4hdQCsNBn3JC956TqMeivWUVtYpxUwLTRJJderQCc1zg2HC+F0XvTob028gKAAFnBLySrMi0h3u/unp6+9rWvTc9//esyUtsjN0U+FMV3PmhKvMKE2RYxh/vhyid/kjEBiNaDLMZq7zrXA2S9HiDrpwmycJgRLoghDsD29//wd9OVK1di3nZUyfRCAMD33vvV9DdvvaW+fM5SdAbUMidrDrJqfw309Rh/dmXbJhiDLIruFMh6JUHWOVe6NSJPsvPfpv2SkdaheqP2LybIenwQ1vfe8pw5uM7JHreqtuY4V6sLUiC+DIF1hC4Dy9d+7a8VA7LusR1crwLG8bl8n02vbd+LArZeYwlSN9/zsGvWbVZAFnHGVV1QPUjWgCw8LoCsk/TIorIgICuaYcKUqiFvL3xhT1aBLBir87LwYMWmlEfLxS8kM7hf/D4GKBgDuEsrUCNXL6gQOlb73DqlWFT53RI2zlXoUqOiHss6wuI7ZNClcQEoMHB+5JaWAMhiAklKjsu3cOjXDmZOuWOsY3i9WviJhZYj+FOwpQyvHLMK1eHy8GAYpJl0B14qoCHlpIdFmLO7AAYeAnu0qIRoRl0CdqzIlipXY0KHEe1vwpP1RQZZ0NNYXXAZLnioJytAw73whDaQRf7FCLLo35Zrs3bDw7SSeT0+yJozWQtjaDM9q/Jq2prp/YLXIwpfRDiJcrIi/IPGxDsBsggXLC+W87Jc0nvUvKRkYExQsRg3qcUDjKcXGnXYGoqkheoMZMW5t2/cmC5fuuzCF9lnqlUXVHNeU6XPHpXGLqRXQFZoBvZksZcRxvTJwpNl70/18fKFUarDSzVF/L72ZNw9S7g/99pPpu8GyHr+hRen8+HJOnpwObxYHy1A1geRCH5TIOveALKOJch6qFLaGG+sUG4CWeuMFTyx+055IiqcpcKqXC2vek6xNOYTruiYYTVJQ36fDEe/s5iQFKL0nAwKiYxVcZyU3DxX3qziufBdfV/5Ob6RbPV1n2Qq3M3hnSYF8X/mnl6HsS+cGzcoO6x4Wt2leLc8QnuZSuluICu9tg1klWSTcBgFe0mJEqC5yRS2Z3rQj5FOo3WHfkHHCYrEoH1tfVUeigE8FKhOu1mufxq5dLmsoJd5twBaGdCYG66jnGakl+fTIYC5xjm28v+Vh9AHrFdiav5r7jQ1+vFeEt70CvnfLipzXXPhc039a654zJQsXc+gtx2X96pLaIbzRn1cJU+5tnmkQ30tmwH0MuTGvqicKL6TjiLPeYAQjCkCy0TRkKbgUFWAFCCL/UNVVUAWvF10I74ITRq8kgulnMSqJst6FNj1k3lcjCnuY4PoUIFVQDnld8psP2rOcl7LBYMwZuOJdpEkgyyGBX+NaqMR5XIxQrm/+txX9Nx4aQBRN4L34LHyFBuw8SyMn9Dtg8grB+gVyNJeEn13Zdr6FdVGDbLwZP30Z3/YcrIAVEcDZFFE4x9/8fZ0IwxjOwG8TiMj4rt33/3l9NZbb7Y+WZ8byIo5/sYrgKwfhSfrbDw7cqgTq70bC5DFtKX+5vn+YoCsdfrAk4KC2TaNNysgq+39YY4WHre1YMfTuNj5/bPlOcV3il9sf445T/G6jHrN/P3yOZfHr/t++zHmQePr46xJgXeusxFkwcCkDKYijxeGTYo8kCcrgNXps+RlReGLnWB+DWTRcyZWA0GhXCQ8XPED8+GmAlhxrfxtgIWXJX74LIVx9Y/SA1fIQwqI+oj5sOJY7vhUBtlUwh8Wbg1El4zM62DF5RooRBV2494vTuynn5Ci8NNSJ4gkkOMFr5j/WhQaFquSm5TQzGFI4iyXvUfr8xXfnWqvlzZVGzF8QiCg6hAMzCUewrSAzuyGOiSFRYZLjBurK6PWD9KWeBgN5ucxZ0sHwuKML7sn63FBlhWMDM9TWMoAsgSwFgxc5S1ztRcbWhQwKDk1x6MBwXJyvoqyaudLyklKGYeTGWAJcOmHbRxhZSEoAVmuLGiQJQEaOUDlySIfQTk7afAYS7iXF6s8WQJZhP3hdSX/sOKRoOlRcQsapZfTtSuArOtqRkzhiycFWYQD+7Lu0sJePYhcpb2DUKjuo4ZGkYf4DoBlr5KVSs2llBLWhqa9gJW4hsIFn42crJ9Mr/8+zYhfnC4ci+c5uBIgKzxZUb79zh7hgpciXPCD6VooOnf2Iicr8rLsySJcEG8WAC4UJ3mz3I/LeSDrwwWX+6gUUECqlW8rwlWxq+/9URjUHIvpmWWKTAwYCgDJ1iyexxwQSsUh3ui9BLqV+6pSoEbNXC/5VV2rVX3U7eo+7fb2YkgLNM9XwQzeMzexL5gfexQzfzC1fyvopXDLZJ0XtdHAa8e105ulZ8zPuNkgI3RcqQUaYnl7eL7SOYs48UJW1IFBlZXrLMSU+TMKa9W5I7Dt7wtU25sygCT2rBfXoNdT5nnO+7rYQq2bv55rNVYWCbXniw6y/NAFnEq++BamCX2nw/zg9dTJneIYDJiNchKI+bk8pKCX5CPMY+1vyTEZ9QYAG8dX6J5BIgDAMg/w4Bt1Wi2eZUOIaRE+4uqlAUAAUxgeZfDB+2JvkoGcPbLcpwyb3JEiLKcyLJB7Sp+BBrMXnLxfOT/QXNF3eRaPReqDvYr2DDcejIGAEMS4Ht/Z2wXI0lD0GfuW6ysaRSG8Gf7pQ/SqKoA8HykL7G97CrwiKqUuXn7POe1xDRmz1AeqG3e9l53jxprcj5QB0h04/0x4nKgQOwNZuQ42QhfIOhk5WenJimeB35CTdTS8dAC2d375jnj2TvTqO4XcCJD6zi/emd6MPlkYysY+Wb9xT1aBrMjJOhuRGURiYRzP3ZN7wqC9XqV71d56CrKKG3iGVoBG6itLT5aOhZ7WnNONO2U40NHDDlj9cxMQs3h4svPXA6T1xqhOG5vHuX0M83FuBlnJxEaQpTLEIfdRolTCPQDWzm5Yu6OUOy529cgKZlAgCwuTwwhd2rdAlioAxbMqL4t5E+hCBvq9LLkCSPkC7AkgeJ00TSl75SFKAdIkl1a9rBc+h5BEwZsmhLm+QRa5JGriKDDFe5i4lZtivuUFMGGNXqxOoGzusr5RKKP6NfgRrR4Vw9M9YKIKZbGQskHFioRH4pfUJLh4erJWLAolQOv58lypDKMXL6/WNPlSzheWDCb6iUHW4hozT+QhW2vFk7UcR6eAjZtz45cfM1zwMJAlgZseTtGClBuHoqlxa4CG++GdUYVBihiYsHWOVhK6VIiTiXlQA/UYtbbNgj1QQaOHUpKg66Ys+tvysFYFNOUGFfgW/dlafiIE5m7EsAOyds9dVGVBhQvG5yp8kQ2J8WTNFC0UpfRkoSCgLFQVTp6fYwkbpgDDqODW3uWYg9s3p6sRfrIXHi3lM5GHBCSStbV7sjy/C09W0mz3cMk/IjB1EF4sLL0ycIenBfCkcEEph8w1im/uMYWPeX049gHVBXcCZL36u9Nrvxd9suTJih5eAlmX5Mm6G16ry5cCZP3qo2hGfCMqse6FN4seXM7tOhpu+mNy1cNLABIkplvZrsIQ9MmqsKcRYPW/0+tRIcKdCZbe0Ml9oG09X3oOewheheJZsXdAD73OuATePi6enpoEg7rJkM/qQKAO0g1cTLtNEx8VfDFUfiopv95TqhwFFUW6wjfNc1WFsVmTuRfXz7C83CempX6ch+ANUHugmx54hvrcxyS2aPlMOieNVgWGKmepJlpeJ3mx8IigdOesCYMZwow8bGySW3x3pal4hnzDE2xuYwkKDnHh2bbJafZxY9SEWf1oeS3lYfzMF2shl6mcix4zVNTyjnNyVZE9yk+2rKw5EEBSaH3s1RhmD9HDo+3wdOZZHqJ4qWUEGxF+gHcbvSCuQaQM9xOVA1wlSxlD9w7Zi0uRFoMZ8Uv0B/K+Wxh7Bz61d0aQxvknsmBFB5gJ+ivRMfclY1HelqJZvLYno/gExiYXavFn/MikliCPxeol1j1/VaGxGn0TkWJHqPmYzw9vU1RxVoVCimeogIolQe1hGYBZuwxjZYwVoeAyy+gELjzjxbMnm8gCQJY8WeHZgY/zvfJDR11ae5w5xpOVIIvCF6GvPYjNQrgg8816vfurX043BbIoihRG9TjmFwGy3nrzLw2yMAQnd2GPpt+73U5PVgJg0Gs8Y9tfpdi6EfgiXDDo7eVXvjn96IdUFwyQFdUVq6qrG4rX3ilp66m23K7vzFv6+1VF3CpW8b7tY/Y95uBledYSM5SRZDxuu1K/GTQ8nidr/lwrBTk2gCzTtOfTBL5+PNufo49h9ATlRVPUbJv/zse8F/XvMJ0jb1y/hisAc7FIooPlwi0uNX7/yUBWgKvTkQgpkJXhguW2fwQTU3dOwgXDkpOlfVdBFvqnq4oxsMrLwotVKWCaJq+iHqXvVUNoh9LEz2C9QMir0VtaRCVwa2PVpeL7YqBSQsdNJyWa051kK8iTm8bwp7bb3N3DCGHATnzvuTFpbLJFmuvpmulZSCugwVdWCpQXrSoXpWBIYlZlRD16EhTMthhtKt8FT1cEfBGDNj9aRm6Iel/fS8/aTNArnqzFNbZ5urjVepC1mTGt3xobPv3MQZYVxwJZ8mQNIIuVdlEHj5E8HZQG3osBomSMbMBk3YTy8sm0cmVd5vQ1jKSFC0KH2R/LhS8SaISF8iQg6/z5CBUskHU2vFkRDjKCLKy0WUJYey+EONcoT+2daHpNb6Y7oSxUnyzISj3xMuG77VkGyv2Dtvdv35quhydr79bN2Cc0I3Yzy3Uga472+3yNIAtjyT08WfuRk7UXAJf+cVIgEmShBGZIEHPnyH4UdodyCmSVJ+s7vzu9+nt/Mn39+Rems0fDIkxO1u3LUV0wQFWM99KlKOH+/qXp+s1o+ov3Tk1D7YkDXN2Lsuq+rgsk4K1RCLSKWITihwKZDVZnwKpM4SifUuhQ8GmSnBTQrExtRlHBkiv4V/rIbYTivafcQlAKB78pf2hwZa9U9/6XQBKrzRvztwv5JGhMT5IUw/Im6PviJWmsgsbl8mcOmOvcAzJkAaTjs/Quin15lKtCWgTPuvtZazoql0xzBSDFM9GaH6eym7lNmmc9KtEBXgtjy/Li+aoGWzkfuc9UnIC5Si+TVN8NQrbvzQJOXj+DfF20yf0KD8uqFTDd+XZP5aY+nIGsvGZevdNBfl58QXwJz4sq0uE1NN8tMKT1zVDiulZ5wBmwvDnse7xKChHGW00ja+cNuwcf3mPAl0EHc0ARLeVBJaA7FR5x5oBKeXahutqm1iJuVF4oGyMcGt+fm5lzGKtyD/H8aW0rRBZStNyVJ53zWXBka86hAFLOhXKYs3CMmx0HyMpnEw3GPU4GLzwTfQTxVHnZOsgSD5RHbt7Hqo5TVeXc78IFMsLl03BujEvNhnMMuUOHtTef62vLFJXM5isbYuplT6KPr3QPFc8IkGVPFj3elvI8QVYsBSDrVXmyqC54kg47AlN4/egV+u677ybIipDyAF8GWb+Y/vrN/xAg62o3kKVBsTytbf1q+LXH51S+9d0IskSvsA4ZtMOoBcj6ZoCsH20GWTOwAZsZ9b1m4DEPWre/1+Y2bRq57rENZM2/L4/aeNntCv3nD7IYbwHEw0DK9ueoa/Sn3wZ4ltP/cfK+Vq+x3CfzI35DICvikKNc+8kIEdwlVDBBFsTeQFZ6s47gck+QJYsYrFLC15Z8yU6N2kJaJd3hcUGcYz0z66J++Kb7yyOg1c2NEb8ErBLkhKIFt8ivLb+L0+lclC0sQVk9S8pNWpsSZLUSwElEBbq0d6hWuKLgml3yD16tEqzlnbDB1hDNYM1AqzMjhKHzuhTioJwEBJKPaGU3AGRS3K28WFnp1xEDznNKR9EFZp6rDrIcOjAINcb2FGStzclaerKqKpnLphMuGICDnCyVDXdFO4ohuJqWBYRzUUwnrOOMqSboWg9SU7gWmM5Tx2MtPDKkBOGboa/qrcbxCsUJkIUSceGimhHvRiNiGhOfSktl92QFyBoq4aG4GWSZRol/F8iKH0oMlyXZCoY2icku95VAVozpIMLsbl6Nan0Btgi1OxpKSCVPi45H2bPGk+WpK4UUdSrAVJzmHjEUHWFfWTlGoVHhCya+bQrt+uQ7npOHNCMOT9az3/kX06s/+ZPpa19/fjr96MZ04t61uHB43KKflwtfXJo+vHRturVHVTKamJMLicXeRU729m+EghnNj+Nv+c4BYCgDh4EszY1M3R6dfhf4SSDeZ3JFVbJSYAqqxrNNKRGP4XtX7zPNdYu6zDOpCDTWoDUqnlwGLNOxCwRkzyhApKqyJQ9Kxmfgx31GvsT1yqse10xA2SCFFFjzpwIHpUTrvWv+6AGq4moBeSQFXhnyaPSZlO+ugFe/o5pSh17HxcTybOmeF27AwJcAqYCvB5fPZYW2ch4PVx6GczgzoyS0vuyjEoB8V4BipHWt1YI3NKXNc9zvnczEI2wvA4tHKjeuliQyCBBW5iqXPBMAC89KgQgrsJahvFQhL+ZLoXthVHmEtzrOVc5OFY9QpT+uEREu8v7gUSmQha2VSn32iMMreC6FzxJGh2dPPCv7CSaY6evv+RLQzScbPet8pO8H+S7jImskEGNdgxdRIxXqpyiTOEaNt2McDil0sS/CdeCP5DRRza/fzzK/whW55olodUGj+saDBfqzL2auq/sWehCc26JclNdVr3Gt6+/xM8torxNGqQ7ILXt8LCALYMQaK1ww+2Sxd2dywvFCmnt5sl793vT7b7yRIItmxEQnhScrrvVP//RPCbLCECeQdTLCBd8OT9ZfCGRhAIGHa3/6KfVv6R6izty/bTGGJ9/25yrI8v7rIOuVLSAro50G7tn2/EA3hwEFPdFiL24bs/XNOYhanuNL9jVex0u2g5OnIKvtoEO8aOO8b5/POc9dt2ZPco0n8mRVHPbREyR7HlNFwZ0IExTIohkxIEuxhFgJHTIIyFIYYXqyIDnH5WfsdTyPHPApqBH08mbBhAf6XAVZrhYorTHli+ZXliu8SPGbRrx2R1nAScihvtjlrDAewz4z+cGC2UvE20UPc3LYYIYgIrw0cpQhGLoH262xFaaTW0jnWyiOwKvOaEQSV4BxGGSFIosXYiAcleZIq5WUmbIgC9AZgnkgZnYjMdi6BOfjvFQA0suzBFlS/BfK/5LYnnqyutCsvJIRZBE22JsRW9BLEQDslOAX3c1ntvqtrYKsrrQ1OybLZM28/XZxhFIu4l4oUS1Xz8p7gSwKXihcEJC1Gz1VMh8LAUs+FqGCM08WdAxoaSCLRGx6ykXoC6WQ5dGxtVnKcNKQFINGmgZZt69dnfbj98MAowhoefsEsBZCYyVu1fu4z5tBFvo+IOuWQBbl0y3krNTwPkGWrMDmO4k6rZAd3ZmO7X5levbbP56+/ZM/nb4aIOvU/esBsq5Pxx5Ew+SoGnk/nvPq1WvT5Ss3ok+Vy6jz7ISFhpoWz3hPDYv3964JaFE1UV4tDEgJslwUxIDA7KODLJ5JrSdSSWTKKonbe7krVgVmHGbsyTWO6pZYeUrEIg3Emtc/zynPunlozbuBsHiIaKn4cwGsgeFKseLGCyLm/cA/WkPXnHnnIYWJK45zgRR7mPyxy3E7dI/r8LmBkd6mEk6Or/7GZyGvX4Xu1WelkDJrDvOqAL3udPe8+Rk1efp7lfWNgKnmpM/zkjfmpOSKJEsurxSyoxTOutFnCLKg/8r/UaheWCOQ0zW/5UGq8D/RSVbVZU5lHIifqsQHveEpopcTvwtwlJwkPI11Kc8Q88n6w0+qaIXJpWh5/XxWDmWNU7J3mOiSg3Vfe7hcga+KQEkfEI/MnSG5ncp/fAQgJ9+JsNE6T9/jyYrnIz+V6oGiCdFdtiOIOShP1giyLNsdLl2ePu0+9hHfMC9hRKVin0Dp+EAzIloqzqlfDDwUsOtns1wpeQG4JbKANaMZ8SrIKl2F30O44KvfFcgCcBFtwfPPQdbtCBcsTxYg6x8DZP37AF+XxbdpO+FdMh/7p1ld0Pmk9mJpvZonKwpfKFzwfIajphEij2+60jDHDbjlvmzvD1HUnxxkDekq6xnETD8rPrQ8dLtC/xRk1Zz9dniysEqjNKEwYZ2FANMiLfaEKz6KXpyIvkG7AKyoLkiVweMJsnRsFWhAMBIOgJUHoCWmFtNhtOGfhCol1P0e+Ww4NL7GKlUVPijWiV4mo5R2n8v+ZqU9WRsxcRfIIkSQ/6RoAdQQv/ZmmfXyyrAaKcTjCDKfhnkoxUjKXm2mFNgS2n3s+rSYs74zmy+bL8XXewAAIABJREFUj9m/X1ID4qYCWvwQJ56AlGOsJA1CSZby/Mm8IF1fioLVirLOFCw00/c4zDjq7t2SniOZ7/cFGlgPAjqzn82chNw4xyXoFsrZYs2XDOfjvYdADj+zgO/yCJ4PpUC9UrIZcSl4pjsLcFu1bcntICtCyRJkweBVhUz0xLF1rtfJoGp45Xsocz7s+fyJrFJj0HGpgHo89gzr7wyjcbigNFYlNJ86fTY8WRfSkxV9sijhHqGCVN5yfxiXcCckqFtpPXYsvvZkHajKlZplykrOXOduYv/nY6VpwxQe47oTydQ0sdxH2SBcMLwiDl5jw+GtGOajgaxxNsY5s5LdQdZeVuwyi7EnqyzJg7LC3n8YcwFbY67Cu3fkzNemC9/80fT89/9o+kqEC55+eGs6cZ8+MAGW4joM686de9PNW/HcUWDjXtz0buRj3Q8vV1TGmB4c3Jz2r34w3YmeWvf3IxQyGiA/xMNF/5tMhpcyG8qp1sGL5nWGRzS+kEqh1rLvV9k+9JXn0TS3BKUJGvCSi+iKrxg8VZhe47kycJn7tN96O/DnxidMx73Qiim36MPhyfE8ykNJxRSZkSFZ4r0C+fY4STFO0KS9Vc3bS4bk2OWdSpBlygBQ+XdOR37KLxNPjiTH5lCx1j9OPDzpKfmgFNXacWvkz0CRnqv2Klqcg4BmCMnjSuzNNOu2QfJ6C4PCUgnXMmiMj+HJisOKF7A3qRLHPsW7w7NTQIK5L1HMPnffpg4eqwCFqtrG567AC2gKHSAr/ZUcqfL/pgXPbQtjA5gRoii6N73IE8G+9EOJN2KkMT2Z/Ezb/l5/EeGSPauUa8r5eIMYD8Uh4hnUbiVaaFDsR6/adwLz3m/2XrkCauVHKqpEPNIFJDAam/dlThbUoRBoG1wr3xpDFAU5eK7yJlEsCC8Y16bSsEKGOTX+gxeR31Tl5z3I2mt+x7wrPFNFMcpLlfRV+3IgjtHrx/NTGRlwDMiCn0uvSGNxF4as0QJk/TRBVszzEmTduHk7QskNspALvwyQ9WaArFs3AFkAxizhPpdmSf3jr5m0W/N9fdSPawBIdGHaKU8WOubL36hwQUAWBZhs/KmcrNHw1Pdu0p02QNfhDgM1qyBrValY4jPrgaOOlc+WazdTv0Tfq3OzDTho+FvmfGwVo3lZ3Gf1PRPdl0bXX7NsFaHla87l0LZ7LBe+dKkZpWwZ5+o1NgPOdc++/hoj7S0fPQ1ymyh3WPJVT1YQKAoQuRblTrc1MZlA8CmsNDRnPX2GfKxwlYcn63iEDlJJUAUvCAHAm4UFrKrriIEnA5HSUKNg8fzjsDgvpkMDxZXMdPJH38XfblqcykRcj6IW9ljZi+VS5sHcMGcTMqjPrHDa348CGAxUag4ZYGnhKiGWm67WuAkOPtdgbH2WGsnlcsIbMxgszt7syeD1dx1cYTtF9MlE48HsfAuQBeBCCYDm9Yg5bzZBpyKdwiHzgnR1zWmF96TiiuIgBT6tQC0c0Z9pEzW+4fNnr6UCUErKgthWwZet0x7XqD135WwDvX7yr7bkZB228TrIAmzQM8XNiIse5yDLAKtAFn2yyNdxad4SPqk0xEKq6lwqM+W5qgct+qjaeX0Ckgjyg67KMI/eGKZjlOn0lsWxZWm2MsRBBlk7AbJ2FS74TFQXBGSdF8g6EUK5wgVPUF1wDIVhCVVW2SALLxbK20Eob1hPS6kSqCy2wU5BgdbesofkbuSs0cTyIEqgy5MlIFrJ0xnW0pTgopkZ8hL9+2WQhe6IgL0V46ExcgFajBRLkGW5F/v+YShaMVfH2Ds01j3z1enU116bzn3rJ9NzL3xjOn/y4XQqyrzLUqtkfBocH40QmgCY8SNDSKzx/QBXD8N7df/mpenGr38Zvz8KwBXl6QNAPoxCGPw0cCEAkv2l8hm185uV3M8knsiMKWQYhiBKNWdhb6ugSTZH5/RB5tuinjxCh2deFBfhApo6MZlhHkfCyl6FWrv4p1hx/LbHyHu3lHDn1aTnKG5AYSR5MtMb5QbJebzOt4LvIXcPlYkm+aIAgNe4PFrtb/0xyJGUBYOkKJE1A1lq1VGgNCfM4CHD4/IzJALAUEp1mxZPwpy/DXM8gIscXmenrGPzxAx8tUJqm5t3wR/b3f2H8oz1WgOyFoisFCsZ7ciDZJ+GERUZWH0XDZ68wFWYRfeZAS34t9e2lNUKvR2NL8Ub74buUCGJBlPOC4XcbGCw+Ui9rmI8AmdEwMCfssiD8sV0rqujKmKD2VQYnsGg6J/y5yj3eKSCTwG05LkOI7EqCXK8eBjV+XoCQvOSivpTaco94wbillkOqxzKsyc9c4SqC8ZvPFkU90L38T2PqtfghTBgcd+98NbfDYObvGEAyRg3IEt9SL2q+dPFr3peyjBkuvSQBlrUHir+Z+ApqhA/Mr8DQAKy4OcjyOqmO643B1k/DZBFTha0Kk9ljH8/wgV/qXDBOcgqT9aN8GRhJANkyUy0BigsyPgx3/Z9MgdZUvNWQNboyeogq3SmnGnpNDVv9VkqPgmIngxkjUy39Lj+eIeDrNy/i3J9q/fuBo/DJm2bh20JsGp/j9dbAURbxzVQrqZgdZxfFpC1bn4Po5Ga086nY9f+/n/0X8Ya2MIpC0hYpgl/2QSyCHc5GZb9Alknw5t17FQwRfKwsDYKYLnceANZKCgNXCxAlpR+sQEpi4pwkdIwaGmwmPhMFk2YVQb6CRtIgUiFQR4rJ/k+jJAh8lGQR4Q/PIjwnvs0JSQp/gFx9wh6gBbKa4WeWFEVQ5NQ7N6d9nnTZtA0euUhscokuF5JyHHks1joDEvkUIOb9DG1vW8gxzaMStT6rWCDQcfO28SnmR9RgErX438nnTukyGCsQzqHe5Gs7B4dVVXR61AArZhRU3QeEyB9+UCWPVkl3EvcbQdZB7LMau5tERBtloA4HGRZPXYLg4GJz/5OdTIR2RiWZwWpx+irbHtW1yNPCSWWlgqnIjwQcHU+QNbZc8+EVzri7QFZO5FnmdUFT0QexcnRkyVBjnITISnpyZLyFt6sAllVBIR5quI1DuvqAhgv315UGCRsECByJELqNEcZLmgFPJ+90d3jgKyDBrK6tTObc6dyrW0mGQcPiLmIz48BkIMX3D95YTp6/qXpxO+8Pj374nemC+ci3EZ9AfHIY7E+rT3vhsDBT+hnE+O/f3BrehQg6+6ND6er774tkPVw/3rMVXgOjgYNJNB3pTorrPZcWUAlJ7AiWXsYpZN3UjJNP6XAMFVWwBKANa5Vs2aQVXuxGbUYRwN2jCM5nPCD6c1hezE3KHIJKuSh0t/2PhH+VeGPFaZl0NWPMagqBT4BWAIzrewgD/y3QZVzB7uRQMrpuA1yxgqwa/YGUGDbkK813sJgyoprWwPRsyvJlmKmohBUpkvPSM1hAa7HBVla2vFFwRvG2kK0GWau96cNshro9NzwjITzEjZYSletmxfCQMPhmuY8CgvGEJfGO+dmpTKfIci1NipXTlW6OP5A1TYpSOAm5vLEACh0/fQg5ef3lJ8V9xSPMW9hnp3XlSF88uTgQTNopxCFKg8KvNmTyznw5+o3Vt5deavypxdZ6vsKOciY40rehsjY1D1UnTCbEVf/ub5vTUu8BLLiWauvJPrRmfBiPfvssxrTrSiWg06FYYp7qSJrvFdpegGS+ulbAvDJhECDZdwzCyjDakUrmIMUTSq6gJzg+K3CF5GTBciqCJjcxDrHeYcbQBa9xACJYRD7JxW+iHDBU1QXtCfrF+HJ6uGCEYmQAKZnzpn4l97YlX1x6AdPALJe/sb0w1b4Ak+Wz3Xhn+SyawAWx8wU5mHfzGXvHKzlk5lg6jU71x9uB1k6ql9iES3kfdm/XzdVT0HWsARLx8CaCds2n8viI58YZP30z/48eJWtJep3I4BFgqzd1BLsDew4jKeBrLN4snacjwXICuvlCshK6xLeL22+RvCduTTrWHqyrGtZYI87lLcCWe0/wn3MdFo4IBYvBEBaggSy8GTFIfejUek9eeqCsUZiPKGC9mbZkyWli3+lXOhu/qwslKX4NQXQCqvO5Rif3BgeY8U2L8Vl0BK8jwzqOgMY43czuTbOexjHBB5MgFVetGKqVkql7KeHoAlMxUjXBk4AWyocnjLl1AQzTsYva7m8H65uaDDg9a+XckWG1zowxddfBpDFulQFLhK2MSoQ6mKwkLMsEFtKzDpP1irIcuieFUkXwsBLidJXTBkw7fh9irJ0q+Mqt9A+KH99eY6Splz4Qqn1vscAshS2FtbKHUBWAKzz0ezyDCBrN0EWACusmAjSHYULdksuo8BbJ9ppIGtfniwUAww1AnWE/WSsO8CgvHKomSjunH+wh/IRCll4sojnF8iSAgoo/SQgC8uxwwP9Y8tupQ9pV0gBt+fsGLkE0H00L75/9PT06PRXpyPnX5h2v/bNKG3/7HT6ZCR6R24G4PNEgCzK37ddwV4KT9aDCA18EKDq3o1L05X3fhFg69L0MIplALKmI/Ti8h7tTqTyMxleiQ+kvl0gi3OkKrTiEgMNWFvvezP/VACiCDTpVCiJkLz8TODJo+igqAMgN8O1V8Pei+SH5cGFN8qa7/u4j5Ct/g2MJA36+nN0ZJ5ndmml0SGt9SqwVB7Reu9DPE/9+EHh5DpJbwJoKnjUQabptodZlxfOtABgdpiYvNd4L0K5LO+1QtzE2Fb3YCnIXo7iDOuOs8LlJ+3Ko+eHCck5WPLYxaUe25O1UPhKviPbx/5VAh6sxeD5Rr7zOXvGJcYJd4t9m3lGAB0BMHmLCT10pUIMESraFG0NkLf04SPkrsCFtjcFSjIMT6SdHi6Bt5gL5BK6AjwX2ipQLKUZmsvwPpd3jwvC1zr1iF96LznXT1URc6xSlhJEGkDa0FjGspLdBcoYp8OlGYtln8qqQ8Ps5gzj53to5JG8uY702Q0P0sWLF/Ws+7R5UHP6mE94JMbN8PYtPVnNKBDD5Bzy3Qg5xBvFdcqoIgOPvNgGmBUGyJi45u0M3Wa9NoULVsoEPPL48VPT6699b5p5slT4IsYfERnv/upXBlnwwhWQdSVmHZDlwhe/eZB1bHoJkJUl3E3judMayBr5jL9bYhfRDfylfbfY8Pld35JEG6zf6/XpdpA1v8BqoYynIGuc4ccDSNvWZPOifTYgK4gHZkfJVSoQuedN93DYgifSS0sSZVqjfHt4sE5FXpbCBUMJpcgFIIvy7TDTI5mPpURvGHez2ozWg1IEnUPSwgUFspDwvi8vGGgpXy5YkZsgwwTLCloWLlmKAAww4th090lU38eKRPU3YrnxmtH13Sqg1DpuiaKCgiFv2WCBFZiqPIK0SGeoUnLgBrJKiHMVgJKV8xzvDGR1gnAlQ7Hy9GStAVntsdPiLMUjQdaCtjR1ejAzD3sJ/J55UQNm9TKJcCeUUs2TS8e7JC95KN0a/M8FZJUih2DFirgEWaLFQYkx3S1AVoAH9cuiyaRAg71YFcK2ArKSxkfQZepLYFuaaefe3hOtIa+V9ALuavSaUqTnZMm3IZBw/MTOtBuNiM+cfzYKXzyjPlmnohkx4YLyYiXIoooUc2DN3S+q5UEjxP1jkd0PL5bCBRvfSA9L84rm/hWw8X5+EBUF7x7cjvxPgyxVFxTYdCy9sEF79gL3c5DfJRz7q8IF8WTdlmJobJK9farKmDRKA5swu8S78KAp1AXvybHwHJ8K0/S5+Lk4Hd19Zjpx5pmYi8hDiLmhmhpzhFKFN0v8CX5HT6EocvHwTjQmvnVtuvbhu/H76vTgTni3Hh7EfcKqrKRReFyWctaetUV99ir+P/C9IK5CJB08iZ8whuJDvoqLSHR+48aqBkDdql/zWEDL/M7zXmF+Ulf9WV6zzirvVHkxxDl1z4H+0mu4BFotRwcq0L6ZgyzuV5/NjzUYKqXSz1QNb3t57JIBtmTX862iowKKoucah/R45+hQ7IVQ2VL2Cwulera6aCKrmrH6en7frrzprsOWYu/mwm8DWS0JosvFBtCX1JT8n+/xoLA/yaFUjhCGj5RlosNU3NkePDtz4NymCC8M2cCLkD55VeJ3gRTkitY4i7rIyx0GWuTkiSgdjtxXM/RYZ3GzOE5eLxms3AeqwLo8ipSHjz1VIcoyjuge6BT2olkXtkwrncA5UvZK+Zrm3egLDmuGz8S44ho002Vl4F+UmBcvSMNB5/kU9XC4IIUvRC9J5xW2Xzko8AOF6w17D7qhsbvmEVkqWYuxh3sCtrISqxT3Uu7xVJs2bt26pWcAJO1Emxx4MuuFV1Hl5wFYMtg5YqF4PXx5X0byuwK4VBc8GWNhugqMNeKNB5F+IpB1MkDW9wNk/aGMamAU3TOuQWVKgaxbe5Gny1jwZJ1KT9ZfZOGL8mQ5t3Z8fZaeLJ4Jenzh5ZfDk/VDFb5Ah3VuXGX4WvfxHOUObrlS/qgZupIfePxzo8mKgp9htgtm0Kd3Ng3jG4/D6z4/ex3wWxyycsLynOV4luPe/r6maZD5RaernG943vkzzt5x/sYHGTGBL7l+nJsvsh2EbT9/KZXXXXPrfYZwyyNv/Mf/VWAQMzdVpaHoRSpL80Q2E4bd9VF5J3JUTmdVwVORl3U8NuQUZd0BWQIVgCoaEcdxAlmED0rJWFErksCrVLkJjxwrMe9FGXEpC7DrZBDFdVXsIi2ZEpowNErIqtcUZZaDCUf4IN6su5FLcTeS1vlbBvf4TjpsXMxhMZ2h2jIs7SGZrPtfVLJs9WpJDTeVjRq7r4Plq3IXauP2+xRBeUPb2ukf2dlRJBDg+gHA2gXOy5bmYhyrxGOQtTgmjzeQsMeBuVKCbXr/aKyKMFAzXSyN3EuXt5pVTHPVY5VQtSnkfa0fPydrzthGq+9hzGzr50+Qk1UAS88ZzyFvTgAOCr1UbyPR58AEliALcHU38hrplaVEbrw0GL02gKxxX1TvnAL5sw1dcyslo4BI7s1UrjWeAlkpXC2MOQUlGgUyQBaNiKN8O9UFT5+9EB7pXZUr3iFcMEEWSd0nF56sB3FthD0KELwCkEXIoKzeqRRJQVZcZPc+oBTg25WHJmjsToTYAbIo4X4kvEEGWf6ZA8zDQFZf+RFk3Q6QBT1X75/K3SjWo9nShqfsuvPB2GCArIdHIuznyE58Hvws/j5ynIaclHYPL5Y8WqE4xXvHVVFNNQ0i8TyP7sd6B9C6EyWNH8SzPaBflppRx7MBtBNkVcsGlnLctbWfzC/GXCgfqJ0h4w+0WdX3EkBJAfTnZeBp1fYEWOGlGerHmMvLCD9NbwYrI/7a8pCKrnLfS/L1OS+lxb8TpGWBhK4cmxfWvhqB1RJkjXuvLPXcrfJN6jNuNyrhym9s4+73qj289NjV5/Xb47Dybk+WFfTKR7S3rqzWHORJqNDwprglr68ZkgzLeeEzw+rxNfDuxwRZmRDsfcIYch1NIOsVCHtyouplGEJogIsiznMCdKrQhZT3BMYKu0sgVVX6FKJPifwEHn6KnAdkiZbfNOh5BJCFdwc2JUDXDaS1/2TM1Lp53uU5I5cq9gn3KXDIRdE3jgTYcWinjYMt54oKh3EP9elL/sNznYo9iwIuj3s8+6PgMxhHaLrO2t4LMKj7QWP5zIyfZwdEFN1Ral6e3QzvlSxOD6zHb9mAzlPIuUJOvaet4NvD79BtZK3Ao0JjSy/q83kQ8oO5K68fOV7IIjeD7jnY1ebFXi2iCBxqi04HQNrddWif9hYGUzEJ0w15Vxpdgqzvvv796Y03/ihzsuj/FR48gayD6VfvvRfAb1/zcjL44MkIkaRP1ltvubpgteCQQXEB9n9jIOuHBlnOO/RcKlyQPUJ0yAqCsVE7fVdrdNMnA1nrlXFpCnPG6ZF5By3GtDLENcfMWMiMByy/yV26Bt1sBVqLnKyxzdD6u8yfxU8850elnx92/vr5GK+x3au3Dfysu8dyPH7W9by0jt12n1lO1giyFCYYVgCsXa0/UxuBp03MI0AWOSoUvaCMuxoRh1JWIEueLHmvgvkolyUbk4qRZz+OQfjYivC4ICuVCBiE5sFcXQtIiIjgiXt6KP8KkFWMKUJCCBO8ezeYeTQtvRdhg3i37sf7+wG0fLUCU1Zgx14tACDeVziBkngzpMsKTll0O8hyqE56v9KiXJZgQEtV1rJgQrBUhTF6Yhlkacn5jQJTgIux2midLyCZGehISMtwlF4VLLWKmC+FU4UgQugg6CRYeY8nhoTdFOTkr2iOkv6+zCCLTWRh64bbKAw9pn+uz3yaIEvXqvwd+1FnPGC5ue1dLGW4lJwC0BmXjmBXOFUHWXhl8F4BsABaAlmhlJykB0rsZYCWABZJ40OfLAYTtmoJJPYYwEqerABZ5GTNk7WtRECkVi7w5hCax99xXoTYHey7hDs5WQJZ8rZ+BiArk8hbjyh5zeFFAfDkVULghrIWeVmPAlypMRNzi2ONIhXkY9FklQqEhAvK44NiFZ5whSSxb+I5Amwdj58HAbh4LpdvZyfbbFLMuwOhXN5UQtnU7HFH+SUwyu96ifJVXjPzuIspOCywATeUrBQc+myQIeXFasYbhRPWRjc/bVbXZjXvCuHocSpAVSBLl1mArCoZXnyqFZ3Qsb51ASp4IvKDa1SYFCCw8lSK3pQnVuG88y3T+PK4kQrg5YNqvhpQjHtRHY4mrqouV7lltdfWgCztwJz3us+nDrJK3onPPxnIMtDAgArIeqCcM4MpQiHtUXRetBVxAYpSzoyUGv8zsOjNjNVmJAGaZaPlJg3BuS8zy73gI7w4HllDH0lX9zMwBkCQC44uYLAWo8HIB+il/DseFjzTGFAUZYEXI7zy8R1rZ0CYObDw7uBxhDA6D6oMhlTNsxGJPaDKvfk8PFflODIvBTbXgyzz2AJZKuSikMe5emZSTJWT58kf5eOK3SVvXhiglyCLUvLIINZOOWQCmzZ0qX9ZViEUGIy5Zh3xGgI0FYnAKNaArPrcnqzvTT/7GSCLHC6DLLyH8Phfvf+e+g+So7YEWVQXVKhgNgt3Q/nOYD5rkAXAfeHll6bv//AHAbIuGGSlJ6sAfTNxJE330N0CBx0IdRn7ZCBr5C/196Hhgk9B1rrpWgM6vwQg62f/5r9+5I1rq3R5sg4FWbFx6ZE1erJORsjg8QBawUXlycIlz8/xsP4T236MhsQAhLS22JjSJeHHBVky3nGxzL0Yq6i08q70ywmlR4qASrsHyFJuFnHRACzeOzwOj5ZoH7Bk7UAWdb1PRcGhhBYiAllhGXPOVgK0BFt1TvXDgWlb+BQQ428rD6UIqVQsnixZzFDJULixxtgB3yoMlqVZQe5zWq3QzvKMNJDVFKw6xzlbKLZm1hQzcB6eQggBXGHBokJeSwiv4iCHgnwzpQ6+fns9WXOQhTWQkJFhspsF2Ux6DBf8JJ6sEWTNvLVrWRKyrIMsk2xa8qGeVHysBLvgBrSF0nAiwNSZAFnnAVkRLrgTIIvP5MnK8BSErEAWHpuO5gUCK3RL3u8MGVQsfFXESsspylnRuI0doQQpFyKqC96+EfyGwhdhYVbjXhDNJwFZj1RdcOnJKmVEe6LCsZiM8GQRKiglU8YNWjnww5x6j9tAQkP1MBZh2Q0Q5sQOKs85P4PiF+IxocjFw6iIBjlxD6KvFs9VllL3AfP+cE8i2lqkoQVQlJ4mI6zYZAJZ5ixljKE3lJU2A+rab8UKejW8zCW1tiqQzWm20s2ZBu8MEkxk4/6dNUpPz2T1L+JYeRsq1EwKugFa5dJUqGIplwodS+XUtMo1rOBXBbvxug7fMv0ZeFG9zR5mPqviAWUMm+3RNXumxtGfwQ8NHy+ezVwDssb2BQamOfefA8jqnseMF38SkBVzhnxjr9rbjGed4jeUMHeUCTRainvl+kCbPobIEdOFwwSDxlHgiV6Jl0MQAUMuPoGHjPmltQPyg/0jXkKZc2hDHitkjUPRCQ8sAxagAR6g6U7DDPeleMNRVQ4kIsWh7HyPXOU7ed54zixswj2pkArwgb4Yc1XpVOl6gbv4iX1dzwUtyQMOeEtvJuBGOVlJ1+M+cfgdGND7WP1Bc0/MjGHNS9kNExWA4jBl74kxmoE55VVAb6weWCGz898ugNPDKuPvWDuMZQ1kJS/WGNOTVX9vA1nv/fr94Nd7mosGst6h8AXNiD9fkKVwwRdfnL6vcMFz6pW4ArKQWSkP9cxap5EPGjTPX09BVs3HU0/WnDI+lidLrnpAFt3CiWkll0kW3no5iA3riBoRN09WhFKFN0sgixLuqiwYCkDlYwlkWZFwuJStVP2VKsg6T9bMU+MzmmdpCBcUw1ACRlq/pPTGvWCsKlPukDgDLbxZWOADWBwQRsHfWNb8d5Wm1b0qVFD3zYRaNmYCI1uKu7fBCpSPtf5DFS43HnUDUitmUqwIuwCgKVYCpY1zqx8HCp8VOAMrh2AW0Gqe3C0gq6CfJiYZffNkVYWr9EhIsKIgS2HCwxeCLEGWBJ8ukQBxK8hasKoCnjLzLRS8OTFo1hfkvHj/Md6O+S2HnN496hV2asstikRZEWcKnLm0ryZBmXSmohAVLhigQ+FiPSfLCfkZH5/XoJdRMXiDLFvVer7VYYMejRXzRSGuuIOs9GyxP6TMRyhU5F4JZClc8OIKyJqVcMdDMBpFNF7vJ6pTohCoGXEVvhCo02ZsypmUEDymhPowP9FX6lbkL1Fd8EH0khLIat4sjTJ/mIr14YLjE0sJDz4gkBXKwBgu2ECWhGzSV0vSZqxS63Qfe7Rc/ABFe4fmzOQhUHUx3pOfQciRjo9noo/dQSiS92hULJAZyp9CFYkGICfUOR+MFZClkFPlpOBJCL4pHuICJwIkTkaLbZLGkIjTtfKEtcUgLYmu8Ri9F+jP43Qte+QLVJjUfMy4xzQ21ksbvBe1MPBMnglNZl6Nab2Hbai3kcCPw4qtDBoQcb+jYrlrAAAgAElEQVQxJ6wAmcdZhTUastMzlrLNdQXGVEK7V7SrvBKXjAfMZel1nqARRB/fYdyiG7scnVA5Wubf9ooB7qpHnEFWjTWV5SIlW+bSk9Xv2IrStBXz7PdXroeuU7xkwR/zKz9bgViOSU+WhZ4vucLnOI61s5dI4XEJtERTma9nwJ/zGXKSYwgfdNgkhR+I2OD50wsl71RWAIzT8D7dzTwvFQyJH7ZaFXnoxopugGPIgCytMdIuvVWOetHDyHAFf+G78qpUxcEqyMEYCWHjPBe5sbfYa1h8o+aWOhmmFxuDrM+Q1lCeUoXJKxTxUYC36HUVvQMxPDWZztVLFmfhCxtLvXdtMGYESyFpGvFSG1xqy7GSMoAkl8jTeD4O8Lqwj6vYRfeGe28nNcWFmkGDpYJXxLo6CqNyavuYDLJqnuNZ8WS9jicrcrKiTcWDoHXmlbkhQuG990eQFVEOrbrgfwiQdWXhyeLBOmD5+J6s4lfFu3ILxtjg9bXePOfzL70YhS+WIMu7SnOEzEraqN22GWTVPuz70TJt3L9LXcXzWa/Oj+qO47l+ttWwvfGYGv+SlhbHDAbf+Td+t3qPBRdqcqGfTbjbeFSXHevuUCxooK+a9+Fw0ev602ugAw/3nI1nFA/cfIlOM+vnYt3eXMznCthefr9lPRZDUE5WebIU+pPVBSUkB+RvjhAJksGUTobwAWTRiJh8lePRjPhYJFceoYwpniy5rANURI4WliKsYWJSzVpTGzAJTcQmv01ONrfqFvAZWWcIjELXEm1U/oeEeFq/XMQBTk6Z12zol2GDys0idDCA1b0IHwRg4d3C2uWFZKOYIUq4HPrq4Tg6S8/YFd8S3k6e9Q/ASp8rtt0KlmL+K9zA6pbviAcLhp4Wc/2NrgX5SRlgjnIj5hgV2iJmMLfKVB+lEs4FtpjzShgGiLLmKoISgpRQQQRzi3Nf0Nbo3Vg3RbO8mkPmcNs1Nm2oz+o7WxYjpCarS5U1cB4u6LqRvFxumrANCkKQ2xZKR/TJYv56CXeDnlIKpYCyTFjx8zrFDAtEr8HQKwxzFGA1l02xTi4v4MZ9krbJrTi5sxtl212+/Uz0yiJccPRkFcjC+kwZ4XGdDOCsgKv4RSZaUzhHYD2VcO2iuKcs4mlkkccnwuhu792YbkTuEmXcqc4XyCTpOatiDknFFaZaOYFMlzjHsDVljY79DuC7HQ2OHT5T1nlXElvyMyl3cSGNl32k9TA4Yc3Pn78Q83NhOkPVxcht4DdJ4az8/bj23XhWesiQ6wLvJMQHy/3dKHpCUY/791y22WXXY5WprAa4It8HEKeqZBQEYqdgbJF6KIClBsYtHzXBFWNr2zqNSk0578JUa5Vz08LAFh4siy9bz80zy3rvimrwKj6vcCTzWCsFlb+jinPxZD20Dw+dPfaVjO8cns4nK++n0arYHOCq+idZEW6em8F7XPfn2cojqOsVqIcmkubr+iPdrv6N5yULmDRm0j2NBhhZUXQwBo10t6TDjTyp0bRl6aEv0WF+v8iN6OckIczyTdcpGL3pr7zOAKIEUfLW57y7sIONPwWoC4g6LyhCZeN7cpgo2gAzUTGrBDculBQeMioQppfRtOPcI65eYK7kItRedMVzGWhlyfLgGTKO6PyUyOyf7FXIteE3fOn8aPY/3mnuk/lcLXLGn5WhtKomKkKD42nPkJ4wF5Ywr8ZDdu7seRWOqJfzsoK+5X3Nfn45do/SRogMiJkvsZa9DCFe41pn8WiAEZ9huGitGXxc238CkLm5c290g0HluHnN+ZwCHOhg85dDFG1CZ6/iMXPhiz/8AwpfRJ+s+Iz2HfRTBGS9HyCLgkIYmQCdp+Ka70RO1ptv/mU0lY/qggoR5KnJPU06LMPuZp1045apL0egwOXEs5J3oUs9/+LL0w8CZJ09dzb4cNDioP8YHKWRvBknzOslS+ZoaOV9G8MWMOPjCtj73VaPxzaF/nGusRjX4zzP/JhVsLcsW76u19Zy4VbvO9edt82F7UWdWFJCzW6z7RrLyoArY3yc+VzQwzoC3TqOQf3+GCArvFiEC0bzYQpeUF3QJdyDEamMaUwsbngaBp60O76Y4EaQpTyPnOCBGS2VcDFo/sPqjIKUFlMrkmGxIxSJikEABqWAOMneVfTcN0shK1j37kWybHi08GoBtIwpDbAeD2TZCjq+lrKTCmBOmiX0p8KPYm5g+hl22PK2JNDJ8nJsN2BVoYPynGWsdQEtANZwa+vP6UnTm27xyq9S8fLqF8hSNajBesckVIz3U5BlhdOerDnQGCtlfnyQZeb2aYKsUWjPBLiEP0wMgB9GkgBZZwJE0Ij4LCArGhGTj6UKegEwdvitEB9yKjeDLJQ2FJ5SyMtiVeYCKVgoQQhGPD4Bsm5FqOC1a5cipChAVoYL9hLuyOvahxRdWfVkfTKQZSVXADD5RgNZMVae99lnnpm++tWvRa+b56RoUcKdZG/4GvNIifj9KKBzO4AVJZPxoAGyDgJc7UdfnP14rvtRcRCvnRQQVLMMveIaxwFZobCo+ECZcuK61EYLaBPFblBaXNymWkjIk5xAUEapNIJpLkqxSWYkusIrLQBiz6KjAApM0uTc5fYRbqUw4rk9cyaS7AkFi8/JZelAq0CreyeVZ62s7ArrSiW4aM8hkM7TKcBX/NJ0wlrAG+3F4rPKs1oKtyay8XjJ65XNZWfGQC5nerFnbC7oKzTMSmi3/jtUzjvROV9R8Cb2Azk9pcS2cQ+X/Fgga1shnlI2Nl58CbLWASzLM57VAMuVgyuHrnKFmfvy3gCcoE2EqwxtITeZ59NRVZM1pAotlfoIu1elQHIStbed14vMgn+UZ6lAFmGu1ceqctxadAjSSiGNBmTQHseaFjKEj7WJZVVuVuyZFnmRANueGXuIWDPOFZisIh/oIyrKAq1Dv84R5XhAFjxR9FlKbxxHiPiZqMAKLdTLJdyLlkuWlgfWhJF+4Tn5JqCywcVgTMfKs8a+sv4jZTZ/L+3+43pZRcnIkjQ8m+Zrzb3n8ca2NRLYMJ2IJ8iKx7PA8zrIcjPiyskyyHK44O3gVw6jpeosIOuv/+qvppthLHO+afK5+vtzA1lh3GzznLwxQdZoyE9/4lOQtcaj9hRkLaXPcjt3MLjuyBE7fzyQFR4qLCSnzlDSOBSx+DlK8inxz2pGTA4DniwaeLpgwFZP1mODLPw8YbkKxiBraTJZVdQRwHKn9AcRAoggUJhgJocSriSkiys0fmhOfK9CBwWyKpyhK3ibPS2rIGs54ZX8bOtygiWFp5C3VqEAqRAobIOmze49o0RqhRBZMSah1cDL1m4bTQZQWCALRUEMtBNCf44OsmQpUH4MSciptDGnFDQgPj2U4dGTZSYe87+ZvrpAypCvTeT62+DJKpA182QNoQefHchCKG7e7OsM4iO44mwp3NATpC+LchhICmRFPta5aEi8EyBLnqwAV3hxBLLUK8hKzWGeLCex02/NCdiq+lVDjvtCooAIlCzlrQnQ70dFqhvT1esfTXsBSB5GuCB9slRlosJYfyMgyyHQUtCYH3zIMc4z0ZT5619/fnrppZem5577mhRMlAsrJAGwwru7h8cswNXN+DHIcm7a3QBWd/dvRRjkrZgXlNEofiGLN81Zy+BiQ5GVzsznyEmTZzlAFr3STsgrYCu0ME3kjNpxU+WbbYsugFU2KilaKJNYqzEysQ4CHBmOWMpdwnspu3p6gyQqmZGXx+cozhXpoCq0MlJlA9hcW+5fyiy0gjJbivwYFig6nFldM/KA8c28XS5LvfQ8+RjzPMkTABRsTkRuoisjv48pQuxKrRRZjdetAtxvyTlkVfadzyhTfTpDRD9TkHXI/taaLkCWgXI9VIKqFiK4HmTpWYNuCmABPLgEhgTWWoUhYi7K+6u9H3seuikPNbc4Qc+rWFvRQ/ywT0S/hHKy3nG8ilwQ6RIgyXlAgKTMFWKuM6SuswfTXPXduosXOLxkhNMCcLw2AZboKUU4Yq5Xk6XcQeGqtXZeT+5dIEvlg4Nuuke1chq9b1SyPysLaq7QERKAA65OhwebnKtmNJAni0qkpqGiU4v3BFnQWD5kMxzXPl3rDcmwvwSJ3TPVwysbJSew0vXn9gMdUnusN0rGk+Xx6z/Rv8GQxhv6BqRmkPUDebIeH2S9EyDrL78wIOt7P/i++orBn+8P81wpIC52UcZnA+7xNa7V/Bu/exxvzlNPVp+5Zc+vbfP7z8qTRchNheANU6ZNTbjgqQBPp+TJCkUsyrhTqQeQRT5WgSyBK6woshKlUNwYLuj+FqZm44ORcXVxKfQxHQUooUgkyFJoAWGANENEEIQweRgFLRAwVca9rEhYhCGAhwoVzPysAGQ9/uhJQNYaTtcmDcuzFQG/HIqEsmYGZ4sr/MBKg0NrKsk2Ta32eCEMYi4FugqwuQRZWqiZYxcYqTBC2XkFynxnv7oFVO72mC/ljmgy07OiakX2TqgqU3oLrd88BVmahs8QZBXJqDLf8rX4aEl9K0Kd7YRyKwGrYI4OssKDhScLkHU6cg86yDqtpPHyZK0DWVbgXd2KECIllssqm/lYIjVXvIReVbBBeX+RFyKQdX26evXDUO7syTLIqpATvEze5/qvhVn1p13onzoOhQegUwojIX32UGQz4tHj0fLehpCdGAHK5zPPfmV6OZpbvvzyN8Oj9VyWQMbaH72GAkyR0H8z+tjcDMvuzbjfXngH4DnyEjAXAbTuR87Zvfj9KDx3hJ623CTlSqGX9tLPVczCihOKHxboo8qnAOwwD3eCl92JMJg74T0rDwPgZ3zV2ltJ854v5UpexVZ4J1mSwo0dulygBM+a8tAUIkVulY1WKiSEIp1eb5Rqr6t5Zc+F8XoXEJuDnVRsO/rJ0CorfC7uUd42ZqMs9V53e6Uq7MdPXmBkThnzXdGNDuZ9BbT4u3LIavx850INhMK74M1hIKsp0nm75W5dkQxFxwWMwFFLTW+2oAx2fpUGsqrwRXopE5FxQl7BNKA+cSHbqCq4H9UFke2E+gIs6vkYAmkCGNvw1rLvYRYyvonGKPdu0FN6gYwnhOmlDCovEAbAVsAFlVYgyMYXrtkKXCB3yM8WXRpMuWm4+8lVLp7CVrNwBzzH1UrxPlFtMORhFl3BAMDzArAwDHGQqhCqUmHlGqacjfdu7muNo3p3Ffj2M9M7CmMURTUM2kSD8mQxD84Xq8IrM/rsmkynURGe930da7rquYka54CclrShEeQ4Kvy7vNS1z/wM5sOVy4YHve8BB2GVbqWeZwJZp6bvBsj6g40gKwpfyJMVNCJP1j8qXFA5Wc2T9TmFC77w8vTd738vPI9nbfCD15c6KYBZoMofahqHDTvO7bgFZ9tx017VgV1v9D0WN1lzYfPnDS+B4k0HrPKQFbpZXGA5Ln89H0fx1brzNoC07vu1IGvDs5QRYHzasSpEn9PD58NpR5tusmW+27ptuocY94ZFmQP4Iz/9sz+PYl+2Qo85WasgS/q8GO0pPFlR6GInPFiEDJ6Iv+3Jcrigy7enN0vNC5O5Za5Lp24T4czCongYwnhMsNUnq+en+AFUVQ0LdDIUMeIAWfdCCUHZoaO6GuzGZygIpRRYbYtzAVnB99WgWBUIu+t/NBFt87Rs83TNzE1DnkmBLWagCEkjS0uVeW1u2vIEZoKyPVwWcgZlzukay80fC+FXSfbWg0pY9zl3NSZXU5K7X4LOYRu9pLsFbao3gwhYpbGVUEkUpkWM8vKsbfO7mb18Nt8uc7J+056sQxmblm4zx10PskxhikQBZIXysHP6bIQJXoifZ6ezCbIqXJAwKYMskth7XkoxOaoLFnixwp85jwnS2xiwzLJXE2Q5VJdWAXsBsq5NV658GDlZ0U/qQYTUuWGBdoOILAGW+eWawhfiAcNcxD0qJ2svc7LuJeibVReckUzmQAzXORFK5u/8zu9Mr3zrO9OLL708XQwQagt+5F+FkkoZ45s3b07Xb9ycrsVvwgXJzapiMYQmB1NRCfcHkZNFeKQLOKT3OhWpAl2uLljgw96rnch33Q0D1rkI29uJvlz3Y5/e3gPcxf3jh1LcFNtQyF6+BtySFnUUS38pfpn8pJQrfZ68xh4ue8tRPisHUTQjD7ct9oQV421wFUkroir7E9cZ6Y73M7At9lN5Il3R5b7OX+kgS7lZGrMV9BZOOD7gsIYcp0dLRaHPx1ypGpd9DkbnwM0Kub29eHMVJizD1QDjWC+TaHsNIfh9TYqG17IpK0/jWFYO27TfE6hVnpqHN+6HYWxBP5btbhruhr946+xxwjjHXDs00HmD2oIZgteMJZIpBuQMvqpCapjIo1xPlFzWv0q5V5EKaJ1Gx6wpslneFoHreW6zwv4QcfJAuZCKe0A5MgW6JWyQUOaSWbWFleOoc/iqDD4eq2glgQ3PLp2HUvBJn6Lj+K9KpBNqh8EBnqDzOE7KjPPFFCad/a7qGvyWMSDpZQaRdY05aK6KmkVfbuPisZaiW6vqz1yoR/Of+6RWejRC2FjQPXiitXZrMU/z5dGTFX2yfvYHf3yIJ+vX0+1oRnwiimK4V9bJ1owYkGX+nTzBCtqwD9ZugCf6sIFEk54NemNOFiDru9+PtiRnW3hzAYe2jaxa+qW9N65FefgOH9YqkJiDqtUzuwHvsKsuw/JWjht4xGHXeDxQNZ69Oq5t4YGits2qx0wGeP/NaX2bJ3AJskpTnY18q/6zBWQt9sy6Od0GKM37tulh/dk/Hsg6ZU/W6czHKpBFQv1DyrES/3w8hDYhgx8bZGVcfcamFcgyg4mfbCBVZX3pfzV2tb8fFmcx8vhcIEshAA7TkYWXcMPwcmHlc8W3FNYzYW5r4KbXdpCw3IhVjXAptIv9ri6eQJUYtJPjZT1E8Kfi5gqHVuKqypGFpcM5ZD0U42/suoVZyDoITwxVR0xLXix7AhV6KS9WlqrdQlhPQdaTFr5Iz2Hx/bUWp4H6Nilda67RrZcurqECD7HShIPsRkNOABY9sugtQk4WIUGEC55OkOWyy+Rk9XBBKb8LkFU9WmbWUkl1w6NqRFo5WYTU3bwByPpgFWS1qpfDvllXXVByfBDksT8odIGlfg6ybEBxvsdSFV4Hsk5Ozz//wvStb786vfjiSyp+Acgib5Oqhdev39DP1WvXp+sR6ki+ggtB2FtG8+FHESL4SIUAaH/g+5Y3WjmXWfmvQuTkoMmG1WciXOvC+TPTxVAWzp6JMMWwMB9E+MvN2wfxsx+5bHsBtuKHXoZYq8UbrDUUgHJO0npBMAIiYgdKcGLNZ+1lpab5NkWMoJn02ApUy1vnZvWq3iivQw9hG408Hdh1UFWUPFrwi53zXVNk877KnWUUCQbnvLgDn3lWbN8vI29+PD7dbVGsOV4dF1rYDLLWASxG0XMJ10uQUqRL+R+PauNNb/bSeCJazqX3+aaB9pLIsIzhexUzip9aO9at+mQ5V9jeDhW8wkuZ61GfqTAKSrmKN2HQcNgofaZUpY9crpgrCg7cDRqBNo5lyB8GO4pNAVoIJUSSFc/oXqbutew5W5lmkCC+lGqeiXEIUI3gV8DcOU6WWVyzGw6bsTDkJE16eb8P6CywRx8vlHh54+0Vg09idOjhrEhK5w7aEOCcxx42WHmAnWZGPlzrUWGzBZz8ea0ef5TusaqDjHng3vP2/naPa1/3cc909dO7zrwZQwf2caoLArKWfbIqJ+uDAWTBJ443kHXzpkHWUXoC6rpzHWZdSPv6HXH4p9tB1kuqjkgJd4U3pzdSPEwTuwgPfAqy2mRbrZiv2RIQbQMVRdfjCn4eIOtTaSS8Rc99YpBV1QVhhI/tyRLIIl7ZjYhbThZuaayiVJSiNxaxzrEZm7XmiTxZKTpD6RLzKEQvM0YwkQfVsyPLjgOYIg9Lsef07QiPFl4qJ8i6WpXBSFnpDLKqpLZl+QJRdYPUobv/8YT3eN25wBZxct9C/YckRVOwQLqYpZ8Vq7TKJfIS0CpmK4CVPcpUOl5fDBtJhETyqy2WJOdXaAfhX6oUR++wJDjd7p8pyJI1U32yEviLKw0WE4St8gK+SCArLZ6pbFMW3tFyFFBBeTgbpdu/IpC1myALJftEhkntoGzTIyueG2WsWRtQYJYgS0CjhwmOYAsbySrICsAQydKEC1JdkEIYzZP1hQBZLwbIwpP14nQ+KjCicN8JgwNerOvXA1xdA2Rdm66HJwvPjiuBAbLCKk7orUq4E2ZL2ErwJ4XnVChchlPFe1d0k8lHRg6qtl44f2766jMXp4vxezcUUhSg2/t3IvfrIKp7UTAkcsACZCm8Cw9zYy2laJdnqav+SwW9Kd7Dfib0SkVP8GAeCrIiNDTaOqgv0gJkFcAqXl8gqxQ/g7tkXWk0mov1OYtVJU5oKr1cBmB+2OK5AEMbx5APC8VuABibeHSBzqUSgdLJXKwDWYyhiv6NIHEcm/4+tDKglRr/aDVWZM8IkGaKS3mL0+PbIzz6/mtekSz6MYIse1+gT4B/zahLpCNHkJ0Y16pQE2PrTaDt5XI7lsqFwrNEsQmH6bFm3APwAaCCxquyJwYbvIOMr6JnWFIbB3MeGEUrViKJl//bQFTVniTX40cFNbK4FpUIoU0ZOwQI47u4P/vT9MrnRIAcV1gZwPMgingQMs/xAEWFQCZ94sWH96uUedGTRlThtRmOm2s5gtwRRHUFdJ3ho8ClKCZDYgs4dS+x6dM07vXtoFRcfag02O9XdGYKSr9wXsfhdFwKudBA1h8GyDpmvnOcyoTR7sOFL74IIAvZwxzaK949WfTJeml67fXXp13WNUNI/cxLkFV8Yu59t2drE0da973X4fDXdo/HF8GT9RRkzVdwGx08MciiGTEWro8Lsih8IU9WhLgoXBDGrcIXAK2x8AVKehaeaM9kxlFuQlvnzFRtBYQLJGMxJWjTILweyQvlHCw8WORe8fedTJ4VyIqy7LLMAbJ0PkyayknsvBinI+Tk1erMaz7hFa542EZ6cpBlBjq+Fl5VBre43eJ4cKYEc4ZuaPgZza0J8hpIIKYnqwRXKUMOF0jmq3BBzwWCSyCLXKy00ukcTdRmJvRl82SheAI0CmTJG1ErM+RkyaKZjXafrIT7Z+XJyn2V6yVLq8C0FQTCBU8HyDofIAtvFp4sCl8QLgjIcnXBHi7IPDSlTzkR83BBAfLHAlkUWqGENJ4sQFYUvhDIipysKPagcJNPALKWJdzvS1Hf7MlK5JkC1oUfnn8hQVY0uLwQoZQGWVHsIoDOzRuRixXg6srVa9O1AFwHUa5dxT5UsSx+q0R9/lDVFMv6AmSVpV6KrLZrlKGOv3cC0D5z4fz0XFQ2BGQRWnWHIhthONqPfKy9MCIBsuTJirGoiqpUT64yj16fWbAXuX1SrBLxNG8anm95sggHiqIIQSO8XI7fRqoxXFBFDuDTzdBj5a9Alj1gAyAiN7QMNijp0CMHjCxFtiNb7nvPIyvdM9AhHudwMlmsFQe7WaFZB6bq2R16FOenB0PNjiMf63SEasq4omfsytSInUr1HUFgY96SL3OeuQS81TTVoKbP11KurJaSdzVE9XsCcKinmcNHK/yu5o3no3iEwgULhOTAMQ6wGOx7AAYRDAonVK4eTYrhG17LKiqhasHIiqzSxzEAHYpoVEEIjq9KkwZd4cmKEEwVxIg5wUCgvKGc12rIa5rxDDokecjxVM+0rBzIc8R1Of94jJ3r4kVTKCu0KdDkXmcwPoE6wBQhj/HZmfASCxByvIwVMQdB8zyHKl1mYQ+eieI09ZKMtIqiVwfKfdz12bgH6/xVfcFAsgHj2UlLg6wJf/2xndZ8iaLXAvJWf3JmLQzq3QCy3gBkhfec7jcqegTICl3gvfc/T5DVjREGWQaGa0FWrCvh1cV/pOppD5Ynq/IyF+BILGSzfrP6/ZcUZK2Zi21zU3uhEZX2xnyOfxPhgl9IT9Yf/Cf/TRheXTEIBnwwlnlN5loThyFfvYPCk3VSeQMu334y+mQdoQqWCl+kJ0s5WS4fqsIXCMpU2vtCpDKY1vZ1IAsrb2dwmRCPXEXAkINFI2FVFCQnC0treOSUk+VKgxxD+EO6gOK387F6zgcUlR6KNVzxk4Oskez424UqDn/ZWrPpNV8WaSa+pgp6oARzmwy1yLDCYrxlWbZw833SRui/43xbguwh5FVbZVyLQ8c3DN35WJssPV2paGtcyld+ULbWjRPyqX6ZFuZQWrGEYs2uHJURZFWCpXtdUZWK+XIRkQch/B+vT1ZXDLUTBGS7MFxhbD7okKftSf3jfvGa+ruHmRN4NKz0FLoAZJ07/8y0GyFxp3aj6aYS/QkZDIAVVswKF1wWvpAXbwgtXYKsoiMZSyBFFJ74cbggHvP0ZF0JkEWpczxZCjUBZFlR7MUueIDyIC72zTAX0DWeaSzx9HMRT0NBI4wv7oshSSFEOX19bgclLmhVICvCBb/97W9PL0RO1oXIycLyzfXoh3U7csgAWZcvX4lwR/p8kVPG2LkXwt3FPfSj3mnZmkJKtMdPnQmBCYEHK2fMD9UcL0S4yzMXoz9XWGQBWYouCAX5AC895bOjVDyFN27HD9/JkyMPfbdTc48qV72khfYdcxzKI8+rpq2MIxvwomyqt2F4/R0SlfkwhIcp4uGOy3VzH1nf5+FKoydTa5kPOR+hR9Zo/hC6lrKcIEf0ozAgvBHmb1XwyPOwyk/a/fNelSvGnKGA40VRqGcq/ZAHz0NRCEAWe0BzyfkLVqZdlWBVoejKp/F+03VWtqq9meteAkYyUFaInA06VIlV6Lcq4LmfE/MIzbHvXAHQ4Zuq8MiqkdeWRUJgKAJZ0UpgP2iG8LheuZGwv6Dd2CfH4jkBGCpyRPgfVSLlKTTIUiNtGe6y/UhSnPJ52/qa7lzMwc9ZOb4gE4e2mg9oz8AfVPTClQlZB5k54kcAACAASURBVM5382kbUauIg+iAnEFAU7zuArJiX0CzjN25XpEOmaDTxztknomsEELOZS7h66NHjblX3zrd2zJVRsqcx9Hj4Cp1XSkv0h3VhyQL3aP+Hmmx00CXw+voorxW43frDLsV1uvjDgdi/tr8u17oE1QXfC3CBQFZRwNkASRF+wGM4TOfD8iyfsjLPCWNM/GnPVmuTgoNvRiVYF997bUwHhbI6rJUoDd1zLqerzmf8ZVocpvA2kGr4ebrVmz+2XZPVQfBh11tG8DZZMjpczd/2G05WMuxbBtDv08/88lBFnxziMAY9lhddds4ts73mms+8bNuMeh5LjrdHPnD//S/jfSBeahg66WxDmQprpr+QQZZ8mTNQFZ6shJkKT+LPK1PCLIkRMEPKliBRbwXulCVH5UiJxk1niUUEUIFSVYnJ0scQ5yWx6/E3aEkQxXZWIIsyYTNgGe7J2u5hJ8UZC1QiLnmYLfy/RQZzaEt9KKPw1bX7snKS8wGSh+xefNWz9wTvYZCH4edt5y/ZYTNk8/vE41w7cFOLnbJbfXJCs+OE+C7J6ssJs4/N8hyKeFQFj4GyGIgLcQk9+fjg6ylMEoaSCnSQBaTS06QPFnnFC54Pkq47569OJ2MsuUjyLJHw16NJchSv7u0YqMcHQqy2G0oUmtB1jV5svajXxYgS03tlDiNNxswNAi4BFnLHJdxfqTMBF/AUFQgywraJpBlL42ZonkE6/yCcrK+rZysC+FVApTynPQHonIh4YKXLn00XbpyKfIUbsvyL/0RoAUDlqJH8n8HWVZEDWZQWG0H6XmnssgTxhTl088H0CIf60SEWruUduRCqZJZhDeFYokXiyIcBbIUDqxLrVrE1wIenhRFOOhA1mrCvFFa4nwUUJX2Vl8hvAbQpfslGdBgkHPvLObOhS8MsqzcmfbGUu36DOUaj+pCQJV1c53w5DMl7zNPAntVvbK8JAmygu8zvwKL+WxeUwMAFdMAKKUByZ8TIueKeSr0I29QzJ+KXsS+j3wswsQAYqItrjeALCl5w3zz7LoPQIvPea+x+CQXKPK1WqER5dS6upwKPCQI6dX5KHvuOaheY4ybCo8YE6B1cuToz6YwQOgwngHA0XqIJcjCw047DmQ7CoB7V8aOy6qg6t2m8zJnmOfgGaUDlMcpC00J0OZaW5dVzzWuBY+sypQtNDE9Vm7jYO+y8rgSPD6KfUITbwG2+OxEGHDZDw+Q8ewlrQuguHualOcV3wv4UWmwwvwGo2wBlKJNU6b3iUMUTRMGig5bNI308v41J6Ot0LvX67pOwV3KrLpPv/96Y8D4ff09gqz5vTr4MIAcwYivX7RlPjMofSpy5egGXgJZUdDitSgcsQRZRxJkvf+5eLJWQ57VN1Q8KdMboK3gX7Tb+M6rr0XTeBcKKsCkCA7NzWhMSyoYUZaMI8MG1yGfDGSNQHzd2op+FlEG647bBiy2g6x5ZNTKuPTsm/Xcbd+v3wvz+dz2rOaoX0KQ9cf/9r+TJwuGiKV21rBwA8iiAtbpbEYMyCIH65FysmJiAVVYCdURHpCVpcU/gSerQBZ62H2KXACggqnfizAa93SiUp6rC7qyoEEWgMwKmwGaaKlAlao/1WayjJvlLQ1Kw2Gb5MlBwDIEYPXKq+GDI7HG+S3W5pBRgSdxq/Oohx8yf9Ylf9FUzGHVtpyslVv9NoMsebJcgQuQRX6bFeV8SsXe5ewiqDMn6wsDshRWkQAijQz0gesg63yArGen8xe+opysHTwnGS54Ij1ZquBFTlYo2zM6z9xKlfROkLWsJldM+bcFZBXtUra5PFkvEi74zLNa+3uxvngCbhAqeOXK9NFHH4U363KArJv2IMhwwZ6p/MbMB5UX3UrcEmR1BdxWd5RQ5nw38kAAW+S9stfhb3jj7oY3CyMSAAvgpXBBgAg5sAtjSoEdSLRXWZsrd4AsNXcN5VIetxgjiizhouTPuHQ1lffxCoYiHHzVvcDCiEXfIu7NY0nhTk6avwU2UxmXAJZC67BtfZf7aGnDGswFWhIA1nEpVr4eNOdmwc6RNNgziCmQNfKhBtQIZU8FWuCwFPz4TAAyFfzjIcfsNbJnx+Xtve15hrKUci34Az3FXA7c0RI9HNtePuNLg6n6XX/XvAkgogijENbCcb809ijcd6h+yxgMYPCYk4Nsuc1zcL8lyOJ81k9gUqGtnq/yqtXeZf7c58xl0527Rbl3N5OGzu9gwIzPes6WBtoAOGAITzjzo9BDaJTnQw/ADKEeb4QohmJPU9ugcT7jGeCheKtOhhedeSf81/mOBsV4WxS+GfNeSjZQ1j2wAKma7LYXG6AfFEgOGcMQjWu9xlX0SWGMPAeh4irhHvxv2F8jyCpaWyqhS71g2/eH6RfaOwKCGWGxRhke91/zHMZ5ZTApY07dw5WEt4OsE6xDhAtCawWyAGOnItoBvvHOL96e3nrzL8Kzfzmm/rMofLEOZBkMOZw4PVmArJcDZH3nVYOsSg+B3lZAVnGYRSGMnGfPkTZi7vquGD2pJ+spyHoKskRNHx9kUfiie7KORln3R7j+G8hKgCWQlUImq/501d8Evyknq0LUDLKwEtOcMAAUzYYpTUujQt7HxroH6AolhB8VvcCy1lwj5BUlYp+BrE4I8lotwMY2ELXt+3XMc3O44Nxi2jb9aIkaGrWuZ87BgEK73WibsAtmA29fhLYwNVusHSsX+y0HWQqNTU+WQNYoaFOZbkIwc7K+OCCrh4TYgoRgQpErTxYg67kAWeHJiuIOO2fpk7UjxedkKBajJ2sJsqz8OadCyh45F2PuxEAI60DWneghdfN6eLKuXY5wuxuh3NwNzYc8ClvN13myHHq1zE3s9PtJPVk15HUgC2X7bqwvuVDXb9wwyPrQIOsWzZQpeJEgi2AjPFWlyFmh7CCrY62518kggcR7+hAa2Kv/YNCclYZH8lTczRYVVDtULphAFlb50ZLd56Us9WxdK5RmcA8odiOg0fsfEaqGUWE3vGjkIqLUGmS5GewdPGgxB+6jmE1mBXBGHuq/lyArDhKfb6/02nD0kOmoQRYA4xoULlAfMSmatl4zV8q1SaXdIGtUhub5WXyPIs5v5RElUHMPJpfixoaqioIUdaLgRTw7IBQA2ljvALJ4DgAW5f7PUdEM2UPYepX0Zjh4UlkfeRVYI5cW17PU8wBu/aGV6ZygUowNkADUhKR6/ZhHV34lHN6eRVUNJJcqjlkBWXFVGSR1HF7I7HGW3p/ax1zf4ZExL5Knbu9h8GWgy1w5h8ngpDxaUnoBX4ToUZkS4FXezriPQhi1Xq5i615kFBeBxh6IpuCdx6IqsQG058rNtAEFcT/tD3Kk7BFzHl0H9xWOWrQ3Fm0qmiSqxXuTsEjPA8BNHkKlGYSnLy5JnpcaM8ce5HmWIKtk+NKD1NYI+TAA5k74RQKj98n7pfIZRxA+grNqqFzjh47rHi6Xb8/uQQBhADL0TfuRaupcRo85yDKY5Rntyfpjee4RGScCTDHfBlku4X48imJUCXf6ZL315r//HEBW5mSNIOsbAbKiIqxBFrzJIGkVZI3AbQECRv1GBuYCWrVmc4/Qck1X1lhbfaMW9tSTNUzal9aT9UfhycIiCpOmYpVCEKoZcZKZGIeSQbGOBHMML9YOJdyjlws5WSfi76MR2oKQfojlr3plyZuVIQgoITBFWdeLWB8fZFlCOkzwbuRbkXOFN0sgK3td6XeALwk6wiBI8RgUfW28Uc4Pz1fMcblRtoGobd8Pro926W0ga3Xzzjd7t7Icts1jnldA1jZQtbiWpOhcqV3NMVics8JPFuPexpWgjCcEuY9xySc+pHIDFTYkkBWCKoTQrFxw+gmrIMiDAAmfVrhgDbgJcGsIs+dYZd65l+o4xd3LqpBGDOfssaaUBd+NQheArFb4YgRZofig6KN8SNnGkjsoDM7RsacGz4pCfdLSPo69FGiFrqAcotyE4nawH018o4T7tWtXGsg6QtM65WPBGzJ/Iy92FHDIXl14VsdSD08KsnRBzc88l411fv6FCBf81rciXPDF6WI0JgZk4cnao4Q7IOvyVXmyLl0mXDDCHUM5LKX4GAr/CLJQ5HJNmrdHfGeoBhiPJ0OUlFGqpUXInrxMKPkW9gY7GQ5NSHQak1hdK/CL8N+cu8ppKf5WY1A4XwI79yKKt/RPC6USkIWCqXyWeDkMO+RDhEvuR7gkOXVq/cA58vbXph3DBT2v7bsEWS2wWcZivyuQ1QpcyOtlJZSnrzCzsuhXjzEv4Qgu/dAFLGuJoaey9tvS73AwZFkBB0qR23OdhT8IEQ5l014Me306GHII7MWLF6dXXnnl/2fvTZ8tza70rjfnm3NmZWYNKqlUWVUa3Yqm3ZPcbjvc2AFu05hgCIPBBgwRRBB8IAgC8N/BB4IIvsBXcEAAQdAYMDi6TcvW0FJLco8au7uqVHPOcybr9zxr7b3f95x7z701KSXdUzrKe855h/3uYe31rOFZ0/kIKUWphX2ScNIiUsC4AfCSIo/8wAOT4+jwS942htgy79w3g0iHbNJeQgLxHikfKjpEBcApsZGeKYCWisdnntwR5tEQPlcePPZ2cgrZI/X8ycqnwrqhmDNieKGq6LDbGCBL88QMo26z6yHJA6coFa/PUuJrPlW+VtG+NyMn86KeEZ0hZEnlZDGVCjBwzSJAKQBawM5Aw96MmTeKgKPKrxNwsfGCtsqLl8Ygh0HaU2pjxiEbjEIPUn4WBEDRF/LkJ8jy89lQVfv60ruxSamufurz1p41ybwk9mDPYQwFmjJE1nmCzMkAPTHWACnXyWMF+TlpG2NJ3h0GIc63p9UkNnVPmTswlHG2zoGzrEAWOVlzkAX5jkHWrVmdLHuy1oMs23x4rr3rAGqsXtt5sjrIktcx1vGz4cl6AU8WdQUFsjjfBhuD7R7ZUVdfjlWFGPr31XZru5gZpiXEenPXGK43h8jpoju+Ns2plefI5x0vuikHa6/3WNfg1XbM9e2eF7fd466O0ZzOKY13O/WW9J33oT83geONvw+Gx89HTtYsXFBx3o6PbpaPtDqiPKAAHEuQtRV1so7F+3CEC0LVHtJMniwKEgtcJY27BQAgq6zr7wJk4QWjTfJkERJob9Wd22w4xHTHvxE6qALESdke7pzW2553cw1+uYzWAaZNIGrT732xdoHxYYGsPtX2CLBSyEDHP742gazV0J+9C9jHFWRpo8Vy28S/N8aek1UgK6zi7zEna7kJrBOA8+/6+LbvAVmpSDR2pVgP8l5EvsmJk0GucO5SA1nHyAEShXsomVIuek7WkQXIug/JR9IiK5QtNuEiJGC+l849KuFaJ1JwA2QFMYVB1hsmjojCvaoTJU+yjTCSF3QEWGBNThZP/H6ALGSSbpPCGaDxzDPPCGQR538uwgXx7uElQHG5eoVwwQBZkZP15htvBNsf4YLhhcMCRVvjWqG2dE+WQFZu29kxWJK1MurzGpBVhcRRAjmOoXRNQHtebkcdQDz2BlkVLii1qVnEDVRKifP9yuPjVADCuFDIbQhzjlbMjaghhEJXFnAr+kHAEeMGQEah99kGGwYwPS+Ljiglts3lhVW/lJ9aP3oOhdX5egIGyHs8V3kRgwWP17J2VRGMVD5TgbS+TkyoUEV3uQef+VekEeQExgM5jBBDYpDA4NkFHCmna5SFBhjnI5/xxRdfnJ544gn1z5WYG1D80xaAAuG5YmGMY1HY2RM1Hsl+5lC4nByAr8zrrFA11iC/A47410QEplm/GYBXpBd4LZKWXSArjjsc3qACyK0vo03Xr1/X+wHjlwq9yjPIM4Y31iFyeAmrn0xGAfi3N6cD2Lk3rNaQ5kUKyQIl1XcHKuRt2FQwNshgk2UQ6ietfuYBYIrfZBRwHciaX3jbSkcRUQdAnjamp0p9kdTy9INyGBXWWWvBETYmf7FXc8zHqhBUpztU2CiKu72iVtz9b63lEfTX+vMzjd7VJKga+kF08xk5cYxSChCJxbWrrpkAU3ilOAZyMgzirJlR//BYT5ovgGnWICyKRyJnrdaD5WrqYUqXyDpZccwsJyv6m7Dx7XOyCBf8zvTNb35lun71zbgKxYjDkwoQlZo76hxzPWJ47A1/7hJkQXxRIKt5siyh9paTtWzOXH9ZIVVYidRhYg0qPvhpozK+CRLs/RpL4L/a7tVrvu/t1LPP9W3nse/0moOshMbtBH3+MPoz9aYdW7qxHe8SZGHwhHHHnqyIV446WQJZ4cn6IEGWBGm8cWsDoMjDIlxQICs8WnfiM7HidwNwyYoB/6jme7ewWc4tcoy0DPtrH2SN0ypE5U8wyMIzwOYqKnPAR1j3xvnh8r4jyEpmQeoj/ZBA1rjBl0eowIOsegPIOnnyXHiyLon84sQpcrKi8G08q/Owxnd4VAaQxfUAWWI3y1xOFLQxZ6T6SWFS6ekwUDC74O0AK9euvJ0gq+pkJXnE+wCyqCN1V8WAs0hw3LfYBU2C45e20EHw8wvK2lNPPS12QeL8z0Xe2qHwbqB8KVwwFOm337Yn68033pyuhSdLOVkpWlAy3g3IqqLhSuQfQ6zTak4zXfC4wr7wXsDQ5pysChcswFNgqoONEWQ55Ax1qBjrBMAiBwuADcgSKMiwrAJ25M3cDiu56oHpbEHqGXgrRa8b6dzXCiJoeCJD4wQCQR3eTnuYlD0YBk4m1yjvij0eEdpH8Vspv52djuNRmFEqef4Kq9JYx/PxG7dT7lJ+BhDIYxPslm6e2+HCzAGydK0lyPL1zpw5EyFKLyTIuhPz2fXTWAv2kjlnjOvRn3gLtA7Vd7nzgCXyb1Oiu23MAQOgSeuMfjKNu0P2oGNnPt64dsN1IZOMhOMPBxAbQVbl6ZSHg3pRNrZAcmK5VuCiPGha50l2YnDuMD2AD31mRS57LMdxBBUdjLmvvNaKsADziMdejJwyvnItQifdN56PDlFUTSzGXOyCzo01A65BOOBPYDjDbeuc6jMXQPY4i2k4XvaWFfGI/60215qpeUM/dZDNgGW4osBcGY49nj53SbLg3+i3ZlhpRoe+fpjjekbmNoCSNqdXrsAgfaMyNYRtKgzZ5xdjJMeJCTXmBuMDyGLu2dhighh50WUIUU9r+R1aAVkRLhhy70D0K17zV14OCvfw1B4OGXEMUphYH9+VJ+sr040rb8QahXQFoPXhgyz67SNhELv80ouDJyvHw7aveO2G+EIHDq99kFWdsQnc1NxvnbcPslpXHNiLJ0sgS/SnsdDCe9U8WRHH7nDBsBRWTtZ78GSZRdAWK1lFJIzjLUrXCMFoIIucEMKPwrIbBTsBWWIT5HxEVCLpbi3cB1lLMbL9532QNVoWpYwMkPzxBlk9JLdbsbBysiHDxrUVwOr8dLZ5ss5Mx4JdkE1VOVk7gaxYh/cjNJJ8DXmxypOVnu9KiJeStABZ3ZO1GWS10MxYy3v1ZN0IIEBIzQrIkhV7tByGQj18RtoYZD0V7IKXp4997Lnoo/Mqyomih5J69Wp6siInC4bBa8opM525lLZ3A7JCKXbei5X5AlnOB6qNHrY1G5EAOXjveT6UUh9noFJecivGVjQqaX72nbCNQ5QqnAqQBekFIIs5UMo3yimKm0gvCF0T6UV6StNa25VHd3GRXJQSOOZZyaqv1tI4K9ulVPe6SWayQwkHMKD8iyAh6xoVDbdJGhw+B5hA2Sbkj34skMD1eUZfw4x13E8hcPFSCByJ+wot8/f0BQDLOWtdya69hPNRYDvIuhsg64pAlsCePGCHdW0ryBF6KIBgz6TGjD7I+ddAh1g2/b0Bq72C9a8YKwFjMfZ4LG5GeKJBlhkgGXGeoUBWXavyrqpOVs0zwuFok1j81H9JE58gq0Atsq/mp5T6rHlp70+FhmoVNKBhkJzgPqVnWaMbENEBBbAHA0gCTR6oQBb9yfyk7WIoFNDqLIXqLwHA8oKmtw2wms/DpCvva5t36S1mfZU3MG7SgK49iKU7GGSZGISQzcxNTNBU2KnEij+Xt9d/W1Ysd96KAEjQpWOqPIK/81p2fh35eArGy+uYrMMGmgoZpDdhKQVkzSKTdgRZzsliSAFSBwhPjLX1KuyCAbIghCGE/OiR4+HJ+pY8WR8+yOrEF3ruBFkvhFf5WHqyLFzsyfIa6EaB6vkZcLCauXjtg6y1fbXspvy82p/zSb7vySp2wZ3CBWNfIJQATxbU7VuqkRXW7wFkiR1pCBd0IdOsAbJNuCBWhmICUm6BJHGFC1kxUiw1QjVzsu6rDpbzs+4EyNI7QjbI02q8Tm1nr1nQhdz8L/9egqzm0PLz6tzqoVHbzDu1pb9Y6BVWo6W/zWnj5Jwv9HbCKgVhv5bw5fLaTa3ZvqmzX6CA7+2ov1b2huGc7cIFt3vK5Rgsh2vdmOyy8e/pMG2+MWyHY2MlfMqx8Edn1yw10XmGGAHY+FDsYbYkgZpiscTNJ9X1UMBXBoMMW2lzQNeZz4gutPzb2Pdzy5LH1t/Vvw6mG4+jThY00oePnohwwXPBnPfkdBrii8jHEsiK3AQ8WWKYG8IFx5ws2g7Icm0es5WRE1LFiFdAVoItrWYpCMGOp7C79GTdXIYLAnUcTqfx13NXTtZCaC9GGQ82SviNCGsDAEo5C5mB5w1lSCFsi520k7l4nQGynhxB1tlzAp88n0FWJ754483XI/yKnCwrt7YL02Zbt1uNn1oAZdFPiNEs/Cj3yeBWym8ptLag+7kLYFmhLuXWSma9Vi3l8zlg0ENomvOADG4CaAX4BgQUyGIeIIPtPUuQFXMaNjtA1kgeYAUux6uGqH2RoeKkBCb4qnuW90DeiASFI+OdVkP8r7x7DlsMYoL4l30FgIBi6ZwxaoaZEdTED1aETdBhz0XlCpmRsANSgAvy8mgYCgFO1MdyAWrnHxXj3rieaOep8P4+F0D89Okzql32Vng4YeilC+xNw5vlfaVITTTHUOpzTEVrn+Ep9oJ4no7fVV8bNDokkNMJjRfJk0C3w5V54ckqADnOd46DmfJeyCWz9QE8DaZ9fgFNs/eJsl9jz3UBbt7Haxw97p5HvJwrl4QVPAPrrwB0/F7EDQXEijzFuXBmixQwk+GgxgsPU86vaLNJKux5sxcp6fHz3KKHV35f3NMAzf35MHPxTBRDjTD/VrlpynOLOS4gRphh1kiUV3coD4CEKpBV5BM2VNjQslyD3TPmHLJ1L9pa8lvGmiF0VsdrjyF00j7oqjmmT4wD36UXHLDIfGRunYy6UQJZ6V1TPTZdkD6xbH2AESLydD/5qc+Kwv1AzAkVIw6QBcMoxYhfffmVAFkQXxhk4c0iJ+ubkZN1/cpb9IhDBlvOvfeilIjtkXfSBdZ2TOZlNWMEnRxyiX6oPEZk9jMffdY5WWEgWuZkufu48yL8cNGYPYMsXXi2K88eQTrChgfes4doTSctr7ExXJBmL+bhprZuamfN3WqeZcS8sXu+hmbQcBF15+yb1d5gnSy/nX1R+tH62dbmyo7jZn1sp9f4+548WZAjCWQRKlggK/5WXYtgF8STtQRZTta14BF7yArxRVrdU1mthlcOYSksjxCIIesfAqwyB+vBXUBWbLACWJB3YFnPYqaIkiS6CJGl4Vqd8XMAsxlUrQKxJePZzl0//rquPfxub8N7fe2Ewd7rtdsYrZrjFpce1eX1d93U56UUvl9tXl5n3PRGIeCimGYXZJNSnazxeZuQSiuzEsIBWCSgA7JuCXAVyKInrADYOl8ga7znUgiti6VeMjx24eb51K9hw0UJDeXAhFkPSt6jAbJOhSfrzHnnZJ04FZ6ssADCKlggS8+t0KvBks+SAmSp5o7ZzJR8vwPIgrRAwEt7nIuQQp5w5WqArAgzuaVivhQjzpysYhccN4FFmG8fw7lnmv4lbBgwVCxo5bkoZasrPHWV+TXIPcGT9fyLL4QC/bEICYsaYgG0UWPIg7gS4PCtt9408QU5WdfCkxXKa58bGdqcit04pprLg3AukKU6SZFHY2BVFOKmzW6yM8ayvBFFelAhXgXEymruJxvGPgG8pEubw70h9mYBvvECbQWhUXiyQtFSdlkCYzyDVd6jvB49HK8ICEaLfcmyboWnTeX1GMPhClBU+5Yb9sjkVgDJoVXzWkfNMyEw20zYAiQODbO8n68zAzEG5uTJ49OFC09MF564KG/Fm2+/I1BNn8E2OGYU8N3xrRPTxYsXJR+uhwL6ZuTq8SK8zIYJE2vUczXlOz0b/FbMeTYyZjHrIVdr9GYp9BDFVc9T4ZD2zJVXhT4mJwuF2yNgQwXXJpeHum4Yf2CxknxL75r2Tq4PIMyCvAWyKsesWAMddlZgoo+9nn3whBXAVR/E+wi5YgqZrIL3DgcVq6NYDU0Tj5fMHk0XJa5xVYCq8qEcymjvjdcN1wEoPiS0knZQmiDzrOSNU6hgjDNexSpEHHMaoIXHErmHTEZ+q/gy3lOBLGR/92SZAMUgy3Oxt2HV2CHopPaWJ6mUrwYaAKH8px945xrK3MQmpQQu/EljGkAadbLLNZNMFFCtvPoKF2wgKwG+5xq3dE7WQcIFP/nZ6edHkJWET/Zkvay5cwRvd+4NZhf8euTXGmR5t4fKHfTW5Uv92bMr66n8714LyHJlPG2SP+nJeibCBfFkHZcnizlEd1gGzGrxKRzdXb1JUc6ebo3d2E5dc6597w5Y9P5Ypw/t9Rq7AVmzERjavV37N7Vhrnuktr3si20MDGNbNt3n3fw+07FmOtJ8HtanTWQlmj4bJs9s399LuGAYwW3ljlBBPFnkY5GbdRhPFh4rrD1YurBoIWxjsxlDDPYOslBYsgAlVqsgvSAcEO/VA4oN49W6VbTGYc3Du5XMMg4XdLc53GgfZK2fUu/+200AKdP7d7zBpmv8OIKssqxCJPJBgCxP+x6DLmBRIIu8mwBZp09HjazwZJ0EZAXTt6hzAgAAIABJREFU4FYkVcsrDZsgVtzYdEm+RglrOSkLkCXlbgPIosZRgSwnpBtkXYX4IkDWzSCOeBjFiBXPX8QXFCP+gEDWqNCndBjmp8OsLj355PR85Np8/LnnguI+QFZYbQFZt8PKDciCur3qZAGyUMx2C7K42UiEgRqwDmThZagCtKW82ZMTtZEyJ6PY5Ip0YrmWam6NxUolDzOMkOv6nYAugITqwu0CZBms2pMwBxLdmr9sT817ji+QNCqb/e95gnRdZ6mgjp6DmYJbwMboSuPbAW2C6vTosS8YNDwKD9ax6YkAWbAFUtD0nci/u3btupQ01kT3r/qZ8QKgxAIsGJcb4T3gfh1oFKCrNlQ7But3+5NjmWW5buP6BbBrggrsAcgTQFWYZM2JYv0TOAewF6DGMBKGADwREF88DOOPvB6AQUBWPIeo3aH9JkxO9P1mNrTXshep5rm7x8te1tFwUWGZ5aUsMgmBGUUGmOnOzIidpbCO53uVcADMJNlLU34EMSEOqSLfsOI5d422in49yykcgjwiw+RkBEpSEPSSoxlyiFcWrw8yD/lXAKVApA0BNkAUhbtBL8DELJUN2MuQPCruXdke+2etbqa5JHhlT2F6q8Z5y8Xt1fdLMyXyCGtti5kyzqs5UyGxsAs6J6uThIxjRp6uIhxi7UN8YZB1zJ6srA8pkPVygKyQ24CsLfaGmDvf+953p3/6ja+HLH+MQFaMo/Jvs0fpq1HGmFiJL/dBVtv49kHWoAN0UD77cvHhAwNZBw+7pgTgyjlZLiZ4OMIsKD4skIUQqnBBCSjnGWzyZBUTWttQhIkchiVLo0gv4g1tO/kI4cW6f4/8LKzXFGW0J8shBGnJTIm2D7J2mi7v/rdNAOknA2SlBXoPnqwPBmR1UGWLW2fN056SIIvwj6Nbp6bTpy7Ik3XyDCDrlDxZGE5QsDCkCGRh4c2CrISZyG4xeLJGkEWCNq9luOC2IOtasQt+eCCrGOi6gMRqPHqyAFlHAmRdMsj6+MftyYKdK57dIOudmSfrWng65BlASSqFPg1DZb1uMq397m928mQp+V1hb/ybdM7UBQyABX0zdOoOkXPYWxkjxlClDk56mNJ43Aiw9L08CjBPhlczPVlWksl5crJ95USNiuP4fL7+GELT5csIytYdt2pFtXWeyxXQr0szxQswF1hs99W+YY+PVVd1ttrVgEc20cfYAHco9jfC1hRCRxgixXDDkKffFQZn3jQDM+5ROTMZlsa+k7k88rLJE4PzJb0T5aWgHSKRcKib2gXYpY3aQn189XF9FoCRd9ONZzyuRXFs3oQBGhzQ1ATP5f1IYGTWuRsCKXhOAVjO3YIsAQ98fJ+5a8UsWZ5D55U5p83Ft+ce4PLW0NYC0LSR+WNPEnWbnOdU39caaEBM+XnxDHFpgE2BrAIybQyUj2VvmuWV2RABTXiseMkLFQo37ak2FLgvUpfyCAP88OC6XVl7Th4yl67QvBJeT8+IgKWBoudgn/M1ZiP5xbo1qZvVeQmyGH+eo+qTjSGjcs3gEUudRmGlMQ9r/tQcssww+QXNdc07F4emTW6Ln6Pm8GaQdW/6weDJ2lIo+ZHpe98JT9Y3fucxAFkHp6efXePJapB0MGbugyxPvfG1D7Lm3fE+e9wiXPBvmMI9BNRNsUeZwr0nLrNJ5IYQ4AmQtUUR4gBX8mYFs2AHWS7cOFK4K5593DSk/Fkhk4tRn+X77RZRix8zD4m+1YyBSnQNTxb5WNQvVcHEW4AsAyzFp+NHlsXHm5Rd8QiVfU/W6up6b9/8OIAsbz45G8sCrg01qZyxcpKTFQpGbU5FO93mMEp1bM7kZCkfa0O44IcDsjzf/Uj2ZGF8OBgx9UePnZpOnb6gnKxTkZO1dSJAljxZSXqRAIuN1PV9zMSlPStBFuFjpZg5Od6gbgmyCBeUApCKL/0kT9YHAbJC8UJ2qdZfFk1FGXP+ko01I/CR+j0oi3xGXl28dCmILwJkPV8gK5SUGHSuDcgqTxZ1sjrIMhiQCgMAWOTW0DcdhHnmOK8iPVnkDMEolkq66/MQCWBreimLYpbLOjiW085nKqW3akiV0tVt32VZnwMghyRmeHL0xdHIPzt5KuZDKGZcUyFj7A9V8DYJFtZ5YEd5MAI8h6+UDK6Qwnk7tlNE9Wyq0WjgQHt5jfWT1JfxW2tTzrVRuuk6tKJ5Cvxr1Rdz6tsjgawKCXPYtqMgREc85MdpVaGctH3Lcwmln75zHpmpwe1V6rk6vrFzzTzmHawVgKK9LbRYXi2MlTXHPJaM/ztBtHHlylXNCYMfg6xG/c+5OfRcT8QXqutm8g0x+MXw2Cvj0LeeV1X5TC6U6xwzan95vdea19gBAMiTSUVeRhmBUYMygyKPEy/CvLg/c5zfmWP0p8aY0FkiY+CsE5DJXDHVq3JoYOUTmk2SMQN0OuRReVYi6PI4FAAsI4uLHRuI1LH1uZOiuG1lZBrnkui4oq2AUvfB0mtlJr9uBChjc4K0Yc2WvKj5T34na1zhzunp4+pkUpUepbkuzemh8g+LEbLCPHkGxpnXKdby4MnylTwBBbL4N25wSJ6syMn6haiTFfKfLFPKGBCNRL/+4JVXRLICKFe4YIyF6mStBVkoYN0b/cGHCx6cnkmQ5WLEGS64FmSlHrjGk9VHMRdoLdQcfMmX+UHjtNCYjL9v8nZYhqxecJSju7/GYg4OLdvUbsm3NlzznKaZF3D2tMsP81wn9fLi2d7vMLx1zVnXX7O9SrJ8h0Gk3e87yPor/3qvkxUJ6VhrK57XG1wpByFoqcYuT5ZzsgyyzJrUPFktXDAEeMaml2B1OAQAKxmUoGzV6KKVZFI667MsRmyWKaAhXRKrTnixIu8+3oQOhvUqGAUBWNTIIlywhQNxnZWkxGXndquOllXed6e5tHrM3KK3cm7VUhiEjo9ZB/q8uH9ccrJ+FDxZFnSrAkFKiBKywyIam4028kFo93C2JDmIhMF7Efb2+ICsnGVl+cwNwzTdJ6dTZy4qXPBUeGq2wpN1NOLvWc9iFoxNFmslnqwKfRrXpIkvwquR9XlKsWmhM5IbTt4+lAYWh0YajLJZq05W5mTtNlywbdapn7cSDfkZK/btrCFFsrbYBVHgZiCr1yYy+Jt7sggnWgFZoTRjCKIo7JV3YBd8K8IFf6CcrKvhRZDVOPdl/uWKBlld0RrlgsJ+uHf2jT0dVowreR3rPBTlCulSjgxWdjxZ1Mi6JaXacnoMKyvA1VnJkCej18kirsLY6p4GKChcAllZjLjCp7Csy2tJAeQiFElQPcpNgz2vp+1k6QoQk0EjAdBgZa921pLr/eXxcnut1IyKgBWKUnbmCcp1n5K+HhOs+wZb6P9nzp7RWqcAq/PH6n4Lr+dCSdPOEqDsZJBhEKJVeW4CyYCp9OBwXOXH0J7yPNQz0A72MH7TM2bxXNs37Omp58e7aE/Wdc1NQIRBlgFRgZ9Sq4sh816ECx7KOVdEE/LyyJhq42bVKGukE9qXvF8WwFJtrXjxbNxDZC9JLqFja36rbyq8NHO44it0CeQNbZgTmkRZmOwvDDmVe0XONwyD1Tc198qbM5Jc8DwjEYfXTxJdiIzLNcy4diNEic98Z6DnVAd5dSGBGV47gaxqk405JvsAbLOeR0MJyMZA1K+amxTFfgChULatyVQB8mQeTYMCMoY2KqQbGQEwjzGovFSuO4Isgg18HwtMdEmALPPqUIQIfuKTn0niC4gyYnxiT4AAhHVPThZym3BBRzkcmb4P8cXXvxaerDfjOmNOlvNSZwmocb/3IyerSkEgfnpOVoKsF4LCHZAlb6Q0qZZHuapYrwMFc8PPbNBp/7tQvjcq9AuFf53c3HyNeXj1ai73XA4un0tOiUU7TKXSX5vaYEPUAPTor32Q5bX9eUBWbKLEZFPgEOavFoaSccaFPQgXZBPuzILE8Ie1bgBZeLHIyZIHK4oRF/EFN5uDLAYRJqEEVwgl4a2uKMiTJZAFM5BjoKmN9TBCBfFiPQxv1r0AVrcpSCz6dtiMepjUXIFaB2o+LJBFTy8B3j7Iqs1lZdEPX5TittMx7/W37UCWiS8AWfZkjSLYmNljKOXiRwlkbQXIOn1xOvtE5GSdsSeL+Hs81GzYzscKbzXhRKlsrANZJNIXdfR6T1YHWUq+z/V86yaKIeGCb4n4ooGsgyRMJ3HNmpysTSCL/AqA3y3ChxvIMkNa92TNQVYBtVR1pFytBVl4sgLcUCfrrTcBWa+Jwp0clwqV9DVQJfC6u+bRag6YRUEDDRVKliALcCoviBRze1PNbhelPpPpjTo5KFI8K15+AVoUr6HPRsAzgqxac8zcEdghd2EZY54DEvDeljellNORCGG55mp+dE/MnGVtqTxYCe9Xkeq30HHcbq2wGZhaUX6WvyfQ8ibPRa0A2HO5VKRs5INhENbcjwZLGUWGX4+8O8DLbkEW16XI9+kzp8VOKMUfFZbwO0AIYXkCoBDHeE/jnLH4crGl2VOTkR0KofPfozeWNotWP9agc7LMrqh5Bcgq40aGIQJ+AObXr1+LtXHH4C7mnELTBM5yz47jRWmfBZM9penHCm/sZCPKc4qXcrjSy1Vh/wI5GXrI89NeF1s2ayH9gwELuv3ysPF990CZinw04LCyFFWjJnlM3U/O4ar1Z+9ZedpqDlgp5xzXG4v1lIQ9RTAjo0ysMe5R6/DU6WBeDfKLcf5qhcd1lp4srzkD3AJXeKQrfJJnZrwAKwAX6zputzSRAtYydwRAK6BchoiUERwvGn+KoCdQ5yn1HblplLUJTxa/AfrtyaKvDDxmICuuCSGSPFmfDpAVnqzKyTpyPNgFqZMV/eRwwZuN+GIrjv/u9wBZvx1MsRQjxveFWTW8oYyHR2m2VMc8qfGHjYQSOd66Yhpx9kFW78FNRBcbweE+yJrP03cBpmcXGOar1vYv/nP/hjxZRX1MEbuyzJbVowpdArJk2Y8ixKJvj38V1gKVbgiuR4QeDHWyZOEiHIVQCd149GRlkq9oP20W1GRQLR+/ZTFjQ0JJCnB1L0AUIIu/yckqdkEKEt8PlsFirioh/FiArGXvt8/vHWR9GAyC2zY/N4Wdfv9R92R5w3cCNYrCHGQNVpslyLobNMnx3o5d8MMJF0yVI61Jbq3DBY8Bss6Qk/WUwgWPQfMrT1aALMKBA2SZXdCerDEBX0pierLWgqxU+AtEtGLEDWRB4X59AFmRk0XsbyRxHwS5Cr3Gdjwa53bJLohC5kKtc5BFInQpqAo9zj6x4rTMySqQdTnCBZ+PnKzoH5SUQEZ4kK5dvR7hggGy3rAnC8atygMpuRPuB4c2Rz/tCLIGgNVycpB96WWwJd5hZQphI9k+2o98RsGr2lA6LhU/jXJ6q/jeytXCwJP3xSvgEDyHVJUCytiXIlrfV4iWrocha3HJUkILPFX0gsFTeUG2lxYek3FNpcdHIMPfb2dNnf9uVa4u1dtfdNJjG2xt5xiABxTuzz33sSgufEHeymsxtgqvagr8MFe8ZXlVpYfnYCikBbL4voq/uuCzS2I4p7GIG+bPVqCh5IOAoQBWMpgqRK8MOwYYNiAYuPAyaLOhko6ovRe6dwwCgCzkEmQPPJcKHYt1r+pgOeS/AIn6L/flAk2MLb/fi7XGZFO4mnLQ7AVrc6GMrQJGDv0vWn3ayjyrPK9iA635WPu/waVDDpcgy/qBaeL7efb4FpCzdy89twxYghKOdxF18tMCCKG/cK8EWbUeCZ3F49Zf9Gs+/5pwQc7DMHc8AAq5fTUPHD56WONFQe9bQZJiNscEWfIw5bSNPxrBSRkFBlApY0fOIc2/HA+He9rrTX8KZIVXGtbYBrK4T5bHyQBvEV/AnvlSEF9A4X4w6Nwj/T3CxwNkhQeOOfKDKEYMg+ZR9o8wJmCA+953/2j6xte/EiDrjWg7zJf2ZpmeZOix/Nj0lYU83wdZQ1+tGIG2l3t11j7I6v23bo8Yv1P8Qwnu2SwdrvH+g6y/GSCLEJQobBieLIOsrPtCHLxWsUwgsqwiGI+Tk5UMg9C3N5AVv88o3GUFz4ReWSAqPNB5WPZiGWS1h6cKeW7KZflu9UBgFIz33VCi7t0iPysUjgBY9+TZMkDjZasl++fSarnQDGYKVm2W2/R8fr20yM7MsWtPHduwvP/yszo7nn93FO77IGvnsdrtr8b487EoCnfqBm0BsrJwaV3T4YJd4cGqeLdqZA0gi5AOu2g7hfv7D7JoVZVHmFPiNgVUDU+QFZZ2crLOhCfrVBBfyJMVGyrPWvS8uwVZqpuUYTi24nba8Vkx4rUg683wZF2L84vCHQWtwoe9bqwwbxeSO/9+e5CFUpK5nQJZVi9KOfaY+n4QX1y8CPHF5en5y4CsIL4QyCIH5vZ0DU9WUHW/Rrhg1Mm6GdZdgFu9FN6VyqQ9WU7EH194spy7lnZlgI6iBvKZx4024ixbfosAjpXrsvJbb0RxyqeQ7MzvBus+PzeCDO6b4ZxjDo68DwpJ6t4Kg5RsfYqypnjX16nQlzXeMswU07bW6xcDuaV1W4uveyY03NuAqgJi7Zmzn8b8IIEMu4x8nfhf1WAswOV1W56zyhsCMEzhxTobiukphUs9SA8JENZAa76fVB6DAbCvejzCy46HwaIAEPcs8ieBlzimyEQqr0zdmH0joCJFwEbJqsPH1atfqj/Li9O8XhrjAtnDjGPOxLzUHh/7+31AVijPrjFG/opzsQBKUtLzMbuh0x6XIsXgyuXVrJXTAjWiAY1aP/O21L4mKynia+MD9xrD6ApkdlpyGxj0PSALfaSVhPE8UUFu2p808LSnGBGr7MY4nwrsGCga9BVA8zAYJFYfb4XhyeM7LIIEWQVwR+MA99yK8ccbzL3wHkJSw994OAFayMxbAVhIzbDH0TqS10e2AUMT86V0IxGtBKiWF9TrqDzYNR7jXEOHYy0AsiABMVBP3Yq5z7rgXjLOwC54xDlZsAsGyGL+wzYLOYo8WS+/lp4sDHCxT4hd8FsBsr4cIOv1uGKEWcqb5RzAcaUsIxCQ5+Nuu1HpzfWhf7y05ZUbwwWf/shHpxeDwp06WRjVrAtGawaZNY6T1+t8z1fe5Q6vjR6hQXbVZTY+20LvWOqXJfN2bFfOm23vqdy7nR4MXXl+xPpwwe2vsr4/UyjmrffaF+tavNdrrOw5udds6s/38runa++rA7/4V/+tR7b+ZvX4EAqAGglPsRhZkcQ6NoKs40F4ITYywgWpk4UlaA3IMtORtw4pm/VOkEUsb22IalYKAqXNxuTABa7Ea/IBqOVBbaybzsGCAIM6WXznUPW+wa5fLrOlv9KPqwBqtat3c8z8LC/26scdV7F7fVuQ9cMGVcu2b+qLHxVPlhdFfzpttDEB8V7BUIU360hY/cfXgSHhmQWF4oI1nHyH+4Cs+BuqZBkWBICGopipfLx/FO56glzYDgspV9D2ICso3J+gTtaFMJpUTlaQX2QNFMIGt/Nk3QtAqZA1wgUp4ClFzQUy5fUqoBXNWHqysKLfvhU5WdcoRhwgK0IH6TtZQtOTZWIRJ5fbWLIZZMnLAxFOyAo8bE6CN7hSLifWenmYhjzQVLQ99l6nBlkXg/iiQNb5AWTdibpY16IeEuGCrpMltraWnxQdH20owh4IBvybJ1dhp5GKuYBpU8Rzkkmx5Lxm4fY1DBQMEuvaBllzj5E8GJljo4Kw3H8AwG5PnpNsdfVdMfCVol+gxtglQ7SakWHwUqHgJ8AqkVfAjWsX8cBSjrRr5iIsz0P16yhnCiiNHrhip+O66sd4LkDFHJRU25kH3tvqPlZA8ZS4DiR9h2JKMVYDD0CWvYntpc265k1+q/mfzIGMzyiwNfhuU41hKdWjBtTwNfcaxnrZZ+XZ7Nfrc2zE6PwuhTrmISG0EFux3gw2ouiwB1lz38/pfpLiH3u3FFkxLA7giXYpX82KqsAGhtkEWOQRMg/wCqFLSD5EI5xbaAIZ1iEv9IZeSzOp3eMcvGuMEakINdcBBM5ZTDCYc4o28h0eJNrO9XkOPhe9ewHRmjeV8yWgBnCx0Gxr1P3RQyg10ulhFlkEHskk5agxqHqKyFDCbbkGnsMb4UHkGU9H6CEGG5GMBci6FZ5x+kw11XKA5THOvaIAV/NkMk/Ts6t8V0UZZGFlefUMvBhTgFGBrCK+KBmn9cSc0NjHOMXbxBfdk8XoEEKOF+9ujAeeLIcLGmSJXTA8Wd9sIAuAVSBrERg4U1yi7xbK2SbFWapjLhL3idXIJch64cUXtF8rJ0s3kUBK4Go9tl6+zhI07Jxf/2GArOU67/v66i/1zUZP4CbPTHXq0Cc1RqOBYuy/ZWvW9edKweOV/l7ztBuO2TRXlr+v81xtGsdN95Dc20M7D3z+V//WozEfCyFcsdbEqlTqYIEscrBOUB+LcMEAWniyDlGFPQTrJpClauBYkjN2VwQYCiHsjZZVhc0qBVmBLCwzkF4ArO5RgBiglX+LDEMW5LQML9dOG8udF9Em0CBBO+5g28/74ZcCWWP8004n7oOssXesCO6qo9+Xg0qxHEHW8dhsDkeR2r6wCGfrQptNEcUFjzCKDOQX98NK+TCU7Mo7xKNRG/0H48nqlm6FFGW83XqQdTw8WU8oJ+vUOXuyCBc8GsVVlyBL+UDpjS7hMoIs0SBjmY6OK+KGCi9k2NaCrNsRLqhixOnJEsiiAGmFC8aJSPlcx/Ow33GY+3ruIAsiHABgGGVEPw7IgvkRA49ZzhrZTq5n95E9FSg8F8KT9QIg6/nwZEU45eFQjHhBNEDI1VtvB8h6DZD1psOvpDCmsioTq/NnluGCFXa9I8hq2lYqB8u5H8jcEiUNNwnCUvIlcJKKaAv8TMlYyK88t3q0agGtLKRUchQCmaFKBjHOhWnjPYC28sigETGHaC4Kd4W1LWVphSMW6CzgNQdayWAXfewi2fZyVM6dFNYM61V+TYauKb8t3rzYTwyyst0aORsRWfOVSwXJAoQFCpfV/F8HsuaDM9ZS4l6ALMOXmso99K/1uTwY/jSXc8NEWCvZTDRRa3JmOV3m/wKMIU0J2aQwtZBLJlEwgJR3NEGTvEhx3c48CKW4PQMVAqoxiTleTI/kB1aYnWrsEV6XIKSNeczbI5F/xd6OjmHvL3lbwY6XYYPMJXuXWKMUNnaInT1qGiV10ugtLyXUAM9MhQZZhDH2cMTK7WpzAnAHyIzrIsOQ3dzTIbZeJ+X1ajXr5OF1MWL62zlZlabwKApZX1DbuFfNTbyHdyNnDqNVFQYWlX6EouLJWoKsBsQTVpTMGCZRzpX0gCVDpEIkZeCJ5yEkES9ZzNtTULhnTpbnWJeZrrGVIEvFiD8dnqw/p5wsthAiGxgbg6xXo823AmQRUu5w8u9991sBsr4UheVfS4DlQsTMennra94ORjLtmnsFWZwDsK91tB3ICkZYPFkjyOqerLn+9ZMEsmY1J9fJEm1dFkL17yrI2ll/XenP4ZptGjwOIGtNu5ZdsglAjf20VjQP/ag194t/7W8/wioty0qEEtwJATArcmmRog0IYbMVwAqAReFGEoUlOLFcxW+PEFrIQRJvsQgm/XN8jMUt00OMotkFDd7s2ZotHtSDtMyKUECbOt6sBFnUyLodG4ZYBQNwRZ2sB1itIb3AktMGssDN2A0/DJC13TBs9/3uQdbcNtOvt+7J99qK3Ry/CXD+KHmyuiBA0HRPFhXkj4dFG6VjjH2W4LLLJa2aLhIrTxZA67EGWVGMOIoQn6VOVoAse7ICYAWLopLRkw0LT9YmkIVCowKi8ZJxJC3/pZApdETrmaWOIgDFOjlZ6ckiXLB5sqpPEQ0dZBXt8FJ3fDgoDPIeRciw8ksjnFjMhwkK7MmCcQoLZ4KDZhlNDVeKABbdAFkXDLIuA7KCBOEw7ILRHOQknqu33347PVlvBrPWVRVB9Yukb/7JELRFTlbLbU2IZEOrQ/fsyereKAl6tO5R89bCdnuV5aqfrbGM/3r9Gxi4VVjHhZSsrCyUnDq31ZBiVufxBRyUSwRYzXd5pQoUue2Wrya/yBIaAj6uMVXMhLXW/HiVN2Y2tlJu7WEYi7260TZQmLyAt8GYFd0CWfZkjSArwtZ1LNZ+B8K0ulvVdwmyNFd5finzkI+M5E1LT9bQ90OfVn8qlanmmYaNT7nvedQ2G+229eJaTumqM+Vlviuof7XuIL64qflbIEsMesrhcd6TwGqCUBHeCISYcEosdOmxVQ/FPRsDYKw1EUZAdJEKOD2ldZfeHubR0WAiZo4AMgyyDIoh0yoQPD6PwbvBsNoYjzZS95cntoCR2i+DivOwTNpDuz2XCmjVbwZwhAETfRAgixbpXgbbReHucgouZYEHibBF5aTJaOCcOK759NNP6biqKVd08ISaUwpDZUDifgDdGzdvCAzKs8Y8Y5w0F1PZtR9buhTLyiGFPaTYeXIO70XmMhVImUDO3Q45RZgi5+A9g7ijvNmjPDHI4lnwKB6JnCyDrMNHA6jE5dkL8OaiW70ikBWerIOxP4Q8PHoswgW/E+GCvwPIinDBAzCsMk+c/lFlAyyyBmOY1lZJAP+7W6V2H2TN+60+bfJk7YOs3OMtgjfOt93Ox/WjsTqnD3z+1/5te7Ji0QO0SMqEncYboAkrCmQdCbbArRCUJHXi0SpPFgArTMCqjwXxBUWJi3HwsCyGXCNDBRGuYhCbg6w2URT24lwwCccsPIjAJgcL2vZ7sAneIlTQrIL3QqkiXAGQ1cyCFpWLfvjxAlk72RZ2ftKdpsfuf/vJAlljXH5M4cFbZEWEkNYfDZC1FUQXp8NDA8g6Ef8ePxFhLAGyjg2eLEIldwuyShkeQVZTgFZAFvmfwS644smqcMGcfwuQpdU8l5VSduq1CrKg1LeRprwvjwL0mHzHuS5WepEZdR2H4FyIcMEXLl+enn/+hejncC1XAAAgAElEQVSjc5GX4GLEWLxvBBuiQFaECorC/e0rytWyRT08AJI6GWYlr0B6uQYFyrxzCYxSzrpmkrQpg1IpIvF/Qyif2qooslJipIbpf9bl/VnARzLUnqxewJTB0I1ni9zgyCAs/6/9o+Pz6+rLHp7n+xU49MXz8OxfjVuGNJWSW8cUE6EuL7Dk/C17AXotpAqlNCDrIKuAvMO17FUDGCi/RexyHuNSTvHQiAihAdSxdlUnRFHPA3pjH2s1iARGtgFZwxjp3Oxf59MM/WFLQwNePnaDpF4DsqwE9MWwG5DFns7cxRNLYWDmAHNdeUvRfnt87fXlBfDBW8GtGDd5PNILLAAS4dOca49OUaG7v2Anpc/FsJlgF8ZDDLL0TZWI4T6AIBf97RTrJTsMApyb5HmO181gsJj9xrBREXFgRMlp6JDHntMVyoSvh06SzKkYAGgj/UOPjnOtxr55MzOPcR3I4rzzISvOnDmjZ6Q4NPsBQOVE5GLRJPoJgEVeHEATZkfmKrUEaadfJvOAaEcskZGC4bpn0UdaRx56jUWCXntfXbwZkHUr5JFB1gGHKIZHyqzLNmDXSzZvYFEgKgqRv/jpT0+/8PlfCqAcNOhxD8ICt46fVATRK4QLXrupcSd8HpKY734H4osvhix/PS4dIDuMWNIVFalkbxavMRJBM/eDBlk5X0seOY/rx9OTpf7c5CFCrrZRX/PHADz2PVm76M9d9PkssuDP//V/XzlZWLhY/JBfSFjFsLjGjRc+FpbDAbKOh9AoLxaC+HBYNA6EIAgpMD1EScDaA+1weLLY8Ex8gUyPa8iKbJDlSW/KT22w3AYdgBWh/5ldsKhYoXDnTTHiu+G9EtCiCPEtLNcRrhCCQD5uvQwN+2v5OX9ZrPZN+52uvFBQdpq77+633Xuy9gKyVpJP313jZmdt6osfL0+Wreal3MyIL2L2FsgiL+tx9WShKB0KBej4iTPy0Jw+d2E6EcQO9mTBMBhAiw0U5SvWrkGWQ4pGhXZdTlaq+82TVR6BCheUDq/1HCArDDrXr73V6mTdD++WwwURADmr3wvIilDBOyEPYCOtMBp7sgBZI/lOG057zqR4HpkuXCqQdXk6d/4JGYxQl1GSboQh6u0IF3yNnKyg+b769jsCWQJv8XyozIfkQapcD+RdU7VtvAIr6Q/LE4GDrP9Txq36bWknepj9YydqlwDeZw1SyuotsAekFAjpjHMiJ+IGMmiNUtKb8XLTbhtvegHn3oSStyl5BYQMegyaDCTKY1XX6rKjA8NqSR1bn4sCe7xGedDqmHo+s8IRlW4K75n3JQ5G2XTYrs+0guowwjGPC+VWQIM3oEEK7gIQAYDG/svOHPvPw2IA+6hRZnaApN9qPPJhjCl84TG7xf3aZdB65cqRJ+OL44gEsScLYiv2dwOc8iLJUJT5U/wGwIBe3QQRLlZMa9R38Znwt/IkFjDTmDTQZA9ay0mMx6mcr/J816PzrwoSy+vl3C3GnHu61lyyB+KNjFYo31LlC4g4iPEDoKBDxDX0suvHXqIKEy2PGpqFvD+uX3U03oxhkfeUrKs5Jx0mGfscHpkQQuCye7I4/mSQngCyAFblOVM/BlhlbhEiCMhVeQnVm/P6VeQO+la060EAFXl84z/ufSTADLqUyG9ivTYSF43DkHco805IUcIFCVuP/mHOnomSAuQXGmR5HdaUrYh3jFGhtE0vhifrFwNksRfw1ZHwaJ08eTra82h6NUEW+hkEHhjZv/2t3wuQ9U+CDCjYBQ84r9Yz1nPURrEYh3G688sHCLKOEy44gKy6Nd782ZqgHQtw4jyu7V82yO14yLayc7uzlgaTdcdt8lQx93fCWWbv3lu75Ucdzln23/JqGvGxEZy+7N9NYHDNmKzcZ8M1Vu7Jzr2hXXu9B8dvArYzkPUr/9p/GJ6sCIMBYAXQIhlTNRy0PHQ5WwnjX4gvtkLwkpNFQuRhQNZRig7H4sWTxQaboYIONyCp1VZSe7JQcGIh4sli0Wvh+/pKg2W/0Z5rQcDkEnsQFq3wUiknQCArXPUUH4737ZuRf3HLnixAljfvXXqwtNr7wpKrfud1tg+yhhn5kwmy3AErxBcBHu4G4cXjDLJE1Rvx9idOnp3ORpggIYNboRS8ryALpUdhPj23suaJw5YKZJGT9brqZL2/ICsKm4b8Uk5WyAqDLEKIMlxQMijlD7KiNiAZdwpkXZouX748XX7++en8hYsCjsgiFDEMUdB7v/YadbLeCCvulZCXYeRBqY/f5e9Iz5DYBcnXSpA15mQVu6DmUoCyVhOH8zNkKdPE+ooTLvLOt52oqvA+rMc8mkAFADA3TH7ve2enJzc4SwUeQFbSP08s4KTuSmV/udF0MO6Nbcyn6rJiFLCdXn4k/uhEIivbX/N2jb908DEYwQTo7UnhgU3IkqGJjFWCzlKcG1tePu+RCIs/DulNhFop/0sgeOd9pc3zFeWtOn9pFusKwPLaApS5c7adWP3eFetl7/hzB1ktwVvT3EDL+YoUsQ6vq9iCndtWXifqLPFSfiX5PtFnfAXQ4TjAEPpBzdfyrOjO7NcDsC1QZbDbPboFiA2ACCNN8hyAXLSVvK6idrfC7PBOvsebUyGrTGoxGeZ6aTW6tKYcpkpeVuVJiYVQz2RPM8cQyidwA8jM4uHlTe01Aq1vykMqTcjzqIqclxe1csgAb6LsL0WTUFvKLqgmGW0AgJouvuahPFrRlofhbSfcj31EOWGMTwvbzNzzXH/dqKwRU18qIDXnH2CPYsT0m0fVBpgOsjwv70IcFv1CuOAvfP7Py3sVojPO24qcrnPRzml67ZVgUr1xS9keJ8IoR9rIH/7BN6avf/0LAbIIF1yCrB558GGCrBMLkFUrbiPI0lhtAFnvAiRsVsZ3MpV73m28RnMurJcIG8MF19xjCez2Qda8bzeOyTBXDvzq3/pPEmQ5XLByLJrlU0K9QFZYtwkTjIWPdeYQACtqZwlkIbhCUDyIeYrl9xCFiBXzjUAyfbJWqFicLHBrG2EAJdyFcYa4Y4S2wg0wdSV18QJk3bp5O0BWbBphtUaS7IMsT4alOrDvyVovgJbfemN0ThbWWhVmDe8O+S0z64SUEW9S2nChcBfICvauxzQnq0DWyVPnwkNzQTWytk4FyDoF65XDBY/BHCXlJHIlpCzswpOVTGGadyjr6fmyuaPnnUjZSpB17epbUdj3jQAt12MTjwRw8pneF09WgazRk0VOFl4sFLYKVbYK2xTRzMlCISFcUCAr3ucAWci2VCBHkPVmgCzYBmGSbGFRaSiS4WgbkOU+QVaZzc2eJ7OEsXAtw7zhrzpP5ibJg81QZGtmeaYEklDuiqmsTkNRTKWbMMmy9vOvPS0GWJVLpzY071QHBbUWxjXh/BBLHlvZvbrcpq7AjOeOrG+dWMHEB+OrABPH9/BEK/8jyLLs8708Js79sWcCb0AHiQ7DMmV50XFX28g33jpRNfIiH2edJ2tFyrrFugZjkWGEHey8C5CV5BnVF7sGWUtLMtMhadzxcvA6HCCLsSnvyDhKdL8jSZzrDADAs8WzETkispvoe2SkgA57P2F3ASSIhOF8s/sdkseHNTKGbDHWRUwByHJhbXumuCa/FbDXmAokM1Y5vwS8OunKfLZ4zhbTo4wN6RGrthZZiuYDzwmLccqxIrxooaKZL6mxHUBWL3js/C+eX2GA0Tdm9uTaGgjNSMCSvaKueSeQlRTyhGfzOzIDg/ed21Eagt+Uk2XKc5N/5Eu6kj+VziMGTNoIw2W0mdIjJyI0nMgiDbQOnwMJmnc3vP6P4twXPvmp6fO/9MsKH0edOhj5V8ePn47zDk1vvv5WPFuM0b0DYaQ7GWUKjkx/ECDra1/9RyHHfxDyi+LKeLIIx3W7Clx9GCDrqWeejTzaF+J505OVXqlG/EP/Deal5XyxXNgHWdUv+yBrZYbMvtgTyPrrf+c/b+GCCAhAluLWpSzFW4sZ9IJQJg7bCpg8WbDtBHEU9Kza0xG0LK4Q3vJixbGyhMntT9J5WZMdKuid1MnA/McnUxE79liWsYzp5sIS+gGy7hMqCMNghAoS43xXQh9mG9lqaMGih7aJe/8x82SViFgnKvZB1s6Lpu1dM5AVXtsQ2j+WIEv07WcDZJ3NnCys9gaUbPgGWljw9wayKozLVuxBWUfRQbGARjqA1XURX4QnK0IH8WQdDO/2ewNZIUVEfAHIwmKfnizyTESeU+GCDmnx22xcein0C2UpKNwv2ZP1/PP2ZBUtMoagAlmv48mKcMEb1/DEhSe9aKCl0XFp2AWXnizdyAQh8hwZTAlsSSnL/JO0zNuznqs5UUel6Hg907+OFEDhG8GG8pAA/6lA6mghOjcP2SvQjbW8mPpCgMprkBKU3FrhPgtjddlgW2hGhzLI2fuSxyl8sqmE7uIFcrIS7xCxHtplD0F5Guxhc+h4KcY+1vOr5+0kKI3v5IVh18rQQNFdy+NRiqYBkAgHMmcHcFDhW3rm9PKI+Q7Sg72ArHzu6u8fCsjyVNOr+kHU4aqDeS+ZE+2ZqlpZFSLHeQIdgABytPBiRR8cD+VaxBWUeQlvFt4v5g4sdPJykSvFW0WKo2ZYeAKRIYA67q1cyJzzjBE6RC9G7OgZXtIvlO9lcOSXJqJmpqaxgL/nVM2Rmb7AkUnAUmBRRBR8n6BQXZSEGMWqKAMDgBwZmCQe/Isns7q0jBRFwsLcAFDyucIBaaTapXWHEaXCFyu3l8icKqQcpCDJZEm/3wljncIhZTWJFaWpnfnxGQrpnCdZlaXzGCD47xgM3ZsxoY81x7czCMSY3IE0LDxhlz/x6QBZfzH2hHPBUEj7Magfnw7Hv++8fU1gjJz4kxgeIzf/j/7gm9NXv/z/Rp2sl+OuP1yQ9fTTz06XXxxBludMRQDOMyHbVOt/7IOsWafsg6w1c2T4am8g69/7uwJZACzqy9Ti9gaBMlDyDQXEtK92wzsc8MAh/FKuMaIka/axtKQIhKEwZAK4hIpqx+DZKkprAy4bkhEcVjrEEIVLXQmetgih5DwI17Zp3AkVjDeWI4gvIoi4Qg17X2Tj64sVS8UcjjjieoeXBOeGzqcfdj5k9deBNs1i0srQ9q8OGute6rf2obaDzQ3ZYLzZ8QI9BGj9YRLsGzrMP2//sJv6e/MT7u2I2riVqB0bnz1Zx5RnU3ZEbeypdGrubvBk+ZhejJjjpURq0XjQ1nkGRkGne3qJLI4f83LSVhfHjm2V3isFONZvhAueOn0uCB0udk9W1cmagSwS2F2HxRZjjxFr8l6EtJDUrTpZyi3opAEz8os4vrwKzvl3uOCtAFlmFyQEJTxZEWo5z8mif+118MvzvULY6lv/7HYhIwBZd0NhIGdDzKPxN7Wz7AWBZr686OmxoZ8qrymVlCXIOvfEBVnQa8xuhlHnzTepk/WawgYhEyAfr7wmKkYsgME9zWZYD5IitXn37OnwWjfQ8qMqJJAc1hzsLk9SNghcucyFWd+Qk4BKexdEJoBSmMoyctMhVxkyl/NN8yE8FNQ1UkhkgKzDMe/vhUzl3kdOBotYMMkexHsRz/0oFKzwM4ypYHq2yp0thbfA3kqy+UIpHgsql8d0VJRLUSwgVP1MX1Wh2cq76rk0Rc2e9nQp4X3+Gkg5zEyEBtEnJlIIT2d6UqqflBODV6WBrO3llPThxKK5QmeKbR/D5e4wE9rDjM55XZM9xyyRxfDtuj/7NekF1XSCdCFysq6FUYC5gqcIIyieFBXvjTnrPsEbEtk1eKXok5R11LOCaZW+wesECZVAVnxPbaLDsUZMSuF5zzUq30tGDl2r52VJt4j74bVCVlVYoLFU7v+ALG3++Ty5GRSw7mNv48jIfsk5qqkV7VIoIHlQIXvkVYpyHDCGYmBwLlqsX0XSMIgAcAwPppYX22ocC9V8javtCJWfhmfVx6o+FX0jIzVL23PQdULTtJPhmOWlU5/EcaRVKMSQvgjZUZBJT27FJtd76iDqk5SA0pVofs7PCjdWE0zg4q3GwNSTDIBmr/7d+OfBoyPTUx97cfrZz/+l6cJHng+N7nD0C4fEPnjwaIQwRh6cQqJjnsT4nIgw2u/gyfrS/z1df+f70TazC3I9wN+g0qzmZKUhpk/2nfWdtjfWVNdegiHAYajsUU8+/ZEoRpwU7oSYalvsIEv9TR+sWcK+Pos319zCGNRuu833Oy3Gzcr4+x8uuMzB0pBvaHv1T3sWumN4sKUsXz6z59dwRsr68bhNfeFmLuXj/E57/V2a0IZ2rTzLLsZ5L+048Gt/5+8+Eu2xCni65o0EUVliCmTBaZFC2GCLhEwWMBPZ4X8NZMUnhWIAwtjYU6nEKua4ZL8digCTTky0VOJkRWzWGZQHLD7uKLEfBcgiJhzii9uRiyXSC5gFlZi7fK1JVN5hRVhp2fm1bS2ZPG3nJbPu2gj2+cRyTsdOrwV4REQ8HM9ZveZ2V/tAQZaeY+ceHRnGNjz0h/Iz64u5xobHxl2eLDbrWlhs/B0gObkbxYJQwXXhgiPIKmVd1nsp+R77nUDWuKAr9MLf1fkGVeuuUVZ0vMxo8EcCZJ1cAVnFLmivHUolnqwGsoY6WaIuJjQyk6uRHU1BijvMamVJMfAMIC5c/RSKDsDqqkDWGypGLJAVYW0GIWz+kOSMczxB1gJx+3mFSlI+2JMF6yjerLvKybJFHsVSNctEvCOrjfrPFhz+9P3WgqyYxx1k3RbIeuON1wNkvR2hPdF+XT+Z1AQ4M2FfIEsTSmPsWkxWluQdypAi/Yg9QgxB/E3bnJ+ivb9WEeF9yEb+Dcuze8Vtw5tWuTaixQ4lmmfCMl55NhWd0PQscsHIScErhCdCcjjmfhCEnLt4enrm8kem46e3wut4dXr1+y9PV16/OR24FzL9odeC72tPiACl9o05SYqfm7eNZrwKUNV5PGQL50MxSlBYxxbVdgvximMAPwWQyuvVPDEJLGpdlVeVz41SPNrporlmjSSkrcAXfSKK+PSoGGT1MHY9xOI1Asz6aTfEP+uutd13UnQ25F8sz5VyLy8gFO7BbCcK97vpyTJwUJSJZB7Ax8BdhbyTaVDjJRKGzG8SQYblXuU9HZaHxSGJBeoLWFSbNA/iP+3loAK8ielJBOiVsltgtUBU9W2NQa01haSSB8lYRdtqfkiniN/kjSIfSSDTZBNaMYCsAE+ArDYnLPjdpswnL0+b6NsDSCmMnDmeDyS6+/TCtpC+uk4pqcP2JxmtvHFfoOS1lnmuEX0fb5GOjYOZuVR9L+Ao5ET3iFuU6UIJqtqF/VnKSekJyFlkIuMVa3/amk6cf2b61M/80vTS535uOhTerNsRLXQwDFeAKoAfa0QGpBhjakd+63e/On3zH//96dZb3wtphKGsWAUHYMwd57r3qiLtibHja6koM30q/495IZA1q5PF5eYgS3N9zX3atTNMYDsFepNive4BNp2zZ/Cy5ibLiIFlDtbGNgxzsS6/Sk6yRzC4D7LaSB34F/7d/0IgSy79BFle9J6Npe8rvhlwpQ1oBFlsPgCsELoIlpzEOlZ1KAxdEHzakGVRAmAVMw/WZWKxy4OTAK+EsWrdINCzmCUCPpQo3jALynIkcoyK47fyaRhuBayb/3cGL+tAVvVDE4gLut7qSYfKWHDujMWXq+R9AFm6xD7I2llM7+7XEWRh7SXkZYtixKloS1D/mICs08EweDxIMChGfDSSnY9FnSy8dq7pQsigLf1jMeKdQNboxQJsSalHb9H8TE+0QNa1qK0S7ILvvJmerAgXJJb/fQNZeLPiLUXRXiwpcWtAllZtw0GArKPTReVkvTBdjlpZZ4NdUKQEaSi6EcnfeLBeD3bB0ZMlwJE5QI8UAocBaT3IQmmp/CsBZSQkxQSrzwBj1p8GOWzl133qfpXShuyNvzFaQcAhdjaNXdBlx3EoR03pxXug3CsrIPZSJgNsKJzkbz04eG96+mPnpj/zMy9On/uZT01bZ7emP331lekbX/296Q+//L3pxqtBevDQTJvKwSGhX95MM7uprlp7jtxDZLBrWDMBFbk6NrT5vF54dmZUyLwbjqmaRPxdIKtAPtc3FThKvEFFEWiMpBrMAzPl+Rq8yiPL3wUaFCqWzILl8drJcz83cBgWu8TABu1xg1gqY0o7bA8gS+CEFkRzmAOKWAmgxXpoLICaCmmwifmkiEqOz7pZyp2KkDOBiFFZVsSJn02e7CStcF6dgXLVKpPXqnnCXbNLYYC6dniAMNyIjAOvBIDflO4V5idgwrEQX8QPI8giSkZEGSGj2/zIhmpOca1oUSffyLpUKdsqFLX1b0bhCLDrGAwi9u75ZSBh0GIDjfqsQNViPEdl1XYxTtDs2HbkxbC8eLW5hxxq59a4aZTj7b5vMJA9S9cZvstj/AyEggLcIdzYmqatc9Oly5+ZfuqXf2V66jOfibqn4aGjjAFjgUwjUUuXCyNHhAt+4yu/NX3xf/97081XvjUdCcOMwhfJrVUef3++DwVkPfXM9MKLLyqPUsWzFzlZNFu6WY7TuJb3QVYH/DXt9kHWtstTP2wErsP8H0CWw38QgAiCZrnTeuczIMtWzwoZVM6V4n8RMoAsJnFaagtkIXQr1A+ABCkAACvDCshbMDuPrTkKGZR2EQIC67fyKZIlTOfHZ2KDUaKCXZDYcNHvphuetksMyYKcIUelsWxw26wFWQWqEplv58mqWHMxee08Pqu/5iZXP+zZk7UPsvba49sevwRZ5clCMa6FNQdZFS6Fd+fx9WTZqtc9WeciJ4taWeRkAbJEeiEKd4Ms0bizvvFM7NKTNZIoVM5RKXl47RyaQ7jgtentAFiArFthWX/wEAp3E1+8e0+Wi3HCKHg3QolhzKIYsS3yKNYk4yfxxeDJMsiqMBp7si4pJ+vFAFmukyXFPT1x1L954403px/84Aeql0UORuUVlSzDut5BVrfqSsYREZDenqL0fhRaiDz+5P1EmA55Vgq5EaxynSfAn+WsBTyhSXCy8p9eIUfx8Jd3gfBWIgDuIWsJg2vAKhrQoga6JwuwRU2vo6cPTf/MX/z09Od+5aemz/7Ux6eT509MfxwEH1/54u9OX/jfvjr96ddeC1TitTACLRRf9ghb/Q0Gx42olFm+G71Qo7fEbHOlEDt/p97sQfZKOl+4FO4Ced6jOnOcQ1iNVCsCg7/HgrRV58mGOlhvzUhXJA+VkzMCx+0ERwdZ3eILmcB7A1mLUBd1zu53l2YYZH+IUzEC3I1yAzY4eJ+VcTPWXYEQ7Z1xPPssfai8ngAxDzAiZPggesCRmI9F9qC8SgpyI1/IXyIMj7U3eDeLxRGSC3mU0DHId4s3fxN+zLpxqJ4L/5qxM9kFBcKTCVFrMff8+JfjKZpbni/5c4Y8qAo/lFoRPpdxXs2U7Rpc5p36Jd/qvfRANeXJ8xtAIQ1pO5CVv/kgr92RxbivkeECBcZ0UgKo/Me3T5Cnv9ITL+RmggvnX9F2h+sn1JY0kee7NBTCEhU4QGL90enegePTwXOXpo/+9M9OL37+F6cnL390Onvh1HQy2KS3CInkbLFHxzlBevbF3/zN6f/8b/+b6eq3vjkdiRDyig4wyOrr4MMBWU9LXhPSisxTupoMHer2vncP+HVpQK96ifueLM/n8bVnj1vO9fk1NsuuvYCXdbJ4ef5jES741/6d/yw8WSSKUzzPXiFesmArTyBjgKPTpWzJopTMgUf5jLVnsKpqcRN24GRjLNq2jLnQoS2Pjtv2hpcgK4GcloTRlpUJAa1kOQolygUTQ4ATMhjeLEIF7bZPYYfYkXXG50qgSCHIWZNC0rJq7nWyLyhBHi1YeK04NY13Ob5lQerfK8FyNPmtzIR+Tvup1U9JkbpqyFpcZRkGCTbd92StW3R7/W5nkOWraaPUtHLIGRs+1mGDLEhY4h3rCe+CmTR7TpbntGsIfRjhgqyDsmYaZG0pXPBcFCIWhXsUq9yKulkGWZ1NbS8gyzTZBgqVG2OQ5Y1OS5q1Jjp1e7LeuYIn660AWRkumMQXAlmsvZk8zsyu+eKz0qLrO/H7PqAC4wv5WAJZqZjjbXmApdzsV62EhKXMDGSR4H/p4pOyisJWdeZsgCzkWwNZt8KL9YZA1ptBfAHIKs9I5WKpPlDMDXuy3Dd6JmSoMI7D/pyHSj4qyiXAJJTIyHk6ROgvffrwbliSw8BMTaJDkQsVrWU2+c3Mimckz0wWddc5Ek21GuzaRgrPToWnQMgSZAkck7sSx525dHz6C//iz07/7K/9bPTBk5GXdWR6I8gSfvsrfzD9P//9F6Y//Effmx5cLwIDr4fGrMh1Mum+QFitlwJkfK6wPnkwSnHPucNxzi0DTC1D9DrBh6MkDJoqJ3AM6SsPkPaiJLgY28L3FYZYLHEen9zbyD3OfLUif/nwPVnrQJaeYvdijbmnEDV7gGqft1HSxlTmYIXU+sLOU+OtuRF9DUBzuF1ci1yqIETAw881b16/Fl6OyHeKvju2dVwkGcx9zhEQiWvIGxhtuMtaDD1D/Z/EEhyjkGPGPPu/QHp5Ousahw6h6ttbKbIswgIzt6sMrQYyjoxRBG7Mo/KsOzTHfqnleJYyXmbS+l2naPN36oOXc8q1JPDarsSSTb4espleUHt86iClnzR81Vwurs/WatsVFkPmNbBVgCrLDCTQsrHa70fJnqp2CzPqTpJ/B4I9cHoYOW0Hjk33Yn84dPrC9MTl56dnXnpheu6zL00Xnro4nT8Xe8bZUxE+fzhyevECP5q+8H99afqf/6v/cnrnD746HQ5ZpWsif3K/q0n6oYCsJ592TlbU8BLIqjHiKdMwxVfjOK0DWTvpbpsAwHJRlgzaabFKTu58QG0f2xxFCOr8J+VkDa9d3WNoRTt70EN3dY3htta7eyN203ebjtn0u5aZ+rPfWOfs0K51natTq6MAACAASURBVLrb+2wa1/r9wD//t//TR1hA74QlSZsbgjF+ZYOpBGBPRi9ICTsYBmGtgfyiPFld7uh8sTclyKqcLFG5KmQwC+7JyhqCFUHM2k+cIAtE9ozXbQKmpHHHYk0OFtdRAq4UGUfA86qY/tp8veE3uTJcOwFZnmd39zhAGrZ5X6r+jIW4HrkanUfJOr0JJL1LQLTtoEqJ3RlkKZeevllaKDa1dYeZtKJ0ZF5LnaKNYcP1H+ecLMIF7ckisbuKEXsh05/e1D3/HleQVfHZKvstkBUFJhvIuiD6dih7j4RydIy6QMrJCiVqB0/WXdHVm8ZZ6xkvgECW2URtoElrcCoXBysnK5SxG0F8cfUKOVl4sgpkAQ5Q3ldBlhn04haj0UNzPkN0pXRNoh0WyNIbkNNB1t1gMKQGjcpIKOfJFuC+ITm0mAT3CxcvTS994hMGWVGsmWns4roPlddCqOCrr76qWlkQCQBmHCaVoI3cM1naq3RF7YIohDZeCQjJsBzXPRhEAXi4piBYeRRhaiiFKAr3r09nTx2aLoSCc+jwcRUFvRakFNcjDxV19170h7z8uo9lopTatLzLi0eYT8qrAsAjyCoAIu9DHHfk1DT9/F/+qelX/9Vfnj730y+E4nVvej2A5Fe+9HvTP/gf/r/pu1/80+nAHXucRiC1FBMle8eQssZamwCHASjqdIMhabPqz7mMHT1a/U6qN9TWoZVmi2Ub6MoTYcr3HJ8FUB89bgWylDeXoI99cAw3tMxfL9SWm/N7z8laB7KW917NlRiV2honvJmqh0lOVqxB+o0cLLH7xZoAfCHDlIsWIIlcaIyu2vPjO6kuaUwBTB0JMgjowbUmAoQDwABfW8eTaTDDBWuPdB9SE8t7P32Ip5DQVutjfZ8tgDTOL88PgFocn7mLMmoofM85TAvd0luPlBFOqTlk76LvoUns+yd4KSNpAS23yvqP5EXOrWqu5Ue0og1LHx//0tdJN3dZ2ekhiM5m8q3K05ReUHmnVH0vwVa1x8cDzsi3dSgxx8WbdZG5mpynEOFB19T8lZ5C5JE76ED060NIbcLQc//A0cjPDP0uiis/+clPTE989Nnp4jNPTxefejK8/GemZ546Pp0+dmj66m98bfr7/91/PV359lfDk5VsiLrzGC5oY2K9qj/aF54gCz2BZ5O20s8bB1drvudkAaCfDJBlCvcAWao/5n4q23qxC24LsrRPVZ8udL5sxW6U79lzMauXk3J+QKtptvi6f8z9c9vfecqFd3tFDm1og1bfEpgtxMzmgsie5+Nr0+d1z7Spvzb9XgbFccLttR3L49fJ+03tGCMODvyVv/kft5wshfHFps2SrTj0riR7whfIUn0MufVZ1FruzcuDcm2hGEArw6yc9O7kSYMtJ8xr42Vh6nh3jS0w+UEAiVWVXi0+p3frIcm38oY5JEfJ5LQk0WxDtfE5DXdtIug3hTFmuI0mc4aY5MRW6B/JtTMJYcWuy9T8Kw8i9Ge+ZcynkgX7u/M67bQQ90HWTmJo978ZjJv4YgRZsLW1hVUgS2ERnjNmKItyAqqT9fh4slZBVhSYPH1+OhvhgmfOALIIFzwZ4TYGWUcpvioK9wwXTGWzBE3LydojyGrEF6HgURurgyyzC4rCvcAP62uQ17sDWYTG4cki94R3yotY44QoUcPsIdZWNm5dPL1vbWMAZLkA64UIF3zpE5+UN+vM6bMyGJnMwhTugKxXXnl5ev2116erV6mTFSApQwBTvcmkbFvnPW94B1GAQJbpxNWngKxDeAxCPQqAdThYvo7Hb6eOTdO5U4+mj3309PTxZ5+Zzp55erp+4+70h9/94+n3v/PH0xXKWIRCBfUyoVyquZMF2Z1HUrW9MJqlqpjhQ8VqOM/JCgU26h3efXhzev5Tz0y//Jd/dvq5z39uuh9t+5PIyfqdL//u9LXf+N3pze9ci2R4r4WRmKCJSNqS+bd8J7a6uG+T9bk3lCeq8mjoi1LEaw3WnCuQ1A1bfX9p8h4FeAZ+CmT1MF/tLSWuc9zVM7nH1DhhTsR7VUVxXe8xw+LXihL371KXabkx7Zy9WrTeO8iiTwD7eJBuXL8RRgGIWiKvLp6JQssK+YMtVKVb7ptNLwwtPEt5GWFZtDek5lEApCDQ4Xy+wuCicNEAbegFzt/y/upX1bPKiBZ0jOiKKva7nXTmfO21GjRQUOYY0RatKK+prvD0/m0AqwZFX/B/BbbTO+7JltfzNcv7ZA+Ux8BKJm2IudfW8wCoEqTV9fVM1W4uUzgCPUf6TQIjH9j1HXmt8jvChqUUlUc39Zs6J41LFQ5ol7uvrWdQ271WZnMzwVWvi0cLAGixrgNcPcCrHfvdg0PBqrgVe0OElZ++dDHyd09N58+fny7E+1TsF69++3enP/rCr093X/92yK1kblTberigRm5wtbRxG/XxlTz3dw+yFC6IV3QfZLVltQkg2eu0AEj7IKv133sGWb/yN/6jAFmwKzmeH+svi9TufYRaLhgGAcGQ4QOuk5WVzRemswoHaZsiGCljtB1DD8hyroS9UM758gaYwmdENswBWoLQze9R2gg/shehcrpSccnj01Hvziq9akDtpSjYSMW1u3Co39oxkrdcxLliPr6/6xoIGPvDdNHVF93YIVr+Ph647qT5ZVY9SAiyfU/Wmt7e81frQBaEEORlrIAsAXAr32LOfAxBVllU2IgrXPBUeGfOnX8qwgUDZJ08Y+KLUKyOhRUakKUch9GTpZAiz1vlVQUoMiObDSW78WRtB7KomVUgy14sJQnM2AXXgSynMaayhYITpxXIuhMAK5zzUjBoL0rgPYEs/D8AIoNjhInYwliqUlAKZD05vfjJT0b4yYvT6TNnLAeTMfBmeLLwYL388svTaxEyePUKSmvWFZSHyob2ynGRNyslAgLhcHr4W95lyM6Hhyg6Gr9FbkQEC07HIon8mSeOTT/3Z5+b/uzPfGz62Eeems6cenK6duPh9KWv/f70D37ji9Pvf+/16U7kUQRNmsaVsGnAPQQEyFHRQcfzy6OWcsoWbERst+qXl+ZAjDd61r3w+J07eyJq5nx0evrjT4ey9SBy0F6b/uTbfzy98+r16eHt8EgEG5nmwRCqJ8mdCKbCB/kOAhVA1vhd5e6VF4lrjd+Ni1ZNbuBp7qEavVCjZXH0gEgS6/kZ7nmkQonhCgWtQr+S8rHeWROwbVIDSREbTJElkmrquefbjq+Fp3+zcHoXICsaP+4EwgUxd9lz8ThhJFDeHvWtouAy84QwUX5njz4W3iXCAHmhFzBhVGB6AFmqO6bQUHwW2D8NdBR6prDX3HJzr5vtaKlH0G1KRyjwIcAwgJYCwW0b9e8PhjC52tjn3V4eZfbE6r9qgc/PReB/MwKm5VTJO9ZXrBRUhSOrwbOd2zlOHfhYr0+vu/60t6q8+w5/tRe4PSl7SLUTPcm3a78bpNQJmsQ6X73d+sgIr89NaW0daOn48ZVeLK4S14Cn9FCEDAK0AFd3I5/+AcCaLKwHYUiP6IejUSONfULGBuWHhIy9dWV68M4fT4fuvhPnQ9svoWxh3F75Xba6t7m3aFWJ3RvIQnZceipysi5flidLXnTs7jkRRciWfbX0ZPU9va/f7bwU232//Tpes34XB28CQPNxXX+n9+LJ8tr5YNq57K/d9N+mYzb9/lh6sv7iv/wfPNJmybsRSDgBuBaTDTcxEAwIyc2N4hZvli187ZWhFmbmYTHG/zJsh8RwMxgmBWyxcSHovJtaB8CCM1y0LcwELp4XFjgVGlhipLxgXfQNbWv5KYNAmm2aKcAG8OSNV9MwBZkVqFIalDM2KDJywXM+/zVQ2K9rWbPYjGdtWA3/WC6tCoPpcgzr2nhNdre5WK2PK7feoBdsL0ASLM5uO9veLeQ2XP9HIVxQeQY7hguawv3+3R+WJ4s5VeW8c5/LbbWsydqUCRc8Gp6sM+cDZD0ZnqyL0xYg63iArABXHWSR2A79ca5hVIVcj3hm7itcsIMskQawbncIF5yBLNgFIyfrypU3o9YdxBfhySJgRqUgXCPGa6TLA11/Jmi6dZZDVb8rToe2/XaArHv34vfIbTLIoq234yAF2cUb9qkMMc5lMgdZEd8fYTKArFMBsuT5SdlIraHXwoP18st/KpB1BZCFJ0sKWBYdLcY/nePE/WJwE3FQhlNqcVAAOEAWutfhUHSOxcOcPHRv+uyLF6Zf+9WfmX76p5+aTkXi+fGtC8GWuDV9+Wvfnv7H//UfTl/5p9+fbj0MS3MoQIRvMQZ3b0eRWIBW5jNxX4oRV65K6z9Zjh1+VdTpFB6OHUCK80mU71C0HkErRt2sO7emO9dvxdDQ9i2eUvJvrJHmyAXnZJWHq7xTRdNd7bDSaQKCsW0ivlBXz9nJLO4tV+f5Vx735fONBrIRcJURje/Uhka0Ucy0lnaMpPOOCIk7Ef86BG49yOIMZPZquNqK7EyjwPh9F4/rBeWKUjHqrN5MUoEclNb2Z/1hAyKRKk4JqOLPWZspbk14IPdib2ftc7xo7RnXrJ3V252eHQwVXpjD2qyx65EoUnLbyf6gPtZKr72x4QfjiNxzH3Fy7iOq89RkUVPpvTen16h+18cBeKQKUxhFgK10BP3b2tj3TokgNc/7WPOo1bOUp2rIe21gbRzkNgzoBNxILc72OVqmfZHnjQaB9qTk1i3gUs3YbkTICwsoOvXDGgV/FTDrzyiQFfoWb0DWQ1hGWcOHeWDYHLfi+zCURIrGVniyAOHMi9thtCLy4MijW/Fr/N0MGNbL5M1yz81awD5Vzz7rxrG/mpmgTQSPcb3izzFccAayIsTRzKKelzV81snWqV6aaPmae71nTeLcmpjLH7b53PTGHY7XNYdHWz2UObPzDdflYI1n7ATk9kHWmh6f6eNLvUMTocmRbUdmuMaBX/yr/2YYP6EbtlfICoGBFBYsx7L3iYDiLEWBYoYwMRE2OLh7VYiYROP4jX9pTYWPNLpfFTIsdzaTiGR0L8f6fzbyHR/AmliLaR0XgGnj5WT3NdMKtwkFt7ylnNVe4vPFXRu46s+kMqDv0ppXoYsl9GqTb5aUCqEYBxJFoQliW/J3tviwqZXFbt3mvJ0wHuTUBvCztu9n3rI1k29x0o8yyELpJGfAFO6rOVk8KmNNfSeDbuoyhZIbm8+HFi6Yhobq9jZnmE+ZG6i52fYQ52QBss7jyQqQdRzSi6BvPwrpRSjz9mQ5+Z98jWIFq53AYb/hwcqyDyKvSRru3YCs++FVuhEg62oALMgv7ty+Ees/KKUBV1XDijUrJSgnac47189jUQZ4kq5SiybaFH8aZD0SyLp7P2o5yePicKb7gCzRDOPiincAReVnpdQxyMJTf3h64smnFC4oT9bZ05YfCVbwBhAmKE/Wa4Csq/LIK38VNaUs2TIAmcq9tMaDAagUopcEQlbuouGhrACyjgTIOhrnnTx0Z/rcpy9O/8q/9HPTZz51NhSbyHXZuhihXkemf/zlb03/y69/YfrOy9em2+HJCm616A5AVhRmv3VDQAvClVL6Rd+eM6ARSWSOkggBsk6W8jjAVNG2Y9SHwrOF8o2co+QGhEhyBBVzYFngLYelNqeyXUYofhnzmdbJ35KPBcg6kOqaBe2saxYb4ZL4wvfq1N+1l3k7c9sE/iAKQbHM0Db2Hc1hDH2ECOoaZnqkCC1eHeSAw7bypfkYO8My+Sl7og7rMCCOLkrpNMC1JVlh8fqi7lEAhQsuNLBSUvlJSndr1OLuBlZDo7WXmXWX4aq9Mcczh7GMnT2qJQ5NUD5czOshmS1X8pLHA7lnA5fcsxR9FnDBnK7A+nHH7x0909ZK/MUn7c2pz7vQuoGQAZnvoxcK+diNjDNzQt+5b0e2v1qrWjMpYyxzShNgnWT7pGzFnRM4rSW/aEo0DRmjcWI+5vkNVc50jZJNbofISxb9OtPOc5qMMrHpLjNZmRfJi6mnkHu2oBtocTwlJZiPkGKkJsVvqoMo/S4MNGGIORSebkK9e9gm3jHWWV8fLBPNPdedWJnSw2h5PHJ86nF1rp6vX6NAFvINefpUULh//OPBhnrqlEJjax6VUXklF73WldpTayy9kMs1lw3ZxLA3Gx5PveHay19zei7yqVaOoi+2aU/rnw2/jyBrvbO9DDXr28i378bjtpT3m/RvL7MdEefG3z8IT9a6MdmEssbnOPDZX/rVkJcGWRIYlfArunZT4koxcDqjJg6foXkWwCryi5pU2qhN9e4K5lAr48GCVYhE+bCkRS6V3Lltw/EmXd1roealZyEwf8zm8eeMJnkkNvXs2lSbaOjnLgewWedL2DZBNSRc1vV1TV9Xakt6s7SQRiGgTcwXUhhKgq8S0npmebj6Mcjzssa6h82+WF66dTGhjk+X3W5h4ded1WnLfmuLci6tt19Zy19+UkAW/QrIEvEFtOZhyQ7lu41rbrgoGgJZQ07W4waytNnlckIZKpB17okIQTtzKUAkICus9Q1kORld5Dbx/PZG9wU4A1mUY4DRTmZDlLHtiS/Kk2WQdWW6CoX71bcFsg4EyBLAylBBXWsBsrSey5OVuRm2ifotkBXrKtjbp1t4su5ThDSA1gOS7ZE7t+I+4TEDYJGkHWyDj8Q2aINF0R7j3XniScIFP5WerFNeXygO8Zy3ok7W6xku+IMAWVevBsiKPihmOxcLtkxoIEsbKbIV5d5lLwowmr4d0o8gIQjAdCT6+viBO9Pzzx6f/tJf+MT0uZ96Mpi9TocX4sT0/T+5Nn3hn/zR9KWvfnu6dvdwUC5nqCDPHyGcd8LLdi+IMRQKKQ2RcEF7OJv3G4AlwGDPm+V0EllEw1FYjlEnLdn7FOadtaXWyaO67mjIqlBCZFx5t0ZjU//bpTnmx9mDUvJxZAwsY51rJhHOTq2tDFeNp8HoZzKMMhh6L6icLntzXPSW3DhyihjaCpVn32LNl5cNDxY5SgAvdSd7lLYZFHn+6euiZuIoMlMV185WIMvKis/T3jYDWXzbQ9DMYOor9iLkGQjmjcjXyvlW1+1tsIdkZijMkZ+p7FpX3qvrLQ+hPtSmmM8/fK77WHHr+3d91sUyJNBP67BjhS7ntWfKSHqsav/W9ZWX5L2dMN+EU36u8a017Jf1A+sP1jHqMQBELiisXtE/DlH2tRz+LctMhg36O35LgKr25304B/CT7qtZKFqfGu4ZdKvWlg4S3WCeTX+0t0CelJlhZmm80+g9zL3Vfb6eLxuR/arO1//q30F9Snkxph24gP3wwJIY6QGHIOWoi3ZT4w/qDo+l+1dSBx2EK2geVCJFdnn2If+M6kgdP35X/a8xS6C2BFlPPmmQdeq0QRbzi1btCLI0LH2gNoX7/jiCLD+952f1xDr1cB9kDRN2lIvD1+OfM7n20c/+fOhIGVLChhQbl+KtWUQKC0QpqPwsy/UCWVLGYkMmtKLpPzFCpUg4WRiBanrhcbNuaQolVoaRnSlYtDzRfgMbi1XJvSEO9Wr1j5azw4FrOmYJslonjdbCdjFbOZqip2YtrYW5aNu+NACqmsQS1unA52/0ocVix9oK09OYx1Bt8+BhWTcw6/a1sQPVaf1x1vxVa2ucGGvBXDsAYTtffjsfz+EW5ju9HstwQVRuGPYoRpzsgsz5WjgoIHppHNOTlTlZjz3ICurl02eeUE7WmbPhyQJkBX07IOuoPFk2nqhMQzw/smAJsljHIpPInKzQ5L3eliBL4MR9VSCLsL2b1wNkyZP1dnhebsQxAVKqUHApoHsFWTHf8WTdxpMVdZzuBTlDVH0S0FJtvvAyHqAel7xY1OSJN3kEUnAKZLkkxYVg0QJkvfDiS+H1OynZJgIcQNbNnpMFjfu1AFkOF6zk/pChuZ4hFDAwkS1d4WaHBbJ8bE4ifx83Ofwo5Gk891Yok+dOPpqefWYrFIfTMU6nwgh2fHr9zTvTd7//1vTa27fCixUAA8NXKB0P4jnwnt6NsD61RbKPKIJ41EGWSXlNkGWgY7KJpujHfWnXMSjjUZ5QnaL9zrsroqIE1HgPBKKsiJUsqOd1WJ+JksxuZsOS11BZ9B1qXSCr1tgo9wwCO127vMexNvEykdNzP5gkVXw02uC+lWrFHXRdgSyRjfhZVMss1i/7GgCKzlLdqDj2cFK96xwZJKKOE+ROOVYCB01xa+r+jLFV+GtQsDXuDESKYyt/2YdaGKOHTF94WugaBuz6K3Xtlm3DYcOetpMFeLbh62K0yEY67SZ8zjUgNVlGQCvXOqLdu0Ii+7Pbi0RbrNDq0PQK5y487Mvd26n7WN1PPGSg4c9sbhXpkuF0CiO2IUYgiXfiEP9Zne45JsCjw+oPA87mFSggpX2Z35IJVH97zeo6pYS3uZsP6WHJV45hU4JmP+Z4et/2qK6+fCp9mbpBU5DUaO+93bqcg7/d1fL6tU+JjbH3PQ1oUQIrTek5ZeN2X2PM4TA8irQEj3cQoGh9aZ6XMpN6yWwheLbxdCpTOICbsQl0g4rXD196mnsSbgeyLuHJeu45g6yB+ILL1Lwc76PraX70xfqTBrK8VtVDK+OxdNLvg6yVCblmFfevZjL3/HOfCHliq44tSGa3wdJHTYoqAGhwYeGKJVYgjHBBWTIMsiqZW5ZaWRWTypltRQILYg1bjfoGwYofQwPLX1RypCxOlk5LxV71ZiR/ei2JOmY81ptUX1ASTykU5wu+T7g+CTm2h+dpM5CSkRtE9m09VnW1Nij1rUSLv9aO4HaU0kG4QbVBgDEtsRWGVi7QOkaXUHhnz7cooZFLpllZy5LnjcOb5tDDs4myPWgqAb/YJnJTXN02vLHN9oRtpuR2xZ3r8HUb0o6z+z3+WFPkQIRC/HiALI+5lD/lZA0gK8IFT0S44NElyBKpDTTNYdVX6K03JF5Wuk3hbg9RKLginum0142+PbdyW3s5lzye8GQFyLp29c0ItSuQFSEnVSg4b7QbT5bmdmqfqhkV7qyoTx4g69B090GArEfHomkBsvCeRxjnFCBrehTvAFjTAz5DguH1YE8WhZcDZEW44IufCJD10kvTyTPBaS6vcHmyCBc08QUgC08WwKY8/lISuF60DYXeICJBFnJVRitb5yV+BFTgnIgQ7AjNIQE9yg9OW4cfBunCg/A2hocrzrkfnrlb0ezbd+PvAGMEBN4NcPXwQNQ2hB2OkMh4oyBTiBgDl4g/MnSnybvUatW+0IkAMeWNIkKIthGlgBIlJbOBLPJ5AqxmHUUmhJVxT4y6RhlN8FDV990bVfLXq7p7xmy4KzAzyrUiUarj2UfE/AkZRVRFfRCgukII7TXjeRDM7nNe6m/tQSkv42tfg5wTIi0I6TRhSdFdc16/d0khyGPYa7o8bJbyncLbZ0Al9zP6rAm5DlT0lRR/tdygo+2X6nX/BmgsgKNz9KVPz+vWVQQu6l46rBRp9k6OKpDgkFmdvxDevQd8IYcA+k72lns/tCpd/VPXGgB2ipK+lxmEFig2W6sZh1NJSKOkDVoCqLYw+ud0H6V/L/fUAcQmOLJXsPx3Pr/tmfrR1zX5TsFPvk9viB7On90B+W+uJ3+Zht4agOrz4XOBm4S3zTjdomQYj3HA22hyz+7l9KWzn8fBHf8uO2ui1+bNzp5d7vc6VQC5Lp3r1APut8Caw8kPUrQ+ozwkR2vcGBtSHhYuNo0Rl9CluhG4uimf6F2DrOcCZJ1egKx1AMuP44m4D7LUGysgSyJ0GJh9kDV0hkTTcpGPs3g+rw6cuPRszDOESwp0wAobTlogCZNS+IQSu6Wp2WKdNbC0gUppqNo4Di/EhSwraZ1TZqoUUL4aFkMDN9G+s7ZzQ1SYgBa7wUH+mkBweKC8rkCWWNAqj2z+0BKBC0/MfBoVGOqdp74sWVpAsPJDMg+tGa/ytIrTb8rHYiwsP+fQYckOY2HkNzVMTCOfQoG/BK6s5LBZoDxA49wEBuflFtjCFTN0UZZUbTZzW5a2FbV13eQZt9g8r2sI8w18VDaGIss1GvNHT0VzdajaN91musNB7/NPmnYZLjh6stoz0NcomEO4oEJiH6ucLI9lqQwaV0DWsRPhyXJOFuGCJ45HjawIFyQkEk/WkePhvapwwQRZBg1p2U2QJUbSCP8VdXh6ZltocdKTyzBTAqkUdoGsq9M1iC+uvhWerJtxTPhkqnyC4vuZo6OxJXMs22KzUmhbhTfzDrIOBBAJhqxgxboXIOthkF/IMwJTmoBVIJUIHZwexBtPFt4bzWDCoQ2yLlLYMjxZl18K4ovYtPWzalFB4X5jeiNzsqiVRU4WIEsFazMMsIEs1QHMYussfDELVsFmz33dOX4j8TwgQvRDgK0Yp0jDCkNXJJaHs4XQvQdBOnEvQh/vx78wpN2L60b6efwb3isKLRNeLGCDTIVyPOQ20DXlg/o0lXIpHsxf3TsLxeLFiXaoREeGinMOZAnyZMUzFtnJuA7quvVvASUrdAb2ZaWvz8vlWiGFVci4wFdds4Ui1onkBEdxZkAWSnaFX2vGaAuwkiew5dnkt0WoXsxNA7KuP/pD/JjzSntdSbfaZ8br5bUME+Yy3Zfp342eIc/b4fj4s9XUGrXC3Bs1dfIc/xxQI57TZV+9J7uT/Zb62oBa7wH/PnQCQE1yPz1UXGZYrxyrlaaNwR6kCnlz13J2hmbyr/YgnZA6OV4oy0m+qGuP4fJSuOXF5hwDLOkjGiMep/Y192gd06JbckMZdy17prKHc7/LocqhxfPJ3lkw0T5KdaX2zQJpCRKb3PG4+REHw7CGMhfz7EZj39cP/dh13iRj2wHktdMY+Brj+tJyy8M69MBSKeGS0o1yzuXcaDMwwRO/Ozw8r4luF28p2CqOHuNCXTW6KsboULDuinEQT7N0CvrNXsGSy+qWnHKeWg6vLM+Un6S3XU9UY5ePWedp/PNia8MFA2RhFBNTps61UWS7KYn81wAAIABJREFU1yrQSuPDNgr0j1u4oPpV/bMPssY5sp2XtR1TMnL7qTUDrQeOn73oGZ4gpwT1GGuP5UJeqhTmVeOlJ1L7fFm9AVuxeZHJLUIMbbZ+m7KVjdBhiS7ImQua7Uy/WdkQkNPnbB4JmLrc6PXis+8BjbGyxxPsNYEydMRBdqadXs2C1Jf+ZpDlVdwscykglyDLXkK/Ku5Zba/NZxQoCZB6U9vOrw1ISkiFAgiIVWhFF8783IFaP6d5z/L3ugfXxfo8KjirXZXevBLW9Tzt83ITWLVWLXHuppDDoUzjzmP3fv86gqw17IJOYl5PfAFd+AO8CuR/ZIiL+jdDo2ypd5HG0aI7ziP+LuvRuOh7boYGcLa5tmvRtpxsPaCUnbFA1gWBrLMQXwTIOqr6WLwjPArii9DwYQ0tT9YSZLnkg0EWBBhlIVZ5B3m1bTwZN3WWlnJqEmTdiHysK+HNgqjh3YIs61IGWfdDqbYnyyDr3qOt8PgcizeFVaHYD5B1P0AWQAuABdBS+CCJ2+4sgawIEbv45EemlwBZL1yOws0nLHc0Zg9Eg12eLIGsd67EM8HKF31Whic29wxNU76r2P5CNIV3tELXqo/sP7PURfLxH79RXFV1BoPlS1TZ0X/ingA0xly6G0yW9x/cjLpWgCxIPVBM7YmgsOjhACBInDLAjMvDc8O1oAiHO6q8o0h4DzAlr1oW4FWfpCfLY25AXXLMyiYaUZrAan+QvLds9jzwM+muC9nRAVaGUDZFcJB+g9JjYxrXxOuHchceu5JDfqx4p8djCbKGTijjn0/gOdJjob+t9pU0be1uYXBjb/J3eYZ8/7Q5pALjsRtBQLvf0PDc5aJ/yjDph2H9opTaF+fvMEg+jD7Ak2XjWj63fqvcpPkd3RU2DgkMSVO28YRrqIFqaBr1tMfAwsl428CiK6cHyGF3BbLCkKBj0ruUx5vBc7y2wVYBpOrF3EETAvq6GkbNBT+Hx8JGx/I6WZMetOic1xxdQ5+UGW3AbExkzsYxDWRxrwzr5F70z3jZYX8rj93svsvpUK1aGfQ8sKbcmvOMLIcT3RF5xaFRPPfYyD4J+lXHcEFIyOpV66n1V67VgfUTQXDgYHiLt07FfnDcJEh4x+Mad0IWVN7iozDCeI4kW2v+a7ksNObw6XyqOciqBnU9QXKQ4Rn6RueqzXsAWVoT+yCLbtyO+EI9qo7eB1njUnzfQdaxk2cUDD2z2LFd58LWLwWOUthIBLDPGfX0t8CTJzciecxTqA3XHq/KX7CHLCVq/sOGjDsaZjMssr6+FAjuWB616hVhP0IFQwCE9dZetlqifal2Bp1VydZD1ryQ+z7vDU2Pu60nK7eIFFxidWtCod/L/SiZgxjJa8Z3ue/MWrVws/u33GzyPi253TdrCkGzzaWc1iasjTHDIzg8w3ws8Hz1Ck0kHKhokld7agNI9QgOp707kDUDFdr8PuQX4xRKp4sRn1CtnDEnS+1bgCznKd0SVfj9O/EOkCUlJWs/sengEZB38ocEskQYIE/WxQBZQeF+OogvqJEF8QV1sk5ETtaxCBEMgLUWZMUzQ1xzLwAL4OpelmPQPJJi3Wm8Z8q0dBrC0/CI3BW74I3wZF3DkxVgAWp10eqgpO3Wk5W79lqQFaF1dyOH6cGBeE+EDIYKEO2OgTHAEsgKD1r8eyC8QKb0cbjxoQhDuxRJ1IQLXn4x6q6cCop0ZEKuoZs35uGC7wTIunfnvsIAXbTW8g3PEl4gU7jjVTHIgpGrkWQgI+M5LNnch5I1SAj6TPF7BlsCy1q3Vtrv3LkZ1w8wH2CRIsuW0VyPccDARSgcx9rDIBmaHkbJZwEgvFbk34Ws5TsUJrxqMpQ5Nxd58iBAJPO7hwDmekR5qmunGO+Ay8azZlwq+SkRYlk4HityitpPasUvvBSOeBjCwjG8pfHNLcrrApdTDrtL6b+Csr3t6nX9bnBqr5B/l6LNv3zm/3Kfo/9XJVLKxThMEKGAhT7330x2UuGZxhv+P28CtpmknK+Q8ryb9y83D+WV+YD31iGQOtF7APJFH8d9KP4WoMh9QN6luk+FzXFSbkbaKzgn3/IeLN48aQNa9TddPV4nn80dmu+h/+nT3H/cvRWCmH6IhUG1KPjVTl0zr1X/DBuFPeGO2Bhf9rd0QNVOza3L3V+76Din/HfNjfGa67brTXtWNX01uKbPQd2jAazZHd2Wukl5uNSJQ/8ilzlS5QdGj28+i3QnPzjzkjWPweVMMPSdiQLEJ84/PZ15+lPTkRNPxD54MotXH5FRC6/597/7rek7v/e16dbV10woFJEBgHS8XD+JIMvLeTkp53O0F+hezN3tPubeudPRm+75bkBWM47UjVM+vZd2bGrnurW1vN+mazyW7IJB39xmhTdhLB5WmLw/FQCr0IrcfHJptrWem5DlYok3n1MeKgOqui7KSACjYbOt+zpkBUINsxTKkyblpSdpzyyjCGcESeSQiV6U5GcJj7T/lTCve9fIoWjoWZE2qbXpkXmIFLRKevbG6AFmY7Di4+6Zi1Nvf2ssA4MCNfdksTC9gfqlVbXjCmybjWRql6pNKchvvcWl1ZIraqNls0slIoWwNytyG2x1B2RZocqNuM+QuSKQG6dPZ3NfbmirCHI7T9bYj48LyHJO1irIkkKzBmS1cEFo3B87kBVzJeasQdYTAllnxS6IJ6uDrCPhzSKfskAWlOTMMQPDB0GuECx2AElIL1QAt0DEkJOFFVRKfColqQTq/PBkURvrRgCsG9euCCxAQBF+FG3QewVZGDWW4YK3AmTdf3Qyar6cDKAVxSmjyC808w9FeJEA6+51gy0IMaD11rojZ2pLhS1fwJP14gvTiZOQI8RvCnmapps3brQ6WT949bVgSQRk3UuSoMhlyhA0gyyIL/BmmlDiYHilHFJpmSOvldQbK0OEDfaXPQ0GR6zjpAlIb7zJISIfK4CWSmBIEKeyRCwAjHhcmXVJ33LPDBlqyqyKLwP8yAiznBAciRvynUhP4pooVISFmrCngExKq0FJrt8qukCiMh/IAEoCM5uaWq16oP7uIjAP1vmpKqoHbPQyOALwGCBlNITmqvsRkOX9C3Fd/sJqsxvWw/w6cBqj9SwVs20CAAZ53t9KoUqZlwarUdGqHcX7gedPeZQMUOoa0VbNL7xIHgfn8tX+kmQqjCNeWTGaMmczzK48R9lbejaBKO9D8qanjG9lCzTd2dOopWSvjl4YtYz+bB/KEWQfUYPad7mXzEV+H0BdIokQ2qQeJoSHxmPkTnO/qr3lySr/ne/lNZDt1Pj12VXTKzH/sIVyh+xr/VWGwr7WGrivoWztrT/Gddku149ak1/U2rlyrfyC+ZQTdKZCFFCahSOuM27mnKfXmuEaI3PpPr6PwmJhgE4SMj47/9HyoBlnQgKfiNDoZ555djp79ux07okL09a5j0yHzr8wTcfOK5eXyIatIII6f+5slDU4NP3Wb/zD6Tf/j/9puvrad6dDCr820Gogi7Bd2qCxqmEewwWrc+bGWK3Wocu9fjxRdh0uqOn04XqyxrW/dti1hBZzabv5MUy9D4rCXe3NBbjSrpIH2Y7dgMNNz7bpd43wJpC64ffHFGSdaKNua3T3svQNtcBKysJRuNVkKGFbG+kQP6zrAnxyUZdAlRKQctfyxtutLL2ZX2WB4KKolR9Wm3VZzrVx4w5XTkQmluezONfMjXPIIxMrP8vzlgVXB4+J+6GEYXrQCqhpqZcgQ2GY7zIlG5eTZW7ZzyAGgBq9H5b2fpVVK9u4Dvt1O9hdWafqxOHbYWJaVlnqlQteXS8ruX9zqFORapSAG8JgZNXIjUuAI/N12IP17uCq4tsFTGrBopAM/VZ/r1tgpShtkkXv5++MBuFTWPjLgierfu3vUjYcXil2waS5ticr3gGyyAFC+W3hgqEgFGuaFAl1VPcuLgVM9cUs4TROUU5EG88FmM8xHa3wUrJzcokVNMICT58OkPWEixGfaOyC4cU6HnlZ8mRRA4Xnr2LEKG3R/szLuXMnSC8o8EsB8wATsrBr8658IyvnGtf0mvKseHUEsqKe080AWNeDAANGPIoDwy5IX24qRizxkovM+8AqyLrz4GiQQpwMw8uZAFrBzBcsgwoHgygiQgYf3LseRBgBsu4Fs+Hd8Gjh4RKVRDDMhSLxZORkXf7kp6ePvwTIimKceA6Y09G8G1C4v/769Mqfvjr94NUgvnjn7QgNDZAVnqMjkScEQx1K/sMIRbz/MMBoA1kQBhlgVaiNAWwqmrlkU31XDSbBj5JZqchRq6aNP5bjJNaQIoJCRah1k09Jy00IM/KtyT8bkURnLdkMUOnGGNpZHjnapzlY45gyetv1hkjkPyznuksuGoEUHjLlqQRUyv8cz/n6HzaU9B61eki6ruV4wlP/mwBIuWWpkPs4z8daCFK0S37pbweopf/EIFAPWE9gOV+hYqnvuc+kAKa8axECLgJrMOaQPLxNBzKvr4hQ3Ia8K95OvJ4yBmRuEmfL6JlGP92HeYhhw2FaLL7ex25v+YNKzqewzyFrT5mf8xzW8JpBre+aopvyx0B99VViXWtzIB8ZjyyPXMEs2zclvNzr7A/DuhhHwtfpM6t7FXO95FNwvoFZvaq1M0Wl7d9tD/KJ89fYMX3wW1Paz2l4rZP7Hpf7e273mjcxjrC3AlxkzOC2emhfrYU7psEqkw3TRlFAKZlKMVbHf3ii2nNk/ynkOBlEa56UvLYH1HrZwTBQP/XMR6bP/JnPxR5xIhg8Q2ZunZsOnv7I9ODwmSDdCeNLtPdUMJ2eO39mOhXGx9/+rd+afuPX/9505ZVvT4cibLnYWx2RkHNT4+oHz9FNRWLd7HHP9bH3OPt//XiZf2VvSB0l5NVTl56aIL44dfr0jF1waTQZB7Z5czXvhruuAc2el/N2LGbJ2o+bwMkmULH+ovO+W9rkZRAZXtYHtu9vL7/tf9ezL0DXunYtr7Hp826usTxmBUQtD5AY2fAse/x93fU23WOUZwe2TgyerBXFd7SKGHhsvHibrGWpSbkhC00mVi5CNzTIKamsVHMjH0/4n6y++W+BJgmTVAbKQqsQGCl6FjZlITVoSmEjRcfeOrVHXrIEVfrK59U5UhkGoOYxnYO1CgGZCckSqDkJejHLejYrI168HWR5A0rhss0q1hiwcNo9xnHyoykeeofXzHPGKYtbamEOwkbK+sCC6HYPYAslPK5RjGNFb++wxsWxed7s/GHib+fVWnoNd3zA9/Ajo4KyrGLE8mRFbHpsVDPgg4CHKTNBFuFo9yL07Q7kF+HpEcjKRG77Ew2y3I+ZU/c+gyxPC49JrafKyUIFYd4fxZMVoSDnz19KkHV6oHAvkEWoLiDLm7gVcMLGTH4AyBIJgkLIIqeJOas1liArDCoisuE9gqw4FgB669b18AhdC5D1TniBIp8oQBYx/Wb28gatAp+5PiCDsFjweuGzNwY+rQdZ9x6GJyuUg4cHT0dbAErkdKKkQkUeeUwBsgBaj25elTdrCiUBLxohopeefnZ6/hOfmZ6LcMGT4ckyyDIIuXk9wgVffyNA1ivTa/JkvRXXujsdORAK06EoWo03PY5/IJAVIX3BZqhwQeWrFQjNemJNAnjNC35ITvq5+AMDkzfIXvvK67+U0Vrn5WXKkEGumPKhRxOVMqEVmX3tsMFRrjvMu+RnV446xfEgw5qGCZjwPa0revx6G+qH8irxe9VmqsyZbhlq+4BH3tdSqx1iyYcHMfF6YnsBLmRZKIQZ8lYZZJ4qrbHZf7q4LgaZyCiP+gG5nuJ36aTyuHry6Zq6T+YJaa6ztvmc8xcw0kDYcFzWfHKIXk1mku4sIxwSxw8JEGtPKGDWCmnnODaI5IA4NS3nSY1gPVPf5v9/9t60x7LsuhK7kZkxZEbkVFkzqyhSFCVLoqihbaEFowHbaMAwbPcXGzBg+IO/GLZ/XBtQty00ujWLEqmBEkmJklpNUSNZrDGniMzIyMxIr2Gvc86970VEVlVWkZLqZUVFvPfuPfcM++y9155OAF7mwXMdublEXRxRy9kdpjJ3taWqnmdu1Zfh+i57TEf5irxCPOMEHSnKo2c+ACoXm7bzz6vKlheNtcEXsMnQ274b5oIAp1rlM9m2n23jWONH3KfUJZKPumJs8gzZ8Gm+SL7qAjM8Hqf0AH5bQC2enKaHqH+DwVe9cTiw6RZftwieWnvxj27UiUwPyLWzE23SMAS+9+prn56+8NM/i5Dpi+BbMHttIcrh6kvT8eaV6R7YNIHXhYvnceDvzrS7szv98e99ZfqDX/+l6eDNv8F56vfAPs3LU/hCBgDR4MBf9D4HLY901//unH+AyKUfpDS/I1ltDKaR6MUBZNH458tP8WQV/2z7RI+PMWM9AZ5ZYW85nOEZ60eadTrp2/WfL3XwbrTw9ZH5ufusgh1mPydsumrkBwFk2dDz7Pu5smyLZ3wgkKWoD79mIGt8WBjI3LP1tMTQBex4BxOWDWLMLBoRcJEXTDtCSteWwuYEaidwWhnp4TcNpAmYkTkm9j3v+duM0FXA2G4Paxq9YmOBDik6TdClxxU+qC5wTBXGaO3CQqpzCt+kPpVy4gEU0+bg+yxZ9eCrNIm1U94tX/3WpRQ7nRiXzarFlVv8geZaDMPPaFbMIsZsUqnI1kSK8VdsdoBFrh/eR2iHkOf0HQWnb66PA2hxlO8fZOHcKIAs/jAv65g5QDlgl4Eu+Pv7CbJUFgEK+w6slIy3jyfr4sU9VBZEdUEUv9jGWVkXthGmW9Xlngpkqfx1WZ5rP9roYZVHyigXleGVBbIOD/dxqO++DiU+oidJniwqLc8GZB09gifrGGGCAFjH53axoXaogaB9UiqV2CPQKdbo6GB6uH8TCU7waiFHi8rpBeSmPQ+Q9UMAWZ/53Oemy6y2qOwXFwTYR7/lyUIJ97fkyXoP9TMeAGShMiOedR7eLPIZgqyHKEzxaEIBlITgRfnKYcSl2JkjcvzzXcnPm5V7NHg0j4nYyOxl/tpfna+a6xrEDltdHq5S8upzediqb4J+9fkThCraT0LLefE5eePNiwOEGs9oIIpfVcGKao9cTmKoeMtsII0JFL9pIzLYPwdrjrxD57AuQVwaaJQ6e5Zk0BBeyXsrpDnHjNdLrdJ1BZBKYQ0gaQYttVOApnnqw5fKk9U+5/thFaRYUgsOjw2jrfvacoXn+3fARmuqjVXq47jKM9Y9A1ni63WtGfWcYNa8E6UsLstofPuaNnRBl1mJFllS9Cj39R2rCNetEZlLVSBtuPVuk59Z54uGvZe6F7Vdw5ubvA6YD80Y3OQMOeWMlzE2eoHVDac/KKRSpBv9w0ApgMhbB/8TYNIb07k+6p9pj5UXK2NUm6M+MGzwUdkjKT6m4YtV/0izegQBk/d/Ddf9KvDnMFQWa/LTHGbIM+igD+Hg7VcAsn7yiz8Lb/6OzuB7ApB18car07ntazAeIhQaURA7l7cRYr6FA8u3pj/88m9Pv/sf/s1053t/NZ1/hKgAgaxB7j1jkKX1r8GdBLJ24cly7rNGeHJ1wdJRRHptT3x4kHUWGDkLJJy5OWf9rXUs1pJ7nwXI6gYatyoKO4N1nDW2s76fr8XqTPyjBVl983cr4+mEEFY5sty6I/J4AbJmWoG3f8letkWGX4yKVq8wnTC1YipWBGxRssWHcfmlLLRrxCmRG+HDldm2LD28Tm75YpyxyFfIohh3tWsAxX4UUCxLkWOcy5rKZ9Q1Cd5wDtccXKqNsqCOc+ohjpzW3GW0eOk+jdl9Xn2d7slaXr8eZGkp2lijvjWvXJjToGBZnyhwVEJ3LP+d5+Yae77cVwOu+dhzZs6y6uFyw47vn2YznwbWOJsBWTsAHzsEH2s8WTxfRwm+6DcLOsiTxapvBFnIx/mBBFkXdxFzT08WwgWv3oDABMiCVXIb5XgZLiiQVZXyHC5YisgJniwJNIZNEmiV0qF9IGUf/wSosagKrwTQRLgg87AO4c06OLgDTxZBFiv85YyaD+PJ4mHEGwgXQfn2Yxa+gDdr2kFfUHZYDIJ0VmGJG8iVQo7WYwCsx/duOzcL313APNx4+bXp0z/6hemHP/u56SoOZ74A7xcP/KXwIsh66+03p+++QZD1vQoXPERA4k6BLHi+wDeOAeQePD6QJ4sgi8BFh7yXp93ec+/bZhEv/tN3c79mZo1sIIvSdb73rejVLiOP6Ky3QKY/sHOwdnQpgFbmyTd7vojAUfGtY3kQ82N1NsYw31syQny+y4FofMln6iDPHbXwzG/Tkva9mEHPolF4LX7Oid7oweQ5YQE4pX6rneIjBe4DsgQw9aCAGwKZes85rX4oeHCY1qZwBGQFTJQXwWcEBWAE6A18uSnB87Var7NUANy4cJwF8Xqut5815mk0aBMxGb68DHvShdWwJ/yE16qsD+/vwCZjiZxpvVi0WdeN9NAm189pcqX+SstzuKALW0ideItEfRlhC9DYyJB94wGyqItldn0ueT8+laSb76rdkt/iaXWfz1szfanf+s55Tct9OE6CQHytjRFX1tOycnzFSBIVQAbNkqd6Mv+u0C1lqI33V2hh7sl4nX7B4j82FGXd5UVjsTAWysFZEa+8/tnpJ774M6omyNgCgqzLL7w2Xdi9AT62M+3sXp72rtMgB48WBvT7v/2l6Td/6V9Pt7/7rWnj0T5+kpflEu4ne7LipV1Pfp1zzD1ZHwRk8Qlry7h/FCBraPOknfU0uslJ9+bzj8OTtQSLT9Pvs64563vti1OMQP9gQdbF3csnsNp1ivu6z04miSXbHa2qMuwNkswbawRR5AXZbqsWicZki2m5qTBSczEDo+Ip9bcYD/NrGlgyUw4jpWXJyaFsyzkp+l6f01LUqyPqeWJgqRjGv8V9i6EzRKkUnWLIhVo8dl6ncIk+r16MuS3CoKbnllncRuLU8zSeLrCWEnTFU7hctnVUkPYkuPr8epB+aYVKgPqAysibAK2ErmgL6R5vpBLXpVzxq6VXS9eqBHblfA0grAG52pQjQOt6xIlaxMlEW3RokLUpgLUDCx6rx7nv/GGoIASWQJb7p+qCAVnI+3lCT5aEsUMKfY/LuH9fwgVlOIAnCyBLniyBLFSNQuELerJ4IPE2yrefZ06WvL0XdAiuK3VasM/DBREOx5ws5WWV8CaVVs6NDzmVnNWkKaGfJdxRmZAhgw9wPhY9WR1kEaQlL6vuq1V6qnBBPOMhppuHER/B6vroGGdkTawuuCVvxiMqxFgT5cjJe1OhW0jYPj68iwtQ4h1tXMBcvPTpH54+/WNfnF771Ken53ZQDv0xQyOPpkOM9R76/vZ7705vvPHG9M477+jMr8coAoJC6Djf6iIUOpzdhKc8QrtHD++qAiBDd1VMooGs4hmN/3l3yeBTymPbX2UwWhoRRP9OfBk24rj/1aK+1y7Qpig+qk1rD1UMRo5u877kbp/x6iiGUurMO8m3GnMt3qvH8H8Vv9LACXm9qci/a4O2AD8pkf6eoXc5SkLFH3QALe8iD1CMkHPJBFzoyeqAKcqj2Ys2qjvUivjUZ+xHheNZmQ34yqyTPjwPbUyt7/WJHlKeV860pjfK4ygniwc1xpj1sievcagYEtW39CNcMmGR5e0UyOr9mCmRnmi9wrPbu4HXnu7R6v0Pb48ftPFwPb7mQKKsJHh1XrMXmazODCHEJXst0+reAkcWnx0QdaNBZDmJid/HMMrolICmkqklz/0YHodQ8rlkpDpWe61JspLTlivJla0ZHJezzWvNxBoRUzC5LaI9pU3iaYHsge17IRfnUTMaaIqnQZbpkmMoI3J4wGC4SXv9YHgeodEBFltQvjvCmym3z8N79akfAsj6qZ9Dnhg8WZTl2wBVL3wK1QWfR2TA1nTtxgvT7vWLyFMFr0P3f+fXfnP6tX/7r6eb3/1P0znkuW6wYisMUgqfFS+3DsAcWul72QqLgijL7L4+3e8fZDEni0dN6HkDHytY3DfWMPfmR3lqGUlmV/rNmeGCYi9rCGJo66zv19HEsisrIGtxgWi4c5an7Lt58Emvj6Lf6571jxRkXT2dKkiMQ3zhycuw+AY0a5E9vOqzZvEkaZfC3lzYpdDLGsP7o8Drb7fVqh/5XbGcYohinvw0cf6+T/3g71iz6l59GBAh3kUQpY65DTEuA6uAqZSgl5Dg55XQ3tz1AVSD9yrgrnnExtDJgJbGXYaZK4GSPLA+m92KbAFnQXLiq839U69gA8EdDHtmR0A7a610mO5t5HyvI6/+WTaVdaICZuNu1yny/bs8b7w23rAArbGtkzZyPGTrvufKb7KcLaspCWTtKEepP5vV1lA5DqWtqWhRGXxERZzggWdkoZDCzJPFnB6Cq+8zyDoPgWqQxeqCzwtsXdy5gvHtIlfLniyWMGd1QVf4TCU8V5g7Bqh8CEDxAMUqmJclgFUgKwcSx3jAs5y6Ms1pctlfnlf1GD8P7t+DV4g5WT4U+JwKPdiLJU/CQDZPB7LgjMIzBLJwTtZjHkRMgHWMYD9VzGT+GMvqY80q70GKNkEQz89i0QH04ALm4pUf/s/gyfrp6eWXX51ubKM0O+59iGID9yC8D1Dk4r3bd6e33r053bpzZzo8ZHU/9B+KxPnHqOiHMR4dHijn6+HDO8r/ohJvL5/D/3y4exQkU1VTLpfKaYMntbk0O7VPmk5vL+L4sv+n8wOBXPAZKnc8U1B8Vf/F6OS9Kq5bbdkjNO7fztTFIqU4Rj0ppVHdMP9qHiQpWFZe229eIwXMv/0Y3+d9bK+V1kuAnd/Zg1UxgP0zjaOeLyYf/b/+SNsN3PF6K5yZIYOu8TVUstPHC03bSM4/jVjTRlfY5m1aObZc66XoV0Ple7898jyjJjyNrvR5eJq6UMp4frelXKxpXbs0enZjYVX2pUSsvdOehLG3UDnJND9YYX4kAAAgAElEQVS1eTIHwBRvkYHTPKQ/0+uuFPiKjKw2mpLb+lvXSoSX/B8MFyPISxSIn+NrR7Ml3zu/ibSTok/z1ctWyCMamK/L0odllV23Pcg80rg86qtKufknQftgcF5cF93I6Q7lDSzdZsAK2iczz/ZIHiQp8SHUdeUB6ABWr33mc9NPfAGeLMiCRwRZW3vTpedQYfDidRiXzk3PoSDQlecvI5cX5+qhrS/98m9Mv/pv/5/p5ht/OW3AoLSB8OgNFPpRKXdWfRWf8lg6yLIhZXydfBbmBwNZrnjrdc7eqnqVs+d23WPcD99fkPVswMycl/2ggsP57vK7f5IgS+T3PkFWSHYpPObvLQAac6xNEQaWz92WrWB5RUD29xEnpTiQSUl9qIXj4vEnH6wBWnMlpTanwBLbSEiALfVqm4CGDZYna7S+CfCUtSxWNxfYsGKle6Vs1RyU9b+f18Uhlx8vYYntd/cqWUWwsGJ7Saw3muwk7HGX9FtH2Sd8tiq4wtBrIgVE+7o0vSPtzaMj1z5lWVxjqcysKj9jM2aICkej4ApIg2k3f88mom7NAau92l9nSsrAw7g2EVLKSnv0Ym0DbM3oA0KYIIvnB6m6IK3v8mT9IIEsE0D0cFWeQ77QRZx3cvUqzsl67nmUcsdZKPBk7cB7swlwsYl8pAvw3m3Ig4UzteTR8vqqZD1AFgteHKE8/QMUrCDgIsh6VJ4s6QcyjvgQ3MYwpR9bcWGuGoHWRwqyHgJksWz7McIEeUZWASx60Vwmvva0lHh8hp8ntMAybObS1emVz/749PqP/oxB1hZoAWv8GIrIIXKSDh4+me4eHk937h3p50F5x44h2DeOcB3CCW+99R2keL0LEH4LNHIggC3jTXm8VU5ZEUYjTyP2awxqtlfsEbKi3Y0LBSS8Ot7erTkqNeYt3vnlKcJlAlkKa+Zt/H/2snnODEsMxRVMTaXk12UBSNWY+1zNCRiwfYWKFngrj1GvrmfPVDzbzXOkfiWhv/Ym79X443Wahxx1kFWdoGJXYVUNDNWsKtwuf1eXm1etPm99nK2E+V+bi+FdvICzy4c3w0zjfldV9KIFbLllfaz15n+l8CUXqz+8sXOtuf83f3Rb1pIRs2s8gnidI7sSVibzYkV0dA9Vj+jwPvdcSJRFpunzIo7QX/o3gK08T3mSkUsiExoCygYfUiyespxXc3y/TGv+e9xTseaPBpuVHTbISV7XZMjQ5klruvI5G1dXDCrSn6bMtxtGkDUuavWfakXTjSjLM5LubagV7F1odGBS0BxrDjswnutaJD1G2sDwAr7GXNQZyGKRq63daQdnZT1B4Ys7955M1194cXr+leemK9dwQDHW97d+5VcRLviL063vfXs69+iOPVkAWTzgvYMs5kC68EW8r5+ArJMp6hOQNWzIxTQ1fnjKhjwrJ067bWY4XG1s+f26689qY8RMGzt7104e1VN0aN14T6pmsi5kbZ0na5WhDooAechoRTTEEGcZdBaJnJnLnbzKlxUXypsB6I1KDq/PtUzOLSWmHUpcz7TLfulFcqx27ncZep87I0ZnyVRJ7QW6AtyGjjtvLAKtDm4emW+s1VHgqBSrhLQZbLoogSTldy6EfEG3hM2UvlEBbH+XklHvu5XM67M0rEZAr6MRf8ZtM1q15tY7r1Apayc00qyK+F4Ckv+qCuJJG8HgiqFrDHUrq3mEYgklgSxUXKIXaxPAQz0pa7zyiwQWfFaNvFQCWQAfPzCeLCuntifaSEFP1qXdKwWyWF3wms7JYk6WPFkAlOcJskRH8WSZZhkeyXl7CE/OEcZ4xDLuyEPjHBJkxZMVoNBBrpb5IwJZVrV0Thb+ZLjgA4CgB7C6PnpEoAUrrZLD7cWyJ4vzYuOAALwAFtcRPwinvLB7fXrpsz8BkEVP1mvTta1z0xaNIee3p4cIBzzE4cYP+PNkc7oPg+0D0hGUioeHCDvE+V9HN9+e3vzLP53uvfM3cKm9K4/WYx5KXfu7ebKkmM6NFNLRSgAEeMTDk/fZaKbFqIyeB+2Fxs1Hr3ZPjpdRQorsECKXZuRNHF4BRfIwDsJJylvty1Hbza3klfqcWmv9NhFoztvY1MbYj/70Nl49pvo78oKB2fiu0XpLA1hhyNYnT0xxqtmX1k8XRrkKJ+wTqqva5IytueF1E+HLR7mny5o3qMI5JVyMlcZVi9Gid7zopbxHMuCJrqwwjyDbTbK/HWQtvVDxzrfDsUs+6bgURW+4U4X5avRutYOvorvZPHO9RkA6yh3LacviMTrAvJt8gzyL/zXqHshcJF7vTWK+1lzOe0pzHoNblHsZKfr6Lb1YDRuKkk5Vibwcmpf112lfStjWpLB/GbN7V/dyL2TTztviQeYxgnRe4PnR7hO5pw8Fvjh2LZn1j0vg582wW583UuXdC5D1OjxZPx5PlkAWjG9XXpwenrs03bzzcLqCcMFXPvMKSrhfhSfr3PTbv/yr05f+/S+i8MVfI1wQIAs5qB1keb8bXJ0FssoIExpqvz+YJ4syShWbS+fhnCw9WePa9b+9Biet68fhETpTeT+lf5m2pf79cfT7tHnr/Tp7X/2j9GSdBbLMEFao/9QP5hPVb16CrNELMhPu5kN+DQx1fGgFXeiCyKxlG2OVHjU5gCgb2nxH64fedrBmsWnh2hWikXuKU+lnFkWhrPJqhwxPACsHKxt8iREmvE/CkocpE3xRaXQ/UkbZVY1cwdCWv8BKP5t9dDgjDx20V0stVDsR4DrOtMXHkOuzj72vrja0BuhIoHgeOCPHNW9RqB3iYCliWZZ5HRZwLcVEeeI9Cy9ZW/4UYV5twCvRmeksJIPCulmyV+91Yr3zpJZFNbgu9OLwQOxtlG/neVkcUc7l0IHN8OIcI0SQZz/poFuCLHhKCEBY3OG0cEEpAPKilLCNYi0iXWX0GZdmNffUkJYMNUDQ4skKi1qUp3ML534BZF27AUEJkKVwwT2FEG5CoHaQxepaKOGuA75Jcw7hEsjCYcQcI71YOpCY4ItgVWWr+14P4G1gH19lnuzJOqhzshjHPw8XHL2XorqhhLvf1+6vxxlkISfr8QZA1jG8bABcj84jL4teLOrxWCMd3Ftnl6mfGCPD1xjegopYxzg48wnOujp/8dr0IkDWD/3Yz00vv/KZ6TLAJwH3Brx9x5ij6eLV6REsvI8RXvMI++0I9HOIOTnEIcX3b7433Xvru9M73/6T6dbf/Nl0fPeN6ckRQgYBRsVJBHTLIKM9MihjpWsZUHCyvHpmhKYVvyrETvcOjFnK5sio+35tZ7Xpa7epg10XVpF4g9puCciq4yBsSeReNWe09r3oR92sXNO6rPU7wE5jqnEWzevaxsDTd65dGU4YgsS72jT0nCn3Z3wVLyohomZH9DLr1yhqau9V7/zNQhCxrUGOqOGR34l/ZhJqSPpgaEvKMDlXj2wIzzT/NQ9VNVzx/uQIV9QCvk/hFMuD8kqF72uNzBu9+z2fDWTp2fFkaUCdZ9d3mrIaiHq+mOJ4JbIordhILXrkptesOpQlEtmUzKjnCFyJ9osy8EeWrGGWYSncHzbk6/3qMjV8cPSgaB5qbSxJh3EP7WjGmkyr1scJUBsl4zJH1YVuJMlg/Vs5WQFI+u2waI23eXN9LXn6EYsnyThTx81U7q+3bJ0CR8tSC0G2RzRtce2uX7umMvF5rfVksS2GC8KTtQKyNi9NF3Bg/SHyW9+7ezRtXwVv/Mzr03Mv4HxF6DS/+yu/Nv3Ov/830116sgCyUEFI/JQFhFoMRY25IXUNcOGFFn0sNmXrdUmymv+UcJd9jDKJRjPQ/Yvwsr3Oc7L25tUFtSxiBz4uYnw1PTVrV4aa5XW5J4B+0Ux7K0o56Wat6ylfVivP4ppPQNZJK5T9dfo6LNdg3ZqctU45fF7kd+nK9VOfeJqiOiO+2bjM1FfOaqrE4A24p6Owr+1sMdi27ZrwLVFFXsl92bgHEsurxSgzGtxsZF1wa5/rgqHhthmHgZBpFeiw5ard2YSSStAu22Fv2D890vlcrORDy6GAlSWgmLxfBXb4OW/VJf4sPxGEHRRZSLutxGY7ZLCNLX2PMCnBXU+0oCe4aZWZeg7OqO9YWJdlko03VFuCpu63wpFpVeH7vkbDtK5b87mHsISc7l+ArCEMqh+ym77NSflUq8gICBZCjutE4aRzpZCjtEWQhaZVHQ8WRnomCLIeVe4VwQa9JQ8BrhgyyJyjJzwwVEKSXoCekyVgVwCLBDWzqA1huV1YD2PShljco3H0H97nsBtPeBQX0sh5lN29dOkyQBbCBQGyeF4WQVb3ZF2CJwuhkQgRlCeL4xbNMJ9q8GQBxdDSypw0zUmAZs2jobP73QwdDDcsjx9Bx+G9/Wn/7i14xDrIcikA/8x2a5V57uF0pd/XIPlLniz87/CIIOsJKgxuYH3KCi+hTqBCsOWzvThtBFnn6MlCkvYxjRs0UiBH7fprn58+/fmfnV5+7cemvd0XEUK5N53DeWkbFwFEn3tuerK3Nz25iPOrNjfwvCc4WPnhdLh/MN1883vT3Tf+brr/93853fyrb04P3vo2vFvvoaaGx+itWgV0tJSeo4Gk/Vl5f6JyWkFpgZ9N+Yy3yGzJ+STe2+Mrq5E2nBeV0MNcqXvw+Xiv+2f69dehRTzLNwzYoXhBczOUEluX+YyyOa2OGsm8zwRoZiT2kHZjjBUdA//OP3tLbqdJjj4RwwN034KPdDCSCXQbPg6k+JHaKKOO/uZ3Pb+uASMaJrTYFgIBQgGxuc56fAopsU/mn/IkycvgNdFngzzosqBGq8cULQV4lPwZ+cs8UmGYmmZ5mxHOQn76uyhwq4rIXHGeUaDGUMWmio6WMrOv8DplNHTXF7ErkgOo1UM7cDKt+Cd39paKXnkHtxyucR5peU+4LpWbOp+Vekcey7GIr9n4EGDneQodZt5Iy3l6/00DiIoh8VgC/kNnDFJomCEftBxCLB7apEEI9PaExXx4ft45hLLvgKeDL4FvP4IH5969ewrn5vxeRhGIeCsTPjiOhSkMXBeGQq8DWROMSRfgyTqAwerWPfBORDxcef216XnkZl2DbPjab/769OV/xxLuf4kS7hUuyD7Cs39Oa+65nBm7NWkZf+bGRTLaa3nGZ82truFicb3QdIye3KPPA2TxMGKWcO+FL+rIiWHv6yncaupH9o/3evTVk/SGjyIUbS1tnfHhUyn4QxufeLLmE3r2/C3pc/7e+3v1s/Ep46HJZ4MscY/TV33+wK4enQiyKEyqzVVLvGWLq0e1fdA6UF7yAWSRqc7sZg07nQayNFFzyb6+1GcDIAs1oAErjmX8bnmdk4bPg2FTcPr8jdGsmo5Q4rqpJKUPbiczq/KaWdYTxNB75fnW+WGyfFo5SVsOObTg0T8eWFh5XNJj5KmIIlCW1bpf6oX+4//cjnUfnnnTacLjGSy61ad6sr5zn73si2l3/+pZalUKAh/kMIJ+fTUwfDJaRD8Iw1p3TwDGBQBjAo1NeLQkiBViSCWdBR8QKqecJAAOlm9n1TxYH3m4LkMJfzBAVqpamV7OYxwMF7x29QXkZNmTtUOQxeqCystCFUUIax7y7TlwdU0OXt47erIwZnqznF/lyoL2BFJZCIDsATdaOy66gKXDLB9BCbiH8u13795EkQgDkPNc65yT9dQgy6tHGhhB1uED5I5B1j+CZ6sTqjqBPtT6wQO1AdC1gVLrrIRFwE6QtQFAtYNk7xde/ZHpxVd/fLry4o9O25dfQtjMVXixdqbtG9emjcu7AFmYF0zVg0OEJ+4fI1zwcLr9ztvT/pvfmR688VfTnb/7i+nu3/759Pi2vVkssKFcIBlEOtUFQrRPwm/F/yz8R5A17oec92QPkxkqf889+FZ06LmKddk5SWcw9WqrFq+2ZfVF/Q9o0oW1q4uBtf1ZMKgpnKUkaU/X2EIfbQK6/OiztOjrrJxejXuY08aazL5mrxbmNvArXdSKLAQgeUjnyVOLb+ccpfBC8y16fXvIuMKzmMcoUGTvZXHQ6oziCRwAEb6Ma8jLE9bb+F9b++KHGUkBUPFj0om88l6beHW6TB7meTEX7a3CVhezXfLX+XTuumZansVSMko26N6EmkrODG0VXdpuMHDyMvipail5CAEOn6PPawWLbvirnS+Fq3IwOJ/Soi+KDONB13e8r+ZIBp7qS+ZdvcRnzDUl0HkU/sX9wZxU8EJGMRCoNC8Qja38h35bFtDDT75XBVtqfmax86KBkoGhhtpD1JF43htKk4L34jkIT94AP3wMfrKNdWHxod09GMf2AKh2uBbnUdF0mvbvcBR7Klx09epVhbbfvX1bVU/39/fV791dnts39H2xjQTe0K/TQNbm1Ren/YfnpjsHiATAcR+XXoEn68WXpuuYm68DZP3uf/hFeLJ4TlYHWfSQNy85K6uOzzXxzCjROVrDZ+8TZHHP3Xj+BXmyfE4Wq92aapfl2xsJart0evTOOf2Q5E9A1kkMxJ+fBTzO+v6sNkY5d1JPPoo1+iCerBnIunjtuVOl7QfpdCfeHlOrSYkna3jiWq/GsBHTQq7LpoknaxZmUTOvzyjPT6cJb+uFwjO+b93UNbGY9d/+tMeV+3FzJcGWyjNAlqjLRCplTwK3C7NY5DzWAKGyiEueWzClYpmGHy9WLKDlV+phJhW2KEttPGZsp/c/8e0GaHWNnmOwVd1uz83YWz9qLlxMwlPj85NGkZO5dYNeZyujBlltUb0GDEPydHWhXKEAS9CcW0/6/CTyGEEWhdUFKN98GAtcULDKq8MqefJgVW4SgBYPIiaA6J6snBfy/fBkRbmmAk4iCci6ijCSFwWyLisnaw8AizlZAFrw1BBUCqxDyZh5shIuyDBJCDGFahTIooJCQSn6laLSN7gEbBTBKnxBb9/+3dvTndvvfkiQZeV+FWThCGB4mJiTxZLjprBQDAUwwSHHQasrrcP4jLRJpeMC8tIuXZsuXXlpuvrS56dLL/0kDuT8zLR748Vp6+oV/Fybnly6CMCFfYCiGIpiQxPHR4+mfSg5B++8MR1872+ngze+LW/Ww7f/etp48I4P61QBjDlXcq9sCW/91NJZmRSo4vxVwY68Tyszj2fxkNl3epOnuGKe25ipNfVs9yCvnFOVK20QaxzZf8/CBbXB59sq1pgWDpR1qH3erl7Prc3zWCChdy05L/HeJKzOwMaGJkcC2CPb+BiaUGXH8ETyZhqd+IwyUCWHpVVfHNqwnYnXl1Gp+Nto2LLnqtZysdatxPtM2a+LxV88f6SHtNLlow2Tkgqih/Le+8OioXWifFwzP2sp98YFszdmLns2ZmHX9b0aCYg0Wbtv8+XPEzlkeh/IH3RUgfKUoeCDl7KYDn9znWjQokFSvEQAxnyFYEFh23iO8kDxw5fPerLHOgYftYULzyMagecbptCR7sFY2BajE9iY2qLhqIBeQBp5H71DWzjWgr9jGI2+4fxU9Js8jRYe6QfrCi6ZXlrYJ+lJe4SzRYAFXrT1eLr84uXppddfhEFnazq4dXu69Z13pi30dQ/g6id+6jUcEvza9NyNnenOnYPpT//kO9NffPPmdPe9izDmwZO1C76N+bx186aOlaA3i5EYBFljuOByZaiXUDavBVnsIzxZW/RkwQ51F/87ppx46VWBrKsIo//6b/369Hu/8v/CsPQ3BlkMFyRDLI+gvFmlzbRnlzyY09yzBVmPH1EGmWF8ArLspT31VXLjtGs+LEAStzirH2dc8w8YZN04dQWs4J86/UvDxPA+AjVSx3bb0cPE5ku9bg+RAjAsiPdl92zxfawjJ4EsXr8Sqr8YxnJY6w6tm11TgIYdthA0+Ji9KobenxWDVT4MgJYEwjpPVh+vYtNpLct4y0qp8WQaKWlKidBThth9e4DUwaZoxHOlHjPvS8LfrTlcMEIg4YI1pqa0dGDXLY39zB1beF0pqgE+tluTN1pzXRK/FJs2cT3kMusei79leYEu9doWwahofqbH9GxAVoXKUUBD4FPoS/HCMyn0BbJKSVeFQXiyHtOThVDBI5QjZ/ELgywmA40gy2drfXzhgp4hW5A9f+cYLrg7gKwKFxTAKpB1jopMhQtaqeHa9pwslsdVwQ+0SQWDQCslt3tFwQINoVl2pazEBKY8jPjunVs4yPcdgywUnYBahWcN52Q1CuUAPP+r4YLeY8twwcMHBFmM189BuiE0goJSAhjuiBwtJmqr36IfeiGgUG1elEdrC0Br68bnpu3rr017N15GOeMXAMCuTMf8HoCUoZUXcN+m5ucxQiDvT/cRAvng5veme2//3XT3O9+aDt/81nT+4E3kLNxVnt56q5iI3J0s3mceyFA9819V7PIf+h0jk/VfX5O90vWY4r9lrCA1CE/wDk5F23+ex/zLxxZqLatP+7CDrGqgP6xWbAmWitc0Zsx1HsZbD7Mhx6/RaxBA08/7SaAgDQHhry4iND9iw4YnFxop/lXKvQGbjUb0VDmFNvzQvHOcGxu8hk/CP5s73/tMoxrlVimZfZrLyzg2nhwmfOaws/DHkjH1LM5OMzTq/pqtMxQXyxGuu/ek9mqJiNzqNSZN2NvMv7MaPv4AtFfgpNGGwFg3orKb48HxWcespUGQQRM/I2/huhDk8DgI/uZ75sCy2FDAFwEY+0Sv0kV4knnNEdzULLrD+XJot/OVXcjIOaJ88R4CJM4BPfBqC31gSD0/pzxm2w/pXY8Xq4DjOXjx9Uz0ZRs/S5DFZ7E99oEyYhOeJI4rS9vk2KADkB4ZHSGTgeYDYcYTDHObD2DQuTJ9/oufn/aevzR992//fnrzL74Dd9X96cZz29O//O9+fvqF//LHEea9Nb315q3pq7/7relrX31jeuu7T6ab7x5q3Jx78h/OC8PluB70cI1Hj8y2O96cDrJwAXJQt/duoHw7QNY+eBdkxIUXXpquvYRwQfC/r33pN6avAGQdvPXXOObiAIeE+ygMMpfRm+Uw8GwQbZJZV1Y9WcW3hntifF2GC3L9qHvceP756bXXX5cnS15FRjHgdTrIWnTrH4Anq83DcjGH99Edx716mg5/snFkmJ8PCZCWvPGk7p8GxP5hgaxOwxuXrr0wp/jF6D8I+uz3rPNkcZM1EeGnCRC5Gw3U5X3JkrTU8nAWvZYQHvs+E/7rl3QZjCZRudQRlrcGYFlSSwFsL+kTFvwOB3HAHK12FATOyQLQWsTAh8gbsKJALa2Jimysi4EW8+d19Sh9N86yctMUJ/ZJ3asBKiSjwI7RVyklsfRSSfHdHRi6Tb5vzIuWObYloIWxaYy+z/PTAZUV9pqf9MMt9n5lXmuQY5+Tj+av7MGgymjFxHOf4BY9v2ltS4VydVGH7jgnAsKQ1k5W5IsCSAHN4gnHDBdUxTqCLHq0ckYWBCbAFoGEzvcpkKUMJQnxjxNk1dYqKzTnigCKIOsqDiJ+juGCKOF+ETlaWyx6sYUCD6ouiJC5Vl2whwtSoaIwp7JCTxb3rAwCLVywW785296+VCprX9chzCx7z4OI795+Z7p16+3pCAUw6Ek6Dy+3jmbQHgyIiCJ5Esjy91xzQpBHLEKBMuqHDwDkArJGi78OheYBt1AEmDOH9SuTJ3sqT0JjK1j/DRa62LkKQHVt2oSycRGhMxtbV6C9oYQxCmBswQt4DmE+BG5Ww1mFEbRw8B6KYHxvOnzvO9PG/pvThXtvT+dw4DFLyBOoLwWe+E57sOeugSyrvxV+MzDuIuFR3+ZsCAaVcu+pt2ErTLe2iYe9DN/S9aPRqOBFAFKtads9C8Hr1TBf8X/en9yX9qDXV/qoQpu1bQ2GYiDKnicASs6oPBNVQc/RA/a2pp3wKCvDmC89I8ahJYCrdtlDgqyaIdESwYMGUiGvpPFa3c6H+b15W16jOIr8WypENAzqjuHifk32SfEt/aqDnwfmlAPf89wsTe9J65L+8Hi8jjSQENCwumSOD9H38kTTYGIPtfmf5cARwQkryeBFYMQfvpyf6vCqlmuMv+2VshHGcs88hO2qWE6BKR70zu/ZhnNaCQwYErcjACTQgJC5RwFZBF8XWS0PfVKFU1YLNWAiwGG/dLwEx8e28G8TXqhtFHTgS0BOxYrYZ4bhxTPG4jgYd81Vwhbl7cIzL+KZPMpjlNky6rDfAjdPkBfl58RrytD9eK4EvEhDZGv4ewfXXSJow/MO7u9PN5Gzuf/4zrQNAPXKZ2DIub4zvffWu9P9792dntw9nJ67tj39/C/85PTFn/kc6P3R9Ld//db019++NX3v7+9P773zENEA9xF2vd/mVcdqoG+cpyXIageIF4nkzM71niwuOI4v2bsOfnqMEEXINPDDc5AbVwmykJf6R1/+zenLv/z/AWT97XTh+D7OCQzIYk4WeZq1tvhcRfhr9LIVkNWIu7Q+3haDxSIni3TLMPjrz93A4fGvAWTtuciIKgyfArIko/pG5J9j+KD55VzJ/CBRXfPdmHEsP+3vz9a35/1e19KK50oGkZOfGT4xXtH0xPrw7H49i7Gd3sazA1mRlOsnZTnW9YbR0yfUnlS/ngJkaQlOXaGTO7UAWcsiBumEKVzvopxpp/B9SY9mKYzuvOgSw9GaoNFerpCYRl1zMWTBOvdCreSQnTLqbqFbtLvwKonh0oIFYSNvVsVBr2y+YkBR1tLtBrz0Qcofe000NwmpW87H+F4AdD5WW92sbLidAlMbUC7L28SnkBE78bYsrFJMrEhpDomveFCvAJSFcwvJkajjfS4/Hw+WPV8DAkooorrBhSxFrZ4vQo2GZrK11bAsh0/gsWgePH2fEDEThfp5khZS7UnpKKAeiyNzks6j4pyEEWlKioVBlqsKGmSxAAZzsY74w2IYBbIaaMDNAlg/QCBLOVkAWTsACtsEWMzJggJwHmNmThbpVAoSPZ8Ma6lwQVmLddijmf08Hx4hNAoAACAASURBVGTOJCkAA7I8frQDkEWP351bbxXIQogJQM850XFAFi2hAeomMqnrM2WzC0UZS3C9Cl8A8N5HzphBFmm0RDwLjhAMcd0IfpWPxYI5LqP85Al8aRLMzi+Tq5x0iNLt0wUUvcDPtA2AhUSsjQ0obgid2cC8nd80bZMWdf4U70fZ9if3bk9P7t9EqODt6fzRXZwjg0OLFfrkg4nH11zYWxGRal+KRa8CaK61yjtEugY1+K8VO2nwgQqP+Ue7Xc0U6qn95Ha7UYTvfFkBpPxdv/Wltqvb8T4p4EMPkugI/ATzyNwShxHbk0WeoUqovJN8Q4apera2Yq902vlGeJif1yik9m2blxaaWHtfsqTLmOp0XU6qi+yp37ra0IpPGnx5g2LGsa4yldPYTLHrprvZkJb1JO1bMfT0uqXQbwoDzRVBdm4pY3N/za26aU/0PR4AjnydhwV0AlKpDBN8xCNCHk6PkkAWwAnPxGNXN8vLxM+XICugLECKNwTkBtCFB8SIFe9QeAvbTWhejthgOW4CH4IY94mAid4agjnvJd7D7+7fvz8d4ucYYIs0tckcStzHfcTvyJdNb0V7ojPTnMKk8Vv8TYr7BXux0C7/HvdsQFZCGTcvEGThgF7KC4Y1ImKAURCZE+YIuRjDE5xLeAntbqMa6b3pHg4tvwv+cPBwfzq+8HjauYzxIQSZkQLbOIJiE4V7zsG7v3f5/HTpMoEqClvss9AOvXaQS9MOIic6eO2hl4/0/CtXeuELjduCvm0T53gzn3Vd4Qt8tYlQyb2rmO9jeOjhzkK1wenqjenKy6+o7T/88pemr/zaL037b/3dtHn8YDqPnw3IxObFKu/7Rw2yONZrAFmfevVTAlmSB2tBVvmjawr+qYCsDwIOPwFZbZvMwHg+PQt0zkDWxesvnYGgyOlPu2QeNiDBMBMc3NyRZxZ2CXWJxNfXdY+FCT4ZQFbBiz5qsopFeW7LpHqQHjMXnL7Z230IcpgxnfcDsnpn5uCFHp4QqK1Zc5AlALIMMZQ4d/ebRZw6HkHEbO49fxUEVl1Yr3hJR2zLNu+jHqX5koZkXUnCJrlZGYO5UQBOO3SylCN/yWl1JSxZletMsNGb5zmYW6X7JvbnYfi2TFshy5qxfw7Z6xbpMlWrA1RE1NPRO9f6Pa63W5TqtFB03V8DxYBiAWMqifzHtVHBCyrp9oTYm+VQwUc6Owo/KH6hcBWAijnIiierCkW4pu/cmjbszLk1fFzqpQUu61+0QauprNc1Vj1GxKTwtosq4Y7CF8gxYk7WNsDC5iatx/ZkMUxGc8CcrLJCUzFuJdzLk5WwonX95Gem3VNA1u23pts3K1wQeVEfFmTRC/VoBFmsfChMwYkIyHVlSHrONrQ++FZ8hAoMaJjATrllzJ2ix4t0AkCFM7Gk3DI3j14UIxr8SUDKz/CjsNv6nPTx6D4ecx/to+AFaOScvH/rFeIVkMUea98nERv3jUYnefqKv9U6t71R+6YVzymKzy7oCelUsIYQ3wZaBmOIzjGyQcQ/HHr2SQGdAkbZnzx4lNfK2MJ9Te+26KnmhgUStMcDqKrn+rrA3GJvFvV7JCLzrigaFNtSqznLvBSXL846co7GV9KuUqHYhpmD08zk9azQRtIyvyueKd6lD1b5au9ZXV48OJ932VeDyUMb0BtHa/48KsbvF2RpSCyugHlirs7du3fl8ZEhCXude5x8il4sAgyOeROf04vD9aMHiF4jKmoEIjEW2jvTDQbd6Gh9wMvAa8yvklPF3+ElCR2MnIsHLUdq5Drevw1vEr1V/NueLBffGUGW+qrQQyj66HsKV8SLxt/MXXKeEkIIdZ4SxoX3m/RWsW94T5DFvhC8ebzzNeD+53xmvi4AVNGbxVyyAEgf2eJ87TyDbbEq64NDeAYxLxzDg4eoBogKp9xq5zeRH4V/YiMP4YnDh5z3wwf7WK+HaJ/8ifnBO1gzehTJt9x+wCfngOGPLIRxGYBjlpO1BmQJMJ8GsnYvo7+IPriLPsPQdAzD3OWXXpn2rlyZvvqVL02/9+v/bjp49zsFssDnyngl+fcxgSzO8/Ubz0+vvPLqtAvwp325AFkxWJ2YUiDWMe7emQLldVzonONObbzkVF05fH3dnf7sLOVd+t8Zz1h6sj5Ivz8BWX2N1s33WWtQngs1srF747WmijdCEcOXxu9fXFQSmGjQisI6xaDIREw2L1kupeOVkHWDVjjWEEu32PU2VAxica2Nlb3r41kpDrUpJWR23xJkLT1ZNeCT98Cab04GWbw4QCvCyda7VeHcNymn3EJ9Seg5nyZW1tI41vZ2DrKsEI2vpoS3dYFy5IcW4OpX935YiMhy3Syt1bSsyT13q3nHGnCrPgiUUcnK+R9WrAKspJhV+JDbsPLbE9ZFtg0UKo+mACL75sIapQBqbIY6s7GrifmcNPqkVZ2CmDH5BbIE7zA3Lt1ORYQgi14thp8wP8BVBQmwlJPFgyQbyDJN0TKr6npU4iv+n+s320czkKVd1pQV9b9ofv3ey750pbHmAdY29nyxhPtFVBe8guqC1yCULl++CuWF50DhwGX8voBywPRkMVxQXlcqDZonArc6J4teOqKX4bXcm+tAVsbM+XuIkua3kY91Gwf3MicL6o4Co6hi9OI4A6Re58lirypm1eGCBlkPoLjQk3WE5zyuSl/qu8q305NV4JeKSXiRBDLGSrcs14nhhGyRdDohuRwATApV6EYJoeFfZE6kZVf3dLQc54egilZdeOk4X6cIaHs0MqGdJlpO1vC9I41zcd/TrdS4jBGm7+Y9rlA9b3X8qzA7jq4dXs7rFXZro4d/V+hwGR+MI90uDRrxAqhNXsN/sjLZKFJPq76Imlvomru4MCI1wFEigor8KXxcLQZ8Dnuptn2f0sX+17MVxui/fEB1lxkOsCyQVZEJDVgHHPLmMzxZJ4XyjUDL13S5MxdzTwGyVpPrPN8anPct/3FPUgE/wHlu3CM0omyzeh6PbKi9nWISAh30aOOlaqLc8+hicts0OzrEfS5j8z6hm3xPwENPDtfEoGWz8q0c7sfPk6s80kNoK4AreVd5drxu7CPBFz1JfDkvzHlfrp5nOkuxDR2yzGNOBHIYWghAVbwuBZsCui3rbHSL100NgiYIHjk2Tv8FABrOpa7hs/SMqiZcoZLOyTbAVMg1+NORzlZkPhgL8Hh+z9MYwXEor4z9ZHjkIdoDQATIegwe9wgHrif8UGdwqm148mFYUogl7uVcs4Q756293jfIQk7b7h4qpyL8WiDr4vQIRrq9FwCyru4hN+zL0+//1q8AZL0xbT6hJwtgEfKNBiyGyvNvRjJ4RINuteCFJ4cLdj1UtBUPdamj4u8Mb8UYr1+/Mb3y6qsAfwRZ3pucu6Q1tKMH5mpQnxrpjOOXeV5dMuiUfUJX/zpL+f6w31sn6Hrvur40g1G+FG88rddr9OvS73oTZzTAFX6Kfp3ei9PbkPw48xnqyKmPObEwX5Z6cf8HA1ldx9+4/urnB/HO/ll5sD5XQiyWKf2u4Ik1RKfrab0QiCLXsBwrWWa9toSh9oyhxGJCwrizMf11LBG5ONk3Xd/om7ilECwnq4GbxOEvnr0sHXoWRaz5PiylUFJZfp2TFaCwOuZuzR2blDen1oKfGwj0HAGPfU5QGpGnXq/uzeqszl/UvJIf6W231i32V4G9Ur5KkIz9fFKhfx3ekMcxhCoPokJW/SkNyJ4q91LwrICX8jNkAedYi3pajHspdgkrqjYMZPEji6OfzbZ9DkjXhax44KMKb+qHU9fc8nsKfYaaUAFRyAfaqbwehgnaeok9oMIJAVkpekEBx3BCAil7SiJcnFRepYqlCMTiO6f3ZnGrtTUJ1xqruQ5w5pu/Kzz8nLvUwXcOpaNSTIvrxUt7CPV4DocR30AYylUkmTNMEEAL8fZUFs7Rss0xy5PleeWkKJyIwJIgs1mwQ1Pc7yG2OT0mXJBuJZWBh1JxxDCZ2+8pXPDBIULrZL1NThbnTYtYlEEaLoV9hfEXFeJa3sVwQVqHCbJopRagLUXzUZ3l5aTseN+LT0mrAqCARG7nu8CTJUUPZ9JQWFNRlPLWgBQn1x4l3qNgR9I8uyRvjYsNyGMmgT/Mi9FOKcLZSf378F5dJh5qQ4SUZ39Qe8Z0K7rWd/wVpbAAUxlF/J3BUMKY3G4VhtBGyR4dPFw15x53+GV5eIZsC2+8k81HodoWmjeEPnc6ntOO5Ql/2Leibz5mflkmUF9EOVd3uA+0X2r+6jPJnhqX23fOZKwxkn6Zq6qC1wxLbQ7MM0e9zOFY/TV/13lxk13qz3qDxejpZ4v2njH/dDn42nvtsd438eB5DrDv8JvV8A5Q//shKmGSv+7sAPQwTA7fuWiEP2dxBi6mvFvKryIdGpCnUh/3Ql7uq0MI+byUPQ/gybl0BG78ju8Z8qf9hDuZUxMvVXK23AY9NVXivXKTA/Q0rgLHyp8qr1PWsyi5zVdyosfpS8hjDrxu88x9TFpiuCvmwsWPYnDwPmSudDxhzAnjeYrqL/kB9hT7k8JB6icHqqWyTqVCHPQ6iZ9WblsZN9gPG+NM+4+YO4r3coxprapkPwGd+giQhXtZVe/wPox9WDP2Zw95U/Jk1dZ2VUN3Rb9Llh8j3H71nCx8z1w3nMGlA+jvHmA+cAD7Ngxzkh2709f/8A+mP/jyb00H772pUMHzAIvneB6gdEjwdEof0be1osY9pB8OG2VZwn2xiayTsmBLqNpiUJUd0RaNgdeuPje9+imALABLvhwuWHos3+vhfUeGx46PWg00WPAjL+CHep0NEs56wNlAQ+Mfp3c532tGsOzXWf08bRI+qraeFmSdOoMrSzibKQ9rxQiwrsUld5/PyEhLGy997otqQUQn4mQvbHltp7DLIozPxejyw+uGh/NrMqYq5ZwzB+rOCsvxPUsPTU7x9u6oO4amJTLas3qoTFPgrJXNSGv0ZunbUUGDsFpXSXA1sOyD7KeRnXBf0xoWkBWlddFuykwHrESxWUE7lHZmWWQ4y9eqhdRXjD1a79XhVbbCrbQZBY7tJHRlUDTSH13m7rWXdKPqb/pBO7sZXoG6UhKjKMprJH0uCJ3XDQd+NsWQD7Tnqh3UGQCoNj3XBoBDmxqHc2gSkugEYHoieh6IrKOJqy/ykoKhQ4ZdBtw5WbRGGmQp6ZrWTSlt60EWv0uZ8yiRJnuv5/KwzxnDErM824ukZ6At/7igA0M6aUW+CMvkVYR80PK3dxnhgjhgchthgltIcj7HClkEVgRYsu4a1FLQq7IiQSaVAlUI83dj37UHF3Rpj6p5h3IyeBDx0QHKnd+cbhJkIflbnqzkZJWhQx6RoiaD3AIYI33VnAVIzkAWczZUkMKhUgSIqvhY+TmeZ/MVgTh6cdhXPNd5Q14PHTZLfsE5JVDUfQmH4tg4w7wW8yRPKumL7wtkqRnPoenUvKiVHS961FUxHtQY5X2sSo85osE5cuVR0j0VRiua9x4VkCpPkzxO8jLV9uZ+qZDCbHfta42/eMrC4l2UaXnQeLHBS8ix0alodJU3BX9oZqS1cxRUnrQKXN1xZb32/EjNcdK6gjX725e0/TMqcql2N8obKmZ82YBob4z6U1Zx0QMmRufjVTidc2nNH5tlXGtQB7+7t/X/9cJ33BbzA9b7XFkXamY6t9h4cu21JQMfZs1/8jofAVIDlcJO+qcnSzlZ+M12t7edN8Qxy7uC/Zkx05hyhD3E7xzu6UNx+T5hcgY8RXOcm5rPhKhlLgN8ZbCqYhd8Hkfr0GyGIbIIhkPw2Kcd5C3xvnyW8uzxCAVkpX8pvuEQQ3qBbLjL+VWZpvQxfafxZPSKhbbozWc0Aysd7sAIRbDFl8rFC2SxhHvCDZ0Tln3F8fOA4BQJiYdOQFayA/ONv5k/9hCVUPnMsXAX55Qhi/Rysc2LyOO6cvkSQBOiDTBP95DPdQdhn/cRdpg5Zt/Y1gEORX+A+5iLJpDFCorRK2rbhUKfHmShn3f2QQPIAcO5XNsANARZ3/jaV6ff//JvT3cRkUAv1nmGRct71UFWmfk8d40kF/xBe3KVZ3TSJtexwUx8xOLEYaeYO873VVTK/dQSZFHm1GCt//W9OfIM75POQ1a2VH3wYYBH2jyrjbO+j8w6qY/rPv8gJdzP7sfJPfh+gizpOme8Th5bMdenAlknR6OJnIY2Nj71hX8+cPkSgAW0IojEqCiUCnxRskqNmwk+thxPVgditibUrigvWARqtzREwZSUKQvEciOO722NbkqBJrVLH22nxaZJjkLTI9jdxXpIZK5REM5atPn38818NsgyIDCWKVE9gJ0ZIOU1FPYjyGm7d2QhvUcWuV339TlcC5amz5bEGbVBHfO3w+/2hOVt4zKx3dn3XZUai46UCtg71RRGDVgj8POtULZ+jKCU97AiVoHFhDrVjc2K3y3dnMeuJMhSqfBA54/RerlVwl8zS2WMIEueLAINgywqLwzn4BlZVF4U5tGsd5lp0xU9YR8vyLI6RxjAfCJaXHf3LneQhZysHYIshgoiyfm8QBYPzK48QuQISEEA0aiUsxK4q7rgQPRmWll4Wm3tReFLIIv8JCALnr5DFIbYRwn3W7felSfrGFbQDwqy/GSDmA6yfHaZQZa9h1JuKmxP/Kj4g71a7n5LDCfgoNVUSgkUQylsVrLtOeIN2ROCGm025EEsrxk9COYGBvwErqmu6eIidXSC+HXlKuVg23qWDi8XbfP5KUeuzWAFN/tWXeienMY3Ctj1baib8Bo9ou5+V4LmnrfwaYeelefHscXe4JpOeu04hwsjmTdu4wNpq7uNDAfSv9BSZtTX41vjMb8GuWNDxVgQyN9HuZ55skiGZeSgEHRkgNc+XheuOdfayvW2FGWuW9a/eeLEhspzXt1aFhZoRNG+9x8J+15+v06BipeoDf0pQVa7njuAh9uy8iZCyQiyaAzisA2yXPqcXi4a7ggWNlFRlZX4lIuF6xw67Pwkznc7h4r0HDrFnI3hhjEgJdROIXukYdxPLxavZXsqLKEwOvMWgh5X9sNJ33gxv5Wf5ZnOE3WBCpcqZ6VA5/3lsHRXKqSBwgUr8vmTyjmjS0jrCl7nohQEmDWx1CsUtgeQhT4QrLBYhdvS4olmqA8d1aHsyskaQBa9WKzsF+8cf7N957c5l4zPPECOHL1Ebna2Q+V9vH94H7R3bnoe5clfevF5AK3Lmv9bt27BQIWjInjier1UjfHeA5yjdUcAjpUYL13COVkDyOKl48HAMdAcn5iTBU8W2nmIfhyhguE5hJU/3r6GswIJsi5N3/j6H0y/9zsEWTgHECDrAn4Y8n2Oc1merI8DZHGtrl2DJ+tVhDFijsShFT3QQZZPCDzltdAX1135YYBH249n6JdnP+PpPFlj/z8BWfPV/DhAlp5YBLfxmX/233Tao8CqRNUwyZyunvf2ZjksoHfWTeh9hV7YUmzSdpv8PkFMvCxWxHJ982pdZEE4TkQDTCVcJdpi/aBQbCMattHQhj+l9bgPXPrBbO4LZpSle7Esp23PxXdWq9rrTE9Wt9AvQVYHBNWaBBUEG6zbUkwWjHm0lmb+1JtxWhbjHi3M84FYgZr1aQQ/TzMj1o3WvEo565PU5iz5EfmKYMkKped05FG20JXCW3kjDhMsxZY3xGpfXgKHW5ENS0sqxblyU6hMVfgFBSNBFvOyYonMuVBShmiVZGXBAllU6hWjr9wda4QEDu6fiP/7CrLOQXHaRM7VHkDWtWvlybqCcEEWvhDIYqggzo7h+TVLkDV4sqQkQDHxnu5FB/puwlhLd81OsE5PPgDAQ5CFRO792wBZdwpk4UDnDw+yYMmFInmEUCgqMw9YSp85WAj7S07WEx4aGmFav2fGGHZdXi3SA51/PLQUoUD4YYUxAm96OBxul2VlgQ2Oqw5oxt8MGaUiy/LXCa0koBKAr7lVzkZZ9nkOmZRQeQxMi9r7yQfi/BVLmRldSN5tX9TYCkCq4uFoUdLeGTleaNOfq+phfV1s3Bgq8iD8RptL/kF1Skbr2pjyBEoEjPX4vJNlqx6eLxDbZEP6ZZnCHxv1AoAr9KfcZm6nvIKUFwLwg5GNhoF2f3H/YZ5ybebc3ffzrJyjuh4r1iHkip6deEnCB+Kht0DplP80IKtLhpqsMLpqaakAPCuQFSWfxS/opSItbm6Zzsi3CFhI8wQsOsC3zgQUC6UXCz/8LqXLUxxolA/xcBFkCIhU3pbZbM0V5phgj3yEwIQl0tmGikDQSIX9Q/oPMElOF+fFxTPoUeL1LMlur5eKdKDzzh9zuDajRwLgCNQO0fYTfEdipTFtCyDaIIiAx+dMBRBqf9PDpvBGhv3xTK2e36VKorgvIIvhjizNnlBGAsRrOLQ8oFTzgVfGmLPB9pEfR3Dr6I1QhvclQwRZ1XELfXj+xnPTZfDttKdS9fh5SJ5TdEuweP+A5dzvgg8+kieNB81zLePJCqnNzhjVWABUUfjo9c/+yPQTX/gZgEvkXtFgAnkgkIUojQcCWdvwZCH6AeHmlxku+DWGCwJkvfcOANbD6cITerJYPt85WfJoyUTiPfhRebIMsq4DZCFcEPPklw1F8WR9ArJmjGb+JjJx+PRssHdye8t7n1VbkhdngNQfFE/WODsbP/IL/0OTvPqjlCdZCwt0GfxEKFKqzpNenbhYwkZWjPJk0bTJe+UZ43+Dh0uCmDdV7ojusYCWtXGcTAEyC/yINJcJdbt+uJ+bVw9r9IbzvhuVDL9tQg999QJSGdT/bWHSjV0BWZLWqndyAFh6ZuKmHW4xCs3OWHsSedqXAqCQrP5EeWoKTFAIaDTD92JiNW+Zvrm3r6ZruEczJoVx0e9i/CPQWyp4y/fLuWnvB2DXDOCt43luzXQpdR43Q5j8uf0Htnp7mLaOm/as1bs/9nrp/2nDqMvASmTgaxJKaI+WP9MZUVKuITipZOE8l6ZcyaPLOAUIN5U8BrAqwU7raUoUS1mTgYGvTrP0pHRP1hB2q/GYNp9duKCFJ/OEOHICKHqsdi9fQajgdeVkXUa44BZCBVldkJ4sArELTOCuOXDZbXuyElKjc1gIJBWWkz1DpbaPta1dCVjNQ2nurMJ4HyGCB3duCmQxP+uYCdPKqqJk9x4ewwW9mlzAwUVvllQvPp8V0lz4wiDLOR/H5+psMoV5cv1wS1z5pcS3ucej6bdiZTCe43MRisolKCoXL11E2WWcGYMQJoIslyZnfgwLAxBQQQmR4gjrP94/wHvmRtASLQs8/m3yEFIBK1c3SyUy7y9az61o2ZNqb3VAQKeNOf/ytNZnNaZ4WnLsgAGmkdDIS0KXDcgYBenjnLMVuleIVYFAnytFHum8wrb3qi8CZcXD4y2SN2EAQhqXwh5peHBBFa15WcESGubPTL8CXlzPkgWpVsqvlyFhJ/GpbqjxnI0gi33x+6oQRyVdeTX9AHmFH2sidfUqy1yEWS4jukc/vgl3WM+GcJd8ODRed5yhZJjpeZ/Yi0fp5Xmzcm8Qwisu4PgBfc9zohQCzC1Wz5+BTnqwDCwYIsd26Fn1WVfeB/HOsL0dHhqMufIhw71oRkITVQEPfITggyCLaxsvT0Au2+35Xx6HAKAqAzI0joe+A2QJMNkbRn6k87PoDcPn9EYGGHJ/qt8YHg1KyeHi8wLSXXjCII59srfLOaoBWSVo9D1BlvY3QTmfVZ49gjPyi4QPJmww45EXDvfeR0l9FQXRE0talB6i3FWArG3kzT3//I3ppRde1HjyunPn7vSd777RjAM09NCTReDG2drd3cU60APnaqgKY44slXziy0/m9QZZn59+8qfmIGsb6yN+BpCF8rPTEcMFEW6+t7c7/ckffRVl3H8HOVnvTFsEWfhhoR8eycHiQQZXczOr7Y5zPtby/Gtwo7fNH50eLjgDWfT26RFSDvy3/yztoU1h+6N1p+bnJEX+LAV/teV1z1rl4eNV0UFPa+tMz9Ty5pJzp7X5LIFRnvOs50trGdm9Jl1GlPI04YIhyZU26otnEC44CoeNH/0X/3Nf9WKsAVgCRvWZUWSBpvpdauGgGJbSm+/LktESS0X03fqdvIgIdm8OWyXHZFQVCVAQbrpqJZbvo8C5n54kW0JHj5sksYS0txpDDYvFlPKhpErutlLGtT3x3tkgDk0cxV8271kbi2se5t3KmKfgQ9N65iArwMZnatUL7VBwSEokd4PMk18LMZSlaGRgHM6SoUlBGF7tvRlue5yUv/6zbpyznKZTJiJzpSdEJ8yjlvkfi/666IFfWmPRYbFujTufkUac26F+E1hEYVhZuNznyWMuTZRFebmY08LDiKEE+EBiVjjseTj2yCDMBIJQxTAEsLw30keujD1Z6Tyb+LhAln3IitIjvWAO6aHaRpGLPYCsaw1kIYkZnxFgUfFgSJBCBsvbsslwQSpRA8hSErsOIC6PQ+1V0w5BksdrhZb7R9LNn2F+aBW9d3AHh2i+O93CgcRPC7KkhqyArL6wAVm08NJqzbL6Dhc0L2DhCwMAr32jp8bj2H1YywGwGCLEcJ9r+GEFRoItWqppoaYCFWWba02QdQhliaE/PIuHitP9e8g5g7LDv6nwEfAw72STAIuJ9KGpNlfmO+3AUxlSPN4Andn2Kpof+XNpFo0fyKqOm+R5UPGNoX2tDAduj5OL3ujDRsN8KwUa38qAoGt9iZRSlqSv1whqOCcGSYx2cBskBSrA42dRltk2Fc1Uf2OTuS59MN8M0CoQXqGT6cMo0Mf+jMBqnVEonwlgFMiygcvAWKCaHsUyxGiaimeuyPM1IGtkPVFqV/37YtS1BmfE+g+GxBlN9NXgyhWfNG9MiCQBjzzRBfyZ7yf2ICOoV7eHRLs8ur149Gw5j8h5pwRZ8CrR6DB4twh6SLc7BTAeMOdIIYeOwMh5Uzp8GD/mhK/2aAAAIABJREFUST7Hyl6sfhCywVuKW7Bv7kuKSdADpEN3aRBT0QuGHDq3jJ/LG4n9Sj7ufeqQQMviMmSwZ6Ir6x1eY4QQwrPFCAWOjQUkLgBMuow7X/E6bagUO+eEIMwHJVdYe+2dTltFv51YtX/GMvTRR47LyMQoiQcw0vC5165fm67DM0ZPOvcLx7KP3Kubt+80D67GSC8+vmM/LiH3lgBJsqvlZFnGy0BdYzF4Bn8Cf/v0D/8IQNbP2pNFkmQ4J+QDPWr38bwnAFkPttEuPFnM9/omCl987Su/Pd1/dwRZAFrKn8KPxjLTNvR2qZPYGNCvmxm/1c+nA1mqLpjCFzTCkk/WBjwNmDTekYPrFzrIOh6zfu+d/elZwGNZCGfZoln0Yk7PeOwHKeH+fp+xrgvPug3v02zDOXjP888EWWqjFOaPHGTVLvvx//p/bSsWQFWwvwOsNrKIWYma2hfrvEc1Gw1UlcVbtxRQk7JcluX6m00uwxOb1VSadT2Tll95skRxBa4KJElQDNbUfM9n1WGgfK43clzZVjaC4ewwSzZLH+dsTebSs9HYSP5WYISyVGb0PIW1FBoz7JEJszc5tDFKRSxhFjBUeF0tT0Ag4Kh+F/tcOuv8/GKo+TWuYvt6qSAIbPRCECOjaf2uULzxkNi1m61Y6Ajj1m+RWs/WSAmt6B/FYAxkwpYLZMWyTsXOk+tQquU6FR31NtyrWdhkgcvmeahQkc6MrQiqWl5V1JoLE/dupi6xzw1kWXkYc0nS9jPxZNH+QAstt4yAOL0nW1IEKIQYv67qggoX5IG6DItyTpaKX3Dd8ROQxcmh0qHCDwJV3sOpkOhIrTnjN9BdhIrgHuavHezfcgl3FL44hCfrSZX+VdnzEzxZKyDLpNL4EP+2JRugB1ZrgywKe7INJ/7bS9+FlOY878UfWA6a+RTXphdffGG6cQMHb/IssbKINyMH2qTlWEnzBFlQhg4ArJiQzt+s4MYfgiwevsy5UKhhebEE3FlEIDwUpltTdO1Ua/zleZoTcCydnVf7noyFnIx3hHdIaWYhADSvA38bWMk5UCztD8+ail8k7I7Kp8tQc19wXqXc6dgCegyd46MQQ6NDs6VSQO3ldPGBKLSp5Oah9TPYXKjAc+QwzB7qNxp5EorlUD/OVZTdznHmnqk5J/JeG+aq5uwkr1dCBqnU+9Bee1OzTtrhK7xl5HDGTU8Lso5pvlf/TgdZBsZnveqpNWB5meTFOjSYYfEacgWBjVIExCoNRghgAkhclAJhdVgXhalhb4HwW8gdjQ4tr0m5UCjUAKME29Y+BMhShxl+pzOnePaT6cMAaVu0y7b5iqd3pIOMNiCLtOBqiATnVV2P7aKdeWl3R4/wZX5Luu6Kmg26nk1/TgOBwSSNIzw7axd5Td7/deaVrvY+kvetQA29TK0asHSOxSqJH/qlv/SswVBRtEKQJb0IgJh8hSHP9KDvKOQQeadcgwKSVBY7/bI4Edpk8RKGuuIehoHHK96eLKIdowXIFrE2CCV//bOfm77w0z9XIAtzRZBFTxZKuN/bBy9DTtbR1lXkZMGTtXtp+tM/+v3pG1/5renee29NWwgVvKAzspgnRhrlM9ZIeY5zMTefgKy+nz8BWXPeNu6jjwtkRTdsPSl9c9azwfh/Jjf+wn/7vzduoMbLY+QBlXV+aGXUW800uoLgzpnB+KwEbrN4rhyyousHj5OVBX5cltJiUAZgpQSVQipAVeq1K5Z10GaFxT+uilh9l1AuD5djhXSNPA1tsxtk6QwKMD4yWRY2YJ9UhrSeuZRuEbjrIj2akCBrJLgqgWaYtQqyrCB06/XSiyRLGkENFyDMmgrJIMXVBpnYcI2Yut5b5dUKLJUDfVrenKHtgKc5GOwK3PLzs4jtab5PiIuvlbrYpr0rmPwuXsuiwBKiFJotU0KCbY2SGpAgauwTohbb5QZoUdw4F6OCHnDvKo+ku0E5KqAwC3vQ3qJi+9FXF3QVOFsoZXWHdZaeKpZrpyfr+nWALAAtlnBnCOFZIIs0q3w0Asp4lfmMmnNvo1GpCECgQC2BLiWCniwk39+9KZDFEu73793FnFA4+2yq9wey+jPZrway8AxZugtkUaFLVS/2NXlYNuAU3yBFwWN3EXP0/AsvTJ+CVfQF/N4FEE3SO+cyJaV1vg0t+wwPhMX+HkEWlMpDeLTuMRwSgEueLIAse7LgwQrIUkloghordk8IskgXg3K23MMRNl35dLXDvPK9KryWgYG/G7gh4CmjCO9JSB770Sz+qnxmxU+ghopl5XY5R4dFAmzll4JYz8rq6+iFBuJ8BhIVdPKueLKywVKsIGAxnqyMu4HIGqAV5A7A9MyFshaeKe5g5J+7m+d1vC9tjnPI+9gO83mY10IvyciXmzGks43hMR8MZIkOW8LKh/VkDcOuP52PdaTDiA38XdFOIavyZtU5UNgYyi2tggo0ChBk6iwtgBWuvQAY6J7ybBthgQnTE+iRJ8tFQ7i+yhuqvEQSwxjuFxDO+Q044u8YtrgGY65d5p3rkkN96XFKKfle7dTGHwP3GUMveumGlgB8GTAxBw4BZ0Ej6yJbABiXwS89ng6yKGFGkMV9NRa+WAFYyyWRyBiAWAEsQXjmO5K38vxFzB898EojpjAa+G2PjoncZlg3AdOxzjqk4YR5dPK6jzKNLYUnV8LSOpDFqn3OXSPIQtVC5HsFZG3vXTPIQuGLb/zub0z3bn4P4YIPHC6oMwYTRr5Ki5zYT0DWmnlpfO5E87OuMOmcbWYZn/CJJ2smCjB/3BClCMyWwnO/cpjzcr7fB8ASB/qZ//7/GEBWQjXK6l5WnjwjuruBFv9nBaVZ96JsSRuNEmxm0vO2DJws7EYPVwGqYj4jMUnwCxu5jKc6PrwfrbtSXLjJS5HmuxyIXE/VL4OnGgIVUbRHhqbzK2B9oyUcnFrKXwp9rPDKGkeYht4WQ5sxeHyWcBPnCrk4g6rl1VxKkCtcwYKav1zyuf80t3/lHckgpmcWlNC17qWsqAXC1EZ5qpII2sqxtz4bkFguuZHw5lHhc2J+hTeqn2VNC01wXVfR6FMzhqWddsyMi1KqJ0RbFh0Z6ETpl8dCfZiPQzRXSnWsFZq/0Pkwdl1bhK/x15zMAUVJR7WhOxqJaBVHsKs9YU+ADAgCXF3g58YZLQ990PdlOJhf258aAwd7IS9WLgSd6SBixOhfhmeGXqyrAFmXcDAxLcnMySLQ4jXnqvAFFY/kDWke2R73axlhXNLcuR5+hVr4vua9WEQTrHj/GHvrYP/2dOvmW9O7774pkKWDf5UsDQGNQhVqbSjhHgPA3HaQPDA/PTliVEwcLkgFpYpSVA5dnCCpKChaC7+pzbuLc8ReevmV6fVPvz69+MJLmKNdgetH5REyf7A1mc9wThZywDAu5YIB4DF88P49hA7SEk3FkwCnQBY9WiymEg8C26anTV5ReWNPFrIzEBFjEBoIn4hw4HUBVAntc1n35IR6vsh/E1al8tx6PuY/4XH0LCmfsRRe0K4qwNVZaeZTzq0y3Zb3uOiWY7R3agz98np1r1Wnn3jytZ5tXdx2B/TF/9t+HPY97gtviqcjRpJxXtP2yFu9Zzz/CreCgk0vhkGWeV4DsuJ1GrZpb+C52XLjjvBFc/C0eoRIeEfTiMem2t9d3pvnzV4SikuQxrXzuVQEWC584ap0UsRrjVxBkQfaMtwOIIo8gyF+/Lx++wBeysOUXne+WsBKAKq8f+1zAiH3M14nznvaCR04MqBfFxoI0ErEAMEOeRbbSAEIP9eHGgfQ+wDlTisB6Okj+2IDBA/5xTgYblggC9YZtbeFvR+QldB4z7dlXjxZ3Guhk6zHCOCbnuFBNUW50aFarBf/kMGl8g/l2SqPMa+rvW3PaukP2l9lACL9Jhyyijx9IJDF0HuFCzIn6xHCnwGyNi9NjzavTBd4IDHKyf/ZH/+hQNbhe9+dNnVOVuXWSvYMsnDcJxSZC6X1mXmyXnkVOcd7Flc6J4t7s2sjZ4ET53Gt3Xbewu8T3Kxr6aw2/ql7shLIOu6j2TzW/lldKC/c/EDp9WupfH5t43GxB366oIGVNWtRX0tiWb4vPeif/Y//1+wb66BWppxncjLR+ZtVZh9FUd9RQBaYCrnHNxEmw1aiIOhePdMKaGl31acO6LyDesiVb0tfDBINVxKSXAxXoMvt2rdTQU34WvkBVJoAsB4xgZbnhMBi/ZjnIeGnAbzW8jA3bD7ctE2ardVUEiP8tba6zhXMxLB5RYBLil3goihPCXvLQaQKXCEjywALlKkDJWMJqvgcncnTQFYUgihHBR5KGQ6jT6jRDGRUH0dBycfZah5weDKtnMVccqes+bNm2iAbmNLqka50gG2RYK39qIxJ0NWyjI2KVjh/xTSXFQ29KlH03JkEvvW+JWypOtvyBXvn594IPtCKREIFk9eU8cx/dyNFa7FofpyeBhZr8bKn1DvOZa2RQRaUBoR6XL2KMDj85sHEW0h4Zqggwwl5+CSv41lZCttRVbEqOqE5qIkrgBVviHEBaYoS1L3zvBdo58dcC3zIhO57d+9MN9/73vTOu2+gItYBrmSYkStSCRpyXVdA1gK0anxdIRW/qjwHFr+gh4kVutLHFtbJc7AKFGSO2rzjUM5d5DK8DC/Wpz/zQwgZBMiCN4MenHv0VuGHIVCpjuaKklQi6SlzYQGCqgdQZnmNQRa9cxUGxTw/egaqYmUUP5XHp7eN95e1erYFaj6pPFEZ5ivnHnGNlZyvzc6J9n5XeXiOtAAK7+nhxzbgbGKdDbJ7BU1dXwvoXEWZrGSckBKqcDLwQiin9oA4TGsZxtcBTKhhvZJieu2hfObN7Lc/m4OtClfF5+NBrwkR4/io7EaJp6I941c1qTHuGYBViKKmz7yHc8fy7a4uaMDQPGyckSK7RPiNIKtT5HIFeWMVpDj1ojX3DR91ml/wH1syfOUMaBlkkYZpPCQwIbDgyx4c8m94HElX+J2Q4IDTJVCJQhB9s8twy+usH9sPn5uPyIM3ePJ5e+Q1I1ATBWhtDGwFhlRsx3l+OxWOOHrKBLIU2ugKiAnFy9oF9PUwyAvVP4cIk8/FyCG+xfBGlLg3DRjUjfx8BrIY9gg6yTXaDzVBGu3gLZeGIpqPYaLmrXJc48lvERLKFQdwKsCkfcy+CEl0QhIv0VEbBFkO9cX/VsIFxZWfxpNVIIv5dYcNZO0CZKHKIYoB7e5enP78m18DyPr16RB8fPPJYYEsPL9k69p9UrJgpIlnAbIY4j3PySoZP8jFU3eWeM3pG/NpdZjTnnNWG/+UQZa197mRaD5f2TPrZjj60hlr2J4x8MvWXEXdLCxga/P5xGOXbQR/iIPVD/76L/7V/z3XaYsJCBzJI1BAi3v6JOpZfNHBDgmXgK0zFLcSYRBgtABZ7F5ZdHW1zPIVdlh9MBjrVQ0tIGuSdE3yrig0yZnk5Pc/jX/sNBkUmTkUiFjBBbRQkUjVilyem8pQmFyARWL1m5V9DMRX8qUVdJ/fVCPXo5tE8nIEDK397UFLIajxq/utsEMpswPI0mXslP7L71p8Eojudfih+i5rGa9l7lcmufeLF3HMDC+J9bGaLeWtC6E2F22YT6dVNAE0o7Me5ihqKYSka5mbp6WstWSoRdFaB/rzpY7illDUtNnBfd8eye1j60PQaJucrhzWHkk/aup9YcZOGv64QRb2DJeeSrdyshAuCE8WQRYrC168dFmHEG/Fi0WrvQpfuNy4LLwDyGrLQisrFZkyxPRwBD7MYV0eOZ4r5X89yHr73e8BZN3FVQyp4/7m/nLI4NOBrE4oAln07gAAHMoTzXA+VkIsAEP+IWXH9zQFnn8LPIqg4Lm6PL3yyivTpz/7memll17CHO0qTOo2zp+5fec2vHDMtWIlQXqtoLBSUSR1UMmphpmHwnwK54bRK8D5N2jVIbct8d4dkYIJoBbvizyEIy3hsngUBNDKCk8PWkCW8qcq1I171SDLr3hPR0WRSufupR1VIeM6y7NKxYosQQoa8l7Q3hHL0VMxJwBE6KNCmMqTpdDn4YBaPqsbi+Z7PoDSU+RFCDjrCmdfz3V/ReFmWwk9i0LNOeQcEWQ5hM3nH9E7YxA6AKVScKPIS5kflDG+5zxT+eY5Rc61KbopHh4RUmRjel/IwVWuR3kwD/E+fcSr3zYrrGTd8MCELWtihyfXJQExBFsxRCUEzmuPzzkGrqHkhmViDtBl8/FsNeBT+agyZg1Mvxl6BoOBC0fYIyrApPQAyxLlaeG9SqlXnlK8Z2zXa8wQfuwzrAWrfZLutL8JGEVPkO9VZj7PT0iq1qba4fNd0IJnV1GeGMxpvLyuiqzkoF57gDv9ZGZ5jz3X3oM6WkW8rjyvkVMBW4MRLqsm417dw/vcNpllEVPTU8yfwhMEsthPGIVMeGWQRe6tsZdbYlSCDWWVy10S/v2DrIfT3XuH05MLl6bHm3vTeRS/uIRwwf/4za9P3/h9eLLehSfrSfdkfQKyTt7Vn4CsU+bGu3h2wfcDZLW6/9WTtWv2VCCrtufPLzxZ4wijqIpPBCCszJFV89l9rCwzKAmj1WYJsJYDaEr0mCvBthZeNYfw9dAae/DMvqRMqFdmXCw4YWZp624s7uo1+Rf+IPMl02apV4YKElw9QujPI1RDY6lu5mA4jryUVjB5KaIse4128wy7p7piTRlgOdCZr/xxjekWcIhiSqtpxlDMUyMhI+c4Ek+qp1AYFpN1z4SbLHL8tgOs8mzpOqFOM/jFXPGOhDIpTYBN2uUmxSuhM3VrNVHtFECUolWz0ODfDHmN1DL/W1ZzypkCkF5RP99AOkpaE1UNkKelMbdl+SS1QYV8AGt6YIUYpr8RFLK4au3sOYxynnatLGCBQ5+VjzU+twlfFY74+DxZPsuo6JUgC/lGLOF++fJ1hQ1eEshC3gnOPzkfgMWQwbKEEhiMIWZtTCPIKkVrZukNHZB+RYGk21VPlkHWPmgIQERx/O8XZHUlUzlNdbAoPVnOLXFyfCrYGRQnvM2jaQq/9iPCxHDOCkHW6/Bkvfzyy/L2MUeT588QZN2FF+4+FA4CKJeiRiEBWpqzN9AK+cgIsgQKSpkkyJLypw3EDuC/KqLifJBSgheEq3O2WMJaIXxV3rpColJcImNpIFdsM94fh3jlO+7xPYTWXEflMt5P0EhGxfysS/icpfwfgO/dwbjv7t9FCCQqxSEBXiW8mdMjQMaw515wILRm8BIeWApf5Xb1Offn3QOmuxu9Zvi9ImvtwQKSKaKQsu7KxSQ4YiU4KeAO/VbYq5R474PGR9qa+cyz0aspL4YUcVetW8o3N0JxU/xoJv46TXZ7W421ccUlV1rioqGNhWzt1bOWnqwTwkzVT4fn8YgBHdItIEPwOZyThfUXUBW4hFeGIBvzx710jPskR+vcKPY+VfwykkZztfdnRi6C/joYOAcfBxS5RL5pKBUA+SwCA1fhdFgfwSGv4VruVMl2frbulevi1QzAjDdbVWPxw8+VZ4YfgjUVp4J3l/lIMl7wrER4spTbxBmLjJZ8OudwxTpgWKKSQK3kyjgvGo/C+6qN2vfZL6Sic4M7VLhLxir/lhwvGcR7AoIDpq3vkNc6h1Kl+tE35uGyaMeHA1k70/0HqGZ4AJAFWXG8uQtZQZC1N/3Fn31j+jrCBe+/950CWa4syFx3yczaFzOPb+2bcd0+8WT12fjEk/X9B1n0CI+v9cC4PFmjoctCYYUlbZwGsmZXc8OvZWlWp8duSbkr65KtxOEqTf0vYVcNFiCLRTmKcICJBrkIx2LMsmxPBRICKsSQGnAwjrAwcXiEQZafq5Qyy0tXIJNQAcji+R5MngfAevgAZ1lQYavwIz2SQlglvrfbgbW0TpNBnzvPcBWXPuYcqJCGqnOxjLSt/83nVsx8XET3zQqYGWe8YWXpEkjIQnhFeI9zvXxrxtT4NtupMSeArlsekxcWVYLvE0pZ88QcDQqJVNmqOeYE9rwxz4uUzRK0FdTQQNpo7VxLSlwHrcdoGe2FL3iPRizlpqiRynvCHwZyat/78vZKqFADTwXm53qSvaABYi6k4r41ANdoNoVdDN6KmvoDax21DQpkpfjFjL4LXDalP/vHA87IDOaGV7s+6140lXnUXOIfQ2lY5IJ5WFd4zgk8WQRZ21sAWaksiApTvE6uX/zIClqW3VlBElmoXXhhFArLcBrSwgVW90L3KzJWVbPu3b2NcME3p3feYU7WPr6mt6dyshQuiD7PGJ0Z75J+5oYc9IXVBVmIgt4WeJkIBqSgKRTP4EVKqvZ9J4qmGOG7i3tXppcBsn7os+XJgqeHe5feqwOENrJqIKsI3mc4IMMCAT7o7ZG3sEAMw4yZF0ag9QjeHz6tVaokUArIKq6pgDz2sbyD8kjFsFFrLW9Ys/pbiWkhUVFsa2/olgLzvfqlzxnqIAuAEp4snpnGz1mOmjyC5988/8LzmIe96T544dvvvjvdvPkePHgHKOpRBUWo3BJkiVnFADKG/I1ebf/dlfAQrz8bgeGoqGuFxN7L01C3BZRxLsixxrBCrQEBFf7Zg+mqhf05XvNeUS5tsypbzyJRUQeEC1KZZ+GOk/iWUqC4umEezXBTfLn6PJr8rIyLmuf7OPKVvKbRpuIfWivmBLnPMtYyM/ywuLsrJZQ44BEMLpFO+mWuoHKysNgsaOHcJHhR6ZGBfGJZdRZ8IJhXJTvQ+TGv5x6mFxbzwlcvnML5Tb6agW4AVXpOueuS/cz5ogHExsqcQ5VQvuRpZR0dxmqDgo2MNhKwvUQsjPRhQ6k9wgRRLFjB+xwmyRLuBpc8ioHfk0YOQfekfd5zrnKzEn66g71/FYVv6NEMv/Ds+//OT3RpeH1a/ZMYLrqTPKT8Lbk4huya73D5KtpHcs+0o/LnbsjykH+GZY3008Ug/cq6l/yPR0psgH/TU03w6Ffx0ZItMtjiZ1bC/YuoLgg5wHPbdf4X1vsQc3f3APRx4eJ0fB6FknYuT7vgk9/6sz8ByPp1nJMVkOWcrI8GZNmYaVWSHtGKACjg/Q8hXHA0PGRvLH/HkHzS99rrgz5z4nXDF+tBQr9g3fdn3fMsnrsydi7tqZ4s7pVot8u7n0W4oNte5uYFl/QnlqKtDxbGrfUg6/88ZcnmgkCMpDY4B7sUPrFeRogx7MeMJG7tkyYok1fDKMWXzMdVqdZZ6cyErNB3C23rU4VPSNFT6dhU72tow8JJAopTZQbNAwCPyHQFsPgD5YLKEr1aKYVMKycY7yUeUgomNJZnvgCvALiaGVqFWxyx/DHLPVMItPw0j7VtqupHU7ybZ0UXNQtZQMa42RzoMCwjhiglO4J2tsIjgWQ92Vtb2tqrLGlec4cjSMgJSA2XCYDxIlvrXO7Yio2ES+4Lsj1hd2bdemEO92a56fxZH5Bp2trO3AbSHzTP8/JcSqkSo3aVtPbSVJbwK+GeKDP9LpDc1qksjd0wUMKgNVkKFxdEuml5sqpt7Q/sk+yZOciyAO59UwdmM5jr7WXzswQm6qowJVpjmX/F8DcCrMsAWvTS7MA6uU1wxeIX+J6CWYc0lwfAio3zKvPikFsVucb0apztIoYKEqg5xDXUdYwKVAfwCN16720UvoAn6z5LuPezVZibNVMo1J7vHinUe7avmxSVKsyQhPjHUA5sBTeAMSjsin2zttb+IsXuQHlQuGB5si5hvrg2h1BcWDTgnhRVFxBwtTYcRPzIZaoNSOHJorGmimDE65OwNSqgATudV5nHtZys8taY1k2PvJaWdc6DxrKQtOPe5T2yHg/8M8qowYnXj4ftXoFnk0qnw+3Owct5WSBrB+FABIrvvIfzzG7dwrk8+/byq7pc9szqjku3wgPmwKkD5ZEd8J5l0QsPmzTXAVpo2yTmtTeumYswvo/MGOVUABm/k2GqjEL0iDyWR9ovzhELXzAfT5X1iv+ZNYy8oo9fz3Fnas1EsKUe976aUMiYuWHrgbV4NuAsZG7xo9k8qj8GVtI5q8R+wtlVWKXOdSJNc7wMbd3HgbKk3VQHvADZJcBCgK/Du+3J4jlxnAMfXgzlmsVb+Mwczou/M7+9cIXl51hmPXOVefb62Svlee6H/PqYgJTydxiq19eTZPDm+XZ+GfKlS8EWgNO+c3+5j7huF1H9kHPKg8FVbbSqH25RZmMsfB7BFz3e4m+KeGHYred1GwDlyhUcvlvAks+O8YPPHs/kUpTM4ClOnxPVMZOuoSEMbfQ0m3LqR8OnbPCZZzZYjgTDv21k0LyyWAdoh+t0CF3lAGCaoJE5pjmTLrA7imEMWaouiDV//bM/ghLuOCcLIeSCo/QmgjccwoN9l54sgKxHGzA87Owp7Pxbf/5nKnxx8N7fDzlZHyXI6lsm80avI2nuw4Cstqc/8nOySo+rbb/u12nneXlDrPK7U5qb7aHTrlvHQ89q91l/b8o/zZM1qmpLTPAsQNb6Ea2vzrjOk7X+/o3/fKgu+DSTZuFo74cTU/tdDWSVsOmJuCU41qC8k56pcK0h1GVJBPK2lJW9e1NKwZfWX0tWIMtMugtstRclmlfjPUEUT2I/Aqg6OoQHiyedH0IwQcE4wt/MmyCrI4NmEQFafXchjLdUOYyCjTHQ8AQQZFXFH1vSYWGXsgdBNEAE93C+8VR+lvkZZYWPMi9FS/30TrNu6xY68+2z6ROCMg38uyyfJcQttMPU5wosbwvESY7NqDRZ0DicQZ9jsaQYS/jb4yVwpdnqysxJFmE9r7SuJchygthC8WjDLAFcY11WLcplK3rLSFvKR+jzZgXfuV2peOXZc44CXy5OUJtaFsearXh4AqSlNNnQoCjC7wPIEglIgfBZWdvbLON+Fco1crKQwEyAxbwsgqxz+GFFqWMpGw5P49rm1daY6zrztAzKQa1VaIEeXt1XtPAEtL1PT9ao2OF7AAAgAElEQVTNtwG03oICdAAFgV4UzhWVLNJVnYHXnvyUIItGjCozTWWLpaiXICv2mm5cqfFJsQLIAuhgmCA9WfxNkMXpY57XPfCFe8zJggJD0CHvDvM2edDxwAipsDpnC32o/CXuC3rUDbJyGGrtNOUS9jy3ZSEW0htfUZZGi/+6nSFrPxU+KWEdcPRQX3/OtblYYMJeMnq3Lk5Xrtl6/wDjuI1QQYZKEkzqENk6Q8h7zdB3/WuOILo3aa4kxAhgOnVLzYAxzOlofBA+Gb5bGijSRqPbMvqM98QjwjEIhHORax+r8AW8IDzviUB0VJ67EsRODLMfmTfIQxkrFq/4nEaWppksSxVWzryw2PPI0/w5+RCLG9hoyO3J/tOrygqXvIZeGnqB/DLfOgKQkEGgDv3lWqeoB+Ugi7dwfmyUHKsDOkxvpJ3MbzxOATgEPryOHkB+FwPpUnbn/lRY5fsU40ib/B3jCAnDOVqU7+cEbjgOyqAcGs/rFb6bEvOUyQLI9DgBRMGDTjCqGaE3GTKcL+fdetG8nA6jlzcTNEBPEEFW5j5yimugo17QN803ge3C+6xnRQ4KmDrvkeNJgZF46RqZJNy8QHQAuUIEq5/LveQ9bpDFF/ftPfAoRiXswiP9gUEWZQaKf/CcrDvwZD0+tzU93MDcbSPk/Opz01/+xz+b/vj3fxPnZNGTlcIXn4CslU3fPvgEZJ08N01jn12yCv7y9T8gkPVzwzlZp01Aizeri8R0yypKT5WVcH8pt+6IvuqeE5Vs8bi5sG7voiS0XJcILuZBlBcr+VZVTcfgyz2RBbgY4AiyygRqz4LMA86lOALIeiiQhR94sZgzcoA8jAcAXbGKUjjxxHP9oJgABfGWEtt5cCXj2cuTBelDvvgw52/RsgzacMBgEZUUhk4wnLaEPLAQB4GZLHxisHEVxwPnfgsCNAXFk33cPuAb3zt6I0blpucODBpCgTdNYwBQ/ZnCGDHI6usxH44Vo6ik07PV1r7OYlkQWeimgSw9r180KzU/3341g7bKnwQ2RQULXUdhokWfPvepg80iYOWnpKQzQyf4E5IezyfS4ZEF8hIuaA+CvQ1WGLG+bIBrX2EOLqFdTPcj9GRp/HwOhT3ocgugahdhgix8sQOQxVDBTeZh4ec8DpvEZsF2JlCuAielKAZgSWnIvtOed2gSx5j9H++DPVlW9qKOMyz3HhT3O7ffnm7ffFf76lmCrMdQqGidVuUxWrVHT5bmnJ2tOdHOKQVLIGtDnqyALBa+oCXYIAuKC/p6H4dy8kwsAo/9AlkcU+iJBg+FWRXIYkiSlOIFyJp7JgyEUkwkIItANiApfIxzmfLUWZPFlnI4s8KTfH/6FrDAdaJSy9wlerGsSCL/COtKXrkDoKWcHCiF92AVp3Iuvsg5lUcgniwHNK97rcstmBmIhptGAOWPA+D6RWM0Qz9At0Kpa4xL+dJl0jx8MXw8hR9UDKKIVPfgb80DlOyU5m7KdfiGaCiMZak8Wf74+b5Gv6mE8xcNUdxD/Mdr+HeFP7qgUv9+nF1eG8OjjV9YR3pv4GHcx55iNUteQ5BDGZUXcwzizXJFTJ8hZXogj3Zbec36XB+Gj/UDyBMa2POpArIISlJ8hJ8RnJN5coxLz1fCPzmt5i2OPOHzWt5XgTzlJOJHRU3q8OKEdvK+8XoOyGsQucP2ujFE1VOVRuB8vSYBtB42gnAcBqzOURtfPjLC+z45XktPVptPmzsqr6wiKBjZUpExs4ZLz2G4oM68axUgV0HWuLc/apDFwhcPJ4QVH2PeEC64d+XG9O2/+PPpT776penwZkDWR5mTZU4dDWX0ZHHer127vra6YLH7tfpo2x/NupPQ51EP6quzTqddy/xO/PATkHXafHl9P5wnq3tr169bfwYZzvp1XvbxQ3uyfvpf/m/tSTNd1LrIyHkpKvw+gqKEiJlyQvasjSaUYc5ALGRG5tPfzaPPZ6FB4sBlhepdsHASwHIlNCXqk5HLdd+FG3OlZCELKtBDnXfDjZNE1yTlsgSzvVk4YPTgjkpO34diRaaqxFueocJKbVBO9mjthIKyraR0Fg0gQzbz5pzQFa8qXQxlYk6WIWj1wHO8CABz6BBPb69StBSkYuoJcZN3xCFmzepNhsxRLejGjEHa/cBoSvEfF0f3lbTR1Ok4W9Mh+ftICllGCbH5AyOgZWUl2EqQF69lQ8P6WRln+8ztKmW96MuqDr+LP6w60Oins1wrRus9ehrVjLDne0vzEyk7zkeBLyrQwkecwijnAU+icvdD/y9A5bVxeFoPD8QVaChKikAWnyEAVMxX93sd9Ln+NLVoCOrnAMjzWY3Rhs5UBTXs9CW1H3koMWhUVQZR4EEl3BkmWIYBAi0ZTqqims5b8QLVWnhxVGFSiogTrfOKUqNP8D/uw5Qc50dcSXqyCKz27/BA4ne1z46foAqcaI+VBclm+9qGaRaHac8yVQ+0pznHHhHI4o+t2vS8KBysCkqUMViLObYhxRt7dQfzsg5k0UtAT9Z95GPRg3UHPGEfQIserhgv5FGmclgV+RK61EEWw5btyYpSm3Omcu6Y97i9KiNosFJowEqlVd4sTnMppnPe3UN1BdLEG6o98vWiX60PrN30Zu3ssJKez0pi8QhSGUObdegy55TeOeavMPSqlGbvaEc1LF/ZVv7cxq6uvPfw7kgZ72BfG4C2Ngy8xhwQ4+d4v3TeM7ZfpDs8X4o96bPoWx6XGWXZkLBOeQ5/9bzbe5G8Ra5tQqq1BSgnFUFh71Qq1un6UZngmmhdin83PmDTYwo3BIgzz9cecoeYMqfoEHuKNMq2afSLp0YzWiArYXaiy1kRpyoKhXud12QQzZBD7nPOFefIFTvr0GGOTfRikOVwXIf7MRzPFSsZpohnERCxPcpnlkvHnCR/SuCrwuziqXKhkkQSuHJnaCF7YKzA6QIZLgMfOouHKBUnOQ+qklleYa2L5HQZIrJgIizTNJ/F0MklwPKcGmTxFTpp1Qy5lo3RmAbYXwFOAlyu7xClU4y+CLV2gbzbjECoSBB2qMSznq82utKuKonFp0kHzMmiJ2sP4b/06FnOaZCkKD3racIFVQDn8EjVBR8+OT89eAx638JRIFfgyfpPfzH96dd+GyCLJdxRXfAJPJmMRuDalUws8W76rj1mg7FfXcb1z1Z1X4fgt+u1J5KTRWP7+QJZr0iucYgj/1nKirnGosmszjwLkLXSehtrW7fZJ/M3ZwK54nenNLHy1ZltFj2NNz7NPe+nD09zraX+XJhkaeYE0zSuodlGXaNWMBBZ/7M9Y4XQehsrc7GyrOnn8ovVNjZ+6r/6X/xpScom2Ov9rIlh/FJ6co9Ki+dLMin/3RXw4Tt/U//ntRbVYY6zdjJdQ/iQw4msXMQKSGv8Fq13rCxFZYTVgCTIyC+dM6TffpL7JZ3eYTOPs2GhGFORIKB6gDAm/tzbv6PDU3meDxUOhgXwUNc9KKh7e6jWBgVlG8+9qPM04A1guVf+UHGFUkuo8vAhhA3jyAmayCCSx0NGpKkYCcvW2YQTSAGoZN6HTFBWAn/KZ/swxbQQ0Ki1GRTsQpOdyzlja2bdMbPLapst9Z/h1qI+LzH/NyeyttJUQrJOje6y7jViraEe3MfQLIahoZHcve4emrdkf0U5LwoapvQ0kKX70UyrFJZ54BqU8taqC5bCKshSQi59iDLbLL6VS9jKnDMfKN6rAsyc79n5cFoCz30LS5qBrHGNPPKRGY4KJ8fcK5FZURPtS8mnYn1JB+3uoPDFuXObPk9NShO9WD6EtisXFbJZ6ynwLM8triMoCxnUnkyJYXkzax/G27fBnAx6hVC6/e7dW/A2HWq8AvRFc9q3XJP50s9Ah8fer2D7OUy0ebKo1GjPVOGLMkykWVEQyNzJ1OXJwr4myPrMZxAuCE/WDjxZpI8jhAWy2AWLXtxFbssdhDyy0iCTzHt4n2mSZ4HR88N7ElIkCz0NQDTGlJcp4EQrLqUylSwHhWOYU4Uj4X28c0rWx3uFfUUJa2BDs2hllQpuGT3YshRNfMby5OSdNBJtbjGEyqGdXFvvfijclctG3vfgPgoIQOGiYp+tZ3CTGS3OUzy9LZ/oZjCWFB21u8LLi54ZLs3X6FGJAj7eE/qPwYmdineG90ZR574Y84J60QYDpLC9eMt47wWE20l5LlAQQ6Keif7zu+eff94H46oQw7HmknOtSAQWRKgQbYXVS32w58iAymscgJh1EjgYDWIiqQIxpA/lF9LryTwi5zepKi4LNeG3cu1YoKJ5skAvKhTg/CPmFxMoO+Q0h/imkp8PI5aXiPShM93AG9AF5hSr+h+eoaInpOE6G6qNoYwDLI/O51MRlndJVTCZ74XPK8ctBkQZP4vv9EqSfYd28Nx1BKcpeE74OwaIOS+0XKQCztBJfmeQRXA4P0TZ82CPl9ehwnMxDoYLM8w6bTe6UhqA80cDsuj5CuAz7flYAb6YJ+WQW+9ZFrrJczTG2vKjrBItgIZEu7jH7/uL9NTwgf6w1Cew3UcEDkH/1atXnXMpWaZdVbyWvM8b9/ScrG3l893FYcRHj1GFFJ6sjfM7ysn6229/a/rm174y3bv15rT1BOGJAFkbVfV5qXoO3Z7RvnrE+Vc/Trqrh+enHRk9BVRtDLgKT9bLOESeOaW1sTzm4k093mRVl/H1/FlKnLHXc1k7/2ZOr+u/86dn5lyddnP18ywAdNb3aubEuT6rA0///Yd+BtZk3dll65YqaSYrERQiqZNC2mdUaaVDk2PZ2Vb1qedKiqTX2ehDf2/8xL/4n2rr2ZMwCxWgorZ2TueC1dbYfq+8EkZPQ1fHjtfDh/saaKLAzaTospxQ5LYM3BKy5PAWVYIC2GGSJgGWS08PiagEZtWqFAKNs3LK8JYheWR4tO4FZB1CCaQieIDzcQyy9pV7QaG7C+/VHkKumJN1Ccm1O1BQLim0gGESBlk63BVA6xFW/wjtHzGOnBUGyXxLg+wsc/DiSTlw3L1j2nkQow9jPFJZYpaTJ8hytTQlOy8WSarODIOYiWs6NX+xFnemRjqas3AqYlB2TnGp2oN0+kvTveCdA/nVovYBrAtVGSWLv+/ErD2hTWCadApRp73RglbfrB/SEJcfq5+LXJAx1sxQsAdgSWiRC/D59hL28EBbKqnMRqFjPkCUp3W5hqPSpZVg+8PY+tLNJ/NkkOVQVc2PlDYrukruxm8qHjuoNsiy7ucRa+9pI7DSxigw65WS5acWWvuoQgkZHnseirm17FKC8lsW/A6y3BPvZYIQKnosesG/nYM1Ai3TzJK2Rs+O131+hcEHQwUdLuiDVw2yUgJ6DDvz2hb91vN2BpClc7IARMl0eUA5FdQDKBssIHDr9k2BLJZytwVdPfLeYg6mKprBm0ZlFt/nIOERZNWU2+RR9LPM0ciYu7LZPRtU5FPqmsBt3Ce1JbSnOUYCPP6wh+QZbG9LFSejGDpnjGvEhHkuAGk9VRnl0WKBAPJKjld0X8aGJoRsxBIdaVpNEx7nsFYipzlNefbmvGnM01mX72IaqEIyGXDor5RSK+JWopdhaFHwOyDrfGgXhT/o4dNBtdkPJZdIdgwlfO211xQyfh7KOL0K9GypshsMcgzh0yH2NdfiEwPNSumTJyJhw+YzXsPu0RYvT8gbxqhcXdEzAA+97JQponnQG2QDlfGdCnHzxDOagkYCVPWE8ZD5hPZE2tDGF8cnoI59rXYhX+LlJE3wqocVtt7v6Z5V816XWud6KPSUVUrxSl4Vx8nPaAjluBPymvBAXhvaH2kl/C0HF2fN2J6rAFbp/ipkMeYrhmYEyDJnMHxmTQUoay7klStvGI012h9YYxZU2MaBvHmdBLJID9xL2U89NNfAlTmc9xAhQz6kjGboEuNej4xsUS6UxwKtxy3fa8nrwyElu4vH829VksTzVBDiGvu/rWidYvLYIVYBlyDr0z/8I9NPfhGFL1AAKdUFN+HJE2jbZ4Ef0MeE9UNxr8t7V6e/+6u/BMj63ekAIIs5WefgzWJ1QQqb0xTsuawjq/mwIMvjfBqQtVBF2rp+HCCry/P+2Pf9V/Hd0+57GnDzNNe8774tbvjQz9BY12uYiyrr7Wir6IK9K7j/DPDcN3fx/2cNsn7sn/+r0q+sKNmRYAE4uu7Gfg4RQr62rNUO7TJjV2ujYDXHL2WkBo7vU7SCX+T8B3qA+tR2T41akAyvpF90llYkCkMmqQZkObG8QjRKo5ewaveziw5no2CnALElmdWJcAYOK4hVLtb+nVvIybqNBH3kjoCRkYnuwbp9BcL1Mn4ugoEJZOE3wzRUaZCJwzwlHh6CRwhBOqIn6/9n701/Lsuu875T01tzdVWTPbFHTnISSaRESdSQCLQNOE5kA/IHI0G+5IthILGBBAiQ4V+KEkcK4iC2DMGGIomUbGigJUWSRXGUKFLs6q6xa66s3/Ostfc+55773ltD002pbvdb73vvPcM+e6+91nrWSOw8QCmbPlLIxhZ0nmoMldTESxC54pL7ePCD5Qywhkeryj1LiGcIRK6cFdSBm/S/pVYmTY3hg/5ovik4zo1h118bKvDqYU33zG/7kzKWukausYlnoVyXwpEXaLddjqvbDvIyOmG5GZfKezNelKIoWWSB5Gbc3D/mmGVJ4eGS7h1klVARGMvrVGiPwmIQ2o8IsjT2vNZonak6FEtB5fUbFN8YbwdZnsMqFFP7EFo9Qbhg0GmreDasAMebOWB97+ut/Zc5RoQAOTzWhpVWhCbDpNTMNZVnhwJikQ16Jr8nlEJoTFv0uwSylvPWgkxTCTkVlmuE9VtRXfDFF1+Kvll4skJRihBAeMP1yMkiH4uy5leuvLsBsngWvNBWfKlImjlZCXIKZDUYglFlQVs1xppx6925oZuHJqu5JQ8k/22+hzNfaQRZhHYx49nEHYMUnoUqxBE6tvgrwNmcwsWADF7jOQSwRGTJXxya2u9bfL3v4k0ZMGcT5eH0lpMaIuDB71altrZ+Pvt4Be/Jqs5pZX8EpqX4u7pjKIhxfIW9jaF881FNqixIdbptIAtQ8uKLL04Xo88YyjjLg2GNvKgrV6JpdYRr0Wux59exC3pomsadIKvC4eRtVBiuCy/wYr9U+X6ehXBVh/u5GmCF3Y0gSznC5ckaQRYtBwL8PVROVgkfr5+LYISKjBcxpp99W14Y9gjLbLnb57fC8yoc0sApQAFNnPGGCtw4VJfnVQuVeC4+wwAij6Eq/zrUz4CsvJiCIvpc5dfjGjYoVF5Wz4mqaygPM8ZQ1y1vnj7nuZGTePIDOPAcKuQCyGKesyKjQDthgPH7ROgVgCz0C/E4jcg8Vl7z9GShE3AMP+6tlm0aMiyylc+n15zGF9dQ+PKQy5nbG8Oc95wNrKyJcuzwAA5Ems7o/CS94NnI0aAoQFaM42IUsSF8UykRKTIPA1k/8Oko4U51wRgPcwLIwoN/PYxLt0KPuT8dxByGDhQ5vWsgS/z8uw2yYo4uXHxeVWF3ebKegSyTzBMDoCXDXHn/xPd4DJCVT9dHg8Ni66IvBl267tMGWZ/87N8dQNYAjIRmhkG0vxdK8ODN6BWSUuGS3B+1/W7h9MUNuhzCZwnfEn9nAK1fo0AW3ioECQxECcqEvIQQpWEizMU5I5lAnJp+KdhVmVBCJC5NGJ9ifPFk4dYPQXaTfjiEBAlkvRuWyfd07KkQvAJZYeE+r+qCgKwIv4qcBoGsEDC2CkYp97D0h01QhS/uhGARyOJeEA/x71KumKJBgWUuCO8AYKncLaEnEaqBF6t+sM5XvhaMOkMGa7UMsgYQUHDZ2lr8jM7z4tNN3SlR4l4duX5LSOWzhk/zGZb0vHZeqoMDcVm5auNf0P76Juljq401ZHXsZAFW7FNBzGkx4DIgEbiSJyutzaUI63Pn8SnXxVLXil4qhw2M5RoZZLmylC3vzjcwKLLkmyv/9VmOw0SSYCSftgGw+YxX/xiHC/Kdq4vJE5IKkv6ObxxCRWPc3j+JByovQ3klBLLGGWWrpqeK8xUymOG4NKftORahFFF2uRYwEKJAGF7j9MRqL2o85bFOwA0NL1bxUTxZVYGsFOpSSIvOakiG5vEpIVDx+2RUDXW44JvTSy9FdUHCBeObAlk3gjdcvXJtukxp8/BmUca9cjN4FuWCxiPYexbVBVPBXIYLjiCLGxctNPDOPCVvLd6okSZfLE+pPQ7Z3Hi5SAK0zjcSoMC7EzeSchgXs3KaeUTiw7k+6dGC9ssbq7y2AFlmXhw3p1lHilmgrQGrJnDr+9pPIx0XfxLfma/+mnfD+yZzU2uPEMqaVehqH3JchZSVMs93BlkFGrrXTccjXw4JF4THEy546fnng2ZCCSf/Ns7Du3n58uVQSqM1Qc4zwEAFNGiPEM/YwpAzp6eaH3NNGz4MPLQ/cw1dQTC8qBFZQc82VwOs0v8hWwLQlydrBrLifBXuiXvJUAcQCnkh2or9aLBHX7aab38HaDevqhDWbPQsmRnyLPOzygsGrdh7h8cqw/EYX5Zm93xb5ld/Kc6t/C2XU89Q1KLXzEG8S95jjF351zGPBmX2TvFyg+/IF1L5doCJja9cmxfjot+X9nhc8yA8U6wv4K31DMvy9BxfYXn0BCPv+gBQlkYMfc+8LEEW7VyUOuCiH7V+PBfjYu0ULqgxm+cBKFuIqmSOr23DqisoAnrb9YonpCEBK789e1nARAW3MlwwQBZzonDB0I/s6YL3sj9TvizCBfFkLUEWc3UTugPcx9DxZEVSlgonfe3LXw5P1m9M1698czqu6oJ4svByl6FEw9l4PV1PlsMpL1D44pWPHAKyUpauDynR87qWU6fsAg2bXpT5zawqLDWkbQPa8rnY7+HX2PU9V97nmEcc2dZ1fuzr6Fk312ShMuvyS2N6u6fF1X6vJwZZcZu8RlBlu+eRT/zYz6wPIS2sFm6DwN8QonzgS1SY4DxExAqiXuXp8tFSGBai1Mxfn2f4Yh7RMFd+j0Aq97wqAAVzqxhyMXlZ4lA+uG+NweNQyXExJze0pMS6Es6LIcqTFeGClC8WyHpHIItRwUgJETkPyDobf6tXVoAsil+ER8sVkKjUFlbTKDLwMJROdBNCBm8j6LiXWJHno8Cm3srEhcIXPwmyHA5CNaWwjKvaIIALb5YthFLwZNYa6EhL4thybaZUqn1MzsUMxPJxBy06LOZM3eaH19ILNCfew0pP9IuYmoZx6F79fbvlYmesM4WBtoZrKkl2n4013iPnzFPk6zqUx2NT2JUEVdrbJUhKSUmPl0CZk6HVg2sEWQIVBvNMtQBZgp/yLvZnNNDTfduaeVzVeNnD3HzIAnH1vZ4kx5nklVNTe5bSJOlWzcmfgyyuNA8H1pkKO7RRRO5v7css3Z9FMZwHlHtcwMwKAbhrDP+SF6t5TAtkzXmDDDFzatyIAqhcpQoVRElxsjnKjOe+XuPcCV7ldyfLk/VmeLIiXFCJ1PAIPFmhqNF/5sqVq9Hj6zsCWuQ+lEXbkZbO8/FYCFe00jEW6FEvueKptjJpbQsgK2Qo520MOyreWB7O8iRUu4TZ9OiimZek5fJ9qkUEM0Gj6HlxCWO4yiGqTVTeBPX88shn8+gd4U/1U4RWfxcga2LAtFPJ/75YXVPQztdrSmX/ewROPq/2oe87/uiq0GgaF/i7vCrl7ai5ZyuNQI71EuihqEJGRdQ+QO7jFbsY1vMXXngh8lPO6x7vBb1dvvzO9J2gDfJYIu7O4XuUAg+ZcSqLKJR3Gz6uyrFxjCIyMuSsQktVVAJPTlwXME8Y4vWr19y7St5IAyR7hiI0NTzDXEs5dlWiXHs/6RFjHSAr9oLmBddlvBxKR1grhZ0cOsj3VShDBZ9CgSfsjLlQ6Hv21eJYNfaV7KQoSjyz5jsjAQY+aY9XKOp4pgh1BfCk90c9KgWy3PgYY2k1guZzNUSOk4+HQbM8khUaWOvk6oKAT+dJVen1yjNTaH08B+uAruDGyPZ8uTGyQxxl+MrP5JlKQ4SpDW6NEXSek+XiMQ4ZHD1ZI8jCi8iYNesytHVvXPF68ymvh7yOBXQVkpw8N6MEbNQIj1vRKXng8Z9zsm6IDwGyKN5hg6H3bmofMQSvf+VkvfHxT04/OPNkhZEsQNb1pL37UfTiToKsc+cuTV//ylem3/2tL0zXI1zw+JCTVbKzmEQZP+v9o4OsTdBWhS+Yw71AFmoQ67eCo+SlhVckf9oGQJ4GiFqvVFczs9/vXQBp1/em8X0UpP3Gs+2op3GPIUhrdpvlOlZayLiO3q89beJxn2bNaLj9Wp5XIn9qho989DN/e8tsp/AvwRUntkIXMwW9K7odkEGxKXYbwEnxPDsXptG3Yhe08DgDkBHkjYIXi59KrFYcdFZUIk/ElQbHKl45xq7BiwFVOMQ9KcS2usnqdPN6hAyGJ4uQwWicSrjg7eiTxbR1kHUmQBYVBg2yzoQn6yDCbCq5/UiMj5ysCJIIABfMKa59C5AV/JtE5Ic8X3vGuRJL1Z/ORNxfC+GFpbIAliohKrzCXpIRVBRmaaAgvSUGSRUzsMJtGgBrUGxGS0sCLgXHB81rwm0jwo27WuLM72NkMN9UAov50UBT/qTToP8ajl0ZiL/vQKaB0ARnrHOBU3uyrEY6TJDcKoMqqiSVEOS9cyrKSph9j6Rs47XqIMuhHs5rsSVz7s3SE+Xz1739mM5dGl9LRrYEWXUt56Ww+vU86RmT0B3DVcdd6Dv1MvqDcj0upDaxPQIOSez5kM3gwhGhwGFdPZFeaJRJX8aeLP1VVUSxug7KfN6hPfqawJTnV9UFnY9VIKtKO9dclXIym2d5skLZHUDWS+HRAmTxOQoZ3gJysq68eyUU6WimHCDrWliMpSjzfPJk2QOhXEpycgpkxdyUN2VU+su6b0+o6VbUlozRczqvltdoIzHe4YIAACAASURBVCUQ77m/abamyJBH9MDYcl1kKceLKs6Ua9bupVO8DnEdPQ95XHEfco2cv+KG425G7bVLKrGiMrxTSPYw9gJI9rxFDo/mqELX2onxhz1ZBmymv1Iw6+nW6H4GkgY5U59zTg8fNJjgJuVtqVO4X3myXFSkyoCnDz7OUVGBSP5//kMfEoDC6PBeAKvLb7+typOuImc/KaGHFyNnRPlbhMsBnAJMoEQLMMV7wsHOBu2px1TMWQFQqmVyHCCLELA74cWSYa15I+zR2QRZEdal+XNxBPYDIO1WeCUEmlSJ188lkJZeE3ndIhpDYEg5wG4jwrhR1qEjAKTKjycQ4RzkVVXTrFDHERDb44WHy02O8ahxTXqRVWNgGw3TO6Ww+6ymmXKOubTXyoUsCmTxHrlc3jABGYFNA546VsaWmAtfw6GjMwNUAho+Y5wGS/7dmiOLOjvIYnIBYgAs8s3wZNV9zQdSp6ANQhp8ap84rLh7syploRo28zzQQ1Vb7PTtXUZIMrTBfVw2fwRZ1/X5cxcAWS7I4q06B1l8RJbYiWjt8SYg64c+EwC3hwviyQKwUfCHqJw7D8jXPAhaDk+WQNavB8j6c3myKidrHi7YArJr685km0a0Mycr5XG7guVm/ewHsjJofaGAWNUwD1uG4g+3059rbSnGY8ZrLc/1BZ4OuNkFXnZ972fZovavDvzxPnzSe4hktwxzCbJaf1XpuP1lvW1N193/mR4NZPm64y2PvPGpv7n6GLpwSbkSeBlSsHlTX6IfXtZrFK6uAOvTGcjibRfLc5BValUBMStvBbQEsoIBjN4sW7l6mWQzaakf7GT/Tmrv8fj0sXLICQm/CBuqC94KoMVvyrdTYVCerLgUTI+CF/ZkAbKiaaVAVlj0CmQR6lEgC6Gi4hchhEiIF8gix4WCAfU8/K5SyKXleFc6LALvla2Qii8nCV3Ku4GWwj0Wq9hLxHbmMOZmLf0C4/wsi0WM5Dj0pp1vVIAjSt0j0/O4Lr7TpsKomdgLZO3DQLpwLcXUSr7VUTN9k4ygkwRz+fkaqEKxlZB2QQuFAAk9+UiswoSftnyWLSDLjGgdZBWT6hWJ4Dp5LLNtrj7jFg1k4YnUdwaTohFZVxhbgsS2Z/uijcvX6SXVggoJXQqqeC81v5RhTWLnATVAhbbhgQ6PL0oJ+9N8pkIGcfuPnizfiNs6zOVw4loDWWoInLkeNVUdZHULqcMFAVlZXfDNj04CWdGcGKX3bhS+cG7FzejvdWX6i7e/Hd6s8GSF4mulzmYGW+tRbLFSDyAr82xUwn3wZKm6HesiS7PXk98NnOIl1Me5zvl9q1Q5fFf5PwZd9i7OgA1KH8opFv243AiANLNa5rqPv0cBZkTuk2Uvg72QnS97ub02FhFlca/w7/Jcme7g3RzvvNJNkOV9WGvtPD5dW//6mYouam5GWp/Nl470/I2eA5f27sUZVLZ8AIw0ZUZxh17XQBZK97mz55VwT2Vbrk90wTvvkqfn0HIVX4rn5DoCWeHxqj5PeINuBWCSdyP4BE8I0CrDn5o+x/Vs/HMonYwGUf3WNJJ8JoEjcgsjnGRUhq3LWwWIikMJVbsSBsNb0X6AeVBIfbQ2qXyo8gJhAJEnC46YnhZ5aumpRshjXFMVJ5OfOJTNK0P4Hc/BnNX6ihbZG0lL0L9DF2lc7GbYgHH1k0vQw7kVblcAyflJCXjifsyPmgwDUON+XMfHEmbnfDWHXRqoVZgoofvwUEI3O4hzafpeNMPzAn2UR4w0ANER10qQ5ab0AbLSk1QRNE556LxqpL0KD1TGGTSThUx8bYwA9m5CF7zOB/8hN3BJ0wa1rljIawRZ0Aoedsbg6oIRLphRGUfFTEve2FACyDqeIOtTP/wjyskKdSXyyvFenlY11ZthXLoffbLuRXXBh0fQgZ6bvvrlP5l+Nwpf2JNlkKWr5TrmzmPH5i7se3F8nmcgazY9O9/sAi+7vl/S0s4bPuYB+4zjsEt/L4KsUf9t3rXXvv9zqyArpWUyi9HjtKLstB5WJQZj6lCylvFli82GIlD9rLwgc0A1L/vbQ2xYGELyTgUDwPV/MrxIElCZFKtKWrI+dSVOaqAYnxVPgazWA8SKqKsL3pEnS2Xc+a0qg2FBpNR0nH46crAAWOcCYAlknQmQFUrj2QBZKoOMtR5FiyqDCJQAU/JkwRTJzQr+BugiZhPBFaI4xlVFOlKpXCjO6pklIZBAi3DB6lmSIWkjyGrKeYW3VdjbNrMAE7rwDq0RxYaK25T8eZZVO/dRAFeLhy2QZbFTL+OFdVKdAUTO2XJYv9ZQKrsOLy8RY5bCXUUsnHs1RJrJSyFFBwUCEDzkRxC6KeClePsOsqgEpjwshYkY+DLljwyykn51HsBjMScdZPUiHFJeCmSNApCqflLHy5NVyq0Xbgnc2/zpy84ee/zxqFgUyPJ+44QqpwzAcuU2esp5nYtVLEGWzkYviN+lbG9jzPuCLN3RBNVoTPMT704KZL0yvfnmxwyywhIM33COBJ6sG9O7eLK+sw6yypO1FWRlCXf56aQEk5tpkNXp07zKs+bXKLBKGd1aDjgmbAzH5HwblbBCw39EgCugNcG3eDcsPEAWngBAFiFe6p/kzxsITGXSnqa5bNDz5RMUsGXsxXe9FwjN6isqRTmqmup6+fz8VetjWvae1DaPgzwfWeFz2Kil0OqwBJzau/GyV9FgwGFjvVEt36Ocng1jWnndXEipvPWWH8if80EfABbn2kwRThqtPhRWmSHpCSS4HpUqBSgEMiiVnn2nVM7bTEvPjOdMQDxe8Twci9ItA1u2DHBOZz1zVrMEZMV1nBvsZ2PXkD96K8CZqh4GDcOzGLMLbXjyVZ49+BWl608gu3JJDLTiPjGmyrUqi35VFS6w3rxQA0jr0RQ2QNgr4xB4xrf0StVaFf1WCLDoJs+v8XrMBlnwlAJZ/tzHu0R/eTCzqbw8z87vYoqqem+g2WbgIM+UKBkadbPOgC1eI8gq+lLUTObQdUr2XwV0+V1REFqVpMcq6qFrM07JDApwAViioEMA8wKQIz3z980IXYYmGJWbZttoAI3g+ZSH57kLUbwiPFmSS6YwZw/aws9HGH0BWW/hyQqQdSyqC7KNCOc8GdVnKfRz80bkAUafrHsPw+gSOVlnzzw3fSWqC/7u77i6YAdZIQ1yP3oGnnmyGk00eb+kkkd7vwu87Pq+aO3R7vroR+8zjsOu+r0MskZHxZHXf+Cv71BJcxpaYmxs09GdsTFLXWL2PIs8qKyd3nuwGjFzNWNth1i40sZWvTgyvrtLYisn5DydjBLUM08WYQAIT8ISMhnUWpytaRZgjD8VnBTkKmUafyvcIKxgAlmEVsRvyrjz25a3sEoGM6c/VoUKng0r05mDYw4XxJOm8tZORI0TxMAiSj3CBAFaYe2Ln7uALHmysmlxFB4QKC2FpM2PQ9AczuKqQyp4keEWeLFQmMR8U7nQTOr/HgpRStmjbZOugNZ5G0r3gnKWhLR5hUO31OaX+RzJq5NnbwNaZZ3D0ng4SRdAmd/QhRdEjzrdo3cMdfyWZyi/JB9CDNMer9FrZeuz+8ncU96CQ2AUa58KYpXoL6CWDza7bzHCYlR+ou55yUWeKd/+vgMIgcB8r+toa6bHbTZHTZUXDT4KNuaKva5jn9ENBhv3R7Fgb9Kj63SE2SosqbzjNTyPUPthvorzkVkBnx9xeLigczU0JxqmwzQbRtUfEWI0gKwXX3k5LMmArNjDsddcXTDKt4e34u0EWTQmdp4FYzaAUE6TPFkG2Xrx7PJwu71EgQjt+/JWpVHEh3uU9dskmfNSe314fB9uvubfVYZfbzXPreF3KpM1E0V/5SWtVcT405XdmD+8AO2V40soJGVS9ynQ04Fhp66c/3y2XJB2e1dKzbygAi7FA3Lt1GojPcel3Lc9kos5KvYtb23hEaxIBnl6MipAtJFgkTBRFGzC6sozUbRaCuuFAE4nqCIr8IUhzGAHPs17e15OxHXOSNnFIIjyL89q8m3mprwMFX3APQnNk9crc3OgO3otkc9kD6B5CmtiLw3hrORqAbLsgfFiODeqcp4AgJKv0Kj4nY2h6usV1yE8rrxp+i4u4dB1z41pu9OBvU420sgrQyiivLmmRY/NucTloSrAW6RUucWjd0zgp1qYAPISZFUInsLscm/J25jrWIVQxrHa4BVjFg3ogbwn0pNeRqjGDPR9eLXDEHQhQLQ8mhm6yJOXJ6uBLPZ1hj6bi9SW9xzMxpL8RyALAD08hw1kWVFYoJ2QRxf14G/fLyWBgKPnlu/c4NxeOzyaeLgAf1RAbs2I8bVr7dKgM4KsoDfCBfFkVbggRms8WVevog8BsqJaclQXfHgkaDpa2HyZPllf/I3p5pVvR48sNyM+QtsXC8o21s6ntYn9zUhDKpaRfGPgMO1PndNpznw8wwUJxwZMqk8W/Np9smoIZbqqUl9d+Y1Vam4HX3sZir8cyrNwwbXF2f7Z44CsWQELk8ver3Hv1Umi9kcPr5rds2TwKmkeoizV0I+88YN/Y6/H0EF5wcNB1jiUbp3tn6aFbnFXz0MSO1am9O6MIS2+hpUIGAB9qVpeFoUvMo673PZZ9WJger4+AIwX1bYK0klli42LBelmAiyFDIYX61b08wFkoRydDqZTIOtsKIpnz0TCMopjeLJOBUM8iBCMYqz2hwCuDLYIprgTVERZ9/vKybIni9DBCu+xZ8GvsvhV3DZhPmLCNKDEk4UCj2KWVvARTI2Kx9oC77MBejNpL03P3Dmc+Ovatfr73GvbTto4d3QpzU5CATUr3mbhnymsKBilkEJRBcI3VPeiyQzPMbpyYZH0CLiXWSgYQSMIPYPgULbih0RuKUSAr0NB1ih4evjg+PwGzuOeMpAeX1YYuiAeQRbPqGukNX/bnI/rvO2Y+S73nty6hjlPLqMdXt9QXk9GOJbLRqf3m+UbLrBZLWjcGdodmQXYT9oXZJlzG2S1VzK4GcgKj9a5CxEuiDc6G76OIIv8mwJZ2iAJsuATI8iyDSdBFtb4BFncu3iFQGXuYxmXRJAFmsQMRNuiWf7eIjgMrnTl+IHH5MTOlsdmiLpG0VBmLbQp6bl4cWx6nUw/VnqogsqPXmmwgme456AV4/Z8ul+nS+ZLymeGSeu7OOcgxk+UACFv16Pw0O3ozXUPowZGMIBMgiyeUa0yRD9pAKn5ySeonA3eGgiMcM+AYfSYcFx95uIRLsfdhOywjqeDfs9dOKdG9rcj+oEQtfAHCEwo7Ixnk7fsmEDWcxcvKF9HFf7i+ypWIErWepqf8FM5NtwbTwVeCbwJKM49ggGgBvC1occgKxTheE9uECCrvKXyZink0J4zk1bl1El9d9XBAcjUeDRlqQCX14tnLEBUeUusd3nbCsCWl4rKfmrXgAyRoaG8aC7d7mIcGSYca2JAYxBRgHlcQ8bmXL5eNZLPyoPF/Z02gNfMIYTcWz0sKXbVtJ/aY6x793oxXsI5ASeALEJHK+zQnMM5WS30L+lo6T0ueqp9XhurVB3LcntQGw3wbAnCvX8qnzIXIi9Sssu5tqVz+HlvBdhmLYrXFkCEj/nVwwV5J09WgCwKXwhkZZ8sQBoewqtXb4YeFBUeA2Tdj1DBCPgN4Hk2QNa/m37/3/7rAFl4sgyyegl3gGrqW/oljjMDWJ3vVN+udVXUvGr8ru8VgX957OiTFSCL/EjdyfRdZxXImivxM43mGcgqAn1Kvx9V79M6j3LKqtYTvawPHoKE9rj644Is7XvE7+ufWgdZa6FCTZ5ueLK8gba/xodEMC9mU0aF8RohoDJGSFbEwYtWq3CEsLysMKiQwawYRHiLLGkI37RKIkZSn9YQixmS+K2JSECHsoywFLAiXDDAFQDr1q3oeRLeieNxHEzHOVlZ9OJ0hC2qT1ZYfRBueLHa3gVcRTgKwApvVozjXrwnthlg9UCWxgJZA8OP70qQkMiPZbRKuksQZ++RAl0jk54rMtsBhznRIWs26CQlFDZIdceyi5UvQNET0vvG9YrmSiAZiCwosemBtvC7ehvrboW0vAoluJZ0bA9XtyKaexvcWum0koLnyiArflPtiz5JAbSqoXSrLogFMYHHeK/OlBahfqWc+m4pRJIDPRLI4kkYd3pXDgFGe/Ce4ZAdTCznS0AjQRYJ7+RQNo+Nl6S9RmHIE9scMheKs3hGLclhhS+6J0uKybiebS+E5fj0eYcLvvWx6cWXP6JwQfgF+5/qgoCsK/JkfSdysv4iiuI4J2sfkKVwJ/XwM28S7+Gp8KyjFIwgK4FWMwwM62ydpc/W2jaU8agls1m96ZdIJSuBUYVj2tCQvFKr4f0ihVveE8JgU/FdgqxcOQqXuAy1Q2qdz+Rrdd7k+0sZJjeGUDzCu+LnfACRFy9divDrM8p5uxL5sDfxCNIoNy4Tf9krES8VGUqviW9vSvH8BqsYlHTv8wJkPn8s0DIqzFUdrhT1Ikp7pygmcGH6xCffmp5/4aKU2W9+89vTt775dvBlcvfgBfF8rGkY3AgfPxUy4vz5czIKlsEMOcIPrwIS9bs8H3wHyAJcEepXfaDKk6VKeoCseKkIQhRnApg4lwgPm8ED9Y05ltLvrkxYleoq7BOgE173OBdPs8CJwE8WVorjWSeAm2UkfbrwWIXMy0qGhD4CBuGDyF4AivL5ggYALfBDLYr2QIQkUrUx/rany0ADKqmCVVX4qSnigNas8lhglHlSZeEYM8/NuBgf68bn7DUDUF9fgDlSCLp46HRQveKYy2pSzP3Uo0rGIAMU7QWtmRX9MiLUmi0VsiXwKlnjPpjVD8vhuwUmRnle4MT3KUrsvz0/BZi9x/BkCSTGuCm6Ii+bzi++M3iy4nQMwUcJF/xEhgtGThZbTJ6siBa6JpAV9PEw1v8oIAuj8tnpT770hwGy/s108yqFL56BrFq/zVXKTySynxA1JA1uvcce3xcdH3aNp/Hdoz7rEhbYuPNkI+H07ybIanlY7Moc+1MAWTs0bc2RhWy9qJ43V6nQsNZn056m+UvsiBhx4scTaJ0MJqGqQcH4Ya6tIlcp09wx3RXlHXMXkrJi2donT5bysQBZ0RsiAJYthJTjDYEZYA7LJP0zKOFOjtbpk8F0wot1MsIGT4Qy0JmhQdXd+CFIg0hwcrQehFsfkIUtHisjsc5+9dACRQASu49VKysQlXVRIWlYE9OqO1pBETZ6qLSO7UuiG2gdHS3BtFZrY3nQYrjPvnfwce8vyDKtGHB1pa7KjVf4qTxdUkDmCcrbLBZrIIs7VfiGyvkWyCLshlL7QTO3b98U0LLV094ul+l+ApCVCyEGVj/DEkhAb/Vk8SQGhV68R/VZPdpat6MTZJWFG08WnoDjyolIsLEDZEl5Pgxk8UQAga3VBQ8DWcXNC2R9xCArmltS+ILcToGsDBekuiAAC6B1PTwM3HMfkKVQwczdaM+N8iiwY+t4bafW1Hn0ZiVt2yM6gBbdvQB4B2+29pRCVfAcPjiArLx+9R1EyTX7qNxB07kU+0zSVynsEiB0VYc/pLGCJSp+xOd47aoE+twA5HA6FQ2AZwOy4rIXwnv08vMfmi7GvH/7L2KOo0fh9TBU3Inr3o2f2ElJw5lXmxatUaDX3i9lvIdZVSEQnt9grLwdoxcJhRvlFKAyKsncg/evRBjpT3/uJ6fX33xRxST+4P/7Uvz8yfTedTzY5PhAzLGilEgP1n4QcgqgVZ4d5sUlwx3eVTyr5m1UsqvCXwGbqo5YBRLqWEAWjZDhM2P5coWIBq0Aoihg8F7INPiQKygCqLIYCmXSCRcMgKaqi/Gs1c8KUIYXDlDIMchHxsH4iSSp6oAU8sDjS64xsrjymAihhHbkJUyQNfc0JciKOet5W927Y/oySHBZ+6yQmcCJQiquVOneYWXM0bPJO+hrcW3C68lxdj6a+b+9rulJS2ss5zoyJvttJkDX9TLsbgSAJVsq16rWdSlT7ImGVznHWtdLr9goSouGXZW2G906Bx6govYqPExCTc8Cj6iCIHgOzWbRM6R2Js2ZV+DJOjZ4sih8gWLKeeSjXbsaPb6uG2Q9jP6fgKxTAll/YE/W1W+7T5YKX7gCruYm+YzVCOuJIxBp85cB59vKm2+Cl2eerE4Hm3/tA272Oeawe+zz3aPe4y8FyILKE7K0IJLXP/W5HWpyKmKlBEmYjqekcN8KOZeAiuVBEg/LxDUzLnd18TToDra8geP/tGTKGlqVBUMhUk6UrJkOuxHgaoyaMA4+d6iIKkBlgQyYHcKM6lAArDv8DusgoRgAGtQ8BMfZyCk5E3HagK2zZxA+IWyw+pwgURxVsB4OkIX1FXAVIA6LE6FHWNNkGWMeUHzz7xyjOaCZv4RqFkzgsZviIMuyhY2YdFahksCwv2JuBlgzg41LkN83pWLFarYEWqXOPcqG3xdkrVnw9dnSM3aIqaMJuBKoQxiWvZwivNlrHWhV8q7XtUCnwJrWAIFJIjvKhHvA3LsD7RhkKWRQBUqckC2QBRAcxu4/i266gjGGB7Z1rREvQJbfet39G3A8F2wSdFIouNfKIu/DPR/xmHpW9XMKuhfICgNFT87fHEmqPPqiZn2z8MWcDwnIPiLIMk37Ovx78jSFL15NkPXydFYgK/YsvCH4wY3wcl+5QuGL8GSNIIv1pNkyYUeGKU5iT2+n8kCTX43gXhbwvLnydNjvSRd1XAsf5KqpUI2WfqsvVmGqGEHNaIV4jUt2tJrQipcHvwqeRSTAGZWhNvB1jzdCrVxmXfQd3UhlKMhCOsydnjWt7BpvhmK7KAO9uAxkvK/mooZ74406wb6Eu8ain4r5uxBeLHJfb8Z8Xw8+fDP4b+yc4KNuAl6et1o0V1pEmR6fMoHhMJ/c34DRIXlVUn/mTUlF/0J4q+QFUDiiQWSVwX7zzdenv/W3/8b08U++FtUE35l++7d+b/qd3/r9aPeBFxvvTO4r5jkUzWMBto6HbBjlUFrChvVibb3+VbVOa53z6Hy1zhcoUlHet/JeILf4WyH05ckSyKoGtdfkEVMT31aiHG8T3rf09mTjZIMPV0hl3uTJCuDEHOC9YzzITkIT1V8KORc0Yu+OZStry8SpciBV53LOZUxUjqB1gyrg4b8NZOsapvcs9R9UQggn55rfEuLIWto7htxXX7FsatzAFrltouGoSJiApoyzyH48hbfjRx5+aDKeaSzOUx400QAerNpvCeBkCBZv6/RXhr76xLSTfCZ5s2R2FgFpXszFHglXpehhfHkree4UDJPXQ0pp7pQcCc1R8Ti8cMrp4lUD7CCLEc3DBX80zqMaISCLeUhP1jV2YDR3BmQposcg6/f+rXOymieLojVNxnDPKotUHCrHm7xMewveObwfZrG2+MIDtB1k0SbBF1sPF+SCcy60+UGXxcVZPSJP88bZs7XZ1QdL5x9+idn11t7sA152HbPr+52D2OMAGYAe8WEXEsJnP/F87THYQw5Ru6V9Xqmr1HAL+YQn63M7HqGDpOb+moULltJ22CgWQCsZxLiZAG7bqplpIw4gQYw35ZiUFMK+Elgp3yEtVErcbpZgK9UwoKoEpPhwAS2XeidB1v1wwnJKSAQhFDQURaBpsNG0MHpRONTjdAjhqJIWBS9OUb49FJWD4xG+IJDlF0AHaIaYAmQ9ULlmPFku306iagZJxO/KpQhWqBXB22GmjiLvTeHk1/7jsByEmIGWGbLCEJbgYwy5HJeKOcn3FfKwFltehD6q5V6S7Yp6LdmsCeyeev0SZM3AzwrQkoEwKblCK9o1JABT2eN3WZC3jMVCc0nPXdAVyCpAYwHuEtcCWiS/3438iVB67gTYamGEGyBrfo8ZoBJQ6hbW4jWzoh6SAcP2TXBVDNTgxkKthP7ymvvwjic7xsqF8ndyL1K1jTwHwpq2eQ/HYhoFzDdB1jgyBC95cdv6ZC09WcybK2ElPNFeNMgqT1aBLPcSwuBCvmaBLIAWniwrqKFMB2E43ypD7BgPa8iVDwFZjpTOAga5j3mysvzrd85dWeal7KXiZnZhgm1KVpuaNCboFlkAiLwpeAo8F4U4FGuMRvyglHEtedEj7A1eUuWt790xr7GRy3yjeHaNUZ2m4XcJbsh7BWTU2s9Zj6VSdUuD75VXT9eO5yYkuv+46AUn6X7xo3kY5qxPhXljDwO00lXjEgjI0HIr8XVdlyQ/E4YAQJYqIea8Vrgvnqyf+o9/bPoP/qOPTe+8c3n6nd/+/el3v/iHQR+QFH2ZPAcKgZc13wC8+GX3UtijJvrTNjEwLf4uFUWsKPlR7mXnnDrkVx5QgAVyi/LucWh5l6pgByGFVR1TeV0qV28lvLxppeSPFfxELyKt+m26dvidx74sciG7VfxTPGdcb4GQ+E5e/7iG1oCwQRlEXcETgITZoXLWeFQ8YZSuR8YjdwkPJL+M8F2uxbmnsqkxa0RPJ0IUud2pWENCkyvsUusfnx9EmCMKOToCIb/0xXSMXMiHAHL0PqOIQhkdxufQns55cHsIr5/madBL6pyai7li26MommJubGT69q++wUSDPdKlQFbtQ9NEyoIyDOQeMZZtKh9EavqUgZeUhjCGRFjgGx//vulT0SeLSoMGWeg2Z6IBdhg6rkeYKSDraFRxVBjlmelLf/yHCbIyJ+sBOVkOxe6GvMqdLT67BrJyFyx1lhqnxjqqqdtB1tkIy9W+OARkjWvpeahr2/jv9yzoMKc82cb4Fldq5y7v0N8/DXCz6xq7vp8/8/axPsk34l275mvlBuMqF40+yTiexrMaZO1WXEUti8MkAl7bArL6sd8dkNW9P/tN6UZivOV1mwwrb2WFTIUgle1Kci1BjTVLr7SYKa+G0AMsW6rElSEquNUDZBGaSKz2SX4iH+tEWCkFsggXFCO0EmIw6DDBhwCsKtesHDBURkIGHWAo3QAAIABJREFUXRyD1SkhrHy0XFQlp6fpTP6UIRSswnhQ8h4oWdZKkH6PTFfTso7GR6DE36O1cUYwKEArS7NNSdYtpRj6t6YXZX+/5W3n1Eata/QxzKm5BHvds+6vTSZFzxWgFL4UQrpb/PcYkG41gKxCdBmXr3DBmH/i4Mk9uBfK+N0AV3f5HSFmd/gdStD9+3hEYw4gXmlV83s35s6YtX4W5g00+ZP5SQvAKWW9lO/4jeLarqF1mF9zj6d/KofUukFfNF09cy68JllCe+0G3x2QVd5EaTMDyMqcrFCm7clyXx7aOOAJaJ4s+mRdvSblkHmnee/jgqyqLFc5OwCMUni7ochraW+oSagptalIlaFkDLOuvaG9oD0IUDII0H1U8TFCnykelKW/sbLfvesQLIMsewmdSmilW3tMksUD0R6FxzHGBDjYdsbx11qXMioDUuNppfwVjft65h1UV7VHg5f2cfZAknctPi8gV6XJx9yd1n+qzs9wMHnt0hNW3hPOxxOEMa1V2oN/534nv+rNt16bXn/jFdHD1776p9M3vv7nMQ3BVxT6PYIs72NbOzrP0hNqLbyWeiV/bEo5H0nZm/O64g0Vmqa5UbP6CNWLY5WnlAU7ONPjBjRHhUwadSu8lcIhvVeU6cK8uq7blST2SV8bj6/v2jGczVXu8DT1vlNar2xEzrPQEJkf7nMQc0ypdF6ApttRlpy9SGU/54CF54wGypSnjzU/HbzjeIAgNRyP47XucW16QZEfxn0JiXwIWIvrn1B4/1nlWivkUvmoEUrH+sY9AKLvRS4Z1xLIQlaE8efM2XNRTCF6TKXRYeTB2kHlGYs5N8iyUr4tzLfPFn+xVzp4b3TLHmoh+rWDrejXPm/GCgEk00WJI1FL0ZDIyYvUwpeasmiA/DAKcnGE+mRVuOCnAVlnBJXEF06eFci6EeGCUSg+iCZAVoz95Mkz4cn6ozAu/HoWvojCYKouyPwiY6rv3DOQNa794wCPOe0sAefy293fiyYeAwBt3mn7Jx8UkLXPc+7WSVFid3uzvFO1tfyCJfD21U9/bvUeFU+Yh3kz55Hz6oKP4cnSAMZBb1YK27WgBbJmzM+SSw/alBAN3E/dGGB6ujpDtIu9ntnCmVKkaBQFsuz4NsiK/lwhHNTZnTCQuPzxY2HnoU+XrLa2XCsJztyxgSwvVlmxsAym7WeICOggK5EjAIzloolx8wjY4ilhJpAVij4erAayliEG24mkAMzMk8WY57K9dUSvtTkMYHnay/Lm340Idy1ufj9eX39zvSTcuv44lrKqOtwkwZ0UvwwLpdoXISyszWIMoyI6ftU26WDVkkelKbtOYFbVMAQuxS8iRPDOrcjpi3w+gBbKOT93w9vlsu+2CI8O4bKSzb1ZRtdbQZbken8S0z1Ka1eImpcExZg1WHjHtGMWDHfXuu65fO0wyMihQX4Bss6ec1nkfz+erLGQSc5fcsdeXfCjyskCZClBn8ICoYgVyKIoAz9UfbsbChz0cAwl6zE9WaxZlbIWryqDQIZcjVqtgZbnsvaY3gqTJG+Rdt1XSsBIa2DFXuue40WZwkNAf6VaE3uyKlTQRoT7VPojHLlyRJLJSr/k9kJUpu3yIqnRKIq7rOvjrktQJgZozlB0OFqMK0KBIwqAOs/LIEs0PfNY8bmLbbQQLBRn5nGgdc5TeFlcWJ5GeIuU3x7tANCq8+pc7VuUeoodhZKOZ42CEnfDy6dtJLmm2ciQhBKa/JZAaIticbVpeBr3Y1VF6ytZ6265W546QDH8n/WvohKNp8X8uoT7bY8VTxYAZCh9XtfRXlVVRLcVEU8jz2pYu9qzWrqqrJohmKpqqHC+4InkeQFqY63wPmGU5FyBqQBO/E1eJsCeZ+b4+wGEACAHFMaJz/Ew3qWgBXlk4UE5GaH6jFteL4p4xPwz3iq0gSGL60MTCkfN4g9qph3PUdMP7VQFxmpqXJ5E1hwARsiqKxW7EJU3nCBPC2H0vEE3LnillU+5V2u2yeOgtATieZDpj5O9F7rX3l6hzqI7wJUukGNq9FFytgAW9JUk16uFbgdZPxgg60ToN1jvCRc8M4KsIwmyKHgShuY//uM/ipysCBd8N8IFH1D4AvAeBqc0TJd12H25kucMe7DmtGT6pkKccmw4x8/5zJO15Afj+72AxV9SkLXPs8/maoO2Vmb2MT1Z4gXIxjd+5G/GHnbst41muSOVSGnB0JTwlBML3TuF9lypnw91i4Lfdj9hO4eRzeZ38uo0dQE8lOAqN7M8BqNWL6U7WZeYoJ6sKQDyaiWDrE2MjccV5Ow/gPUdCxf6AZ6ssOQQcnDsBJY75irChSJc0H2y0hrIPVSl3ULfepyVIDNZW31hlvdl+TEvojCI7ieLdeYrqOKgQVYhZJ7PcfNWgpRIy99Dc8uR+Y6z2Na5MWDPRymJEtDDQuvPxRrVHG6sjvGQgaHmOp957Zrblr0JnRIkCZySObQ+QHH+mF/hCm6Oz5f3SvdEccqea2ryadphhE3h1DqkIEjC8dt86CVTyuNZIyzshATKW5XerDsBsG69hwKOV8tKxR1VGmSfGaTNlGDepMJXElXR/+2zUT1OxVBEMl+UZgVP5Y2qbQKEqWT3/Id+3vLRBjykOXrSl3BuXSTeUDTmTORkSaHfcn3v79wSoqWkp/xsc1QOF8Tg4NCo2/qpimwtBCvXTeA0Qrlawru1pygtf356KcDVm2++Fc2IqS54Xjkf5KZwPVUXjJyst9+muuBlhQuiBEr5joc8Jk2L0WW+5BCWRyEElDuHR/lBihNAFtVPjWdXvhB8IxvDlsfDANo8Q7SbNCqcou3mPdz5R2eC4ndZmMd9/Lw3KwcFkGVDhRu0ArJKiVYobORkOTwqS3gzl8pRsU3d4Y1uXuyEfs+vQU8qlW3/Zpi3p6q/au9ZW5ViLYNVfF55SYTwaX9ntTnlHeZ1zQvGkMWeI8RzGaBaaR2NQDWE+ox5qPloXCAPcp6UG3lXufoTIRfMMHMhoF/oS49R1GoqXr4OUwyWhq46t8Kxar/zufKhuIMAukGlnjnWqGj3vaBfhUbGMWpgG78BJeSR5qTos1OxR/kewwL5yfWd+HrQjNoUQOOssUJI45qAKTXFjSqL5GeR+wW9EhZIxcMAWg24peeRe7VnkleTvkeMjZYsx3W6SrmHfGQe8SwZfAV9KifL8wuIA/yqwihgKvndQawLxlBXZMSjWPvEOWPucead6H1lb5SiXfywkh31MpjyGlYPS8tNUgAax9pY49myp9FUa8dd9Qw5tLxVl7fWckaqMb04/LXR5nBH7/iUJ7p4UqXosNOoiufEJ82T9bFPTj8QIOsgQgcJCTx+/GSArGhGTLhgVBeMLLyo2BKNjWOP0+vwT77076bf/c0vRDNiQNbdKF4DyGLNbZh2SKvKhOh3jXUuZys9wntz/urzaWe335sXmr8oFSHW/cIFSri/FIWK3CerZGxxv5rn+UTW/LXdb3lbekAW7qgxre7TYcidH28uv4a08Xzrxx326T7XeGrHzBjz+zPW5S22UUC7+/KAVYoZD0rir+MWb/dalz28WI2223is2ejn+376Z4IvmQHBpAU1YowVioaVcSkWjiy8UIcmU21dm5lk3QmyNgmnC6zGrBaE7KiszVWxsDVPhJFSWUvKxfCkUkaH0CpdB+EikEV/rrCoBciiwqGnrJgzlkDJFVm2jgK4pGQw22aXBghWtBQ7rHCD9JgFL6p8C5pbSi6EW/8ojQYjFMU5WmYizfIbB6kKYYbTuEqZ8y0ag1gsYhUvGcvjd6XDQGTXy/kToxLhMzqAg72mdViX64C90fxco+8kmp83gD+89zgt7Cvk06V8I76fEBg1hTbYMmi0BCuBzvsyCXSr7AiyHFJXFnU948hMU6kzwLUHApAlb1Xm8VEk4fbN6PMjb9atAFwUwTDIWgqZtkYDrZbyP6PfJimKrkuE9JUax10eh1LE9KwC7js41WLhNy2xuyhj83sXWzBt0AJB+S7piTBl+OdQU80sr7BC/fq9KiRKoUTxM4IsAwOPwc/PnbKUO5+l/nUQYUIu4f6WcrPok6VwwTif6+HJohnx5QBZ9Mm6du2q7gWtWDnre05AYwAVLrJjgLCk6+K3BQBclIGc0e6BKYCsY5a8qUBGesCcF2ZPAz+a4wxBRAnXHgLw4QXIMtyVHyOQhmeEMDw84/KCkHMYXlqFDGbFswTwmk90HfZb/OgtnrmkdYWl4Q3UvrEV3bmwHXixIvZ2CqI1PqL5HLxjAC15QGLsOn5Qinir+Y1nZ4zV+0mFC7L4TYV5SdZpDP5Ouay6to0zp6PJ/BguyIDGfbvcEwp5LANYWgy7Wlm8dHfIyerOWtmvM+nZaMygTvk0xfdy3IAlDAI34wfwczR4JUAKAHLj6lWt7cB8lcdEPhMA7GYAs1yQvi4JQGxQyFcCErenSO9F5hGxJsf0t49lnDY2AmK8+8u7UzydcuudM5guyqAmzifwVeAkZZH4NsA68w0Flob8p6Qwgaf8mT2DF9qop817rVtWAh1kUYG5kR5Mv8WbE0jVc+uaMZ6FPClP1pIvMByD53E8efXZNbnlnL7GqIg1uoJOGIZAVnivXv9ogKwf+uHwOJ6REnMiQgMBWVejuuCNCOMkl/x+hGo+iP1Bc+2vffVPpt/8wq9O17/959OJAFhHA2ipzJd0mQTeDWR5PizC5vJHhsAtr7bndF7Qd3r6xC+ls6LEBciKpvFuRuycLC+jr6t9mKFPM8PxuAaGbv3clXEuh7hW5GKXbN31/daJGL7YdY1d3+9zDzld3ufXriIha7d/nGcbe0qK/nartrNbNy/zYkCj9rUNn8iT9Zmf+S8CZDnUgN9H8ZbExdRQNcuHOxbfYR9ihstknZFj7LUwmwu4y5N1GMjSHkKAj4S4Mpm+Rm72+JvngAEfi3wqWVvldoLxZEiMLCb9hzCGY8cAWfETjAjlROVRERJpPQVwOWworp9gC6CFl8u6voVKE4JsfikjHei6J5b7rQhw4YFHbhHvD2O0ftgtWTHGEWDJa6G5SGoyEuqzs5KgawxUoMUCaDvr85UrpGGZ39QqmslKOKfopXIyvrfczpEvrAf1ec+jM1itBHaKKFB5SqWR42/3WzHIAuS2YiiiC93IM7QC8opORpobSby8IuU9dMgmydmEDbkJsYBVJFO/F33W8GoBtgBilXjPvZc0Pb5fG4MG3PJXanXme6kJsYFui4b1vKWUjoBusWc3eJCUoSd4abo9Xub7bACZavDZ1jup9f0CWQVu7QmuHEurGGwkg6ywlEco40shrN8SyKIZsftkNZAV+RvvvvOOQNY7lx0uSJ6LwpYGxdZLZa9JPffjgCztQ12n+FDl1PUqhAYv3mmVx+V8pSqU4xycKvRT4bLHwypNCBfeBw8yDNURIqQy7tBJhiIXaFU4l4oeJC2Ih1r5YZx4sQgxkhFDHgWDOxk/Ym4kY5gn9m2CwV68I41C4uN+Rl1T7kFXjSuAVCFi8J8xZE7PyBrw3DFOrUtcp6oIalzBWwmb0+fJI7jebTzQhNuhlMf9Ll28qMIIy3DB2S5okRhMAgue37a4ejH8/loowUUjh+2sMcx2PE57OvdT8QqmCjqhkMGorDPneHcxEOCJ5TWWX1euEl6nesU8ScbFT4XlJRHnL39/6EvPXSGq9mQ3G0mCaU2OZLD58cgLkEUu/9AnsESCWbb5//wVdFgKe3ohKmKkjttscn74Y/T7bBoIa202ZEjzgHRgMculXdH0liBrudaNb+cXq8riI4IseCHw7X5MKGXbAVnf/+kfjlDJs/HYVJOk4miArGtBN9GMmPYzgKyHYfw5/9y56Wtf+fL025//len6X0SfrFBSBLLwOFIHFKCVQDv96qKHpw2yyD2HDraBrCZPnoGsXYQ++/6vHMg6RNk17FnXgNbo2RNprATBH/ncf/UP5cki5AkFzqXA6UTu0DPinul/UR3bbQ1PJbxAy18hkHU8QdaJBrIinlzaTQoKrHWwrmC0RyJPq0IIMcrJa0YCMApGWpMf4MWSld3W4bF4BSALb9b9uxGSFj9U01V54BToTdfJcM8q8bu2m5ogaLirWxVLkJVSU162nSBrC1Bp97L7bpDdSXjDALeBrm2flyXTyqR7mQCw+K2KVMT4Zzl/kr+ldA0gqykLNQ/D5rFls6zrpRynIE9luQlrQDB5B/woP8AhgfRUE8gKT9atUGjew5uV/dbUM2uw2m2CqjnwWvNmzbfaaEvxyEZAJeVcAKIrrSghs/vmOSPNLBW7NSD6SBwbKhisKCrhHuEmvbR3Y0nvmyfLz+y9Y1FfXqYELYRQxccnQsHAIjqCLMa59GS9A8iKynL0HsJLgFAqi7nnywCryi/z2aOALLxYnh/obwRZpbh1OFprzl2VT0OYbHoBCKEsEFRVNanWx+sg8rAoVX4s9o2KtkSYlZXvKEqC5ylkAPyfinQq2w1oIrKh9n3zPXhq5TEiXDDBZRWp4Fn4jH3Cb45TgQTUsfS+c8nutSsFDdlmA5jAQ/YWctRA5V25qEMZAeXJAhQrJyhC1mJdxBfEC7yOyDJmsQo/FMiC99qIc2x6Liz19rZW+fk1o8hC9i4t8lq7JzJPzLbZjB8XyBJ1aOfbUBfyZGaoSLrjuVlHfsr4pGdLb+I4ypIDzMXoeecuWnvA78D7i58UMG7H+Q/PgMIrlxLFIKuMBCr+koq5wBGtVSRPPTr9vVR2BCzQZGxkqAId1aNpw7uT4nOVf9W1y4qgsXPPHtJYz7acr9n1Wv7uFpDFwehQw0mHGR9zeW0MGoxjM8AoY8eS1g6T4ILAyr26D9ANg8vrH/1EhAv+SOS9nY25JryTHqBng8fdnK7dBGRF+CbhgrF3z104N33jq1+avviFX5mufeeb0/F7kUsXIEuFLwSwnoGsNRp7HE/M8jq7rrHr+1XaX3z4vQqydjlj1owTuzxqh+k/zvyYO3g8ldYb5cn6mX/w34eO7wRnhdSg1OvHPVEQVIrLDqVRQlMWXyc3twdaxK7uXsT3y5M1MpVg3iPPacpVKqbpyZIQX3iypIApJAcFNS3Ikhe40O0t6SCLxsK+l4SAfnyPo9H4BYMyYecCW3kf5VpImGN6tBJcuVXVVPFerUOAK5Kq798Ja2T8aAl0zmJhEWJbeGord29JxT/NK+m1GgRZWhTFr7egd5/RzzIR9sl+XE9WE2C61KZANQjKfJW0Qle/E5f8pdKjQRYKpRQrASyHBHWgyWLlk28BWXwvZSN+bEuQFPOcCLjYe3hXVbtcTvg9GljHPiFHRzlZN67GD5+FIq5wwUcFWQ1G+9ZGCEt2OHs/B1np4W0gK67x7x1k4clyCffqP1P0xO/D1IJ5z6dHCxcskFWgpQqA2Gtt4xIv9vUukEVO1giy8IxYyR/CkgpoVKjeXiALvpPV8xQu6CqY5c3S/KQS2nLJhvBEA5jq/efQYntOw7pc4XlBvjRkhZ4IB7t06VIYrY+rND10jLGCSoMnKUYQc0LvJTwgKOeALjiFGtzmFqpeR9oWGp9D7/QcuZgAvwKpzBPPxV7lRdEBwBv71Dl64VsUaLJnpQwfBdwKTCnvUqGULurQPhfAlEvH8irGUGBKoCHmT2AxbmQwagX6npRCA0jAByHhGG/syVoHSiX/yguh8SaWNy2noIWHePE29upyN297PxYDWTfOeM4d0WHvp4YS9+Y5DXLdoqR5LvN7ySLRmT7QGkv2QU+8H2isPYauv9itAzjxcxSiSXk4OzxlBr9KNsfvAlkmMNNZzf+mOOJL5tixvoy6e7JKzidAEzjMSHsvxhywldwTfxz3ct2jD/4wr5NptgjB91Fwbxmkc14qGmiDshKUdpma9+WXjKl+Lv2bJ2tvKP/R610vA8Qu6zZoK72FoWpMR0JuKlwwcrLIS8VYoirKBwGybkS/ugBZ9xJkPYw89HMRlveNr/7x9DvhyboW4YLH79+ejkaLkiMqGFbhgioRop/O2XmGGon/aJhU79b3iHnLZrjguifLRMV8NA/ioZ6snM/h3hL3q/K2z+JSod8H3OxzzMY6DR/sc773/mGS9LA7+Dvd58kusfMm+zzL8iK7zln/vu+J5Aqzy+665jb+P1LxzFOtL8z7gQJH/t5/+z+GLDWowir/gIpSsetIXCVMEAGGAkmfCmLc8bww+RUGY1J81PjNNZA1uv43p2IXQqUP+5ywYPBzFuZr8NRWkq3Id5B1jNLqsIRMbLZenWBSDMw9NJT/E9beYyT5UoUJ4c3VssAFXTUJjyJk8CjerJDTVCE8HkBLRTGyKINi1OM8J3Aa5OLVUp+rXAeiOO6HR+vebUCW1+ZedDhuQlcbwVb4lORa3GK2fSbreS3cXFig5keqkz8vRr3g/oOsS9oaLXFzr5jDplLJ4Hdu1l3WumYh37xZ2xQ9PJB1cIhghbZgHedvKla1cMEEtKOi0KJ8VgBWH4OFU+oAVgSKfpIB2zDhvUKPGkoBq3eLvFqArGsCWgWy8HAVHRdttY2akzRXoLSSnSGoOE1meiwUtvE67R4plCuXR/I2lYiRQSz31qN7slJh6kS4wWDH3D+BrMh5Qfl+FC/Zk4CsGlDbF7mv2XcSxvCD+KF0tMMF31S44IUIF0TRJvSNsKqbscaArMuXL4cn650Iv4p8llBcx+u7UbBpw7wklff0kmzLyXJeFrzDXp3KyWp0lzdxuGqGALLXMkxRPDnupYIvcT7nuZhGhfMloEggh8X64qWLKpRwMwwE8JmD2E9UVVPj2Tjvzq07AcCuTzcCZJGPxfUd9uX930GWQ/dQehrIiu9V6EPzF8a6iIjgmhQMwiiiojFETMTUVw6auFmOWQp//ujRk+Y1P0M0gIovZCGK8nzYIOENXH0Rrf0OXl0ZUSx3ZCTLe439iDpw3qTxcd9oSuCdxXvjD5WhENvt+bN9/5dcmXsnxn25BGVLRb3JpplymA2bk+a4Hvm8JXNK6baia5kw0u4mkClZMhcI5a3tfGdjy+e1UwBUjpYOq7lMOtIhllTlde1XG/SCpRVRg01PlnhjaYUp9STqS/j4is5Dsrwa169ysot2q7iH8hPTqFxj2sYf3brF09p1EXvMpZ1oTXyVWcpL8f5hPciN98edTiqftp6yFzNy8SWB4iFvlbxFcsa38VjSI/Bk3Q19IqxL9mR95kcjXDD6h0UV5RPhtaLS4Hvkor4XhkNywilgEgayC8+dn770R38w/davRrjgt6NPVvDAo+HNCktMDBlDEYaMKnxRIMvrXgaAmv82bRsybchfZib2AlkUvvC+E/gssl16mRuBbe6/cXw112vUvQbCdinsu75fu8/ys13XeBpeqF3enX3GueuYXc+xOudb9J469v24phNj5vxPOzPZe79nUcvI3wBZ/+h/sieL+Ht+Z8NJgSx5s6jiE0nPlECtxGdCElqO1qOCrK72j5PosuXja07ejw6ymIVlImgxXKzXvpeTwfNHICut/2LaHWQZfCxBFt3Uad4ZDJGqXVJ4uCj5GfZgNZCFJ+uEc7NUDCM9K1oOKXm9oTAWZK2JmoGSkxWCM/6+A9BSWeUcvxi6BjmAgD6HZY2cMQ1Ngee6LK0SVIREtPLDG9u6nTN+M7Oa5fJ1pQhNqJhqzrWOGYX68v0mIS9HwrxhmXbxEazNrh4lcPWEIMugexhD/JkycwaySvjNQdYdlUfGk6U+WYQLkpN1M0BW5GUBuijtXgaJ/UDWYj4eA2SJBhJsCWQJXHTLonWb+V5bWj/FYGbal+mtv4qprO9t7zM/C9dyuODJRwBZ2nw9pyNvPJav56PDCl+sMV8J4fTqaAoAANtAFoUvEkhfiUIBlwNgkZsFyAJA9PyQnh9ZVfhKGVoLF9ScxLNVnh8Azd4UF2BwAYtaMz8416VSZeWBKYeKa6SiVXlZAlkAsvhcXlkYUixD5a+ejHBBqnGpwhyddEMjAVyplDsu+BgL3q2b0HIa2lSSu+afa9aqpsWcRq1+Fj+HciRjfPZkJciKvSuQBSgLUkShpPiQFFqeVSGOcX5WP2zgZ4EAqpBNB6FWnk2N6Z1PnqPPitn2B+jcqOhz8Ebmo6WA7dXcCqhZAeYo7zGNY9hLnb96u3QgUUY+D2S1ySnzoHPSgKbBj94X86qxuIGNWxj8fFx5Q2g74sbL9opa4W/LmH/wQcqFDX6wwSKWJ8/4Zp0+u0zij3ZiTZVYS1d0mUc3buYL6HXkyXP+Mp9uGyp77lJWWixlW6GIKp3R5kEAf/Ac4xl1tcjMJQzZjmdXBos2O33NGkjIPVwumQK/VsKziBKcX/s4J750C9GO7eCmn1rz1ODq84xeKZosftxAc4KICq1lD9I3jOItYzGeceHsxT063QZkHYtwwagu+IOf+WyAqARZ6pt3KkLg703Xg/eFGhIgKyoORijtc5cuTH/4e1+cfuuXf9kgK7z5BlnOy7J3cawuOKevvh+s/+iVNN+l3uOArAt5re8CyFpR+Hcp+bu+39hYKx/susYzkLXPLPZjds2nQfumblogy6S7dBx17HHkZ/9xB1kAqnuhxLvx5Bxk3aOErypMuUDGiN7292RtV8KeuPDFhieLJ98CsopxIYxCuJZCQwWkDrIsBcwwLWT2BVkICWQ2+AtdBcAlLxbv5cnyZ2KQcd3MurCSpJK4WTkHS7jyssjHQuEJixXzD0NN4aN1yI7zXYhLdJtxp+cCI3flfKkZbssXyATjsb9LA2FJiAoHXSe0OdNORbqUIZQAxpAaedq+Zztg9HDwxWai94JmYtxYpg2u3BSa7vMGWYAvCl/s8GRxo9wzM89Vk2Dm+iUsxwG3flbprSD0Cg/vrTBC3LqZICsbEt++GWGCysl6+iBrGxsZx2yFtYS719AKzWj1hVS6xrUbYGlmHg1kSZHqTIo+WfuDLGjdAnpWXJAVqp1aAAAgAElEQVRP+rA1HYeBrJnnPRUceRhyImW5w5MVSsnoyTr/3EXRGwao8mRdDZCFF4sqg4TZPYgwmXpxH/FPvNEVgg1gEEjMptgqPd5X0MqyAR97297aeWXBcb25Nrl/HK9+UTtAlspic+86Lq3jNHUFaFXOGZxI1u8MZYYbCtAFiKzqggq10/4ZPVleXz1HgXoYTj4ve5MxqApj/FbeZIIss7Jsr9DcAJUP6WuODV637cu1/dCnuP4qWtoENp1lJdAwlY8moTTMef+44EYVNimwXkCrpqjKqBv5aY7SYGHst2YfHfaK5lQHtvk1iMSgZyjZXrXHFkDUcmIRLs2zLfbOYkNvTOeYS7r8cu4pSU9F7bFUTjTmUU+p7/V4qU+0fWmPT2ZZNXpzsJ9f3i8lm2s9Mq8c2gNOsTcAlUQbZGETgJtp/mgYDmjzEE2IwRgVnhvCGKMJXlvky7lzF2TQG9eKqSOklTzGKmQkCJx00fUGnsMTPVY6Lt1JhoSclM0mxi4hbx1hXKwOOkUBJgg9QxklXFn1lp6f4i3bQBagEk/WbeIFjx5Mr33s+6ZP/chPCGQ9VB+x6BMWnqzboRNefy+uyVqGQfPihz80XXz+uen3f/M3p3/zy780Xf9W5GTdiebSd2noDC9MkCWgNe8HWWsnqb4kwgJZPItnrR3j4/cJFzwcZG1WFxwAftKni/GsjG9B+NsMdxubZ/hgt0J/2Nmd9g876hnI2j2H4xE718S5MxsXFU3q401vqI9PfbhAVvU/wZNVIEufZZNVFEkDLcDX44Ks9bBCDWeD6c+faXMi5g++GS7Is+8CWWbELXxvDWQVIxdDo7lhhLpgiQ1mQ2f4NU+WvVh4rjrIwoNVgEthhPopS3BtHoMsQjKVG8e95V30Z3cJG4wfiZ8McxFDT8eE87QK1gxAQcqbQ6JsvSuR6r5bhFBorhox9XpAhkipoPduR6tUvJTvBY+2gaxSIOa6wkIY5/O0Gw6KGx4smqieibAnwJaLX1DCPUEWYVNpIa9wQQGPQW5pDKnslMArWmuVzxptplA3B5ZHEU/BHYXUhsDGk6Wwqih1TRNigavr+YMnK7wPEkB+rRXBGOl8I5F58GRtYyOHgawSyPSSaS/pnfPNtwS+yypem1YbJhRhXyu+ObrxGmcjF+jRQdYmAH8UkFXK0KjgSJMb9tEIst6McMFXIlwQkAU4wau/BFmEDRIiWiCLaTTIIswaBQyreBhFcn7tycr2DSa7pjybHpxX4eIuPm6uwBbdUA3WIYqu1Jd5WzrfhSX4TNdM7xb0775AAZzgIHkf+Bk5qaYb89QyeCnniRBGnomwShBRKkIc2oMoDIDH/VPl2nkG5V/FqeqdFHOicMbMyZLHiys1BE1eTYUZzEHI6lwkOOVZqzx8UV8zoIhj6ggpvWU086ed9psHgo8qv9YMwkrsbJvsEFha38x/1d+DcuyFX11bRtmBld5p5AZoOeLaryn3ZRqM8W4dUeuZ1cMWa472/b0GyvowMtQ859gFLKyoevymFM8fRp/SAwwy6IGlsN00CAkg8Xmc44qU4zr5KWUwzFDTWkcB32xlwmfuNRdAIkGWmipHTvXZc+f13XsUJIrS5PR1Um8x9YmLQhBqKB+5axSGee5S5I9GlcnKS4txMQLGBT9gr+sJZTX1OHtxScBwznCBocWEF4gqr2OXod7T9Xkn2vpsodhxa8g05upWACxyKKG/8+GprvzH5Vqrn1wccyuMtw8LZP3oTygnC/B1/NTZ0HWijH/MM4UvbqEjhKf/hVdenj78/KXpi7/++ek3/uW/mG586xvTMYGsmMuHNGYvT5bXamlAn8nXYVD1eYUPNt0jSWkJssoo9TCAMwV8CO/meZMMG0BTyGAaEneBLK3gM5CV6TT7cofHO24nuFm57K5zdn2/NtJd53R5sXn2mBc5+3bAHuHJ+p8fKs8Hy2uBqsGTJc8WyckBsgBY7gDvak6NmrcipO1K13xAm4reEjmaoY9iZI4sV0HWeBNt1EGg2siSCg1KCZZj37W59Tk8w0CaJwuAJZAVDHkVZBEK+DBzsAgXdMggniyHCWYoYRzjsvGpSOTQFDqQ1R0dFkioIP1q0qPFZ7LxIag9JWNMs0MU8lmlE1mpMMCKn7SWu88WSerSo+I+hCzxYwWMVy8cUvM2n/OlZ6GS/Wral2X1+Xxp9VySrYVSv88I3Mryh/JHrPnJWAeS9Ak/IyxCoUmUi6b4xVD4wmFS/ZqViJzqi78agFYpy20uNSFJPWlBdSPKAMDxlZvfxg9x6+RkqcJgVOSM4hcdaN0Q+LKVz+vW9BDe5qTPQdZidh4HZAmE25slclE+4gCyhnu3mV+g5WV1reWa1fOsGHugIq15lfvn2LNnowdPrFc1jZ1d7xCgtpELsdAqd/XJ6kp0p2eV89d6uJAGitXLL708vf7WW9Mr0ZT4wnPPiZakVIXihefq2pWr8mJduXolcpkCVIfy1tY0+zPNQFZ6deYemfTSZD6VlE95saq9QwGycS/4b9OIn6EpYvUYGKWHIi9STLSjXI2v7QN96FLqbd0GvsG1naNadFrmGz/qEggkFNHnrSqmFBsUzWxH2sIIDUBGflw0YJV8vrCt11geNPKQVplOfK48YL3gxJJWh+XOr2ouKxwwx2zNeQMIaZqH/eHDbBja8MIvjHwN9KUXar7N1nnebPyNn9tQJFpYzMmqMVK8rdbe/GA8ro1LACKNdgKkPk+faX4td3jvyqrQfYSEHjsVtEuhFWiNCpKEpzJNeGPoZ0a4XfwnfmlA5Zxlh8S64iMl9DnXRSfg75D57TBMAWb43O1WKsePthn9eMtvSvfbC8XMYHRT0+S4EMYOhdcGyDoT8gIZAhiheib3Z0kk0+M65Fhy7ZPRlPd85GRS0lypAEUxyE3a3kR4HB7u8rbKgNL2nouGzGjFxONVS50p30miL9dah80E4PIY8/HSjaQrxNxi8OPZeBZkowvoLM6N8wyyjghkPYhwwdc+Gp6sH/3x6J92IQrBRK+4AFunwpN3PeTa1Sjhfivm//QLH55efO0j04ejL9VvRz7Wr/6z/2u6/mdfnY4FwDqyFWTN7+1tasrtknXBzPU28+z1d3GL1G/gJZXzCsg6D8h6eTobVQ81y7VXcl5th17cIwfQ9kI2D38GsgzW3+/XLnBj2p6PY9c5u75fe6adnr8tnqy6lskz6XmxzaSb/+w//l8CZPViC3KVr4IsKg2a+ewPstY9VxsPKp6zXNTtXqjViVoLF1wcOFNgsaBSujQZvay/5jkzkEWkXOtDQ5+sSAZ14YsoenFyzZO1HWSNoYKALlUZhA/z/DlWCUDlyLl5qhhJAF1ZBzPkb0lIy5jmRFnJgDvIUsghFSR1P3ux4tLyklEenlB0csAE7pLFmX4q1GxOQWVd7dNcqpY/WVv9JbPfeJbDLH55I66BAJEnK0I6BLKikALv6fNzdABZyvVYgCzyRvp903OWCsWohJUyOwKgChFyvk0YIOIhpXCowmA0waXUNeGCAbTu3I6Kgqo4iDcrCgvco2/PCLL6fLYwxGEfbDAMobLD9lRXhopBSTkqkCUlyqE1DUmvMLLlGhlkbQrp3UzYyoQV534+IItmr6thLIdUKn36IAvQmXymQFYoVoQLvvFW9MkKkPXcCsi6GiDrypV3p2tXr0X/mADP1WNIANyh1kuQJSMNAGpU0AGf8m65Sh7HdH40V/BH4CQlopnIvQoj3c7Xr6nhbbn698nwtiwtuVJSqqEh9jPPtwB4AlE8hwbgcjoaj94lmcUf6WzvVFAH5HF1jjhI0sz4HMunKK9sPv0wBzBUjWpGntuF7+b86MSxGumC0JfzW3Mvf86wvgrLHl5rim6brN2bSUc0BTAu7fk9XBnyPU3jFelQBrq+tqY9gyg9hHhE4x3yZiaYCHoFTAF8lMcXZ5yMhrUnj59V5MXtqDJ3L/gcL1oDnApQA6DBi3QX734AEzyjruDoAih3AtQADPDOck9AwakwnkF1t8Ijczd4KjKRKrHHI2LhIHg+x6GPKGQ2eLx6JFKEKvirGivHMyiEnDwrxl8e3bgvxwLY1HctwRcPLlkRvwGPyFtA1ukIbT4acf6zaSb6A++uzqWSHq3cbLCw0aOvybY1HyMamKtWJCXpQOsAz0h6cm6mv+SzavjcDBoJgtEXWBeegbldNtQeyWwEWfcDZL36sU9Mnw5P1qmzF6NqbgCqs89FzuZz09UIg796I7xjMYazr78yvfTqq9MLAb6++P/+yvTL//QXpqt/+pXwZN2Yjtzb5skadLmks3EcGMi7uWD+zdzomBMgMZggy/HGAYZXQBa6lOYv8xDX9lgbD9dZ5sYdvrfW9t6u/bjr+33YwK5r7AQNe9zkrwrIKgPSYVPi3pqHT1rTEddA1t/7RwZZ9mSVgkDIYOZkhRauMruUf31SkFVW6o2mjACeUh55oC4Y6tF2EtbjgCzED9YxrGBpCePOoydrBrKmsKJlk8bHAlmqLugqgyciRKeVci/GKo+SmUdVGpTHEGah+H9ba0v5ny07zAJWJWkJW7Hg5G9+KXRJniyDtxiJQBYpFqpgCMCK39W3Rpa67D/jKzi2f3ztBFkbXgmucTjDnStPKWny/hYw+lfzKCESAhdBSE8bBIqslyQsZ8K9clsGkMX8zD1ZKcgayNrUOKVstByMXjXOQtqFDlC079xyvyxAFuXa734QQVbLfxi4xkJR2wWydu3FTiMQ4tMAWQb5c88p4UfztdrPkzUbXeed20BWVN8j5Ig1vkV1wQBVFL64GqGCVwNk3YjiJraca/Otg6zck6X3j0CrWjmMAGvWP0xKm2m0QodqD+whKzcO6ddhuPZKNEDSij94XkeQJUVVYCuBvLGMjDXi1gqn6uvdYJY85l1GNUt/grKl8DJPiRMAOeY6G/C+gIDtMZqcBg4a2BzBTlkZRzpvfyeTXIZCD+cvZdAmiC3lbyGJB+Hcvsk5fJy1M42Zx8+Trq1oWp80j+2FlZgb+obZWwRY4qV8HJFstitJJV1H0/w5vmQ/kd+jkLi4rouYuGAJhVDIaeJ1OkDWudPnw0cfoWfBXSmQwIIAcE4SpkqbiwBYt2jMHh7+eyF/8FQBpMihvRMRMoTdqoBMnHsQBpgzwdOhFfVoix953+OaBwGyTgevZzwqvhX3ZFwHYfDk8amCzNj4niiHgwBeLScrPam1FmXgsEfde7eAE9+dil5+hKITjoLxsSieG9mTFSBPnjeMJc6h8stGrBUSyiUUSvCheZCNPd7jI3+tKyqxoELect1cMMNP472CwdQgC351IuYWw+PWnKzyZBHJJE/WJ8KTFSDr3PPTnftRoOjcJYGs62E8vHotQFasx7k3PzK99Bog62yArM9P/+r//Pnpyte/nCDrZjzXHUEa9yljHuZRDNZJPOZ6zgdpWKv3nauPxtDBoKDpezyQVbs9F6qNwzUnn4GsmpdnIKtTyNJYNtJOm6+i6TWQ9bP/TRa+ENNwWKCY0gJkoUgQp/xEnqyyUm+430aQxe6D4XwXPFncJZhaB1nLwhfmFc2T9QggizyH4P2zcEH3ysKSFt8JZLmiltgrclJAKvudyKNFuGDvf1UAq3KF+gKLZaUykyArhaZYfgI0BIV75HBMCNKwVt1tXiwnCAs0ALoBDQm8bRl5HJC19Lo8Dsja9NyU5ZzQEZKTT5OXFUIZbxZlZwWwsgGpkv0zP6Xmq5TF1htGss4CbtNDUJXfDK5U0IA5JDQjc7IApnh/KQpzt0CWQlGi95DysvBmRYGED4Inq0DWSDxLkFX5B3mMxeQg+hbHrzEdf/Y0QFYXi5uerDmP2A9k9efwlbuCrHDBpScLkFXhgpQyDpBlT9aVaNIZICsaTu8FsoZJKuPEkuZcgMcNtHlZeSu69LjX6HP7/G9+U/e04cAKXYGGCm+y3jdf85orzRaKoDhCgpwcq3mQlXjlQGr5DZMKDzeAkjlEpRzW86apqA3cEKFRk8Y7NsLtZMzNimD7/YoMx5loypwetBS5cSSb8+b5WoCovDg5RTZmmfe2cfDxcEq/xtp1Ol2ugegR2HHkwwTEdU3JhPhCzZiJkEivinhc8HrC4m7iFcL7k8CgzpXhSXHipjkUc7w66o9JziFhdgCZMDCWZ0StXaLYD6+TlPo+fnI6EkUSHkSIWTDi8GKFVwlwFnlPDyIv9WHk7DyIipgAKXoLwpMr8oACEvRjQ7fg/hjMzpyNsK94nhu0xSBckDFEuD3Agf0BYOSH51N12Ygs4ZhbN24KmBkkRb83FV0JDxvVMQGZocfgFRO9kcMboA2QxkLdCSB4j3sFj6TX4tlz4ckJjw3RKw9Hw3CMEbBKWGFVJ+zGEgOoMnJWxEMBX9N59SSrgjghi2Ux6D3xRsOe9mhsIIBxVeB0i4ihjQO8QsDYIAuwWJV3DwdZ03SrgSwKX/zkdOr8JYGsM+cvBsi6GHRzd7pyPcBurNmFt16dXn791enDZ09Nv/3Ln5/+5c+PIMueLGV9StcznbtydNF37iOmKTeHQFZ8XYr90wNZYDxfreDoWhxIGa1dlzPHNYxvkxskP1rhB7sMkLu+33avNf617dhnnqx9ZjHXMI2Gh50xgqxt69dpuV9Jcgue+jP/4H8I3mQvifszZW5WK3rh/lkArLuhJJK39VDV7EpQ2Lq5/lol6WHD9bNasnPbjN9DIAuFAqGHYFMuaeRbCVBlNcH4reqC8fsEIAsAFr/tyTJzFMhKJikLFUI9Y+dbg0XeN6WwT6NBU34z/s5rCCTmGt/T3xxOyIFBlhofB1PF02Wglb2fyMEL8GBwh3B4VE/W+wOyZGNXVUgqIEWFtKiCpAaqqjZIRaQqfOH4fSeFpwIE3cPQ47eUEVV6myuyjSrbKVZC5OnV2tj6a5DlHiXKK6AwTIAr5WSFN+tOACtysu6EkkHoIEnZvrPncywLqvUuBp8DqD02s2wurIAlyBrLGJTBpkSN4YLvG8jqQrTvahM13zxZuKA1101P1pzrkCN3N9YIyzgNglE2VBWPnEaFyZpPjfPZnGF8F/N0EJUqX3rppQgXjD5ZH/nI9NzFSy58kYnugCwA1tUr18K6GzlZ1wkXrJyspBMpkxS/yN53lReVAr9jAYP6or/eK8r02POzEs7oRJ897xm2j1BJT4eMJan8d+STV/XGKI9Z3cve5fpJxUXDcJHy0eo5AzCcUqJhXDz2la7nO6xVFC3x4uJA6T0b6LjOWRN62mF267S1HsG0QqwESCxjVBxkJQdh9CgaiAjeaP/qBdhMo1gfRx1TANTrVfzH+36xXpqHnAx4kS6d74eDi05a1bn05qgCJAbQULwrBK+FrgmkApjek1EAjxEAuPdhOzq9h6EgrgGdHw2eCujg9gIyAaQYu71FLi7EmlQTeEK1T5w4Pb17PfJ2Yhscu/j89KFX35AsvBkhtbcvf3s6EuHSx+6FdwlQEiGB6BMCyxSboDBF/M296I+G94roBMAUBkH60rH3eC6AH8KLZ8WjDCDiWQ7C44SBjeu8F/vxjp4xwB/RDYQWAr4CZPEsD8IQRqEL5SNyTTWdDiDGdSOHlh6HAAQ+PxtFby5cuBQGuwCQkVsmzzlzHt8jJ2mjwN5vz5L5X+x95ZYl/cF3CCf0nN6ToZUemVV0C6Do/VDe6nhM0gSkkzlVgPPP8Jwh37ge3r1bFFLStZ3zRjQQ7/EwMi6qeBKWvWwmLdINGnS4YIGsU8rJ+sEf/SmBrNsxTefiN56sm+HJuhLrC8i69LFXp1c/+vr0/OmD6V//0q9M/+rnf2F69xtfieqCDhc88jDmY0LOMcdDERBmQ/zGUSH+7Z3hYvvJk3iORvP7eLLYy4QLPje9FAU5zkVRk2JwJWO5rbd33KuYb+5K3zc3pQ7q4/Ke3abbzuVI7ehdIGrX9wvOsPp2J4jSsLePe597jPrSPsc/zjH7jHF5zK5zrEdtf3bxVqsTPZ3lkPnyvsJQ5SdcXnlZ+GL8vu515G/91/9d0HyWeU5L/azQBTlaKI+qlmVlZaxzoUfauqCH5Y8MyyJdbDn87zGQRYUvga14LhW3MKiiN5byrxJk4b0yyMKTFcfI0mhlQ8mazdPUQVYV31jWFynrZjGJUqqLcVgxMFMzaMviqgpLxOo1gCxCCbNUPAACYXBb626B8cEBWVaeUDQQ0sTXA7LGnlkUvgCAKeE3LeYjYBGlxeeshRu3eu1m/DcV4pF59l5G1QuoQJY9XDJEoOwAtOKHkEEBrFAyCJdBifA2ZaHn/LvGN/bMWQNZAHJdoWlr475JZXQAE173LHyBUvi+gCyvSXu2trW1sZ8CyPIFd+ZkyThghdNljA2yxM/UdHg+P9ontejMWfx/0DxZUV2QnKxQGjdB1ujJuqZ8k2LAKoZC4vxYXVBhPR7/6JGoSoNWnl1G2p4sg6/qazTzYmS47eOCrDmvTm9V0XpoILM9UD6kAlgDULInpVcCbLwoxdA8pK6AWxIGUx2nS9YBdhZ3HceofR40pL2XnmMPp+fSeQd0KYjUuZ+hkH3N07BRnqu4BvyBl6I0QskfFSrG3wALeUjadKUkOj9JBT1EN95f4/oWIDJ2qlm1d2/jpefpMz+fu7kMre/qNwoXxh08Psho+KA9UX42+RFDSaCk9/Vr0bcvPEuci6dfwAUwFCALYxEgxv20bExzGLRqUbZQwfLMUM3t4x//uPIXb0d84B9++U+nb0dIWZTjnJ4P4wTRdVcvf2e68853phPBB0+Eh+No7Iv7AUzwqqlgRFy57qfqkppHewV5rtsCeQZSZyM8jSp5PCPjBUg9xGhF2w713Tut61EtkJBtpvNkfHYqnhEZCF++E8WJeB4oh6qaKpIU5zMGZByFiTAk442l+uWZs+ens+GZOxZeOgl2vFn8Cno0sA0+zxjiZlU5VJU4AYx43gCA2ceROYUX0f6BB6RNQj078w7ImtGAlr0b/07E+efCu4eXj7kBMF8DaKr4h/dHgRMANfKblIYz0Th4zZMlkKUk9Jgz5H484ytvhSfrxwBZz8dnES4Ya3n+wsVoRownK7yaobM8//HXo9T7a9Ol08enL/zzAFm/8PPTu1+Pwhd3gq4A0g/wbsIP05M1AK2j8gbCg6tghzdDdjRreqTCDfObkRe0v1NPkuEMDyxVFANkvRgg63x4HutlhduBgE2+tm2WcpgR5R6u/T/qU+sb1ndY03v3AQGbDGD/Tw7Xt3NcKwaj/e+w/dke9Rq7jt81V2tzvOucnQCUnVw6VKos265Zn1c0xtp4CrRvu4Z0+5/++/8wvregENklY2XzquKPvBkuSSzXeBw0wp9nIIuYwJgRQJa8JswIcdoIrRBOBw4P7CDLAEsgi6IbKPcpeI9muKBKpqfS57LJ8f/KxinhXRaXhuKthSfz7Yoll+QyKg2f1QSbJ4uQAVUwrHjzqFL0AQZZsvRThSosq/QxKYWI31hjSZK2p4oggM4QNUep1JSQcz5ep+rDFET3P7IQ4FqUb68CJdozCa4eoNyTl0XRi/BoAbJc1S+Zu7fcTCBI4Awfbmzc+G5uUSmrYBMrjfHPQGUCLY056LNXBjWdLK11S8vn7nDBDy7IqrCi6u2nKS8QynyXQM/9dhJP1svhyXozQFYoi5RwfmKQlfezEp6hQiH4q0y7AZPDlrFyl3fLIUjWCljPNY/rkla3C7aGJoflnhfXGIWJb+pxNUEiG6H3j0E1GNqW5NEm0bwy2wdjrLGGy/Ws3l8tjJFVQnnVXhu/K8W8DH2CbRoPipsaMWdeqZfAvFkyDCU3FGnu0Tw2eW2OZC1Q3BUep4IKNR9ITW9cg+SuCDdgtXju/jnjncNYP2g/wbI43wugcb/Ov7hWE/48Z4yZwhHXwoNDJb5TamsR3nxC4PzI+gGI4eFQNb2YkwIA/La3xGvL2uFFwjviMGjysSICI66nMD3yp8IrdP7C+enTP/Tp6bXXXp+uR2GEP/jjr07fuRbVVOOYEwF6uMeNABT3AwiQk3UcxVoGW4xP3QMjw4LAnXvHEUnDc9wJrxOgByB1JJ6JptkHB1HlM65B6J8KYTB1GNMCTMDL2V/KHSe3K77jeIyYFaVD+xNkn2QGxS/SAFcbgggUBnE/ej2hrBF6fjrKmB87Ht4gQD0ggQvHL1Xxw5gW92JemJ9KO8B4x3hYG37j7WPd8Ka9Ky/4lRj/XY1DXi0MK3jpRqBNLpPkm0Evz8HaIt+QEe8FkGIdpKNl2XrtxfyuQBZFhnaBrOjaM1H44uU3Pzl96rMFsgLYBnChhcUtQFYA6DuxXz70ydejafFHpkunjk2f/8XPT7/0v/+TAFkUvggvVha+CIqKSYIveDwib+mNaZSI7/t+5BDDw0bXTxFkLQHcvGKyN9ozkLVgWMNabH7z9D7ZBZja2gy33HXOdxNkNZFwyHwJZH36P/0vG8iSMICtp0CrPlnuR8HGMGNzFlHx8L9CnixVFzyQUn/8VC/h/hBhO4IsxbyHiz/k3PETVFF6NJAVosCytzwQwRlWQVYy5VGhTq6RoYaO0Xb/HdaJniRYCwFtLtfeQBaNjpWP5TA4LH4fZJDFc0pRksfKVapUtj3WB7DrcCuKXhQDH5g4imuGG1Ys/bx628KqmIpUm8vyNsYYVBIf4IqVPQQeVlQUCUoJP6AARuRlUV3wHoqBLHhPArLQ7zoys4FjtHTP96LXPH9ikMzJg/QKNE3urwDIKiVExooR2MYHlJSuPcP3BllUF7QnawRZWKIJF7SidDWsyVeVk9U8WQKzWLJj3dWo1B7OUSmuZHvWoowABbxc4bQr7kWTtYYGYj1fSzxCPKADsVrXMXdrWdrcwmsUlnnNDIfy5fK6eZxCZPkRzfku8igtBKArV+aHsy/nwrkVbhAzsoGvDh8NDVwM5dE5KLZcS0pl+FWFVKuYjWicPP3zpNIAACAASURBVNgIdwM8pBzjPLPKRHWxB0ox1p6A38Xajus0A1ny7BQg9f4tT0VrYjuAnzVFoK/TCsgqWZp7VbhKA05QWNM5Itlce0UdhJKNZ4PwMbxYp7OdhekaXk96FK1Ygj9RyU8l0QFOvbQ3Y67wtJMBWuCnKpaRoX31nKQL3AwFH+D5+uuvTS9GaO2Royemy+9em66QDxUeDertVSnxh1E46xh5eTxbAIv7AdIwNsmTFvlQPKdAX6xN2B1bTpGbX0dhDULlCAMPwIsdrMLzKgJBq5HgWGCCEDtVQsTuCTrNcNDc++wxZIRApMrQ0x4FbxRebHJ5A8gFyCLfjGPORDnzU6fPhVH0oIEsvG73H9xTmXTysngGgK2LL52eLl26FGGG56frwRvwXDVvXRzH3H/zm9+cbgTvYHAls2gHUy/td1IyMl2AzxUgk6HFvK/edXWO/DXaR4QLGnzRy3MbyOI8GjUz9gJZL73x8enTP/7T3ZMVIOtChEvfun1fIOtugNYX/tob0+sffylA1tHp1/7ZF6Z/8XP/ZHrnaxS+2AKyNC6PsnuyKlzQX9Cn85FAVq75g6zAjCw/R7hg8O2lJ+sZyGpk9Uh/7AIzj3SxLQfvc4/lMbvO+UCCrE/81N8RyJISj+CHO8GYygJImE2GnDFXFqxzQbH9wVOh3GNFNis393ukvaEL75XrObFxpjlsHDWOU5ZhNj7KtpTx7LCuTZ/KKpdLoCPBh+eJJN+hTxbJswWyVMUuPVlYcY6GAfSAIhfhzVLYIA2K04t1gr8XnixAlSsG2WOIJHR1Qa/J8lWWXj+Xq3jppfVzcYZZIQ1AFrMEaBOYpqQ7BsasPCiAZaClvkAZRuP5YO1HH6at132VurI3jrMqB4l2XOJj8RipsfkA/zM7ZElDfQwuWtJBlhWBULAEspx34N5ABlhd9zPIqpCfVgAjlRjfPgeRY1LY4UgXOdGy2WXsvMMFAVmhsEXuAYUu7ocX63bG+j94mFXopPnkkrZ1LeW1z4e+mmvDAt65xFpoPdVAG37vz3XqALQ8D/xIJW20Mp5vnX25qpuhu3NyrLVf2e8tXDCXPebxbISwoAhuS8h20vTma+a1gR6HQ3gu94KjnH6GC6p5unNA5MlqCn3NIQaH4V7xPXkc5GSpGfErrwbIimbEWV0QC7sLX1yJCoMRrhMKFKFL7hdU+w5ldgRZzmkURYlebbm2EcCe1vJW2eNhT5fp1397zTxmH9Pps/GAAhBtTnxcB2h1blb7Sx7B4fQxqq6p7HWU5PJWobgddWyx5oowMJW0ZRzaJRlqru+L9jwIPVuCj9bPSpwnjRhxAdpHLD1XRbN+yqzSFtfGsyKFOueRfVsTpLYMImTCtJnf7I+EHMPopa/MC0zixfdzX495xnEAMgGwcRKPR/KTmmsDPgxpAcoVnhcKeLwgrzJobexbb6wc4YK2k5DVdDd5eTVn1l4FWBZvakSffA1DWdDf1esBskK5Rtk3yHK4oPohIgcyzxYPEYUhqsrg6IlT6464H4o/P1V1WOBV3hpfUyHR8RnFJug5dT56FBFSRx+59yI8+m6EjcWsm04iJB35pXkJpfhY3OMg5vbs81FU4qUPh4y5PV37zuUwSIVnJ3ls7d9qjaBcrHh+wsOQS6y7vG3sywwPBrjJ0Jm8r4VupgwUk4xrAJYOIrycaWS+AHMPqA4awyTn7OQpcsHcaJgc5PMRMkdu0gEhg7U3Yy4Yh/psxfnci5ww5oH5f+HFF6YXX3xxevvy5emrX/mK1vxchDvyHWvx5wGyLl9+W3yqctvkLWVQkAByWQY78zEZCZLfzfZzVthtXrRkFni58GQdhCEY4FeNyUeq41bOd3Qbl7tHT00vvfExg6yoLng7crQBLhcCMN6680A5WfdOHp9e/g/fjHDBD08Xw3D8a//P56df/Ln/QyDrqECWwwV74Qv4Xi/c1arBtpws8zRAlmRZEyo9XFAknF/M9LcWPgyvIlzQJdwJqZThxMJT3IaJbfm4Ziqe6HbP3HeL+1Tu2GK3trc+vEvC5fu183aBhBr1tntavM+l7/LYXd9vvfbwxdO4xq777HOPRwVZWJQ2tIdhukadoea6qQCLL8d7d9qtp0rarXPyHgM1mOVAbh/77H+WhS/MYOvlkuqs6CDg88v9Q1SW01zXL6Vs1zL073ctyK7vl8Sp40OZ41nwhsCIqp5WB1mDJwBrHO57+nGoT1aEkQSjH0GWqtgpZtuu8mPRhPhEeLIayIq8rIMs3b4BslgdFIh0+cuyWCArFZtNiNKpwrX8/Z5zXQEPsBTiTkm0bTl1jN5i4RTICgUmgJZDcjrIuhuCREUDllSblZa6wrf/Oi6P3EVLi1Yzs9NXQZaUIitZvaxuKWA+nXT92gxdeVluPyti7TWrumAlUWuUQEchtVLqIxwngNbDsIY+JDcnLLt3EHoRLoj187DXNobSFOyBWWyjdxtMvGBFQyWYtV6pLB82js1CBI+/vo2fEIqTLxSz0+yfIURzSENd3Ix9ukWoLFpBVEhZKWl3qPaosGfnkhp4OjerXtrrkvG2uJ4MRQiLqEDWy1H4IkAWCif95QgPuhFhWS7fHmXc4wfQxbq362XVsZ6TNYIsK6qjx6pAltZKmkGFBVZOVq84pn07eFFHJWGkaY4rAOvrmh56BTQD0v45oVYRVhXzgHIc6RgtRBA5cAIlOxPxy+rM9Rz5kFZ1vAEAsixkwPfKecweYOrPl2MvsMm5rVJqgk49vzxXXiP3HzLIxxtjD5LBqr1ZlefhdWygIQGNs+EqDp9jDDoEHnUd8q3gu/06iMbKmVGYHMp1FioQb82WJ8wnVU3PnMEjQ1iywQQABp67lHJi8dBZgr2imZpH58/6ezeQFTmEsabPncfKcDuvh/dAi4AGebKyNLquz7GMCZAV/AiAVSW+GSODHL2nmnN57mi46wp2jJs1UEge4dcYlcIQx+fIPLw3FB3iZjTovR8eKwavghFhaeRYFWMI0HA65vlCFHB48WNvTK98/yenr3/j69Plb/zZdPdGeMeYP4UoBt8UvTj3jfVSqCiAM+dH/RDj3i44RMXEPDajQKoSn4yk2baE8R0PL6fKw8d1aclAX0N5sijmAagOYAKPgGdAX2doyHvqXJwHkE4PKiArzimPEeMAQOFtY44uRkXSF154QR7vr37ta6Kxi5eecw/HOJdm5t/85p8p3I/qh6wX4y1pwxxQCVH9riq/K76VwUI8jPw/r0fl1ZUBDfrD06hmynjXyFVjPRfijbfHZACLNi6xJnePHEwv4sn67H8iT9adexEuGD0Cn4tnuQ3IuhFg71SArO9/KwpffGi6GLrMr/7fvzb94v/28wGyKHwRlQUDZIXQC+lahS8cLjgzOIidm89tk3fdk90VDx9b53X+pdSHuOMFPFlhHDt/zs2IlaE2iI25BlA7zxukrl1RImugTkcuwM2mDK4xjtef/71LT93piRn08e13efJvdo1znzvsusau79fusfOcDWV1Bygd5vMwXXM2lkbDi7WFRtomNvGJX338s/95/HZ4mIRgE0qb1uQ6f5divH0BvvdBlsMFt4MsyeoEWRinVLKdcMFWACOSYbFALTxZIh5Zas2EJMhQiEsxsf13rvhrogFXLGYHDrIEV3nxqnDWltPW1PJO4bm6GyCLyoLupZWlyglDyZj87y2QRdJ3KkaluA2eEQOjOQPWLI6AaiDg5ilI4u+WXytnDr90XzO3OQglI3rByJNFoneAK3myAng9LsgaGXzLydpizSpAJRpgkyf9lHJXcfvzkKz5jn0/QRbzR5+b7wbIuqsefwZZbkZqQ1IJVe2DgtsFskIpISfrrTffcuELebIMsrBc34iwrCvvXpnefTeaEVPCPUAWeSDJUXV9rNxrIAvltXJb2LcFsGR5TW/oGNrXc7bs1aqxO5zXyfVFBq2pci5lKc4V4to8Z3h4eO6MTrAxIvI+ACx4EgizCwXqfnl94uAT8KQMX+qgqO+ZArflZZJgiXvIIxJzx3tV4MziI/YiZaGgfADNBcAJCZSAmEfh86qeBm+SStU81BVmlJ5ChW3HNUz4DosGRMAHEgBRgQ9a4EsXJ6KVBee7yS7D4dFPZJU9FOMCWGVYKZAFXZw/fy5CskJJVhRDNL6FH2SYqBXMvrdSRRTPnrEbgVUbbYom1O9Pz2KvBs16CfXT2EW3SXIAm6C/Ocg6JRlVL4Gs2At4RQQMknYq9FK0UtXuMlxVYLIVFmCenGdUTXHNZ5g2Aw9oyOGt3lWqXhgRH0cjlJDxsVduRxnwCPqbngsjy8ufeGv6yKf+2vTlr3x5eu/yu9OtqxF2G1XsrOiar6rQlgx/znsVSTJX8thIPbYEFFD0/N0NkMfxrJt6RCVYdO4SJd+Ph1fpnOZH80FZe4qesOb0lQqQhe1Hnv44FnB1PPKVXFk3Q3nl2TbIAgzZ6xn3CgMKa0axCdqK3IgiI1fjuTGsnD5DXpfL0+Oh+tOvf13FSsizwujUIZYNKQa43SBkg8UQxZF9uUo+Va9GvPaAN54Vz9xZeoqtgayYulBBRIsEa947ejB9+NWPTj/0Ew4XBGSdE8gKT1aA5KvXA/gGyHqlQFZMx680kPW16XjIuYmcrCk8e98FkIUn1bxNRPgMZM1F+BO/2wlm9rjDrmvs+n7tFjvP+SCCrE8GyDIjy0otTSo8A1lSVNuPPVlPA2SdAGRhOQsup5AXx5nk7wRXodSUwJaCLLWlkuZNfhWww1+VPKovGDOhf41Zh/Ig2VwwOUOCJMiqqqALX4gOuHfQAUqR6WJB7h8YT5b7CqGQVMgE1tNNkNUtTMhwg6xB+5Gg3vRkWYCnxXgLyJLVOhUSKV8JstQTKz1Zt+XJIieLJPISlNsteU05WgIpPcZ83IdZ10aAVRbg8pb6UvNr1X3/coAsgyv/kB/VqwuW9VJW4USt1Y+OimSEnbz11lvTy4CssJA2kBXKC8rslXfeURl3figlrd477NG0ND8Ij2UpSXVfeydQnHvbAAGI9NIUDy4gVXTX+h7JI6TNLeWCnBF7ojIkRnTaabhAlpTlOE4gqxTUupLG7AqbKIrHAWDBl+4FyAodS4CL/449iLBb4gQTmImZoPB6g2QVOnuyCojw1SrIYix6budN2sOYYAplMMPjOjrpXmMU2+YFi7GST1fFMBRlEEqyKsXB98S34toZkokSy1rczv6P6rukyAQelDl1XiUv5u50eYTCqMaDzuYzWzkchJfrfBRkOBM9g1SpkHKyXiJ7YYbtpWeV1dygYOQ3/qxK9jsvT7k6gJr4jvAvKgPeuEk1OQN6rK4119A3dImXqjxZFcLogw3EVHWTYhK5Tp2/AVoYRI3DPMrtPLJ6XhZg6OO2oUph9spHpuw7n/kc5BF5V4AvPEW33wtAEt6qI3hY4vMzL1yazr/xsnlnfH4tQutuX7+pdIXKVaQSYlUGLe+ey8s7t4nnNqg5oyIX7IcbNyNsMu7FcVRABCxDI5SCp3w9khSvByGV8Ib3Yk7V7Dj+K0/WAblqyuWF9mIdAmQBFkeQxfqqj1jMKXtHvbYUmu78LMaoXDMMKxTgUA887zXG8u7bl6NYyXV5sgSy2HspaMWXkzdrryjstkKHIaoMBU7PZwFiefUEsgwcoQUV3dgCsjKSPugyjEgBsj706lvTDxfIuu/CFxefD5AVUS6ArAenT9iT9dYlebIAWf/8f/2F6R1VFxxzsqBRWWbeN0/WM5CVTPx9+rUTzOxx313X2PX92i12nvNBAFmDniZeWyALASOh1BSvrpiKGecTS7Ff10f3mfZ2lT0Onh8yWK4ea/LFt7rU098r4YKSkQWsYL2NkfVwwf08WSS18rPwZBF2EbrECQQpIEtJwXFPxcMLAWR4X4Eke7Nc87ivguegPFsGYLO+S7Icl0WMi3J4KmqKW00vTCoX92T1N6hyyW/ZE6V4fDBBlpXGnpOFIAvARVLz0pOVc9XWNqZr6cnZDrI8zzX1VpBs0cSD5bCWChGyJ0seLIGssKqG8KH/CmGEFf5S9Fself5eI2zkvcpQMoxqfo2+I5Y0LlrG4leKlWjJyuSaN0vP9/gbfH1ba878XCiQhNXs78li+jcNPmJCi0ptPVyQfAaS/LNCKtW31O8NVao8WYYnvbpgXDG+PxUKGyDrzfBkvRwlgQtksc5YiK+EB+udUAjxZAGyWjPiphSxF71nC2gxzyhK5cWqfKsCXAWcvNe6oj/SWrcBcH17nc2nci1lOOg8zqF0Vp51TfZKAo5SzqUky4MR+wZPRBhPHkSI8+1jwQuORoU2wqGh9VC4jtyNn/B2H1UYnBVyAY8Yjfooxk8BEXlb4uJqCg7wiL/dS86NvA0us0x4VkbTLsvrVch03w02SDhUsCrRkUvihrDMhT0nbkKOt5ZwKc0R3qoEmPC2O+nFgRztNTLoofCnIzkc5kgI17kIK4PX4+UpD4pC17KYCd+dj7488mQBQrICn+cXesq9VIBIK2eU1Yw3PBfzFZ8B2io3mPmRN0rAIZTyoDeAFNX92vbMwg6AhatXrwhkUZQJT0p5skQtcQ2OoXccyrc9iQZH6lNFDpBaDjjkTuHzMTEqD5/hakxUy/3hO3legxbkneXZKXMegDDGQLgaJFfNhrW2rEWE794hH4wcxlDYj1+6EHlDpwJ8RbGM+LkbzymvUORFATLl/QowBdhjrwBeqDIILei7AFOs97koMnHm9EnR1vXrDuFlLi88d0E5dex95o78SeTk2VizM1F1j0JFN+O+twS+Yo8GGMKTdUDDY+ZFhpGo1njyTIYL5p6K52cMjA3vNmNmbOSoQUHsGeYS7x+5QuRjncymxwDdb3/rW9O3Ii8LsOX1OqMiHct+c2qXkzLuKGAU+lSoS3o+7c7Tq4w50KY9WZGTlSDLzzJnzURvG2QR5npM4YIfevXN6TM/+dPTSUq4A7LCkwXIuhORLlcayHojQNbzBln/NEDWz/3CdPlrHWQdoVS/lA3AecqaQe8S+ev944QLmiMA4FVwqoWBLjxZku/JD/OxZVBblU59HE6R6TzUwx7l8fL92hXXZFW/8S6Q8CxccHWR2oe75m9TWZ3r/RtXH2Tmk4YLijrYU3lNk0/wg+/78b8TPJiE0vRklbKwmT7Wxifvy3f5tYv41ia/fbYAWG0jLUDWKPiqpG0DXJmT5cTZ3eGCVcJ9BFlqUEzXehXbIO4/LFuotAhaYtwV38K6YIl1uJ7j31FQ/B0JeI1n2ZSsPigCAvybAr4Kl7jCmStyWTpbSctgMitmEsKOQ+e+lRug4Bx9P7IaTu8Vzrry93gEsQ3c1NU2CF/SwhKjGhJXdUEVvlDvk3kehZVNj1nKmnTPOYPcNQ5JpHxZ4XJ4kcOP3IcJDwal2++T+E3jTUBWhFEAtCiIUXkm22ZqXilwhTlINs3HvXyODZAlYZRFCTRz6TE9ZLkq6f7xVnTtLAtVr9ljgKw9B+LCF87RcK8smhL3EscFsmoO8WI1kJU9ok5FWI89WR+N31FdMJQk6Ar+iOUakPX2229H4rqBFiBLim/uPYOWrDaZeSU8uXMoqi+bvRVlsefcHvpipb+s3g4TFOUaBCQvG0uTa8/n/m8eu3HOkmYK3BSPkL6W+U3HwhNxPKz19wNg3TkRIa+n700XXrioEtk3r0f573ejIt3Ve9MxGs6mccd9do5IqWVuBUjivZqxxlhdnjs+i7Goj1wq8gIkBbJS7ih0LUEhfbGKzHt4px8IhRZjCvdF6Ryr35Erq6IXzFWGmknoefq0R62oVjp8he2ZB+vz3Ns8C/ksKM4FsAqcutruA4EI9S4KhV0AWtVNbexRHhlNLKUQmy9rGPCe9j5zuBpoo9mvm/OyVng5eI7rUdTinfCeUtESw4HsnAnUKGLEfAP4Z56sDBeUMSj4kku4h+clQEEV7ageTsgdeT/iGOhBjYdp0MvnyuG6pRLjB5F3BfhkbMgLVSmM4/EKnY6qnAAuNesOQIPRDmOKenahLyCDKKqUYXt38ZietOf0GPNOwZooJgP/poEuoXsGldF3KUEoRWloNsvzErZLiXfW+2Qcj+eOedN441nYh/JwUSVRob7kX8V4g+YJ5WNcajBOrhj3AIjH2uF1OhpyGl5ClcrTkT92OqoLHghEpt4jWWBvGt42PNSUtMfzDb3AG/hhPl75yCvTa6/+/+y9+Zdl13Uedqq6u+au6nnCPFIiIZIYRHHQcrRMSmKsxL/kL0zyg+3YcWKv2JRWFJGWrEVr5BItSgRpEDMJoBvosbqra+p8w97nnHvfq6GBBkAmKKC6qt67794z7Onb03lYESWOb339VnkTqYKvvvKK1pVrzQOTVUPZyXamzApgYhzqTsh9jEiraIlOjkjh5H2z7lTOIHa45TlZ2JdlOAp0DpeEb6fD8BnyMWekSNbMMUWyXvzqb5f51VNlA40veBgzQRbPQWNNFiNZF7+Ac7IeP13WFMn6fvmjf/l/DEEWaE3pgoxiyYZsTj0zwEcFWV4mR7Iy+8rnZLEmawXpu8lojvPHnyO92cRjD7K6a/eyGTu56uZR06Fb3Gni/YNAwkF2ru3Dke0iamxf+8O87sJ9fj1onIe5y0H3OOj9iWd09s/YaVCvPUQkq5Zc2BSu6/kgQFYbR9ujCrJq/nXdwGYY9ZOdXhd0mCU/6Jr9iDW97ntfM/Q6BJCIubR+Hu3z/i0bX7i74KFAVtZkoUPRtMYXWZM1HWTRSwpjC8NjJyWCLDXbwGB24SWuXRzlWYw6H6Xw0UAhNYSGDm9OCi1HK6IoNgSZBBAE7ra6qnntPb9kR0k7/eVUmZaDz7/TMPc6Ob2uHQD68YCsabs7wUx7gCx7zfcAWV2jCzLVfYMsW0mVgCdBlutNdnm+SgVZjGg5kuWDiakwD/JyDd+fEEIPCmTJUt+bH3uQtT9XBl0dxNp6mO+kVCyeP3ToxhcH3ryTr0OQxZS6IciyUsx11ahwcLh4goADvxlkXQyQdWFfkHUVIOsWDcpsfCGvs6MjmRlAo55WgQFOpg05UpCHDZuP7fZI+dq6y9nwTwAjYxn0NFCrMrrsfOlrOWqksgMQ/Zlw9AhnVIMgi+lud2c2ytLFufLwr6Mu7fOPoT5juVy5fKO89qM3ypWXL5ed92FA4X/X81imMGWSz6LnnNHlrEdzlzp0XyXP0dCPg1Oze52nPaYwXRzsNpTjtUEDzENdwG3T2jr6wkiWOrxKHrp+SxxF2YVvFslXIyZ4IGV+cxsaeBnkAPREm/MKanifqA1zzQsbX6DhQRxsm93iHCVzF8kUHaK+br4J2tyciFGL4QHUBKI8CkLHBhDQM10QuqCOWQDKICvTBSs4JMgKgJcgi4CA0RMb7+jyRyCJ8XN9CE4Y6eK92TCB50jxGqbYbQGcscHFHMDkMkAlx3UXkWLei7KUYHRpCW3O8RmnNgIAsYsgzy/EGolOoF8Uu6TTkGtIHoHDkc0H5SJgpBPjmkO2BVP/uI+cEzMDstbvaBzsq857iGJJpjD6KV6yjhJgIihTqKY1XmGkU/IX/6uBB+uqGEVl+qUuZSmAD6/fRuMORvborDt+/ASAHSJuHchSnR/up0Y4iITxfmsn1sqlhx+SbHv3nXfK2z//udT1w2hz//RTT6u2k2t8+crl8ubr4KXL7wkkuKW8z/PKL86XTiKuPZ1GBNv8dk2W6Ylz5nro3CxeH+mTHLcjWTsGWfukC7rKjM1uCLJYk/VYgCykCApknSxrAbJuBMi68IVHy8NPZCTr++UP/xUaX7yOc7K2mArK7oJsfMHI7KcLssZ113sb9EOQJWkUsmE/B6Yu+wxk7aucDwJRB70/cfNfJZAlnesZzHzuK/9MNVnZja5N7EHg4X33oHuzqsM9P3DQhgxBlm9zIJMIOLg5hRV4RISkpB3tGUeyWJNFgXcMIItKfdxdcD+QpbR9Ckc8hiDLHYVs4LGGSjUP1EMqbIfSYTQLimDzLiNMDpPHzOrvisxE++GMQOkaRVgiCiZDLzY8jBO/QKAVqQe0u3kvGiKqC08ffweu0pP3MUSyDu9FaEAxI1nckzzY0Skto45gHUAyTezd+GIvD0kf6fpQIAuAa0CPsd49wX9SkSxR0ZTn51jSwD+sBOih+3QG/rRBFqJZahhgcOl9iFhuZSk7HDJd8PHHkS6IiNZ+kaxpICtT0ByZcuSEX+T7BFnZXTBBllIpo4BbZo+MOBuDPLQ8I7Q0+Fk/cvXaDRnX6pRHA1UYy+mrdNZUB0lK+QBZEvhMfUuHUkTnFRmCLNrkshyfKU8+f7G89K3nyq+/9FRZObVSrly5UX7yg1fLf/2//6G8+ddvlq2brTaKayljm0Z7BVluWMD7zoEXeVsf4u3atTzTLoS0QUPyqAycOCcwnELaogArksvq9he1KlwoyW4bnvULWQp2PjUjKqNYAr0DxpOyiFdMENwbZSxE44veAZcRBcp/1tMQZHFPubYEe/ycog/6bNQ3dWPpo3N53zxUVqA3onwEXlwzRnNooDM1cuyoIR0QLLDBAo1yRvMYwWGkRsuGb0bD3PTijgAbI1pMT2cNEiM1pFk1xMA1AvR4XSAL9KTGEHBWqIsg5srUN+rJu2hScZu1THhAnhGlZhKsCcLhxFxrrR/Wg/NQBz+wgppjaM/Y1S5PhGS3PB4V4Cgpszw4Dh/268Pfk8a5n9lAJaO87EbIdap8RkULQ588zyMvEsj4QGGvL8G5omRBp2rqwW6FPP8K6d10zrBLLVPmVldOCDDWSJboA7yINeN6kp4ZQeGZYQTbbM/+wftXUP+3qXTB8+fO65r38brALOspuR4i62iAQ5oOClTkDfdO5wVB7CoieDorDNensyIb6ZAmsh0902EJsugIOHpATRYbX4g+7iXIerS8hJqs+VUcQAwWJMhaPXVakawEWRefQwt3uQ1ZjwAAIABJREFUgKxVLLEjWf+2fPA6zskCyJoVyGIkqwNYn1Ik68OALMuj0A+dQZ+iYsKe/Axk9VJ04veDbfaxg23f24XJ6s98lEjW4CmdHXR4G5Txif3H3pdizDzz0rexFlZEQwHeDKMDpv6h365Zsnx+l56Ym9Mbtgc+RPbTcOIHg6zWDlhKMrxJVTlXkGUd7MYXPnWdZ2VVkMXUEHmwqTwoOakU4LmDIDqGwmoWV/ucLEeyfLmFPRWLDAEfQCNCMsiKlEHksd8FyOLfTD/RPuk6gwURXAWFsUqyU1o9ltN3cnXCY66UnGgnrI9RAXks6jwoeaNJR1JBXFMpPDxqqRmsMg7cpiqw8uowrvZkmvEdp0SypoEs171YgdEYHQrKBFl99MBXeByT8/ioIItnJ41roMYHTGs0HfNOOA4OI/gHnw++ppETrzNdcK8OhaIoIaagq0Pu5kG7Hj3gTGWfSiQrQFaIhwayaLAnz/Qgi5Gsx+4bZAl8y0BMh8V0kOWDVH2Gm41HRlr4GQoP0C32CkfrlZOrC+X06ZVy+syJcgpnCm3BgKGH/Mc/eQ1F86xJYkc7bxeNL7W4VsS7yQZxccqMWH/VPvHZMGmzLmwXY7oFr/7apZXy4rd+rfz2H7xYHnr2bJldxuvrW+Xdn10tf/Pv/6788A//a7n+znWNX150yBlGSOicYS0L1yCzIhRdYkMEPJe1Iq4NowwkAImIU9BlldXKTU54H7VQkkX+ct2UZWdGJPiKUynzKkes5DxULZ4zFtKJlO3bM+1dR1yAR3x+nPeEc3Mr9JYuKPmAZ9jod8tvH0BLA9zrz9ez4QfTB/O8Ln42z6FqjjtHOPlFGc3IK2eqJhp6DamBSvVt8xjqNMsxOuQYPWLtFo35CZAFumH6GEEFATFT5zhXpaohdY4OAAISPS/WlnThezPd1mdQEUypix5kq2q8mLoYzgCePcWIDNOnVddLwCTgYBC4pdoq1imxbtYH7yqixQwA/KdopDI7LH3VfAfvk26yo2J20Mt6NY5Dhx4DjDE6x9e5F0p1JMhiV0LpTYM717v5PEyuY57DxQwI0jPThzmnOzzbUMAS53nhMGJ+M+1wAmThuazpYmojUxBZG0aa++AqmnggTZxOB9IQqeo2opCkMzoDxfcQPMo2wTjkgCFPht5JkEXgRHrifrI+kGsvXlK3xUjHJWBk2my0fL8LIM52+QS5BNzs5DpDXht9Ud4YZGF/ALJ2kC549tIj5cWvsYU7UgQZyVo9WVbOnEHji1Ju3AbNoFbukefQFfIxRPdAon+Gc7L+8F/9G4Gso0iHbyAr0gQThIgvg6dpUox5Prg7aVv8ofE2fm5qze8pKk3+Zgol1ojnmbV0wUifrvcJ4DSxCn7GhJ2Ydc/j+mfp53aTfSNZEsG2ovovz2342vj9fd6O8Q5vK5Xd3eTQYGHqevjFgwDSPh+tbx10j4Pe543GtkXaTHvai9U27vaps4mmjTvveeh1m2KHje/bz23m6Rd/XzveC/7pCzhJMIdZ6L2uGRJbmPQeSW9nhr3npbZB0jw+/b1tRDbi7Rl26sKm0UnPoYqACbIagSUoaevSgywALChYFVmrq9AkyKIAYwbOUeQGEmipHost3SOdyCDLYlWbjB3WUUJS4tHxDwKEUSylPMGbJPpRwGsUY+i8tSRL2SmpoLKFu5zDsc4pwlKIyEij0eP0Gxkj3aK1CNrA/1uvSADS6r72p4x+p+67/qcDWa4nac0ujvBMMqUNumBfrZu5NxMgy3YolapkYRhWbdRjsWWPY36NI1k2IH0Wk5tesCZrmC6YIEufzZ3omZ/jGQmDcWSLg+47lplcJoV4jjMdJ9nBTaDaxDGxQbpXTPG+nBuHEgLtFKdPB2TByIxmDOKPlDOUNZqzGYu/LsCYcbrgowGy2F0QNVk66+cOal+u1pqscSQradntpNvxC3xC1kNl2qAjXq7fYlN10cQ98iAaDID7TiweKc8+eqo8/9wj5SkcALp6AcXoM9vlTaQifeeP/6L88IdX4BmH0So5RGcN6zrB5JAdSffk26xDSprNtDePySCGHvt7EE47MMZWL66Ur/3eF8o3vv18eeips+X2LFIukU505Y318l/+978sP/gPPyjX3rkmumO0g90JmWZGY0fgEfftm3dkGlQWqmekxjZ01KEKSDSDijSadJ3n3ZFTszFI8j0Ndp2VJGPLBxXn/AxM3F2S8pW1sPzKVv6qh1VtF88JZNoYzrUTgKPRi+YLiE4x1Yopg9n4gp+XYYexKp0QRi8PoaUxm3qCz3UnOO6tz5sShYVc7X9vvOt9ylq2jNCI/3W/xmSuj019aLDAOeVxAgQD7rY3bOGegJMHanO/+Dl3vOMZaaYDyYuObvm36JSRNV1jOdi+SbneFzkHqENJ0wT8qiX2uibo5hZnq3g7GmYFanQcAd5k112Ok3vDuiyyJVMkfTBwnI2Gn6ol0774WAOuGyN1zEjJusfxeidQo/WQaafeixSHHJybSzAapEYuWJsFRPoWFpfVGCb1iDMRkS4IMMNIFreDbeFXkE7J31mTxi6Oy0yvROSPzya45ZdlKxwk0Ol3kPLIfWcbd9kSYgpHfdnUI4Gj06sBbrm+QYOW5b4fOcfni/l8LYJop+/y7C44AKKDqYUd9Y9lnS0pRsSROgmHy5lLiGSh8cUSInfw7SKSdQoHRl9EC3dEshCdnAHIeuK5Z8qZCzhY+ehu+f6f/EX5j//yfytXXv1ZOca6PUSyGIV24wunZqds1dw53uCFjqK1h9Nst7xmCLpsB03UZCHiKJClc7IMsnqn5l4G/eTrAbqm6uOR3uzGPbhP/9lR06b7rbmatETCXmwLOPHbocHCPvd4EG8dBKKmvd/bNxxD3+l4mr1TaaSz3fuxTwO1CmyQ4sIQ+zDjPOgzzkzx18xTL/xe/asXTJOL3JvGD2ILONEpXoSRATg2+NJIHY/Ac2rQoBpSE/akX0hMJoUtkNVy53tgZSEcUR8YG0eYCqLGF/zJYue9QRbfIshSJAs/qdN5yCV1ls9oCd9VjJGbT540yKKRwIJWAy2+prorKkIZAx2zUeBy9kpNSqXuiJiMLBpfKcciguWoieeWSpNGme4d97eHmN8iFQEXr93Eoup1e4Y7i2APMukp6aOALFofNBJYC8DUnDHIqufbdGPKsWsdu6FOti0fAsqDQJZSoeiZ3Adk5VrnstxvZIv71Yeppwmdfm+mgixt5uT+VaHDHewA5YPi9DzF7dMCWdmNzyArZIBAVjMEyI0GWWx8QZCVjS/YBjoaXwhkXVFhu0EW6k+YdsR1C2vYyzeMriTIalGsBFmMJwXIYrIUQNYC6sQePbdc/slvPlN+5+ufK48+dR5W3LFyE527riBi8cf/6Yfl//x3f1fefhuF/3OIRABksf5vB953ph2nZ568uxVNGmykOiXadGOwPQBZMFxXLxwvX/mdz5WvfeuL5fyTZ8oMit3vwtP9xk/fK3/+b/68/OP/8/dogsGW15RlNDwR1eBhsKArGa9BWlqCVHxK8XJntAb2wqCPKHtGptx+PdPiMpXKhfsZDVM9CptqdJGzakQrSueIP4181TDhs05Ba1EAGvJqu40vperB6E264L0XBLJWHD0IMMpre5DFtDq+TwNZErkDUp5+k4e93EmeGugZ0qKcZdZhAiSki6ibbZ9pqc6OXhpk0dhnExaOJRs+VN6lrGN2BA1xdQtkvZqBqWvrIqsiIlpMSxTgw+cIZjhPegMIhujw4+c5b9ZzZXv0TQBVtytniiVTBBHhxJi2mFJIAIUIEzMOnEZrGmXDDN7zLu4p8MtVxHtMx6exzIjnTTT9YNoc76G6N+57fBvIGtDKUUmQlBFT6iPSCVv647PaY0becB3BuVrBY1+Zkq/IG4EH+SP2mjTEzodMEzx2DI0psjMv74tHEYDl4eQZbVoEoCHoZ7reJvjRz2eXxgSi3hGuN0HhTbTl59h4DADr4PKLgIkgi7WX1KkElQLe5A3Kb9KZiDHlhnVvNmNiyiaJng1BBLYPBFlM8DuqSNZLiGQtLZ/EeiGCdhJpgQBZt7GXN26j5gog6/Fff7qcfwjNXhZL+f73/rr8+//1X5TLaOJxDIBzFnOGANoTZOV59GP7gYc/7wuyxA9pNUwBWZh7bXwhkBVnAXZ2yn5G8fC9BwmyTJOVd6fYu/XN+GWc3cKXx6nNBxn4n4GstqrTMMZejS/Ge9HL6Yl92sMGbky8B8iycJ9uQFevxL7X7DXMA16nkAwPzzT7Loc0jQB95wROw7G3uXTAqjMwpcgUyaIXLjx1YgTfkz8NMqz4AJcayEKrV6U9RCRLwl7fvBBeXQi5PUEWa7PkRQxPMgWkgJI9WU4XpGeahbw0AtxlsKYLRmqMAGAoZ+aeK11FYIguR4MwF8Lzpg3aTFP4echkzjfbk7somwYSb9gbqLHyHb04yvjhQNZeVDdxty6SlSCLoFdnENGTGTVZOiAz9jbbh5u+TS7a2xHI6oFGL9qa189znhbJOghkqaX7FN7q5633uxdSsfSfS0WVvDr+/IMEWYdN4Rx7nya5/dOKZLUW7izEz32v8kKmVYDO4J1FHpRaI1kXYQBFd8EAWTdusLtggCx0fFORfxjordV3OmZaRKaddxXRg0hlZaSH2MxONXqqd+El3inPooPX//DNF8p/99Vnyyl4jneX5soG5Mo1GK1/8p/+vvzP/8ufldffuAN5BC87ozmMUCDSxjRhgh/zcxwxIMM9AEukgcnAx3+KerFuBl0At8A7x9bmy1PPXShfePFJGFSPlLnjS+XqzY3ys398o/zoT35Y3vvR22UGxVtOc8OowURqiw45QQdSIit5YPl3yKqMQmUEz/LVaXpp+DpNjg4mH7Sc9zgCA9cgK7qJMbUs0s645pJPlNERZUmNkJEynb0UADibcvA1RuL4EEYVdAZXyC6uCVO9WAPTt3DnfXV2oRGQZI3qrwJkJWhK+ucZY0N+try2yrIxt7/B5J6RAxlIGRyvpGONhjcjJQRaXBd1RYzGF3qUohys7XVtFxs7qF4w1jPT7+hszLTBCrKwDlwLrZNSGp32p86KMGipL26yCyAADLvzqVU5aIkNJe4AIG2raQZAK64lACO4IIgjKGD7ezobfeYV741rMV7WufEsK0ZvWGt2/bojp0oPBU05TYzHBNixodokyH91sMTcssMmgRS/+VnWlrGxhhwLeI3n4RHoERxuo4mHdCeVtnS4M1sYQVrCuBeQCunDiEP+44dAFuZ2C8CWenYBQJTpkhwUHZtbdLqFbMnDrlN3cJJ0fDIlkfNhd0qmW+YXnQOqyWJreZC1oo2MjhMchy0y6cwM5yrHRpkCPle3TbXXdwOWFskKugqbi9KZbdzPKpL123AunMB+oAsjarIWT54p65jLDUQU780fhePlUnn82UvlxOqx8r0/+s/lP/6Lf1uuvvYGIllI18S+sqB7loNWBCe+w3Hw8YAsGXEGWecu1u6CjmSlJOhB2hTtFHpZ9kDypPDRXvZk3OPASNZnIGtytdsr02TfA49kHQRsZQvuZX1OH/1hru9tuUEky7L/kwNZaawSmTQDheld9kRmOK/l2zcjtEZiJNYMUKR0UoHppyM+CZgCPcUrelmeBkWVZJTb8WBeszKtbUJZJK6zWFiLBYHKk+G7SJZPvTfImoGA4b2UHsharHEki1EtCHR+y+hgnjiHEs9nBKv/VmdBdQ+UzSLjpKYzKtWwr0ewpyw1s4wbGphd+HICZNE4oTrXrVqkzPn1zufneLKxxtg4EDih8vqUQBaji1SyhwNZpCHPVbiR6661j8qhatE0/9HHCbJ6Nt4rspVgS+McsWfPr5nqmfcUDdNzLC9x7NF9pAt+HCDLdRNIY3ng3QWdokR6dQt3e91p1KmJjBwFKQuqVJgCslZaJAstmY+js5jTBR3JIshiYTvbuLPjGw3MIciiRzkN6DHIajVQCTYMslJ6uZHF/LHd8vRjp8s//cZvlBe+8HA5cQ71HudW4UmeK1du3Cr/4Tt/Wf71v/5+eettnNFzDMYrvfXsiIa6COTRWKZkNCeab+TZXJSzSUJOBYMRxgNj4aAAZMPP3bJy+hieuVyWTyFKhkjWTXQWu/YeWoT//CaKMwCmUK9hZ5hTk2l8q0akS+XOdDmCGS58NitQWlmNDEXqasgOvm6ObOBD95E+YB1GrGcY1jyXijJZDia9x08q/q6xJSv7uAwzu8bKhgi4Qmd4hcFLOZ8L46gfGliwvgfP0LjC+9eDrKwvYkOS5K/mccfzWWM34Nd04HU6aWQEZBTZPzmhPnGbLw0j7OLxSEdjIwrSKuuDWB8n0EmdgfcJglirw/o5gpwcGNdWchPz5TPdJTXa3Gsd2IYfqaTxetYDZ9qrAAzAfdYAZQ0bgQKjMfxJY3+ZIAtryeYcBHqc2hqaQjDdUmPDazfQhj4N5pMnTyoix/O/2L5e9UyxF1l/pOYRuA/3aR5zZgMMAjUBd3wRHDJCRMfDbbRO3wH/ikhYK4V7czybPLtLwNGHaWufyRd4b1EpgGg4gWhxn3GRNMmDiAls72Ls5EHqc6UlhxFBW8A0bYCTe6s6LK5r8Cl/Jx2n0uaact0ouzjvGZ5hJ5XeExNfGGWWiAFCD3PvWZrAKJbG0DlAZOPwH2u/BrIeKb+JdMFlpAtuQd/PoxbtHs4Iu42x3LwNMImo3NKp5XLiDM/+Wio//JsflL/+7p+V9XfeLUeZ0klkxnTBDmTpCO6PHWQBsKMLZN/CvYEsa8NxSmKvd+1wsj1wfyArZJX4tNsb/en3Potk9Ss9/P1+QRY/Pe1sT+1vCPvxPadFsgajqHu19zinvXMQ0OrfrzVZeaODPGtpqIyW61AjlP8kGNzRFgsBtrq1YQBhA4HPNAsujoI3ScBUJvo9mKb7fcAw5qjqJWxKLwk/mS5vFR5Twwz6P6zb0kANA0KiEuM8wvQBeq32AFl03qrpRTS+mEgXhKBi1IwCmakE8nB3HliOnRGsCrIQhUK5j5Qro0l9rUfWShFw6ZyXrsbKksX1WwZFgSi0PGFkxk+DDBsEFWThPeY9y2iNvHqNSQXie3lhQ6EcQA0hfnTVJ5EuqFTAQCcWqC3lxmpmf5DFcfYRpPuOZMH45blZ+33lngzyyAeFt96zsTew59ehoed9TiMsAVjf+GLAN408KuCsVupB3C2e3v/LCRx2KqjGgA4KRT4muPegp01530+fPCfLtKsOZUoJss1aU7LgDKnnZIkqXGTO824ef/zxchERLXYN4zgJsmjAOZLlc7Jo/DGSxe5rcjIIPBhkeTwtNZOOFKUKxkGvGT3XQbl6Mhu0cD3YfW+mnFpbLI9fPF2eefxcefSJs2hIAa/62nJ5/a13yne/+zflr/7qDXT84vWui5qBcbMLoKW6JP4Xqbs7WWOjWhkDOu2EIliUPRgTQRqej8xkGFJ4/jzkE77LMdAPbL9tdilF9GrmLj6J2lAeLGsZa6ePIiJsasAIAMcSAEzpUjIeDQS4P1mzE/Zhg0IyInWl5iKQlJiLkSzxrY0hzrdlDmSHVqdSCSypu1lVFTIvdfA7UxsjbUxd59QIwSl31ZGnfWSaF6Idik7AeWOhHk4Z6yWJFHWl9aG+ej8Nq3w4z8kaUWtNVeFcuH6h0PK6Qaqu7hcgq9pwTcZqTWL9dQYW65IwJx0CzAyLWFOuiQ7OxTVqyV5T2dhiv2vOQVrh/PEfgaO68GFNU/7rjDJdTyxvx4X2Hp8jKGXTCa5xHnrMATBjY561QTyXCnzIyA8BFW/CmrdVRIqZBnoDDosNvMcoE1N2lwmCAM54rhRBGdeZ93f7eM+F9+N6EUhRptAZuIGGE0wBJLjh57kWXCc2ntiOhh90khJkce6cAyN8nI/3z5FdlgLM8ZwvpkviQOJBOjnXlXQTKZishZTtQBVajWuXavcgS/sRdELQShrLLx6eWwE2aRf3SceQnZc0SuIsOX4o+Fv4TXJNRotuZxoLSIb3nbHR6EYRGu5zvM7LWZN19uJD5cWvfKOsoBaLFQZHcPbZNvZDPbnYQAS0uLWNtEDwEqOGr//slfLayy+XDYJj1jSycUqALNd9MaJFGrWNlV+TXXSHKewDPgo+bnrOfDM8jJiHPq+Vcxd8TpaaCPnpaS7uDbI6HkxL3anUuY6V8WJ57fzXM0Im8WLJ/1z1eM/zjc+r/vugyHXs40hm3G+6YPdUj+Ag5Tx63oP687BAJIMpE7JSWnH0qrYmAjCjudn+8fuN2MQc+07JbNPueeD89YyD7tlGcZ8gK8gmmLkRUTepfUa4K66mh88FbYr+6OwYFyErLE7BQ8+lWJr/JomFAAmP4jS6yVFY+ZgZe4Y2YIsFlYclwAJZUp9hPQBSBwSsmMbiKIC9nLhGwheFzgeALLWjnQKyXJdFz6Hrspwy6A6D/bk4asPMVEH+VCSKi8F1cKoEx2ljPNiaxovm2/ahL7BsL3vVdF1casjBPYnoThgcyiMXyHLXKf5UjVcq1khbGDJSE+T7EaqYIS74WEEWDUmB9/S8B+ikAhqR7H6RLA71o4IsnneTazWt5qkHvj0d9/KC40gFOQbKpuoQ/DG5CrKiDsKKYKjwcp8GexI8dljhfHC6YOPi/UHWgeJt3wtIki2SxbQkeoNdl1OdA8IHXmHSvppIxwRIvUxVuhgg68L5C1NA1vWJSNY0kCUjTBEBC2ODLJ/PoyiAZJ8dLCpn5/WkS/xk+t8SnDhrS6iRWkT618psWTmLhi4LaEBx5Xr52avvlMuX0XJ7hw0XbCRT3mhGkRYpCw+vu4bIkjQ9500GZPQ9arV0UZz1hTovEr0PbOZ9/Z3yx4f3MkrieivV2bDWBV3KjJacCaC6LV4HTxGva81oBhSXgSIrxC4NxxseUea6+4alqU8ETfWMSBv0iPGqx8W9mFNXV0YkUQOEiA4NY4IjghLqITVpiIivo0E23F0Pw8YPNlZ4V9XFSH953/biE8rUnn/7ZOqkQBmCaRwH35k4U0abfpqcDZkf+kqJDEovN9jRWYE6n4yOSwNerj3rhOgQuAMgw/o9ghkDDR/WqzRA1fIQtCBVEvPnerEuiLVV1Kc8d0kNKfDFLnY6jJjry0Yh0In8DMfig4K3oCcRMUIqHCNrHDXT31hfRX5UZ0OsL1MG+XxGrJh+RxDHCFTWy2U0x6mZdszonKyI8pCH1O030gKlvwXmR4d9S285ha+mR7J2jFFQAgihZu+pIkfcW2WZEJzzgGt/pYw1jcd37lfWd8YbNYCk95U8anDGUXCMembQrtS5I482UcJIy2YVopH8DhrIz3f0orrHIFbTGPkkBh+zoK2QhKnf5GiYLafQav75l75Wzl98GCnAO2UOYPe2yA9rgJ+zAFCssSM3cq/efP3V8vqrr2C/QVOym9id0pGsQfOLkb04HWTlGNNmawq6rnnuAe43DWSdBcg6TpCVT++eu1cka3BvRYnDjsIbe6UL1vWsTjTLQn5Wliv/H9vInzDIaquZILt/5ZP5/bAgK9dTVN22XXRsrsmNN1/wKz9TI1jJHWPDziBg3wnXcVKWjw2uqZ/kfu8PsgYt3LO7YJ3HAQMyP/eD7iXN/ptXlaIEF8EGQRUFmlv9snkBhb5C5+w0ZPbWTS2Q3LkoJVG/IB5SB70ktNqmeNy5ME4DHHgWmEfNfHGezYH6Bipj5rKrmUGc78IT4A8TydoPZDl10ApAYMvuL401vVzTQRYnQ6PJYPAgkDVE88NEg7GBrsgMqLZPB5TypjATyGIkwM03Mh8+c/Y/A1k8jyXOANqr8QUiWdNAVg+2poKmVLTBVgZY/mPq9QF8k8EryIroo7zUEwZs3C+EVOU1/j3NkzGFxX95QRbTpBJk0XES8lYAwXLrnmoH/Dv3YxFpMJcuXiqPPuZzslYAumiUMRKmdMGbXSTr2lWkC0YkS8ZmA/TEOO1cJvJ2OpIiTUgRfEeSvH7gLXyGBhjLPxjpWwHQmjtCoLANgIVIAN7dQBOc27e3MA548pG2R5mgoyWIqfAXQY/4OGqQ1HkvjIE8nyvlHqPb2T3O0S+nGNkRFN3Owuhgcbq7+AVwHIEsyiTVwMyiCUSk7zmF0Ie876gOKNZIMrw5hQYKS/c18DX5peMm5L5o3+8ozUnoKszJMFK1r4TPovtIHZPMRQMTGugAWaoDU6MGt5jP9uC8E19nXRPPkGIkhLK6RbLsqFEL6WBGebZ7gFT5dQyyGsyyJ7Q5+ZKtdB+xeTB6GMQDkBXGoDoBMsyQzxNN5Xc2hcAaQT4xlZAdCO/gm6mlR9i4ArROMOYztBht3xINKzKEbwIOdsDbQNMDrhe71RmYIZqEz9DQ1h7jHoxUMXKkWiO9jsNwaxv8eYEvpioyikUAo9bxAZDoBCBgo86trdaZ7sr/BEac8SJATBoPOuS0aYQ5ddG8l8auQFNdmlyLZsDn0QXifPKLBZ8cE0q1jTWtGSC9cRf8Wtd9YMOFPZT0GzJUnCpCsYHY76fcXtWmCprO52vGoJsKjJJvwFMce8pomxDBMXbWeJiRUpjjiOFpxpndQfrHjY4hcvX4k8+WF178ClIwl3BgNABtgDw1+5ATGnVkuP4udNrrr71aXvnpT3Ugu+wkFpBHTRZLJqquOQBkedRtEad1G+yXmPs/AFmQMcdxttc5yGuCdn75nKz4lGSN5cD4y9EoP74/h9QqgfqSdBEjDN0ZuDPkTtMlvCp19Gcga4wTpq+99qqzMwbO7PsAWdWyvw+QNZa1h7V39k49DZtC9NQs8E8wkmXPo/OZnfPOQ2MdvSLIYvMCdonz3wRaTJ+hsHBqSzQcVTpOGkudMkqBog2zYq57p1+seJOjpCIFWDL9zWd5sHicP9lym224CS4Esmgg0POsSBYUyj7pgvuBrGPwEB/pgJZmVQnDI1b0aiLDis+vAAAgAElEQVSSZWE7DWTZjdsMcO9xJ7R6gTN6Tw9kqgJvEdEwf9bCngAiD0ZOgNWnkPzqgawwqUfMOIxkjdPYHmwkq6XJtQjbXiBrIJrIuIMUwm6fAzjwPhMgq4t+2js36YUJ3avHpcF4WKHzyw6y6PmWUyUUqRQr10TAisZA8Aq2fYEg69Kl8tjjTyDH/4LaMNOjL2+/arJuOJKFdMFrSBe8AZDFmg51+lKtEA06rqEdEuapcCpFJMtRLEcalPYWe7rL9EUaBPimM2YJ3bzmJB7oXV9EOh+7kjE6h3Qp1p5EtJ575miO6UMRHe2ya6HyQOQ8MNeC0eBMz4/aUHkOAUZYwC+5jBibJSedOm6U0M56stxQq24Br2hMgHsIsHDNMYhjOhi8RfXsK0vAlOsT9VRBm1JiNFIFXJz6mG3G6ZDzazYkLSsJyhgB9HpKhmre7JDnyC2jg6w7Yk0WnWlKIYyID99PMMp50PHFjnoJHAgGpHQ8Za8z+SwNQ+kpbYD5J5lWdqwzBfzVsjKsgoe82PPRhBdYz+TD+b897tJpfAZ1IvewdpFrsj8jqmrtDYDDlFeuCeuwOEcCEwIjORVj/ALLBNl4Aj+3hcYQfMuglHo60whdi+dD4R1B09pzTxjNwF74cHgfD8LaRUaTdFBzpCJyXcWJmp8dnwY7uWpN/w/aKmmKXg+vbpOlufzVUIi90xZFBotfail6SsWPWyrVNsaQWEQ86MdNdT55n0Uh/s7oeIJvvFR3LWnIXmTD7U7Y1nrr+nrcWan/fsY0KS5bQvaRCx+c1xa/xxoleODnZ8Ki1b1wLfprYX8Xy+c+/1x5+tnPlROnz+DAaD4L/Kdpcae21dSLMu+1118tP/nxj8ut6zgcnanK+J5RvaMgjmuzRLCNHk2zB6VaDbsNasZxD97JvJrylbICNVlrAFnohEiQJZrHhYPU+3pAcqWO+otpb5Tdwv3Ud9vvNK5r5CXmZ70SvK8/Or2cNPFZJGti4XPNPi2QpVrfkD1mj8NGsri/fTJqTq3xfW+nTTS+mCTBw7zSM9Fe1zdmz4JrRq8kcBXBYvMC1BfE38ynkzeGQkOeKp/BkejTtFvVWTzUQKTmNldBmoLJDJ8iSooyo1U8sBHGC4tYt+Gl4XdGteiFFUHQY6yaLAAt5p8zlYSKRSkG6UHknzxrBT+P0PBojS98ZhY74EU0i58Lxav7VwaNNBzVZtEQoRR0Sp9qayoYEmUExpLYHAiO9kdoh9HW1GcGKM0WwhEQ0ZzVSl7dqVwQrdQgFVJH9KYToBTsh6GEHIZMqM540WxGN5jY4vCs6Vopd5+Tpe6CcU4WwbtrY8KDKas3nqr9j9RIUoLsPf3T0dAkbTXfpsec7XLVHGSfSNbOJumJYJ001LewHgK5GlkJJSqKlWIbLkhvfFUlojnx2t5YtaAXjVMh8T2FchzOaX4WT3u4BvFaGggjuvlQf8bc1bUL/DOPCIKMr0ak933bwRyoVDNdEKlMBFbsysnOcWyA4bVn1JiGuQED14G86kYV+Bt0wkjWBYCsRx9HJOsiQBZSZuhcIR8yAsKUq74mi0CLaVAyKNXxjnQnhg3A41GquY3OZuJP16C6oB00SgMOV+0QmAXQ4lDnIp1wd5dGPqIBCHWxsJ7eZMokgoiM5Ih8WZcVey56kNKw2TfYYxl55h+1flaBvF8UbVMqYXzseKZ6JJqmWD8/24BKNCRDhutpOpNtitcyfZBrLSApOmojSRtWDXwYjQlQGAQfg4s0ZlysdtuhB8yoHqPQbMhDOYrEl+ZlgkLNkQYf1ziAmvkg6icUAUw+NGSKijWtDWWK9BPT7iIymPKoesBDx2iBwygz25jHuB454tyFfK8BLa+bRVAa1L5HY48YXcivfC+dkOpsq86RAbI9+dgnr3HK76ztUfdHWYRNJkiDUpdRj2p/s/2+R5KHaHO9Uw/5nThTK6JA1ejk2ksnx1hwHXmAw1O7dc4nAHUC2Lp23GXpSO+pdGVVc7GqnGYs01Cm9baB6dNb1BtHebOI9sRie10MtGIr9fdYV/WSmVGb2LnYtaR3X9Xuk7Nr2ytIMdjqWFsZ5tbduluAspT1XnUugGtXDA7jW5+zk7oqNxFvzDVAY9IXb73D6/E+a+LOnDlbzj/ycDmNFDxGMOehY4/BAbOzw86QHvDbb75RXv7xP6Cejo1JXJM1o0iWAUpNGRzMrZdIfrrdXd1F4QDTrEN09O8TQAlk0TbhtRjQGjoh0im2gkZFAu7huPLTms2XfJPZAzn/HmRZvpGuWubTcJyxpyEH9Z43xf+HftXK140Nbs97jgyd+szYbxNrji7/GLwQhD96TZdOOomnXNXf/BP9PWWonSuNPDnfKVWsGpvXknNLLqu/moaS3UdOaO1+N/meD3Op69udyEh7TM/ueYhD0A3HIKvn99Ez+3OyPv6VDsEoTy4PjXWaoLxdBFkELVGXdY/CmpOjgksPJQWtukTJT+LFr16qFMQplJtw8TWtPiJElqSWaq5kdMFoQVGngBWKZ7fgtd7iTxXS2khjHg9B1lGCLHzPzvOcrPsDWTowEYXtanxBxRhgQF7pKA5PD7FSf7Krn3KiGV0y6EqmlFlAQ6ehBPPnwFtEgDbJeHFhEE2XLpgCCvfNepbs0GZvtlMIW9dHU87+/qlJ6pLIT0MwCLwZG3HPXldqYm1f7UFli1qDLK+t004nQVYwZ2gqGYjdvSfSfQbr1VqQJ80dDmTBGA6QtQ3Dn4a86yScQlWVtpjWrN6DqLbHXosETfq9u7YBtOE90giSgdWBrAkveWzNeA0mzw77cBJCKi482zTg2FlwQbzeDJf7p57hWon+CLJYhxUgS8CIIAt/c25HkMrGhdP5SXidoMRGOO9lkMVW0xceulgeeTxBFnL8VcuDom94b69fQ00WGl9cxU92F7wOkLW+TpAFBwroj4bIDAsYZphqHKl7soOydbvBlc+sIsgKLzFHEiArD8mWcaqIMkEWa5v4O+6rZgNxADa74qSW6IwCGWdBY+N9lfMqjE3tgQAfro+0wvSqs5YmgbBAFiMeAK7VA4lpqiaLdWD4krgOI9uGsZ1IYjP5OQjifB1twaBqvJqft3Fp4OTIAcfOyJrOvpKsS1axvNeX8q/6+zWjzUZ6U95VX8T1BpUcfDeGAJvZQS9T8Cr1a/2mGTd+zXwT0pCGg0TW5Gd6w7Epf0+K/wY3D5lOBlyuXIrDFoVxVKTG2GwodmMdj7sC0U4GSYN23i3f08+M1fKKxmt+LxDASA/l4I19Q0eL3wzgSM+2oDzjBJ4JHtom+/OKKHmVh+tSV23Ky7Emac7rCpIZKcpeNs3MpBVgpb9/rkVsSlb86Ta5MFqDuINImHenHGibZfoPOhDJmsYzta3qPnnYY/+1NjFePYPjNY+k44/8LEeN2szbMS16C8rXZ6rezHXLG3uAOXd+Vk4TvDyH1NDjp0/KoUzH2AJauLNTJ+nrGGwydmx8/713UbN3S5k/9wDAKEP4BNKdQJYV1WBTxjTI5kM9L9Q29d1BvlXm6HZ07DjFl2CLDHYCkazziGQt48wxzjdBVq3dqYZxzpYs348rHa+xpxo3sxx4O4yP+1TpnPfAe93nPU2D+TY/RvPaM6wHk5GG1lJGPkiPSeHDdaoU0RHUFBmk6eXeDpb9l+aP3JPhrnt4tHH3+hJ/dOmv/exrdHECZHU8GjeucivURmXvTkb39vMYZElydPIyucccHVI7gLo49lMFWTA2mJbASAQNY4Es/CTQSpDFZhP0fmeNgScsNtZ3i1o1oWEl1wjNOIwLE2HoXOX07qlYlsYLjWIcJCiQdadsIoec6YMEX/bUMtUPOfofEmTpMGIYYm56AeNBhpbnolbrPABS+eE0NsDGNZIljSACk+HGPwcMbg/U8GsoQMZF2HmtZIj+OAhksVObu3dlt6lJYXl/fKyd/P86yCJoV9opaSjaa7OQOq1NkWZnOE0BXENF3gnzuomZIpgMHoZWMHpGFiQ4qiE9KaAPC7ImjPZpBmdHCp80yFIUS0cPBK2ykxcdOpAtnP4WIosETPd0NpINUu0AlPU8DqA9f+khdPR7DDVZl3TgKiNPPGdrC5Gs6wBWVz9AmiAiWuyUxsOIWWtioczGDgRtTHtimjGjJl4I15W4HouOIxvuTMkjyLKsoqJgJEse/eBJtsWwF91yQpEKRd8ZBeD92XrU/Ot/G8CQfMzof78fHcjKGpRsn+7zpjhen0XlVD3LFgJWRrDzi8FARUkDZBmUNAdCymo7FGT34ZuCLH63LViNCtmCAljakDonyfOMJNHBJkOmM1L0a2/MNPWdICodBml65mqlJqmTCmOfA1OtcHYQjOc3lpvkHwEWfmtOabZ6LR2l8cZ2+CXhZbc7uZPtpcGTBh5w98asOx6GYAWt+qCjCvwKt2Sjl84QIGN4TfiRoDUN1tuQNT7CbHqJQMyX83M5RoOLyS+nsg1f53XJfQpSJTCJm7b7xAer8dh0eybp9fp+yuMrf7b9i7XJKWssQR1y4qa55JVLPdl4M+Y+mmw1vqTHk4vbiKrsVJSq0X5ofa8m35N+J9hpYD0fpdkTZDECqGlog/B7gLMAWN7+tAsiOtctTjpC9BIuVoOctC/w0jYdutxknrkl+cmoNC5lJ1G8xkYntGF2dXi1G19Ix2l8wcSaxnCRJuyGDkxpKKLLYKYOmIhe9Jaj5w1kzQpk8XzD5RrJ8kST11qpCF9taZd+Hv+tQjfki98w5XEf0rAO4By6VLQffJYgrOJudVpsc/8MZHlPPizIkooOeh4fuPxhQJYcEbntY9k0AFHtzeokqcxoPm3fIcdi38Wrnx7IQtRh1ucbJchSJyemeik6BIFBQyTqs+oi7gmymrpMo6CqFccZJ0CWAA2NJxZswjMMroWggAGG6AMB1t07t/TTUYgEWQCE84sfKpJFkOWCW/5kvYKNLdo16nwUqTgSIhkOV7oex07BRS3ahIKNDc4sUwRMxPllcNnMCaumRjAp7Ew44WHD/dx62p4dnZNVv+nN9t/jKJZF1/19cST/fwNZShdLkNUtVzVORkZKGpOiP29oly5qTrce6z1o/NtpXVmj4yYMDWTpcyPl9ysNsmgkgGcIrNRhkB0x9XuemYMmEnDmkK9Yl7KJSLX4Wk1trIx32W56iSDrYdVksZU7GyDwHCm1et7AuTi31tVA4Dbkwh00BCDA8mGqcNBAdmzj++5ddGMDyFLdl8LONLTd3U6d6gSwbMRHMpX5jXvCcYTjoXnQ0plkc1b31H4m2KD6TmPKsq5yOcFC0I2IJQ1mRcRNUzVSE3KSQKgCJEqM+HwPsrhmpOOsrUmDcZrTS0DHOUYOWJDvbYmZeMd8kDqrmjghxSSnRLim+uos62+SyUctMqXnxdyre44f5+uy/Yca1jaXdQ/BeabI5VNsUw0HrvnnkHTPzuyP2zO1st5Dyj0hX78Mw7GMdL9BKj6ZwTuDFM/V9Ub+LV7wmsdcm/xvurJ64ytQJdrxiqVcEc1EUwnTXOqU3Djvrf+PZ48HPrHKOURf7+htRdftPnrXI8/UOX+yT+D239O+BusR9VheoSHtuRmFjXgb8j1PDY2swXNG9KNDjYNGexJp6WnhBhHtx75pf9o+ppfB2TNxHEGlez+dI+IxMUEO+gidsNW9kI7miugnNsR3CR7S59iBkR0CKZsypbOLhJpPnBbKLIEV1D8dX0VjoKjrU1YQ9ZTGqgGlchos2aFAlj6RFkXTbXJlsUnXGGSdOFnYDXYZRwKINmLeFWQN2NV8kjTgn8mxufecQ9KIQdZwTu4+TSed6CltMdGNeZSv1bq0oLnPIlkfBWQ5YivKGJHzhwJZlGnclymsMabRJGDpN9nK8YocBHmDtu99WvKnArJ8tggUmDyFBFkstEXKV6YLAmhJC6PGZka/JymHXJBA7RRFCBR7e2nQBMPQu0M5ojUYgqyBAQqQRWOLMWhGs1iPtblxq9zF2RoNZLlV7awiWYcDWUdQk8VOXTqQWO3bE2TRC8Wolr3EQ5Bl3tb5IxBkLUUnUjh4KLE22ozt4neDrN5IptDUtGngyFBy8pF/79ao0kcosvTAyY7zOVn5vaXxuNWxgdjwayDH4q3+tQmDgbuYwCHeHDhqgwEG9+2E4bR0QaaeEqir5kXGndOh0roz8ZtJPr50QTdNYavkHUayYHj7nCwrKKY4Thp2YaRMgKwwQipXB7AOIzt3IEFWrlUa4Amy8iwgpsilhOgFSdJKFSaVjya2eUBn/fMnr2yv0IBS/RHmzo5tTBf0+UP1Dlqf+/mqBlQIPR8vYBrdJJ0CZGUqG5/JNtP8zCb25C6i1SzeVpoLHrpLPoQ8mltEuuClRwCymC54sawiZYaxJEbHCKoYycnmCRs4X4cAS53WBLTQWGBjvVxHB0LWLjgFGdEy8BENkQqyyItKmXZ6j1LquP217qel/w5Bi1fHUYSgi1Dmrr3gV5hZnSE8QWsyKA3SEmQ52iRrL1jF9+s/606j3XlCykQAcI176QPprMlPV9nMm0loBRiwEVKNclnyUU8kl3DfLc4jkSyTPNODKuDQu0E6bkeRBnuQV/1MnwMR65jv5U/tgc8sU7t9fnN/QoZUz+cUUk0zP0coOespx4j5O14MHOPoUMjd2D1f2lLxepnuFL64mZYL3nzNN03riGvpkrZzuV7tVQ4g9Gc1JL137St0KNfS6ibmkDvWrtUtQm5NyPhKl5Zb079yv4bz8ANz8ZoT0OYxB5Wg0suyV4S9l3OTBethGHEVe0NZSKsbbeU3096eokpr0aJPXvP8SJPl3DNHjuw19bqFY4AUoHXjpGJ8/hF7YB5Ffk8boMbboFqtxdpPpHIJE6Xx9tQpbOOvRjju5OhH0LHj3/k67TXWujI1b21tTY5jZeKoAU6ASIGsGN4ohWtswBpgdwOtOrBN2oBTXB/2kiPoPMuTts2JExnJQrogZXkQrVnGh5kPtrPbQz896D2uGzotk0aySZI7Jzqt0a8NnaThCde+8rPBlyGrtSrdumuFw8lBoJzLNlynjgBy10f3qMSwT8pdI5hP77eawqmVabuimU8gniZRlErZgefBfoaM0nqPTNMJZzI/mOKNO5SfTTkX8mxihSjP07nTP4Ovi1/T2cX9DJomCz/5/O/ux4aH2omxcNv7Qzb2OdA8F4s/1c2IhZUscGZ3QQErGCCMYiFELaYRuaaHlROykmhGyBh0mbn45drmRuwk8GwgwQiSaq7wc7YHWXcAsGAwbeKnI1m+0Sxqso6gA89harKcHkhw1UCWvcZoiBHnZE2CLBYau25kR80laDRG2lHwrrxt+MeHgFrwSDEne3ZK0UW8Jg6Zcyp2J/jo6oIkDCJFJJUJCS0MVqVe0cDqzsgad7mbtudjb4P2oqM2jboq4UORmuggpXeCLDZNcS0WamLUzYrHADSQlYBLou6TAFlKD9wMkIXGFwLxbp7i5gdDQCzqDC3Qe1ir4I4ZS8zW/QnBHikeSeEyYkNJpSHtbl98Xcg5jJMh2w/SF3OF99qbva2lPTexGvQwWtm1rR5GPLbKDkcGtnO6cfBX8oloVCmt5B96Zt2xbE7n7ABk4b9NOlH4jX1iFzxHj9hoB3Jo4Xg5/9CjimRdQkvgVbTxZutigrJ1NLggX8rC4fMY3eK5SwRZ0bntDqJY12+8j+uRaqyjIHB4J7yuBJSswVSUXTLABnxGkc2ksRj4mclbBhWS7nFJOEpG6yTzlIuQQGaae677TDadyCiTxkXPuIbh5/UAKz21arShtRc3V17MMTK9se9CarnEyyy71UGOYCqBWXjB0kuutus6/dQOkjTgE5SKl0XsrqVL6ZdT8xoMDSovnc8PSjr3Z/0MzSPSKl0vGU4Z6qp00ugnF8UG3MAojFXQscgdoLPXM9ZLi9ZkFx/piGUygOW0lpVzz9crjcdrvsDT1TrGWlLBM9U05Ztn1+24AYxfY7e/rulMgItmFcdv4bQ0BGL9Yjy2jSCGkQDFkUoNOWRQ+wwN9b1MDcsmf7tO0l8BQOJ+mrZuntfm58JmbWwS6xgm3EBW9NZRM4JtEsUYM3qjscRkO7lbFzX2YuwYHKPJCcch15Mtz6NWttqZcaEtpKCVGIDGFiBKz8frA5ClsXjlbDR2tNZRQf1VbxtAD7+8Pjq7M6jFQ8j74adqVHfKiZOnytqJNfELm+KI9nBdjQSmzBpt+yTIGlrFrStge73qPdzTtk9XkwWiO6FIFmuyVjWePC5QdaxcD50zml8RwbCokNyVrRJrqOmmHpU8CcNLBnwCK0eyMk1cdx7Qpz/HdMG8xns4nQfy9Yw65xjamHXzaTv5S/za9OhyO+PK+5t/2zbsPiN1NrzHOF2wp18v/5jYeI/ha9UhF/QphwRpJP/eU071Sz0cV+rMeoXqp73fnzjIMlk7dUad4aKDE43jo3NuHezoFaNYBFlMHcxOg2EAVAGStQrD1yvo46phAe0gtnDWzwBZMj7Z6ldpQ2QahMphDDuSxXqsdRy+FyBLSgwA8AGBLDqx2VZYhoT4lZErd8RyUSdrStjylh4bCgkaj3wvDgQOr7LrbTgtr0UKDcsLGhFJOQk4wxCIazP6l3GuXhCRSOjBd/QKAoUh+kxDC+NhPw5v3vV21acFsrgWZkIu1scZyaJxz3OxHL3a2YRhjp88BoC0J7onwh4YQKbPZpxYKFiHp4DwPk6CrBDiNCRkyIFGbJmGMUvDwY0vVAycLslxJJK00oMqyZ0JDVyNl2rn5dbuoTza2zayeUQDI0rsLtha2U+uxn50lYszBFloQSyQxWJod8FjumBGs9RoBuvOz6gxxg4ijepuhv2iccKi8RmA9YU1pAs+hsYXT5WLqMlamUckC+PWIbaIgPE8IXaTlESWMcMOhnfQYXAd763j581y7fr7aLFOucGzh+6WI1jrY0oXTODvSH7OP9Og8nBbG0vcDzGxfmYXUj6zvh6kIaMqFYNkm42dvRS61zaVf8pOy0WLDe/7gB5MWl2NGe/PiEg4vzROftMAY/1myA3sA19XLSq+GS1jsw0C3qM8o4ogR+RqLUe5t4GzmXLfmAJK4KUD69V5Ft917Jbnlnsx5lygqGFLOkpKFtDDe0p/41qyI5/SrcMBqE6Czgww+OK3UzwTZElGx417DmHr92w1b5PUzQm0QhFpCBZ1elz3Ya5t+zM1fijp3GeOqNoLdLxF5E+jie8ATM1oDEmiMYeLigCrM15SbiRd+CfWg/vCcQYA6nmyOtAkb5hyG2PlSPh7TWe1XLJ4aEbmEHjk9XYApXEaFNfJrJRxvj5lXKPzfjf4VNPHANwJ/OUiKi4SOjMjwJadGaEIqav7hAJpyyCWqRtSX58AXVxNXhtXODXRjXGm86hpMbahrt/4SdMclOJRb1/8k/q/3z2LL18zpLy8Kt+uYC8+oDNMwQt0aJ04dbKcPHlSDopN9n9P/cOt6VZ5GsisW8BPjSIy+4Ms03wDWaQXRrJOA2Q9hMPj3V1whxk/GpEzf1JWedIEgs1RIplQxxvOjgqyMl2T9VXeN9EM6ZTAsvJeLGXnBCANKYFTOjci7L9kIGuSens51L87aQsMKWryr8k+Ab6mgpmoxWuyJLVco9nWgCfkexfJ8r38uu/RCeYYjklrOMseZJmsg8vzsSFDe14Yzi65o9lM1pXNUVYdDeT7TzqS5bCohYhBFrvDMZrliBaVKMFVgiw2wrCSAyPI22g/j7xx9PdMMQj8WlWrw25P3AgpDoebVTypSAOFHs95GIIspv+wBbc2kDUIDwJkIY2QujvTBRVgiLGIYCikGEVKkCXd4y5e/mZr92wdniCrN5JDxfdGcxJd/xqnxPWk5zQ9sKJHrisLYZkuyCYC9i6LXqk8Rc/T2DOYKCmy99zGax8HyLq/7oKsZ5g0QCeisR+6u2CALBrx3D9ENBzJYpMFnzWTEYyecRt4YrFxrOMeHpUeaNFt2FIbut9l/PQAK4wyeYe7NJtKF03YmENHRra23DSQJu1gHEMppL+qwqc3h990eGD+TN2bg0NlDLLuS4xL4TUa9DkvqK9UdDdSSViTFYcRK39eVdugaTWNoPLET37Tk1nQbAcg68jciXL20pPlkSeeLecuPoq6A3TXQpSdC6JUQUSteHgr02V8fh4jYjdVv7lx+wZqttAY4+q7ctBsA3zdg+zAnQtPHWKbdJ9VZUM+ea6mKyhKk7zrXcgmPkO27eVbLLzkatTqxHqnYTtla2xSkA7iTRsZYZbEiwnm8vPyrw8GYkdZ/xzVmSl12ePne5TxC+hQxsZGTJ+ex+8rK8soUl9RBDoNH3otefjtO+++p46Nd5GOSWPqNhxddkCFeYz9c5t8f+W48qejcjnWMFgjOkQa4H7vYC92VBdnGKQBd3uTda4ydukRC+DF+bsbXFtVg2Ab0hpPyFLlXzDiFnyYvGq4k1a315z/2U4wrxhAaEfJyOYmqy7tm74SzPAMoGzqpI96X3OMej7/E/jmPcKAtyDv5HlbUz8vaCKjjmk8j2T/DkGWrYp2Pz2vc/h4wPE/55ga2p9Jr68ilJUOc945jpx2PmsoA3LtY2nwI8/ArJLIQql+5et1YXMDNSaPo+1rjTbwNa1ve38ou+KzPY3kZ7wK9bN7OkIUYdVTfHbeRMgpnTBtNqlbU560aU5GFNrtmp1ku6wZuLEYMQ7+lTXyiBRBtq6dOoVo1knJVdbAcl7kQZcwmAanyfSJSFY6/mLA+4KsAC20gSjH6VAryEA4sXauXDgHkIVDicn7ckjnwxURp+yPbJ2ksNgf7Qff9m4H32mTAlSR3qKboMYKoMXn6uxFg31/ma7pJKDjgTz5ywyyct6NgmLHyQ46P7K9c2BkdHSTBLfje/d/J7h2qxR/WWY2/daT/cwgGuk9S2CjBi3cQXalHfD4WEaMONWGjgi1Sh+7l1MAACAASURBVAOJqXYT81XEdTXUJJZ0hiTfQKfEotp5aN79WEDWmImaYg4CzoLrOMBQ52RFOg89ngRZbHqhc2QqyHJKhwrHpeyZnJEex7Z1odvrC1qaBBC9x0Qgi8CFRjG7C1JRsPkFDGN1GFyH4YRvGktKFwQz6UymBXhgP0K6oA7Q4lkhjmTpQDR5cN1KXt5DellUhMqUAnpuTCgyHulAYWSCIIyt1LPYVIRqr3CwSrC9aY9fPe3VPQoq7lv2pmikmKxNLiQ4ScBWnvWOUwi6KswwGPXsAAwDkEW7ZqoYbvs5/q1PFxyfkzVo4R7pkD6PqDGxFL9t7W5FxgqLF/TMeD8t3ElPjJKAZpiOBlpSZIt7i/XcE2R1Bkj1qokWRgvMUXevmV4auLIxZXGR5xc5NcWAS/UbnXHdU8sYaE4Az3i2jcH9DYWmdvShBwyyfPe0Nfk7IWymC7qW0JEstmonDStSjS8dEqz5+7umQZEHZ5EKvHiqnLr0TDn/xBfw88myduYiWhkvSz5xWUn/BG48mHgL+7txB90Fb19FxPt6uXvzg3Lr6jvl2rtvlJ2N6wBYd4DMkC6I5zpN2Ie2ir8IOBU9safVg7O8N2lSckV6YdM5nndumryxNsSSDjJ9rNY6Jm1o7vkdSqXysunF3QQxxpCXOvtPKXMca6Q41s6IiEYBfC4t4/BP/sd0SMjHRTQK4flaBNLHELGk04zNjQSy8LfSrJE+rYgWhqHoDw8YpsyHE2sTHVU/uH673ECDkQ00GuHeXb96TWeU3eU5hogm3rp1XZEyRWfVwZE0TdlI5sZagN5n6HEWH8Ti4fesrdol0NL5uAS+qUNiT8JTT0PNhlco0pQj3C+T9MRX9ZCKTkif4dCItCLW5tmA1JuiP6tz0qaNNbVzEJ96Lt5PXh98JDnqz4kB9F5EgMyU7VsfSRDl4Uo25Lf+jgOAdR3Nnca51XnD+fBaNhwIr3w/+UwBlVEaK57eYY9zuFRpwKRB6nH5H44ho0P9GUP9gjf6700hP2MotUNOdPONVRj8COTaBpnZH2ITjt93rUA4npM6pI9S8V55iG3ecGjW5T4M1yT/qsZ+qCzD3j6tNObJPRk5UatxWQHDcJpthWI+ObCBQzHBXT/q4CHKBR6Pwswi8N/qqdNlDSmDlDWSsbH71C/SN1wLL9zgazKlK+g5rqo0a6KP/+MmklkEV7R/AmThaI611fPoLvgYGnGcxHPRRRYLSWeKIkhpQOuXnJfPlNPw8NIOv0l9TAeWE5bXci/hfsOzmDKe54gCUuK2rLXFd2NngStPluCL71HnBxCL2Hd95mhRpgH2Sd3fO0Gm089Br47F1gR2xw2cKjp8Vg+yxvdoz2yKatp983OSJdoG667qZEw5M3USsXe6yVAhCkzH/WbGNSq9+KkD76LE4vGQ9aIT6zmtvXS0r6WOUxOkTPHnOkk3+hxIZqaIT6VGjqArMTJgQo7MPPHlb+29ZgftWLw/zRjb76P2cbj4O0+KV7pgRLKodO8xfYcTUPESGZujT6PDBkgFWsmcVonDR+NPLUbKCbOV/leHPHUi85kzbnzBrmRMF0Q9luoqeFYWIllkOJ7JBAOCp6Lfb03WEZ6NpaaJ3BiDLNfmWKglyBLooDILpvb5WR6yVC9+6iC+LPIXyOKcIp2lI0KRcLUGnCtdv1Jx17UbEq4/loLFkR8raOt0raKUYndTvRe1YkpRC29mgEIaGfLVpxLjqO+T+nqQRSvNNX0+AsCHEeP3SDcV8cu4TcXBMTtpZmwk7U/DHwZkwbPH2iyljDFdkOcy7U4FWb1A6gVrv76k6wqgtA299Oj2IwwK0Ypopx1ESrClPZ1mIZIKx0p79HelnSCkqjBSWZEmLDeHz5CyelCRrNBqSduRc0/P5Ta9m3SciD/crEJpZ4oIK+fW1q9XMmgYNCIvJYwEOnWWzpaVS8+WtSe+XI4//ExZPnuxLMI7uhhAS930MBfKDNZMbqIW6/bNq+XOtcvl9vtvlfV3Xys33v5JmVm/UmY3b2G5AQa4dxTOlHeQZ+rgRdoXYHGdpL1jHlfyWUhs70uKteApDj8j9v485RmBhms9CICOIjugHgyMe/DvOaTo8VsZA1pD7yoVwonVVRw86tpYZRjEWYasZ9NBy6x95FEbyjowz/kg8MhC4Bx5swBmAiodrd1D9Ggb/KqgB/jiHhqFsDmInENwXt07tlS2ZhbL1r05tI8Ocx97w66GGc2hkX/r5g3V1G1ALm8i2kWwy6jXHQJfpnkjmri1juYjqr1DJJ5AW/vv7c9IiTIBI3pVxRgxF2chMOX0aPJSgs0EDxE4rPf0PC0nTWLujmsiC34I3nRkycZXBVgRYdZTNVbTgW4Vn6/3lp6LBjbdPbX0GkfjEY1JEagwaBjR7a7RGGotlz9XQUMnZ8zyplEakwNvcRz87OfysqaD/VtHv7kgvrLxIz/Kh9hbkO/mpwd/9380/TPS+9M+EesZyjTWKcfQfaCGJn3J0KbIsbUxjky+CU86b5Jd0eq0R+PLu7V6FctSvT6qS8nnHdbuqiCjrma/ViO9n87a2Lb6bO0po7pxxA5k3yrSBddOnJJcY9aNCd3b6EYVKWOH+znWPzOud2grMiWDIx2HigIzHRzf25CtlG8wEsvq6gWkdz9ejq+dhUxaBmjyUcj3YGAQjLkbMl8wn/ZOVHEhprYFGbjNuQCk6ZBv3IAAax4ySiCLTi3p0LvIeIJNSMcpH1KDWbyGNbuOYpFHZ/i3uC/0Lu+BMfCojgEdB833gH0vPe3P9Ty+J3sMn8FPHcAmfL6sJcqx2BN3MrUsm6yz7+nH66qRTXlOyjN9Qg5Gb4W2QzMi4Vhe5VfT00GQoq3hMw1s/JqORJG9b7vP9nU62eVWqw2nsjkM9Zgy5SJLbgkZFhwr77MAp6HOs4SeWER9Nv+mY47jki6kXqR+hFMxp8zn8lrXD+OZHwfImmCikbGmNbQ2dtctKXS3A5axzPahAllO1VAecIARwatYRIGsLkphBdCnzVlA2qjPaEXUaMn5R4Zl4wsaJswrN9hi9IGHEAtgKRLhc7LYkOOBgCymCzJ1SJEshyF93kwaAqY6GckYp2tpGuHJYUtvfaYPhgIcqrZeNQwF6TSWdFHtiDM6gVTrfCQAfd3Yj8iUQh/snAcWMzrnDolqGBAGSK8cHjjIOjqv6Ke98AZZppGY28cEskg3qvGDAb0DjztB1T01vzDIsmENkMVx5VlCISpTyNR9yaFaw8bLpIkEBxTUTWnY69IuTf5TxEZHAJC+vReO4EwaCo0/chRBPzW00o2lo8Wq/EiTcV8POxQsVz6Um9R01GTNwVD/8OmClsIG/j60fBvSf5u5+jxbjtFeAi7ytSLCdJyw8Uh4K7QCMp1xE3TLwt4dgdKkWtycXSzzZx4rK489V1Ye/XxZvfREWTp1riyji9b8AtoVo7sovZ14jIT9Ngz7jevXyt1r75TbV94sd959vaz/4qdl+9rPy+6tD1SvtU2wwfpS/FSKMIFVbBf30RGm7D6YhrkdHGoJTZmnz3ktLQPpUEB9G5w+BE38ophTNBf0tbiwBMC0gPHakcXvYxj70sqSWi+zLs5f3ieObWkR19NbJ76JtD8CQ8lP81Om4amNM9aYqZMcGNWJjBXSGiVJyPzbaBayLcME9EEDhg40jn93U2tOo4UiZQfHeWwdXQIIw/fMMu5Bz6CdUsdYu6X7hSrmmhAg6TgMrhsPUAUY43k9rLe7jagi1v4OzzG7dVMNS24jMsa6udt4jWcg3hNtsNaU2Qs8v878ZQPOVpO6LSpFvW5W/BKULqdRMEPveKDclnpl9VjyrVbAAEfT4DrZQlNES/vs5+ZhrFWPJjgIQKXPJxjpjLPczpqiGMaLMxxMV+b9qCmpYCtrS4IkBj9C3nc87xulrvCehMKadgO/1pIJ9r4mbzW6wqTU3pwOLvbXcV6mZsz77/GkuK6k8RhAP8VuTFMjSDVLxuMcRrf4XBrtI/06sRL2qO8xsuHVaaROWc0aUe0e11ZvvBH9uuXvtgU8lvT6WwbAonQkC/yzhlRBfnM9FMmK5TSoJ3gf8kYOdcI+zIhsXrAvyKLMp30BO00gi+necwZZyDxYXTuPDtAAWZAfBlm4VpGv3nnVFi1NU4Ksbcxrk8d1zMDhQ/sTwz+KZx3bRTaCMp18TunMvTv4GyCLZ1/yiBDdmw9zCjq/KdchIfEaGqoJNUhhxI9fBZDV1ihBOvVeBf4DuqOgabQj+sXeD+xDylbpawdCjInCVg8BK/AUPFJpR86uEGTUS1EmZD3kwILKEELWqvslaHQOum4e6ekEP4xA5Rcdh0xTJy1LskGH0IE6A3tcW4h7LeGsTN6X96Gu5Nlrx1gmRH0TTkLpCD6XayLujoiX9AbfssNRv38qIKtjfiFaRaky6hB5/hyiml8kwMKIJau4qNkZz+dMOR3QwrGBqljWWAjLCxuO2pQUCGAAAgA3B6ChzAM3kebFA4lhJPsgWaR+0SRDWProHpGsjJjIEAKBMQul7y44iGQddStvAwAvhjBvRK9IsAZeNLS089rGDicIZNHLqtapgzD4gPrjjz00XNUx4bMY6JymaSgb0hM04V2Jz/BqjlU1Y+xGqFo3rCcBFtMaucbqkjhUbB8NZIUBSWYiOKeByRb70V0wQZatU88nOyClQsjV+qiRLB1mreYljHAAXPFwRtZlCaS7nbdK7CP6VtO5cnu7bUtF23LT4800tuqf2hjbCpRDo7U1/RD4BfDl7xT82qwxRDZf9F+1HigMktz79BrVNuCSTk5+SnmY95eXSfrFEJ7GPpsezOmQ10aXvaqfRsGTr1FgE2gOQZZ0HgFX1C5yTVhXqFbt3KMwtAyyyHMGWVSkvN8m8kZmlk+Wo6ceKYvnnyxLF58qi0gZXD1zviygPmtuaa2gzzvSzebAu/B4Yn/v3vgAIAt1RFfeLncuv1XuXHmjbN94r+ysX1U0ZZuLEG37nY0GusVaU4g7muI0QkaQuDb0jh3j0Q90POEnvxdA1wsLSM9bhPLA74ou4XsekSTWt3FaFCUEHuxi6EgWvc4RySUqkY7nRY7sD3mASpD2gmUKr6TDi2Au001Tkagrmr4pg2y4q9EIswDCK+3IK3y+5AW9Rv1JkEWZjvGBKOZwBhANED5uEwbMXVSubcLA2ZxdgsgDyAsFaq9nOs8ISg1Wj865nXQemuzn0AMJZ4Y6ggWMAU/eVeRro9xZRwo4QNfG9esAYThQ+iZ+smskwRlr7XiGGpt2aNx0wFGG+ZBV8po5xCBlVimJTgNu9U4ESclbQdUyLsLdLUdTgPwAOZm6yvGa1dIkHqVbhYu3l8G2YzsDR57yrGtKGJF8ltDe77tlPzcwHS9TQIcYOmpawtbRE0NI1aYFaUjuw7x5REDNN0m5pTlPEOToTg0m5Bup8/03Pz+UX/0N7IgKF3nIq+lDJX/sJ4HSWTu+pu1ZcJloMbTOgePT3e6n9XbYOmkT9KPJVai7ads+voaS1mvYdL3HEVSuJfW62gTh4Z7kS4Ks7XKc3QURzSJvyoaKPRhmuEj4t+F1a9/ouDnNRJIHgiw6Qxidhn1GnYvI0/Hj58vFh58GyLoIkLUCmONI1q5Alhs/mX0Gi1Gd3JznDmTwdsGRFJA/PM7Dc6beDpAFJMYg1ew9/H0Pev3uLch3pIRLFpC/M+03HCaZtjxwaljG2pjtliV07CcdyepZJjGx0wWTDoIWwBOSGlin4ciD91IGSeGTZJpDw/aGuUHPIItl0ETqKCNOTL1zgyTZBtSTNKJpr4eTkKnotO/4t3o6YJ+yiZ4Oj6duBCDidawB1pE+bJ6nL+vZRaTypZ0iG4s1dJThGIsgBtLZOcyFpQUcUXCynD59GveCXoqst1u3N3BWJvY+ar934XHVmZOS7RapKZMFsh7/0jenSdYBAez3R1N+PcHsf8usQahmXjC5lKrGR8hh40l5ddpwKioLCNdiZZ1AAyr+LIVgq/RJEFff06eb0lboVgWMpAKCLHbG4llZAFfpKWHXQS4g02eQ1jI3ThcUEdiYORBkMUVQqYIEl604W3Kdc5SACSmv9B/OOImwLoXklrqoyYsyVDAW950nQRs/1Bzm6X6fhsJXwKqT4Pbg0Chtn+lBgPiIY4qoVUavamQrzi1SA43uHodxcFbKwvOdZx1EHIDlCDuVZQMVpDR9aiCLBiPSKHYjPVAdBklHrOmDocZiUu47hUIPaCbSiGOKEyBLazxSl9Jhsdudp8zb67W2x95nRu2oBmOamLRw7L9qPnI8spmOYTpUz5QVl+nOtNeDLL/o6AajDgZZjGS1B/bUdziBFM+QAZCRLEZ3qcQcZfEBzI6uCGixTi4UYU3FwvVHYEwfRWRF6R2QHTuzC0gdWSgF9VkzaxfK/KkL5fip82V+9VQ5CgBW5uHpmkPONQQ6jY3NW0hfQ4raxrUril7Nw9M5s3kT99zCfO+VxWWkF+toCgBMKJDjx1fKMtIJluFBI3DKznt0FND71gAomVACAEcGAngBTM0J+JgPlbpC3s5ljOY5tSYi5l5TZbAN6swVqbykhMpN4Yjg3nGtGFRfXOZBo7Nq+EGnCXmMSlDn5inqLm2pe6oDqaJSGJDkuA16GTjid1XbIErljIUlKLIFRPQJVthY5+72TNnYPVo2ZuYBtLCuNHIomwWkST78acWtA6JZuxuplk6njGh1RBQ0HUWNo5MtI4Hq5gpwyyEyhYht/ulIAzhcRwriBg+WRmSStV+3oUQV+VrHTzThuHM7ImByptBhxAgYgLnOV3Q9r9vP05hjGhHnTGBmanaakX6LdL1wjohbbATqevG3+TMLrlnjYb3X+CrQGK+K+1IHZIrlNA7y+5KcujHBqr2ufnbj3jQQqizQ51in4BRK3aPOhn+kPElj2fPUpZ1M0dPp4aaO7rsb1psdwPkd+Gye8xzlSHjFWk+mXHkNJ7/i8yNHU73OBoTn3qd65TzSQpUg69fSerNfCL3b6cAhUJ4ytANeGncZzClYHXTOtAxDxFzsyiXvpN3FN9J2sj7QXhFUgZf4+yzkE20y0v8SzqY6jgg/15MpeTntlK3e7qTpbhJ91FcvN5Al0gw91k+7pQt6bXUGYYAsuMjQ8OJCufTIr5XVEwRZy0g5VhxJIIuORWcDyUoxXYblz1eUAg65sBlOoCNzqMFFFsAMAOX2PTQ62mFqM+aH4NWRLe4no1Nwnm3cgDN+HeRP3RERK6XjhuUkOeDmF2qXE06gSZBFxwhH0uoROcJ0TO69/ZN6fD9S0cqN2GQ6yIqoN3VLyHLaKMxESId1xKNMQSI4ZwxVPKDngPYob6OW6SjsZzkQlWIOBxkBUnaNJWBSNhudZnaYU6ZbZtNewvXIaDh2FDW9XXYba3o5Btt8/ryuF36QtA28EOMRvScJMKIojeeoa9jkzP7A4FRXtbq2Wk7CkcAzfO/cuVvW0Zjp+k3UDN+4bb2IY2JYacQzw+XUp27hagRwlGp67Iv/9ADJdjDT9x7pg69u4lybMBLESf4K52mEzmHVf0ER2tSI9qRXXdGpDqzlOOrtO0EyBFlefCkckrm8l6zloNHgFs/OnSfIgrcZAGsMsvTcQ4EsgrH8JgEFxccBdKbLbkE6kDUU0hbaKvyWIRJ59ylUB0ok7pcCNhbGhnC/W0NFwHcUIcvrJfi4F16vOlQaz/FSno8j768MW6xbdnAkQW46NTMVjFhzrNT28UZyzj7A01QiI0vNSACsIBBVZN+dk/VJRbKUIiVjEt+s/2EUi6mC/Bl1WfybgvajgqwBf1EIxl73B8K2dt7YKaULxgHS3Av5bA4GWU14BuXFvnfbHzQg30/oLit0K4dIDwi9NgmyGMVp9JUevBGZ7iFOkv7iJ2QFD6XcRhRKDXbVvtc1iPI20RlBpQxlyLUg0Mr1kvMArx0BIFJkQob7MdwHqSP3kHICr+gsAdURCPfj8NouruHv5TK7wNeZn21P2gKUwhKE88r80XJ2DbnbyOBbAihamD9Slpfn8DMPYUYTCHjaRPcEgdgLmzURAVEDHEROqJBln7TaxjTOFLyMaFJupVaCDgzSBO5NICU+lBPG8kv+OkV3Bi4YK0kZU6GAsAncGx2hEXVVeV/xYIDrdMRkRLM2vJGjKxxPkRobw8O4XIe2COfiHFaZziwd6oy920Wq4C7WdvsIzyKcF2hROiLuZXniqBjlputZPVefa8WOYlxDAwZhrjSkmHLIMxhjjk7XjIiE5P6MUi6VTdBFiwiM8iB2gq8NHk6v4z2QSo7v9RvXXbcLcMYaXtaKbbEuDNGwXcyLjhWOO6Ng6oBF3hA4JqC3zcLnKJ2atCB5iHnoc7g+wRpe6x1SWVc17DpnvTgJLEJeyjkpyW4JGkyX4LV515suMK4xyMoUG61v6A7793RRAxcWAiP9EnoiDJwJkDWpfsz7qaMSYEmdWRdpMppPgIWRtMi9rGNJRdXETnwi7pV6c6AXu5vm5yqg8uf8J+cfw6of8Wt+7MjJGU6nmh2gaOFeD85hdvLSGxjT9+teiow3d0uX40ndmnZSDjj4SM1t4ARRrQkdl9Sl+F5colPpaNkCLa6cPAHwcQROETgNmTIMva5IMPWbvSGDeZjk7WCwIzloQz9yvvtHstp1pjPJG5Z10BmOn1uQJAuIYD2CZkWnzz4G6kbUgenivJr1hrCALbOCRDkWOu9pO2FOrLNBzklZh/dlZuFIeeSxi+XSwzhz68Tx8sGNW+Wtdz8o195DCvJl1Nje4jwxXmWp4O9tRLJ2+b2plEI5xRTBsjPlCAEXI13RATQPMQ5N6Z3R3nPv+E/oZq2beabt+jT6OMxrvoNWb4L2kzj8kw4BN2OjOmEaNbMF4PhbgmMLMnkeP0kf3E1nTRgcmWbQFA5ObncJdymPQBJkhwIQilK5ozgfwOdQd6ZgUx2VZJSDKNZVHBQBl2lba8X30g6MVv18/gLrplEuwsZUPGplA7qDNii/5CDU0Tm2axkB5WvzS3R+ou4OP5fg/KRDdA6OT3U4l6zaRYo9GjktLMiWWL+9Wa7duINI1h3QPe0JrAEdULQj8ChlK2Fs81gr61Xs/4MAWdOiWf3WpVKur4VSN8MMicR/JzpO4jBJOuvE3rex4OqNQsu8ZvBpn/SZjsJSQOlNp+xIwYVQoDHmNBmjXJI7DSoSkkKR8HQQWSsUSeNEHlOibisvNRGEp5aHER+FUHK6IMOfuA9eo6FgQ4BjDQ/jOEzOsXDzgriS3TQ/fFgmGufJtB1XJ2o93eCA4+gE+57KN3dlyM6+V8ec2pdRIXuMV1cJELrjjzzEETlxnZbb0Y9BlnzPU0HWfpIgcnR5SQeypBDYrZJF/fRmkGGjXoOWTI2eyrMWaxVTT+XU0+zw9/0bXxhk2cAzQCfAYpoRmJA1WYhoMaqlTkX3EcnqPYJTxyalYf5Jr79+z32hcapUQdeLyfAeRbJy/Xv+qRRRlXGvENv9g3itIML4Nos6HUlrklsZdMx6IaayKbLTpwvaHplSWDueuRVtzpk0qQiJIldUDPBKktPpfYXwU/SOzhIoQZ2JpYiDay/Vxj0iD9gkGdmiGfGWa0FZG7SAnOwlAKy5JTSGWF5T2uDS2ikcfOmGGPOofyJwWkKd08I8QRTmFikkSl2DN5V3pAA22eJfNekgrbgph9NNSUNOO3XagWWYI3ISaU7PC7lQDQcaVhhrNoHh+uZZVdXwUwTBslMeuwRCHdCVs9crK94XVE7jlspPS59X8E8rw/xy18aQtQI02GusSdbN8n46vwYPYuSQkT6CkTsBsmYQIcTilg3sIWtf1V4dN2T9GBWuIkXYQ9ZepQEt0Yhr2ElTqUOR6iivKukpDBWNWnP1eOkZ7Y3ieshxzIdKkjVvNBYUeQ5dJY+0buz6S4JEAi3W8N68cUPdaO8g+rXBGjD+5CHVAGR8/47AGM/QY2Tb0W1GwmgwGlgzGuANNt9wYjTahKrrexb0bnxszZRf9oibavyVeMBzHsnVGnro0wW1g3WdTA6MYkV9Wd4iH5F/53jzwb1ez2iGrNyYVxtivDakpTqB/n798FM2DX62CyrZat+STOP5HI8+h+9+TZLJmogZDqNe68H7T0dQtebVMOkWvur4jO7GPsigDJbibcTje+g98VLUb4tv9fTB0Pv9dXTKY3OA2kapo1S+V97D9zGvUH+uQNZdOH+hnDl9BlGqk4i0r6AnDWpWINN2Yb8sn1wri2vgU8iQD95/v/ztf/nL8tbrr0nn2XngFPWUJEmrGk3Kj05neYFHIEv7MFz6PpLVQJbrsjbRKGfh5KXy6JO/UU6fexxwBpkI1AUcBUMMlH31nt6Q1hDLW7h5dKesPnS6fP6LT5bnn3+6rCxD/sBuo1z++ftb5ZWf/qK88qPXy1uvvIkoOKQA5PbWhkHWve11NfFhZ2pFrgTC8JMOIYyCzjuBLKUbGyBWHg1nQbWDu5TWfC3iSt2aDtdm8q+xE9W0ruXfg8R0jy5wwWez7pj6cPn4WvmNL3+pnMFhz2FZOg1PXfhsDxCc64gO9i1Q5NMP8sHR1l9ybcmrxPRy7p3rjQ0HzEd21IfDmrfggEm/vJdsLFOLKcx/k8iPrx4v585dwFiPQ95ulqsfXAUYgjxG0yPegoDK6ffuEryFfaJ8X1ldRvMWZJSsIBUf9coLSywJmkVqIFLdeUwL9M3qiTlkn8AliGetr6P77dXN8v77twC0EM1EZBOhF+kmNrdRyr70sbMmZqlzHwTIOmjLx+/vt9HVs9MJv3wtjc70elcIPGUAFdiNlUG9tgkpGxxN3hqo2OubLW4VKgdqJ7iaBrIkBLmw1N0YIBeXzpKjAFcGWaytCKCl1BUOxM+1QqD3Mj2MvbeYb/ZeMAvK4AnXUQwaTVGgRHpJXUMWbA4XaXKdh4rVRN1x+0XA4gAAIABJREFUpNYxI1m+l1sUhzxPkCVwMQRZAlyjSFbOqCV25vhGCn60t+nbsWwK4KtIlr0n6owWNVmOSgRjh5CREhiBLNsU+0ofGch1hKIXngcC8KgoCROvKFCi8UWALDZM0bdAFjxdLMeN+hs+L2XISJ/4SaKL3lyKNQ8FJZodKaMaYZARFveIQ6tdQ+Oi/uxsJBsrxqFH9msgfvCa6BBGbbhHOv69rWc6Nuy9418kO90l6IRAgFEDpr/1z0uePrA2vI0gDG2DLHpZGcEiOGI0i6kD9L7z+YrkoeaKefzOzXeTGxVPq+kNgQ0vZFQLd5hfLEura8jFPiPBffbMuXIGP+nRnQeoOob36TEjzc3jdzaUqOdnMV2UdKFUAhrRbP+LyYejQSA8HBBKy2NDFAIB0bKbTGhvue5hCGakwOvuBhO1xocvgcbnFxYB8JCLzlbpjNqIYk0E3G+1WRA9McpjbyU9i9UeoxxJg1TKjGeOOdWPnxOfkg46Yk3DLfkiY2RiJ86DwE8HEDczYQcGitfkLtIqmXIH0MSzx2DEz84fRyRrqVyHhmO6IIuX2fSCIKt1YfSxGzW7gHxHeR3OHDoRNFApeRtXXO+76EQYs8dPKvo838uX671mmZd51L4xrVV1nkx3Ed/Ca8kOplTYAQAZcWKU1IfLOgVPxjOfi/3fvItDrFG3wcgXQRebcTD18A4Pr15n+398MyURtWEbeJ21wGyPzXUR4Ma96bSSTE/jVbxPoMCBMyWpJXaTF1PUCybvqf+kdLxGYbLk3+bYkIeSlTSm3KJ44itfSoE+VYxyHNYVsdhT7jMFZA0EIz+fgqgbSgU24hjdV0MQ77TJ26us+HblN+mz4LFqA0gnJxDp9W5oXd9G97basGZIfZQDMOiKwehX/hf8Jt6zfM1IbKZlpR7KiH5zhjgVKxtleYq5RzEe8i2XKPVZrI10VaXxHIuXyx3VOJiiIv+nn3q6PPTQI+K9xcVVPANNaFgfCT48ujJfVs+fRjQLQGtlsbz9xmvlO//u/yqvvfxyuQf+4hmjLLmwMA0zOBxu5IeDQJbmRGec5Mxg8zvetBBSJItneFJ+3INj6+TD5dFnvlROnn0CN1lQHaxGAAeX5KfWJmnE665N4PgwsNMXj5ff+iefLy89/1Q5fRxRm7Cy6Cy/C9b7AFGLn721Ub77p39XXnn5dfAuI1nkzQ0ALYAsfaMhBp11TKWmo4wZEvecIcHvdJS02uBKrW2+nxbIqpFWU2oCm22s2/kLl8rv/8EflJNnzpYrH6CZE3QmnWcEVrKVIc+5ntTtSrenjSFUFXpGXWeZwh9NuAJ0OcuE+tkdcfOYGf3O/ZIe9Fj4xXNbRd96z1JL/mS8z7qpx596spw+cxKOrbvlF+9cLu/ivMXbSO9TXwdKfcjsI4i0ERwq/R1z4HmNayfpSIC+WUT0Vk76mbKOI0PYnXgeGSjnLuCaNRwLIJBVypX3N8t7794o169Bht+mvmd3cMvg1N3Jmvr7VwdkWQlmsthBRaIT0bNJsd5Jau9jetYrwJJAtne2B1kEWoxo0QDISFYa8zYuyL9MDYtIFgq0WyTLaYI6K6YqAz7Ghk1NV+Hfkp38dyTs0/gKNXKPhgtXRkQYBlgoAE1bUazpaSQW1J1SjXWy+m3PtSdolNIQSk/qjIwRTS/opUhDcje62+k1pgvCxSSBG8+ZBrJaUfXkpg0C6AJR4UFRATzXOUCWIll9cxEzKlnTazG8d3peppKJV7eaGKkYp4MsNkuhIe2I1g4MSIIseq6pjmmoKeJZjQMr49FwPNY6yPFgm7nTK6M+1Snn4cO23fKWqUtOUPP9tOv0XoWuTkMkP1ujXCKGNgbTgj+UwdekVR+cyULgYbpgbeHO6AYLUrs0Mo0lbJLDgSzvpOcbkSxFc3nGiaNQPDjc0SwOnefJ8Sw8R7NomLpDlQ8rJphQtyB8/gjo6RQ8ds8+82x5+umny9nTZ9WOlec/UUBrTXTEgnnNERDUE91mpAJRGR1Y7DQ96lqKEBUSk+ai2yEjMTQO+GzSEGmCXjWCTzVxkPuZiiR3KQGAd6ZGpHInqeB0BAaBiYuCrSQtQzLivc30i4iK+cBgew8z9UwpeEmM+KC6NdLxI7nb5ETar3LwcDySVe0/3TPou52ZZxKK06rKAoyfRSwMDTM2mthhKsnCmtIFr6wDkACccG1ZxKy0FEapAXDklY958G42iMNhoWgmjSqRRfCQFTv3X4vBcSkqA48moaNSD9JgjUgfLluC8mUNXLbEl34g7wYQTmOX3ktNVbIoPORhPFce4x5IPrrmV22eGZljITXAF89jvIODrAm22IyD6Vd3A4it37xZbqJ7JVMRmR4lb7iMFKccqiZMQN1nweVh8cGdsQjJ0dN+2gDV4tTI1lDf2HNIi7x/PZiWt4w0U5lEFbR4rd3YyfJeurvSdAidGFLqwjRUEgqkrKXTMiwsr3ekFFWh3H6JRwTg0l44q0H0IpeMZZkkuvgkZGFEOm0oBW10jsaBEyp5ImR3ljboxsp8qbZhFZ116sFNenwakSaipgfivh6LLvStObIQxTkePU2M3hxbyfep27XDvGdEK3Q/bUq7/0k0svjSF79UHrr0EIxTHKJ+BCnRs2vw6uNCpjsjgrV0eg0Y5igiByvlnbffKt/7zncQ3fkpkMhGmYWOY9qcnK/R25x0mlHgw4AsyRoNfqjz+kiWZD9TeUOObt4DIESjokcAsk6cfRJkiu6A1Lbch9kWpbUKIx3b+UYZzLqu46sL5etf+1z55//siwJYXBOYbhoHfOSitzv4/X3UZL38xq3yJ3/6g/LyT96EYwQN0mCM39tiJOsmbgiDng2umDoJXtTvTCNUDZc94T6YPM6m67R+i2QFL4rcvQYfeyRrwNeW8wYmqFODznr0yafKt37v2+XM2XNIE90pt5mKB1BNR52O78C1qpNibRt1Bq7hESfUHz5bjHI1O9zaPuP1tA03sH4EQjyEnkdtZLfZyIlotB982jFC1OfzmJKdcuL0ifLMs0+VU6dPiXbffee98vbP30G0CagIzxZgkzwi0ELkiemCjGQdX0bE9jgyJ8IhCPnOhne3UIdLeX8K97308BrOYYO+yEgWCOHylRvl/StsnIRMJSbEZIAk5JkwZkiWDweyRj3+4757/hgbtE1hByFZsu5/GxlUQ8br/0yxmTex3hgZJ6OP9490JMrhT3m2ZYyHl09eQ77PfviIZMFr7C6DPmxTAj/yT5UBhfVRmBAMzujVUUSxjjFdkHVbBFfU6/qIFQC3Q52xaJgGUWYb3xStg8UJJcDXZLjIg9+Y0kQdII5brbUYKciqlLzuFbyEPLeQnvLVraHUFp9F+zRA1i7PJQqQpeYX9IYrmuJzhdiJpUXAqMoMs+ruY9z9yfUTRneE1zVmrqFSONGmM4xMHwXAAn3m2gbIinQIfQYPSsNvQA5BDFZEBiKpfIcHKFvqqm20Upii3iminpwju1My/YeebNZnsJEKPXT0/sRia8V9GK0NMxsOuRCdQRHCNiB3COpurztlpFEL5PDu/J0ONbfQVwOS9DBJAgS4ivX0ODi6tuty9HWAqvKWjOrYMT3LSt4eJvNN5T0ZR9a5jtYQTLDwNVNWrMw6CpgguhHb+gPB36Zd1mQhmkXeJcBSm3AXy2pO3CemCdIA0DENrpNRzQ+9oYw6KZIFWwJ089yLL5Wvfv1r5STaE8+qXpI8i3sR0KWLOZwW6Rzhocebm6RzKhjXI+ogbxj+TJ9gCh/HrA52cZCu1ov7x3Vht7w4uFdFv7LYg1xEj56pvmSPkefdzVKRJq2n6TKNL9KwvH/Bp6xbE2jAC4xi6SBeOk7SudNsubpXkodBP/VMOvGYveOsg6Kx4nRUrmsMMY3P4KMqq6Mb1BJA1hJSdJhiwzVhWuZRpGPu4Kys99e3yi2kfPDLRdN9/VVKCs1K17ixhpfLgNIpfY5+2VjOiI5SFvHejs7Hcg2ngG3Qo7pf4rUFAGveRMYCaUQNMpDOx0gV7stY4VEZrJS13MNUYcG7NIap0Lv9kF3bgTGTsb3+kqXZzZBAitFQdbfdUvv5G+iGyNRDRgFZG0a5wpLebR7OfPMaANrNcuPaB+Xqlcty6ACPyuhOcNN4rJe2Iftj01IHyFnFSLD20DqQezvxFYvqCEsDqwmwnZYWryuiYY+3SDiim/WeWstGO26B7DX0kRd4L2sVdQPed6A56q10n9B/Nqx8YKjTxpiKa12r/IPUJ/HwCnr4dH6m0ze8bepWEr/eDirUDmo87fU6oZCR6QTN6JQGnKIstE0v65qTJaRjY//RGoYcEa8HT8RYHcEiM8RPOVe8Fs3+8eTPnDmDVLnny9mzZxF9pTOANTanERVCfSRtIwCtgo5rSIqD93+tXL38TvmrP/teufzGz5BvB6MUeo8gS4CfoIKpetzzTKNJmd2NU7ohxmwytD0RCiX21DqtrTajJzzf1Dy5tWuQ9fAzz5e1cwRZPsuIfGlxHTpJd+NCQD+wFTfGt7m9UR577Hz5n/7Hr5WXfg2RO/DnbUZX8MBlLNAiLicrbdI5Apq8ujFTfvLuzfKdP/3b8sMfvlbu3IRO2Vwvu3evo/Mgj6VA1Ao8yyiWQNYO270TaGW6L2koIj0R7auEG7xW5fyE4hu/4L8nuWB8XXJWvXN9ZHaPbPqXnyXIYuQafRWh1x5/+pnyO9/8XaTNnUKdE+QRABFBFvmbjZpWeSQIapYoe3VEjbKHAH4wTwIn1kdRx1LfUt7qvCnWOFFX4n1mH8j+pS7BdTz245aaEDH7xLIi5YupALwr4XkEz11BB9vtsry6VJ753JPl3NkzqJvaKK+//nZ56613EXmCk5v2ivSp5ZTqs+jYhLNg+TiONEGKIVu4i1IwZnbEZeYDr1mDY+Hiw2fK2XNLKvVYX98tVy5vIJJ1rVy5cg0p4jjrkQkZAbJyYdXh1Wrhw0Sy+MmJ3W90MuW3ceiXpnVuan2vqw2YerNpIKu7cPwMCa8RyJp2XylIGVEkjARZZAKnndTT7DFm5psmyFKRn0BWFFSrC0rmQDtthCCLaYEMPwpkUZHDYk9PdB5GbBBkwylDpxLmsUkheurwE5jVDTV9NkHEz0mChjdPW93HjChkE3SlWG57YuU6ZMiJ9Y2H63W5tHEfRq0SUKlQnYDLHlt/09i3QvDcDLJ6QTHwFuKNvUBWOhhnwDD0difIkpeEh8rqO5S0ka+eY5CVALpRhDzk8X5A6+pJsoO30byMWXZY4rTVSjbrfAww5Y2JlAH+3NIB11Q89sJbUbNo1Ezvv2mAsdDUI1UHIq5TGJBVTAZNCOZ048oIUoLEMK0FrLYYwcq6n2orBcgKY0IUohTWtvOkmKSO1JO8Io1aXZ3rIvojsEuQ5b8TEPGMGIMsR7J6kKX9HxkzPa8OpU3In5x7FMJu4fMCEQJZqOGh56wKZ0Zw3P2OZ5gobRDXct/uwEglnbKmizpvAY6U3/z618vXvvENpN8twsMGwxav6yBetG3fVPMWzjEZwEumeygyZUeJ/3aaLNeQyog7u8luk2z+UpnXfK8oSRQFu3tSfyZJhdg2HuWc4WPDoSGg1blEYm2c/heGRhikpvFI4/CG1zQNp+D5i5cvLqIWA7/IQYIxm0bcOp70Txqmt5KtbXXYc/1sp9Tbr2HsMTceZ5HAVbw0yygMUgXRTIItk48RZB1dBsjaRrqGD2y206Q5iNIJZThlWs261eRhfk558Yo8RbqiCqS5RjD1CVCZss1WwcrT50GTTPtEC30exoyIIufOZ6uOkTwMxXuHZ57BgCKPzmPuCzTeRePOQEh90/9etzkAtc/eSkOXcthOFhWDx35p3ky1lCMEF2SqqdIFoSMYIcc332fsw+c6wjC5/kF55cc/Kv/tx3/Pk7idso6PH+U6SKjnZiR6DwgWQDy9f84A8LNtpFJ20bRunMjX07jTXePW9TNSqxEl0cycLqUn9x+IMWUQrZFLRmIjA0NbHY0FNI68MkdRyS+wVw7ID7ReoZByzaMjfuEs6gRMje6mPshZ1rUz1fnso5SWHkNQo5eR76Uejb23M4ryK8cTN8gffDumkY/Lv7Vug3G2eWumva0TYzfA8hf1qFIb+2d3sp7rQ5D1wgsvlFOnTrlL6w7l9GkYtDy7DgY3+GGT/ISU5HMAYu/+/M3yt9//bnn/7dfKDA4Bn0FdEg/pJa34UN4RyNIwI5rT69MYZOqS1sK9ybRBJItOJza8YOOLAFnLBFnPvliO49iNXUSymHZNk9L2A0E1v/m/HXAEWTsY3xHU37zw4jPln3/7N8q51VnI+53y9tU75TJSwVbR5OGhMyvl/AoMcspw7Oo6cgdvgJ/+9rUr5Tt//HflH3+EejREo2eRLrgLMHEEC0eg5YgWUgnRmXAWa8KmGMzu0Gjk7My5DV3Z1plTHBqNvJNCKkH0duLEZfu8YF3Qy4LQraRmyHnajNR3jyGj45u/+99DLi6hzummGhXdQVozj8RYRMDhOLrQ0tE2F2dS6Zwq2GQCL0GLzpwwT8qJzUwP1qSyhk3BB6xx1HMRaNn5iVTruzh+A89ZR54e08opm+j4YvYD1Cv06nH8BCBeXSyPPflQuXDxPFK0t8vrr/0ckaz3ARKZvcNIvPUAjw9h1gi/Z+fQoAIpgkvYZxKLm5ftYG5oxoQ9pb2+gjqt8w+dAsg6IecbQduVyzcQKbuKmsTr+JulIJgPC9iC38X7adTz5ftPF2wbkfu3lwG+5/5OOw/iQJAVAmqPm4p8O8bNzewvnwB7nQFgQwchTBIAoy8B6g4LsuxxI4gihSquhJ9gLPytuiydd+OUEtZIyJkUho8MzNAb2aAg28rXIUYHQs1HglKuKU3Zyr2fPn1XJGobUVJ18Zl6MK8WLIhe8rpTVjGc4VJ3Ej7Z3ItughLIIuM4DYsM0keyEmQ5at5AVno09XStQWjv7uHDJ3ucCb4cGWE3sjh9Wzm37vgmQ4H7Ur2eoRSrJ8kPsX3vtXC3xsgJliL2VjYzz/s2zxO+aYAyYgWmZ7QyU8do+FDB0QgioKBxzwNR6dHx/SnzcW+shZSEanfYRY0dm9gTyQ+VsjHvTvVr9CDLCjyVvhUKv/hs5h8zrUidzmrkK0FWs3kcyUpaFIFKOflWWdeXGlE73wkTiWwbm3UswQecQ2wYgYRqXdR8oW3y4UFWbIh+cJ5MEWQUC8an5s/UACgIfDtNyFDRqZJW/HSgaF0gyG8jzc/FtjTW0ZcKwOo3f+ur5Stf+S3VWjGdYQGK5ASKwI+jTuvWOs7IuI60Lnjz3FQjmrpA4lPwS3bQI8cICHP2qXRBi6QXirhNKCgfdptzNwhS1ENdmnyOlFezWx/vjB0TBB2W5FJUjlQSzAXlBH/ZiNTWWWZQJpAnAnjU9YmorFIqO0GyhBo0Dtod9kw7qSztraS8dBcq8TRXWh5yb6zIp9tjpnLOYF+498vo6LR0BPsB7zcPfd/FvY7hDLKdo8cBssAve4Asi3jPVLOTvPAzfUg9/iTvC5w5WqcuUlj/lLHy3mJe6lBFfiTV4DrKEQItjpl0wEyFlB28jmBwHWl8Ajj04lK2hDea4InNMiyTDboECHNPMvVSwsRyKWWdU1hg/OH6TYJ+OWjM+LFrjnpHOht/d+viXRgmcODhVgvQL8hNLj/9x78vf/Hnf1puXcVRAjo/DfUTqomIjagEkQMLWkvjn/sWzzGDKjaInwS93GPPyOwckbzQuzlbO/yaTtKZOekkrbRp2mCXQd0qnUmiv4TQ5Mlw6uD1XOsJzuiJzJRX6SOkUk4WHzXYc7Q9Xh78CN0aVNY8/c0p2cBm0mEHPztdkjQqiSha8PWOlnUPbSJ12oD8GZPD4Kt3m3pTfPdcjgqySOc5rk7o9vKXn2QE68svfFkgyyQI52VEsnj0wl3w1Qa+T5w7Ux5+5EJ549Wflf/8x39Yrrz1KkAWWpkjmpWRLNOLYumKZIkeuKbcxx4QxtxyYmkb2JY7CGRR9kE2ofHF8ulHkS74Qlm+8DS6lGLckgegXC0a95rjIMfwkGJ8g+fuwtl2HE0Pfu/3Xyq//dWLOLh8s/zoH35eXkaTi2tIBaT8OHf2eHnucxfLl549Xc4h8rG5gedBRl+HvvjeX79e/ui7Pyy/eOMXZZbdRAE8GM1iTdYsQRZBJ+q0ZnYJtLpDieUMtJ3Rz1Ej/WUDWdBrj6NO75u/+20YNHOIYm0ilRp6Aet6+QrOhsRRF1zi23RGYs/UaVCNrdjtL7sN8ixH7BE+56NMrOucPhw2g9YiMw9sr3L9qby4xwRYKsOAHOWzbvG8Q5Se7GyDJv9f9t7Dsc7suPK8yCASATCnZmaTLamDuluyJa1lWe003tm/0rser8ey5DAeW7I963FQsmWlzmQ3m80cQAAkkQhwz++ce7/3gKbieL271oCNBvDe975wQ1WdqlNVAlUjCjnuPzhvkIUv9cqVW+XmrQXpYfaanK4oQcR+1QUjFDWRDkLWpRJilXT68KrmMpGsAen8ibLvwLxzvXCUEiW7dXOh3L55tywuKidL64HNRYG3bV+dnaXL/r8DsmIubJcYO0XIDonSd9M73vGfTwN6O1/76DERwaEU9IOs2u8Fsej8DY778ZGsXv4Ph2bzIGAGFbkCZJk2aKpgjAL+WYFX2pE9UUb3oWbYM1yVVaRTnjqAqdIw6kA0u6gzQKwwoUj0PKbQgzpuug20ZghVBbFTOXCbO6Vw38B3xkN9DXqLi7X1gSxHtZyn1WtM3ECWn0X34EhO39RHAW1fC9uXb1OgURyOjIjCSUQRjm0avPZAVqML9Z+z8zT3PU/zwHrfQweSoGhKsZXk7FoE6P4m5b1hNtKvQwmueGJoEOsqNgG3eD6mZ2ZsxN9XKVh6LDhg4rlG1z/xZsZgdylo9VaSmRWjUcetSZgQTm9fUMMAZO1rG8jyIAXUNC8K/G/Aug3kbSCr5kjUYW7z3HISe9TRFE/oQJNl4nbF16q3uRyDF2APaHWlof25GsmqOVnbQBbv7ZQHfYtiuw3VWw1tP7u6IAoUoAX/GjKXBGui05ae8V4Dsrw3A7KIKtEb6THOAVPmFL1Rb4xXX/10eVmUQaI2JNHS4BCvHKBjfEwRDkev06epKQC8b3hW+Wl+uf8OFW5df7MWGGdoFgbVzTBlz9c8IjsGal4UY94ihkxTz0yWHHEkJIaXo0zwFViNdd80OdB5hqvjIjQhNg0/W7Nj7RXtG75WBXZabzH+3qWqYkyL88cqyNomtx0J60U7s4f6QVbP4PPqRM7WPlmTQ6ILCmQ9kad3Q+CFyOPwuPbKCCDrieiCT49kcQ0UtisP+qGRAb2IdcoGp4qUm1pqL7pps7zvAYHRFaZsQlfBGYTzQf8AY/yEXtKMhUbhZA4Yh1XlT1HAYkNrh/3Y4hd4zqGEBnZUY9rDHbrpttdMVaxA2bonICu5Z/IeC4ivas3gBGjRsRbBA8hNTopuA/UYQI8HWdM3rypZE6JzfaD8mL/72/9Wbl29ol5sonnpHlscv0dAYRB6Mjb7uwGGSJcUC/Bvegg86zWnJO/2fbxG1P16ZEPzIfTTsnueXaOmLsrjnW/5kOt11VIZs6r/IlYSAQkxnoHNfXoJeN3XMa7P4fuwYc8+6sksUxabnGIYcoae/PF5e+OT9ysgzju5jyqGTM9u56lAotObet0Sue+eenf9s/22E2T1S8zmcG1AtTkgN5ttUfd/A/Xbx613H3sFsl56+aUyq/5X7AFBd8m+eReWeKz9uQ4FTAyeZ86cLqdPz5a3Xr9U/vzLf1JuvX9RwkOV9jYEsqii6+LpOH1Cyw7IirPuZwNZnkXfYG8MWRSse2jZlOgOyJoCZD37cpk6eNZ9Doc0YIM41DxjWTeM2RZtOaQftNlhm5X9h/eWX/+tV1Ts40n5x29+WN5644Ny/cN7cpBhA0iGKNpx5Nhc+eVXTpZPnd9f5gW00lOrlMv3V8t//b/eKN/8+lvloarNbRHRAmgaaCWSNfj4kWScDHY5QAYphmFl1By5PwJk9Rt83WRtt4LycvTt/xORrJbTvC6QdVJ0wV977TfdIoVc2b379wt0zJcFOXIuXXpP8lD0Zek5GvTGUZiekKy3UKbj8HJ/LOkaHF62lZxGMyrWwLi/YRBgO7X+oDiyYI8xhTgv7RDT3COzndcsALW1OVweyFG6oTL6Y6oMSA4V2/2aolh37jyQjk/vTLOIdB503YSKVxHi33S1YR2MGS47PS1OIqlxmGKjTCtna+++2TK3Z85Ot0fKF7516165rW/KuBPBGtLe8HmqNOmXY5Ym/18BWT/OoN++yZ4unH5WkNUZorY3eko6kawIh05AM/BSljvpgq1kZWhQMegcyaogC+WEhxNwZbogihUDpyb5dCXjrXdqToMmLYZTCknkO0DPnmhbFRGxPeXSaYsqkFiXFblXoNV46c3Qii6J+m8Kq0sObCDHGiUGXe8rf2yj8XEeFEkr127KIBS55Kc4H8gAAfpUQuHpmxA/7bbgOBeL261eMh7R3EMz2jxpXtJQfsYAWXUDZ9Oml0OjNTVDiZO0Hl6cHqPWAsHz1vNGOodGRkyoSuHzj1HkJKEeC0ka1TEnrSR4cuiqQNfrPD/3sHfvHld8W1DzuoeSzBRzje3CcxIFaY1yN5TwvphKZTZ6JExkkDNeDRTizVlVRKyVRbWygbpmIJWco8ebCHXluDhqJSDBOSxlItwtCAzyAMVEWgMOU92HZ9DfeP09D3EwN0MvVk/WIv8aMEpOT3NGNMHf6FyJ2rRiJhivLv9qMNG+9HvTIb5s//znmM5M6qu+FEcGH5C3y8sPX3c8ldAdxig9DM3FZbal/ClG44IzyctaVxQFWkD2W/z1k5rXV179lGkzA/TL2hwqyw/EQVdEi7VFtGNM62tapY4xdhPRkU2RAAAgAElEQVSVS/6Khwywh4OkOm7M8VYEM2uFHAAMkPTpAOStk+xbBbtz5gy6Kr22ghtXPAQfuhpT5tH7wdeq1Oa6SaKIAuI9klqyieomqtdtZouRSpmrgGVDBpKTlb1ClY+g0vRcJgniyadxRcL6ZVnZCY+qYihmgXcQIGHQFfnqe8ARIiONnTYi7+6kcrKoyAVwga5JdcHN4alyf0Uywfl06X3ndVLHiL3I3jNdl9ehmhhkYUBVhwBSpQMydWL0forx1Ei71oP3DhHOqrwjD7ONJ3bJ60oeXf3b4k3jgHKnMAXVAlk3kcsBlgZmtaALd9Ler7ef/VfXBT9jgONNlW7BQURUngh5/SzAlufiGqwx8h7IZaAgB+ci6Z7y8BNqynaIqm/q73JZIOvrypO5fuUD92Zz24C6t4ybOluNP+pEejH1jFnvBMuL9n6VHwylhycRghQyyDrLVz0Hv6HTmI9uTnrOn76b8Ke68/RuLvrNjpM++aPzu4hMVXe+KnIcHdXoPs2jHFFso6wVBMp9thVb5VfdR1HceRbP6I7omNdxJ98DDLPpE5XofeUG20psOqGtgaZLe/dUz+MDehKxna9Jwg6k1/3m27YcYE8yILpmdUS3diVNX7ZbzeT1X6PZELkahQ1e/OQLykNRARrONShjeEzUQRHllgX8N7QfJ1Rx9eS5s+XUmcnyzpvXypf/jz8s1y6p8IVAFrlJ5M2p5J5lbANZ8XLVxdfWTJ+zLu/V0beuqH93uf9t7WR+OL7LycLOqCDrmfOvlJlDz5YnakZMRA1tm91Z96gvIaCIEw5nrIz8g8f2ix7+iXLr9gfl61//oSLA0q/Ku5FlEKeLaM0j00Pl8OHp8tpnLiiidajMqqcSeZ1LOtt33rlX/vyr3y9v/OByeSLHyKCA5oD0iiNaAlkDAlnaqDIFycuuBTAa0LJRn7SUbeun/0+vsm6j9R3HGxmLj2rL7Yf9uL/y6b41WPc264m8Kqh4p1QE6gtf/A0zRJaUH0q+Fs7jCfWUWrh7r9y4fi3AR7oMByM6KnZm9lT2Dawf1/1NJAubS3KbYk8ArHE5hNI2o1fACfmbVi/5PMBtQvlctslk97mthBrYryPT1elMA27635oonddv3BUQWhRThequ2T3IIxxvY9IfACp6rLnlELaLGR7ZHxzt3Fy1YxnT9959e9yQGFvioUDWnTuhCq6vokva2pXVAcVbETJ0QL+u/YUGWU6CrQCpGSHpOZXqYz0hDciiOkrLyWrVBcnT2J6T1Q+yMOocyTLI4vNZ0Cpi5i9DpqrfXIWPXB4nzLdcplr6vCbQ97xndV82BVEXcc7e23Je57mh0ITa9VCQVhA53EvQx0bodl7WeoxfY6vX/WjjyZeqV6zGiQtwYJA5gpWqdolkxUgjYkBBgFEMCn0HJPZXVGqduyuY7B6l3pfugc/hqbbocah32L2KnJPlUPC4unTv1uaETx761S4ZJpS4Zo4xtt3gVF9sBudsVEHc7/m34u4UEl6xjE8AhQSvrmdDyT2YAjDMJVb0aVX8dIQOTQ4PHTxYZrVB76vU5/01yosnlwvrIV3o8816Iwm3nYtZsQfaU5PnNwXJayPV0ug27ghVjRQ+VpLt+gZATc0h3RR5XRWQwmXmb+eOsZZ8fP7m/Ag95stGoe4Jg89jUoW9aQ2W81VlYRh6BCNgWjnxHkxN4n5Hm606whQAaGHusdHG92kqop+c+RFCRQbFt9MMQ40rUSyBLI+vwBEAaXySKKJ49DKK6VHEfhzRXgQopmcWFASqP2Z9clYM+FdeeUU8/Zd1DqoJKkfo3pJ6Y9xHzJvKl7yygPhRwLzXUQrneM3xfJT+Zq0qwsmxFt6VokZ58Cid5DI52mEAX4GCnotk4EaxHdB8DZNTJFoEioyIGbz4RIhr5UgDtBSacTTcyiNUr9hWafzYNf/29q8ywGNpl1L9zlpnDxmstH1uCnLP0VDPXFdCNQMl71CgzZvZRWjs3YSKpz0I3U7GyOQwyeGqLkXpckDWqGgoY7vLypb26rD61FRl1YH8TLr3PF92a1gWBRg2amz6rMQwa5EEv0eBE8rma6xSVLhbSh2dKonbQzI0xcGXo8WFbAzEUmlxg1wBipeQsA0vpW4SSzLPf+0To/vxvnMuZPXCNkqchUmUvt0ENZLlnlx6thTVCaDGYQSwAvzjrIGGCu0YcAW1kD0+p0pvx48cUg7JWHnvnbfK3yuSdUORrNEaGQtVqoGttt/qfNW9nL+apbvTw26B5fVpQBmNEQp1k19+re3LCq76QFP0RX+9Wk+hv3aCLB+L+Gi30x1ZHQxctuqiBoaa/6uXs9c7P8u3tbBgHlOUKjrGuq2KYedTdgZvlblVb0ZZ5nnbY1n91uObbm2j2B956YAmb3an2WE4b3Ms9u4904I8qE6walT3HWFd7nvqA2noNeQ4eyhXQpH09runo9oG7VzQBV8QyJpRzyHON6AG7CNjc4oMjZW7ilJsyujefehwOXHujEDWVHn37ZvlS7/7B+XDd98qA2sCWNJ7UFZbTlbYDS23PSXcDQzrz960di607v3cwPbXqxLaAbKIZI04kgXImj1yQeywKe07Gd3khXnAAaMZ/ORkSR4jCwWydu+ZKfsO7ynvyjlx68YNObNEAxYFjQazZtnIOa7UNJX73izPnT1U/sNrnyrnjs1K9qvioM547cFm+Yv//m75m/8mgCY9Mcg4yHk2IIdVB7JMGySSpehWo08yIzU/sP85++c189lg0I714vnMBvl5I1nbruXdnGvgQIEVAuuAiOapZ58tX/g1gSzpw9t31JhZ/aewF/Yf2F8OHzwkyuBS+eCDK5aryCYKV2SvVMdevdCqihm1iI9tBWIOpnO3nNRM17hsOJgH6FYHJvSFbCWPam5OTmvSQ2ApuKXSRNp80FR4RDOr3ymEcefOoqr/PShLijZBJ8zFuB4yVk5l6wsKXgGwUjgqObqafzm6kLvIWwZ3VtUHp0V1pLYFdMGHShnYWNeeVKUtNzvW3oTJQPXb2JyxETr7+Bc7kpVN3BKkMUASUarCQeugK5JgmksDWfRvqdUFK8hqkazYSlVJKaJFobAMfopieCEbmfMDg49vLWwnz/Xoda30OQ18008nmsBGfjMgLFkDgLLbokD9VwVGETL1fb9ePR9+qQneXlzCdMZ6fz5H++boWGvVODPqyN9VUXGdlPDEQ4BxESCRPBU2Ct3jJy3E8RLgcRvTOMbjkXsZVS5ECoLkPnL9GHc20qk25s7d8QSzqHeJuodxYlqQNsj01O7Ok8DdYuRiqOARoVoOSZQYTzYWqsC3Uuz33uq+k4sC55b3Wi+HtmbirWj5F5wbkIXAeaReODw/DfKOPXNMXej3C2Q9Kbdw9MkbxOkYJ1P/KtAiURg6m1719dqYktcFv9klvonWafOm9DhJo4SqiQI1QawI1paeTRQs+nKZyoa3W8ByTR4m/9S3uc312ZJcijEYfruNSKojWX57AzgS5AmsysrmFOWydWyjTEUYVvBlRUo0J5+psjvzV0EWYKWt123rsxobPb9yPt776ikXG0TeP1AMiGaxJjQn7Enx8sd2kRQrioOA74qMUsYYpwfUJ483lbBqvxWqtvEOwhWQ9RIgS0bG4MCUBPWa+NfyXEEP47b9rPW59LlBiluYcpat5uhD3S8UuiE6MVgdCzgI3MTc3HXykyKQbRTVnKxhRSr4TJ0Bn49mxy2SzZ5izjy/dsAkIpOIZqoamqrofC32YoAF6youjTgLHDlrVF6D4mYEV/kkJRbaXCI0nnOidH7O2lrZdluO95mJnLmIh55NnyMaFq9ezIVHNB4W4MXjSyRr8InolMplwI04skv7dtecqDhTjkZ6DHXPgJUGtPyT+64gJMdUijXPVCNTCapU+eZjEolq0aVRQB+RvCoDLMcqXZNnZe+isJsso9oYMriNreVbjZq09dnWd/rF0Hg5IDg6BPES2dFkbNYI14VKzpqNPEXxI8smJ9WXzQ2uFf3T6+zdZfps4cSBrghNWR/ZJ4rMqeNHy6wqZb3/ztvlb//mr0R5+tA0QuSHe/RVGZFqfy6D4fFJH8hK5/IxVT/0l1Tl0AYQ22aunw/VL4Z0coAqwKpz19M8PGcv6tdAWzMkDZY6WZi9ZRnUv/kpMGIZlCXoqHHVhWGj5A3nNdd1YJqS5hp5S+SYvcBxbgnQnHU4AGvUOMH8MFvsCDTQT26I5y6XDrUfp6iBdnVatn1f9UjkE+PR09ntgZp4rSPmM7eiUNvlnUc23vY+p1zn+Og7uAN/1pPJAyXq3nOacpnejDgnsdu9A+oJKLqgQNaUDErONaRKn8Pjog4KlNwV3f2xxguQdVKlsk+emTbI+sP//Q/KVQF7crLkYTRVDpAVYJ+1ZcZBfeCYRv2Rqezfupyi+7Kpq/5oc90WQ3WeILct4yTrBLKm9x4rx8+/WuYEstQxXvPCPUA5jqxOBdCALKoLIqgAWYNjokHKOXn79k0fiTNrVF5wqsraHoRW5i3zRAUehsvnf/mF8qufPac9x7iWsqhb/+a7i+VPv/bD8ub33y7DopcPUWWRoheMBwDLpd0pfiEKmpsTtzHBQQYA4N68qhLF6/9qb23bdzn2XwNk9aiuzQbL9a0OoIfq5+nz58vnv/Ca9shguabS6HcXFgQ2Vtxj6vgzxzUWe+SIhEJ327IfeQ3QwiHIg8VOemI2iPeL757ARSq1Rl/0yr+7NyGOtBhKfnIzbiQjaZbtKuDVFh0TyNql3K/ZPVPKr5squ+dnNc2qArnwQDqbtio4UyNf0Ud20NX7oaUJzawpEWE9LDsdvTw3N+tiGAAvdCTyY0y2FywPCl1QWMMAtAZEkDfOlam2Nb87JaAKr1/YSJYnGi8ees1CF8UY72EiWRH0Pwpk0ZDY1QXhjFahnGgY6yqbiOqCgCtHsaApNa3RQBY+qKpcDEZcia+WBW/RLOhkLn+JoK7CuhoZMXwj/ONnRI70Ay7esXWT56nLO0KnblTeb3LXP/v+9p8BOvU0PkMT2jauAEL2CjKgGBbJwWr9eAJiohCnZmbLyZOnlUi4X0mRY160JJg3kIXAT5+gWrI3t16vX3Mb6vO1ILnnrkaxwvOVUaKoFfOWggDMwbBek5HqSNa6Nt995zykMWyAQSta0YBso2l2RiVrom54HrVRDG1OexiSn0MeFV5mrj85rfKfhw9r4+8t95TMf29NG7WEgoSR6JLM1fAK3Y6GqRLQdXNi52AM2LODwiSvR8/gCIjWBPc6BgDDg47RMEwUgchajc5UA7yBstDiehES058E4h0VMciSwVvpUC3/AfABKMWIN6zVs2K8I0h51nV71TWW+lw6VsWz04ROqCJZG4yzjfZGvfRctu+2PHt/89tOg6MpF16PHc0eQohLIAK0bOULyCpJd2J6r45Rsipzopy3xy4vzHMwl1Aq0yR6S/feypgTfdwGsgZn9HxbZVGe3AeitTn/yUKZku5SIOQqMX5OzE30CMPdxV8oRmEDlAVTDUD96oIKlbvu6AWAs3rsGBKMe0qIY+Q50ipreYQ+XVS+Y63r+QyaiE5VSiuJ3tAVUu46BpujYXjAKwhJQ9uMqOmLbjGQcrUYLACujlqmZ8NpkGIX3vU14tdAVo9S1Qwon7nKQhQTxWjI60LEtVzNdck3or1DotFMKJI1pOJABgGKmu2amlflMkV9V3RtgWNHwxnHvjxEy5Um/5ps8DrJmJuqwrzopp3zyjE1zy35iWlk3I7pRV/1ipV9xpyqUox/QGrK3hMVddVIOyi4j25p5zqWnfHe2pNZgWBocx70yGHfVpWdDWQ7+Zp1kERscj4n5ZBirzM/FGhBXlDtMj3fkls0ouMP7Jsr504fL3tmZwyy/uZrXyvXrlw2yEr1QWSKvK1cmvtzBVYmNZFLcltSTTey1vKwGjFZLNE7DIKjEVokps9xDAaGAXwAEAfYteJn5zNNLzE0fLgeb1nBGOAgqbTXquMYJ/IObUzpHK2MPmdmbzA+nN8OhUo/h7GAI4oZwbhDPiHD2Wuhdm+psIFy6WTwMj/IU6i+3ANRScpFJweO+0xEcUQ6A4pmaKNW7B63PDagjbwQit1AAs+cbo/mxcaIAszvPr/HrurlThfTrLVXmKgzfj2W1U7xNfyI284R3ZsrW2bWi7hctp4deZty+k3R5zTMQKdf9Tcg65MqfAG458sga9esnFfD5d6SKL1EeA8dKqfOn1XvpKly8e0b5Uu/95/LB2+9UQapLgiooIATzd6l6VLgQs/cV3GWNURBp549Useoe7aMlYs+fSSSlbtu1OvWJyt0waPlxIUGshR1oBqm7iOzhY3imLF+x3ivUQatR/JyHqwsK9dmWftF867L2oXrMWZ8WkVGMRJkx+2bmyz/6+98qjz/iaNlbmKorOmUl9Qi68/+7s3y11/9dtlcUhRLOaYueqG1RjEMivsMUmWw9cyqI488bu2C2rOaAeId1NyMuZcqadoo1UUQWf7zRrKqWq5r6keALC3E08+eL5/7lS8YrNy8TSRLvfu8lx6bJXTsyBGtnf1l4T70vEcGJYzd7du3u6gWf7vwV7N3eEb7WSt90EyQ2JGWlcgYy/qaXmInexweYRQkn8pVvgWWAViHjx0ox44/Y0BFJOvO3SWdSxRDMVpw3uNoB2hxevQin1/T3DyU0w+Z5uiY7p2+WS6UhDXmomT0stR15WRDDj96hL4kjSe5vWHCNMc1epScMRzTdX5+9kgWA1A9D3Xuq9ruWwA/4denVBfcKQB2nqF/U/6os+885if9jcAPyErJWvP6fwqQRSizP5LFSRrPNLI4G8UNiV1ZsIGsLJ667fUxPKl4leNZDshqRSICuOI5pRB/hEsDAfHo1kgMF7Vg9Zbrhqf91vOotbf65o+lVEPpvRXejuvFE5rnwFdA+LSTszFa5MuexRoJ9AKL0eHPKNS8X01eP/HCS+WggMe4eLjQcFxBhvGvYM4RHsYCbySGhBV6nyFu3ZRzcoVWDY3zALZME6SiX6XVkMBI0QF6M6B0AND3799PsmalXHGmYUq+U/EOMGADIV7oKEmmzSKpPlMAc+45UUCPv++7lnDHANKm3iPFNaGqdICs1aKck4FEKHjORw/E/+4iAzH+qUjZVDVPPSIjepxwOOVR4Sh0RgSbWJXDMAZqLghvY1g5UmMDFSNEAKJGaVA4CZzGmdBPY2p0GgMt6A6ev4wDRhqfieGK8S3DXAbGisL/CM57d++UW9c/LI/Up+eJPHjDqtpjYyroigVWjYs4M5LL2HJ72kLq+xmB8vSvWBQeczsWah+rJ/I+OidL539Cs0FFoSbmDktjTrsk65pyBrakeAXDNDyAKyXLitqxIQ+sQZYjUQL9WpevvPKqI1lCNbqKvKKbibrevX/XQKujlbJudATfm4AVgWvy6AA8qVgYAe3SvYAa509JMQgsuYpgNchbNcEGgl2swUAsxTXIOxog8lvzPtlXGJLkOMFjx4hijTuxWMfxk2RjIr5DeGsrr90eQtOWEwlu9xVjGNDF2qs5XHqGBwKWXKeBF+a8K8RSjWhyLhOxSXQp4geKtO4DOclcoBShq8ogTlNmVeNUTtY4IGuQiCyFYwSyJveUJyrJe/M+5dIxYjFg8Rommp1t1m+gsR55FKvm2LLR0BHD1ahsVUaRl+bgVycan8Lub1LOcppG2RrDqd3K59MbeF/XlextSCAlj84PrmBvRP7YvPWalUHm24xBYMVcqYatlHwMRDyoceThLUXxjyuvCqozEUyiV+zVR1L+UF0fqTHmCnl9yEZTerO3kElQAg/t31POnztR9suL+/6775a/+ou/LB+qdxFtjXAqOMdPa3wLz7LuZ0LzYraA5B33i+HAvLIOAR4GMIx7G0PGETkFpdMyXf/RjkSff6x1/8QOnxQPwRs8QOUuHe9xY/3jAHDvLfaFgD1RZT2D6ZVUZJRXmIjshuTJltYYa34XY6F1zTgzBkQ/Of8uec8ZI5wdjsBD/dZEEbHBiIK+7Zw5O7C0DmWETUF/078Hauz8WOPIA4ySbC8QS6QP4LpGrivPaJpP1s6oAMrU9Iyp5on+hdaLzOf6lLBe4xlxTjD7BmAVttd1anocewqZUI3lRpVuOVTuixflG5lX13TX/41FXteye+JxLU9D9gJshnYdjnN5a4+jqPLkjWo9JUcxMrY5kDm23xIIyHqpA1mDBlm7TcdbMMhSJEv091PPnS3HTghkvXut/JFA1uU3A7IGBSqIZCUnqxXuCpA39I4YrFVz256xlskbvrfo2l5Ep39/RbZwvB2HouS5JyF0QUWyDLIO10hWLSMfC6sV1/JMZI70K2sxBae0/nXvOCwqrMo8+JYY6HzGDnXpj1c+/fHyxdeeL2eOziCay3096rfeuF7++C//RU2KrymSJT2iAhiAzk32LQUwBLKG9G3gZydPHRdT1wESPX3ZK2Ffl0NdN936aDf3c9AFd6rW2HEI1rr+6jnjw6PXVUDWZz73ebNF7i2IqaN9urC4JKfFQxfqmVHk8yBpEaJYf3j1qvf7sWPHxABZKjdEwXyoQkHoQ2yFmAPJWW/N3VOsKJEq5ETsk6TstCAnd4eTq7UIckqNjmNvAuLHdg2Xo88cLqfPnjGgun79Zrmsqo8bovRNzahoRc2n5jqWVMhhbCndxxJyAecoub1EgGGNsCerg4e1lhxgsQlonizKIPUFtjTP7oXZUkacEiN5iN1ojZE19HNEsjLx/V8/DQD66Ke2v/KvAbJ+0n1t956EuhD5lWhNS579SZGscaqj7OiT1XK6tkWyyMlSBAtDJ5GsyEp/W7nXzAALnwqyMMRAxhgtLopQKWsVFTvUDsK3EOcnGySip/8r4pT9E0pFjJB2TDV+6yEJyHJIzPtmqDTzo507np08R1Rq/Wogi41QwYY7y5NJaFqRNpDG69CRY+XCx58vBw4dsfJDuAySWCrFjuI0CNKChvdKdCUbMfOS2eIeG7DM3w7VcgXoHc6Hoc/NmHOv8Kq4aZ7+4RmGCsbKXxKneEWGxWOiD9ABUcaOKIQWxRyaulm9FFzT6rOtE4ONRtFrSqt5dPM63m8oYnMH95cxJYneF8gSgVBbrw9kwXN3ZbgsCNKFbEuiAPyc8ZAiyLg/5/ro5ogcpRz8YwEwGdS+L45TQQ4lfoadFcMZINnf2HonWM68NwWXawa48kbNAzDYrRQbxhhBpcddldFFzt3d27fKWz/8Xrn4xnfL2tLdInvRDoYszFqh0LZvQJb7mtWIS1tCT8/W2Lakt/3RA1mAYiaMPBZ96/42qQypSnXDM0eEUmdtdKyvPzBdY1hl8rc2ZDCsPZBhtaiCWFIA9lbhxZZyFE2gRbLot7W5Ke+XANuevfvKvcWFcv3m9ZRvd98txSWp9qZ1xTmoOvdIc/oEg9WGgpwsGrthFFb14HlMiITZ25dqcmhqhhzPPOsf4xLlgROCHmsM3TDV5KpRxLErUC88pBEoNFt8UulmaTScDvYk4qIwMIgB6uNKVrYhrftpLQbGpJTSuyzVnQBszNNjGZDcmMGaXseoXatNgpkMFNOGIqGuPlir9DlXCRqbzgXlAtHjAji8zrhI6QHuhgfk3R2U0UE1TapuiUo8TC6F+mSpaJeAsUAW+XLe352NWfcK6ztrnrFwBIDxrjK87VMDAu+nRMEDfDVvDRDos6Lxp1E29yRwNarxmZ6bLvOqngXQuKfE7iWoUpqbId2jWwTEzLVMYq80apq3kY1hLpoG1KahaRBcIMW5ZDmeZ+M9vL6TiprNyHtK5ApQjtwievyA9aR9nrFNrquVdkbBe3xUsvHggb3luWdPlgN7AVkXy1/9178sl997V/sQb3Hmb03nW5XR81hgZZdzIGTYjCZK+kDOnhVVc8TYgd4ZAMH8hDLniBJOGwx3li/RPo0V51iVocXrAGev04lR5UeMO6q7KnAIcGctGDzqWpt4jpfuW8cNaZ2NT07rfbVKoB+Ojt+iDLauy5jg8LA+0OsbBllK2YNCKTCFbsCpgXMDSt+owBd5a8zHwwdLZUOedkfepGcmVRkURW+Zr33DxqHf5YR0Atda0TgDspy3rDGxXtV1R+SYm1brhjH9ZH0inLPf4pAA+FpHYYA7Hy+edtQhAKo5sjxm1dnIWk5lTGj0rHtkQCqqYZw6Ab/qmRgKVVYgjfscY8gWGt5D027AuK3xtn4AWVO7JQerrLEe7WyAnji1NaDX6X1FwR9KbXPYoKhY0AUNshY1l45kHSynBbIOn5goFy+p8MXvfam8//oPypBA1pALPaBvWk+o2CiNDRRV08vN6u6gOg3yPhHaqlP7JH7um8XvN/3spgvyU3RGcrKOC2TNOydLEeBKWUxshKgyQKsqV+8dyQJFnB49WJQdoMg6PbMsSjurphsr9xfzHJLHNVz2qCLhr6ns+6efP6YiGGltcu3uavnK371RvvI3P1CFwa0yo3M+0ZqlaTgVVAfl1ANo0T/Lzn1H5CqQqLTK/sq9zV5zoZcYPvW7DUr3xk8RyWrSoqr1vnHd/mvvnDtBFpEsqgvevXdf0Z3NsiiZSBl1O3m1v6e1/8g/J7q7IOoga2ivSv2vaj9fu3a93L1716wX1ivgiOg8Dj/nthMj0I3EWRxGWQrPJbLLe3Zo4XgnD529VSUgsggzc3zXiEq47ytnBLJmZufK1avXyhuvv10WH6xI9qixvGVyg7I12h7T2fLZFp5BVq0ObZszXwFZec5UE8Z5lErgzunGhmvr05H6BED8Gnrp54pk7Zik/7+CrGYo/5uALBnAsYdiHAzK2sXLAukoc5H8iExebdwLWjc6rk0c66TZdnWEJfDoaePfgVaO5Z9XTAyW7NmeMMmfHJiIQ8xj3mcV9igQ1XT3OVCpFvrtHqxZcnYDPLt0A7BY4MMy5A4efaZc+NgntIeR5c0AACAASURBVPkOuvobnbUfK6pAdRmodShJvEUua+5S11rczmWrgIq7atG7toa5gkFPDALnQ0Cpg7pHkYuau4Q3D6OH+30owwAvcQeydC42kA1NG/+6fW0cG4b2VFRvLADMirbSaTJCGTuACN91WKGRPNG9zwpkjaoQxz11hl9ZQYHjpY4nHCBokFfPkc+2ROHMFc8+YpCVKojMeyo3YnxTfQyqYDz6/JyUkYjd7lk0/aZudK5hEJeb519XBMFXylcM0Ur90XOFL58ypY0rvUsG0xNdV/EI0njL/Xu3y+vf/efy+ne+URZvflBGFI2jhG4UYrKALMaYJxkrjDPCuedY6RU/2b4q+25s269SURVw0H9ryG5JeNq6H83/JsJwlzzQs8dllakEsRT/BpEsepboe2tDRrNA1mPRRLZkHBDJModfxn5AViJZA4o6PnmivCwVYdijTvKsryvKdbl566aMX3m/oYFoTlxOW+OM0WdjTft2qIEs7edhjD19xzub6LmLi0BLqlRBpsnGOsadxscgyzma0Nv0MfcVi0cWJQXNM0a9zuhv1HaMMr78A6ONtUwDdPZJR5sNFdDruubIoewobWuARVQMGqKuZ/qt9ifRe0AYCN7rqJn5XMNyo9IvZFQEkKfhIw3KkV+mVQi0PRHIGnDUkOMogStD2cnyrAGBksGJsj4sQ1/rJGWaUWD9IGu76EpkqIIsP3J1BLF36r5J43CoHaFGsh74DFsBHELglc8NCQTM7J+XM+hQOSBK84qMiCuXr5SbN2/JqaH14fYAnCtz56ICjLvvIdGpyMvkkLoKoA1qIhWJXDavNeWLiVhBZcNAgfOPQ2RZDqBleVahtiG70s8tBWvYy6b7OfIfYAhFd78AoUGWSg2/f1Eg6798tbx/6W2BGqNHAZOJ0JiVV7ghAAKFaZAeMTJyJPhkCEEVDp3KdBznkQnsIzPlRHAuqwykFSqL6T4GeV37hHW6QhK8gAveW5bEsOQPFDXmbpXcV61TwBRABbmxIeNz2RFvAQQcFHJAsb/WVRHMIEsRBfYE5yDx3M1BATNEBPS0owJwyA/LdxxNOLPwPuv4XSoowzp/pPtcZx9q1HG6jele0Qk4BBKtzbq2gacvKoyyNihMRWQR5xV7AybCLoG6YUV0bMlVyh3XCMhLrzwS9HF2tWq2ltNEhtu8sX7R9nVveptWD0Fss3ju0/+OPRug5Txv06h6BWtSpRfHK9F3wQuorQKR0KpYh4zLQ60d6FxEIijHbidLtzd4YhsF274Msg4cKJ98SZGsBrLUfNZ0wa1RV8fdlHzdrT5Epz92phwUyLokkPWV//SlcukH3ytDigiNKLKkQcZD2TE/Ws5yK8vd2R22N+ot2JbJHz89yOo1I0YPTe07Xk4oJ2v+yPkKstCr5D81h0iaEGPz5cIwNES/FeDf1E9q0g7VCiyNpdMxFqqMMzsA2bh7qjz3wpny679yoZw9uruM6pxLyv35m+9dLb/31e+VGx/cKrNEgqHTS94kklVBFlUPLScSyTJYJj+4RrP6c7JCa44a7TFp2rRV/dre3z6dO/7yWaoe/nEH9s6JPnLeUY1kff5XvyhZXETBU6qF1tj9+8t2Po1obbH+cQweEEg/fvKEGvXecEQLvfGM6HuPHj0s7126ZPYQd4KcxD4y+4jIVXUm2I6z7OTasS3zhd1HKopuyqSuBBeYp8bSGANkaf2ePntaa363QNb18sYb78gxqmIksFuM5CiORV1BLKdmqeLkZK/VnC07J+MAbdfmfu1Ekayk2nOKHtUCddgOzclX97Lnttpdptv/ooIsBrA/GvGTIllQGpgIPGA/dSRLPGAEt72GypeJoOO6obMAsPiHgDFdEG9hLYBhg8tUnAAk01/qhrI46hZgXYT9oAkh3S0RS64sVa7T7dEYXvnCEqtArMq+bnnXX3qfxcCNJ8CceML2LPpqRMeTy8X4GW8vwg2QdeiYQNZzn1CS4n55mkTfENBZUSSBIhh4FScUESDihGLnvOt4QW1cRvHYprQCqhvAxl0sMFc0o5AABgjGnV7eIpcNKhNee0eoSMpUxEHXpYt4GtyFfmOvbVVmTSR1SrJ+vpVz5+SteltkNhdLvktymeI1xxiZlXdlRGH0O+ogvyAa1JZKjjZPnefbdKLMg0fOhlMAuZuOOoxevaQNACKQPZeJxKa7PYJC5a1lmIT2yL20e3PMI0IWfnxbHG32+9YO3iK82BZsWWg+CiGT4gy1ImOl5bEn7i/cFcj6p/LDb/9DWbjxgWZ7XWPZPlu9tr6DFC5x01fRw7ZHrwOcfpqvPEfoN9DPAFkDGlcqgG7qfh5rHTweU4nZvSdVSGHevOoNgaoNgarHqzIKBbI2RRXcWlFfDwGlLX230vl0sDfIeuVlrQmigpMSzDFk9qiU66KMyvfff7/cUiPGRwJorINQoeShA/zircNwZ/VrAIfICRTQCgDHWWKLPpW/asSJCFQoWuHoYwCOKaLgSBY5H8iAOjQGVG1P1sGqkiUz1TeEhseAH9MuoC6HhoiiSeEMVE3NXcJAJkrZ9811rAgBxeTC6L4wQts+zCLt5YVxLBx9lCvnwWFExMLUDkUqMN4HNJbss9ExGaejMpQ0DysUisEgVVGYLXmhR6b3yUERShh0vZ1f/evGIKuLZGUAQjURdbaPZstecxNLgQwA8gq5Eo4yxg1kxS5QdOD4EZUsPlMOKXK5rIqS777zbrn64XUZ1BRMaJEsDO5EzW3AagxCc06xH+81nc8VsjQeAwOiRktWprcafROLqDWTZU4GMIYbz39fETPomTwb42TZZGdKAFZoKX25ZNyv979ysgBZ50+Ug8rNunzxUvnan3/VVQbHVBGN9QLtbU1RHIMs5Z4AsoZIPnGUE1CRvclYMt7MF2s64FpOBj0RFLyHAn8SymWI1wXcyI8C0Dg6BNVO9wJtDxoe4+DIkc5FtI48WZp5bmivLd9f8DPRKmJySpEs9aHbENADZJJvhrzbBaWRqHQFmTgcmKPWzDRFeiqwM02cHReaI3RnFinXw7GGDI1TITJxVNdDDoVyljxVrwHXQzCEso8wVUIF9DDBq9MwlDsdQcEgUzhTadY2Aeuh6V7rgUStDJQY4Y6SxZ4LXdo90cjhJZob69Jy3Sa49ikRQGhYGHjOHcNJ4DlK3i3PRisJOzytT5RjJGMWRyIRxLm5uRSK4r7spEOuV33jee997dsvkKVI1pR0MLJjSCBrSIVoyMlauK971ADNyGl4+uNntU/GBbJEkfs/v1Qufu+7qqr3qIxSplxAC1aAozLV+RJdEmujXdvGZ6d3/E4iANWucWS6M1Z6nyPsHDrZdpA1A8giknUYkDWlGQz9Hme2pTGyhVnw+fnW3OueH4mdsKX14rq0rcxlX8Qvuzlyhf2PY0AekTK3f6r81msvl1968WSZHiM6U8oPrz8s/+kvf1i+/vf/XGbYT+RPsjfIAxTIoinxAFTKShlMAaZ8235QNK3fYd70dxun7ZEubqlG+XfM40cEZizHp4Ks7baAFao/juwf7AdZX/ii1pzyrGok6+7dBQGtpRTlcgSXAmNj6jd2xL2lFrTHb9y4aUfSIeXxoQdu3bxZFvU60UdHjUz7ii73LfrysX24jy6qqNddudpTFzllDMP+qrT7UdFnDkBlPXvKjgWiZ2+++baLdJDzWTPt4pCs10y+XSjAbi+Ckx4b0NWVq41panDogug0yx3neyadxPrZDIOMW6ugmbWcNf0LDbKq7zdeIyYc1pFD8lnsjFHC3cz+zwqyNIWytogu0CPLp9eE5WeMYoxDhICv4yhW6u6nGl/QcBBx2+YdaS77KFZ53Zh9Eikv16+PCrj6qb5jsgn5jEVhu6dIxQj9CvZsJrLw9Lc9ZzYuWkXGfqmYKNZ2kHVckazny8z8HpfZXFxaFDVw2WPiKIkUH7lTlE8211b/yANBcVQxnMIJpt3UiJLpFrUCWt0ou/BcMl9VPKKwXL1Lj5jmvxRCEJ/efYqk2Nk01YAx9c4KMYK89dUy/QqF6TUhY0QC2uW369+mgwGsrBziyR6V8iOSNSIq0C15fu6oYWG8aYx1Tfbmc/WaXDteaq0NG72pjOU15Ly+PHsAGEIIQZAR9gzqf6Y8EKmqgjfJ1L38K4NOe9GyLly1qlKyWBccH8N2+3oytc0CLfeOJ39YczQkOs7CvTvlB9/5VnnzX75ZHty9LiMaowUlV9cSspF7NBjugawmZLnuVh+dJtSOLN8dq7ot6k5Ysn+GRBXEeG+RrMfkASmXYGLf6TI4MW8vNcb82sNFVRnGc6molkDXlqJbI0QEK3WL8cCwfPVVgaxPvizBSvPESffZYJEeOHjA+VREsy5/8L4SgEWd0Dpq1cpwfJD3AsiC+mlanPYzlMEBCWODLI2Bo5LN8Km5Ri0RF3lDngogK46GmhPlGYvxnoHJnu0ZSY3ekHH2ptJtu6IedAYtCJSIK+bpfnBgeOkBSgAq1fjyHGEU+r5qL6pq/LHv/eUl0BwcrLdQnlifRBlmBEgxUAEJNGJO6XSiCFCFFL2RIb57dlz7XGhDxV7S3FfPSeFk9coanpgtD2R0O7eGSpfdrPd+iTFSFa49m3xnEyBHHYnQvQD6HPkAZOk6ywIZFJBYw+uuDxDLsDpF/ihKcuTM8XLm/LPlyP5DZUkGxTtvvS2QdU3zrAiOGlyjrL1WidS5OEmAVqL6MSQdXXYEhaIJyB0pZ8lL+srQLHNa0RHWwQOBnls3b+vnkg1nV9oi2oU8rQCAaLQBnCmvKeaQ8Uj0AwfL4QP7ysefOy26zny5/O6l8lVFst5TWe3RUY0Dy0DGoRub6zqb8iqPGugJHCtpC+BtJxPjpp80324MAoMUfXPBgAGVZta6czNR8ny0ThhLCqg0q8fVXjXmHEclV8tVgDjllikkorVIhJD5Cwimb5pAkKO4qbTm4i7IePRLpSG2FgnMM2uXPc05XL5Z90IkB2oSeVIYrRQ6mhbYQ8aQc/ZQz40xRNGYaYCd5uyRSjFTdZRlTTQa+hLyEF83Gzi9FxUdw0AHZLkgE6MPbSmRNCJZ7CuKEzm3SvfE3iE/DOBFRA6GBvdKbh36x3oEPapnhhZqMIrh2YGsRGGR1VDcjx496nkgwkmkk/PYyed5S9N75xAD8us5cSQOy5E12weyWpW3DmRZz7GW4gijeEFAlmi7vCrHqKsLCmTdF8hyJEv67JRA1v4TAVlf+f0/Kpe+/11FsrSuxEqhRxQRtvS6SoS730axD6Lqni6o1LQ7+6d6kAyycmg9vu19FFvAZBqJQxckAn1CuWKfFshKnyzI+YCs6EHQc0CWndNEjgQIH+NsWV60k21Qr1kFmTtcd1jbz/6biCJOJkX0VbRrYGSzfPpTHyuv/crHy7H9md/rYqj+xTfeK3/2539Xnqhly4Z6KlEUqajID02JBwWynK/Gd4w+nTc53C4UZQphc29XvMP9VwP+R0WzOn/mU+Rk76U8U+/sFp8f/arAjfwn5BbzdUo5Wa4uCMhSJAu6ILTBBTmh3E8K5y+GR8JfXvtU6ENW3VPDYmyXQ4oyASTv3rtrvcnCbb0N6wrxXHfP6nnAyRdd5EqiBCASBOzsQa9pHCLavwcOiMoKyNK1r1+7Ud5++x3ZXPcSqPDkpiqhdZf1G7asDSZHxBoTKn0ve4PTosyhCybfkWdrqTz9ICv2YL3BGs36hQVZ8ZSEupN8qngZG8gyqPCqrMrThRHglqfS24/LybLRay48njchfAS25C/rkBLSVqYWs1XIMScVGae5aN1gDQ3X4zLvATe+uSqlAozqfukTYv07qN9D4rPUjbt9E3KBCi51T4miccKALOMIjDLvp0qRocKK3iA/I+Cw3UjNWag5DMPixUIXPC+QNaeGhg+Ud3VXtBG8/zv7RBDlQDmhDPECpklr/3fuuoHj5JNguMbImxIFJdXfQtHAE08kwonRGmfoJ3gPKYXsnjOuNChRrc+EJkXj0tANbZxQOc9UEdZDBSdUUGIz1ee1Zw6vuD10AQnDup7pgqr6dUfKcVHJw6wh91bDCO7GK8AOAytCBTCCJx5aHSulB6I6Lz6A3dMVT0v6X9V7anOrqYCfz/1HIEQRV5+ix5B8GoRGWxPxEtYiK3rR9Mj+PAG9Nizhu2tiqkyI+wydZlnVGv/5W/9Q3hBdcH35rkFWlEZvUcbB38vJGhWACciKx6g1t65xBQ6OIEUo9i/k+ns7ni0w5AqDDWRJELIWVFlwbP64I1lUkFpX1AqQtSaQtb4mmqBA1hO9NkLUjjFgDDWfrYT7ywZZVDJTFGBNI6bb3C0aAob7soz1G/LK3b572/23iIL5Jhk3PPfMpV6gVC/5WMO8Lv7/gO4DwxU6Dsf7mvDM24wYKJCsrwiIDBx75Zk7y6A8OLlXXvt+5uwBg55u36Ez4rXmQ/HUC0hyMB5a/fStZsXV0awUwJpzEsodcoZz9zygcbf0zQbn0j2nF54MakAqnnd5EnF0AK4WpGRthOfm5dAQFUyyYM/eKckBlckVtRQaCeuX5tETk3PyDg4KxF7VZ/FCJh8wX/nZ/vZ9VnnX8q0aBZLjnN8GVQ2jX/cNSKG31LoTldOIe0wbDVmxRdEHOUNOXDhbznzsfDmqvNGFW/fKm2+8qWabt1y2l0pVVCZDQVNcZVRrf0gNgJFRyD1XANXcTej1Ga0VyguTV7WlMvWz85MCWMgl5UAtrZc7t5aUy3i3LMmzS5SJWXX0j8i6xyrzSAEIQEfLMXWOE/drGl368R1StPyF58+VI4fmyweX3i9/8afKybr4tu5LEWXywmRgUghiU/SeTRVuGXMTUJwk0PgEwHR95sgUYjy5XcSjTptlf4weCx3lZmAMB27op4NIVDHEYaG8R/QpctTU5CFXL3ShFtYkB+vYVsXRxoqcXcilFN5I4Rb2ASCGOXOumMAG44CsYs8BvtGjbmRKIQxdgyglRQywnwC0gFkGckngEgodY0e+7qzkFudaWlw2yCHCRDnqUc2lPdXILl1zlOgbDc2lj0z5rF5vDEHWdkAWa4yKtgKLuh+cFYAo9nhAlhwKchqidxYpfa3rMTYuIMSzaOzZ487P8jrPGk9/K5yDytmTs451RR4S+aDIc0floq79kVCNcQqKqUGhEK1zIllPA1l1M+WDptPFWdFAFmwSNM6g1t7wOIUvhhWBSCRrWsUxDLJO7jJd8E/+4CsCWd9TJEuMFOUcUUnPUU0cSq76Gvuh2Rtdg+o++yP5qolcdZGufqZOBTs5hlHBiRKgbfqkQdap8uwLny17jjwrHoV0QANZjKX3LHPIPiVqJIeFCh6tyeHC/W5JNpumjzyrjqQeEGV0WMfYf2KJiNpK1dQhJXMee+ZA+Y0vvlheOH9QOkhOHK2Rf3rnZvmDL3+jfPD+bZJWXWmwqEnzgHpXDkAbNMhC38JsQPLjoEgxjES2mqDnkLoWPGEZx95X/u6tmL5ZfZrCrG/vZLH0nbC7hvUD9rHkBhG60+culM//GiBrUDpP8ko6bkFRrIWFxegrZCh7vq4jnBU42viG9rwgYMUxB0Un3K0cwTsLKpR1546d9Xy5IjVynpXYhB87Tp+ZoMepABSgjz5b6yvsFZ4cnYWdHWYVlOT5PfPl2WfPSrfscRTt7bcvCtShQ9rxGS1X1cSpxLfnNiCL/WKwtSNf3BWqf1wky5WQeraOHQXI72qn/0KDLAQBwx4vWYxolLo9oXWxd+WCf0SfLMKM4U9HOZGL4miVaYLJkwFo4eQCYBGSdq47Qgyhje2jb1NrbHQhBLKxm+OYhdj/e89IzsT6/wjd+rNtHG/D9hyctG/zbQNmvkA1WLgXAwlAjfWhFSwgyrxYFixCXT8BYaYL6iADLXk4zJut94T3L1kD5GQ1kPWCNoOoOFKUd5QMuYFHuU+AmJXrfAdKpkp5SUlRVhullHLO4aTHWx2jj7E3VbB6IwhbW3Hg9dXtTGtj41lB2dlDqvuHErf8YFlKTvx9F8dI4qVBlpOaKB0sL5k8UU0JOpZQDY6UX80ABWBlo+GAQdy4NLyEcQ9kLaqKjRSsru8KiM7vaiIy9BHnCGC0Uk67lhWP2yZRsl7ic61MxGv2eAOyFAmoCfLZ5Dk3QDEevxpNMHe/359VtbSfuCrDKuhab7JWDcu9aPQe4IOE8Hl5jmYVlQRkfevr/90ga+PBPYGwVHDr95u1SBYNBPH6BmS1qlpVnxic5r4bPdRLutnYbWFzrwZfAbSOZFnoykglikX0YGpPGd9zogxN7O1A1vqKjLAVAS393BRtUC71MkQVMkd7QivFaHtVdMFPCmSZpz2ofBHSgnQ9FAS5gktaN1ByAOt4jB89EgWR3CE8yxpaQBZRLEAWuVkjzJOU7aiW1aQ87BgxzCXRXL4Novxs+T8eRIxTz3J9L+OCTZQiDlb8CHK9bluLdcjfHOSICIZw6FNeG5ytDndTMLZGa85CG2f3XjNFkCwFHByRBV4lGNadDGn7PNx0PHwGWcqLQbliLBOdYo/hQPLN6VrrqxjSimLNJZpF2wHoXVxjamJaxu6clOlmufz+h1aQVsDWqlmnnvMqMWJk6C+GwjK0lnD3IIRm7IRlPQu/xzBLYQ6ul3zHFAYZknd6SlX6jn/sXDl59mzZR9uFG3fKm6+/qRwDgSxFM+0Rx2BDpkGXlVG+Jbqd86qUU7p3717JmXlH6ri3hw+T+zWze0xtK0T3kj118/qychhV1GJZa0cRCaLoqxjaLsgQ2nKF0b5nxjF5UYl85Dtl15FPAJC9io6dOHGg7BGQu/ze5fK3X/vv5eoH7+k8AvY4nhTVXVXUZl1VVaELjngSZdg5WqOCEJojwB2G/JQcW8ghZNAKBYh0b8hZ5PCUQCiyfpnz6D1HZVVoZ1RzjpFIztYalEI9BzlmE1OKdOv6DwUGH6q4BjpjaESgSFFay2jdxyrUbe0l5gbjFUCBUwxQxnuuBiiZAWiCjYAsdiVABhOQrPsiF4txfKgiBrQDwKtOgRfmgfUMiHe1QSibJOlPRw8AvHidxT0hUIRTizzhNcZVOmB8lxxJ6sszJIdHPOExJjne1WtdAIdCNeQtUlQpYAU56d5mGJ+6zpQiaizJBn5MRQJEAi5rrt02+7nuYa9v9j1bx/sn64OIIHLU8kCvtVxOU3MVTQKEGmQpCgdd0JRW5EQ7V3Zz3ftVrvSBLPpkIYkGR4lkzXQgi0jWlHJTT33sbDl4WoUvLgZkvaecrA5kUV2QiCRr+SkgK+yJHujyTrWO+zEgq8o3j0f9rKtUmjJZI1n7TpXzLwpkHT1f1lSoY8uRkFrZlfF2NDLOCdbIulgMaw+XFHmjOia0TyiiPTdSVGBknLeLQRaR69ofVftm19RY+dxnny9f+KWzZW5alTZ1mUs3H5Y//PMflH/41tt2RtA/bED0dCUJOh84IAunXKJY/MT5ZuTwFJDVA1G25nw/+er9HXnR++q3FXe81WNC7Hxjxznt6Ncz02sXkPWrakb8WIqYSNaqFCI5WfcUyYLYilPF0dmqizgVMnFezjZsK6oPUwAE23ivHOxHjx8ry0oTuXLtw5p3mrQTvvIseTZYPLvpqSpZYfaQANYDOarj7K9PbV8ibXpGy5xo0+eePSOQNV9uqWfXO30gizO7uUoFVk0Hmh1ikEX59lQ9TiXYntFhqr2OQWakSm6qBttmqHTjnheUZSMmj5d0XT//HnOyPhqlqcuyz3vSIlmeWIcuU2DhZwVZIOiUYg6dDBk8jPLSN6AKcEWZXaroBWBRLrzSujTBjl4w0USOqmc7+TTZXjYoKoDabmv2NlkDTBFAvS1o4dyBq957Wce9DdsDlPFg9Jp98nsEOXQXvAnV52SPHQCePATeS/4IILFeHyBWN0MPZIku+PEXHMlalvImEkBEyRfBKwFY9Tgi0AJ8WfBsWCJb6UVF1b/kLCRvAeFYKVg0TZUSNZefTQDHXxsCugaRrHl5MOfm533MIwk/eMNLoiwS7sWYcbK+6YgRGB7XRt00dzqKIMPXHrQPZOk9Nhdz51LLmvxZJdCPzkIXXHDDPgQXYeeW32WFawWo55TnFGP1gaJeD2X4uGyxztNGnQ3NM3u8rHCykRv4dDSBohW+x7pa9EfrN+Sy0TyTL5m1ZXOdcedvPM99ctzgqgrP9j7Hm3IjkDWnAib7xIN+oKpl3/rHv3Xhi42Hoge4fG9tslhFZjXTbfRizPVAVjypDfYFTFSw5Tno3VK/F47Xt4gKQ7mtdEEDE3pIyegBZE1I8Y5M7ZORoPWyuuycLCoKQhl8LKA1QFNcGWx43xkbxhGP+auvvqIEcHKyiI4KZLmn4oCM5RmvmftuTCxjXfOA0F1epu+azqOxZy/vBFlEsgZET5lQ9GBGAGtK65F1TCncVXr6GPjWJwUsZHazLmoy/IbnlT2S8Wpe70AuPhMDoeUEph0Fa6P27+CsKbKlyIZ+Njqg0Sq0CV4j5UZ+Ye0jHBIUN6G0NpScJ/LK0hOsK+DR5/FNzhBlzkO3xCAG5FHulmIDoY1y/wAF8vGUezmjPMwpnCkAtESKd6uP3tT0vHJ/VgWyrohPfy/P1fkEGm05ycv8x3LxOjUgbI6POM4aRbhthzRrTmSPDyOr4eAjkAdF7Zs/drAcf/65cvSEyqHvni/3r99W1cy3HMnaoKoVTUwdo9Q6I1qqz4yrAfC8gNUeNeTcJ5DFuENDWxQQYS8ePDSnEsdjNkoWFgTOlwUcnJsWoz1l4UV1E02P8cr8RT6nslYMa4pQEBnhnERQ2NPsVzdfn5koe/cpejYzXq4r4fvbX/+ncvvGNS0KaGiSbTKUN2jKCc1MjoXHkn0r+l4VhQnj7rEcAFBaKUxBjhT7G5r2A/XDoVomDp8xRXpm9pCfs2WQ9ZjoG1QhClEIaLECyS3boLqmxpgIIsCTYiLkBSQcvwAAIABJREFULjImWzR5leE+Ag3N+UvaPzK+qBzoSnmUzpecxqMMAHHvKgopaALd40byFJBFmwQb5ugHV8QU4MXJZ/CcIgLIrTRvT36u16irfhJJldNO844DylFWvY9zBUMLyuEaQIHomSJhgKwROQjJ9zStCMeoPtBFsnRdF6qh6W8Tn9ZjzXGb6D2efPavi1bgRKsOgW12c1RLHCb86wAFDs7Kk7Ioyma13eFIbHW64ETQvUPrdPU2ydm5eYGsajRy752csc2x3Tzvj2Th5R8mJ2tM+U2NLqh1P6kowUk5Ig6eobrgjfJnf/DlnxlkWdL12R8uBMGXHTpRQP20uTYm0Xk5BpCF3HDeopwfuwFZL33OIGuV/FwaX2NTWJKyo0L5TLSPHo8C2HKOkS/1BIoj8t/e7RbFr/sPR7znQ86KcWjQRBXpzaR9q2s8++yx8juvfbxcOK1opa535+FA+do3Piy//yf/qGvIcSBq+oAA1hPRKakw6Lws5I+bEBM9pmAWazZVB/uf20U7MlhVC/aDLA+Yx8q6ua6djKNHrP+V7vcfH8nqndOMEorgyDNy8uz58muv/VZA1p0FtdcQQwGQJScY95ucrN56R4+Oa//Pyd5iXy5Kjq/jMGFf6Vn2i9587MRx65wr166K4SMKP2OMwWgbS79rLAFZOOxw2MCqII3hkaoFJjJVnQM6Dpsdav+8cqbPiC64T86y22IJALIo1JE1z7yi59LNk3FI6ot+Md2RVhqp3mz7U88efRvnHVH51pLDjYbN3kjOv22uvpQLbMbYZlVn/0+QFSXd9clyxKbmsLBU+Z1J2hnJouwxSbXkyKDk8f6Cdp2bAN0LJU64P5GsFsUCdAVkhRjlalEoWwQHlQUdhQCdVCO47pUsqf6t1ItG2HA2Te1pwOnpQqv1YmgCj58GRX72WuUQoae/OS0Lm2Z0/t0CWopGv2/Ue8YIXGfhcXy9VyrTsDk29YypLhiQNa+k8iUp/NsqHmCuPFQRxsN0uQqUWPjQm/Csa9Dw/gO28FjwGjQ/cqucp8D2IQJFCWaKKugbKgZe2I2+XAc+f1Dc4Gn1PlmVYUEkbUFFG2yI1B4NbqLqKFMVXtUDaGMOu9cGrnVwB1Bs7NVBaiALY3VLH5hTyVuqEV3Ts167fsNziPFuQF4NZk48IsNmQjkeGBD3RStZ0L2tQGfQ2FAO3YY0itmgK0vBa9ZzUQuQ6H1uI8sgQNFROf3NM7pakb02VSBW0dtyAYxv/PnMoPs01TVqUAYNTX8zB9MyiAFZe/btl8d+uXz7G38vkPV1g6xhceYNsrr1GOVuglotfDGqc4QuyBkbyKpcaQtBD7aFaVtPjcphVVBBge+PvSIvJWWWiTA8xvMvY31i/+kyOnMAf6FAFmWgU7Z99aGSb3WfT+RNG6JnjwwrR0wqyPo0OVkvvsSTKgmWdgAI/WKQdQ+QJSNzFcoOnmW9Dm1rWcCLuWE+SJslgtUiWcOMuxTrlNbn7MxUmZXiwGiH+gPQwnMOYEMyx8vLkAQkIPh57wGe+KyeTmG6F5MNv0SbTNVtc2cQlQItrUgLcmJTL2/onjcxJuwNr7mTfk3Pon1BcZ89Kr+LAetGsESOyS2g0717XVkCdAaAI900yNX1oKCRk4MjGWpHZhfFxtWRj3gmKY5AYQXkA5QwVffSmtwtpTw9NSvQKpClqn7w+S16s9lidDqyFfmcG0C+pvJme53PuBhBLfVNPpFpJf5sFKSbUnt/6En0vSkwsPeZI+XEixfKgWNHy6E5RdtvLZS3VQb4psDWukrKA6GJljJuQ4pI7hao2qc8vX2K5lItkz5PSzI8lrR/qTQ55p5lighqDAEZFN7gnhOVUP68jPddipaMaI2xP+m5RMPx7QYSA5AWFPOKxi8LxGCUABZ5RuTdmMZ893wig0TdviWQdUdtFTZF36KnC6WX2QQjWh+DyFoZdctLC2VR9NlN3SdXHAcwEfGgSITm172WADla208ANcgoqgZKlzl3Kp4HgyjnY+geN4lIAqrxLGv90fsLRgeJ7pRedmUJ5bUwhs7TclVU6REahWsPUEKf5+Q9QJa9xk4qVwGIqmvdOgEZWGVHovhQvRUhF1DiPlehgmkuqIhKhImiG8gevOr0tsGIMrXPEdYMN042RM6a1qIbieoPIlkALWhiGGes3+TsVpAlgGgqEXpH10YpWBczMoCU6rRrlDnGi3sFwNoQs8DNV/ut6WNTtuu5WhTLsg4ZXJuy5pOsp0rPBjC7WEz04rBAM5FVy3zLg+jvnNfCtSei9UoHsgSo2eH9IAu6INJtUpSsE8+dK4fPqE/We9fLn/7nXiRrBLogkURysmyPJLLnEamekvb3dpBV93IFUBEtvZvL5zNR/SCL3m9mmwCyRBc8/9L/UvYeC8iK05bPhBidqqD6SVVGAavoAkVwacTt4kI1LaSBLP7uHKySy15Lamor2TWm71FFtGgOPzU9Uj7/mbPlVz9zTvtQeZbaGt9591753T/9rno13S1b2mP0EJMwNNgybRAZRJVBolhElF34olH9m1zjETJHPZDVLZe6xupaA3D3v9V9ZvvxHsZtB+543+OVc6bCpSoIdyDrN7VkB0XzE8iSHrinxsPkZPVAVopz8cVYkqc1KXvGjA3JPWRgs2eoGD2hNXby3GkX0LkhWXVLFVyRmS5Ugn7BUSFZhOMH+jBRcBx2j2tV3VhE6OVQ6TuQde6U1vFeyb975a23RBcEZGXleP/2wBU2RC22BXOq5rxjl6UfWgbKdhfUcuuK9D2MkyR2sntf4iQAaGU7OoprkFWdZP8qdMGPTuW/3Ss9z0cWx4/7+kiEi8GoxmqiKIlk/TQgi94yaaoa9OvCCI2bWkEWa86AC2DlSBbNYhG+Jjd52mPEVm90NZIiVLPBekmPEdzZAbzdMz8bCtr2fJW2x3vpXdXzEuUcdUMheGzkBuAZ6JmSkuIWrSdXWIwY9PV4fR5bhU3oSJY+SzQr+SP2qXtRk36KghqSYDLI+sSLoguSk7WiDXvbhS9aryrnqtWS0qkGqE1O/oTO5+71UphT6qtCsrRL1ULZMmWDvABFgmTATqtcOmHdB/Dt5Yl1s0o2YfUGz6oxsDnnGkpA1n1R3cKHtw7ylwFW+1kjOY1u0QD5GLzs+p43I3Oln+QHIShIzoYvuvfoIVVLmyxXbt4o1/QNDcaeEntEo/QAiNBLyL8AHJLHAgVvTSCAfAUAi9dLM6D5JPdrhdtbI7YdW/WdapRaFNk4jXfUlD+ihQiVDuRUadKOrdfJMweQuVhLNXYxHqYV6dhz8LCMu3nxrpfLd7799fLDProg9ItIHECe7sJOwniJ3Fi5er8yal0JGoMLHqoytGMYeGLifUrMpg9kMX5Es+DCCWRtEsWU4TkEyDpwWm2y1JBYChFh+EgRt4f374jSJM+acseerNxTdUF50fE0kk+idTQhw+qzv/zL5bkLz3n9D4/sctGDVc0DBtuq5odcDkC6QZaNNaJZUK7wsGsN4GTnG7Mcg5PjNIe7tO9n1P9nj8AEVUSXRa8iN9H5AzgUqnL0qDFH0LYwvsk9AAw0gMWeJmpGEREMbRnyfDnCUT3z5pX7M2lqPoBRJ2WAS2JFN7mOrDN1tgItja1tcWSW6Fet6esA+1sgZUP7bEud7gfMnayz1oncFFDBEzysYgrM7yCldtcpZe86iwF0zIty3FyRSnSbUdVPf0K05bGaWkouUkIe4LEqD/CVKx+WRc1XyxFqe9PFdlBy5rNkTbW1mRwt5kygQ2NMZTYcFsxNRB4yMNVEoT56B8J/pWKiAMH0of3l6HNnyoFnjpbD+w6q8thyufTWJUWF7ggkaQy0zoZ3KXdHMmj33B5FqQ7L06o+RDrPPYGbBTXAXKGIhRxHBjPcqxsBAxboz8X+i4xhLkmkxzPOfbqAkOaIVhYxHuL8wzGEvNor4/bI0XkZ0PTRSsEeADD6nWDc2IToS5NDXlOvv/5OuarEb5eq1/y5r4vmYou50/3g5MMQXxZdal3OrgHJ4lnlHgGKHmkvLEruMG2jytdCFm6K6remRHfGe0h9sCgqQQNi5y95Ltjc0EA1v9yMbgonI/sB2cr6RGakuTYtOmIsUX2R8tVoCY9IZRCYaEzUnfGqA5ZIemR0Xpd5imOvXj+tCOIgW9ez4YRjP+2WPqC/WfJWawNoFDISxeckvBuwZ8eB6WShpJMKMCpqI1Qx5+Eh26uoJL9rXTIATzZgZljUUSv4+r5lHeevxpYp2hVEJKe6RViyHprtGxutOhEYb9sVyeFqKyeCkHN4pXhN4zRwzx79Do2ZSBa0XFcXdNXcPip2O1OVN/VPRQAOqOCPCl/UEu4UNRocUxGJLeWv3aeEu+iZOt8JmhGfmVFO1s3yx3/45XLph1QX1B4mSiP6/6DGOo3Oe6Cus9Pafdcx8LN3DpPMbe+5+mw6j1fGzY4WMQMAWY0uuFuy/oJA1p7jF+TcpDJrjRbhoNR9IwOhLQ9uyNGxJhaD8qOgNaKntTUs13EKN7hi8I4dhD2IDNVeHBtXjzbJpzEV1hiVXhhCzik364ULJ8pvfeFCOXlsXFTFUt649rD87tfeKf/y/XfEEVV/RsnOAXJ/NUZFso5olm7e4MogywU6apXBWjm4zXYeOePQD6Ws99vE9Y1leykW//a1xV99L3/0zb53WWKArHWNwylFsr7467+t8RkUILrrlg/3lJMFndvythYtI9/YFGfyYHGKaPHjRKf4EXOMozO0SPSmttXkeDkoWbtXuVpLOt9NOaEpikPE2S1eXFo9ND2nqpBS421kfpa/+kEWuVhnnz2tSNleRbIAWZcSyXK+QWoJhC4Y+8FRrQAAgyycx62nHOfuCqeRM1flsR2KsJQayHK7C+RG3d/N0engRO7yf4IsD17oNz83yEIQIlRrhMANiCtVsFEH/TdFMFTVyflZ1WBMidG6/A1O6ubBhqibq/E9PendzurbI0wsdD6fpm5IC1C+q8DeAbISWeAaAU2ublb5/kHngK1WCIS/E5WyrsBo0rkBWMnLkoGA9xOQRTTLRgKLuRW/6IGs555/0dGPR/KS3lby4zKNI4kKyEPuhV2pf60vlMPIdfO7l4+MHCI+GFKphpXGxVxvl3IGdsvbi2JalqcFkEW1NwamnRcDcBbFq43bQFZ6c2TAHC0xPTN5IE3JN4DbaHaZvyh7r526KV1uw7locLanVOr2WBkR+Lty43q5KVDJc1P30PlIRPkw5HUvPBdCiqgBZU4pc7yqCNEmygCjMMFtrw7PWwXm6fvhrRyucvUeptR3jYr2C2rWOtXPALESYL1+EHme/sTkXKdFZ3s8ZZT+tPjWew8eceO/B7rPBrIeKyeLxo4BWZyyUR4yTqELkosT8Gbw1L6DHLvX+N0etSog64N6PUDV4BlZv0SybP4YZFEGPJGsyUNnZBSoIbEoLxs6hhLUD1QJcW3ptiqt3RKb6q5KrMOXJ5oFJW5TOVO7ymc/85ly/vwF01JpZIhSofkvuSdQYg2y8GJbWZBMDeAPIMZmH6SvndYOqwAa1qAU55ime04Aa7/WJx4+SlYvKkcPZwMAjjLrHcrXgzY6qSvLASyhG1U6p2lHKinOko3HfFD5OHOe7/taN49lNbCmOAeChnkcoow8eSQyLJY0P2saLgApldNapAna4pjW6pgir5T3JhJERGJTESn6Dq3ouYnWNA4+17fxiiOESKnuE9oV0ZghhczcE4s8CKI/8N1lsA6ROK65h0I9qqogTzalVDeWLC+pLDqi95eXV9xMcknz5XzL6iGNeIuzqBna3g82COIQ4IsI3LSK35Ars6gIIxHvrsw78N1GCfPC53QuwKgobzOHRWMRFerwyWfK/lmV61fhi7fffNde0VWN6YAMq3mVIz5w5JhoWKIGam0vLyyVe/LC3helcE2GwiAFHjQWznsikoinnUpw5P1hPCPLUPZeHVDdNMaArCo/ndujL6KCPBMyjzyp2fnZMq85dmRHnyey475MlJXXfA4Mi6IzqQiQQMflKzdFtRQdiggapds1Z60wT7X6DY6IFlFiekDvjwNaBIruyQmxJPA1IsA1I5rzuKI0a/JY333vA6/10RnRXfWN0URlwYcCwutay0TjaMNBtT8iKxuKJgE2iRKMaT5IXgeAMfTriiYBeFxgw7Kd3yOjkb8uslTf6eRuBwgi7+x48ed13xo7V9DUdd3OwXIbxya5hQKEOAM9bl4o2WZVfq5rr9rzLoCG1xz4tWGGhOaRfDaBjBS+yNpqct4l3HG0NJBFhUM7NbIW0etxvPXW60ecvE2gcd4qxpvcboVsaPXgHBHOVNd99LqFuvec6ZE4dDR+ULIeaNwBWttBVu1H1GdAdFGmeh/7BbJefAmQJSek7p9y5YNqqUB1QYMsjc7Y3G4VhzlXnjm723TBP/7Sl8vF15WTRaVWgyxRf2FfMAduEB+HQYvmdWCrL+r+EZDF+m+2T2Y7+53Zro5fIlApY59I1iwg65OiCx5/TvMw6QhXDPrsQz5P5Grh6vtlVM3oz596xo6LB9gP8i5dfO+Kwb/nWceyV902AfuJaImdtDhEoAsqf0/OEdYWE3dYVT2/8Nnz5ZXnDyg1oZSrDzfLl799o/zFX3+rrEo+lBU5VvVtkCV9M7AFtZxoH02be9Gs/iqDfUujPrsfo079dqjU1k7/Z/rhVGcibD+g7qOnvMh42yZWDq104Mmz58prvyGQpfkEZK1IXgCynJOlsWrlzccdbZbeoGAKoEXnwA6DRszz8m0HDJpTY7qu7zHpxIMqMnRc7X3Ylh9c/kD5VIrCOzpdqxYi1zsck33w40DWAUCWIm5vvfVeuXMHumAPZAVcJYrVbFR0ZAeyaFOCHKpBitD+InPZ1y0vtjUbb31UMzE2wAKuDLKqLf6vQRd82jT9W732PxLJav5yC09HJRjQDE7C9TFUfY2n0QVd1Y5IVs3H2hHJohJkehxhNPVAVqNJxLwMuHuqAEawdAK16oh+lGUjU98VQHXGB4K+b0O6EEIFYhWv+DmDE3IXKYwQkNQrIc/zU6GMymuMTQx5l9i2gZXKMAZZeCpMVwjISuWWGMz8bJGsjwlk7VPBBBL+7yhHacn5LPLAm34SgWrDEQoQRiI3WY3J6NVEfSgzCz2E+1mWAYiiHZcXeLeUAIY89K2HMgoDsqIiocIwXxTBIApJF3KoX9tAFhcz6OqV8fdt1ftoxS44pisbbdEcoOVIFr/rOruVp3H45IkyKQOJSNb7H1xxtA+qXEo140yTctSx7g9GWFzKwSBLHvhVecFoztkiWR6IunGbl6W/oTCKqYEsbtkUtKaY6+jGmZCoa9Z8j34Wr2ifEVs/00rHt2vxN5GsvYfVEwOQpUjWv/zzN8oP9P240gUtUG1NRsC1OSSsj/GbSCXvxVCyOVJBlv9u9BZGE4HYBIpPqTWmn3zzueFa+GJAkQE8jqYLzsyXmSPnyq69R8sTKcUNHfxQVKsHqmy0ulhB1sPb4szLq6lk8S2aRkqhTChC/dlfFshS2VrWfUCWqoBhtGi9Ud56SeD9qSCLKpQAdOcuoX+lgOpamlQ+1oG5aUVI9tpLh+G7pPycZUWyKCO95jyhfKWUd8CRPXmiZLWS7x4HQJbuCdpRus9vlQOq+jWtKC0V+ZZxLtQ9g+FHX6oxqIV6cUXra0HV7iAfbpDDRu8mchV0n49kdD9z9nQ5euZkGZRnfkVRjiUpyVWN25rKEbNgvW4zmZaNRFRc7Q1Kmf6elKE6gUwUyNoCZHlOdB0BayJAQ5UmOoYyVshv6zG5cvfd1togS8b6khqf0puKAiOJnlYfrq1jD0DdkvXvajR3S8RUNQolqAcVETiMploe3B4X5IHlX+DllkGW9uuRA+Xki8+VE6dPllkZUbdU4fCdi++XJSjHWhcTytM6ePiYy+s/FBB8oLyEuwAsgbAn0NO0l4eJMGJ4c37yQnBeWZcoouQCNM78yHqnnYPGg35RsAEASDiP6nbpDCoiRJMyfHdJRpBvw36gxQXOijSLFi1MOVlze6ddmOXSe1flvBJw14moyIUjZ02RoxTBSelzR0jsgQ5Fm/1K5PyhaIQPJH+I7I6wl7QmVqHHSp7yDEOTml9F5vkcIOqR8kddPEJfEypCQb8aqFCbVHHU+9CzaNSLzOaB2D847yx3KuCx7qtRKuuLRpv1UrcCDP2serFtcKEL2BewGvSk7Ec9oKPIY5p39kzAiZ4BKo8jVZEr+Zm1QwQDGhJ0wWmKbui5XFGW/C2xVMagc+oaVYPEiaKPArKoVNkiWZS0p3xwZKhOzP1WoVUlYE+Gefb5nw2Obt/biOOjFYzzjnvwQYEmckj0w/Kw6hifg7FMP85xPcOaqM/3lWdMVUsobVT6bGwb8oG5Zr+t0W+u75Pzs4Gs0AXJU9ulRxlydcHHkhWjclBSgfPE2bly8f0eyBoQyBr9eUFWtUU6EOnh67+z6CTWAfLVTKMdIGtO1PALrxDJek77mcqmGCfS4RLEBtxy7Ny+fkWNk/+57NJ9/vqvfq6cPqXGuXfuyW6YLV//xnelx9Lw2iALmwaqNXoekEWklkqfgCy1mQB8k5ZABH9sbKC8+smz5bc//5xaP2isNIl/e+le+f2vfKPcvqq99Ej3sCowRRPwDVIAiOhI3puqSMn7NHCOTVGpn32rJQAza8qwuv7kPh05Qt52srEtqb511T+U3WqrkrSJ1P7XWbg18ADIOnHmbHntNyvIunXXjmKqC0IZZK0aUBH1rS0f2EMsZIoKWXfouV3IS+MZAJ4xdesLALDGfI/YTcdPnnCRsuuylS69957P7XQcT31bty06mk1kAKwhG1Jp/USyTiklZJ8c6Avqk3VRES3kVnX2V5uhF9GKzfHEYC6Fx+ycxBmEfK5O6pZ/z1DZacC60nthfkHxCl5I1DpMuICsf3eRLFbJj1lNncDuraZ+kNUiWdnoieQ06iD7myTwYRmICFw60ZO8a2ORvAnC8eZyUiggeTADgCooF/IID4sa429Al6sMxoaM/ZDiF0+798iZKJd453bsiGZ8dACqCaMqxG2TZwEk4aoiL6/POla1ApBBFrkXbjBcc9IAUjWi5cIXvG7qV/UsaH3xeuuV5eIXTiBl4/RFsnSN5GQ9U557/iX1Gzpsagz5LUtS6pSxde8BFm31IDjfqOYEdZQ1e+oSPaC8+24pEKiDGMGPSM5WEjp0wRbJwgDYdI5AFVKEhfVNMjDGyT2VFsWI7OV3VBBjTwRh4ETXmldjGwCpQr9LbrRi1Zx6rhKxmZVB/cy5M2Va1W6u3Lopzx+CQ8UBiOTofX43LYXqWfbiE8mi8MWicyYwejahoFGRyOq3b377FHgzGCJ8q8ezW++9z0Sv13KrFWTtkLmdAu5XxDyLqZFV8HLvM6KN7Dt8tEzpJ4UvvgPIEl2wRbKc82LhGBAHQOc+UfgNZCXXpgIsr8h4z1q55EYTROB3O9t4LVGsx47S9KoLQr/CEHisfTkog3j22DkVv9gJsm4r4gDIuqlCALflgVX0QYqOhpRba4Cs8fKZX/olgyyMwVEogooaAbLGBLLWtZ4AWTSzTcJtygJDXaXCmY13KSYbY30ga5f2/14VKDio8dpFFTN5/wFZD1TwgIgDuyb5mMgNIuPIaQEPFRbAs4zCasY344nMgRL1QOAHkMNeOXX6lJvmUl5+hX5BjggwxKLSygAD/Kxon99VdHQJI1EnhAKUzD4qtY2XFz/1qkqYi3KjG8AJcenixXLzgw8dFZ5WLhnOAFdVFDBkn/E3FQQp1oJDY5eutQsgpQnaEMh6guOASACltmeUhA/Y09UayHoi6s7GgwWBUeWsARy0Dx6px8yHimRBFzQtDHpGn/xrtMD20zIOud3JNORtgDwRLAp5IKOaY8RVElG9YMUOZClx+tihcvrlj5dT2rPjqiZ4/dIH5UOVAhaKcdR2Wve/pjVy8+pNFZgQtUUA+ZHmcIBcPukG+vtSQvCJ1hLgasROt6xX5o7EbehJsRnYpzhj0jcOJxVACFDttV5Ffcq1p8cZxX9wDrlXlAsARR5TTevUmSPl8LH95b6if9/+1ndlZCg66FYj8r4rIslaNp2bnCAKPjifIJ7+AarVca8ai2GNIwVOBqDhkWgu2jLOqnUVzHikNb9BxTbKZLK2oGtpLbgEtgxGysGPUZUSwxEjmHxHQJbuY5xn1LOvKCrKA7pMe+gAPd3H3+g0U3AptpT9kEJQ7KdK59LvNpTYJC5AQKRK5xWgHIU2aBmX8zgaXvUohhpR/AbcPV1as9wXYsjNo3X/aWisPUzUXa0qAFotksUdM0PQBTdqJAvHwKgifnY8tEic9VikVkBddH1Pg4d+nXtrfvn6XHqx5Ta3irl2EhqUJpbWImqWmhisemFEQGJFuUYUjEFGUWCIcvUu4IPuI9dkB8jql//79h0oL7z0kuUNTlIqQQ4BsraGRKvHkSmQpQjx8Qtnyoln95R3KXzxR39cLr5JJEtVK2lGTK8sR2gSybLONJbMeDw1kvWvBLKee1k5WSc+Jmq11rtkjyMLNp6S1/z+xTfLu9//pzKmxsCf+9Qny4svfsJAYfGBon+qaPrhNVHIzULBsZw8U5g0W1bqgE7sP6odz8jukFNUusJR/K21cuH80fK/vfZiee7UXHmoS3/nxmL5yle/W96/rFLlj7R6VrSntD4HRU8fNDsFmmwiWYYApscmGpv1UNeETbbmbI/T21G6Ku8coZMjqfUXi67t2Xn8mjWX15qM7OahfwF4scaQsRzSB3H8nDx9tvz6b/0H7cdBASAiWWq/I6dLV8K9gizSOcLsgKFABitRYckHF68J6E1OaA9I2v2E04AiF3J+nzhzRnbiIRcJe/udd8xCSOPqBrKqPVFlJNwAbNQh5U02kHXoUAVZb1wqtwBZsCm/n2iaAAAgAElEQVSQ+LBfGAnkC2vSdEG2Exz50I1NayZns+6T1GQIZTTrNyDqieSpcYLzOjGUEUrVQV2BVwfOjj//xc5+2T7eP+LlnZPy1L93CM+f6jM/6aCnQe7eZ7Z5Z7yhKy2gHtIJ2rbgvJ6q8R3ZnndyYDX4g0btVbH3nz5ZeOsCskzXoIS7AVZKPzo6QLUfTSgFL0ZEDxyVUqL5IyCLksWxLfOz5bs0r1ZPNPdvrmyyfhHtm6xUoI4KUie5rj9/plVLDMDKeXjGFmJ2TycDMZQ2ScUpyZwkcuRUvDqU8kTxWW7VSBZ7JSArx6xxjrr5E1XpZZ4NiWpz6Njx8twLLwpkHTG1cEEeUiJO5AfA0W/GVDOoWqGFrvpj5dJjnMD7hTs+Pa3eRRJ2Uveu5jcubyQe8fvyZCxpo7qiVDcgDLzKaMtYIdcBYwMKmSNplO21FGLQ8Eo0wooXRRU+/MrZ8F40TwUe/Wwwe8gBWlWZzyox/rj6NuxSJOuyquhcufphiitQYQvjk5wCIm06fszlQ1M6mZLDq5Qbl9eayl9UpovCzr31f3Uh6RpZMHy2pyhCqQPnFSDZ0MCwrsZMA+5NCUaQ5AptT7TjU9qesR91Tsr+I0fLLEVMVDr529/8R4OsjYfqiYFis2fOksyf8d0/DWRVGg6Gg5/MFCB5khqVsHq8c0P1fwAQnYsCDvR6SiQLb5SKD+g8VBfcpZya6SOnBLKOlWEVU4BK+FB9ghZu3SgP1TB59d7V8njpVhlWSfcBRQvdn0hrcEJz8+lPfUog61nf+7jWEtGAR+Q4CCiwVqCgkZOFlxPwyfyjDABZ8PyJGGFwuwCAN9HjMq69vxsKFqXC8YBqQz0i10uADLPb+xRgj2dQ4+x+U3IYnDyhSKgiBM7R0/kpzczenJGxg/xZVDTl6nVR60TJIP8C7yrRDLjwrnDpYVMCMdWe5Jh4IiPyiihhNwRgVMvBICu8S0XaaEb66VfL6QvPuv3AHZXe/f73vlcuv/WuPJIPlU9G5TlRcbVnoJqRSzStPeg8GBp7K6K8CXXMUX8Z21JWa3gFdf9jqvw0qTWDdsNAlfNX467+WA9E59BaH5ZhPq2xnlS0a00G0nVynBSV4xlc6KB/0eueHWWkKAiOHVeVY8BDSfUycv5P2AkYy4xvGnOnIIt7FnIc611/jM3vLnuPHy6nPymQdf6cquQ9LDcuX3X1x11T5PWMloU7S+W2qHj3VAiDKoHrKH9dYMSGvZ7Tof2axK45GtdYM5dcG8MIWigyNgYvirxHAGbtp8dSpbjp9zTWBcinGJBzGTUvFgM2OuImnFH0/uTpw+WZE/tdwfCv/+ofyvuqzoieGhdIINq8qusCjJGxM4p40j8JecUcW1YjzKUcqAo2Sp4xu1DPAJmUnDL6eT1UgYpHcvqs2yEnp5icW5s2olZd7GZaIH1IAnD5/l2Drg3ogjJUJ7Rv3BAaip3Wh72+QR3OswU8sp4AoZ1HWfeBMcO+Ym/irYd2yOdwLvAc7iXliUTfaliI6uq9cXL+BDgofEEuEvuFz7jojgARQNVSvDoOW1EgInsjNJrVGCNfXNLZQINiHfFue8ShJWIiE60zLU/yRs/B/FAIBF2Ye0rFyy6/x467nAXQi/yP5duZvkD+GPnWvzQmD8uBfeamwxzuj0FFFWCmeI6A1WPlGoEpR8YAWopmQV3VWgJkxQmc/m7N5GaP2CFX9xXbZ59yY4hkETXlPRox03x3q/bJeix9PiIZ8Mz5M+XkhX1yGl4vf/blPymX3vi+aLIPFMWtuqrSBd2apiqTfpDV2Dmdhdmna6Oz8nw9TRfjNUAbG4S8OUppy1lAtAm6oCJZz738K2XfCeXSyuCGGGAdThEmtRRZV6+qi2/9oLz/xnfLmIrtPHvqmCNZ5GHdW5IDbXK+3F5QcSSmrjpjoV26d5vktiOjAvTpgbfHDpdJF0WhkvQTNdudLC+fO1QuHFfepO7zos75nXevybkq2TagCJiU1dayHHnLRLxlG2oqhkkhASCbSpfWEimAkfws51HbjupmKY4zR7xiu8ahS+pBXveXj0lxFld9Ja9Xzjw7w/QNhThpFjWfnd2u67k1ANFYnYdq2Bu6lxXt15NnzpXf/O3fcWT8+o27asmwKtCtSJb0IPecSp6yxzQe2F5o4/vK13IxCJ4JnagV5bp+PKvuiee1NseZrrVJqwmihVQxfebkCTsMVyQTvqdG1zdxdGkIxhVFNLtJv4NpWBBmteiPQQHrOdlZ5xTJOixGwt27i+WNN94tN2+Rk9Vyr8KwatR79gMBAQsP09Kx5xM5bra2xzRGs8fc/9h7dV872qbr841tlurO1c72XOr348+/1q31fj3W713Z/vpP81cMq/+xc+y8Tjvn06//UZCFDN8OzPoNSU8w48vP9osVFy9EwHXfDDQVpZwIG2HaNSNmQqw0U6EkJSA1RR09UIJbgg+QxfqADZJIlgbf5dwrJY47saHQGzWL3ipw+NkfEvb9t+erBn6LtGTzRYzaq0DCr48h4Tsgq6MyxM2Uuv+u1MTP9KYBPIHYnXtVqwiSgJibjJK3xxEvqY7fYPFVX0koD80QgPIkkKXCFx8TyNqnSBYe3bvqxv0Ag438FtNI8unmickGzHxnXMkjygbgGIQCuRezyo8YlSHnMGFNYFwUX3hR56fRJoIyTetyLgDObnnlScBfkWFIuWVKcHdqp4Ks7Vzmtk0ihPDMdN4gg8+Mb/KD4jEFZJ2QwTamxqQfXL0iAXXDuRAUTUExU2HOFRD17KwDl9jVHGxIeTymAhJV7ygvK2XaebiqIO2uXQWwPS8GflHYxjZ1HXjd1EiU36jGaP/+yPm2A7guH6IZrghDfXxUindOFdX2az7nRVODnvKtb/5dIlmmC0YR8mXKaF3GjhZ3kaxaJrV69APE8DbhQUv+AB4nEzH5vUqUID/NpY57zPlcaASTh0TZ4bKuvwFZkwcOC2SdLJMC9OO792rOd3mt3VZvjsWbH5aVOwK8SzfKkKoNDrL+yNnQPFDe+VMvv1IuCGSZmiqlsUKkVMeQo/RQ62WJPB8+Y+M0Zdzpc2SQpb/HkAd6z9UFDbJkqGvfT6soxKSU9STlq+kZxSX1tqPIgACDrFS9A9CcUJnbUzIEoAZevvRel4jNfs1YqsCLAPmt2yrMIEBORARvK2PFPZnu4uurMqKKShxQkZKHMn4v3r5ellG8yLuaGzgoYHRQORnPCmAd1jXHVIb9pqhwr//gh+VDNbilL9IkNEyd2827teaJrrgRuH4y39znE1dv03xgJFPpU1Hj+ZPHy4wSnBUqkGdTChaPrqKzKwsCK7euaR4UydI6n5YxPi2Q9Uhe3xvqc3JPIMs0xG1ynPnXGtF+I7KGA2ZJ1Ciet8lEH18jGc37j+maFhkknAdkQckETFAFdHR2Sj2yni0XPvVS2ffM4bKiSMCykqahklFZ8O7NhXIdGp6U9uOHcYxsUkFWxgFtH+zQYqzjmfIyHZE84vpQgEnET8S8fQUQNiphnDeJgLstiP652SoFS7SeoLGYmg59xuAMOUSe3qDkn4oRnD5Ujh3bK+Nmqfz1V/++XHr3PZd9H9b3oL4BeBhHjMEBVQU9oNYL5IDi6AIoEDHB4dMKbWA8wS7AUIbeTPPiB5JHVLmksqYdchS20FzqDx0nqiMyUWD5sXIcNxT52tTxzj3x3YI/KTGOMckY0UtqrBw4dECl+3eL1nOnXLt2zffhlh0CiIzPEnREgIzGBecYYMtRY9pzMJ+SjQCQWfrpAPZ5T3txXHTXPaqst1utJtgAt27dcWPUcXqayXkBcMl6sDh0RBr6+aA26mOqTRrAunSNKbUc5FIp1p3K4YJVAcjSeNB6A+cDMgAHB1FgQpgtRyvJ8rQ4obhOnFiATUClPeEWydEradCaIlJ8DkA4rWdjruil6PVRjWoK3TykeI6cXFCyxkZVPEb7FodHB7JE6x6Ug8kRd/Z73wrMrERRIP8BWS+odQXggTEjGkx11S1V61uskawRjdux82fLqQsHFMm6Vv7LV/6kvPfGD1QQB5BFJIsoTc3Jsm2aK/aDLNZUv70WcNA7rgNZfeZbcxgO1j22ReELt3DRepLsCsj6vCJZROEVYZLKbCDryQBNn++rUuh3y7X33iwzKrhzYG5Gz6n5puWHHCgbg5Pl0ROt84kZ743Dyr2kifmYqLgTosgmyllbKQiI71IO567xVCyEmUiRh6NzI+XMXp1T9/2hHGhvXL9X3r2pPoEDksuUYn4gx9CqvG2PAD2wd5Sj5Xx00cVlfxAZpQIf85oKzzVPftusdUOVAl3a//SDS1VkbNTkFrq4EI29tXdx0gGCWINuYi75zV5g7ABc9IsjPz7NvMk1Vo6x2p2w/tbIyRLI+p3/+B8lJ4fKddEFHwqwLWhfLkrvM2tND+wT5e/E8RNuR/HG66+bYk6U385GjnOeu+6BZybyjMYnilWjrI7haR9AGTx4+JAcR6eUxzsioPW98qEKISH3eR7vRfYnclwKCatxcFDVXsVsOvPs8XL48H715loSyLqoqoUqD+89TERDst77kt9jXwSsYa9jv5MjC426R6uNzE6BKzt1AK/oOqrutsqmOsmw+qKk2EtNI2Gf2x7TLnvmhX8fIMtAoQmQziLrkyg29Gx+ZnL7pE0/yGrg0H0TKm0OBe2yqRVkoRyInlgIbQNZbcFg1PdysEa1GeEEk6OlUwRkCYThNXDRje6unO1QxV41eT1xllJd5KpPTXden+a9qCjR0RQ+6GIWgKxKFwRk+Zgq7AO6kItpdGmA5VB5Ggu7AIYERANZNdxg4ZJvDMUoBYP5KlBtgNoQ4PzkZI0rknWiOCfr4CEnVN6l8IU2KpQNvMCt6EKj7/WolAGYBlp4M00py3OQz0Dfrd0yNHbNzpj6gulElZol8a0xiHX2ACzwpLdqUYW3eZVElodXAueWilIsybPfrQ081J1BlIWSj4fW2bi6LTpoPeIyrHyO8yP9hlTiWT1Fnj1XxgWyLgtkQePCGIQuSFIyHs8VecwpqtAilQ5PYxxLiZiOY4HEEyCCUrFsJ8Dqln2/EdcMUyuqRHVDz6k5CR1Vpz22HsJ5C731l78rKPNp8i4JriT+H9B8zir6QV7dN1XC/Yf/AshakDBNBbfstMxV/AehRzFnzhOo1Jd2VVf6cQgfoRhg2ApfdJNQ74djNskn0vmpYDdIDyNtMIDDpu5v6sChsvuZk2X34WdUdviAjKtpRy2vXVYy7NX3y8NbV8rm4vUyLJA15H45RjvKKVKfrJdf7oEsgRMiACtS6IAsGorSW41m1ubra86JiPKN4YeRLVvHCfisliGq2cnwpJXQjAzVSYxIV17CcwfVSfesOV7FK9voB/ocShOP8h6BWc65JM8hQJzoFfuAyBWGGjlRBmeVbsgSYN/Ak+dVV1/DgJLiOirnxm0Bmjc+vCz6nqIHGOmOkqCYdykSoV5yWrN7ZPhOyrC7ffu2KDaXVNjhtmhhomJptCmEwWS26m/VhvLaAbQMq5AGtOoBvElS7vtUUvf4ix8rUyfmyvK6FKNoOZQSp0HzoqpJXX3zjXJfe2NQhuGMjIUZ9SVaUf7CTYEsIllrlF/fAbLs49D4UlKfe2fv0j/JIsF7r1uqeaWCdHu9AdOYznqtH2QNqXHuWdGHzr3yCYFyNWNFBqqK34KM85sf3ii3rt4qi4pkuR9AGo1lfq2YAT5VhjalbMUdDzHGNTKNiqTcrwFKlXceR995y00MFRRjgqIH3C900v+btjf9ruu8zjwPBxAjAQ4gQRKcQFIUJcqSLMmxPCSuSiortVKrVnd1f6j/sLvX6g/prEriKXESO3bFsmzLskbO8zyBJAaCU/9+z37PBSjbsWutKsgwSeDec895h/3uZ+9nP1u76rwL+t1J0gX91s7sREb+6NF9OCbbuts373Y/+sG/dmdOnIlohcE961JWiKra/0nHQGdMYGOw0AzPArV3Y2S8/Pn0NAqLe/claHYL4OO9mWlapwJj+O+KpQgAAY7YTh2pp4IF1q8F7k9QJ4yoSaK/ZBtUMWS/VD0RwThsfZ/BUWzC3mJmxq9dvRzw5NoqlVkbMW9MEGpRtUbeLR3IusOnAhnWvtli4EM3DWgygGCm6x4UcOtsx8mqHZo71H3pS29kvD/77LPu7OULUFfJRpD5U9FM22+T5H5+IlzF753ealxaiqUlwGMsvqynlMhNZqkANgK6w/sPhmZsM+aHNidnzh/grM4jtFDZS8ZBZUfPDp00zlODlREfYX33tOOsIV/D2KWJOOeDQNneYfbWC8U8e6/Ii9pYM9YPHhTI2sDhIyAwSFcgC/AhyMLWrrZBqD0y2LfNsPrvHdjy19+QLgg9kntRbc1aFxkp8whfmMnayL3sg0576NhMdxKQ9e2//puArPXMu5kskE+yMVnNv3FW1fP/TwFZil4I9l8AWX/STc+pLkgmS+waLG+mBTogarKfQhW8d/18t3OSdgeMk9kUg6GbYDosdsj/b9nVTWyb6WZhaMzQ6qXaPlRfvX6/4skxD4JWAnAymszAuIeRZt+/fbj72vE93TStFG4TQXv/3I3uezQlnocu+BzQNUSKa/wJKsmAVkhOJY6WPJxqnGkQEVvv/Bn8lQZu2wfPlh5vBvgYzCpLlzM15Sn8l8A246uN7kFBQBhBANtqGFwuBc66d1vZjCjY4priW+rjI8Q5bMlyG0q9++M6QhcTZEP/+Ft/gg15ViCLs8A6+IcyF3h2Qb+Z3KNIsn/1nTe7a1Alf/RPP4roheq0Bhthy0cMaH0bz4iWxFYW0DJQVb2pyj+zNnUSGvRBAP0kGaqrV692J0+ewn709rLWsOec4XxLBVSUPfTSvm73HhrJ336AyirKsATFnnMelT/BGKVlhzax/h2tAZk9qdcvkKqPUmdJ0XbFB47fKOeZ+8I5eYjNNPuub72eezJTaduW5F/5My2ZMh/4bAfe/PM1cCPXbl89IFn7sz/07y390NysP/Rd//br+mv6DHXLa6Mhv+3fX7xe//o4nOVTtkmuV64e5m2ABFrhypp1Kk6z4Mqi4wJZq3TBZLJanUsK+pPJsju70Q8zWaaVpQ/mXGzfRSvsvwIEcl/1M+kj7UEbOqit1m+4RGl9SaMC9lkMU8gxMPznoRoaS8t2hdoWP6M2tMbezwugbMIXFSGsKF8WSp/NcixChtfRclurwVcArJSzKlLWE+3q9iuCpvDFHjIfqgtakyUN5xZqe9KgEoUOdcLoRF8PVs9efYDqiVe7cTfOrEtao2LTRTIqcQ5RGNSBf8r170MZvImztihgaa5MH3HesX0Hh8qORIuvXr4c2fQMsnOdsSm3pyct9CArvoNZmp4i6JXbpirucE2ZBmOKmqw56YI4AeehCl4FzMn/tz5hVGlgxkVxAQ/66gfTMo+JeusQ2l8GgyoHu+RE2sG1hkix5rTMfax1SANaKrUeyfjUKNS8+b/B/slju8a98zVU0rY265r9qiMhIcgC2M7gXGzBWZnnkJcu+PEHP0Ma/S7G1DksdUEBtl+JmurYhnKr1LMHf2Wq6lPr733TT7MLiT7lGVY/O3/rgZiZNcCVYiP+aQSDkhlEFgRZM93Wg3PdVlSLpgBc42Q8H1KEe+Hs2e76udPdQ7JZT29fL7pgQJbcV9UFh7t3zGQdfTmHlzVC6cnGawRZZl0FPD3ISjbCrBCvMfJv1vEZ69kgR8TLBVlEKkdBXpulm3DNMRyXRB6l40BHsjfVgtRQqXHJhLRMlQckzpXrSqe7omwlif4Ah9aeSX5NAog05h6O1o95sI4SgfVPnVv38zQBhbn9B7pbRCt/8fnngKxR6rMYSgv+cZy2EgVU5tvlK8DajCN6j0PyBoGBRZ43/Y+sUeO+pbaaoTBzZ7TVzIYUaYHaCFLgEbeQ1maD37mD3cyxw926bSPdPPc2xDxt5bMdi3kyu2egI95kTtYzBlMA2kmCHyvUgJjJugvlRAejCogbBUPzxX26jxRa0CE1m9Gv5eyMnpkQp9ZDsjLfoUQb4jbDyBpaC7JGECXZi+jH7qNz3Tq4naNQU0C/3cWT54h+XyAYgrgD3rfCLSrSeQ9Dgkoc2VI/JLPRos+51zKR7aAtimIyNKx9770obypEOuauat/QqNs84yhqozrX3ncO9PRlex7JeM23dRGqfElp20uW8OVjB7FnW7qb1291P/6n97qzNOIcJXNa7BrsiP8lWypFGYfPjBjXqTox5kUBDtbjFkD9DoCWAQ4/VyAXB8SsGPM5RKak2BxIWGd9l4HxvFi00TFrPfWE0v+gsS3Q0+tuKIkWsW+Irfe1VRf3DIqRYzIScLTE+5OCkK7kOuTzPKNCTeTPSeyoNFkp2Shnl5gLnz3OfW9mbzrG8/PQxFmvY2Qb9gEW9x/Yn31/6tSp7to9Wjew7oYR7tiJfTB6L5sifdRYM45JhJy4P8/4EbIam1R9pf7GzHkGTJCAfVNh03q0x3zPTs902wAzKpMqgDHE/uGhMuqeL65h96rKn/PcW/rj2bohdV3QKhkTx6ZAVq3fnmJorZdNnRUOqXWcrTBYu1LL7wdkLSaqP0Z2xj5ffo5gXcezDwT3dtaj64WvZqMFnm/QH9DgjrPjenAvP0XERjEaFVqHuJcDR1+CBr+LTNbl7juCrM8+IZO1QE0WMuV8ez6ugqw6q/6nZ7J+K8iiJmvuWMtkecA5lgApMln3713vPvmQ8wll2dnpLYBia1ptqM26Hsf2jaHeeeR4N0J/PMG6Wcl7lBssB+zQd405XE8AaQgq4qYhxFDIlk0y52ZR01B9Zb6b2zHS/eU3X0G5cFt3HyD9/tk73f/9vQ/okUnWapGaRZb2GN/DYeZCoXNP+CfrCdye1j5j2AcVqHP2S4W2Tr6xQhxH/bRqT+AZkcXSTtCycQNlO9ZxgnbZZ+Xj+XfXt2tN4CXV3ey4AMlWB/bbG8ZmmIEfGSerx1q26bBn54FDB9Lb9BpBHEHWfdbdHXw3gZaBPgM2X/rSse5bf/IWWfS73T989x/w7RSV8hk5N7jZYamV2iD8MZtmG3xIFkq/QJp0Y/OYrXSdP8N4jZBxPIBd3g7d3Oc+A6tCVcP+uQx4BJjhV6gsfRDa9Myu6airfvLJWVge3IOBAvevPoWBWwNG+kGaLtemLJ8ByNKPr8y14xlhG86yrTRiV0RGGzBPFs96ZYNCK2Tt1jFHgiwzWa79TEv+3s6fg1/+i38DZK3ZivXOTGrzV7+wU9f+s3eKvnDpwTX+jbf2v+r5ToOXrjpagQ9xdlv2KoipvXDNR9bGrsFc3egFplaBWlE7fH+v2FavbdLE4VEbHm6Ncs1C4CAbjY8RapHlNMNNHUDzCwVSg5ose95gGPm2pY0iP1EYzNncbjhOb7vPOPs1zHnCPvsUJ9mDrR63543W7/X7m/Od070AyFq6oNS/iCO0Ir28L6CpnAEzWNVPpMmXhr5UAEzqYPpmiQUCMMoxKLZhowma2Wpjm5E3AhjaRYGs3bP2yXqDA85M1pNEynuQVQ1O61q55zibdY2S+q5IbvX8KEDbr8hQ0DiQx3EMp5BlVVZ8FCNiFPQaSjXSiXQk1ku90Unj2qrj7dgzk8jG1UuXu3s4df1UmPXz842uGE0VoERmvvVHELRWs0XvgPsMyC2wVV88CWthawNZY0Rfz1+6SDPiq6HkjOBYK+Pt9T3g53Fm01S5Pbe9Y8wqDkBWak7K+ai1X25ZjKqfvXbtu0QauIqh0JDwNqM0lc5ak/FtA7j6k4I6fkZmt49rtOv3a07qwTRRz90HUQNivO9ibN9/76fdx7/4ebeCEy91oqJUbWPlqgXujPwbUetpT/0RUWypYm5XQaoLvd432FT9mve5ekCW6ggzWtUk1uP9mRln1sL2uX3djsNI9e6FOgjIWGCsz509313CAb137lL3CACxnmaR66A3PbVJJfM7hnP0lXfe6Y6/ciwgcIIIv/Q4DxPv2wjcIhHrRLECTB3gqp9JEX0i1zaarIich+hGIvqbkD2zT5ZUwhFVy1SFszYP59A18cAaKtdoA8KCl0hmR+igQFbos62uwsN3kXXt76zF8gN1BqRqVKPaovK5ZozETlK7OHfocIDVv374MeqCONhmdDhYd8Fhn92zp7txBcEMmuZq20aQ1lUUxvqrJ2YOrFlkvU5AFxomC2fvpCdKu9v0m/U5ziG0hya+Zvs9gD24VjxcObxHyTI/5mB/wP3Z5nErjvVmnMcnvO4WAY55gg8buL4U3smduyNaco/7EGQpuFHBIDI3qjAyTnj+pRrK9VNzoFNuEGF1uWXt9jUN2ZFZk2bqK6skEPBQj6CLYJrs1fbZXdCN9pHpsPcVIAOH4vKZ82SwqC/Aadpg7V8adGIPiUz7mdUKoWiBUQ5MVrE+zwUQh5a/+0ckxfnMyLnz3RdNaza0saGDSYdxn0RMAeDAdc1kJSMpLcVINGPpv82AW4O3DyBxFJC1c2Zbd4vC9H/6+x93Z0+ejsNkf0aBdkJf/fnA9ZNd0YFLoX2dAek1FafLPoLrUgPYx5IEWc6pdYlm06yPqPXFcxk0gZ63nkyt6y7NobmkAMI1umC/P/aN9yxNSen3x+4XnCadyknWg+I5DwBB0oik/U1BWZvjuQwWLJMtuwMgUlrd+jcV5rLrk2mwDk45/pKFV1Y9jY1xFFMnxT1KOX3AfVgz/Ji58BmUxXdtmy3NfmFt6yhqt1T+lGmwZYsMCTJtCl8km1W2115UWiApX8us4UlsxDgBAkGWczYOc2EMoLWBPe5CtDZO8REz4mXOEJWhAat7Z4XP0nn0Xu4R6JO27nqSIunYev6ofBj/Qyq8VFKBnmPAmnwIwHLfe18jpMt1kA3aGPjyOlKoVBXMedkoqWX211AHG40wdEHo/OMAB9fwAGQRXHhADbG9AGIAACAASURBVGJAljVZLx8BaAGyTl3qvvPf/rY7RzbaRrsbBVkoS1r36HyU97I2o/W/MpN1qHsVdcEd0AUjfME9V7bHrBqg4O6V7uNf/bR7Cm1w787tAckGzjYAoIe37uxGZ2a70d37sFGA4vvY93so0WL/DNammTZ7W6qqwcFhxGTGxzlfqPsdB7C7h54AMvdPj3b/6VvHureP70y9668vL3T/13c/7U6dv0sgjzlTsdPgozRHSwGsuVQVk/NBEQxzMqnjN5jW+6Tap7WGjWdK7VbvZ2hXUiJBRk51P1WNyfAbMBdse97qC6Vnn3veOiuzY4067NkzkEtnXfaJAUVspO2pQbALFeH9nKVS2h8xrrY0eMz6s/2ImdslAoTarx07tnVHX5rrzp6+2v34X36C8ii228w5e8rMr0BL4QsDKZ632kCXpFS98p3rfBN0lStVNlXVaPtp7eHbH5+HOngFn81zYQK/L2emoizYioNHeN3eGQRNFrrPTlCiAftgxWCszBkDS1L+tIbxkWQ4xckskNVsa9rrNF9JltZGegNuBeTJnLCe2FIUAzkGb2zYLl+0emPqB8YRz589fXzd4Xf+svcM28T9rj+8meb5N+z8e97wW34tWPkD37XGILz4jgJYzs7ajNbaCP6gULA5lIOPXBMRX3U2Vx8/Zsf39LzKHmi1aKPpd2VNC2Tx5xqQFfpTuJ41P4b5BMQRvFBZkEi2fq5Ay6LCNCmWKrgm6VeZqDVOcIa7H/NaDLX0CmgFZpXfHF+/IhllQjPXAUTloDzvKX9mrAQbAVi+VuPL/1o0MsqCyWgVyExN1gBsuXCa8+JU9oiypqMZ7tV5KTdzFWTtmt3fHXvt9QHIugXIUknPhZs6Bq/Txr8AR6WSe6CVbGIb4GxGM4cMso6Gg+1BbwfxKaOxgADV4JSyNWJ53+iHzVQDFjFmHCTb9++mmnIjdCCEA4gAh8bgsAiyLKxXjlpFLzadvGVFKLxXQZjRlogOOdYZ6Mp6FcytTau64BxRvzEczQuCLBuE4ugLsowkSbsTuN0hYmakrK8B9C4Sddch1JkPyCrZ0D5PWBm1OrTyiWvofwOQJUhhnKqprn3FytHMrKzZC32UsZ6+nikYx/VZk5LPbTmwUNZmdsNbp3ZHh8LI0vvv/YyarF90jxinyHz7lgYIapEWWJJqUSCrCRM0g1BL0c+rAm0jTsmMxrnxjpu6YdZ87033FCujFRpQewYV2NqweRSQNdPtObq3m53bS+3Y9u4hzvmJMxe7Ux8j7XriUrdMb6P1RIB1EJ4ageVQEggp/nD81VcSLd6C6MEiz3Tffif828y0c6hj5MHrnbhedOR0IqV6xPGLuSw6yDDF16GF8GJrOawvGZErj7OqDLf8bmurpC1p6AXE0ml7oNUXYqcOq+15P9fP1LGUxjDGYeOQp3cRAEgblkJm3uP92Oh336EjNNOd7H764WfdfUULRDz4gdtnAEjUIVxG6GEJhzYqWnxLjbS+Q+GBNPfEabcX0noof4/hvD+D1ucYbGDPzb1+rHvpS0ehk9ylVcGF9Bazp9g66XR9M2icbQqycEZROrRxLbZFsYxlHEzreaYmiTDT3gEt8m7FjJF0NA5yaXY+7zIAS3nxJ+zpdTgHyfyFAmetT2V+BS6lhcBza8O0LUJyfhZKDD9LRlhKWhvPtDTAdmymv8rOwwdosr2TYMEiGc9L3S33LHYj2dKUz+RCATyJprbsoj8v4GSxfe0vKXZ9RLT2tqyICh7phGq/JgGWUubsNXUdamLqYF3D7oF45HmYxFfKwceZ5uwxyxrBBl6zi2DRkZf2d7uM4AIMv//dH3anTwmyVMTVpzGz2oJAngtms3AOvBf7V+nI59wRPNq4WipuMkg00GaNmj2TDn4PlcGIPjVnU7vsun0OuHK/2ajYDJCZKWlq2k/TK6H/NVldAwnunUXmfIGI8Eaez3NSYY0H2EEz9yOs2yns8z7Wgpk/xZGu0v5imc+3B1nIPDpi0n0YJZ3EavYcCZnMd9nAsllxoto56VlmrYpznobOtl0wRNNon46xdXjWMU1SzzWFyIFOZQrm3esBzGWHpTF6LljwnyamrhF+494JWJYSLGBmjA1aKMq0jaDUZhzzFeyO4MlzQHvqXrZ1xzyBhYesPeuEvf4jgJnPpw1OlkypeO0LWeENUJyfa3MSaFBFU9tJsEUZd4Jdrq8p7HNYNlIfB85Xzy6IuS+Lz8MVyHojNVmyCBwnbapq4wsPAcaI1gyxXgOyjuzuTpy60H3vb77dnfsckCVdEYAVkaawGPqzqmdfxGnLGv5fQxecA2R9MyDrCSDrCfda/rPn3XJ36+q57vMP30MDYwmZdXrc8cxLZKM3TSLIs3N/twkBp3us/avXbnZPAFgjMnGlkLtfEtUuoODmtkxkEhGfaYLFQ+wPs70GB/aQrf/zrx3pvvHWbOzN5zeWu//nH853H316uRt6wlllKwjAlNRaabQCref2aLSWjUFOz6yo8jamTEZs9auv2/Mn7dgv2xZwJMgiOMa9TWNPXBOPUpsoLVDBolqbaWuRNaV/Y0BH+1D+S84O2BBmpK3Jsg5tdJz6KJquv/IlxJCwZ8uorq4jm2d9lkG3If0YbYKCOdiRSaiYt2/Nd6dOnmEtk51mf6wQlBSsPme/WaPlHm4GLbYtNVB9nVTzI92w8a/0RfVfyKDvnN3dzR7cn8zsDdSab0A3TzYwPTcr+LSfTNbufbuwVUvd56cud5cRAiJfmT2cPWomyzltfnb6ompiuUbaJTQ6ZVERpFljp8cAnNvJVJPhNeD64O48ABJ2AWeTokDPtZntvI9fnqhZJSw8K9a99O5/XjuPa6b0i39tWZL8eJW692+84bf8au01ft87f/MzXsBna0DYwGHMC8qa5pO+mF0YmJT6Sz14gZcanCo+D3dfxzZZrAY2fOoeZBHFU/hCg6fzWn2HepDVDLyoHHgrKHYNDakwyLdKNJXJqmLb/t4LG5Uh6m9rLYjMk60BWTmo27+TzfB/7a3VUd7DVGegQJU1BgPlwGR0NEJtRG003NSOiiZYtJq+X1b4yFxLhcHcXru+CzHORHPwKzpW41+3Us6wZm49Uftds/sAWW/Ad96dPlm3aTq3AMiK6MAgyurbG2WwPPXm7Le+TiGpeHD6/I6nNT4AXqIYJX7hwQAlicNsGjqgP7tHVO8WamXLNqYjUqXzt5GGmlMHd3fPcPh0pBbpdeOm9iv1Z7xG42E01OjzAw496VE6LA6EaXAjF9EHy64VYBUpsRiV68iqwRE+iow4EZALROyvcw866MOkr5WrHrGomOvcIfUc8Y+kydth5NV0HvKZ0rKqzqkOr5rs/Beg14BHDUtzzHIehH5XQFSak/QUIi+u5cGB26+72gu+v5Ipq6IjfbYu0XleUSALAAPImgBAWjz//nvvd7/+5S+7ZQxq1ag4MqtRuMpIVVFp1L0SLVo9RLxy9e5h/pSy5++PA7R0VAVkLdrVVlWyCHG+BVp+41ASdXNz6aQOTQx322Y3d7OHZyjG3QPotibocfcx4gUfw9W+dOJqt0DUfwNGch0Up8hOIzYyxj29+eU3u5ePHA63fQtRapvwzmNYHROdUoGHUayIMvgfcyHAKtBjxXUFDCLhzhNsso8Nd1jFv2AVaRAchsr265BKnVgA3BTIqoJlnV2pXH4NVEvXBlmMwjH56ecjGIQqofMtBcYMlKqa1WCxxtk9MkMLhTHoMGdUyJOCZptjqC4bqRlVCOAhdRxG1nUi+gyadjARUG1iakjNYpEtIFJoPYy0wDFqZfa+cohM0HR3lqaeBhOkOzXCZGyjvAyLup9T/TAuHc8ePDI0ecZHAC0pJVtwakcQK1ji85fZRKUGCBBgr4zhoHqYmiW0qWi4zPkq8GL9gHvIU2PEAIxiPF6b8XjMvPSKdDrZRQVgUEzxCor4p1S4zQRFZgRZu3d2C4BqJdzv3kLWWTEP95n1BfWRBbLcfFJuWk1WbGdP7eH6AhL3gUDPmrF+b/fNLTYxN3OIm7xD5lSb9KOfvNfdgL6WbKxrOkCh2AH9l3Ntw+KiKW0gU7SYpsFHjjSQRQ3C9773zw1keW/cp1nIoLQKXFVfQsCFdFTm3T5bjrNAJVm6MBrKFs3OzkKdPQbr4HZ34sTJZuvXJxOkOVKcxOzQM4KIK6rucU+jZnXYNwa/ZHoYaDQqPonDXzVsLVLManCdpZk3APyuFByFkFgPCgJstIcg4+A8LhLIYZCiTuYezB6RbuTa1K7hpCYrx70ULboMxapvUGPomjLIo5ETZLnfBFg5uTRCYTEoCV0ZPenCgxpRpz7RrQIRS4J+1nR6sllwHYMWj42/6sAWULYeTjhsfzEd3mGyuOs5bBQkmIKK5d5LA9eW6dTWGWSSQnz37m32JZFznl8nOM9qBkTgT+DU3liufzN4OtuePWYW7guy2C+CLLO17tt85WCusegDgvkxPw/IelOQpbogIEsnHLD5jPW/SGZZoZ5ksqBvHXhpDxLb57vv/e13uvMnPg/I2mggBsAQ1kXVJHCdtXXE/+tA1tQM9d5vf2OQyXoMxbFAVmWyrl882Z366Ofs42Wo01N1blC7NTK1s9u0bVf3mEDQNahxNppfT5Z6XLGQYCyzHe5zFQG19qwNQRY1gNumdyEqA8jSlwY47ZjY2H3rrcPdn37tcMfx052/t9L9v/98pXvvl6fJYhVgUM/uqeIw2KVnACyDqAJThYCsVzLzlkM90eyyMSnxaD7VwDfqfTD/bEDBeZZ2p2aAAVrXir6LzBNfY3BE4OQSSMaZNV6iFShYss6Lnqitt7yixB58NtVIX3/rOOuY0grOzPtI3itOZDBznPXgmg4VGoruGIEWs30GvXh3aJEyih6S+blPAGERhd8lFA4NYpcbU6wh12KVNBStL6tUH9dzwOAwP1aMaZQM8Z5Z6t7w7ay3vwXYkjIb6iNBwH2HdgOydgOylgOyrs5D6ZPyqr8Rf7f5prpsbdyc2zS9t92S/onCVO4lXmv2TkXezdsmYysFWfN37iGMBJPDQKtBPINtzfeue3YKm2iJgdiXv/6/tV8P7Phv/0ueO0Ox6hn9nrf8xq8H1/h9b2wW8gt3Foe+RbEHMtT5Wd9YdTVitXYxrtK4ysBUhH714BqYHQZGR8folt8utnT9NpTjO1lUQ4CFTaSLdVoSsWKBurAHIKtHxgFZGnwNtnVDGi2dSIv/G8ji7wOQ1YOXfmjW/HuQrfBZexMZf7c9QzIaWT9lQ92Q0vRcvCJqFrTRufR+CIhqmax8lpyWCo75c19bAKsKbxM9bSCrQNzgDsoRXwOyejpCf79Jya4BWTNw5F85Dl1Q4QvuR5BlJkua1oC8kI1XxuWF585nSQtbE5Hj8pHlNXpKlMFakg0YEZvlPWUeVN3aNrMTWV7qXnCKH1yhPgtpTwsX1xFZnJzb0z0lLX43AAwBhIC6Ng48u/QRCx41VNYM6LgGZHnYc8D1fZAGNL4cKRpljxgoiRxwhxC+kDpyEcfzFo6KjvgwkaAJKTdyhRnbu6oghme96jj2DpFOhIo/PegvVFXZ1ir6aJhqwO0rx6J+xS91FjjMdXBsvPkAWk6ERgLYas30NYDZX66IACzHu9ZSPiRG3Sh7qTMKsmYPQhfkuj3I+vCDDyI4YsG0jQZdW6sNhrOBEuF13/jd0wHL6FvvqIoTe4sxX0809TnOXyTGuY5OTBqa8uyh4Xl48Hqj7ok6NSVAhRz89/C4hlFZ8vFu73ZoaBQ6P2B+TzPPJy4iZnADOdu7SPQatRZ46gTz5wgPPYey0RYLzbmxSYDbCo7s8gK/MzLPgNkTShl3+7tVPZCZrKIKOp91TqTbV9ZIgSsOOVcv1xwRZPH8SlsrgqLNWWgOlCDU2i8P1ihAsQ/jxK+Z3wLD9tMy41WRbOs2LFjXcbyHQxYKiFmxyPKWPO4EzbFto/AI2ttFqJLzi2SjHEwf1AifTnaTyzYq6jroMxqhEcfc4DgKxJBZ15GW//zY3kgcrhYU28xWelfqIgUlzM9Q1jkRdhzSDesecRCTEeO5dWIUTlhkbzouW5FFHoPWuMx43uUwXvQQY/x02cZx0kfZsykHzaFYhcrp76RYAWtaQDkNSNupGhtvWib6rmSx2QaVsFSXXITeEnUole7M5kWlDiDMfE8R4d4FvdTaznlU+q4hg/7QJrzYzecU+xmNrYhlOevJaHu4t0LpspMtesnYSbvS/rm3dZCzt8zs6HrzjAo/HDk81/3Jt/4458m3//4fafB6SWZi1n0Psmqj1leBLGrdeE4DQIo86Nwc4b6TyWJ9f/87gqxTrCOzRIIsnZ2mhmrEGgfdKLf2VafLjL/3WSIctiTQxLmuOyh7KMK+ejzA+fNPP81a87zdSu2cr1VZNE3PAeCKPLjetlGvmWbZqScpmqJKbSNKvLPP02ZDWXICNFM4q0bIzQh65hqEWsBG3QfcPiajIy00c6S4Bp9tA+AJ5lebtmSjbJy39KzKGV196/o+WHVUNZCas4hgCNeQPqXKoL+v7KYOUWVCBe9mOEMNC+2ENSbjoJ1lBlACHBirRZs3s7Z0UqM85gQp8kRvKfuTpc2LNipr1Nrssh/LAJIVvsuWVYbeveY62ur6JXMwRkuBIexf1paZR/aJmb95QO09xuYhe1zWQLK11vBy/0Ul5vqALOmXjuuWZLKKZl9f2vEKYNd57v/Vv3cQZFjNZBFMM4iFw2y9qvbvUTIKE2QLBFmz3efUK37/b7/bXTx1ohrtSmNLTVYFmjwFq454TfCQD/2fn8na0E3OsE7f+kY3I11wvQ2qS0TBEC/VV92Vcye6M5/8Itm2SZx153YEwYv1o1NkzccIwD2D/laU3CEOOdkGdYEGsqzDk4rQQNYWsu1TiGSso2m5miae01McaV87vr/7y3/3GkJDXXdj4Wn3//3keveD//4JrQ6wx/qpjggg62laE3DusDfXmwHsQVZfFuBeTPa7xq7vx1nx3LaXzZJwR66tXlnYey7BkR6cVZsRoYXMKYMKBhFcV+5XvzzX3J8B+YIvviem6M2YNjMGSKa6d959s1vmvi/SH/A+MvTz920Twn2b0fI/1liyWQSODU5vwvZs2TZKXSmCEVzbVy1Th6g4jHVukZfn27omBTIELwY4BL99ALjcTX0RM7G1j59ix4axe/vnsHeALQMrUm/vY9vNZM8enAnI8v4+A2TdtCk7PoXU9SqHaY5y7x/FKK+CLM+S9Pviedzp0gVVCZ3g/AnIwpYHZAHePA+SIGiMlpibrDlWSZIWZjjxFY9943//ApRpe7H9sQpG2unSDMmLr/oD/5WN9wd+NUNQxiCIopx6U9/+55+J0NS3TlffLNWNkBqjlrIrpbNVcNVHhssoaWjbQm5I/jGLyWi1xkrVnp4Dq8xxmhCvyWQFZFmP1Rr+FQY1heviLyqE9m1DKIMlhBHwxcRZ6DgASvWgq4PTIhUJnDUENaA+vDCEOSkGdJLebvqWiHYkMgk/F0sg0CrlQJ43sipZxeU/m/VqlMJS1DFzUpGnQTQln1ugtp1fBRLzGPxfyy4OQJbXdmMwKPYbsRmxmSxrsryXmwOQ1XpZ9c/VxiEGJp9Y108jybUgy58zwEa6BVg2szNz9QADZo2LG9+I0/QeeiYRXX1M6vjWFfrvqHYFxWXz/l048hR3op62AkVA9pQOup8rENEgGQXy0LU2JFklIxccOtI0wsMV6HnsNgcLanAUDo2SCPz2ke0ZYXPa9+cO2RCdDyNIY0iKW2Dr/BiltD6h5LuzIgt0GsExctlAf8QkWqQ8uVqzkW4p3hNecvvqQZY9y6R+TVGzI71PsYabiI3oGJjZLDAuwm7nSabSoEBlQHLFlmEsQ1/fptR3oGi2b9++ZAztmfH+z97vfvWrX6V2SXrMBpxGo0CRRU3/CXuNcLARHTZSOsbYeG/+3v1j1NR6Bo29DucUmacx1CJXWJNFYTIbTFTV7EOopK4Ja2EccGkyAIqALhGOIAshBnzcPdMbu91jCrw/76jm6W7iR11det7dX4H6sIjzgjFeJ43Bbxun8ppRPuwxxt+mrFOq8OHgWHdl5snLCyStoRCsW3eirdBpTQ2Lc8iA9lH2dczfeiX6HTd+o9zAsNFGDjBrODzgVnCSzFpJ/0pfFsfFmibrAM1CJ8ugSELbZ64QfhYpZ56rFOMUu/DuyRUB/py8gLPQMHBgdahxkI4ef5UM63YOoFPd1ZvXc4CY8eql3nXarBeToqejaYbF+jP/VF1uvQCZsR4jUGC/Nw/qW44FDTm1yYIds03ewAoRYefTg9c1pkTx0Ab7JjE/yqwyt/L2F+YFWeu6rZstJN8c+3SbPZE6NbN1ZhasCSLSyLFWhcoRFSq58zjVPJ+0tv17Z7sDgGRgOrQOhEDMEDuuzGn6zxFBdh8IthQgkJIYW8f9jJARkjLourM27SGHaWh1OgRmwPmu7HLVMQR0CZyl8zXgFSq2jg6fp3CFzkE+EwfDF6UGLHbXIM56MlAHKBb/Jk7/aPed7wOOLtC/jbF60upbY490TBuxo5/3CUE18+m1le0+RM3EHppw3gUcfv97P+xOkV0YphmZqmV5/jjX9a3SncIZ1QjdetliYfQ2toJtleEzY7YdGyr4uYNz71mQaC/A2Xszexi3RdvAM5lRVY1QQYnUOkVgoz+7q/5NDqN9cWz0rY3U2o3xPKP29OLzxqxTVNSj2dUHrBF7Qbm/rD+yn9tWouuXzp7rLp87l+DA89BrpWLhzCbA45Z1w7S6OQZQJ+wpDq2ZO2sLtT+On20Z3Md15lnfpbKhAMOADUECa1p0uhPscCQr+l41Vazp+ABVJ6z9GRs1sr85GS4DJu5F6+J8T0R0eAbrZfrztcavAqKO7bBnlecKgQupX7ugTe6AzmaQSUBldtbzaB5BkdsoQNoPcoU9/4QxcyzMFCjrbmRf+ffMATagL4PIUqhTtRn+Ojj8jDfepCaLsTFQGKaAmesGssAhZHwJWh2a6w5CT/0cBcvv/913u0unT2E/2f8+I75TCrfJIBWfqKhoa8+RCAQMAF49e899GfhAWU/NRck5VJnGZGRlGMnuiLog+xHLOgnl7/hbXw/IioQ7IhXaETNDG6Aon/nkl92FU5/AICG7t5msOOBxaGSie8xr7z+i5owG6J7kCtnkXA2NrWoMnbv1UYuuNIPiN5NkwKbIgK3biDCSXQzssbj+Sff2sT3df/nzL3cHqES4RwbwO+/f6f72nz4gyMK6IkoV5osZWO1SslhkJAWC1mXJoorIS9F73beVWRlKsCh7rJU7OCS9ArKZ3ax9DYfBPQFJ/BEPdoWqXMdNKY/3ec7ouBh01T4J/ntAl/fgVBgQMTs1PDyBWt9s981/9zWAygo17rc4kxVCgTFBnZ4Z0uozV5MVcJJkhRW/XB8nSaq6VHADd9ZIevYnmMj+N+hsTy1tsyISZrEfYSv7rG0p1hJQ1b/XR3XuDTRBT95JrfVLCIu5328RBL87f7ub3D5OrT1iXPMr3cmzqMISHFjhc+1pmIRDgsvlVfZUQSN8lcmqgJl02fRg5AkeaVsYK+/ZvZz6TjKeyzy7AaCIP/V0wdpRdfkGkBvI+j9+B8gqQPRCxqf36HqaWe3N3/LVNnBLSA9ekNPld3zcC1eRvle5jTJAuZPcS2QWHZAmo9k3D8vhtSba68aNYIOHYVtw4VxKSWLCSq6xUHgKlqXI8doqnNVhwhhyyC8RrdLJrbEwtYrTQLFk1AWlLXjIey05oVw7Dq6GRZCVRnUl3S7QSoNEwJby7TprRZvowc6LBiUf2DIr4XU6Eg3crI5njUuc5ACi2lTJYgmOQn0s+oeF2n02q5emr43RQFacOd/jRq7agQFYaqCnCqedh3pOncnBGgl87yNkNccFFUolbiOgQpD16pdKwr0HWcr7ejBWdNd3rV5j0AjazwqYq8LIXiwhn91AltFRwYTKUUbAHzGfOq/mhnQqd+N4TeAUmrK+Ay1qnlT98PapOG7203qKUzVs+pw14bAbbcndeKi6YTzEzQKqhKgEs1QxC9E9DAWSGhqewYNpWNoiv3B9bNu1A8d0I+DmDhkfskjMgw7lRgE7ht7U8jKZEnt+RFLWEWOcC7RqaAVZZldLcVCqSual+Uz2iaqd3c9FrQ4dUSP2Ur+2QQMRZNnb6YZqi6zrEveoi/TrpSH1OK06GR7OAyl217X3w7WlQSmnvIeI606i1ipZ/RKq4KcnT3QLOA8byThswsE086GBtZdZiuWt78DY+m/7j7hvepCVPkIepAZNdFAn4XlD5Xz4AGdXal6ibkZp2ZsYY3uLbeAg9WBML5t8uyILcKmONL1zpDv+8rbu0A7FGtgD3M89FsQZgNWZ64s4KAtkNlHOcy4xmBvIXE9y4EwrmcwzehhugZN+j7kz6ia4HKV2J5HBOAEC0nK8UgBsZsuDkYPGqHicegBIJF4bpdds6TMOZKOaNn7Vfrgf09PKqHSb+xQx2/eqKbIlUifQaaA3h6Hrv+2NMKSCL5uznH1SlIfkR7knBViO0Ldt39xsd+b8eWoqToVCqiNpmwYPa9eA96RDJ0jwuR8QfTTT9hya0yac4WFVEa3VJPIreNBJFVBrz3SEe7qxeLinX9jg1rIccaBJTLMSti9QudCM00bWsWIHkzinjsdNqGP3cSykiqznc13PTwW/jLvf1iyt54Ie1oIex0UQrAjINMBfOooZPR1gnYWtRGPjBHCd0KusrZTm0cZRkPUE+/zIJpyF2SqDFYoa/+DvzltApCDLoJWZttiERqlsWc2yYy0T4PliNtrsunPrPWjKmZkppJ6/8s5rZLK+wtp51P3N3/2Q2s1r3F/raeSe4+DwsDfCHHuuA2OAh+cwo6UzsAWhjv309tpNJusewaJ//sd/ReDlUxiFRwAAIABJREFUtGKboSYphhLGQfsvdiXOWtEbXSMbDP5JbeQZzMqmdtMx5ls7kKwpz+DnmoWutRhLk73gvFuTMTc3F9VY7Yy0uM3sn/SgYl859gYmsla4hsGxFbOKjJ8S8kaZtS0T9EoTfE3CRJiA2rXE8z6ShpZEzbPuyP6D1GshIX7qZPeLX/2adYgghnRU1tNNhI50lAWFFvi7P6Tk6vx5rq/bYMangU4u55kv0HKO6vzWP7IHoxL62ihKAjg3NhqNJ1DoQS54q6bC2l4cMCnlqeWoc2pIPyOsi8pkC8TsQeS6qUy3gVb7p0nPrIyFY2p2zj3vzl5ynWVeBAMlnCEQNail0tmUfcG4FwHVAsE7Kc0PbFnCvrmJaqfnqv6G71XMQNvQM1LK5tca7R1On7vUBd8gIy7wrc8WXHr2LZO1UIB1HXM2O3ewmzt2AFn8090/ALIunz1DIKmCVNa1hpEBF9hGsWb8+jXi2fabNVnxSNt9VGYxq6r9WadZ/duxDOuigSwBiXb2CZHNSZrOvwpdcObgy4AsVUdxrLNG8d0eP+w+/9V7kW/fuxtKMAIN5hCfoHS6/GxTdx1Gw0Oez/NYW+iz55xrIi4GYoZDJSv62DpohhOT0wh54eBvmkRkhBpdAjBDKBm+dmSm+z//45vdqwcIzHKNH356v/ur73/A9a0/Ze05/2EMkJmV4gmgGmI9bpBqy/eyIjFRMtQAPY2inQ2lz509WxQ8JqqU9XqHvjJUZbCKEigNWdtk4CABTuc+jCyNj+c4+1WWVoJ65QsPmC291x1f38DBCEISe7q/+E9/ZolhJNwfEwGYB+QbpLL9Quwa46lgjMELmRPWmJcgBs+qT8kr9D/SxwsfbRO2eidCQ2b7nfEKVvNsBgk4N63ZFHTZYFyV1yeqcXJ9A9qew+tsDo1/sBO/5uBLh/DHh7oHy1BkObZl18yjBnvm/M3uCgE8a+1kBhTZU+NbjLeqi2jnpswIa0u5d1khZvhdiwv2T9XWsjcdS5WDZWqsAN5sYRG77hkhMHdOGrwpLYTCIOuOfv2/vIB6XshcOTS5m/+Rr8H0t41TMZPB1+8FWtxsu+HaXKtgK3r6UmCIJIReZJahga7KTr14r4kA6xDrwBihCrWjOjuneLdFvKqAuoqnpWb5LchaJuK0mOZwOE8e9kbLMbRmsqSoaRhDWeFaBbT6GhSmEu85lBapAgm265BZAMw92ojYReXqz0PGDA0MSz1FZaf8qgaIvwVktRHu90UMU+GsXKuKs6vj/BOiKk/S8LfUaUoy3M3Z9mdD+vXu+n/HL5u9n8nm3PdUzfZJbY20Z2mf7Xu+CLJ2czi+9sZbZLJ2JbN2i2anD5D4FWQlQlVPm+8e5HmgvUgbrKa9/Vf6LumM4iB6MNsxXNqSBYs67krLG43bQjRWoGGU1cayN6EBPWIcjFQssaHTxyLOREVBLfoffGUsW78xHTozWdIzpAslWmQxetVvbSIzJqiKYwSQ2EqvB63cdQ6/OzQ3fWQzVhza9Few74jwkrFINFYjmuLXytz4Z6k+tl47veRzA7vOddXVlcM/2OH+hB9r/MwgbSa6rLypzUjNwJQYQM1qDXsZXr81vKnVABylOac3EuprCTLo2AbQYvhnEBiZwjmySPv0mTPdtTsU7uOsjWLkJvi8jalpIxqmg2LNovvPXh0KlWDE7SavTLROukDNrIN7Mc2XfW4MWtTJcCQi8+/9uU91Vnx2zbIiAWV6Q+2xIFeQNQw98PCr+7qvvnuse/UgjslIreNrDx93Pz11rfvpL851F09f6ZYpNl9nNN7miDhhSkG/8drx7hDKZtL8tBPXKbC1l5Dj4/oYYn6NyEknNeqrI+8z9AXFNk3V2ZfqJ61nM2OwyUw317OOz8JZo2C10mv+HPfYn8j11+dqeyuIVEX6ZmCMpOms9fu0X6M93TbZ/praVpPnh/AZXGdC+irqT3MvIcd7/0736ecnASIcZhyaOh07AM72TXGcpXNNktF5Ai3wLhmdWyifrUhv4rDxsPagsbGwdEB7l3g4VsPsWo3JwsYZKFEBs2KbsH1btzD/2ELnVNpTMsQenoTOt+BcT+CUO9fXUBw06u/aCZDW+RWw6CDoBOmoxvZDVwxNEwfDAIeqr2aIY8EEOkUzlSKm420GywhqggicH6M2TObbrMpT1vYK9/gk0djaozrIKxzwTxEaMJupKpmZaIUwjBY7F163l+J2jWRG+dP7dyz7pqJZ2+335vd37d7S/emfvtm9/dZR+pHd7f6J/lbnkcUeISAVCXntGJPpbh2GEuj1dF56FUrtjXZnC0BkBmXBaaSp79M09r2f/go6LD3g0Dm/z/jeQWErkimuDfZHBFFaQDL9anBER6BNa3OVXS5Jcwe8IueDEz17zuvkAduzBDE2utzz7uDcwVCSbyE21GfdXI8BOrxRkOWZJJgYw8EyYOfYme0M04LXhtHDXKwnoDEpYBYksH4N0myz8fKefd2+2R1k4DZ1l65C/WV/YnVhBMwTOKHOUjBHYEDlwNyDAJ2xX6SW7xnPKl0r5QBx0j0bfV47DlgCUPVZ2s2IV1giQPY9vabwO7w3bXvVPWukoYWyVxyv9GyKEAtrRZDaTHLaOrSsgeCrBK+qXUnWBP/FmcaemlWQDfBQyi1jYvbYTHIcYu2wWSnGw2bN23iPAYXdNBGflCrM2CqccYfWFLYvWWIudbalZJlxNCOTIOrgTC2w1WeRlMk2kxWQZUZEkBXgDUBgr+sy2FB8N+IDh1Cz/Oyzk93ff/t73TUAwABkWduqeINtPFSKiQNeAb34NS3QUBiqdz39s2zH7wVZ+qTJtFafLP98zDxM7tjbvQpdcNcBJdylFVcfyqcIXSwv3Ok+p4fjI+Tbv/L28e5l+nyJN54BxIjhdZ+evtjdJgPsvnJK7Uon8B9V2IwJH2bdb0YafyPa60/J0G1gf26e2tUdOfplHPMtoZ4/wOl2T8/t3d795R+/1L1+RLmNrnvv3ENA1sfdDWXcoRzLjhBoPXMuqAG2Hmtj5NxL0v2prAHmSpaTbIItBIcMEn1+4kTuL4DI+WNdJ+up8iT/tuen/RvN+oyyZgzcSsFzn1fT7aIYmrERpG/ALl68dDF08+rn1+aiJimZ81obBWT+IyDLQMwlxKLuM2i3qGG3LYGsB1tpSFVfZM36pwHCnvZn4NGAgcBV1Uup0Co6pymwSQ6zv55xfKD1idOq+MlKIsAnfTA19AYpCFAvWGuc869UbfUhhrCLew7sxd+gx+PObdS/O09DiIktdJ9Tf30R+vQCk5qarIZlevZVz+1LcNLkS4J22hn7mForSi2iwUXeZ2bPOmIH5TEBMc+Ex4BAzwczvetshZQTp756EbNksl76xu8CWfXiL4Ku+umqk9uu+W/+0fMU+2j7b3vxb1zxC3TBNAwLSKr0qapciTY1JJ4akjW1VgVaVhdX0D+D5fsrG+ZBY1SgQEeirxpcVVns5E6mI30+SLvbGE6QokMXkNXUBTXCVTir4bM+oBByTaLOfYkHJNIg7zNG0uEr8CpY6Pm2ZVyyqmOU6q/17/Kf+0kcQLBC4mW3fmNoB4bULIwF5hFzaBRKI5g58AVZFZXrs2F1/7XBKnW8unB6k9gvpH4eV9dIn4WqyFT4/UZjdYcxTHsOzHWvf/mdUhdk41mTpXKUznRpEPq2en3+qlOdbFwZiIraFyWjdxKMxCg160aVw75JiWmcD6PdOqwB11LK+P04PHflvAUAAq15itsfEgGMoxcaX0XGfXYbAZabVvehURRcJZMlPYvrGkmU9qT8r+puOtfWJjxcJvXNmtpMhHkn9R0WbN7hwJsnqrKIaMAKDpt0mEgo48Ta6PWZ/YB09HlfydnXKCQjqZFMIMCi4hZBblmoOuizrQdrJkvJQ85r6Ehq+DiUpQcYca690tOWaj9nmWXelQIew3HbloPfeo0EE0KHkffKaxMsQCqWfbCZKK+g7S79ae7aJ0eKLI56BBIYI9P+DzjkF4gyl5GvpoNKDOfn1hqoMIfhEmSU7CkRbQGoy9/1G3XPTEQ9Y8vwFsgKdAmwWhfwVuqEQ5Mj3YHXDnXvfOPV7jX6lmxH0cJVeZmmmu9/eLH72XvnuktIED8D5DMZVewLxWGMe/+jr7xNRP5AyzYP4fBfL4dZyNDHRTJg9ssp8KSNiAOpqIpUO9M12QX09+HQUOLZKJ9qaUaGI8HMHITakT3YFlvbyh4kaXDcQK82RnAZGjOHZ28FKghc4LMy0JX1TmzE2j3nlG/nxLqm6V3bySa/xOE91F2+cL27cJ6o90ODUOvYlzvTt8jPMIu1fXoSR3Whu3DhCvQ9KB1SKrWfFlYniGH2igNVWXPe44HTy9im1xxf2mrnzDX8HGrM5gmcAPj67iP5+Q8AoQtIJksBnwRk2SDTL/uQmF0wUvoEB68laqGskPnFfj4Jnce1VGA02XXeZ82Q+14b4IFfDv2mbjs1FA+oabmMAE0UQ1t9TICEK8j6Wtc6gjibVIKzZxf1YQbJpLPcw2l9QlDAJrhmsUIR0XFsdroAzBohI0FabE/93DmKPYqnWjZ+6/ax7it/dKR79eX93clPb3Tv//h9shIL3fbNKJchY28txN2n7B/Wp2efNF8bL5vNrV5oCi4QxUd+fhcNOHcSoX9IDcJ7P/2gO3vhLM9lkIJIa2Qk+3EyQVsy9hr659CUIA4xRt6jTa8ReOFeM+5m4HRkW1Aj/dFYTAUWzQjlUbLe/McTnWvua8eOnbyG2iqAtGvVNem697r+W+dJoCedbsyaR5wVJ++xjAsdTa9ogBKbJQ38UVOS9LMMkmmXlCbfA41JEYKrNnmX1sp9TbB+/L3NgZNhlZrF7xTUiIgE91SBV+spbL7quoVey3jYc8cWDtI4C0yqDlgiJPZ6bCeUEKvZorLRxYSxL1FRtAT2SqkPspa83GBcNShv9a7YUM+2ULf42gkF0kyWmeW7rFPjYEP4GgZwtX+hUZtNbIEWlX/7ekQj+wYJdkGL33uAZqyzOwkaMq84w4us3ZuIA9yBTuXaEXBFNdR6xMbecc94L9PUZL3+5uvJmIWVIcjSjjMvjzmzEpflrN3FZxx6RZB1qvvBt7/b3YCyuV6nN20w+DNBQsbCbBb3noog7ZJ7xTNgAPJq/VR2/n8AZHkmpM9SfSsCaCZLuuCuAy8j0APIAkB5VaXV7968jKLsL1D3m+9ee+UwdNPtrf8b9bDrRwFV0gvtPUjASeq2NVP2BdROo6S6H7GgfbsJKEI9f7Iem0ymeXR8B0yJOYKOWzjLHpNBpv4Tx3srVMQ/fnu2e+sYAklsqY9gTPz133/WnbtISYBkDBkROeM8+w3ukR0mm1WZLGh6UDxlOGyZpDca699zxf1u0ElfoACWQksERlgTBh3GsdmT0KwvXrwYADoqjdfaJ/eati2UY6scnqSk4t1336GX1Lbur/76b+lHeCP2L6Uldcrm3DAhkDITUNE0+/kv/vJPCa6OwsjhnCdbfuP6HWqTqcNrB6L0Zf0n7ZxgaYas6CQBM/uU3iFA574WamV/s2kUshBwGTTzZwYkLbMYIrCSnovsc6nD07RQMIgx7ppUQAhbYS3mEgEVQfa6jaw1wN8j7Ni2me3dYWzpFMHB+YXH3WnOtrPU4T+QbRCQ5Umtv9TYPz3o0EcPyDIITA8xg1eMvXsi48/aFm94hqc/HgF5SwieBGStZrJq8FzQ5bf0YkLrXvqNTFaZzfLu14Ks9u766eB6v/0vA+ub66yCrN5Nf/FdaxHg6o1+ITPiIRqHuupkjIQFZJmZajUkPa+8By6Cp1XFthrItSCrF8coVaUykL7HyJqdr5eIfCnMIL3KaK3O3MaNlcmSLmgkTRqFNQ0e+KLyHuz1WYU4PIKq8gWbk2ZWTPgsFc2NU5Ge4ib347xqmMq5LFA2+G2cqTan7fe1gFYBSmW26trZ1+Gk1uHf83V9SxnAcvZ8dyhya6bq9yUzByCrfOA6gBpE8YB66r0zVnv2H+pef/uPiLpWJusOfPIHOOdGg0t8wZvpV149m5svErUNJAdgNbqiLw+XlrWQ4mIb+bUNaSbLBp46BW6aJZ1ACxiJlMweohcOhkCp63soDt4l+qnUaPXNKe56JNUzrvVt5ipz5J8YX/sdTQpGoGBVDQspcpzsO2RGlrCmKTomsrwfZ12VwWWeV0EOnR4BhU1jl+Qg872IcXfTPpbGJ20wGYGq7eiNatQFEzEpjnvN39rBWlsg67v5T+OR+qjK9IVuxHtcs6k1S/bXekZrW6rbuT+zbmoKCWb7Qviz/jBOBlQaZnNcbR47gZMkALyBHP81agQcZw8F6yg0Mh5cNrVV6jkiCAYlACFmfZSFDlUxj1SOcjJm3M8mAxhGUc1GZv5rQYb21AIUtRYE8qUwuN51IEfKYAyRx/1vvNS9/fWj3bGDOF7gL0f10u2H3fs/v9T97KenuysUxhLujYyuh7bUKpuYvvvuHwGy9mc56mDYAsCh1uZEaS9Zm7JrOVi4Nx1ggZhAqHe2M244o+Fzc2gYhHF9CUp1mKzJ0h6l5iY1VVXD4RyE5quDaDE5nzNuRoef2YRYGlTID4mIlD1eUCbXIuoWaEpUncO7zhV49wCIcQ6fEWSvjr5yoHsJqdsNPMe5M1C7aNi4CNC36aR8dAMggqytW0e6S5dudqdPX4A2wdo0s+Y6YS97OK7oIDoHySZhM5nTETNwDSjXDq6i/gKUUPqYBwKNGYNFgg4WEbtWtG+bJ1Cg4x7MRKX+MXVyYGAzSQpPmNHliisM+RMBjc6sCnY2P5bWpDPNHloUJNozD4dCqqktBfZAUTbSeh6HMJHW0Av4WNeggRtpnz6bfVesDWS+HAMzBslS4ZQK454gW2+AxM9KXzSpvICg1Ky5JhpoLtntmu+e4aCd8NnKwlkv+RyHeDtNovd11yko//SDT6DG4Oxu3orM9CxqkLu7ZZyI6/duAzrvVp0Tc+r9uGfTqBpbNUbWdj9FILPQbxYXVrof/vCn3Qe//gAb9tCYDesKmWoarvo8Zmp0uhVVicSwNSsorikt7fkUGmALACS4gt2o/mK0CqDRtGtdtbBHOoYEVKR9Vl1CrWlfpyS9686Mlp8jwN6LSuEk++Aa/W2kZ7tHpRxvAcga5PKa9lezCXkAb875UuB8pBiVmRzuVntkj0Mpx34ZNIrqrcEfHSkDX9g71Q+VqLbGz6yz45RsOFcx8mwBuxmiBIG4TylKioNEdb/1KdT3T8ii1X3WAe7UldpuDlXsrPVV2mf3Rg98clbzkthwfQsd9toQcdQMejmuJTBCPSHniHZRu/4otdM6agaFi0ao+lvU3qz/NPiSDKTozUPQzABrU+cYJ30b580MEuOvHjjEnwikoOb50N5+Fu3jz5hlVLxHZUqZDVKRBV46p8eOv9Lq5HhyswyOl9Rg2zV4/nE/O/fNdgdfli54Errgd7qb586TyZJGb5DQPlkGmN1XRW9OJqvZy1r6dXatuhj+u5gs8YD6M7eNV/5o709ZgYFxM1ipVcbJDcjaC8j62irIUmVW5335IS1aztEw+UPCDE+6vQQjrItfMvvMAblIfdHQ2Dae+7VuPz3ylGuPv8G6eghAvXr6bDc7tb17BUra1mkUWOmzdZPsyPKTjdQEvdRN757jTGRP3SZjjKjWKBS2d780033l+Bj1XlDTAV9/84MTUOlvskbY+/o6Tq6gxvorgNZ6gk9pTqyoimcr62hmZkdshXOVXlYyZ1jbnq0JJHF/nhcKpfg7e20msdB8k3A7a+BKTdO9whxZNvEf/uyr3a6dY91f/dWPEnSStRVaeQLypaitz6qPZisRBcT+7C/+PXtuInXl96HiXaa2/QHPZlPyUOSjUqh9MyO1mTKCHd2B/fu7q1zf3pSyVOwbG+VPA9nYyZoDhSWkaLJ8fH7Wsd8GqTUisg608VIABV0z1A1yykP/lwHEHsB2LQKkbVvwDPbYdjL6U9h+xbMW6U12ATXEqza19zx1jcXHqPNLXyjJC64lpXYTCqnDUAa3kRUbNbPPesmeQQ7++TNo55yNzknEyAiWm8kSaAnIK7TZD3ljPrXxRML9RXXBFzNXvc++CrrqMi+CLCe3ftL/vP3LSOrqJw+2TG9sfhcVMTmbRmXzr05ADYTyxkUVjHKWghOh/1V2q5zGAg1VLN5ocbpga7JgEapolJDIVrZmc1Ea8j2qHMEnXVzgkBBkQVmKIpuFkRT8DkAWf1cmNZSepq8fJ8fvLO+WYgr2YSDWpOsGDlJsdaHefrDS5/cFw9QAyJpx79O7A2GMRl2oT27bK056U5mJI1tZq3rvGiDc+2oeCjqxbS4DruLQNse2XbekvP2qyEA5FlUonWv73VJiAiyNoLLcu1A2e+2Nt4mikMniMFay1/4oSvQOLplPX30GOdcRANATz71Vz4/KYHhdHHeL4t27OEfF46fjuo1ZW/bBDIJN+IzrbCBSuRkDtp3iSBsYm126fflG9wi1GGsv+jq2vgg6jTx9HN9rLR8fayn3Duhyu6hHmsDRUeb5BpEma3D6SPp6lCSnqcfaSyrbKMxjldZYv8upjZNwUo70shxfM6cCE/rkLBmpBuDXOqxu75kuo+LWrhm203mPg9TWjPPXxj4FsMlgMCfc7AiOjRk+KYwWP2twRzGMqSOIM1/0QDNWiYzr4IZCYy2YkV6cESWfpSq2uj3X+lYc2J1EuDZjeMwQfPTRR91nn36WSGkaOOIIZBW7p7xfnqP2cFEOa0S98VKMNBNVTgx/jxKWzk1bmPoROl9mq7IWKzqXdce9+zqPciNkGwEuUmrs6TR7dK57+2svd68enuq2UiYn7ery7aXu5z+/3L33309QOH8RoEG0m541Kj35vQkD/7WvvkNTxSNZ91JsbxIM8L430zNLB0fD690PN0fQ+j2zHZG/ldJhbUfNTnjeM7t3R7756nUocGYsBWyM8zbWkI6WVEnf4JxEdTHbDmBkxl5KIut6J2puYzhmly5djaKc6yw2LQX5LRvG3MtNVwXrDtRN1c9Sa9NHBnG+NobHvhWn4UA3TRH4vXvL3BfRRvaB9Jkh6k0TwPI+WEfOrdH/BBySlXYzl4OkRXzMgWwGIllIHQF/LjjiBSPS8KxraVTuIQ7uEeyux5fFzQIs+zrNW6uYupzxZCGkZVi79oQgyIjAHKqW0sr3AUwejO6j5/Ly7c/C/hNkm8VwDxm9XRbMIZxijabO5DDZrsMH55Jp++wzaTeeC4KEyg76rMkdC9yU7xUI6TQw9ls53M1KCCR8JmsvjODqUEhBDH3Vvjeh5ChGYu0UVNjWR02nSadep2cjRko6T6xbZKGtb9yU7KGU6QesoRXs0Aj7M1lPGyQjZrGMQ3kJp0Z7JoNNQSaL7wXEMs6Nfu/Bedy3bw9zDsj65592v/zwl6xTgVTHtaZ5jh1Vk4OdljKpk2b2ViC7nuutl3nBWi1hqar7WG8WkvXk2Apisz75nVqwY0gaT3B/89hw1Vkf20OLn+uECOSkCdmaoLIUz7sD0G+loZ2FompwzTNzBnUwbciVi5dCOU5z0gTLiiEihTR0aIN+fCunPiz1U1VO9zk/sy7kkfTGMEmkPEq9rRpHP1kgKqUyDqAU39Z6RedwWMoiv7d2JJlKwTLfCw+gdUf63/IB9pSgPMJWBnSpKWEc3OeVFWM/AyaWlnl+s1cGE7L/y7Z6juTUGmQ5yz8Ijav5KO6tzdSqzpBJ9rnuki1YZDyllbtIKshZRt7/EiRtAVltXfpjcc3HZkf0xVgT1oXtxiHVKU2ZAvc0Qy88AfAEmdooMjJugjb3+H2+HWod6o2sSYmb2r6oEnq2eC+8wOr0SSjwew7MdJ98+nn33f/2bfrJAbLcHwFZVTdsUzlrshpFJjYtRXX6OvFtClTV1+rfC4y1gGF77D6Y2NdkGcR5ytqN8AggJSBrem/32ttksvYfZQ1V38wnMBO6Rw+6i2dOsu4+x37SeB0n3PiKoJ1K2dAFzWTNsj4PHNrPXNsWgX5+MpooFbmPcp1KswI76X6PUf949oRA5MTWbo768j2Hj6GwiQ1lf2p/ttIn6ptv7e++9sb21AddIaD63X852338GWt+3QROOVlT10zKDaQj01DeoKy7ivES8JilrPZABkaLpeAaMhBZfebYV54tYZco1CFGLSelApD2ADR4ai+9attinMB9o12ZJcgt+D4HgFzgWUcJSNoiQ9AaFpf3E0Cv31XNu7/+zXfj6168Qk9RlF/vwggxa64/LM2uWrZo/zy3CG4Q0DkydzD75IR+AUB+yICcy0Cf3lolgbA+CP/WIwLvxu5KI3xsYEefOGyFOve1TVITDThaY7t5wtYe0KVRDzYTr+LvAuOZno6s200GhbiXBWz8Xc4OM9u2Y1iHDVhiX+uL6Vaq/zCCfzQ+uoGgzyZqW6cICFlSJA38KWcPftojgaCZbc83/CLOpqfM7TPsrZktA8/9Ko4NsuY3jhvr+fBXVpsR93t5rZNbP1t1etfsjNW/9khqzev699XHtKxMTMVaGFAOU//VO9q9k9/fR4GsiurodBjxSdTdKKGZDCY59TQ91zzApaTIE61z/bFo0nCw0QU1HjkAA7Iszit1H2lhHpqPMLzLZLKUk7UZ6Yr5ewosVVWKNCs0KXnbOozhc6q85T1FTKMHnXXAVCqveer9bxuYSa+VnvrVZsl6rtikRmUZ8GXXDn4PloJ3GLGGe7KI22cM3uf8mMFaRbzZFI6zC77Z73J724T0So0p0k3GYA3YMhqR//Ugqwe2PYBrIC4bT1oE/+YA3Ll7X/fycZoRY+ylLwpOBFk6P18EWasR4ZLUzzjlwHF8V2k5UQCyELuBLCWBVRS8b0TbPkP8XHWdOEGuFVLeI0Q6xmguZ++DTTgoD8hu3L2GjDqOX5qvhv5zziz0AAAgAElEQVRRUbioQnGvOSRZI+M4djuJEgqwppAnvU2k5PyZ86SxqeHy9Tp7rKeNRA+3k77ejlqZ68J6KI3KExyH50TQ7DEhJUmDoqcUFR2dMw7uebJ7Um2sK0jkymi5mTWM6zo2tEX96fcTWkYJb9SCMfoEUMAxsm7KaPwYjpANmi2ATpZKwZZQQKq2qaK71TfDveUBfgMFIRXq/MxqXlxCGEUXwlFW+AIxkZ3UAug4XafQWnXBE599HpWrEtRYPThdd3K/DWxUMELqb4Gq9APyO0s01RAZmwAt95LrL69vojJtb2c7Je1vJov3Sh9L5J06BqlL/Gr/scNIz77SvXpkqtsGk1OQdenmMiIdV7qfv3cSkHUZxwBjSZ8sufD2yRoBoHz1nbfI9BzKLrKGQqrGMPt9lhYEj6Hh3Da6yHxKD9XuKKsszSqFrsxNbJz3yf95eL35DvK3HFgffvSr0FSNzrtHD+L4O3M3OMgdd523XpTH+UhAhJ9LSNyMzZni4LIA3qizB4p7JAEjXhs6BYBnnINH2W7XkNHeEVJHDmUixEa8iTCPks2aQ+Z2N5RK0wAPiGjfpCZh+amqb7IDqvlvXxdpUKWkx9v+1gnyYDTzIdDiHs3k9MyB1PTwfutwdBqrWSSAUOdSwRWcN2kfC0RE7wPurl+7DcefGh7epWrcDIBykw4ddF7Blg1bdWgfsqfNII0CMMy0qqJxT5Ei7kzlMwUeluyJBZjbBFV3jMirzrLUsS8Rodf5+/zzi2n+3Qeb7gNwXdPSC/1O42SuJ7DwjJGCtxkKoZkDBSFsFKtMumu3Mv59s/bWvFdFLnvRmPExk24Rj/shkoGsDWmGmY1ERWJXdJa0H08FiTgwcZBa4G4b2R6zbreJIJuZVwlrAwEcswoCWLOVwzgYB+gFd/jwQZymle4HP/hx98GvAFk4mJ5Z+/cfoRblHfpcne0uEVmOwhZzmsCVdtEssyYaW+h5poPnZy4r3iI9TSDGE4/o8Pg6nnEXkX3n/yb1UCvM4TrESzYZSJKgwf/N47RLuW+GKYINRuhv2y4Dh2cdtW8T/EzlQkGXYNj9rNKhAjWKsKzHsY+io9fkvc65gLuo0xUEcgwV0bCOoqLq5aDr8niGKVQVBzABxjqnBHDKMft6i9ydq6i+Grj1QRmXSX5vkOM6ttC93CsVG6Q69vKxPNYnn3zE3r3KRZFzx7kziu8+STDT7I/3aPChUmLNjyqA5T4uFTazFFIMh6lnm4uS4KnPTyBhfzd95PrxqwBjD7Ty2Ks+jQEH/ks0P66edC9l9qFVwkbQcXd/+nzWulSvrk1QhifJOsDECPhkzXJ5e3oFZPFMZqoNJAToBmSBWfi/IRzdrTMT3a8/PtF9R8oZIjpmsgKyksH9bSBLH6X2i+PVO6CD52sOzAsgq/cN40Q24QstZ/PTktVbC7JUFzxwNL6GynGPHyM9Afi9dPpEd+7k6QCMPQRXh+zpxj5cfGSrCLJW1G/N7qc/HjRC97ngymDQwjx2AqC2GRu6ZOaC2tWnyj4+o9Z4M0Dz5ePd9MEjkTS/wbq2qfDOrcPQBQ91f/rVA7xmXXcdJ/yfCep9euIee4daN1WEmY/nBi2xXf7dmONGM2hktCJE43OHkWCtcQU8IsrG+Z+sVvzCyponUtPOwvq3wcny4zw7Fctyn7sv15lJ4j9ODDJBrBmuE8EVgrCjBJwNjhhQSg0tf/ezQn/Fn5g7dCD+9d35e9Aj8VFsvWEmyn6ErBMDHUvsd6+lKJ17Zy/0VdfVxXMXujvQEhVLkjIr8PJsCKuDeXDNCVIMmKsOvT5UPQPQrCcDps2/qS1EsIXfyx4b4nl2AJpnyfjLuhB8mt19zDwsmmWyREZvkWeUAus1r5NFv4cy4HNbEwD6W1IxIGsrbV+2TQ4hqrO52wKtfRNKuMlSIY7ymCykgPw+/cGsl0yfLOb2ObTEaB00iFW9a3N6tv3KiM99+T8097xBmi8Aqt+Vbeq3f/6M816Od/+VvybyWSCrjMyal2RhrL4heYkX76TdbMU5KhO1BmQlG9VAlgOugZSy1zIclc1aq5InEq4DLc0HjYAnyl6GsFcgzL/ZuPaxsCZLGplUAh1SC7A3ECXZhHFWcchFEapgowyuKhbqNrbnSVahnJL6yg5YXTihHJTxr8IMv/pDuP4Vu7Q6tPnBC+PqNU17evX2wsqGtX83QPYiyOpf4IvKKewzVnFsE23rv6tPQcUh/Fn/CGszWeWA9bSuWmvFZVeC2aLh6d2z3UvHjtMYFpDFcxddcP63gqz+cc1kGRH1ujERyWbodNf9uwbMYiZrwMElyNpMlOaBoiWq02TtYaSMzGI4RqGZqJBmJHwTAGF6hiau/Pw+kZlbqDP1TWY1TpmTGHRFYol2sP5muP4elK1GWWsKGFwkirdAJF41fiNtPcgaIt0sR3gKyqAH30PUC60f0C/QwK9gANzo6/hsgwauX+sBVAZK5DxFvVUzoCOozLs1LBZd6hBE4UyRDDeze6lWVgIOGswJ5KhV7rEJqI6Ly0LgmF4VAiiNkLUZjSabaKtRJcbpIfVTRSUqdbgtjJl0Fg2v0XSNr4f3TEDWBFG8KzQj/ll685Qog2dtret+jye6pgEPz78pehpfaHcuNabcTzNTOls4vQAU68Nsbup1HnBfgkLrEkqWu2onEhljb4/Z2d5mwUYIgVR76B309lcBWYe3dNsIaumIX7y+3P36o6vdh7+ALnjuCodeRRbT4JN1NkYk8ytffp3+QFBHWAMCSrvL66ztowbECLAUDgHwJjPoHBSKBZjFrCLjohz3O9ZMxQEkjx9xoJ4+fdpFEmfepXXg4MGM+W2lsRn3HB6hSBT/u0Q+nOty8CfIhu3etSfXFihk/begUfXDUuhB+6Z9eZLIuhQP+yh5TzolRknXIau7hyLhHRM4phYhm02DxroopSLBmNX2FwHXBrV4NiORhJXy+faqMjjQK/5Zy6Bj6e+SWeBvZmTcm4PaVObQfbyyTMTWGg/WyBLR0LNnLiKccj4ZVDN2B9hfW+gztEI0X9VHnQFFDB4sopjGOO0dn+peAqA+Y51/fOFCd4vxWWIRLEJpkvZoLcR6gikKz8SS8rkz0GR0rKWkGUBIQIF1Yo86HVBrwazz0fE2wnnHXmM80y4aE+8kK2YkWHrvNQDhdQIrycA2O1my3sXa8GzRnhpU8MBPo3q+k3k1euu6DYWKlzHuIwJknJh70G0XWEd3qWEY4to6vpuwmSNQ09NkWkor9zCvAItAg0CcwTifL3TBg3u6QzhCi4znP/7jT7oPPqAx+AoReUDW8Vde6/7rf/2P3b/8y+fdT2h4nCyVtl3g3O5LcQb3lpSiKQJD+47MERha6M6cPElGkcbTzNVQO4jWWQOyfy9CKNwPNnBIZUpFQVRgtCkw139AzaV0vDIC5cx5JixrW8g+SW8b3jKRegv/vejPjdibcWc8DuzbT90FVGMyZdZySOXU/kaWwjXagqJeUzvnt/PoM/SBGW2XNVracYOkBlFD5XW+9E34eURSdFr5XURT2I/bWQdvvnGcupKt0EvpbwjDoPpH1rzprDu/Fy+eTyBiFLGjTQr+sG8NgEg/TKawgaxktMzgNKBVTdcr45mMmz0X/VyELxTMuQBoecYaTHAzZ15l7gcKke1sFUiZNej3mM9X7BkdcINhZiioTVPlVMEU66bKKEfgRqDlfZix9XuUeiIpxQaqdBoTJPDzDQzKoOBL676R+Z+lZcCFS5e6H3zve931C9QCJZPVqHAq4Cp68RuZrL4koXyFVaDVvJn2s77P08Bn+gLIsu7TvVkiZdZIkQncvic1WXsAWc/cH4JEGCHrHt0HZJ3szp8+ExqbKpwjzJcO+H2c5Ju3AGIbJ9g7L5H5nkxgajkgi/MGmm7U/6SvGWwQUBgBCMgigHroWLd93xH2yfNk5Nc/W+q2Tz2HLriv+w/vUve6dWN3hca97318hca4ZKyeQnRjjJS6X6d/gW8zpG+o7D0/U0I8JSdh57TeVdpPVoH2u+awGsOnP6JnoZS+lBiUWx8frNkia5v0bX1fMiuujvhotf5Dt48HUf51EhYJalo3WwE/zyTP+kMEcMaxqVEk9TqYucecAYus00XOUPe6c2Etu+ve9eq1JjzHbBlB8Ci9DLnmJBl4A05LBGdWCM6E8hvZ/xLBkElgJstgtZntAU7QB01QsWrIPUunAVkq/w2TpVSxeMdOpOI5c5c4XxSr0tabQJVJIm1fOuhtRDHmsTePFDBTWZfxkA2wnaD5jolN3f6do932EQLS7CFtkueeCpZ3cBXuLHA2wGSYx198DOB6Si80a8U2qLnQ/J1k3fy7PpVg+eCX/uQF/71wzyr4KWd5DXqqbbr65eS2qHVFltf8LobMfzdQ4NnfwNXaS65mMdpnN8BQ7/T/KvqTAs80AbavRw+yBFet1iOpxT7i7SZeBVneR66hUzKgC5qpaMpt0up0MqQ2ReEFkMUhYwPNZYxU5FcTvZR24D1IS6o6sUhKBrzVvcQgtlEtLf4eFNXw6ETWmBadrxBTb3T68SzD45dA5cUxr+sNvvIRlZl68ceZnBY9qsvlqmteOJjfBrLSzNHxaQAr/SLamGZLZnP2znNdqN8EveFMNCpgtzZD7DMbZ3pmtjt89FWiD4AsNpkZgftwiU2zB5Su+eozWZmTvianNwyObw+yAr6NXEkXhGZjGhnKgyIEZrI0KoK0RH45dMb5vXSUR447c7WNYt/Z/VAIONyvXrtPVJ0O4tZGGVESAPuN87CRz941vbOb3QGwwEhfQwzg5tXraZLp7y1a9bUBWRhme5Rsw1mZRjJWZ1TAp+pJNr91WKShYR/E2ahaPtPbyk2rWAf/njVjEz+jvxopjby9mHTu5V9L8dDwWjNicX4CsEamcKytRfDA19j4pTH28F9Sccj6Frsneug3RyVFr/2+ZDyHU3Dd2h3wp0bReg7nVaqahiu8a0CWPGlBx4e/+rA7f/5c+PsJOtTCakd+rfvUz7ln+Ie1RenXFieirasYUAEzz0OUfpy+STY2naYoXPBygcPcMYhUOg6APdM0ZAYUNMaTgGvn1t5NS0Sztu1Dkvht1AUPb+22kslyvC/dWCYCfaX75Ndnu+sUxj4jKmUvq6fy0q3JAqS89fpr3T6iY2a1Hd979+6k3sT6EbOIqb/ifdahuOvSeBWQZpTbNSO91Z2mC6zNmUJwRZrDjdvw8vm9vYR0gHTqnXf7xUnhMivm4HjYpY5E508H0YOSNSxtYytr2wbG6XXGtfoWFmZ7zZpJARsmizpEpsA43jhAaid1iFP2JUtW2rl4SsQOqgWHFY+bz1j28GYRpVGvWanQO0v+2oNRQOJxP5wMJO/BwHlQCyeTybK3ntFmi/ObQqJ1dWGxuG8Tma3zYImJWCGKrJ1cABSc+Pxcd+Lk2QD7PQhUHGCP7QZsrSOgsI4DTJrdHRyeeWhcGwHEc4D+4/RHecJa+e8fftxdgHa4SFpliSL1JQ5967Wesp+f83w+4ILOous5tNlSgh2l7tAvMyh+zRD4UXzA/beINL0ZDIHz9h3QuHZT10ID5SX2znlkge8h1CFNRvpJqOqAAs2d+y81dlwvTnYbj57Ontpe9n4yg4IjMh97yZTtINt89cJVgjZ3kwkw01dZLwfrWSjJGxELCUjkYBdorZM2SORb12mUed+F2t7uPTMESJa6n/z45wQSfs06JDvGNfbvP9z9+Z//++5nP/uo+/DDj+IQaef7JtfJPOu4KkvP508fmO3e/iay8rA5fvLDH3ePiVxv5H7MQrp3bdGwDYW554zlXZzLx9zPuAIosiKtkQm4KJW9gaCTwEYHzfYLSh9jL4dYgwKbYeZXCm6YJLxuC+v1G1//enf6488SxHqo1LVy5FF15FaTNS3pc79200pijkCGtvsyAR/30aB8wECAgk/WmsUG9X2zqibPzI4BBDPUfe2gdYWqukkz1N5ECVan0fPdLBRr3GCLFEf37QTgZBdrx2tdJyAjyHKOe2VfBWKCr7xZHTCuYza7qNRV6zSCiJCZJ/filctXUse12lOt/KZ6++qZ29fWBmTx85xXOeTNVBqAUSVWIRuzMCWa05dQ6EPp65gdNfBlplCANYMwlPRy6fXW15qp0MAWdZH55f424GwLwq9j97//d3/XXQUUVp9BFTgrk6XwRQ/4itWQ0Y9N62u0Vhk6faC5gGhCFqFD9k6Uz28mq/40SFEgC8eegLjxvM30rLImaw/CF8+sDWxUvKdLiN2cPcH3+YzvHOBwgh5L7kADS1dvECQY3tIdOnKszkzOz2XpgtaWcW0p5M6FQdBHOv4KoD0FoAKyth082m0/cJgxRMiJrLsga3JkpXt9bkv3zTf3UduziVYxT7sPLz7sTl3gPlcAD9htbrxqq62hRbBhI2MVsp3A0ECYgRiDAdJOZX9Il9Nwx4et/nveT41p2dSoRvKv0EibD+97Ij5lhlzfwXYbAiIBGm8yGKYf5rLx714rfpXZJjOw/NxzyMznK68eCxUw1HHPkDHWHH3c1tvfsrV7McjX6xyUOJD7pvzH6tdK4M96cGus9NUEL4Cse9blYmNsE6LIjeedwM1gqb5138fW9Rf/nfWq2t8IrI31BLPXmX3nPienCCxP0gONcat2RI5FZdcrHGXWuxomL/O8D2Al3LUemGtKQdzGWbl1dGN3YDsgC7bAqENh/TTP8BQwNs/yvse5dZsWMLfvQLle1J5V4EzdoGrN4SQ0caOWNFm3/5V3X/DX/6DMVe33wVc2Sw7vcqwGX/GcG5ioNZKvisj8rq/KqpQ0dQMFvseIoDUQOI5DUlr6PlkazdD0ijYTIQpH1WdNxKNPTeu8iNabFHUyWT3IWpPJwrhEKcuu7FIGWVQqjBgF0hSsozePUe2N1g1YUNjAn5vByTcSFqeiDXifUdK41kgEoRTS8Y+WOncM0wld02QEyA3VhqgHqr9zyNpArR3TRDTad6lgrU7zWpA1qHvJGFc0I9khqZWSlz0UBFrNEc6Mtmxhfz9ZMz5LbOVglvO6qFFpAJiv6Zm93dzRV+KcW1B5G6GE+2SBokqWt615gvbXvpN5AFxeIW2x5PpjeKWBCgLlyyvlriOls8tr0xZWg9wOYznOUktsLum8eAyMQQWa2UvkfGYqUUWj1PZ46Q/x6oFADxGoKrupHxhj3u3tc8emfEaVjd41pTE/NMZfwQFs4BYdtL2kzDmsl01hkbm6R5r5AVmtJYz1AoZPtbRImEamWIBbRsEhNYuyGefYpqM6+wJfI1m3bt7rrl29mt4rSvjuJPJvJu0OTpo1BcnKNickgiEBAhha7ld1tIyb+yPOR0V+zRalT4vRXAUknDuu2UeGvaa1Yzod/n0KJ2Q3tE8NsDLRZ86c7a5Aq9NBly7gA/T7TydDJydZzmyC1rw569N5r0NlM0ZylroSQdYdI0VEDcdQnFP1yrP+GtSk9HpzL2Zeap9lPev8APiGOCiXORgfUmc1Td3AK28c7o7sQwQBZhzMI+iCS91nn1/qzqEs+FBpa5y+IZ1H9yEH63r2//FjR4hiUyAdfjkUCaLp1kXtxvn3aLsFuJ5Hjl+n0bUvqDJSaJFuDkP+p1OWNhA2K21NQT1EPXB2I4mrY6RDaw2Sc3kDhbT+YFi1kVWL8piHJD7IWgXYUrdhg1FBd2qZjLQli2+jZyXzqfHhsHAdPfMA5xnGGZNtjO0U82sHCdgyHJ7um5RzJVOUvoJswnKN+HcmprLHjq9Z2k3wtsxkVSYgvlfqc3T0bRqcihCeu5rAlkMYCmgCPRUs8tvI4VP4vX7EAw6szz87E5DlZ+2kNuUAwYzttAZ4row1a3QYm22t1UOoPxuY29cRedh/aDfrf6X7iF49l65DjXxmPx/krgFwS4JGno2dQLSVbBn3tiLAA3xqH6wDsBZSG9E3Kt6Cmt8u9pGOmBm2u2RopLs5lpNTgBwAm0I511HVemRKVEVF9oGR3jFAh45sqf4Vu8H170FewFPbRG2TkWjmq+jtzAtrdgfAacJMOpmzMc8P3rdgewkCCZswGRuWmHcmasc0Tr91E9SD3GTeHyFNvcL8PmYsN7F3p61Bg/5sn6yPfn0q2dchmhFbP/GYxl9j9nsjOHOHuq++NqvPsEjpmSaLoviODthmaFMTRIgVSZDqY02HinlRjJQKjWOziybK1puuZ6wuQ7u9D91UR9waKZXwpKJpewzuhKqdGh8buBdlyP25TLZV4DTqWRNnkXUe0RKc3rmD3TmEFdKo3XABQ2rNnvY+LRx02poE+5eOH0es5t3u17/+qPvpv/5raiUj2292BlsvtVYBjpyxLShnFsdMtA5iAkJx/vU7pG4xPyknKLs1kiwczq31rQR2dkEXd00aXBJ4O7+qzHpuSv/Tvpo9NvNs5thaQvd2soYad89ThVa0wrK9PGM5MHy/91j08L6erY7U1M7yOu2GJ2H5NYMTuHZt9lntZT/GyH714SvGwlpHz2u5z7NXdY759zg2Yt/cXDdO4f8Cvs8C9l7bra+lCq6BgyUdZdb7LFlT63P+9q//GkbAucpiST03U56sRKsZboBpNcJb9j8AuSHHtdTB+ns9y8CXKPSQM8smvTqxa4Uv3AMTW3d2r731LsIXLZPFfa8QJF+4hyDT+dPdDWiyO6klO3r0UPrKGUy6Du33CvLrW7bv7V5+9XWyUzQP17YJFBWj8BxXBII17s+t/XqW1g1mWxC9OnCw2wpN9ylZjmUyHBvx27aMPuvmtpI93ksWkRqfRW763N2n3cnL0s54IoIkUirMaq8HjPoethZ/SjEtloZ0awNVpba7Om/OuWvEujpt/aXLl+KXVpZ0NfA+RR2pPeiqdUoB27K/+sSyaFq7Ij8DP8RsmHvdQLDBac94qbjp2cY9y0g48tKR2PxbnIUL+sbMkZkszyc3TrKqBJs8i7ShmVr3unbXE16VSdb/MLYjdcb4UVtRnB5j7FR2VjTMs9H1Wj22FKZxHFhzgsRk8awVW0/gFeXjbQQk7HHKmX3fxs58ir6Iwcyi4ZJd4p7MUI2ToRono2uixDpl972A2mvZLuEBe9i7nOT+d3G27kUlazM2d5hB2xjGDPtE0RFW4ENs3C0aHV8DnC9wdm3Etgoc15mdDG4pcOez9wqD62aPvLV278W5Gzi7GanVDEu/pb/4Z5zrgIgvOMkOcCzX6s8LW/xukJWX+18+ut4f51rjaCbLYueArJJvr++KgPfUGSNAXsXDsmhP5Z73zYh1SDS2Lsyk9CN8UYp7GiOjcWayHjEhZrFsSGx61qsYqVVa1WyWBdhGG6ouS6BXwKQ0eQYf+4JxSxFvmfMMYynJ+WfRvlZhZSHj1a8X/jEYl5qtNl51pWZ8i/YTx9Zr+7oahnpVW/yDKQuYKhDqRulBVq+U1lMJ83m/E2St3mOAphfHKK0YCQvImh2ALBWUlGn2ENWwvPisaz8jsGpgkH2AkkWuR/G3UQXUkQFEGalWKawEEYqLn3kTjDnvgnGjrhoffm7GaXz7ZLdtz1aMLY2McW4uX7kVafFEV1kfI0Q+9ihegLLkIoDiwR1qMgRNWl3pcb2csyALwyx16jmUrImtdB9Xwp2oi7P8lOaHyp/aU2NZqhSAh7Mrc2Gbp6rF8/AxYlyNrJ2LXk1ThyFGCKOgap/ZDA/yabI9PuVtxA6WiZbnAHbdc3/Ws4xjJP33sjVePBcvSETWcTUDYtZCxS4zK0Y4rdGxcaBOo8a+rx1wD7hfDGqYUdmNgImGTUNllukqtVkaNxGmxjtKljpDzIGKbDk48z+tUb8OK7I5TFTsyBEk1//oZe5hvPvw1xe6s2ev8krGQGVE3vtALrUHioYvgQPXfdtHzq8y0WbCHE4iUjMHZ6Dq7epmp4maoQcv6L51/0l3+uxtiu2vd0+Jok0yDjYKNjoqNUQaxz4yAtbeJciBAzLfel3tQjFpgn2/AtXgLlRXDzidbA8t1RP7Z6q+IYwL0blLly9mLIcJDulcO+qpfxCU4MCppqd6mlE83+961vFzXB2veaLiKt49ISMzBgXU4vWt/CmOvXEDZUzuzfE0M6Z9HCEb6vdWlD7sfRQFMsZrhP2xhdcYnfNbHCCNwl1gLaCzIsiyjqz/Gpijts8UItiYMGYB26xp1qlwxSivGa2nOiNr7H0lSVSu0h4JrtwuAiwPf4ALNUQnPj/dnQzIoo5EwAAgmDILxroajpQ/65QxMrK+/tlK9+bhffD9d3T3oBOeJgO0DP1wYpRsIdLNilLcYG/cxobPW1vLvdlk+LGIknExmyW1dB7wkbFpX86JlMFJvqWlG7F9yvtVmZrcAo2KqKlCCLdREFuyZxDPZRNbsyZGVQUTOgWpqTMzwHi7VwxYjLMWpLREqlh7D8ASwI9jpzZrq8zKMnb2aNvAWElhlF4jwBzjc+wUtp06UudX/8+99RBRpmQbWY/DBGE2T9m6QoGQBShuVxMRnyZLdvoMwQ/s2Qaq8KVz9r3oVhVDn3YH9u7tXjl6DLrvaYJA890YTuith/foiYPymBFuafjYScdo2GAQYdtJJKD/+I/f7V7et7X79JPr6c0VEG0dFev6JXoRTVO3eRMa5C3kw0NP0t7ymk3sudvUDF67fzfUu23cv9kjM32Lsg5YQ2aOH0shVKQkTg7ZCmsSuQezxlHEU2SH3x+am+veeP2N7tNPPwVofRibZwZngmzRBFmXW9yDPX2q8H9zzq9kzZRBX3MaF/eCNe4ZyP32/Qltvm3Ay8DSFubyDcZqGJD9qw9+TTDoQcDfEGdKbwAE5K6bCai67iszW+71wbmfAIQH2BoqlFaw7Zs4xGY0zUrED6o92YsbpFE5ts411qsNhjonMMsnCuigUQLKt7Ju7lL3LMjUL4rqYfucZJbbXo6wiLV2BLkmeU/o9mklE4YAACAASURBVGqOe54yKssEBq1HtNm8NPtZVHMv4OR/+2/+G5msC8lkrU8mSzpsiV6kGbHnWfNxEhBr/kg9S5/BWmNzsid7kNU2ZxuDeE4xKPbla/LtqgzylgmEXQpkvcT+lpZv3efD7uHta2SJz3R3aVI9zXPtIehpHba/f0gAYwHO6/jUDL7JvrBtYoPD8nBP2r9PZzmVPfEBtVs2C39Ok94t1HFNzx3kjNgEw4SziTEY3/ikO7xtqPvqEdX1dnRPCOx8cPZ+96NfXcFe4ZQb9FS0yLWnzQQIKqmwwcGRQth0BJJ5tG5L3829w+8jc87fdyKPbrDtFPT8JbJu+nlrPO+sR0GWAcK+5tpzSsErqehpUKxUuQEe7J3BQR9cBWQBVuqrrCFnjS9wRpoNOjR3OEGpmwTGH+IjVWDNTCgBY1ugpLab7HQThinvokBdkgbNx8nC5Bcyg+BWdBP2vPUH7EezSTMEsrfjjxnfNwBnpjU6B+5Zr8WYmbXSL33IeJ2jLcMD/oxIEVRbEyDaZVVmKwiKDYWFsAdW0RbAluI2qtk6NtZdhlLpHLMehrmnLQQpt7UsltT0nI3N/jzGr5FzdR+mw23q+Be5PyhRsWc52BzFLM/m5zgv+hY79x9b4707mYNzp960xiF68TerG6BsQNFB+q8eXAVUNae8B0x9Vqd/7QAArPmAcrqrqD1GJhmjQsHykKtHinUIlb3Kwml0PSMvvqWXZe/T0pXFKnqfk+T4hdrQIv+ZRP7dqwsaCXER24W7GtVZVyL/2oZngiw/f1W+vW+4WqOx+v8N45Vz4ojGT3EJJm/VIsk1MfU2I+v114KLL05KbM4LPyq4sTr45TTGp20Gur9e/77VuWgfyR+9xH3UG5XQFpBomHXI18ztHwyyBMncl5Gm59ZkBWRBF4RakWbESsniKJllWePb1XM3FBWKYkLp9XwlwGFE0H/pgjd5aFWtsi4wlMyzry9p79UMXfVVk0pgf6OSL0/TRTbh1Iw9raQFYTBx/O7cUXocxSvWgwp6Ro8WzELxM7NBFo+qDhSueqg0brCif6zYTZ0o7fA4xcXw+keI/CkvLktPkHXfXllsxBV7ZIUoIPXKNW6klRFrwid5Qh3XljHx/k3f941qDQg4Z9ZgaYA9zA0Q+GWLXrnE28gMjENFeYrhfGjDXwykh0hEYBiLNMTUeEdcAmeUa87jkFQUqZoIlpNctE3HThBgfw5VInV8rJc5Sb3RVaLnj5WZh0pFmCmrN+81uqMRynp0qbbdkWUroLTz/PPu1VePdt/61nGck6nuZ++f6z7+xGaJUjSqqbTGK/QDrmtmdT3rapDt9efYBm3EeiJS0gZmZimKJUO5i55QU0q485qbKAVdurIUBa8NrLstgliVnmIQ2eMY4c04Zs8FztiKYahAt5XH9bn5NKEXbPWoxQ0xXgLoB2Q8bre14nrpI9+CdJ11M1puz6J48JeMpRko1qwgzb5PKoDpzEp7BHjt3jWTvXsbEDXEZ5A/DO3Uei6dxW1EZReYS2sIlfWWMlZUX6xFHFIyLNTqKE27kWcb4dm3qqbGHcA8K3qbIIvP2JRaEwGSY6Rtya5ZtSfeNc6FNrmy7Y2i6aOwz5YsIlcO24wFYNDrxBwFYAmoKqpnTEL60RObcYvwjADj6Jw+ea47eQqQxWunbIKMg0BAmKgvWQ0c3GeRjy4QR56MSCOS/IAe5+UOYOQ519o2ua3bv8Oaua47z8F7afF+dxtHcYkD2ON/2T2k8iLj7Tiqblr1o1mQEYPRkbYJsIBVwQz7TMng3MzhrKSyWapr16gjRU3Mc9QAha8dZ39b93KL2rrsPc4fg23Zmzj6Sv+mCN36Nx47uwoHxcN5s+eJHoX3Z10Q92HG2eiudVKuMdfiOKqP61lzG3jdqM6TRd6Mo2qRI2TbJkjVDvN8gswrl8nEAz5mduGIfX6qu3CRxsTQ3J3WOF3N0Q2FjrX/6uGXujeOv4oC2qdZx2Os+bM4pqfPnyFrRcRXMRnXXvpaAfmsIwV4HiK6fRhVtiuXb3Ufffwpa0/nf5QG1/eS9VGi3fUvFaioS9haM28sPjNZkH5zxtjXR9tpawLTq36WhmKD1CwDoQJ6vu2/Y4DFGtW0S0jto/onClGhaMj7jXhn6WnXWfPOj2eX8vHT2HBpoT632S0p18/NvGRFV82x4iwKfHg+FGWKABT2SEaBwRPB7qtHpxEseN796F8+Zj3cZR+rdCjIUhXVta0NhsqtCAA2xMCdwjf11c7pnGe1UaqOZoCl8qo+OBj3y/3TAlTWUmkffK5qNVOKmqocljhUOXpSu6QlC3QNvqkeWIpnLbCwuvTzHv8pC2CaGsQeZC1ZJ8QzOzpLgAgzcg8NLGFbZ+fmqEm70H3/u99JTZbqgjYk/iLI0vFOZqv/kHJKWualbmLgm+TnvwVkZWyKjROFwWQYFRyQ7kYgUJBFL6vjbyJNDsh6zlx4filc9uD2/0/bmz/ZmR3nmR921AKgClVYqrAv3Y1uNtVctdiyFXbMxEQ4wv4z54cJzYwtWrIs2RMx8jLmiKJIimyRvaLRQDf2KhRqxzbP8+Y5995CNyXKjqlmsQq37v2+850lM9/MNzO/hNp/c3jy4B5FdajWSbTXthpbsiGoprr/IEVAKOF+8MhsWs1EGiRaZu4UBr7jVc+zXM/NgTSHx7Dqgalh7jKFSq7jFOSzayvoTHO59u0M1+YODf/sGxeGd79xGeFxaPjLj9aG//ijW8N9Krlast2m99oOCqtXOo7QgZa4EHgFlLZITM6qz+x5EPQzHneNuvcsuvcODjwLZMWdHZuyvpQ/FmXSKRKKsmciBlMEcqJ4no/k4ZnPZBsMU16QPan+y963MqzX8Mxa0fPatcsMBSclDiCdqqEzKvs5xzsEJLQN1M3J8+Ne2ujpKcVz6mTcNDIFaNVh4kAdr84zmzOrS63sPGXOOzJjCQBpdUxzsLsdIhXwLK9PQ1P8kgbk92mGvM21nuCwesXZtCjOCd6jTbOBE3pd8GkuPWs2BWg6Ocd7iC6nwAhRWumgU7Z4sDiYvblcd6be3yi6y09sJB2vUYWl76x58pxne4bc3aQKxi524n7y8fxcAhrd6u80j+x5/j5/9mo37euARrf25SqP+virAYHXkFgZ8nsN8XymGca1A2oDF8Coe+zBCRN3yQNnVC2nQ+WO0BDUxItjJEljKlEJgYA/e1l3QUEZM+n43agwSUYz2qHyC0WgkLF/V+h2epggS8qVdMEdQJYAawfetQJNkBVKYHKypAuWx9LISZKIDRv6nKMZ5Z7t91FEbjR39QdhVkXtJpZhAmRlLrIrJyaozeP4Fd/RSgO3qzYXWIT1eD5r/vudEkFpX5kfvfoBKwVYEvkxMhdPSlu1/P6aAdZOeG8Sm5XzfQotbqYQ1NuzePZCQJY5NiYiW1EsjYDlKBuVGA2mwFQlEFaO2+iavh7QV2/OYdV7LNfXDu1JtNd6rEiWE9fL/BsmFoRJN/F+AkhB1otDGDyU7FykGMASEa1ZBOPKirzblYT4Z8jf0Ou+htfyBRzr1I/UQFFpQU9KOVY9VA1kqfyfGRUheXKa5O5pjMJDU7MpG7rCNSyCsYOSTnEIAaF7hudQgfrPRLMShax9GcqfICL71z3WCn5IY9E4YO8ZjTXp1DEYAZO+YplwaW6HUQzSjwSN7kc9s6E1cT7lP2+0SK30JvM1jDLqcVc1et9Ub0zkRYeEkSoMdqJeZ6C92a9GkPWRIAtvoUU99lEcBhHOp5vXNNu3RTZTfr+ZtgFY3kSPE4Uq8DJ+77e/EYH5/t/eGj76wBwsFJFUEY00qWPpocX+TDGBiQiu47Q0fYpfOKeAInDeAhX0lufpr0H1Ic/pg9WXGMOAE/NqUAxTKNxDzHNoKEa0URr25zK6mmqF0EkfA17lmAtUDyJgrXw3bREe+eLoW73vqxiSiU7pjLGoiQLa9UJZSHmoHn5FUY53nnub9P+Stdownwnvt3LJ/anis7mj+9h518ssiPEYCdSMnOvR1zRLNSrWXAqhuXh60TXgNbKmUEjHAADHpRAyjhPcf4pFpT1TluYl0VbdEIcTyeNqvjY6hSV59sqY+rcfTx6c33xmgzPx1OIF5jFg9L8INz+ns4wpry1I5gM7OCjUq35QF8kuwuET+nB9SOU7r75AXt0p1n+/Z5T3zgF6tvUSew33Pes8LVWc663QSNqIkkbAUeTL8gK0WfbHbaIxdwG+j1nLDakn9pbifRZFkQnhumgwOMam82MwmIMzhUPCUuVGBnR4HCQCajWy06cXo3vuUqp5hYIMyi8pNUY3TkEt9f2f3fw8Z1YjRzlqIQOrt3lmlCVyIQTR2ymuVJFdr6kxYhuAWT3K6iITqZVbgnLBB4CK00w1q20ACRRnyw1j5BlZ48mgkVLxlMbR5t09JSfr5if0ogKISJF5jDPhqe0pWFxbZeipdt/pnLLHlZ6f89Azr547zz4nx4h5U1PfvfsFtBjkH8AthKXoWuWP5fMZC6/bFsJm0FY9S5l35Q2gUvpwKk0y9jBAFAM8t9GcAxwYgaMNX18SEUtPJelYzoXUNgFoKEg8P4srqHLe3Jv2vJKa49xJ0XX+u7Gnc0ijMZQ75ijOS65hXmuivLzueNQVbiQLHwiwLNCQnajThv/0xB+Rzsn7ky+FDWHiv5Ex6b7+vkRDbytZ/s3ffIDBd589h8M1IKv01KuXVjYjysn8aHQqV6U8heES52HptspFrc9UsYKY+PlfxZabHvXv0gX5meJe7WyZixsqWM5vL0Wow8D7SC00h92WHFUcoYPGbPxuc8Q+KIesOZ9nzuE4s78cusRI1n7mTjvrJWdcZoP5jdKypRUKsv7jv/+z4T4g64ANs21E3CJZeaJW+GISZHXGzjjn6r8DZCkLjGDlmQpkzQCy3vn27wxLF66lhLu01S0cLWuP7gECP6EU+z0cM0RNoZlZVEFarDbJgcMUwjo6H6AkyCpbSbYEe4v9YZRJJ4f7RMephvYLKLuvOH/zl64PF258k0jQXHpkbUPfn+I95xGyfwDI+va3rg4H8e79+JP14T/89Z3h3hrjRSal0EVysqq3WBoRs6gpipNqgDr6qxfWmOZZeWh+2dxeh5A93ozmVp5z14W1xxdYQ4tVGdWJPOE1rycoz9n0fLhP2l6MTE+kqNhPh9hbVt7UDtTJ/O6734jtYYqHVV5TFdXIevK5rfYZ6QYTwKbE5KMLBKXccyzu00Ps409uDvdWyElWptrao4M4zwZgSntKkBV7hfOnI9XnCosG+a1j4TSOR1ka6zihpEE/NddcVgDPqiNkqqU5BJg5rxwYadkH8YBLx7Ry8BH48phlme80f0bmzAecYQsmt57xaVPyt95oxvOqM1FHTyoZ2+rHBG/k78F4JRGjvtaOVXRbi2ZkP82fvbQHZO35R476r/tqIGHiwsqPPV+TlnBTyvm7wiXS6Ouv3cz5CJxuegecJf+qykNKw0iOTXKzjCaVZ76qB+kJMxdIL32FngtEVKn1QutORGzZUf6BSkCurx3gd1A223hCrVCjJ6C63Gvsgfa9d/p16Qkp73P6Y7R6/uNHGxejKKOjCdFyT9XD8yNYtP8pTx0JOJ4c3z45VR3UtNfqb73Yxt5J7Uzd3F+Dp32m9kAZUrmch8bQrVRB57XlefRQ7bg0ZQn+vcN5DXTluNV73HjmcSv4Fs+eH66+9W5A1g4H/xHV/ARZlffUKm6VKhoJgN4PKU/o2vqcKsTmXfC9KlAPtgC4NxQO9VHw7Xpn32CYSimN8izqRjz/GLkq8H2HXqVIwCLVaRbPzPA5cqag1qWSHRUBdreLdy3tLU1itRSNADQFp3CUOOUc55kVVio5DvCBlCWFLsRek/dsCdBdezR4vPT6pNITVJwUO4AjLec5Hq4Gbl1/QYRrI3LIptEhX5RX17AqwpUy9d/JW1M4WPGL55WPLIDyOumt1AwCBZJen+QB8Eyel0qebV495ihggHtKBTTqZcRFobcAbUFA8ADa500S1FeILOjhtzksoipGdMZixIfnyz2bkKhoicUPfItlYgsUvHnjUppp3vr07nDb6n8IM40wo3KW7p4SZEnn0Zjio6l21IBGaBLMpXPqvEjztfbBPFGeE3ybt7dJsuoWBRWskKihrlmXsuIqHp5Pitis1f0AJ9sYDpb8fwDdyX3gWj9n/QWqs6znUTxgztU68kK6mHMf76OC2OgmY7TYihXTpAJ55tx/ilXnMseeCbDgxEsViyDLPWpNX41SBb2vWU5XAMN9lTvJ33Nt/Xub2yUiLcq19DkRIMhHZ3zJ6yM6u2jfNsG3ORbc2HlPJEtlw3g0NCPtW/S3zvfecz5yGLly+Xx5+HZY9E2U2patFlokIjknGWMV06ieQe6tim6V6wevo3TBDz5JY1NHsUxRnGVyNo8jY6fYw1ase0T+o/tUWRsHEO/TaWBytGsqUPEwTVOMyFypTRPUiaitMz9P7HfEMwpSNbZDg47HtveMq+psKmXHpCyR2mn+o0tVkVZBLNE1Pr9mNNvmuYJKjByBvyDLcyCt1GiBdHa9wCcB98RtkmC9au6pdCPnzX3E2Ew+T/TQOeFzgjpBkPtbT/J+Nm+qFMb4MhcECMJzzNs0msjWGnljW7QfOE5Ub4mWFKcwNKTymKd2HweWskI7V8fQc+SN+UMpMuRelM7rXuV6c+S/nYZqk8R7c4rYA+afOb/uTw3S6D7mzr11CCCqByPjlw5s/gvnR/llURajcOpEPdjaIFJ45afGqGuGbMBU9MjYyRhpIUAKDqmIdSj9zNUuhtwp9oXUYXOkq28e0SbPvns3Z8VS7vb7qZwt5XvmwDPG3EmnizEYJdiiyna7FqAwrq5X9uP9TgEA78EKpimzIJMxpd8WzyPgWCEvU8p2OVd5xihVhXVREW3o6l6LHoywH+vO7oTIi+pl7ZAGrZxznTfOg+fRH1WcpGwZZYvnPlE6T416Iqe17A33boBcDrqT6efjMmvHujleo0NcmiqCYkW74+RjWVzMzwe2WVZTnau33udQf0KbshflL9//1fAXf/rvh8cU6hBkVSSrzaefDsiqnPiML46NcujszcPKJOS73jsZ6ar58TvUTv/eIlnm6KQStCDrJPm33/pt6I7X2RPmwxrhgzUiyCIn6+lDIlkAgJMnF5MjvoM8lXN9AHB15IggawaZ7J50nBV5D7uB/Zi19Pfkz6vbGcnBKSizl4bL73yLlhhGCzmLgIWDL7apfvpy+OffujR87zvXGNgw/NXHa8N/+Mm94cFTdYxl2wU+7FHlpXpeRoo5S94j99LW7C0xLPDiGMqZ5r40cquvYNQyZMJ+7JLVvETlUK+wHZ3UWDGddtob18e2a89c729Ft2KPQGnHcfmt934rsvPR4/tVQTDnXtJgrZ3OQOWUFNVQa5FR5wHsy8sLyL9nlPv/Rajv7u2qalp999y5yj73dhzf2c+VO6ksUR6bRqE96tmvHgu1P7z7izDT6kz6PDqqc+ZyDd/umdCJ4lmsj2sTCLo89zp8jhO51zHhHMRJHctFB2SdGFNPMn91gnPOY/chzNWdTkLv1NGOcz/Wef++k8uX91jlnV7WN/34Z53PvLkdltHRaIZeBa7quOe3Zoz34goN3GViJ+IWdeGv/ZpQ8u2yAUoxmp1YUW8Bgqo22Ipe5EwiWBMNKLpTZJ+CO7k71WMrRntoK/V3BbbGrc0ePaBGsuRwmrw66rfF5oiHWoM+eVmNMmhEKz2cJg2TSfAxgjclYEoOZkarak57YTx9oxmZjIaN5rxPdQM0lZtSgqq++jjq2SKc28/+pzKCSw6n0TOg0WiQimlUTMTnKxSWawasfgVk7R20nrGMpm0+03ReQSFbXDo/XMPzs3B6KVVkHhF6FmTFIG0gK/dQWUSJ1pwEdjXAEfpgB9IZUTXdG4Fvo1otcVljJZX3VCZ6PFJggmPMC1Vpsqie5ZEnSoJhNkWvhHmqyyyepa8CQnCHbuJG+F88IxeHbHqNoNojhP6NsPCMUphIeUYJF3fbedWE3uX+LzTguM8rflrRTIOlEkvL86judQ9rwGn4pWy7VBjeV9Uc2xplCYoO1ikf5a8tBdSvJV2maFC1/okcGIESQERJK8RixWSnaIyEjte8tjE0NYr6GnvWzHMaRbIsUkGiMUL0JFQUmxhbKfDevfvxYOfzepTYT0215szNYMhV6f16Hscu0Epja5SxlIlX+ymZfdbGqcco779Kb43HRDO4H0YiceNENQ5oPOnhDn0MYCiAVNhbATLOk7YXWdT05lLwMh6jFPa8eoFGzlwEKFcZXQ2v6r1jTsErnsvoxMlU6rN/x/2HDwJSvbIRqIp6SM8qUKy3sJoU2+C1vOv+jKySamVJ/oBK59aIK4aogDbeVA0q5mUEsngGPcfMjxX7DphMzDWkuLjuFlCI59I5DO2TaCnK6iyA15nV6LOyW5pO22AagDUDyDuJB2/BHs0qkXacC+gWBbDLjFqzvV8ln/ZIlAILfgsS+Iyydts59Clz5sbMhkRBjUgIElR5AXKlxtahXfwtlLb3aRLsMM4vXxzOkXe2OH1sOC71l/37+D7J1rbRcOyeV26iF9dIhs61qoSaMomR+0ZdnHN8xsOahhhn20pVRpVsdKy3Q1CVfCpzfFmT3sfNwkoWmUkCfIuIeMosIBKabmSPDugX0OKI9HA/o1nKfpO3Bdru92nOupFzDRuLcVRjcVe15jdzxjWfGw3l36ke2sofp1qXLmDe7ThDF2461jUvWWExEBv+EhFlH56ZPU4uG33BMOJ+desOIOtRyUa+lYOCLPvIZBxSlRyLjiIjUOz5BZLl3Y+rtAbQuWRjXx2KyqHulNLQtFGpDs4dnj/5yCJRLRf3FCM20mwhC3/X4yzI4mESoeo5cD6KjgQjkKl2xz08U0v01ZmnRcbntz9LXkicTnzcSKC9dJYv0iyWZ/2CKNs6+aW5d44VN2lOtRR6iKwqYF9/Z818r+vJ5imWqIaY46+8jSyqeyi/m/uCUebzaSfIokmunUDLghjlcBKwpidc1FQ3yUq6ZS/GuCuHYKRS1/H+K+epnbUOOvwpQOObYElYFmG68NnoMZ0Wcm6V4Tyv+7ciGKXjUwUw11WuerDVa96rKtdNnuAqe1FgshyQ5cCrnPfS/+lN6AEXgLZczJesLwXWiHadJmJ6a/i///TPhoe3bg8HdeBJVQ/Iku1Q0Z9Cj13OVCR/DLJKzoxsTj+j8ZrXotnal88XydFysnQcorNSBVqQhYN04ezw9rd/ezh97hr7pYoR2eh37dF9Cl98NGxSnfQUEY95xi0Is6eYbRAOHJpOJOuwIMvo5uiWZT17z8rdwyGnU5W5EGS9JD/7xOkLwzVA1lEqDT6EoWK+834K0izPvhr+4L0Lw/e+dYUKfK+Gn3y2Pvz5X0NbJB/YQhfpy8i+eYlOScVOnk2gJcCyGEbmL2CnmBFphdD2U2xY10Xd2fdVU3nZT9lSLTjSgFMq/iVaydPFsev+Keene1vmRgUdlAt1RlIgxv3Om43+fQM6sfaTTe7XoUUqe8OyGK1R2Wg6jMu5x/ykAvFCZKT2gbIq4D/D1KFVtP86Be7vOnORf2FQOb4abw+yBGh5VP0E/6cMSepHrmkErmjalVLSkEbOZxMTniUBWMRCga/D6ePo3xsdVbCVM1TzWTimRtndGZVOWK9HN7YjOMI47d9518K5vXTBsYchkij/jRYtwiN+hiZHynDoiqOJjPHNXwNZ3XDLo08Y6vnceLXyMH2wozVsv+SxYiRXv6tJMNDLhufz7iepgNk0BbRivkeotGqEWZyKnPgcCU1a/lmaIN8Wv3hOlZlYwk1QiHMVyFXN0MiIRlGVlBc1j6Tb6wOvp6o5dSx94Z09kXG572pDtcnoU9JHGDDwlalqUaPM58SWH01gCfxeaXByWKPr6zE230fDUW9vcrImCnnEcJV+VxuuwE+/UgPM48UfGWThqXKT4AkSrxcxoK6//c1h/hQgK9UF4fcSYk9EqIGslKL3IGaP1EbOgRi9VpGsMtYrshWPpQ3wGLNVn46Y56CHX8+3CtLAAN/2ECpgVeCqN6YOpQnpc/iIUSUSMqELnjlLlbFXhuvtyWRECKABF/u5HmAUiRzjGD8ZReWK1E8VP6F5JmuD53rCe2mhijFqOd1j5dGX69/2o8aA+zZVo3gtFBXzRUI5a5skz1+KtfZHCVFXvrj7vqgyKApiSrO37ZbKfnqdpKhFcI/nNjun3PWJ+vZqYyXZ8nK8zd67jORyNnjuEsmiyo8JtSbJGpWU92/ExuIjeq5rf9VZT5nhgMYSSvWnRk6LhNKDboUgqhyyB+3ntU3umgBLV+VhlPyMkcnQNOVw6+ErKmXm0383Q7RkUhYmCilr3Z4pc5v5NQJm9K5x+1Uagi2ecQGlYsK4z2Yz6jV6/rhGzqM5b85tzr8RQe6ZayTKV15HPXV69hPdth8T05nuIsyj0dTl5fMpXGIpfqNUbFQ2Z1Wg6wVnQiuUesb7NfwDJJmvg/bBihLR7tBbD4BlvoxuJAoqbYfxybMXLFhdyWIFs7zIO8gpGwUTs4P2fk0c4ok/uDzlTMiS5TlGICt7pIpgRMZ05ZQ92/VDSTRpOlURWpquJ4bqd1Bn36fwxc9pZO1uuHjxwnCBfIMFzorFL/ax1jZ+3ALIWvjCXCrPjJEtB5ECANxfunivuKYDzli1Ea0tBryN0bKfeQzI4m+WUV/HIeC+To6u0W7m3giWgDUUK/e656XpPx1tnpdeHEi5JmiR9mIUa529amuBFMvhb74efRSrtwR3UXHUphUBfK7hbCJ6KGXkESS/rKKTyRdtBmrXwvWcXfaVg8K8g6M4/haPkgNFFGcHgP0JVTjvI1s98+ZuHSPCJ4VVT33WR6DIM5cEZayc0fikhAAAIABJREFUq0UM0B0iRF/cptgFn9EhVP29nGNy1IjcSTf2zAmy7BkWB6b/KecdC+dAZ8g8zhBpiBboMTouvdX7pZJdzn0VK3LuBXE2kLay6vUbb4au9ov3f5EqYL0Us2fJc7hMn7oZ9vmtL25D+6XcvXqAzXeYtbdRunOu/koOiGXipfgyxuRi6zjiHHZn0ksa/QgiDkAH3QdrIX/U0IRa9GqfkTg/VyCrymhXFWP/XXJaOd6+Xacm1HKC2mMqawtklTfdvaD0tSdgvl47frGscpbMj8z/R9a7fVLO3c+GmVPnPgUActm6toKpg5jSmQnGKShiOMsmSCQ9a1D5v+kbGvYKeTjJL6QcgakX2laCUGE6l47H3mdx7XUMQt38219+RjNiSrhTgbJKuGsrmSdnFEuJUEAh4t1n7w7tZgON1UCzav4OkJV54BrSSgM4rIxnWod9G1njWfpk3SCSdfrcleheKaU7KXxxn8IcH9GfbYU9fhLAAMhCj1vKXLKtIOsIdL/DR23mPpZ/5cgsy9bojtQyi2C43yzkxaEdTi1fGd765nfovXlyeEAJd/fxQWyGU1PPht9/Z3n4zjeXyWmjafXdHeiC94ZbD21FIEtQkEUky6JZGkfOmZRZozn+7nopb7RHOcOyEwr8d7NLmdLWNmCrXu/20theb3sjAKvOvv+rCpuV4qLzSLvVs1gbsuwH2RLmFpvTu0j+7xvXr0Uvey43AVnqul7Fu+xqK6ZaMK3Z1p5x9pU6SJ02YjIkYlXzKgHB2/ZZT+Em82YD8NurPvP412Kr+cz8J5XTs5887Wb/FmSrierpMJNabWR3O4WCrKxx/XSjjp2Jytexo7DLrbiI23atg1RfuW+wUZ2t9lt97OtBln9phlw2W4uJ5RLlLSmZ0Y9JeafHX/Wgr0eyOiIsg/m1T7wmcF4HWV9HUUszNQ2ZeNS6J6mu7NBS0aqH2D2YTciVgTQJsGrjOSoNJulahqGfGdpNGc/mGcizZ0uVgJYm0Lx5vcphod82H19Bim0TtwkcY5War/J4FUUiH227q5qufoVE2CawI+4+o7WBR4ZszUYUXK47WrPxCuSAEMHqZT87yKriF5W74zNla3u4WzSir+Ak0m97rIRTO9jPzVzG83Nq+dJwDZB1gtwJ6YIPH63gNbUnRQcrjrudqrYfqgljrtowaNFEyoAp7575OR6+lO5Fis1gLB3RI0Jc2H5BVnpSiaSbubkvRj1DPWoNrDPV5kcIslA2U1DTKFpR1SzKcxjuRsZWa6uy7hHSnIoIYBVd7REF/Sreqrt44NcsDW6+gtGcfkIDVvF+N961c5iGmW19es5IHbUSKsXnn/S2FQUtR9pbxxlQzoUxjVDvZ1UmqrxDn3V8PjV+fKbkJmo4dKOwrXEHtz2SlSpZvMcmxFYBkiOtp37lEfx36QD+h+DeSUPKrFrmq6KRic11MZgnq1OrgKscioqAyI/mOiiglxYW0Wueb6hYfEICjtxpaSNVytk8qNpDbpJyugogW9QzfyhTtVe3KlBaXnTPvN8akAp46RGHif6Y52Qpfg1Bo0mhe6kkNMYyaue9nau+SmURVe4a7xMg7Sen52WMDsEZuVHkHKk4jToaBbD6nZEsqYA6BsyhU+YIBt2zRszK4MebyrjKq13rfUj6iK8ZvfEGAn8NY/e/BhR/N3J1hGmcYqxWTevKpJ/fv+9nB1kaWl1qTIKsUX5WprmMoKxydEhzlnBfn8AcKguQvAjIopkt1M1ffPhJA1lDQNblc8vDIkbccek8fMCS3wLc7VaFMdFZI72c9SrrbX5tyb3ueHH+N1nfXXPeOH/mmwigDuKF3gUgCIYqpFG5CRqXaWiJkjfqHTpM0x0+j1HgkIyb/POTO1QmM4Il8N3cKIC+gXHvfkkRE/4rGVFtJKrabczFSqTWcMMIsYiJjcWlIoaW7qhYR89sTnfTl9laemrdL9kNXM9CBJgbCwFZRsqfD5/e+xLP+koKLqxj/M0ge3MumMcKTNQ5604mq/DNsee3iII+phiRZ1x9YPTXfk5G2i0qYR8qf/ez5rVG5jRa0xOqHYJXhmNSyTBibV5s/qJRe/e8tNnuJCxZVrouc6PcQQxN009uCkqXjbbTA8mcG51DACyjoJcuXaI59NJw68svhrsP79caISPMxZgFSM5jRJ+GbnqTXKFHadbNMyZv1fPq3uty0HNbtOJ9RM9f7UfuSotj7Pn9AHsDA6z0ezl046wRLDJ3WdIygJrzUqDZjaI6TV3NdpCVF5XPjob5c27L3VUyKxK569l4NBpw02Djj+n7pUx2/3Ado3w2YG7HOXK/9H4ZjMldpLJd9doqB9w0LI20ZcktNc6LMl95K7UfQo2MzOB5M64aW6LZ/PcCPeY8bvL3H/745vC//a//erj18aeVX+Q3zrIeySqQZRTW+WiSoyZvwg5RTHT70tcrYjUZyYrcNtqT2ety30iWLUWqiNTs4jnadXSQJc2WM07hi/XH9wKybCx88sQ8IIvCJ2w2K+KZH7QfVsHU9DxAazZrPPpqCxg7RkDR9Id2gCppH9T1hbPnhjdS+n1+eAh1116G5v/MH9od/tGbZ4ZvvXOO4lcHh48fbSeS9cGXtCPgnD8j2vWCXGPzfHUW2ly52w/OxWSkrzvbivFh5MW90FBVZJd2S4totik2EuS6lnPHvNJyaMROEZCoF2L/NFaY+9GCQAKs1AMgfwmdo33k/edglpyETiwtWSa7bA7l8ZimWi1+unOoHY3YcrIMes5Y6YMCMv7U9LCJbz8sNc7KOW/mX9vUefTQ+OyTF0pfjkgBeN+dQljdsuhQYLyaE781fVTHrgG+CLI6E5PvfB1keQ46dmkDDI26fyb83hpPMznqrC2evzZ6nm6AF52tA4sxwOqCozwnkwelLt4NuxzMPEEbsgNrhl0d8K+CrD7OETB7bYLqcpNTMBZkryPOkQCMsVnvq0hOGXLdmMsKtqfvVetKubGJkoDYBIZcXMeTKen+v2YQhnZYIC9FMAJG2mULKY2eJGU8MonjPLGRAd02f1ipfe66kGs/aw3V8pNXLeG3Z3eM7joGVol4tO+G4Nq4jPTIXS+QJQ0qVMgIXPPcUFIqxL5+KugOImsxX79122djpfNMYIrHSJB1Fbrg8QVysjCaV0jOtpljkp+zWetaARiuHf8VZa49d3uuHCbva98e5n5GbzLKYRpBMYtRe5xqbFMCJpTHAU7jNIDJELZGlIJDYaAhlXB1lGgZospYQViv0KZmKW98xFMdmKxNvdIPTu0xxuO3jin+ZmbUCoL0DtUTnxANs4yzuT6VS+Any1BPMnK8k60aZr+Ve1ZDKtduZzH3rbNXmq/Nf/OYj9fYwbXzl7BD96J3QDDe93kejaZU8SNyxw31CPdGpb1HWnJ2dFpItULIuj9mmGeBqSyDTcvSY2Aq9SyaYaSvlqmdt/5zz27pwkjjp8CbgNA+SmWbMl4jekaeNOrYMwIHo5WuV5XYb02jWyS01qYZEHqhme/OS49ZF4OpwLlGj4ZxokTuQV5LmWoNIP6sYW7pailPaYrIPNoDSeO+neIRBbdkTFsXPhxntYYLIP/AEeWpgL3GVpFsdjF7L8DDudWj6JnTYcDnNVhVvHLG4x0UMDK3ocZZibDJwiixbgC0sxhDhM+H396MLk3+IyrCPkR/jiT/SER97S+TkazRpnf6uPcoqhWpVkqrn9ZOuUj0RmM660LRA8a549ry+aeUQzeHyMp2MgOuX70yXKCgyiIGJFl0qeZ4tOV3Sbm0CMRzQL10MmXDFLlPDkKlr9Hg3DgOAUz6Y3HOtzT03DPK6TiOGYkR38gaf2JUUBzkKJFsppr9MObYO83aNL43BXz6ufMeOqDDSLN4kgtWuT+9p5EsOiNv6esUh19J+xj3UgWZGPfTLMVV9HBbQlkaYj/HAdbZVH55/abknXdBm9+MX7oPJiIVGaE9cv/H0N2fWsYYSp00HeWSuUqea4GXuYcxaNzHXMPPu8eMCPd80/StA3h1Sp9jt0qg50cZID1WkDNNcY1pAZSccPPJqAQ5w69njh7zgWiwbBTY9grokVC1S+Ylp4K58Twfh245RQ7kfXMfeWZzTqSHWi3VyE0qlAG63qYf1mX6M9ku4jYRN738Fj+osc4OVygrvkR1vJ/85Oc0Bb4/XLx8KRHpdcpQm6Nmzqjlt82TG/aZv6fecw1MrncboSNmLPNfxmboiM2jLshRLkjlHekBfknzbkC1RqpAWsq5ICqsPpZMXGQRGn92E0y9o07SxHqprOM6OgP9ChDOWDK85Ez52coJs/Q8f+PiR+y9RwXROmvqnlEdhTjS/IzMDr+cZx140iLjNGU9tG9cB09tIqQBeA1UaYsow5RNOnu8aSL/0Fe9nroLh+FPf35r+D/+8AdpGM0kpM+gVfmq0IURQR1fpdvqsCkAlU397DVZ4Ws5i3772fwyEjX1bielCvVoXEsXHEeyyJElkrUHZIW+LV2wSrivP4EuSAuOE8dPI0Oshkq+IV4j24UcOXqyWvLEsegYy3nnVyiankN/YktIdTanSzrt/CItQq69CciiBx1R6K3n24xud5jbvzv8kxsXh9957w0qfx4Ybj3aGv7T394fPn74lJ5OUGhlbahvrJarDMCwU+5HtscFU+C3O+6NJkXmpwKtESD1QWfoVMuPFFZy9FzDvMHSF6V/ZfBUpKqeJxTBpNxI1ytmUlgZzq02j/sxUdxid0klVXZa6EnHddZqDAvqvt4r+1dnbcm62NkJhOTW2c/ZZrVp2+/q/JrvvvZlz9Z5SEpB12XMjeCqeu1VVDPUd/6rvMLKvx+tY12iNlb7qnE2x0HTk+UcL1uvdkDZLF8JHrT57J/vfS3z/I4557kwR+W51fz9A0BWH28NuBqc9cE3YNH+PfJXt5l/fcCvg6XRDGSx+syM5vkr4Kqt0Qg8jSYyB3PsWe5gYhI8lkOlrXSGX/crg8OJLa5yqEj6WhEaVRrV17Lq/F+LavhbDLmW3xUv/Jg+Wc81fp5cIGPsANZ/lmVWnkV58F6vvBDjXhrNKFS55p4T1xxtntdfK8k28rQHZCq8/F97b565NqUerESyUCQR6FIskv9Rnsu+LtlgjnHyudrG7evYe3/lMPL9wojT4WnogpcBWb9FJOt0+M/2Y1L41yzVqJIca1QlgrRTwPqVa9+N1oqLTzHWBXqfWNJ5nspPJ0lQP0lFuSkMpnLmmIguFQLaldX7YqQWoIriaw6fjl9HU1MnZ0LYjzRFBtPUQ5/9iMasY01xA1kvhttPqIJDtSn7Ss3oYWryI1fLdqhD6f9V49ZMQu3BXIv/GuCs19uZC33Atai1iYCrxR3tqXoAwagHvq5Vf4+vMEKhF9eQIpTmqQCOVGkMECnYW8K/vjr4ieGUAhT1F3MTkmPEZZMEGwXehE3GWZNWnmCVVZN9GQ+f17gMJ77AZ6npUq9pltsopY6r+No2WB437MzJaHPn71FCGX9RMDUsSxhXDzgLpSQalPl3IWoXjujD/Nu8CKNMu+bB+dcWAU11Oq8cY6jOWCIdKguNYhWInsOsjeXxzTlpIMt1VrEqMywS4TK4oaWttTlXHWr4esrsK+SYoiQzf7lzniV7N9PaPHlNLsQQqWFkcuPZ5ld9+l4361Lb7Df+St5Wf38/GyphfnetNL58/q7C+luyL3k5fWs01gDlFNClYEPlL67R++znv/iAZsQf0cNoenj7rTeHi1DGTgKeDhql4fkPpfm4VC7sdg1rq+pJt2G/aFA4h14rBqSFbABWz3j/Dg+9I9BhEBqLHpkKENR56FvGSRAMH9Xzz2dstVAFHVwzAJjuW+6w1aK4I6e8z+y6S8NTLsWI6JLRBPWDAYU7RM5GDi6NHvPIGGvTKjGMHLf3KOZFnZPsyJGyz3EPBacDFKPOJn47N4dN7wN8SslcN7eY8Rglv0tjdSss2hPn5NzJWOIWvfBkeH6e4ugyClz5D2XYpVAOczuNE0Ua+QY0whHWq1ElgrQOdciiHwtEoIymrdz+ctj3ZHM4Pzs3nD8+P+xQhXEVGrHny0jwsROz0aV3beQuSMOpcwTjdpnIpZUYb352M+DtLDl59gqz8WmcPJwVqVjLly9SmGiR9guPhkf36VNn41arsNknh7FeunyBEtBz9Mv6INTG33oPhx73fMgYbtLL6d7dB4zcFhhWTeMb3Xb+IqWfTx4FhNFbjSajU5TrP0QTWQ1w8/2UQObECFCl00lPrapnLfIfz4uN48kvY2+aRuiXbQqqKqoGuftC+VQG9EH252Gi2/699/I8gHxItJO18TVbV3iAlXVGmUKLNrKvLOSWioMjUNtHTmnWa4vm3Jv08HHbKn+8m4BAHes8JcLaCoXpSE5unrKqOVEFklMpRlDWsE6NHUDPM8DTy1bs6bljIfqzeO4SEcMvhj+j8MWXn38OrZf3WF2wF24QZHHYKl+sBEcVvqhKkt2RUK93VdttypY/pOwoIZY9n9ylfKsrqgp0IlnMx7GFpQayrsIi0WloJAvdSyTri88AWVTOlKY9R0+stafQhUkHeWmBEwpYHD4CyIeerCMgdNomxXKWORMpPMGUGG3VGeY6mXO8RI75lWvXcRBQ1RNbZnPXLNCd4SR5fr939dzw7TfPEcHdPzzc2h1+cXd7uI/cemIfOJ1l6k9nWsDA/dSjiVRGjRWgCvNGINTocwW+3GucVUvgOVKd+jp3Y1cUYHLtGmZu73H+u+1Z8+nf4wDo+rjZVdIHlQ3dxCwpZKTNS/S1LNuhN6yPzG/3D2tmVKSj2Y0TNn29t3SX94p+CAVcpk0H/R0olb2TwK4qkjfrYNWpmOIU6jbPCP8nSLUqYTnRxxzEtn2a1BorvB7xVR/o0FT6xtHOz24TvV5FO3vVs+J/fEYdUeygKPHoOc9vAFswgnIA/X/qwmQkq2/oZpBFDbQFKtnRzsvYeM9Cx2jrxl3M9gykw9tJkDWpNNol+5X3KJT+t44mJ9cpSLHdL6SJCJ52MCcO9d7gXz1TV5DNFsrYXx9H5Yr47Aq16pVRVKyazE7lyqQHqbcSmh2yj0zS1y4dYVEAq/OoMw43XUK4LbfLn2rsaO2iT2Xeghpev2b9ey9wnbSI+ro0w7p/fBTarGvrnTfptYOs0DBbRKs/X7sTY5sg0nrvrPV4XAUcx7NvR/T98PRPn79CTta36R11Vv8ZitPISd8mkS7NG1CbtyIMYzAfQ8V1bhp/P2s3zZycof+F1bWWzpwcFk/OkJ+iIa03TiFf9Kmq/ljzl73kz/4Ybez50eyvPbM8skZfm9fJZ+aDicW1c2ynlFUiWQFZKDSTR2fkG/uQDYnVPuoKqJRQUzeZzg6KSvDqXW1/buAj3s4mtLKnRmtbvxSYEmR5ba/WfTDtzQ4lRhyGJR7odFUX9E5eqCnAumCNzr2pkWgeXGgIrIeV1oxkpeR8wFKpq25yFqjywvmlSoA3UFkU3JAA8x1YoBFCxUcByHia6wxGujiWFr3qnijfGAoCiumwFFhBiwoy9AaN+p7kXblP5ayoh83/ByyV8RTvL8/wjHP5HCWXRqE5680d1zZKKRcdAiqXtjd5LXSNIBOjKBbBaOe+rZFgL+8RRMVLWdQNx1i9xYyscT9Fjh6xTld1VjU4Ynz2hSqlXQAxOrYUZX4v79xBIz1R6OUlHW2lLv9+A8SV3d/Oh0aHaykQtgfVhsauddJjOrR4WRMLzo10L0HWBsbrtsakvbIABisUN/ng/Q+Huxjo8xRfePftt4Y3iUjMMue75k1ZVZDNkggK97RKoHIjRRSau98nHTVZZR5emv+Dt/cZMiAgi3kyWuheyLWyj2sfdsA/asJuESXubWEDi9uEOodzxF1oRcpyctSu9nuUY9n0T15vG1bD23xFC1RkzzsG9k8Z6+bZ2UMGOp2GL2P2OcoB5/M2QyR5QN3JZbSucjeTA+gc2OSa9xxlco7bhBV99YVVB3VysB+e2LSXOXRfL1BUYpb8sUOUXRcQrBHZeUhRlwLxtR+r+mrlcDbLKXPgfPQzr0NOxoNG+0HmeZoooDzQVXLBDhHRvkw57UUKCbyweS29lXSQzBOtunxRqtYzmhffDAiqPjZEsoiY2RB1lTL3vnbxwsWMzWb1Pq/AJu1YmIeUUTb6nJwc5FXPbzU6RD6nxQ1WbFBKzuMc+8lnMipmvuimhQmIVh3EsD50kAbCPPNv/86N4fobS8OvProz/PXPPgb880w45NImgXXya41rpRqlpfnZC1KllXXm0albjCSokqrYRlGpHKNrmUqORkYyzh41KvZEqGC+38ieOThN7qSohtUm4ziQTcJ62bje/RcZo5Om8nij29QPginGI0h1/8hMed6AUjmBqlhHzytLdMrTqrMpjjIoswDxUxTQycnmus8JG1hz09xVK+Gpj3WmHAZEX37rG1SVXRn+9E/+ZLhz67OUIoe/F5AltSG5bc2NkAbCXrPpO43jydSFHv0ev1a2XE9diyYMyNKwLqClTA/IaoUvjlH44p3kZFH4wjJU/H2H6tA2I/7i1qfkv64CqK9SiMF8WCpD0gjbvk3QDADiZ4dLNJiewX7YIE3ESK3rnP5ROh0Edc4D0xSnkvPP60tLy8OVK0vM2xGKQZRcsi/TGcDvOxTPOn/capvILI7pTTxLa4jFTa6RTpbKIPVy1Qgpi1EjvdKzyk5sJmC0f2RmkA1gokBqItkY9bZc6RUDR7ZNblDCugruOKc1rwGN/KyCQU1nNL2RqtINBCngKn/K4hDsE/dRy2d2w2fMTRomv6s739XZsWnrASZt94JwBSKbX6nyo+OUdUwt/9FxZb2bw1Cd2s7aiKwv2OXvFrI4hP3aC5tN2sL1dO0r9kcxBbxX2kbw6yxnwJ9xgI8AahR7+3RJ+/JPet4q+lZyUluBeUHRpG6WjjiNWnFCHHDo/zOX3hibVM3gK29sBwMdaI1GOjIMuxe+O4K7wdhB1kh/Z9HGYOHrIjH96nvBQhmAebCJleoHru5X4+y5VyqzwAkFT3ueZq5GPY7Nkrrj6C3epSyt8FwLDDlZHWiVAWV4v+fN+O4ybNpSat00w3a8sjX+unP7bovcIw8alsWTrT45VpYyWqS1FDTdImUj98Lei78GsPofS1m3/41+H3+0kHY73g3k2UzSsviVeJjctXBkJ+e/Ab6J9ehbce+wxrMNSYEy1jOUV71Gouh3h3mqC1o+NVGsWr5MfvaTxldTNinN3cFtX7tmyPpe9/wUa3UGqsnl5VMocZT7IqWWD0mBUaHpofWsVMnyHo8Z4erm7s86TBiZ44TJZlH2IfYHdG9lX/bBl/ANqGjrP0kXXOf0zQMCC2SpINv+bLi97xBBo9/ds/faMk8onUmDfUKI1ETWx6J42/72TOQjNb5uIOY+2WNS70ywrdLmERR5uqYcvVzZliUgBVmJCFVRCYXNU6hJVhk0X2bXb+kjzHkY9grn0XksYzPXj8Ve4PRges1YBhmlxoAOTCNFZjCqjADlxpH4RStQcLFH9EClEHOWr0bsmCxgMGVJ/BE9TPqvXtteBt9E+MrLHD9lzUWS8VkvAeeO97LKG0nOVYKd7xwb51NFUl7gOCBjMEWjZUDSFmyy7O+CsMq3qKVRZtjrS3pDNzCiXLJERkzIJ8IT6/Qois0IgFgVUBr51u4bT2AsrJqDAlUFnHsuo0DMObKr1hTvQcIkwquC9b9+FrLSfwfQyuw6Hr/53VUxN8MeVDaWfcL647BlLmb5ixU725q5d5qBt8MarFLi2MiSe/MFeUyrXzwcbn/42bBB7tCZhcXhm2/fGN4CZNm77CmUr108xCl0wpzpSV7HsN4UgJo1zTMYIauz3ah6zr/ran8nqC3P+PWZkcgGQM3vcu0qB8/1qr0Yugxj1sk0S5U+1ypNZJN0XnK48hH9UwOpgt9mICSKV5NYa65hAnAQYFmtNnamHlcMY41Zm/UK4lYw/krmC/rbdSccQjoMRu0zlJH8F4ore8S8s6MAC0EP7c5puk1hHQzC9z+9PayyHo7V6LTrZeNqC7lUgSOrJxJRhKq9SlNe56Ei/KWHumGWhr/IAxtgp81Gmwfnyh48GqIrKxWpEmi8Yq4Osglm2CRzgCxswfRAFGAsEtm6dmEp8/IZ7Rk0equip5U+WxEbAS3Xtlpjr9Ro7pHjsg/XjjRF6fzKUA8/X8ordYS0difZapoCnGqp0CKIiTJXEQZtk+RX2YiW57nxzlWiEUvD7Tv3KTP98fCE/WaDcL+nWSPn6SlAMeeW0btOizRMtZmxdEyBZ3L9GKOl/c0jy7lqBm3AFONKlF+50c5uci4zLnPbKt8oclKAJSDjbym20Rpba/in7LcOrAayzI9r2y3jk33j55XJAkRzEaX0Vo8+aZpVtEjg2T3w6YPZnI/Hob1ZXCS72HEbtUF+xNFstT6u7/wfZS3ffOc9GoE/Hf74B9IFb45AVrFYevGLMux72k1EVTOax7aZgqVszP8hkLVIdUGaEZ85f427A0qN5rK/nwZk3UxU9CqNg89T4t3o+b1HD6DUQn89YG+wq8Pv/k//fFi4sTzcphT7U6h/I9DAvPWy5j3X2bMuSDh1+tRwiUiouW4bG1LkmXtyrs7iIPzG3JHhLBFRmHr0c3o1fMLfV1isdSTnRmQG6y97g7+9IhRn7rGU4xjsyqc4mSu6WfZsA57u/9aGIK5MxmKxo+SyBRTofCtVExHcIy8jh1ytgX+PIx35os6bwfmSYiqJjPvX0mP+FNQcw7HgeTGf1XOVhsM6KkvixWmpzq1epGOHdmyiqL46rzq5yuldBkr1Am0FtRi4+cdpw6MNoFwSDCpz1b1eo/yS9RW7Rv1WlaOjT5txMzIrMyM9CNSK9BiYcb4sBsNllqBSQx7OcyaaFdXVolHtgpkS9Va2a53TVAhmHZ9to7PXBFw3T2kXAAAgAElEQVScKwtoaTeoDgRi6q4zl67X09eYs9nL8dBBVk305FePwnRPe85INkK9qyuhrnN6NbgokSDFbuaNr5qF32PMt2s1esse8KUx3jZd3XR8QMtoUTD4s4RdWSFlBNdImz70OjV3ExNQ7827cw8N/f7N+80ZaRZnPcUkxKjIwSRwm7j66M61XeremS9AQIGs1p+qNYt1x1i1sOd6ZQ489JOL0QafKd3z1Z52zx/GoHVkELSnT6THUCxjqKpKpXRTPED1UieljbevX3v20b0nBhFPB8/oeE3kB2QtXbw+vPPe94f5M+cIt+PJVbnKS26CLFx9QVaUhR6H5nmZWJ/uicmS8veALDrQXz2/OFy5fHo4tWhJT5sI6s+qan9G6ZzjomH2SW9L7hgTZWj7aM8bumh4bWbHp7xFiDwhZWQZK7By2jbveYxA+pKcLHxjw9w8vW3wkIZoprHUAFD38gUSNwBUF6qoWD+T/ed4s9ajqAxSTTBnop2hrJiBFC4QQ7IOfOY6gqSoaMXPLuqnxpT0In9alavObt/bbadPnEWvkcbegBUN1jU85gItAdazeNfKIaEhngI03MNzkygN/xLGmXvVMfSroJeKZknBOzgD4OFbhKADz/eFQqi3mHtY4Pok4EcKpp63TFlryHlIIY+n/RUGii0Fe3+QRBKkVzj/EaYa300G8FPFqfGrkWY1O9fE6oA+wyv2sP82UlDlkLNgePLNu6o1UHEqf1Q+LrDe6SqUwTynzHXjaLe5c1bNDYpCiYFdm1PjeSd9m1QoBRAwPx19/p7S6xEFuUI2SZXhdU3bv3tkzCnkNSO+czaATHENQe3YI6shZaQgMpLvgCiVkGvGWFIJju/INr25/H2X59pi3dfx/K5RvGYVb/86LtsDB47zV1RXk+V6zj3PyZ/hmk8Ajy8axfQZkY612/SPARTsYPgsQT375luALHJp9kGze3j7i2GL0sh6+LUcbHK8hlG64XNS8MLIu40xBVpGzxJBYJRS03xAm/4+V5mzRy1QZH6RyjLOBCvaRc97FpsMkiKHcboIdU0QLjDZ4PoxeJGNiVY0enO0uefKsye45kv6mbLTEvqeRfPFjPYIVrqs7yBrykqAGEdGXVw/gZaVJ0vE2waBvSuQFxAbXWIOO23U5tbp+cR8zmAYpwUEUbulxdk0Jf8pkaJ70O0EhkbKzF8ripPVUdlJGkO2FuDzRto88y5JNaF3DNyP53TcqXCZfjtdGJXRfoRCE/bLsZyzz2pfOV25LwEplt2f5mwaTdZAd+2t6jg3c1xpPGzaZoBxJYrO/pc2aAEPZaLRJXvWZd+pE214yrrazHeKMvX70I3bVGd7aYEFFtDXpY8esbhHDoctGihAoN7s+p+hV9XWqmCaHGQb0Ubn6kOpedmGbuljyuA4Sn+8KcCw19Go7JUELVixQOsKi3MYpRO4nj1zJmfewiCbnAWLRkS2dIvD3xPpHOsZ19x93Qva1NCrmpx7JlRV5U/LMalnqb0aeydOnm7iuoUqehbAyUMdxMmwYUl1gZq5ika1eMaAKuVQ0xcjmijvm5ubp/AMZ0/R5kY0vzFOJWUZBqX3kHpP5PHqm28PD2h0/cc/+OOALKv9GcmyMW0KX6TCYAdZZRPFZveXZqONDkW35Xyu9vceYa5zk4NajqRmHPcS7ju2z2BaZ1PC/XeqTxbRyiqKQg/IVZw45GQ9JCfv6hs3hktX30r+1Jf372bvv6S/mdTHf/wv/tlw6bsXh49vrw03P72Zz26iz6rdQRR7ZHVVrJadgFNjeWm49ubl0GCfEiXdoNAGjRSHM0zd7ywtDu8snYi+vfv02fCTO+vDna1Xw4rnSmaFgJm9uw/ZtT+OBv4dcN2iZoxfuVYRx9JbWW7mx4hi7/mZdXc8za6ZtuE6QtwCR6Egeg4S4HBRa+5l8FRBs3pdip3Ng/1zis20vLhariq25J73vCgPpWp7/+kp5CzX28axog7zbPgtxVEgWI4gnQvV2ytVBtkjz6VMRm7Kzqk1V06kfHtrk2Hbif0B95xt+2ApF7IBGHOYH5X3qFM6562FAtObDmSrQ9KUlOqzqlOhdJp7WAD+3NxBPjPLPJwn1eQY5+Mwz33Q3lnNPiorqpxypW91MhaNttpKGOFH79PaZ3sF+QGQVhalcrQOOJ7RKsmArK8WvpiM1ExGg2qnlTGYgx6QUoAnRyEHZAwyOjAqOpqTU3SbSeHQ31P36SCg5GX9u3ZP/1nZXzFpY4SXJVIAr/eLiKe8IZ09HpN21U556e8fA7guBOuNea4GsBJViaHa8i76EF/7OSrP+mv+3iZw4q/OSVFUUmo6iq48jRoGoRUlmtRix5Mgq2zLmp8JT4X/fu2fvlJzlOkcg6HX18ixeJjiARnRVMpADDvnaz47fpgyAns1xmaap3nhPhpYLl96Y/gG3qb5M8sIcASh1eKob+3h8kDK/U/vliikyYhHW89mENUzF7mGQoB4cGeGqxcXhsuXF+DkWwFHqoV9J5pg5x4aDgKCFLWogfXd0KV/7eVmtGb9+U6vkijM8YeyzX1DQwhVDcj9IgBGwJhDwO8PaU5417Lm3PcEFXqmU+mqr1hTmDlDFdWJJ1OFlj1di1tln2s+/ENM8ayDAAvDkZwGvaGhVvKdaosKq3iDKtSewhF64fWyGgHiKim3auneVlRAgFDNuG1o3CmDfZIcW/0+ilZrCLY9qzEmHUfDL7KD8sjPScJXvpr4n7PKXopxrkdaY0JjiLeG7pMzVWDCfSpX/sBhEuCPIVwR5Hr3NhBWmxRJiKcPhYRfbbh6YmE4hSFkYm4ogXpaY0CTX8b9NqCobh8hxyCJEuYncG/mQGrjllXgnDPeFy+VcIyf00YbcZ05D8epLngEz/g21UY9n7sae3jr7WNjzsM+KakkoB/Ec5mKS3zG/KH52RMBXEYxpCpZ4czeYQr5ovPU3tGgUrFaFTMgphmyyRsKSKmoVxwV2XOVA1UBwPyxyeBKkM9l411DCaIYLUXuc7k/BaNn5mi0jYE0R9L9IWh7W3as59444JK3o04xX+AZiqZK0O9DSWDcBszSANO5Ep3x+gZzvAYdZ4P5eIriXeM512n0fGCfkSz3eQHHaYCGn9PosZ3AFgp2X1OYOxikTz6/Pdz76FPA1JPhNIr83TffGt6+fHV4RZPi+zdvD5s4KUKrFLyQN/WE+aI71XBkfoFm2AvkHN3HS/04Hv84inhOG2EK6B9SSMEcpSN4aS3tffoM5Zv5/N0HVKaTOiW9xTPFfNtAV018nPzOs2dpeotit0m3vd8s9BIAxPvd626XKoRSNJ5yMpojU/QiG/l6hH1231sU3NJv1SetjAZltvthUzoar0tDq62B84joiGfDKFWVMq+SyQKkLeY7spLrHaWqoGOdJvK7uChw2x1++rNPhkc0Rj5xfA5AsosxbC5SI8CzBuZn2W/G+2hIqmN0VDjPUhnjSbe8tEaFc5PiMC/zt1k+e4Qz5TPduXMnzggN0qMWidEcN3rEPLZObo1qWBGqw5bWT8XQ6gOU4i6efQFW6LzKROVQ2oyOIntF333J/Mwx70fYR4CefJuXI1UKAwkKoPQuKYQCaD3iAcTMeyJNzPcODoFiERQwrjYa9TWiafKKANQoVqrsWq2W/eO1LPxhDqCNpteN2rMX1M3HAPxZZ/ZQwLtnN/+VzB6lHMQgbnZTnDDdhqp2DUa7kjsVsFTKOhEld04X+krIblGP1XiBJp8jSr42ZOyt0EArOhmbLT+aBtUuU4+6r9h/Z6jMeOXy5bqv74ujFRTqGIxoKSjdv6z1hctXhrtfPBj+zf/5R8OtTz5lPonIhS5oZK5yawpkNR0U/VUUMNe2pqbmfww+22vNpttLF6xcrmhYbbFGF5UuCDamGfHp4Z3v/O5w+uKbyDBBVs3f5saT4fNPPw4t9sq1a8NFolkrAKI7OnAoiGJJ+hNUrHzz++8Ob33vxvBk68Xw4a9+Naw9Xh02AWP24kpFR8FQmr7paOO5kINz5Adee/sN0h8WkH9ryME13rMznEZ+/lPySr9zdQnw/2r49NH68F9+9WD4dIUcSMP4AghBIOOwt9gBZa35SBr+8dyUEzCxlEKmJecTLS/Hnj0QA5yZB/V9rwR4HOfNArJ6GlbI4QCpKgbklql59lwxNeiuHpHzs8o3K4GuIDekPSYHls9YEOsEVTvPXVxOU/ENdJojUnYeBcxYFfUxlYWdGfesBcZ8wxbRex0aFqxRvpxC9vqZp7TsEajFnmb3pS+reaYB8g3AMljPmOdmFz09T2XDY8fQ4zxv2C/Oi/m2oGvpv95QMPfs+Sbnk+q9c55HKr5uKUfKOfqU39Vp7il/7vJ+wePJWXJC0YenyHObZb8eQdZMcf/DcfjqHClb2vHFyeucM5/b/GFDIMmYmenhAL6lpw+3hrUn9EoUGKrv2TdGvL8WZBV4al+Tv7cYShLpJw5HFYYYG2AdaHwVZLUqfBMemH6b+jkGVf3110FWN3fDMg0Aqk2YqW+DHvWEyuQ0gZLLt3GPbppg5gh4tKBiexYvW8UXqtJg/Z5qZjGqmyAbiem6aHt572O9/q9R5caYymxoIhwmOQqo0pvAcq1VMlYPZxXE6OnrzcjyXmMbOBt68mvvP3NiM7/1v7F07sZcXo0nvA5mF/C1JmXBjYVe3emrEcmyAPs8FiAQ+VdO1hIg691v/27ogq+khmEwT8GJ1nuhEvPw2Y9FhdupAwV7u7ejgEn0SNYbY4sHXaDK0tVLp4ZrV0/RlHUaQ9fjW4J8nz2uzMPgsKUnTgROAUY3TE2Lb2wRphFVtOYo/V+ybya9hqWgC/g4QP5PPM5FLU1tcvAW93yE4XlfOg6K7vgc5c4RKL0k/B6PnffxsyVqas+ikMrLXoK1ipaMjYIkgwqmMLBSilxOczqYI/yYT0vYx5vl1RQuGiOCJ+kkvKbxoGBNNCqensrDCDUik17CLPPTwG32d1fQekgToj8Y2tETIg6Cm0IDKnXWF3DrpcqbBJDmHtsYVHrytgRE/DUCzyiQU9iAmCCLWtt4ruXLm1dxGArH5vDw/kooFSZhz3K9N+ZOU7ba6AS5A15XoyfR2IPDCs/5OfdYlRpFBEMarPvYJtjr5mgQOdk2x6HJBCGg83KEqJTKw/5qCwt491CSO1Sicq43WznqULsshsD/XrDXVDRJ3DXxnX0yf8ymt0RZ8HQ/pCS2EQ37AElBNOKnUswedD37mmaZC0S7hsknc23ioisqXKtfUpQ9DZ4Wcc46JeJeBUeqeIn5I1LgKr/UCM3S4uKwRG7gHArF9lz6MzSHtvicwFcAvEXbihf0erEQhDJH+ufLZ9IxKAig99+kN6MRGAdWB330ZJWeM+Sn2KwZZ8rhQ8fYPxZPqH1r7o6gx8bxeo43MYpSFIQ12yEK8vCzT4f7gKxnJKmfpLT9NTzpV86eH/bvvBoeff7lsImjIrte7yhG4xrPto5SPkU57zeo4PXLX346fPLp5zkz7jXnVa+pwMB19nVBxYUL5/FkX8bjvAEt7Jf5WyJARnXYMxZTsES9eUunFk/FwN4CyLhegqwyBitSnHLaAh/+LajZJmLt/QRZemtdB/OMnL91nA+6TL2X5ywggrXUMXCMQh9ez/ukqTTGeomT0i0p1Z18JN5vjo1nxfsZnTLqzHpx5Sj0eQDWuYs0FGasf/mXHw73yXU7Cf3SMX7xxReRrakIyrh8DkGiX4KCSxcuMc9Ph/tUIvTLfaeTwId2PEnw5lxbbXAOg0e6oz3CbpKLUxXIilLfozUeqbHOKmZMnEgaUTpVpNDw+0GjMYILKX+MO7kWuWeTeS3So1xyOx1QT4bZ4e8le4tWJ/DhzLHHn2AkPl3DsOGPRp8EsxZU8espoNlrl+FaekAjz3XyzBitkTYZEJz7sJeY/4sXLuT9nmVlTBWHqOqmgi3BlfvBvkLpo6URLng06uL8GXns1EXHpTxvct2RFG1QmqB5Ty265XwVbynnqP/X2SzRTlHLzWbyrbIaIp9LQSai1ZxovrPTRDMZfCn785yJdnGmTp3mnPisdY6y120f0SIAeu63MU4PAzqvXr0+PKD4yB/96x8UyAoLpYMszdG41mq+o7pKp2VsRkpKnbV/l5bPvyIT88trOVmTIEvQ03KyWAMrlaYZMSDrDCDrOT05n1tsi+faXAdk3fxkeHDv3nDpypXh8o23yAl9NTy4S4Nz8qWlhB9EN59/+/qw/DY5W8tn4gD4/JPPaH+wmobTG5yNHXKu9iHX0qDb88nxObZ4Yjh/5QKNmY+jG4jqIsPsFXYRuftPz58ZfgvH70H0x8d3nw5/QXXBTx/hAEAvWpnwoI4DqdCAlgPM2349kuiRffb0G81G2VKp/hdaX/ViNVIUJ1p6JlbLEam72qY2Ob5Izvs099gJ3bmcetmH3NOz45psMVZphtOcjWPktK/zjO5tn8/PpOUP91X+zyFHLl8/n7naxDGXap+M2zOcipeMWZng+LqM2mUepMy7b5UZRuY9P0a+PRcC9fgRDDAwqLSrYM9LDzY6HNaBZ4lxHKP66tRUUbOfrOHcw4klHVgG7v79M9G9EIS5h7nvJ8iVO8l5RP+u45zFMbu6tjGsAO60O/Yp9xyX84kOnyGKfX6O/DkK3pzmdwjXw4xnJQ6BYnC5bcXXOoWdTXPsVnA+3l/FsYwynscxt4gMfkXVynv3N7BTHsdmcfW0d/advTxJFxxv9H4Qx1Gtdnhjj5aB4HL1EriTkaNfB7Kq/PHeSFbd56vgqt//dZDl65U0WgnqEVa5QveKuKy1uImORuCMQUUd5HopL2tcB3mMgoN12P0v3NkKe/ZqQsUhbSFax9IASB9vjOJ/yJfCrBUQiEcRAa93edwsVwAmhaNFsjSZ2uNktdrvr0eyOsgaGcU99BmOrp+rD06CzHCzO6hyXOXiLy+ac7J3Gtvr/cUyyvP+2kYjZab5uo9mfyOQRSTL19y1U3pc+NZg2Ewo2t5k5dUIkImOaZ6cKKdSrsFF/HIAgT2D0XhxeWG4cI4+KQuzHBx7KamoGURZ71UmNfSQynXL7u0KHS1gtZ79lm/np+V763kj4trOanPg6/438kL6QgG/AkrmEWFQ8/fHeIkfArLkpBwjCVsvaK7bjYimaEqnVN5SkUT6OWQN4kRoSqqmteZYwSsQ18uvoaKQ0hhjDDZi1tivn84BwAnhqFVtydjD7KVEstxvnbqVKJbGjvu77tmOR52Xttl69Nr92PvsaPiZn7CL4VVJn3zYamf2ENKDjSA9YlK+lEQM0k2E+ypKaQPP3Y7f3GCXGzznmZw7E65fYuQfnqYiGQJM434bJadStH+WgPEo9zhFxcpjgsxG79Pq0Eg2X+QhIOD99dXhgRWuEOhHMbw1/AR6RsXW8GJu2i9JyqoygOezapU87WMkMh+DLrR09jSP8pyowMOR1/uI6ERhq9ca5Rj56D5pAEfNkQ70vPycMWhAhvKDwWa5aY17j3K1D2j9dxLhr3yY3tBRikS1GihjeBtlF1mmsyV0SJ6bBVIGJr9Iz3g8/pVTp9JVCddiCHaODMs8z5VzZ2lOa7RTuuArqmyR+8QYn3EmzHnZIk/h4MFdKtFRdYtrWK3s3gPKE8M73xcjt2SRET1pgukL1eRwouB8PyfXQK+oclPQYa7HFBEX92xKbksh5IzZx+YhhvoKJbnN+ZD3v7R4msj0KQxw6LZUodvC25v9KABnnp6aL8dzLV+9Mtx4+8Lw+a0HGPt3W8TE/JwUig/lyrnx2aXmXXnj0vDOO5eHx6sbww9/9DcBlOZULGBAaChIeXLNBBIzvN+9bXNhCyikD1vTGQKsrDcvJHJirgp7wTUweuO8z9Cv6vx5clsYy4cffJBIylUMPJ1JjzA0HgPoBKFGMFPp0vnwDOgEyYgpJMNzew8pkco85ZbeX/MeBUEZR4BLNaU9uTgzXLxyKuP4i//018P7v/gVeqMUvQaRhs1JconOQG17CNXt4SPmlufzOb///e/j1d8YPv2Ywg+81vvANcFT8s/9Kfi3QqqRSO5tNM0S7o5L6mA0b9PxKaCkAW9OGfsmTc+V3+pUK3Dx/EmJNaKdfliCLCNe5QjzlnH8SDlKtNu8saq8m4hXIs/qbPWieVEaYtAzQ1e2vD97m7ky6u19q/Jlgbh48nX8lODNvvQ8JiKgftDhoMMIWaCzwuid52ebPe01drimstH3GKn2zIV6Hf3ZZHWpqZKhpW3a2hb06Dqtv19uTi+w1Z0Fk5X1Rg3mm2AuOn8ZgcUUsr8j0cQJW6dKeSfTc6zDG2DztdCA46ipIhoWvbh48WJG3K8r0FPOSTsVYOncmaZc/pvQeh8/Wh3+6N/8YPjsk5tx3gmyXiWSVVTBKtU+zslqyrwMsD5P2V2VdzSivLd1+XWRLHVi0QWruuCONF+rC373HwGybkArZk+aosD8bAGybgOy7lIB8fTpM8O5a1dQTZyJp5wJ7I9NKy5ixJ956+qwcHU5UalD6J9HVKJ8jj5z/6xRSGaDZuMvX3DmlG/S8wBP8/SJXL5wapjFyStF1Sit3IHzAKDvncZhdJqCLrTv+Iw+WT/8+AntXGSctMqxOi4AWQeU1YCUA0TAdDhUyw01WW3UVNMNWC4dkrVmrpJHBUAy+q25sgoTwKi4lEYdBwJ/m92vEY1TDsbJw2fUlYKrXSi3RuncM7NQfdNvkjXU5kvUmmqd9shTVh+nmMz86QWA5Ba5t+VM1U5Ifz2coMoWqzkqa5QPyoU1qjkK0KUUGgG3pYtR7zgb+E92wWHYTZEL2mOcx6NE4NTdOlJ6Y3kju9rY5l4aSX5Mzpy6Z1eaPXLF/mbmzb7ctz3MnjiMnL1AtdJF1mP/sPIYR+Dq+vCI/M+nyKfEtXS2yuBhXAYx1PkL04eGq6dODJfmoIqzgNRApa+kEVOjeTBYmPctlkNwtUkaxJoOwCfbw73HNqAm8oUDchEZP38clzbyeI11XmWcrlTo138fyBpHtcaGV9mI/aCU8OoVO/JyxxndkG8CaJIu2KMjJRTG1vukkJgUDuOIS85nGbWharRk5BhKFZmIUlB4NvHWUMUerFXXU8qXwPUr/1+Pla9UMbKqTkBWa5rYDIrOUR+F7ttneoRifJW/5zeFfbzvZZCGWqQnrXlLqzO31BKjSwWCOt3xN49kNaXisgfk1px/HYCteWnKotDYbwiy6r15f+ZQD0y9EoLakVlK8L45vPud3yHMvhxP03Oq7x3ErjjERtbDmdwF11CQpUIe7bFa8DG46TtGgQQdCIF3kryshfmZ4QQG8hEr1yB5VC8BG0kehqucqOA4Nytb1cFixx6C9nUUathh+IcG2dzC2mjPcGGoM0ZdyBPpqu8qzNGLOujR4Zl4Ys08KQUmUa8glPYjeAKyUNShAyYsrgJyALXl6tiU17fpmDxvw2N1z7aVMsuCrBhbxbfXsJbytJ9Dn870CMp6ftbDHj4qQQ2OCHUr+7jf9NpWFaVQgpK0aXlsy3bUclbuVlfmRflznAqqFI+QQoURtwK9Yst8DL1bCluUnOVWj0AROsr3FIpP2qK5F95nB8PE0svb7XuFkrpb5m+w9ayK9QpFtd/Gp96b/2I88VlRqL9Lt5hlXS1uYXK9BpC9yM6cPo3SODY85lk/hL6x4tpC/dEAEwSYl2BZ7XUNaAxZaW7xnjq7AlWU5Twc+3m8k8sAEo/C7Tu3mZ9nMb41Dp+1/lxplBovuwmulUuRakLMUVXwM6HZxrQYJvHMAZYYpzIrTUBb8Q2N1m7oaPRknzOcqrRUkSPn3H0l8N9no2T6/1gMQBAg/VEvvnjZyISgtygg1ftEQ+coSuXchXPD9UvnhxPuca5vDsp9qB4C3hcazlYxowzxcSpkLJ+dG44DTFcxLn7+IZS+h/Z36fmhZWCaDxMvogaD0VIGLWhwH7onzCs7wNlOewhorccAW6nwJ1BkANvQDdfu3R3W79/jTDxPxOnE9HHGd4w9fICohIaDbQVqvyvvNvnHLh7HKdo1zAKI9MC6nq6vYCZRFu79mIIM5WSreZwj5+A4n9ED+iVebWl3elcFklZic986Z4LxUAilMLOmUgY1XpTz0v+MSm6yz71+b4DZnX49InWC+1y/eg2nwJPhFvkd5ykm8Mb1KwCsR8NNDNI1IoABFZwRo3dWKRPcfH6LfWZlNgb9NBEw+1vhHGBcrqkHUgPDcZgjcZjo4AYeVc/HuYuLw1tvn0u58X/7x/95+PFf/Sx7RZ0ShyNnyoISxxjbnS++BIA8jSHj3hNsegY2ACU6MVLJkX/bkNTomvvLHlNOZtgOMfxMGVf2VZGcOI6Y8COMTbCsNzzUuTAyyHFKrkZF+VIlzXVhfBp38YbrKIKWq2pK2WppanyliqAUOh1AGNPK4aqAW7mWygSpixXBdj2PDG9TPMVKlZ8BnB+Zm8YAnZdn7NdXUgjdUJ0Bo8EefVPnNj3pBBbMswyA6F8dSkaf+bvrL2jNvm/fKUShnGygJ+NukayIUfUgZzPqrOmxVMdsdlEaicuYaA7aogOXAC7a/qQMLqXa5UfXBR0UjewnxVmzVVIUIdKonIMjI6fMnwKZjMHS+W+++WbdN2Ou1i5STjcwUqX6CrLUZW9/41328+PhB//637LHP0tkyfnCA5az3EFW7jWyCb1bDLesbbchewrICHj2eXIe6p1xIgWM+TNgHcCSaoqCLCKO9Ml65zv/eDh9+S1A1nSBLB1HRDAsfHH7k48TzT8JFfgZn3+O01EjGpt5OExRqlM4YY6ePpFCMj7HPp5H26FSOi3woL7DUUSERJBl4ZUFI1nncerOqn+ZbyMrXPA0H7px4gAFuark+r3NV8Nff46zDvUohd9S5AfM5YHCtg9dQkkjxgJ7wDPUnHU9H72YQVUKXCCjfgmwtA8lXzIFrHp5lyLCNEsAACAASURBVHzA6j+X1Wt2lNvcuWopLvxNm+wlLWW2d9ZSfTkFK5AxyhOjR55ZWR/u88gE5vcoYO4sTADlyP0HFAxB/kkv1p4qPdf0VYtcJcLOfpfmN8t8PiVqJm0uUWcjy+jjY8gi8/J3pf9zrt1rRck+iHysqHpYL4Cr0M2TM2n14jpQgjNl9FGcK1vorIGm4meWT+J4uxzmxAOoe3fvkSduaX3zTlkz2RDaLToODuNENbfrhW0kKK517ez88Map48O5Y4BK5uWwOkCziX20yf1WjV5BJX3q9yal+MmzW6Vlgu0AnuGsPcq6zvOss/SPi9OM2ynD45ScBFmTGz8rOHEQ+r+ziv7vNW9EHZB6PX1t/GzDTr0PgxPTjfi9DYT3RrK6wBjdswmC7qQpimDdaxxR6yZoH3cJt26O99/92b07gWMlZbKRR9Ztu7Zet3jZFPAtghVjIuCu7tdSISaH+g/8vXjPehk6yDInK6U0Q1koymCKNrTIUkRUF0Btjl8HpyqRzKNvzP/KUJ4sxz4uQtLmss1zJe2WMV1H9uuf8nWA3EFWhw29Z0yqCwKyzgGyvvnd38VbtIwBBgihotg+KvIYZarKjY0sF1nTKAR7l7XWym+9kXozOQk2Cz3EzylyUGak7DBuX7MZsVEUy3uqhA8DtCqPqNEvFTgcjsPwiGfJ65qh5Or0ccABVYHkdK893YWjjLGIoWfX8xn4u1XuVuOCiAhGugbIcz3KJPu/QGibCGlxhOd2dpdTzLdJ1McxiqXobDVAkOISebZGyYvgMLm1OrPreZWb3xtJ6p1N3zD+lqaq8boC3vDCzXJ9he/TFbxWGwhfBJIeuBSIMJqkcFVo6D02GZS5rW1TpVmlxAhy5TV33nfNc2259G8SOgnm+PcL6Qp4v0KD403SBW0QeveLuwHIyfmSjqhqcpz+G2NbGqNNo2cQrscxEI20PZM2hoGzurWOAQ3wEmRpfDFCow0aWPGOp3gBSkteOILTSl4+i+E/yxtrUGhoOyeOyZysFT63iwKxWaQAzHmz4bLgYJ15Wrf6VIxNqX5VfvgonzkFTfDE3GxyfuSu3yeHJ95A9tBL7rUNDdC5TCJ06/ekhy5FBKRjqjDsyaZQ59lskn0GCpoR6tUVSgfj0QslrMmdND1lXs2t0RitHMwCMkb/sup69zyR9jEBWL/iMwLELQxTP7tEPoXKS7qUxnKXc54TC3Ucxvlw6drl4cb1S4M9TJ9BbXj0eGv4mEjSgyfUvbKhNwrCZqpnKR5zEW/gcebuAXvqL3/yAYni5CdwTnuRh8hd56A5ROIUifOg8vqqBUO1Twgdif1wlFyeFIVTPxgw4Iy8gD6yae4U83+I++W8anaw0cyBM2KSCDCfi5HMPnjGGNP7yntZ6pp1lTJzCjrkAvkDRhfuASTKMNHjbbNYQGgzPtLHTWPf/ZYiAxSQsJIc8y4QsUDELN5687gs1f0E+pmGymX6NF1/4xoNfh8Mf/WjHydya76O0S81nnQYnXI6yC4ArJ5BdTSn7PKli+yphRj9X0Ldy5oyNhfu4rkLw3vvfQswsDL88If/b9F7moPJ/eo43B8aGII9ZYj7/AzGogp8i9w1ZdqZ5bnh+ptnQ4f98z//4fCTn/4izjoNl11ykTZ5DnWIuRzue68VQ5/XBHIpoNPkkWvs3rtEVOOb735zuPX5Z8OP/urHxR5wn3LGTpyYD5hdo2Gw9B5Bgmt4DrrZ7/3e94ZPoFt9+MFHqW7odZ3fKYy1KgdfTXGdX9fwwvmLmcfPPv00holz49+TH8b7t6leaWQ0+9gzggfca0qZHBeOQN/xDIJCo3XHMbSMGrsW6m8B7nPm4KByl3XTkVROkWrA7AaTPpQIs45IgRZnOpXW3B8BjzZnPhKPurlsyZlrkaKq1ldGpGNPCXZlHyA+VESp6Q1gKcfddz7/Eo23T51mzzK2x3jc9dhHt7cxRPZW6K1QWnO2JXKtJdfssU4VLpukpLsGs/PXv3qVvNcNlNK1APVz54Zvfeu9yKEqplBNpJXDm8iZTreaZy+/cePGcO/L+8MP/g0g6+atRDYsfGIkK4UvDK+4vyZSSdTzNd7S7WOWTemjLkOimbp9mccu117ysbQvnYNQMIlocC62CXkdXTgPXfD3AVk3iHizz6R6CbLIlXrwxefDnY8+okABziicDEfYIxZMeIGTSefS1CI5R29fGxYuLycf1XvYG9om6HEapml3eDOMRUeqJdzJ4UHvnr94DIoaVGjCHNvrgiZsBZ7/W+fnhgunbGCNk2792fCff/FkuLeqbNRy5x5W69Q5AHBa5IyzOdETUDOZwzWAoc4U9UnAB/pyDZBi24PQkZkP51LwXyBpGifn42IPmB+Jo8hxu64Wogrt2D5voTO7v3kPOc/aM8qlefrnKUPW2dMff/xJAFzl0FYD6kVkzdvffDdOG8v2GzXTPp1jLl0Lz6DnboozrJw8TEuHyFH1MPvG6LvOLc+O7zlOFVQdzqurO0TUKZqE08m/JxWH+ykzHEMYEtotiV6Xky0Wt2eyfR9izixicZic1BtQPi9dOs3nX9Ks/CljxQHHtdAyOYsFsMxSQfYnDcRtb77ygeH08SOJPF47PTMs0N8QKyLnWYognQTpcfZyeCBV8amtG3RQUilyQ/YVDiCdrgA9Lbf0P2MuT8PIULbokPvvAFk5Aa+BrH4QPD+MqgGQHu4dVTeJ4Ci6YMz/ZsiV52RsyP9dIGucOBoY1xTDpCVeAmYMqhoKyWt1z+qGXUZkAEi9OeAwEYYeSfm1IGvsdfofBlkxQhrIksJlFAuvb7zcAoIg9jEo6OC16cOCQX387YFitrcp6Rs0ord5IV+PvsVL3IRarUWDSZkW/zGew0kB/XeBrCLaFciz8MV+SvoGZH3v9wKytlF2Kw9Xh2d4yi3r2QH6iBrYPW5NsRRdMotVAGsEAPRuGrnym/lT8JgDYZQGi04OMzC1oj4ITT2wqbCkURFjHo8tCvQk3qxj83hwkHdHpq3AtJ/D/4ymmNtV/hgK4vF5gVaV/l3FeFpB8Fnd7AVe9+evoMPRSCNGhP03OLxGMA4SITtBHozfLDOG8Q5enae5pkZCj1D5fHqBpQfpPRRseS0BnmF2vacK0VT70gOffUJBArzG0wgu37dKtadt6AGWPHVONQ4S1VJRaE9JuVFAJ1zWaAncVx0eT3I8kaXwemn3JtZG59VeIQeoxjMLheAE3xrAeqk+/PDD4XMoGRYzwVTJPAtCUg4+dB9K/zpeFMBxPnOW5o82nJ3C+2NkZk0qgcpZoyVG5bMIXo0Xn3cOrvW5S2fIKTkaytfnt+5A46CoiM07uacljuM06QaGlbEwtA7wPU0BCwGIe9k5VHlJH1g3kiWlSIqdlDBKHuvdWwAQ642fA2xZCe8uSdPmWJ09dWbYRRGtPXiUvlOWPXRO9SRKpZAmYY5Zqre5jhhtgiyF7RyV0ZSLDzDEnz59kjzPfqq648OzehLv37nzF3L+79z5Iga+tK8ZvMce6eeUhTevyTwoq/upcDUOj5LzKP1MQ9fk/1TMC8VEpYQTD5B1imTsZQxQq1nJ1/f5vwRArmHEWkVximtMs18X7PFCSwSb0d5/sEKz4E+I3Eg5M1m6Ua743dS55AZmZqtimfkKJhX36L/yvud56vmU6+4eM2LzkiYxr1DCW+R1pSJconGeYSrFYVhYSU5QbZROMLUBB97zIuHE/JBOjfTePruRrCmAnHstBiL7yFLhKmyNjFBCY8E1mqVUP4sNuGbcI+CKveKeXMZzO8Pv66zpY6IheswvXlwabty4Onx59+Hww//y41BfTxM5vUzJ+aeAjU+JUgnilR2Woz/OWHQ0CABNBP/ySyJIAPSU+XXPMc7ls0s0zf02FMKV4Uc/+suSwxPyPI4X/m20Rnnhvjq3vEwRjzOcO5LIkSdTgI5TZ2apnHYmRtxf/Ke/SkPeaftPxZjBMGKONUxOQMexwstjelIZnVDfpBBE5L87sqJI7h+pQHqjHbf7tu9XI2lXLl8NcLl774vIKyfX9Xj77beHf/Uvf3/4+c8/Gf7bf/tJxmh0STnlORZ4Wwwn3mTk1izn07Lhc/z8BENYkKWhpqPR4hUW9VH2aaxZUdA1foUzK8Eoo9rmAaVVAowGDK6zZ5eTkxfAy32OMl9+uQ/2c17n2eNTnFfln0BTmmMi0ox9A4+7MlCQFADP78mFYT319hsldQ9vIb/X+XZPCMI0dPW6xxHD/ZSJGpRvAUTOQRv9iCjKL3/1y0b5qgicjqlFqmn+y3/1L4br108Nv/rg7vDjn/wsBqnjjitvgj3jPnXPdEvH8cr8iMxr+zk5NXEkFPVLqnXve9lZP5P6u/8eKiV77HwDWa5XqtrxmpSv5Gpq9EuLRFYLst4kWvjFnbvDD/7I6oLSfSuUk35foV17zRYhbPbi3wWyMpaYjg1I+pm24SqyX6XEq7qgDq4xyNpiPxxZvDDc+M4/Gc4IsvbjdLTYFuPf3aLJ9Jd3hlt/+4v03VMXHGEvSmW3KbcOvYMY/dOn52n1wJ6gOqD3KTsinOq8NzavYFSQpU7FNptjHq5cu8p8zGNM47TDgfZibXVYmj04/C+/987w3jeQtXz0fQz+P/mvHwy3H0hBxQjQ2SkIZz6tiXkC5/AuTkapa9oyggbHYfTVJt1LyAgrHlrR0vWssdR8OUWecXWL6185iDMZs04QbRV12TyVI09CpZ9Bpu9uQ597ci8gSyelTgPP8hN7yUGlr8rOzYRE/iyxL77z298XWiYfSgdAz+XyvOhocUzT3OcE86uO3iTiI1Wxp88o1x7hTBP4e6aOcA5XHpErtbIRdof3jF2qTabDIk4EBjFBiS1q1BhgVW6yYOklVOnzwzWikerQx4Crh0SyBEEyZp4jN+KkFWTZziN61DwrdRmOZjzyx0k5OTVDfhYVWs8twrhg/bcJAGxAfTcPeE3WCFUUNzYFgFK7zckUxCI7+MdLctAUSKFAM0blhLInzIh/eCTLxd0LssZGer0+Kvc6qSwivxvICjCYADox7Is77NevA1kjA9wFiLTZC646sOrX6D9HfbkSCeqUuWazt/vlvXxXxSgrCVaRi6+PZI0pYx1kfSWS9HXSbOK1gohlnFQkq4CWxrNh2+RlYSQUr7288z2C1X8G/0yOvwHV7MMGYmsOJkHtXsD0dePOejq+Ecj6modxv4/Ubp+9CUDrctdsj0CWdMHf+v4/GuYWl1LZbAXD4hlGgobqeG3Hv9c+cyDVmLUDwHjHG0jeZyU6hKO0JIgkAVR6w835t2lflrxcFvEC9xL1ff95+aMo+zmSX4/N0VjzmP/mGiia1VVBFlEP+NsvXm1hEPA+wNIUylwjxQpees2tpbUFX3uHAgHVubwKB0xRtWYK43aBXIgT0M8EdKtPKOCAN+gJAl+vc2J3bZ6FCHoOpYym4aecaPnIetv51ijYRvD2qo8KAt8jbUrnwCr0KhP4y6to/wgMBI1hAZUGsYa3IMrvgKyaR+kxBbJUkiXsFD6R465BImhtXRirxtFJKEZn8MLqxdcA+9nPfjZ8iid6C/qSJMXDh2Yrp0JvmN+soXOqJ2uavX2MAU0n+bTKa5uT4E+fWyPFcvMKZMcor3sJo//td65g+B1gPZ4N9+8SXZBBxXMaFTTPIw1As2G4r/qRuT9AVaIZon0zAENzPaQqdbrgJnRVPc6h9giyEsmycAL3Zw4PYHivMe47UCSmMfqWFiiIwF5SWUv3sPzuLIb0LF68B4CVL+5+CYgGsPB5I6QaXnpbXY8UdJFHjtJQMWn01K4sJRl6MBp5HuB6mqiUj3H//oMYYyYJTxnRQD5sEpWQF29EVFDgIQt7wLLbiQBUl8IRjdpj42tQYacAj3rkjXY+M9+Atd5gfNsod+WP1S+TWE0zTSO77rNNlOrqgyd4/isXNdGpBlYOYNxQnwQAX+feXbLFtXaM5GqkqSQF8ZH1GqucK4vQ6MzyIpzb/ZwVC2DskpPgvFmqZd9LS7Bj6HmIjer5PDobKK5ygDGEUhnaWVG23JvZy5F5NR96d31Wz0ya5upYcb4dUrSsIM2mr3giWWM5+vtZg8PkGC2yry+8cRVjbIak6TXWASDKT433E8gJ++h8QXWyFyhgcwA1pI2s3r59O+NybY/Ra+s4tMdZqyvy7OZiST0MdaeBen937eegDEoHNMqZNfWrYZ7IhhjR7HMAnBHSZYweC8JI13pGj51jGDZniWRde3M5Ud4/+qP/a3j//Q8iF8y52NZJA8jTqTSFkaV+EbxrUOkll0ac/Zhkb5PszZGVpmeORu3Xrq/8KdC5eOlyZJ9V29xzDlIvukUmlpbOpLfUY5wgYWeE8l75VHqnd9z/rNUxKJxnzy2nh5GRISOO7l4jRseZE3Wv4Cq9xig+s3Bqbvjed77DHO4bfvWrj4oJUYvJT4AysuTE7HwUl5Gq5KgYpeaeawBNgyvHAKQ6egSPVZYabzvG6Qog1HXegMJqbq7roN0gEE1BGx0EzL3Rjf3IjXUA/ybPnyT+ANVIyNg4KRGvIwka6PU330jRkZ/9zU8qHy1nSNaAEYejFJC4mkb13v8eFKlU9DRK1vrDJcreo8V1h+aQtOBOMrmaFaSuqxwQn9t8NOXSPJFd7+Nalpz4qi73+koi97GRLOV0mrdrLPLMrllFsgAGnMm5hZMBkLcBWX/yb/8ddMFbmaNXYUJUTlZxEX4zkDXa8MFX/l+lC/xmIIscX+TQ0VMXh7e++wfDmUvSBY3M4lThWXehoT++e2e4/bfvD88BAzoeBFnuSann5nO9srUK538XY9x95gmUZRHsrh7w9+jNing+U94hnxaWMOwpZX984XRou9vIiP1ba8PSsX3D//z7N4bfevc013w1/Ozjx8Of/T9UOFzXsYvzUUeV5fQ5d4eRlYd0xAGyXiKLU7wV3fiCsehUUL6cZL4/+uDDOPEsrtKjmwEr7MuT6AxzeHU46PA7TW5dKLtW0W0RIh2c6lXPwYN7X3Kt1eQMu1e0LazSqTNKp0taLkh7sz0KTjej0+9997uRj5ZFl8WiMHVPGH01EmUu1cXL53MeHz5YBVDRb4x9nPYt7nvmUdvE8u06BQ9LN7YomUFPdUScA43aKKBu9l1Pjak+kwWwYrNqszCGXd575Nj0cP2tayl6YS7r44dPsd3MI6yWK5y2sD902GWCOZ/xQQeTVOuWw+iiGZzyx2ExneI6tmwRYG2wTjoNLVzl2bbI0Tr53DtWOkb2OlcvLKClg9rz1W2mAihxgP8GIKtL/HY42ymfpAtORkKqbn8ZZJMRlhzuTFQDV/4zUa1uatTPDrC+zvgvQ7wO4Otfk1GV1+87Skh1gfyv/awqQwXqqjN7/bs3G9O7/f83yHLjCLJCY0uOjRSPOhC9QWXKqDq+ThfsgjLIP08w8gL4r2pG2jZjnq9A1td9fXWe63NjkPW1H8uLr0fEmp+45rQbMxyfl/YBo/DF8hVAVotkCbKecBBfobB6m6qoKQ9l9pBeo/p3Cd62D71ue76ATCsJcoGEz/ELHaTvhVX8rA53yG6YggUFqR5aqws28Dr53Hob7PNilH32GEr+BEAAKsATDuojPCJPof3sPoN6QsEAQYWGlhxhjSYF3wskwRY8ty0M/tCTrKwDyJrGsPU6C9AR7KVhntajh2tUoHlYXh7Hr7BoU5yfnAlfrzwdDROLdXRDpapHCc6MnEjpsTfPycanNrphKN/y5JY+1Utl89WAq8btLsBVIMs57R6XNDgNJVGPZCUiZ3y8r/rlNAAjpxzDUErO+YsXItjukuPylz/66+Gjjz4swYqbaD+KztBd9m4MrAKQRzD67NMEWR4lVgUbykjxmYsipDHrpKTEPwLxGIbqnHlSJzG+9L4ZUQFUnZiBksC625ui+sswfveNFf+4xWEpnidnh9k5DCu41ioGqQSbeKPWiKCqGNNvqNEr9Y7ut1ISHijnTKN/mzHdxYMomOPV4tJjnHaQNYdyWcBL+AAD7Q4ga0WvHmNOKXQNVQ0T9msvGa6BqpGlsRWRKLBuFFTPu88/T3nyRSIhT7hW6Iw+k5FXvrdVjALCgKEqwmCkUwPL+5mHpRLu+RihhPlZi2DwPFZvegnAqo71VdKWHGG+UJ5cQ6Dn2KUmpleP+WMa3/m1FRpStgewa4TwHc6/JUJY1vbZqqDWnSQlo4Q5hxP9kvLI+DlP9vCSxmM1KpOSX+Hp3aWfzC7vkUYquyYyW/CCJ/GoEV/dw3r549AwF6yMxIjDyIZKFj+Bsb6IkaKc91x4Nkc5KQI96YQof6NizicLgbF1eDhPn67r33h7OAQ4f4wj5e6Xd4dHRC9dS4FCnB1GDVLBrM6n8iBeWvZ6jHKppexRvZnmHFXRhBpjgSyBQUVe0wPL+QltdCynpcdGxoVhUYWelAs6KnTCbbEP9ayfAKxcubY8fOObl5Kj9od/+GfDT3/6fuX3Sl3DeNMgUwoatfEZ0tLBM2dri6bTA0OVEwEKFrcwOlW5dqFYuqZ8u0+Nus8yPxpNAnrLyoda1eY+9zL/k/f2Rs16k82N0Gi3rcISOYIXrlym4ManKZWvPJKNIEVyjnVLQR3kq/t7B4PuDYDv97//XSrD4dT5yc/Tp0r5nnYdbERlnZaXlRGt0OmznyQC7LM+Asg550adjEgJwDUik3PNHko7DGTTHLJ6bnE+/xZgfXITCqP0YM9bqM/MGXJpDSebOYPJE2VObGCt/NpwrEZOkZEyJGwKLOgQaAXkKwv4t8C3+lHWfnJ9Rs3drYCKQcqGy3vSmqCBbymTUYWukbqC/3TopMG5VdlYcynsRvJcCysGTpG3IkD3g3tAVvtHycyiC74HyKry03tB1p5IFk7DN996i9y+e8O/++M/HW5+fLMxAex72avk9UhW6ZpqShyPUECUg3ndjuuO1upP+g8BWeiNU5cBWf80OVkv0T0HyAHWobUDeHlMtPXW3/x02IYWrbPqMNX0jmDkK8PM+Xkug4hzbzsOWQA9lztVKviWJWNRCkGWelHSxCtA3MLyheHKW+/iLDiDTgHsATb2Uzjo4qmjwz/7vevkYc7B0ng1/NWHT4Y//683yenhLBgJkyqsXpAKb1sBgYfMBoA3FnvtZ20a1tX8Iml5D6Aoy4xRtlt8yei+e3iGPSsQ00EokFEGpd0AgM8IldRxZaXyReqz51R5YIQ40aO2jzxryTvFOaU+XiRCbxPyQ1OHkIcXqKJ4CTlJSXIYEJvuT6v7JVpZ7TmMbks7foBj0GiszJp1HQU6CCyBL9AKW8SKnzp+mUPBJpdI82Hlb9uPKeiV/d6axrtnsB+qAE8xsro9vJ97nrm0HKbQJg4S9/wuFL6H5BDbUmTX+6K8qqiZed4GLaTbSz8ssObBNJMeKZ4Uk5SUl0nETkiJGwY5g/PNOTeq/gQnuWDOVAEBatg6ib4VflBeS++ObPccfTWS9euN6rpCGV4ll8tQq3+1132tUb3yelN8UbOjeSzP5hgIjOmC4wjXXlAwGeloFnfuOTaWx+/voKoAWwmkveMo0BHboo+v5jIPWCDLTWGSfiXqJ9egeeUrUbZM4x7J+ntmrebr6970GshK8m6oEpWXFSAqz6xvCK/jc2WjZQLyEHqyO+YaR3oaqBwB2V8/ykm6Zr1LUPd3vH/P3Pf3TayZS+8USQWkksQhDOILV28Mb7/3vTQjNuFRL/ku34bmVWA5OM34KUO0OOeufcoIx+grwyT4OGtbAjvrSXlUK84chW5ZeF4h4E89/vY1MlLYqzWOx6ritSQqP1IpaJFw8fETR4hiPUNooEyhw6V6jlUIWQ8NhwUOtWukkacBhdMjleqijKS28PpMEkoBWHiaFeBbKOfP8YAb+TEvwTUbJznXOKv/jqXOpbJgRCVaNVVVgFDkJtWreCvE/zj7VG7/DH/bz3g2Y9gTQbFyHoI/oM9CETyuBr50rH0KtwaCNUY1LgLe5GJbLQ4BEvuunZui01Q1PXtNKVDP0PfiPJSqY1AtHuOBN5L18/ffD288vSwwlvQGFWUNuqsCjvlPQQbmWtpijE0Nd3533/dvHQ0HKcscYauB4be5Es0oSZ4Y1/aZ3bcB5u6Prpz177KXjpKLdc5qQ5dOQGWofLKnG8+ge1Hp6fZDDOcVqk9RPU7+N8LzGUL6JZ7MqxfPkyeynKRdJ0Kag0As2lWKoDkl7kP+aeKxSslIxwpUEQ0z6Qsxfpoh4dzqNDFKFCOWsaWcLv/WCPdlgVSvUGa/mgtQBgWvt6BgSj+MfeJx4v81ds3Xcz71Kvu5x1SLkwoZmRdnTBk2SaBWhpiMyzU8LaOSyk2WJF+E+6fICZ+tRtEFnLxSLz1ecq9kfo6ex15vZPaHeYjOezkJknCd93uEvZaAyoqXRZcyejpN9Uib6D4nyiJAjqeRUaSpo5Eb5uh5u0ZoGHEWFM115O1OlLvkT2KvggAphyR9zeHJ/x65BO/C1f/VB58Nv/z4Q4wE1jse9iqqsMu6pu+NEQr25SHWY4l9/cY7NwARJ1Lw4Uvyux7RzDSFPniv9CkNi4igFmFPVeo4hiZ/VoTN19JjMUqgxtgn0bF3h2RkgcC0rtxyg+rvRrKS/K/RrZx0jgWsOJXOEDl6k3L21944G0Dwv//hvx9+Agixd1jK+KdgQOXIpYS6eYwakAFMVa7c/e35ijeZMRjNEDz2JrwOWR0oSDKyuh/QvgDdzQImKwCOZ6yhhWE0hTRG3J/KnuQ1q0tDMy0Ap1dYWScImcdAFLAaAXefK2s8K5evXc17b39xp9gCGLjK0kW89kawrN5lZFgDXiaDve2Mwr2QvmOVN66vjJZu5dmQaiUQ+f+oe+83ObPjSvODL5hCAQWg4L1rR7KbzSY5okTNiCIlijP/4/yyM7uakUYiR2Zkdh/q0cqQFKk2aN+NhveubjFYvwAAIABJREFUCqbg931P3JuZQINsiWYfTTaLVcjKyvy+a+LGiThxwmvbvXsPzIWZ0KMu8bs4mNaqYJu0hcvZ06GpkpXzDDYrpc13xnW217OurrIezpw6TdT8cporG6yKE5msUNFRnUWBnDZQ5zcy5wGsRc3Oss2cm+Xn85o4jq+9AUXV+g7XdM4bgI37RuqngMkzwboznT6z3R38Co6tJfN8cG1ab7OKoJVz0TyFUYao+07pF/ZTQJbjEeVfa5/YL55jW+krtf/gQcQWLg1/8j//fPiI2jsDYqkRE2SFCl3ZrFFmKhvDc5vxmfCfsm+bc9p//teCrDvQ9VdvOTAc+dJvpCZL4QsltM2c34MKff3yueEsmazbqMQaOFkDiFYM6x4MldTRep6oQGs2KyALW+VoqTxr3Z1BaoJv9v/KtVnmxvvP7tw37H/+RYJiWxLwuA2NnSLJYc/WqeE733xx2H+AQC1r/x/fuTF8/+8JwN1kT9Pj6vEjQA7+xGObXHN9a7Dja820mJFl/Jbjt1gr7dd6zjgz3e79VREyqtpUKWrxT1Xsdf8Q8PXMj9osQO2eyrYGoaw39Gxxjv3Pml5tCJ+m7yIN1nVUojHFInHdxFawt+8vuT/MbIXCLshiDm8otKOIlewdsjm3yOok0MxneL5Zyx4xEoIImkZrvBWb0R9agc1fxb2uJ6D90HpBfapy0ZofO2bPxKvTvjUf1PPcrZW1aibKKxAMck7P8XUVNUPt3LYts6HynjlzhUAqflTOpQbYTa5of5LVaoJy+ictO2asU0JdmG/W4XlWeW08b03+egD6LYLjF206TlAoQl5hGfXgY+39sOG0swYCPUM/DbImHOU6uz71KMAz3hyTWa1q4NtAV2+K107BJ9X8xiBrTAXrmaye4aqPHr//p7NYkxmsmqtxBieDFW+gZiqvbYa+xq7yO/V8HeJ9kHpkvxZzOfxREWtUn18VyIpAAwecEanJmqxCUHWdY5DV7s87mQCtGQPvbzTuZV7bcn7mnD49jnlRy5z9lGUwAXA//QqdeCMVkfNXanN6Y0DWc5//EjVZ24nIQ9uS38tmM5IRBR83AOtHB6Bod+PoQArpfU7nQMEDna4sVTeQh4TrqZSgAiQCSmtuPbyn7OPAxgr1pQUJ+lVnnI3o8Cc61ps3U29ENusGdShXOIQtOo26VwxVKTWtwVBYrG0tiEDcYk1VmNI3p9XEmELfCR3G7Jd2+QYH33EEIqQaupYEWnG32pbTqHqguzk1XDrs3qRgzjUhSNIgpoDcGhXV/Po+jPGgNsKMBYbM+06jTt7bomojL1oto9VmJnRafRi1VAY2HdJV6uK1Ai13jNGkON3si3sAR7NnFqFX48qtFJnuDQ1SJ+b1N94c3n7nHX4GkGhwralxTgKe67ugIBTYZOmqsDR7ykMg0SuVNW3oWk1AdRKLNqvzXU5l78nnjUcFzbEb2aIy0uXXLqFOBVU3Cpp37qfOxpIobuo6VMPTp+Yp1r48XDx3mTof5kLxEg7H+4z5A+7v6MH9w+GD+zjcqFGiCPYah3NAltknKmHL2S+w4nrzupwrC+3l0Vc9Qxlc61CsdVhLRtN+RYIx70un2zGRviWlQcfL+gfnY4ZD1dqZKziG58+fD02pInm1VnofQNet8ro6aDdQu9M5yyM20OVaYM+Tw7FPzMNARVSg+kszWOXA80fajA6QYgJcV35uMswFAErpazTQlXl2z2YuG128vX+pZDkltQZ0WNx/XsGU0UXVJSlOV3Wy+gNSh4NE7n2CMAEyjrXXMEJS7WyJY1ZjLBXGjLYOkmPgoY5gFNK808OrL700vPbKF9Pv6oMTx4ez1y4h9HEl2eBQt3gfwaG92pbqZOCEbyaAcOjQ4VBgzIApVmFdlnWCNlSur+pbluANk9JrkZMVEEcJwtu6zFkZW9jOr262naqkN8qYJUgwAlmVqfDgz50GpGUgY/8Lpvma5VBpt0Pf2jPsOzAHcLg5/NEfArJ+8lZsqg2pfQ8d9tR1KXfM9ZVAjFF1KVA2HcW54znnV7Vb5a7NAkrju0wUXSc6jcqxn2bOtmxHxROgYm+gqG8yfwroFFWssnPV3qCuPz+yhj3fklVLxLUyjgZTck7wotTWYaulrkn5tJFyMk38WmDufVgLd5dsrODfYFB6dKUZrjV+1YNLO2MtnPQqg2RG1nUgkwHAdjvO7q8bKipyhdoZ96oBDDPF+gwGr9LfMAqPXFdqTqCBYoO9Th3IiNh4NvH+rhPlvm1FotKqgYOAqpQfFOXQvRNQp7JZL0uILaieXPpIRsG1/54rBvcM0u3ctStjfPb82WQrFQ7YRMY7Ntu6E7Oxrjmu27k0QJdaOJx0bbFOc/OCmisw9pM6yJeGKl1wlMnSKRYwW5MlrdiaLGzRNmoC99NC4RwtFv6UTNYH734QZ58NxZd1vYIsHfuEhJrNaBYngYgCWv3xC4EsAMdiQNZBmgl/fdgsyEJSO3JLrJUH0JDv3Lg6nHvvHWppzw+zuxEaQcDmLqDoEpk4sztWusmyUERBG7Lcdi+GC1JPXLLsIqsCWdwHtsm2O7P0lxNkzQKy7sqMAGQ9Yj3s375m+E+/+yLZn1XDRVpk/AOiF3//A/wIkkrLV0q9lWXieNmD8C6KqlCGOR9W2gyXvSFtezWBYu2aeyltTwBRN2E23LWGMCCr1DId99QENR/VPfRI2kHsQwV0PGsNAkj9jJowc6oqX85mmTSsPzOtURV2T1qyQmZvHTXoK9bSwgA5+lmUdq2bvkiA48EjM/e005jHJ+C+VUZ17Rl89XNcj4sEXYRCARvuA9cOa9R65x1bNxcotGGxIEQT6Hh7xmmPuR4DWfH1uv1wRTH0rib9B5fPBgIPm7F90t2vALKsMTtI3extxunkKccbH5Ogi/299AcqoC3IrKyWQCtZ+4Aszhgl8gO6ql5fm6xZ8vmNqtNiTwRXl6hRNWuZMU99bQGqCp65tCtA6doJKPxlgKxMaIBXPwA7GKqNNKbvldEtUFUH55PZrLy4aFITOaKflsWq934SkI2UDCcBRovId6AyAh8Obq3G8cMDUWdBBJwicovaasI7yMphGWejRVUn7nHinZ74sQ7FJx/5N9fZG6imb47iDOHPGgGTQmgEv/fJeiqD1VKsNQblDPUsXk9CPZnpa978My7yVwGyokSmZxuQtWHYc/D54bnPfWlYN7sFhSuoICxYFXbSv8p7t/7CQ1PnZ2Lh1sYrXq/Ry/iN5ZeUMcn3ou4EgNYiK2fTiDmH9RZ6BHkwyX2/jVGYdAAiz+tYMq8Cp81QRmagp92EJmjk0GaEcps7yPJ6pBXo/Jq6T+2eaWPrmvJVNWRSNQ4QkbV+QhCmKtlx6CdXuQYj++n/0laFDnsKphvIUvRBCezcWUDJOFCQQ7/RS6dpfBuZXa7HiKZqOnLO1yHkIS1iOa+9gyE2w7QA9ekhzomHSI8gyeWWnifI0gHQERPsyZvWCLn+zKxGJQjjdQeOu3vDqPJuDn4bGV6/fpUaifcjfmEd0V072Ru5buA/0aNQH1v9YWTnu1S5ndR9bVEjey8m13w5ZIpoVJNPjWya3Nbx0fZgbeAOrvp2NqOyY8ee4cXPHxl2HURdcEMtxavzgKyTgqwrw4UzV4d56gIfcVjd95Cx8J37O3KIqOgBQBY1eNbNX7uGuqA1UN5TxC5q/XV5e82e8y/tRwfKddABwDTRr6/9+muhk/z4xz9JhDnRRqkiXOMqDlc7yD9QCVO6DwfgGuZDB8kDP+pEvM7gTg4cD5rQ9qSOsW+kGArCFdno+zogq+yTY5YMaaJ/lY1I09L22ux7bXdeqP0wm1GBjq5mmYM79r3s+qRT1O3GWJF0TLtOgIPrq9dU8MPi/R5ZlZ4pwLpNfZD1Aao3rrCRKDLICjg8sJ8Sl+U+qzOjgnuZ4/xQ/zAb6Aowi6zTKxgONZG/mSOSL8g1smsRNH0Fhnn2iSApR7v1gDrurQfQXesRcPIPHjyEQ70h+8ZM1nX2TiipsU0qiJq1q/Mne8fxc5w8G4Jm+1lYgaZEdBuIKvPUZqvSco2aWwIUATrNnmXb81IB4XjcizoThwHbaqsBM1n76JN1g15ygqzXAVk6146dNVNmSXR+BPle40qcOK9BGyOo9KHtumvvIe5zC+pYZlTN0lw8c254RO2s9BjrEwT2awEa96ynM5LreknGSrnlihbnrvK98nKCCJ2brr63PABARTJoh36XIs+YzaoEir3e5GeQMVpQ7p73lS6YJt7OtEC0sWUEXwE5ZmqwcyuY4imDbHx2JOND1RPwmMnRUavrlEZlPYng27nsDqdjkMym6403d395/QYLBB8GSyIfzzwZHFxFkOQgNt4aL6PaybbzOffILtzk2q9yflwjAOL6USDAzEkFaEuN0TMgYkbYOanCsiW05WnFoDAL8yF7QZBlxu/sGQR/eB/PVoNujonnX+xJC1aaOZSOmGbbnhWcD6EttbByiAaxEbUGe68/A4Ivv/xygnoRj0mmHQVIfnZvRV0Q0G6t2T7s41lA1v/6s78c3n/7vaJNCvSk1P4MkKXvVJmqMcjqe6Xv639VJisgiybbgKwjrwGy9lefrDQOdktCI32wSA0lIOs6dO5NNAneDP1NSuUV1BHNQBncEGTZN0n6uHXMKuJKFfRsV2kwmXPuy4zQY0GWtVDMyYGWybrH/phHcOExQbojNAX/j7/zwrBl90pU6R4OPzx2ffjhP10jIOEbAT6WGCCQWgtQgIa2wYAtGcIlBoD1I1jHiyoX82Utb9GTra8CxBmU5pqWJOhfIDBqg/EjKyi63Ix8AkYyouzbp5CaQLt6zlmH6jpMvy+uwdcaOPDMCf0+2R8Fge6h+HsbX2IGwbJXouh62t6FxPJuIz+/QK8oa5MEga6l9QQDomzI2r4nM0RGj3RiM7z6MrzfVnyrHdvJ/AGy7HMmKbClOrKOE3zWzrQgewJPDYZlsbb1bl+8nZQrCJBPX7oQavmWbZuG5w6ScSPYeerUJQKq7H38TOuXS+SMJeoUNKDV2/mE+RG7Vb3V4oP62tyJ5XfLU5LhWW7T9kvQx60Pdq2bTRRojUBWjoFi1nTF7F8ayOobpA7hnwdktYOngaxReN8bnQBvGeiJx9P0Qgdo0iEtRzspjVFmpmd6egZrcpPH6FhjMAGyglR/UZD1FL4ZuwhjkKXxNjIpyErTx58Ksgo8dLRd6l3NCW/Zp56p+DcFsg69MDxPJmv1+lkiiPSQorfSI4stmZted9QpK6GaaJA9UAVZghdT946PoDMgq6ITOnD5nn97kHqK1Aapzb9+2LdvXzjGRl2vE9kUCGXN+tddwYZ/rcbYGrWQB200MsACg3AbGk5lOitikQLOduibrk80MHPSP5c+GfQdeR7akdFQxTNOnTozfHLik3x+OqrnCmph6PbqZBohrRoHIlZm8tqGby5b3jwRbkEpr5XSpMKZpugatL0bFGQvVdWGiJFfazBqyzF8GlYLT2/SQO8xUem4vTmdK6CQqDvPOs4RYCGSpbS90d1pnCDnIv1qTPHzZzPQBC0cT6E193+OA+zjj48n87LAvCpo4oGlsaw9WlGzjHWCCQW6ah+UE15evpkv1R0LWFZ2o7KcRtn6nNbQ1XiXwzD+d83rUnjlNKj83JFh9yHqLLYUyLqCmMnpU9cp1r46XDiN83OBAmAM8UO56oKsu7cqk0WkdiPZzPXUct1AialAFm+sZHvLZGXMWA7JcuN4V8+oUlKsVQAdi/HbsWMuNK7zjFEUybh3QUwALFnJu2xWFfPMQFYAqNyh0IX5t0ZcZ6kAkcuv7JMOtJ+phLY2LHSdtqTyUl6bSFoyCJXJGoGsBlZ6wKnqMmptFT2tehD29TmiSLf3rA+qDLJ2y3XgmHfFzKxp3svops5fB1lmI1YaQbUuRfn2eSib7DEjs2mOvcTG0x5c0vkqOt/vvQe2csY0u1CfU8CumrmOG9SH9sM1TCNgocMqIJDqZr3ZsjAFBKkAeK59Bc6yaoJmMKZw7jfgNAvubeh5FpVHe1tVc9ySIFdhrK89x9l1UIeqEe/a07lGgwIJYBQA6/UvAVra6pruZOIyxpng3FXGrYKGY5BV2ay2V3iNWdEdO7YNh57bNezdRyYLqswf/xE1WT8WZJXClXOjg6B0vI2IU6wdmi4zxhr74pdejXMh3fXKVQU6yFZHeMeeYXy2dbPwoc0QmskyaCQQlUIWNT7W+H3udRo7u5Hgi/bN7JHPC8iiOMa4V18dM9mVNbK2zIaqCVrhGOm9refsszHyAxsoG7jgu0Ci+oQJvivj5toy0JU1KHhzrlmuq3CAp0NbrHO/QGb1Q4uIFNnTgAjGWnEIAZigshgIJXWvYI0AUWdTwJNzx4CT9O4wKkr6Xfq09EkDeOs4L3zO+9u4gb5L0BSleRmE60JFBs6Uz3ctnTp9KvZ6AbluI/d+vjWWBkeSNbJmS7omG8H9ra0VZF1ChKf6ScpwqMy3c5nXc31duEAaoWeqKnDee4I0GaXmiDQ/wZWmeIaLLDVZtBNI0KJlkKWp+/6dLriE99qK2t0YZP0VIOvdnwGyekC6nbe/QpB1FJC1qYGsZfaIsBbIFrTUPZ374L3hKiqDS5TnhjK43Htk0y4q1MQ1aQc8n+5bH2eAJiCr/D5BlhmX9P9yvVkomkyWIOsFAPZcMlnzNGd+BMh68dCm4fd++8Vhw9YVw0XO2n96++rwk9fpI3nHzDHCSEj9TrG+rP9ZRnbMdjOCkEXs4KLNrSOkUDYu/QiZywReZKJI1zWIlKCYX2oDAfZZ0yp4KuK12h5Q3ItnebFiaCUhqGmZaM8kqb6hCQIsEyC0rQkA4ho0XKXcFYDhCCYr+Ahhj5nh69/6RoSgznGP9+BX3kFZb/66tZL8LWMo0DNokmyWAhkqdxJAexRKJNlzbS/CEutYs7NQ71Inan23Z0FLqBg8CcDjuhNkU4G2naTaUO2V9mYT/s5+gmD6NCfYR1fZQ8sBq7v37hyepx/hIiUAZ84UyFIR0KxulAhd6wFtYx/KEpIEylrQoRqxFyU/yXW+BKuOl4yf25xZl89dGG6R0bNlwaPGdOutb7qfZguSzlz4uUBWDg1vvocVm0PRBS9ywFQ4rw6b9jqjND4mM1kjalvSdjpSeQX/FT+8P3rkcgwa2usmIjI5mnIo1VcNXEVn8+9mWHyush317vnWPqqjzwJZJXxRIKs1HTXa4GHZKDPPkkMfXfTED3n79nn947rDaITXAyD0LB2NLnqRbMVEJqtucJzeDALvVMEau+6IfTqT1Z951tU9dXH9JROG+Fl/9eRcPPkK9//Tmay9h14cXqAmawqQdX0BkEUB4X0OnWU6gi0j6RBV/VWJA5QkZjmL/qdi3pgOWEXugo1QaMoHjRBFxiJZGNR2iMgql2s26SxRaTM+Wb/t9bVGtLEqa1nrQ1NUI7VynZOe51CzRw9roHjnBhHMvxRAMUpe66enpDF8GG0pN0efOzLMcQjb+PbkiZPDR8j5KmvsTWXDG+Xm883rrFWwg3cx0poC1oAsUVU5DHGcW8Q8fhwGaiXqdjqhUs1c56oWRguMn5fjOM4QpV6JA7AcR9PEvL19HmJ4zDbdwiF7gIHscu8RNvA/761YfqGZuR6rPsAHRa681wYcJ6VrjURLXTQqLP3GyLAF4dKs4qgnK4JBVuiDOTSb6MHvbSXzIL2LmxGXxAEVYCiYIbBKQ8lSp8vNNwXSXqzrXGXePQBdH+73DnT5eTOZxOdePDLsPYKBnLXYFcrmzbsowwGyTqAOeQ4pZjpEzl++kQPuIfVYHpL7qcnaT9PebTSbnJtbxwFETR7zr2qlB+wqDljV4+yTolN9/sIVorrnEoUzG6mjpfLYTQyyB9sUgNX51IlznRnt0wHaTB+uPURVrzMXpy/KIVcWWl59UbiswTNaLfiWPtmztzUmtd90NN1ntwGIOqIpMG72SZTVM085ZBJhK+Ce1doAXYEqne5qyJp59jkBt44pn5eeUx4qQRRtrSeCqpzv2kS8/ZUHX7fbHWQJGXUkndvUZdmPSIov93mfzKE1WaIUXeWHKDYt3JDa6rx6GdYmVb3m6NpGxrqcjMIl46DJ6NTI/dnnxjqIEm7oYFybEQEI/5KXrWJNzhCQ2ESvra1E6nVApM3dYW6uQRU0A3QL50MQc8fIrfvRjGADfBH+kJufi65Elj+mdlS74M6JXTNLIj1NIRb2o7ZDy5azsWgrFUQp6nPuLEC+2cPMW8V//ZL2tx1p/kNHd7GWNsdJ+uP/8RfDe+98mGBUBHR4L9dRgAR77hp7NTLhBjtwuPYQEVY8oQQZak8mCMVgWaukzTH4k6wy61tnwy8FKcy8JgLOZ+2iH9g6lL6O0w/MbIsZcmsGNwHKVpj9o36ji0l1WrX2xKbUd22lwGerVqljFkqUdlcn13kKgC2hkyxBBreAg9cpbTC58AjWZJ+6NAT0XHfaXUgH5Ppt5aDUu+etI7iOzJl9t8KkYD4dT4FrRfyL/t37Tek4xi7HsSIb4J5m/qSZWc+nEJI2273Qx0jbrAO8hr0sbVyAarDPD1dW/hqZrgVsxTUyXZep/TSzeAc7ZK+k0GTbVK/iGt3flcWqGkfHoAclXYfuE21tFDV5rfWi1j06z9oEfx8/qLb/KOiczDvPF13w5VAq837YV21VQJaCHuxXe9ltJeO1F8ns8xevD3/y3b8Y3jmGcl8yWcyN2S4zJJ42tYGzNyt40ILvCd5MZMRHWd/6fQlltOxu3z2Cs/zs+xrIkiYnbdRmxKzvuaILToIsbTUhkbTmuHT8o+HMx7QIwCYvYUxmoKxJ+b9lyQIBBNdDBA+8b9dO+lmVCJRBYGsaXWvxoqSMm8kCZO0HZM3MbE4/vNtkkadYwC8emB2+/dsvcOYsGc4gsvQPb1wY3nn3JsBD6SQDL5XZkSp4CzEOVQXN6rveH/KzxiOtZxLEtdFxic/Yw3DK4DtjsZ79J4ukfN1iGmifHaRFRIQijNVYFdp7gbN1iBsMevDdc9uawpP0SdQehDljgAHblnpN7SZ2+gGZQMWjfuObvzWstR4S3+Ex7Wpu2ZD3GjX1qYGsoI3X6hpXUc8s3Q3KCKzVtN75EUBXenj6l4pa21lTrWIMKVYANcGoOn5ir8MOalnY9A0kuHsQKrc2+yRqrqq/2lpgCQqRB48cHF46AsgioHn69CXOeiXYCaCYMfZc1IYmOFZ+Y9WLV1A3p5N7I2uv2DU986UoikIgjp/ZxEv0A73JfiXKwtqR8lkJgQaDxmu4Zdt/TpDV6AABQa5IL6wGaPz1DJDVkHcHWTl+2uGZBZUTMM9qAdrPI5NQv2mOwfjn/lyzG5Mgy8i5i7Ud0v0tO/XEv8im9vMaoEs0USPWKAhpHJkC3jHI6lHdXOXomtuVP/XvdhOTibk81Z18P7vqT4oa5aTroEcFL8V5Fa3saFsQWTUKdcjXIh2P1wi0NpPUP78fyuN//wt++qWALAeJiBs1WfsOC7JeG4Gsq2Y8VF1qRjbj0moX4tAxD32MK2vnqigiaQmCiAKcX0EWf9tAp/Q6nYRkYWxSiqSph4yOviAgqmm+fjTt8pbrzAl/GYOkBGocY1Lej6UQYEyUXS2Z8DK4HvqpE/NwiVfVM2vWxa6kJmjbcPToEb7PxRgo8Xzy5MnUZvmo+rCaBxWM1uhYJUpekdLQAVRPFGjngPScauqduf4ag7iXyVYsT62J9z9Fs19BmBz6pSoqkU1bBdhas3Z9eljdgyYxf+nqsGD0jUi1NLikvyO/zecLtBRwyAS0upy2Pa1pkMIyx33pNJjePwWN5QT3puqQY28a3/VrZNVZMzrmge3fbAV8apSVf7aDvI7sAykYOTDMckCPSxagiFM5WptvX+NVtQe+vprKVu1esmQtUKMRVhDg+ZeODPuO0PNpA0Ycv/YW93rm1DUyWTg158lQXqVnFo7pHeZnCYfTWpylg3D2N8+u50t1OjJNi3DhoZiyQxFq4ICm59V2eOpzc6u43/sIfpyh1u5EInDVv4waKbOlHKJmA1aznoxYX+NAdc6NdHvYbeP6LCJX0v8CIEt1SIv8jZQb5XcNuq6Kg18ZNB+uA6mE1n/pUMV5j0payW5XJq0dGlnjne43rqsqtBG3fiL7U0ClPxzfNFVumYSoVqaGp+bEh6BSQKJjGW4/czkKqvH33r+LvMQPSlxjOWvVA3fK5tKkB0MvygEi2LYJrFPcvMvccgUYaubbhvH1/bhwreSX9b3hmsrcJWhQaytCwXHW6mBPIlcKjZlBrmVKoEUGaxau/3aAljU42n8Bs29mpsAsjcptBjMqKNDOPb5bJxQX1vdmARYwqMO3zVzVmVl7oeog4yrw7s1qc41SSAmcqEoqKJjHcUtGvzkAaY/SEpYOgFma7WayDqPUt3cz13Z1+KM/+PPh/fePZy2GGcH3dSgtSlVVrVKnI+eilGCBEwX/0nIiPCL4ZX60naGOOi6uRRwMRRDWQtNxbVo/pFMWERvPV+7XRsf+vUAg0uc6hzrc2iwi/Q/noRo3ZUbBnH2pdJJTr6Tt9Usw4Py4r3HOpKB1AZzY7Ni/JuiSfV+R6QRaGBvHKUI5sSW1brReLhXXpY50Mq+tDtexLlEaAxkKY5Bd4x679HzUPtmvFTO2fUHVY5rRSi1UC7LZ3FQhDfdkAgLdT+GDe/bS+qh12Euj/dabaQ91SJXUd+ylYtoQ/sr1KxHbuQ6NNvPF52hjbVSdhrNmU6XwGWAZLXjNvU2Qq6+YYz8TANlEcwLCsvJbOKK2sH8+CbJeeeWVAlk83ymMI5DFPl3F9W6lr9m+A9sJLM0XyHrrnerN53kGWBjTBcthLf+wZbRcywFbE/TXJ0CWv282q+/vAK/qk+V3AU+BLOnBRRdcI10Q4YtN+58fHlmTBV2wMlkbn168AAAgAElEQVTW6gGyTn4yfPLu2wDba8MqMlmb9+zEJ1mbkgUVjgtkV/sE5SUiqmKQ1z6I8VETjgm9zfc1cLF5775h33PPY6c3cH5QM0VmcvXyB4jt7Bp+++tH+ZxhOA8o+dufnBne+4A2FXdgHtgcWPBjFhjf4j7MiSUGWlhb1iwZbFW0xfWZ8cd+TiOnrs+zmmzNGr5G1HT+LmUCgHszma4JfaBV0NusQQ/Y4T2cZwWreiuH1LozD7aVuAq7xbq0aivi+BaLQoBtLdJdatrWbhRk/fthmmzqAmP18NGKgCyDYZ7bqqiGedSyWaoeruTv520yb5BaEBl5esGjY9ixQTvfE0xyPVZSxB3r+gtwDA3W4Ae14/gxu/fuxj9bjb9xOq0f9A8WzdgBQJVxfwmgtcicnjp1gcw8IFaQxb2lz5z37bvjL1av3OZDJYhb/kSdlbU2nXHFsgRZm7ZuSS2qNu8SgfoFAm9LGshK+wLX9YSTkjPwVw2yOqzr3NuAmQayAqByFjWKWw6XDh68Ucf72ZmXp0FWB2adMtSzWHlepGqUK2i1JrEO5pjc0QHZN7VP/DwgazKjU2/frUOtHR/94J/8dyVcdDSqH1YJMBhdfDbI6hkNX9MpbnkuYzV2RHzXThccX8HYMRo/9xk//SpA1suArOlNZLLoX/EMkFVRuiYwIshi4FLvMQGyvJPQmkK3aVEQfq4iRXnyyoerXkUPI0CWBkvan31hKhHUYmt18jansAGtSL/DZedvjVxqmARZK2yyKxAxCpe/MWptrV4BcCPuPTvqddhrZg5axVGkbt2c5y9eCJVOUBEHJJGV7i2p1YNj473Gceu0p8pkBWhnr+TEjkPkz35mMkUBGjrXJTyQgmccBdfTfTeTxe8e5opm0NNjzcbNFNYyRhwA1+FYX6dWzOzWEkEWh5dNgS2ejepcQvFtr7SdE/qRTUSJaMpVVmBDZcF/ppnmNRwDleweN6U2o7Yp+OaSNyg1vX//sHfPntSEXKS31GnAmVkvqVnOl6pQ1uKo2GhUNg5q6Fbed480VVbTey2HoxqBFn87vnque5t0zZcODfufI2pJDzRPT5tgX7hAY9gzdJq/RIRNbREBHvO4gvue2wDXe9s0NBIdKvpgrV7KQYxqIIeodWzWsE1P0X9m/RqohMglc+h8ePwcKmhnW6an+PHWW6RgnejwLLTNE4Awv+4DYK3783dGuV2P9u0qgRikvjl8XZ8eKNZazTOe19knAk5vrJsv6aqCMUGV69HIoYPlePRDNM80Ryo/N0SfzGmi+uviJMbR9ZDAaMR0tVSXdtNMhQeSYMOIu9ngepQjqRM3Y3Q+SpsPqT2pmp9uh3uk3Qa0CZpww0pVryPyaB3CVJq9Tsyz/b7I58bVVlKxO8v5vDp4XUxVIza2reP4fK/mlblgByXxUQXSIvqiI5GPayqNUlPcQ36Uznekt5FFJvOtk2IPNqXCV5Fltk5Jh9gx1wm2gWdEDrKfzWSp+GgNYQXFpJDG8Wn7Rxpz1rQgC2CjXdKpljFhYMOXCYp0wgWu7jNBk+/jtfhv20lYs9HnQIdh+7atgKwdtFTYFMXRP/5DMlnvfxza+XL20zoCK4qpWF/qdRunLbpxNei0Tg1ENgJd0zif9gM06xzBB9biMvZzPxsdeB1QKbT3VLbDcdTheJhG39SFkpnKV7JiOpKKCQDYmZBSFK1sp0ttUXEfHmbKAoiavfd3UqZ1qqWRlgjURHBXexDAr8gF48gYFo0O+8f4OweRgXadaB8jplRCFNqZ1L7GBhdQbhA8znYCJarTtTopFRAjGGCNG9/XN8Ej38OsrL2KSlKfsRAA8p4J0NmnyNqUZICzbCub3EL1qv6ZrRZw2R9vPWNudmWFrRnY0IIuxXQWcKKvIJY0T7bEFhkGCm+r9oqN04E0gxqwhx1Jg2Xrbfi3rS8iEmD2B9ticCPCNs0/6RntEchC0OJlQJbrz3Etuum4JkuwZ4/Erbyug6w//d5fDG+/BV1Qu/UrBlkCb0OKJaggy6iBLKJngqzDrwqyjhJM4xwxSGMmi9qixzRUvMVZc4qaYeuHN8IgWA+FG9hfdeHUFZlhb4njqhMyqMKcaS9UxWsouxgElsfaj2rfvmEXWZU1tKdRkffu7XnOhkfDa5/fO/zaq3thjywZzsIU+cGbpzkjrGVmzRlBct1Ko+e6tHZuv9XMk19rVKtl7cVeJ0lbjcGtjTSzyi4bLnEe3WaO/XfYBy1jKzXXc6NntlLLBSi4jiiE4l3uTWXOteXaYfePZ0j3uRKEkiXhbojdtek75xXBxq9/8z9Q1wwDiWz0PVq0WJO1SFNe7Y+iOH5Or1t0zUgFXFywl2WJXliPtcymwAaNveYo8Gq1y2+Lb/OU35zWEWaGsb02XN+D0NYqspDnLpwnKKkgDnbMcgUz3AZHAVmfpy/dbe71+PHT9DGlITF74h77UVpvgo98huvaYEuogc0x15fsCYrao4KQimctB2TNwkYyMGrNb0AWdtZMVrJYnsHtbBsFCBIYyKH78wlfdG3vTuF7OpM1OtAdyIlo3whkZXcXEHkCaIUG03/Xo0HtPOnHyuj3jlcbmBEC7s8V5aJnenq9UtIVfmZDrHWd48iJ//6FQVaiHp9+tH6do190ZzCZLPtIeei1TJbSlFFVm8hkVc8kXu0YmaFIxL4WZhe+mPzU/x1AljVZD3KQ1pUH/DS6U3cUG1suWRuxedEHK5MnxSb1V+V/VnM5DuIpZU/tbk463TmX42/zTWspdJJLnS1M9DqE/c91ED9XkFUcZ/nQd23iiRMh11+Dmx5TOmiCGoyGGYREaxNrarQggREb2QLh5154PlLFZrAEWKnx4kCK6EXeKxcxipBWxK7oiKGktkxWMpgBHDVOIWFwA111sTJqeo9Vf6NDJlh87FpJHYTdmbknAMJqaHTbtuH843zdg7Z5/uTZYQGgI10h2Tm+lCEvcNUmJxunrlWnVMd6F00Kt5JGl2Lw5hvHhp/85Cep+bBH1SMdItdzX9OMx7QF3ICO7URCBVlmey5TFC6wWIEhXc/vV/D8IoBP5za1PM1W1JWMd1ZJupYgSiRrQ2ernkmV5n9Ege3W4UVA1sGjmzgg2D8MgbUj15EIv36DSPBNG0KSOfAXKNo95nNXm1l5gBPD4ThlzRsOzwLXOE+2yzlfaTsCpbHjtJQc+TXuw7k10iyFSrlpr1THWOdJUCUtyChqYneNLlZgTHKn+7lk7t3zFdIvAG10POIXBeEzCZWdr993kGWvLaP3ozYTof81cBwzMTF2fGLUydgjHsT2NVH2XyW60K0bGV1wL8gqWWgcFa4jkfr26JkBBSKs3RBkCJgnQVZtMVW+dARdn9Qj4PxOA2Q2oAYl0PJA1gt1fu+yiW9Dx6mYcUUXezPjDrL6+s/duR8m1mg/Paw3TA8w10kCfCXLbGRaAZMc4GZcA7JwKKF8KU8tNVYxA0GWReMLZJIEU/dwTMwMbKYh9SZ6mBnIkHZsA9uLFF67lq0jsP7F6LPruSst9vyg72HwwACActHW1Hg+OvbpUZdMTNmevAd7ZhEnwTlOXRMO1MXzF6OMViuhoKN78CCZrF17qHWFqvsn//P7AVn2szPLL9iSAn0TQGhN4AqBbRqBA2ywdWuRPVYoR2qwoLmERKr+oTI17C+u2yhugASOhb3KVI+7QuDIyLGZful+cbalADZZfp1A16mA0q/mVmX/CCZKNKgcoMo2ar/cC1BupRlhi6r5qsFIz74Kwvp/UvhdowYrEgSQ8stzgqRei+Y8C3hCgbSeC2dMwOnYOxfSAT1LYi+b+t99s8bN1mo7pfol4+dYSidXpY1/K6ltc+IZW2uwNry7iNaYESwfLdfpfWvLZBkoEqCKm3U3Cjm5J3RyzRw659aMaQdnbBxu70ZrqpjHBGC4XmsEtbEXdZwZ69tSQG0hYqTebFdafxRVbMQqMjvJf0W1LHpsLq19nwRZr6DEaRbVMc41Katv1kyqpIEo9vk2bPjeA9sIGpLJ+t5fArLeifpsKTzqwHd1wV9mJkvVQq1CKZM+DbJUFzz0xV8ftgiyVlAH2jNZNvUFzNwHmJ7+iBYO2PJtSH5v3EW7Ayhs6bUGG8H+eyugsXVJIG3ElLV/2gbNcbMxGTIzWayFPZQC7Dl0KMJQtg6wz9Ls+qXD4T3Tw9E9+B5gpbOAkTdgTVy4UiwH/Yfl7AfvY5lnO28nmLOlp0FW3/uuza6hMd7k2m4DalIjxb+1E49ZH/ftqcYeNRBcGfGSXNe+pME8bSqsr7LmMBL/KvmxhytOPXIiqrdTywzX6ep/BbK8z+QBmdNpWB2/+a3fGtZw5l++YfAEkSG+UEFJDzbrsrL3XMfJwHHWSvPTt7ORr6CKtWf92VKBVssK1jldAfQCXDFqT+wdr2Zjqzv3jDkPWL5ABk4MlHpQm2Vrw7HdB48eHj5/9BD1Utfp2Ym/RRmAAmtpKFCOUz6gAkyV2AjroLZpnZH8LwE8WURtEy/FVm8EZCluY9A9dEFYQExI+X/WaY9A1pOsvrzFk+qCzYCNjtGf8kN3isfHbR12Xlw/2D00u6M2er45be3A7zFHZz/gSiOaVVxHZUeWo48RUIyyKxXZLA67r6jitUpu2F+n0p01cOPvefcGsjKfbfD7dbuRiztfikUabw+V3nk9hkpqQnNAg/i93vxv7MhMjtxo8Uw8OQmyPAjdKJG2Vua6RcYSvXPRNrpg0aGqTqUDrs5nnfy87miMn3v2df3Maf7MP6nx/2kP57ZTWx5DF5xCXXCvdMFXvoz63UYoc/SvAGSpdtcb4zomGW83TQrIK7KeTZ+5r35JMYU6SX45E4Utcngs5WCwDmAzlDR/1oFcwAnoUc5sLA+aOLstZexNtDlNg1A+yy7gUY1h7lUZWoHxW24krYEss1dSFh5q+KQAZSAaqYD3Nxu5A/Who88/l4Lmjz4+HgdJJ9zDKg0J20Hc+4k4DuGxZzM1Dri9ubyvicHOQRkqUvGMuxJcLqKvdX7UifIAMDobOVt+f9caKwvUicpv2bSNCNE00VIcbag8UpMWbSrqPaVottXp9CifV2btBofotD2oiGjOzUHFZJzePfYuimavkyW6UL2NjCK7z5izyCe4lpmPtWQW11nvYhTfQnrHOCi75IIFXzqrOuah7CTYUPVmfU1F5dMjwPnHxqRQVkDKfSbzx3sr2rGDFP/zR2gse4D7neGvuaRbfNRlcAK9CoeF2ziDN3EMLN69ziGGKAjeMmDrFk4YynTQxmZVOMNoLxBFduWtco9qbbw+rk07YQG7fXikY8lt79QYj43MXQ7Usk05tBsgitEQDLhuvDj3vo4nv78n2OWedAKltGUvaFOTJSrqaGV8K5AVs5jDoShqvaG31zIZlMnvuB7XhFRaMwAWRhuxXAUVJc1kATpLiQSn5xVj737QJpbjTA1fC4bVrKlOZVbGbCXqdKmxq4VdtqnOlACOPK3zYoPpVcMsTuQ6ml3qrNc1Lxtu4qxcV4hEul1e77wVIyH3XLuj7jXf27kz2oH8hb/IGjGYrVNZDkSBLH5KrWCtnxSH6winPxJiDOtWhzK4fdf2OOL2gDpPofN1BGX8cOlkUmQ3Q0E20OA+vg4N1Pk3U+6att5qJRFp3zuGyWmODavIqXPia5QyDy3d7I4BgvSvqyBaKYUVfckb30zG2L+5cOHicBN75usVhxFkbYOWfOgINYQ7Zshy3By+/zf/NLz34fHQhZcxN36PeAgLV5CwxYwJjoNr4BY1cd67GQopX5F5VwACx0xbtch6VvTnEeDgsRkTQQl3s5E9/AAn/9zpU9R30gQ09Suq5FXvt7vUNqY+z70SKjPrSgqi4459cUSm2KM6nn6mzqRrwHuOzZKOGHU9ahSTsar6I1/vIzWEfAlo1rBHDUpFRMIG5va7StuL2p9pwipg47PNUlqT4lkrDVSAIj1f0QB7ikmJvXNLoOgeIUNlZgFKofNWJ0+sUNaX92t2ZQ02az10TIMyqftKLSUASbCcuijrZqtmUfO+QmolZ6L7WRaAQaY0NWVdmmnwoRMoOBNoKcIyS0DEtad9FHTdgdp8Fcf2ErYptbDs4UXewzG3lYhnTJpvZ/2Xj2L2IzaD9/d13RaYaXN/2grglVdezbWmBsg90WycYiA63H72TmqR9h3YTDPiheF/fvevh2PHjgGybqX2qYOsHnLstflFD6yvnLXxCVsNVjZx88Xqh7bLPaed+n4u2hi9ApJmzSqTRR0RdMHV1GQdfOVrURdETSh0QSl/sk0EWWZczyA6dZvsyu59u8hA7Ysi3ZWLV4fHgKzNM2uHIwe3D+vWAJANfAB0NkxLi2W+QEGWjSowbBYr1L3Vy4Yd++eGzdtnsy4foohqvdGGtUvoz8d3iCLEioZLvP7DCw+pZfKW2P/UnD5gL5nBFZha63vP80dgnC9rACuwIhhPq4/m90jdXk2WeS0A3PnQ4XcO/a6fUzaIQJjUwZzhNZYVQO5+RdnGgAjHsixMFmYyZ67vDH/9ncwLM6z//lu/DRNmeriMHeRy+dK/c73D5oBK7/7ynDBYYRNls+2PFHni76UHhgoZkGVAuiqeDC+SFMv51x+9P2MEzjBY9qRTHVaAder0mQAs6yD1kQVZ6QHH5z0i23T4ucPDi4cPhsr30YcnhguXaKfAxUoCqa4/dQ6kXUzKcqqHXW63BfnyqpyjVZ/uz8sMugGyZvArXW+CrFuqEkv9NBOoLZYNU8Z9hCl6fS4g60j5h32ss8D/FY82IZN/P1J+ar1iooaVE7Ol5rPpJx/+q0UtW7apNmdzriccxy5sMVbWq9dU340e5e2ZHgFXp5w0oDXxsT2dNwKHGdxOV/NAKSqHNVlPg6yefnmSrlh0Jh/9+RF4e2pIM2wNmJVcdc9kVYSxvoyAFciqTFYr1BNkxfHt4yP9ckyvzGj29NC/Yir/tS+djI4/6289h7SSHWTtEWRJF1wPXRCn/gbZgQek6vtacKxiWDwIgpw82Uom3/sN157NZaFiaod6tD6+KuPB79bAt95NAfZKDrl5DM+lNBFtdSIuwb6+rTtI1KUU3NKVvIGKWq9GzopaZKHpMo1dQFYUGvhSDKWBLFXQ2nyGwsbvLYbeDS3u8HPPEZ1chrz5h8N5NqcRxoCQOMtxQUcGzfutf8ftztfSgKx4m6NxcvMaBU39jbVTOfAnXtMCC95buN2JOns7XDvNEJdYZ6NgBmB33cZtAb33aWp6iyJdxTCWYByN0sT5k87UxjlcZQ0a1yjVTDGRzRgex+hj7i8gi1R6imDNnOmOCO5cBk6ywi46WgBQFd0MGGQf+8q2tp1fKYN1tzXfMdwRYKh6rRjCzDmj1Yo5pHqt5ppW67hD5VuHszxHPdVuqH87N6EYabkIf3qNITjFgffRjUdEg4n6LXAYAfQf2VAUx3KWa8dl49C4yYGLcV2N8AUZnIdQGGeknlr3wPg4/o6vRvcC0XyBll9SdRIEiTNgltwaDg+YEjfRLV4XOgXGPcEcxlPagqDUCDg0usfwyx8wfI9YoyVoKKWvVLCS9OFvdA67rHdsTIB+1aXkP9dIePblnGpPtI/Vf06+S4kCOMyxba4zM1lc1xQn33LWw32CP/cbFdn18/CBThqHplkQ3lOTblCktlQ5RjWb/QzpwMJn5fkDPswSc79msGbWEgnFMzECnkJ+Pm8eB0RFqLs4SJ1NW0InQW2j6HsHqHWvbQ+V5R3RNNyV6R/kdRk4EcDwOaUUVn8X3r3X6xzwGWa/t0K/243wiQ75dUEWzScFWTYuTuyDSdCJ3gTQmoUC26X0pW2dI8igsI0BIPdPsjMt4CB4kNrWJbwz9u4pKWs2dc73CizV8heVC07IOiLI4TwJAnSkdM6cq5XLaQxOZnrnbgICW2k7AdD7wT8do17mEoqJ9HmzpxNOvk7KSuuRuHZb6Zlt0Km7chnQRnDATJVqqjepAVLAYaTcJ0gns7MUp1NlzbQOwDGZJUMrELt08XxqD42Kr7DOLrLRZIl4b6mljn36o5n14XeO/SK1WL6PTqMZNk3qLWiQCg0l2AIwWcX4OjbSMW0o6xi53+wR6HR3kRfXtgDSoRKQCRji7CVbVwIYvrZqpTxbuQ7Gw+HVMYw6J5+3HuDlk1LyzB66h61fXUv95VIcyaKptrBwox7Z/8c5s+ZSyp/nk8AmDd55TgfU4EOBPpurVzuKNXxtnlpPlhyjxEMfI8qHLZDgeaSircErD9AeJBNgbtywkRYjW1KEb5YrYkYKHdy7jQNMyxEy38rG2/9LxoSBmgJa1rkaaCuBk4gJaH/NkCmUwbhtIkt7lPMq6ou8TnEEbbb1uZHqZ/25FvcilLL/4Ax1LzeHP/7eX5HJegv7xJwq100Nj0GTHogqgajKZubn2LDysUbBqDq6Rr5TUfPKhpRUf702QavY009nsqQLHnj51yJ8sXQVPaAI2Ci1/uixARszbI+oP7rEerpOjTbqjwTgbMdwBWf5Pg3q5zauGV59eR8iLQBqrs1ssXW5M+sVSbEnFOIfCwZeDZY9og6Lmqyt7C8o4wIYM33e9+x6avjI0K+DA7iInO3xS7eGt+nLeEOp87vUD90gewqIt/9cWA/ppdaD9hzPrBcz6M611NSAANabAjmub/eTbAdbS1yF+msAweejGeA5ncCb8KVsYg1jMQgCJxp4Cqga/b6ej5uRuWCk437ZR5AMPgJXX//mN8Cua1ljBMahZz54BNAnm7WIXXAf+UgGnrNdI+leVsDGPojL/GwA1rJI4Nuvrc6qB4ybjaBlIHlypE2PgRrtGj7vRoIVO7dsjYLmBebuzLmzUQLNiopvyGdCI3zg5ucsOfL8keE5VIEXqNX6GJB1iaCpIEsCRdSc41/JQGn0Y2tSDcx6puaa6p4zRgnECbRkOdA7kTNhg+JpAPtkslg30qPNYhmETyarFmwbV9+nzsJfDchqk1dxiDp8ozw4jkOOQEjtJO9LgFSHcp5qIKtEHsZgawSyGhjL7/2DZHcKXE2KaEyCrLzxxKP5rmWE/LwWKfZaIzygYRFoxdl8Ul1wEmT16+tv7e33xMPYAXn608vxzOGfTJYNQ5uaYKheHWQVjSEga6SGUnGikfhDBuzfIshyTHWeSvgimawJkHUN0YUHOPYtZB2Dmv5YGuEYnjIQ5XOY2Sj1RZ1PC8gT/W1GRyniKQpEt1AEbgZJqslZnCObWdZhVQYkDjqfE+UkD3MMg2PtNZhSN1LvoSfI6iAcxdVIpxbVSPDlYVENMOugraiQD0GWfVZU+9vFYXT4uaOZ1/fhg5+j38wIGLpkRwumAUo3pIBJGoEZmTiH0mj83kYjznPryyW46w5mEG1lhEMtNAtkZsQxE6zkoDIMx3vbp8oMBbSKJWSyVgCyltOtd+kqaBYeTgLd8Py7AEfJk4eSkgPyYRwbpe43wtN2TKVDvnPsnfQU0vE2MCAIsCbF0Rd0LcG7swbEz3ZMqo9OueXOR5oQN0AlJJEK2nyb/F5Vwih1YfSkQkrtMuJtA9kV0s74LiVx7TR9UuBerJl6PGydWTpsXbd0mFG2kY+6jk08wZlw7Aryr5du4hADirjfJTgl0xyUL+Cw7pqdGc6cPpmC3Y2MiZFHR9F7neIAlDIlFcN5N3NzvQEsQZaHXgBBlm7xzwXmoYlwATa5VGLag6RAFgcLr3/sHrdOB5D4kAP6tnQLaZe8lWs8GV5ea13I3UVrgjDy6SPVbGxbNxW1jMuSecqhxVhXvVtJYeuk+3wP7PhyBQ6S+dCpZw2YJXnAfNj1Pv8lPqZj5t4xQIHzJY3IDIeH0uhQb05dC1ZVOK0UQHVEpU6uZg0QCAZs6TAZxNJ5cG1MwaGnBiqNvUuVUls8DqxlF9f9CbhqOxfe0oZnX9aKSvaN56rY2UBFy4b5egGpJ28WXh35Olz3eO06+uMpSLKfSLe0KTNZF8hkXRVkkWXLgcz/aYvMMFgD4drcRv3ljp27sDdXhk9Q17sAjdAMxajxJZ8joE7WOcC3gjwBkBYLEo1Psb0ZGxTK/JLKx8ImKEHtjnVvOBtpEzAK/D3CmcMRJKu8bnoZ0sbrYi3feuc4zvZt9gFCN9b4MPZxmMxMEcm/eO40PZyuDzepT7l1E2VNJdPTMLTqTVWmU/DHwbWlxRTn00McQxU4/WwzUmaDdJ6vX4NKGcAvFY89CpgTYHSQ5fWYYfYa0geK67hDBsm58lzTkXfOpHSHahjbWYqpztAt1OAsnteRFbQoHa/tl5lgoEO7qHCFwKbmu/rUxSHXF2j+ROpfg5MqQOPedC7SC4prtnbX18yTJZQuaHZreob5XS+Ilj7pPmy+RttXdU4QlCHabrYqsvKNBi6Tprdhcf2FmdEyBcqDT1M3ZP2N6zT1UwaIFMnxi+dtbaLjpr2xj5h/b1YxctRct89J952zn9kcdE+CSo8e2k6jeuvdApgKtG4A1hakifI39xifBf5+waye+N1AmNfcHMQNG+l9uHtPFCS9X8H5ErJ73GWBLOeMcdlLEPPAwWls/q3hD//ofw3H3nqTTAxzCth7xPg/CbIKXIV78IuALFe2tsB5fQbIki544Av/bti0j/N29XRlsuIoV6BQMYkbiolcobm7sSyCoHdTS6R6NJlFsMGmGbL7q6sGyrldx9r0vNFO3oX2t4KAxmOAk3tUZdmd9KebQRTiAfd88xZ1s8O9Ye/uObIpu4bZGUSR7i4d/v7Y+eGN909RQ6e8P3R9mBNLeY9QYA0GpFWPQbBWMuLZ4RmbTK1MBpQm2asL7FuBlX0qk4FMoLc59Fo4/SWf17Y5zgEL5fOULy24aaArweSxb95fE0tdjaTih1e99wOa/m4cfuMbv5V2I5elg2Ov7hEFXCBAeSesA+0V1HIbKDO4XocBHJUS6+zzS5BVVFLXhz6ODAMB1sAbv3sAACAASURBVAM1SrhvxZG8xDVmljkL9mBT1wOiTp46RdCIxtH4IwbTi7VU9l+6YCAlwPYI7XKOHtg3LFy6Mhz/+AS0WkCWQh28sOq5Sw03GWptbxgDxYpqEKvZd8eyUSl5b6mZm6nv3jBHE2Vs1EX6ZN26rGAYds9ssXa7BUAbmKkzMT4hv/tlZ7Jy7jWHsyIQzTl0ASQMWP9+4pGnyuXs9VP97zpg6kCmq+tV5qpoVEUlKwd8JAjRDtqAthHFcPypWUrtUsaZrIpwuoAjS/lzgKxycJqTlbFoh/mn77pFZXWKa4M9C2TF8SSyn3EIyPB+WiZr8rP+NwFZLwqyZjZRx4LwBSDrLrTBrspS4KpqJcppq+xLnKT4QzVGZjDMBtmzxSlUDXAlUedZDpzd+/fmkNDJOWOBIlSXnhbv8+0hVXK+ynBTo9T6weh83iaDIYdfOoIPry0Hdji3hkR4PkWrHWQpETsBsrj+UjZcCeVo53AYdUEdzA8+MpN1oSJ4bS1UVq3RHxJJikWMQyHIslbFqFml+mv/RORCRyv0Ig1nGZte+1hgpQmp+L1l6jSwlTGQmy2FTNADlxwA/ICsxTJqtZYDuKY4oAQ4EVAI3QJpecYoRlfA1FR6FAhYrxOHc+L9WVv1CRL1F4mgm2VRfj0OvYWnGkdpngF3fK5AOfZgvFeKPuX8utatyTCwUIZwiRQkTsGNgJ8po9846xr05Tg/JfNuRJaotzQLo2hc+6JRV3na+zYNL+5aPWxbW6Znnq+TBMx/fO728NbH51F8vDzcpY5lEUC+CrrRa/v3D7/+xS/gbKEEiFMKNBnuEN2W1qM62HroGq4Po/2Cd/e7kWABlmBL59J6qawdxq44/TiO/FuApVLVFPs589ZAlvRAD7CVOMQ2Jb6Bw3vTHjwmqJsztBpH7j5Ruem100T971ALhDyuUTRBVTJYHqpNOjn2sGWoWCfuB2XWjYDqQFtbJYAuSlqjsImxBMIC35bVMbMm2FpJ5HJ56rQEY75OgFD2V/DnI/Rd7sesRoBj1mjSPlVAD3c/EtZQTtZJEyN48BBH8P4dxpaDyybUS1es5iB9jIMoZa0a/xq06LyHcgxMSFTNbW7Z/ZLgXGUEkkU1cJUIZQNZ2VMtKKVNEejIozc73qXUdUIFWWSytuE87TuwJ2peN6BjnWPfXkEBUoesyJ/SYmxQSRaXz7Y2axYH9QhZANfuuXMIoaAkag1URfBL+c2gvBFv175gcz3jYTbxAV0+7xHlVtlrNfTJdeuXo+YH2IVSeW2RgMpjKbMqpa7P+vINI64g1Y29O40jsnatfeHYw+yJjz4+B9gj4my2O7VUUIhsKQComr9K/5jLF1gcBoikKjH2ycpjS7A3qgZqZ80gKVqh0pzO5j32whXWnJH3lQQDAgawubesMY2CmLS7yioJsoxuuy9CYFEeWwfMRqVcu9fjek20nvcXTUlx8j0CsnweoOG43WZ9uA/TXy21amuIJqP42BT0EjCzLsvaFOxHicEohFOCMNq/ZGyZM9kPCfy4TrThrAntjuI8ZiZdP9KuzBSrYDbDObW6Z7LavGet8zUKdLFmHCPBYlodCLyY86I6F1OiPrvEKQL6uYYV2F3rupwj66ikN5slUkxjFX9Lzi9y9puoldsBLXuNY43N0c4IpATEtuGwnYQ1YdbXzmIbtpDpmqNmcP0GFOmkXJoF4TP9WmAcr/Ee0gznWQ/zZlNaCwg30AZUFLdvt17WTBZr1jpFm6Vjv6JwaMCG69uD+ur+gKzbw3/7wz+jHvcNrkmQJXVKgYMmdd5k5pMrjuNfXwlmt0BqnX//skyWtk66oL7Ap4UvDgz7P99BFgFDgEw16i1av9nz6/gEV86dAiKYbVya8+IB17hiGZle+mctW6IC3hiY9Gx3fFLmYuUKMmRmmhgDM7m7oU0qo26m9cb8Zdbf4vDy5/cNX331CGti5XDp5uPh7944P3xMP0bVS81kLwHQLZGy3NaR1zbZyD4UVlsaRElS+rEg0DVVwZnQ2Fq2JTqROvPN/vdg71g6v/yXCsQVqCp5/JZFbECrgsnNtrYzWTBiQNU9sxHa/Dd+73dgvEwPV6DTW1E2P38PUR5oy1FarMRG7VvQqsHHyNHT6kIfRZqgzCB7bAK0Il7inHNmR5zIoDnj4xV4Lgqstm6gzxzr2fYZJ0+hWszaXcI+NiObu0nwsezqff0jbOXhF58HZB1ANZlM1sefDFc51+8kMCZgbLW5vH+vWQ/QDcgSgo7AQFubtU4dA32dzQTeNiD7f4c1cwn7fvMSdMGIc+kP1mtHQfyMccdB/z+CrKJgVZqwH8r1Q/4/w/v0o/fDmcxkaVDjGDSQ1QcqtUpxuOowHT0Cwsoh8NHhT9/Yo0twYFqE4BcHWeNP+nlA1iRdUJWjpQ15J5MVJ6j3jRnf17/VTFb6QKUmi0zWkRcHQdZq+kpUnyxUcqA4GFkuRRc39WR0pqgNFYGokkypN4KsSHdrGDjYp3B8p4kqK5ludM++D2fPnuFAutECCy1V3Cp9BUVuNKVG5fNXXwcaqVpIjIFLLxQ7lLte4uRVLY1/Z72SSnQCrWSzBBCJBNZC1ik0cqLztnW7tRKHEwmxJuscEfEuRlAhkzENIpu0bYhlSp3qAITp6p5xDIrmlfqjpNXLwLakxWhxx3HWeWzRMR0ZnZ+SvdWZ0pGpZsSCdkJBGCwiU7zdPcNKrjfmy7ePUIFGr3WDr7obKYw2uQSgctAoFesBcoPD4XrrIWSjVjMEztEtMh3zRlNxrBwHX68zUTSHoiI6FEb0rKFwrUctidcIDHRUQgVM9gpnk/9UWnT/3kGcYgGwfh16loqNt5i/FPc7J0TVN6Ig9dprLwxfQ11wJyArEXPu6AQiFz84fXP4yQdnyFhBJ6WI9c7J08NKIoZfIIPxm6+9Gg4/CIIGp0gz42AbQXatCMpVKbNnkutySoeEe7DnjV/FTa+5dE1Emp/7WmXNJTfKHVY9l45Xo5laqzZFRsQQ61VA/jXW4APHzyyLtFaM/GqytIK6NRxAN1E61PnP2DWHJeAigKtARygm0qeU9GeePfwCRnMA1Gu0nXEAE/2UrcgBCYCCXAWllDmwJgMnfimgdCnhxjiX/r8ZqGZnw29vbIPU87Si+6qt5Hr4nQ6z1+86ssn3esAL0AInUel8mlta8GCgiVoK4p2pyzICaWRztCu0DUZ3uYbqHajoSGWGilWnEErVqMV5Zs3U75uSnZksr9ltp73xvY2MB9yTqWEADGCYydq6Q7rgbq55JcD5OjVZF4fLrJHbZHPqnKqDWhU2hRTMZggWLAL3+QT/FEXhPwFtQIiAHOe5t4/YuX2OWsEdsHeX0jhzHhAHIGGsbSQ6s3n1sH03jiLU3g+Pn6HOiuwE6885nFJynP3s2rH1gTUcMwD0HTt0kDcwlveHH/3o2HDixJmA8gX2hrQ+nd+HgCYbbj+G9rkKap/F6bYmiN0RkDCu61jjAkh7vM0zN46lPXn8bhBBkOV6dXx1/EtUogCS9sR9mwbleZ7sWBuL5TwvFcpNaEsCDbOvEzhp2V3bVXvl/ApOoOgxH763zWR7w1Xfp4OsqkXFgeNvzJIJ7mQg3Of1rr8Eu7TzoRMqDuBncM8pA2iCF9xLdw4rM2udC2NB9nAtwMXgQNnIcdbda9cWp17Mz2eu7UMWNdd2btQ9VPDU8c15ZdA2rJiqPVM+3jUZ4OX4t1oybYpBPcGo4hoKYQgg/TznyUyXjt0iYggCMoM3sizMNitIYj2LTZ6V9t9KnZW0dQFuFC11grkXA1E2Yo69tK6JOdEm+DptcfaelEtBFreeGi/tC+t9B/LnO3evHT4ik/Vffv9Ph39+nUwWQEPgY/+nZO/juFf5RM9khWtrhqAFU4sCWGuvHuWoxkcc+bwFEjwDPSOTyfKVXs+oJosygS0Hhn2f+2rUBWVlqL7kHu/qgipb3jUjdPHs8AC7I2X1Lmf41DpoooAsBVXWArSSrc8O14bqkwjGW3sh3sP64GoLQwYRf8O94vjdunmVeXo4/PvfeG748sv7U/988uq94fs/RtXwPIEkzt1kPciSKuOedhiM1TyBj8qItuxUeec510MNT0alKxG34HNAVVF3q7aqAFRaGLS/b17+KJMl8bxKEXz7CthW8Lm+MhcZ8x74bMJSgKJZMjjf+o/fQQBjdrhqppebu3qVprwXARpaxDDIaq1LF/RetAulusf4RfwC3wM7L8iydk2Wf4LIrDHrsiQW+17rOCekCJrJukTg0xpUqb4PrZH3SpPB4mftvVeL/YR3MzzmTDkiyNoPXZDatOMfHUfinSC+hXGuGuPj8bfMuUglrkC0ICu+5xiIZL0VoC1GlfZuM3tpFqB1hzm7RHP6m7RcsSZLu16ZrBrHzIPzljlyPH9OkNUzAm1nPPGtZ6B6qqz/sugc1TdjhKtGaO/J7E//m0nqXwdakyCraFGtv0EzguO+UfUuiWA2ysBk/dTkcspQtAxWp9hojD8rkzVZk/Q0ZbBntH4ekFXKcJXStD7F6En45Q1kVXPlSaPvHTwJUju97Flz9Mt67rNrslykLLsmfGGfrBe/+BXktLfEibrBRl1A8vnh3eKIG12UG95tbupKWuSm5tEIfW00N4YO0gqaX67ZQmEw/ZfWUT9zi0jkRTamDq9qS5l7LyI2vJvPEiHwWQ9hi8HL4axNEpCdZj31qJaAlcVSktQIsLQIIzYRwpCe0tZybbCqw9jMNR06ciQFxMdPnAD4na/NnBf5vQxdLzTtzuJKHXKMipFlwZV1MPLKq+/MODvcaVpVzDme/8rsVqNS6x40KJHXTfbN7FeJbnjROg9G88waaDzvhablGLgnfOeStM9ajCyyEVoaGxIt3QRPeQ3NAaWlnDh1ZjhHpFtayYo0dqUBMBQn5VOvKh+LcVJidgt/M0PUP9LYOImROG5Z48yBTgfXacbDZr3y1nV03Qe3FjiY5LZzQN29RZYMsBFqjLUV3Nei9WNSWgRzFAfPoID1xddeGr5+dMuwDwxjwEs3WZD1j6dvDT/5EJB18vJw+zxfxz8ZVnLgvXCYTNarr6Ro19aRqxg768wE7qtZX6nB4RqVxH3IPRjVdGxvU9cyj0Nb9X+VsU8Wi9eut2+IwNdggc/xvhbJS0FM82LpVVz3NQ5+QRaEICgvUIl04BtNOBkmga8KZSp98eUcus/TKDj1QlV/ZSYilI3WlDTZJMGEzzfr2/sH6ryVhG+BrKUIftxddpOo3TQ0NEAuWaz5y0RXUWR8TBpLdcaoopkNCOCWJqJjXTQbx0Tn2uLtamZsw2wi9GQKdE4EWRugNhHDpxaCQxCHRwedMOWwFCnkh2S0pAzOK4ksgPL+tc8tAxGqnrWGrSDfsdBxq74nFZXswTn3Si/+78GHBEu09cnUsh8EmwJ5nARjDAFZHKZ7KI63Jkswq/DFZQ7V2wjEPBHMYp+ZRa9eR0qC2xQax5f7tRG5dR8qg5Wy5PWAAx1csy6vvPzc8B9+4yh9AheGv/mb48PHJ+gpswR5eAHiGkRXdm8ATFMPRr+XR9jHuH1cX2h0XL/F7mkcTBBjC2vypZf2DYf2bydwdWP4sz/5a7IL7yQooIMiVSssktgp5apRWbXJMHNYPeqkQikgQdsAs/qsKd9bIQlrs1RkdZ0WSCnVOp1S7Uyd85UpjInFxoaqqQ11fPl9NbQ29KxyZ/VSqoxVgaw0A4298Tor82X9UtWYICTC0pfNmuAq46DAg2ssJQip8VA41Wss8RWd19602HUpKPEcsLZRMFf3USyICtJW7aoLreicBhFUZSQYQFDDPo+90XnlIKovncIFZut9OC9+fgILLWvafNoCEo5NCxT4vBn4UU2wWdmWgS2gJbV2NbWA5zLPaeFhViwBDYNvNvO29QH/1tbz3l2Uw6zqTeyQohuz2F9l3G2cvhYQOksmdBPKinOz1NLiMEv3NgNXmeHKClg3pw1W5CLQxmlj8JUwecBB9RiAP7sV4RRaYrz38cLwn//Ld4cf/TM1WQAeBQAM4nke5kxLJitkSf7R6YJFwypntK2dfjz3bEs/r32L0WsFXlVXlLPWDBCfGdVLqLZTW/YP+z9XmaxlaxBWssYxIMtMFo2ZpUVCubtkQ+KL51KbOG2bAgS5biJa4QhOoS44qtnuh//Edy/XQILNq2dnyXICwBWtMKj4+NEima1Vw3/6vVeGF5/fFTv0wYVbw3//8w+H06gw3l2k1jkgtCS/q9VGCyx0ep+fNfJVcvN1/+33PWNVdW5umFr/lZkqql0A2uh7OfxppKzHLysmoHeczWors36vlcnrVWaV3oyd529nqUX6D7/zLeZ9G2p99nK8k7rTG1CoZXh0kCXQih307LHO2SyPfoclFa3hsg0FVkLlX2GrHCnTgifspgqBUnTnAFizrFFFwk6dPJXzKkrC7s1GFdQG9Oect3uCIuiCyWQdPEDd2wLCFx9RLwqATa+01sxce5LAcSUrUn4Sm+KOrkXYQX9skePvegMVbqHh+5bdO2Ba0ALm1OlhHp8B5yb2xNq/EizrDz+zAug5o7ftOzzCPDEET/zrGSutTcSzf+Pf1xuMjW/93CMaXTUuv5/4rCc/t8xSBkJwkWxUfRXIIlo4iqRaHF8p+RjC9tWvb9IB/WyQ1QsHPYA7yLIfTWURomoWZ9UFOz5YMjlPf24OneKB/tSxym1+mi4ovSFR+88EWaNl0ZfH6KPamfdTP/uX8Yt/Gchi7jmwVk3P0hT2xeGlV76COs4WHOP7OM84lGQiBENGBARYOt3dEYwzlCjWeKFkNI2CsEFWryMLJR99+5ZQrRbJjl2hf4Jy5JVdsu6lMpSlzlec+hr2WmPjuE0t7J6R6oGE/JV0JDeyQDARGmoHjIRigKQvxHlIYsk1Xe8gANyMk3Xo8OEUKH9CzdJparKyD8qjyJeXEUEPD8/Q+6qfiaxQjWuaLgLqEgnL2mvGoDs1zcEJyPLjY1VrdnWqkwnSUAlYNXpea2Bg26e8zih+bxZrBiuXlj3rNdQI6SiVKAVfONWzm1FwxOhKF7R3y5tvHRvefPMY0VEoLES+LZJdS92G9VdSVqQL2m9nWknzUHCM4qLAZkQVkKZBt7i3iquJlpIFnIULfvnq5dR5WYx+m4amRurvksF6aN0Ezk/04rnQKMnx/zYFNfOzit4e61CLevkrgKwjc8MBa7i5H1p7ALKG4R/OALI+OD2cPYnzfJZsFnU0KwRZdIz/GiDrMU7mKp1onIrz0AMEeh1kTeFMKf0rbcdMldH0Ww1kVc8pqaYFsnQOV9szTKDTDsCVOEfSshQsEKRd5W+l8czjtN1Q3t9MJmtmOU6+mSyk21D+A/xwwC3eNDulfTIC5ywDkqXWqaLExGX9SAXll1IDuxNYdZ2Nf95skq/TeXa99KzTo+WoSW1bOTz34t7hyIG9oQqeItv3wYdnKRK3x4rF3z0qXzVKPSpoNti9HBBoMCIOtopw5bDq0ClFvh6QtYqw+6O7zHujGT0GZC1ZSSE/c3qb95+nVlPAHnDhGpUeF5nzEkCIQ+18hmZmDaDZraKhZlSklbjmzT67F1y/nh1uVw9P7Y2RZX6nVLWiOW46hXO2oiS1d/+eZGqsg7Am69KFlslqtOyKcldtpy0fpAdNcf1mw31/2zZs3UpAgT1gIOAaUfQ7Nk5lDr2nI0f2DV/76mGu5+7wf//tB8NHH5y16yXOrFFaRCFWL0nd1DIuf1mvk0hQUXVUx6KU5Pwsa3I+/7n9w4EDO4fL5y4P3/sff06dzDsBtaG9B2S5JlttBN91Mh1Ao7AFTKvmt9cS6XaoOnkH4G8fR4FkwLwZsQCCqnnSZuUcwE6YxY84RKLNRamr12J3BWWJEuh4Ma8NZJmBesz7p8aWtZM2FHnPCgjEeXE/tTXrtWqrfH2yse3crTKBAmrpn2PrL2u13Atei6AvdFKp0nUOpH7KoJPvEyBYIL1EuqypAjgRWEmvIu8p4Ml7Ze5Zi1IcnW/nU0U+76V8Fnt+WWtlpr5RebNT66GNViRFsBSgyXVmv2Tt1vpdxzoUMFkb19vcOGYJIDiezlk+ufse+kHQPLE/thPwWgRTa2TBcC2xP7z1KrNcfJ7ZMgF1GiPzJatjG9nVIwQFBdDW4vhZCnXIFpGSZe3MMjIGs9uRl58RZN0c/vP/8ccNZMERCFPC4KN1N85dV9NsNEFdzzaX5e813yjnpmPezrYYtvq5BEd6pqWCVCO6IOewQYa72KgnQRaUd2MKrn2zQAJ16cm35oeLH743LJw7w9hsHA5SL70asHSKwMRlBLKAl88EWUWAqWyHbABB1gbobFMIbIRQol/BPj5yaP3wH7/9+WEf/epu43j/83GEQf7qQzIqZmNR4HyE72DQIxnNZ4Es7zULpL43Rz+ZvFY2MQZVT4Os+rePalofhyRfBQA6iBoDrCd800mQ5X7hTztbSNGdbwiyqEtSWMcz/ga2SZDl2VNqfcr9G2wym0zdJfOi+EUCwwal0x/M8xLbZjcZ1tgqM/L20GNtbphGsXXjpqiyXqHdzhnEpBYi5+i+E69ztrTv+Xfz9w2BY5EAWasbyDo43OG6Pvrgo7TeiLCUmXK+x6dP4Ebf3XpNQVbZqmrzkZzXaI9qK/xPsbA5QRYZXMsQLp48M9w4d4negFVSEeEiAwATTnf+ribz5+uT9bMyWWVE+gfkemuzMPBJGydaVdHEyUcHZ+PnGtr8KSBrnNXpzYYrypX/PYUwShyjAFgW4YSD3f33yUybgzsSvnBD9M0q0OpG818EsjrYfOJWR/+ozVsgKxm5Vk+TTJaUDA1/q1H5dCarv0033c2zbk9/FgB69hX96579rM+ouhtBFlxdCoj3HX5peIlM1loyWbegudy4Tv0TjnOP7Oj0LER5yoOpR7qaufV9uEU3vp8rlWwDqjfTO7YMj2bWpFHqVRrrqo6nI2X8207kZbx7pqcctsmRqlxNf9SmyOHloerG4+dk0DxYpethFB5SjMqbFz+8pexHdD8PFv+GuZyjf410wYAs6pVOAxYqMpWTPBtTx28lVkdaSLJFXmsuiIOJQ1qKyD2iQFJg/HwfpUI1sZafseYTm6mTLJ857qNVwK42Srvv2OJG2YxBL1hbwhPWyLUi8oD+otdsoh5lbm5bHDnBxrHX3xp++IMfYXzpmWNvFd5hGQZTB5Ybi3LdMkVGoKxIC1u6XKClUhi9kZrznECGkWn561IHGQjlWuNI67AZIc34mAOSeiTIKpnrXG8KaK0lIAKNMtSaQ9uHL3z1heE3D88Nh2kqvJIXCeE/AWT9PSDrdRzbsyeQhD0DyCKTtfzG1eG5ozi/r35xWMIBsZLPD8hi3q5DPVVCWTrqtICeYEDq/VzjAkVBFspeOl5mtorU4Drs0v9KO1TT6WkyDBvo/bGByLJr/hoZgwX723CPt5lzcw8UbpERhLKEtLAqVjv3Uo9Ds8vz564hoHIdKqwReSiA3H+Ap3WEOBOJDjrefLZKncn08LnOWbLAsb3lWEdpjTlKLQtje3/JAySClw6ff3UfNMujwwv7dwOGVg4nL88P//jj94e3/vn4cOMSB2fYstX8uj/6PnHPRX640fQqcFAy/B7A0wRGZsg+r17JX9xHgANVtMe+F0ftMkAKXi3UVQrNcVJuh3JWdVa9BkYKmHvE93IPmDEzECHQ087nYNSxz4WN93APgo0cXV4XPr0Hq3We1nDxfqu5NoUv9gGyrDkyk3UBuuAlMlm3kBmPDLOR3sy7Mur219EZdU8WVbdseSnMbSAqG9vNtSm7LH1QoOVnzW5FWGHD9HD+Au9N+4QHcHZ12lcJyomqW081Pkqr4DthoL5X+Zf7ZcscmSxA1sH9O6kXuDR87w/+bHiXBrHWfKW+VI+zgSwBywOpXVyLwRzpfalfaxkg16Pg0oyGwh03qd9xPM2KSecrkFWgJyp67nHOrwfSoBq9uDKJBbrSjFn7Ut2yCzBlDu1vpby5Wp7UteFQKezgnKT2WIGcZG8FxFWXUhmQcYgoIMDXJepudqCLENnsmVoy1pprVKGaOHxmPLlW+wsZNdeuqKiY/drqfdOgNE4YwJIsx/oZJLrtg+Qu8hxowSwBlHs9GWUe1vcqylG1gs32BgCWvY4dZWyzNwTHjIsA0GtxD9b1l6JrFA+tMeO9DDwVFbbqC2P/64CI0StT7odUJjcgCydV2t/2LdtwZivgos+2nLXLLksHutodLXDd/I5dROq//OUv19xxPWbL1khplKpoXZabh9rYbVBpd+2fJvt6c/gv//W7wxtvvJWsng1nzVKOMlnxhpu9yQgKsnpWa8L/Yy1FjbVdV6ntlW0pnBAkE7BQIMtMtJmsqlsqkHUgdMHNyWRNA2oEwgWwHrD2H6My+Jhs0rn33h5unjk97Ib+9fJrrw1b9x8Y3j11dnj3nXeov8VetzMznz1yDPLhKU9IcBfgPUP5wwrs1VKopDZgXIbt/MLntgzf+e2XyHKthpHwcPi7t64Nf06Wev4m6+vBbcZf1V5bIRi47yAL8NEzU+0+c27H/ylaoHugxqPEfTrorO/eW1tvHWR1UNXBagNduZ38TTFo+hj3FjpZE21aup9uAHYj7SN++3d/B2GdrWSy7oQ5YimGVGQDIwl2mA2G4qdddv/csb+fvlJAVtV/SlOWwbASrqAKp973FOO5AZu/fcNmzsV1NBC+NnxCs+FrnAsP215MKxGDme59bWD7uXwYgo9mlpPJeoFM1qFh8frC8OH7HwZkVcxNobTaf0Wx98naL30jxddrvlef9iRVHBDs+xx91bbs2ZXm3xegYs8TzEoDds67Srok7zN6VP1wA7ZP9smqRf3Mx8TzT7rzn351z2K5KOr9xinK6oFUm2byMQmy6ucOsurwrJ5GlckaiUD4fCI7yVcVbjTrZZoztgAAIABJREFUMBq6HuVpGa4OwiYd69F11AIOPc3vZq8YxAAs+yE1PncUr9zsT7Lz6kBoj88CH/11HWRp0EPz8cBI5Nci2GpGbGQxfbOsVWnpzXHD5tEH5v7HF1AL6xd5jBzxn/Emn3WfOWxcaq0ma9+Rl4bPCbLIZC2QjYi6IGBLg9jFHOxu7+FcSkRmYARXdS95Lxa9FBM3vmns5fSyuEw0/CL9E27DFza0ZIfwqrtQIfBJqfuKAtaGKqfTvV6flY9JNqtAVYGsel3VZLEeEomyNxZOSouyJlPWDzyjJv6bdTpHpufgkUMcpGtRHDsZCdLKdhXIMhqsc6aYwyoi4UY2c5caTQ9b6RDyzqV9aaQibFC1NL3HV47KDrLKirY9V1SDpPw16I122ffWZOZ1NLoBls2Y+065zKJPxoiEmlsgy8LfbRjdGcDCIpGtd8hi/eTHP47x1cF0H6ZHkS6UQQQ5P0pZ69Atx7FftZHfK40MKGhZidrX1k5Iq6pMtqkglYs8EvJubfzsqfSYPh2POWCz4x0E/va+c2Ut0aaZYfXBbcMXvvLi8I0j24ajULAsf7/NPR2HHvJ3Z28Pr79/brjwMbK+p1CC++T4sHTh2nD08N7h16nJWorzPhWwtxxQczZRO9fVZrJr9keyluU6EeOu9mY2TinsgCwLYVujyaVG1eVsM646tfbZ2kT0VEqEWVszJdRoMybUxXEf9ngUOy5dY63hSgITO4YXXtgx7N+7gTVwZ3gXpap//MF7CKkgPXyXAx5FMSmUVUdIVJD3iuPJvVofEiebMUuj83ao9ENZ8JNovwXFLOC7S5Ay3j0zfPObrwxfeeUw/V6kJa0YrgF4/uH1D4Z/+P7bw6WTBEE6yGqO0fhg1iEuZ7tHSYuW6HqoqL3qc9V/xqySThmAwwytzt9KlPpWwesky+nrF4iaClyjJMcaTD8fKZENZLleUs/C76T8VvagqGA+3Ce1hss5bds7K0lKTJ7TBvB3D/1b5mgVBdQ7iFruR0AnIMtMFsIXUk8EWVJo9b6ytzgbkoFm0B1vawy9piiWpklo1YWtJ4O7voEto8ACLYUIzLou0c7z9/e4V2leFopHBjl7tyh1OhJeffoCxoGvjIZPm3HYtHmGptsU/u/bMVw8e2n4kz/80+Hdt99PLZI25DEUwQJZZRMXUAR8SH1E6lIBB16vqnzpl2YdkAITAHzH0b2dflQGTnhN3k+qNNejHdDhXEkg8CYS7AGt2qdWQ6y9tkm4wNgDU/sR+yalF6dMEKSYh1Z2gXm+jvpbAkk6/aEoF43uodlBa5340wjhsJ7c776/az3F79Yf2qMugImAClRXbZNzPw+zoX5XrSXMvqtI6v67y759bO2IIF075CrBGbP/2BqELzYga74coFEQoc4SP9usmJllM1DarI2IRqxhLFPfwecUyKP3VpPhdo8IrucBQNcA7q7p1QDcDrI0X6HL248qst7UXtng26xQvLeq3Zp89CBgXJh2JthCwgbmCgNtQA3VOriiF3qm1fuUv1RTUX9avtbO7duHL33xi6nhNeovEFZYQwBq3cs9nWMENbazN3bsWY+4wOXhv//Bn0ZV9j5nsNEX10bU5OKMMUexBY3eltOg1u+IlpfXjaP+5S42++FF5risM7Oyd8XCGNdkNbrg5t3D3tRkPY+A04bQwgKy+GyBFnAfFdmF4ew7rw/zp09gf9cP2/bsHWY4o88g+a2Q0FYyKdbLjh4Z91xgPtWKUH0y99V62BjLyDwbMHzMerQd3dde3TX8zm8igU+A7DQqgv/PP50f/vbvURa8YzAWpb0HUD+T6SNo0GoQ3XcFlOrcT3A0vnkDpwk4N8G4+CSdhlbPGVhLti9Z5AqORggp49XeM+CtQGzGrtmQ8s5qXGsttJ/5KT46/9bmzJD1+9bv/m56jwritWFXUV21/2injJeqsS0cYF/wt2bt43d4nzZJ5myynl26oFRlhVOt1drMOO4hGLAOsDrPGXvu0qXhEvWgWJNQp83cV7umVjsVH6UyW8VcA2Rxf/eRcBdkPX/oSOiCH773AdnJK7ktg7Jei1nlXv/WVn6b6hqvCuDWKPkIE0KgJF1w97ZhjrYeUtgvnDg9LJy9OixJmUMLHEwkXfpcZjb0C58GWSNO6HiptfFvO7Jv0InfT/7YwVJ9H0c6K7rTouUTEdCnM1iT/67Uex2e1XS4AFZUyHTc2vM1Ji3R1xzyLBnnpjnJeY84Y/Wcj5jpQoG1YPlZo5ZmxB7WUSGqSOoo8tAic/n79lkjJ3fiuf77yT377CHz3hrIst7F+0sxbvXXCI0hX1VrUVSHHotq7zhxz/VMLcpf5PFZAOpfAsJqVJ8EWV947deo19mGJPJN+gvh3NIvK+J5vGEUsxLtK0pKeshkEvW4mS3v3UJgHPxNNMH1cLuOY3udTIDCB75shXS2HIIVGewHS4GqNr6sIwvVdSZc77foDaNyU0B8sp76AZqgAllhbHkvXpPRUg981ol9H4rv7Ab1nC7aanjKgiwOrQMHD6Zh3kkyWWfJiIwiSP5NnPiijunMaxQFGK45wdx91YXSILTXGAhY6hpH2Vmvj6muPdKASKNZFshyLdfei3FqczKxY/oiqkhODuuY4lxrF+rIGs/IKD5CjyOAxjboUHP0bNFwHXvzTQruf4Ti0OXcV1/32V0xlmNlTFJNw6OVRBspOBZk9aDJqHmtazf3UtnLcqwm13PxtHEDeIW9s5rjy/za12kph+DyTRStH9g+fPGrLw3fen778NzaiuDSUnb4mOn7e9QF33zv7HDhg0vDrU/ODovQBZfeBmQd3DP8+pe/NCwzos99Wj9zGnUja7AEJd6zGQIbwt7AeRMEpw+Phw9r6C4RPAY9o5zIq1F7/m1UeD0ZsDmoFzo9/o1OrZF+GyrbN0y57kUibhxPSOsjP48j87XffGk4tHuWpsiGUZbQd+Xy8Nd/88bwwx+dIjqv9iGONJms2ziLRuudJ7NvrpHQu/icBAH6GDaHxXnpKktmtB4peLHi0bBj78bhm994Zfh3Lx3GmSia6VXW+g9e/3D40d98MFw5Zc+wEu2orGzRlsp2Fn0i9ZJPHFiuB+fUtgmo5yEosWbK7E8pT+lYW++1DPWuFahbLuc7A0Kt361ENquReESgyxnhEfsY6lw5GN53CV1IqeV9ey8vn5N2KNDUyReoRJVxLJ9sMMCaAAM4K+hTtmvXzmE/VEkzOs7xOWopK5NlNtmb1fkv57F69xV9SxCYLJqiBqybFcqvS1HMvgLQKPqSWrKqNfUz3bw2nvW+7iBkICiOKqXj1ZzrHuPvfWQc734+6KRtnF03PP88IGtvgazvAbKOvfE2Tr5RZQFRKayV9Lu1jAB7HH7tp33lrH+0ZqsambqGysb0DKLZENsn3AWY3aEf0kPrbrg+A39S6mxBcgeQKPXHy1bcJtkZxt65E2hVdkrbXEEu94AgQpDhjLp33GMBxAZKWzNePU6FMqJU5n2H2VFy7Y5Zr13WRqrKluwin+U1KK0uWLVJuOqKrjPrvdZyv9r/KCCayXKPJnso3ZT1gv12t62GfaGMuyIYgvDQwpodMuNU4j2ACvyR7SgAquLpdUhD3Aq1ahuiE36Gn2920jGRyvcB7TzuElyUKhw1Rs575yaBicbgyNqyFquJZyTgmDXX/RXX4di/inWOM/kgnyEFcxoHtmppW6uA7rtN+i2x6Maylg7bcaK/DMgSHEaqP/077YmEZD7Xc886pi2zww5ksndimz78+Orw337/e8M7b78TCXcWQEl0N/p83KtQqTrIKp+wg6wxXa3Z+n4/DSB0+z86uJwB94agx/UM+K5MFuf55l2ArC+Tyfocx8tGgHMFQRKYwMbktLhPvfZ7bwxXThiAmCLYu4l5JftnSwvsz/Yde2KjupNdByP2zOPFTzWAh8O9FhuxTjo3QaFHSwg+MP9bd24Yvvlrh4avfW5HXv/u9cXhr/7fE8Prb5zDLvOO7EMB1jLrERWfMvgQBkfLvibbXL6Ej/gJyWT1NVHANDS0gKaC/Skp8LWxxU+vj0YVrHROO5P8VkHl8s5q7Md+cP1YNN/CblKef+fb3wZkzQU8qex5GdU/QZa2zoTACs6PVSijGlDyTHMNLtj7zp6H7JMHBC17TfKUdG/W0gzrf9/c9jA6DDaeR/1RBcw77FPXWzJZfsVTb8AnV1z9N7Pm+f0dXnuf4Ng+WEOfP/LCcB87+v6776e/obem0JZjdJ+zKSCrByvc0+38cHTK5FZCxofr3gY0snA2k8naBsi6x9o++zEg69wVMllFcS6diRak75hnHDcYlsztOTCxazO7Nfbt8Sxn+2c54E+DrPG/K7JexarjDxj/3BeXlxCvu0BVo4GU6EFxwOOU2e0+WasakD4RI+c/GyNvM3JIRwCrsNZTIKsh1xb1jxMRmkLJrhbQUnigZTieAjblnD5j3Mo7/YxHk902gqdRVNChNWGNgZwEWS1i9eQbfvoDqgfR5KMPyGddS/2+1vBPv/D69WfeWOblEYfwVGqyXhoEWes3bUUM4WYkzRcRL1iSmgPHv7Im0imSIfDAzco3o0F0EqdnLREo63qMOppJ0KlPNJFr8ZDzYPLRM2OF8mrjVE1RyQyrErcOSVILhO1DcfHihVCPAgj8+9SD1D0alQuEN0jgJo2hJGodWlJFn1yXHppGTaSEpHcOIGvP/v1xDI5DRyuQ1Q4Zr1eaEXzfOMVG5XlfHWUpQxrgh9yXWdT0zOjR+GYEAv7cH+3fJsGcjhjn7LNy5JpP3YyqvmVFgCt61Y3veK30qGb9uqiZWb8TNkGQpVLcNkQs5qgrco+8RUPKH/3wB+lLVo1jx0bcC0uAwP1qBAqQ9VCQRSTQ+c0eFjhGxcl6y9pLZf7r83scru9haYE28TXCGPgBxeyBsvGCQNUikT4WZL0CyPr2CzuHF9ZWbcYN/u8jMqd/d/72cOwdnOf3aMb60RnUBT8elt+5Phw+sHv49a+8NiwXZLHG1nEYnzz5SdEguQeFL3Teeuaq1lkdJAFNNufFdvSo61LshYeLh/om5JXX4dQ6x1INQ5P0PgBZRu4jYQ7IumNDzzWPh31HKTj+rS8MR/dspXC7aH/ncNi+/3fHhr+ljmfxVstkWb9EMbIOXjmiBUqT9cjhmxmvKPykbTcLw7pTzfSh2RRw3kaoiV96ee/w8ud2kwkgS8b6u3BtYXjz7RPDx8cApNT7PkJbvouwFMBptNKMRX1Ar511HHqNi/PqWl8JVXBqSk4+gQlkfEUugqwVgCsdlyWsjwc4TvOMkYIjKpulwbN7ux+MfEaoUP57FAQrO+1ZsVJ6KveW/m42xeT+q18U4i4KUPCxER1RQp1DXcAjRc2M8s7dgKxWk6WzcO5Mgayb1MM98v6M0DcKTvaL6UNtQ8sch0aZJV0CHVLqrEtLrzfWjkqZXpfS3TrkEZ5QOZDn0xQYJ8b3tSatps77rv3o/IViLNtBmifU5Q0b1gzPP7efJrE7ybpdGr6LrPZbr7+Bk20fJkUtzIBptyqqvKi0fOhqgBHoX1JzfWNr3npt0Oisdd82ultq/KQt47TmHFZ23ywll1Xnpb2ABJhNbIcxsnloKIMJDqkManC08GMP6HhvkV6XLSKLxJtO0ltVVGxAEwvQcpk189oS9AzILXA0CpCaTeP9DIj4vNZBuy4bICAr4A4FPVXhzBr1syN0bWX2BeWCftYLPfJW8mW9XiLnkn0ThCvVygBI/l7ANkfwxbWZtcr3Gc4oAY6ZWG2+zYMNTAnq3nvv/ex/198aAnCujapVquyD9xJKJo9uj3NCTvhNZV4n/SgTSZXVnSfgIqit7Gn1JBz7J/xNMwNa/ZoL1U6Xhpnw1VdfRf0T8GAW1TpFzzPm5A5zfl+QhdLcThq+7tgzPXz40dXh9//P7wKy3iYTC8iyPYhy3dbLtYOn2ptUBiuEr7iX5YGW79fAxOjfHh1ls4oeW2dPNXcvKn+xSqTSW6NLnap7efP2UhcUZK2ejViM69Ftqh+xFDuz4uHicPnDN4cLHx3LmC/HB7BeUlBt4+ntew6kfnz0aP5Np+mygVkLlCqQhV9nXzTp7rAyHtHX8MDR7cO3v/788DlUQem6MPz4/K3hLwlKffwh2VnjHGYkpVJi2x9bo2SwNhTY6rX2ZDbLQRqDrNiadlaXwMUYZHUwFoClvZ8Y19EaaXMR1dv4B/V+T4DcPtDt5rVJob7yfp71v/t730FRcUsajJvJsh+gvSLTnkHaOcqMG+gZZt9As+uCpnl8vAiTWJ/F10MCkCvd09zvLIGO/WSw1gLk5xEGukgWWxXiu8nwM1yMvQC4XMMCWeXK+URRp/3uOl9UURTgu5d2OV947iVKUABZ77wXkJV1bDaW91K0SVtfmbxAy3zvWVXfOvvNc0Y74PuadcdGbtm9fdi6b3fe4ww9uOYpMVgCIyZ1pO7VCX8n79mPXX/evHvPxE71U8d5ntzehCM9ztz8dOe6Z7CeBFsetEWz69HPvpD7Rmu7rzmhNYAjkKWjq3FrIKvUTJ6KOMR5jOvfHLTcSq6/X/enVAYnMm3Z+qEJFrWquKRFPdEAFsgqkDg5LvX+43H6FPDoTup46z7jpzHI6nz+KOc1hUEjhnXPTzZanrAGue9J4/CpDNpEH62feSntl5n2zwBRk4V+P+09C2SVhPs+ogxfeO3fQcHYTr+FhYCsOxw2qWhsj4wzX50aZK1EpIGJVKxHpt0Gm248N6Qb2SiUjwiFaATZIHVI1XtUgMcMUEUFzTYZqVNy1+isWQkB1RUoAx58Hpo6yQK9Wk3Zymmg58+CqzQgTg8IpUldDxYxK1W9Koeaa8TojiBrF/K5AoePPvoIOdJLbX2XapqB9aXLdFJjPlLAr2JS6CIxBsXHLiOc08krKFDSpifXZoQtAMaF2AxIeNetBic2u/99Gas8Rof0GGRVxrhS8t3o1EvLUc/nMsbTGNNtRGu3EN3SYTsGXfBHP/pBwGquJW9Zh2hda2WsIm1tb67lRJnltCcbkVe0vSqobpmrvgbjWPc10oytVKlE+gVYOXpZRjgEemfKKUOhWnFw5/AKwheCrBfXWfoNyOKlH0oXJJP1NiDryrsXhltEpu6c+AiQdWM4dHD38LUvA7JYA2vYg+sA9qdOUIuEs+Qc6yDrDFuHZq2H75lGoYCsO9Kt0jR4XDvg1E4xXtsAo1LlPFAcL53rONjGJhW6wOFawoF9t4GsZZQn7dy/cXj1K4eGF47uhrpHtgC6yRloLT/84XvDT374CXuHewZ7Ld4UkLumao2PskquWW1nbeYGwmtechBoT5o4yiP+btGhm14+7N41TX0PRfOKbeCcnqe7/dlz14db17CRiyitJZFbNrKDrFD1mo3MrGR9V4YnAfqWBfBAlg3n12qyWfHvs86lSVPTwtcDfl7ESZJWp/R/avESfCoHKFkg9mcycdJJ2CMlylAHaAU8SnygpMTtf1PNxz2DdLq9JpUBtRlK/uuIWTu5FhC8k9qUPQAWs5hmss4iWFN0QbI1VZyTcyxOS2xyA1mOa+i1xXxwzZa4SKnoeb1pDB1JfpoE48Sm7qkJv+isz2LjBCSXjOry/HKBTAJH9Zk+OsgSsN6nFqZA1sFh764dgKzLw3f/x58Ob73xJg6PQZ8HGeM06U0miy+cSoVCVgpCmKyyLxWUEbhkbbT9WqqMFcF5RGSji1tk4Zv9k66krdKZkTal6IPXmvdpgTNf2rZvV1J1YdS56X73+irrkDNbkQyz4fxnXaFy5dYV2VBW51gLqGpiRF0MYrgOoqLa1r73OAIpxXzJ+IVBU3OWLP3Ev20O7fVUzbXS0lVjEkEUBXb4bF38YhBURNwsigBe6uEstZraxZwxaeZbSpO3yKA5/3OAk01kTsxUvvveu6EMCpS1CX4vC5yNkkdnc1Rg2ucLYD/xeAJkcT/YAOdNSpcBRyn1UQztWWx9lVq+eSQ3p2PJT9aK7gAofvXVL6fvluPqGfYIv6FAFmcTfzNNr6Bdgqy901CWrw7/13/94+HdY8dwpD3H2ZPuVWntGWr3w1j9rj62Aaj2vZ5pxLV+P+6tBsXqgl1IFejMlzYl9cqMP+u/QNYOMllfGTbtfQm2MRkq1vhjMw061gEo7G/2wtVP3hlOk80SPijOpJMsvXUNWb+ZWYCy51Mb5FGAMauGGYqPISWOWjXA8RKFm3h+xbqVw5e+enT49m88P+xYD7uGZfl3H94Y/ur7bw5XLlD/SOZ/ieuRDJZAq4K0ZrC0QwJBwfE4k9UplZXVHIOhAuAFsur7GCwFuPr6DFdj4TQAUcPa6t5GvkB7j3avT2ZIK5MVeXPeUUrxd77zHajyc1FINQh0kaCT9sksvPtrNUBkE1R6+4Y9ADgaHJvHxxNcBWRxXt5XFIsa3zUEYeagzM/hE97iPDxLGcVN9kn6cgmKtUnaBCbff9ddNW9slGQotowgb5FrvQfIC8h6/iVUJO8M773zbuTfKyvdQFooh7WPYvf+P+re/Nmy67rvOz3PIxo9ozGjMREgIZIQB3GQyGiWHcf/XFJJqpzyEKdii1YSyyU5kuwoJkWJsiiSAIh5aACNoSf0jJ7y/Xy/a51z7n3vNZBy5YfcxsO7794z7LP32mut7xrhAUVrTAO2/C6Cw/dU2MTws1nFXg5JHjTIeufVN4fz71D4oor1rAqyJmfSuv3Hji9sXYdXjUpPtmIDlc/jueCMeeGLXrzVQNaCF6uQ4FTwIFUE7clqkKVJ6pysBHBNr8mTNXKQLA2MxR4v/xEFNf956kfOxT5GOBIuiPCo6oKOCbcgSehVe15H4GZF778EZEWARgBHCSX8wEqFK1clPMJhKcUsV4KbEJH/GWyu5McjkS7M2so/Pu8az5/5rpe05yKerIdOPqWk+q9VuKCSUBtkNXMtBgCYxYKO0raO8sE07pRlcK+KLeAl+lAhUyi9XSK6+6G4GAogSwNKWWsswbE681xd+pmKSgHt6o1BnyyaZOosly0W0KKoAUwB+nSVJAuhcljjVXLxC4UwEV9tZYLAtZTATmUpKTBSpAgXOXbffV6MV197XYmYZ703THumG2iLDhFRVrDOOe4ewcTvtujZQFEmhJqjNk6QDRLG0KF+tZ3pqG4mEnAVi1cTRgOWXrkoHW0waDAVUFTiv4wLPkP3o+AFnqwDAg9c+AVVF/zxj/9KzPf0DGRxcESWFe8RZEl4S5m+s2m7vYsNZccDbbgo11ytk59+0g58VYcT8PziyHiz6DN0g6pkKq6xTjlZmx4+PnzxV58dfvMp5TXtSv+i8/p5XeEbf/W+8shefH84+5K6t7+muPkCWQ8LZBEuuF40uFNCdadivd9+63Un+abcc3KLUFZR1pkf5g5lnsR9fruCmT4jX2ernu8eWbEJFySciWOwYLMW0DgKjP11gIINW1zy/poUGjlzhp37Nw5HFL730CPH5DHcrcpOV1T44uPhpZ+9Ppx644ysxwpNvaLjld+4QZ598jAAMQZ95PE516krsmYd58avtpI7/AqLoOZm0/aNw759WxQiIjCwjb5OWCVpGIxio3FflxICtnI4dYXkoqihhBpg5CcGIf2wLtAeK1QgY6MMC3iyduxQqWpZhQm5vaM13CR6WLduu8r90+BXPdAklAkfhmzhiS61rnlkTMwzNMVaWKnHiwTIYt51X7w02dNRxu21cQhbGs0z/yjmLkhBIrr2G3lIu/fuVl+h48MJAS3KEZ9T7sH7BlnlybJBCJ6CtyrPaRpwieqyEo/znGM7l6Zz4LguzW+ds1VA2I2DpThuV57SXgEtzqHiGaXKW7luAxT8n6ITVDUkbOreA3uHJwWy7lMT5YAsebLUIBaQtQ5ELP/uTSl4rmpmkHUjJccJj9Nc0njYgJnnIQfSkRPVjFRjsjuAyBF7ciSP9IMSkiINAsHwQc3HDpW03iIjE5XzAEEWluxfK2KAI0r8Y0hKzhFrR94b768oFNFFTQgTxBOmsbG/rlF4w7lvokdymMSrUfzwGl+TYiYiN7jZ5J6Hqk7pvYjyrfvrPHrsUekRb609bhRCqCpj0QlYvyhy7j0EoNO+3aw8LHoBbhTQok9WDD/lEdKxRBoEZNELTJ4rWft3aO32C9gw9jOiGxejKaCxT+XC98iTTR+5V16WJ4u8KcC2wwUBw7U3i892hc6ubExLEca28JrzZHYBhS2Yt/Ku7VcoN2ArRcJm+hI6gsFVeYZ0UUDWEeUnfe0rX1WLBfWZ0rgxVnAEIVJXpThrWypc8N7hxKMPGWS9/MrHBlkvivd/KpDV/ZBoPOscZev9DQgCcD3TBj39u5ToVqb9eynszQIsHiwDQwPk5Aey1teE4Lfec2w48fRXh/0CWZsEsrzHnS+jNbdxXz2xZM+7cOr14c0X/05457L2mQqbEF2wQ72yaBlQRataIW6Qlb+h49AlIf4YRNYr3B0Qt//QzuHb335y+NaXHxx2C49/cPnO8Oc/PzP8n//hPyvnT/QEOsWrRpqBKgySk4Vn67beG2QZiLa879D+gP0ArS7k09+hIzAqdkIZYH1cfdaC3iDMzMjHTs6W/D16x4qO5kALfgpfY+7gSb/3e78vWR9PFiGDH8jY94miKlysjT2mUMH9onFAFgYOqqkS/fEp7VbEy2/Ii0VUx07tX1IMtlJ4Rh4n8jAprgMQ9qh0jCsbmgrEq8vr5K0KlZZXtnUUgyyde13exBOPPjI8+6RAlnJnf4knS1VhAVnOzy+Nn43WRsd4/QLou+9jh+gyF59qneDJNIU/osiGYw8/KHajwlkvS5d78/3PD7L2HT3WNJX9mwBU39QPNlpBZ2Br8YxZFZYW4oubpF2ajRxb6eP6Cwi6Hto8HUtaKTUWZA20SqglqGtSFrN9O2SvUJSPaAt/3OIBWP192yyy/13YwMQY4Xw9AAAgAElEQVSPwI4bEAvdGAbiBc80TQppv19WXHNch3rUX0u/+pxqHlthgS6lSzgGVrGKye7QioXwgbpaA8y++OpAafJWrD6W5aFNeTXtOVk+L46uNZ47D+/nB4LsVPWYk888Nzz57K8IZB1RN25AlhRcilXUpFoRl+UW4e3cLDGfHQrP2k3PJW1e1gjFg4RGiN/x8RoEjMAWUayfbNJi0svAovuSdFsARujwFgkiStgi9BBqlwS0XJkNIUrjTI2PggXErWPKTklSlBYxSW1EmCTbJblSUQS51hFZlk888IAf79VXXneyKO8t1J2Qi5IipRyAxU8lp9tSp2uua7f2bH4SfhWrM/PFmBCgGxXGkF5BvUqxZiW8FdwWT7JD6+Jm8muco9niAkwD3Ar027NVIK3OIdSSvIN71QsMofeCQkZ+/Fc/Uo8yMR8sQh4IGzk7k8G66AjCXkrLrY1aT4XH4clyCKHHVNYp/46CygONYUVNa1jV+ckMiHnn9zqBecGN4RYNN9UnC0/W088/O3z/maPDU/sAvxKA2vKvqRDWzwSyXnpBZcl/eXq49PrbwzUBKcIFH3zouMIFycmScCEMQkrf+++/46IW8AIAEl4RAHyXgG5rM8ADyzZgfYuUyn1SvA7IMPCJ1v2q8v5QLq28iJZ4Ybm3INF7SrUTjuTsAbybGM+Vl7VJ3qQdKhSxW1XoblLa/IzylBSqcElNvO+ojLt/KjSB8DGKa7AfGB97iPftQbH60p54BlAhXITB+P5UdNyiZ1Zo5RaVEKcZL4odTZ9vyWp3R2GCmBmZB+fXEgrmYg8pWw3tfyql19XT9D1AwHuGldQ9ADl8Bu1v3HhTe065PrIKu82xQBYl/W/rB5B1QY1/r5A8XcLexjaAk9YQWoZPmwfzAfPYFv/aE3gd7bVCOXXoU3ohsWb98jrouQnLs6FGIYZ7BLLuv//E8PAjCvNVOO8HCjk59Y5AlngOfbIAg6ZT9nHttYRLtgc5AiL7JT9dbc5NwvUc0BDe0JZDGCwAHAbGGh/GNpRjPF0AdvhRjJSUIU4jccbgRqniGceVL/D0k48OR1V63uGCAlk/+xnhggLFUuRufqqGs/pB4blNfhtFDZwPFFB+ScUYbtB8G0LCgKKwtp1UJhR/u3heYB4wwz4lXUq9zLZTvU3HXlGC+m1ViLyjUCzmYJfofYv29BXlZ11jzAAd8i90rS00LQcAEZ6l75FZWwjbVoEKaJSeXBS4IPRyKy0gtBYAtWvad7fFi5mrrQKmO/Cy6GxyIq/Jko6y6nLrtPOQFxIgipcZUIK3A/6ymT517vNVkSoOSywvL+BJPMqGVULbMG7pWfBOEUK2FaAlwEVxA3q5hebieRtbFWhPsZ4o7Scff9yKOKHhgFc+p9IfewRaRAZ8oJYQyBYMcURUuFKmQV6iFpBBV2Rg6CbFpiOH3YW2msV37A6GNhsRKTiie9NkGCPVPvUyhI6c4wbzGwm29mS4ZjQpXfqo+PnXVHFvnwqGoMQbZEkW3NC4AFmf6sBdKjb1gIo5Hb1/h8IeAVkKF/z5z9K8vXKyNpQnyzNlGVZempkXy0BqASS2fKl9U4Asm2n8X4XuU8AFkJVG2NcBWQcEsp4SQLzvackV9clC5CD75BVPo3EVMsIood58b770s+Hch++oAJEMhUcVJbBPpcnp2ag5952W9BqLImQ7OZbkybsnm/IdqdWoOXn85NHhe7/+5PDMo/e4ZcfrZ24Mf/SXp4Yf/+RFl81fL75NuW8KrARYEVZJy42EDJKX1TlVUUTL22cDcYyuWfMZALMsn0CXvT32drZynvmcmhOba2UyzZd0foMrX7r4Vk033jUMLfBZPFm//weArENu13JVOcBn1PDX0R1VmXKz5AZRADtlqMIghjeV6CBanQB0CKffq/5lRw8fcQ46vUzJVeTBrO8RAWJFJfuA0cAX3NqhvNIczH5O6kFCBtEBb4tXXNKCA4LwZN2U7Pjliy+bd7tfF4Y/LmjjbbBEv5g39LG0UqiKpsW/P5VuRkj/BoUi3vfYQ8P9AnE0sH7txVeHD187VSBrKnxRiHbk9wnLFKfbe+ToAmTCGhKizqsr2/S4PMjZ96PjazrFxDB/tQD6fCBrcg4mPjKerMmbFg/EMsjKHcM8xhKnNYgGHdNvjpspgDWptmShRBtY5XdoN7H+rWgaq9WETB6ARbAxfj8DqQuTMq6yd7AJOs3RiCGbrL4GW1aei0CaYc4u9v8VyJpp7KsO/bO9XvFI0C5ypyoKPvWlrwxPfvHLCReUdRyQhYC36aJeZupiRgiL7Yrb3SYldYsAFqAKZfXcGSXCyzJiwSD6QHAS7oOVmzAbC6IC01wyaxZlzKDV81m9XZrG9TtWRcVo6dWJ8iiQlCH1eHTNTYAErE62BlPKOq5/rMHuXm4hlh+KXRx1Ar3ivPXvlZfVt0FjN93qWMJ3KId8W8yW6l8JCUFhINyimKB5Iht19kimx1QNdN4PxggruTxXvLZ5ZUe0J8/hOA6PKYFbbHtUBJs5+3es8/FGpL9Qz6XDwvDyiPEaZClckK9f+MULw1/91Q/VRPC0pl8M3OOY9hjnubw1zFEeGxe+UHic8w3tLSu7KgprCTl7r3xefvcr3toALXKx1lNB0lYuWcd08k08RVKWt6pS4BNf+cLwrWePD08eoErWMLyvKXhbOuMv372mXAIVvnjxHRW+eGe48c4bw6brF5TXcnT4xvO/4oqAO6TkbpP587T6qlCiHcML4Uo8W3se2mCEAoVnJ7zi5rBf3quDsmoD1j9SOAQWbPvbipdlhZKdQOEFVGeHSAA4BZjXKVdvnSymG/RbhGcDEgbQaxekeMpCCA1CJ0nUDmiDBsdK2fqO/BCE5ASykGHlsYQSGAueBu0HxPhN1k1ehF371IhYnsA9+3bbg3dOrRFuXqfpIsAqPNEhK6bZCteSZZI1xPNyRQLVJaDJR6r+XG5GTA6klBOqJN6SB2TzJnmPBGTiJcZTQPiNwiIVlvaJAA1NZ5FTCYPskDWU4whFPjfYJbem+HPPMfMMyMJrwR4ijI15AACnYX3Kf0NrgCy3GtD1dqu59gklOD/yyMM4b1xZ8pRKPH/8EXyHvVph6syj91fmcyyLXMDK61shXinn652XPQXwoKqgvW1pV4BHA9BHkYg0wgwY3717r0uN42H3ntQZ7sek8V8SyLmuqm4nAFlPPSZPxAGFYAOy/q1A1s803/LeSPG98aksyoQhU0gH7wpN2u3Zo+COwIy8SFTFTIsI5WDQxFZh2QZZqkRIvg2NsSHWTQJR5JjxbCi4bsouhQAK3eHS6FsEjgQSKDRhLxOh3jJgiR9Crhitbqosf3jkFhcDQaG7hBFCIIs9SmXGLVJsEoYrTxkeYy2UC0WoRxHzfkXh4u6piPdLtIFnASA19cOqgkR4nsm9a1rBw1E8sAtJcf8ueBWfq6jRXjbKsu+Wx1PeM3vW+4fQw6kfHGvbOWDHjx9XWJXaiug6rgyIkVFrSmj7mTOy/lORrTyujNeVKKEF00vCTFE6k8slunX1Tyn1tY8sXYoX0qw+2sMkd5ALZwlJ1nztU58se81bZ8AewfFMMpjL0ggPWDSno3iynpc3SGvPWpM/x3NQCfOawDwga7cKTj34uAD9iR3Di8pn/Zf/TCBLtPapaMggq0IGDXKsHAZgpUF7gQKPYjJYN18fDe4NMkaWH+CVccb7RhSJS7hT/EL3Mch6UqGOx59UhIQq/2EoZC+qUTHOZwyv2u4uPHHhtJrJfnRKc35dwF0NuHcqvFAH4ZF1SN4oQzMyyx/kIMAKvkNoquh8o0Lftol/ffVLDw6/8Z2Tw7F7KbAwDD9/98rwgz97a3jplbfFzaSbEMZ5Xc9L3qLKuLucvEArBlqKyGBk7WIUzvFmDKwz8wdfA2h5LgJYx1DBpb89fyPIaoBlJhVR7KcpD1brFny9micLEyb90kSr7NHf/4M/kEH1sAqNKaVC+/Fj6WLkxKMf2ChEr0B5fDDccB4y4Iy8VOhSFGbarn17+J6DDo2lwM2HqiIIYNkq48hW8Q3Gd0V9Tq9i0NF4EhqZ6ATnUZmHhs5dcRveadkl+tXev6AVPvLgA8NzTz0z3JJR0J4sgSzkEcWYeDk6ZvbKPoLPygmgcZBLyhx2/QWMPNe1PoCsB5941B7cS+Jfr/785eHD19XXUGkH3YfV8+pUjcnY1vx/3a6DhxdBVgVPrwQmEXas12QHR/nJxs2+nxS8CJ/piWzR46cEz6IHK8fls3Z7RiClyWAuZIZihSysZf5KtO7EgObfzYHiIjBYAoNWRNkI8V45zKyEZlsjR2tSj2np98KgPOhYX6e5WXGEn8VgqjwzLktvb1bK03a+TQOtleCmLf+59mrf3/3+q4xpSbFdbdSLa77qEQWyVOkIkPXcV4dnvvy8QJYKXwhkvSeQRdhEW1Gc66D5RqiQbLlbAOuOLCM0aT2jTXleFW1uKMkfgWvBov9wM5NAvp6QCyf8x9LYRB0rRmgxpfBTsXECyZkZLN8oP6ngRJnorAcWRIcd6jqbOIZNRK8YykpLCeHnNj2zKF4weoiwhG5TqODx4cGHH9Y1BbJojieQ5bAqW9hV3ILy1Xb3xzk+gixTC4yxndwohVHSkuMSS35kFW59WTFdibKNETDY7MkogAmfdLhrMfBsuPDfGFxme0+KZLvP2W9USRsVSv2NhwTGC8iiFxhd2+kz8qMf/lDWo3d9YcKOJpA17V17siScbm+KJ8v9aRzKUh4CC7hObM2+WaZn/k4iOqGCBbI0ZkLesGreIDRInp9tqoL10BcfH778rMDWcSln8pq8L4/M++dvDm+8peTYF04N7796arj29rvDHQnejSrxe+L4IeVkCWQJTOyQ8rND4UwfnH5vBFkAzp7PJAfnOVH4mHNyLHaQ2yPBcZEKSxRu4DvNPTQ2f8F9EvABwElqoq1zUmg3StEkH4RKo5T6viRl8/plCefLognAx21yEXEtEMaVqpb2pvp3PLqALMfW4+Eq71lX/ms+YZAFnWskNFqkgcmeg/cMR0S7NNP9QD1L3n39TXk6qByGUTXKTvNp9qH7+RH6pu+vO2Y/IIt9hgeY9aXa2x4l4mO5p5TvrVtXtb9U0ldGBVdhNMgiXFKWeOngF1WViiTjbtHRoXXMOdelOS7C1v2V2IsoI8VlRylUUQgOryNsSt/T4JWX+7rgVdOSUJyBEDV4Lt6IB0U3VBe8owd+7913h1Oij7Nn5e25zkZh/eFTTL8DTrxXOwdprui0zMiaT4ZCG9TKo5UmuBQCUdl0KQuEeMZTHWWLHE+MP3hFeE4KzRzRvkMhp+ol4bnH1Iz9KYOse4YP3v1w+KMf/LF6F/1UXiIphUr2x9vk/I/y5LBQ8LYUryCXjtBqPAMYfWRAUb4lHiMUnCsyLnTfpvbipOJoKkgyp4Az+CYl1wE8jiZwG4PIboowdU6xi5RQ0lnfMw94BLgnzdbtndR6wHPw8vCesDwMFcjhLpyB8tn9ujoPMW0t4sW17mFlLDzdBVC0Z6iKxjMhB1D2rKghQ3h+A59q9osHR/x/o8ZG4QshLl23dA4X54mRxcCV6oL6m+t5nihmQel2wn91f+5nj5eUM/KzGjjxuwE3Hmj4Snh0jDS0DmCWoQlALfsGz2bLAcZNxoxpmXeacwAannQUYB5s7z6BLLz65peRBe3R8tNg9CqZQhVUvAxff/5X48kSbUMf7nWmebkuQ+Cnmq6ArMfkydqunNYPhv/ln/1vwwsKTbUnlFA4DJ54CTU2l0O3clyFHazb8ffk5V1giP0HtM8xo/7YICu9Brkuxk3yl6/zoz3pcMEnvyKQ9YQ88ntUfEPzYt1NawffReyALdHvrso4cV4N7i9ICaehrKIqtmidN2Jk4p7Q7Ex3JdR7PX0GAazwEQAWBUXEdw/es2v4r7716PC1Lx93jqnwxPDjlz8Z/vDfvzJ8dEaeHhmT1lGQyCALmU3fugoTdCVh9IfKv2bF7cWJIcueJgOkzIcNWwZZkRzdZDhVu8uLxWE19u6PNunaNk36/ETJ9IRzkmd8XA7ewZcw+hDa/Pv/8B+4JY1BlmiecNizateS6CCKJxG9Q7XReIyvih6uCnjfkEEF+fDAsRMuq48OR1QI4be3dCytFo6duE/FVnYpBP6t4a3X30hYLDRkQ161U5rx9/DvRDYQ9bVOvPMTHXv4gQck67+ofmg3VF0w4YIY5DGSh/8uyt/eD1SRJadym9IMyJFtDzW0hW65Zff24WGBrMMqfHFOZeZ/+YtfDmfe/kghoJEB8RBmTbJGUwSD13H7PQdqZrMyVl6toM2glIhuTKznu5ZmJTysGHgDzxYN4TNDWZ8HZHF2K3ueFDw6xTz7ytkDKI5+NyOKWLfnwI4vM4ZJ+VwAG2OQal3GAo4wrnJllwUgk5bJG8cxu9FqHp3JkxXlcW2vT8ZnhutnlRAvy1O8WGHqi0BrxgH8kChJs8+WJ8ETu0hg44Pc7c2SRWf50M8CWRbBtobFk/XFL/+qGgB+fdil3iPnVMKdkArKgE7zSpPRra5iA9FjejqjjfquANaHSgRPJULs9uXdRIjpyVFMCH9x8jOKdsfCQ/ZV4pQ5DkPgGJTS+XygMMSNjNsahSMCvULrjESoUkM1P10JD4HG1d4srFLrDbK80lb+CTeBeTzwoECWmOWrr76mSojqrQCbs8WSPBByE1BG2gJC+A+KZcC9r8Tae/3Lm2lDRcKGnHAOyNJ9R09WCdL2crVny3kIrsgV0OmXARbXY9+F5rO123PKfZMX6FA/GBrhVVJ6iNM2yNJakUT/8osvFMiShQcBsORR88x0boBA1h2BLAo9dFJ2pTTbi5s9mrqNDRTntOc9UjZNPO94slzxTQqQ6iUMN/FQyAu66ZiAwhOPDE8988Dw2OP3DOsUBnf64nWFfl0f3n/zk+GNl94ezr794XD99PuD4heGjQqpuu/YveqTpXBBPFmipx0C+R8oBJIS6VYcEYGAXCxsDj1L/ya8nrulXN177z321lD1knhzGsrijGpvbfNOe1r0mCUuC2RFsdhI3zQpVTQix3hATsTH586q9LaAiRg7TZJv3lQ4lnJtXPFMYUyl95p/A7RYSHuyAIK2NKayntfeRod4y0NXTB/etPRu2qGcoOMKmcOjgWfyjAq2rC9w1Q2IfS1ADCBu5NHE8Ou+EqzQuKMemCEdh2dghzxZ9JihNxzdE/BkbXR5ZWiYAihbhiuyDl68cnO4zDV0Pt4w9qK9h5p3F6TRgAH5jPuywleoEtcC06AHGVX3NchEaa9iBPYI6USUbyf260AslskH2ug8wyeePDncrxh8eAcg6x01nzyv8GZHktHpRSd5D1Kl0Dum+1flfesqeGL6vcdnA1AZDzUmvBjk8eDFguw5ngIcyWlLnhl7kz3I+YAswpoflZeN/KO333pjOKWeP4cO7le44MnhkMprv3/qA4Gs/0OeLIEsVRckXPDWp+KbzHOBA/ICCV3yLhPT4v68T/lxQjlDFwAIABH3p1AH58OzbDTQ+PBOwkuxbOMhI6wpc625LQMh808YJHTOfPN9F5TqHFnTHvuJcv7MmfgEoaUYavBuuay8ppUCHBi/bGQpRdxFL2i6oyfoUH/mnM9Z8+Q/KodLni8qgmIk2ESYHlX9CuDB8/Fmdogr+4I+bQZZW0VnAll4hiLH6/56rk81Nlf01P1c9lzP4Hwz9nUpWtYdDGqruFXJ8zQ1LqOznoc5s4HX608DZXkJMfZhDCiDAADW+9a62RS/Ek8WlwN83rCHAflGvhHytPtM+qBZJEx7Rju07phA1je/9nVFWqvPFNEbgEvtXUEBwQIZGzXmPYfiyTpyYqtB1r/8pz8QyPq55CHNiNMLCcBGoahI2ACDbs4aWb+oS815e075DJAFDy5PFmtwXQa2LSp8ceJxPFlPiLHssZ6QiBBCgrWejvKI1KD1yu1LCrn++F2XGb+s8GQDWSnr7MPWZxkK821awnuLEZYcYuXpbVTIO/raSVWw/Z3vPjZ84eReM51zmob/+NMzw7/5U3n3ZNBbLy/yesLExdcAoHfkyZKWod8ag2VIQFavZ1e+M48uGgow4u/JkxWA1XppA6zIdUtxs6ICTyUcQiVYyhps1fEzvXa+Fjw7xgfaLPz+PxDIEn1QuRJPNeGCZ86eL50KvSqGI8iaEDtyJmlHQz+xQ6paSY/JjwR6zijsmmIYNoorQmmb9LzHTp5038g3X3tjeEXg6LKiJ2wIMv8skIW+M9e/IWWDZ8kY6VoKHFb+8onhy1/6IoJveFkVPE+riTyh7ncDWfAYWlgcFoAkP5ToAAp6OAyV4laqprpL7WAeeeLkcEA59h8oXeWXP//lcO60dDlX6AAPhabHippep8IQ0NDWPfd4phsExDYVFJvPs1VGKwjveyUWgIaPKqUoByznfqSef3uq+B2SyGsCMNmIEf4J7Yhwml5LIGP2zQKIypDGGMwFJFuXCHgqwvTYytpflkTftkBWvKrTvT2q0gkTvrhyiB73CtDT1yjGzXUAlCiy+t2bPN6EWPq7GXPCjRZv5dlb7cPZYQsgbOXpKz+JdnvXI9cGjr3+KEdU65E7ViDrOQGsLz3/Dfcf+YiEcm06KtAwrWxQFAdCLY4eOSY3/lb3wHrrvXdVUU3xu4RZiPFb0BY1OAlem/BTgQ2UfiyIgCyEHYqXE87FWJ2HoTXMXFJCGE9WShOznm7UK6Uakm8hl7WdUZ29W1Kx8BoB7apzOy5/ClYQY+1wUxRwbTwUkPvuf1C5HY9pk98aXn71FSlq9IEpGnODxHkYRVmoWlsukMU9kx8VEJicrJT4dbK6mLX9QHxfINBKr0m1wL2u1W0IypE8riu3u8mY7MHtQhmBWk3cKAgoKy4FrPlFEcNiBRAGZG2TBeutN14f/vrHP5LV/y1EYOLhNdiR16Nw2/pEY2IpPmo4u06CqhtsRyRD+7WPivYC1OuzMtGFUzQA1m/fBDOlwtVUYtv5RbKM3VEPjt0K13z0V54YHvzCYVmUNgxnLyop9yM1r37jw+G9l1SKVT2ybiqM59a5jwSyrgz3HT2owhdfGTahOLlJ9JbhtLw5VBLskrdWRl0BMh5FwC5K/4ED+71O5xSL7tYCUg4R6oSZso62XvM4RVs8V/p9daJv9vEWWhUIkDA3KP806D4ryzYFLjaS3M55sogSZhLvZLxRzgm0l5f5QGkm9ySenxSNSAVA56PoIEKc7D0vtkafKKodUijgoPr+4E04rypoAEXMEin+M9GJe9FhJay1aj7VXhgua3on9E1gCY8oivUWecu2q2EnUSIK5bdxYr2A4npV+yAF8ux55UeQw6Drpi1DKn4x197Tmsc0ecVrkqiD/mk5bEWXzwtkdeU5LJWEeDjHi/ghj1GWelomYA09cnh45pmnhhPyZNE+4V17slT96iJrSSEQwCWgIBXm2mrZv6Mg5tWfjYY+SNTenUgR9jUg64iqkBKuAoj6SHQTYIhRKEU9XF2RsDP9JgzvgIA8CjFhZR9/9IHCArcNDwkU3nvgnuG0inT80Q/+yDlZO1UVi/yPWwrPxAhkoKr1IkT7lvKiQI0UXNmtthiATufxwTdRaPyTQgsbVFCFQhA2KGiP3JSVGl6zddder8NV5VndoN8UnigtJrx7m5RSaJ75puomxrANVF91gZQoIFt07lZZj8lLdDl1FztK+4td8qRBo4QRfiogbcVQfIOeNwC7GDnIuQLUhRYcwusQ7oRD4lHGE8R8EjFxnfwuAJgA1naFAhIuyX6gOIoNczyraMIVT3U+oYlbxUcwEACsR56qd9AMxTWcLyKiw9rP+R0J0/skwBa5RUVNPFFdJRjvU4wG7JHNBlDJI3T1UZcfj/I8aglmhTNdqIjdPKV0BO572S0AJHMVDeIohJJz/j2TaS3i2yhx7PDR4Ztf/+ZwYN9+r2kqzRJKrGfVPW5oTvYoB/ehkw8IZG0ZfvHCB8M//5/+1fCS2nck14+CDlKgAVnm0AEF7AnnYCEP8KKgTxkgBAQ0yx9Fn3d7jpnvJV/T86FrQStUmMRLKAm4Zf+R4b4RZKnFi41CyCAZlzDKOdoY41K8Yeu0Jy6fVePbDxWlcOWiK0nuFT0j68wOS3a6LyUgVzRNn85b2ifrVLodGbZNOaVf+8pjw298TdUWFY6Ozv3Gx58Of/qf3hp++FcvunT4Le1XmtZKSXEopdxo0RUAD5bhUzPi9kz1Y2f587zlOvd5AVszoOQDC7hOU5b5NSMqLwvPVbpsdFoLzvoJJjON12k8O6AdefC7Chc8cuyY5grvzg2XcKdCZoeiuxWIdRRFC8gAfUk0yP4iv5XiYh8pBwuD3VXlvrn6LmBVe/DIgw8OTz/ztMNhX1Pe+hsqEHZOPJAiPd1zjXz1bqVUsJAn8Rp5zBhBROdHVMn5i198yrm0v/zlq8ObbypKRV6tNh5nMhJuGLVC1YJVFZE+YDQux+tLGwsAokMFqVwpPW/bru3D408/Odwro/Kbb59SDuKLw4WPL7iqsdsPOeIN9ph5dhi9f4eG123dvQSyWrmZKfOrAa2R+osgmzAnAm3gFkXd4KUA1twjtLzQ03UXwd3oGYK4SmGZj6Hfr6X4Z9NkkufHzMeVcc5cfUxQUV0sU5y97HKspfOBMwC2CkCZ7rt0DavJAZQO9alYr3iwwugaZC0o/qtNwCqfeRvdHS+tPKsY8t1u8Vkgy32PqNpDY0QVvnju+a+rJPU3hy0798gyT/O5jyX8LllQEx5I9Zp9UtzpJUP55lNScN4VyDqvY9xkVIMxUJrNtBvGaWF2Kpdiu63bWPkjuFCQSYampKjzq0opxLqFvd/erAItgKz4FXqdTQz+O2E/AWFjt3JdUxzeydUky2AxJmwwZayxlgpknVDvmocecb7IKyJaJrcAACAASURBVK+KeeiZA9R51UZ0qGBbpLhdrN8tnBxKJRqwlaikUZesRqnZIBBpJdWAnLDH8ooCaIoGoWmHovg5ygLEHEJrsHB9ZhBm13yAYiyw8XxwDKEqDr1xze2EslL+/oAUu+1iTu+denv4iaoLvvXWGyUI8qCu3cMcE9rHmMgtgMHKi0UYDqA33quE+zri3ltp2v98MFYHquuxD8ccOAvrKBCEf/A869TU9o5y/zYdPzEceebx4cjj9w0bZdm/rDC0Cx9IQLxzejj/+jvDVf2+KS/R9U/OCGRdHe47cmj41q8+P5BhtEMKGtXO3pdwcENcFEXHqceKnRwWhdDIEnavEsKvqHog4XWfCBDZ+q7voDKMAslrSz6BgTPPhwFC7xMyWEqFTtomBXOXmD4eWkrbkiBMIjH3hfpZ1lTxC8jj8buoS/IsfKsoyyg8gG/Kn+s8aMChdbrI2Oi0hDH9uuA9eNL2qAkr631VVsfN8B9dEgHkHnZYt507Unl+LBzAwUrZxNu8jABMx+2nSqp7QmkOt1NYY5uEnKoLbkKRoWqdgPd1aXNnzik0Ur3MTHfl/XAStMuih67glYw/BoXkDjSNh37iMTYo03t7LZgvQigBmcVbW+nEg8TevUdAGaF//0MnrAS9q5ysdxQueEXl2wGCNzWuVKeLMsx4RlBZe2aUby1La8dPMqi1mOQT7d27V2Xzj7ulxJvqp0fRA6zbzsUh3It95HxKrQGh0Zq/HVLqCc8hL3T37h3DA/KaHxT4+uD908rJ+iNVF8STJcVfPOkWuTLwCNZfz0SvphsK6TRYpeiPAB40wpoCssxroW02EvLHYdZ4cwBZCrkjh01zTzsNlCu8iZ/SSsMhojR6V2EPwqp0fcIcCRuCxgm5crRGdGuBLB0HyBLPY3+5T5bmlDHt0pjgThcECK/L+2jer+Px8DIW9+yyBzP9zgyiAcvk0Ao0GWTZSxiQhRfruuaV65BPQxENimtQCRGvkYvSwDsB7+Z15GNuk4LJ3FAFcibbITB4ahW/SV5YALtpE2BVxggOdYNq847maeFdZltWljHIJzydOYYHt1fOipr5cWgt6kjRzyhLck+nc/A9XjgKzVDB0nskBTss7/j/qJvEO9Ie56OHFC74tW8IrB/wmiIjN4r/AbWpLHhT19qr4ioPnbx/OHrf5uEXv/hg+Cf/478YXv7FiyoEJf5I9TzJQjedNceO3IzQE79KrLvnYjRK1Hw1T/PjtWwcZ3SaJzcj9j4rkEWvORk/Nu89PNz3hMIFjz0pgtjtYkjOWVVWlEPLVZwlBVpgVXizaH3xyfDh+2/K6PCBvYV7dx8wH+o19Jxpr5lPsg/xZIn2VG7O9HFQPQW/q95Yzz97dNglcXZZRYh+qgiJP/mLF5WD/fqwRfN+R4UX1tG/jFLxNsay7zAAwz8AD7SKqbyrkoBFRRUlaO19VOAd5mfjbHlOmEt7fAIquQRHhDRqowHALIFDO20sjGeojELNV2c0BT0RDUHO1G+ruuBxVUq+SnVBRRl8CMiSJ4u81lH26AboWQAU+PYxgTIAzAWF2L315lveg85hYlzIFLVwOagwwpNPPGYZ+uGHHw1vvv6Gwdg1GVcAoNASHnL4ViJ3Ghw2cSD3qTyrnC/lwD/zpSdlGNk8vPDSKwJar9uAMtefAYV4nZEHeI8JEaSfHC0/3C9S98Pgg6y7hjdLdL1DHrfHn3hcxdv2Di+9/Kra1byg+gBqxIzOUWqj594W7IAsaH/MyVoGWePQK4yk/24lf0b3I1gZvWAzYDEJlAjatUBWrpdN2K/Jk3V30DIfy93e9/iWC2IUzY1ja/DWSnWuOVkm8/cyyOox5vdqwGPlZ/NrOIAk542XQkssT4p/R5GwQjFTYu76/FaOp5fDo+vP6CCfhbpasV39Lp99fvIeAFkwuV175cl6/mvqJ/FrsgzsG86LiX+sHCWaAdoLoNyee6SwIxzYGKc/+EBNYN9RwvA5VywzOB69mhPVME+EQ1ENazOJi7BQETnhLQcV2nBQyeBJrJY3gGRNhf18SqNCqgxUmJl5UbnfS/KFWRXIcrgD1kZZ4HfoHtso4UpxAsCVBG1AFlVsArJuCGRhL9ujsMijUvKpFfD2qfcUIkloZIFoRuo1mpicbaVjGEC+d84LXgri9g22UZRQlOM5ox6Ai25gobN3oso7k0xtYV/NnQGYMGMezGsf+jID0vXb0xVvQayo3bYAoR/hHYVrsyzbgARCl/aL8WyVsvKe8kP+FpD15uth6EV/sPYGWQ4XxDqPoELwA7AcPkMOFs/ezQcZ3uSNa1tuLAWJgPY+nNMw86obkRPEFK5XmM+gqlF31Ptk5/33DftOHFEUiQqoyDJ1SQLiyumPh8uUeBUN3pIi9+llJfFqTu8THf4aIEv33w7IUhjE+wonvCrlkrlrBYodTF4Qiiz7EkXyo48+dPXLrgBnCzPyhLkmXAWqYD97L0PP5H5k3GXr9fUxFmxTOWxKtl+kuIEV3wADP7OVjPJoOmSRyFpKehPWOZmBUiE1uS94bbIOAdoGRfCSmkMrPdCiPY7yUhDCRp6I9t5WKRis97USPhgN8M6ijHe1wvC+Kcw05JKmuXhkCK9BGLvwhJSE7SrhTg4DjT0Jf9ygENINshBfkzZ3TiGd19g0mjmXaNf3ALuET+GpJhQxwNJ5NSi8eBVd6KNoVWfz7HixmfvOMZqMDTGgJb8MvE9V05su9vHkU4+rKqhAlvb9Ke1bQNYlJWWvl3HGNhUMEr5PoH+XrWe/djimL7rEYkcDmZsIeapNB3g47lHfGDxKFDzAa+/Swcybcy3x/kT5dGK5rkshFXgAOVWAq4eUR3ZEoY4fSUEBZP2MEu4GWVFQ/Kwo9owdLwngk+fGAl1gtQvqxBhTuywnmvbgqykAlZwuwA2PSPEBci9Q2LFmY0m2h1Q803lLeJeKHkZdQX8nYT69rXhe1o4x2NspPsu6kuvIs9oLXLlULi+v/WBPfj2Dw441RnuByJPSs1Iqn+djzHg8XNabvafnsWKIJ1OPmQqURD14QQyqkEMoXWnJkYW0lgL7jMQePVEG8vXyPJlHV4ic93cU4jmwsjEE4wf3KiMG43KxFs6Fx1NkaTR4oUi3t2KuKwWAwD+g5YTBokASPi9ascxo70yKx5iL+jmidzWPIt/v+a887/6HzPtYyh+AxX4S4NovkPXgyQdVOVeerF+8N/wP/90/HV596UXhBgEsgywK8uB57fCpeON8J7Ou8mRZ2W8j9uJGAUQwrgX9hWM91oz3M0EWthXTcDxZQl360XzClPXfJsmam+JF5z58e7h4Vjm5Onan2sysV15o2GzpGxg4iQQwyKKIiH67n996FZs5OHzv248Ojz2gps+6xYdKNfrLv3t/+LP/+NPhvFIDKJZFKxBtAJKidXvSASjjTi9Fomco6qDvuny7VzEvhs6e77BAHwO/KYOveU/x7Cl3i5Myc569et8Xyyz33o7Tw8RgEJa3PqZkFnuBKCFkwW//3u8JZJ2wDABoobtdUFifeTDeXzzt7DPRAN5jIpLoE3pJet4pedfpWeWogo7IQZeVTNgqOXfkmLyQMjLBv9984w2FaJ8SD5S3XbzDZgNHKmjtij/EQwRHSUVNS7x1W1SY49Dwxa8+IzC0fXjxZYEsAV10ycig9J3Fy36vxkaodgoPkfea/ouWh6IP5oW8c4cMCjDul+HtkccetYz4xQsvDS8JwF2WPKC3o9eIeQRY1aKNoZ0GxKLbzTv3Sc6vVLjb6tLMYyo4kU+mSmr5O6Bquk7eNlDIMXNP1tybtcrte7n79p8DFIyHrvqmx7Pyy3guejxT+EeDq/lWX3zGevKFS64GOGvGZjphzZMvHcVpPnfTxz1/k1XfG2F5wlYuXyTC7DUHWb1ed50xhMOylrD4pAs67sprxard4YK7lIT73Fe/Pnzla990OfdLspBfkDIBTVDCGJBky7kUSyownVGCJCVALylUqvvuOElfN8qjhQnzGdZNrMAIRQbFBtwtT8B9St4/fp9CDxUmdv7cJwJt7zoZ8oLKX9+QRbq9WZ3IbyV6TnnQRWlhhBlg9dgjxWWHfu9QX4b1eLOIsxajpAwrlhaDLFlrrktJ3CwGcu/hYxJQG4cPxHQvamPGU1PanekuynOclxWS4scroanPOjcPYeyvnDeYJtnOBbOVCgYmIx75LliS9YN1Dg8dSeJ48W6431szYF3fHgQaOHcD2yhfgFKrdChVhOCQa+CYaOY7yjwSkyTvPUpc3SolMSDrRwJZ8mRZOYiyG09Z5VcV6Da40HXukIfTHlMUpJp9s0/TeARi1htQ3KuTzz0XxWd4D6B0PpDmboM8iet3Hxxu7VAIiIoZbFHFvE305CHMR/R1XaGb186ppD4WePLrxFCJAT8mRePXvvY1e592wIgBWR+8JxAlS60TowWCBC73yvpFUQyECo1jTytv6yI9fQiFKBCVNUSRSKhndLiArADc0EIDHCuiOpb8AOaIMEHC2ALEODR8IGE2KMzJzWOGnEPI/HINFAkdEkBB35/JOOMEeN+3jHAObVh8MTY8KFwTYI5w4gW4sqVdhNCerM8CWZvIgSRUsDxZNrZpv2xRbePteLKUsLZZIGizKk4Csq4q5ubsVXlbCmS53QJhbqXIdlgY5BFwgOIY75I91YSWINw0xniVCT+TkUee8gZd7vHlyrFFWboYhh4XdBE9n1TOyQkBc+YOT9bbChG5+IlC1m4B8FLUIcV0Uv7XSi7zuGRlbT7VsxtjGn/VnPv8gKz8xIpuIKoDeb4OFYz8TSUsFAT2F+AGnnNIEQCPPPrwcFyW4zMyTv3RD37g6oKEIBLS6lxCR0kkRI3P2qjX5ZI7CG1R2mULhugmvsufzTO7Em97KwB9PVYUjzEpfxRIuaBZoMsUF0dHT7HinbG56BAzhYexQueyj0K7vXYZXPiBaUHXiPcyxYymcNKy9NcD+Xm9F7lHgV7LjhSkIMekow4WxKs/LE+03sXzP4EsT1XRa3HagAk4YV+oLuw8bCl6LphUtMj57RkddRLPd64xRf6MyzLSu7mjDXKxyrsHIQas4qsdNlgzVuAqhiBeB1QN9Utfek4tAe5zZcmN8HlYiX5clEe0t/+IQNZjD8t4uGX4+c9PDf/9f/tPlEfzUsLnZeBaR36yPVmEtUUC2G7IO66xxnPkiH7NjI/1kYuQ6f0I3pC1uqfBszzMm/YeUrjgV4bdqi64blMKd4CrKBEakAUfBGhlERy2qvFeOqNQ4LOnzD82q8T4evEhFqqrwDpUn7kUcKX1yB2BMHuyFE/+nV97WA2IHx4Oqq8g3ejeOH11+Ld//trw4795weCAsMTbhCfjcWVeAFnoDGWkSeU8zoznA4Kzsa1oYfSOeN3jAcSrk2qNPFxoohTY3qCjLjtOp+m7jvV6YGqL9ysnLSqLAeCRGcj9LcpL/u3f/T33/HQzYoEswtfhiY5ucb89tXSQLKVdAQUy6BeHIe60wBVFMuh7SBQExkA8YxjuXH5dc7FLnqXDoivGc+rUKaVHK6xQIcmUt/e4m48wbgqTlWeXUW7drDBmGcxv6Wevokm+/KtfUt+yvcPrb76t0L73zOe3SReCZ6adggrJOBdTMqzCox1Wj0HSoChyNiknyvdTWOlBGa8efuRR84uXVSX6rbdEL4SzKwbVy2CQFa8w62NgBS8rA8m6TTv2tU4fzlev1UDTPBTEy1BelWKb5WmYbxaUiShMAS+lIJhopuM+j1fk8xyzuFEX/4outsAupy1dg5m7sPPRsgKyGshauk/dY7FhcJSplXc3W1wETWb0/nj8rs9cC8CNjzW7R0GQSUZG75qt791mi1sveuw4elEAe2F7oKtejE7qAVnrh33qFv6MqgtS+GK/+i1cF1FfUT8D6BNLg8uFitixoKFkYEHAIokHqkMFo1yG4Xg7IFilWJKYSQlfil+g4FJ2k2TuQ/JkYU05cO8e5X5dUozuO7KSvG+P0g0loq4jKbbpvQmyYln89Mwnlk0rDtrQ9IJwvoGqpcmStQmA45jzABNAjxVQMfirSr7ctEUg68hxefI2Du9/dFaxvoSkoDROikLfNga2caXHjcs4uhG1i6BY6sFoADLuqqRnxlKN9TDeNgAWFm/inFk1lA7mFobp/LNiurFQM5as9VQNLcK8QwatRPK3jyfkj5AfCR/NzxaS3HX6qbfeGH7y1z8c3n37bY+vFReDrPopVUP3C8jCwwl4MrgyfQbY8zOCrNoLpQaZ+ff2MPjIMpmfdH4FtLFRc79xh0rzyup4S542TUbyv3gWWbduic5ui5HfoWmq6MU9dXSNY/Jkffsbv2YlcreqrLn4gUq4XxMQ26hrYBA4onwYQAglmU+dekfx6R+JbgXcHb6Uqm1+Fb3ikegCJq08J1xw4gmxeaUAi4WP6IhkfObFAsH5MeX1YtNYAy2lywq/AygXWFyaMJZyZ29hFJ3mI2Ny/nwXcy3dH2DFc7COeCAtpr0fsj4x3kFLedQozakW12DQVdecQ5NKUIQPY3kkFG3jhptaEnliRbeEC25WCNdmrdU1WZ7PqRLXp65yi1ehPCi6kRUfo5rcj2taGdcfbjhaApg8zQ6nNEjRMVhjR3quCqIGCsVnXWlQ96Af3/0CWAcOHrBx4n2F370rnnFZ4YIkduBBwbtnQWqPVFlZda6NGgZc8USYB8+Y/gSyotjwDADAhNxU75cCbAAGnq37gaUiatpLWFGhEqGUTKrv7ZVB6YEH7x8efOBBGZOUdP+v/1DhggJZLo/OdgxwiDeKnLLMCYOz15o1LiGyLPdHBtl8soWNHj2FGlr5hS4Ii+sdOlnTc+1SnGvO/Yl5bUmV3sTeNvU5662f5HKH0JovzeVrfVO8EV4VKzf/ch5jrFy42X0SvZY9lMdivVIZNV6nuu98GQtkxVBSw2f+cvZY/ru9S3m66Tmn+Sm9yFReJ7eEXUU36jkc12M6KZyjeEL4oa05/h2jXtZ6IsbwnQ4t7m/offiolMn7lUu8RfIj1dvsP8r+xyOs8K8DhxUhcnDn8NIv3xz+ULT21uuvumckXizn0ShPGKA1Kf8xEo0vb7z5B8tUNnlSa9Hr6C53pOfF81kg65ZA1kaFC544uQSyfBdAFuW+qVyZXFQWjrDr9RjlLipl4WO18ZA82LxdVQmVm8XwxkJjgCz4t6I3CHG/TQigvO4H1YD4977/+PCNZ49IL1g/qCf88PfqG/Zv/u0vhjfeOO28U5qs37iiIg54qzw3kg+E4RbISn5siicBJLxHoDnTi4bpNTWjL3BaSnxVI26A1WGCPYt9/sh7DAAakMUD37UHlteh2VUbAg2yZFT87d9XuOD99ztShNB1KljekI6DQZDCNjZCIj+PHR/ukdHnlnQg+OY5FWHBm0Skgb1Kkpu7JFfxsnPCpxRMEa1Q4Y970+CYIjXOdy1PblfR5PnmBkv29A6V4F/nHHuFViu097GnH1YE0c7hfaWinP7grPhTjMFNbi7EU03E8WDjZe/2Nk6XqL3s0HLC4wWKyYG9/8EHrMu+I4PbmY/Vikc0hzxoTLOOik/+IzKBGzZvFMjab2pfBjGLgCrfd06IdaJigN6urSBWOFcv9pxxh3EWA50JnuVjl7fb5/1+rfPmny8Cn+kbb/kZ0LrbtT4L7C0Iq5HKYcgrQUvus8p3ZW1ZbR6ntZomMQIif/f9+3mmKm+LT+Uk0NlH7emanm9iyhbOJpvlayRXY62X3bDVWwSQdfLpZ4en1SvrEMBDbI5Sz9cUsxziNIvxXTz2EnpsXnIAHMNspa4rFenIUrTIvQJkudeNTrykPACYJJt5v5oZ71UIEGCNTd9NRemL4WxYPAK2kIT5+KX7O4QCxZBwHUCWBAy/NxOOpy/FQwWyxMKRZ+Vut0KMIqTLXFHuz3rFHB9WzPGnCk14+10V+VDvH/fbqCTnCPgIaF4JCi0hCVPUD8KgQVYqCMp6b12ACQu4EjzVb7xayrGgNLQYGV4393TSUzlJ31azeKrmFlKz3paAVYEyiswUQtDll/F4pSlsPCax3BACobCqN18b/vZvfqS+Qu/qu64sRQW9FtIJXaQnlI3+oos+ykK8ALvH4wmpENqamzEloqtksnzFe2rRDESwPnGPTQoX3KDY/FuyPN5y8jbrijDT3Qghc96JGLnK6GMxIxQB/nBUxTK+++3v2ouzT+FbV2XJwktFNaijKgZB5UtAA17WdwSwPhbAoiw4jJrzx3yfUQMTvVQ4RdTP9AfqghNlS48KWmCJocYxwkKn8AE0xbEokFaULTin/W5+7KuXQjvfrLEYhDfMeMtqvMxKoECVw0AqQThhFFoP4lHLUwFgzWviAOwXCiS0bGA+KAgwGeMoAEJtUDaKEs8vqWLiZQksPd9WKTFbtuwc7mzdPVxXaf9beDlNBtFkbcmu8Cr7s/0o0EreW7ks2rGaMj5/vSl5lbLV0G4ptwUayCXgLcJ//34VdNAeuqYQUdouwDNuyHJJo907pj9kIVNCKB68iZAf5RhJmLNmTtJmAWfr6Zkqo2QLYfiJwwHFRLoX3JyfNljoUuSeChRDKQcYppJjpjL4mpd98tai4FyQd/YHfyiQ9VP1yRLICivN2sdj0hkbudNYzWy2lC3T/f00fbXedaA+HwF2Jh+q9TpQfGVlpMpcgTQDy/3rBsu02MBv/vlkBJqGMjeMzgaYtxHsBaIyB81jWxFN/kQdbNBcfp+SP1zf/LbpvK45H5dLZQMGp6kJ8OFqtaB9TI+xgqFLec50LM9F7yPPVIWYzp58jLKomaz57IUMN0gW6GRI656RzTrbsNf7fteuPSo8dVR74IDz00Kz2WfWEeAJIkTyWk6rXceLL/xUucYfuR8b4fOU8FlvoDWBrOXeq00rK9arPrCXpnSAuW7Wa+OGEwWyqGp5U7xi854jqS54rKoLjuGCAVl3BLJIxDJbLjpwsKuq/1348E09wwU5qPbIK0NriCns2eFteMxlLFovTzsVFtdtXqewyseH3/72w8NDh7e54MWZS7eGH/7kneFP//QXysmVqUj3ui3ZQSNw0gkAWA22UpWVAlmUFIlnKp6QCQx5W4z024p7g6xJkY93i1C1OWVM5B/S6etWUHqHna6m1fV1YKuaJ8J4twi8/Obv/u7w0KOPGmDRA4sCGLY3iB+ShoE3CO/VCRW6uKFn+1AVac+qAiHRATfQPyQfP63+pxSkIRQf8EROKWAZGekG7daTo3/wonx+JiLAl2Oc44vHVrRI1Ufn86poEnJ+/6HdAlsb1Ifr7PDu+6ogKZ3rtnQ9PJ7XNG63qiAqp6KOSPGwMcF7xZvQe611IN5jxD8kbxbHfaDnwoO3XqAuIKuMgESUeNHCA6dS+7rctr2HsodLSPdSdbnZ8W8LqbIi1wLMrV55v6gYjYBjJignBXouTiZlYa2NFx1s8Zy1jr3rNWZKwfhsvbn922Ji4RKLAqDAyRpj6WMnQNeW9ygDK1/LIGuV41qBqnuuDdiW5rHmbLXbArLmr3lhjOl5e71LDC1dKLHea69JEg7zs0PW1vsfPjk8+eyviGCPm/EBsOgGbkHmZ4uwskwIUaJWekXSv2oCCKNihaVJ4IrNt7HKNGMNuSWlGG/WHhXEwLNDAnbnZF1XY9XkZLG5cFlXSM0YsBYvLYDC4UoCWIA7ikwArgBWlKrF9Y+CyEa0p8KWP2oP0vFcirwUx3v1rFcV+vSmCixcFGO6UzkQBp9WHrubexQ3JJkNkXpoZtfMxIUD0tfHXjWNOg1cERrMDgo+QIuwMVnGHZeffAJkJCGCMLp0Ttf94I4IzaL21gRGigAIzeY6xpV4WFylzlZ1jbMA1i0po+++/Yaq7vy9Xf08E4IwSkYKjHBLipRQyRDQdwNgC4PyGOKNcBUoE2XeL79SQXPRW5OjwyDtyZJnikIoG2l+KssjyroVDRigQr3Wkduk49xUmjBPCUAYbcosq4T3waPDr//696wwE3ZJ/4+E3N1RmddD9hASX35OxTIQBG6YKsGT5PaE+jg8z9I8T+C5srKSZ3KYG7xyJjx8eCvllpsVNmLDFSGgAS9dAbLD9EYjV/Oj2kcVmzOGU/YujTco1xxDYuzNDDEwjw6XAsxXor49buV583t97t5akRxZAe4bJj0uG2MjoXicC0JMKX8svnD96gU1I39DOWwq+a+9ul1hH1tklVT9+GHdzv1SXFIByrk/AhTmygCFCh/0TZgnC+TJKDCC9DlgRSkLVUXJ1tyS+J5wpullT5zoe5M2uYsxiJYoAPCJCu8gqLcKuG+R4YSQmM0Kc9yoiwCwnFcBeLcXstXxzMdcTGSORu3Jz0NhAULT2tMED+lnS2hVjD32dOkv6IueSxhSAJ40EXYxEY17jwpRfKhwwX/9r/6VQNbfu0KfQRQGBHiGx4anMnvGS15zkJmYNKwe93yKSgrUGodm4EbZ6blWjs9nFRSgv8t45bXiLgEzd3v5/CXZMgduU1RDw5m62tJl84yT6pBQqNlLf6ep9zTGaWxZq4jKiR8tic58w3P1lq/fo+GSGVsaV4OsHkmH7HHYsmrR4K207lqpeu7VxO/YrgU1tvll79dJR1s0CFfwhG6GEQgap6ocnufe1wYn2rvwO2TjNVXluyhDyfXrAhLKNYKn4sWy8c/glUlh/gjbrCdtNjFfghFR1IfR3m2w7FfWXvsWXQGK0p4jpJEKg4QLbt6twhcGWSl8gWdhva+jfYJcKZDVOVnmTfp8k4w9l86862qwt6Wob9T+ThhygfKS18hy+jrelpF138Htw299/0vD1586Otyjj6/q2V44dXn4i//rteGnf/sGKVd6yUNyXeHjgKzbCv9182EaundIfiIB8P7amNJGs9Hoim4wAdXOU8OgmX2WENWp8uDau8kgy3sui9DtiPoa8zObET5qqgAAIABJREFUTm3A1vy48IVA0fd+87eGk08+MZxRmCBOm23i1UQHYYRiFPvV9mOvftAPKPBFaXwXXgon8D2vK5QfYzWylfBoWp3g8bPxmr8lW7ufYxdR2lxtBJIeQRGwGPZToTTRN0RI3FI/NDxu+w/tEVje6B5eb0nn+vhjVcclZNzh9F1cBm9+DM+sAbxzkU97koonJER7t4xY8Gjy0IhqIGw8/SnZV1odok7M35I73FWqbUTfc+hEWMgq3pMFa81MgI6Wyjonx4UoV56Ta7fFyUx2WbitAVh68VezuK5NUqt/k7GNV/R4TaTR5qMqIDdKkVvjKnX8SgGxPMZxPsc8kr72AkmP89af+vBSdsJwJ8Wlgdtq8zEqaLPLR6ivfJJpHu7yHKXwrjX3+byt2avP1lh+HgIXk9p74JB6Rz2kGNfjOkElg+kpUsw3Q21OnOfmM1uVRD9txfRxVmKLZeCRc0Ur9d/Bk6UvCDnEAkN4FyEz23eoVK9Lc6o0tEL2rl4jnMdUH1DDTylrVmpKycTK7A1IvxZtog0KN6DgxUZJxOsKD6N8e+KFCyxJSd9AcqwU1BsSLMR47ztwWF3CP9WGf1dJpHo+SsijKHpzmktk8mBqTYc8E8Iffx9jIXQIpZfntmYZMErBC0KWCBm0R8vXqLlzrlVyEnDdx7qeOHm2bZOV+82Z3mpLmIGX0lpeE8bGlnUDQKpo2ZMVAAzQuvzJeVU1e2f44L1TqtSkqju+YNTaeKgSEoiFy5X5SCp1eXEHs5UFuHtfWQ0clfaI1n7VXph7Y+pLHiPNOCXcUKIFsG9SMY1R6EuaU95xEjIgS4zZse3kmeHRQnClUMvBe48Mv/G97ys3R9UJ9Y++V4dUPOWswrDOC1jxTN38ljxAKhTRZ8cgS9dwbyStkyt9eRoabGbsDNfhcz2pmh/i02Hk/aSmxgZZJnhypGjOSh+qeLHsKeEavmzztvrbk1YQrvht899Y1CNAG2RBSxN/Dm25l1x97qEWfXRvL/60V222QH7rD0Iw/pu59R7JBbahxJDrpQa5584qj+3CGc/Kdlkkt6gi5HVVGDwvQGOQpW/w8jgHCbq1waEqrXq2AKIzpWG8/0Qz3JYCFp0P7OnS+m+QkMwChYDIh0LII+yhCcoQx+op76jKAN8Q3VBdcJuA1jZZdrcIZG3YAB+RkleeK/aeCxnUXgWkLvPP8N5MGooqFQKhh5SKTj+z5s9u/FyeQxt7mHPyqfSPsVLhkuqsPAPV+DAonXrrreFf/rN/4XBBLMYodrcJY+V+5h/Z+ylnXfuq9v8ID+uL1Xj/FAExMZEsbSnxIyOZBE9Rwkjf0991//HXsjxaEl4jiMscjjTbHEKnLwPnXHqS/R1aNdcFvFNGFDSblIXhtbF0fIzx2/mpvR3Glipcrh5r/jRtTmoBPYKs3mteqbyynRc5obfYamF387xVg92+TvFO84p4pxYMwl7O8GkbjzTX0OU2ldluIwm/CQ9LOW1yoohEIZyfULECVoS/8R7l0gCrnmFmxV2mq7HoVD+wwVGiQsY54Fp6Ghe+YN/bMwLIksJLqBieLIUL4sm6vRGQleJLgKxUFxRftmUlXjnvIdoNCHxdVVNiSoxfk0tqo4w9VLf03rUeQIVF+byoLEjBJ+WRPvMr9w+/+e2TwxMH9wzbNUY5roa//MWHw5/82UvDu2+dUYSLTKA3FD5+7RNNhUrhU1FQRlmAIZ7ozoMM/0xuVBsNMmeAq4T0OfrCvLQME6MXavo79DXtHTeBnlOP55Nnb16Zc6d5n46fGwPgPS58IfDy69/73vDYk08O51SQgiJFGJxOvy+vjsAUxscjivIAWJB/xX2gE3S29IdL+C3hgoyjI2MIvSfaqAtQNE5A1/KPogf4DTijFUTC+xQ54CrRtJvgO7xgQrqiAUrMn3hYFQ3v2aOc/2vDO++8735epDfsUijsHuXlpicg1WhTYKZ707UcmDYcWyTzhAyipQr806GPzv9lbdqJEJ0re6paQBlo5fx195541KuTcIVpacYE0/po2XvSgMq/OcabtO1jfZJvG65uQmliyvELzK8Vhhl59NvxGqt+t0BO80eYBtHj8yf9kJNXzp+a+SB4woBWfdUzzgl6GuPiGZMnMNearHKza/ttq9a5bVjp6sJm2fLUd5yUm1rHcVDLtsDZGNtbtHyvWs/kuxT4HCXS4rys9Kgtfa9no/LfHYMiyuABQgS2FIrA3zBrF14oElnY4F6PeJRYl1FJLAU2c5XZ4ny8WFhRaFZpIeG8gyinlOrlfHIpXKUM7m1rX4k6g6SyGnE9hwWmMlX6plTInk7ZJJBFyXSYOzlRbZF03yQNiv4ZPCegcof6ge1Q+MVlgaz35Wa+5pBEwi0ma4w3d01bU14qCulVXq7khIVODExcaY7nDsgyI/ZcRIhEeYzinEqE1U/JVp8oq3PaQZp5bxrcjVIxnxWj4PJdiZCKgBk096EktCyaAlpUAaOMs3mJw5IYRiWwazxgTMDvFXn0roppshY5hrFyvQJa5ldhWpO86O/X2p4JRzTIktzapHDJG7qGC/8DLOhvRHl3KtPxLAaczHNCNWxvEy0eOHh4+B0l+e5TpUu8nwiBHQoX+OiMusfT90pzl/42lCKXUiy6C6OOMLQHStfKHCe3ylXCQql+LlctrFC8APqqxsYZtQlcoAS61PG2ivnc6qPDfUqZ9VSbwRQR1fK3WX3kJSaPrG9z6Zwy8QjulzCteHEdjtfXrsvTg4xXHxtFofi6v+F6TV9TQYhcKHQJJbuNOP1i6Kujb/BWbVKo4SV5mN++ICOJ4+zZKukL5isTXgdAbfptdsO1i1+MPNKgJXuX8WHNbOPeaOUuAwkjZp8TKgigw2p6VR4iA2b2ugQqpOLG3MrJ6ByqjRt5PsJdKHyTgidWyqoqYHuneq/lISZl2WsvT1YXioDfUPq8+UE3JfZ6lFeRQjYYKQDlzA9h0ADZvcol2yvP1RuvvDz8r//8f1bDzJ+7uh5rTuPWWpq6dPhFe7SaRszL8t+kNDD1M3E0eqj7szZ4FCheiG5g8/pizVN6JiZjWj6p70cBMF68vvLuXJjG4OOyzJuucp0uthBK7FeD3cptgeWWvjNS/yjj+tnnt2NTRR7lNsvyefHY5mkLA64F6DGNPH7G+3smUmk1vK+2+Xippu/uQbjCRbYAsjit92L4KUTTXhp/54+IomCzBYC57YrzU7DyE1Q36Sj2vkoGoujaCKH9G48IBjd6QQGyUgkxwLFkkZ9ktoYLUzjtiZBDvlz41HyLK4R2ASzkJBIueEvhYpt3HxmOPfpcPFmb1GOwmqcHZPFs4jcbWHhb0uNFdsEd6QPq/XZeIcFXLqqHFeXAiWCwMbGaoQtUrNM+Xae+c1v3bhp+8/vPDt94+thwTB6TzbrkO+dvD3/8w1PDf/jLF9RIV8UgCO+mn5yagKupnMZCTzr686UEeTFvz1ty6WYROshwP39kr02QBltm4MXDOuS3QKxlbeYsntr8G40Zdb3M6CwUbmGGszYLHlfkp54Fnvj1b39rePa55wxMLgvA3FLhsOuq0kylYYqMQXbXVRADnY7UDaJpkCHkqTrNQbwOQESWcL84joJDrAfgJY4CpVqobQmtS2hlcfnSFct0p43o2hi+3eJAAKuLHTnvV+D4xIMPDo8+8YjCFnerqNrl4dXX3lRlw1OeB0IZ6elJPyzkgo2Vjo7KPRvPeBbHITKZ+R5eSqA5z28qvDXhhA5Zt+QLeY306+sef+yZkdznFoa+6TgjXNoMdZHZNUNugb1wfN1tZAxLzGnte8yvkvcmmxkjXHnE9MlK6+HimH21UuLGs8wD5jt/+ZyaPH98NyabK3b+2oox+9SJuXk+SxhNDH9RCMV2M71Wyy1zPgePMJ+jIp7FucoGngDSksCbn1NhB9NcLa390np0iNc0hrKWmrGF+lrRTGnZeI3GsRjslMKbWSziX32+mxqXHnkicK9zUQ+Weyu2PCD/1X3rex81HjttOn8GHyyGlJBYyyOvCsrPaMXgE8esKwxBG9+NMAEXOh/D+Q0r4Om5EmabEsQBGIwp1rqo45kLx7j7GJT1CCpX5xNjvkVcwggOW+mYgJKVypj6c9V+1p44fxhg4CMQPp6HWUiJ6coTkNeMBeR0xomQKC/ZqOiUkLSFGyU8f18TI/5EfW9INAYwuv+MlYoArHi+/GfdrO7rkWUfjMrygvUZkEU5ZrxKCuuknD+5WAY5VT3IoRqJX3f/MQOj5GSY+WusFGX5g3/0j+Rxvc+VLbPWTTM9lgg3Pl9Myk+4oO/BXFboF31F7LOr7RO+F+MBfMJNhEtZBWTBB7KsySEwiPN01P1871Raa2tvL0/C5/xA07pnRsswVyFz+civVDysP3Vyg2n3Y2Nti0VlDXOSC2D4bV3EpJb38Y4WTXmue94SRuHKXiwWAhxvMeE5DFmff6ItcfqKrNQNsnSpLiSCAEulzSkEKnu592vmiHtDyQBgwBufOZHaX0fpLErKs7BWslZasdKcu9WBDsaCybVtsNEx5DjyOUsFMHafKnKyAHCaK+7ltWR9zdeKtuvx7Y0fLdIAyIQjZw9GkZrLxHgzy+rM/LgkfxpMx0pKCI5yJNTv55bCpqhk9rZKF//k//5Pwwdqf2E61+MC+nqbZShloIEqRy9jPNx81x5Oj4d19HPoQrWmpoNa65HXs89N02246jUPPU7ViGP8mRjK/D2LsfR3XQaaivrBOJr2Ml5DsNYt+tpNFyHIOs7ck4vULPS7pqfQz+qmyemeo5eqH3HF79DY3KGQPTCaPEJE5qvT/vFJxaPNdXuoo65SeksLJYyPvR9HvaxOYu19vdGkkvf8VBlty2OTaH1eBmZ7euqeMZxXzuA41BiUuPVt5wSX8ca0FIAV2olu0fvfvMqfrzZxkx6yHOmUJSy+w714akWRAPLoG0fhiy27Dg8H7n962H30yWGzCh45j45L6ruALI3NKkjkSMhI0ljh4Nskp6/JI3zh3Q8tk9cpOmHDVgpcJAKHJuS3NWfXN99UheSTw+98R16swzuHfVxD/OpvXrky/Ot//+rw8xdfEbNQtVoZYG9RbZGUAv4GiJKvBl9h32LssvyP3IxnqwLrSkb0/hj7YTUfqN/T/mGdyxsWEsu6N13VVC96CwtoRZpmR8zXxHQV2rHs1ttv//p3h6989Xm/P6twQKow7lTlXkA4vIgiTWOrgKJjpp080OjClU9c+xUjAbxyuyowEx3j6sfk2QGgCsD7szJgjQE/rR/UZkGWcAy8h7Y9952QJ2ufenNpPd96653h7XfUkFjgbr8abNOHlcrAlqcGT9EPR/q3VAhdZ7vqGPhnGfbwQqZHYuVEl/BxxV7+za+l88bw8Yee/nLN57i6Gb4F7+yzEsTZdIvH9pZZC9zMLUC9ls0AFgBDDXK1LTgW3VjtyyKI1UeVSZy/VnqrEMzcfHUGP55bizKDumuNZvZ5K/rjLJngJtDYpavn40xJgGk0bY2aLjt/pjlT+kyA2T1avI6mpPqpaxfBZKvmZ7rmJKAy5Yvz2ram8buyAoxCGhJe4rAL1zBxR8lcVlB8zWYg01BXMoj5zNf4vN7isK0YjopLEWMOq3XyTmlhPF2s5zjPyPf1rqYgSnOZMbgG1zZZtWmDQg9cmN91hVKsFtavru2ZgFG630iNwxb8hDvwoa0w7fVi/AYzdfVa38YqXu0i8xFs6WqhrFj2ug9ZGPW0y8O0ey5mwrAEMQKiwUrZescVGmFjAS3Kv15QxaGLslSRo5W+YUVX7pMVJc08o6axxEaNdqK5+bOaiTvBNY2oHV4n5sj7G86boVltLIdJBO5wligErsMnHkcj4KeffVbNaB8e9t6DEKF4CLRRlqtiE1FE8czpuhRNYIr8jAHHNFnGkofopNkpxTg6VQJluRVq1rHLajPJnds32o65jyaEWHYWq5fb+XF4bUeFCJ7dalzNkec2wgQrXPL5otx7xrHOWxiQ4Rd6Nk1x7fIWpZJn2GPpVSVMikMVKPR+5X5NJuzlWvOcV4qYjscDaCCq9cdLxTi4OWuvlOLhHGtWhS9w4GBJ5eYeP2GM3d+umMIiV8oArFfpGjHi9KBC1clvCDDKwfnNHCXPLsYPgJSLmdhTmZw7B2DpDcvhawF4HD5V3zPXrVTggRz3ZwwAKA4ZThlRmBw9b/rTpZ9TC3isplh/u3w9RhVo55q8bJfpn6aCK4QMuk8V/ajkeb2snImr2l+ES2VbscapaOrcr+ILzgfBUEPjdqxAZcxpvlZsMDxF/wqzex0WPZeZQue6FDdpRWUOhlYYGz3v/K/5ybLs7b/nsm+1le61hcjCK1uGtGzr5Z/rkX4qA7dF2ZpxLstb9mCtWvGkOYCq5ayB1BhH3lUkliUPD+4hL8ve+ryLAPnr0bCd+0+kPPfy55v5HI/HwctHb2MZLdsAEEZfV83eHcvZO3IC2QXf4FfJUPObNgxFpnKNGB3DJDrnJ5rN5NdGsYV23OcqRJ5nGgebCVgbZEWamE8JtLg5OsYFCl/sPjQcOAHIemLYsH1/IgP5EcjyWX4GT4Z/wkJ0gPYEPJ+eVpcoanDhvNMDNit6ASPdBnlIbnMNecEOHNk9/ON/+Nzw1EP7h32bFGqogVxUwYs//ct3hj/+89fURF15urcu2DNGY+Z15GrKk0UPTTfYc4GL8D1XE7T8T1hgoEz2mt+XLhrWlOP8/YyfZLYivxZeyLf+wEvS16+95j2S6/Wrw1WzIIF889fTzzwzfPmrX3X/KwpYkO6xRRV8kXPRU9I6YFGfS1/ILLBvGihJYQlGLh5F/h/975CjfmwMcBhGR+8dQK96emE4qzY9GWeKX8A74auMg4rAW1VyHq/aWTVLPnf2gq+NPrBV9yKUO5WS85yZ04ytWLHv35V3TdfIHT0DKQHoEHjd8LIlHxU6ir4SiVD71F7h8Jd1J7/8jdK5Fik94UnTqy+yuJqLfy1XsusJz40LHRcy9hzNFIRcqaxVq9xkVSb9Oce3OK75th9JrN40Y1+dmWcem/gmZfOuc2LmNz+i1dowJ7/aYzSGcU3XdmTb0q1WrkUp3K2s1mU93Gaw4xDyjJMFsp+5VyDjilBpMLg4zr7UCpCFYjwye547Ckm7U/2o8zVbmriRuS7xjPlhq63M6paxJnx+R0G24o5CXYrCNAd5UlPgivlakgA8gzdlKRstKBbOr802MpiJ5joefGFul6WMB1LX99apvTPxqmLEHAiTnUOiCfxxeJSqWlMYBZebPVLNTIHatjJGqZjrH9MczxZnPCDCOsr89Apl5ZMIb+XLiUGdlxJ4QU1X3XTTRFHgcebJKrN6AS0TEU+zSDE1lBLV2ieALApZKEhEDNWNsDV3aXTaFSrnIAtBzAjSN4R3AL9Nitveu3+/QBY/apA9Co/eDwVKe25nioSXrpg/RRpQ5K9QLt5gJcLlshpwu09TZka5gpeV90OJcPZLFBiThA4xk7ZHK2GqbVk0GBsBRFEv+w3mXgzeCpJOAshwLO87FNC/uQYhvJUT1B6MNKhtgcna6jwARylnCLauyOTrtjfa81H8rWi/AUcvnKtfkt/A8zPXXAulR+t7S+O+Kml/UZe4gS7kq+U5G/wBnO6oCeRt9axiLl3AxIrKRJfmOfxDWAJ0bDWOx9JWcIUp3lYyui3LBsU06E1/NZgtwIPGmPECEwEb+ukiNRatePloYouXlPzC6rnCcybsTs+ivjEGSDU0LK4uyQ7J4z2G9ipHw0COcNdKoOY6sZhOPXHcj4nxOoE+ifQOKWZ+UBoRFPA4jjMhMhhCDenBRZI5vfMoLU3+Igpqfng+FMCeH4cU16C9hzGGeBy5x+T96lXVFzMwEADDsV6IDMU8Z4mXjkbNuQxalEc5Z37eMgCq69fa5a9lmdbjnORPA8EVIe+zPd2T6LuPICvXnucLjdaT8TZ49aZ79js/7jgla+sPPtee/aVXvqgPQ2Of61XH2cvo6Wxptzi1C7r6qEuEZxhpWYbCR9KKAQ+EK+XaKJOQMMtYaLsuFhmUObPqHlGxtF8Xn2MZZM09nytAFo2uZSTaqp6I99z31LDr6Enl46qpMGDOi0TFYaJLWkYFZN0md0b5WHfE17YpN+jgkXs19tvDay+/rPD3q8qTFcjiXKU33JQcIQTtu994cvjWl+8dDuyCZ4lH6ZIvvHx2+Hd/8tLwohozww9u3jgnQwghggAsytpTVVCpBC7hnv6RNtSwpywD5sCpjH0jAIqsMiBCNhgJZCZXo/PxswXCCU8LvY+TX2Ct5mSRDGqt5t7iQWHzu9Ub7ZhA1sG0zlBaxCa13YBHEflAugZ/8wrbgU4S6t1FLABIDt9Gt2Ef6NncKgBPFhV/9W+jrpu+jqEJAx8bY7N5HB0y6h3JESQagO8JKyQ0Mf3doEN4FTqNruccu8jt1klymcYl2RcRKha041t/qGs5TJEcXekY6DGtt/j4KLqzmZzxvi98/btekmWPQjwJ0xa2ejH+PV0sG6e9D4tbfgRZFqK10Xy3UME8LKmZ6eoWrygZd38tg5kcHZ7S52bcC3+vxg3XutEKvrYWo5wEwd3GPYGljK+PnRJaM94F5lc0sCh4ItRWrOPyuvoINlbAT16LrLzHEKvU4riWldwVIKsE4kQ7Jewg7M9aPkZS4GVauTXGOBuyZ2iFNKrzWrjMFD8ObZDV89Ubeg76e1NPz1g0q2ccPWHwvqbliI5po07UF6aTm8UrsWQ99SqEUGdCuFSFuqxPHy2Ssf+Op8wmN3O/NCEwmg4Jm61FQ7P50iTsppX2nv/IqB5nX93zVQqlp9qeksWFbptaquKpEpPiuc/L2g7IonJRQiWLzgFZ0HszLX0cZaYZVgT9+GrFpxVCXf9TVaukvgUNBwEQxF7T78jl663YMj3lyWrl2wBIirZJXtlCdpnqWcjHU7gISc9d5CV8EMW/FA69JyTC816M2T1YrIy0sIhRI9wieXKmoRKYKLqZizwetw8IKSMFijo5Bj69PHDMfT4oAcr74kft8jW/iuGqKwr6+CVeOvaEqc+de+QCDJnrftaObnBZY+cVBmClOE1+8gA9R/TNkhB1vk6ei3wmQgT7+QixSwUzZJaAieJvLt6hYhiPVnxNj8X6GXDiCRbAwmsZkVLtF5zXEMrIlklepnvDAW4UvlPLqlP0N1W/qkIX84xXqEGMgY8rcWZ+iUPN3wExVnbYR6wh62QAVopM04KHFkAy6UQz5dOMqG/RCpcne5x3g75Rwch7KqnGWwp9JDQrTYxpOi5FRXPraan5JP+TxrRbpYxs088m5loHUJWNfBa8AYAsh28azDtr1L8z/7lvKmYFbDmHcS6UZvKkOL4HMNJzPebqv8Yzokxm9CGjJaNK/g5Neqk5bAQeUVYnaLK6bO47TIvS/KdpJ17ffnnXZSr6hpMs8/71ZM0eLfT/2a/puX2JhRMyppE8+G5GKz3Sz3ef8ACPfiY/skfmL32ysH/R2er7mOpDVPA1cg4NsBQeS6hvtRZJL7ese3TC5v79rKGb7KDFu89HssKTZb6aa6S5O4KB6oIyEoi3U8F26+57h/33PT7sPPyYqsvdEy+WPTrsjU5NYFpR8pEx4vfK06LI8FYVNTj59KPD8QcPDz/9u58O77zxrvYEoyTPe4vze7/4zKPDd75y//DQ0a3Ddm2hGxrChwpr/pM/f3H40X98Zbh2XjJGxbCuXz+vseG9AmQFaJH/C8giFNHhf0i5cQ9PdBr6Lwptw1HpRA20VjMxdKjhjGhn01lzX17e0Xvj1APmY1zkRRoeZW4+7iJVhGB7zeHD8E3y6gV8tiAnZ3qNKa5klGVhyQcXtyhiRz4DsjifRveOAKniWs5tBcgDqkxP4b1bt25fwAJ8TzEL5EgXIEJGUAQNoxLg30ALee0CHNBrZFuHdTsntmW6hk0IpGW3HwEPXeJK4H/I7tBnx5qwIjwfOkLxkuIXHOZ7PPet31yg9tECYWGxuAn770kxWmIUmdnxpBwfy+rkkptuN37vsdl/O7/h9B7L2mfxLQu/la/cY06akxDz0XP0mVldcREL1bpE0+T6Bf/q0iljCdUitP56tNzlg4koJ+uvZ7SUtdkErJjX+dO25TDDX2LXy8/Tbug1kUmNjVlbPnf+XKVsztd7ZrhcnJDZkBYuaSE1E+azs0bBkEVavN7sTz/zWvy6bjYJ6wxkdIXXuFZQzhId5+aLQnu5GmeHRlkJX4WOm1zWJOOivXIrR+lcOjiAZlRDvPHNHJZB1jI5stt7f4wW52nlcpsSYqahlRPa41+w4JYynT0TxfpuRgWsXpfkxaHizycqje0m09FS0ABK+DHTea7eixHV8Ic61m+KodWz8glyg3BB8uDIiYOJzz1ZqTAHvcSS6J5Z9lZI4OLJ4pY6B8Dj4iTyhm2WAHYxE1oRoLA67ErFDyRo0ksqFagAHa6EJI+UPQR41JwkG+Hg0DOEE54EKyJROLJ3A0DzPqERzFUAVejb6qXfo1wnxKRQhs8Lqc9AVglnTw+Ww+YpfU8veVnrctBIEJP3MzvDutUCTeWvfFvva72aFEdAVgCrT+ecGBBjcHDvJpZfYwHcAndvYmVuNYwxAkoJfwPE4/lClR5FDwVtMtfhJRlRZjaWTBfncDhfKCkApfqaGETEY2QE7rHVb+QWFywAksedy7x6P4YahC5T+KX5eHuH83ctR9ZSfwBVPVIKnehfx/Fzga6ImLXOuAl78Uo75LTyIEVTzLsbMqNEojRY9utD6FggC08WIGszzVR1HTfhNPgkpwwvWirCcaN4skJfTae2hps2K0m/lbRM2EQfc0JpNpIFmXHxZX6e1Z5KSofoaVSxwFMauBUx+Vb+rNck4w67W8nDGIGpZOGrRT4CbTWfzfP3utVJ7KXZk7CKI3jpcVXkxML63ALXAAAgAElEQVSWWfpjuaLeovKcMc0pzTJltUeaNlbtx5V3nYy3uUSMY9nX4xLBk5b38+zvJDDEsLROyq+9EgZb5dGyR3wCWb0Du8Kg92LRxvLSrBCXc97FOD3IaY29vQgRwxsLyJKCu3X3PcO+o48MOw4/Omzc1jlZPJEUalWBs6HJP9krd5Sjdds/OkIg6pEn7h+++/2vqnreJ8OPf/zS8MHpcy54s2/3ruHxx44Pzz8ngHVwm+cAA5DKWAw//vn7wx//yX8eTr/2wbBJRZU+VQjvrdvKwVJ4oHOw3OZF/TLNP1Iu3DTuvTPjHUvPF6IrZd5bIXJhAq2La7wISouxzHebrzdR1HT8nMLuRq2InCpZ4TUMHfQVJ0mwKCWWU4F8B9NZXm1YbnnY12tDpjk9Oe56xcDD6RXy6rvneg2SfJxpOwa/uXEwgE8/7iNKNcKAPfitq0n293W9MUJjZkz1+fqbYm1pTzQBLEBm5qH5SUWPcP6Xv/M7C1t3AllLYrUVVv+es4QwRF7LSvmocJXQ8cZb5HCllDEBdysHPve8rE0Mayl4owegQMI0zkUGOw9rW76LN2gvrNd2LY63eM0mhOl6Rdje8DXHs3H528Wpr7tOH45CoC/qPZTxrARZy7aPKBALJXzXmNKVj7gkCpaEyd1kQG2rkVbGoVvBDBOZxg89rHyW+Tn9PoJ2bZoYV21+zGfIq9q9SxedQNYCUJwdZeHOv6UFNHNsBWu1oY7EFQY07ZsCHHXOfG1H4ejnX2nfWrEXGmTNwMtIqTMm793dC7+ghE8Db6DVCtCYUzUb+2p7ESvQRYEryrx+oqpoJLgW1YboURB1jfZeWVkclxeQtfycc4sz1jZ5rVAatVRuiku4IJ9VTlY8mBFagKz1zgti88jboRwdVtiBVgAnxelv37N32K1KmJtVrnYzvZHwBBAmQcUkeQyI75729x03O7ykPhoX5Kn7RKVuCR/hioAEijW4+qULN0QZGQGr929EaIfUmNoAIjUBhL+4OFYBB+8Xe096hvhyRqOj4h9h3SF1zX+Xf097L+sci7PfREGuuQsPn3jhnJ87tHlJBW2gXBeNqChjbcBWrt1P4uacvgZKfhcWyRxOoYk5sT3fCQssIBJfaJTIcdzxwKyg93q2PHEDrEmFdis7vgGQQSfW1OrhPb7pvNwvVvZRieW5+Kz2/qQs5jJR58PXA/LYApOhwk3SPe8FDHTMJtGglS6HGcYj6xAcnQf98/u2QZYZaH4I5RLAd8VUFx1J+WKAJ+CU52tPFoMYi4LU/l9U+grcM99Fe2Eftaj1aT/XajJ/AeWMc1gywJpUc4VesblAnPGAVsZn/Ks2eAhr/qpjVogKG50mD9m4fiH77JtRKWY+Gd/4kHkzWvDr6suRCs17Z+NZmVvTKqYvuEIJcEPfu7xWqAzjsYw5Q/bz+H3ka1aMT/N33zeOq75i82AHua0AWeThYMyywYl8yXFyfLeAg6bhuuRytMNo9Owx97ouzFeu18+CkcQRClTO1H037dgz7Dny0LD90CPDRnmyMAoKQ+m3FGKX2q6tUP33ArD40Wg09uP33zv81u9+bTjxwL1qYntlePcdlXRXuO+xQ/cMj96vynT3qNCDqipe0Ta9pGu/euri8Cd/8dPhZ3/36nDrkyvDJqqRXldFQYpcALIcbiyA5eJUGEPIz6zQZsCWn60MMKNObIaV5wzx+Scl3VdQ7jg7y17llbQ/u27dd7rcJDPuRl+jvDCPLxpa0IhLJsyGuZoOMAL7us7CPXUuo8Fo3PvQRqgypGQf8pocJXNdyd96oXuvhPAjk5r44IcY9uK9yin13WyfskdajcvzTi/DuAJf7gOr9xvxZAEAbQBEHtW1Ofdr3/+DhdWbFqw3Xl98Yv4rQFaRzEoFv84dQVYE0fyVc0rYrKW9eiI+D9BaHvPy2Jtp9+dLjKuV3SVqy7DKzlMzvvZQF+8R3jVfomyiaa7q+ceFzs0XZ2nZzjXjmjXWkFETSz5cAcbGK+M+XXvTclhbm6fRLDP+MNz567OMbTl2cVOPFn0TZpLbM2WLv5fpZrxv+O5nvNoLUk/z2ScsXY+b3H2+Fsaz6qGdE7JyqLbkzAVbbfYxVO6uT1j0Nr+nyaPWpuZxNCwsPbvPHs8NbU6r2mu1SNP+dORLpdIurdfqIOuWQBaerHMKF7zoELAQOheLomPBb1KbmKWZnQTlIt9B7509dDFiknKp5OgwNVlc0QXp9UFOTXJuuB/cPCBrA/kteLIQgqj2oumt6qex79BhxekfU+PJQ+oTstNJvr4mnhQ8WniyHHqVnlV45S5e/ESJtueGjz58fzh35sxwVdUJaT6Jgu+m0oAslF15I2x969CJmFbNJ/J2mtNRrBgMIoDKqlfAqfeUlSUDozrDJBvAEVkN2KqCG0WCy+FYtp7Wdx2q1sLelDE3hrAauWXmE9BoYZZrGCSN7Cj8Kk6g9uxgjMhnDiVttcMhfAXV/B33Tdhdwk6wJuY6XZWzgWBGMqvF6vFF0esS6za4ZbijTFkEnO3p0DhJgtOLQhgGNOzLRoaNFO3ZyBTk3kW3+tXl7X2ROqhJtrdh70vn6OkYNwyGDjilQlNC5wGSLgLCX4qJ7VBEl3fXBe38ZA9p3GPIrZ81Y0qAZ1WuLG+oZ9pKXPgTr5SNzj3za/rb8+6HreOZWxNYwHyqzk3njh7UnoSigbpV3bONAOWhzR3GOW1C8vhi/s79YokIror/uya6qbjvMgHn6d34sLpEgSxP42LIc4Ms00h7MWt9Qkjcq2eu+OXnkS/LQ6z92yNuXte8ebXoiM8j+ZaP8WhrfFNBhNbtWrH05qi5ZkShL8+Tc202VZhgvFiArPbsW+dooFC0tQyyPtOTNQL4aTbm3kqPXzw1ICtRBxu2qg/S4QeGbYcfUuELNcUVnZCTBcgCoNo768fKWt+i+IIYmHmtzt97z87hO9/+leFb33x62KXS7Nev3hy2qQ8ezckJb6aN4TU911VN4Osf3Rj+3Z///fA3P/r74Yqa3m7RODYqD4tWCeQFERqYfEk136VaofdP2jyED08GipFCvXcrcmG27zp6YU63q+tCTVArCKvk+6IRZAUwWzIMr6lv1Q4becXS7SbdYXVdvG+zOrQrI3PtJ/hW5+uGVuvmMw2lDVpN1B0KPxYiGxlNZJCvYQIKTZs/IddK/vANOV3O3Wre1lxl5G25jjnRiF+aDVSUSl8TnvjN3/qvF6dp9On2BSZmZHQX/jntVP+RKesbTlsj77Kpe1kWb+dzmnFOB684fsQpSzt0sphNdx3vN7+Vbz+3oZQgmg92DeQUgcxzzxzqxetXup0WOezinEwbYbym1aAGmdNgFml+FZDFobPn+3wgqxeP6b07aPXjjYMwB/D8LU7Xovdxrnwv08D097S9Wvnzo1gZWoVBrI1mc0kL2M969WKNp3zWCbPvW5B+zlNWjGfawKWRrrhQ9iknhhF0yMpCaF49a5jBXADyxfR8a3ky15rGvnUmcWZIiJpXY53PcAEB7loXLf0/VOy9UsfP970uBRghXPAsIOuiQBbV/rzmPf6ZJ6ssTWGK5dFrZWiNpcAZQF4K49lIuKBCo7AofSpB55wsnq+BiJR5wjjWVfntmzBxmLoY7D2Hjw73PfywrJsP6v1hKRDyHuAVIxjJMYUUEwAwJbYbZZcKb+fOnxvOfnxm+PCj08MnZ88Ml86dc9NqAB0hheQjbVCYDf1ByPfKMmq1O1Sy5xRvg8O+ZgEitTcSy5/9aNld69RKSC2jrhQLsqevgEYr03HIzI1mtS+8ITPhXVK8leTuI9dW/TmYy00gl7KNjyF14TETPfR4AFihEYNGKxWtWI9PlEuaDHlm8oUqVMQyo/bLSAvFRbOFRv139AQ1bQOUCiy1rG3g13PosZg/ZoxTI/RWHGpvFMDKo5Sy7+cNnwz4mCn4M/42Un0ES3LU9OFYzMSnNoDJNRgH+VfMnUOPynvnSpC6TqpmlYV2No5UVw24zZBqvps+iomOPIK5XuDFraAV6CpA0D2p3FqiPKteTZ07GUCy5g2I8kcvbC9e4PkE5gKKfWgzgCKxZknZA5mzeBA943XBlSpcy5b23nDdrGvTWE4dQRYk5jWNJyv0WWs5rnfoYP7/kWeOilI/Y+Zh1dc4HzVu/x2eOHJeyH1+co/bPHfhmxW36LHni1oPT1z/XZumidJgqnQSK6P9k5BpN6MX76Nfoj30OnYzBQcqf6aNO9kTKz1Z/29B1qQXZKYdRUTIaxeoIXRLTc73HLx/2KGfTdv3mqc6EgBPAyCL2SylnWsQu5CQ2lS03bhl4/DQwyeGf/AH3xmePHnPsEV5OJvFnMJvA+Gv6FneO3tt+N//7KfDX//Ny8Plc58M68TfN6rh8OZ15HleVzQDnixCAgFZ9ArDg84cxJA3FemZeJ6l3rgcTSf5Ph7vCh2slV2pJ93dGzXvHTdSY+/vjn6Y6+Ded3eh16KjKfAvV122269Fl3MPUW26okoLxIl+a72aZ/FFnnTSQxeNx02z0zWmrWGGWDpKvE+mfvPCOQ+Jl8p7ry6TqZjJJ69V8Z+aizbCzJ0nPYp13/qd/2ZpNmP1j/Vr/ry5sS8PgythNW4kH7v6Zl852Tlu0Zsz3WuuNGZTzb4bBXgt7JoMZnnBFlhWpmZUBsfpmA9ifD8BIq6R6cqpNSd3ocdFb890YK4ZrrYIqEIMi6/pbxa3heXI0LnKwhjW8ujN17Pfh3GtfEXc5NXcd/mouzP3TM/iMfOSxvOrLVqT5+NcPH8R5mVon8UOVl3UhZuPW2j1Q2dhWGteq8I5vPlG62aPvQY5WrCWVncko9oX/fXy9BYzWNwfiwcvey9jWb/7DKz8+u5Me6VHabr+1FOqwVgzM0qg3lbhi6vqs0G4YIGscXCZhMT+e9eXNb7Xt/dzjda/FqkBPdXhguKKSV5Vo2DNmYsfOKa8ko5h1VgZiZWXR6A9KXy7UX07Tjz0qBKhvzAce+CBYaeaF1KulkILt7XG5HvB/gBbVtT0P4T9VYWK0FfrE5UAPn/m4+GiyvleFNC6KjCJ1dWWXiyi9G6ibK1BVinEnoN+bt6i5KSJNythGx4Kg6XBtNe7H1Vv/jD+7AnzKYS0+QUfljcCpQfe7WNqd4etF3fPc/las7wbK72lbPZNfH5pqdnmc15SNGRljaWdvsu9J6CVM7OLzWnKatm8sz1gScyvMVuxnu0vy4lORs4x9VgZY32Q/YEnv78Nb8u1MmfNT/r6EaB1iTX3UtLWJ1BZdN/PtaS0+Nh+YE9jDBwLoVSQfCvrtffHZx55QUUweHsUIylrPcpvpr5CRus+cUwVgND4xr5YvUZeqrW4an1uBXDiEwZV9grnswUvc9035Dldd+5BTz5WeWJNU+2ZasXJFy0K8dfjGA2WZsB+hUQwC6z1KAAMUO39G8W3rehMWFXh6zlqRaxG37CKS44FgfzUmVOH8ZbHYtqTk6cwILQLq/RacHqHkU17fCzkgZLg5681DjnOXmt9nkMcesq/4iHjuGaynZBRiqBQwXPzdnnuFZpKGZR19H9T+PV6/WwSf7xDQSB9555tF1Xo4ZrykOgLZWCR/nceTdHdOC8mxtl61ugzloku/K7pfpzXOtjGD50hZn/DbTnSn2n9xh3D3gPHhz37jwowqRkxuYcGUGlzYc5QvxlcKtzxEzl1k9ycXduHr/7qs8P3fuOrw7Fjil4Qi8ZvTCGlCxdvDb989fTwk//84vCTv/2FohauDRtZZ/H9dTf0UxUEnYcL7ZbXn6brDqdwpERx89oHWU1K2hfgmvG0cd/rlEUwUzQ2X/lM2Lg3limjQcLI5E2nfdTI7VZQ1Hwf9XLM2d+oPo/sca43fLYOOtd7232xcAX2rQ1E5R0ax+wvPN7e1/mz5cMik578RqMJxWe2gJjzpPk1F/Sm+SVXzF2MRAvrNDt+3bd/9x8vcNOxgo83w3wlQ6RefAud+bcI7gxvrdci0FrJEFYCMSZsIpxcnv+b6sZXv11xvp9q2fOyOL7JU1ALtgZgmwTnbDx8aOJavMdKC0CeddViArirecrFiTaTX+uVGH9OWhSCy9ah1RoWz685Wo6XQKtH28K6BramRWJNQZw7LZ/HiFfEXy896FoWlL7WXDnsU5cF+pqTt9YXM8VqOmQ+v2spHPMLtpIMUawmDPXZKmEQmajV77piN3nr3U3Qrpzzz7JyrpyStZn14q6bRnc3D2QHH7YSA8g6L5B1UYDEJdxLuZn2aveemLw4mf1FnmGgsJTHeVOIin4ZAHkqqiFoCUHlPniyHI7hvmMSzFJy1lVFo7ZU3tL1Nio08ORTXxieeObZ4cjR+4ZNysW6rRJUN5XYfJ0u97r+dSVEkxTdYYLXbqgh7PWrw3V6Fennmp7tsrxalxUy+KnKszM/KS2rMBtVPdqoHxJwO3RlOZAUwe8CBnrk6JIT3+19PvbtmgEhZqnXoq2XmcXw7P5tkDFb+J5fqz/w+BIZSbbPt/5lZSHf2lM2km7ZF0clYaKhibct8fKyLs907hnqqBHZyzdn9gXca7/GEDi/boPWRapucTwCpTDuek33Gj+b81ffo6ivJn+1PdW8rY0cc2PH8v5Y4CZL67fM+QMECiAz3z45ymG9q+cYJaHlB19jv0eBC2gNCLQaz3++ZJT6PGI9ZH2/ki8sfjIqgb6tB5mwztLGJsVuxttG/pXPDFB8fvxLYZtlGKi/JyVqMjKMV6x18q+mAxTnBaLqo1vGdybcIj/JIod+5pb2Dvlsz1qmZ7qHr2Jy4l8+T/ZS3sewo++7rH5TXa2JZ6/3mOVDU0ft0dZuTWDLY57z+/pugbimuU8LidxrlJej3Ku50bl423fv2iPj0u5hlwxMW3fsEg8U4FIJ7w3ijZv197Z9+4Zt+v70e+8Of/sXfzqcf+ctNcJWuJz4oCvodZnyBZA1DWxFmsGS8XHaL5PKPfdmQa+sR4MswSNFCGwf9glg7dt7UM+wU9HlG1V6Xc3oiUBgWfWvWg0mSmCmMN3SBW/KC3dLEQbbd+8YHn7k/uHpL5xUA9u96p+1fvj4o3PDm6+fGt547a3hykVVEFQl0pt63lsqcnQbgEVeGNUDkSk2DoTf5oecx4CrvGon1nREMQ/ImoMaH1m8YUnDHA0ZI2Wvcu608hN9RWHNjT/bUzW/wjSWudxoPhhDw8rxf5busaj3mgOMs9R3T/sODzg7Y4VOOp+dGQ+cDb+NX1UvsJZhhXa1+MDzv5YOHZHRyLvAJPONtzgXa4KsCLDFqy9Y9maDWLsIRA5a3ZO1+rWnyy6BrAZ9a3gVVl3QpWTRlBieXnPU3ONcA2dNls5igpPS//9PkDUy2lXmcwRo3b9rjUn5rI36XwKy5teevFzLsLn2y1rgZe1ts+KbFc/yebxXC5ys6GBU+lBQJxoPn1hDAn7ucc4tUKuf9FmM7XPfygy5jvaw786Ulp+tgfqoDJZF45oEEyXcLwl8xLvUikN+jxatBvrFvjOSZaPJIoN1kQv3O6LQhKytDu9LWAkC+bbAFUIP66LEqpS8hAvdVr6XzlCcvqqw7dyjZsTPDY9/4dnh3oNH3PvjpkyZV69+OlxWKMj/w96b/1iWZPd9r6qysjKz1l6nu2fpZRZO9zRHhAHZsCHYgA3DMGDAgP9C/WKaI9nmcEaybAg2ZMuyKZLgPpwZmTsgySKnq7trr8xa/P18zzkRce+7773Mqurm0OhXnZ353rs3bsSJExHne9ZbqqFy/4HSBx9H8gDSCB9Li3usVL2PCHJGrBLQeihL3X2N8xHuI3oOlqzz+/q5KHCFgz8HfQl2c9pamRWJMRrOSaDVjpEmCU7VFqEEK0hqySwpWJq28QAYBfOgfy1120ca/3LQpaDv9vvO2ZIkpGA5DWrvh3qu1OxLz4g5nk08bnrMqg8iAj0rsTZYMfpd23sJut3Fac7lIViblsXK84Nz4LcG3Oj+BGTFzZvOiNJ/uGlb1XLUSwJUdXGHsszjbEJMCfQpb8+GGYWpU7bTd45LscAXIKtxg3m+g7e1WlFz8i28Nz8MNCzlaynvdu51en633QZPdk1wWF/Lctsf3x9o969xfyXGJoWe+h1MUmshgUTOc7hkd9mkKRa95syICUoGd8EN+3cp/sBo7lfThNS4AFl974/phH7zPbW8dvK+nPewOhYflNV1oErj3S17dANUgyjvuJFaEBTfvrB67bXXV9/4hjL0Ya3SgA5kuTpUhtWjGy+tLglYHer3S2+8urr+2iUnffgf/v4vr/71v/qxLDqArKgLhUXLxTjc7xjLTn4YeGwzyEq6oIRqIItn4YZ9uHrl5TcNsvYuXlZc7jmlWZdyTO6MKKz4Z5AVk96gLI8lI90jvB4EJlG0Xb58zfv+oUDXY4GnY40N5dljuQPi/veEvV7Wu8f6LFK0UwMLgEWCiwRU3voS0Hr9dZAVfJmW+JQzSkExKsebQWPS29EVN4iGImVMejTT2icAmMoea/MxQzzmjAV+X+Kw/tlUoj6NLDLtVckCMS6fB7XXez8YN6K8tkBXigLBbn2N1BkaNqx4VQ3YsbWz/D01PxXtZ/M7zNnPKcgahae+sOLwmkOjTeRJCcVramANH0Tx/tQtDZNdd9WmvByQWn3qTBOa9+ASGNyaRiyhyUzjKMbUA/PRvShL1llA1iYKN2vY7ILaKOKM6G497QCebBrTm0ugaL/zcIpFv9CTtpFvXiZ123yDGBdw9bVa6Zvi6ZZfTzRRnJWTm7d7np8bZG1v4zSb2qlG0w7kXCGx24VMZQCwvgFPxlbXWrCNNWD9ru57qNo8ZN67p8xNjwjsT9Gq83yJXmHJ6VNes5fCa5vMput2GuxIC//YsQI08ASAVcWIyfokgBXVuMKlhfYBWQAs+cRIk/nq6oNf+vdW3/zgg9UrryoeS4ftycnj1b07D1a3bt9ZfXLnvooHPwyLlmpykQqbAGwnRxBwc/oHHbwnGt+xXAUfq2ih639QS8YgS/EMLsgIbeJ33yWsco1Xsnvjy9khaCoFU6X43Gc2DpoS2AYtau6dKW4OwjvzO1qBqhOxV/IuPLXUlv6ovSNmdRCWtb9NHfYGTXQKWtFe9iAnOO35MfZcIwVR+n5ABwIoGUgkH8anabVJJZqLDwer5rf1m01XbQzJJUYBMPZo6BBnTrRR1IoGeR9B0X0vL8pXX/p9ce8mgWW+5/i+YY8b1/Pckr8Wr8lzctpqfZrSmrNSV1Z8WvzOlMw5xmbBNJify/8x7nlGvPhsBGt9hx33O593Ay1NE57R9sOgt9UOzC3Cqd2uypoT01iJTuq24rVgo3S1Y/qc3IQxRu0dnk3h7ZjQ+F8rqeGtrJ8tJn+6WVpAQ0BugfHJCwNPtBHrRofG+SFleRwkjKaYMPMOMkkH7Q0rxcIuzonfteW6g7EIOrXrff+keLLz4vhJ/j3Zxp+urqgo7ze/+a3VW2+9ZWXVkQDWkaxXl2XRuqqi7IfKtvpUwOOyLDwvfWlv9Zu//qPV//j3f2X1b//4p6unx6oNRfFd/ZD44XMBWdrriesFDO7tHa5efvlLqxsvvaaU3JdVv0kKN/XiEZYQfe+kL6KZc9nUOjHfBOc92VPx+sNrmkS5RO5f0fgj0c5jp2NXwvZzUqbdv6P7g0+fPNJnstxhxToHyEJ551hG5j7mfQRJU+tqPNVuj3XCzeSYtu81XujzV3tP7S6ZLmq4YGYPn3kruW8TC/pAlGINW7mHzSg/b+fOnJ3cGduMpsBosgcv8ODko4V+wNru8NK9fSJreQfdak3FzbVkJmfTjmyd/SCe4YdGn35G+AkNl6yjis3ugtnY3Pqzi0ydGp0q68JfMMH089lndWIkg0DEmK/TQiMmZqrp7s/rxB/nbsRibZx+Xm6u7vNIga7tnbTdb24nX/cArAVGW/H06YGZjLbIVNHwkrA+dxfcOU9NkJ5e2caXPLRIk2T60JEvdDRPwU61ftV4oC31sQkvKWV2TdjySovzcQuxgmC+YhSYmuYyKNoEzmivu730Pm57RjFF/fbTGt+0NnZ0c9ecbQSaeWM9dSc9tj0oN/voanV4YPp1CazRN5mz3RZ3694scun4JWVfAmDdVbrzx1knC02iRXVo3ySNwfIw6a91xSm0ZZHb7KmLBZIWXr8v6DSFPx+TgSoLrj7RgUkshAFWc+nkEFbRYoOsg9VVHdRYsb7+/vurlwWyqH9xLJB19/Z9+eULZN26q9irB7JmHQtkqS6WtJukEQZgScIwyCJ172ON7+SuaoEJZEXWTIEsassIaDlVVabYtsDPHu0tKf4Olg1Bs9UlKsGwrrOQFQkTSujse5CZeMbHPEQHu7PzBW86d4BvjmBfF2p0pjpOJh4URZVpKWopVaKS4I2ctS7sIdDTr2JEOwfbJubnYLmk6agxoia8gXgUsQb5F51y/SxnYIQO5snsFv3Ud0/0kKgtFfvzHvTVD/QAvNNepdnt7EONn/gpbfbjrPtE/5winkB58c6YSr3tGynYduXMcPbnPmTOzDmKb0fN8+TwiHne4C44mUtGWII9dDDZ6kBMfvFBHxaDSozCNCMQRkbBsLxSoLntsXzvCYl+lXULMGPa8xqE+bKo+GP9mFf0QrERl47gIXkrNt7A8MkHBi1DfJV5Cd7BEmTlCHVcyTxK4gBuD2WE+cD8wdhHkMEZmunytbQorUC6bO8v8Jy6UCCL4R4LQOD6uq/1CN/UPJib8qwIRWg5c5nig7zSN3L/lQlIcEX2cO0yNpMVGvBH2RSAtZ9BpTjKyQ3K26WtKSDMX6zL/HJ+vpgeM+E6Lz2t8u0luQG+r32P34CXK9durK5cf1kxWYrNoqC1QNbFK9fCdfDg/Or3f/v3Vv/ih7+2+uQv/zhBVlh2RpBlpoIupus6/9doxt+nsWQxr/Ad/YyCsZdkxXpVfRXkeQUAACAASURBVH5JCq2D8EyQhYtYK84XQBY8EHtCcnCSE5I+IQW37ltdEMhSfJfcDcyv8oPQjwCV9vSHqn2Im7ktwwaU1MCSq6A+wyvCtRdTEeX5a0qEQWb1s+t9grHYrD3XxX99lqcWnJh+gFxdMXoojLwxp2zn2eD3UY7uskq/arDMTG9dmrL4rMnmXXGw+eKlb6aK6VJqjVe283EnKw0XeFnkOctfHk/3wVjuY6fJ0qOiyTkWif1+/toNsryZ7xzRrN1dZsNhAK3tOchK/VtS1SncFwfWHz2NzWEFlTBWz4txNEvW2rBmRJosiBTtBlqEUNQbiafNN7o6rHhyxa6NWuYFkDXTWq8tl7Z4+zdnBVk7rSqpAdy0SCwEQuKFvvgeDikfCsF0I0DYlPwiL8yDJZ68C5SZqjOf7rU+z/h+6dAZxxEaWza8kY+3gfvggSkpOo9vouGZP7f8uXvHO801S88OISqF3VM8Z2yjPXPooz9LwQtucAyThCfS3GIJchX59swQPkKO6Gtq3ZrVD0mOzhD3kv7EXslqhSAGyGK/w93jRG4sBkKkcSfhxbkIsuc+0vdKitCBLJClg/rqK19STNYvGWS98tqbSpl9YEvWXbkJ3pI//sef3lM82X1nSbyvH7IKPuagJdZLdVcu6Oc8AeGy2AGyKEqMIE92QlK4k/KYuiy6MLIHprAYFTboUVqLJDwQhE7B2KivEgcx/4tEBS7JG3FtrFULEBGL4wPb4KSrQQp4AzCo1cXaJEGIZSDdA/ChwKiLOCcoBsxQeJH+H2scFK4tusUspYWiMQJCcUSjxIIIFy7XcbLbZgjjuCVZII/CWmEtSMVGZXKjD76O9W3rWaw/FyTW5wbQBg2xp0YNKGme9RnPoU3GGSCRviRwIjMaKc69XkOoKQsPz7wgAExK6l6TC8k/eGx05alClH0NpCIneplHZmavi0FOeDVm0p3oTXBFvo09av3QLte09ZqOej5f5nqqLJqeQ7XEuiNmkLXnws6MR3V/KEUATxQIG9dsyn7un4skAzoAy2llMi+LNs6MOLwCoAQdYs4i9T4vru1WKgp7ZvQScTy6xP3RzX6G94doJTCKGdV9D8CRwCezcIYLI2uflUGRaiwM3MY5Xe5ZQQsXdnZqbq37fNHn4of4KMB9T1kRn42ClJv32kzLhM+9uKbBwLwlcHHvu0eUcaXBHjnYeoqXRwnivOn7YtF2QngFHxWZGvUn8krQor28pXT+K5B1Qy6BrLfDKzdWl6+/JphxYXVPe9ElAZh9xWspParTmf/JH/1o9Uf//J+uHvzbPxVyxZIVIIv4JIMO04U5yXpvG0DgZAyMva2JzlelbDVd4cM8SwyyNP8XtP5v3Hh5daR6Wefk+ud4XP08TrdsRu3itnlcQIZm+WXXxesBBYvOgvPnI5ssz6Fu31NlDvT+pO6Q7OOJxneOGCwXGi4rVp4prL/sdqyl9TXceah/V2Pujr1BlZAxpxSKWMr4MIZT+8uckpvfT2WEJVmlFM2nb3PiGwavnxk3zHl8yq/uZR0tcXTka0agscsFsPgsl1e5Cy7NTL91WWHB95VEZd0XbrnFFwSytnd3ndh9UqfflSZs3EyCOrFBQeVlYXcx+cFa8eFk22x+yeVixs59VvOLuf+6U4XSwyYEbd8IrUH3JcMCmw039pjNjBOasN7TpSWyyxnS9+8SpLfgigBZIZRv6mvsL8NSyL+3JaqYA4TTgKylwo7jPI707FuTT5i2SNdI4bEtaSqmHFLvoqByNbg8I8t3nu3TueZ7Ms6UinZZvLY9sYTzswC1+RzVvSNNQyhG+xiBwCHgh2Y6eKkdF5PumYWaGXhuAWen7YUJEd4QrDio0FBzyJPwwhkHBbI4HJ8Sl+WCtyFoOjaK4GjVU7ElS9arb30HS9YHq1e/JJAlSxZ9vncPd8F7q0/0Q62vW7dUdPhTxV2RwEOCxQVVCt67qBBsCa4IGPjrPxIIw5JlgZF0x1iyDLKU+Uopgg0gDZgQANKFCaIBsLC+yUqGNh7g+MSp6QEUYXFx2u6kqWtA2RJVJRVSOCwQi7BQ+ycCSYIIaBsgCwCilMWkl98/lKCrQPIEY1i3eP69e/cNtJiryFiZ4gAAz20041wTxFk/ACxqgyEUuYYM9yeAcmJlMKWtSSE4uKDucA0WLcZnq56FFgQqgDFkCsuMQRZJRTR+a7c134wNGpVFhlsNnCyAI1QN2nWPnzYTiEnYAnBSzwxa2MXQQn3s8xafEfRmQmN+476FgI3Gedwj1/eF+TpbE6jMzfGauOrMzgwvH6xFPl7SymhBJ7bnY4H+u+LV+8RCij5o9S/KqnqgTJfM/bF4DQuPeQtw67UDfdHc61q5ze4rYQv73EPFVfKdi3BCd64HbNm6QMwKrrPwGW5cWEcDLNPWib8PQEUG0AOlcIMGJ3o+91NPzvc44D2suS7LIKslc0TGO/iXdc1cQ2eUFyguTHHcdnPfDmNxtGNLrPoesUbBP9DKADF5irn2msDaxz+m3EqDblUPsseZVy6tNat2/9Kz7DI8WihjE9P/CqindcIf5d15jLZL85aCWAWqAhjEpLZ91iAS4BGgyS6SNgvWtdFrq3FGvjEv9/P55bRk3bhxw7Q6UnzqwZWXVifaY++K1gcCWZdfeW117uBo9VAP+5Mf/2j1o3/2v6zu/ps/E4Mpwc8JQCvc54gTipjXZwVZ68C96D4FWeIBg6yLAbLUZ0AWlig8FMgw6PXK+ocGDNeG7IDCbTYpoyHLFztxxHaWpSMURX3PgMi9BhZZaklqUq6CbtN0HcHikozEQh2pH72Z3jedrv79zIiRltMczql+7Trfl7/fpmhef2wc2y9QJso5pFX3pPHyEn2rP3HwjWwfisBY08svJnzjl+aN/u22Z0frLwBkneIha4i2HzZzANZN6DWMaL/tLUzawviXhfEUyjzSpldqCPuFgax2kNYhPKzeIHNntgXGGOfzNAJyWHqnRJji7u1zEs/om+sio427/fyCFDaepBvAxlU9WMNqXN7Wtzx7EWSNa3X2sF3teajDQdIBwNCP2TXmzs2KjEkPLHQhDAxWmVxaa3O0kU7P8MUSDcexbWxyy7S3sWwBzkvtjn2Z9MHPSiFHB0EA0dh2m8Y4md/a4uHgq+d0NmRW+qS0fSOL+HJ9CGQkt0irjn4jhCN0Y8nCisUPIMvJ0f1INlu5llDsWK4i12TJ+maBLCW+uKTsgo/l3w/IuCVwdVuugoCsj5Uh8eZHN1d3bim5hXzzLwg0XbqEYC6hUyMk29YJAq2EW4MshFcyHkqwDEsWKdrjoMdCwsi8dcNHBljqr9wRAYdYtIgtszXHmnosNLH+y/3Llq10QazljbBF5E3FfpnyjBnAJ/AUNZViL4EOZBZD0NyXQH1RqeadrEPXAq4Q0F0DxkJkLMgI1rZk5xfWQ/rgoHSAjr7bU6IPhOkCWQjn9P2inrNHemX10TXMAFq0ylrSX4ArPx8Lir7gGiyf5ii7+xUICNdPu36pr84kiaUigVorPswoE5yGBQxgFxY8QOB59YfWzaMaIQDr6PLlqGlG5jGDQTTyAUzpK+UBQth1x4tl47fPG4Tp2IvzUtO6XnHL7D6mKPej4P3cq32EpHDu5sOqVK+Q1SUmCoAcCDzZspmaScb6QBnRUAw8UDzkEwEarFcArINDCmyLv6UQYJ4BUgBMwMexrLRYYhnLpcOj1WWl9WYO4IVHAG7EUtHp4PDQPAnoIeYS3jU/qC2KJ/MdfTiGnwHaVgpcWB0eHa6uXNb60nf31OaJ7sXdijIHB0dH7j/3RJsSZtUO2e6YayzID+WS6+dc2penVwBiACRxkpDjop5PGwCs44ehqNhXuwcaCyDuhLaV7RQqXtIYLilFOTdGJtKQOlAyXJB1dzyjIasVCHkOekY9F+agmJJYau3vmmYAHgoFgCYvg6GaxnSDrDVpF8j6MnmuTDFx7lWyD56VCpY8jwCi0CtEj5C3Ys/se2h5bFQ3uyVLsVdq5+jwquhyTSDrnEEWyS9e/9rbqxtfemV1omZ+9zd+Z/Ub/+SHq0//8k/kLqi9Tj8kvqAAb4Cs6GNYshjJ6Q7Veb+CvDEjnhV4v1myAmTBT9cFEq/InfEc1klSuDt9e3g75PLwX02yTA1EnEm67mmA7HPnu6Uo1jptYD2vBBZ6ZoIrsiniJkhCjJj33A9qzWefi8b99wBwB1FucpbO94bkq1Ge8Z5gTj39axfA6vQe2zwbwDJvD5bZoE2X+0/V2/mghjXVdr6JpXC2lw4PieOShdu4Iai7SDiu207RdXl784g2gKx+Q/nvD5/MWivmPxXZxmEPlusl4rel4HtiY8sTaOlRa/SN+xtx/fcUdK3fMj8ok6vzeaFlnBLfR2lKjrHx9c6F3+t4fX7Z1JXxfrJo9H4nO+e5W09aYwc3Ox/d9H1tWtXfvvVkq1ue4RlnMxksWd6c1h5bJ4NviLEOgHR5Guueok0NZUrbdm/b1NZbm25G0DUEwgKZnUy97aYP0GA2L7NhLDnnZoF0bwna192zVra2u0SRIl21uRmkltA2l/ei1ZH+y88Z52fROli0G29v9Jw8xeOvQHUAFS5n3uBsMQh3nuhnrP1ysomeQqSYvcmSM6Aa5sWCbDjZcSWCYbiKoUWX9lxalLCeAbIAKZFmt1uyOLCBW/oxyDpYXXnpdYGs79qS9cqX3lgdHl5RG4CsB6s7Ald3lPTitgsq31x99Nd/tfpUqdpPVCsF68olCawHEvg8OixZKlRJql+7R2FFoXaX3FoQArBk2XpnYXiwZBlkSasPUMAqZxfHSIsMEAkho++HkeQheKOKKMZMpLXb54V16/EZNLO7HhZALBARh+Q7LKwI3NjCcGCghUCDleOeXB8fSKjtRWLTnaRcGXVdWI7KooHbZoEsjVeT7fT6mcp6D+G1QFbWMQtXnnCQAmSVu1/FFBkYMf484U6wbhm0SaAWULLFDF5DSIaOje0jPqvcFMOyGZYx3MUQ6u2CqAc/MshSe4CsK8qsJmCBAIfl1fWC9cMs8N4g1tr65P3aYtWf0HV6U2irJfozPQ/ma9X7cO2VXiPcVW3QXgqMlhdiDYVWHmvfIwOkq5cDRNS6MMh6cH91+9NPV/cFsp5qPuHXgwPNs35wR72jbJjEMx4JgOwLVBA7eZ/kNAAyQLGSIFwW6GT+AWSPBHIMNMQngFFblwRu4BFnXYOPDgXApKSA9sz9MRYwASZQKgqHI/XzSECL+bijvp0AeBDQBWxJwsB8EQdD2YcnsgijmDhQprt9gciHUmA8FE+ab9XfPeo66TcgDuAEH+1rbPAkY3GWT9FhT+M70HOxegLefK1ouK9+AhahNODrKUoQuY5dlCX7ynW5yJneAVRYf64RBd+m1TnO+lDcdAfDuNaZBT2Pg4DfYrTccPKquCYt1ME9cca6RYMUmsj8m17XneHYB20Zhve0QACcUcYiLObd4h/7bTx0KnmsWbIEskgiocoVDWS98c7XVl/9prKuHu2t/vk/+63V//GrP1h98ud/KqWS6h4aZIm3SAJhkBXnPSsmAErxfvW7LY3JH01x03zDqp9xn2VBlDPiKccDMmaN85oscFfEH+cNsqhDiLorkwt53YTFz73I+cyVq1/s2lzPggpPhzaTeDnErh7eBJYjYk92av5yjRxpahcBWqixzscc72M7iD08OKTf0m3YA3lyUxu2mlTkLNOyfzp9/mmA1rTF7XO2/nTGP7tnB3AZTvbW3GiE6Qq+oha80Ok7cnNwWq2iaK5WX8Uuro2obc2xJnsn1ns2H9pS3+v+c//xWp2s2LTH19ylb47yym940zSXULvp+2i/XF0WpssnycwEP7vMbUy7PdCovtihSWn25PU+FPNvZM62oYyaotpcx/YGDYY/jgU2vljem1i6r8ntTL/ukjd9zggMeXZUSJ+Oez5WKqfH5pSuQikMZAWO6Z6STU3aKDC6jALqjpQx1sHEIu0b3Rf4xuTtS28OLOOOFPbNY9M2pnzf6VdAcWrBCaF2jWbDWqrvzuqr3NvsNDkzLWquttC+02cByM3GFnt9AqENbRo46UKnaneBSoAGWnZZYnDnS6F/1MPF3xxjJbBMdqK+pr3cQ5AMrX66I6aFAo2+06A7TkuHMa6CaB1JUGELbMVHMgyEVIpXXlIMwqvNkvXKG29IELyq9O9K4X4XdyvFYgls3aXWl8DVzwSyPrn5MwtqWFcQKPcTZD1RjAIgC4ETK5TdBQFYWLIAWRbiQgBCIHdQNguQ/qPt5x7AFe/tAoXlhXXH+wqaT35LmQnS+SABhSBM5J7IXFmmQ4Cza1eCKs0DwiYCMneG652sOBRMlsCKtQmJBsvAfVlCEEqr5kvxXwj6oV1GuDufihdfh6Bl61bEijm2KhURTmzhfmI5CIAQbj9YPonniOVooRbKpKBairZw5Yr2nDXM44hxwWvhgpgugbqOdqlVRqvOQGk+ifgu5sXCa27XT9XnPc3ToYAFYAt6Mhy7uGLRslQHfdN6mK5tvTh0uCcFwDrbPm1XFPpRe5PnvrfRsi5ONLgxZkoJ8PGhwAJgq/Yju/HpO0DT/du3HDOzL1rsY2UUXVCAML9PpUyw9U5zz1wDrFFaMFcAFlxn7S6IZYnYR0AWCRHE99AeIBXfyZIlGmIFxJLFPHI9Lov80DFbqwTQsJxxn58lIAgf7Om+q7JIsKZo74EAFpYzSh8AfOkztegeKHun+UxzRRFxlAJcd6xxsoPsC+QBvrHQYVGGqnvwta6Dpg+0brF82bKqfuKKiOB+H0CnNonRvKTsejdefjVdRoOP4Ums47hNejy2fNX5kedEiiPhMcWEJlDGuwO+wdIEYbxM0hrMZXletJIJeSZFQoT4Zw8S1k4FGOm+iOkM1+lSnLCOrShJwF2FXeugm58htmR98P7qBlkE1ebBwRWBYUDWudU9jffgpWurL331y6u3v/3V1bXX9lf/5//226v/9R/+YPXRn/6xQDAgS4XXNfeGNvTJ64lxo9Aoq9tUDgnyzNZIuVoOoSHjNYwxeLpAFmM+t7p+Q/W9rlxJkMVajzyysSuyYYz55eaHPbSvfvT+xF/RRiUsCSGIvaXiBmP+rCrM/W9tTBsTtgU9mmxQbDQee8PfZwdH3hEnrYU8vuEB+fGzPWfa5pola/sjg4Zbsv41qD1RPEWjVSdvtFQuPy7mculVGLDJ2Lv6277f3Ka55+/9l//NhNxLRWwnQuECGt0JsmYak3nfU8ewcUjhix+aw42v3Pw2fl8HqGdkA/nPALLmTQRoqckLqWdBbs/P57aqvvHw1/xoHlliJ9jbuEiGZ9SmVkKy7glXpSnzTRdaaIGKoUPgK8AYba8pLgrAxF0peESw/aZXE94GDXBcm2Bo7Ub4Yrm12kxCEFzYzNttC6Bi4TlN9IFu+dMvY+Nf6sewYc8Oky14Z9ZQjX0AWRuIuGkDLRp0Oi7Rc3v7c3pub4shZHLZFHYtXEigJeYCCwLCNzVM4pW8lb9xlal5H7/3lRlEX+stBPGwWhHzAT+gyYVfESDtaoa7oGNFMgug2q+CvhQjxn9fKnSlcH9l9c0P/87qPcdkCWRJ2DvRxN6Xu+A9WbHuALYkXN2+/aktWR9/9NerB9Kqs34uKlYBNzNcnh6rSOVjQJYtWQJM6S54Xq545wCAuLMgjtiipCQNAIUEWbhzFcjSzQZZTn5h60wAh9Coc9gH6SafNYEgyVrLurkQFTjFWtSD/6EfL8cjSRi1y5HuBZRQ3wyw5Rid2qFM95ydnEdAVmx89U3uDU14jLnGLz4+isQJgGGaiMQHEYsTyQ+Q1qKqUQMficDCGldALLlFNGpuhbhjGhhFIhSn9Web82ZgRmJXcl8L3Bv86zrcBxFQEYa5/AkxG/rtZC081yAFIVZ8bHCHC1PuC+5KuQpOl/K4wy4LMkO8rfeY2Ge7DB89LaHC1EWrLxDzgNo9uMSlcO1C39yPkgOXTK2BYwGZc7pmD0DrPOaxh+NmC40PBZiwgOCmV5ZLLISOAQRoJqCoRBgBNvO8K8setmEwAGA+gUDUDNLcYP2xNSCABu3adRgXUyxO6gd0vyxwAzgwcMMFUOva1jcpMS6q3w/v4b56z/cSg3Ne/Iry5pHawCJG3puDI1ljcXfVWNgDAOKXMoaMZ90CcKqvF7UnXdIzL8nlED6/feeulCFqT59flOXrilKY07bd3VAm2DIn0KjnRKrziBMrfo7tLObJw29nRe6vXiK53+X82BJmGg1niy5xrKXXVrj+mhualT+FO91jUOP9gLIVuGYeex5REtltsIDGxF0w+LReAbI+SJD1VCBLWQQNss4LZB0ru+DV1ctfeWP17vtfW73yxqXV//W///7qn37v+6uf/fEfK/b0UwHcWzICAbLUFw0nYl8KZJFAop43FQDW1kEc1qZhvZZAVsSrpmuf6EQs2ZXLAoZ2xY68mkHnolP8ji2TdT9dm2OB4uk3ubf43pBj3B+v97To15r3Wp3LE9OxTNueCg1jPbWlPpiCpxccsol1weR0bWwR1DZ1bvx83dyz8y4nQ9rw6rLhOj1DXpiXEFlqqPhh/bui0uYrtnR/i5Xu3H/4n//XE0put2ItP2TXhO36frI5LTxiQtxhU5hcmoLW5gmKxbAt6UIXGDZMdB7OBS3aBrDE+LkQ12xnc2Hfj+qLIJwOpszd9qbJA2Pv2LgMZhXmY0PJ5/jMjoO73Ii87Uw5YQJexj5Yi+w7Q4MTGoaoHzF2qI7wtjGwNujFFpTVeaUDi10byyb+6nzjFrYArU0AbuSm6YY/B1nxfsp9Y7/m4HHe5+m980Oo97/TIq7Z9sxZb9rm7DsX+jvSeZ2mfXzx3QDIFjf9fqDFoYYrzAUf/FgJiKsg3oHDMF79evcjBYkph8c14x7lT8ycaOSJBUIwF1AYrDOO03FsE8kviBeJBBLhHheuIK4mdA6Q9erqGx9+d/XetwWy3njTIItj/L4sWHYZTJB1V+5VNz/62ermz/5KNbSkwdUg9wWyyM5nza0sWY9VV6VAlrP6AfwsvGXMAOJIgixbY5gTATInvLBbFWNBCwzIwj1lXRngBAELu0BMUQi/IRsiVAAkAZRFczL4SdBNwMuF4S4IyJKrlT5HGHkkmhXIwnXQVsk8iSr2J7Tk6fSJcJigamm/5daItdJfBggSvCUEI1BewhKoj/kMKwG8htAE+KokGFiU4ANAE9aO0B5HzB99w70ToRce4+UYG74HfUNnYtoylTu48tjZ5jDywZ9SAmjs8Cl0MBDzthbWrFD46X5ZgXB5c0ZGrEaM1/Mzrrq+rzOOsGrMVuXkhn68t/0i92yD6BLecv1Fc/qnjkGrewIeAFasRxdFxwBZwTMALCyqjvXDHTVjFJ0kIUEr8w1wjBgq1pKsi6aXMkwSb4W7KJatjLXC0okS4yEWKH0OptpTTCKxfYwEKxTgzW1YuQI9RW+sWgI+Ie3ynYC+aE5yC8AP4OpAayn6If5gDMyAY+oQ4AXGZCHGXQvX1j1ZoIipfKS1bxAnHr0oQHYo8MMrErYApuDnmGcsdHfv3NGz5Faozwtkwd93ZQlDGYR7ryZZ/xGTlQI74FR/F8iCtxDu6Ufw/CiipZW97ZUBNP0qkJW2FvYMg+H8cW099TNi5NijWF6VpS/nNAV6+A7hvOw0dwUSP1UhdCbkqtKww8uAjfWYrCkzTmOysGRd1diviP7KLiiQtX/98ur6l15dvffBu6vXv3pp9S//xY9X//Mvf3/116qT9fi+YlMf6Jniqz2AqEFWWKWF6kNJ1ISI+fk2XxRzNfMUWJQlC1dNW6WhulD1NRVLviyQhcU6VltmWzTYCl5rXhNNCTRdj7veTWTRth9PZYNg7PgsZCr2jNkY24NmAIi53NKJXbL08q0zS5bX064X87brmhf7fXkvLLW6JEuN19UId/iqbe3wc4GsLS2f+w/+s/9qQu9lwLNhSvLjXVMWion1NsZn1fdLrlQTxp43U3ta8TWyxLCAwpWoa4fifFo2fUTTMPnyVNmNxZsd2qQpVeMgHhZb+Vyz0IZL4/mzQSQKr48nIG6J9MNn869rDN2sklcsaIU8jtwIQicdPa19oXUzaTsZBzKFoxNoI+g5XyQdiJg4QR/9tw3otuuSZqG937IlbOCtGEc8r1413rX1MPRt/G7y3IHXzY9to0qKG2+u93N6bfJO3j/ZJJIvgvbTdubjiEtiUhbHtECuxb6dCuw26iVfmGOmYy0+MhMkl7Q+YK1CqA4XQYTYytwWFoB+EAYTjVO2tE57NsF6VrgdAt6zZo/eoCF/qkM+Mp5FrSwnj3DRYFzMIrYnrFkR2Iy74KFBlrILCmS9rOyCl1UThqE0kCWL1h25E+He9PHNjwyy7hDnoouI30ALz8owyHoAyJK2nZTGCB4IYqo5gwAnSdXCugesvoS7j+5Day/rl+NaiDdA+CJQnp80lba9NKbC+92Ez/R5WLrSvTenBKHbAgqt+jAHVAFGClQgYO9ZqGMcF2Rt41YESRIN3JdlDrCFtcEgNd3lwpJYckQczhX/2mL71CfXyYLSgBn9o8/OOOcYKQnvuFySxEBCkmNrMt04GeEOnEAhssoRi8VvgJeFW4ws6ZKK9cseZAjOskwwLwjOrpVml1VcAUOoD2FbSRc0JkAFIIAED8Tm4AIHUInsdDCmCpuqXbu+6j3342IGL2Nhcaxbgpphx8k16hW7KGdNz8VhD57EdOQ6L3/G3GdiXwjBnKQRd++G+xxueMQHGhjaUiKOp2QCpQzEj7jaPcTKqvcMDVfKqAvWQTdjhpbOBInL3QNZtoiBAkwpjookGPAJWQFJWsF8kRL+0hFxXod+5j1ZmrCcuTwAfdIPvAIPwU+aSIPYC8RuEe+lOXig9QWTkIjCsXAiuo2ZetYFZe+0RQwrdeuIHQAAIABJREFUscbBxJDE4pJcBU+0yTyQEsQJOdRvXCGPlFSDdQdwY5wGw6IP/M64sPbgJgnNLgnMQDdnQrRbrYAiCVsEsh6pbSyZxFAaMBpkYRUkqc2JQRZKiVA0QEv+jmyVttbnPg0PWFmSZxb8aJ530g7xl7N4KtYMRYaK4cKfAEWAFkRx+nCfhwG4LI8E8ocxzdt8dufWbYGsT+0afF11ruhbxZN13qxjph8WAbJkySK7oD7GkrUnkEW9qTsA16uy6r3+0urr33lv9ebbB6vf+r9/uvon/+33V3/1//xEIOvjzw1keTXBB+kK7hIWouNVxfERNwi/Qq9yFSzgGyqgWGOcF0vWrJE+8XenT9NtIOikQqUn/pkduinTNbHLLurT9nr7/d7TlIE9O9Cagayk33x8k7E/gxVqnXZn/6SKhC/daUXTXPbIC0sqWXzigjy02H7O9qgmOfsI1u8493f/k/9irQsjSNk0oWf5fBtTdI3dDkrkxnSaQbf+5+Ff95SwurHvsXpjaS2Awv71el9D2J0vyOUxrbWdGp6+YJP9F/uQm8SG/pWmbBTCJ0ijmDJQYXuNsPJJmmznAgDm/1qYAX1ioy8zeymq+n2etAlNlzea3o+6twMxNLWbeaMDuXXOmNN5aU4nYGX2mMk4fIBt6cfAO/OeNB736ZhAa7jIwN33F1CLC/t99VwQSIe6xW91nZ3mZuC/PSa/6A5e+cDTLKjhmjjgi3c6x4/txjrTjzWHkV0wauVIKE6tNUJXxOrUlhYd93HQxpAEm/SxX+/EDb4+XEDQ1iK4WD5NSwnacQRs0qw7hbuz2GHJoq5VHLTOzOWUvxIQFZP1jQ++u3r329+RS8xbqyMd3DT+UMWH7xKP5ZiscCn6WMkvbn7071SoWCBLD614D8b+ROmMH99XMoFjYl0AWViyAmQhvJ2/gHZcyRagDcKYsRYgS30FZOm3M1dZRIvg6gAsUZS1XnYlgi3a90HA4IUMeofGdt2Jl0GWMibSDIIswi+CGC5yCHtYaJzGPePmwl3wvgXSB7g/OnU2mvaMAUmeKLBl+/jQx3IJc5C6Po+2JTiKZq4F5sQXEjjFDyQ1II03449EGVgg9myd4XnHAkUntlYhoNJ3wBf1saTywS3UwqYi7JzQgtT8kuUNsAOkRg01nqP71C4WjXty+3qE9UvvD+WmRsY9hHeDLNFgBFkP3denfi6ALFwKw42sXuvrthb4dLEtKU8mVwRT57zHuitXpaeV2dUgiux5Zcl6HCALoJNWTiuqACtSNpwwh3duKcZQgExrArdHQKd3c1sAsZ4EOIX+kdIdS5boLgDkQt+KmTrQD/NC7S1Am91bRYb9w325z+nZaoAEGScCU/DhPveoPAB0IhbKWf0AWVimoLeABoDloe7BXAVI5D7G9Uh9J/brotK94+bImjqR1e6p5pskFgeXZW0mzbhiJh8JwFECgTFdviKgnHFdxFDBX6yLfT2LuYb37qrAOHxpy6XXwL5rKwGqLlxSfJrc7fZkVTNgZU/RlLDmAmTJsqc+XLl21cA8Ct3iRkrCCCxxrCMSMIjPM/vcQwFbQBTjQrlAP6/rfrKSogwgkc5dAa2nCfqPlA2RtcmaAoS5eHa6qVkgN8jSZ7qe3jlTo8Z0R4CYchHXZcliPQdPTr0A5mdxgazrBllP5Tp6TeO4rifvrW4BatXHq2+8tvrmL3599dbXDla//es/Xf1Pv/yrtmQ92gqyAMoClwk85vLI2rnqfW561tY5XZ/zPhRopPfHPXXP8VhTkBWrKYBVgF7+jvMh1msoo2LP7K96dj9//Fc7nHJ/Q7HakNdcNuAh42dDWxM5YnrGRWKOTYf4uuww3VE2vZspKy2rBmWWZMPTtfnZXGXH2JIZZ3tqyZcxcdHzRqniLcg+zuRw7tXH3kM3k/hUAzsLBj33S//Rfzrhjm2WpPnTTyPE1j3bBdQuUG4aYRfsNtPAh9CClGlNb0iwW8BTN9MuAQETqZizMemwLP3ZQMp81nwuq53JKLJSvFf/wPZ17VobzdVgnRYhgPHwSIlcoHF97obx6M8CWcHf2Y/mNx4ahIjJ6gvThfr4ZwExmLtoF7+9C03AwjY+iO5G+2M/NvFQAaz19OnT0Z7umZt4Y755TtvuGvsdG5a+xpKw9OrCaW38BWBzU200jFlq11uJAPFzYxnez5/zLG7Aa31Nvq+12A+Y6eEd8xeroUBWaXWJf7CLDzEUE+G0wFNu++1AXqdYc3vJINkCalgTELINRQAfaKCd0huQhasgQj7ac/YJLC45t3KHcczFOWnUFZP19Q9+0SDr1Te/LJB1zR06BmQpQ9kIsm5+9JFismTJuv1JxIGR5Uxa5wBLBbIQmCSs6pCPxBcCCwqod5ZBCmbSeLMEaT1hbcPCQByXBBOnmi/XXC+QIWaneMEHzghslkBWCRtxwNgTUU3bkoV7nIvShhud3bdIa451T/OIcIflgaLOuH8BssLlMkCWBR6sHtRFyng51xrS51V3iX0JywEvLArUMSPRwugiRWHaffoA/whgGjDpvqp3hZugsKH7X0uJvrY+IHwiRukarA1YZ2Ks5WpHbFIkynB9J/2QdON+WrIQSknjTVzdRUBEZmfDOoG72CMR7IGLaBOvgrUoQRYFjLEQtn2z9s/8fSaL8Wx/8X4cQhL0JHaPfyQ/sNUuE6NgUXINLL0vkPUkQZbjPCyIK4ZFYPkYa4lcWeEIgCj1spgHrHQGp9BFQOWh0p7zChfOcCEEEENUZ2sUvbAMH5PcRd+hDDAgVpIMVjMWJKfy1/Md90Q6fECWraJhPWxg3VkpBeTEY7Rra5jacGp5gBPWT5JvyEJFLabje7cMkmwhEzAW9HOCjMdcC6DSOryiJBkAIidtEejAwsXBsi9hPFLEK2ueshrCl1yPlZ09Gp7ATfDikdzPVHuJ9iONdygtoD9rgn4xN85CmWnhDSj3r+hHIAtlgssg6I4s+Ayv3ZGbIuuJNlgzl+EjjQta4fKJIoNlT3ZF+CxAVlh9J2cdNMc6nIsZvrdCRGAYpQj8fFXFg505M8/VqQLdXNUYroGsl8KSZZB18Zp4TSBL7Qk9rq6++bos/QJZsmT9zq//ZPVP/rtfW/07LFn3bko5JOuZxiSD5sxd8LMBWawHW8FRuGgvDZAVbqYts22OLlykMzFOnQ/+roOsEh27/NdpE7LGuDbTMuWlOT37Q284XlwyzXRfiNamAKgK5U53geHdguy58dr2xbpsshkc7m7tbFdsl5/GtopsS3JrUyTXkZ2iVOfn8KDwcTolV3PI9WyXnMqlZwFaw+RPwN4piHHug7/79yZUWAMp3uSXCbX0+S6B1iy50N6u+0atX7LqdHgL/RzbPAvICjw2G/MIsPKgrw6EQDm/Psa5DpBqUU4X7PjMviTckXW9hl3TUjM9PKAE20AoUbdh89xFP6rXJeKugawc95oroMW6qcapmG9K6xL+IgB926v3dbqhbeaNFOa38Og2GkRf8lkLm5fHMwPtXfNVI6kJmG/C85FOhePJ5pJuKNkdxwm0fmUXYsnELI2gbNTI+X6EgA3mrGcFWpN1lICvrIuRpa8DpE7TTSArhJk9J4AYLQBnBVku3zshcoAs230y5kcQZQFkAbAsyBPL4405D2BZsi5de1kxB4CsD1evvfkVx2TxOpHAeU8g6w7ughQmtiUrQBaWLITMPbkLGmTZ7U8Wn/u3bJUCMAli2V2QIP1zAlkGXPqpafXobXGQW5tBlgAJqZBPBbIqwHxcX4iCCIW1gRR9YZBI+IAFD6GQmlmOTzPIItYo0qHvYd0bQVYCVaekz3nvAAf3JkBWWC6tcR9AFvxyjHVOrwBZPWMgIMDJKQBZot8+cS+ItZpPwBI89kCC8AO01vCaABr9JGNkpHVnSOGaZesoQBQ+EP1cG4vkHoAgLGf0Hf6gr+oHta4owgvfcO2e5sSWPIMwiuIGnxlkAcgUS4TACmA4kJsagMx0M0jIc6DAFqzlDXV2ngzT5O83HfZ8Nd5bgBNLi7jcxYIT9JI98IFiiQBBzuqXliygj+lLGYMEWE9U1w3QBa3Py3IZ7pbhxlYJT0hj/kCKBV6ALD6HFpUQA+uZ3e4c/xKJS1wcWGNxu6xtNRhlFSL+irgn6qYhGJOaneeFOx3ebgGAmGvXanMGQNVnonQAroWiccS/aU5UigF3QbutUgogM3aeyOJFinisoFhEr8h1DJB1j6yKuAUC6vScS66VFTWx7qp2GCDLygBKAKgvj45FC7V7SWv/6o1XFPMF4ItECt5iNUjGRB0xXgAsYsjYz+DDA1nA9mW1A+TgSgpfGfCrcfpxW+580CBo3osax2YWtIyU8KyViEe0QiPPa3urQKsEWWXNYv8AiJGkBzDHsw2y9DuSvUyV0MGmnRlfeullZxcMSxYgC4vcVfH+xdVtQLHm9dpbr62+/uG3Vl/+qkDWvxTI+pVfXf2//0qWrLs3NSe3BK7Y6z4/kOV4TlyNtW6x+vFDnGmZOiqPQsD53APzvCoLls+vNUGtZKdOn1Lqmmq5rmfIK6aQp6/5vXUl2FSeOSPIqme3J53mjy5RTq/e9Plp2tx9TXMV331p0IyfJPcmma99P5+v9LOcW5hobq7cdtZL6HgGkDX2Zw1D7xjfuW/+nX9/IvnaxWRA5qFEWxaOCytNkePAlBse/iwgaxQ6R8AVvUuq5e/YO0qbXrO2PIqYlAQbbYJHxh+EcJ/mbno6QTOQVXSphbhOn5Ge6SlcE1/clospHzmhpNtPM+jIKOVKkizkce0ENownmTv6GXTzi6xrScsJes97nAp76Flc08FGLLLeXgWn7+DJNWC4xC8FgMbfm8DFRiGmaGx6rsHkvK1vwB3crI+gAdytg9scllkbeAim0UgBusqihiZ14pZX8zTOQWXeM+WzndLWNVVdtr2lrxMOLaGxfg9g2YqEmIShtZpzNO76PPwzMr5jG8ga1yj3LHUwKWChYwAOjHcNZIVlC6GrWbKUXRAQ5FTjjUYFshSTI5D17vsBsl5/66vOzsXrRILXfbILys3ptkDWbbnkjCALK0CBLFueHJMld0HHZMkdCZCFuyCxWATgk1TCv8ONxVjIFjBZix6ovpZ+q/Pua8RlhasgP5FxLl6V5a3WWlGsZU70OGsXgZf1LICD46kinX7ZsZ1cwm5T4TpFLStuPRG4QjOOO1MkDwnrWvBn7hrwLXPM3mDQFHWobIVCs6zP7C6ol4sM+8IQxrxH2NpBTJbi4iRIH6oPl+kLsTO67xMlF7lNhkNmnf7rh4QcCMg8p0DTPgIp8VOarxMsiLi/EeeFMG+Xwkjd77gbPmN8judiAqAJgEnJPzL5RaTajgQluK3dRzjW8wpk2Y0RS5atRuMSSP7Kc2j6VYzXL9Nwic/zs6JPzj5cD/gUvLKg7vpvZFmjRpWsPrjc4f6Ju90T16Rjqp7IcnVvdU9Wmwd3wtpwiTg3xU/F3MhqRUZL8RXp2wE5rmtFcgqNKhKhRAY9nkliBZ4Jn0CHqE+mZ2Th7UrWAG/ABw9I/U9CDsCf7rFlFKumDi/a4H6IB3iITJCyrqoPAOV7AjJYMAG9prHjoikAi5uYqOAYJXhMa8lzhLVHGRapW0emT/WBQsSP7HrL/bK2kaGQeDyNkfgwu0AajEf8FGv9sc6+S4o7uyyQIvNzqjrYJ2K+cDM1yNLfhwJYWN4KZAFwHX+WygCXFlDfAEB3tG/gnhrzr6cZKIX4b44BXMUB798AJZQPdrf2s4NZTKu0FnvtY6HV2OAD3A0BWiRnIfGF3T1NtzpT+podebbqZF1XCneupkbgRbk+PtH479yX8kftXXvrdcVkfWv1la8drn7nN5X44le+v/o3Px1BlgAPM4KVvCW+AGBoP7Ag3Hfd4vq1833iLhg9HBWw+YE/Yx4CZCmTouYLV9UoSRGP8vnjP0eQFe8byIIy3hqLLn5g7pudQv24TRlnojSerP7Zmo4xl4QxHUu/L2TRYTOYNtk2iaTIlk1j/tXkNG+0iT9mroRnaHXXpROJasNYxjbqNJ/O9/QpHWTNG5yccp1W3lc6TesZa1w42YNZe9PnjmNxG6cYT7Vw7p1vf7ddPpXZirmTWxco6uuTOb1JjILqgtBaTcQeUsBm2tvNVovegdLKmG1TqK8NpAmrrdvbqVEF88ptp09wWqE8SQXYeh/Gg9FrLRdlCcEjLSbiZ22gAz3pQ/e1h6a55c4netthXPsy3BHyi19Bz3CX8fuNbYws7ltaZhxu9W3lPlgclr+LAeOaPrCe3jQ/hHfnwGDBurW2fJbARE6AnzlskAtsutGy0/ix0WmZyUPTFTO7jT93rbvNFe+nWq65daqBLcOK9Qk0r+XHzXVuwHO2aTSBONw+Q5m3wAweRN9S1rR3fFturYsAa6RqxUqlu2lqiy/KioUwj2DsrH7tNWyG7c+iavFnv6ayecXYw5WnLFlVEwZBhKB/QNZTaVnP2cIbIKH3FAGZdNMKfpe74Hvf7iDrUNmqYD9iOsKSFXFZt6SNpkbWzZt/LaFTFitbsnAXxFVqcBcUyBotWRcAWf4JgIUQj7DvsaCJluvVMSCLxBfUjipXwcFlrPY9s36tA/2e8mYXIjrLpKBhwCvhlmenVYsx2lLgekH6ceKLcBc0yCKWx3WFEI7riIp5rUVPX8ptzu5jCbzGNN3ca4uT3XcCWCLks2+QrOJQAvBVAYSXpJF+SQkWAE0kpvjo009WHwlEPHAMqJ4JQBK9iG1xrSyAEf23m2Ok/iaLHSCCulG4bCGMca3TkZPu29aXdHp2f4LHaMtARc/HsuVU5LqeJBkPsHoBsjImi/itZvFiPgFqZD1MTQlrpYooV4Fgx6BhUdM4XCC5tCoQxHJo8jxzasCa+4PJHpkdw01PIFPz8ZQsa9Qyk9UHixV92ycuKi3FgAhA1t2PP1rd//RjxUKFpYdMgHZFU7u4qRFn1LIlVr/Z+6mnllkU6TsCvBNduBbWoelLl7E4AcLC+gIoinUDyOIhJLfAKhYJJ+R+ZgAnF91Mgf5Ec4GLYWSGlOseoFbrAL6iPayytM+auEiOdj2Teca1EasRSoJaAyTzqDmwu2ilmldbzjKo2x+QEEVAEh4mFjHip0KhQm08ChQfKd6LRBbEY8X+HfwOYCLxBa9wHYXHAO6yxsIb+ixqXul5WNr0p+M6VdvLc8beyXSn7DBmjnRmwTxIAX620loBEGo2XrEvdzfSSIAhMKm2b0shcUdr5QIg6+oNx1rOZbXWRtsFVyvcBT94v1uyjo4Uj+bEF/sCu2pb9Ln2pixZAllvC2T93m/90eof/8oPVv/6pz9Zndz9aPX0obI1ysp4gf7jvVXhBVbGsm4rrnRQ5A7P7xvyCMZSbhllAMsmAVqYf+YC69Wh9gx4Mfa1PHtyTZvayB8+y73ztOOv0abmt62/4YzwPJUtMftkPBx/96K40wH10y0UY32PnoIbn7j6r+Y3JnmJOPHFLllj+c4U6uhza+DZWtrUs8VuL8hv2+5f+q5csZuBcIZyZqrE3oRlzgU5Z+EhZfWEt+Z3zEHW/PZtQzz35rvf7uTORVsLsBo6DfAZr40HJtrfQM1qc25SrHtPMwkFsOLa7c9baq/ENgeS+l8swNgAASa1oZVjXAoVp5uzdlZOnz1lanhltCyH+JKLeKHTm/hl5DnuHm1MVF8fV+xyKYKiRn/oxOLt9Zn0mJnCoc7kbm+AOSuN+3Jhz7jRfFAXL9HVX69vBLssOjy91VPKvmy0dEGdHRtB+37DnrTocjDMX8zAJktWCFHr7nxd3vJ4/LOBSGnBaq57zqQQ1/q+BFmhD436QssgK3kv57ApLZI+fr/D7XPO70G7EHoQhhA67OKDZjoFkcX1mcqGYBBoV4J5npM55jo4WZ3Eyzw2iAR04DYWGfuwwLgYcYKsyogZO0ck6FhlTNZ7isd6V0Dr9S9/Vdr+K+4ahzlxJE7hLvejOxKWPhbI+kh1skgFTbxOi8mqFO5YslS7iFiYC2RXRGCXq6D+51pZ/EAP3N88r2h7JfhRlPUxLl0SWEI50gUqZ4uzgFWHe87xDGQt8bqXL9fRF9nWsGTZomQQESnmLWS7GHFkYDPIwkqiPj0k5ke0DBa0z/KEQW3JSsAQWf4yhij5cIwn6TGcUcOJ4SD8HhFcLwH1VSUc+ZJ+DhSHc0/P/mulpP6ZEizcJYEFpEoA4kKzWPz0fp+sgZl23iCLQrOk8iYWSIEiAATHa5G1jvgqgwLagwbFXxqD5gSt+OUrSkiAm1wKbbijPZAATkpxMhciWON2hoso1gp4OjIeAvYkyKcLYVjwAlxCPCw5gIXI3Bf3mg8hAmTFspG0NJAU8DBQ0/cubG0hH/AiQO7C1csg60kK/Vg5SGt+/9Ynq7uffGS3Qb4CEAAQsLg4+QdJKhgHFk3zRCTDIMMfVpp9Upnrn1Pr2/Kl+XV9qcgEaMAjXgGvhrtgWJFxaaTdSwJZ8BYxYcdaMyCMc3LFuwiYxbKkucTdj/5Ad7saEmOFKsYgiyUiWpIlsmjmmK/IUtjcj209TS8M/EHVT1vsfL4DegBZsnA5nT1KA/QrWV5C9zLP7CP78MC1l5QA40j38fwQge0eiSVLIIv3gFpivAyWAYTiYejq+l/6nrXEWrDbIlbAhbOm6iPBn1YamF+65crL1Ht47OW5CDNtPLIK8Xmiv+YFkHVb9GUer8oqRQKOKHuQ50ButvN+LIOsIyLtBLI0FyTSUEzW1z/4xurtt49Wf/BbP1794+/9YPWXP/3x6uSOQNbxHbsLnjfI0o/dsBEcnhVkjSBnOHgti8QeGIXmZyDL58qQvj1G7h/zUI5/fY/0xhLfWqDqzww5pVxMEtyW0RHO2iAT5lNjD6817gfMQFbOT9pKd8ojOYQz/jLhvB52yTtnbHhy+fxset5njXTrIGtKv3q3JsV6uKcT2DvICnn2LK9tYzz38lvvNE7qwGfKXNvkz77oo0vlnraLsF1QmDHyGUbWRchk4Q0C8KYmi5CTvpZgl/xohmRxjFQfFuq87TVB+RR9mrvvmjYLnZ7zytxVcLylNtDo9rolq9rvbUzZ0+9mndjsyxosPvenHfsXm1T+DB2d88mcfrv4CEJtumYOfJ4ZZG15Rg3leUHWadl+o8PhAsgqDfkEZFnARhiow7o/uQBvadVqjZZgb056ASAr4l0Iph8PwykF+lwVE9bx07V9TVlQYEvjihTb4V7TQVbUyHK2h7JklRY41zLZxFTR1Cnc3/kFQNaHqze+/DUHvVswljB3X0LVnbsALeIqbhlk4TJ4R0JNgCxq9kwTXzwxyCK7IPEZEYdlkMUP2n7AFnEb/CNrHunmJew685sSX4SoOLV0bgJZNT8TnozdK/YTa3cTTKS7IFpf+hCFYyVgZ1wWFiEHkOs2rIAPJeySjhtBji0yMqGyr/R5M5BPkGULIoIWYCElEIOEtMpYWwgPRqctz+DCdYmkBwJLN2TdeOP6dScFIB7rr5Vc5Gei8z0yCOZ+DIC2a1f2ybFXrntG2m5ZI0g3PoAsu4XpgXtYscgqKKEXa5dBdoEswKa14nI9UkwOmehwRaOzx0qr7cQX6iufA7CsOScGCdcwg9RI2uCsh3ZHLDfJAlllfdkAshyaxOET8Ur8DZDErc1xS/qBngA1J3QA7IgOgBNSrIe7YFiyAFlOLe9YP1kilO0SoPVIPGmowDhwa9N4H2pcTlKhz5xhEJc6zUUoF7g+ABnuaxZsyfpHHS3mTICIIr9cQx+jaDXzHz88C2sfloY99YmMfg+lpACEXsjkIfAR/PVYY3WbGgOdOdYcOdEKbqC2gIbCwS6rBle5j3lfing7F5Nm7Ha/FSiFDykqDe7TDY7r0jyT9h6LnPkYCyjrkYyfJGTR95eU9ObKy6+tLogXHhOf2OwMtCt66X5gF+MPd0HKQJD9XRZC6pTlusMqB10o+/AwrV+T3c6yRiyksgw7atJugrFGMkw3b6tFF6ArwDm8QcHpE+1PWLLuuh/XBLIYV8QLFjSLZiYgS1/eUMKL76gYccRknZOiQTWnLnaQ9Ujr4CrugoAsWbJ+9Ns/Xf3we7+2+ssf/0ig+aPVuRNlNCRZD66LnzPIQqnh9QiPkugjgWjYJHo8dCiaktJpTa+5CDlitHCtS2G+JOfK3/b/TaY0npDf+49udYwLY1+ev8wH7eP179duONMHy888UxOnuHguj20t2XOK9sZL/iZA1k4ZdL6WZmM6d+XVt/pMLgj3iw+IMyBYZSasnaZDncfKgtR7tev+UVCO9dJ6Urx/xmnrQvo6QOoM/3SIdalx14MmYIRD7Yw9WAJZS03MLVATpcvshikd0SrFNM/b6O/DjayNaaEDpwFZtNAWVQOjaWX8AmRt4IzT+0WfFWQ1gCUBxYe1tbFpEVpQvzWg5b0grFYvCmQ5CQFuPbgK2p0oUrDjijN/xTnI/+tgcO+93iMEvFtrbbVyAwJZ6nclvrDTjS1ZAbKsBTfI4ugNmgevBvigJs7h1VdWb3/rA4OsL33lbaf0pt1IYw7Iuq+kFwJZn95afSL3q4/1Q2FiwN15x/EQE5TugtTJAmThtmZLEckDJIy6ThagJgQ7BNdyFyQm65HiuUg3j3Y6+hmjK3C1SzHR1rDpN7pFMlRoHXWdsGQ5zTTumwihSXPoacuMA+4FWEg7jQCcAqlBm938Bo1fWl66u2CkmnaR5dTwV/8jtiRBFlusE2lENjWyx5Fh8LIE0xsSyq9ICH+kZ92US+ZNCY/3SHaR4iKCdrklMlTX+ELQ1T4WbmQCVYA21WGyVQDLGlnx1B9Skt9XUpKH6f4XDlr0C/csLCmRPXCPdN+mTVg4CmQR8wTAsiXLxYhNPD/P8VpZc8nA0sk5AmTxHgACP7l+VCbXKCVU5ivy9T6PRBeuJ97JiR50Py49ybkEAAAgAElEQVRkJF7AhRNrHSDEdcUAWfocALhPTJaFTXXLBb4EXmQdfUTBYgF4xs/sXXA/VX/MYJDU+MQrKjbO9Zn2/VxifOiHa4epv/SHxBgoHmxBxJqFdbpAIenNiaVivbF6SFrh+C1qw52zFZjaWhSLJjMf/EBbJyRX0FgAJU5MoXm/q+twIcS6iKWSIsMFPEl84mQrpKAXL0IfXG4j2UkkVnmcZQDgrdpJnIzCoJmadFGo2PGIrElNpHUxuIwqHutAMU3nlMTiccYuek4Aj+on90JeLHy2CNpyGDGIWOwMkgxCKbT8xHXDos5cJLxorr6D4O517qQXocRosZYgYoBSSPm1xNu+gILGKUQAc+Jr3DFJMHT12nUXU66Qh1J4tP3Ef8TeQn2s73yng6xDxaOSiv7xkz1ZTWXR1l5x5cvKLvh+gqzf/ancBX9t9ecNZMmSRbKezxVkiQ/FjyPIivjIwZI1E8jCmhVrffqC7v3iwbFrdl289RwOU7FkMKmY/7qw793LZ77dPj+z1+cPsoK1XxxY3AayGn4e6WfePp1EvsmStav/u8Z47vDGaxMKIMSs2VEWaGSBG2ad938HPfPcyEBvH9eTNnZNx/g4u5zMwM8z82c+eCRoh28L4xweNNHmLiQe2NWnyVKfbbi5B7qJZTe/aH1XIF6NxUt4IOJI74nb4tq8hnCbMzbd5PPa7gI0ODzaPJ3CbB4a0zU3nfEK2K8H7GLwOiCWaPzCLFnjJGyaTNFgq6XMlNvsLjhtNgDOVKuVV0zMl8MzB0uWaZiuJmVdaO6CFMscwFW41fU5GEFWCNOArLBA1MHyLO6CdrXRD8KMLVlYTNJ9auZsGvwMPQcFSjDtsI2a58p9I8UOtU8vgSa+1gLT4C7otOghwBTICosMbiQ6lInJEsh6B5D1Ppasd+QGdBlRNECWhCpisj6VJp5in59+elO/b0bqbA5cgRYK6dKDJ48kMCpNNlYDMgViPXSdLBU8JvGF3iTIigxkCD9Ooy1BmGLEgC366hF5cRf9Y75anA5UQKhEueO5TKuXSWD7WG5e7LNhaapCqc7Mpj7h5uiaWGmFApDE/DCWiIOxJcWxJJH5zC5+CbLKta3qnlngTeBEvww89dvadPW9rFsGX4wFlz0XF5Zgi6ui6HFRzz6UkIhmGtreER1vPVSmOYMiaBJKoeJFW0UAelYiYOmJlOS48iEAeyxOGR7JOeBp2nmo60isEZp+gGcI4AAPrDxRtBhLFsBGMVkWkOUipjYBWYAt4pVcDFmfu+C2ebxc7jzEmJdcd5EAKBKHBI1rbaPUYNrXT0GADdYQ2yE1gHI5jBpgYVkqkEXykIvq12NAFk2zdslWCV8RI4hLKlYr+krskH4byrufkJZ1GslRuI6EJ/QVkOVnA1zSfZHPAV64wxZwgPWI4yOtPEOxCyUxYKSK1/v7sk7h6kjs1pGALOAXSymuqLSHFetILoRYwW4LkMF7ADlb19xGXE/fWDsuAA5/YeU0qIp6X8TpWMlCJ1gGzDnAHyCEW6CzM4bShfG22EHcT/X9xQO5N2rMK61Z0piHq3UQChe1R4qxgmsAMxQNxgczMlRSCiAyjUbJCuqxycIkFz6sp1EcOUMPcuq7F0iPW2L8Yb0EPJkxgj/ch5oweDkKlkt14BjHhwLAAEjS21+Ryyv9K/F6SVyrMgoBsr4TliyN1CBLlqwnTy7Kmhwgi8QX7wlkvfP24eqPBLL+kRJf/NnEkvVZg6wgQIgVUV4C5QBuwl6PWLKa6y/XlAIuRt7cBVl7a+fxVCG1jg2Mzpqw5bVi1lrwduqruha39/CpPJMn37Dc29yu3f+iPpiBuE2C4ymByVKv1ixXyH2QLUk3umyeZVR1f9xTHD1dQHHeTVvdVDpn87OnbVs5uKOj87Cnsa/nDq+/Orl/m6BYz2kN5Hh2dWDev1ront/naGO+YZxlwpauXTrcSlCfTWm7vYl9RYRZp06jlzgtyOKhm4DWtkrZ87EutVEAqa71eGdjaT7WM5ajvfH+tpFkWs04vFP77d+bOebnFmTtYK7TrJuNIGutzDsCW2rJ5rQqv/DaWwrUz0CWlQ8peFv4tXAdgmmBl+rzZw2yrEW1e5oEEFy6DLIqMD2YbJoAI8Dj+voeV0oHXG1tDqANdxE0WAGy0l0QYTqtQwgj8YAELxyVuAteeWX1tQay3rUlyyBLQlWBrE+U9KJA1m0lZDhGeEVIt3sPjRKzIZc/gawTgQNceCjkbRdJCWx2GXQsVsRkGWQZOKl/JDMgPbXAlmPI2mFSWtZMhmCBK8C4kz4g4OnRWCJKoA8aBsjyMZFCvePBnKABV0EEVwEJx+GEq1wB4ABGWAgyJgv3qsxmFzV7QgAEoEUWtKxDA+DIH6xGxMDQx8j81sGFkz5oDFgxnCGMRAqkcMdiQf0uZ2MkM5qE6sdyh8PKp5iPijc9R/ayQbvvPchjDksV9iMsKAeK+wHM2OqFsGoQhXufLDjEZkkoxbUQIIWlMYBSxAU5SQvWEwCHhO9jhHg9J7ILkiodS1DEeJVrUik0xj3B+5/PuulBMb+mYrKW9kisfy6oq/5H8oyIR3EsjqysFTMHyMKS9dhAHuOGACdWO2UWPLl7S0CLulaaO+IiRQNbkg2Wogi15xy3SFwpoZk4ek8AB/BjV0Fi2wrIZLIJ+gHAsRXMcV5KLCHrJy51Zj2KHgsg4cYHMCThBK6cgOrR4kTKfgoT0wYAA1dcYsAcJyhXXMArPQJ44UaJZZKaZvQN2j5UchqyIjKWQwEkeAiASvyV06aLO7A80Y5rvml8rB2AEHvkY7m7OcZPhLtIIhvxDokvnlJLLxVUBmvOLhiJL3CFNB8A3rCcFgA30JJSRf26f/+ukuXcMsiq+LqJsqsdiWG59hxIKcTaaCUTUrZs52lat8IlEzfScIclaQfP4NnEFhbIWpR52K3s2vlkRVZBQBZug8S1EpN4cf/yZpD1OwJZ3wNk/aHcBW+mu6D6gTKAeDvolaAklOmRZXAdbMx61rILDqDH52D+GNzE3lf8CMjC+hmKgJ55trcQ58Uo+0TynTplppKan7RFTslDq0G4nJp1o0MbWsxrbzPGsiZ3PQe42SGidPq1CxMlLjJGP193t9uvWKJbjbnGus1YsOtZXc6dg8V4P68zFv05K1KYtr3b3XFdph3n9ZlA1ijqbAIf24g1n74X0cauyTn19zP5v6Znjr7rso3uW8MDt4HQtelPQDL2t/UhP6z2Rt7ZBbJ2tXE6kLWdiu0ZPgX0X+RnTg3ps4EsC+g7Jm9RIPGKix7VHG21NO3aUHf04VQgazLZHeyElnVc2C8GZEV9lhDKymWrWTbAYD5gYq5inuKPZs3iUEh3weexZJ0OZE13hd0gK/tMf5ln+y2HsGg71RLIcoKFyNjXEkrk4O3DL2314ZWXV1/75nekrf3F1RtfwZKl7GJqd7RkfSxXQUDWLQGse3JjO1EGtBAisk8SMh49ohjxCLIkgAGyBGoqjXsHWZojW4cENkjhTqFSgSxAVzi90N/phtI3/gBZgNYSzjxXadEJ65ZntbkI4qJo+hpQAbJI2x3Z2QyyKiU5wA/XMGowSai1y5qEVYOlFFBRrdtqQEwL2QhFA2vgEeLVDQvBTnISFpDIqheugbYaYRXI5AgMgTggvttTv/hxfIV6fyJwdSKg9Rggqmd6ugR+kTPDsiYBzpaqeBlcq22sCU7MgKUyr+NeZ7cUHR5J6KNm0/FDQbK0YKEIwOWO+kdkisOSZZAl4AYYi1imyCDHbye4gFaTnWq2s+c+5t1smMvJ3tYYKMYQY0xlg/6OHCWxm4VrH7WWsJqqXxoDliz+JlnIRblIPgVkkcGTOSSt96cfrR6opttTzadBJkWHMZJk4hCSN8ALWJQeSjmApQb3s3MCEfuKTzsQ0LkjBYMLT4vnbCEUr2CZcZZHMvXpeY69kpXKaf9JcIEbHzFrouk5YrcSpPDbOgl41Ht1jBWARIwXc2hwZEsa6ydquJFl8JFcC5+QFANeknC9L8sXtDzG5VD9Zn4PBRIOBA4fyVJKPBQJP7hhXwk4sFKS5Q9+DhdM8aJj2IIe9OmSsutdVna+C3KZc8ym1xTMFfWocJlkDDzL9cVcEystmfCw64hFJkOAJYlznGyD9mevsreUlZP2DaK9znBzDvfC+le3mxugAZZcCQHsGXeUXIM5sSVLcWX0z7T1XjA9Tb274L6qn5fSkkW9LGAmmVUBWU8HSxbFiInJeleWrB8JZP3wHwCy/kCJLwSyju9FTBY8kyCrDxOB/m8SZOW+0JZlxYq2HWMyIyGc89Fm6SN0o/173zNb9tNpHoXxAgUd5rm1Hc9cY5zn+oA52TA+D2TrYBafHHSb8Vi+j6x94tGzN5vP0pw1Ap8FZO2SILcTsdLe9atS3mgfLIAsAHTyxhcgaweTLsUhmZHyvtOArDOtA87gGZMWT85ZZaKV2cFHu9p4oSAr3V3QXAWAiDGVK9NpLFlN4J9tc+tghna3U9hZmXZMwk6t1Y77zw6yOMc793yWICtSZschGxtnUMPv+2niz0agFXMWWtXPAmRNtPjNhz4Ive4vP930QzZLO4+HEz72WAunIAshNDKc2WUqA/G7u2C5enDgSBt6+aXV2wZZ31VM1jt2mcG9roEsJb64STyWANYd1R26r5gRx3thvQoKWjh6fCIhVdrrbskSECqQ5ZgsCYu2psiqBxsYAFCIWIKfhGAC9q31bZY3+hc0CDiVc8hvCViRiWycq3ILjes8r3aTQpgsSxbxYJERjyB5x8thaXSSgbBiWWMvIdeZ+CjEi9Y7rScIweG+BsgL909n/kt+CddAWQQytsuFQ1PArOu5NiwKcv3S+HAVpI/OxijQS+waoApwdSL6AJKbW5pd1GJsuMw5K1+SKRKg4AYmK4OsOuYNJTQINzf1m/7aAiWriAACiTLQeDqtPqnkLx9Jk38lM+dFSmhisgBaBbKwrmApg/7Vj3GjmW9LbY+ZKTOC4Zkk/S/+c39rfRSvM/1Vj8vug7YmhuveI6XYfqjU6tCB2CdS8T/Bsuu+adxYfu7K6uqsfop7IlmH+JGYNARygwrc8SSQOz052QZxRQREk/VR8UnUrvpEiV6gI9cdCawATCh86yQSWLL0yEqQ8VA881BrAOAH+LiAG6OzVkacmV06WZdY6EgKwxwZ8Iif2A/sIhfWirA0Rt0oXsSgkYrebqJkCxT4Yi/zWEjIgSVS4Osi8Wa69yG1qUg6ASARCGRMtqA6zlAfYwl2TBbuq/RJrqs3Xl5de+V1AVZZc+A1HMysbU2QJWDLy8WTs7i6gRBr0RMZMVoFbiIZSI8jjJ2u5ju4Bd7ECnusPYDrHUPImkx+dUp3bxcR1+dMhCjRZMI6r3uxOpOUB0AHD1wVyGpKlR0g64YSzXz44Yerl14WyNI4yay6b4Apd0HFZEXiC6Vw/+Bbq3eV+OIPf/snqx/+97+6+rOf/OHq5PbN1fkRZFl+D2HUZ1tzeS6XueVDO9wAw+pTXgZt/4rDKubLSouzWLKC1lNL1mapYAks1Hy1eZu59b4YkPV8gGDex+3vP2+QFUqwZwVZIaOWzPQ3CbJgw6mpaV1m7wq/NZA1BkYuTdCcLUfAMW4a2yb3s2jjbMz1/FfXUtglvDdf64ULuwPQ0J8FkLWtt/RjVx92jXapjaUN49TWso0gK4T2bYDGcSMpafB73HLCYDEbrdvbPMIGK+b3jSTfhdJ2EdBb/+7NcQ2I2XXPR0jcnwfH1gGNi3skxUJMlsEVGlo09Hah4NXBSutP63rQsubIH1tgDuHA/Wz8uXu8ObSwNmQfyloSMR9F2IilGl8GWe37OKxnVwxvEWhCqImA57T/6CMLNeUumOmffXinS8oTLVAf7AYhCri/8tLqnW9+GNkFv4K7oIoR29UtLB4UIsaS9YlSiluYSZBl2qCpxf0Ni5SSVzxSvStn5MNdUIPBMkMKdywIkcY9XNacCc3Wn0gpTRpma69xrZNAjAa4ZR8rbXaCZnOQXUMjxiMsv4wp5tmz1AgdNMIyg1CJFQth04R2HFak14/CrxFDhRsYSQzIYudU5HZRCn4IV6BYr5Vu2o9NevoavXV7BikB0qIQcmSAoz3oxfgBWQiV/CY5BzbocrEDTBDnY4DkMYVL0KjA4WL6wffEW7kmViZdcLZJ0pEbIEbMDd+RKZDshYCnpzr9DW70+YEsI5cFsHFB6incqRlGwgg87aJoMwKw6T8sh9g7+f+oRMmT0h2ONZ//ed3XHMVUBT/XtJVVN+gWY654HQNagRUA0bHADmPD5XIP1z4o5PkQP4j2j6m/JrBB7I4TM2juKcTsuC79xhqC6xxrwYWOAQXqJHSiyOuegNIt8T0p44mRAmShIaDelNPMy2IE0CehhWOeMlW92ctJVsIN08oAEd5ubYBjfW9Le7qbkg6nlHKeI10H/8EDdpdkSMyhXU9hlaCzrYmOFQxLm61T+sf9Boy4Oeofaed5hetr8GO5L7t4OYBb1+3feGl1VSBrX2CjgSyenpYsrGDMFSArXGKzFAO8llMMr1im4odtR//CXTDiA9vL/BJnYyQWET01Drs9Zt06nuNYP42LNfOA7JgkBTH9RLNM4X5PlixS8gM+r6oMAoqKipfsD4y/SonG2q6YrJdffsXrgsyqF5X04+mT/QayLr/16uqbH/6CLVm/rzpZ/+gffn/15wJZx4AsKZYuqOwElqzASXXmFGiKM86xZY355z2CogGuY6HkydrO6LIXx/qBx1pMltasi4Obj5K206WZLTId/Rxc70He3dbq0hW1jIeTK6a4T2n1IveG+GUmyLEtt7vbPW35vtN9Oj+3l87x7bTZRK9uja09rrbFYc9buLm8xPzUpe5MaFprZseFeQ9XPT89K04yGp1bk2M6a16rs71/iyBrLs5sm7xaCuM1Z52ipTZeuIXodBz4wq/a5Ic6jnkyVu9Dp2OgF97ZoUH3b8YILwZkLY+vrBLBxWF1aZrcESChjRv7ZaFy82tuodt05fPTfAfYK+FpXIPDweF1WkkLtk7shpUxA1mAGgsOwwEbZOurc8n6VskJJhYtuyWV6+d2kLzU9RD8A+g1lzTHENVEsj3PAfU4ycs7Srd25fcjyFLbaMxsjbGAFdkFSYseG2LkqAtQkIcAlqwRZH31XQnboyVLweuyFgCyPpa7ICALd0Gnh6c1g6zQcuPuB8ii5hUgC9DjmkgGWRJwC+ggdBpkhbsgRYipv+P+Ypmx404mQTHYCgGhuQ6lABerIIS5cPdMQdWkaQ6zAbhtPSMRAW6CynxmDTip2RUjIxcwNOBV2BUB3G5VBn8R/xMANfsxCDOj0FhCMn3CkoUkaMsB1q/B8uVoMQlltk417owV3awBCEq65sRgjLiTAENWSqTcFoI8FtsA54AQAzIsAVkXycAEkARdWR9kBdTFx7jeqd2ImQzXtUhmcBQxHlpDfEfB6QBZuCGG1aeUF0l997vt7SnI9b2Fzs4P4w2LvVh6EAabC62aQQAnvpB5LpDFHDFmsvMBoqzrCg2CQJbWgLLb2WVO99mVjWsABGoLayW/L9rtDOthtydA0n2K++rfPSV9AVzAH9DnnFz4nEDCFk54Nebb8W5paWlJbry/xfpwen9cCF2DLGIJiY8z4MnkI45B09og82Gkl1dyFL5nXK5/Fa6nKEGIh3SPC/wbsBSICBrUHmYXVF2HK56trWSTpM+itefYcXeig+KZDq5cd1wWIAvQbJ40EKImVbdkeV/L8gE21eW66HxB8ezga+/zTdgOGFHFbL1/uG+hDLAllthAK2PCXZKEIfByxKVRq0v8GOZB73UkFiEjJMD26vVrpo0B53iODmwXVtHHism67pisl18BZFFUWe6jjP3pvvaxsGRdflMg67vfduKL3/utH63+kdwF//wnP3KdrPPHmcIdd0ETP+nA2eHt3CJv7rebT23Hy9a12c9YQ/Hj/+f7SUyW1ipxkpVQyU+cyTAdBOUesmH5eTvfIYet1XhdeF7ITG1H2CnbPT8g2DSgaT+2XRXfnV2Kt2oh19zY/i7Z6lk8snb3P64wxz2nPB3zPFUDn0Vm/wJkzWZrXPpnAZubJv00IGv+nBCSeovP0o/5FnbWNrwtfM4gK6wRHWC5UKr7ESztQyL7NI5v3VS7ZVL11RJMmW+Yp13EdV0d6FvvG9U0cVJYkK7t4PMCWS2vFbSedfizAFkWuBFQDLKoxYQ2dprlcJ5hcFkgCEe5+KlDsovmASawikV9oBFkRZ0sLDFosyNhQ1lJ8tRWk7iJhbsgxYjf+CoxWQJZEsJOqJEkgYbsggWybsldEJCFe1+qbi3woHFH2DnBcqCEA2jM6RkWJCxZpFSm9tI5XHwcCwIgQkAipXTEZPF3aLtjvFFXKsFWm7OcvbYmWB+Ajzhe6mypYs11cCLY0peLSlNeKbnJRsYc4eqFe50tHWoOjToCrpMVUCzWgDKSVxiwDXtVWUytjYe+Fpp78VfaqcLBThFvzX8IXrEMcpx1oCHo4DaIEN2EcxJt8Gxcu0LkCvfB4C3oaYEal02EPawzDWSRzAHwhVwexYPZW8Jik7SDb6wQIENcZCtzjSVAFlafvLZSfo98WmtpuveGddE0M9dufqUIPr3AW2JaRpzkI+iEpc7CuY2yUZyYsdG+E1gAIA1keLT4XXx4cu+W47awRBGrtic3ONzs4D3SwWNBZct1QhI908KPnx/AieIE97PWE5+Rze282oHO0MaxWp7vSOduWulz7qVP8AMWKWpFMWfwGtZCGI2U41gUcdmEJ10nSy/HPtGOxkuNLaxkgCwSfUQKeY2RNPi4C9Jfu4yacWKPSIpH3bzcN0wUteF2g3ew4EV2wShEzJp3ghri8WTx9RkknvN8pyLFhbm9rsO6xG/iBOsci4nMMwxObyDLErx5ung48A97R9DMFj4BSebC9ISvmQsrzrAyd3dBbvWuR/wspQkEsO6plh/XXhVwOivIeuXV10jEaYC1d5FYN4GsdBe8/EaCrHcOV7/7m38oS9avrf7ipwJZtwFZpHDPmCxvW0HnGHcCSe8Xc7+FGct/biBru1S0mN136GoHfvHhdpkpV/cOgT/2irn0NqXPs787S7u7dqt5L9J/hOmdjXGiZFro/NlA1tkkWfbIFwOyprT7AmQ9IxcuLf3ntaidBmStseuMSU9rjal2lhb7i2jjs7VkZfY7C9/hTlT+7XFoxZHJf/N5mmeFnG8PM8waIGuyZk5jndm1QW23ZMXcVM/T+uZMcKOL3jzF6xIjP58laxT1qvzBOK+fCcgyuWM+XxzIAk8AKEaQFdrmAlkVxG73PcCBU7hHPZnQJpegY2m9g6xvUCfruwJZqpOFECiB+0SuULgL3rn3UDFZn65uym3qlqxZd2/fcnbBiJ2S5l3dQUsNsDpRlsDHuDlhyVLzABu76rkocRZXtZuUxWbHh0SmvXRjGjg9ZLC0IJln4vCYWI94SrqTGcCPAoEbSGBkS0GADIQ4hDrcjp7qM6fKBmhRhFf9cjwMrmMk5KDGj8FYCO+GvIPrUxQyjox/jr/CBRArQYKcckGjJ2V1Qms9US5Y8EyrKTQjkQACJlTN9eL9IRUvRYcS7uEvPiOmJWpRkSUukg9wP+6PfM88kLQC4ZkU7iSACDAa4H3vorIHyl3KQAJBO0GWwQSidO5PkxValoK2fxdsSv5C0NxxNs1FrNFrtltCmPtwm0rZ3FaSSqlfSUwAHABS+aA6JuuBCjrfF78ClrHEXSK9N26FUgo8UP0s4rDYo5rlCVrYCkL2PQn6BllR6wleP1LMGhaxE1w54VtAj+gCD7HWcV9kDiJJCHWvyAqoLIckrFDnqUN2TTFDvCHrHnXoDMpkubmsuCmySgLqsNDh8nZRsWaXNR8kVbivBBzEoIG1qWVG9kNeuCwCgmypFd9RPwk6MUYDfH3uuDBcJe3OGEkl7O7qWKooxkzSCGqlPRH/USNLlLQ7o6cYIJbJX5gBA3YDrYh1LIAXU10gqwufBZRbDazGEyRvCauqYwfJfJhZLsMtNbY71h9ri3FVPTDiyM5l8pf7oss9AS2UN1euhbuzi443oNmZ0PDf8XGP0pL14erV1wBZAngGWUd6zkXNpZ6pzJtYsn7h73x79fY7RwJZfyCQ9YMFkIXHAP1MRUgCh7B0/LyALM6PLavROHj7mR/1zKa03KWY3mnVaQBzx0bxmX99NpDVfFG2gay1LMoxiDOBrFl25V1kMMhakxh33TX9fj7PfPu5giweOB4MZ5uaPphFX9Yz0GLX4bXU1HwJzd+fps2la8Z2SoBdKyScdFvs13OCLM/JrGN1GJ+apN7Mp69dbUweiZCHtg4mHzR43mMn4yvBLzPhIbz40CLwnb9D8OFVLoVr7oKzjo4LwLyZQIYRLc5p+34TlwwP2LDx7to8PScI4tA1OhUuYtZOF9hKoX/rJI0jGP6euQvaqpDugiGUmoATfXpp4Ud6LYEsrD9VlylouQtwzjYp83rMs1N9I5AUiM65XdLzr1uzRktWjCcokCNIl54AWfFZZOkivgSQFa5uFMwM61pswbGBwa9ygTq6sXr764AsWbK+9o7iTiQEih8jJuvEMVk3P1Fh3I8/VlyWQNatT52JDcvJefH7RQk2IdATV6EYGVy4KCxsYIKgI2GJjGMWyHStXdGw5IQrHj8Ikeb3/F8ZQNtsO8itNHQBpvodsXALYrW1UlMGXySYQPhijTHnkfUPcCELB1YOfqdmP2oyyaLlrIeRqMCJVKBZupLCEqHND4sB9LJrH9ZLa+FJp59ueQkOvRZs8aqYv+QbA9ZY73YxZR/gfm8efN6toFHDLda1Y1acUjxAI3MeBX8zhbyeb4ud2ncGO2pEiWceaF7pr88gz4m+k5XnyrVr4ofLGhN1hsKS1RQjhWgAACAASURBVNwKvaCm66Dxa/s440cY7xmWzBijEP6hSZe0ZAXvJuCGs3K+q/hzZG6MRBBRf01jk/vqsdKh31N2QTIRkmhiH5CEO5jW932BLOaXHaLS8VfcXCRWgE8FbsT/WKNw2STFN2nVyRoJ8AJoQVdAFnPyIAESAGgfkKUX7m12s0OIN5hSXJeeeV/gi1pfAAsSZACy6PdduSeiqBDacFr6KypeLNPW6s7HSuJhICEAcRQurhACV1vAHiCaGmsAPCxWbp9MguKPI2XNA4zfJ5ZMCSJcDNvWUc4aQLliM9WvI2VUPC+gRf08u5ImgLLVGSsY4E+vAlgBsmij9qScOM/XwC28MQoZ8lEyiVinDK7C1ZWbsAKS5h6waCO1msSKGZbMAMC2HJPpkD5JWwAQvqeEI8SqOSYrz1Ofn8PeXe+dhCTdBT+UuyAgC6VDgCzAMUWpA2RdefO11bcFst6RJet3ZMn6YVqyHsmSdU6WrD2yt+Ix4OdgGaTTMfrTgayy1nNPlwp3uQvGfGN5jpispu/IpVO/ah5inrZJeFiJty/aNYvNbEfwHjY8P9bt9DWXqdYz2c1u+Nzeznu/tt21nsSVRdmpsrmPeQgImMmWI00m++R8etgKHce+bd6mBApV6ppa/kxUXJJ3JjVl48Cdvob3z+0ueKbevsCL55aZTf7G2x75rFlOxjbn1p1NAujnDbJeWJHmM8zZVB5AaA3wMAdZbcODNw0AEL5D0xZpxzObUr0vaZMb5wt0QeCfCjQ9tqAVT52vB+8Pyxuq53MISo7L1q+dfz7fPH2Xa4TE/W7Xwm1p8mMjqAQTpyd7AowFkBXB3OHi4gPVtAudk0mZIGVMdrMEsohjigyD0e85j0+8IGf7XwnHPNtCm38ig1w8N0FJiNVt2LvdBaP/8ap2InbGP4w36YmLmzMAOlYgCnaGgANvxAZZmtcDg6z3VYz4F1dvyl3wSIIk/Eh2M4p83rl3LJD16epnNwNk3RHIIvkFAhfx9/uKl3BygnQZdPY0AvF5hrXlWLAEBDR+3Hjcd30ZQlUku/AsJUiMzJg5XzXWgf0KKgZPdRryly8b5mNN0G8CIbwZ9HLcRxaiLc13uCaFlc0xWVDYFhJiYAIgeZkwlExCEPWrmPMoYm7gWXsB18YqiHlwfFEOyoghuTT5M2d3oEIOKoEXSRS4p9y2aDkC4sOS5UQM6hfxVMSXASoAkcRvsP/cV8pvWzS8Rkh8QUZCgSxZWUhHHiBLTqa4YzEGDnqePWhm3cfsbzHx1D2sbSObl/Zsb2PAFavjXaPWX+0fzFfyiS1b6pv3UtY8/OV+hmXR8X4qKYC1CovehQtKpy7wQ/KLx1oTJGh5KpqRBpy4H6csAOQ2/ot99Bj3Pdxf1S4g5pIsWYAXgyfNI0V4XU9L191VIWG+w5UP11Rnn2SuAbSeGyUYQSjWo+AvUrXj8ghQPgIA69p7cmN0BkDcPmXJuqKsj08Fsu5+/KktZVhr9pSunmQWdkeUFQdQViAr6mEFCMSFl1ixywJqPOMuro9qv0BWgCiNnALCAhhkVDyQkgWgFY67lSkwQAl7SrjxBriyS1/xQe5tfX8aZPp2OATPey2UC6KVE2ml0vNcr40YSlyLmUstYr7Fyuf6lAbRnCUkyYnMhQ8EhKEb+wwZMp1gJ0HkmizoNRmWuYrJeu211xUHJ4ymce8p8cUIsq6qGPH7xGS9K5D1GwGyiMkCZF1wTBaJLwJkucA7texOC7JyPXVwczqQxdqt+Y7C48xjUH75VM9ZSbfRxQW5cM7Nr3smZeNMzpjLsYCsdSi2ecv47L6Znce5Z29+XgdRRReLVfzkmEvFu1XunmXtm2inOE+eyZI1ckH16vSU2wWyzGcL81pP+AJknZ7Wi1d+AbI6Wc4KsrwTArKsAc8YDR8IEVuBFhzhaBS4l5bInMFrTurzWtRtsa/tvFPtSxtR0zyVhWmzFWfbIgs5PsBUBV+n+tnafQse6SL1WYIsxmVhIcHJ6UFWph62MH12kOV7ELYT7DkZh+MbAiAGAHwxIIs4AA5318livA4iz2LEuAtlMcwlkCUxTprQa6uvfuPbzi745tfeDW22+kpcCEVr70rz/ZEEvJ/d/CQyDMp18IE06k8lCCKgXqTgquvVROp4Z0FL0BBJGfiJArCuzcX4TQZmJlwOA7AUcOwQo8BKigjcGYJEWozdVkkXhUNGlBVZPuInUEF8m89q4BvlRs5LHCDhZodwbFe+1jZ/zuLE0r+Np1TPx43TS68dSAGOai7clTiVTY8YXL++iaSDKdu6CsAeQqEzJmLBkUUj08VjccEyZ1DkxBUkNZCAj0uYPqcpCgyj7Ij5CEs6lpGok4XQpjY1GsuyXsvsW0H38TXl4ABF9bLSy2Od3LL2Zvo189Q/acLL2G4C5SpMzYz2cg1YEO2LGvXXZN14JGsVfIi73BONy3GLWHtxF9W//f20/CW9qlCtXVPxhRWNmRnouY9FWs+jsLATjehzsjLiWoh1hOQLkf0ON2EBrUwOYX4SzcvSeWGvW39x8+R6igiD17FCx5xFEgysOgjhJwISuD3in3tea44EHMwvqdoBdgAT6nphgAp316g7Bbi+rKyInDGALNzqcLWj3he8YzBtkis+UQqWQ+pkKQGEAcMMZEHLmJNaq2227U7bFkr7uNabKehPY/piDQVwiwyeBm16Jj9WXvCD8ob50n0GWgMz8Tife5rQY1lmsdwxx1gEURrYjbfWU67fWl+hRInEFx9+WJYs0XuIyXood8EnsmRd//KXmiXrd3/zR6sfOPHFHw0gS/P9twVk5f7bJmJcjV+ArAn/7g43+QJkTc6CYSM/d3Tjtcm+Pj8oth8Jf3PffmHJ2k77vw2WrEqXzOGGz7mtWAmyqi5ITz0e4y1Xmul+OAgz9UV+FJr+vLdpVKbHXyja1qWfEgjdRsWJrF0X91l+Gr5bF7ii1k8HWdwUoCuybX32liz6+UwgC4BoS1ZZJqfm912WLJMXYaJAFkKeXed+3kCWLBgH1xNkfUfugu9KIBPIEk8eE5OFJQuQhSXrowRZsmThtkTc1QXcBSXsRb0qsq0RJxGubzlSC3EW2PKnvswSygMk6rQJBgvX2W4tSQ6D70aQtRZnkEJ3sbfnYQYOUtiI7HrTV7dmZSILjt5RSOuwLmQVXISG79cskqm4qEsCCrcFykD7ih1BybjuCuh43XF9CK/ME8I8ixHtNq59PD9iuura7qNfrl3NilZWIY0hMrnhfkj6ebTx1cnUx1rY7etg8dx0P+NGuz6rkV1B2M8KsnrvBqDNOIztRA8J3Q+UpOWBXAbhTWe3NMgSqMClNa1F+3K9O5KFj3TtgBPc7xyHp73Kda70fSSREAiA9rjFOpYqijlfwnVPIIu9wslSAA0aFOPHwnVA/S5994CiwQAttbsnkHRRbofQipgt2sQ9DisUlhxc42iLZwL/6dsFIw3Nr7Ie8vOEZBC40TmTqFLMU1Da/QgAEdkm5aKopDNYd1Dq3ZaljYQbWM+oEQYowxpHbBgxmBcPlF1SShbARoGsUlI4VtEgK6y446vxPEzhOe/XGFA1ZglwGZ+RJRJ34dhncdW1q2d6Ovi6VGA4NyHtGujHkwFY0FiUcd+ZO/j3SKCX4uc98UcqcGoB6r6NIAtLltwFn6wuiQ9EW4GsG199Y/V+cxf80eqH3/uB6mSVJYvEF1iyokjzz7sla77XOcZ32It2Wap2fT9vP8SM2d6rt+N2+oUlaxbsMREu/pZasuYga/2YnbPKz8d771Mjv05P/lN1ch63dKqbZhet+9r7ZF17LYKDhQeWYD/ZtC0hnKF3KdCe4Y4XculkPVj4CYescBfM2AGDFXcwXMdaZqayYIXwjctSBBTDkX0bMhkmQl4KT3OAw+GRRJuTrt+ef6XgN+ywpneDZwZQ3dXP0xET1Q5Yb56TB4VdIEYe1zrAOP3ty12wsqYhEPYDORqaDXPDHOWJnZpTO5cBZhzsHK55tlhwYLvBvsJLGBjdBcu9s2nNNS50oFHENaxYBltDb2Le45O1WEAEAQ8m+8W8J8iqQ819S21wNRvLeU6BISZrwuMltYQvfhQkjhpLrvVE+upmVSL2CDe3xp3uoJU2JH7AkvWe6sBgyXpblixAlmOyyIwWMVkfKSbro48+Xn2suJA7dxSTJZBFjSsU/RTTpX0LS4AsCXDWQntgwctPcZuyJYu3GnnOHXQO0NFF9pqj0qJPLVx9EsqqEsCBeKn+XbURrk2drI26w945Ri02N0Xmh7kXzcqNLHg/+D/cFPM1CH4x7dM5rHUzfj7dQzNGzhzV14GLwA6vsDrZ7hfzB43THZXPw701nt+ylGZEol1Jk5erj6UA8D5tjYD+m8SyBD9aGPaXCJHrAtOkkyNRmFvTavtGPv2Wd/2TGutEmWMyFG0SbuYtpgk0EiFwB7x362P9fBquemTpU3KP81IKUMj4Mclb9DqQledQgjlzT6IXsg4+JlGF+nFBSScOiIkSQ9t1mNT3WIl0nUFYFn4GoDojpVwIq1Yan9kyKOshiS/IfvdUGTtpd09ugAdyAwSMYBV+Inc/017X7ssVkL3RbRE7pX5dot4cc4hlFYUGFh4BrTDU4jYnixyWM50tWNSOH6LE4l7iwA5W165dt2XnjuK9HpDsQ20dyeJzKNdFkmzcVZ2phypXsC+QdVm1sgBbLh7u9RsKN6xrWLI8vtzb2hIY3Fu8t63NeYCq/nm07MQuGaNLuvxz2kdcUwsw6cb5P+MkhjPE8ZYBUqR0aQPlgIy9R/Mh+kVh6ABZdaZNPUPY20PRN7oLngBIB5D1UCALSxYgq2Kyfvc3/mj1w3/wawmyfja4C0ZqfMfF4obMvpOrNTaMUk7M1kKtJ8dYjrw/ek/ErhC0y0LVdhekpID4kzpZ6bIMxbavtmG1zubQtMpnLK/pLgNs+n7p8xATeq/mnlCZjiluPXXnZ0+aH5tn6WC7tg7u+GA4Nja2VgqzJjuUTJBjjjMw528jUadnyRiXZ9nmjEI7JFxPfLFA2C20rn23re+kxziEbZ5M567MLVnPAFaeaQ6/uGkjBXYdxJ8X6dYFpB0CwixQNCxAAxDJOA0DrEzKEMHyUSvIoKpcBbPKPZ9PNEyzwVvoD0mvfRN/9ef2LyaSZxPh/el4f/49mYdhbCMAaeBiAFm1Odf4aT4C0OPQDAEwXK+iRlEP/A8AE4BuV+Ctr8n1OhFa0ZqTgMEgFo11d7m09bCO7IW13gXnpBXjYt6coCAtWTOhYRQWpidDCaIRG+J5t9AbcXcFvJa28W6xGSd8qgKKmKb+CvfDAGwRkxVxNLYUOjYKV5wQzDjPLaiYP6PALda1/YOrqy+/863V1w2y3pPwd9Wf48aD4EUKdyxZDWQpW9tDguofR/prLFmG9w5CV8yGwBlpziO2JWLFQFUIhk+a/gBaJ21iUteXuE0SAQTby4JBf+tWUhsbDn/z12B5md0bACKOtJpPC3pDO2FHcAfDopxr20bY8XH++/Qnva+spcncZLdHkDXtB5d3Xog03AGMzFN+eip1cpyW32zx62umxtmF5LYyYs3Qkq2HPI//GbVMwZW/664y9fQYQlIrBerR+2LNwrcwW+NH4x4V/Q7enc5+TESjvLsf1pBjJWchRur+nTuOF7SVTkK0a0ZhlcGio7uJQUNYpWnczszbuBiq1X0BsH0BEecyIM5LawlrVJUbwPK0T5Y/PReARoINaMMzcP+zwC/eB9jcF3hzcWBcMwWkeC573z258D1WwhjjXNLG43qIhUqxVi4ynJ+hJyFRhtP0c0Zc0n6SSSCeqk9YgvaVWIMJf6iYO8d1kVRG7p/XBJwQyu+ozt2xnof3xJESRBAfRrKa+wJfJ1KoXFR2yWsqzHvx8ErEUNp1j30lYphwSyS+z3uqMxMm5TMW2RwwLNApv3X+MAhRP9knCkCEMiMVWgA51n7ydAni/h2M7QXka1oBYPYCLLvEI2bq+SFm00vO6yEsZ2N2wddef00ZIyu7IIlRBIxJfKGz5MZX37Ql6z0SX/zGj1c/+N6vTmOynshdUO64do1PV9WepS/P6eLbDdnmiC3rG4IpMlkdRaMpyALEKyNoxmRtkqEm+qAdsu5cgf4i5LKN/VqTnRj2dnlr05Zx1r1lqZ1nGet0xy9gPIxhzn/lHRRHW+zbkyGboXfsjM//9Tw79bzFZ6HF2MYXIOv55+iFt/C8k/qiOvTcIGs4NLypG4ik8G8f+IrFSjdBAy0sWZG22eDLQfibBbbSSI80q400njfKIflm3p6FxX7hFETl/eMmuDSuAnUNoOVRaAEwD1s5+7vwY0sWAGgpd5buLvj8ICtoHDVVng9k+YBMkDXJMDgha9FufiBOQVYJs58HyGLLRv+LIBrxRKcHWW+9/c3Ve8ou+JUEWWTnwgXpobTzd+6SXRB3QSW+UGzWHVywDLKwZOGOZAk0MgUaZEkITAsQsV0Gf46t0HUGWsF7BSoNbCywWULrVNbfkbK9w6cGGPIyz0JqZAtoRAPrgkrjyXEeLdh1kFXPsnCXzdgyYtCQMkCuBTdT4MrC/dl8IiYrvC3FBEUjYHMXO7gcQWEDWu5rB13VtUXQNiKSaLnRvoEv5msryIq1W/JAWRs7yAoLCLSz22CCwbPu09NEGqHwKEEsxhb9qOviMcyV3McESMynLqAbLpThLYAbI4BKgEFtOIU/sUxCXFEfLeKtcNEjGyP7ykkTguFd3GIz6YaGSY0rXg+p9yaww/PJOIgrHjFZT7EI8x2FgHXdBYEAsvkB+gAuTlABcEGpYJ6PAtAuHKyPDrDOqJ3Hsk5RdNdJOEjVfoQFQ5/TZwEyXqSNp9i23R517VNAnUDbFRXo5WwBdJ5gURM9DmVJI1MiyTcMOLVXA7KuXL9hkOVEIig43K9QOrGn2PXSaw4lUs4o7oEzYFBz3Y+ZUfhk0tJKPGeKvGEUQMsrxkq8XN1+dII1Qy5vDulynDGW3YshOhqJWwLIbQNZjxNkPQFkfe3N1QdKfPGeihH/7m/8ZPX9f/Crq7/4yR+uTm7dTEuWlE2OyQqQ5W64M/kTCCnebxCgO8ha37c8TDcR30WJCSxZ//8CWTGdzwYwfn5A1jSsIEzNfaevEIzNKdw388h8mTzze2+h2+m86/tdzz539aXXn20md7X8xffPTIHnndRnfvDsxhcNsmgewc2JDwpk2doSlqyo5RHpvR1fUSBr1BIOffQhs5DxrkBWaXrHRBimrVXTU1DV5boOuArAud/cNtng++LsoCyFnBR+1lKHYlVJq9UThBNbhn7+QZatPuku2GLHFkDpujC/GWRFzZkx7mi6AT+TJavc8UKKHUAWdad08LtGUiSXYP6tx02A7bB2auhgyTLI+lC/35OGXSmQxZuPLRySXRCQ9UnGZAlkyZL1QK5WuAZiRNrLwsJObQ6wQziUEEpWJK8n+w6SWTBA8MSNWN2ycSuFtiWwZT5Nl6IQpJIvU6BBsOoyfOPYxS2h3Ojqy9mRGHasAk4lF+UhWbJSyDqxegBfYakE5JMSIZ5fwmB3NcwnDidPM0oOCo9oNtfrcDxHLF+4ClqcNfjkmWnF9PwmbRKohgWi97VB1QRtsTdNedC9LOsoW0bKB3MLKu5btUfwuwPMAKMV12baDP1ZnJQtH9Y+U8WNYzhFxC6QFj2ClyxGR90yF7iV6oEkNJnds4RzEn80WqtNK4P4LMnvIsCuLYVFtyxUCRi9nMKd2EDP98e82IolYHRRAjqfY90ivsoFgAFeipHCMoY13wkqDJooRhz1rQBkD6kzR3ZBklnItXBf9x6TQU9WOdyvsYRdunrFiUwY5/3bxEg+ESBTDJl+6Mc9ZQB1tkmsVrLU4TEBoKPGHYDpkLpYem4UEtfa1WTvKxZrX1kmnV3Q66ss0Wm5TBfE+ZRVDb7+eeertbMd2jmbygYxTLxVVqxRQK22+6zHt3Ft0D6WZlp5g0ODy2t/3AmycDUcLFmi/8tf+7IsWb/QQdb3vr/6ix8LZN0GZBGTReILYrJeBMia70gx6hrX84Ks+bzN5Z2/SUvWdG2fbaf4AmSdgV5eehvWXjaz6/tdT/sCZO2i0N/A9887qS+qyy8aZNlhCjdACrECqhxDEQVMcQNpqb0TYJUbYdTFWR9VgaBWJT0XzJrb7mCFqlo7cQj1xTWxXpXQaIEvnmvxLf8u8DbeEwJcxir5FAihZaLR/JxBVrhkklktXPUskJ/RXdBxPBqPAWEmv6gDoFGv6FXaymGqQgANTe9oyfosQJalNaie4A1RKCxZZBcMV0Gncbe7YAgiPsZzjAAD3AXfevvrq6+/HyCLgrQUIyZN+MMHxGTdV42sTOGuWll37t6O9NfWvlcxYrKEBcCyS1QTVqGDAJbiRzwfBlnF2N3NrehUwlAlvAgWo989y2ObgwQDwauJvEKCzp/4ZX407/dYpZouG3/aPMX1BQocV4kAl4sr1l7IhiHUg0cClLVCw4mcKjmAa6MZIKUQmOuScVY6/7Ew8Qjgqo8ujkucoV7N3VN/t9pfen7NqWmRlr3aQNw+MR/lDmhSBd9Ekp20wMHzST6PzmAF3kraBqHzs6Dx1JIVWwBjaPtoSIc1lFP/DkE56Fw/wTa9rbBMZpMFdtsHYXnxHSRiMRBO0M8ayLXN94CrADtRtLkKw++lRZxsgcRUsdNFuv/Yxx9LsEaBhHLBwXAo08gmiHufs4nqGrVL9r+wKAGYiIM6VLrwEwGme2llkzVYbl+OC9M99+XmeExKduqa8blibs4pv/hDufmRPIM5uCRXw0vXlGpfIAmL3ANZp5g8XBRdRJnENVioqPGmfmNtM1CHdyvRBOeR2jIYdSIiUrIrJkz1ss6TxpwxNuto0j33eNN1Mq9pZfz/2HvzJ8my677vdVdX9Trds+/7EMAAM9hEUqLsoGxLli35B8sRDv9xDv9g2aJkO0iKlC07HKREUiJlMkRQJAgSxBAUgAGxzUzP0vtW3e3v53vOue++l5mVWb0NBqicqa7KzPfuu/s93/M9SxvhDqHPRr2G7HZT58+AhSeV+nrGAlQx/WxibcZazLHO6TaenfsEWZiTEvhCTJZigSi4iEDWS88aZL0iJuurf/jW8Ov/u5isDmRtJchq5oLROTlXYw9p75cyWaq/9wV+7gxk7Wn5smrVeVlPhYy5yHEv5DKXsWQLWFb2nT7vnoGsfWxVi+JZqMDGxi6ugSY/5VUxO/tXd3ZtvFvu/8J1/VwKiyq5bb25/6974gHIWtdDB9+3Hlg7Ged2xU34HjuRw5qDN0AWDBYHcQS5KL+sCHhRIdwjx8f8VcJdCR3t0EEQmW3eUY3YMULwKU3fuIv0beOAoIhpe/P+vDfOju4zPugDQlhwH1mxevjIZGW0Pkw1MqFrFHEvfLIqqAggVhrkmU9WSWPLNuNReI62zUFW39+t99q4T/veAn2ORfkSNQHvPvhkRR+nA3wKy5Fol2TEwSjpn6bptbBv4SaFZAGg7eNisl58dXhVIOtZBb44LpBFH+4SHppkxBcBWTBZCnzx0YcKAy0NucJOA7IcuAJTIvkk8EzMBaX6D6FB/zsEM/WC7SqA1Ux5OOXDD8iHTYIDgF9FYYz2Me8qmExAeK7Hq6zYvxIWUpcdCoLUXjuRaobbnoA3yrWgHglODUIw7c1jz4EOaEeOtedBtsvzpIGZ1PKXIN+tkxDsI2+OI66l4F+5mEbma772xtXv+qXfGe0jXxDzObAP4mX2SLdl1HPpPCdd1muaGy6EU8w5Q7ETOdwqAEY0ORiACDSQoCvp7ZAbo29KiEoYy5NyhHzREpC1KEiO8nowdG0favtWKH1ibdXczT5oGBBmb/Sh8+UIBTZdjSpVF1XaCI8LQSY0ZwNklRkgYd0BKwIxgCyCUKQ/BdH/+HHybSL7AbI0x1gzvoe9PvuHKIXX0mwPALYjRumUQMwNrRP8o26SDFkXbwtgEYiCNl6BbdJ9nA34bZ0QKLspiR+2aldR9JwHjYiGJ8VY6V4AILnQsF44AjOtOhC2HZNhJ6KWsqQCK8GMARSbr6zZPl3jcaSDxHopSMa22KzbLfAFnVfmgNH383MxzKDGs8XzeoXDvtelp0UbjXGye5yKJR3X4vSCfJLXY24QrU5TsbXf72MuR/1XmgsKXG5tn9B+AcjS2lF/PfaiQNaXYLKODV/99385/J8CWd/+i68phHswWVvyyTok0Oy5U+z6xiAr53Jrx6Ygi+TT5FxT4AsnI67cXPOe2uP9EpC10M93oCBZKGMmI92PZ+yj1e3SBUC5pp7zZ8wBUkCsChaWV89yXPVy2WZ1rv1us6s3vWqtXMva6gpzW/O87D9f9bwDkLXpSBxct3CYrNtAPAG7jQkBC0fcMdCFDuDMTxIAK3yyIvhFgLB5nqwosjS6i0DI33FurdgQVyXUHa+Psucgq0yC6tn9930i1V4gmpbBqsRhOgNfWFAOQfN+g6w+8IXNn1K1ebcgq41/aufYiqYAt96nzwKbUwnf9wFkRd+XyVhs+whMAB5+AEIOfFF7vs/wGcg6dsoM1mvyyXpOIAsmC0WAowvKgf68Io+dFcgi8AV5si6LySIiGU4s4YGAsIOpFTmy9IOpk55jk9XMc2M2hLDiCAM9A5V/25xLf1vxkD5aY6UDZLV5mGPpcujbhGnRF3kEaCKaRTJwgNkrIWg8Wi1gUy1dh2Bstqgrgu9tAgYLlOuPtVRO7QHw1NB8hhUV9C5tycr3Jnvca0Ed4d9dE4yI5dGmnAjgUGuaYool44vyEfSz6cv+KKw57jlHX6Z5YfoPee7nNZiCGnxp47ApsxRBhBtHOGcM+rAW7lGXpcudYXpEK+7Nduo6Qka//UU/TE7r1UKD20zda21Vn9TnDWBRqCC261HKI2+S7VGTYAj0hQXrMO+rOVEzIWR+84ZRfQAAIABJREFUvh8Tpdu0D3NB9YuBEkmDM6reNiBLfY/5MwDFqQt0P4DVICYFXvoX4OakxeSlUplHJRCTdJj7Liq0PN/xdEwCMd9jfvDZNRJFq893NCaY+u1eEVsl5st522A2FfTikMLAozy4rsAVt7ietunZ1NvBMxI84iuJ8uCwPvMYa64bWCrQBYE0nGw7Jagtkvk+8pgiKj6Ms5nnQYDtBFYJgNaBrJjjiz6K1eeeBaXsWWB31oMsTysDwzr3Cpzce5D1qEDW52Yg6ztisnbPk4w4zQULZNm8surUzfViqla11X1BG/YLstYHvmj76JI/1jFA64Txvcr2d218Vl95189YW4nlF9wtyPK22BW9HGRN5+P+2/rxgKxlaTfY+l2becctm1enHp36ZK3wRbzDoTu47SepBzZaFN1G0k9Ay5gZ7QgBLoJajIEuwicL9iryZZE3axXAYnaXL820f1PI2ANkWSTptPF1/6RtCbLKDLFnZEILn6ZBCeRKIAotdgo3viZXYu6wFr4fEMiKyILBZNlEK4XBuzUXHAXgseer/ROpvNrsDeVegax+tAkgMRt9C7CVVz42dAuL0q5W4AvGICT5jiHIYixMArJeDHPBZ1+EyXrIzMauAAaBAz46d9Es1vsfCGQpEfGVyxcNqBC8iA5mLbdBloDMroRGB9zgO31VPliMhZlbMQDJGHm3NukRbE8znU3Tx76lZoCYZ8zjYnnzukpEa8BbGuEETyHwZmLhMm3NgiNSGY+XcOx1qPp1gIA5j49OPRv5x+Gruznu/FteAuSEi+iZ9qUhB57XXfj5FBguQEX/BNBK9iUPrig6KuG1mCwW+0SMbeaXsxkiofM59eJ6/5v1d5LiFPbx4fE1Zr/iQYDHG44Ux7Cw7xwRk3JSQjh5gmA7Ihlxga0IXMIUSoYwGaPGJBqpJBPW+KKQ3Wczdqzk5IsQmN36fo8pwFU1cfUTzPJZ7j0wFL7N/4SiwRFNBSYZA3rP0yb7iz6OuqV5YAbECAUF0TjRCQA+lUdK8/mqwAiX42tFQAwrLsxK0oEBagO8JePq5+h/9bN9UTP3E8wYICjYswiUwfw6qs+PqmzmJCZ+gCwYS5LrYl5I8mCCUzRWVczwrhpAwAyb+sFYZ8hLmyvKPJB9F5DnMPAaG/zLYD34nnKui0UjOAj325zYe9aWQdbxU2dEi+00oWoEpnOzwBjEOZPFZ/hkrnrFUC1Mjrx8L5A1gqmw0Fhen6hv0ym43GCyYmA2YrKuSzljn6xnhzcEsl578ZgCX4jJ+t9IRgzIIoT7CLJY++bzFs5iJsIcPLkHWvcEdo29dNlr7K8KfFFM1gHIWjnJ1nxx5yCLibV87lZgi/bohcAXq+Z8X9nlc+BO27l0PtXamyiuxisxHZ6/VoOsxfoeOgBZ93K4frLL2ghksT0WiOm0vD5oCmT5wMaeP/ywIikxLJc06JgTponU1JwpBY4UvAooTXt8fyCrv7dv28hk1aE1MjSrQBZl9YyWNakWOGsjSYajA1ktDLIOdgullHGPzAXvaXRBxjQF7GUga9T0TA9LC4kzkBWRBRFg1oRwT0FgrxW1EIAg+zoDslNCB7LEKslvxIEvfPL3CWa51F5KMmGST5bMBV/59OcCZClPFmAI2eyqBLFz584P7733/nD2g/eHc4oyePmKnOwJepEYyWwCzBlafYV1h8lC4DPDlG13aOM0lQ2qJvgn7+UGWqyPDABjx/eMbpesW2I5yyopz7duiv4Nc5lYhyFwJ57we5sLIrQCvjOnDAItP1Z2HMFkUDdt6ToL4CqPuCHX6U/1Up6rCKyHLUl14662whrsuq/xUYuABTwfAf26GAPqEKy1WCIEQ4KqALRg0bwfRHMmipSmJAi2yaDNbUSwD6bKgS9yzcX+ECDDJm0AM70lGh2/g8iKOiDAY3oG2Kp9CdMjQoDDatnkLRkt6uVw3h6nKohP9fwENYFe2AfHw9kAjMsnE3q5gNJ8PjuTnXHdxR7XEkqn49fhZA5jagcIxI8HoBBC9I3hinyVMNcDFNEngCRmnkGOWSglwcWMT+ADiwOzl5kgt/xmCXxxNQNXAHi29SzCowNOWANOLCzgRB9jVsjnjI8ZUvZ8zetIfhtJitkHRnYb9k8+WfohEiEXXIf9IiiGrmVsHPmQ+Yt/lYcXZQtrR/POgx/saIHtMH9FSQK4AwzGfhwBOZRvCxZOn8FG34ShK5bXi0YmaAJYW0dPyFwQRnOqqzeQyEAiPQvyYEDWuOZCuRdNrvOm5pD71iAr2l31LJAV82pFdMHeXDBB1iMvPDu8+eXPDD8jc8E//oO3ZC74LwYzWRd6kCVm3yArlRETAJljNFkHU8F0TF2yHmSV/2CYC34yQdamctWky+7xm3sPskYFUavqvkHWXJ64x43O4lr/r0gpsDnIWl7fBZC1STMO2K5NeumTf8304LDYMK6X3DjjwE+hIq9oTugp4NVNCDVoEA2mDKgwmQqnaA5xPkeoKZv5kFTGfmyMiZ65jMKN663DX9n57RCa2RwvB1kppLoanZlZHmpNa971hZ/sg2vKdlnYbUxW5sVKkykEIGua89AODV62Y9aUqUlDaeNLwo9mO4Ijwnb5vaWpWH2XF1mwX/WqdsT3o3O8tdPV/rq5O0Qn1XXxIej2h7uFe8Ihj5K/r+lf8dW8ft17a+JX1R+hIoJK2CyNwBeY7sF84C/iYQ3H91TnJysRIOuZFwBZn/XvEyeUjDiTmqLBB2SdPSuQdfZdmQvKJ0tMFv4ezGHMpmL4I3z7rVsKR40pYfrBBEvLnFcoawR1mC1GK4Vvh3N331AO60HC5uFdR2bbEcOGjIh5IuXcvrljwBPQKNkMBPn0p2ogy2xCmoblwFsIBGSYTU6fLyRktfPGoRvDUeWbPfPE0eHZn3lceYJODFfOXR1++B/PDu+8rUiK5yWIDyGcE8jAnJKxQsx5m4vp50amKTiiOiHQM/4GWfjFAL4c3EaCNII8TAU5kFDCsCeoKh63VDyUoMxwAeAM/JL1itmeqyXr4FFNwZIZwl4D0POzAA2MR0ZANEtF3Zy/DqVAsK7HiCwnx38H5HHUUxJcCygKiO3Sn7ofIMZasB9YWxOsqlQk2KdtFGzdsFhY8TOZviFQtmO61lRe3wRoivB9wSJa+QGQMauov2mXcrU52A1mcV7lhw1qLikS5hWZuAL8DwsM7cgsD5bR/koCYLC9R0joqnxYRP7DHA9zPfywzKwSvY89DB8p9csxMX2MP2Z2+FVR++MSdI/LR4r9jFxYDjbhfV8h4JVDC/DGd5SJmSbf0b9EGdzRj7GrnksQCgD0DcaFa4gSSO4/PgeUA5YZW4AbYeN1oxkss4sxJ2MewNpFoJSR3Y0xKV9H+6SZ+WIOwKalwkutI7LgbTF4hG/3rpznhrs3k/4y9hXxMp4aa7Jeq3fZvMKDnnNjhTa9yoh5kK3pzp32MIryNax5+odAUygzamZFSWG6G2avrCnWRUtG/OSTnudHtAa2tk+qJTvDFZHy+GSRJ+vzX/60QdYfCWT9CzFZb9snC3PBS8PWbSWSVvCLKcjqwZKeuNbfx7Rc36S+o+Jvn/MYCuBvGyHc7xZkLXng5KMCs+uu2/T7ZeCqyTibFrLkut7f1GN9B2XNc0e1+bdkfqJL8j43GbIlIGtWj9GHsF8pfW3bbngHLdjgFkAVayUmVLthjm/wl+yn46SGM2C2bNYegKwNxuKn9ZIKsZ27WtOGxR6XUxMNdGqZayutyFU9XRwmJBFxqvyy2BjxJQmt9giyrNHWwRCySwfiejCzdBOOxbKXZmj/ICsP5xnI6lmq1hdVv+wfJ5dswtKMycqDHWAF68FBFwJqmt10fdzPv0WQldrVLjiIBdDsV5v5dCArt0MXuc4GfRzn9B9L8595/5bmsWSFZetlDrIisedqE5rldZtdvyQgSjzbW76DQRi8Orogwv0IsszOeGwoEyftMJUyyHr+leHlT78+PPu8QriffNh+gmjBCfl8Tg76Z98/O5x9793hww/fHy5cOm8WAOBjM1j7MqE1JwiA8u0gfKLt1n+wtJG3TIJm5twJkKXv9XxAFgmKMYtCMNreujY8cubI8OQTjw4PP/y4Te3++nvfH95555wEYAk/ckinCZXR3oIjwCkBhg9sg4pMbu150R0Rjj4Z6RKEEIctCdFXbl0aHn3+5PC5v/ny8HP/xWeHx548NZw/e2n4qz/+3vBHv/3W8N2vnx0O3VBbASZipYpBaSHRqY2ZrGTL9LgjsGUAXkdygx1jdKgrwTVUf9hd9wF9BLOBCR9+UhHhjvmL0M99BDWwmSLXwnbQ1iy31604z1LOcRLgMi5hvjaaVAXrF2Xc0LNsTmbB89BwUr54xxX9bktmYsFAArIwTxJAgIVR3U+ckimp9774qQhwddD2PliOzNkE5NXmUmVi3e8p5ffmcnMMiWTpQBvsGQBXwo4na4R/ks2xKzGtfiOIXpZC4Or5CwGmBMQcWl3jzvy9pqiZgN1tBZc4+dBpg1Jyal2Wr9Q1hUs3IFe5BpREB0RJRn4rjQ9h2W/J3I+dEuBGzikm5uXLCk6Bn5XBv/Z9+UABpJgDjlCI7xT7wBGBKyIBAmZpI2s1TfsAvkeOK3qggN9h1dVBbPQshGvG0zm4nL8rQLyZTcaixsRg3MZ/Mes8F8KckUTlgGv6mn7YggH0Hox5IlsDCY71o/oxT4q0jf1V3S/2s0LjTwXZYIf29SqQNcLslbcvnDdLnsW+wPwuv7NirCZMVvbJAsh64kknI95OkHXzUICsWwKbDz//9PDmzwpkvXxs+A//HyCL6IJj4IvDt5W4euKTNesLHxLLRNGuuW7PXiArz1VPReXJYv/V/CSJ9rpkxPsak9nF65LW7rfsfhzX9Mi+ivb87O64VyCLciK32vjqz/xKlRPfbgKylrV6xhYvnQf76o4VF+vZiaYW5JlZtXqLhGlhYxnR4uWz9tCJmU/WarFnLP6AyboXg/zjX8YmIKtaYcEuBbg4hEJLNq72CBmNoHlEh7uF0RS0S1Md5oPhkwXIKs1RY8ruAcjyYmjl5HYw3/QBdgnwSsvRR8ppGq2ZJnFy+LXDJFesrkUIaj5Z9xlklYlOCN0ZrhmtbkfZ3yuQVVrFvWb0vQFZ/RNozLInWhfuNpPrxomf03xvOcjKA2EOsj4lJuu5VyRIP2JNO2N3RX4g+GG9d/a9BFln5bB/LkEWAEtmVgAHBDBAlpkspBNE9winj18LfnI2GRTQCl8uQJ6E8C3NMtnf8dXxo1vDs0+fGH72i88Pb37uJYEsMVkSKL71ne8PX/mTbw1/8RaminLov4nvSuzuCJY2twMoeL5hAhdh6wFB/q6CNnAIWgBF8aG1uC3G6eih4erhy8PLX3hm+Hv/7S8MX/xbLw6nTwvIXdsa3n7rg+E3f+UPhz/6rbeGa+dVHuubaGywGjxbVYgQ7fHsmwloEFxZ9y3iF+uqDs5cIyUE1L5RINE+OioLnyqixDF1bR5EGHKVCfPN/hLsFOApGYoCIrUf0SP+brrezVwBxjGXMgiK9xR6XBHlAmQJFLOGYEpUxg2BLNgVQMMpIs8JeESADO1dnnOjAFjsXqU+CHaO/WfKdCw7npsyqFfSGMulAOW2BOC5JeC5KyBEIl3Y0SMCOt5LBa6oEzKr81spJxTA6ZCUALIIzSiSKoKAEWYTJViLMdrBVBKGS+WSi+qaGCkHJhETFfMq8k1t6z2KJK4z0MMMkWTBCrWOQHpZ90UwiwDElA1jBcgi/LrTKlgZpLoKZFnZxphozQAEAYbUnTDqJ5QH64gq7VDsaseNa5c993YEsE6cVHAaPeU64AurAPZv5gdsqeYNzyc6aDCYMGryxdLvKwKHjlwIc3kMwIlpZURJBHjoZrVHfnkCeUcEtGwuyCRifrO2yuTRzEyAOb88vpuLzTGUXhhxXHbn0TLH+iYUWiE3nme1G3pZocxQXZ2LjCTQKPNwr0uAyO8SlwNk3Uwm683hiQ5kHd45KfXijkO47wKyXnhq+IJA1qdePj780b/7RsdkEV3wguaDkhG36II5s70w82lNEu36Z8G59qcLZK20ytnrQN3juwcPshYVCisI2Umt7zVo3V93LQNZMTlRTvWvWI79emYPYKUuAVlLGr4AsuKI2ft1ALL2N5yf1Ks3BVlNWE/tYQNFfj8KBtYiEu2pIgxa6gkAYF8Isy4PDmS1QykBVRsnr52EVxa8MP4YN5J5iPe5ZrEOvolPloWTyCVjduUBgCwLLTMmqw/Lfa9A1l7MYfXpvQdZTJ1lO1XNqTDFgw3ZxXTPGutksnyGx71t7BwCUJpffLLEYL0skPX0sy9Lqw/IEpAxyLos9uqj4V2xWO+9+yOFcj87XLqo0NMqP5JnR7QyqmXTxJtX9ewCWRG17vBhmBEJPWayEmSZSdO8OBw/h+UP9YTM9P7m33hx+Pv/+evD5994bji2jcZ2d/jR+5eH3//Kd4Zf+7/+ZPjRWQmWu0clEIYgDQ+AmVX42UTia7NBmmsRvS9NAwGB2QXlu2eLqm310ckbw2f+9mvDP/jvf3F4480nldD1lu47Prz9zY+G3/zlrwz//jf/Yrj43hUZUoFubklYlgCO+IlpnE3wgiHcRdDUc10fA89gF2IehB9QRPQTU0G9YNNS+1lzxQCxmCyiuxlkaTwlQDpfVrJevf8VY5ozoO09FVjDdUgWI/yUAlx5DqRfl8cEU009L8KWA7KCybLvlpks9adM1E6feURg7JjmDKaFGld6gnVugTmCJ/A7mD1Yp1j3I5tWUjW17szL9LGvwb/P8jsMSwQTCaYbIEsqAr0AuoRVV9TLG+RrU4dvqU6OBoi5G3nZ9GzA6XXN00O6H04GoMWLYBF+ss00w08xYrAEmKs5xDg6Ep/7APMssb74NFFz+d95fXmeKQogpoa6jvDrjJdBlsYKHzcYMljKa/JvvI5PX2PcWTd6Jv3klBYaZ9g56qtxgB3DVzBCyF9WLixSJ8i0VSaLZs40d/jO5mPMD6az7rMPl15XlX6B71BsEAqeeXBVwBTQqYZpDIkmSRRRBdWgH9k9ACgCeAS+2JZ/kuC+5xTtvK7yMFu0BQZ7bJmIuiarzN1qN1zyO03oevbT+xPPW7g85pcXPdc0JisUHFZyAAL1ecxjrR2vtxnISjlxymR9fhFkJZNlkPX8k8MXf+4zAbJ+bxXIkmm2FUcoWuP0bK9UrEyaNPPViXYtA6mF0H6ymKxPNshCWbdkrKb4Y+nE//EDWTFPIxfkKFsslW8MxOYga3lfHICsPfa9g6+mPVCIvoEob/DhsO5pyaaaphkj8IrPY/YivKBlzehlvi8mdESvCof/iKyWzvuUX/dndfYS6uO7vbWI8/vjYOrOAQS7Dnj1IKuZXfTfd4CsSnG/9ODtDkBWaTdbzaKTu0EJxsavublgmmAGe5FMlnt63EDuFGTN18UmICvAdDzfY5uAfNUa26Ru60AWEgracEAW5lW4O5lNlJkPkda6EQ/NsyTJHflgPQfI+pkCWTIXNMhC+355+EgJiN95553hnXd/qDDu70nTf95CpkGWtN2OimnZOkwGSYQc5pS0O0AWJkgOuW6BnqFD+gFgIZjs2hfrlecfGf7hf/nm8F//vc8MLz8rHxmBr+uq97krh4b/8PV3h//5n/3e8LW33ldAAPLYRIS0LbVXt4bgK3snBK0wQQ2BP6LsReh4C+7xcM+PiFogEHP0xvDSl58b/uH/8HeGL3z+meGhk5hcbg9v/dkPh9/45T8Yvv7vvj3cuCjwhKBPEAQFUuB5NhUp8IaQl8/dcr+HcNqiBxpkiTGQuSHCH33m4BIWYMeF6FxaXv8RNIH6VtAOm6BRb57NT4En1jLmmcVieT/i4IzRLvPZMkesaeBcfVb0RNj2AF36zGHI009MZcBkAcxQFj105mHnczoqpgOBHnNIyt8+mveowpWmwYIsbAr1M1AqgBU+RAWyjPe4xlewgbBtYu7H/LtiIMH9FVzhEP1MAt4LF4frCsJiJou8UQI0W7cTVKseRE/E1BJwdRiWA98jTO/wbdLzAYrszVxzVbQFc8fBIcQ8RfLe8EswCHEIdrXT5oYBjh24B4YvxyLYTPbVNNVTI8NcFrYI0Ae4E8AG3HmMGceYpxXUA6bIgUr0JewTpub0A+CNSJ8AwB2Nw44YNfpvFzYuzT4p86hYLkwi6XdMfTFvpbH40jFprl1WO2mL2rct9g8WGlbuupgyGrIFoyely9GTD6lvjvn8KgUB42CzS/zJAPt5BjKSMW4daF5CudvOw+M+OXgmHwXAzsv6bd/Toszw6jdlBSKraIH0PwALYBsAvzuLGU9vVHOfrFUgS3tpMllf/DkxWfhk7QmyYNIyqcXcnNEAcdx9e4HWn94pyNJ4eZ7g67rwjP55d/Z3rcc7u3vvu6o7NjtLs6xV/nuYCe8tAkUBOf9qatU93nvaP7N6awlMQLO/XmYam35Me9TjfvbnRmOU/WeZLiYep9oCkxVTcmxIKM9iYU76wh93HHYqcg9A1kajcXCRJ1qCiZGpCgf18qkKBUBoq8v50teWwGPGimhdxVqxYgMA2IfAzEsEviiTIe8FHbDYZBNad80ye/mRjYp2LoCsyomCphX/kQcBspY5CE/Ymz1A1n30yZqvhnX9bWiVYLDmRuR1Wr2u7hZkReH4aaBJvyXGQXlxJEgRiOKycuxclZNBMQol0h4CZJ08YybrlQayzphd5Vois32YIOtH7/wgQJZ8sohayLwl0baZLI1RhKqO/FwjyOI7kkNj5hYgi9dhQvQBsjzHcPrfHV54+tTwj/7BF4d/9N98bnjxGfmjSIjdvbU1XLi+NfzJW2eH//Ef/+vhj/783eHmIZkR3g6QhXDuoIApaI2ma6FEwI8KRsHgDiHLQEvfAXotVSrp6OHrw6kXjw9/6+++MbzxhaeGM6d3hgsfXRu++fUfDl/9t98c3vurc8ORXYEirsdvyoJ7rhcL2xHlrcK1cwxVMnGvqwynjuBrwJDCfDCAmNvBAsQarPrXNGF/aVrfQOwhK+h67rcJVDFkObWCvQpzwfLl4lqDgBQ82Z9qDytQVYx7hXQ3gEyQhVkd3588fdq+WyTVrXxLCLUI9zAI9HmEKxeo0DyMCHdh/siPD2kLlPZ0MjAPrJ/+qZhZAkh1/2WBigsKugJYQFoOk0ONGn/LhO6akvNekw+UcJVAlsCBBM4tzAUjlIRBDTmk8Ge6qbIq8iVKB+py4tRJgZVjHpNLYsV2VSb7MaZ6x/XDnn1dYO7apUtizgRWYBIl0GIySB+bdXTkxhSgmU743zpoBFOlhBRLaa47poU7AnY3xGrZFwozRJghMUjuT5V5DTCjzz0/MP0jOEsB3W4POdwkxDB9Y8ApO8qBOcvw7OqLo8luXTOYFDCWP9aOfNQwbWW9BrBjmUpgl7ngllgs1oacx0IU0zg58bJBFnnCiJ7ZmxjNA19oFHs5tE1dgFZwPZ7H7AWIeQanU+l02RkYCaFzvRRqATSp32LfC7axwuSDg+M8znOafYodx+aCFfhiCrK2drS/DEeHy4osekN98PALMFmfHj4jkPWVjUFWDyTdgas3fnfwHTBZ2tMeSOCLvWt+199uzmrF3Fn2OqRIFFOvrFXVGsuY+lN5i1n6cr7QybntnWvxWu/hexzwngabIMG77tIVBeTa6+S4VYm/lzFuYVI4Za68kqsje7eMuU9WiCZ7vzZCyferbw7K/dh6YBnIYrZUlKZiFmwTXOxWapt9iOAbRHAAh1RG+4eUMYKsMG1LrSAC4AzUef/dYGFuds10F+nvcTjpehb7AAKWBaE4/IKlSvZrdiC2clLY6N/v11xwaRSmOwRZ0f+1umOFbwJkov6jidMyAWD9uHw8IIuz2qZN8jc6ffqh4dQpsT4Sjgi9fklCqbXRdZrgk7UEZJ04ddoaeAS9a2ISMBeEyQJknX3/XQG2c5qUmPjtAbK8nzPPI0qdhTXG0QwJv8UACGTFkSMhXCzDY6e2hl/8W88P/90//OzwxTefkWBINMKd4aNLw/AHf/yD4X/6X39n+Mu3JTQPCoBxGwFQZei+EKkZsk6jlnOZ/b/YYvusEWwDXRxrTbDp1qHt4cYRMUuP3Bxe+Oyjw7Ov4QuzNXz0zsXh+3/1/vDRdxSs4JzW7s3Ie+W8YPh7GeDFUUt5FtqIQmdzv1FgMqNmM7/RhA1BusJ799Heap45zUGusblZSmjKE1zCIAoshHlbBfrwJA+BQ+UwF5jz+KgYkAVMmZx4DsiiT44JWAA6CmQ58AVgCWCJaaZAFIEvTukHkIUgi2LJbJiYEUdOTVM92nKdCH5m7gQubMJFHUa2MUAlTBDsDsmQIxAEdQEgXZJ53Hn5AzpghBm+jChJH8NSaT5fJZ2AJsDOSRgYmdcZZLGPhrLhmkDWNV1z00ANXzrSGeADKGFcwNARBWGK5C+FOR/PINrgcbWR/ZrgGJcV+MUOOijFyDMloMUUxmQR37AAWQhiAkuAMJsORhS4yLEWxxd+bjuYWor1u6K2wcbdAhgQQh52UH0PKAXU4aPl+UbgDOWtw68RphE5xMyaAJTgkUBYKTnKQoIUAmECafM55qrmyFGsKfQ5rB2fU/8jGfiiEg1bp41yxaymgCLKkcbMALIwFyTgDeaCjH1beandnprITfNkVVy/UUirc8KzL/touoKj38bzpAK4FJMVe7qVDF57mG6qjxmDzEXWg6xSfiILwswCsk7Lx/CNN94cnnzyKZu3bssn0T5Zt48JZInl09g8/PwTwxcAWa8IZP2uAl/8sz7wRflkYS7YM1kPAGRpPhlksWbTCiZ67N69NpEr7vZpByDrbntw8f7lUK7AYcpxoeaKvanY9yxq2bgfgKx7P04HJXYb/Gj+h1YsmCt/hsa4f1+cEDy4AAAgAElEQVSfx9T1TwS1QMMZ2nRAlkO2F5N1D0DWfLDWb45TzWGAqPFA47ArnywLfwXCUkAfWbBxOVv70QMwhKh9+mTda5DlUeiEgf2CrDjkM8HovldEaHofJJPlJLOEGZcAdebMqeG0nOeJMnhOYawBWXwXICuEHXxvMBfsmSxAFuwT5lVXxGQB0BrIOvuOmazNQVaG1ja4Cp8s0Mkhawdj7gBWCHt++uhtCTInhv/q77w8/IJ8pJ5+5oxYq8PD9965NPzW7/3V8Cu/9h+G9z48KmGIEMsBsoZDYQ4WAGVUGHs+U3YqRA45b1UwKYTfNThSfW4C/hT84tSTR4ZXv/Dk8PSnxNI8NAwX370yfOurimr4l+eG2+cFIGQ+aFCF2ZkDX0T5LtB4plgizPZGYTMS2xKQIECOzRk7E7M5yIr5Nh6Cc8Vo+XzQrmDCCHSSTAbwCcDkihFuPqIHwmrZXwmgB0bMmsMw2d8o/Z4wKcMMcMt+WaH4cXTBBFmAh+MyIzt56pSvM2NAv5b5pYErP2EyRVthSGhPlAf4iQiK3ifYY5CC+d6Cu/bIZDqpNwDqsgBHKQbYkWwmCRtHAAdHAVQYdoMs1UdABZAFwGSK2ydLIOu6TF5vy3x2C6ZHPk5hcRCAP5RcmgewtrrGqQkAPc6HBZMlxkzPuC2w6L4lGbF+zNTJxI5ogZGcWg90NEExSZhR4sOkZ2OaFyyGnktId4EsFG6Xzp9L4Kc24bcFOyiBGeaMdt2+qtxeKvMw4eEfOiOm8ESwijBrAoS7fK/1eQjmighzAha86CtH9jRjG/PSEfeSKcO80CHmGSV82dz+7A6Ccai8QzKXvA3IMouFmTP7P6aJALSIardtM+D9gCzAZjJYnca6zp0oKVlZM5b5ct9166HOn4p8q0ZSxm5G60TxQ8S9vZgsSpyDrCcUwh24jx/a4aPBZF25lkzW848HyHpVPlkCWb/+T1eBLPbU2Fsm5298UC1a/vtOmKwDkNX68oDJGqfVwvxrX42gqs3PPKs26b+7Alk96b1qJRwwWXvvET8Z34bY1L8mzJK/DkGthQi3q0ccETYRStOE3g+Iw5zw1BXpjDIcFa0HWTZ1S7OJPHD6ZbNmix4PpcnhtNeorAZZ8axksCi5B18loPuiLCMuCdui+sxfZ3RB+8lEUIByhOewDv+ZCHHdbJzXmgtWf9NJ43gFY9iB1w7s3gnIKjYrBPfQoC6ek3uNSgJsRIesS0WiTBl3YXBCNl6cg3Vhys7JRMxvD+EWMyGipvHupFiskzKjIvjFZWnOr125bgHLbIurFxr97QayXh+eeZZkxA9ZKA6fLEUXFEB7550f6UdMlnJlkbcKNoeQ1phGmSXx3CVXVviIsF+GrwmgKlk9J2GN/D5xAWAkcmZtS+A7LueqJx87PPztn395+Dv/2eeG5195WILO1eHPv/HXw2/99teGP/zKD0QoPCQZklxNmCBalAcGWAngyHkdQGFShulcBpkgdHvlKlMdYLNuCYweFrh75tVHh5+XueAX/pPnh4ce2R7e+/654fd/46vDn/7bbw1X3hUIUI4uhGm037uqE+1nqoa8Hqu9oJWJO94zt3PSlF8U68PmdLmOIjF52vJPVnHsJxba/CBPjmAD468M6hEgy/mS9IJdqIhv+OMgVEe+JjEw9ttQjwG0YLnsLxX3EjAA9vKYBFRAlqPfoR1XWwyyyCEkM7LjCit+gh8xPQRTgKGi4eGPhv4ooK2Bp038qHuwb7A09ofS31Y40Uf4CwJErcgJQZw+teDsgA+KrAdjlMK2yVBAJUEkFAXwOgBIj9s2yJKAjE+W/sNUzwEjZCYIyCLc+rauO0quLDNqcQ0VJSw7wAow4YiLrCTvxwJfmc8Ps9MyR6J/CcHv8Om+NjAWIe4BvrTNprYCWaw3Hwn6IeVBBKW47fxdmDHab5BgFQJ1h9T/tBUTyJsKdMEyAbQdFwDD34xxuCqfquuYPlYET4HcbQE3GA3mAT6UN69jNleTk+4nUiW+YURP1PonIiPgC5CeibkBsITuPwbY088h+WM56IUBM2C8A1nqFxjH2hu9xue+Muz9MnGMhNththvjSj/FuvRMNur3Juu+YB45xDy7HGvX1+T+6xk+1cLHPYp+ib8bJq3qj+OaB/bJcvHZ+V6msRd719C17FOnZf762c+9MTz11FMBspSE+ZCS5t28vTNcFsja1dg8/tLTMhd8bXjtRflk/du/HH6tgSzyZCmH36BxdCJy/Ev3A7K68yPnt5u4cJpPz1XGEFNc1rMVI0S8TOXE3mBu9dkSz118ef2uEz5W3bzx54seT+Ots4fvaS44e2As7yWv2CsnX1Uzl7TV1gQL5SyxLTTg37vRy5Xf97iDWVIrBy2fZYVHzTUsIzZAQaXx65Uk3mdyirjAPJ9OzUK4bzwXugvD7vvg9XH2wBrz17VVW75eu3G1wJaTsjcBxG/A/gWhNS5ByUJRbZG5KO1hoOv63E0h+GXyXB/mIdD0WeqXbniUXeWmML50U2eqz/aFxcU9BVlebimg1sZa0QbruzBhis0lrg2Gq15hzjOWy/cI6j40EaAMsgpYIexHtLV1IGs+zsVG9axUM9e0/0v05+gTNWpcq65zRmveP42py/bNfdo2MXGY+Oh1u3TzEVg7QxcvaEBt4asQbsGraHUxXdmRWRJO8JjlOQqZhC8YAsYj/CI0JgZZypOl0O2vyifrmedelhANk4V5WwhtJCB24IsfZuALATYAFZp7hBpAFkJUAOaIuoZPVrQzwG8wLPhlhU+W2Q8vQOoNPETQviGhYRhefuWJ4ed+/lPDsy+eHM7LNPHrX//W8Gd/+m0F4NAlN0lQTP4oCXkZWCSSRY9mWTF2aJUzrECuN9oKyCrwYFv7bf3s7A5PvvLY8J/+/S8Mf/PvvmwG7e1vvjP89v/zx8NXf+fbw8UfBsjyvCfMNuHDiehmU7xY/wWI+CC5lAAZ/JdzKALdRB4zwBrzP8Jul9/LuJa8R6QAXCAolAgwMSH4lilsrMOIclfRFM20ZE4jzPTsHA8zhXDJD/dY/gzWh5dDlDtIDwK5OSOjAwJlRKhzCeFisI4JXJ06c0YCKlEotyz8E9DDZmgAWY937YXhi8V6MUvjJL/kMpJgqOe7HxGQHbyBUOSMY/QbgN2RFTNYiOcNddbcvknCYDE+1zGtE9jelkJhWyHovRc78qSeB5Ol+Xv1iuargIXwtCJHCuhovjraH8mBVS/7ojnIBIFGIkIlfY4JDTXZkgLgqMwEvSb0nRUV9v/R1IFJEnpz6gDjydhrQjEDcEWZFpEvmZbF1BF6PQBaAF/OAOan15wAJADziO4DHO2QVFrX0U9OaJy51Hyj+oNxAbzZPBKfK9eN71hbml+AItIB6J39tPA901cAZJsFA6BgPNUvx8ViH9N+QJ6s2M1pT4CsGw4znz5kGvdiGHm+25xKtgLYTrhtMKDAGwbuaVJv9iwOskosXedJJRFHKWmfQ0twwbyH4Dia1Ht/1UeMx2WCfOhZRPEFeABcXf7MiqFMHMsn6yGBrNc/p4A/Tz9trMccAmTt3toZLskn66ZYvWc/88LwxZ99aXj56Z3hD//NXw7//J8qGfHXyZN1toEsQrjHek/mL8/JqAQ/c7AwE9LbObpEeM9C7L+ol/NkYa2QTFat7VjFa14LoeP3FvB/XKLhrW3WrNtG2Y51cI9BjOfVkhotG+fZZYv9uVi/5UBsXQ/s43s9ct0z1n2/7ml3lIx4XugByFrXzff/+3sPsuJQaq8ZyGrCPYKEQzSHMBGgKbVkLmIsw/pP55MZQylbEGvv7x5kUd+50D936ly2aObAYQKyaMYEQJWfyN4gq3fgtZLyJwZkNfgcR17TBC2f5zENUquTwk5deT9BFkkEQ5BWYAoEeCRLgQnnVZK0bCamY7KWgSw053Mm6913C2SdNSsWIAtfwwJZISDaPBQzphnIsuGeAVf4ZE37hr69KbCGIC/AJpnyxKnDCiWPK8yl4cL5a9L8ExlOvjASfmwqKMaCnGAWusyITSNyhqYcITmE/dCJZUh1h5PncCMsueqsn1NPnhx+5gvPDj/7iy8Njz91cvjr//jh8Me/963h7a++M1z7EJClZ1ISbUy2DmHHjACgIhUsYRrqCdLCj5e/VAsnr6+DUQSkpdkwoMRzKkAZ5VRycrTWY+LiMQppH+QjmhjAzNEUeYZANUzMlvo0BLEwVwymgNQSsC7S+KcCCaHtiNgMBFXmBZIETIDDuKtOBGc4obnh38rTRBAMxj8IqFCu0OdlAmkQhxkg5anrAAAI5rQL5gXhGwDlxOSAlGSNmLvhZ0aQESL7ZQ4nwAhrCZCKGaCiXPYgawcBmbaTdBtgaN8lsUlihW6rDGD5jvft2wIb150DzmMAy5MRYJknDqMOG5SggUh8x+TzBXtDva5LoKdsmCHM9Jiz1J+EzRFaP04RIhEew4eLCH767vpVsVqYbrJm5G8IuKN/rwr4OEqjQQ9BLgLIo7xwvqcMmAJo5AWg4ocnwXz5eQZryZyafYgw+tBG2/iCqZ68d4h5EmprXI45QITq7qiX8ilS448KQG8fPyWWV6yXS66It5h+hg+ZTd31YyWD2nNcoIZHReCJihwZc8I+Z/iFpQLAvoiYW5bVRgLsYjOZ57T5uKJFYuLofSKVe7TXpq6pRNlCYaMPrxAg5cIFg1PMBQtkWYHgkRj34T1BFmOGT9axh5SYeGSyCmS98szO8O8Fsn7tl359+M7HDLIipUCsI6cV6JTAHrZVrwOQtWf3bPrljz3I2gNXmsNagzsPQNamM+En/Lp7CbJK6JtEh5mDLLTIecDgxFxgqhKP0t3FLFkDl4JeMV0VVrxMJYptuVsma+kwLzO7m104LqSRfSqTqzhefWY2AWoTJgtfnVauZVJpST9mJisO2R7wjACoumQdkzVet0rTuHqxFeNQV9xPkGUBU/2+K7CD5pPoYYRyN8uE4GqBHRYjfkAE2wrZbCbrNUK4v5TmggIxaS547pzyZL37bjJZq0GWtc1OqBrRBYvJClBVSon4PWdkATwwAoBCws/f2L3qRKyWF3G6kXkgTBgg8nYJCl6fyNQBTkq10ZQfMANmVEpbmOAunfnpFwdj4DkntgS0jg2PPSch7eT28NG7u8M735YQ/6EYkBsCPKpDeRzZPE6Cr83F8JtJM2HXgT0iBVP6L0wGw0cm2OoQWisaGp+3KIFlFgXrgcibgpOZFdMdkWyW/pxEFEyhugBOgTObhgEGFEXOOa0wh0MLbiYEH6FIhF6MFeZ/CKiAB/tWue8xx8KHRX2VpmuRlDdyZdU2EwmhDWPHhaD6AhrIxUQ7ATbUifc2S6QvDATC59FsEPXDN4p5CiC0aRTBWthXgsVbAFlqF0zWUQXuwDSb66i3mXPyT5G3jX6AWbJRZ0R5vAzI0jVOYlzsHX1Ev6musFa8AKmAFIACY35dwjyJiAGksMUwQownYMnBLgCbgEu1kzxZrIvr8qOClTMwkzkbJm2A1esCc5jkUg8H4lCZMNEAS+YFdQNoEvwDJou+t7mmfpgDl2VaCGgCVQJ4qSfMlf3hiAbIuLmeyWQpwih9C2AEeAP27D8Ge6bf20cFJsVWEnAGJUYwQayzii4IsAqQZUCkthMI5ZjuG60DwgwZcIi55mUxjkSIpCQAJqAVxtNqK+Y2IBuFhS0dtA+oT08QLZI56zOkgskwGsVksaYIBCKQKvB+QYofkjZjcolPFqaPrJPwEdwbZH3ms6+byYItpO2H5JN1Q+aC+GTtisl65jPPD19qTNY3h1/9Jflk/TlM1nvD1o2LNhd80EyWQZbmBiD/AGR5+k9eP9VM1gNgqtZBiwMma10PfUK+v3uQ1TFO/nPRptZCANq0Alj4ErC5O1ln+ttwZ5qJGJeAr/gsGYwS+kLjjcCY9uZpRrUpyKJsZAfXNFmSlX1gCWnvgeyBRW8GGDmGRk4Pzbq1kqlRdBsTgM7NBe8EZPlwtfDDibpY6WmEtTkLMvZHhMMPc8ES6uN8/ekDWSQ2RThhmgAmgmWKKHQt6SuBLzAXFMh6WmaCr7zy+vDUcy/aB8TJgyWMIwACss6ePTucFZtFOHeYLNgGrwkJNeTtQejCFLQEe5uaxsM9V2s8epajn8dIU3FdjH/NTYT2COZx00JrP6ebSacFqdDel4BbyYCT7IogH6lND+HLnpESSHH2F3ugaIyDolbvbl12xMWbVxT6/rLABAIpmnhOcc1N572CIbP1awjspVyPORxmvzzAfW0T2mSYyg/JTGP4IUUAHIAOPkv40uXm4TUee4V9rvQ9JpmRwDh8VyJUevo91Z5i8+MAOsEOYQaWYewx+UomM5IHlxltPBNm6rhYDOd1okZe9+Rdi0AB+AVhKkj/wYDBvFwVGAnwFyaj/fgYcJodC589wAN1AijaLBGwaPaOZ6W/ppU0Gdkz56zznlnQ3wNkiWk6KnaNhNcmOix0MQgwuAqOIrBlP0IYWD8zffgS/OJXFGCZfhPQE3Chf2N8ih0EpBJMoyL0EQY90nMQPAQQCaj1HIShxD+LcOpqx41kvwAB2wjGSq9QwJPvmFtELbTflJ8d5nuwFVaMaB3q4RGJUADrmH4A+pfll3Zb4I62EmmQ7+hfTPUcLVF9zhrlmbSNQB6wS/Q/0QxRajBH+RwQeEQg24mIxQoSGKYUiaxtmwsyR/Pc4plEtsPk7oQArhnL9Ex0WH89A5D1wdn3lMj83QDYuuYIbLXnRABm6uMfIgRSX9UJc9LKJ2ZDwTwW8tgLpQM/6jfmFfPQfkppLui6WJnTVCOh6EjzwTIXPPXQQ8NnPisz6WdGkHX42Knhupks7T1qw3OvPx/mgk8Fk/Wr/+TXkskKkHVkkAnsvs0FPevHA3qf5oI/eSBrhbAyyQMwk2e6W6wc796Pkl0p2Pp7VwlG4117S06rRCvm4953LjJE0/r5+zVy27q69efnqmvvlqlaV4cDkLWuhz4h3y/46swm5yoA0jRuuiDdb5e2eGRkVHD6GnDwlb+EHcxT6Irflow6gOUPUsBMQMamnwKRA1/MfLL26npvyytA1tzseN0iWs7chJDaFnqebPcdZKX/wnKQlYxL65joz+jqHiSHvT/CfoHWui78mEZt5vzeZZtSE+BnoG9ZvrF1y+VeMlmjr8v8qTAkHDShKKiAIgAsot0ZWGEuaIEdDX30K8JlgKyXhpde/Yz8kV4QkyVBG0ZAAvEVacqJLohf1nmFsubniiKbXbcwGeU4+Sf5piQsok1GwKtXCDYS8lPAsWmah4PDpV3V1snYqmJXAYgRWMHuvJ6TxVwF4ACIjWdTsEkWBPU7vHti+MMPMh6KgIrGQiKrhdNbmDAdVTkK5858uaXcXIcklx9RYuUjt4nYhpklwiCCeoCWWL8j4ClTsXJCd18DpPQ8hD77JvGZNfNVn6gTn1W49QiFPu5MZQqMn4pNoFzGdLMrkElDK4luMFGRkNrAErbIcyOBjS8YTSqPSsA2w4RvUiqcuCSiC4phELNwVIxF9adNyTrZBhPliZhCG9qaLLOzBKoZ8MNjmQKzx0rPacs6lTten35OCsmaEDYXlInYNUxXNb+3BS4AGGY7Wz0EUB3CPaILksQYfy77fJlpChaK8IQRpCNNoTF/5GkGiDCouoQgDuyN/G3gG5ERw9dWfUgibI9L+JnSDwB9+/8xc5vvKWytyj0apm7O42WQhHlhsGX2bxMgwdcJkEoKBnzQSITtIEoaI6IUAgIJBW+QxVEEyJKZHYDX5olizxxiHsBnJlPTmPeqC+9h2SJPFiALH0MBYPkjnTzzmEHWbT27zpsRZMn8lLmUpr8wKTBHgCzWhP1yNREoGwCGsuWiIil+5zvfsZmlIxMei34HRFn5gw9pJlRuwVLoP9asj9hxz3fE2zhoA2TlwseU8obKcfAWfLLEZJlN6/Z+r6mNQdbR4ZJA1i2BvZfefHl4U8nKX358e/iD3xbI6piswwZZMFmww+mTFQeK96kI2ctbKp2fRe1zrcScG839N/PJwjqEvsSkspis/jwc99HpXxEhbnytlRM2sIhZ9axNP689ffH6ZQAp+mehHaV9XihkXsY4BovPG0dl07pPO5Nx3hshrQNZMVfuAcpa04D784xOzjoIfHFHU+jH7qa7BVkWY/agw1I8CyBUDt3dbw6vaXCDqeAfu0EIgfHnFBR8nCCL+kyZrBReNwJZaabVro1NIYSlzlyQwwOzqjXmguUkftcgy/4tP40gyyJdnusB4oOxCoDlYPxitm5LEAxBMVhDM64JsmCwXnrlU8NTzzxvfxvYQIMsBRY4J2B16dJla8YNpAj8oPIw60Prj5CGJrpyDaGxLogQApLATArclvS8FyMsMW+KTUmztSam4zeUTBG1TbO7Uc1XChLuD7DV2C8zKAEAInkpy5zDNg4ByrLGXALHziECF8hfRYLfbWnYb2M6yDXgRCLzibHbEsjC7GyXQBKYkvG5E4xnBD76OwEs9bNJYIKhYsIdHMRmXBF8hBf3oxQwGIQ9UdkI5YBWg2mVW0KnA2Skgoc1VaG5yxc01p//zXvd6CX7DtEex6AwfkbcZeUEZmWwAYaxedbfSAARiXQxf0PIdtG5pwWwJ//U/OXhrn0yAdkEiHU3LFP8BBiNO8yvm90rn6wKfCE/JSUWhsmCgTVjqevwD7yiSJhE8iMaIQHpude5uRBQJYzvKIqeI3ISFt3h1pmXgBKBBEKB6zcAC4BA/ew3pX5gVRUoLn2BWXSAg64zY4jPkqpsQIFvVc5j2NotQh3qugqign8R/lvBboVJnyMVpk+W5x1mnioDEOUQ5brfSg37Bop1A8Cobp5n6WeFGaBN8AxqiKgYTDYmhWXiGaaF+O/BppEn7hEBOTGW9l0MwEn5wWQlyNJYEKqeOsOKFcuMIoJrqR9JqzH7Q0Hx3be/O5xXlFLat6ME6cwl6sAew9x3iHi1w75tapPDzKOgaCDLf3jPKNDF2UubaAcRVa9rfRaTxW/88xYUbBuCrGu3lIz4mkw1BWJe/sJLw+e//Ozw0mPbw+//1lsBsuyT9d4AyNo2k7UOZNVEj0WVO5FnNa+Knjnub/OVxBiMgS/uHGRNV986ef5BBL5YrbhcDZBQdPUqncK0CxuQO7sHLQcgy3vpuoFf2pHrPuzk2wcJsvYyads06MlKRub+A95Jr96Letytid+6YV72/TINz8gurDryx5LQTCO8I5yU/5XNdlKArF1zqSbJY7QIslZFF9yrfd4eJsJN9342FzZZRPsGWYgWZhRCoGusl9UvBbKKbfBVPtAd7Y770EyntpcodBVd8ABkbT6rG5NVZhRp8uWoVjk5wr8lQnPHwZw+DXkSRahh6+otiJAn66lnXxhefOVnhieffm44qYgTNjlTOVfFZF26dEWR2CT4pLkhPldOiCqwhb8MeXsuwipIEL2qv9Eq16oqkIXQG2ZGHHoSZE17MGlYG+Z6VCcJyLy3YAcQwamfiZ0iSQMNdU+Ay/CWKpCRQWisBg/hpYClBS77rAXIOnRTUc8E0By84ZhM5Jz8OJgHBEPMszATPKw+BEQCsmAYHBZdPitmlmz+C9MWDAbPIv+QhdOc7xRn/xr1tQVJwpjTfAfQgZ1CGRGR2AwQEOTVXzb3ox76zd4DkxR+QSEoO7dUmmqicGY9mSUfN6TouQRsfAwIIOAFgKpAXOqG3Q9H5ReEf1JjDFVugCwCX5BQGJOwBDttZLLvSQkwDkQbuZGaGuf54q4LGI/v5ybRMSHo02QiNCa7DnxxYbihEO5YGcBkEbQBpUGALBg/AX9AlgJk3CJ5LwqgBFqAsW219WiCqKtSJuxitpd9vSUWhuTMMLQ35PNzVUmJDR7weRJbRJWY547kx5jrA0LDAzpoCMoIfkAJFZyAFecQ9lwPyKKtAAyBOMYRPy2DLD3P0eNs/szZU+HuY355TfFdKpXMrMHMUi5rTP/xWeTqCmCEWSMAmntQPDiwCPMth4TxpRWHFaZ/S7mi9E/4t9l/kX0bpjXzZNG3Gg+YqqMCTDzzBkoX2JViqlXyCY3HI2ceVrCRI8P3vvvd4aMP3vfTdtRH+F0d8R6juax1VQwgc/7aDYJzoNgYAcncDot6B5MjPzb1+zUiScq/zWHozcauBllsg/W8MhfEJ8uKDCJUylzw2m2BrKsy9QRkff4lmQs+O7wokPX//WuBrH/yz4e3/+Jrww37ZF0QyMLfL3P15V6UGq/c4xaF2grJUSsilEF7CXT3CmSNa5C/Jj7o06/87pMDsjYVhg9AVoz7pv21ZFJs8NEDNRc8AFmzRb0e02wwhPu7ZAH8mF3iNdWGLCvVBzaHnA+8EBSdi8ZRqhA2+D9+u8SSFNpEDgFh/l0DWWXe1rFiq1rXTHPqmTyjnvtAQFaGYs+2jSCrABaHcb+JhUlNgCw7sXQgK7SWJZiGNovTb77492Eu+CCYLAtp+51/UxONymO0v1L6+aV+LQ2NzQMBGSPwcHRBBG4L/QS6CBOphCJtg0WYRSjdUcj2p2QmCMh64imBLCWbtbCGgC1h57rMlyxQmk1iGIlGJsFT/hYALUyWEKDw3yKYAD4l4/IKwTiCv0ASRHS3YtNi4fAdmn5CNpcfSICsYJODDY61xe80E0ytNJ+GuVz2s80Fowrm8fgKzGX/sDBbC/NJPRG8B5Ok4BC3JfjeBiB5CqsN6r/DCLVcL0G4wA39gqkTTBRCtMtK5YHXuX01M9iIHw5rpTZiLuj8ShGV0HuLhdKI+hfRBsMUkeojCJv1YvzU5gog4fXE51xrvx3M3ZBX6QXWUW2yte8w/MEWOCCDBMcIXBB+SbXkCHxxXMACH55gL6I0K0PwGZIA63Ywk1KYD5KpWC/6ypuD+z5+uaSoUbf3x9Y51rPtmwjwXNrto7HJBcPovtVfmNUNmQMAACAASURBVL1hKnhD883JlsmNpMhwHl86QxU5rB+iC4a5IMFYihnFpBSTPQn7amtFDMS0roRKfKMMKDWndgV6UCTQG9sABAEL+o4Q8LeI7pcdSN8AlFg7JPGG/WLMMc2zCajuj2ApmCJG21mjDB6sEMEsfC/rSuvLQFzvAYKMfbA8kSKB/RJgBoBjHtjfDec593/4KPJnsURHBWow6+Me2khkRZQimAs6qTQJkWEpBU7EoaU/lhQPLCTWKyDKyYilePD5edh50vCdAiBckDIGRcDpM6f9ZJQtx1W3Rx9+2AD0B9//vpgscjAojL7qAeAjRD19BzMc+dLC3BJzZvYa2Io2Q2CwmAWxHXhe8dIq9Psr9ikTMFUbjmseEMJ9GZNVgTAq6u1D9smKwBdeG0SolPn0dTFZV66KEZRiAZD1pZ973iDr3/2rbwz//JcSZJ0XyNoVk6W9AmVMKHOyZkWtNHPB/tDow3G4Gcm4rwNZoQ5hDjEXAODMDdJ01P4apY2vXpiOVdQtQnpxLwGVres+C+MeySUMeLSABTDvkxXmghvX8z6CLGq8xrzyJ9tccJx39xVk7YepWcVkbVrGpkzYfOFt+v5u67Hp/ZvWZ9Pr2gHdEEjcWZ+Py2wUQsrsby5AW9ucWnibDKYfhjX9FlLDHGrly3vEXMjm2AmfjMh9U4EaLHksbISt7ImQEte2Myf3pLp23ea4lMXieCymysLhKDyV2VI5HBfAqnLcTEt6IZzVJomAX8EW/J0ZFjSXOlTTP2X0h4hnTsagnazVsj18su4pyOo0i61K2a69zsLJRIhjrdW85ske02XVPGprvYvNH/5GGT1LIc2Juuf3xrPl+4NwjaAOyKoDKtiCML8KJgtw9fyLrwxPPP3scOqh02ZeqHtEx0umxn9HHiE0+5hhXRKbcFm5rBB4ESrtr0UuJNgTm83l/LcTPfOdic/DQyCJhcn/sCsI8AGgRDMlYIgZ7v8SOZVfRXvvQiLYQPkJVbenYWQI6AnKChT4QOQHIdK3Roj5wAZGLUG4+X0wLTW1zReoHYDFYmJrWiC4hmCaLBotSDDla4tx8t4RZSOohrAR+4mBHf2dDEUE3gmB0qH4LWiPqSNcxbZeaxbRqNjtDLYNMsJXKNitEO5K0AJckwfL/nhZRICsSDTs8UmwnJtf26vq+uQBsy65hxTIqmoFEhsHfyb4VS61ujxGINhB75fUG/NKgSf8mehDIh1GcIfwPQPQ4BtEQIdrAhQO4a4+JGy8zQ8N9sN00nnInMCbqVmsaLBTBQL8vb7bFlgh4RZmcYTItz9RGlzCVMLSMFed60rPZMqVj14D9xXkh14wyIIlVNhyJVSmDldkmnsDHyx8u3TeGJQIsAC4AS83HU1Q9wioHLVZ3yHnILPfludzmuAyX72fR8JlwqIbrHn9qu+I+Ke5cFSfE5p/R4l4yX23q46Wd5b6O5gsz5/ymRIrZhNV9Q4A5dFHHxkuaRze++gD7R1PDi+9/LL3hB/84IfOR3bm9Bm15bojk16Qbycs9gnV2cmx2WNgSc3uxpkQE9RVHt021e8F5tMmJKxGWUdqL6DjksbYwXFImG2QVUxWFtbmHsoF5k+kMtgLZAWTBch6cfjyz79gc8Hf/c2vC2TJXPAv/tR5ssJcUMATRYv3NC9or+WYtezSy4DE7BAxy7rXwRJ7hRk491WALANkh/4nCXe9EmK34mq9Tc8j7xkrfZmirFBedfW6b0LntO37fcxqeaffa8YdZflfi/2z7o45w7pe7opeXflyd28sYKwuZk0Z+/ctr4Nwjx7pBP4DkLV+5sQC21AYvFuwuGF1Nr6sQE85RzaslULu3HOA65vdvzXXAZ6s/bZgUUk+I1pWOdX7vlKZV1+xSHIRtcUyczb1/ZwlPcjyoR+F7AnashfWsSHrNCoe324hhtNuaORj800BKa8JoX00BVwEWSFUErp7DrJ6JstlWGMZIMvCIp+V4LFMEzRJ+vUxgKxZX208EefjHur7O3otgizGArAUpju3BbLkUMSsasKz/bCIMmgmC2d8HP/j8YiQ3AuDdFQR5R559KnhyWeek6D03HDmkUdD4Mr6Hqrodxb68UtS5DKBrIvnL+jnvEwFzw1XMN2S9h3zJEx3LFAmgAhwFSZPXhvpV+G57vkOQOLvAEnxe3bQ8H2uj1CIjB0Zig5KC1bIEhgCJj/JxkSrp8oO7wvVH1lcRPQLJiDC0MedAfL6watnwpoU3I1qNWbbZcfMzoZm53uTCDAVN8za27WvrdFx7oDFsuiJ/DOdWH0fhQCHz9RoBkhC4gigYbCtAo8rmAJCWzW69s0wQwS0BPCe9uO0Tw1OLZj1stmorIl9JoTQ/hVdG/0brCzDmP2d62hyHgGMHGRFebcEFAh2gDljvXgG8/+yzACvKfDCbQGTQ+TnUlQ/AA3P8v6TigOeRFhz/J1ir4scUAZ0DLG+N3vpezHD0xzncyvJUhGnixzoQnVzbjMDvZgPkRojIk26XRpXIjY6Ebt+Y8KJqSHA6tKFS1JYCDBpXThMN4EuNC74TeH3SKJiSqW9mHcCFInid+OiTCcpj0RzNmenqtnPahfh5gFVrN+bUoYQhh4lIuAUVorw7ax1zHZvHyYfXfk0sbeLhSN/GKHwzdQeGh4WS/XYY485fPr75z4YXvvMp4YvffnLBlXfffvtCE2vZ3344QfD+++ddRAd5t9xzAwBWdQTJgtmF7CZ+0IcqbX+k8HK6T9Ok5hjLC5Y9ssVIl9sa4VwDyZrCrIobQKyTovJev11RRd8xvsGAT8G5cm6rhDul69EQByYrL/xC88Przy6Pfyb3/hzJSMGZJW5IIEvBHjoZ5thJyjNdZDGlgvzfbpWmQ4RRGivF30+giwSXROlk5xr4YfXFMUtQFCd8SPIKsVULrSmYFn13AVhfK9of3vWfn9ffjJA1iKAWweQ1n0f++b9Blm9jLbpuMS5vecrLQ68d99Pn6w5MCn62IL7mvZ0FkCTK6uMeYLZZcWt64dNu9Tb3KzCNi+iA9f09ap2UOYaxcnG1VtWj1Y/zJNczxQ0QoYYmaxZu3rhyaGmc7sjYWKFTa5IYj54KT+1wXPhy+CjhIwmbEwfGCaHqbEuJuuTALJaUAsO3dgMmtBGn9nEY7qAR58s0ysB1A5A1sbzvC6cgqzY3APIIDTg0k94c8zt8KdBdoG5iLDI5ZdF+OrkhCxYJ68h7bbMxE6eEdB6cnhCQOvhx5+SP4qCX9gcLrX9EiQIdhG+SQJZ+GGdu6hEwRfls0UiUEyJImktIr032lxJFqARMh18I8zfzLnhw4NInQKJ12iho2U9ZA16gZPxgggPz/uMJpZrK5Z/MBPd1X6K97duj4uS8ysDoARW/iz2kVrFAc5G/7JbbkddVyBrXPNxZoZ5YD2j2homxzEqli1d3zmgm3dGu7prW25y7dKsc7dRRj8kt5dMWS9ERd6+rn+jap5nziclkNUnd83TYNq7Lj6eFKR09rU/61i/5oOSe3SVwvMmYJYvAL4xNk30NsOn2qheCP1bYpdgfWr/5koUOJfwFZSZ2m3Nz0MyB90+LtM7ckPpe+fiapEeE2SRl8qBIGCSxiiZ+KkdxVRQQi3MCX5Tjk5JbiqCODh8eZqDan1QzyMyQcWEEIAV+bPkjyT2CV8m+hM/x11HLdTq1XMpn964qlxW+O3RHvvQEfBEnzuYhtgaRj+CYhDZMKMUEpSGMO964Y/UAjUxDrCq3i+CuXSbaZvTCMQugA8gCkQnZVYwENFkuiOjCzKOqi/meA58kWcVIOvRxx8dLgpknX3/rNjwJ4cv/Y0vDc89+5zNiN/90TsOePHXf62gF+fkF2clnfKBZQJz+zWnuSC/c7mGgFHn6ARsdWvIZ6sni4N5YLpJFEx8JUefLADjGpCV5oJTkCWfLJsLhk/WSwJZP5cg63cAWZgLfuNPwydr95Kij8JkZZ2XgqxROTkulqmAXufofKX37+8cZJVCY1RQVrkLAv1C9MGZSvrHFmR1lid7deKe3832orXlHICsVV30QEFWc+K9C5B1J2WsnR8bXNCDrF4gWQf2VoJFb/gbPHjDS/p6TOqXJiVh0x0O0xOEu4pR4HPMeuI8t1BkLWVGMLLmuUBWHjRz1mk0n0uw4b132uhPNsgama4RZKXAegCypjP3vjFZPcjC/EVBEgyuMDtFOwzwgsEKFsuCNEyW2SzujTlu0lA/8kSQhl4mQ8qPc+bRJ8RkPak8PKeVy0dBEPDh0PS9qXt3b8kHxclDZbZ0WSBLAOuCtO6Xr8ISKAob5RI0QcL4MWmDHYQA9gzBniTF16XZJtrZTYU8vkXYYwm+MrVBUC7lxF4m7dNInpb+3YBJSH9TBwFSGshqyy/2gXgbbFe9gjUpdirMxmIfSKQxXpl7WD4jxNcAUA1EzUyU8t5ircJMMwSeMjf2rQYS4WPn1zKNpi8MRZDrlwCwg4R5a17RJNfce/3oBMHZfyHQGran0I1ZqEZTZW9LkDfbQ84oIueVLVf2znRj1YepkA9zxGDJeEz5A7qRzVwwkdNkc54q4iijhehPkBW3Z+S5HkK7yTEvol/kG+SgFRcU+EJzVMMCGNPkCwUF885MTzCWFe0Rv6MIGJEgi3NA9wFeADaAM0ztKAPfH0fX05wnOh9BMmCIHGpdoMkh2AFzhFlXvbdlEohZJs++fFHBNipwBvmvHGadEO7yDVPZsFSVZwu2poAagA5fLEcRzCiGDpCie8y22f+rO79os9rH/ZV6wfm/dA2g6SYBLVR35h11htk+dORYmPsWsk0m66bNBSNVxukzZ8RkPSIm69Lw3vvvGuw+/9xzwwsvvmim6p133hm+8+3vKP3DR76HDmAecW+Evtc81oK3+bjDuCcABMon6xomrlCG/dotqE2RsV7IU4biY0dsHMmeYcnC9Hc0fY0Vg0KKnHRhxk6Or9flkzVnskaQtW2Q9fMCWS+LyQJk/eov/apA1leH3YtnFfgCkAWTtQxksSOWuWBXZ9djCl42Md96MCBrCjQ+OUzWAcjKIyH3//l8m3x7B2xZ7dt9Oav/PgBZm/XTBBD9OIOsAjrtyC4BaQay2nUlofB9aZLzHgIKhBlPHlJmrMokJEJDN/CVPiAlW4VMlAd4M4fh0O+lucgbNApXaUp1l0zWnF0MAWfv177NBUtg52wrf5PSWvuzDZksIkpxyB2YC264ElMu9ZxMZGTttD1PbNZzU/me5JavQeh8qWCOKqIaEKjmJPIA44UwGnSD5zjO7zvyl9jZUWJRgS4CA5AX7hbBHTyFQ5C4IYH1mkBWBGaQGRFfHpbJyjEivIkBO/GIgmk8GfXB0V+g6vaurpeJ0u7Vi/rsioROOcHfOCchJPxLJj5/S3ql1mPWwldMgUZ8EpgjgFYR2V4HKaQZPOX6LlBUQKXWcf/4qRIlwCnljuu3wFn4V8Zzij2bsWhpZmXzyTRtDFwwapitFIoKRxu7rSNbmB8mJ9nujWcV3xb4KQMglNldAq4yw7PrWALEmE0JyBGGYYkA4MYsCIrJnnV1b52R88kwLZz94iuDnQKcZXoZh3W0q3aoqTdJL356j8qBrKvHcc+R8vN7wbv6NHxYHGiEH/YnXxlrKMpOkEz7cg92JD0CMdifKQFbYXI93Elz8bfyVMvIs6gL5KO1K8aMaIH25SVwBj5fgCYHshAIklneSfk8sv/BskUeKxVUwAMAoOupywmBMaICwiARZIbPWcKYiJEUGpDF5/hjHRbD0IIgqM8jep7arL52ZEuBGsq5Tr4wPSNMzKizAogIADrohPaRHQU+gdU+TGj7PN/cR2acMkmyBs/MG/5AMkGE4b4sU0D6jPoeE1sIgKJeBPFwkAaDLPzfwmQ5TOUxx8SHLqLP0ndOluz8YxoP9gWDlJgRnoG2/Khxtb2mv6FfDovFwjfPTJb+RskTQHF8FeinTgCzh2Qu+PrnPjcFWUcfEpN1TME0wifrtS+/Kp+sZ4YXHjky/M7/+7XhV/7JLw/f/cbXhtuXPlAevUtK8UCbyoY3n8Vcq1QZuRa6aujP/YMs7i8/TdZnMxdUn7tf2o6YZ0R74PiseX6pgIB9Bz14kBXrcFqN2bY3/dIjPp6J7hev5+6ypshZuHWPD5Ix3/QWV3I+jntLXcvaOn/cvTAX3LsJ98lcsO/+B2kueCcs1DIzPW8ynE9rJsA6U75N5w/XfVKYrDmbVO/nTNZorhNasVyqKQjEWzb0MJtJ1sqHQ4CiyMFU9vcFlEatdSyOJSBr5gtyP0DWnF106Oo1g/3xgKw4UO1sfgCyNl6Ota6JmBaoKEb3phYppoK7yvd06xAmPpgNhigZUcjQxie9UMxF0UWwAczu0uYjSDqwgcxs8MOykGIJ0H+HQJOR7OyDkGsIkyUJZTvKU3RcDNj2qcfk4POUhBj5NMjsSshKgEoR3gSwdq9dUpJfga3L7yoYgfLmGGSF8GB2YXJSjt0zAVk5t/v9cJztsUmWyVnI57Vx1prNehdY4obaEiyCds+dbLgFqLg4RJryqwrQNZorxl6SAl7JLZ1Zo8FHKltcVrFarloAmr7NVaMGCPm+Acaoj6dF0/iEht/nT4E+90slZKa+0dKoSzIGFhpScPBUSwE3hVnmRtxDYQWOChhOhaUAZtmBBWzNShQo4gFToY6yRxgUrS7AOO2DbpBW/NnYTCYB5mgNVEWh9fRsUPcLgI4gQtsDuIe/atUsfanaTEnTXYErrzkHn9B9pP0AfBHYwVEIIwQ8/k/sgUTl3E3wRTfY10nPJGAGZoCEQAcM4YuFKSAMl4Nk4KclJot6ESae6ImAYXy6SA7MeMJwXSUwiNYf12EGyDMcMEFlb8u3jHtIfEygGidb1thunzotcPewFCyqo9d/LB/nlgNkAYB8FgYTxZcRpVJtbObkuTfUWs6zk70DBqmij25Thr6jHtwPyAI04p8FY0hodsBWP+6YX3IOU++rJFDOiIRUdEts+lEFvXAaAvuRBvM6AVmsUdWrItsCsj77xhvD0892PlkTkLUzvPrFV4YvCWQ99+iR4bf/7z8Zfvkf/x/D9775Z8Phax8N2zcV3VLRBRk3z/WwJQ7QVWDe021+Gt9DkIV5aLogRF/NTPy69+QGrFdKK9PVU5qp/PRBMFnL/Mcn2+6S9T2XhRfknTsxa5y1ff0OM57DrU9XnF/t+71MNVqfr5Pc1tds7ysOQNZSXyg67acZZM2BFPtXO+Jn6t66tm0oTZM7HvgjyIpS7LCcwmsz57PmOb5nY3fyxhSM6ncvJNxrkLXQ5nbaLC6hBZA1u2SZdmQvkFXay7omosyVpptDNxbqaB4ZB/F6n6wHB7JibDy4rB7/2QD4bM7M+6eFlL+bje8+mAvOQRZBLzAVvHkYzTNAi/DbIfTa1CZBVrXHgMp7OJKTRBB8Wqzhx/E8gmnc9FpA0KxgGmjk5aexFb4ah8R44aMSWv6cB3qH2RRa5MPHTw83tvUjCf+2ct4cunFFP3J6vyrN/VWFeuZvReU6JEbLHlzWlJcQu/x4SKzgL0vxialRtKOE9hBwmtOob5qC0kYN1SkO2xIzIx7sX90RPzntE/zk3BmVNuVPEv0W4Me9k2UGDdICOnRmgt7FrNQp0BTPx0cm6jMKRTF/LfZbSx+/E6QU4DKYif9CwKT8qI/FvmTlo6xxP3TPOYDH6IAf3wYUKTAJ2I5cZvncJlhGdat/x70rrhud8mN8Rg16lZP3ux5TBVEAtX5MGnSrh6ZwG28jn1aC5RzP8M+t9ox/jkAzAaGVaxEVs55rkJV7nWWoQB1xXvj/bE0X9Mf3+j7WYQj1+CQSnp/E1E7um4mEwzuyzRYDEV7k3cK0DkYKHycCCFEgc4PvuAcWikiEVrUQPINw3voeQEYY+RvKJ+aAG/bfkjmxQAu+ddvyF+N+zCIJ4iGNiOfUEUUaPaGIgEd2TqBubB3FvgFThQklIKvNB/dCRcbLnijGPAVKKyj1fOYybaDOvLZ9poZ/MqATPzSiJwK4zIgR5h1fu5zbkReLJODByl26eEVMGaaOUtqpnzHdPCpzQRh5lEVhGjju/TU3vMcB9gRET8tc8LNvrgZZN1WPZz799PALv/jy8OLjO8O//OXfH371f/mV4Uff+cawvXt+2L4VICsCX9Q89aDnlJ0Dnprn9wBkAZZJMu28d8lk1fycQsucX4D4yYa26CN/ALLGjWjtXwcga1UXHZgLrp08dViNF1pUyfX5cfhkLQMcVY/5d2GawFk4Hpz9GW2huxcSuLYEDhUaflgRDa0+L81dK7sJ6aMAcF9A1nRPXDlyCyBrdt8ybdFPDchK1sBzYi4glxgx00D9WIOszhQi/LHkDyIAdOsQP2KPktWIcPsIZpgNIgQEoIrPwgcD4ck/aP4QfhHG3V8EvBCQEjs2HJF/1c5pYSyZAh495XxEhI8uY0VyEF1VwtdDSjDtpYeJk7TiJC/uQZYuEtASwJL215rfZNZcT+pV/hf9LC+lXg+Ka6wKbaWwG2s6QVVsAAmy+DuFGq7ptYm9xjMk6Okaa2+zIsnmhRBdlYvnlOgfISzSXDHnnEFrgoW4jntHIDUCHlc8a1H71FilNn/NZIXJVQCqYK0mfl7OIZR5xyC6jBbiHre01kL6owFuEhtM+qCeEXglwF3tn1HTakcAixEI8ib3Yte3wHAAOvdRMXL9E9sarTqOyi7uCZ0ZnxU0Gfdgvgmft2IV49rq01IKjI8L08UImFHsYszskFcLLNVECLOkeDeOcaW26G2WEhvEdWZ7WHsxZzxLc0323Gl8HYFGqAX7uo3mHKAjZpATHQAE8ZMkyIYFeiwwtPQMLmDPkqHCZNCAkC4JMz+YLN+vcgF6hKLHH8o587S2d0jIS4LuFqUqQCVgD5BlwJysYK/EGGFDKHJifccLVs8RTTN0Ou0gpH6dp6xJwBWAkUT1+McF0zXOGa7FRxCWysF3dG0EDmE+4eelYCDKk4XPmiNh2lQwmKxSlrIG5iDrcwJZT4nJsq/ZUZIRn1aerB1FcpT/nepw4skTw+e//IqYrNPDb/7L3x5+49d/ffjwR98RwLqkH4XBzxQZcQaz0KK/shPGqTb56y5BFsox+sMgazQXjKWxOZM1t5oagWJU9oDJWjF8tYpnpmPrTP32G/V5r6ff+XcPgMl66LGnxtV/pzWdaanXDMX86N7XU5ucsa+77v3F96IeSzveG+n0tZLFGbftPMxHYaEOsLZxp7AyRh+rHT8O3dpg6vvAXWX3XRq09MFK04aRwaqKjEJZY3WI4DQR2qeC26K5YPhzhDBDHTjw43Bf9Zr0Tx76oxgQB9NCX3cfTAFWCKahrc0gBCn4lga3IkONbRyZrJBZ9Y+FiGkkJcqzT0QxFTZhC3NBNLYlPES5lLFmabpbUpirDrKQFHmEIqoWASA6wczafXdsdGcKlXuu2eZTV1fdwZaxMKnvbk2WcO6Q5/QW5mA2CROTJZB187CCT+iHfFk+Zj2eaMUJEx1+A4f5bYd+BK8w/XOgBYRhtM3yZcD0b0vC1rYEjp1jZ5SkVz5ax88MJx56VAExHopgGJIo7EuBn4eiC16U4/vu5Q9lUnRRpkfXbeLkHD0SmA7JWV72UmKuMB0kKhvR10qM5fmdADoBPdFfHjXaUt1nATS/C2k1r3Ov+MeAodYA35cWooBZdCCSYN4z/nIZ9bEfngJTSGv5041lmlu29drYp6pPt5Dr3GhlhZlfPKO/rsqfMlnFFAXIiD0juydamyyDwZD/DpAVCmo22r7+uSoKdKX2v/zWWh+7nHrnirf3Y2LosW8M+8p6IAFYsRFRSm1YAQ7HvGe5tlsUyWThfHmyJ17L0YbYr0uQju/dhw3d9H9X5MSsQe5Tkbqjr0O8p5URdCGfl5+1sstPLPvF5krsGY6Sx3MTUhu3BZMZW2QF28iq5rRrszvnHexQD8pKcKbsxs3U89zeuNFMdz4Hv52YW7m++N5mftFXNikmnDtAxWw2IIyE06Go8e15v5NrA7LYP7w+5idMsnk1BLnOutWV+1GsSluLtBkf5TlQD/tGmajyGWcEa8NzIOYe85Pk2BESP85OgBfACnBoEAnQUhvmTBbzhSOmmQsquuAbb745PPvCczHWW4SxP6nypSi6ia+rGrR9S8nanxgekS/dV37/d4ev/MG/Us6v7yuR+TX5Y0WOLCuwuv2+zrMC0O1867aN6Z/sp1Rh0mN5yVhwmToyNwi2gkklTFZY2awsPGfZnhcs3uyptKw+s5qvO7P3qlZ9t88y5i2p/X6TR626ZiKybVxQN+gb3PPJBVm5b2/QRi459NBjT++vZ5YVvA+QtWG9fmov8zKerZr1ICsEa14+KF1IDOsIsqJLnUy424Hqb54Zss6YJ6sFubCDLdrQuLeP2LSqbj0AWeVbEvXpBAb+LoBVvmAW0vbeEEfzm2jj3BcvjVlWzymfa9PNewKyOsBUQnBvHrgsOXGcyqFZjBcHJ2YgPcjiQCfoBdGdOFCnZodrQVaOl9s8G9Nwiq4Dt8a8hK++K9S3yXau6qB1NvSrO/b+fhNNTpDlKIKALJkJyozPbBZAC18ETPUAV5UjywKZ/ClgmwR64luECJIYSyDZkbO4HN6PKCrgjnwyjp95bDh5GlB1xtrdHUUcI/rgUfmJaOSGKzIBvC4/ketEF/zw/eH8u98frpx7R0DrfZkEYhYoM5oEHzaHskAUdbfAaPCH9nzEMxa0Qipsryby1jxJAa/Wu2XKFMAKSsdTLCbHv21CptQYN8Tc85MStJUG2r8nElPUO++bLLa273TCiAcp31cxrbha2wUUOn+m1mpLN1kHKppgIYXMSee4V7vnxcKIz5qyhr+jyOm9EYUuruV3JoxOQDPZg/x9jNk4YgV4qtQCfayv+izq77Vayg2XVc+MesYn8VnPNsecCVE19vG8spQoyx6toAAAIABJREFUBpDJvLreXD4ygKFAK/YuwVSa+0U7ylQz/XCr73imxjuKgzsamTFHrcsh6jkDg4eYWtm8eFMA0e3IeexmRVSRLKtayhfjnjgKuTF67qN6RnaxvfcM6mLOLdu7mpCvvuiHxksz9+zDnvPRHzH9or5N8HeAijEQxfQ5HeianceRL69fUzHO4XU4tteMO+X7kfpHf/ucYR1zi6de9EOA82D1DLidFwwlUYTxN+iaAPDovVLtYGII0DolkPW5z70xvPjSi+l+SJRWsffaE5vZtfrn9EOnhpMKvf+1r31l+LM//93h4sUfqo4ArKyN6rUaZK1nDprwvcBCdfuKHuWAJgnUj6S5IGxW+ZFnh96zX2ujHnpYJzvL/p+9T4C19AF34oM1K+iu27FByz/ZIGuDBuYlByBr8756IFd6G6n9tgZpppZZ1NKUNnXUqnqTK01n1ZzNfCZQ9+/ZIysRcbEfNhsgiqBNKpLJKhPErMgyoPWgQJYP/nn/zPa5uwZZPuTSXwbh14dfx17VAViHXgqolcw4j07dEyDLWlm0j2avwvwlfkJMaRvcBhvuMpO/AMrLQZaP10l/eVLsObd/fEFWCVvglh5kHR9uAbK2BLYMnGr8FCIdQIOm2qGGrw9HZErES94Vw00BtEHa252HHx9OP/nccFq5sk6deUJ+GY8KZD1i34yjYq+OyNcB80Fyx12Tn9Wly+eGS8p9c+WjCwJX7w8f/vDt4cr5dxTf4qx9rw7LDOlIG0uY3ZT90aKbqUCbzU8m9A7ZMYFAbgZtTyiNfAqlCaGaiFZCmcWoKZigzMa0FpjKOWcNeQm0dEiac4WGvAM67vKItheiZAiMbb23a3uIWOxXlTOyCg28uE9C4FwQU/xBjvWtYEJanaLWIWyzplKyXybqNK+a6Lp8eaPUf2lK2J4E6Apzs8UXzwu/vQLIvqYHlH6fwM1F8JxunaXyKAKE1BNoGNdk5QrI1nyJh+SjeiDCxwkI3IdR76ZAcxCJKNt32S+tTALDlzAKzUBGuc9PGPDsJUzdYOy4m/kfocGjxv2Ij0q/eGY8IswRox+6fnWdg01yAJE2B+Ka+f4zKgQSYLjufooj9AXWqD6svo3foWyJxwcsHveQ+N4PbLqDALtRdgNYbixnQFoqWDvSscv8Xb50uQi7b/2QeGpNwvHcjsfn+RB0jr2pog+7idAL8z7nq4/p3kiuHqai8Z4+bya62R6bC+qbYrJOKhrq669/dnjppZeijqw1Bw8qCBjz6ISSXR9XxNWvv/Unw9e//vvD+Us/okO0HPi+A9dt7KqPZ+fbdGjau7sCWZiAGlyuKHzlx+tvOABZ++3Tva8/AFn76c8DJms/vbXntT6wcr0vE6C5OQ6/aTETJsNbah3GUwHaQl13c/s7D7Yoe7x3ArLS7GaBOVqyo91rkOV6bdjLcyZrDloXmDUOlO7QGgFUHqIcmnuArMidEyCsXgZYE3PBkcnC+Rvfn0pGfNOJcuPQjkM2y7lPIKvq2EyKPukgy+OXiYjxwzpyXBEBAVowWfoc4dvjJ9YqfQbo/y2BrC0xWfT2rvymbsrnakumgI8888Lw3Cufkm/Ci8PxU4/IVPCUonTJP0GCBT8AtyvX5bQuB/xLlz4aLpz7YLh24eJwTbl+rl06N5w/+/3h8oUEWdcuKkmnnoV8FKPbhNGWxDvXcwiwZZrrhc4/cVe/PkOkGn/Kyq5dnSNcoD9lrRLoXWIJomZWqk6jcM9UDCCVrFvSFb63zdOYq/ETz2xshoXOkCYddjrfh29KsAChoY8AMp7zJUQm0LB8mmszfHayN7xJxgPtTYPio/IKFUvYhOxxTbWPUglS6yCE7ggOUP0dhmjFbrUrq2P1eMxMu2iVMUpdBbOTu1/xnNrFSnBvm303pvUYBiGKXfhdz5v8LtYq2zEOdGvX2JLa50Nwj0uD3WosmidJvm/fc1mVr+9tXjmam1f76oyKVo47N3+bxGubsidiC9DRM2822mv9FefYuMNSRNTDz0ggUUzZguKtutRzt2tzQsTJ9TWMBV5yHbZr8vuFM8PPWDylPF0nNR/3+Obb3a9zg6wRwMGqze05YgnExKguGrFy+CRW2YDhWPA9q5njpiIqsu0J+Z99+mc+Pbz08steX1YGIUnYnzt6GgZ126Z528N//NZbwzfe+sPhgnJkeU+oru0BIC33+2IXxxm46q99g6zMN0adMBm8UyarfNVW1mvBbH52Ze5V61u4xxUbnPlryz9gstZ20XjBemZ1H4UtvfQeMFndar7b2hzc770wtqQAU962ZyBmPcgKESE24OmmH6Fmx44uUBUbclwft8TfPcgqzeyy+kyGzoJVHIfF+mRDJpd5405QV7lCfNAnCxNtz4P0YwFZLMAUEJeArGYmCGAyEBsNZiLfydSAxjllbMuP1i8ZMYdvPwBZ+1/6tUoAAyECEPji9mGZC4rFun1EEcGUhNMRBxFY8L2SeSA+UJHHRUyWAJZBlubWLuBMUQO3Tz06PPfqp4dXX//88LTAFuzVFr4Z8s06JB+tqzdvDxeVcPicTAMvXLyoJMTvD1fPfzDcxvGc6F7XBbTkj3Xp4jsyIZTwcf2yx3rL8nKsqTA7inUW7E2u0xJym6JDc7/589SeUGsiTbroOARdNMidgqT60wJWCokha2V0u7y26lAsUt2XO89EZCxhueo8CnqxX2QYOotTtcW0vczClkfJAlkIXgHgmtlY+c3QR3zrtZLR6PQdf/MKIazEbf3GbKj5NIaAGjsQG1GsX8XUjk8KYKXg18CdFYUpjPqvqVjbnunHUj7h9kl6C6PlWkXXuUF1TdURDX98HvrIvMhfZ08VoG5787wHmefxiFG4T6k2Pp7UP0zdqux2QdQh/hnvWnhmdz2lepLw4LyQdRYD5/lU7GGT9v3x9Nzpu8fztD0/+9zdzdmUYKrOIIMD/RhEZb+lSXkxgz6n2r2spfC16no310Dux1W/3uenWL7uuXX2HJ4xg/08iXZ1/el2p4ozy8qZOINZOQRt+GvuUVYF46m5FGNfbGDMrlRsdEPs7/P8dDCVXEcVPt/MlYcy+tQmkDmfyA1G0uSXX3p1eO3V1xwun32zuiiY4+hnfkj0/PbbfzW89Zd/InPBs95TGwaxL1698gz16HWTbjrFJu8+PpA1m7OzOsZesbri83W1RxOnX/VlTgDqxiXMFmwvd9xZGQfmgquHaL89emcg64C52m8/b3R9Rbqar+NNQVYDZWyjFroSanUH3oIw1Qt4zQ9qFAZtKsjGmj5ZNGRuctgER7bROsd8AIcwVWZwPvSSNenZsDJtc91sgrLoE/DxMFkhGQGWHJSiTKtSy9iDLK4s52wLjUuYLAR8wvZac292JX4XyPKzzArkDNhAq7UMiBc4XuaT1U/EuLcEmD0Oj4WN/+438Y0WxJ4XldSK8BGCjaPKCWTdFpN164iAFoBLlxFU5LYDTghgAbR6kIWZpu7btfmf8ludfnx47Y0vDq999vPDw488ofDJSkQskIUj+TUJ6heUePiD85eH9z88N3zwwQcCWO8Pw+XzEUTDgOCqon1dVDSu9xQd7H3J4QopjRyuevQpMi3qWNYZBZ8xP1Qd9r3/ZC8w57hNBOVUjpRgVUW4/PDfaQqNBuxybec+YcHU1yX7bVPGYDcCf+T69P1hJubPzY6HSRKCWIUN74cPQTWgV82dqGA8MkEmt6tQBD7WQgRQGM1zi4F2EAOuSCe0YN3SX8X3hEkoL8GveCRKDX8XjJi5u3YtazHAW+u2mvNcm+ZbXo4EMHFS64pUWQx2lFtrOJi2EspcyPh9dkzVpVi51l/cmmakDQQyu11MN+jFyiyR/GK4FoXGZmo3UQDlk7m+tTvrX5VyUQxQjHEkdErJ33OgxnWJIJr9MqlmmzxZx04ZMCKwnIfVjo6gc3RIn10xN8e2xmdR6sjyxNsc39Ytff/EGTfuh1UOZZUpaTFnuf46KJFPy3WQT8+zNU8R70/VlOrd5YpUh5hoU6gUpvbnc2NjUChjMs4J8CJicKo5c3327eImT8cCWXnuYPr56GOPD5/97BvD4/pt5RRrxA/L+SeKDMYIU/fvff87wze/8UfDxQvvxZ7an/1MibYeIgz/qtd8ln5cIGvPStIFG5zH+wUnC1Y39wBk2VR2cemva97k+/22Y1+F58X3oz/3X4/1TNZeMQU2ed4ByNqkl+7TNd1xmcrmWBn95968Z4dlaemqWqMGOwW3BFlxyExX2xjpKu4OZis27qDZC+D4wb4/glNE4It2T9cnE5Dl06O0bOtB1gKTlQBrBHL5zCUCw8pNe9aBd24umMejwdCiT9ZmIKsDJJ84kBUdGft+36nzGXqfFsiexYbAHBpeRI+InnVLbBMg63aCrJuqPDlnbssXTuH+AmiF1O1If4Qc5r6b5NTSPTunn2gg65FHHx+OKxHplgAYiT6vKIfO2Q/PDx+cuzR8eO7icP78R8PNCx8Mh68qZLuiCBL6+YaSDd+4eXG4fkPRBW+e13OVNPWm6ifhZHRur7XXm6OVNr7EwwBmvfDIXbfChi/k9xyGELZmp2ovmJbI6XU8gqgKhDDfTwBEwYBF3p4Q2lKw9K9xz/DsZo9o5lrBRsxNih3tMssq5sFvq275vDbkIT2GAN21rYRT+/9kG12er0rhAmG6dUffX9VhxWolo4bwhLkp0MuRJxNY5V5m/0l+kgUDxAVIIydRKl/MTGcwhGLSCgymMqUpVxLsGUDmILrsMhFrgCxYv1iECbCKmUsQFxEzPTPGNTrf/9qEyUsXBLluItXE8jX57AQ0QcPlj/u329sMsrr3+YxgjacL2axrss/jeAdoclOb3Vt9O9976n2C//4y5vjE961fF8FqwvLEpx1qy3PPhnk1xz2r0nctPvTP1KwsP2vgZ1SMtHmrOvUuADWHY3ovznGUk1XrWEd1jkcgi1A45n0+nxP8+Yzm8nF9ju/zc28WaSqYTwnsALOlfGRis1557bXhueeel+8piioFApJFAMGuCHXPRduKVsh6+P73vjV842t/MFz68IcdyCrGOvavUDrsE2QFAqwCuslTPZczHgbbVgoyx1bd7tZccDpLF9/dD1BwdyBr+TlcOrJ17dnr+wOQNfbOAci6m5n0Md7r7WJBLpoBok6I6DFGD5xGTdiUtWp5szpzI2+lXZl+nwJUfY7AVQDHjs0cM81nZx3IGjWttUhXMVnFTJX9tMONc0ikz1irTx4g+xmqe+eTFZt6ME4bgiwLX2z8HBShXfcrhahPDpM1HmgPYsPdz/hmhy4FWbcFsuyTpZ+BcO4IsgJZtwBYBLkgjHoxAA6pTgh1zAUV9AKQdebJAFkyFwRknZSTN0N39ZoSfl65Nnyg4BY2FRSjdfnSpWH33HvDrfOYBcpc0MFLbgy7ty/q74sGWTwbGePw7QgWMEKoEGzay5ghNff5YTA8DVN5LtZPk5MTQyze2wpJoQryIQRZntpxNrknZM18SWruU8kSbEEIYanXTl+cMFsq5jQgU7SyGOtqZfmCVovNjlO+281Vuq9rfjDuJUwGBxi+JVj+pXBR/qUJ8ppAWjJm2+tCedS/UpxPc8wUXPu90o3N2ra/q/Xx/IBqASKceNxgrcwa4+9QOIU5cSQnj78bS1esdppQ2iTSzHmAHPutJehqptcuowIvlD9bAbKqG7cXm5eTJJ/R1nOWEXWsttTzyqSTaRrAJeZM9mOCvJiPCbCaTSSdA7ORfTBf3FNZuX1brO708vnFy317+j3fIKs/MKtA1zkTTLfvE3DMzHLjlgJ+gIti1aI/2ss+jQXAaraP56A/8ddpLDepVzFbM2WoGtPYq24dhEJSQKuZQvZKk1grDk5lq5McqwRdoSAtGaHApa4lSEQqV2/mmfXwo48NTzz5tCKrntJ++FikrxD4Iikyw43fEwqFH/71t4dvff0Ph2sf/Uj7G4wx8yg3rLGD7gBkdQqDyWQ4AFndxFsCQnPWLpv78zW45v2DOPPvB2jdZzNjF19QOk1L+RhAFotohg7237Kf+jsW9iLvw/sDWVOwNYIs76vsRz4jVpfpA0DgpjRlISzlhu9hjr9LUxbXLS8zJmr6mzB1fWhz1naHdbWxA3rOct/9FMgaNeFT4WiTifOgQFa1zdo0gzH+RZsdwCxAVgqElkXIk5XabgtXYS7oyIJoxC3fpEkTDd3APGGZuUkJvfs3F8y6dgckf67bhDYZk3t7TQqSyWQdTg271xS5seyPRQRAhIHbYqEAWOmTJT8agyxAM+HbzUYQ+GIJyHoEJksRCpWv5vLVa8NV+Vydv3RZ0QSvCHBdHa4qbPulD94ZLr/3g+H29ashWMo28JaScu7eFAAT0MJc0G47qqNn8hKBzKY4TVvti/KHy1MAbv4jyRIzryxD5zrrAFsThbu1z7oqEEIdbOmVwKlAThTBdRWdK/cCC3WRK8gPrc0lVQixJ4Rga5BV77tBr6r4Ed4qAuwZkqUgWS2P9te//JV7gIMsJMzM+kdXJbtQW117WO1dWRHvZVQuAWcK455Nude1oy0fFL4+4x5qATevjUezfzXOovmwjE2vNZWwNvflht9yfKlX4JYCOSMjUCAr9lTGPfaICFeSfzfGaFwbkRuq3jM9xyim3ncMsjLCKcCv7dWxNzUfuBynkkX8OwOWjFEWO2VSAaysZ9XBfZLtczvm202OTfRd9kO7KAfE90yF7VgtGtsqL+dxzCHeZL+575k48Ww+5XvXPIFLA5s1gAVWeheJvt4JYuoMHccwGby2lGPexSs/rHr6q+6czs+7ZvgeE0kGUvOXN762rhReb/KMUJqQsLmAYvaYCiQh85bAE0yV8b0TMUvfpATrpLI4cvK0o6kek7IJpoi+4x7mxtkffX+4LgXT1q5SVHgudcPWqriKyRpb0bU8p0g/vvPWju9bCPfGZCkgB7nBcHHo+3Ohv5Z8MK/EkkvuByjYH5M164v5zTW77hXIWpxom/Tkxteskyvi+/tcCZ6Qsuqqiq+r57oGL5oLzmn8dSX8mHwfB/X+KtMZN+zvxu7qTSHAfqbLMmA0BzeL10xBVoGU+XUhAeVWn8JJz2KVgO6pvcBkjffNO2wEWfFNA1nW8LJxTwfHwS0QevR7i8z1aQbBSRKhrON6a8b2+bp3IKu0xNGGioLWfK8siIS/Fq8SaiIIRgk/WXk2DEAW/kFVlkFWllFaZgO11OQ9UJC1eobe7Sazz+Fbc/lMwLLMFAyKc9CQG0sgi+iCtxUx0AdxmQpKoARUEVnwthgnWCZlELbgshxkPTacEMi6peiAVxXY4rKA1WUxWBcURfCCkg5f0c+l8wpy8dHZ4cbVyyqL8sWMKaw7QOumhI9bSjxM0A37ZPXCX63DkiUtRJWpUWqa3RPp/9M0bqOg3eP3udBqlqgt9NSLdWuQgCBTgK5npkY7lCoBwuo1rsOu/5Nh4TGNKfKe4ptrI8hNYy4YR+0KXI4BeRAY+ykA2xWfxdHEw0oTX2srH5E+ZX5SmpBOth2DrGwb1+ZZ52AAtd+0h/tD++tZGM92xe8Q4gIgUp3o6wW2zDmlqHSZ3VEx5iiPzoDasbFnfwEURiWXW5WYwH92GlfjhPK7MfCN3mwv/xmTK/atAFyOtGm2rQdoZbaYO89cWLYSIPYkz7MukqOD+AD2+O1n8ZgM3MB1ua+5djnX+SwSEdeDouScMLH/FUAs1tkKjOw/PyT25gjIkM2vIvK6GJPshga0xnkY49ozVFWFbGsqEzyX8F9aQBFxlpbZLW9CSZYN5Xe/FnxxN7fnY9Z/laCvnYNt/Md1NS6TYhezgPRT80Tz5R0T50vGuVJyRWOa+YDk6jn3q8KxPGLtBZOm/VZn2YnjSnmh8zvWXPzTTdOYM01YzhrPot+tBhqrzyRqM4IsBTHS3rUjgAUAvOPogjOrn244/OedgKwVOGhedHu/+qztNoKVd9+7LzZp690+bb1cUXPnbp+09/13y1Stq90ByFrXQ2u+3xRk7QfQzQFJn7vKW12THGLDrQ2wCU1sgXnNAshqG0mxUrFplrDTAI7uL+GjBJPqioUyvbeyIaY2lmMy91MfOnuALDRoZSrocn9MQVaYAcXBvhJkNV+MUSs82UgkdHzyQFYdmr3k20sKd7mA9n37TFgHYKVDeIAsQrifkmJXQEsaXExgDKZgswRY0LgGiwX4iQhx5JQZQRY+WV8Kc8FHAmTh5A2LdUXM1YWLl/VzQc7e5xW+/aKiCCpH1oUPh+sCWYpj6IiFt2U6ePvmNYEsgS0xWQQ8QdioZduDG7fGMnKBrPJnYmdB2Am2IX64OoF/+Qhl//W6iJUHO7gCQSkvLvM780kIT/a7iMSl/T4TgiNrvPxrRoaEhT6CqhI6O2HS95WAMM4hC3feMRIM+n2BjXFXDeG8N7UqMMNeMZ2H7V0Kr2E2Np1go8nk+AXzZjT5on+jHlVbm0Q2ATn3XIOsYO2CEQlhu16+t8wuE2SFnFr+OTGPm3IwgVsTavtqW8CnH6JGUb2cJ57zql2afcdzqy+jtEinG8+OAgrS1OdxTzEg1RcNBtt8LYBNCM2soZiHBd4os2TnAnUm8824Ufd8LsWoPwB7Bny8S0VTlBdsm8tPsAUDx7xvJpcut/N/c72KScm2xcOjzT3wSVBW/dhmoQnLCowxjnwDDY6Jnusv+7PGM8BMcWZ009R6I7o++76bV/58hWA/P2P78Xfd3Z1Vz1hJ8eokkio7Gazwg/NTq4QamPi01ZF9J67MGTfOncr95jYfHh4iKfu29khGwGPb1ytKmIKsRbCwHGRN9/ms+OTXHGRtC2CZyWrKqmV3rf5s1VjUHZsAjzlwuP8gqz+Xq6azTW9/3RDjvoGC9w6Kndzy4wCyFufr3bZq8f4DkHWXfXo3IGsVSdOcwTvtaVs+JUDEDj/ZHPuNeWsVyErpph2kptb1KvbIh8WojS7w1XfTapCV55BBlo/WEM5WgKxmKpj+WD/uIKsA1t4gK7TGoTFOzW+dVhL4P1kgK1QDi5thf6jf5QLa9+3Tw9csVgNZ+o6IgkdOCmSdlNglExhCe4vJCtPACLl9W6DHgTDwyZJ5H/4KN8V63Vbo96MPPzm8+saXBbLeFMjCXFDO3yrjmswFAVnnzp8fzp87Z6B1ST5ZVwS0rii64PWrlzTbdwNk3bhmcHWrgazwA6kEqT2I6bW+FXgmFCTLQFYKuZZm9tbyLTvcR8Epdq0eZHk32Tqi0MwhpPR7SwnBzgVXJmAWVvNnsl90wppb7QnU2t6zOvVdQzOu1Rg4IKZGF0ig7X3JJnXKpvZn7IiJJ+ZlJfjgCgugsX96pyqBtO2r+X2+n5YfN5UoU2KO2Xh9NSrUItJiE4UDieWMT2YmwVsrqwBwPzF62/LYVgNosb96qqTPWZPj/WUDhhG4qM6KAobhTxeAa1SKGSw4SMm03yNEi8AWSbPrPxVZbU5PPPeLS0QZVWBuogHIuhmQqlRP8y6CZFoGpBGfSgrmeSKspyWAA40kSxemkGVZkKbYCahi3+6EfdXRDFt9luUFiK2gE6NhnoctJmv7qbeGdJN9fvS3qyGMrk9gw9jlDNjr18IZ67U23hFQss0sFnN+2QGp7s9FF4+839fUjPWMir6eVS4CX40KjspRduahhwVsBLKY5+6KcV+KYb8TkJWWHGv66QBkrVLd3/35fACyNlikG15yALI27KhVl91PkLWKwWoAqTv5+03Z5+4qkFVOs7lhTnwM+u8sqNTBXLt19MIqkPX/s/emTZZl13XYyXmqoWvq7qoe0UCPQGPg4ClEWQ7RilCE7A/+6m/+WTZFEwMphRUKOcKOMMXBtIKiGOIAiUCjGyAGAiCAHmrMyqrKOdN7rbX3Oeeee1++97Kyqqsb+aqzM9979557xn322mvvfULAZjsp5bVcKIbcBVuQxTTxDvay+86T4C7IfUhMQmzk3Fhbd0EqA34dv/8kg6yyiX8yQZalcTclbs/AFEAWmSweRAxwBbCgVNxgn2CR3YPCZyBr0UAWmKxXALIuXiHIsuCqtE13wc10586dtH5HIOvBg/sWl2Ugy9wGd7bv24HDUAgnBVlaX3Xfdt0FXakjkxVslpRAridXaEbJJYaeVF/6UuQnEVZfgyx8jwyASFc/a2CrKP1SGglW7acoxL7BZwNKMONdWRHtkygpSioawH/Up2qlbsDtjocCd8uX256eVeMRySf+vy9zoj+g5zeJMHiT6ybkqAgyPL4skgPVnY0x8PdSy0tMUHZr5Gg1MTS53rWS64+Wvl69BLTLq4BffkqF3Xm0zEK4fM4gS+6OOt/IwalvWsTq7nIotlGgEEYLwsUoA23L/a/6wLiBF+csfvMKsBv6nvE9LN8rWjpXgJbGPM+uyXUg10L1GNzLrX/dpZx/O6pR/4ilyjONir2YrlqpDwZWn0VP6g/Gm0XsmMtyuSjC7TGYunCBLKxdATeS70pgEmAP1WoMbBkH+VoPt3A0g/fqd+9V7e3Z/bBzUTNZMJ/bvTL6ihYB762OtaC7HlV8XvleL805rTVBaQIsjt9sOmcga37BMrp6MwSw3Tj3ywayOnLMe3NgaPuDXT6Z3F0wxm6otFOQdVQf199p3k45SJMW7tdNDLJYmSzVykbK4XzElZykTdntYpKL/ZppXPhGFXuSICuUhtjQ4pkt2DkKZEn5kDikyOwIVX7gclSCc2beg0S577mN0t0H2+d3BHDTIRlgVVa9OtNQW49IdsHUsMhw5MqH3F7qwift4XLPycVkuSDjfhwHBg+7C2bXGXdrYeILgqxKgCImazDxRYldEDBzS94ElP0QEMZnOZkIFObsPtFVgGMe6aDPVmiX958ckAU9AO6CxmTNWfILUwQBsvZ34RpoqdQrkKXMax5PYv2FNO4BssRk2TlZAFkLKzz/ansb8VgGstbvGNBqSvHOAAAgAElEQVRap7vgg8375ipo7oL3bjNVO5LIz8H90P4+QFwWYrLsb8SBdfiNiCmq5kYNGjrrzM+aE7iqLPqNu2Cs97xmu4tIoxsKr8sAfCYnJ2s7Xc4MZFlw+6y5DMbErQ0LjG1zJTHPl2qOtqKGdaGHYcQ0QdlTDeF+FoxHsX6rLsqMVrdkCMAVZTCUa92BuCv9rouRMhwehtX+VQHdWgYh+QdAp9yn4VINkNIKPSzxWOFQcv3vAFIsuwZaAYkooLnmsu4bXZPBQHRVLf9q5UlyHE9kHfC3v1fzS2UhU+CSTdfskAWhECKZCEC0usz/5wXld1Ko+XQ+FpXECJZU/ZpH5cUoLl7sirnuknLuz9F79UN2gzVmGWwZUFUeDxQDxpo3+r5mdfZUMrmtxZinex1+NoOmtxmAOfrKLJbN71m4wEZcGIFUYVZQJg6U90IyyBKrJtamLltrTO3OsXBufCsMW18TydMqxinKdcBYNwrdIq+JsiZkBMTTq/Tp+JoV4g3eBne1ZD0lAzBmOAh8xtysZ8wVUJMV9yh+Oji+OdtbVlfXaJRhaQ52fTbxYdwBOyncNbad+jc6bsi5wYGrPjxpJmvc89SWclWeuv6Rz+J8AWdr07b2Ge01ipQc9WrmSfbPreUChq8VVONa1v/+lMkqffKwIOyYIKsW/CbsTkHW2Fk8BOhaw5NATmGhotBpQFawX6NAVvjuo2xmxUJ2wWpDpoLeWHkLQBpSxlXLcL+Ig0L5oUy6/HMIZMWmfzTI6gqQsR09INjafu4FOkJ2VnO43izVDgArczGrY7LIYmEjU2ZAZeIKi6pcUbrGB4GzoRTuZMfCwnkKssYMsfo5r43BmCyALGOybOD3jX3Zo/seQJZisACalMZdlmsog4eWYj3NWZpiY7I+4zFZT118WiDLHrcDJstA1rqDrA0DV1sGsjY27jD5BUDcrG16YLMEsgCw8KMMhpOArOGGe3xHB2z1mSw3lVRFdNcNey323s4mLHaDQAKAnIHjAFnq4y7IQlxbqHI+DuMMAfE9leaicIZbUqQyd+0PUonKex5fl0199lzPJ8vmay/kTCi1WazZpV2QVbpJbCJb2jH0yEhR3Ob4d9VvapYUanVUdC4MHG448qMv6CxKZR7yQoxLAIxgaQalnG6xV/uts6AOEClzeUnfIBVKvr5WJsSQ99S18eMrKpog99v65SyYQ3LVSOMkZqPCSl5dMngEWDKahWKuOVCXLqVb/2T0mLUzt2pVk8o/AQKYr64ra+wvdW1j/MskKvuPxqG6Or9XDaHL6AlR40jQEcprYWrYdire1Tzwvszzl3+o/uxnXss/+E24bNb1L0mTYg36fXyWYtzaV3aHzN8HA17WsYBYPD9KKM+g26m1ftfOA0T9MI8BrOYXl5hdcMmyDMIIIw+UOSYD2oVszZkmvW84HyFX1TeSf9XzPqkgq9Fze8bcGM+qtTnj5cCYcWZg+lffjQZZ3X2PsykqUOlZLDML2hEPneDjU5BVzdiHxDenIGuCCXfUJZPyLDXIkpWNsrfzCkUi4qniyzYQPTNeVRILLa6ymQTI6gEmgipdx3KqTTeeN5RdTN/1QVYoGVTGspXbS/o0gSyz7IW1Ehsa4gQEjhSoHf2gzFlyq9IeU0Ye15yCrIdccFklVDndmCxM0WCylgme9o053LP06vsOsphdMFyC6B5k8xbxBnQXXORhxJ9560vmLvildOHSM2nF0hgDlO3sIPHFFkHW7dt3DFxtEGTdM5C1cfcmY7DmbMDnwWSZa+I0IKsPIFwpZwudvQp20xX71l3wOCArmAGwNmQYDFzN2hk4VK6oGcswAKCKYwrgZlnUZVcssRZq1qQCZxofH6dGm5iFYh1gA6XmjUyW9PpFN2IqjypMj3Olo9GZs8zkhZ131b3lc4GsUGDQB8psGhnjyuHsDg0ymxLKKcanAkFQSpHlzJRR/NaZRSEPcTC2zUewq4hvC0UesiLiYgascYS1HXDgsV6uuLcrqpMxLzAg5VK41Akw0C10LkCmDa+Xh6Fq9zUa33JLdSHTYTSeB1AqBU88XgxATKiHI9aCLPWcozQewmsdwEKK8p8BCmuAjI1euxHKZIC4vDfVsIRrvuoxBx4xV1GytlVXYisApWF0kFLNL32ulhQQ04VCsUbYB+2A1e+DZaLB1cGl91+34uUmgT1fF5G8AyPAxedgju2w67CO8xz23ndWElOP69y+X1s9k86eu5DOrl1Ia5bG/dz5c+nMmXPpwlMXjL2yjIKWEOiDX/ws/emf/b/pQ0vlfpjdsNEDcMF29u8UZB012qcg68je6Rovjrz0mF9yhYwBUeO+H/foU5A1rofGfH9ckEVxPQCy8FEbTxXK0BCjVek3EvX+QQQil4OE1RBsqnLZKNbQVuofB2RlJqaesEeBLD9Bnincj3QXrBSYCcfqZN0FtQihOGcrNBXOyJAl8MXxzEBT7AOsoi1DdgqyJhzEkZd1LXq0utPyHincW5BlhwNbtr99z/JXQBaAMAetAlkLBFkvv2kgy34uXrpqIMtisgxI7BrI2traYkzWHQNZ9wxkwV3w3sYtA1m3BbJMQZw3BaMGWfvGcOmZRemSElwW/2iQFW2VlT+ABd2iqIeWMqcGWXS/kmam9OlwGQQDo3NmhDuCfTUWl8+s6gB10tnaqMcQ2BoFsuL8rxjm0hYYfmBBL/3TBVnhYlf3Z6u2VnOE4q5IacVaZR0+u5VlxZv6foAsN0TxfZFDpbx6fQdcEMjCmUJgAPC39G+p/jiHiCDLfhgvCLkS/ep9PjT1MxD0WChm0hzYQ1j7qq6BX+Ditrtjz9w1AwDklyEJuH7xMFpZ53QQPPYfJ8Yoz9gfiI9yaONxTJx/GCdjPms4wZntoD0nloh9CXON8Tx2L7P/meyvQKuH+tB7mbkF4arnslUsHA7Ddajj46p9TGsB9WjHV3I52GCBDEFA77+OgoXP2eDOWiNTpeXAddvAJ7+nmoN1mQ4EM/DzZ8e6oFdFt0B/tsrre4CoDvUrDAUd4wOZYxXc9UQR06o93plBdjxcYs39zw4gfvqZq+nZq8+lc2cupqXFs2l1eS2tnD2bls018OKlywRca2dX0nvf+Xb6V//yd9JPfvSu9SsOXZecyGenEYmfMllD6zk+O2WyjuqdTwnIOnf5WrPEIbFiO686oN3Hqq/GUaJtN3bVpKM6efLvQmGY/I4Bi1JlWZ2knKEuads2pEB1JWQRghlE+QUReB01PQpkle9CodCGQffAeqyCuXKQRQWGDXElwhsltbUjyqs3lTWPn8rdLR9m6TOqVibrfqBV1MEV07cz3kE+921/KT7jiMk3wUDVFnNeTvDTvXHYXVBmZd7PZAmyBCMBANgN+YRjYynXqQ90bU/1s3uHQRZcDiO4urij5Dz4R7Sx7Vf2oV3P2Av0K5Qoz6QmZcoV/E7lssox+KQIOo8vuzEzEwzAwCUPax0KCcVzhTiBFctzaNkFD+eNxbIkFlAC981drwey4JLkFm2tVxzOa/1iACNA1svGZF28DJC1YhkDbdxMOQ2QtX7bgJWBrPv3LQHG3VvpnqVxB1M2DyYLIAvugswsuGmMhaVwr2I60BXDgKjtJLQJtQsGJzacmGshpwHmXYZUY4p+iVco5OUJ7urFOCwovlC0AbIwZxS3Q2XSWdns0sc57dkzfb7O+LoIWUNWDApyGBhy3bynswKLR2ij6a5FARy9xCpxzmLd+bOpJHdkRaOo8nZXMFEK5gV60uofsqZ2R9Ma54X+2EgSUYxRAi+qF3+TDfVZmGWm5BgYIsSrzFlCgDlkb6VsE7hQe8VmYU4BbJWkD9UcyAx4EVQZGrCuujZ09GJsC8YN1ziQtusBsnbsGIJdc/FiAhP0n8kGQzkZZM0AdOFzm++HPOPKfhsjARdDnWmITjRW0wwOBN22XmZ4QK3F6bBddq09cx5sqH2meEgYp2yOWtl0NcMzbRx2jdHDSljweFACP2tTuJCTD8F1uN/+AawuIosd2uJsC+PMDOShK8AMApRFzBnawWfZl0h8o3vUZ/MOzOKwZfWdu/7FIDlAcUyZOxzl1h6yAjjaowLUiL4tg9TZwWKq+qTn6GagVRaDslKWeZ1leEwRLAs+s77d0963MNAnR6T9186uOYljLpSgfzYtGYh66eVX0mtvvEX2au7Axmt/kQzWno3T2oWL6cwFY7YuPJVWnzqX3vn2N9P/9S9/O73/o3dsAEzmMeZV+9eMs5L1GW256j2Nc0gj7F7U4lbKGO6/1mYbe8xRpnBnTGmwp9V66v2Jjuvu0O2eVIsqDlM1HqNKrms9mdYyvTZc6hlPm+xJR/XGo/hu3B5fPAgexdNLmWPPwZpS75+2tjPnLj/XTHkVMRRDNKrwSdmcuH+asidt0FgwM1BQq76PmxST1KVt2yT1arMIZmHkwKO812KqwVbWCxyMSEEKhcyt1FXF22yCJUar2xtSW0cv3m5fVQfqdgLhi8W+AwYAsGqQBcUkJ2fo9vJJgKx2kQ35G/dBVjnrhLFYBE8FZDGpxQiQBRdCfNeui9HugmbR7oAsX5Lj4l2quRDzggDWFVCBLIGtPG/y2T2TzGZdM44ZnLykcuXDrzVX2qHEB5NF9yUDWQsGsCy+SiDLlNmWySLIUh+HflODrJfe+GICyLp05RpjsmDZ3zPFEi6Dd27fTnduAVgZm2Xg6i4OI75310GWxWQhFsESbRzsTwOyhnpQ69ht+q6cQ1GUgaA9pFuHD5dXWEjZS/UXZEJc4SfIwtrzs7HwnnOngCxXLTT/6QZbQFbOwobvrNQ5WsihcEv+xLoTuJdkbBXRwx4CrEFWMBNg1qS8YZ0wjqlqb2tE0fwvE5d1cbdHGXg8q50ro+jLkNtZSafhJxLICITWcldMdQOyIjmDG40IWgNgUSGOgUDf+DlPDma6O27I7yEFrCtVatnWGumUcpuqOBmhXQNZO8bGUhnGCyCEBhhngRiPZ8r9rgGWXWcl8LUBMbBe8/YdmLc9A2pUbOEOaUwv4nr3LQPnod1Dhozg0taevcdaEMgyZm9p0Y4IMObLxnDXnoG64fBYvN/jweDmtGvvAVAB1gCckNUTbVy0exct8yWUahyDgXuhVAO44e89e9YuXIJtLCHz8ByAPfRggFnUE9/hLCXcE8BMc0J9pR4vIIl/cY7G+BUeLPq7f1B3MM+CbppmRc3qstrqf+21Ambc87wu+TYHVbWkwFMCfMQoduVqXwlXS2Ak0F+ImxPImkur555Kb7z1dnrVQBZZLrMPLR0upZWVM+lg0cbu3Ll0YIcPr1y8lM5cuZy++53/lP7dv/l6uvXjd62TAd4xZyQjZkxoQj7E+X4d1r0HssZrhPX9WkYtyEoNyJoAeOS09+rVHshq6vnwe1Y9ev53czDzwBXdjyj7B1X2sbc+7gvG1bMOpXhUdeP6HdNf475/2LqdgqyqB0+isycBWV32oYAmVEXfSUD0XP1CeXALVr3pRzPa1MSwpHZezmrgEdyA6SoUzyyCaVKQJQWnBNnWAGaIydKGJhfBcBOsrY/thH6SQJaSewhQTgqyGL/lfY2/GYvBcgTSmAYYmQtPQdaUsuzkQJa2bFMgDaAtnrucXnzdQdbTz6VVJL4wyz4s8rCqr9+6nW7dumlugpZh0IDWXTuImCDLAsARZzSPc7dMYXxYkFUUNwCrCL4nojwZkIVGm/JMZscYCcqcESALl5KhpYuXYonARoT7ID93eaWECPhaSlAwTjk+JCP28ElD51cKEUGByywHUnQ/s5dYY6Qj78pM6bCt4lHekxVBAhQkIbF/AAxUMDNb5OyEA7BQuCP5Bdkot/6H3KRi3ANZArrhVBmscc8nwJVENioUcO+XTuIgb9e0KhWLokiXsk42MBsKpAyzHWSyFO8GIENwCs8GB1mRUAPXLSwa+LHvwNLu2plxGPM5HPxqyjfcOwlYAL4wF/A5GHQNmgAyymZ2wxIDBvkPkIV5smNxk2Ia8ZkYLzBucNNFmQt0vTSe2Iwmu/aDJoG1WFy0ZxlQ2LWx3bZr4Y6JZyxavRaQWtz6Ynt7h0wenj9vY494IrQTCR52AQytLJSdmS+XRJqVAbD8pDAORpmvUuJi+gU4I/wRwMJvzk2NIkur5h2MnvVei3YJZGEdDQAFfuSfc5zlsRK6Cx4VOkBxMfYGxaHEfCtDivwtkBd1Pq09dTG99YUvpZdeedX6077Zn0tri2esv9bS/Kod7m4/+2traQkg6/Kl9N13/jr9+b/5vbT+d+9ZJkKw9nBF9ZjXU5DlnT7m1ynImqyfjnnVKcg6ZscN3TYJY9TeV+CMvnlcIKvOUkWR6RbO8rswD11AJgvtELiKttVJMnBtC9QkwB1g+Sb8MCBLltQpQFbFYrUga2hcnxSQxeQWDrCoPGJjHcNk1XEzGLM4Y+sUZJ3EWpsAZNFlyVyywGQxhbsp2VACoFpQ0SkSQCBL7oIvvP6F9NIbX05Xnn6eICsZyDqga9c+WSyArLt3EZdlIMvcBe/fF5OFxBeIy6LrzEMyWQJZAlg0hoeidkIgixnhgFa4Hp3JcnlQxxyFckhF2UEWjQzsQ9nAy0v9KeZIbEyWX9mFSuPGNN2u7HU5uFAA9a1AGtgOlOexYfysUnSHAFb48vlTABjgqhtGHiqz1X1x1lUBhcrEp/TtYtcCLEWK5D7I0ozKIMvV7DrLqto0oD67stWDisewWgeOFVmBWquHYSjYM2BBtgFtMsABNz48ggxhPBxyDuDImRK0l8wQGSvEdgn4zAaTZN/t27pCBk6m/ra+IoAiIyW5B/aJB7G7q+KcsUy4BqwSZOv2tmXixHfoZZTrZ7Uxhsw+J2NlcxXuv2DIME4oYxGuiVYvjC1Ak1i6WYKvRQNm6Gm4+e4TfFm9cI+BLIA5tGN7290RCcpgbHCDAu70IDEwa4W1wvTV3NOcpHhwI5nH4tKQ6cytw5gcm+igK9xVHcJxfGI+0vBJMBquiRqY+vvaMMm6+VrTmvP65jXni6CThQ73CMiBzQLIOnvhUnrdQNbzz7+ctqwv52aX0tkzT6WVtfN0F1xE0ovnn0uLF84b6FpO7/zVX6Q//9e/lzYsJitZNlXIWPQ/Y1BxaLWz3sFsh5xow0sKjxxX9H+fMlkxhiexd47u55P8Zpw+fcpkTdHbp+6CpbOKzUqfteCvBVjlGndxwYZYga7pQFb/3u7zELNS6sWyfSPWH2UkZecasKTFWvfNf1qQVbNYcZZTKDb9KeeuE1PMxaFLT8Jd8JGBrIh7oTuiFNMsnE7dBY8Y+RZkYas2hbFyF8R7xmQxhbv5vjCFu0BWdhes5rxA1uX0/GtvG8j6kgWAv2Aga9VBFmKt9pj04ubN65Zl8DYB1oYlvth8sMHnILoBcVlI536wrxTuk8VkjVIqYJYWXTItyMI9VNwoYGLRuvuurXsawWWFocJJEEFWm2oulfOwxONuxuf4Ic5yCfIcctkqzwKpgBJk0bzvj6Y8K1Z+lAfWT/WSO1tUUvXtOiqDyarPCGvlRc/Nh8VV/ebtJ6uMZzu7z/scWPCbjtwtMaLCnh7HIoFd1Tjr3J2MyhKPmcsoF0XbO0Pu4xzjVX2nclrodbRA7ICsavgPjKEC0IKrIhqATJLzBi4AhMiwww2PT/N9hLq7WFTGmsH90b7fs3LIKFbJM/B+15gMgBlcM4fYLCbVkKvnjrkNwt0WZ9Yh7m8OiUEcaGE+wS0QdWPAk32/YPWas/LJQNp97HPM22BUAR7pFqh64RkwgoRHAABcgCww0CgHLyR2Qdlg2hintg0vAlu3zAZpRxeA9XRZTAaQ7Nci66y9GOsgAFbEHmqcwbQqLkxTyaEYjRH8OwwlBK9FUwiwTmBrn5NRa0CWjBzuho41i1g0N4ooztD7hyBLsbhgHjtb+DiQZQzVm1/4cnrm6vNp28Z4zgxMZ85cSAvLq2nTQNfK5Svp0huvppWnL9tnM+lb/+Ev0p/9H79LkDWz+8CAbg2y6oOc3VDk0/YUZFXr95TJOlqYPeS3XGVjDFXjvn/IKqSp3AXDq6ON0TgJkFWX0QKVSRrZxiRMUkbZ2vWEk+jsNimAFIJuC1rg1TJYcXWrTERZo5msEoMV12SQFQLWszNny5zXDQc79t1amooToUkhiL6qT7xnH46IyWKbYH2sXAWHQVZ3VNoMjJPMhfaaJwFkxfxSYgyP8Yo4L2fITkHWNKNbgSx2LoK4jfHwxBeHlo4dIEtMlrkiIQEF3KRMoYPdNsLcYcWlWglrtDNZBWS9aCBrTSALVnJT4tYtu+DNWzfS7Ts3LdPgDaZv3956YMXumi0YTBZYnBZkxTlZmtv9xBf9dteg6nggq5VuWaoQWBUZI3ClA6sDWLiJxRkXnUUFN1ljkpDYw5ksAtVKWXSLjWSDA8Mil4ckcokpkXgooKQw8mLjuTa80q3pRzhE32bDEdl1KKaFUSusWm3QCtkvsKdr9FsMlp6mxDzdna6V4z2504Fiw3M7sxOhwDebaxt7N0m0dBTBlOwAQ2gL5jePM9iRMozPzQVwaXmZ3xOIWPZB6u1w6wPLheYifT8OUEcfIMU/AACAtDgQhXQ5ho5YIvaXa/fBsgC47JCVsmdwDxADJU8Lz7iIZ8F9D0zUMuK33GXQE4RkcIt54uNNoOeHRgOAgS2LxB4LxmYR5LmbNt0fTU7gmXBJRBuQgAPAiDFnVidcQ0BGsAfXUoAy6yM/1B3zjEaEMIph6tEooD7R3C9JNjSj9Qq2kFf6Psl+9HVE10XIEO8bXIKvNAPBLiIbpZKWsC98HQc7q4s56Mpu6UkgcgU6IEujFEkvwGSdu3g5vfm2gyxzFwTIWlo9z2u2DYwuXrqQLrz1WjpvbNbZcwvpnf/wl+nf/4tvpPUfAmTdHwmywGzpbDitn8cBsmL+Hak/PGRMVrYTeQdTwrXCaXjZl09PBGS1sn58jNu4ap3E9+P06V8aJutsk/gi5sjQMI0CWdPOqyG73ODGOcVIc1Nsrh9n/3sYkDWy7AZRtSCrvzH3GSw0Y4jdKQkywp2QV+ZWxz0tGAvlR2ZcXX48kOXPGgGy2oQSQ6mqw8IWWaT68VinIOuUyZpk4RelXUolFAaALHMRsuyCOPMK0CayCx4iKB4ugwRZcS+Y3QKyDgmyLhmT9UV3F3xJTBbii6AgGpO1vn7XmCwDWbcBtACyblkygfufGpAl2RBgS5KDIAuMK9ONB1uAxC7Q3NudQoCItpiOdOqDLDFe3fsFtDzJBNgKd9U7asOuvwu2ARWIOLIMZCrQlIGUy2vqxa64BiuQM3Q6S1Az/bUMHTVbwwXxqNlc6u47SmOx7Bthx+1qIvHwKiAL2p9AFrIL7pr7LFiRGbjUGchCF+xuGpOEQ2ihvyMBhgGweawNxEUZ+0TmEuwJXEsBalAkGDEo/UxGoqyKSHBBF0FnwELxD9Yltivu1nnrkiufDmuHS2giC4WxPzBlH7E+e3BPtBviMFye3ZbZKTE3aCPuR31RBpJoIAYLzwbDBuYKbBEeHHF5+JxA1Jkfxs3C5RAIB0ZBgCw7hJdJPmKuOMjiAzkRxNhFvJnyYIq9oVHF79un+xywGz7TvQRS+J8b2mjw4XyTXAoQRsc+B83hdo4PmMXW56fWk7Lf0hUTySqC8cLDeiALa03ZBWGQAsh660tfSc88CybL+ttA1sLyWWLG3a3dtHD5Qjr3poGsl15Mly4spu/+x79Jf/K7X0t3vm/ZBQ1kgbU/gEs2vAWQXZAgEb8fJcgCu2cy3fqgzi746EGWxq+2ifQB1gSa8SnIOko8PvR33HU+bibrzADI4sY60LxRIOuhe+IEChhnVRx6xHFBVl9dKKUPsVQyPHXBUF2fOo6q/jwCsOOzGkSFktC2KwBWxGKV56q1h435JcZ0IiareliXyYKbRGwqdV+4e5J/hLoEuGpBlkyi2pRq4HgCUyNnOYuyjpNd8GHdBbnHZQvoJ4vJOokxaMsYJ/jGP3MSkAUXIkvfDCYL7oKmrFEBcOuxUr6bggQFEkq5KZCLZy+lFwxkvfjGr6TLz7yU1jLI2mbcx92794zJuiWQdfs6QdaunZd1aArGJ5LJqlisFngE2KDKaIoMlLcWZKHvylj2124RN4M7ClmEWr7JGoz/i0UKBolX1ZtlJU87IMtFCL6uQVZmuIT/eq8WZCkhiNLZRz88OpBV7ShZDqqKx1knPZCF+BgYCgxQIA6JadEBWuAuaPFJeO0jngpMlv19MG9tXjB3Myj6BkyQnZM8ooEo/DDNPxR+gBbGZ8GcYZ8Zc7JgrnXoMzJKAEwE4YizgougxWExm6DqIhfUPZYFQABmRiALLndyuSAIAmtk/6BEL6+skuFCoostJOAIgORjhXnKNQ+3RSsY9zCZB+JnCcyQZj5Als8RPk8MlwAM5jlnoH2mNPVKDlPmTrglao7imIxwp6z2WJ+/aAtGGPKDYBExa9bHivNTzBougOsj5i37AH3qMb/4jVwti+xf9V/tAhmTGf2ZMzICaNm1SACS47IHQRYknzF4BrTOXbqSPv/FL6enDWTt7AENWrIRuktb9kbLTLlw6VI6+9ar6alXXk5PX1lOf/tX76Y/+trvpJt/+y0DWRs25luKe40MoCcOsrROwpDCsab7KEAWskaWFO6PFGRNA4watqwneKYpyydgXyacMlmj9IUnFmTVwqSu/OMEWaFyD22IQx3aAzejer36vMd8HYF423qMqldbj6H07N1runFUdbXb8x66wKncp3tkGQxGT1mL6mu8tbZvdurOj6Fktk5MrZtj3VuVuyA2JXd/a7t8iMliMDTdRGxTxm8PLJdV8+QBFko9vrugFENlAJTFLFynoLRA2ME62p6TFemZZckrvf2kgqxxa2wCe9wEq617yXGUxyhB9Y3sXWFNHGKyTLFykBVMFhUAatRS5KF9eYEAACAASURBVHMGOIylzc2FMwBZbxeQtbjGZBlIRb1rCtr6va10wzIM3jaXwfXbH6V76zfTzuaGZWTTOVlIfqGYrAcek2WKByz+NFtpfj+0uyBa31h6uu7S0IBHjJosPlaC1BCxN1AMlT1Nh8XqXqUwlxuUUqBD+TPFGhIE/eiMoMKfHBhFKgyf98XS261wyMBY9rUfgpzTvLfCTa9pjtgBuY1pLukC/zia4ApstQa9bJJtFUBUvJbKVKIHyKcaZHUNRnrW0SvjaCbLZ7HQo340IDHNNcvHWGE7F8cYeHNVKpRSxQRBZlE597gmJL6AIo5ngi1CFk0+kwlR5Dw+g5ioiOMCswVGB4AC1xloQIwVsxUabQama94y+kG2I6X6HhgwMl1Q2A1YLENpR6ILZ6zwHTI+wn1vZZlucgRCzFBnRRLUx9iCbZq3dOKrdIVDfNeWZQ1E3fE8xG+RjfJ4uz0/GFfuhABP4cpXABWZIWZ/1TxHb0U8loyVWBM4awuxngJKeSY5a0TDoRln0I+xX88g5b2nkAcTxnbZc1Dnbbgd272oJ+9jSnuxVItknXQdY+cAcJHa3n4b5k3LBoiXLYU6arqFGDaTbXm+eH0A0LY2N5nsA3UDyFLWxJAJ9fyiuUlMlrlan794xZgsJPy5ZiAWY2b3zq/YOBv4NZC1eNESX7z+uXT59VfTM9dW0nf/+t30h7/z1XTze98yd0Ek/9nMIMu706k6ZSTFeuA8bDacoxNfxDqJmwJkAQwLVAKEQh5gbiGRCvUKX1aj3fdaGdm4Lsey5ELv1oGyDmK0vqa7EKt343bPcbtvu8IpbJtXqzd9/O6CWrdHt43yd2S/ndAXY54xnXw9Xp1mWibreMU8/F09cOJD1A7CSJdFCsVuPdrFPKqWbUf33o+dLv0NNxiloY04Kxju41/edxswxGRxzbsmEcwW17qX1ckmyM2jH0fQfcroBdmvu8dkQWT65o8NkYtlIElDC7Jg8aO/OVw4wvLnSl64VDz8TOqXMD3IKud7sG8jZoogSyncqVhS8VSMFa/DRsdr0T9QFGorf/n+SYrJoigcsw+0vucnMUbHFW6lvhLi9O/nntcFWYdmUSfrQmXPrPS7sLIi8xWs9YrBilTJVKwdZM2vXXSQ9RVjsl5OZ5fOEGRBmdw1JfTO5l768NZdyzJ4Pd27/WF6sH49bd6/YyDLmCyALFQGMS9IfGFAax/WXY8DC3edccp5zCU1TJtq3rQA4nyu1ePQBW7tptvIRSpcYmj4IpCSixLjnyhLTFGErk0AJos/FD6ALB02ylrydrQnxpMxRF7fo6ZVKP4Ch+VKKWMBmVS9AIL6VEq3kioYOKDxo26v7xitYkRQWD2nNX6w3lK0lNBB2e+ij8p5V5PP/pEgi3WbQL3I414/M9o6UEZYxSvrOWWTPY/gmcwI3D5dZmNv4FBrPcyReeFx0+Zqq/pxfcHIZHMYQGEGTBYYF3QU5aDLPFsbjLUyJReGC647zBc8C0wNgJSddUUmy8oBGOC5SkjHjvvgHojshbxesUfMRIjnYLJhf7HvFy0JA+KpkEgDQA4NELgRUJGLIEANDjzeUYKbmOf+t9gnmQjYbk8tH4YEthtukTQI6rBl1J8OspxCPt89kQqTaRi4VF+qPIAbnu1l7pgAnvhie3srPXiwaUDLABK7RLFpqAhunTMkhaoSuBK8wkiEZD0AWbNplWUtuEukzhWLuKzYe8BUAmABhKGdSxODrNl0/vLT6fMWk3XZQNaesVcAXrOzyK6azCV620DWxbT88ivp2S+8mZ7+zGp695vGZP3WV9Pt734rzWaQZYlNbM7RQMMEIfgJsDy8dkaDrKKbdNhqlM3pV+YzQRaYLIAszodh6dM5LaJZgu2eFPveAdYVxIPrOHG036PYFyeRLp8MJqur+wy1a+whwZN0xgTXjNM1xn0/wSOOvORTBbJiD43l9ThBFqRjvaxHg6x+DNYokNWecVWDq1A+ZGkOJalirrw+IYRjFvTBzDQgK1rowb8OOIYAlurXtf7K4jgMskYJxXF2oEkWwMmALE/h/ksKslo1b5J+P+qa4wq2FmRxnjnIQvB2xGTNWEwWFEymfDalpusu6CAZG7HPUYIsm5vzaxeYXfDFNwCyXkrnLCZhFq5NpvRsmyJ5e+sgfXTnvjFZxmLd/iA9uPNh2rp3myALLBaPP61AFlK5A6QpFbsU5EcPsqQIdqFKGY2QI27vLSnKGW9j9YNyCUUFxhQo5QA+1oY9Y+ioNNPyPrSJ+jMrcDB6/UruDLF6By64IVGpCLsBje+pWIopgCwjY0FUFhQ9J4O95IJVwF8BhLknKsOc8zb5KyrAYBbKxS7PJp/5Y5msCTYo1r+jDLaAstEUHZRHLcVk6R3GjuCG8UaajhxdB6Bk73ixXPmI8dlHWCcgpTAT5NJGBsdBOU1vrIY9LdYT2X8BQRrhuNQiEyAUVveAcLCL8iKZBJ5PhoLxU153Z7SQlRBjQ8bLMuDxxTrrWWCzkPACbQIjpAO0cQ0v5NzRvBACIMiiOyDK9PTwuNTm15wZagCQ5u1wc6wJgSx1pgyLAu7zDrIO4ZYJAGD1i8QTi8beIbkIgBhdHI1l2tw0EGSMFhlCulOKNdZ5bCjbgKf1HcxGACgAFHCFW1szwGMvgKi4L2QJ6oM+AVOJTI34jTInYrI4D4zJAsj64lfsEPZnresNVB6CzbXzsQCyrMzFpy6l1Zc/k555+8105ZW19M5fv5P+6J9/La07yDrYe8C4V4Esa5OV8WhAlsC/4ufgxuxM1mMFWWKH67XZl3Unob3kJdCshfrzVtZ//ExWrPt+7csnvzQga+3Kc10R3sjsozopC8Ap59Lg3lL5ouP7wpl0azDSZdE3grjaDXSTVD9vxLk9lZUz1lHbLa31PwMlv7AFWbVi1cZgtUpXfW97X81eSaCH004kw9BgBLhqQVUtlNXeaUBW6U5azo4Dsmgd7DNZJSarO2QnYS06DshCv4Q7kZisTwPIgitYcQfLc/sY63fKW3rr8HGALMYo4GBgWIU9JmsWGgPcpRCYjW3S3eQCZM0ZyJK7YBdkwbq8Y5v67a2ZdH39vjFZH6WNWx+k+3c+SJv3bnaYrBmALHOdocvgMUEWx4boQQJlOiaLEsB/+iKwD7Kk/C4uI2XzGVrLdw287Jo7FizjADJIBrCHxBcEWaqXFPHi8sEYFqZbl7LJ3yMlsJTiyKymy1yB7aQf67YjymZCA/vHs5cIBgpjX/db9F2uSwZWelaRj0V+EkDQ9UzuguXVZKUY2baQrLg+2I/6YrW9+yrupOXzALL1tQCTWMNtGfG+uNF2nmidBMWb8ViAC8i6h6LA9kYCCU/eILnuadoZP6TDhanU4qBiTzTAQ4PpJge3Oj9ondhFLnnzcAl3VgG123OFGKCoPvAZ1wv86SDhMC4eejxW3f/KguksBkBYlaUPhgy56SFz4AHBBuLCoq9ZF7jn4VvEPSFlPBgQsD086BjniOGoB7uFHhd2dpZlFlxYskQ6ZoAQyNIcCG+EIZClbJ1qO+tjSUQi3mvHwRUOVEa/g3GTyzlRg5WM+Cu5PwrEGsCyspYt2+KaHQaMublpQA39xQOgHaQRZPlBzWg3vh8PsrgCCRzRNoKsL/1KunTpGYKufWZiXCsg67yBrM+8kp75wlsGslbSO998J/3hb38t3X3v28ZkrVufGsiyzKoEWZAFBFkCikfJ+8mZLJcZcA1ld8mThPPR/mE+Ph4mS8zW0KvNnJjPzBkjK6b5+pTJmqa3Yu8cfc9xdZFJazHzaQRZsS1PYCh0gdnd8NpOH9oSR4IsSmC5nODVZ6mKJTvAlKzbZcjinr6rX2T9cgUBzwjLmryQK8uj+z/ngqM+ek5p41DrwvA3LEmwSYV7wlDCi2jJEJMFqx/cTQi03EqqQ1GrZ1XDMZ1aMzztpwdZqIA2BrUvYrJkff1kugtq3tWHO/M95sKUiOkkgO9xBVupb5m3o5gsjDuVNwM9isnCOTxws3E/Fq47j02CkogYiQBZrxvIevaldAZMFjZzY6rgQkOQddeZrFvv02VwiyBrKzNZwyALgKQrE8YJaSpy+MG6zotK79v+a8ekZWZqpSAz4p24rNl05ty5dPXqtbR6Zi1t3LuXbt+8lR7ct9TMSHAAdzFmZ5O7YKwN1oNiKPrR5VDIv5FGOwE0/cjQw3TbZENcrEF20eDlUsABHfqC8sN+k/1oAGX0W3QZQRcfQTQmNiN3SMTqlM+gJENZAxvR9SYYJY2K/M7jYo04cFaHXYCmdAZ8WO725kQFYiW4qzp0gFaAqyGQpTYiRbgy7ymbn9xEkYTCxhSABeDHWaFyHpXOZMLPoTG5MDYYJaNxAcgypkfJLBwsWDZAdjNAlrtckqWyqvM4BYAefI8zrux+uNRhDMHOoEzG1eCAYdQNRyeALbK+Q1wVXPhi7wrWi/PermU2P3vxiBAD4HhPIOLgjWAIiT5w+DFYLgARsD0wLoCtskQUYEVgVGDSjBmcm2V7FQAmXI8tAYYAiY8QXMKxNwCkZSbL93sCQc1l9am6i+nhkQ4fhgG1hP9FDC/qin5cCIBvVyAZBt3gzJUQ2R51vpfOFQuAFX1CkAUgbb+nB1lzDrKMycogC0BxFV7Wxgpup4VzF9LKy581d0GArNX0nf9kTNb//nWBrJ11q9d9gqxZzC8ANByrgfUJkNUzKpSZPgyyuusjG5kwCqcgqxETrUHtlMmqO2icrjHu+55MnvKDEwFZ7TPHKW1D4Kdlc6ZlsgpgqRbvyA2+W+MeqHoIJisC0LsMlBZBC7gKmBpWvvoMVxdkdcAJrZslBqvEEviuMJIC9AUpXSm/QjEYNZ9oOYNlkiBk+KoOyKJ12JRYJrwoTBbujPNo+Pw2A9K02XcGqjItyEKDaOHlBuFppvG3u7hMBrLiMMaoEMoUQHvcMVkBxDkergCUWn3yQZash4iZMCXMU7jjvCxwVXQBYvB4+UHMh3InSykSHlB2wbnVwmRdMpB11kAWXHcAsiyrcbqzPWsgazOtW0zWxk2ArPcNZN0gyIKNHD8EWRaTtc+4LHcXrBZJu67bKRsskOZesQLHmh4EWWxtvRBBU9SWmwGDjyvslFk2L86eO5+ee/55+30u3TeQdcuyKK6vr1Mxl3EBbIOYLCWDEZtF2Yt17AYd/uZ/XRfq3j6Be+mqppdAv2Ky9J7/734fz/NnUHY3MoPrzIEbC5KGWwG4ErNBSzvXNadArsfCwpK7WtVScRhkRcp7We2DARdrzLOBaNyoxWQLsDAR8Rku6lo8hhWAZnfkvRp/MoPhbomucdYRfQvwwLEkcFHCCAIgj5HCszJ75wYm9GMwMmScDGAhqyBYF6Zyx3laTJ9u34WLn4OPkPMYQbqcAlxgLXqM1pwxSCtra/x808A8D0MGyOJBxMaIgqmh61nJ9CiDl+QoxitAFbpZWQgjjtAH069Ft9CFr8rOB9CH3l4g+yU2DhkAAYTAcMNdEIwWDzl3FgvxOJizYp4AuwBCIyYLDFacrYU4LMOjiB1zoMd5SfdWdyR1I1d4TShWzp5mz2CbUToABdenz2M3PABIxZqJOc41aWXsAMyCFbRrJ3MX1EHuhcl6mu/3D+B1smJ2KQB0A09nzqW5ay+lq29/Pl17/Vx672++YyDrGz2QNUdXR6u9MVkwoIjJgvdAKwF8vfW8adr1gekVn00GskIPa+HGycRknTJZwyNZf3oakxW9cQqyKLu6KOFhmKwWZHWBVQFTWYGg1fZhQZY2Zyo77t4yDLLwsFbsuBV5ACgdBZZPGmRlt50nBWRBLQCD4a6CMw6wwoLP0Ad3VxhOfBHnhETHfrwgKyv2dBcsrCe3rhGb3yhB+iQxWQBY0im7iS8OALKsnWRhCLCgGNqPs1kKqpdhgYQwlDfEC1buggBZZ5aR+AIE2G7asVtu78ykGwBZlr79Hpism79IWxsAWUp8AZUMIOvQ3AUBsnB2DNLG126504Asntnjr9r1tzUc6BllEYvJ6oKCDH5c3gQrIpA0YwrvmXT5yuV0zkAWrOX3TfG9e/cuf6MeAhAl0Y0OItczo25d0NWp0uB04llbtfy1saglVAA4MlBVCdEWKZhwTazlqH3mFws/6xkx1+UmKvaJXxFhdRfBrAX9QyGfhcab+5VQUo9knT1RRA1IwOhBeUadCLCQmU4gq4FP4zvHn1NGtQV5tTIKsAvlvYBtyijWU6AKfzNzHcCMgywmXrAXAAfAFtqss5XMaAEmKY488H0l0uLjHhptOJcEfARYy3i285yZ+yKhhd01ZywWsuVlkAXgACMQMxhiIqgsGVBLv2eWDewUWJ4lnGFlbajc5+BPhnuQzEPgV+BL7Q1PDAClOqW6+gsxPsgsOIOEFRg/mE7QHwDNSLAR855gyeYA3AoNlKPuiO1aNBfDVQOPYEEfbD6ge1/02wEBkGLJMJoyKzgrxnkoV1zJtNrDRca+wpRqPmfdwWcmxhCxX3K9RF0mzS7YuguC2RPI2t8xVhCulWvn0vy1F9O1L34hPWsg67vfejf9MZmsd4zJsuyC+/fIZM3j2RbPNQMmi3V22TExyOozMacgi1Omkj3lvSRL3bmnTFbdO+OYqnHf12Ud5+9TkOUb2VGD0rerFMW03Ugg1FtgVQBVF0xp8zgOyHIBHG52VUA9/cGrxuT6BXg5BVmDmRC7C032dAJJt0LKIlfcpE5B1nHEzVEbxWTlFVCoVXkkyEIqabNKE2ThPB4GlCO2TumReVYQgZYUp9Egy1RXJr4wJmt3Lt3c2Ep3kb7dABbYrK2N6/a9Jb6Aq4+5mc4gdokxWRY7cUyQhd6gxd5BzVD2zRpotSBLKSUGmJcsb2SYoSShwm1uSZbhbdXiPvCzbMH6eG1sbBibdUcH0rp7WijTLcjiiFSAqd36h0Y4sy+hQKBazYVHAi3OgrgplNIisbMshmIcijrvkNtgYaEakGUKIjMYmqIMxRr/QvHljLFHIBkBkhqgn5Htbgfg2mOEZuAuaJ8jroUsljNvfEp25ahbGn9366HiKhCYLSKcuP4dZ4sDLD8kOj9GfRHGIYAsMCsEIO6WhrbQFRQgyxgduEoGyGK8EMv2OCqPsaI7nMdf1WdGsV8dEItlREU0x/CnshvKZRAuiIitw3VMLe/sDBk2jI13iVzO1Ab+eEZXuQCC+bIMgDbVGT/oMVgzYKbsWsSF0Z2QmfoUn8XYLMaRyVCGbiRjVLusk8laYgyXoT6xWXbfMMgCkyWQxUyJOArC1tK81SvAohJSbNHtDkwg2gHuXUDYDRcAlA6KAdK7a15zMFjI6OM6sRUALNhKGpZODGQtG8gCg2kybfVsWnjuZQNZnx8GWXsGsg5PQVZHfI07J2tIKI75rA8KPv0g61ECoUdZNsX9ScRktXNinGV8EnfB2GraDXeU11sAlroujyMmqwZZFNYOsvpAq2yeo8BVC9jqYG4OVlU29QWa4ItbUChLnT7IVmt/fq9THhWTJQUmXqzbEe6CTxqThd2PgbVQ0umaEiBrspisiPspOucpk1XPy+MKtslB1rKBJoAsMVkzOCQTAAgKjVlbyWRBg4WS5coN3QWr7IKXnn3RmSyALFOSwGTtzaVbBFnX030DWWCzNu9+ZIrIJkEW3AVnTxBkQQEb9eqwWWC88mSTXOiq65Xxh0Ei3bVJVoYxNLMGsFbIZoElQKzMxsZd+22gsWLL6JoUFv2BCga72wsE92tz8h8CniLlZcuHTOq7Vw/1A9pIxqjaKORwKHcyzLOQy1SqndmgPGWcj/IbCiDqCXOmYEM5F5NlqjCLF8iKPsU9S3a20/kLlyyuaI3xTgAwiPXZRTZLm1cIT0Lac04zBzqS443ZLii1aKBvcgR3TR/zqIIAXtTQ2VXsBR4bATgAtiWDQj2L8UCmgKOOTPqAduYDfK3HGQ9k96NPALJQUrBO7t4npgZxOnAzVLxNnBvI7Hg4d8sTPrD7UXcCNDE8KFv1ULISTsM8H8obGR79EGiMZHb5qxgzH1cAQgBD9JVizgwMAP05aFriuV3GaHvWPcSUsWwDZ+x2Jk6A6yNAtdz9NPesnWTUAOCUxj0zkjEmZLywbsJdUMlSlmz9rBorvIB4M4/DAsDbsUQym1sW42i/afghyCrGO87V7G4qwwfdBlknJRbRkSluGHJ2MesNAJKYd4yhNNfPqZgsuAvaYcR14gub+LNzAlmM5VsxkPX8Z9K1t99KV984n7737ffSH1vii3Vnsg4sJouHsgNAmnyZjMkaiiFsmBjOI81x8sOu0+T9GS6lTeKLke6CXIAsqpGPXQMRL/N1xsPRMVfcgBIp3WO5xu9BD49TkNV2U34/TXbB4+oLIx9effEoy+Y8OolzslpwoOUw+tXd/PMUnaQ/Rl6TrZ1HlFIZWf0qbUBtJ3feB0ipNwNvn9ohocyFz81BLZeFNL4vACm31r4bOsOqrn5YWUMchNUqXGX4PXcqpXAPi2Hgr8k79KjRGi6F1s8ckzV0fw2ypDAxhTsOYfTNPVg3tqe2Ik5e8YmuHFzMYSWtJkXLZkEpkUIQIEtuHdoMPSYlu1EVa3EE3sutpFRRykLEtMgdMSzM2d2mVqpcqB/VyA7IdxCegb67r2AiZncbTspQJDRnwsI/6jnt+hilOE80GCdwUb3hcoXxg9pd0A7QNOXgwBQjZsZD0guArEP8wE0QcSU488nGEe71Pp6Hkfji1bfTC28i8cULdjaNuQva+sLhoFuW+OLu7ny6cX/bMgt+JJBlP5sbH6WDbQNZNp7MQWZlIxbrYZis6PNgT6X4oZ3eep9Y2YWonseSSB0tIrvI1TDB50Ix+ghoLJlyePbcWSYE2LF2bz54QLDFtNr5+c4uhCT158OttvNyVsMrn7/qOv9BiSmfyOWwlDK4v1TtxfjES/0mxZW95de1TCCxibR5B1gALJJZODB9EckM4DZnCREIsmySQXYhfgdnO2HuLK4tp6cuP5OWz1ywCyyhAnAu5AX/sOx2BraQUS8gFTI2Yh7BrS0yw0ERRkIGlAc3L4FPZWVTQgCBRII8+4fzgiWTxMhI5sMLFkyJHQZr8xsga5ZubdqPAuzA4ICYKh1GjPsjhlexPARV6BeyPNYvGEu61QIRuWsgFX/yVR12KbOhfihvADAqpmTNlBIfDwjvAEIwui6qD+iix+f7fulzlSq2K9oBMPO4gjlysCHXbj8HzAqK5CWoG9wht+2sJ4Aw1AUMGJ4VMh7PRMINxoL5ZJoxBstQBkGWDuyNeeY6g7sLzjMLoSXHQLk2b9YsQyfiGpcsfbv2bHu+ZWW8f/9eumus8Kb9htsgdQXEacVZky6HaNDDLLBKsU7oN7gs+7jJuAGAVzYX9DP6JOZWJDfB+V0Av50FlRV/6Q35MOJI4W5zWjFZAll75ie9a1kRyWRdezldfOOz6eW3r6Qfvvt9yy5o7oLvIrsgDiO+x4PYEZM1x9SVaDvWot3rdY31WW9tdBmuNMZsIKjuieWu89DEcsZY8/w2Gx/E3OFHhhO9ptFsQmaELKlGuyvTfD22H/b12mFNt1dY9cEkCn9bzxYuDsnLo555Yt/VXlKY2r1Yu+6TtFXUIxS6SR/wTl7H7lzSHjDu7rEXjCtg4PvKiPmoQNb0tRpwbZmikHEgi13f6+3uRhyPq6/rs0vtwlG9Q7GNmKcCkFRqsFB5AU8NsuTeUivMSmer+tCaG89hfR7FxCkDgj6qU8gODVWd+KIDspj8QlbkqPNjB1le4fqMr3rcA/yMBFluydcGWdw9lO1MAEquH3qFq0cEN3NT/FhBlgwBrNsYgNuum0GL3dAEeKSfFWE6DmTtGciasc1fmQX1g/NzAAiYBYtxzJ5dMBJfGMi69IyBrBWBLFrC92fT+t58unnP2B1LfHH/5s+NybKYrLs30r5ZqOdsHszDqkp3RGMzHsJdsICsAqqEifw9FAsCBIF9zrCOfCuywSVQlhVcc5QVcpmKFxUYmwsAGSsWKwPFNxgaKKeR6lvPKvEhtWzl4a/dQqmQ98zGU8yNIRkcDBWVUbanlsv4VIpq7pMhcQgDA66kwcTdxuDqZUo1FXQevOsGILMsMLUK5oyBlTlLy7184XxaPn8hzducmZlbS4vzlmL7EGdrAZgYkOJcc5AFBZhZ35BGXdnfYKQi82EKOpNSGGu+uGRuZ9VLLmUx12cstb5llkNcFQA9EznA3e4g3TO2cWP9NhO02EDleB9q56b8oAjIGyRM2EesFQGzqdJ2Pxg7vOBSh7lU712RTKI3XFD0XbFnHzvoi7PFIsW4aBcZeQikADg8fTnnEfodxkLbD+jiSmMc9rpaORLMlKGhVZ995CtUrrmtA6V5uLaPr0Ak4s6UAAOyG21myXYT+jJfTyXRAa8DrJKiRfMqzuACsFo090AyfVbu6uoaM3SurBqjZa63KyurHN/bt26n6x9+YHGOdni51YXxfuxDN7wRZBXXSJ63BZdKAAcwQwSrqqPOhxJjRXWW4NIzKkZsGtuENPstyApltgFZl6oU7jYAAbJ2d4whNKB1aAanRXMXfOq1z6RXvvx0+uF7P7Rzsr6emaz9vQ0HWZKrYLICZEFuaT2S0+3IqqhFlkOYMnjjSrumV1nAnB/2toAssaVM4R4gqzGOjxc3kmkf92s8yOqTAm2dtUamB3gP13YMWi1kx9dT+1b7cp1kPDIaUd1R8XwP17rp7y5j8MiYrOkr9UkEWYWtKYkmyqZSKwc6L6T0ikBX7bJDqdLptgLMfMAYQ6Br4rt84nsVf4ErniyQ5a4PbjlVhsFfRpDlmzo2mlOQNb2I6NwxAchyd0GALBwQbHSTGK3kSTCsiFlLFzYLBmMEyFoxkIXvEdu1bZbddWOybhNkISbLQBaYrLsWk7V934DcnsVkAWTBRfFkQBaaXDbediNTh4R14db//QAAIABJREFUv+4exWON3mglR1qZC7cpsPJiFqDQYZ4SHHgcjZ4nQ0IYIaU0OXBr982mCqGQD22vQxNCytawXCTIhHLfQCyxO/4EKsv83+Ar4BhBm93Hc41wKLWl8IacYgp3fG7ACfkqz5vCetGU57Xzq2np4tm0YfNnY38p7Vmq65WzT1v/GXvBnkeGOriEwUVV/YP4JqbXJsiK5ARzTE5A90L7Dq6aZI04OuEepcpjTGG1D5AFdzS4ysEF7ubN6+mGKfC7xmZB+QfYFRNGqtbnibLnAeTtg5nAQbc2zkuLK2wn3dFwsKvHLNWMQHSgXKcLwOLfADEYBwc2GBeAcsbxuLLEmD8wg/Ybrmf7SAPPPZAzSmPDcYvPYt5rjPMF7Sg2sQk6qNrdFq1NaK/GVmBMYM/c/+yF/sZ3Svah7IIET5wuvj7gJgjXSCQvqdYL60RTvBhBsFl00YWbqbFHYLEQ14hz51btB8B2/c4dOxbhRrp3f4NDQgaOe4HAH9mpbLzQLIpzxsi2279Ii696lsyjnMfO4oXxMwDlVCDLDyNmPKEzWQBYu+YrfWCycMGyC1587bPpla8Yk/XeDwSy3rXEF2Syjguyaviq6XoKsoblVd+Y1r/u0wiyxoPP6IeiF4zqwcfz+SnI8n5+WCZLCgn3hwx+ZA1umaw4fLEMcLhqVJ8MKBNlc+kzWfVBj/UGcAqyusvoKN/fx8tknYKskxNwxwBZ5sJHoEXFV0kvzAfoSJC1vLxG5QZW4m3LtoXEFwRZiMm6AZD1M2OyrpPJEsgyxRVKk4EsZBc8buKLdlPR+z7IGuUa0jk+YbDTTUp0FFQpmBBBVFQj+QAgKTM0FgshLb7uhsaioZS6InyU/VSKoRT0kainV9eidMdX4SaNZxHcydSd76xsV4Xpd0W7lKGaRqwUGRQafswAZAUoLktACxJ+wYDzU4uz6XNPX0xvvHA1Xbl2Je0szaYffHAz/fC6ZWHcs0x5Tz1r1MEKGUJa5w1kzc7AHU6KI1gbKPZwC6SCT5c9ZYCDgoyDahUrJHc85TVyZd7+lpV+ni6cYLKkPOMMo610+/r1dP0jgKwHTKwgd0GBgABZAeR2jJk4AMiBWyMACVzKrJ05NboVOgfXWT9qIxhUug9yvKXwa7sqboNiocS4hPszQZh3OgECQZbaH8wM2oCjFjIYcuDFIwLI9PgkYzlFefGq5DrFM1Fv9BXPyTPWj+Xmcxm1V7Ot7APrR5yHZswk+gogkxVm3BlAIZKfwG1Uf+eXgyy57WHuYMyRGINIkSzaggEvsndknsAeghEygIm24xFYggCo4UJOkBWMCgMB+WIKfcaMOYvl7qZW25wpEuPH+exzLFLvT8Zk6aBlpHB/64tftgyj16zvkLQF7Vomi0WQZbJw3kHWZ3/l6fSj7/4w/SFA1ndqd0FLAOQeApMzWacgK+bVeDAxniH65QZZHz8bqbF8IkBWvR3XbgBFjk3z11Gbe4jo/gTuDsjQBB9yVanrFWBKLjFoh1sd+Xep1SQgK9znivUvBkq/w12Qz+E4chfWHgp6Pj7jBj/CdDtNpx5xLV1s6pS51bWl3TXTJ+YqFBlsGnE+Vr4VXahWlL1s3MBO0J7HDrJ8o5SSo1exNHqgM/3r9Xcd2B2KKG96pDFZmD6TuQu6abcepgl6/eQvyeSEK2GhhYx0F/TsgmKyDFwBZB3ab2QZhOXdBmXWrLVSaW0+m1I1t/ZUeuG1L6YX3/hKumgxWUuLq2wIlKQdg1B3dgxkWeKL+3fMIn3j7wm0ttbhLrjBWCwcgzrHmC+Lx9mzOCaAOs4DV3i5bI+e1O33Xbk0vK6lCJc+Hw+yJDPy/KQmq/lKJd9jbzQN5Y5UgEzZ6FuZGUksMuiq2ppZLGcLqlXuf/b7Re3qfi5Z6+uKWSXcdTGAljVLHrAFCHCOeFnhBUAFF+MeTIeDBLIudBs0JRmH0tqtK8YaXF1bSr/2xkvpH/2anRP04tV0yxTmP/vW99JffP/v040tU4DPXE77HgsI+bu0MJtWLL34nLmF7VqyA4AjvMAaMXFEAFPUy7oX8VtgXgBq0UYABcxTzF8wX2uWFhxMF0Aa07CT8TLwb7FGN69/lG7e+NAUYovLMvCEyCKPNiPryLbynCxzVwSLBWaSlUGMFeKhEINVFPxIPBEJK7g+KhdRAlHKc1fueaaVM0a+98V+pox/ysYIYAgmD2xagCEMzB7Ps0ObitcDABZAj9y40EkDcz9AnM9RMmru8irgKpAF0IP61owPz+wCBgVAstg7vNE8x+PgKgqgicOIbRyYaRLujniJ5+K849/a6wne8C3KZMIKBpexOLG/aAUAvOYlWSsU4+eBEcQCjOt/fHEuGlBbNjfSZXNJRFtwEPGuzwnOE8tiyEQ0nDsGiJwlRf+CtTuaydIZYDwn69IVA1nmJn35WTuuAsZiaztisrblLrgPkHXVmKzXP5s+96tPpx9/78cGsr6Wbr/zrSYmCwYsq9kB5gbaqMykpR9ad8FTkKXRLsaqeN///XhAVjbqja5I/5tO5mplYK1sX75+6zUcBpQoqtnEJuqPthqnIMt7pN+ZQymKpxnfcddqgbdCenqQ1UnzSvHqsQ/EWGUjKK5+ISxbINlnsoZAFsuM9Ot1TJZbzGLvgQ80XrkOjxBkyfqmzFLZulkNQGH1issSN2VY4hAA7e6Cpb7l5p6C+YkEWZhrYkuK8HR3DgdWcdbLJwFk4TDeJ+E1Hciy83dMUYLCugeARZAFwONJMGC7Bchi7EANssphxABZi+ZKBSUEBu49K+/OtmUXvLdtIMsSX9z4Wbp//edp20HWDDJrubsgMhjuA2TRQg/XqC6IOao/+yAsXKZGjwONKg8BsrTBwyoPIaLa1e7MXZBVZGkLAMeBLMkzVyT50FJWp91VW4aSVpR1BZCl3bwDWsDkqBX6v3cdRGn2ALB79oNJ8CsFMC1zIA4jnl8myLL8dGnZxvPa2cX03/3q6+l//M3/Mr340vPpJzc30v/zZ3+d/uSb76X375sif/5yOrC030yQYP+tIsuc/QBc6EBaASNmLXTGpzB76hMAIKT6xkCA4cLE27TMjg8e3EtnLGPdmbNn2U6ALPQL3AWRFvwjcxX86INf0F0QKvMszszifodSZcgBiOE5WQ566K7GJAEy0EkpCgU/TwLHuJL1iuWCAu5yPMdzKXGGTxzKebAoeO3hAGRrB11Q7XqmGQdrx1Tn1rvWDp5xxftxHxgbAD8l+WC8nO+vnD6xjzMJggxzMXfiu9jvlaxFYx7uj5FpkRlGHfpkH7WYJ+AvcW4e6mE/dOEkoBR4DZDF9zRWVXWIyelgStMca9jjzVAfdrMMF5GIhAdo5/WgcrFnLlsWy7M29osGmJQKHgk8cN7ZHt0RMU+QVGN70ww7+L46J4sgi0lFqgWVz6JESwJkzadzAFlvfzlduvKsuaQaCF5YtjFaIosFkHVgWTTnrr5IkPXqrz2Tfvr9n6R/+799tQFZZmgCkwXjVcRkJZO7pyArZsWRv58UJmv6+DTsP2V/kixplbfx+nbrwj6+P9ruPAVZ3iOfPJAl0DRkhRbICoo2GKSWuRqXCEMbQbdfCqBzAOWWsdjIwjILwUzXpxMAJEMSoBbQAbDq3+09BWS5guNWPWUXlEWxZbFyan404oTbMRWTVQXb8mwVz+RF33kHlXQ/OSrxBQXMKciaaFeZ4qLpQNYqswtCEUF2QcRIEWQxJgsWbDjImN5EZQCamykRcJHyxBfILojEFwvm/oVYC9had03hvrM9zxTu9++Yu+D1nxqbBZB1Pe0ZkzVnrBVid+AuaEEvYrKQqhkZDTmvClPU2xp83sEYUbLlmRLkRhbOvY6lMDY0V/ogg6pCJ2KyxvR97XaiDJuMHJFiGrp4a7gKdsbLPipzZbbYBxvhIkyZWktrWnFQWo6qSOGlO17eXbyOdfvKl1leo0/3nEkOYxHbbP8hu+CSHSq7YJZ8U1PTkoGsq+fm0n/7K59N/+wf/3p67rlr6Xs/uZl+/8/+c/p3BrI+2txPSxcup0MDFky9buUsmVKKeCcAiUVjGwAqNErqxSFGE4ACSjS+Q0IM9AWyFN6388qWjM1AIgX0TbjbrZgCjjn2/i9+kT54/2dmSzCQZfOkTpiRQRbc1ZCKG8ktPKkCk5+4Wx7rFcPb4PlsDPIznsjJALjw4GJl3yQQx8veC2SpvUxpbwAP1+IHMUiIyQJ4wVlSTOQAl1S7BtFvYPp4nIB9TnAIMERApWcGI6pnKRU9zzSz7ynrq/lUTwHu05q9fHUMB5xk+kbjAhYKAAQxWVqHiM2qQVZtRIv7Yq72x7eOHNRz8rmLbiCo2YMYIwBOZPkk4MZ8hYujupj9gLgv9PN9ywAarohgTNE2sWCTgqy5dO7i5fQm3QWv2pyzpCxmaKC7YAWyZs3wdOmNz6XXDGT95AcGsv7XFmQhuyBiAgNkYU6dPJNF+eNzQ0lrYHDAodBhwKhHfoK/M7id4NpHeMl4UPG4mKwpwErv7NUw2JQ1NdRlw23txgmP74+25Cnq/QjHUUqs678fT3bBTx7ICsDT3RiLO1wNsgJ01axXC7Iwvm0K9/YZRcnxwapBFoS0KwQsq9kUT3L+DIGs4r/ff1IfZGlzJMAy5YXB5Hkz09aWQVajLJ5EOyYHWYo10QYod8iwMoalPKdwPwVZJzE0U5UxNciCuyAs4bDsEmQhJssTX3hMltxaUA2LozKmarbKLngRIMusuUpBYLEkM0vp9o4lvgDIQkwWQRZisuycLANZYLJyTJYzWXCDwgHIR4GsA6Q3zC/wCqGgYG1EgmMHOPINdpYCi0j3dlQ4Ao+jE1/QllFbt48YCbm2CSQS7PU8AvxmVq0oqpBaFvKm9QSlEPWs5FQup1JwcHmk5B43Oaj4sofYJXwFk19n9mzLCflMRgggyxVzFaCr0Z+Lc6a0gc0C+LaxPb+4l7746pX0D4zNumQK6U/ev5/+43/+fnrnRxabZ8r4rLENcL87tDgsjtuMpfW2OYVzk3DuGFz94AIXiUSYEp4JE2JLVntwnhKBHkAWXAutPlubWwQSAFqoL9go7BdwFdu3+X39ow/TDXMX3Lf4LDit6cfnic0ZxeogFgqpw5VAQVkFrfcYLwTGKBBWd3+uWSIySznVO+S60q7TGAWQ5fIb7nVg8FCilH8wVzKyUa7CJZJJIgxkOWhUogzYNJTuHQYH9Ac+h1FEroTKlMd56OnlEVNFQAew527YBHqV0ZKAykEg6haugzX7Se9LH30msUAKd4wjwB7n7zDIyvtdNf8iEo1LbOCspFhHWjJaU+264jg5eOQUZyZExfHVseAA8exjZxqZCXRikIVZYmNi7T1nRgKArCtPX0tb5iIoJstBloG7g8W1lJ59Pl1549X0+q8/m378tz8Wk/UdcxfcQeILnZM1fUxWuLb6GsYc4FqUbMsMa4wOkpDYNdJBxHRilWAOHDu74CnI6ojJyZksDFZf+WzHrJXBGtchpfUUZPX6Svt0a2ts37e3db8/vqvg5MgihFl/sLtl1OMewrPI6uLj7+KAlH70Qegs+D2OycL9HZCFzSkAhvcpy64RMfWmqu8g+PGscac/D83wKT6rlbEAV6NcBaPYGmjJtUSuD9hktVF2K1BAlseWTVG/cZceCbIqBas+12E6kKVYBrF78fdJMVlHzfGYjz4bfQ7xOAEmX5F7JhUfnzdiFhy0TxCTJZ1+8nU2biwe5vvJQdaauW0tU8EFyGJMFkEWXAUR7yJ2CeVh7TDtOJgsxmRdSM+/ZudkWUzWJbPaQslmQLsp0bszywaycBjxjoEscxe8jpisv7eYLANZ2+sEWeYMZeUh8QUOfd1irEmArJhfHaMFAVb0r8ZmCGRR3XCAFdZ03RcgS6NahopOVKO7m4p939jVuaFzeyiB5Xev8AA6+J3nm7fOQVaMYRSd3bu84nRemwT8UfZJ2VZLQ61Fu8RusTr5e6+tPzjGIA5UDvaCZzShBFvH85RZZhQC22OgYN7cni6fn0/Xrpw1wLRq7MFsev/GurmPbqZ9A0uHAC106UZKAqRbx7lWduaWKcFrcPcyQMRkDAQqphgCZJn1Pfoi1AskwIA8oby0ewhW7Hq+Z8p2uO4p9ghdBaV6w9KC37t3lwYFzm26CwpoKXbK6mJteGCMB569gIODjXXDHsTU7cHas+/kCog+YZyWPYNJMADd3E1caAiDoEEniKnkT7jn4TtmVHRQCNmPtjGmzN3hCI48KQSUZno8EDQJ3BN8MQOf9hAeaox6wO0RCjZYL88YiHIimRFd03GuGRkgxKG56yAAHMAwlr0DL7JnNP7hQ9TaxpxeFxaPhf4noHe5yb+olfP62LfZX+qNak1z4ZYl7tNwCFy1YhaxfAKxms38jXwYZB4Vp4ZxghtmGAThElqDLIAO9mV7TAeBn9qkc7KcyTJ3wQKyVhxkKYZuHyDrmWvp6TdfN5B1Nf3oe3+X/uC3vpruZJDl52TBgGWodObQY7LcXTq3GWvV+857R/2Z5aCLOna34tZyfDK6gOu+C7LQN1gn+FESknE6aFd6ZVa9J9Qe7wfjmZtJmayHq/fR9aj0gRFhKZOBLAroqqL9MRvfH0Pt/Lj1lWiHy4uzV55/6Bp145TQb2M274cbf909QFEeVezwoI+vZ7vhZ/DgQqtmqPSdKz1VunVWl2CsO4lyDJYruy2zlc/B8v7UQXxhrZUAKq+uBeBhuvgoC7eAREnWMOo5uQxaFGuQ5WeRjDibqQDLh2lB997RIKuc9cPlXu1yk4OsSGQh4ccMV7T4nwTIajfrfp/UY1UzqPobioMpfmNA1jhG43iCbrrxmyaEUKwIlD9Y6sOQpsOIk8UQHNqZRQcLFkuFw4j3ZMGXq6Cdl0WQZYoY1GAoqviB0oq4FYDS5pwsKsGmkBwaR0WQtb1gSjVA1g2CrHs3fmrugu8TZCFzIUGWuwtGTFaArAOXWWVtFBdC9ZYUH4Cs8E0/xLMzYIEiC+U51n4oeuiDCB4fL9Moj6iEHC0z6np2wVBXIWLN8y7izJuLOl5ZyazMHGDcBqYIax9grZKXUc7QrOrMzwzW3LGRIEvMFNd4A7KiPLlXFjdmJkbxNVSSGyGOD4o6fjAJLc0JFD6TZYrDcs8GgABcZYrmIRJnIMYIroLOzOiZbiDBbf43XR7tuVCUmTLfXnCBCpZGxhNo2eo8Zqeza6BgI8Mg3PIY/8fYOsxrsD+Hac0YtDNn1wh0rn9kDKy5HorNkhGGJE9krLOEB0q37m58jCWzPmQcmSnN6E8yKVKLc/KjkPM5i5+AAfvc28VWo84Abv5dTr6Dc8XIpunsMCb9sIvDXVCufT63Cf6UOIjgA2n3AXAzgBWYAiAVqBPzFzFjOJMrwCU+Ry3nLfHFLLI1uvIO4DGL7JLoBxsDdPYQkxUMFFtLOcIWq16ca2WWt3K2Zq8Ko+aKGfszsjWG54f0iHJfo1OQrdTcAZDH85hsxLMSdgy0rKYYerhBgguiu2CALLgLmqu0mCyALEtMYkmADo3levbzb6bX/4urlsL9R+nf/tbXLLsgmKx1MVlwme7EZGFfVExqAVndvVasa/3qu3wVUOagtgJZik/0M8VoxO3rWp3iR7x5HPvcJPU4+prxIOvhn3FECRPq3ZPo2/3+7u8r04/JZPvfNH00fR26pc+cgqyhrV6d1AFYvhlyI/XdQvtqcX3T55ooAkyl7B6AciEaYbShIPPB/ow4AyvcDWZdkynCuutmVIZ2dJsmmVwnCbLi3B366FPYjwdZnY1pkgqPuWY6kFUUA1kH4QYDLcE3UWzuUDSyu+ApyDqBIRryOBhZbA2yYskBmlhovS0VA1nzZnE1BQEgC+fTyIoNgGVMlsUHzLiiTGBCPU0WfxzhCibrhVeNyfKYLMRDBMjamVllTNbte7t2CLGBLANY9278xNwF308HWwJZiMnCocQHzmSBWchMFg6F1fIuSCJbcAPw1I5/OilJLyjWNej2tc/pKrCpSSrldyIJkBnwjDxc/DR2YEbpDzNZme3PICvAjNumHQjUCl5ufmO6zwYsft6twyDIClmMlufnh+tRWbP1tluT/nxCVoQ9thbPhXLLcRJwEiAaDUgPPSA2G9IADuwem3qcg0xdDuaIyRzimbW0Low0mXAoyThLC65QbFdRGqW4exv5RqwWDW48+DhcBAEIkVVvNl04fy5duXyZGel++pOfplsfmlsh2AYAC4IQgCWbm84MIVYKad2xZyEFOsEJGSQxBHC3A0DD35GwAu0K5oixVG5wir2yTu3OlOWMC+vOUpbh51wR0MW8hwkEzctj7LLYsw7KQwLgE8BWyTlwqdzq9Iw6qUQcsYLrlJBErCKezdgzDBwMVMZOMvFFZrK67oLMLtjE9GkBhbI45OVS2tyyuDEdJSOcZw5gjfb0DLUFfAkdqv38ieQmHtsWmQ7LrMPUcSaLIKthsjLIWrE5gOyC5mq6ZPGpl6+lq194iyDr++8CZH3VzslykLXvTBZBFpgspcV/PCArXGB9nXUaOtmblkmc7K7HfdWTCLL6O44ANRZt9E9I4f78Lz14CrJGzqZPC5MVgq1u6BBzRTnqwrv+zWlE07rA1xDLkKecXcMgXoqhboxSgKtcn4rJ6mpPfYtPqfvxma0WZNXvaxYrBzoPzAyBRvUFMwu6kjEKZNXugh2QpSIe6jU5yCpKrFgpHc4pkOVxAKcg66HGYtTNx2WyQqfpgixTBubN6mruf1CYeCYRsguCyTq02BAcRgy20cZyxrU3qBt7mKfBZLm74KIpWnB7OTBGYietpHVjsm5vbKd7t28SZG0EyAKThXgEi8dB4He4C9YgqyS+CEUsbN54j5ZIHtQssDZ+WXo9QTQlRrwCW6kAuXexT6LIER0ua7iU1ZAzDOyHosu1WwEvgDteHxnrUKg2e4IPX6P1Oo14UfxmWLr7XOdnhdY8Yn3n5+MZwkt9FspBUGG+SmOz6y/GeOSM1Td6Vg1kyudxb1wzVBSYrCiH/WFvEcODtP9w2YW7FkDJkimpioOq6umanfpFoAmAB4YBJDCAq51ipQJkFEUkK/hk3cJF3ctG8gt3Obxw/my6cOEppvZ+/+c/T7dv3CTo6IIsxC7qcN5ZAEOALGsLGQwwwXSD1J4CdyyAj2D7Yx8IkIX5k8GOM1+MAbP7YLRiCnnOHXa+T2cYJuX6FuxTzlzr87E2RNJjwPtOzBtAmcvoSlvmIwJsqXvz/sy9zAFZrES6fWMboDHQ2DSAUIAQVrMBWbiwcp9sLd4FpHeVR3we6y4zNENxLRj3mIBcq2Umd/QOfozZI3Ab44JrInX9eJA1wGSZN8CsHbK9t4sxs0Q+lghmBiDr7bcs8cW19AOArH/+O+kOQZbFZBFktUwW2vpomSwAfdi0I86Q4Lox0owUAfFF079jr//YLnjSQFY9t4vOSa6aC8lfnLtd4uGUyZp4EsH61Fz8WNwF+6j3qCpPQl/2YgGwrwgxZeq/BVWZdQrQldmm8SArwFQNsopgrpi0SM/ey27xeEFWuClM6i4o90bPQsXU7dpACS4bK+aTB7Kwf8qFhbLCFdJ+4otHyGR5Rrej5vUQkI94wE+ruyD64wDuJ66YCMvXTJZlYDOQhbgKpa62QHCmcN8xxROJL+TyRUUNijAVcWOyYMEHk2XnZL3whmXZQgp3S8lNkGXugttpKd0FyLIU7vfMXRBJL4LJqt0Fx4OsvtpPNdr1TbrXSWsmMyGLoANCao0FSEHxYmkRXE9BVxkmAo9Vj6TkZOygf+lyTnVwxplnOYnBMVWULkiHdLXE44vsxdOpMHoDYj5mfZDJeuCGpx9sFbRZgKWBS1OjDNUbL8tCW7yedaKfLCfRTV5KfjbjOAKYcOFWQCs8EbSqMptVJSfoy3i/boR7ZQ2yXIPn84mNvN1gd1btnKtFy9jG4cKzXTbG+o6hhcyBYQDp1glyPMOp3NFiQDWGccYSullsEQtmn9Fl0LDHMrLT2XlduPbe3Y20tWXJMQDC6NqnuCfEfBEY2VSbwxyAq539Vl2QFKbqT+6J7rbmruOaOoqZwisSZLBAgiCxeagz2hRJMgjew9CB+eEgCwf3Itsg5xbaBWAX/QXg7vMnsvApUUYBL2EjYL18/oWLYxgRdK6XxlZngBXgBjZv1uLxAJLJSrLn5XTKfY3rQNfXegN7KeZrDGyrcPKSMo6aiM17L6fsucUokovVUGu8HWThuzAq8gBjxGT5HKzv0yQcYrK+ZDFZz6UtpnBftaEzJstAFlLu78KF88rz6VkHWd9/5wfpj3BO1nt+Ttb+Bo1LXXfB44Csvm53lLvgKcjqjeyJfDAwIzG7umVn1hbzqQYCDcjiijkFWVMMTBdVhRtbkSlc+UeU1/9+4sNzR/iEjvObPApkZcbIa1xbcSWsi2W33oDxTQjYco8m4Tgmi/uUZ9nj5Kw23KhPseZ6f/XaXiZ8K6OVbvbhXrUCHyVNkvii9NEnGWTZxjtRdsERIAuKe7WRUunyTEiylvqPu5uEZbb422sTb1+D1tJq3kpx03z9tIEsnS0jRgNKH4AW11oPZK3Z2pK7IOfrLlJIi8mateyCFopvn4sh4Nk1KMTG6sAs1/PGZD1niS9ecnfBZQNZpjoay2Ug63Axre9YGncHWRvXf2ZM1o/TjrkL7pslVzFZ5nhjZR/NZGnDcaLXR08KNNqGMzwP0FimspaCNwOXLabPpnDhPXTJwT/iCH2mPa8GGGUGAbhl9SWAEZ4XNYDCiJTRSF3uh5hCvu3ac7fs7CacdxTJFHhLBYCK/BGTk+uI5AEIvOcZeUggoaQHEX8jQCgjVs1OsC0BsqJ+vqXU8plyFBC7I++42lRFCf78N4GIW7p5r/cl+i/YhfzsqIM/P84iLD2qv2qDkcpDLFbmRtQXVgUALIK0g2g+AAAgAElEQVQQHwfEPS3aAbP55YxVyB25syEzplzagqWM6xX/WdoXTA/20pATBFqYKxwuxSYBUCkETe5xYur9HnZVayDUYNNgQRdGDJqyCvo08D8cELG9OuRZTJG5LdKlz+OjHDSyn+ieV3wBMf94ndWJdQUAA3jysRCLJvDHxBeQkdXYC9cq0UeMPxlYDTZBU5ep9apDTtDlUu/BYiGODkALSBVjHEyW+OYinzvlRZ80sr/N1hZyfmiPjfENoIiixBZWABvvnOnylS/BWL2YzTGAb4064xqCrIjJat0FDWSZoWqGIAtJRrbTNoDslRfSs194M736q8+l9/7mu+lPfufraf1779phxBaTdWIgKypY9r9TkJUHrQ/QO6N+Mm+O8v7pPoGbgC+irs7Z18m7ev8kTNb0rRmHPaYvcQhb5CYfBXP8UceIyeo2gpagnoY/TsFvOoIb5TBu7nVJjZyrL8eBLFwabhflNnd/CAHkG3awUxLKLsLiN6VrWEOLVTSEeEl80e2DUH7zs1FeTlsoC1lQ+jFunwqQBR97P3yYWaM8LuHJZ7JOQVYW663VdXo5NfaOSdwFa5BFpY9s1miQBUWQ2cYsFoXugp784tCA1oH9ULFG6m2uPoAsc2kaBFmWpdBA1tbBgoGs+bRuIGvjzs10zxJfwF1w5+4vDL+ZFddAnFK4jwNZ7h7sLFRpu9UBAMt+9masDPuZX5tLKxfPpHNPnSG7tXn3Xtq4dTftWlxY2rf1ZBcjQ6LaYjKE+rKDClfas9LWgqws9wQw0A3zlglveXXZDkBdsXOacE7OrFm1d5i5buvBfSr8JNT9B4aEYLIIdqCQ8muUZ/CUZ9forB4qx4g1MuBAN1z32Q95VzM2We6i8tSwJXclfjPa4udhxy+TzDd+r1sNnkLxDEDC4oVcA4t15mqtBI8EWa0Cy31DjALczIJ1A1jnc52lVIyNDGyU/942AozM8Ch+CeCmrSATUhDPdPfOej8mo+XGGin2njDCbtlH7CDiE3FNvZcy3lT9jvoi3gk/TAMfgI9JQsR64praOMRER84sEQwB5CDGCcws+sRjmXz3zPdy/sJIFGVWLFmk2VfsFEAWwDpAlsAcMgcGq6UU8IKVdBXmXHNghLgyelMoqQYZXQI5n2gRR4J9ylL4w20S50URkGK8OEaFyYr5eJSu1XOd8jlXz8u8Rqu5VIdh9HWXvkhtD3/l2B3BYsk9WUCLKdw7iS8qkGXJgw7MwLIF0Pa0QNZrX3kuvfstA1lf/V0DWe9UIAvugkgoBCOSmAu4C9ZMKKdWNWf7iS+ibacga2CUT0FWv1OqTz6BIEubUdOqhhbM7ivZ9DKuof3vkQVpstewi9wkIKt3TY51qjZv/tkFV/pIW0IPdBFlxue4IpisUkYI4k7smlAVnyWHFwdZQ52Qsyq1bX/CmSzpDzm7UbgLclN+4t0FPw0gy9mDylgwlML9KGsqVY8nFGTp0NcwpMld8ABnE1nSi5k5s8LiPS3elnUNZ2TZD87LAsiCauEJrv0IhHEga9FB1qyBrC1zF7xlAMuYrOs/TtvGZB3ublhH7Si7IIDdQOKLWjZQJoBFA9ASvhGLZXJwf86U2VlTVlYO08XPXklvfuVzdn7NZ9Pi8nz6+U9+nr79l++mv/ubnxrQshbumcV9H3FR+FFnTASy6m3JwReU16XlJWaiWzt/xg6+XdNBp5sP0p1bt9Ld9Tt22C3S4Ht9oeTXIAsKMg9wDZBl742tQYZGgCzMs8jyBiVZklbjB0U8WPKoWpa1YSjN2KoLsuSEWL+6ICvkL8oj4KvPHnIlHZUWs+nKeG/TA4DtGw8Db9ZPF6gSNoxzwvS9gyq/WI8omyv3AKKm7porAKa7Rw6vy26N0LeqdXHfIegAYDLllwCIIKjEnEa4HMaDijrZJU/fHu6DqKsxPXEuEeoCd0O8gj0hGEJ8Yu5TAbXscu1yiaDT5wCBujMwtVyKWCOlhodslnujQCYSdzjDFs83BhifRzpztR97rCdfwlx0t0zUh+y/tRF/R+KLGZu788ZkzyE9/yMAWTEv27kzMPUGDMTNlPf5VX8a2SgH5bvHyEwCspA8CCBrE+DVzg68atkFP/fl59J3DWT98Ve/0QFZjEsFyDIXayYM4ti7t4eviZ5RoJddMFoxDLJijUheIJviaUzW0Gx4mM9OmazSe4+AyeoiKu4XnY+wUrrXFJDlFRvYjLoDzq21fMRnHAWy6u+G/55EDxxFX4qFcotoDtDWBhgboTBBbO66lp9UQc+uenBDa7MJtudmseCayWIfyCbbf3mf91i80hed7qMwGypnumU3JJynchdEnAAtk/LV5wYHNxNuWN36nXxMVukbGfSH5lcVl4IrIvjKrdrZXRCWXlp3ZfWkBdLfh1WWihA/C/dBKS/1K9wFec1Yd0HPEtYMWd9qXSlprrQUd0GdGRJzW1Oi9H2dGXPUzFDXTWoAmW5+1eVOMltjjlNx5Q11vWAPBchCdsEuyEIqdQKsvU2CLGT7g7wRyLI+IqOEmCwLvMc5Wa9+Mb345pfTpWdeTNld0OKxtg7NVdAIsfX7FpN166aBLDuE1twFA2QhqQZA1oydjSWQZYAOZ3SNOIy4BlmKvhJW2jUGa3d+J525upg+/w9eS7/x3/9KeuPtlyw7/Uz64IMb6b1vWsD5v/jTdP0Hd9O8uS/O7IqRK05h6hfOlegily/4vJ6VlDkefwVAtbRsZzqdW7ODSc+ms5aVDmc73bezlT764MN06/qttLNpHUDFHAWpfK4HDgmYLCV24Bxne/wQ8jibKCeSARCqQJazNYqLKcYszlhvQ5ERPs8435VBrp4/vFw+lFTq5UUgGRSgIGaqmJXIXlcO5B3KJojxGnp1V4fvGS6D2Qf4m2uo2fdijKI5HMH2GbE35RrnMfVR1hd5nF3yu8yLJ7IemId5AmD+O8vE8VMBknFa8rlIzh3JR6aXpxsfXEsNZPmByWKWxIrJXU9ueeEayiGp2KNw84trY6zQT+FaiHgiNs1lLsYSczTcBVEPVAzxY/CW4JT0NtJ+yfdyWWc5aCfni7NhVh7jw6xdOkvM2TprI6Y2XAVxThpSxLPsh2Ky6lkiwMc+aYa7l0TMh53jMVYMq7A6RqxmbDsP64GscBdETBYOI7YEPpb4Au6CBFkmx7bRb8ZkXYW74JfMXfDbAll3GiZrHqCVIEvuocMgqzRGkWH1KyZfXBP95XGGfnUkVwGQRzsxD3ROlkdpju2vzkOtrpPsQt17Hs27oys+idFzyqb3mqFnDJXSfhbXHS3bfLZ3R9llVDMKD9mlJzSGVTM7ctZrN5W74PlnXuj2WrAmEzR1nAU8igjL3gRFDlwyKrlDOwnGD/KQgtplpjRAQ2xVCMP+d+7600jL0aAqpps2/tiE6+eGxXTS/j1evx7vrjpr1CDC934IBpRnfTDphUBWuI0IYOpV90GriHTjViatcwNuxu9O3Azq9lD5ipgsB1VSyFqQBUutPqu/b8/JojLq7i9RRrirMD6oKqOAvaa97Kh6uQZbWuYtFUoonYzLUrKRWH9QRWvLeguy2j0mrgWgPPGXW72PWy5JG59C1KetIIKs2WWmb7c0gdZaP6TTQNbB/qYBHvtBKvdwn6JqaQqa3YyymPhi9aIlvnjbQJYdRmxW2yVzGZq1VMQ4inbTQNbd7RkyWRt3GiZr754pyLt0F5xh0L7HgQFw2fgK2hSWm+s9mCwYZXxcwc7tWIbC3cWddO7FhfSr//hz6R/+5hfTyy9fTGuX1sxdcTv9+Hu307//1++lv/z9d9L+LXMbxPmzSF/vme2GN8eqp629tFTaHAHomIcyiZTcZslfWJhLq+eW0/lL59L5i+fpOnj/3oP0i5+9nz78xYdp54ElTYDiiuKUci2/ZFhy3iTWCudiN5kGlV30eV0l+0yypcSe1MpxLR/jtloWMzlCJU9qSyw+hxKNQ4HjzKla4VSSBoGEUNKVEGKy2TmKcYuERhGflTdmB9Q9WefCkDuZT+5oR479HYrT5H1eWbtZKmZ3fwzZxHTsBFUhI/Qsfp8pSgyrxhbVqA+eZ1wW+0nsD8/TIjiRbIxxivpCASZrSeTcBc9Z3mL91vKXYGiGiUJQ5vamGUdwFAKYM2NaAcJ46C4+s38LOLDZ5i1eSsnuCS0chC8Yi4qX2FPF74llk8shridQc7YOMUhMKMMDkRFD143JClAQckTG0clfEuPdyRVnYI4sZQq9rF0fnfdEy6ErqSVyF5w3w4qdk/VFHEZ8tQJZywRZh3AXxH7iTNarxmS9Z0zWH32tD7JK4guNCfZCTCYy9Rl0lfa3/DDnbtM/ub9oc4AHgAw5AeIheuZxXpq7JU83IpOP3aO+cjS4mfzJXEuTXz545UgdZIpyJwGDUxR37EunrcckoQujKjOE02dOQVYNrBo3QX4ly2QLeMoGPyHIYgrcIoqlDH+yQBYmaw2yhiZabTkT0MQeVUCWgBY+fFQgqwXfIdiPXqMPB7LkElNAljaWDpMVIMs2+gBUJwOyyhYVfR+B2IxNcJCVlbZKGzgKZHXA/xMGslpGw0kLAQ0DWQdgsphd0HglAzj7BDwOspjGHUp+UTA6IMvPyapBFsoByNo6WEyWvV0gy1K4362ZLANZc4Z2kPgCTNakIEsKg6cZR6dXIOvSK0vpN/6Ht9I//CefTy+9eC4dGna8a2Nx+8PZ9Of/59+lP/j6n6bN9++l+X0+1X7gnzvB9hpKLZVkpBeHWxSUZXMNW5g1JmspXbhiIMuA1vLqqsVjGcj6KUDWR2nr/mYGWbPUnQPpyhULaUQ6a4EyQLEhOdbG+h9AILLBxSZI+QIQ0Lzi+9EyWLI1wIkAQ3nhc8QOhatgsFoBLqCYh+tYAQrHA1l4Vhgngt/LxgoHll2jUrV+C07KlQ+QFYr8kclwcFA1R0DxSDUCjiQUZG4MoIgB0tEa0mkNWMDVlE/u7mkxngX0liQcPFMsn2mlategI2KpFJfUnZt8H3MRtXUZShBuHbm0ZGvZgNDOtq1f1Ns+Y2p5giwcLqwDm8GoKQbL3QYrAw7qFiBrj2APgFvJM5TIQwYy9oXtUzKuQUYj6QxSuOMwd+sjuBJ6v376QRaYLGUXnLFzB/f3rNOMySLIqpmsAFl/+46x6Z74wmTtnM2lbkyWQBZtMu4tUs+FgHwx6cclfKLuBJDF8TMQb/OZIIuy7PiHER+tITyeb9sEKcd56mhXv8lLOwVZk/dVfeUgyHrq2RcbyddM+REmmp6lwAHJUNUejpHpK82S5O3niEnoPr2PYId87otLYCipwkJdcFXa0L0+NpUsILy/eocPQwo0IIubPMRP6Cn+/agA6+MN+8ndNY7FyhssLYiwlMpWewqyuMe4v/8pyJI2NIqhHj9fjwJZ4S4Y52QpC5kzWYzLUhrysOaGSkp3QWQeW3uKhxG3IAsc1baBrLtbhwayNp3Jgrvg39lhxL8wJeQ+z8iaB7ieEGSFGMt2Zbfy7pmyvDu/m669fj790//5v07/zW++lq5cMybN/t0z5e/+rZX0p//qe+n3v/r/pXsfPLC4LD8jaHzX6YoKZBFwMF21WfLNCry4NJvOGJN18Znz6cyFM8w2eO/uAwNY19PNj26l7Qdwt3T79xiQRfnrMTRkECgDpUy3IKsGWl7FYtianFLi2HIbqGWtvY04Ibqi+ZlNIaMBPJAuPQAWn38M16EIK85sMbPeFfa4Zu9aKBzbbI2RtcOFI5+GToznKCAdsC4mQrjKIXYFSSAAWLZ4pAHkc2SQpAs43DhzBbsMufpDqcrrvTws5vlzKL/hp+dVqO9hzauxHARd1RyOlOv0KPAEGgGQxJDJTSxS10eMTtSXdfYkHPhM2QoV84Wy48BksCYAaUo/D6AvJguHEdNd0MCW2EiB10cFstr+6LgOPlImC+cAmrtgZrIEsmaZwr2ALLgLEmR5TFYwWbe+9+1O4oviLgjQipktbw+tixIbGEN9CrLKpD8FWZUAOKE/P3YmaxzIClejSdo75Meu/W4EUhtb6BEbSpvOfEAIdTu3b0krdXNQEOCAhlHVufu7tKP9PgsMluHWvHqjb0BWlP1JAVlhZW7TLLdDWICqu6NAMSCTBReNcBm0DjplsnJ2q4dzFzxlsmomCyBLTNYKswUizTNispD4AgdlmgblZI9c20iq0n1K52TNrp5vQBZSbIOjMpC1b+6CWwcFZN38BVO4b6//3EEWHRYNZCkeC+AOZ3MpFgYrvesuWNaOTFazAGg4k8oUkt35/fTSW0+n/+l/+c306//Ikl6cN+V4YTdt7M2mm784SH/wtb80Nuuv0oNbdo/FZNFFbFIx24AsxUnKhWp+CW5Dq3ZG2FPmNrhKd6o76/fSrY9up7u371riC2MPPOEF+q3LZHkCjkqZ1hlHfjSo149Z4CBbvQNaFjnLUsjM2o1sxH7R20SpENeyWmc/RayPkicoTXk8u44d0mP6SS7GbVe92DGmx1Y9MPqTDM84kKUU+ke9mJQ7X4DH69BigCwDJszuaGwuWExzr2J8LOLhAGR4fpw8LOIMRxRUDuwVdlX/Ic26kpWIeRJ4YVv9M/aifRYxUyhzSOGJcchsnY9L3W9kmCqgF+/lEUKeJGesbIHcnLUztwPgyY9OESiTXqC5ofmgM+EUXwigNYvYMNYJ41n6d4hxGTdH4vvoM7aR/Sddp7YnCEBKN0F9Jn21QLjPAMsogx+1BmeBISbrkrsLXkubFpM1i8OI50ye7lrdzF1wG+P+9PPp6ltIfPG8Jb54L/2huQveDibL2HzI2Xn0p/WVEl+w5+W9cQqyxg7hKcga20VTX/DJBFkOaPLiJeAZLQROFGT1GCzv82OALCkmEjbcjI4EWd1NdxiEaRMKoFHPBm5atRbEx7pbRq0QTLQVTz3PHvqG7FpRbaBRaF+IB5NFz/+KySrKzZMPspRdMBJ9YEMdTnwBK92AuyAC7pv4CR3A+sljsqjoVjNo4kSgR826E2Gy3BBCRRwqihJfFJBlLkGmMDHxBTMMIu05lFQoAFjwOBQbQdpSXAmylg1kWUzWC29YTJYdRszEFxbAvYPEF5Yu/e7mvh1GfN+YrNvp3s0PlPhi/WdW9gNT5HFksZVlSuyBgzqmjvdkKEMgCzInLORzlu0Np2IxvsX0wosvnE3/1W++nX7jn34lXfvsWQNaS+nG7c30nW/+JP3fv/0n6Wff+iAdbJqLpAEvHAs08VmD1bjwPD/EZKAH7L8FO7T2nMV+Pf3MxbRyZiVt72yl9fWNdPfORrq/8SDtbensIrhc9udBDZ1cDlaAJuZRh7WqtMqOHAlZOSXI6myobJLPETJ2kYBnIEtg5aqm7um25TgCdNS+V0gybjqdoltvz2CLsqwdW5EuyKICz+xucq8iYIrYKQc9BCz4DjLOyheI0uG+ABx7xvQxUQW3LLkYEmShzzxGC9+FO2g+38rLmreYKRwHwPgqiymEMGHCjIr1ijrgmUqSJEDGc7kiE6XPpWC4YpTI+CCRDeuijINRdiS+ENgMowD6vMTXYqzhKqishS6jkUETINTPyZLXibth+iDFYcQxJDH36tk1xNfHvJhE+VMKdmVKrJnWjm7RzgnoMf5ZPQfL3+EOCoCFpB7KzKoU7pb44hmALDBZSCBkiYQMZB3aHFDii2sEWa8ZyMI5WX/4jRZk2VmBHZAl49IpyBq7cHnBKciarJ+muWqSddZZT6McBep9069pHR6O5S44yGR59kAxV/a0MXEAJwuyRrgZHRNkxSGWqGOcaRJAiUI8M1rjQdbQfXlzHAJZvsk8qe6B9cSbFGTV4JPWcQeusXGGBfmJB1k2GcL9hJtbJKYYTHwxCmTVqxUKyScTZLVC6njJSBqxeCIgy913JgJZBrQADpheOBgXQBoEzwtkIfh7zkDW8+Yu+AISX2SQNW8gy1K427lUdx7sptsb9wx03Lbzqj5I92/inKyfG7ACyDr0xBc4QLZiz7Jhos9kHVDuqB2zBrLAZvEFpW/1MD11dYVW41fefC6tmPveR9fvWnbBH6Yf/+VP0u4tu2ffmDYeZg5hVZJGTLYJKYIHrA2VXKvLwuK8uQuupktPP5WW15bSth3kvHHvXtq0WKwty6q4u2nMHFIm1yb36mH5UOQsN8PgIlZKioSD9q7Z/vjmJbIZzkqFclnJ7mCrIjV469IWdeIekMeqeyDvZP3ZvarNFBgbcGcjbjLxDoGs6Z5dQJZiM0pSFcWAehIKFApQIetEnnMaoDJmiFfDuWZQ/pgpFjKd2SjLfhjGqDgoWIcom3HDnoVsb0hggb7dtCyVcMskc8RDrxdz08Cm7WzZmrHrkFUwgywkpvDEGXy2x9zktgCUsU51L4ULoeYEXgWzlz0pp4X3dun4A+sjJHoAOEU8q/3sI35zBMiKudN5OlQi9nwXQ3eMC74OGuqqN9TcL+3TOvnIqPmAa2o2kCyyt62G8ho7GVfAYiFhTgFZSHxhIGtnN4OsA4vJOtzZMxlo9zz9TLr65lsGsl5Q4otv/G66/f3vKCZr7y4TC80jW2NO4a6EP6cga7JVfAqyJuunaa56FCCre2Znqc0gyLpw9eUGtw2DiW6jqoisCVjsnFL0KDA2WDs8tQVVo1wIu5bH9vA+dXS3qbBm8y4HAjAHFxaqH3sVfaBrKLqz8O4zW00/EmRVvQih7e8/TSCLvVKBKwr5nPhCQp99NcZdMPfn1EkX+uM8SSBoKGIxQnDP+GUBWfVY5PZXCsInD2Qtm7ugBc3DXdCZLLBLsDxDOMKNhemF6WSEA009MBsHEy+fZQr3F5DCnSDLrLlm5d09XEqbFvt0y+Kxbq3ftTOjzH3OmKzN2z9L+/ffN6bMQJaVt2BAZxbugshmeIBkG8YCTACycLAyQNYcXQaxRpAp0Q7tXdxOK+fm7WeZbksgFbbummPXDYvF2jaF0TIfHth627fnoozhV3gaNKwJzfuQU9JQATWRAGBxZSGdOb9iroOWYMAMA7umcG2bZXtna4fnZB3yQOJRz+q6r7b1aRXNWqZSdoQ2PMkuGoyCy5Ryrxj0KC/Y6KHzlyLVe81cDW/K0zNbU7VlqL0Z/0xgWq3ulwJQDuDNsWI2D3VuFOYYO5vKO/5WrBrSlSshRO0G2N3bxBrXQFVGKAHnSDCCcgG0EPd15swa98oH9+9brM+W1cHYUPs+ElJw7hkwQxZBeHcEkMLnca4aYzgBwJgyPhJfuEHCphyz2LobYzA+ei8WKA66BkOnNN/OxDFfvXug0O8QlJESp5DNA8iyugOItCpKuGV2WCPMxUrX6JjZIqupHiEgBzlbj101/+NzzscwTAzOE2flUJZdVyc+Yh/Enuv3FpAFiYV2FZD1xhe+ZCz2c2nT5gmZLIvJIsiyMdu2a+euPMuYrFe/ZCDLmKw/+sbvGcjyxBd7diC7uWT3QZYZFxGX5c/v7Sd07i29MCTGyj1KioLLeaQA4/WU6XIB2QVPE194BsdJBKik/vCUmk7mPKoyJm3FUdc9CpA16nmDMObitc80vdndTCbZKMZdE9YVWVpHvAbP1qJG1NwwqoxSb8mkfkpuFFSDrdh8xK4gdgBuB1BwihWzBU9RmQhKHekqR0lQlBqep9UI0E81yHLhjv6qQRbfA3CegqwnJibr0wWyFs3Vztgd+zkEUIELkbnszRjYgVLUBVlmJWdQNoAWrK0GspaMyUIK9zcEspYWEJNl4AYgy7L43bx7P928s57W79g5WcZkbVk81uGD6wayNglV4C44e2DxWAayDsyFELFZOIdLcmeYydqHaxTVHYAXAEFYmZHRzJSnBauf/SYMZCyTKYnmtrhgbnvzUH6YfnnGztZCRE1/YxThEJ+3bnJispCmmtUDK4AEAJZhcH4ZcVpKkwyFkCnOTfHaN4s2GNlJQFbIynaTG7XphQFm6PvhPaYYVLrf990BWXZY9l0OZ3aD8BL3lMQOw3WcLk5r3L7Y3diGgfC0CgLlaz6iwLdPsJTu1oe050xyEfsjGRu56M0ZIAo2Dy6CZK+YFtuYJQdkAGgEB9UeqbJU5oIBtTUDVQBXmFMob2lpMS0vm+HD7tkyturexkZ6YKxWN9EI4sLMXdauCUUZbYG7IrLHMfU81peBLCQuQf2YKREGDO4x4WZoLo4GCFB2tAv1QiwaGNgZo7zmcDi2lcF6E1CqbGZKxKTAZ/YeSS9wEDFcBsVkYQ+vvFsIaDSK2XhIkDVazwlQdYDNv7qX4xask3u4sN7ush5zBc8ZWk85Po6zWGs5XsGGlTKCyeqCrLMWk/XG5w1kPftc2rL+qkHWgb0Hk7Vw+dn03BfeSp/90vPpHTBZX/+9dGcsyIKc1TjhVddfWlLpr1F2oqK3RTIXd3/N2QWtbqcgi/07iVHZRwKjkedJ/cdx5E5b0EmUMVi5KT+cth6TJOgdVYVBkHXpuVfGQNY2oLqAh1jGUUB/U9EmWEDWiKqxgKENzDfRjgF2FPLuWmnZsTSwqXaxSPN7mkJcsNkGkzdhDzQNCTgOZFGYVYI3hBuDh8WT8fksp1PFSsh2v5hyCp3U5UVhiRLryQlmkOlus1U+j7qazN2jMFXhFoh2h6ugNmYHsM1wM0Bcu0OnQcc7o6k7pUWGHT3NocCW9vq5MWHRpaVWykW28MLamd+70sLP6sOI62d+PO6C/z9779lkaZKdh2WZrqr2PW2mp3tMj92Z3ZmdNSCAEBkSgwZUhEIR+qq/pC/6wKAUEKRgEEGBAAHyA8FAACIhEoQkgGuxwC5h1vsd0767vNN5nuecdPe9pqq6Z3pm685UV9173zffzJMnT57nuISSRMOBKwiZuJyziM0XzcflVo9YHqE8HZXtjhIuOKDssP/Gf7tzBnMW4MkykGVAZRdzgrOxLB8LAAtwRp4sXC8LK6pfzVGxMjmwfC69YOGCN163cG2Y/BMAACAASURBVMFrz/IMHpRw3t47ZZ6s5XRvbctA1t10y7xY9279yEDWz9Lc5r20YM9Q+rgpXlYmfm/7oVnyH5hyB9Uk2M/5AYqSExC/ES5IRREADQo/Pewy+uwtQDmRgYbJ73Yhch4WrVIc8svwArjCD0OKogqIXcpAozxRrRyXAqyQoRz6BSUPxQtwNNAi7qU/RADMHkWlGAfAQoHNMlVrtuh0A3LYrw0FPmRq8FVd0GCIrfKmlz1XukqiPYoF6LdEiAsXiXh5OfxQ7rwfxZpQS6R+VpS7ThBUoGVXjHtJUiRhe+OIAQ5dQ584jW0rnDd+P0y/0vL0lVcrrXyMgwlY/AFacDi2QuWUZ4qx8Zw0hqbBg2/8hEp8DrIASKjc27zrfgCzNpwy5CIA0pmzZxxUqagGaI9DrbEnbhkwQtjgBsqyd+X68RwVelCIHOWtF+3IYMrzsvA8hTKijHs5wBj38XNb7+hzlJdHRUWALBglIBPDk0XQyJL2xvYwMFj7AqTot52/ZblkAFr78IhVOoq2K81ZbGWab/acP+MhucIPZdDVPQSEDHtUPlqA2jJGGSdxdYQ5Cuy67I69ORiFtHOeqgAX+8v1oeMWINskdRbSWcvJev3Nt9MzzzyXNk2+LJywMwctJ4tTbjQ1KZqWL11Nz7/5qfSihTB/9cvfSP/xN38r3f/2X3q4IApfmCfL5hytz5kxSOYhgCzjp0Iap5Go1Su1bQEZybist5FsALJPJsh6UsL9OhFWvZ3g6KiuOigwGXreo2hj/Dhm/+Zx9KMvcjSpN3PTQNawNU7iIxJQYxD1SeO8wD1XM1n0jujJGim5S8VAinO22nFDbvMBCALCxezepiIsHRxhKL2gchMWhC+HmgWmyE2QlYVusZDWkzETXWbnpaNdOVKtsQWoCBuS5a/1EMbYtbdog6yrd2mji/K4lZew8mRRiHbvYzCHA1ktKaZadqD4hGXXbw1AJeWBGqaUEgeZ6FcDspwu/B6qKRRR3+TU5IcMsir+DT2uPieLasEY/e3JA1kODl2LkcCTEmT2VytgYSALCdtQIACeoHDBSk4lHJ4iKZa7AbKYQ4D5NN61nKwXXv10eun1z6aLZtFdtJLmAEE7e2fTBkDW6raBrNvp/Vs/SXdv/zhtP3gvLWyvG/CRF2qBXp5N8/g8NEv7fQNZdnivdK78KgYF0VxFJ6jeEgTS+EMFyOcEa0jqiBriGWz2Gx4JiDl86vyI4he1Al/L5FreiDV9vYasCsXPQBYL9SCNigUF7MeULgBRFkDAzT3S6KRPWNxrRZCroFoTUqJdUXU5MSITMWdxT7efCGM5uPSw4lrmZhkC2rKinICFyF1CCnVdyV8hZXy9NFZ336PqdVJPbcxQ/dyaLJHLuNfJ2nrt9cVERhWE/ikd4V3B758boc/0htLTImAe86P9SwtKch5TDW8Q+FDmwjjCg5OfDTcwSPm5WVhXdv3KyRXmW/EcSKF50dP+xj6CKocswNHIR0U86HJdy774XIR+nkWUXdOHNMKYJ7mtQ6Vz/hjWunuEBMTl1dQ4FXLGEhB+kC3u5cHF8HrZYeRz1q5WZtnrtXocTPVrwTvZOJGbCcG6cnAVn0e4o4OsAmqdVuDQCmSFF7Dh034P87ZHwL4bgJmTBS82ZKZ5yM9aCfc33vx0unrt+bQNkGkl3NP8EgEn5gwga+XilfTCW28SZH3pi3+R/uhf/Mv08Lt/nea2/Jws5GQZTZWTxZqtRijznsJI6ZPY7ovDIItgslonHw2QNaob9atz2vupusq0BiZ+321EE659FMDkUbRxpOH6zY+jHwcCWVeef2XadllZKSVa8ibCPxTzzL9k3qledXgMvotJDu2hkzwNRRuzR5ArA7d8aa28+O5HolL7kOcBb4J582KtrDwoZUsB1oUL1sJJm1DpYBZuDg5oHfLNG1fF+9CUnihANcS5E0CWil6gKtWwEIl5j5AbbHYBruJ3LnjhykwfojYWZHFTbJWzgy68qYIL7PJzArJqBTErVWMAbtD5owaydqzCYDLlCEoSwQfyonhwKUL5dGwv5APhMA5wJTgCiEZO1vl0AyDrE59LF69dJ8jaRc7C3hkLoVmyohfr6aYVvbh9/910/75V91u7m5bMenvCQ+jm9rbt3E7zYm3et1ymuwRZhuas7SI8WMW0ojmlpH9di0/+7QpuFOgRUNBB1+LZIhqzx5Y3kqnz/WqqKNEusZt1KlnuXgqz6mPtwpMg5Vre3HjguAqTI7zSGafGgSwd8dB6RyQ7A2QBHLninRXwUqg9F9wIulb0RrsIqZQXntCiMopRjedPGMroR2TIVrOZ0QNKylYfTwJZmLuYHrbmsmwYZI1amFUB86DSbvR6KLUsVU5DmfbDvB+Fsi9mKzdzCxUPcTv1LVUXeKf8s1p24m/kPIX3q5YhLLrh23q9DwfYzmCtG0LwRSm9LrAsD5w9C15Kl9/hFYWBVwcRKwQSoYgCmu2c4lEEZPabuVoMkXVPHzw8qEBKEBLeZ49PCXWmmtfc7VBdev7x98r48htDZ3GZUBtrg64N0Af1MVau50qmdPtX9KU3/vKxAbLoQa9B1qX0+icNZF1/3oxKRtulU2b8XDLABQ+mnbFmfV2+ZCDr02+mlyxc8Cv/+c8Fsr5jIMsMSnvmuU97G5SlMBLN7aH9GmSJYbSMg7HhlerXmdhkEGSZ4OFqhfwGX/sZapCPi+Z5BFBmRcaO9kdfRbO08BEEWb0FkFNTdPpZRj3umscBbg7Tnw+7H3NPv/DqRDE+EziIaoMjyloPsiTglWw9KuxaAsryOLLLdBW0oES5xMptsuiFexxk4fWzPKLFzoJGkIWKSayaFJWJWmd/n4PVg6ywjOaNOgAnBci0sR6GdR7xPWNAljZAWfsKrdtn1yCLMe+VwgRlMpQW0SzCBVuaHIOskicx9rR1Lod6uRbrszZPKYpN4nOEC4ZlvjEUuNL4sQNZyKEQyKKnA6FP8GbRPC+PE6gocCN6LjB0STlZBFnmybpkYTMLK54YvrdilfZOmCdrM925fz/dXb1jeSW30+7GvbRs4YE4hNiqwfNcrA37bmP1phWLuJN2N5GbBUv/KMiKTyYdgSO5EiE+3AEdZEnR1AYyJGNiwy9qfq+UobUoFhDeA4aPYc26B0MebHkqar6c5nGJjS2e2VjcXXyEcs1+2DjDE6FR4h/3WKJPMWNVbBGUVY6c4LEGRmWN4DvNtcpzA2Rx2nNYeNCvyDSFa8FQ1O4BBwVZcUYWn4cxjgVZRtvBbH+w51H3DniuZGyMvCyG6VmzEcaNN3V+FHmORSCwfFT+nVEKOSLB3kbY+ICiX0cyiKrmCbGcHoD1OKsMn4Y3S2KtnFnVeLE4v0A04g98t431bD/oDwphIEQxKhryHDzs42YkwL6OMEiMQ2dfYSxVNIW3TcOCXbTIMu7OfTCsGP8BF4J3mJPloDnWZExZgGfOMwwTHA/o54CgopGcdKHXiE/5dA6xBU3RXhQZyWAW7YY8L2zrRpcAwGC2YjioLutAFkdOT9aZCwayPvVWuvrsDSOjRZ8s21mDFn69jShhk2Hr1s+ly5fSjbffSq99+tn05T/5WvpP/+K3DWT9DcMFCbKsqiqK99jdNEpwvdGTVcIFRz1ZrfwaMkYEzfYBsjAuqng6kgB9A40Isjwq6cOBWR81kJURb80e4skDnMs2crN/8GGDm+jXh92PRwCyygIZBWRjPFkzAY9pIEsCSYo/fsqGqMVXNhcoCpMITmEM74srF7ScefIp7qtPXm+UBhf+2VoEQemAKluqB8MgW7bsrS51uM84Bn7kn48BWeHFirNKhp5bgyxYD0sOljbHFmR56MiM4YKhzB1loRzMkxUbn5QAAvQM2g8SLhhhOZnzPMlauW0stOBx9I/jMGLQHYYDVMeKzZbr5eMEslz0MM+FapIszjsoeAGQZYoyRAMqDKLK3xzOocIPQzqh2Oo+NkOPt/Hu0rn03MtvppftnKwr116wc6Pk3dndt8OIrbrg+uZeemgV9ta31i2/ZNU8VqZY2O85JOFbFb59K3kOkPXQvFzr6zfT9uaaPRtehIrwWcEXb0xyWMhW4wn5efNSKGqJ/x8AWeGBcItx51BiS8Ug5PlI9hl5ksvWwxXDWBVeDf/dgv1QHItJrAZZAkIur8P75spmPrPJFUINUTQP75RkQCgECmFDa/sms3CdrNjKG4p7i5zy/Mps6XclLVcsiCf6/JDeAFklTI7rh30Y9WR5z7zXnXR0pTzuHOfJwtiGKkPKyPxoQda25Qjugk+tb7T6e4idjGhYAyE3UMbFQ0X9cyiwi1bYAq8I1YsKfgSzDsh6PQDTovMBzW/ie2uAvswboJXPUZH18qLFgbxYB5CdKHoBwwnmBUU5MAbmLll5ePuCn8/b2FiJ0P7G2Ji7BW9sHLztZej5LAc9DGThtHsOn3t59ulhVbigztJ0nnE8U+NjrRvkOIF8AG5WqAbhhkYbVFWUxMG/vn7xbAK4wjvy+OmDBeRqIV+O3nQ3dhK8xd7qfXH60evM/UUe6VHvsLgxjMKsmojcVYIsy8kCyLp+ww5EB21PWeVSy3E1mm0a0tqy4x1WnruWXnjzjfTKJ66kL/2nrxrI+lceLni3AlnyZNFIkkEWwgUpqI/gyTKaHYOsTsgc5G3oynHPMcg6CPUOe+2RQFYRpq3Fr3SmA1kH6uUUkOXesKFEQ8RTU1AxXNDiq0NR6DxY6A7GQOsaBZJZsqty425C1gbaWKMgpPhhsRa54kSrmF+L36FcjQLQQoy6hDuEr2obfcCvxwKyMIdSiARctXGQFmNAVm0VrCnwwYCsNiRJIAsKMs1mVAJmy8kChlJIVyXOsjVZFlUvIsJN0UJZcvhX8RgMGrdn9GRBGQiQlY0A1pmPF8iSjAC8opPKxrxjSsO21fhLZoGlWboGWRbKB0+WcosAsqDc4Jo4S2jBFLNz6cpzr1nhi8+ma8+/ZIeomhICGWKE2zbr7rbJnS0DTDvgBWtrd3vNvFUPrLjgumGtDStDbYf23nvfDu41kLX2XtoykKXSgG2BCelIWg+CfK2MEd9oE+T6qdPos2JYr5ACtGqPM9cNHxNyyTVDqGn83I0e/vwI6aKyCBpFP6gfyVJbh4dl/na+VIiZ9z0/s/QTwImXVmEqAbR0VTUOKpO1UoYx2Ace1i3vB3LgUHpeZytJefc+QCEGfQkSlPODnLVcgCfTGOQJpbWS6Y3M1yxwZDPinhGw4VPRhwuKYDEv9ZxiCmZ8WHtb9a72ZFk5flSItB9W8bNiFNj7WOgizqMCvT1sU/MspR3VLsNDhcZ1vpYKTrAqn4dXcs+rAK1AkufpVkAgSqrjEGCFl2stCyD0NPAQVsyHy2DcjxcNetYGPGXbAbLAd8YPLFpjL5b5BjCjBw/91T0ETgFKXI5onaDPAKA6JwvVBeEdUymLEgI6ODN285JVJF1ZOWU8afLEgOmSVTPcNMPM/Qf37Jwwq3SKvEmnLVcVcZbzFkIVSW88CrqJ9BPQtdAsDoMGOSD7HFjZNWG4Cz2kLlBS+NHXmHuAkXOKc7JOX7hi4YJvp2vXX6D3amHZwgWRk2YFMNY2DZifPZ0uvPFyevaNV9ON66fSF/79V9J//I3fSfeZk3XX3F0PGS44z/BLzJU8WXP0ZMl4I5HWTnC/zx17ssYu5iN+cQyyjkjAQ90+I8gaFSdl/4lNcUjk1CDrIP0rG20IvXw3VySUVClQxfWuK0IRlidL+QSwYkXYYNNLKKJutQLIigIYAl3I/rYGu8IWxfrrfaRsbHMsJB/1JIUNDClQhR4fBZA1Lh+LYw0aYSPOgDWUynJOxzHIKt6rY5B1eENC1O0KxawBWba9b5snC+XbBbJMCYlwQVi5rTSGQJaUZYIsA00oZIKzqZZWzqXzT99IV194Iz33wivp1ClYw1GFEIUypIyguMa2cLfJFauStrNqh/QayFozL9bDe+n9d36Y1h++a56s903xW2PYDEPNXJGSbiMPL14FZA3ISAdZynfUi2oeldz6+hqcQPB0bQk7+BcUSPn53ijf92F+Lt28yqDPWa8ES9A5tnJYRkXKqFYBlXg6bUhQNB206XMiL3WaTWg8wmKhHEDZxpxJWyMAgIeCyr7NE0AWPCa5zHjIYAFMFTaQQpvtH2Fc8sqofHJUuAONKoPZRx9kaS+EIg7vUITuyUPSr0cp/6QzQ0UdPAVjcboqr47RlGHKHgESxihHEO7BgtHRq9QypwpLFOdzCWTVOVmxz+IxqHRIQwgAC0q42zOyxwZtAFwQfCm0NcYHgCN9QCASYyTXu0EVz4icHjGEQN4c8rkMjLGEOwCWVRdkfmcAIV9avcbD9oxO55+6kK5b0RxUMQT4WzCgtrpmRz/cvpVWV83zzQUQhZFiMbnHlbnPHnkDkJU9WQBQuwR+586dTadPneH6QLXGVTt/bNUODA/g2xQEccDcrkOXJW5k4jEQIyDLnm0gaw+5rQYa17dMBp4/na5+/lPp2ddfTC9cPZH+8+99Jf2Hf/476e53/irNG8jaNzk4Z0dX4EB1yTYZqI5BljPMDL+mRt3M0Mb4S45B1pHId8ib55558RPDJrQQJNxkplnTtGgnhwsetIfjPFlilPAQhVIQHq28YWCHMOGKWOzYWHpvCL1YLuSngaxSkjzytnwDr70z1RAzyJohtvXjALK0KRrIso2oKdnuyiG//wh6smQplLUwADwVh4nVBaF8H3uyJq549y4cVCpI7Qt5M+DJqkAWrbiYJ8vHwgG68GLRk0UjjZR6GWsMwvA9FL6TaeX8M+nCMy+l68+/nM6fOWneLONdU272TVYAaOHErT0rT4z7dnY2zDr9gCBra808Wav3052bP0vrlpO1sXlL1QU9PwFKKUJm5oEcYP0Py3y2jstz07z8gzo/qAUecbWH54whKB7Fx/H7YeNXLh7RAaMRoAQPUw+ewpMVVmqCLvc8NX0qynsY0IQX3aLPfUQeAwJLz7lVsYCyVSk0DaFjqhqpQgvyTEChbq9Vf6HMwzOAtlExrRjoxAtxvATDxTqgpfF+BD1ZJG4BEKqyB5Dd7uq18VCYVqGD2atlbwFscD9IEZ4revshG+kJijA7D7V2b1NELuAeylM/pyuAE+aO6xoeGUe/yrGxsF+7ftvKvSOnEqBl5fRpAi0Apjgni/MF4557KhnJYu3oeUUv4XlY9FiG98xBlqwl/FGpeIwRhlbkasNYY2sfa34cyIr0B+MZ/Hn5ytV0+fLTZmDZNUOLea4gk+wwdACs9fVVoyPO9zJTjV27QGOHXipXXyovxp6JccXrpFVuvHDhQjp9+qzRwSqo2gDvW47o7Vu3mKsGQMoDpwFKw4PowLdUGtUa8BMhbGxG5xpkPWueLOZkGcgCwLTjMNa3zRt44Uy68V9/Pj33xjPpuQsL6U/+zZ+lf//rv53uWAn3+Y27BrAMZNkB7HZ+BUEqYwwIuDxSQ7aRY0/WGBktHpiojk+4c5avjkHWLFR61Nc8ApBVQNgoyNKkTgqVGx5QtFmYouRFecle/6qALFlOIWDlMlflGZVjheAqAjyeCUDA8ECWTTXXPivThDdGnqxIkFZp8tiIXXCzm1kLorAMNSk+Dk/WpInrk5s/nHDBbgFib6YVUN7Acj7WKODm3FCJU0iJaIiAgRIuGIcxk2S8vm0nCl/MWrXsIAuBG/vYG/QNgRSv8isx9lBICLSUUxBhqBESI6thSdrWdWgGG/qUcEHf1LmxRrigb/hUWgY63RoKxI/xarysHsJDJYFsqs28TsZXAkLFw2No1Bsnxs3RQeZEnpjDbSiDIIuKOkq4I2QQhS+gHJmFnHJAifLwYhFoEWRx1jF4erIAsrRWTQ6cupDOPHU1PXXlmXT27Lm0fHKZVcrmccAqlBNFIsuIs7VhB6wayNrYTJsGsrbwfn0tra2juqCVcOchyEI3IDWrGcJSjrOowHF4vFBG8ypS1b7qcriyD6q6h7PbFRTiCuMQixwGyFMZ8+KliWbEIb428St/ofWd+0jFdXi2W3k8el0beeByA037VJBXxbH5L9C5rGD3tnG9QLabF4vGMoWkKVzQ5rsBZAJUilrQsxQxGiBQc6/1E2sl3tP15XuY02Hc4DuScBwVnXJ+Kb14/WvIsyu+OcqL9HY5JHmu8uSiEzw/ogPldhzQmw/AlfcvQjF5zpatIwIgA6y4D3lGkJMCBDJA8jnI8eK5VLFXekghhuRGK/SLoXsOsnIhDM6Lhd3ZIcZ45q4dYLxvIAXyaumUheEtryjPCmCCnidVGVyynCH0DX3cJYjx/dpBBgYrII0wPgGwkOvwDnPuyYuSDwgZRP/gneLhwQRamo2KXSFUOdH0kCFE0MAPwgz3djFm976ZjgFZsLH+0Iwvlstp46E30XlXzarEvc4oEw14xlu1X+poGPEw5uWUgU681s3IE+Xo4d0CLXMBEvSr4Vl/GuYK8gw5WSYzmZP1xmfS1edeUOELVBfEGWH2s45z+S6fTa/9/V9M1y0f69qpufQn//ar6Q/+2W+n238DkHXPZK08WQBZ4gMXGih6QV+4Xu2+NrrPxffIuSRV8j5h64bVBUUAfM5Q0KrwhSpEsrbhIZbNERdb09dDPN5ueXQga9xY+o1mQO5QJhyGfu2Ye73hcBQ5+l0fdj+OBLIKeCqK3hBJynWjEwoBEoIe99ZFJsaRVwpuvfggLFU5Kk6zz5WU3LIZG0u0GQqpYsJ9YZrQihAKgK7YdKMCV07ArRSUGFv8RqngZmftB9H1+zAs9EExTSQnR/z7UCgRhWYNNI2ei4yT98MOQ2Xya8I6N3KmmrejtsoCfxSH+/X0KoKs5cd8HRXoqmy9V1aLCmvK0ZKQJ40yQIpKlpC2US5ZM6wmu3BBZN953mA5i8s1QKiJAyCkF37ZYxrKofOmNmhVzAwlMZTX7C9x5aM3gozzUuS144DhKLybN9IKiM7a3hDIAs9AEUK59V3LyUJ1QXieoAABYLHCoCCYQAZfys0iACJqUvEMhg2ePGVKx1OWj2BKjCkZUCpP2A9lAEC1FRDgj1uPd+0cmW1Ye9EPU6y2UE0NxTagDzDcCc9FTogO57SeUuFHH2i9J0+1FJDSByDGyW2ATTtH6BMeVNZOvYoYXqgmlIfGkdobWPr5RXku58WNJrm6H/jIL6Hyh//G7sEeiomnEIzFg2Md+PlIvs4F/iNPS9fkZ+HWEXnp3hDSTAo2eoewKvxHbwArCFYGDhoz3LPGvvuYhQA0FnbXFTi+r2jpxohxxsLQR0ZySzzUcxpfoxvjdJpxOarT2gyZE8aguF4GSOUphzES32VZATZ0kIXxIuQu8q7A47hPnwtk8cwreO0dZGR55DSPCdVeWkBYGO0I7lB8wy6UMdSrP2JeWZTD5LCtJRlJ4FSxcEEzdqAvOohYI8VBwics9wnrkyALhhV4s7ywR/BYgEl4yaSk41p55zAmpgnwcwFAhKESXIGt4Snt5kr5jxobABaeJyCGdgwUmuw4feaMhR0bODRZDJD13nvvprWNNS4zhW0KOMHQA5AFo5AAodOMbCqeDb1Ha6RUQwYN4xwzRO8oZNINnhEyCF0L68AXGMdj7cKLJZB1JX3CSrhfQ+EL89QzJ8sKX+ybXrRu95189lJ69e++na68eCVdNZD1p3/wlfQH//S3082//Ks0t3HH+r+a5u04i30c/k7wFuHH5Uw0PDr2/rK/FTDVAzDtnKHrQaAUoz33UzeEYt4WTe5GdcFxa3X8uhneb2dZZ4/ymkcDsoYMNrP1stc5Pihdc1zvPuznF96bjX5DVxnIen0ifNdmOrqjFiZuN/bBrnAjRTMUUdUlZbMWMcdv3vWiYbgDbCMeSkJCDICsCBOsrXd1/0IRzWU/TZjEphIgS5akOGBXSla86j593EBWAIjWi6WRj1XKQScWDtHJ9fJkiV41GGWi9ICWFsD3iQRZHi6Y8wbGgSwPg+N5PNM8WR8CyGIIR8zJxxJkoVKWASx4sxDm40pj9mTBmxXgipo1fgQMpMUo1xPLfHHFLObWzp6dFSO5gO+gpKIkvIcY0SqPsCNY7+1GhNesnDGv17KtARRjgLIFRXHDfqwIsll693Zg7d20daIzu/bM8rtnSmMAPoWluazMBgyXOqGFcFlV66uT4uEdp3Qmzg5w4aDHwUZR7uPzWqGTbK8t6YIydYZYuz3kM4DCQIDnVhVWadEGmcmDasvRn4Bg3ieKpC4bbdlrwsjB0u+BmWB8086gOa4NFTCIUHH1p1KOO03qTaFI93Zgg9fowycVZPVnQ4ZSGgq7gIcYp1TTdWXTASjltPNg7KN4q5zlKItf2hC/SeZXLDCW1sGXAQYbo5oD7FrxDENnpAWoUIatI2MCeDHwakBWhCi654NeLANpCkUslQrxXBQCOWE6ANY2yoLDG3XCij4gL0vzPACyKD+8ih+Mi/CQ+dgBvE6fOpkuWI7W6dNn0rkzZ2kE/vo3/sKKYNynOkSQxTPpUHwHAFeeQQJ+B1mcH+db0TUWe0nTgI5CkOreHRA/ingFSI45CT8qc8ysYVQWhJxT4YsAWQZYWPjC5J/9rFl7p567mF7/e59JT790OV2xEOov/Luvpt8zkPX+1/+SIGvBQNacFb4gyIL3j/zVrsNpIItjzbKsNpSEPDwGWRNEkX91DLKm02j2K44K9Oauv/zJiSBLC3wUZLVdLIt96Mp8f1/BbmCcY62FnVU/QEB8PAlkyaU8esL8rCCreLdkOZpEk4+LJ2ucF2to7LmCETYF2zSGPFkx1dw4jkEWNx/WkfyAPVl+spB4+GMIsnCuy46BIoTAoJJYBlkoesFQQfdyZMEBJQmaCwmSc4DgiaQXBe2gDD4ONcVvwgC7Dp5uVlbDZ/Yc5PhYqXaArDmrLIYzZk5Y2BDChRjGY2GEe1ur+2KxFQAAIABJREFU+lm/Z6XezeqbDGhZf1ClkCGNBOhAIHhGMUgF/tMasndyN3lfhjeLEtLphqsAMAXJqIiE387S1E2uWwUeKk+WCz+F42RhjzWtt/1monDWNqRVj3Q6wrvhgEsfw1OicUZoVmwbkq2w+LcKfFCi9lBHDle7QXKSfQiT5bium7bvtePtr2Ylw256avrEd5zpMY86iifLuSWHBsLrhBA7yF/tafLmROhVdDXONqQyHmCLoZgKzeIcwNPkAIbPcc8Lp9A9J/XQa2Mt91Bff2q+gL3gjOh77LfKASvVXbVOSiQB2AzGvRJCplDCto94lsIi0S6LXsDD7aXV5y3ckCGT9ErDC4YKhStmYFFRlSGQxTEy1NT4mAU84E0FSNpLly5fsNysi/RgY7iXLl4xz9ZK+spXvpru3jGQBTpmT5Z4hSArF24p62bUKNnyp57r9HBvYAZZ3q+gc/Cg1he8/5BCy011wZ09lMA/zaIfO8YnZhZKJw1kvfkPPmsg66l0ZdFA1h/+efrd/+O30ntf/y8prd42qGbeOYKsTbZbPFnFS3QMsjqB0L099mS1BDkqwJlM7dm+PWofpoKs8QCr3hV88xsDxgrIKorDuOFNB3QS6AJZ+q2NQjH6OvhTYVvhyWJ1QRdAreDXRpFBVOfJKl4snf0kt/7kjTeSY8dOn1vnZpve4avy5neURibcW+hbzuXo6Va/5wYIunjuyFiQBb3MLer83fVBn7WfDmUvHHTYjyRc8EPwZFH56QZ71HDBjx/IwnYuKjF3wkDW7oIlhMMDZcrDnmkSKHoB71MGWO7lkGOdcUByblH5ixBCV8gtXIbeKUv+nrdwJCgdc/b34pKBKMsNWcB7U7DgidresiI7fh4QwBUs5lA46eWy87P2zZOVNq0KmOUv7NvvOTu4E2U00C8qYuhO/qdMfMlmKBZKWXvHySKNYUTBp1XZP6WO1stwJe7H59mg5F1R10RrksrXcL2mo9e150yVFR3URCQAUVnkbUpJVbsAkfjDf+NDhHxOyBEImKbdxcZIdDxszR3ywnvPxogVfVuPPS4MWsQaDWoWulVjYCPtepaOW9of6sDk3WZMl7uPI/9qy87HQilzvBhp4EaWUsZc8hn0R+4Pw6Dh0eHep/BAhMcGeOGhvwTbdZ6cyqqjbe4jHl4YwItAwnkz5jyfRQjgxv3BC2s4CMi5RXYvDaYoEe6hcBqq8XqVsbDDsEOBldooCtbN5fsBShw0MlzQWoFHiXl9KAdPMAmvl+VjViALTyNnkUwueSKfj+MGu+5ZCffF9Om3P5VuvPhsunXrZnpo1f9OGMBae7CVvvGNv7QiGObVtnWBMFceteHuG/VbvBt9DwCrqan5sXAH/gIfhrdSc6xwwSgBH3ysxt3Xi98WHg3vvzxZn0nXrr3IcEF4suYBsuwHnqzTz19Kb/2jz6WrN86nSzbOL/7RN9K//d//ZfrZ1/4i7a3esgPZV82bhXBBgCy072HAlUcZ/RwfLuhzmTe9CZ4s6lHST6AHHocL1ov+2JNVU+Oof39IIIu7YLVHjyrM9cDajQ2SrqiO00DLEIF6kMXk1wy8VKQBn+1YRSL+dpDVEysUgRwi6CArDtQNYZ/DCZGkW4ULjvYNSkqofGOm9lGArM6rd1QmomgLsOp/h1UszrCpadd78zLI8s0xSuHX4YLRx3xIs3/QW+j6hNVHkH9ZhVfooYfKyfqQQFaPsvwElTzleSOmrqPwJylKHuba5WR9PEGW8y+spzg805SZ/Xn7mVs2ZUthNPvwYiFpmm4PhJyoEAIrDQIYWT4VE/ihEJgyCvrNrVg+1vKZNLd0xpLAV9IJy6tYOnk6LZ86m07az9LKSQtVA8AypQyFL6zgBX5WVx8y6Z8FTaLAAEJoLNl9DiGD5s2as/DB+T1Lfnfv2j7LxHPxMVSI/wtxhdHfgUMHu3tZwFs9lHFETjhwHCeaWJChykvqr2Pb1fMrvNYANtJVri3xJ5Rn14K96IO8JeGDkrLeVB/FXe6Oi9BCR1+5Vwo79E/9ObG3KGgr9qhWGVVfHVpVQLEebtC+PNPnhVNUPC+1B6cnFwHjE/IiOMGBvVFUwYs4hRerKfsdwI8yDx4d9/AYP+3aWVTcE3B/5C17rk/kU9FTROOCrTs/NBhFY8KrpBA/lN2XEYLeJy/TDophXdJAYfSLsuSUZ9xbtR7AV3GwsYyhMlDEeoOKn+cmgzfMW4XGYq8zJV0iUzyRc31Y1h9AS54semTzhiQwyuvBTeAjJlkBvG2l02dX0t/+O7+U3vz0G+nWzffTu++8a1UAV9MPv/+z9NOfvGsVEw0oUkajCIfd66yCgh2RIxYPqA0bBWaVsO9gMXqzmHPnII1AdPRA4pKTJSAETxbyss5ceNpysux8QIIsC5WER95A5q7N00Pr34VXrqW3/sHb6fJzZ9JTtja/9iffTP/m134z/egrf5Z2H7yfFqy64GLaYOELSSEVF8lEomzButZHeVy8JuScZF51U3WtdEfSmnYUB1n2EFQzRAjocU5WcOThBE+vIx8VYByuF+Wux/H8WGuz6paH6UMt+g/hySob1FBezRBRR4BU5Gb5BnfQiQhAEN6siMvG2oxkXig4s4CsWTxZ4elShcFWSPd9V/W2sqmPfF9ZdQ467ri+Pmz0sG2M9KsCWblAQwe8amGOv2NemTSNDZCbhio98bOBkKZpIKv3Zc26ECbR4YP3ZGHDkIKS58z+OGjhC3ojKj2NlsqOtyaBLFa7cu9reA4/tiCLaVUGqGBxP3HSPE+nbeyWA7G3bIqlbcYo3Q6QZbkbqO4nwhqoYj6U/TC53pQDKCioVmX5WCfOPpVWnrqWls5fTidRMnnZDhm182lWrCjGknmywOf0YK1bVcENOyfLyjOvWZnm2++/y6qD25sb9mw7R8s8VlQ8zEo9j1LU9nsBVnYe2qnwRZSNlgJZK/OacblRpIjkn9BeuEYr7mfhB7vHjQJFYcmr10H4qKcrzusau5bwoPwwKTwjL35fFFCHMjGA6h63vXu4oLxd0GEFjEKChsFAI5fxIK+pCuTlsu/xmTcieZJbyzIrwBM9LAHGqv1IQBd8Ut3P8D/Jd+Y2eiRFpmxjgJPiXr+GNuvDGBkPI/PRlVzsAjlMvk/VlVEdvUiWw2vlYAheL0QnYA5YNh3haJD1fkhuKPcBlE5YiXXIfx58zOIvKMCjULowgKI/Csez/El7Fg4SZl4i1gU8ZwayQOocRktg55EkFWEJtuCxYbVAFazQAbjan2Jv4uqBPMVhxPqyWhrOi2WJEEzp7C57poPJArIKQCedAqCxYAwqLq6brFiwSn2vpBdeep5Gl5vvvZ/u3LqXbt+2Mu52nh5tPvBg2ZhA2wyyTD6gcEXoNjKaafkU0IiOcrEIcPgPLqzPGuPYHWg1PON8GiXcd82TlUu4v/E5K3zhIMs8WfDY71rxjwfGM0+9aiDrH1rhi2dPp/PW4T//U4GsHwJk3QfIuk9P1hwNR5BcmhOu7UpIZeOJf5aV3haRsYW81t3gFCCL+WsBsmwdEqwegywn17Ena5KM/MBB1nOvfmqiuS1vAlkmaXGPAIlqY+wHWJJq85LxBVS24LIfjQMobTdjE4gEWCpHaJWWHJWqnQVk9dUFw6sVLnZZmspp90xkl8zz3z35BmhTESQUqUlMMO27xwmyarpG2MLIfPom14Msnv1DxV70OhTI6jWTacRovh8WLn2o0eP3ZAlg1UoV5r0BWW5pnZSTRStzN/5ZwwWpHH7MQRaVLuj6WI80J1tuAfJMTDHYN4C1tPS0fXaWIXwCWVBspAihyt+e5Q9sb9435c7yCOC9ilwGC485a8nq565cT2evvZyWzl0WsDJFbolJ88bfVLL30tbmlp2JZQBrc83OyVpLGway7t56L21ZFbF1+xtnaO1baeP9fZRyl9hbMPmpFkK5Q+eVo6dcPQmYAOmUiDzbyKFG/q7kOtTKCC3ZzAOpQJEDiMxPtAi7DGuYrANtIecC8GeezMhvtJFQiGpBGYa1UJxiLEEHz0MrXUHf1bQMODFCV5BBopBDAb4c38U9fjda8Jvdy1tZbrISXiurec0BZOlNHLRL7wmUbzpjYn3qwepOtX9xwsv7Ap/zAyrQVz6b5a+iKAztl6NbelwVfW7A3aCcUXls7DVhOCMbepSIKtshzE3zEwf+on2cYwW6opQ4gBaeDUABecbqj57XhVBbrCeCLKvUSZCG71Ch1qJKuCLgeQM/Z++MteZuKyrwoLCH3KF/PCMN1+IytqNiGKqMiDxLmyeAOM/L4hKRC5k/BGYEPwBj2OvlzXIu4K86XDDPlatFDGHDOVi2/paWT9jxDxZObP8BRG5t4nPlggF46AgZHBsjOcZ+wpMFj6OHDcbxMtBTijdY3Y1jB6IP3LsJjr2kPnkaQKusGXKky4I99yrvotz8vhe+aEDWGQPBp+jJuk+QdbUDWX9TPFn330sLOw9MtqHohc2BPRImJPSJOZR5J4t1ovXD/ri80Nuad59QkJVlWZ59/yN04/7z2d8fLCfr8GBqXI+OPVmjlDmyJ+v5196cCWRRBGVJPezNGWeVy5aj3H8wR/vYSNSuz/2ph9uX8n4UICtyruoS7jXIiljwOFwXgjc8Wdnl3piRKTL8Z5iNn0SQFUw0BLAmWV+fLJDVKX0V+ceDrPaePFZ8DCsZEpBZPc49U9XvySXcFa41CrL84M74DpbXx1T44ucBZO0DRNYgy5SFHZQcXjqbdhfP2cGlz1r+1AVTWCwkBgoZalg4yJoz0LNvSsHGw3fNyfQwmQZEIDNvYYEnrQrYlWeup8t2KOeZy8+lxZMAbKYQmqKD/K49C/uD8rdjiuGaAayH9x+mTfNkbW7Y+Tfmvdo1wIVDiVcf3rHwwXvGSqsmFgzkIekeBxNbUA3+kvIGr4hAVih60jUEoAo8yKqUrvMKq+36LKCAlmPeH8hD8raGBdDsokJrtpJ7xdYIy8pPDcCWf4dC1AG9rmhH0a2ISnycuLcoCMS8Pt66j9n63Rte4n39m0u5QlncUCpZHEu9xCrx+2wAhKIOs1B+ViiDsU+F8h1AzSmDZxIERk5ZeBZ8hwMgq4EW9DC/lb3rDFbDu8bopy3IQqMOjoXImxuGnjGLBy2fC2it9REc5VwxjVdeJJVfxx4KYIHQRICF8Chh5BFCC7LJgImDfgWCouCDikFEiXXIYBlOSTmAJ39eGBEYegoM554Nfa7y7TiAGiBqB2GOXvJ9DoYSW88EhzDAoCoovZaaS57zGIVtzMsTBkOOE8DBF2WMO68RgBbkhXtFvQi5Z5qggz49E0BQ4Y4AmvRkYXTcC0QzFCnBeAE2eUbfYARNpYcFwPKcNfRJHq5JIEsGncjJYgn3Nz5vnqyXFC5IT5ZA1j3bC5969Zn05q9YuKB5si7YWL9unqzf/bXfME/WV+nJWtw2kJUQAq38UhynQZDFpTlBzYw82BE2f1JB1gRw04Wjzrqe47rZQdZ4feegz6yvPwZZo9R79CDLJUiOdx/yLFDClyAMdmvIoBabCduoLyh/UxC4ojSJOXorh8IcpLSy4tEMnqy+fYUaVEUtTJgoplefCYRJUId1i9Yk7/4Q8acd4vbEgiwqXJ7PBhDg58qMuFJgFKPluFAT8dARmtAc2hxWamkTugW8UL/3ZqKSWNj3ZxMUs1lyxoMsPKUIf27krr0wrMWTaqnA4L3/DoAlUKpS7fwurkM73cYhT1YHsjzcSGCueL+i7K0U6fZ17MkSPZj76KFmC9IUrNSwnU9leVi7y0+nxbPXU1q6YGe8WD7VioEky6E6YTlUUMi2NtfT1uqdtPPwZ2nr7g+sGMVd+0FInykEds1TzzyXXnjljfTcjZfMg3VaSheeZwrQtoUBIjRwY22VZZgfPDCPlXmw0OaOATXkfs0Z32xa6CA8WZub8GRtGMsrhIlrxUAWD+52xTygEENhOoWkV4YJmsgWAVqCP3zT9VAg5pxxuSnLkfxFwhkn2gd4hxXZ+EqrJrSyitwOhbb81tohz9cKVITIZtZFf7WuJFPksSu8XdZKtK0JlsLbArOBTSae7YBUIYXouvYovpp1RGoUHJILcUQgoMalohztnuW1OgSM6vGBjlXlhajORzcPqlNyHnBL8chlA9U4kNUNtRgfqy84xOr9mD24Blk1PwVI6MFCtKmQSYG3aDru59rrdIOYP0Z7IFfRDz3m+L32SRjyCLLgNUJOFmVjkXVRpr02ZHEajYdzaCe7xoVf6Os6AcIi0XV6f5gbZud5MXQRHhadZ7Vk5doxKvQRhTKyB5nAROCE6x56AMdaQhU1185HYla3B2gB2W6Q2QPHOzCsz76ZJ/DX2VzYLxQqKJAl+eIRODznS+XYeT6fg6xCbgf6uRqo1kmUb9+xEE0aTdzrSn70cXEutCp4MDp75IUvzpzHOVmfT88EyDKAhVzUbQOCdw04XXjNPFm/8pl06fqZdMnW17e//P30r/+XX0/f/9KXlJNlxqpF92ShABhD07kusd58r/bl6V0Q9ToAlqOQo6xonmvl0gbffWDhgmM9V/Uo/O/HCrJm03cGejXzRx91kJV5Z+YRlwvHpaYMOhpGVbOxT5wb8WR5KGAunzsCsooiOos1jIt6pI0QUqXSzDTijE5+SSx/VCALMeIIIyg5WAJZEMrFmzWaONsKjDE7XaxBV0wOwQP5lkcdLkjamkDLoZbuaRmH4PuNWptRCQ/MITgucCjgs/Ln9KnyFyToNbzZQZZrhDMQcjLIyhPDjTZAViQ/CzgJZIWCwB2VFSwDZCk0q1YgWFWr2jzGgizfWHWgsZ5xDLKmTyqNQAyzMUMJlJi9eSs1bHbUuZNpe+W5dOL8jZROXUhLZy+mU5eeScvnL6UTBpgwd2v37qa1W++kzVvfTZvv/1VKazcNZOHsKiv8fupcunLj5fTCa2+l6+bJOg0lB5u9KRlbZg1HztXaQwsJvHs33blz2/ItzHtlRS0UWqXCGci1gmdrw4DW9qZ5scxrBmUQFcRUPU1erJAktI5XZc6LBi9vSlYsiwSQEpUBV1kLZZ25/ySUq4YXtd7Ck8alSCOIP48PVT+zUcQ3lVIaXp0hz6MnGezIm0E+DhBHJanl78ij5e8wYARg43A0JngOW4OFg0t8zx8+zf+u0UAQq1KGOWiM1a9XT/nTmQwpiXyEmep5G4NyGpssfxfDm4SYF0kIAJWBn4ScIjtys/qz2iPZxa7AUgm9Lm3kdgIQjtxTnsO5ZbGRaqRh+KpGOqRoYIj9rpYNA2UYPu+x3xNVZrCh4YWSGGPQzQHygqZBiuyt8y/q/UjADw9QfplaFIiPNrVPKZRRAEagQpUJPYcr5HqE6aIVrK28TgW4OK3ens6XUt+jT/odIIumVLvE+cB+46Bh5F3KbhBRDvLYUcdQ99keZMm2ASUcwoxHSSfpQW28D8BV7t11QwdBbITuB3is5qsGWXuoLmgg63UDWfBkbe/agewWdj1nhS+2rPDHHZN/5197xqoLfjZdcZD13a/8IP3rf/LP0ne+9MW0d89A1o6BLKuWimI+yMcC0GLhFBocZwcI2eg+ALIiJ4vc9EHlZM1w9FAm62MDWbPrO92SPNDbY5A1Sq4jg6wXPvFWh8kkUGJKJchrESuFfETsujIwOKOdMKfaoF2+CG+X5PGkGnRpz227Sbd85clSHkJ4Y6T8Ir5ZCxG/y/3RFi1JBFB+qj0FUni2lCA7DmQRhPoGX/dsLtDpGNZ+cj1ZBwdZEQYCkCVrmaovZUtu5O4ZrSLcIQO0MSCrB+S9UlfIOiB0gi87TUGsU2YJpb5HXtzgRkGWvFf2ZQWyuAlPBFle2araWIjLPJ8hb7J581eISQ+yRhY3h9z2vViWpaxkiyWB7cez8AVnM4Ms5TjNWcnhXVNGNgxk7RrIWjj/Qpo/dyWdfeZGumCg6eTlp63q4JJ5sKz6nxWmWPvpD9LGO99KWway9tfeT/sGiCA/Fg1kXX/59fTca59KV595Np2yPCxkh6CAxcb6unmu7qd7BtJu37mV7tvvDQNTqqomqMSXyZ4tK4YBb9aunYclV30BWV5qQcolZRsGU+Y1QkYy6IGUbGw7DhIaTV/PDsW7eEqqFcPrxSMMtSS/lOpj4p3gI8ZW5uuDr+JwWhQDKPsEA4L03klAfheiqa5Dv6FvSeEKz7m8xJLfOQ/N11d98LPOG5LXl+sRT6DX2D1kvgfIO6cfeWO63YogKcDaOOUv5qP/3tuuB9rsj6H0VnOaNzUoxqOip/9kxCjpALho9ljbdlf2UGCu5LEsr6J8izFwueY83lNeV/s2+ULYaGS/bfuYOX3MYPAM7AUDXzt/NT0dsbDG/Lku4rQel7vDpzlwZXGb0FlyTD/GL97WsS+Y0/A+Sb3hJwHayTIkDPk5QCDWY+2NzGMQwfISVgEZrbWgg0ZS81JmCnn0qtkLoAWjDs7QCwMvW8h6jNaWpjMqL+J7ecCo20SYYbMvWI9CTFWerAyyEC74rIcL2kHMcwawti1k8a61ecEKX7z5334uXb5+2kq476fvfOVH6V/9k3+avgeQZeGC8xYuKJAFXx6O0wiQhYPWZXwZfrWG6ycfZLX8OX5crVyfQID81fhwwXhm1co4D9sRgN4xyBqdpSODrBuvf7oThVq82eZUgSzfRh1kjXZmXD5Vv2kw+XTENqb2snIQm7ULv6OBrOJpwDOirSh6ocIW8Mao9Ow0T1at6464un9OQBYBFjZtD8lQGKVXEwql4BGArPGhpL3QwW4YTDPZ2/jYQRbCRXpPFpTOY5CV116xUs9u4awlziDIgidr/nTaWbmeFi68kPZOXUpPvfh6uvrJt9KpZ66mLVMUHt6+k1Z/8uO09sPvpu13v5V2bn0z7a6+n3Y37Nwqm6PlM0+l51553YDWG+nS1WvpJMKJ6cXaMC+WhQjeN5B1/266Z56shwgHNOC1g9LslJoOtEzJwOdblqO1v2UeMsu9V8l4eZeyQkWzthS5nLdDwFBeAVNaGRogvqEI32RlU7rX4IuAycall6z6VELD2+wKJpPYvMBBA8DcGCUNHdq71j4ex/LmbMejFRzIRdVVdomgxzsXS9Y9AeERUI6WDB9SfqWoqXACiiEIcOEiPpdrqwrHhZobobwstIAF6DIigzVrg9XonAdHQIHf18wI+qJwNE0eNy3/7SR146EMf0Fmjbje90INH3lsfBHNcS5jMkO2CQQE/dlunu9KuePH+o4yu2IKhZPhc3lFokCCvJB6jezdGHXWCcYwGJ8oL07xMZE5ihGokCrLbT2rkuMksVdxxArxIUb/Yu8lGZxmc4wdRhu4T2sLLxWy0t4/pDT5ozhuFWrA4b7eSXZdb+TBa8dNoG+v2Prp3e1IU3LOw+ureQwvXK0RBahj8QtUJOX6cqNENqzEGvN58q7SWMG5lB7DcEyf+5jL2FMZ1oh2TUABZCEn6/UGZNnZgHZA846FNN63Zi+8et3CBT+XLj53Ol00On/7Kz9Ov0OQ9YW0b+GC81bkZ4Egy7NMaXSFJwvVEifJ+ZByPhbKBxCnrMvsKfxQwgX7vtce2XFrwCfkgIBndpDVrZPCqlwzY4V/fd3A38cga5QoHw7I4gKo5H4RyYNTOAlkjVjtvIXag9ELVQq7iZ4seWXCk6UzQBTiURMswFQ+W8FjsKOij/QHr5YXFQY9dGAwnDLk+zjtxoV1q0ZN4fpxC2FkZz5YO23oBRqTNTkOch63EcVTMG9KEFZireax3jj0PjbZPlyQZW99kyHZXFaN2mPHjcuJnb+uhM7AWSh1K+NBVmmToYA8WFbFL+TJcm8flIVJnqwBkEV9zEGWcga02Ucc/mC4YFhWQ16T8bsN3pWveiMNS+6T5MlihJYWbjOhkzff8Tw9CLKMH7cXThnIukaQtbN8MT1147X09JtvpZUrl9OmgaGHN99LD3/4g7T2/W+nHfNk7d37gUXz3bekeBygOZfOnAPIeiM989Ib6anLV9Myzuth+J95wCz3atUOFQXAunv3Tnrw8D4/37Oyy1S9bGi08RufbFmO1zZAllUulMcBIEs5JXVIbE2NIQVQs213Za0X70P50DPrl7xjvhaqe7IS54o5Cz7gWvQZa5lKqIX4eEiVZJQryqGEu5abcz3QL/dix4Ygb4h7y2iIUbsEYQQfAl9KyA8g1nt4PFne5WjGFwGcmMNoipvvOzDa0XvgawrhUjz7DOvV1yxzQqh168w0FBjYt3ljRUm0Z/8hd0f8WQAeaB0KXg7jrfcRujp8SvLSFA9kXs/zoD9CxtEjXgY3EQCU68r6l7claNhwQQF3Yh/RPP70S8M76UjLAbq8q7wjeIXzVdqRrFHUQihzeRj+h56Ggg5SFDIgIk+UMeRnZOVZayXmlgU2QM6K0QOEcKYcZIOmDNHz6zifmBsCIBUtYVc6D1t0pd9Oa4/ViOJZk9pvrHF67r3TPU9B3OcbXgY97NewXIfhIN9G8BuCtLTK/uF2/0qFQEp4YWwZNcjSwid3s/DF3t5SOnXuUnrtE59Jz5tham/fonvgCTthZ2hZGsWa7aknr19On/vvfjldunE2XVjcT3/zpR+n3/zHv5Z++NUvprm128zJmrfKivBkYYgIGWQ4Z/KQ35pu1d8CrRVP+HAmgiwuseqcLEYgPaZzskbCBY9B1pipfOQfT9ND+wdOSzviqok12+HjoQAnXP8hgKwyLCnO2pQmvY4KstB2FBYoAmc4XDBir6kcE4gphLAGWrX1DspFDbKgNAh8BWBQomycnq5E3aLrjoxtiidr3KQdhDtVvehorzqvS8pJCVeL9icxeA+yyLy+4UuZKgoVv6tysmr66YDJFmR1vD9WNLd854olCXxYT1bh4+CZ4JtHBrJc+QuFcCLI+ogWvjiIUDoqyIIxZsHWHEoi7xj/AWTtnrwwenvGAAAgAElEQVSa5s8+n3ZOnE9nrt9IF195NS1dvGChfWvpwXs/TWs/+kHa+tF3097tH1ku1i27d81+VPb41LmL6carn0zXXv5kOvfUFZaYhkKyaTlbazho+OFquncH+VgWLmgeLbQJhV9SAVZbQZNtK4JBT9augTcytIcL2l+hZPcKdmH0AZlK1pQWpVyUXuHK6i6f1RtyYk0SoNHSjRBf9z5Zi/Rm8SXlVFi4eKN4jxZyBgZhWJE8jaIOoZA7PHSQlQ8fzjLCwZfJhSii0FT246PCw+IKMh5ExdmBT17mYa0v4WXZG4NbfB0Bis0ReAFY4Uw0y3mxHyiCYQDhAboO1kSH8JB51bjwhIRng/MAkkc+pTxoUi6dou7RUtEPGWji1docBvbRxnMBotTiUACmfIg5GuUdNdG3HQ2VBlFwglf6Rw2wCzTiwCFkPVoVFgv+yDg1vhG/ebfpTSuITMCnKsyg/MCqvzinCqPCPEYbAc4DZKNNNhTnfznd81z5/sMGZFiIVx5jl88WPeBzO8NQPQP6Tl6zeGVvhAhTX+4d02BasDnbrjfamPqHZ8Y8yNNYrhyZz+A/gllIBANS+0tpxbz4r3zi7fTSK5+y9wBYRlU7KNncWWnbgNjc+bPp9b/32XT9E9fSlXML6a+/+OP0G//4f00//vMvpcWNe+bJakEW/foOsrDuxr3qsGLOEGUc/hjvycI1kTeNyrFK8zgGWaTxsSdrLK/hC3mqi5yLix8jyHq7FjkUGHy5UMtCyN43EcWN8BhQCqph9kDEYIuUhSEB5D3oEek0kFVvcqVKXtkwtVlGP2VpjRLtLDmLvsBr5eVbf55Als7DKkrCNJCljbLN9yHLHIMs9wSMhgtSLwbY/5iDrHEKSVnPrbJ3UEtVLRCZV2Ssy5wsU8bgT9qhJ+tKSqevWo7WGSt4cSWdfvp6Wj571nKqHqSH7/8kbd/8Wdq/9TMreHHbJsUUg/0Nlh1GoYeTdgDxDcvHum4g6+zFK+mE5XGhjwgXXLWKgmsGsu7etUNFDWQ9uG8l2i0niyCLSoQUHRzbivLu8HLJQwZhx6M5qXO5L0diNlv5azEcf/tviq34G94rzynx6pRBEyknUEjt+8bOEEYPXKB2qBraeOGN5l2uEArHBETTd+UVKnVrxKjnpJbp8Tc9WwB1DD10LRqfIbxYCI2PyecA+TOz8s37Yr8Ihd0Vyaz845rwlnFwrsDLY8cKcfgYOTsOtgissat5lIMKJLgcBBwKsMVqcA7EMA/4P0AWr4PnLK6BR6wDWb73AHzF3oRG2BT/GVVAOUt8lGsEPmu9x8ODJTN/FD9U4acDr7FOSc8KQWaE4qnMvAfaFhYV/GnRTOakUo5cvFWDLCnXoWSLV8TT/iHWuoenxr30t5IP7KkOlsJ4VzEv2+pJLW9e8EsLdDiGZj3Uo9XfGiIvaoZLoDWWjvLOlad5H9rOHugdQZZH2dReP/YxHhRgl+xm/XUQs29eq10DVStWJChA1r69t2RUixgGgLFjMeZPpi2ryHjylcvp6is30vVnLqfvfO176ff/z19P7//N1wxk3TeQtWryGOdkSX6QNwmycC7YMciaZUKPwwVbKh1Uds3iyfrAQdZLn/xsq/VoKxqxZnHRtDLIqRHAZTwLTfJkZbHVAa4+XHAWkCWh52FeDAGRJytedThODbLi4GFaaR1o/byArOxRCcWNVjEJxHEMToWF5e1dqfG5+ziCrFxa/VGFC34cQNaAh60TjYNvqQZNsArPsgnltYz9uwJZEE7mlxDIWr6c9lYu2veWuL102qoKnk/LVpp9Z/Nh2rj3Xkrrdyy85Z65myxMcG/NGtoiMMIRwSsAWa++mZ595ZPpjHmyTiwts8+bFv63ZoUsHnq4ICoLovDFFoAUKuAxOMZBlkl6lHNHqfc9qzyI76jYe06W1MbKyDRYvUprMG8ITre5MIhUgEA0UehgYJhQNvENi1tA/2QbyMOQTDxhwGfFxrdkie3QWxGatG0/Gzg7iJquKVfud9MxBQq5rjeCej6lbzq4cU2Zc04AZRTmVxU4yp3VfY2CHcAPX3kfCEjjGfwe6rWAn+6uwg5dcRbwEoCL85RIV3yGOyu8yNA0Z7B6U9QYS9ggqR0gqwJK9FRBwTT6FbADPVMyVec91Ya/iCDQ/BVZ7EC3Atb0W0KRjo45AOQ9uV0GaDUv+TvZye6bgbeD+3t/HRYeCVp9ISCoMdeeov6ZwRvVrfiongRnIV0Rc+o8QzJpz4mDqDM7YeTwzLA995ZVOoW8dDpEmi1XkRXUT2gI8HWJPDA8qhpiwxcRohnDcKCV8VYlH1H8YYCCNArVr3EG5+FJG9K5UGiCq03/dXPJmaGhwb8gIdxYY3KPIOuMgyyTfwBeyCWFFQsga95A1rrR5+EpO2zaDmp/+ukb6Wff+V762v/9e2n1x99MC3ao+9yWyVKTdzI4Bf1kFDoGWdOXH644BlktnQ6qLzyhIOtzAyCrCJh68Q9FwmnJThbgIyCLFo6WmI0F1MVrGPFig5HVT/fxNAoPA4R3IJRhbCaRT8P0y7CqYOHzdll8wjKq8zDcwgrBC4WErucIVfEKg/Y+cpCKAKG4ziYp0qKOaxizrg7KOH0zjzJcMGio/UgbuRa6/h59uQeQdIowHlzuNKRlUFyR8y94WdDJOSbrWuU97ulzsrxXuRtl7+j7FhtP8FZ/Zbmeyfn9wEJZ8s9z+BBDf6TIZEVJJmgPRfWKZ670lLDU8DhEg564nENXXanyhP1SWdAVL/Tw0OGCRnAHwcxFAF2zwuGVwZgn46xbKSOkWm3wIKHCs8E/m9L01YLMFK2uLvM2g443ZrmMfKyZlqKncEH1AgrNNgpfWC7W/tL5tAcLLMJe5lbMI2Vm2R0DPRt30/yOWVwtf2DPfu8SZAGeYdyLVDReNCUDeVlnL1y2c2IcZLkna9WKXdy3fKw7VkADIIveqijdbr1A3v2cgaad7QBZFpbmHpMwbHNGGtpTQ+1eHkQT8s7XpELbxH86+ypkYnjSfP1lJVLzD33pBAGAAUJTnE7a90+fO5tevHYtXTp7xs722kzrZo1+z879+t7d9XTLHHA82BnhfqA2vTHwxAYYCDYp+TbkFB9HSIAsC7AsAyRh+Dk8UTxFejT3iu8EvtwLhZ5ooihj8hlgsZ80mrD4GG2CV3R967WgykmkJZmRPYwIYfR1wKdz4goDU0HP+4qUer10TT66ofpYshRz1RqwVO1On2upFbDFt/xeK5ChtV4dj/KCfCDvWOyBhYl8FVJOSYZ58+WS3OPmo/bNyB6gOdFAY9ief4Zr46uge9d0JYX9m943FzegIeeiWh458HLoWI2gXUCZv/K8x/ceRZPTAfwZkcdkLTLSBi1XTZY8Du1/7YLFqCK0tqdlGUchmjN8YxQQHUbIPSIXcA2FcAFMTgWsLxqjBzRNPpGhuw4kaRBAvhf4DiBL4YIvvfbp9KqFDOIAd1N4vPYNQNaSGbDm0roJ290Ti+mpC1fT/Zvvp2/88R+mBz/5VpqDPN1eNzliIMtjnkg/GAbMZFMPrB+SiomUVzawZ6L7mMlzigbQUqpzslDow8IFLYds3g6lHyBbNzGjvRjUd3iZr91+amd5Py4GbcK9wzbMrg+5XwMNHeKZ0UpPg6PqqrOQaNI1B33+LCBrbE7WmI4MGamm81dpbO6lN3+h5u9D0WSaFWba91w7jSBtu1EsfJWI5uahRRaVpeoNDGdn1Z6rMlkBsooAV9ig3qMyVgOyrF9RpacGWdHD0X73QnWUpNMYZ9r3jwpkEVB5eEyELXEp502/c/E7kArPXygueYR+rk5RrMpm3J9YH0r/NN7AWR71qw2z0Dc9vUYXWjsn4+hb84iOAFDRi/qcrFBuapBfAyTRE31qQyTQNnhS5wO5UkULtDY78ap4ViAX301bymHNl0JQFEm8wQapXJs2hIvBNS1Nu7XXz0mx2reiIpfbHpAgcc+0+Z3G6/3q0Vbj/SfIsnfcyGHJtcIX86fsXJfzhijOmpKAfCrbdPfskHH7PWeHAu/vPEhzO5aDZQUp9nZNMbBQQfM7UdGA5+bkmUsGsj6Zng+QZefEQA1ZN0/W+pqdkWUg6x5BFsIF77GsOytJUpWX3wdKBcIFt62y4J6dd4PcH3qzMC2gfni0nO6jOTDyYEkuSukGT5NH8J8nw4firv1W39VTWXsIlo02ywAPBv5OGVmevXA2ffrGs+kXXns1vfj0xXRiD+Xpb6Zv/Pin6Q+/9W76+nuradVA5z7C/KjT6XBuVuOLnCgHL/Uc9Tl2uQ9UugMsxNjKnVnVJh83gekZZHGYpIn4Xofe+hppeBAPE7El1+IeLgsHUA6p8v2gcQEJnEn7LgxJWd7j+RVAjHVH4Nevgyz+wnOJm9s9LMYkZbRV3dl3yJ9AoeQDyAfJC+FrAC+XU95/yZLIYy5Hc5T9UPfiRaWcAC7ai+8k9+JCKf/lvtxAKKA0YpbrRdZWfjW2G147Sb6V71oZUj73mhatiIiKSlo8FSCM+5wBciVNv857k5/FzrqOUD8BvFd5wRoOzuDTFzq/dF7kX1V/MJfhWQrwz+/b4YRxMhsXorvsXgAzHegc60urxw0KmDVfe5GrQ9nCNWbgZw4RP5aTZdUFF80w9cJLn0yfeuvzaWsHoby2Bpat8A9AC6qRGt/bcYQsiHHu3IW0ZYV/vvwf/iDd/sE3DWDZeYEmX+3EZ3mu7CF8LmUjDoEG77jBrx3i9Hcu++JCOQcr/Q97gFdTzPn1E/TJ/MDGm0ghN70vE6/wdXTEVo56ex29ddi2DrovDz3nSWlj2rRO6+dh88Yzv34cQFYcbElroG8G8tC0TB9AogYHksOyckZ+gE5ixwau7z6uICsAVjBDVvBd4W+FjizK9ZkdFOW1MKvO1Wm+Mzr+PIMsKjyumJZCGvAqQFkKkFUs3ALRUHImKSGxkRar6wcLsiqPhlSJsneFwgZFIsKKKp2q5plpAq4X3jXIohIMYFGBrC0La9leOJP2T5h3Bgd9mgKxaN6sBdMO5gCozHu1v42KgAayDGzZAVm0/ELR2J9bMpB1Ob1ooYIvWBn3s09dtqI3SwRZG+bJWl97yIOI7927ne5mkGXtMIRPIEtZTGb8Icja4G94yhQyiPUiiCgd1JUkx4w1XQSyIJfcg5EVjVCIQyHQb9G/KLk93VZMUTpp6/OE5Uw8d/5M+uW3Xku/+MmX0nMXTqcXLp5NF08vWVGPu+lP//p76be+/O30Jz+8me4YoEIxEQEIGx+U+W0ZtTLAbsKhJisZlC/opYQ0X0Oe66gQJxJJ2a1u0X00hnkuLb93OmR5pPvEfmGMkOLnxOfTC0jTHLYv96I1yzD2ikx0UZ76ce+VcSU9vAehYzfAMCCUlGIVcAgFGe3FuOR5loIMBd3b5rhbUIq+xPl+AlDoIDzxbjCqgFUY2mKvVNGOMCypVIf+Vz8yUOMaD36Lefd1AH21Qwtxv5o5qjJbZikMFNy7qdUPgbd6AjMDqB9TlXG/PuOf0VQK7ZNlTJobL8aSPxZ31I+TPBAP1npIzYPSSyJiROecldxFNCBjgEIFI/jBpQHmseHdYlzzgEjy0r6BDYCsuYXT6cozL6Q33/5baeX0eQNN1nnzWgFgRXqAjmyxAkGnTqV1k4Nf+3/+KN3+yQ/sGIs1837ZcRWICsAcgFHZthsbj0FWJ1se39tjkNVJ8SniZpoOcmSQ9fJbf+vRSbwxfDPNmo3bjuLJgpIjS3JsAqXUdjAcBENs2L1cZQJ2KIQQYizbLoFUg6wolFFvIKP9roX4MEGmT+rkKXkUnqwIMYkeFg8KiSglqg6RAdhkbHbrGclzh/0tAm5CAciWvZ9fkCVdJACJew6hpNIDq/K8KCldrMzYKJ9EkOXKmlu9w1rO+e80YKmGUs6oJBAwSjHMoOuQe4zUmRICKYCltb9rnpftuWWelbW/eFr5leBbC5azisPWz23TAQxgIWzQyrnb4VjWL4AsqKnmtbF7CbJefSPdsAOJz164xHBB2Ho3AbJWDWTBk1WBrHXzZMGb7lCggCxrf9fu2YEnC6XCPScLw5a3K+QRPqBWWmQgdRSM0RUVp1U5RNVzcxq6dx7fjr5mj04rJgPPGW+9de1K+h9+5b9Jv/DZV6zs8oN0wTxbF8+eTtubu+nL3/5J+uf/71+k/++H76Z3rdAH/HyAjlQbd4xfdwww2ngFLF1JzM+absmV56S8aivjOO8n9efqprhOMh2eicgGajRKKbQO0hi6TBq7Eu6eLoYw4nPwZwVWYq+Ighm5x9KGc06Q+FHKOp9ebS6xEwSQzMa96KbLhmi7fO8AKq+tavDOJ9mggtWQecf7hhWhzmTlPeS0QFW0p/nKAIvCysPqQ2b5taFoCKh52CJlgcsqjkXyrJEH/iiV0lfoYvAOL56qfQxdUBEw1kae+v76jI648ipW9WePaT8/oqW9I3Q1k+fa6RaDcVDUPMvfkK9yX0ulRTXVgjA9w4vPZODtBV50Of+Zh8fZeT1CY0ladCs/K8L5tWYlcsShlH2ocrGwks5YoaCXX309XXv+hnmsTJ7avM0TZOmsMaRRgCLLVgTj3u3303/54hfS3Xd+YmLBZF0GWdAdIvfTw+aPQVbhvcf81zHIagn8oXuyngiQRbnTbpA1mWolVcLDywxX3gFsDmghQmjCc0Dw1Cn9sYHGM+L7HHLl+SySowJdCBWMKkjceHsgkTscW+v4lfRhgyzF+UvhD3ridyRdchPldIQiJaUQlmOAzxF7bYRaPgaQhQpIvVLWc0pPz0OFC7pSQXqQjyxcMJTJ2gIcPOchO3UOVklwlwUvPKsKxSk0Z24XFFYPD1S4YFGSA2ThRMvJOkhY6LWZPipPVs+5Wn+R+A+vXOkV11fXyX5+yFe+DgXSubAOtdVMAlkMF0wGssyTtWcKA54AlQAcC1vtHMp2W7U/FqNAbtLepn1rMMIaRcliFMo4efZyesnCBV8gyLpoZYyXEFSTtrYNZFkJ97VVO4zYKgvetZysB5aTtW45WbvbyOkSIJJKZIqkgasdeLIAsFgmXKF8DG1kmJBowN99igdWGIADDT81cAmllo9y5FEU5pqgPXXnbc4WTcG9YF985tln0v/43//D9Lc/+7o58m6nPSu9DM/9voVafu2H76Xf+eLX059+78fppo13y67HOTrwqs7jYFQHWSGTeyPTNKtfgKymf1MVbcn1AFujYKwYxEZoAEBEDAQwpjmKXFHpmA7QyN86x4xTg2lhGHmGSPo0eJeTqXvrZHUp0Wojh3zGfZShRbHO+1rVaRgFGppmEONEwlKqpAIBFofhvgn/3dDBgWYdTaB9zcfqz2QbVL71M7RPSZbhe4At9UX7iejH934Ne+ygWodIew5NhDfatU2if88Hkac2JCkoUvpwdkmHFgjF24rjwp2ZkXuzw6iNuJzXcJZ9Xqv9nQwZHlCB08w8Q32Oz7T4yxUhB5p76hWiv0VP3VvzGc025LvIC5Pkkxes6FZZfwFfu6lHPA2pZRUGDWjNLS5T7l29/qwdYXHBjE5n0gmTgScsRBCheCoINkd5ce/urfTXf/Zn6e7779qesGnh9SZXIWNpoD0GWZNY4HF+dwyyWup+6CDrlU//4gxb3NFYYiZPVoQVuSCpBfw4kBX5LbzWQ3Z4e6UUBsgaBVtlMwvFLysAFchCeyxX7h6cCJf7uIEs0qyZZt9Y8r6BsMnKk9VrcZT9UQ66+xL6SJ3oTpqWDX4yd3Ub6cDFBwVZwSO5KQdRUAL0Ai1MUYZSwOIC+CjKr1cKBa2zfjRAAKkoxuJKR/8MgVu1jaR1PEsHTsoYIAOCh90gXLCaFG73DWkfBciKNkKZaAkca6nkmnVckpWu0fvqsdPjBHAR+Y+NRXd2+aJeDnuyUFttx7xRKH6xN7/syiLALICOlRYmsDLa8jeUAfNsMR8L1lyz5Fqo4alzVwiy5Mm6aGlalvBtfd8ycAbA9NCA1Z1bt5STBZBl3h6FBEIxsxNnmCdmfGOerB0DZrvwZHnhi/BghZkiW7UrwCklNeghUJDfVQo3qw5WSmaPWfvlOWcGgwXrxxnL03vR8rF+5XOfSX//7U+mU3M7NoZ76Y6FQt5c303feOdW+s/mxfr2bTto2WizZ+OB8oWQojkALBsPci6mGYqGZjR7Q9yrWV8T/dcyGt6SAAr677Vmiiypzx7SStbU0NvVeOcjRpMUF7hyQwDuIzAHEDFlUm36j/OtCgzgY4GqDPwyKAM7ZE3d59GPCOHHbnSpxkojCb4K2cinDuQWV+QZ8gyPk5gywjirNiBLCnne0zD+ekw9c1HJb/M6NZfOr5netfhyj5kbqWJPLyDL+d73ob6UfsjB2Kdybqzv9QRBpEsBOyJTDNi5LdPOPcUut53wuojjdaAV35N3vI2gh89jHnu0HXNas3GfZzi0f1YLQoYAGDhcLtf5Q7nd3CEBrJiThl+dBhwWERdfBOfGwJlDkW+F3CzKaJwLaqDK8lEv2DEWJ0+dSadPn0krVqF1wc4MXV5ZTot2Haqnfv+736McRH7XPuQpz59DrleAT9cjHpMnq84pb848HeHZirjx53FO1gBRnJvHyOCxNwyR90NoYxqgGur/tL1smuFwGk3mPoogi4ptbPTYlCEQPWSQgsk9NSJev2GHFUgWHsYau/CJq+PzIF6E9tTJlfm7gQ2osVIdgvmmTfpRwwV1Vos2+XjWVJBl48zhgjUgrsdHkOXCXH/p25lB1pByNaxw1Y+dDWQV4ZH3wPjDy2G3YTQofCHrrPipAlRemQm3R4EVanLOl3F9szgdjABQhceLyipBXMkHYR9gBYTCxxyDdjf+IEBWa+AouY01r4CaWbHkFNVgQO9FXn3O8BQqdqj+ZApBmOCnSajue61RrzZHpVTlgeWrEsjaMbBEkMWLAXIQHmj5V6gCSDwLrxbAl5QB5DPsW3UthMucOvf0GJC1TZC1asUuCLLs576dk7VmIYS7BqbYtj1wEbqODRzgaseqbQFsRRhagKvsGxlIoBcoEM34u9k1NHrxhsYRr1YMKXyyfhm2spLtqMS4k87aAaOfePrp9IkrdoaYNbS9uZburD9Mt7d20zubO+mnFjZ4H7oqjQCoWGbK167R1+6FIiWD1sFfIY8ld9r76/5jDeh9GUUODcSn1cXhfYlre4Me1WXsEQGyuFvg4Q6MHDtxTkBuDysHfYWhopocuVjzYtdQhnoXlbPi34VSjnuj4gCHAZp5qFeALE1ys0MVPV5/MbyxJlb1t0bR0mNox6spXeZglI5xnZMk30ZVvGGoArIyvR1scp6qiIbIOeqboMcOc5C1fFCIm7loAnlrv0OWZjo5vRTujgOiPQSbBUD0o72sgFNGZoRXLFeBIPE1RhKyHqD6kav0ZT3Cr8+X9vf7+8HycIXhJ0XtlLnSQ0QfCk+f7Wo2mzWEOaqBbycBKjpHC2H0IckhAzmHCqsVGjdZTZ4Ff1tulnmyFpesQIb9xr0qyqJLFRSOwjgAWih0AX73n5Bhj6HwxdFAVk+jTijVC2emv4s+NdPlj+min2dP1jHImsBUjUWO+0ph+AAD+syVXVcwQpGLTZEiyYVz/J2VwWyB0qaRw6sGQEO/WUeyKYtiIBnUN4lRL92AMOzGPQ1ETfv+UYEs0adsStOEP8MFYant6BW0CMNt3pQjLMNIMt2TdTjFLea4JvG4hSa+KMVRMsgMkJXRF0KAHGDlc63Ad6UKoM5t89LJVKwKcC0hhHWvvHoZFHBXBHhoI/k4wjZDsXZPQcnSH7NyHo8nq/CfW9sHAHmheyhGZf4KeC9Ai+c00UIqkKUDRbtNboZNR0qkYApVCtvMlZelsLYdqxC4O3fKFGGVXkcYy75VEUy7OMPFgJAxKWUFLdPuScQZTjh8c+FkOmkg6+UhT5Z5vxAWuGrnZMGLdfc2zsm6bXla9y0sEGXcUbrYwgWBH639XQtJ3LaKhABmAlmoLui5EB24khFHgxcWLyFXDUncqj0MsioFAQqOgwQIOqq9CJOjwr7Lfp5aXkqnTFk6ZZbpeStmsbFpnjrr/IbNz5qVa97FXFnf561ku8VeMhVrx3IHd1mNDDSfYbIGLumtgn1xIk6pEyM8L2pGxrEafFEPZD+GZe4I4PJ2C4gNFpSXtXm2069tw5VY412qlzaPKBt9wmgJnia/cU2H8u39cgU/1gU+DaCpK+N6lyMV7KplMq+CgYDj1j0x8uin1sfwq+yjtawdXYNtQDjV6K5BlztUzMtXUrhL6FqmafQp9xkbgoybtQct5rjJn0abHqJWRmY0ziGKAaiQ5yq5KfmrPFdWYszeMzGMMJBkE+kYQ9QHusahONZLrEn8QTDh92vqwqDheaj+WSBw95HmuQpq9XOUcciASJSnVbNQQ/JKRfL2HeiPTlc1SWpJBoCIU9ZnBdAF88dh5PY9DB8ht2mAsfkz+XHSPFzwbkWRC4RG8yw4Blk/4SBrzDo5/MfHIKum3TQ9dhY6H7SNw+xL057x8fBkOeDJRA/h5x8MgSxZqwpT1yBLcq4I0bg2b1h1LHouiFGmfCi8ESAL7URRDP72DaW9/vGDrBjPLEw6ek2EbQTtSkngpmrRyI1eEIS5afiySPIIpymGW4HYKOUlA1mxspFC3UbAt9Vnmaac54FX/nDUKs5d0+e/X/RlE9b4tclq024TsgXmBYh0FhYTtwOU8p7K05W9g8XzxY5jv3Jy4E1WwmhdjUHIals2YPdsPRKQhbNRouUAZTXx47OinokuUsSKVziAX6g6TndcF8pJVkxcGaD+onFBcUM5eYEst/wfAmSxTwMgS7xn571YhcDduZNG9CXO7S6qCO5a2Xb7LQ8W9AEpSxqJzUkNspiT9al04yVUF7ScLCt8oXBBK8tuStz91XWekXXPgNbqvZtp/eEdHtZa70cAACAASURBVHKcQRb0R+shwBWrCyK8zj2V4mlXLvMacEUzZF3IrlwZteN+B1ptTlalWnNq6zw5ARPysPHcgrnaoBxBMdqy8azY+WFLdvve1k5atHLNuyYPN1nS2fppCtMCwyvNQ2gga9u8WMapppuhbP4hpU/lfStyfbQteZB6PvWQP6dReLEiXFDy2PkTc+zeFbWiRdiuBTyjrI1aAKEQBu/KN7hc9zbRFsDVkvHH8sqKK5ruHXPaBMjQ8gBPyPuCoyFw3pgszhAQWkuKMIB3xgtI+GBy1AZHobkVgFAeMhX96JfejsjSTGu272PzFRDqO280Gi6A9gBQ3u92diQvtIYVCYLWJNeczkHvEfAbTCOez5SvppldCJCtCdBzYv5qsM38Or8Gf7usVbsuwwhw47k4jLiSs93eUvYCcrlonKMYLHTW5ZxoHp4yeM/UJmcTX+K9y25IUcobhuZpoJRVlbznEJx2GehURM+Qr5KnGlK/CGvdg5NXbz5ViyoWI5DVJYTKAuXXsve8hmHeKHxhsnLHvN1YxieWT6YVqzI4B5DFlEfj2w8UZCnUnkYn45MSLljvedWw85/dAhm65FCfPRkgK3TfQw3Bb5oGPGZp+8No44kEWa++/UuH3C5nIbNfw/2t06rr2/uvfBPhJR46FeFtFC2+wdST2HuyonkqWq5MZ0EdQrwW3lMUvgAgYXljAQgsbJYtH9iMJ5DnqMx3UJAVz9Pv4snhJu+0kbXM1ZHO4ltbllV1UYpbTuDPY1XloQKQJPSHQdYw27VnkBSlqiZntj4OCIQyxrr9sDLLws9wBlcKYuNsy9nbRUabKHyBTQ4KTXigSviJUY2eLm3odQhmHBgbi140cWCXPVkCIdjSm/G5HZXWxknrhrQt1svsmRXB/ZwseF2jdfo02jbdmqwrwkJMdUF9Ixgs5/AEn1BxcSWMm1woABXZxadlBPQCI9SEFtHqjKMDiBJ1M7wOkg+hbAAs7Vop4j07fHjeQBZBsR2yu7drZdtxhgtyowiy+I/fhz66J8sKX6xkkPUJA1lWXXAZIMsKXxjI2jIv2N31vXTrzoP04NZ7aePuz9KmnS21bYf4oogGlCmGC1ovCLLsTKo95H/xeYKGAtztOpP65QoYZVsB/6MuI/GaQI6uxW/ikVqOQlfyOY25LWtRZ97gVijTiwilw/oHL+DoCpsjeqUJiEBDhMfht4wN9ModYtfQ2iw3TgtrKR4NjCDoU8B/zzYK+9Y6A9vqbdBWYVBaC5KBAguh8EfRB06QFHZ/gNaue2gAc7i8jG5WYW1p2XjGclVOWBgVgCut/eHNcSUXPaDk9cIPOwBaxk9Z33fPYwAw9J8gE3pwlkPmRfQzIVGZVAagOORVqyzL6Vh0HLvPPgFDhDyLhvS+cX69Gi/4yP7DOGAQYZ9dVgWtg54YJ4ofzBnDY5jcSvowORKqBVScyTF77ci+6OPg5Q44MU5GGkvEiS98TQmYl3kXSpQki9d8VOvLt6p/vAL0xtpjGJzuibPCSvSIBsvS5KCPy/28B8R+StnoP5ShWk4hN2veFTkKH2I/iHL7vI6LLfZtdEp99cHlpkaWpI8/y7pMdwx0CGA542d6OcgiwS1U0PK0ALKM/Wh4OXFixfgfYdZgJtHkgwFZscbDa6nwYuhiiDKiASAzbE+Veq+twyvrGTns308GyCJnHEI+6772xqPoqke5N2Zg2Bhx2PkZvm9aP4/syfogQJasbAcgDIWTb8i08tXKn76rrXshh+oNJYdPAGRF/DxkUwh9F9zcPvuSq1VXqUDWG5jfr1yuUhBjxOI5YbjTJnUapQ5yP7cLXzjcMBy04hlSoDM7S/EgMUXJuC9v3lVBkKzQNxNLoo6ALFzShwvGWTj9M7JsdCt2DajqcQ//jbFyZIV/OA4piXmxZMVB1+eQydrK7sUplP8nW6IszeHRkRdLB2E7yIrOe/hhbPL1fJbQleJtqA9cJq9nb4XoOf41K8gqbQhktZtLfZZV0CIORCaPuMeuVpIb4J6Vq6D/cI8jpzG8WRX6m8by7fcDIAv6HBO3CbKWbW0iXBBzY6XUrWT7Pj1ZfoYLPQAuX6j2FJC1bIcRy5MlkLVoSjR8UdumWWzsLqTbG/Pp5v2HafXWu2nr9k/S5v330s76PVM6No2qFopnygZAHCpt7bBYBp4pz4TyUIqSWZTiArJ6wC4Q2XAQODqDgFyJsruqcE7JbwpPWkEb6k/kiEnRBNAyxRnGFMvdYq4Gnog5hnYF0IgQwgPu4j3AKvKl5W/KW8pYgaDhl/hMnqyiFNTKe5ErHJT9p5AmATB5pfHSweoywoSmHXm6AsXqH/NSKoNG0AmV1wC0ALgWkLNi4YM6OgCWf42BSp/vMUFLObKlLVMW2k/IFxrvDLxAVaTXC15U84huW4GVrY2NtGmhnTvbliOYy6FHO5IWHGbsUyHL3SufK6Zi7A60d2xOVYgHIWEKgYQxDf0jsHMa1/TNaxleDFA1y1jR1anmS1zzyc8Jan1eHSwUKMiW8pTHX/WeFG2HTtHeq8HXGK43BujZheeiUEqckam59nUa+XkOmktRFckPvScjZl6UYUl7Lp3AEeEA/MG9xD1fruPw+uwV487lQMz3JhG3+ZyALYxEWrT+n5OOgNRbyusj5J14A4VsgI6ynoTHdFuN8mdNnjKfEQIWFyyawECRIDtXy/47uWxgez4ONcYgkZP1uMMFMb5Cz5AZBFlhxMsM18vPMMpJ8j3a15MDsg4zLulCZf2J9dr3B2n3KPfGc45B1owUf6QgC6DLw7ZqgVy740NQQvhAadn1ctsUnQ6udI02wVA+epU2BGYNsjhkBw0fdZAVVjpZxGS7q9VxwstmxypgSZbWXkh1ICvzR4T+FAr3ICubxrnpZJwn4e6vWHB1TloNwmKLinCauC9CWWI+ufu5lR7PijNcFEMOyYKvlYMF5QNbHLyhdcEQmSVljdYm6TfiFz6EJb22PvJrJcyH9yyU21GQFRvDKMhqlYbHA7KKVdYBZQZZ6lcNsER//wnijcgFjaMFWfIslNcBNrwOZEWC+q4pwntWwALnXcGTReXEPEq7BoAEskwB8HkjUPGfHmThMGJUFzwHT5aFgqFA+9bOHkHW3a2FdPPeWnp46520decnaQsga+2O4bcNld6Yh5cHIWFW+MIrEobnTMqiQE0BW+24yaNkquCnSul0nmUzWCNkteLJIy2rcMJRRVcKsQvB8pc/Qo5TdNAoAwXcQBaS3fkgLhQbG44eoEdldoViCGCNsEj3wXiAVS4c8oj0wCuuro1uAR4IZuC5Ax1pGAmAhyM7dMbaWJAFkjBcTge0q2omSlwj77Ac+RH5hxgPyl+zclvOWwpwXeaYh1VbG/ASKc9LR0nsWrzm1tZWWrMqkOtrdvCrvScAolvBZ9VldS4dj+fQHSaFVGGK8loJTNnY7TuCrPCuO00wbt4zALJAv7raLvhjH+GPlUIfe61+OxTyyBFiAFfo6u1FgLPMbzSncEHnW27hDsK9bccZhf0rXmrbpxRy/o+LHMxUegGIojb11IUuXy/uRFglvtLvLlcZ+yO9mpLR8KAVo4rmm7DHDXL8m0Yh6CtR6j6iJMIL6WeMcc9y4zOJBGLWewWEQ60c65rYbzhf/AcHJksKareKv/X9nOWpzu2tWL9MlgJYLRiwWrbwwLPn09zJMwRUC6vvpMXN2wbX4LHHz0cFZDk/VbxydNA1u0xsHvuEvDkGWcMT8fPnyYInJoOsQpRRkCUBxzAvtxTlq+ucLBeCXHKuuNSkHrLiBcgKoJG9Y5TLvRAfnbijIvyD3D/Jk1V7tmpgEqCzBlkBlMMjRYHd72AurMcpP41y55tAGYsr8NwwKkVeO4I2Jd91M1jynYqfUxGUNbYoqPlWbWhUYAWwqJw6sIxQv5LjgK9CIakqWDGMRJth+ak3O5BEVZeoWLsimunJj3Q9utuDrDy+7L14UkCWzvHKOSTVXFCxgtLm1tthMeWKBhRSj+0fUUqcd2babwZAVvZkDYCsPZyNhTNcCLKicAP4DSF8gNDmycIZMRZmCE9WAVmXCbKs/APDBQmythcNZK2aJ8tA1u2fpq0H71pNjTumb6w3IGvPFJDtBmShYIGUthZk6ZN4ybJd8m4KPcITq8UwHmRpHY2Gu2EOAmS1wC6U8lxxnPqXQUbkby0pvBO8PB/GCYS6eZGBabLoMACr0GIMN7kiXgxkM3GN6EIrvmgcoB+f66Bcpy0U5AYI477Wk8X14GBB1jrNYyjWBFIeuiZPh3u3CMZwqGsVLutWJcoEgjYBt3mUhAR/wlCIUEMALSumgoOxd6wIC8MF87ETGht74fJSRyZ0IEsuNF4bfahDAgUsZQCpwwtrkBrXR/gvnhnAtQZr8giJNhkYga88bDE8EDF79b5R81V9RmU9h/wbksfFJEvuAyz4PpGf2RgDdXG/R0U+sXjDIzw8LrH2aMZYox9aaw5081al9vnjcbwIs8vnVDH0NGiiazKdnPa5OJITR2GokfPnkRW+1wU942y9yOmr91aMSfYX8JMapS0Qhj/S0Lym9rfK4oBGZlxJJw0cXkjzy+fSsgGrxbNn07mrz6Sz166llXMGtLZW0/e+8O/S2o++mU7so4qq5WrB081jMR5n4YvC0xHRRH4+kCcruC5zH9fv0V7HIKum37S9YRZa920cJkx92nOm9fPIIOu1z/xybfKY1p9DfX9QT1Z4Jzi4MeGC2doUQqgBSG73cqG0E0KwXk/ckCphCIHYgawh4mdrVA4l8I0NQtBV51oADxFs2qROI/Js9wdoESjIIIrAQkAk8jlIS994M4lIH4cBvnlzY8DGrQH6eId6K5o4JMl0roUYm4y++NXRUihBuWV21wVY3iACeVWcwPZk2W/yA6SrcIwKkaxDNNyS6SCCPef3CqEJL1emOdtpQVYTuoqBhaJcKW4kmYODUDzDPgtPjNtORYkPFGTVCofoEp6s4AuU5Q3lqea9PE8MvxN9x7+kgIalP1cYzDeMAsqxbQXIojZpfWYZdsy8HZpr4YL7CTlZZnkFj6PvVkYduVnc/AmyLJ+CHiDJF5QqBshKlpPFcEF4sqzwxbmnALJOMlxw0xKzNgGydhbSLXqyEC5oIOv+O2lv7bbht3Wod6YwoW2AEHnQEC5Y541hTCEpXDMfHaYrQ/V60N/4QgpgUIsU5z8YF5hsFGTp3oOALFO6WPPdQt9OINkdGjeahpUA3hMVcBhZp0MTFp7oCG8aM6nBO+0xCoWnaqVY4qh4CqLJIeNOeZxkkhMrK8H5jERHmHHV6GYeEQ9Ynz4Tvs5xq+84GcCE0szwNT5XCpwKJiEKoCTna960DpkjxrBsBAsqfC8biCC/DGjRi+WhgjQaVa9KarvBT19Kjumnplfx1CkyQaDM8wLh3QLFunWt3DEzUFh/F+2QWhbJsOsYiuhl1ftpVvikaIj+44fGGXqAKtrWhjRHA7iPdPMfjgNAH2MB7f1zehTtwch5Q59p0HFQSxYOuQyvYjwzJhzU9v0hjzdAlhsn+nC6MIZkjO1/xM4YobagpxanXi34zB9qXXNhCwCTH5gDHXu17pWhU2CYlzuQplGP+2SZ49hrpANEeK3v/5hbzBsLBqEQTkob+Mfez5un6vTF59PVlz6Tzl66li4+87T9vpBOXTqbLl27ki5fO5nu/vS99Pu/+qvph1/4EzukfEMgi/nOkHlPOsga2m8yM/TsO+P7Y5BVE2o2PXUyaT8eIOuzHwzICoVyGrfWyvRkkNW2NIRwafnxDab26ITlUdamIuAnebJqAUlB2XvDYpvl5jhqKXuUzDedeaV84sVx07NSBECj0FQ5Wron1IUQ5BLseXPI4FQjmqhXN+AthBpoo55JiR/iiFZYSZmLzb7+20eY2wiwIkWU93nzDP8DOFJ8XwZhQZ8MwJxqUCZ1Blbkd9VjDZDmbUZ7lYzmc7qQqnI4qToVdK3DBTmiDxxkYa5jPnqQZeNnon1RqoN/QskGb2kuW4WvzCxWhFengtKDsuGuXNXXjAUdPYuMBVkASwoXtCMzRX/mm1h+VAWydAj0bCBr3ipo7ZiM2LTjoTYNjN3dWTSQtWqFL36Wtu/Yz7130u7DW9akebJs/PMAWUarHXsmvFk7Brb6vKoCsoZ4P6aiLIyy3su6HjEI0XLsIAy8NbKuZgNZ5Eko+hYmOLdk3hYoxhKiyrVgXlbkIo6b72pc4WYYyS0bmVQHbUWpn2jkQjeZ66RFN7IZ++fxlP2MhKLPknWqYOjQxIEO7hmtnqi9QuuzgCy+94e0Klo1V9VQQwHPICx/50iNlRuqVVGNIyrXCShJRo6MG30PGZ49ODIu5fygbEhRz6m4U6EXPWtPU324c84ro7yTZxZ5aOG1kTBXHtnQ3CFfBtduWz4ZQh9xPXNoImTTjVoxn2wDxj83zjCE0n7o0bPcNABOVLqY8xwytIV70H4AOIZeIuTVXhH6SEOPA7Das1nLtbwOqB/A60hCZV6rl1cus+DzVkCW8wZZYXCj6xdB4YbgRee1+KLsxehXhCPqIslh6CaaB82Lus2f5vBdB512pY6+WDRjktHPzgq8+PS19NLrb6Xn3vhcunzjzbR07mw689RyWjlth5KbPDh5bilduDSX3vnWT9Jv/k//c/r2H/+xHQNhRiwvfAFj1kcDZB3Vc9VP3zHIqikyXU8dy/75i2OQNZ1GWYg/dpAlseLPo6jJvYtyrFK6IY18Q8uCyO/DV77phKDvmUbAzSvxUXgVbxiujepFvVW1fn9U5svKbadIlL4eHGRJKfMwCUlqG6WEUHmMW1rrjX/K5kFrX75eCg2pPRIu2DKTmg0QFsCq5D7VNKyVUD4Pd9IKK6FHlcRzoRQuyA8ycAt6FisvAJKXbPdchRqAqmcKoRuXmxJWztw3boKtGvbkgayoMqZQIfAD++85WTXQIrc4uIxo/sl8rTApKkqPDGR5H+HFMtIq7C9AluURYKoBsuDJsup/e8wZqDxZMDBM8WQBZFnmgay8+4vpnoOsyMnaufdu2lm9afXN161tK3lObgNAPwLIKsujUVYFYl2RclkVq0bhOZNBlks3oQR/BcTAIqcs83BOeLH2UTmO+NsNBpED5CBr0nw3a55V5tyzPlFeaGzT9NFa5taKcS1BRrxaGIh707Te3ePnRqPwL4bxjHk4nezqQVYZ/xDYHAeyNE2VJJQ48inJ3g/KyPB/uTeLgi3oM6y0O1wkKUpeWweyXC6yrcoQFt6TKI7B3C3whBrzNqvy7hleykOnPDIUkRktTIWbCagCZBkQwt9RLAT3IDcMHq4MJJyjw/ODqod4BsDilhf/IEBEwREveIA+A8DB24oCLuE9x3VoG99nrxhBqOfacojhJXLae1EU5NpxriuvovjUc/gIBsscZtU9AyQvVNPtgzW/jvu7956V67wYRXWjYysbR+QWhm6iYiAEWTXbQG7amCA3dyyHdcfOFjx/+Xr6hf/q76Y3P/9L6fzTLxjAetrkgIVSL1obiybXsI4Xdqx0+0L62be/k373V/+39P0vfSEtWFGW8GQh6PAYZM0yu0/WNbJptHLlKLrqUe4NyhyDrBl5JITkLJcf2pOVIRYEflEiYqtrBL+bdmoPDfeRGmTlDa0wXQjVGjj0JccV5jHqyXrUIIv5Q9wAW8VdNK5AVigUrhDH5pBBjF8r/aMKM7B2Ea9dv0C2EqowebPXc2Ij0gZGrYEKF96HQjWsLEgRKou+VoxagBXjxe+o/CdLq/Y+D31hex4uGNUAvf0AWQUQQTsv4TVBqxq4MzzL22z4obJ21nlusjR+0CBLpZhr3hutLhgWelIqV0+MggotyGo9e086yGJlbChWADwofoEDSqEAuCcLHkOFaiJXycIF65wsDxdEove2ebC2jWc2zdJ7b+cEwwUf3Pxp2rYS7jsWLgiQtbe5ZvMLkKX24cXKnixNfl5KUz1ZLov6jeZoIKuy2nYW7fiGVeVQhtyUS1is7QxizzuyvhNYeQ4QwwYnW217w4o8h6ObeCtftD5iHY4Aperi+G5mkJUNRq3cyc9AKBXo7uu3nqOQXaxCKCmjfsJbzS4Xeasu6n0BCyqyUodLw+upl8nZkBl+Jz6TmHRlmc+MF5Trmmrt35NAVn0Wn0Mml2FqPTyDzGP2ghqZvgzN025DQ6P1gR4vAG/00z5fMGU8vEYRnph7DUDlnjJWRrT7CIBwZhv4zRqEhwoAimAHP359/fkJC09E7k0AMrSP+6NtyP1trnnzKHv4Iz1odh3CCFlFkWP1MbicZzuspuerAXude87GgqwIvWRYo+c65XlzTgDNbGyliEqYNYb27dF5Da9pfFN7FlEhUABYjBMt4uDxYBHtTc6PPciyIj3MxTK5BpC1sHIuXX/pjfTZX/o76fqN16xKuxW9MJm45/mF+xYCuGVhgVsmS1dOL6ebP/5B+ur/9fvp/W//lYULCmShhPsxyBq/Pp/kb45B1vDsHD0n64kOF5RwaJXggRCJDDakwEvulL/r+yV+ilWOGyH/l6TKQguNVEp+kL9B1n6fLMDRpsLsGFvfzFn9bsIuOWUVhsIfyatDl2vfL0oNx5+VIgERjhafswGikQZkcfMfaTxC/cZ1sne/93MVNCjtFAZuaaK+oV9F8QrghR1eV0OLLt4u8opveFHxT6BdXheBAgEJaSrejtMnKyGUNuHpGlYOW+VOns1s9Y2Wa21ogJcG8XEmbeHTSSyRwau0H3E+N0X8QPmQghGv0cIs9bcFREW+Hucne7Lc0xVz4/QOfhuyXBVFufZkqUR0q0SH8jFlAZSRuPIARUFFCHSosHmwPCdrHuc7uScL51jBk8WzXPDDe0ZB1tJZL3wBkHXhsoXMyZNlxQXTluV53TWQdXd1M63ftXOybv4obVgZ9+2HN9O+JYFDwVgkgHOQxTDF8DAVLYiqEd7m5TIgD7oFXmiraxkaxD+Dj0tYKz7tV6Krx+SP/pVBFjyMKMlNkGW0Q70LdJXOOQdYWBco4R4KJtHAJLkwTu6NjnkWcMWxU8mv7x8dUw/Q4vJwJhRvWBhzgirRbqGgr6q8p1DxzQYWX3bNGuvGFqGSVQU4wTWOhoUH2lc8e3if4Pjjlkq5zmu8WSNR6KNUqpOoKDltMkA6X5UNNI8xSssH7SFDCKI8N4u8wD1QuU54Ud46jwSt4xyzXKre89PyKLNc99w1bwsgS+sIaYLmtTKgpfPDYDRRKXqCI0yutxH7G4wbqoKrIlgN23gfYy5Vbj9CpwEaBQARksiVxmVbQC7zV730PfN3fU6lUmBiNEnMdYv9wRWMyNQrMz/Kw+WZhTcDZMm8ygdVvysucjrU66RiGcwQhAhvAMjCIe4nTl9KN+z4ilc/9Vk7kuC0fW50Nu898yQhK+2THSsehFja5ZWldPfdn6ZvffXL6d5Pf2iOqy2TOQBZmKe+8AUECIhXpFBm/47zx73NegJlDWeX+3gUCIG+1ZyTNUxO3lde3UXj3Yaz9jLTdMYbHstlQ/vwrA+K9XGUNsi3zUKb7elD9xy0ncMUxpjtGcOyOK/MCeOde+2JB1n1hoaBtspE8UZJkNav3nsUwjSuKRut39fnDQwoxv2E5Of3hTCqXK/ZWGy2q7QhVh6nbnIDQEn3agEqyxQj6R9bhfNMbd3si0VMZqu+v8NK8jAD1yArntJCunwgK9RFVyajul3xEIkX6nmVMG7zqPgJK1KGh0ueqswHrrCOHo46CuhbcFWJa+6pBVgL3LVjmm0xz8YHNQ/z7+y9DZCl83oWLNSl8WSFR3HoMQgfqXOvfAxzLOChRPPCf04bJlSrsYkgy6yoUY0M4T1HB1mhwzjIso2f4YIGsuYMZC2ghHsNsuDJisIX7snaoyW39WT1ICstoYS7WXoNbQBk3d+1n42dtHnvZlp9/wdp1YDWzn14sh4YAcyTxUNK4QmA9wwWe1Tbcj4Ig44rxmHgqf0UIqTWbv1qaGvfRf5F3NuXch9djeDN4RyE+HTOgBUPI7ZiF8jFQolyKpZQlqFMukLZgiwPKa6iB2bj4FETzrT1Md6zNTDaQFPemUbZzIoaeGicR65tE+8i1ynCxopCXyu7Ar3xkrHIq891HkTtV702WH+mMK8hSRuVIIfyiOvrA5By3bpSGmGA9HIHgKgAB8eKQ778VVcMjHXLcXkIdi2LOEeVgl/25zKQnpezosx5qfjJZbtyycQvi+Ytg0Kt8vL4TDlb4G7uffZd5H7F4c4tDR0w4dowzmL6AFxdvlGewfNmIbM1yKLBgevTgau9C5BV70ESsT5eZwXJyIov2EwxzDHKAe3GM7pJD29UfCzg5nuOP2v8+iiNlWt8n7RGFC64nE6cespA1pvp1TfeThb9Z3S2vFYEQFP2m3cQ5wxCPCwvpmWjzZ33303f/POvpjsGtuYNfMGTTwMWjVlR8KeAuThEfjTfcZrEaNeo5GZEmui7CAsdOSdrWtP19yPr8yA3+/weRss/6GOmXH9Uzwuan3ZQ/CxdnibPh9ro7zloG4ch/0GfMdrvcXuIrvzYgqxG4FBRaJVxDj6EXDZvTtn4B0BXs4m4sKaV0Eux8jmTXRaz8Gu+pgZZmTm8X/L8QHrzg8oSKYVfG75vTK7o5Ya9PHneCsYI+8mdbZUG6YnjoVr7fQUcqdzrScIpVVUkt/BH6JQ2twK2+DwO3z1Q2ERs56KiQOEBUBCeLB/NgFLrTx8BDmNBlt2QlTCO+qMGssAQcbCy05Thg85LUKiOArJY3jpysh43yLLCFway5swVgypku1ZKHYcF7znIYl4WvVgzgKwTKHxhIMs2YIIs82Q9MJC1YcBq9b3vC2Q9cJBlwArhgjBi7KKqIUGWWX6fcJCVNybk98PDiEIBJwCyVIRhCGTlQjq5CMkAGpgoLD5ckCXhAp4fJ58ky7J8dzkuBc9+d2jutgAAIABJREFUUAEwwFqlrLu0ktxA2B3XjVd+bB41BHiHwKJkaE/dw4As9CVC79C/fJyC9T9C/8LoFqXoNR79S/zkc9p7wmTc63oJMkX43RAv0GCoA48xF9yPq+t7EBe5VPJiqRgP++XV9TA2tLG0vMzPFJZo6y82E680yLcEbTAqzJt3zEIQketlBpH/n703f7Isuc7Dbu1V3dU9PQtmw2AW7CAGJEhKoijZoiSHbCnCjpAV4fA/ZwfD/sl2hB3hXxwhyyRFiqRAgLRIADQ3kFgHM5ilp5faV5/v+87JPDfvve+9qq6eDfVmXlfVe/fmzTx58uT5zpbsCz03AlkMfwzvXAZZmFdKeXmNw1NVhgnQlvYVnbuYjH+8s9IrQsn7EL0STV3IIaj8s4RWltbInogSqDMXrfRBGMAP5B+kE45RF8h69fOvd5//0teseAj4G1EBKLkfIMuuXLE6rHasw6YBrbtv/6z78z/9k+7+O29dgywJlI+IJ2soW8eW36zPrkHWRSj2cwiyAjxVgTcNsiiKGpA1ZREaA2rlfgdY8XfdnN1aNWaSvMg8cgn3PVNc1rQopkTjBLLwfVGMI1wQFiaXB/nxNfyIBjVhtQv2L1tmdW8FS2OtBcjSVjP0ZKkT/RLGAaLUdvZkCTxys0/gjvsp1V6nFb/ve0M5Z6ODXdyT1ebZfBxBFgB4LdVe6an8m482yDp3TxYOI14yhYEgy3KpoHidWeUrFL6InCyGDDJcZjbIunXnUwY2tswhhnAaK35h4TMofJFB1t47P+6OH75jnqwdw26H9GThUGJafk3BY3XBjwTIwgKY8GQBD2ARwsSMPBh4spCbhdBB3JY8WaqaabSLcMYJkDUpQ4uHLq/3kBN5EQ5B22U8We09xUjiPC0+CEGXQJWHmFE29DwFKNaginYoxBAl2UMO92ASD6X2g2VpDHKDW1LWs6ItYicaYF68pHp4LmUkc2kKENO/fOgXo7IvOSbAV/OtmMvUhPfFta33G3+Xe2GoQiiyjZ/5VO4hUwlxEKyG+wGIhicqSrWT1dyLVu4FbTwaRGSI4zbq5wH84kBlPC0MmugbQBWmam3d1r61j79PTlBpUCBXRV1wHp71iUUw5AHZ2NwwdjdDCkvL43oRlUU51u16zxlTcR3wv3u9HGTHwdU62FogPPabOHFN44logCxnPdTcWVD7bp3UAlzJWGAI99wQ2AcjKDwz5kypCm4MKMCs8rYeFUYmgEULCTSZuW4g6zXzZH3ui7/YHRnIWlnZsMdh3ivIWgLIMvmwtblmIOut7rv/6U+6B+bRWsZBFx4qeO3JCnny4fy89mRdjO7XniwXuNUdH4qvbDdhsZGAcZtbWBhd4EPgjJ3zMwhliDNmJgDRTJDlzwrrEqfZgVdsBHPd+S5bi5DNG64L3xJG50CCIYDhYXAvjgCTAzKIUz84lG6h8jmuSVI66ze4Jlktexv/TP6tihEdILy2wK3xOxtQFBcFAKMNlxuUz3umiZefF6DRxlHGhDHw8QyO7PWENMgb2SjA8p70ioGQGdVWMze+raUx9sM6x+65mCgYu7qGXT56uCAoMhtkheJDcOuAlhboCZpwCfi6ZAl3L8V8peGCzBVAaAqiAy20xcMFlxxkobqgQvcMZKEYBbxYCWTJOh+FL8ya28vJsspaAFkWcomQmiMLqXlwumrhgsfdwb13u7134Mn6kZ2VZSDr4KFAFk6dYa6GQNapPbPwmouoelgsBAT+bxlQhpP8Er8VAQHkEwzq/ChQHK/QyfpcMw6yoLtReUTHABw2zLJviirCBjnnKJV9bMDUvIICWHiU8lsUgtgqcPxIcx9dctEgDw++H4b65r7KYdQCrf7f9Xs8R7SsPNf+7nsDuDxkIL3bFez194N0tEfaT9D1FVO8100xX7eDqpHDhrC040PjsaMTLkOeCUU1l6Vk9DzK5lB+JUZa/5TqE1TDlFakeEGeEDcOOE21tAphS15VKY7gHrZQuhBelw9vLQDR5RlaUhf6xqWgy6nNPwpORPl2FoZwEMccLA8nBRGiTDq9TgZcyM8EVuIVeIhyQQrOG/Zp5+sytyFnfQ7iTC4a05rPWJkQ8wNDgT1L3i4UoBHB5H0TEIoKiiDfus0nQBbHZ4c8c3wYA3MUcX5eLXgSWyb5uIAs0AFFPLy6ousb6MzaqgE4tGHXo/1TM77gLKkT+x0FOvAsysUCdqsM1vRCbsb6imgU8YlPln6ElwxjzEYBriMPwWzW0/mSPd++hycLIGvjxlPdK5/7avdZy8s6sTMBV6zvKK4hWinPCuGCMDLc3Frv3v3Zm913LSfr4XvvIOCwgizKvFRhsMSTqx8fzXBBlyF9gXnBv8ATs5SJCzZ3ycuvQdYFCRe64gVvy5fPovnHMFywKrgDkOSCtHweeQKQR7GxNspxb1O+JMjKxO4pBtz3tfnHQY+eAjs6nVVxH1fk8xgwDJ1nolLjda/1DSV5ebg5F6Hs3q2RzVSdSpt8Kp5xIf4Lpc037Zn3FpA1vCrAU/ai9PRR6heu7BX9S8poKAsy0VflbFGrRU8dbZQOUmmEj/ojkMAl2Ztr5987i2J9RTmqNH5QIKtYZHNOm+dLTPcaSoKs/rT6XllOlrxRssoqJ+vMwNX5uSm/yCfAIcNUPo4YNnR+ZqWdccg010OclYVeQ/GysCDkJRjIeuXzX+letcIXt+48a16dm1ba2EAWPFkAWRYuCJC1f//tbp/hggBZb3enBrIQkghPFkCWzudSuFIJ7Qrrsyv2lBWQDZIS5SW+T+Gz5L/kfRVT9VbXAPQjV24wIeMgy1cRtZ9lUzjXtjYtdGiLIYMItzw+ME/gkVn4AbRQGjuAAPsQClzLlw56Yv1FCfcAjwRZGmMYUPrekyHImgRd/ozsCYmh14gCxEKqyl/N9wQZG3BaFNG+YhrtBMi6+cRtO0/oGYqX3Z2dbufeA6vif2CcZMq5KbWrqDLrB8nKs4FnQ1l3hRnKLUW1gz8oxyP6WYTTgY9Yka/J8wxZB4CD86nwIshzpR39rp4sVdfLBib2oIAFFY8Yy7XSPFUvmJ6jvlMmNDISoIXeL4RMmkcJ56sx38+LVER+Ju91I6DaV6QFC/aw7xWMY5UghA/3qniGe7JQqt2LcWRPnMYlHFqBY+VTViBE2KeHflJWECiisiC8lTqXC9X1OD60wwHrrZovhHU135SADOO2M8CsQMeNGze79dV1AXFbQ8cGOLVn428Yf0xesDqi3Qda4Iw9GDW8CmIU31Bdj6C3wrpzBcgo9BRGwDBy9I3POW89e7Jw8MR6t3Hzqe7l177avfLqF40AFg2wapUFYVNxkIVCQSYKjSZL3fYNqy74FkDWnxBkLcODj6IYkZNlnq1Sxv2jCrIeOQerFbDXICtT5DJ6ztXqSpKuOY1jZMYW0OUGG+ngg1lj/eSCrCIARY8pL1RsMrxoHsiCoGVIRNoNZxguYoMLZSo8WlSqknU0Ziys1TFheeJik4jiD/g7wj8iKRgymIALQ/GdQFWecECqgyffEKXYzMqLwFi1o1x0sQjPaVPqj22EWRuL/WAROM1rZahK8MYwF6Hz6rNv/pp8p8hcYFSf/tEFWX3VueqE8Tl4CxZjL3wxt7pgmSHazWeFC1YeNCXhIwyyYJVdtvLDAFlQrOG9stNzaNVmPpZZZc2szIp58qxgtqE9GMjaFsh6+bOoLmgga32b4YIIqTm271n4Yh/VBd/p9q3wxQ5Alp2VdXrwgJ4sVBfMIAvhgrEOuOZJbq27xwmyaHvv8fsQctWZd70RVmrzYm1s37T3DQOYCKEyxXB3vzvZOzAMKZqhpVBwo5hGPZNJrcbY6uDdcNQDWXUtZxnTrusRqeHPiFWq4jiqMDd2dfIzDyzNU/kLfeMMZbk1jcAzhJA9+cwz3cufe81KWh91d999r3vf3oc7ezb3S+YA9KMTIr/INX36ttybUzsaBQz8p3c/A0oo0wGyEOocPQvj00mEJLo3I5cizyALXqgItQuPVswVzp+CQk9xmQBTC2yHQDddDwL5vhv7G/cpX2fyJA2BfgGBKOGOg4RheDOAUoATw1XhGVHJdwAg7n0AIvY8hT16GXiEBsITBeMFckDNG4vnhueKZk+0A1BDXgwvY4SZo0qde+IQMst8JRQlHwdZoh+egWcZ/bx4xdraerd961Z3Y3vbQLcdAWGA6sAOUMb5Xnhhto+OD/g5PYKQvg4yAbJ4zpddx7HxDDAxRugILORUcrzG15H6VundryzbhgsKZL3y2a92n3lZIGt1DSALtEMEgPEOfF5rmMOuu3Vzs3vnzZ92f24g6wFAllFo2eTr0jXImhJXH9jnP8+erJbI1yBrhO1qGFL1ALReqNiQZ3myoqR6bCItyOpv6r4zj4Cs/Iy2H9JjZoMQhYm4tdDLumOfV3y5QlJkaaMITYK0P/4SLudWblgt5clKybRQfAto8Q3Ew+yibHkeQwC2dhpKeIUraQHiwiI/T1oUkBiWv7I59O8k1eeCrLy51E0mbyBljhpTcJnjTxTIamgYGulUdcGmVPrwnKxoT8FJnwSQhbNd4JVaAjgCyEJBj2WEu6D6lSkKpmwuIfcCeRnmqaFegDgYgiyz5lpewivmydo2kLWycYvesTNr68h+Ilzw4YEpTAaydt/5EYtfHDwwkLUPkAVPhhVEhvWdOR+RkyUazwJZvVn1cMwyM5fwZOGsnOK9huILBX/CyBCqJioKrm5tdJtP3Oo2b28zFA4Hu57sHhjI2jdPjXm03JNVqhtGTlZS5mKsY4CnhEEqNq7QpSqQiR9nGEVCdjplQd1i6S/P96Zmg4YpK9lskHX7qSe75z79olWdPO3ev3u3e3D3XndiHr9VkzWr8NY4sCLNI0wWBg8PKQNtwhkpx6T9A8W5FOWphTUEVFBIBSFZopsgH8L/gD9gcKvVP2eCLN8v8j7AkXofCcpCgU9APc6cGgNZY/tBACq0zX0KwCkZFlne3UFZ5FohnO4YIMu+4Jlt8Aq5kTCuZxhiAVkAXirdLe+We4FAQ3gtAbJwRpZdw4OIA+zZtfnwYoYZyjLo4Yz4XqF/AEAAdzjLbMyTJV4DyPLS8t737Zu3uieffopFOE4sjBThgVHyHs86sfJ9u7s73f6Bna9HKCe4F2A6gyyeF8Zv+95tglcwQBgWnJ4xH9mLVffLuHiYk1VB1hccZG3Rk3XCkEuEFjrIsiZumRHm3bfe6L7zxwoXvAZZlGDkuw/7dQ2y6gz8XIOsNmQhM6ZyPiCdA3RUMBOghRuNK5hV8LuHKCXQcgNh2ILi2mPfHgVZJUG9uualGKndsP5V5X0IsnreJ9+kuM8Wa6a7MFM4R1QiHChBvvnGJoXOc9PhYaceX8+wCRe+Aah4CquEtrog8NULz4lrXdFh2wRwkBVO90L/JMhnSJAQLwUwJpP06HxXPau02hqiByIrNBOaTF3FiudMCLjzRdGh98L9Xr2RDnJknLahKI6S5ZHCBZsdc4LuZSMtBksH7vBkmTIyfhjxuFcjQBaXHnnKAbx7E6WYge9kLY65iRzAadZQLkSEMYU1mtaF3sxPe1t68gFrmuu6hgtiHsyHpHBBeLEMZCG2hWXIV6zPq1IqkJS9ZIrcMpLkEcZ0JIv4KauB2lkx5sn6DEHWly1c8DnDXdsG0AxkWTjNsX1/33IVHppFet9KuO+//cPuob2P7EDiDLLacMHoO30Vsizwo+LhHjJ5z8sc1usqd7iotan7q5UdAFmVmvhNXvipF6vKWa7F6s2t7sad293mrZsGCCyd/dCAooGsY4KsAysiAqAabQMpaEzy0aUnFn7Mc1rlCw1L7H+V8dG3YItqTJvIJSv8I8ih8LXUH3+0CgM5zUpfqZ/z8h5dvRNh9c97jAILEVJpJaxv3LBCAcZn1sCh8cOB0cdiwbo1U7gRLqi+6LmsYLexbgr3lnnBrChD7EfMkbKrHNTA03SKA9mw9ryfaIXRCOYxg1cRay3kE0dtz8LQTrEufR8gwEmAJkBc9l5lvgmPTi7nXg5z537j/IrRJk9Ua+wkT/uM4jvlfDl8QFe1aHuAH32NAiIYDoEDaEyvlwqv1GMlgFflDYtzuNBkAWkGsgDUKKdsjWXPmbxD+M7GQkApEEcPF8GKgz4tTPUd18GLBKAGwOdjz1sQpTRDoZFjtqb5tusQJnjLvFh4HZpRBtfFOU7gj2MrxrO7u9vt7eF8PeRlhY4BryXCFuUxBqjcMKC2aTmA8L5pyuWZu//gvnnGzBNW+qV9uq8XpTWZirnUwhceZo2cLIYLfqX7zKtfovxUThYKl8BgZG8HWWjmNkDWmway/sRA1rvIyfogPVngKek/MgqKL0ArgWeA3klRFytcsutKX6D/tIy90kfNaCz2i0d5XsiMR2vj4rRo97Epw+Ci/aJ8GLP2eQNSdy/ez/b5s9r4UMIFdTbN1MCqZ4gd597YxtHLtd9L8OSoTVBRWEnQSMDrd7WRkq2pcPQVg6z81MOFazvhZSueGgcqeEZscPi9eOP4hTb3vgUw+qjNOCzcQ11LipE2jVBwBapkudSmge91XgpCCCA7XJnh6BVWmMuWh9W0gC5XoqkUMBySnFe8a4WB5sik6H/8nC/o6obgXR3OiFnKXQ2LGfaN3PrXnGvGc0eC+wsxqc31Xpz1WeuKjUyFEdVFOXtx4rm1ylTuQP8+LvOmg/7sJp+sXdjk9/AgpHOKyE+eE4KNvcd7k20Gjzm1PVel8or4r1iWc6iph6gO+xefqJ81J0uW58uArEytZTvnSkdmK7+HVbKszPr5yqYptpZTZNZlKFTn69Z3A1lnS7ZekIRvVuQlU046e6/g/Eyjv5UssOstH+nmkwRZL7/2CwRZKwRZG7aMNwSyDLAHyNp7+8fdjoGswwdvEmTZP1I2QJuUk6W1mXh9blhyP0+ol4/la3MKZBUFC0pmemaWpe08hSKPyoJrFga0/sR2twGQZUrdCTxZFip4smNvC3WC5y+8WG2IINodejpCxoqne0Yo11bbDR0Kk16hsuvvftuQqZLvYUPpGbJc+Eh24rnhyUsA158i+SlZWxVU5a9k7wv4FbIVPAXFWxuNQBKVdPsfgV+rAA4OLuDpAh03Lcftxq3bBrY22Z+IQhBR9DcO3AXIIr9wDdvz7LOjo0OGlZ2aYn5u7YG/FA5q96YcIMj5suIcaHnzvm77Y499MeaFVPa9MvhF9wdtSvODHKzyXKzIHEqcNoGgJaV0gEgHF2HMDMU55hvyK/qHfoinZUjizIJWZAPfH9Mccl79+UFvHuFhjQSAA++Fou4P0p4N+iHXy4EW9QF6tNgzfwcDRXghDu8l11gxDfOKo3iMfaDcKeV+oV3mpdonmNf9g32CPIwm9JkcoQLgcMMA/U3jH54PZgAMn4FOd+/d63YsH1A5ZSoqkl8LebLAiygYZEakdSt8Abn3snnx4dVfQiVGFL4wgHWKs69Mbq2sYz85M5B1s3sHnqxvfetDAlkKl4xcQB1GDKArD+RQDvVI85j+wOTPUiwe02OvvNmqg1+26cuAtDF96ioA0KxCK9obHn3OPnIgCxaR6dejgCzIwboxtiALzyzWj0uArLi/CP0CTirIig2Gm7s4jZvvGOAom868OeZeotwqVEYL4RIJtPVg0kw77cFSMpCT1YCDBKykODuYoyIdm1b8nNdBzWavIiE3w3mWIoHNeI2BH9t6yjhwHUEpd2j6XfzBfaMUm0xdRhvtM2b3bL6wXGhhOkCcb51p1kOsj1FAFAPTRj8NspC4PTyMeGi9C0osDrKCB0tP3BgyvaYfL8gC0KJl2+gNr9O5Aawls8ICZNHybnra2QryyOApQBU4y4uw97J5HlbsLC3Q8ZiaVwVZnzFl4/ad502pQLiggSyz9B5b2w9MX3pgihE8WXtv/0Qg676BLMvJEsgyuIY15CXcAepi3y3roQFZQ16SwphfgxAQKtTNuqSG54DEQTKf6fKDkGVkQxGUsX+hVFrVsBXzZq3ZGwoLy2AzXNCLX0BJJd+hd8NVNA6y6oIcgqxhn0Im5I06K8wBwoqirCFWgMSued8cZNW+DmUZ2h5uxLG++mGIruVL2XagIErYf6geiHwf+32FAMwNXFYoYOvmdnfriTtWkXDLliA4FpOSvMH0ZmHeBa6ivPqx8enuw53ucN/y4gxkoVIfSpIrNwuGJnmysJ21xSdif4m9KIpFsN9u3IuQvKBvzJ+Mf57jxm2s0i2KLLg5TntM2e+0V9FIFxxSZLbTycFpKy+0D6m4BvuD+91L06+Y14Bf7RAcU1QwxSPgEWppEOuoGgjAPJxI9dmJydF6PwXecZnvReStxPsmd+BlWjFPVmz5KPwR1QbXWMQD0ckCzBgZ8r6wg8HDxvO9vP9cKUwDkAwAj6P64YYBNniTcC29bNbm/uGBecL2eB2eB1CYX4uDLDNOWVVWlHD/zGd/gV58hluz3/D2CWTh8PZV8+Iu2WKRJ+un3be/9c3u4TtvfwierBZkYa8LT1atDDq9Jz2Ob+brDY/jqY+jzUcNObwMyCLvN/vTQnrWHAJcg6wBgeaDLEmyMU/WNMiKx0SYnWK8G2GZwnhaT1bP6kermb8dnIQnawCyLF5+inF0noW/FsAxUm5VdIDjiPAH9Ds2Qm5uEN9qUP3EptyArOSFq0Ldx+QWwrAULsrobVReeOhmrYGB9S3TQeWbHGSplRyF1COZK1rcGzlwfyruz8m/4Ju5tNam/egv9Xa+4FgUZDVC3Ao7XBhkDQblSga5Jq89D44KpYN8FJ7gWhmOzc0IQ4vHRXVBKQhe/awHwtu1OE79PDPLNpFQV6Fwgt9ZihierFWALPNmIWSSuqwpCLDEWvUr5rYY0Dq3n6xYjjNvrJUTROI4yHrpc693AFm37rxgnofIydq0elkb3UMjy0PLo9hDThZA1s/ck3VoOVknAFloFxovyjOb1wyVwpw+jwKyetSAAup5W8FbsdbiMFm5tBNfIXxwiInYLGmE70ypsprTXWdn4Kyb5RyJ/KdWURD5WCeWj4US7riMVnNvrOXt1tvUAjFdX9RvPR9rtLe5ZtmlkWeQlQFCLPWxyJ9RQDlBhBwZoeexZ0NDEQkAZikCpngg5FLRyUgCKVpTINrmje3upnmyALKWLQxT/a1rSvJZayDCnuDxQAjh7sOH3c79B92RhSWewgsrTudcEGqB3fju7zVjIKvkBVn/1qy4RPb0xFwQrKD/zBuWYJ3aA+oeUQFj5lUOs6H5GNCOOY59rUSGhNHA24n+xtjQN+258lAhZG/N+BayilX63BAVIYX9CAXQzkPwMvBzT1YZhwZR7FPIz8p8XY+niMIhApOYRxx0vA46214Pb+S+hdwitJPGYM6dPF2UY2lNYZ40ZJeX4BaEQ7IyKir8gYcUNog3CpcU7553/FFBFuRBhCYyXBAgyw4hRnVBgqyf/sRA1re6B3YoMeWeXVMLX+BYjTiP0NeK52/O338zB8U6qfux9rxrkNVS6Sr/vgZZF6PmLB35QwkXfFRPFnYVheDIwpQ39ilPVpCsgCyWSJ0BspIVqyRZu3UulFECmBkgC4qOytOmCfM2aHnjhrzgy9rgGRsOmiIvi4uBlvMKkOIaYSXukIIMHgpIhSVtyLQguhWxbqhZ4V6wjwnoaIdoVazcjmt85YcDzhbbEGRV7dD9WBpPVhrt91ApWyF+7iEnuAXfzffoXwXIGoKG6YX4YYIs7FeRdn0RkJVoxF/bievPdYQLspKW5zv05m+wFsd5bgCywMv0aQbIMqusebJW1gWywPNnppie4awsT+BWlUFTVFGkwDxZ0G1PjDEKyPr8691LVsr41p0XDWTdtI5smC/YQJaF0OyY0eThwW63+/67BrB+1O1Y8YsjhAs6yFo2MIfgG5SLZ/VCKEs9kFUZsMitIhNizFK+p182ZvdkBagKkFU9CgorLlCAclJ/td6mArKwTqCgWkU25A6xwADO9rGwynMDW8v0YknxmweyMpjqKY8e0laV3v4o1f889uqtzbp6VrbJE5A9zoNTSnwGHXwqrvdGo4x+pc046Of3qYCRE1RABHxNb5aDMy/uAa/Dhp2ptbZ1w4Cr0ZWHGXsIu89j1BaEMQLgSmW9VTEPOV8P793v9ncfsvoe8u0eFWSh38hfiWdE1Vx5KeVNE4n6PDNG2xhvAKM4fwu05X8eXVIOHvYpz21lHtG+WnPMgsaFrnWZyPOFfRHVQjE1TjdMCPOwbO3BG4TcKj2jhq1iaMjX5RBdjxB/u+fdiwaF5zZysnCxgJZePBXNZRqBDqyN9j9CRqMoR3iy4BU6gU7A27WzcT9ORj3t5TJosegFQC+7KMDuNlB5ruw7eJvpkcTonJ+qUSLtnWM5WbgHBYJGPFk0ujBE0Q8jNpC1bOGCOCfrjoULvv3Gj9yThZwsB1ksLgRP5DXI6ku2j9dfnxSQxfU8SzUB/8/UXRabt48lyGo9LxVEaHMk4SjEJRRLmeQULgjyxKYRpCpeIOYpRdhLn5DRpkACpW/RB8tG7sIxAy1ZV5QnxRKrsFgFEKPVUn2neHXJjmc1odSjs1oOHea9EMA1J6skNDuoknLF+MCeFXKwQXpfoiiIksP98QHCLsCArTV5zLrcY3jK/+TN41/aRMrLD48symJ0D5dlkJVuCYUzNdKj6bxFp4tnKblDRXV00hoI/eggKxNHSuA8T9YyquZlkEoFountBUAWKdOEqmW+HqWDryMq1lB4wpPVn5VeP8fpKdZwncjXTYRNSWU5xtlY5sVa3bhhz7FEdFuHDBHkYcTyaPEsHqxNA0xrCBe0/p0ayDotnqyvWdgMQJY8WeeWi3VqZ28dWwjNrq3vh/sGsu6+3T0wL9bOOz/ujq3wxZmBrDMLF4Q1F5W2DNkRCLEiHNa+sVN/nVfPEizSeY60weVFMAT9qjKXvAfp8gIukqwoAAAgAElEQVRUIkdHOt/sF2WoXWUhgigWEgocqpxBpi0brZzjKohAL5N8qCCmJqSz8hplqBTHniKeE/ZDPrKXeewqgFDBT/1OQK3yBMfN2/Uzg64MLEOJx6UlHM3l0CyQRWU3CiKg6hyewTA/LxDj61Hyxf7BXmTXIzdnDYULcCitnxUVucPsg71raLsAbAAtfIey3zsPHhrI2jG2Mr5CAYIZnqwYQznHytdshAuGAhUGD5Gs0rUFPJlxeB3+x1xiH0ZfnRbyHAm8BYiO8D18ju8BCAgAwkuWGs/9xmPywclhUC0HLWNMdpFK0mtNYwQhW9A/eH14HJ71EaGvhCkALuQ7eZDOLAcuhq7tSHNGYOaVDDnvRWhaG7xfeoHmT3I49p3wLupvLT5cSfo7raXYxTofOSMtjBEOsmhqtMeGFzmAMH6S7tYehqpQy+BHdDGFyl8SZCn/WzlZS2aAWbOQwSdu3eje+vEPuu9885t2jMXblg2rwhc2ywRZKDCkPAkASueta09WXkof6d8/SSBrVuGLkH1zcNjsuYp9Z+Kqj6wnawpkBVEiOVhycRpk4fvYwBhG5xsiN/vJhP1QRPWz3aCDljWPSUpQeJAolPyARW5ILjDHLK0S0i3U6M9WKE31fik+rPKWc6joqeIOWCxjAU5FtwocWsBVQk14u/uOeoBwvkwgoyZtbiyAZJCf4s0WyzQ7Wp+lUL+hikiKz9Uco52+v3CxcIXZIGs+NfqKc+ah4b2LerLaOx8zyIJi7Guk8pHWULxmeQ3yNVVBFcga0qNPryn6zgVZZ+ZHAsjaNJBlyefAuaZuWXPwdklZOLG8CByuu2yVBdfg1ILCRZBlidM373Qvfd5A1muvG8h63sDaLWM/VBfcYuGLXVvXD/ft8FmArDftMGLzZB3vvC2QZeGCy+eW6wUAx7AegCxTisGrsKgXY41GETRow48kSzJPtCBLnui8UAaOrwFQm8Ox1kk+EbI0r2NfiwIC7plw5bI1GmSPhuQsQqBM4WZuj4c4J09WeFFCdsbREbmnUlT9uAt4G10mSblX2Kny8cKTn2RHI79Ib7+Wc+LKPhXvBmT1zxRSm8HDABEIAwtPH8qOS0b7XkGZD6UYYBVK6Zrxo4MsKOg0NoTHSMWP8HwBF3asAFkYAlkgYW/HKj3CO6qQLIaXiYs8VLCGC46BrPAijYFijC3AY+FJ9yRpXOoPfhag5vybS6GDDvgeYYjRHsEW+ojDdw0MIGSOFRKLZ0m0zc9RRVSX2S7jy/5AI5EMcwGqNa3u+Qmvmf8tFnAwJBRVACD6e2Ie2taSHcCxAGo3BjgXKPw8ABbpoj5pIBU6iWfS3hP8yL7XcGzc2u5J8XcFoxVkSX6qXWdp0uLE+IKl4mnorTxUx5/3UoAf7dA9T5aFSb/yWeVkhUEAJdwRqgg5SZBlZ+nduX2j++kPv99991t/ZCDrHQNZZlziOVkOslzmMnEhBnMNsrJo+0j//vMGsh5lMrJBb6ydDwdkeXBP7VASUg5WLgKyirQBIGo8WdxAXCD1QJaXSZ3yLmShXoVlP+Y9klNDOVBbtbR6STROm321eobIrrllsyZaFYek8cCLpU0lPFb1TvXhEUCWbxQccyguYeqbw4kDT5YgX+81DbJ808Bz0x316M1+OxcDWQ3ggTI0cyytUnvZJTiWiDzW1kcXZJEPPCk/eq5qWVXxEk/2Z7o1TLSKy5AKlwVZChdUOosFreDwzBUr3mA5MCt25pMlRFihLFP0N3DSrs6nObHSyad2wG63awrfLs4eQgl3A1kWHhMg66UAWVb4AiDr1JQOgKw98+jsmML78L23ugdv2TlZdiDxycO3u9Ojh2bA3bc1YyDL2iPQgiyg10xgtYIszffiIAvXZvoqJ6v38kqWle7Q9qwfxQI/zcNRsIbSxI1PpX+ka7LYezOhdOdWW5CFtuBJVSXJWtSgAu5YH2GgaoZEnnJvgARS4TOVbFYIGPudZOyoUcwBVfDqgD8bmaCiGn0pEf0GiEBZbQAt5EztW1EKhFUWZTamCuAJ3hBUPIMnhTkuDrDo5fKqcAANNG4p7LuUm3fzG/NuGPKK/D4UMaog68wmTyBzGmShX/LsuCeR/ateP8wv5ijCB/FtLkDRA1k47gCeTb9+3UvSY/wAg7hv1eiDtoLW2rtU0AKeLIJIDxuOGY+9koCD/CLvUbt/5HUT8yGwzWY5Lr1K8HgBwPi0FsaQB0igpD5FBkbNDYwAAegqZ3qOb1pXvuXW8ZLeumNgTCpgLBhO/RwY/tBAGjzXv9EmqsVm/YTGCvvvmPlZ8Op5mz6vFRDOB1mfthLur6K6oJ01iDmymEeeBVdBlhkYNtcFsn7wdwayvtHtEmTBc6/DiPGWX036yTXIqtzzcfntwwJZmT5TuvlFaTjPqP6oz/mYgKxs8XHLGTedABVSUvLfWeegwOFbQi0XrWgnhNYvhvGocERY5UNAyxpJ8Sjh14C2gQfIwwIpEGn5l8VHVj/7MDxarsBk71dVXcbZJlttwzIcG0iAqZ4kxhbjNKOl2z0RlW4LeLKiK7w9lJ+xrW7Y5wHIivlLuso1yBqb6xGQNVlqPd9fPVlUepPVlyEvtHg+Qrhg5PBIihTFgeF2/soKWK9nA+W+hlppubYwdzGQhWdI9Y42PL8QfTXF2JxT5smyvBc7p2bZzjFaumEehCesWt6tTVN0LZzQQq+O7z/szu7b+TT3TDm+t8c1ikOLx0GWnXVj4OrElI5jK6qxb9fu2tk2AFn33/qhPFkGss6O4cmyw4jP7dwahiJ7mKBXSntkkJV3CiiCWbMj4UW/4sUAldyaPceiUNRR0JVFBCBrMQbQGl4Cl6+u503ucdkLEl6PeSCryrF+s9Qxi/wPXqkevqwsEzyg38m7kM8OikiCsk9QrlcDCGRrOzYdMDsNsra2tqzqm/GFVagEP8ib5QUjEshin7x0N+K9REt0gAys/YW+Or2GGz7QA24AuMLcIBTVy+hjj+GczQZZBKIOdBQaLjriWSz7jvEDNBk4WvNzhkBPnSElj0uEVfJMOQdZGD/eeOkgYeQ9GsiyNtAWecCuBxCNF4s1Of3bOeChwA4MKM84r/19v5UxcSxEOIwiXA4KPs/mw1l57If2evQrgCHmTBUIvRBPmoNoN1xFdV5SuGBc70ao4HmuHIQPuozi5/TqVlBdxoEQPK3c/jIF/3vUTYT/FwMyQZyiVmBAjnBNUJZg1sM26VF0oEgJMRku6CXct57sAmSds7qgFewwkEWjGtITwGuWs7luXtmnLVzwjR8ayPrmf+x230N1wQ8bZEUJ9xqqOimoHtsX0rk+Ca+PAsgal4cXp+4nAmS1m9F8ZEitbZJa4REKaxD/9s1BhK+W4Ih5LqAoNjEXcL2HWDOwrRSQ5d4hNC+w1c+F0KYMARwx2f0qWGFxlEdJr0jYLZsDBaVOZm9j4in4wqDFcRX1cYQ2ToMB3QKI8unJmicaB3hsG8zKDQW2g0KKbugr7JusnfPnc3wqQ+kvOsfIZVUmtUr3BHukxJbCQegnlEH0me8RBX6O7Bsq/fmGCB+96AJ/VIE7pEnPuCCrgvjOMYryA6DYBciqeQHqvRKkx4BOVmydm/tzDxbkRu6Vr5w3wlgQ1BkHUTVngXw/SERccP6bKSh8ivk3heIIfUT55Js3u3OUIn/6VrfxqTvdioEsmItPDyw3697Drnvfwq/eedgdvH1PIAthhR4u+BkLF3zps6932yjhvrbNghinKOFuYIsgy3Jjdu6+aZ4sO4wYOVkGss6PrLrg6YHleRnIQn4CcyJt7bPwBX6vHW/xJRTvIafEJ5BJMBzF/QmQ5zad9+sceABcj6ztU+qXpdodGqBbpOZ18EDntn02lYGx2qYEpawOGV1Dq8L7jsZYhh1vb6fIdLTq3azruz/p4EECE/Yrqox5afnkHeK6cIOXCjvoucoXEkFjb6l0C5pEOFaOshA4Q7nsDTtcGLlWAAYHVpiCRRa8w5W11T/JUOW88fdYq3xUhKS73EqWKinlyv3inQDNAA9cqKIv9y6+pcjL6CEvcxxyH+OkN8s8sdxLeS8q8OkwXo7LFGgAJORNol2c28UqdxQn6bwqB2UsWw5vB7sDMKXnr1phBDwbNOcBy9YG85siDwuNs3/ywgXF45yvAtYB8CjiVHyBlfV8pXgTDpDUQgBJGQhQNAJl1L3SoIFhrMW1NTt014qQ4LlHOHsMfbO+rsLjHYDE6UNgiaY5r74CuHj1rnuo0cueCU8SATvzsxAWqkt52LPbAMR2vp+ADM4soQcUjzXHDLmhsFO257yB2YOhi8ANrUWf7I/wGOLz8Chmr1fwOeklbciatdP9UPjCDiN+ycq3v2rvc56ThbPgIB6N7qiSDP61UEHQ7+mbt8yT9bfdd/74D2hwWjXjklXHGXiyfAU6zUJLy70I/WIoAXt99cWl/Q3N+bqnnNK6rlU5zUDCMNVZryy7Zl54wS9nj+OCjV3u8isAelPGr0U7NNQlFruz1TUvq3su9rS6th9p1iD/Rnbw6MOVhAtGOF40mg8jHB9sY7nHWGOHKr+nTb4Hshw4uJTVPlXjtMvz8NnIw0HMsGrJiBd5WgGwRO6w0NMj4MBNgs6/7/XTk2cJVCCUEPYRY7T++gbBPC23EOeulZBlfjhc/DXkZ0g39jXRry6OOo6xOWjzswrIcsCFe9Cv3PbCjOsXLpIzdWF5kEB09EdWPe1BoF4rXlUaefZrCLL618/7ftg6ezTvsfN65fxQL2utMrT4+tjJPa68YEMspdL9c3yfwy/roa9qf0wwxjrQ98H7jTFihOZ9eoXHTWFL0c/c5kUIVZRwTmt4suxXU6jgyQLYWjaQdbq9RYC1+TxA1pbysXbtXJl7u92ygawTA1mH76L0uilHLciyMu4FZJkH69QO64Qn68CUjV2r8gaQBU8WCl8c7bzbnbO64IER+JDVBVcY+qUcMHqdEiu0vNQefVBpUXlIytg0Tw09MSmvRbM7wo8ONMry8Lnxvpb5bpaPk915U1/GteIMeUs4zxlMgwzkIWiXHm5aBh8PlXGn8ogv6swgsVcwfFCyN57PSAb3huCWHAGgLaN6VPF9hL7qeTlXUHI42uM6swbkOYABA1UATTl1xZpFFtIehvYCRIT4ibVXWMEBRKGH3IZ1pNzDIoxad0tvr55M5WSlnDQHWRGB0SeboitiTUvmBzBDcQh4AQhPXO47Xe3BOeRec1v3QdKOPBB8BsJHYQkDA/YngKk8KzjXS9/F83EXwZ3TmK04/wD44XN4ZwJk5fVTf69jCx6L4hX4+8TOF8P+C9C6YbmaGPcRcshQPt29eDjXSs8G/HDedXkqPghLR92jI+8Q5GBYHemitccKwJAF9sxVVDrFt8y76+/jzmnSV5AnRUKCFwywGs02DdSsmneeoBXjoIdPgC4MGrEH8rvkLYyQR/F3XsjwgiqcTzlZG3Zsg+WjfhbhggBZHi5YQJZNKcZvhgWArGe2bxNkfftbv989vPtTA1l2xAMqqlpultbv0GidebHPl+N6TVzT6iCyzVTe5bq0OcS6jBzBhQ4k9hyxqX59bD+feQ7tYqN6dHAjOXOR15T+cZE2LnPtRfs59oxZbXxoIGtWp4rF00fDaz3EIQvgmQSdAlm+sQgIhWIZgq1uHti48gGI8mpJ8JXFz80tNlcxlUrC+u/iGvtfZ1kEyOopXBKnSQBWAZ4tUBKPjx9kkb6uFF6VJ2vWPH0QIGsMuLZ9WgRELXJNbXc+yJq/uEcAdyO3HgfIinFKGass39ujoSS7GYPRUI1JY0grWLxl1w9lrCjxFxTGBfzPAFnwZJ3c3Ow2nn2iu/HcU92aAa6jo4PuwM4bOkeo4PtWDvu9ve7s4cEoyPp0AVnmETOAdcKQwdXu0D1ZD98DyPqBgayfWOGLdwxb7TAna9kUjRVUf4N8gbU5QrsSwz0OkBWFG+Ixw8INi4OsRTaqum5r2J2e4Mq382kGWaE4OwyTd4Yegar8yWOjHhSe8q+LEs7tIJS4tOLIr9nzVIu0gB4BLnIoYc0vdE+rM3mmX5wZpT55zyS0tTjgdQiF1/uQaViGx7w5D+ulIjT0kPc9+9XDGZKAXiy14tRW4YvYc9i78GQ5wNV3uqYdb/QzvExS1uE5DU+eKjjGyOve5p40b6BX9Q+KPkr/Q9mHsdEa4EGxBphQ1AJ7a1QaVN6eATwDE/A6lVww95bhEF70hYf2ouiH9UXl7a0dB4xTcjQAdQ9MskiF82zapzneoJd7R+DBVd6c7qnhjQ3IwvHTdn+dZ12Lg3tR9AS5e1HA5ODQzpyj1zMJcrCQNl6CLP7qxl/QBCALHjjyP423AtURUZDBKgAWPZBuzM1VHPtyBxBLnqxc+OIly8nCYcTwZMGQAFRPDyNSSzFGhIjaUQTPmCfrze9/r/vOt8yTdfcnZlQykEVvlvIFtYj7xrgpuTIvNO0aZC0ikdM1H1OQFUsgSfSsbl+QCLp8vo612DXzHv5YQFZsWBqJdyEbSijsK+DIwELxIBMo1zdQWoh8w80hH6Go5dvbAfb61lCHS58WZoAsbeMBKgLEhCJY9pakXeZnafHH2VWuXBTg5hZDCnJP/GUCKayQ/U4V+1g8xy0sAnai4zXICh4TTfIrrHhTnqyrAFkXA1ixKCZ43Ds/XwB8OCCL1mxXyqS0osPtz2oYYHW0HgJrrabRnhL7qRT4ulhUEOb57oMsexbaQh/pybLfoYTdvNGdWj7W5qee7G4DZFno4L7lzuy8d7c7e2CFLwxknd23QhUHFgpDT5b1yXIQVm8+2SFcsICs1RumhBjAsnOyTk1RPLCSz3vwZFmIzL2ffV8l3B++ayDLQhABskweoOgFtBIcREw5FkpUYeE+A1+FJ2vo4cxJ7kG91ouoftRcvtn8muegBVkFmJNVEmhKCnrIfOmXoYA1PA5azQDdsdYjvLuV9XmdRt6ReLeCr7wvqR2Bs7hOQ6j001lH/VBx0aK2GaF6eU0XmgQ5PE6Q50Q2MkzACWPPX0DWhSfLnxghYm5wi8IXeR0FyKrzJZAlAAPgr3kuhR0SbeQl0Rwqp0nh8iEPcpvh3anygbupPC0paqMYCz0qBDQCEFAJddPe7fOoSIh7WaXQPlcIoyoVIveN59sFILM1HvlHpLmPIeY58K/AY7KNAuh6EZpydhbAZzEA+RqA/EsgK891u5/g8TqLy0BJma/lbt1CSjes+M6mndkHT+Devh1ibkVzDi0vlAaHmGqyoPQEgCzSy74GuEH/kScHkNXLM3SQHeA+cssZVgm6AuxjGiNEk1OaeasBWZ3lqpWcLHmykOOKaFUCNtRcgaHCxjQGspbPLVTaDEzmcyQPVE9Wlhrjv1+DrPk0utAVH2OQlcc5lDkXokK5eJ6eNe/7RZ56tSALIKF5asFYraLly03AiNtAfFIsgGqquhalgLlnKTbbYrHy3KfSnnek3ZS5SYyTppwJhc0VVi1XJqt64ZakaBPybgJkYVw9Txb76aqEEJjG5qEkHJfMjj1c2t9G+5ZD6Sh5MOOKUH+SE51HyKBrazthnZTADtApMPgoB7WNReld1HM1ADfcOSo9WtArcjFyO418ghnyFQ3vxldFP/IPFgdbwzm4+GJuFdAhQJ/ryYqcDrfSKuhIrzZckIuGvJGVZFlz+wqoU9cVG1l6neZ+a0snVU3zMt5uaQ0Fd3ylTn9aw2vr7PD8TwtJOsIaI8iy8ECrgrX+xHZ3485tC4XZ6A5Nydm5e8+qARrIemAFL/ZNKYDe5jlmKOG+dsvyEgxkvQhP1pPPm55xwzqyYZDJ3vBk2bU7D+93D95+w94/7PbNinv8wECWVRdcsrO4rBYXi17gTC4WKSDIyms2cgrq+HDq0fir8pB0t2in5S3IsdaXWHOKatvjgnEqdzJXNAR9M5DLIKsAbBjVXF7V+Q8g0pdbKtkAYTPC4y0xQu+lIhre0Bx9oBsGPOfX588HXkQHWS3PhyJNbwjDCGdzqcT9uGyOO7M8HF6pT4ZyS3tUf+5rb8MgGDKcdrm0BgNghLcDXpRQzKN4iOZPobyqQAijhXJcSrgZwv/cWwfxEOGSkiEjGkHZ/2rYZIytejtr2GAUb0A/ERrIXDDIKM+TUiQIFityjaywDTxiAI0WPidvWT0QWPTWXrwCuVS8ctzMZegEWEN4JHPKNLZTD21B1wlomvy9ygF1zDLQGq1Q7MO8VhiHpzQCO9J7t7W5Zc9aY/XFnZ2HLGMfJf65BFwnKPqRkxPzAYC/bpUs123MLJziPC0wa4AKFRIpTxFRIx6MUMwoQV9A7kIgK3KyNpnbiu0DZ+UBZKF0/Rn6Yp6sp7e3u7foybJwwXffMNkAAxPCBb0oCxX9qufMWj1XBrLcWxrGgXlr1pDk7EX9cf32IwGyssy6HCGvAmTNlclzZPYiPZ/3jIuFC/oi7u33uRdjG1HZID3UbUTL5kZRgIgsOuCTuqHie22u/H+CMPMU4PCIlbA954NhexLQvutV1WYATtAXhQtm4debGG5MNb8sLPjxTJAMJ8ZnAd47WwNb2Fxp0dJkNsjisBMNo38ZZNFCPIPWCzHfCD9cBmT1ICa1iP7T+/OXY+cX6aVP8wSNo4xwmS+CiUVeRrw02MsJjFYBRZN99WwxkOWKrjWXA05bkBUWfm0+yl2hQuXWUMIopxOTsXEVE4wFxPjJDJCFnAqWo4Y13XMLFqFke01R9q2fXNNIgnaQdewga9VA1qmF6ywZ0JLyYzZWs5AfW+n2k72D7swKYCCBa9mUB5RDBzwQyHq6e+kLfZB1bvkKCBc8tZysQ+v/g3t3u3tvo3z7T7r9937anVi44PnxjhHXrLksYVxB1qDUeqznxERTxxTk2Vqqg6by0r4EsjJnVt6ZJT+KpID+WUWe5tb5Nzxt2SM3G2ShoeCVAChtn+XNQTTBYH7bD+KwbMpZhTiJV+t5QFN8FArcrL20yu4saytIFdCaveovCrIW4ns2GgaNcQDX23uIoRXiWz06NZqkhOLR0xq5aV4gw+4tXhFOn5efd4ACRTvyz/A1StJHMQv8HUUnCq9B/M0YJIAr5I/C9tN+RVQo9Zx7kNOdBhl6eqo8InBkbhd4QvwGWSWayGDIo7B7eYH6XkOsBykTZDHSxGmDyqx+qHI+l0pDqmtLhqIlhgRuWYgywgNPbTxH9LxZQRErAgKAtGpecuRT7ZuhByCLSIziUqCvKByhIDvwWzXQtmmVLDfMG8aQRO+7UhBODLiZTGNlS/VjcZAF6aJKj/BQ2elm7sn6UqecrK0Cspi3hgKRhrjONix0EeGCBrIULvh7BrIQLnjgIAtGJTeguJAY59zKHI8OssQTDEn1OVNl3Tmr7BpkTRJoHnBYSH498kXV+XLZphbRu65irLPaMJD1D+atgd746GqH7PeQg7HBCxz1hSwsl8H0YX0r2zoEPL08nsgJyrj3ShYpvUvCKP/uP1nCeN5G6G3RWqe4PtzREkjP67fPnOTBTt0HV/q+uTHlkqFFjUObQIjrPsiC8O9bWNq/p2iexNawH81NHyeQFXQi/QZV6dp5GYKsebJ2UgnNgGquxG5nhdvXqGwQG4lPZil/eTPXxRcHWVHCPRSNwp2uiEUHSaNS2EX5KbIiix9pFU1m8gBVocyFN0thO2grUZ2kkIUV1cZwVs7JiSp79Z4/Sq3hh8WThU2SOlkGWaY4WL9XLR/r3KzIJ24RQi7LEipkmfJzaorJ+RGAHkIFTZ75ukV1wfXbzzQgy5QNq7yFEu4AWUfW5/v33rVQwR93Owa09u++YTlZ71o7uwyXwYGc8GDBkyVlY5iXEJb1GFmVBGM8pM8Eskbki9+yNAAr0yAr+D3kdPGwOEaOmYspzE2XQ1ILI/U9ZtVbo1Zq2F2zFkrIOCaw8sqoFC/fRxthNKhFG8ZZp8rxvrwLJbx+X639aonVAG2MEaKVeX9s0S4CskSQ2tMwIk6yfQDnspnOAVrw0AS/pzAxjacWeBJ40ZoOABlhvFriVi0PIDYt43NbOwAhPPrE+JpFddJZV3EQcaHjHK0ilGKCglQ0JMITp2RyT6wUwFHBWO++tL/H+JjNRkwjYBPXl2MAqBfYwP1sM5zFFop7nacEsgjyzNdt4GP79u1u6wbkhR0gHYU66BCzfwi8jrpDq0QJWikms7KD+gPaeyQNQztVlAMl59fgvUM7XDeRAwigpesq+BLwZE45Qz1rMZeBF7fkZAFkmezbuuMl3L/iIAvhgvKYEWTZNacbdnSBHfROT9YP/qb7zjd/lyBrqZMnCy2pi1VWzWGFogtNrYN2bU0WvkB1WDss+dqTNa53TMqZkS+uAnhc5HnT8nse98x/ytgh9/27hvr+/FabFmYocgay/v7CoyiCYKLBAoYaACalywENBb7nZrhnKjaBnlWueK4cyEAguCCaYoCaQD01JFl6UPGrJIb6BlSHNAKwXBqOgii/v5K8Mjg3sxDofkFRbAKQQRg24UKtMBwmsQ9ZoE+TaWUs7lwEZMW8xD0X9UJdRbigtHxZHTkNI2CnP/YRkLWA92met7BVjOcvwgqyon9ZuW1p2zsQ0xUx5Wf0tLJBPl/xZDmPCt/Yv9hgTRFivEdDO66OBmTxI1qtYVt15cvzMfKmlSuw5TPkAmzVOYr58oe50oBwJVhyj44Pe8rBfBNJpXjwocw9esmTZae1wLth4163M7LObcM9MusxlJA1eKlQNQ3hNQBaCElykBVnTgFkbTjIeqGEC1o79GQJZB3avQRZBrB2LFxwzyprnVpO1vnpniy59jwmf9uboYLIUWgWTrue+1till0JfEyCLFEOB0b3XxcHWczlSY2EZ5IGpvR5P/9rPOSm8rwqtg0BYsio/sz7VtEMJfdKHKqy1hXLT63frHz2G+3L+Xp/BmZ6LtpgyKCXnI+CAw3BZZH7KBEAACAASURBVAxsP2xnhUaIGpY9W5mZnsNoNvbM6KfWXy0AIo+fGyl9DQpkCajy7XsU6KnwQNTHrJ6t8BBhcAGIwBOSC6JRKPo9kEXckKzR/jeuz/QkeKNHSLILXucYT5b7VX7WyJCQR+i7QHHNJeP10COYZxb6gyonBlAO+gfIKkcPgA4OIlcNcPUNnQlk0aCyRCB0w4DHpoEslI6nacU9OgwfNDB0ZLlYR4dR7t9BlfNMWS+40w2wKK+PV5Qmj9xurgCSqFkX9mFUF7wQyAI0slDoHshautGdY9wrKOAjkHWOKqvhybpZQdaDd39sLRjIsrOylI9KAvt7zoIodJq+roIstRk5grnYzHV1wUS/j0y44Py5n33Fo3uy5vWgGFxmXLgI4Jx1zTjI6u0UselIKFBAc2GMbyeq+JMXWpYFWiS0KnmIQDQTrUXOFIVjWPs9bj4EID9Pj5fQ9I9mIEpIJgG8KqRjTCHUK63744u/5m+jSWVyUFgEetANQjcGQHqSouXRQ6+cK6wtI7Tegt73s60ZfZAVm7CscnjFppevuyjIkpeh/1q4jdg/WnA1Aph6Uw7FC8p32n/aQKrBepoCYYm+80DY+Bp1qySVGlxRlYc+v8G7GSxgcxF9b70T2m0qn6BFtzjrnlCc7FcmbUs5gFW6DGV0TKG0hldCJYjjHBxarL28dVHMQGUquvVdaV5DNaiOOH0BbI4NpByaooE3wl2qctGqDEOKxsjL1Hq4B8mCeU8ga2PLwmvMk4U8iGPzXK3Bu4WwGK96pqR7mx+z0LeerM9YuCBA1k3mZG0YD6PwhYUfWsjgoXnAHrz/bvf+z35gFlzLyXrvJxYu+L55yfZt0VhCu52TBZBFZQNJ7ABaoyCrjq+s1LHF4dVcNG1jiovPWciaPnckh2JdEMECRfb6V9FPhQXWeoUsb58s0+S0woZ6fm8/oFKvjvQ8WUXMxTjwoKqwRrsDSFV4Vo3GWqxHa+Sx9e/OXDQ0XqX1kpZWMeY16zXa6lVJjM2nYdeiGHJf8n4X5RgXx0G7Ma9DfteKcNmfZX26dBxEZhBVRQbAIQ0MLPEd+47mkkASIVcOKDB/AahgfEFhCtCv7AtYb772i5C3z0olPt/TVAUvvDPxOzxu7mGx7yEHcMYWKCVAV+VkAMTwyuAaHHzMghkAZPA42drGdTxY2H4yPwrVCvEM7LUpXN/uKN7J6FfMAANRnXFlqIoz1VqeqkVRxCuqjrhhh/SumMdpCWXq6TFTeCNDAkFPHNhsFU7LmWrS8Hprh8YZ15EiHxogDyXw6bGHtzLWAPZXn7tgiQjbDCA925MlziSgngGyjLBe+GIIsr4NT5YV/1lesiJCOJDYWpMRpsqqrAOMrc7Z4YLqY5Uvs0CWwgV5xALPdZuWBfyuVU7GluDH8bNGVl9mCIsAi8u0e9F75oWSXrS99vpFQJbumWaWeW0sfe4Xf7V3d5tvJSFXHxIW91mTUAkTSqbi6EtHC8iqQ0bhz4ij5llSZXNSWF8tGOF/p0XS9kV/YxFRwrkYqc8qykUDyOqGNd/dWipytbRvrAjZwhyT0bM+gio22B6YacIFY5JlWU4KRRkSVKJsUR5Txvrs1YIsCecKsnIfF2XknLNBqs+ScXMazQpR9ogt4tULkDqhl4w8OfJH+l+NWQsXpsWIiC80TxsrPgs6tTQvHpuGT6MP8jm5kusgSwfpuPKIpG7yV+11PqSRdAJIcwAVZ+FQofEzR2jZJmhFzHs/9IRKVoQR8rFDZRd9hEMNL+UQHFlewkF3ZO9Q9vAdNudZ7NJytOSUn+cTIMFBFrx4G+bJQt8RmgPPGeWW0500R6giABYrjMLjbJ+NhQva+TRnOIiYIGvTDp497h7cfcfCBa18+7vf7/bef8NA1l0HWci1gCcL8gseLIULqnB3moOGMcfXicswv63eEp83UAR45QJrSpcy8NvfqX9GV3hRTR1lo6f2PlkWaBy+7Jqs6DnYq8qqK6SpNDXbSG31wI+1lSWZvot+ctJ7XRgWbxE3jRlFikcmtRDV5+KeAA5nCC1lS3rlAkDVozKy8TotsiGw5ORiLGXto2XtraUIyCiPOH1nbvLDfgwApY+B500hX8gerB7gC80rc6wgM7yfJQfLwQw93eAzN67oVu3HhOUAJTw/DHzT50auOc+/IgAobdSzn9BeeCTQnjw3GluABeaV8XwrJgkJUHnpdxhTcA/6gPA6jAe6hMIcwytk+VEGiNDnKALCtun1b1ZQGmelZ0RK1GuXITcQ0mfvZZzr5Qp+UT9AZ3se+gdZRC86dRoYfGvINDkXnnh87rzHQ3YBsniOmORvnDmGa0K+Rdl20biG0U5XF5ShF21AQglkPWHhgr/QvWpl3M+LJwtysg+yVj0nC+GC3/4jhAtWT1YLsihdWrI27DqpSIfMyPKFvCDQ2nqyQKN6TpbOV/v5fM3XX+fR5aMDskZk7LzO976f7Q2bB5C4JqlPTT90XhtLr331671R9FT12DB4hS4T8aulcuzR2eqgDSYO4FMbAtr1sVzoXDTKV8J3sKOGu13WIgdX5fkxarcTplHUpseViHajHgdpsyd3GmT175sHskAPKFlV0AwntGddS6pUeAi4wV0JyKoevsuArLaMdBtmdJG1UQRkY3BqQVbr9Qtg1AdIzneTK2VqEdXPg6dqE7MFeO9bXz89cO2KDec/TBAJfJFWTA+oFudYPPTMYeHzPz96GRuPJIK8WP4zKmMOlS4BJCqwbjkOYQIrICzXcThpgKzstSrFMALQ5ckFdnM+FRCzt61fKBcoXwyQhdwE5mQ5YXW2yjRQkNTpv5bCk5VAFg8sNYUJZ8uAFgB1yIUoJY5Bd8+7gBxaBqAQSrAS7qZo3GpysgrIspLwBrYAsu6/9053H+XbAbLuISfrPQdZKN9u1lzKvDGQNc6HAllT/KSR9/l5GKIHkKgWpvlyqHRUGRqUjRBMUGXFFjCeBJB1aov7HGFuvSnA/VqgPQMCeTfGOh9ktXKhlSMVdl1eeeBy8JLkoENfpsZGmuWAAwoSXnTCWoyKfD12T+0JROnqOhfyQPC/yDV20peiD1Mufg8ZpkJJQrfUGvs7P7vOLPdZFJ5BGBo6ybG5EoI/4cnyan6hrEc5cD6bRhksL+RnqghDeE7QHvO8ihdB9CJH2n2R20bKpL1feK7OK66VJ0I8Ln2A0c9sH3RkbqfJEvQe5c0hp/DZ0eERi0uoDVUOpO6BvCXP+wIgAgAT6LEqf8x7snnn9XVdoUcqnqACHdUj1AdZAj3wYllBCANZqCbI6ofWXmzJ7LP198iK7Rx4TpaKbIAfVLij7GOWyqDwRp3TqYOv45BdgK0VViu8ceMm5wPydHdnpzuwn6Vy5MIgS+xEkIWcrBu3HWT9gkAWeGEV3n6jKUu4w5NllRKj8MUP/tpA1r8XyFqywhfwZDFEGjpeldhXCrK4vTUgy9clioRoz4K38hpkLSIppq755ICsvnwZlZZ5/xq5YNyQVy+cC7Je/fLrPbEdgtF3lSIQq5dHl8/2ZNUmVQFKQKvuEKio0x+N9mQJfOZLeeJxUUFp8ZHA7fWx7CEQ+i2FJkCWlxcttzY3lnCQGQg2HjXPVjIGsjL9JORyx6twqv3Tb0NAUVTZKwFZtRKXKwXN4OaF+l2FJ6sVyKHY15mNTS59MigU0u/4PEtEpe20WBpXUIezH2xdtuuygBlAQv5uASxLm6fP0QZbdpQaz5a+5yE1sGoSbOlJ9MdAB8IG5Oe7SCkK8OVgLK4O8IMnMaRQWIsKES3BCreRB0vW7Sh+kcFWmZ8EYEt/7VnxVIYqmQIERWN/f5/KBhO7y9qrIGtsTQ1XBQbSBxsIF2QZZuvLpoULgs54DkIGe/IqgB1ABL028CbavCAna/uZDuGCKOHOcEGALFMuTrptA1mb1vej7t67b3f33/6+KRff7/YNZJ3sGcg6wTkxKHYxBbL6imTmtAqyArRImaWQXEbZ6gSgzuGddHBc5EY+i6uCgpabpyy7AuLiE775PCsf7d2QvHI+cj5zgVR4dGp/KGGHMzxZbT8zyIroBu0NjgvI99qDYkxZhCdWZNMBekJhHiskNJQRAbJ8fUVoLCjlACD4NNoLA2Q1EOkKRSCE/K6jDUu8U31c+MBbC9ngAG1aQumb6EMLtmN+cpEJQSy/hyALXmfJFSr6nsOFM6QIdnzAUPrh3w7QRi8R+whgooN569g0brbrnrA4p7LIFJDa5Z/AMGRQXdvZmEg+pUylBYpeHbRN0AQPF/QEZ4Dw/OBahhgSuEgRD5BFjxiu934HAMdY6KXHWBkuHd7RxpOFNgnczCjFA5XRvmV/8swsEQzPOrXQZIQqx6HKkIUswU6DD4CJ092kTHgQBRaj+IpmC2PaMtm2ZUCHZeENWEKeYuxRYn9hTxZ1KXixoIOMgSwDKqvwZLUg66aqC8KT9Y3f7h6+V0EWWmrDBWetb9Fnwngy8GSBBwU+z21dFE8WQRbAboAsAK1rkDVPVsz6/pMEsmbTYbanaxEazgVZr3zpF4qGP/ToaIcqgrgIceP1ZIlvO1JDKzAAASxZ4RygQVo360rP0IcKEQhrY1jaBNbqjY0yQYU0q2f5+/QwXtIu6ga2ufVMJpkxlS/DxdnTQCXSKZwnoygl7M1iIIvbdeqONu/wZ/R8kL59Tvctz7U2OK+46HNMpb+5fRGQhVuii5fxZA2sXq7QRKst0BRNKlFCoXHVhiMYjb5sxzYxz7y/911RrUaJG4pq5j4qg7jacwNE77hdCkwGWdGGZjSq+lVWlHdIm3KE+BFMhSIHtBShfdyb1ZsenRxkSftTWJgwmcJRIjdDpZaVx5BLGfNaf8ZwTmpfQ2HGhohyw0cGeg4OALL2rx5kWX+QbYL+bKwjl+q827fcr2OALMirZo4ZEmfvCrLWurXtp7qXeRjx17qbdwxk2SGgAbJwIPEuQdZb9GQBZB3cf6M73UO4IECWyrcz5EeZDvZmIDRBS7z6/ASA59zipfNFWygUx3ZGzqkpb5hveCHMM2eV50+OkRuD+Y/wTYU7ijMr57XemvHngz0UdnkKHrL+nq2Y4rluIGvL5t2Kh9iQunM7tHn5yHjBnuv6rapNhjEs7RMZcFEd5/g0/iJ3mtDD0ldyfFVOI9Qug6hqWSySpoSVxXptl3MNO5OSPAU4K43kgasGDhm0gte1p+lVQYD/XWRW/b5MfronPpOnZLjPEOzgqUk+tO20f5OOWXZrKy3VgCto1XLog1P3OmOeEFXiBSMkm4K1RBOcP4VXFFogWLAXDDL4noYjPw+PYMplFo2oyAmDIZXAqwJmepvxJsjqyysRW0UtNAf2gfVR8snDhq1tGYbEZ8orVch0AEZ9JpCFKqfHAFnWVFRKzKGdMNqUoyomQJbCJWWAijBJAjVpPMEAHD/XAounnLHKqvLX/RgCxXlz/SnEEe3a+IwOkY8WAJoHH+MMKxsLQrAFIOEN046xOMhyoIz5sr7Jk/WV7tXXvmpDuqkS7gVkQU7Bk2XgbtNA1i2UcIcn6xpkzVuTH/z3l/f4R19/fkDWDJB/gYmbVcFw6eUvfnkAspQPxeXqHqdQChNQStWs+t6vISijwhFAS832hDs/4mYt9dJ/FAueOqNk3R7ISho5oUaroU8R6YLVV9irZg8sG+ycicjenax8xObGTcc3BTU1RNazlaUxkIUNtIVItaPjVueaoKz58EyBtAvPimgRiIg9ZagwZDJN4ZkAF1T4C1RzS3K5qQULaLn/PAGPuC62u2r1HpuyKaWrWspdhW06P8ly0JGbBxFcebiQrNMktBRc9/RqbpK6DGtqzoXicKPoBIO6+JRSoh39c09WAZzw1lBzr5OUS65DycYrPkOoC0OCqADhXp2JI5AlJT4AGUH+1ISiTecJgSwrYWxhLQBYOBgYCsJVeLKKkkvlzpP+oWx5COWxWY15lowrcCS4g5JVB1k8awu5FTd1GPFLnwXIesGKZ2ywquCxe7L2DGS9/+6bBrL+juGCh/ff7M72UfjiwNpEuCCs+pBV1SikfLMRkOVySIcRQwjU0Lq1tdPuzlPr3QsvbXfPPX/HwNZq9/DhQfeTH9zt3nrzYbe3i/asGIF78wSyxDtZce6vuz5HFt62i3BWzqkpdGdWin55+6y7+ent7skvv9TdfPZOd/jgsLv7N291R29ZcY8HBvL2kfviJaLd01JkhvN4fW6AvmbjZ4W9JKPK7zEitUA55Ap8AJHKbwHG4ugP3VN4c2T9VdA0DLnUvUEjXxMNYIpriqemLld/dqXxPJnShtz25soHUmFkAqi9fsaYJTHF2tN7CGk6qETptOZaDjFRDUGcgxLSBhpVr7hSAcafF96wMLoGPUolQR/jsgmJEnYYxpAEhOkp49pFYQ4UNrDqhwCA9ITXOaPXiflQKNqhEDyEE+Ie9IWeLgBEu4Z08hDOHo3jM8hYFgFp57PvyVJelbxq1YgjepSoBopk5KolgFjmye7nM4IfRetS5RBe5WYPCD4RDqvKVJyjFfeSvHnvaOT0Gb3T7smy75ST9ZXuFQNZ3dIteve6Aciys8AMZD1lIOutHshSdcEPxZPlskg5WVHC/dqT1Yi/C/15FSBrniFrkQ5dRT/mPefRnzHbG7b00ue/WEEWlpxruvI8hWCXwMVn4ZlpO1YVd4rxsoFKmYS4ic8cvmUM4NZQbVxVVvWf4ZtyOawvNm+REDlJVTGfRVY8YBqAjN15VSCLlOGGVDdM/m1DyYnVrfv8gwJZmd7hXYk+i8bj4Knkp2nqi5IjvUlaSJbvsxZfOfg0biBvxP31Z8zTmEI1AB6s2FQ347FFNU8h0vEAeRyu4M3Akz02Q0cjLMJIEkpa5GNlOoNY4ZWiv4I5EAnkQQHQwKuS7fd48kIKb2lBqnifCmts7tGWg1uEWjA3w5QfAZj+waM9637RysbXXAZZUHIQvoe3QBZC62ItXj5cMHsSCLKUwOEWcVPIjO5HCKexvIgCbLExW5etQjH7ECBr7eaT3UsWKvjp177WbSNccG2LBxEfn2+bgrZlnqwDgqx75snae/fvCLJOCbIOrT3z9sBzZfx2loAWzo7J3vPCa27N6nuyIC0Puu1bS90vfO3T3df/3ium9Dxj4Y8r3d7Oafe9v36v+3+/9bfd3/zV293xAUZguR/gTKy7MI05SWfLjbQesEoRsmUes5Ozh92tz253X/0nX+1e/2e/0j3zygsWEnnQ/fnvfbf789/6bvf+X9+1Qh88NEdKoy/+vgGpej7qYcMzQFZS0uWd7S+q6QpTAStmyfvx74ZnEbYAtO/Jyq1Uw4v2yAmxONGpauyJ/Yq0y8p8klVqZMSQweU7DpqzLCmGltQb5CgpD8gVe1/DVRFwr2iRwT7OC5A5gFkAPvyclvuKosjgkGsa+yI8avR8IQzQcpMQkmdgiudDheEk0SgOI+bZTtYAQuqQJ4UxE2SBlg6cdXitwhuZ54XvIRcgXxEiiCIWlH8+C6RHA7Ig00tRnbjQlahErzD8BbvI28WZYpvhhw49qaxdijLNf32LJ3IwUW/9pS+mQRYMUgGy5E1fgyfrlS+bvHndaHKbhzGfw6vNcEF5ss42tw1kmQFm+2YCWT9idcGPBshCqCAMhNcg6wLLdXDpowOPoXy6TH+uoh/znnsVz5jeo4wOn37tc0W2hqKfF2wR2KEwU370kVvu5Oi9hGdhuZwCWdowdX+2LQWJfJP+pIEsjbqI27pBViA4xQTFq0BVu8lPuYAnSxQW7cv82ScREAOLn/xlIy9gh9hbfM/IwGdsc10EZNUnQfurSob2/WxdHFE24N3pdTYKB/hIR0z9s60usjRWnaYC/BauF8A5guNr1ku1NjMspyGsQAKG6YnX2GDhVfKhC2BFf5AdgWuJkJrN2MFGmjuNM4CvA61oqweywE+i25JVnopE9Ayw9Fg9d+rFqDe7JnuymJO1v8sKYVcJsorF3EFWAapQymzOmbcQB3dCmbK+LYO3wfewpts4CbI+ayDr1de7W0++0C1bovcxQdZN82htdXv7hwVkFU/WwfvdsnmycLoQwgWX4RWznzpPySsNToYLwouEReReLJyrtbLfPfv8evePfuML3d//9Ve7515EUj0KFqx37/x0qfuD3/3r7rf/3Xe7XfMqGTISb0KJ9UloZfCUMp4/P7fqgadr1ueNg+7FX/9098//u9/ofvnXX+8+9cwz5t1a7v7sD/+i+79/83e67/3+3xnIitAwU2QaPpdRDf3SFx71RDr0XtmT1YCsyLHpgZlkuIvQjMrLF9/QQ3ZGn4Y0GgdZlARU0tMeBYU5jiTpDXKobOf9jUozQ4iHqyfAUfFUuvApVAyQFfSOtehNqXf+bwpFJPiBlyeuY6iwjDrxKl4UByNtoarp1Z6AOwcV3rDY4QhRGj4gs/i1Q3pFoYvwfqnKnuQJjSYs/d6ff40xqgm6JwshehaurEwEjRnzCAAGeYrqfGzPPWAAGPBk9fOxRNNcfIlgFRhUllONhUOsY6EoxzMBanz4/TmvNAlWKHs+c3DZgPZgB1uygfv8Yv68Qa6/RwBZL778pe5V8+JXkBU5WQaEDWSdb96mJ+uOgaw3v/9X3XcYLngNsmatiQ/+u49GuOBsnWoxqlwFAFrsSY92lfo5rrMvPffyq+UbCQpcm0OZAhTpZ8iPFljF3zU2sYYbqFwv/vbJ98fUYUHJmKGpJYFVSv+6ZyHa+DA8WbN6HP1qi0EIyLhQrttLb4azV4vieiIxVFY2bNQh+BNFLwyyok8+39YUQZb3lcpFRRnlQZm1uBc4l1BvlLblG1OfifsLsFJyADgilMpvzwCu0LjpF8Lb8ktfqx+xGLIiqA2sfdXRkO8HiV36PhZPgI2gR/9uTmK6Ws+KPoCVA4yyHQ/T4yYaFkzmYAlL4RcqerixgC+NQaE8sRkHyMp8UTdmTRVntrSL5zO0xQ8E1aYusDdG74uALHmyALD2+Fa4YLR6GU+WiBF8WdaNK5UMw6EypZ/HOIjYQgdDwQHACpB1xup5Chd80coYC2Q9161s3rAgmPXuiCDrBqsL3nvvre79t77XPXgH4YI/7c4O7lluFzxZDrI4szhgFSGDfjDxJMgCDyGnJBT3427VgM4r5k36F//q9e4f/GevdE8+g77tWz7Wcrfz/o3uP/7eD7r//X/9Znf/rj3nbMP4wBRPqlz9vKdiDR+sj4YHrLdnS3aGz/Jht2TP+tx/+cXuX/z3/6T7lV/+Qnfbzv6x3Pruz77xN92//R9/t/vef/hhd7YjfmV+TN1XCn/0DDWsiYCL2o1fK0URE9W4E57bvBrzXiOPRx+Y1OHFuIagq42Zb3OgSgEZbywU6QH4wmphCFbkE+mZUm61x1WSDMfcU64hE9JeMBBBvo6l2Os54fku/fK9mt+meS7yzGVbG9Knde5953rBGnGZVCpDuhzBt00/6YnxwfRo5A/uFY/ymWYXByCrr5y0NMAzSin5QnuBWhXI6g2bt0cBCMpcACmEF6IdrH8YVVwu4NoIkY7zvMqYPF8MuU/wnIm8otMkyCo83h8Txhw4V7K+hvSGPhA7Z49jQF+KLu1dub/kOY8tgQGurBGIBAeK7PMFwgXXtm51L5gn6zUHWcvmNYRc6M6O6MmCfDy3kMI1k4l3bt7ofvr9v+y+843f6R7e7Z+TRSo1Smee10EV4kctfEFZpAqMcU4WDINXoeQP1+TH4ZNrkPVBz9I4GHTM9MyLL5U9gUvZgVZrDW0F6hSoqoguebsoHwbIqkeHsilInFXQNZo/VYVONOLba5+2k26FCiQWnYwRXUJCb9EG/LoMsOLWOgHeL9/ssuCkgWwE5LjYH2xe89PT6ogqGFKP6tz2F2vM0dT5V7nSHadQKILzOdL1QjmBAk17uqP8zhaK8pMuVMv9th14ZuAUsx0bvBS7NHEDkOUdiU01z/HUQNitPhf3buPzWqtrzJ6ze+q7EFPNgSr5KCXCJ35xr5cTD36tsHZSEXJwFJZx9KJGCcU6C+XUN/JSsji8ZXVcVdGYHmtv3EEWY4aj48PucG+/29vbsxLuewoDCkUNIKFv3p29sqgoBcuoLw4xNA/8SJ9TscH3sH7zmVLS6WULuw8UGeRkbT/dvfjqV7oXX/5Kd/upF7oVS/SGJ+vw7GZ3eGxVBk3neHj/ne69N/+me/D296zwxU87Q1rW9yOCLIUM6hDiU6s2aJqdPRuhS5XhBgYGqxhoKfvWQ8ypheas7tnz17t/+V+/3v3z/wr9QI4XCoUYUNy/2X3DgM7/9D/8YXf3HYQqWan6MygUHGGh2ZjQn/Jo8U4jxvHKabfy3HL3S//ml7rf+Ne/1n3ty5/pbm2udQ8MWP7JH/5l91u/+fvdj/7DG93ygee9sKpcXbF6uNMcdI9cFV6SPFxJfIdxIW6Nu/terGSUKoAsGfF81Fp+WR7o99awhavG8rsyfdqjItiyywmCLM+T4e+gn/cr8nw0ZFXEzYCkL/91EPbU3hK7S1+WD3Pu+ntz5jMRRs+shY1KjifkQ+mfpq7uowITca1o6EqDqCzDUWqjMB9H7fJ/ITGhSAnvLZQQsYMPBc9VgYl2D+zvBdIxKj05NgKcKIzhBSVyR9lPNBwyIo0ROaj234oZnUK0S442z3VAEVlYPTlWxlLXhSbFaYS+9fLbgwweWeLcUejDxzutAngnuSnRV+W5CouMayky+9WcrFUDWfBkvfa5X7RwySdMDgFkGd0RLgi5acClu3HHjEAAWZvdm3/3F923v2kgi9UFzUDjOVllDVOmazzlZ0N78ecEKFi0uqCDLB07cp2TNTRojRB9zkfjoOHi7Xwc7ngcY81pIEtPPf9ikcrc+xLICiW5r4RXYVitMK7Glg03SLs4oh6IAYbPQPhNb0FzJ3BOG4v3bvpJVwGyovUCbJ3EJfzJUc2UrQQBUgAAIABJREFUZQaX53wpbnALbW6+rY0ot7LMNiCLSnsfn/QpUy2u8+amr9BMAEh7HtRLx2mu5Gi08ZJRMg+29qFV1CjskwW2ttESS5vomFJar2zu8SILU+Nmr2PDLf11C2nJj/K7I6dISKvmV3EDlYaqfRMf9DmQ1bagDDrQCA+JgFddlwGWQq3K4xVN/awa3DNYgtMb99j4acVFuM6JlRve3RPIMk8WwgWj6ThfZR7f5O+j2Ecrbcj/rjziO/eje3K9vuXRCmWhuEcF593YOVlQNF58+cvdLQNZq2a1PbECEwen5sU6tvN4rLGH99/t7r71t90Dy8kSyHponizklwFgIV/JQBUT8xF+tBjIgjfK4gR57/Lafvf0c0vdr/3jV7p/+d983ZSeJ22aDcSZVf29dw663/q33+n+j//lT+28LiPs2brdo7ysPFEXB1kG78wptvnpze6X//XXu3/6b/5h98rLplDZOTkHtuj/9i/e7P7gf/6j7i//r7/qDt+tJfGLN4QypCqfcd5hKOMxR1NFF6S7itnquUE+qlDuZxgxSvujQN0V1lD4yrPSam7anguy7PqoSId+55yi4nWKWEkiPc1PDZuXck//5aSsViGXvPzQrwBq7RwH/cYkNPqH8uF4MQQOFfnAPk4vgl18GYYeBKCn86GyDuDSkY+Jg2HbdYtjJC76KuNx5Xrg8RjZsPsAIgFBgr8+4BD9+68CHv16zlLDb8vNZlplp/Nn9CsOH+9NmOSNwoGDvjHpVX63c6l+hWdafcpAN0AhW++BFIVBco58H2DUwwiT+YlWPL6CBUHgyfrMF7vPfu6XrFjIHSv6g4PYPVyQIGu9WwLI2trqntxa7974uz83kGWHEReQBf6KUFSNmyHZc1S4qwVZ1zlZ1yDrYpLncYCsrCcvPfns8xVkcU2HhTBvTEOroYuXOaNZHMZcg6xK0bwVcKMgGac3LcGO+v1FQdZgg0wbb3wXG7BvGaPzLjmeFZcp9hh6tqYAZNnffJOIstV5YUwlsbcgK3t4KjhTfwfP902xVeSDDgMUG6Am9Kk0dCklsOrZRGYFL4ppNCArcrKitDaAU7FQEmjZP3RgsbHypOCDMk4Cv7HckkhCj3vjZ4TS1A06Gg/leAjOZosAXK9S3xaOZp6sA/Nk7e7uek6W8iZIf+Q2XEw2loqKcVsopBF+KWnmFmpppq7rKsyoB7Lsg3MDWZt2TtaLn/lS94IBrdtPv9CtWU7WiVlw9083DWStMK/r4b273f13f9Ttvv+j7uDh2wRZyxZSwwIXZ1ZhC8AKJZovDLIAltDH/W5lfa/7zGvb3T/6z7/Ufe2XXuuefe4Jhor91V/80PKx/qT7i2+/a0DV8rEQLugVJjP5Lg6yrDCAVTTcevFG9+V/9oXuH/+3v9a98osvmVJl6ezGf29+773uj37zG91f/p/f7fbf2mVIlipQSnIXA5ES4Ur4XCvXJ0FW6byAyJg8CL4uPOO8X589rc3JY1bl01j7Q5nS58i4pyivUGKdBvS2WPM6wyf4zJ8H9i/GS5X3p0ygcI+1qL7nCrlhLAjcKE+aHwKclO4WFLQe8/AERT6iDmyFd0d7PI0QNp8CzBoTBEylh0qjV3nKCWd/8yHDGq1oVqP5Q77Opn3lIWs3ebLyDIw5PKZBVp/zwuiU10hiuUFebHxHIMzwvspbLciiUPe5LAA3Li+uchAnG+6c1jMMB5mvBzyO+yIsuvFk9XQFfDfxjAHIsoIWzxvI+tznAbLMsEOQBU+WhQs6yFq2nFWEUD+5tdb95G//vPvON+0wYoYLwpN1DbJG+esD/3BxvXuqa48DeHzgZPgQHxjRXtx3nnj62QqyKLgp7tJPfT0U5HUEUwryRRD1NcgSPWNj7fHHVHyeX/S4QNYYSJkHsqZ5oc/xU0rUYF0QXbTcgRGXXWzU4xTt5DHEOU9ZWeLW39uEtPkNP1eL9dqmT6FsToAsWfWgPMJi7Pk3HIJtvIz5T+oE86GIprR3J2U290FKV355y7BAex5VZIK19K5/12fJCqnnjr7YGZC+0mjiyvIxdQEoA7SkmyfLvFi7Oway9qzwhSenc0xXCLLQHgpdhBKJv6Xk9pVw5ZlgLKZK0OS63m2ZJ+uFT3/BLLpf7p546nkra7xpIMsq+52sdIeny93+wZF5su4awPpZd/DgTQNZ73anBwBZx+bN0jlZZzbOUxw2amE2eMNKMjNcECCJ5f0AsqD8ograXrd187R7+lMb3ZNPb3afevZJKsFv/ORtK+F+z4pewHtiXiwcTkyDQB/sjM3LNA8gJ8tAlhXvWH56tXv+9ee6X/1Xv9p99b/4erfx7Ha3a2X3/z8rfPGn/9sfd3e/8Va3vCcGgWeE7ABFnbRNfOF7ScspYyAL/apKJAwROexRI1F4XzBmfx5l4R/nRAEiclix7POvtOazAjtYF6nZgdxQQyob7scmIE8Nq1aVyJW3ha5FuW1Uyau5yfKxquqoznzSxXWoANYx6vCulfMkQXevylfHVCV0ln0RKitaCjAV0OrKenjB4eQ9tX+QMxkFJ1asb1E6PcBanN/Ugl88g1g7eVRERj2z6hL6LF7Vo6ExUIYl+i8KsiquGIlGGPGwBSguO0rDGwuBLPa0VW6Hu2UxoLoRb+hbc0oV2R573VAoz1ELxhdE+nQIsm52z79kniwDWWvrTxnI2mQBn/MMsiycetUMT3e2VruffM88Wd/6993ONciaS+sP9oJrkPXB0nv4tB7I2r7zVG97iq1MCgpkXVjlslKbGi2b2OWHNaXTXb7Fxe58dFa8mpysVqsdhPot0NFBaMUlwjXqZhfW1QquYxN3XNAjcGwlVZnxEc2IWRyCrFy9L22+ZMjZQZlZMSIm4wY1Ee5XFIy66fMRZWMtKo3UgsYK2F4XbmFasLFcJpgZHytcMPIPYqUpiT7fR0UknktlJUJA+o1n5TEmJEDSMHdA9w6NmplOjaZakiLaQS2+YgEZ8EwoMlDKUVUQIAtgS1XOMnMrR+WyL0oq/A9MR9HVVG7zogS9HAhigwgXNJB1+xmr7Pe57vkXv9jdefp5Cxe0M7KsTweWD3Voje4fHFop9QcGsO6aA+u97mj3Xtcd7VkTxzojy8DWyfGRVTI7sFSGQ5apF8iqoxrjfUoSACYCLgA+AzDL1ubqiSm3Z6b0IC9kxYpfGABDOWVY102SnxOcVZA1i3azQBZz9yyfAbht+dZ5d+e1J7vX/uGXulsvPtntP9jpfvCf/rp7+89+2i29a6dzGeBEH1FGuyioMW/OyHW3UI96Bps8xQk3Sfm2d6o8KGyMxPZQ0MXD8kwBaCqsaoxtWnDVgqRMq9aIqGqtI+HPEhbpVj+I1rxDyAkhgOF5cjgXyUAzzh5D6CgKNRBPWRU7AC3EnTpIgiKLJldRSAT/+Vl6cX6iaKAof4a58gWApTOVAggVGTCS/1fzEWuOGEDT+vo6z5GKEYHO6BoODmfJc8+bxNjwxho+sjWAcSzhUFzkwET4oRejYD+NBvh87JW94nFYcAAszZHGSIh1QXEQ4Y8ljJUD46bgbU7zIkVBUDc9ejnSDspgxuQhPpsPsjSgVPhiYsEOnsD+109n7TXRZFlPE89Qvq753yNc0KoGPm8Gps9+4esTIMvK529/yjxZW90TJhd/8rffNU/W73wEQBYMByvGnyp8gd/z2ZITw/8Ef7yAwnjh0SdBfeF7i2QqsuvSTUwY2i7f3tid7eq7mBAqphVvZmn7zpOjICsePesk47hm7LT6qx3042ntKljxanKy+q0MQdb8Sb5KkDVF7aIo+b5VeCT2Mf5M3hUbSOtrKcttoO33FRrtjQ5cxpQdbygrTnFPAKwI9etdkwCYkoIDfPQVp0A9g3DBpt91rhwYTeAPfKz069jk9UlRANr7Ekgu1cyGCGkAAodz19+chwr+EEiqDSi7zncX8Fz1n6+6eWG9Pjl2kGXhguMgC4+8eNhgPDMU5WxF6n8nxZQKun8hpcw+43QgXPCp7lPPWXjeC180D9Jz3aqBmxPr074plYf288AUzEMrQX+897A72dvpzg53zaVj4TQEWEeGsQ4NCO2ZIrprPw1omRWYHsI0d8M5cF4gyHJ+5IIOrw4D0QSm6O2wZxkI4wHt1MQDZE1UfGvWSl6DpS9Ial/dMI+etbpkpe43jrutZza69Vt2GPORzdt7D7uz+5adZsU/VngAsYBOfqvv4wugB7IaJu17t6Ciw9sT3iuumOJ1ySFsUlZzror4dQxwtXtUvqYNBUNfzW/DZ5b8xtTnXr4R5AnPWxIIAWBZ39w08LLBvzFfAFWnpwClAoQALvRAYQYNhKPiJfq3gfup+GpnwvLj0QcGdgB4cN2Zew81Th0EnL1ZvG8CZMFzTGAsNxsB1o0bNwp4iqp0WCPHBrJOrMqLwKwBa7uWIMvWMNYuvFmQjcrvQuGWfj8AsOI8KvU1eZYhWqzRqAYXBhiswwBdJICfP9VahgYcFjKcYxegCn6rtR59XeHZLf8FuOf97hFGn/1CgaxZr+D7RUBWWX1z2my/7vd6MZA1W8NZFGSdsbogZI7x502ArBsGssyTxXBBK3zxvoUL2tl+ykf9MHKyAmRZ4QvLW6WHlYaOic34gpT/+F1+FZrtGP+NGRIuQp2pdXKRNmItPo4x5rWZeefiz+oZzW+NgKw85GuQNZsB5onfgmpTM8N41zmtpOpDi7BjgA1tuGKW+TBtomXsWfyqblxtW8FQYTmurFqVLt4Tmo0DnfzE9t66E0KxjOfXfowprTo/SmPW2+magJ8s4jlcpj+20icqtEMAMvR4+WYcAh06L6mVxuuNxrJVG65YxxzlNe3gMq6L8YzNYruRtBZ5hcPV17iyH9fkmf1kgyxwBmFMBll2Dsza1u0Ksp561nKycMaWKZbmoTqwn1B44amyUoNm7j9k9cAle9uH9FwdHSEU8qEpog8MaO3pWoKlAHZSAgkQfJ5jhdUEe5SeTnPBOTQQxNBAnAFnz1s6INAKkKVjC8ZyRybWdVnPPvdYKyjRjD7hzCwr3XxqZ3OdL6uIx5p5z1ZOTaE+k7dlHGThWUNZlnmulX0BsIo3ijlKYYxQW3U957DCgRSqS9cBYCtfaliglP54jYKsVEBGRpu4GvSRzHABYQodqpqZJ8uA1frGZrdpwGV9Y52fgR4nODgXb/e6EQSgj/btCUCW8Qjk0qYBmVVWtNOXeAxy33B49+7uDn+eGf+xM7X0HkFTP2ywjq2ADV6Ds6AE8PD5xsZGd+PmTfbz6OiIQA4vzIkAIfhQ4ZA4Two/4ck6NL6PNtg+wCC9ifLS8zMve872HAjSmOF0lxdtg89Gm/SaIS8MHjDwIEiQq4+OAKlWrnFGQrbjSIayvjVfmjH1V+cOBj+JXnEQMSML0G+f8/kga2qNje3+ce08zWGqTX3+gYEskwMIeV7CGWImH+nJsuqCT1hO1hvf+y6rC+5YbipAFnKyEJlQNY4PqvDFNcjqc8vFQcFsbkvybuCtnX9nvSL0nkfp30cbZI1FMi3dbkBWS7JrkDWbieaJyjF2etwgi0vCN6V5YWyLLJHq7RkfbQVZfYW+KCL+kFaZaTfJ/mJ0sOJ5DTGmDKACmJWxFu9PtXzX+yQoIuyojsm33sbqFYeAUiFSI+xeuSxi6ityKpsfb6DC0SiCoc+GIhIeoqRAcAMNoEaQmGk63LSvBmQF5PhkgqyqXCtsi3PjSFjr0z1ZCPFa3+6eefbV7vkXPtfdefJZ80qYkmyhgAdmzQXIOkGYlCmgK3b/iv00bZSKLwDW8aF5uMyLBYC19+CelanfFciC5ynKEZPdBIh4CHGaX/Qpwif7IAvXZ5CF9vZngqz5VtxqhCjKsfyODB86NSUVHi2UBluzflqRQRVlYBEArdT6syrPGWRFSF+s2TFgE2dL9c8GFAjIhhfiCle+Q07017A+1TVDAJVDpzJAbOkUfWUtmlROqAcUi5xRKffVVQNHBqrWLYwKwGVtfVMheCzPbUDKPVlgPeY90fvDBxjIOjHgI5C1bvegwIQjWHIGgBHA1d7uQ3tbwRF4sggkHIiCnQGgUthg68kKmsR5U0GLNStssGWV4gB4jgw4HVrunUJAfezFUyWjVJxNRYBVwjdt7j0vTB4Er1xofQdADMNQXYPybOP8qQivPDYDxZEdxoYcsPDaoxM6bBhV7aqBT4a0/j4jb2MY47Sei0HKwRSIKVilseQzH9sKi+gbW8EcgRYzwt6DF8d4r9ePfCF/rwaE9quhfjC4+YpBFnIyTZ6h8IWHC66uWQ4ocrIgB8wbv2xAC9UFl+HJQgl35GRZuCBB1t0fmd/3GmQNZ+nD+uRRQMxUn68CIF1FG59AkAWSzwJasfl9GOzU2jIv04dHaaOFFGPPH2t/GM4ypyVqBQuMrjQTwCDsd9Uqt0ArvUv6no/ZIKvd/ApQ8RZ74+4N2Tc9oRmYGavq6RssN8ZIfncrc1TYK56eBIgCGIUVOittEcJYxhb3xchjE46qflkZ5jz05yumhrbTAEix15c2K/At4LDnU67t5hDEi4MsPTCe0fLamGKqDb+OojDAZE7WYlwkkepV3az5Ex5GvNvtTOZkQaF59HDBAKlUVhimhB9SHiO8rERUcb6oSSFYyRSLre4pqyr4qec+092+/bQpzqZw2Xcn5t059hAvlrdnJJ/dgzAwhHNZDhYA1okBrYPd+93Og/vdEQ5cNgWaBxIjz8h5wxjZniVAE7l3BauzOIoU8PJSLKO94cnCdwBZBt7w03OySjEVjrXmVE7PVPJMi22dBQDzBLJQfh7K9CpyAv17cgn/ieBX5e5WxdBlRLkQpc6r14DY1sfG0E0o0d7n2tcKsnLb2aiifWdaUY22Yr77dIgQQ/Ulywi3qLCiXPuKtVPDBe1O98hsbN3oNrfMK7SOvCwo6Si/LroodwqjFCiDR4h5W7iGAAzAybw4ACmkhdYNPKAAMMcG1PcNYMGbdWaeKHlhNBH4iWtOwd+MeOgbd3JuShSsiHGhEBCAFq7BMw4JdOLsOoUCwtOEcZ8Z+AIgzJ4ofF9C/azTyM9ijpeBFIyZ1/vhv/BQyWBVDWAhzwGmALQA8MRcugbyAuGRfHkubTEaRsEPADbQdFUGKeW/8QRsMrWKcyj0E684WD32B04Snmof6CwuW5kAimHcQ58HvBCysqzahlUSyOtt3Pn66M+Qz/oga3zj5xMWUBtmKQ6qXqt8YEs5NfBkIOsly8n6vOVkraHwhYUPm8g5O7PKgQBZdij7yvazZogykHUDIOs73bf/6DIgqz+m6RLuPjdZvpgslqczH5tw7cnqM+DjAFlZ97tM+9IG9Mrro1k6M/+8ijbmPS8/I65dfLyX8mTN69KH9f3iw57u4Rg5LzKeMVYZWqGGT5lvZe73YhHLVtxx0bbHxjvVRolXnxDujPFOVkZZ5vOrBhNUhYlbXwJQYZWsIToy+vrmzDM/arifNk77Lgpa+N/lqS3wSt0ZBxxqT2Er9TDgMhII/BHES5VoiJ5TN1pKUHdns6XIxWAyWt4Z47j5imbQaIq3s1X3Ivw//1opfGFJj5ysnZ2dx5qThX7F4bAS6fov8rFKv42cgpfwZOFfKMFr3fYTT5kX6+lue/t2t7VtirOFSuGMKpZMdi8Uw65OkF9jgMTAyLHlXwFkIUTwcNc8WVYc48Q8ECjljtwpzTPOoyGD2k88mccWi9+adSLexDtLOqrU+oyeMSnu0JKgCIbqPW++p+ZNcsY9VaCHs6wiF1ve64dUFRkVHt60FnBAKMZDLwmo7IYThrjBG9iWjePYAgRWEDfldcrjaRVUgSxdMQY+Q9EHn8pBNVSE86dBWzmhVeRizZTRG9vbxiu3ujXzaul5ANB4ZtMe5ZFkGF8ABeAPzGn0lQBBxgn069hC+fb3d3j0AdYQ6FcgLkEcDAjKz8I85eIx5UwseIaa8Lv4TnMDsKd30FCGLfUzCmewEAa4DuDbABjW1Kn1D/cAZK0aaIMXD4M/dk8UQAu9VsjTSm3GcwiMMtjm+L1PzAtz0J3KyLOfOAzbXisIZfTwRAC2/B2eCdDH87yonPvcOFMA6tJ7iIIfPn626WXuCdLKPqB1kOkjI4C8p/Qg+nRP4Z+6rmfnDIlvp7WcRUBWfVZeIfV3HRUIGWQ8BK/lRq0uuLr2tBVbtXxMB1nhyVq5+ZxyssyT9cb3ALJ++4KeLPF2fs0ap9ZtNuKI9/BZPZvuGmT1Z/gy2vG8mKxxHurvC5dtI/f3KtqY6mt8ftFnzFiHk4aOqrvNDRec190P6/vLsFHb1w8KZNU0+8AgkzPDLrbfXhpk9ZSGeTOlp+Z/ewpeUQ6mbWPnviHHk0hfBxKhNAUQC8U+FCdt5tAqBLKKd8otswGkBLDS97wlSpZ77xPQ45iKFbOhrIM3PjZRPRSB2gzu08KcmgtuivNI3Hw/31H0+EFWWPIv2PUFL//wQRY9WEbG8Ma3no1QSAmyqBWb0nzjpinNt7pbt/C+bXlZm6Y8r1nKEsL2TCmBld6UuROECtobFvtjC7c6Oti3Ghj75sHa6Q6tOMC5ebGgRJNvnJnODbEwTJBAC8/z4grBf/Z8LVufezJJfju4wtcRbspeqa2y9po1sMiEtbydV4t4OxTMqkmWcTlAE5p04OpejABZoBmAVqmWiT5C04tcJe9kTaXsr9cA6+06LB6mAuyqpyrPdwZZIV/KTy+jri4EwIvnY44KZX1qpLQDZCFccMtym7ZuGsgykKH7Fb4m2e/tlfkJbx9mzeaTKFZGAAItEBAWe3is7G8UvNizIw92zJN1Yt4mvBYFWVFmHWOPcEHeD++Pg54+PfugNL4LOrINFL2wYQGIMH/LPE4spsHKigA1Coc9teIZPH8LYZBeeRHf8bnB1T5nwfMB8mKu47nwpEW+FmiL8MhcSn7FvKW4Frld+By5kqAlKyACZAUIs27C00Ua2//wKnJtG62PsZYNMGLNLgFkARyi7/g9mDKBLNBGxhzZCSLENxsDWgOWtkPxRwb/w3Wr/aTZscoyfmSQBU8QITz9pQ3I+rqBZZyTZeGCOIqPniwcqi5P1qqFC94myEJ1wd/qdt67SLjg4wVZmK/wRE4SbxFh+LG+5jLa8UWBRxAo9iZJpcu9Pjkgq+qAVXe7BlmX4wreldmrsFzjzWjzLnDdPG/ToFJg0+ZQII8MwrWC9qDe6eGOKfR9K7qS66dfVLgGu0IoKNVDBY2lWAcd4NRKVEp8xi6unymZ2otW1O9q6AmVpaBtUjBj8y4/Q9ml5VGdjXvLyLwtPKcNg5o6TPUiQHhxlhubkxbKjXuyWsWzjtXD93In5lbPWrzH/Ss/6iBLQXtlLUNZQhUtq7KHQ4i3DGzdNE8WChqgahUs5uBTWFCPjxXmhQOHUbyAIMsUtDPLXzg3MHFmijEs7c5hppD7BsSwQVNw0n6EIDEqXq45xT1uc0iSxiVOdYEmlu2vvRw+OCWb2llteVi9Ur4GadTIoazohReseLupfGqNrboyD/rAE4Pmlr2QAtQ8eLOyNVvKqh46tq5CAY9lnp/pPS33ZSv4EGTpaq4N9wb1DTLuZawIq14PBRVzCk+HAQjkYq2vb1GpR9+Lcg0PI+RJ8cJUI5LAF5TzuN7XNsUfvEiaeoTS7VvoKcIFQT9p5y6bo2z6hCcry4EAWXgmQuiikp9C7OQtirMEQavqKdA88gBjB2u6NocLyvsoBCqDBUIbaWQAnRgeaUvLAA09wyGHnQmjnwBJMef5HC5WM3R6hUFOQMnBCI0k6jPBl3mX8Vq2PUt5cDLiwSACkKWxoWw+csMMGFvnALICMPJsQlPYwburAIgTIItrgExWWNZXjZMiLbJyrThE4MzBXrnM98P4W2QKSFo+FYAf+bg+LgwFqQP51wmQ9Zydk/X5L/6yDiM248HZGsLyrLqgFf5hTtYNCxe0Uu93LIxaIOv/KSAL1QXrkRySVTx+sLdlPT6QBc/quntM20OyJ6jwCf34GmTNntiLgsHFPFk9w0cygF6DrGY2sjwY4IWRa1uVV3pI/VRhQf3X4wVZrmy5cJ73rNqztp9Kpq5iHe3KAqmN1NWgTKSSfBzgRZtJzzvleVUlTIePjbCUaLcqJkxB4eYq5SQSxuXN8nv5nfeI+7wDj/KRbzjeVtnYMjAbXZU620avomkWC2S+ZbBZXon4HhMGbfhY0LrPrdMgC/RpuHxecP+lxzIGsvYsJyvCBaE49QXYo+ZkxcjCAq7zhaQI1XdMaT9/hd9DibVqcaZlmGKGstXIMYHCBas2Dp2VcqQy3ABZOvcIgAsHENN6DmaELsG8DgYk0aPBntDkjS8xbj8ONLxXhRRJQSphY2DBpKAkIa4l6eu+cKt7htPcCcjMkGqhsCaOpx5XFOLq5YhmhweiJp51xRPhWOgfzl4SjSBK3KMBL1bPOyDlLDw7BWRlJdb7U4vY1NArnRklwwza7RmZMHHJABNjIF1SkYYKtGq7uQS8vhfIQn6WzouSIk4KA5D42Up6ZIAsKPwCVNXDodDkCsK0PiOXCmMAiEdFv0M7PgBhqppB53QHFqzu5zlZYTgokgug3nOVwqObvVis7IeCGijiQY+TQjsjhA88zdL0lm+FV5zLFWFb7I2vL/2Oe73wRaqMi7Eozwuhg0lG+2hYrh6hhwwDNLpgzVl/AHRQREPgSR4thjpSzke+W5VpXH7WB+W4CRjG/oF2QM84481mTmDTbsJ3cUB65GTlkMrKL3pW8EGhM8PYBLgU2dDXDornivyJoij1+7g2R1TEM0YNDQx/hDhJ4/ZiJEPDaqulgGwKVcY34claXrvZPWc5WV/48q8QZJ1DDq7DqGQgC54sO6x9+QZKuG83IOuHVpanlnAXPVz22wM+GJBlvGv9XUdOpBdfiXn5+ft5DbJmz/lFQVbsScNWs+rEq2J7vQYoq4goAAAgAElEQVRZIlabx3DmFcAyKWdNxxjp25LZY6eyD4BPz5NQresXFw41hn6oN0sxWPQVwrdsIJL4fa+PKwtlPARZ/XwpQiRXNoti4VZRNJnDBnueJX+WKktFm/GTnfGNcwguQuEMQNiGJgYQXgSAthvcVN7VlIdrit5h+c/OgUX6M2/++pb44dVUNuY1Mvi+5Z1FhfgQZO3ZGVMAWYcW/gSF5lFA1qy5kdKnstLc8l0Zybla0vaTAoJ7qCUDTGHMEdYFTSETBdUJ6+ovFmVa7e0+eDPMQr5kmz6AGgohQCEHEKOFHYfP4kwZ/sR6d2OERwJigiovhELnynqu2JFn0p6b1/yYJ6uG/45LNY7JQYEEpOY5PEeUZa5AFoIUj7mr/iOAPTwgLACBUC0qvQ5gPEQuDDqaL5c+eBaLETjthV0LbeRdqQaamHOOoVxXDT4hM3idLwK0oUIJeg6xahhpEiALQBdcoF7CkxWAWACLyiXGlkM3OaFe1Y7qdVqBMdfMNWUPCbKyLDAIX/OFmuM8CGi8CAToS65NPB3tBMgKnBn0D88UvK+GNkoIYYQFkv5okyDLwurIx563hXlkYQmNLa/HkqfkBOPzAdb8GeFpKDqJXYd2j6zCIcvUY/78AGRcy3wpeIcdPKl6Y/Cc+ApgkEUuAMKCL3hgt+RACUl3QEieg4GjGBEwfQnglgIjee3X3+u+x1kr26siYEeATY95Zn3vjMhLyPHirJBlDuBCCmdZoTBQVUeUl2/iOfBkkc9l/EFOFkDWsy99vvvSV/6etXHHit/YfG/YAeXmxWLhC/u7erLWmZP1nT/6d+bJMpBlR0rEOVltDufjBFnhkeRhxOTRDYWVNqkL4zP4Sf100f05j38O8AjQMNCRsxZ82TYuEC4YuvKgHxcZ80VBVssnzd7vX2eQlbHFz7cnC6EcacN7HCCL1qY0R6H4J1Gd4K8rBxc6i6Bu2FlBGOo68xirUb1Dr06KRlHgqQhwG5TV1hUEhoVQiafm4AqDAyMmENdnlE3WP+tZctEyrb9SQfvnWlUr/xSgqCArK1hVeZqXaJuX1OMFWbKyxuuDAFmXK3JxtSBr10DWwb6BLIYAXd6TNR9kyXuFFZgtzD0FqBHWg0IFoeiQlVy4QrmUFqN/ycPuOQJAg2XcrL5LLAJg5bztd3TjFIcVnx6aPn9o1l0bu5WGZ1EMYDiLHyxhR87/5XlZghQFur+es1W9ApHw9nKpEtCFwWOMx9tCNVqaUvgCmAQGIgWEZNhUVXj7f+fv9MxAN2ga2igUUii7TkuSmGqfaOsgrFDb5Y7aqmuHTXl1OI6TcgMypI60ADveqf+UGwPQXA+MHpMrkq1VfgXI6lsye/BJ8i/GSzLqrybvv5CEBqVC1zo69tPuE8iVly5ei4AsAckAY0U178nw/hymUEEHcKyKyFwrqxKKcFjPy4JyGwUtBGRkFFsxw4L2BfUVOVWit8IMo08AcQHU0EeUkWdeFMYJQMYiGppbKPux5mO/IF+ij8jBYo185YUtr8JbaM/BvfDKwQOGvYreMZ1hJiA5BCEEjV4MoxrPxsGKIFB/7yz+8WZLrZxo9/z/7L1pk2XJkR12MyuX2reuXtFAAw3MAI1lNnJEUUaZ/qI+8Dv5RSYTjRRHixkl0kyi2XCAEanBYOnBMsAAmBkCpDiNXmrLrKqsKvk5xz3CI+69b8mllsZ71dmZ771740Z4eHj48S08XzG8bPk7ecFkgMzrmhxv3wmw1mOWtdcK2IHc9PCR7tYK+K4Ld9XSGYOsrd2L9GR95at/SJB1ZOdibdlh7E+ewpMFkKVwwR2rQnjt/B6rC75PkPXzFwBkwZO1Y2G7Jm8x/wa0pjyAmc6f3r/XARxBheMCpGcJsoyni3UsPzf2ghmDwmiil+nCyzhjA7KWUah8fxaerIBJ8ZApT9ZY0c2THlbyVYZRAUdcXZSdkYDvFeVG5Pub1J5fXvQKCnIpklkJCWsyG2D1taooIIcrcq8EfFwBw6VuaYq2suUpLKO0jrq1jQpK+UE3AsThwe1gl4GVdUBWUCkE9ul6sk4OsubG2n8eCt4qXDW+5nRBFs77Obhv5ajPGGRJKXFl3a3X1DtCoafah9AkqjTSPYrWDIEO1nLBTf4NcOUeFIIPqfQor/7UDvNlACCUO1Pktiy36xx+YBEGyDKA9fjowMZtVl8DWABZFqQkBxOe2wMKdrZ64wpYZNfGPN84uQro0wakvB8oj15NbYYRqqdDq93RWYEzCu2re538cBmAxF2gg1ZmBX1qL4wgmovAVz6iQHEBYKEk8iI9szzf5zDkU4CsUoY7ySl1MDwZ4gmEhkW/qJj6GLLSK3nTgqsiDzgulb+uL62TFkRBnrcSireQrZSvyi27k9flbCh0ALyb5Gd+4nFAVoQMinYykpUqggAeAJz4V/LIolCG+SosXBHepqfwQiNP0ZTZXLWzgCxW9IuQPgdJ4YVysMZxERgoDBx0YE4WC6Fo3WG+68HH+jx7dHgNQZaXbccH7smgkY5OSoQvRiGM7WHfzjMjyEIIIqsX+hw7MxHcOMjKvN3v200FU44jJlEBm3HgceUZAeTAP2FYyM/AfHB81pTCbOXhjAUYnlu0j+fnQ6EJwPwzGWw6xmsYZx5kvffV/8pACkCWeQs7kIXqgjsWLnjFQBY8We//6b9uQBbLaXDqqiL6bDxZCWQZkA7veR7yb87fnx6QNdZvQlfuxzg/5jHYfhYgqxrctq5cu7Eq/Jvk0SJXnjEH9zj2OI/f6hP+kTybGloES8o+2T24V37GniwXsuW+8VNgVW1f3Q7sX8YmWbZwV2rYN9+8Szs1PoYfhcW0WE4jiMUVC78ocJGEPfOr4l7lFTRKSJPcLYtmBkfZ6h3FLbTPpxwF/F28XgGytAnWBHEfQYC2FZnQ9+2ieK/OM3Vjb6N1KrcU3bBpdH5pqS9tiM0ycDjV31VB1vE8WPHEXiitvvoY+uTjxLk3B1aB7z5zsuxg1RHIkoFhmtvHo++FZ1iAeaVbgzPICoAV3i2gG/zTK4EsV+r1cbVqR1U8KI+omAdrPc7WenwksIWWjggGEEaGcEGELlliPcJssB6RC2IVBwGytsyrZQlg9KDwxlJhT2FrUY6b/SfGwIfVw9O4aMBJHasxD4zowb9w2UBrvnsYisIHcmWZEMpmzAQXOUgabUkhFp0DTIXwkTwTvxGhuLolpa8ojW4kUcNqqnh6uhDO+J6KpVvxgyY08ri7igAsgKpb9cUKVNUl87yNI/ee1aMfnO9Cpvm1VcbGgBMoAsBeALJi5BVU+Ti9qSp7vc2gr5NVctGLDYGOE3Iug6zwumTHheSsgAaBJcML3fvja0TnTKFSoF2D/KzwLrlHQHOj9cES6Ra2h/e7VuwD9EcxDoTC4lV4C9eLqfQ/R++5mEUAu8itCpDAc8SsXeU6Kt9RYXD6aQB1zK+PCw8Nwx+NdOapgieL/cP47TMUsoG3g9UuAbLgVaKBsBoMuNZTyXmCm+BpPNOfW4qDsA0Pm+T3sT86z5H93Ztm4wNILZ5rrkkZH7IXS8VJBIBBkwBbopOfu+c4iuYi99gpX7QeGD23Rygj1ECy/UKBrvBkCWRdc5BlhiN6spSTtXPJPFkGsq5a4YtfsYS7ebI++IXnZMFolMJ7I+e0Lh3/qxVW0roW75VV9sjDl3kAf4NGyMlCARocJfCbDbKOo9Iv23WxhrFG+rnqNebRZKcP1m9jzLvRz36M8zyUxGqRvIt6ufy7uqeOeoHudRFyW5evXj/OjDT9yEnByzt4NldM49j1EOuxlFwXchiVprmPgnZlI7PaElDQWzX7kIEpCvZ9Z1/yuvENtXg06GVy7xD3wfBSRYy6RhMgihuA75dRCZAWyABIbMvb8M2GI49n8H79UPdjQYB4Lt5HZz0x3L1iVH65WVdPVj/+dedtnTCCUMjbJOWkcM6ysyz+i17r9CPaWTbWZR4seRGWCdTTXaN8pG36qJJ2aKXN7969Q5AFZSA215MUvIjeZnqGlXkaZEG9UAJUKDU0SkDbcOWQFAKP2hlIqB6HMCMooij3vGsFAHatQhrORDq3dd4UuR0e5HqA8u02RkChIxTFcGMJQNYOiAAlj2FPSO63UEHkkWBFMMzNfuxwYRVhEFhQgJWrIAEKwsLvc6jcMF+YWCb+VpChZ8A4b0jXUxn1W7nEIr/K2xMoEb/E+tdS1Bpm6wkgFQOMtx3d0iV+g9FUbWj9M6wPHzD/Be2Gb6xwvNaRP0fzKu8ep8s6YtW79QRXUkMSRwsSzB4uZ39WAKuk/7gXv4uHPcl1kUAPmd/Ky9PKH2PJ7/30ttlWzGd/u9NDa9XnIF3D/Y48K29G9Qq5p9CvFQgVqAolvNDPjQlQSgG0AoywPZfnFfh6kQTyMA5E1kHGeLFwhq/lKJ/d5j5ycri2Yj9gxT8Y07wABtrB8zEmgQp4yHA8AgCDn4fFohnKxSphc8wZA0EFrrTkBJrwD18zD5BGDNEswhVr3llMNvoowobHiN44D4Fk8IVd+iRtrDrjS21HAZPgk8o3KCSiw5mxX6KQh0JivevwLkeJeRxxgB645xkyB9fXEEucyxd5jVpHlGE0PuTqitKISij/mD0LBKogC4UvvjS899V/YGO56iBr19pFThZAlsmxy68buLbDiAmyvjf8+Z8CZKHwxYH128Y34cmaePRqH3koN9k0hADkA+dfVV5rTpbxo8njDchajbSbq+YpMJFWvD65IocNa3kDsir9limwU5Tuy61LMcqvfqvtPVnjVscgazlYHIEsV5hiE4/vaxEIWQtLnkJsgtiaPOFXimgtpkGlJgQ3983wLoWHK9psAVFch7tDhRrnZEmJIbVcqRNlWpA1NQfrzts64KYoQdzM62thYrNftuw5y74/zlhffJBl5/0gJ8vCBXmejb/ODmS56UMarRQShkNVkIUu8B0WHpUqneuDg1V3rFwxLPaoHoeqaKiwho18F1WsEAZoAAsF8w6t8tvBAwuDNKB1aIcSo4LZkZVzh5Z3DoqVl2mXlq4S0yWshkqkzh6i2u9gLACWeqr/VxDluCP40oVGcQJlBFSonJGDG1CSsKpyp5VZUzzFtergJtYtgZt/ke+BlTyqiVIGEDNAZjjQYrckXJRLlTnf+1LAY3iV/WBnSYgiN3RzhULsh7Q0KaKcZynh+P24s4QUOck2Ia9aEHZaIKtf2w3gohfOQR1Lwrvu35HF8YSKg6RXpr2MYKF811Lt+fqa+yMAKhCmK9qpEC3pRUl9jEp9eW8gJ7uRQXOL0MoKACMkL/dV4/An+loIRVpspe8inLx+Z7uKIW3uKdHvAKeYQ+bb1T20fyYNaL5fFu9aGAoddIkaAlO5uBV5yAAUxri9C9mhPZBXg1YyKRDs0Zvmj2JhjvCUce+FqLC2cICz05YGBJzTlQo5BFDGE6IqIp9FL6XPs8uPQrNmEuvMO5wzY4XO7tvaM5D1GQNZXzNP1raHC+7vUlaZi9Pmz46yuPoajyq4duEcPVnf+da/Ge78nXmyrPAFQBbk6vTh5Q2LrvZmA7JWo9PmqlOlwAZkzZDzeXmyRiBrJNB6kFU3i6mhcI8YKRmL78kbkLYC+/E2ygYKIYqmS0ifFJxScamzNPJa7g+hIEkRpWWUG1IArPBgeR/tK3mp6oZaY9MjhyG14ZuYLOVuf08beKhQi4DUswBZvmsWy/OLArKWjT0s0cFrvL7VYk9VQE01xkcWT5ZAFqoLstqe33AWICsUHSlH9UeaUnjRpAbJOo1S7fBUnR8u2sGy5y9dHfYvXrFE7/MMRRHQgtJTw1EeW3zg0cMnBqwcZFlBj/v3b5uyZAn8BrLoFTDlCYcfAGz5ylGYoC/1AFfURR0QEBRA+eGqULhb7yWndb5Yc6NlFwAYlQPL8qAyOeoTl148b4IvUP6aTgJd6M05zCj5aWpUSrmEjnRGKY66E3JHfEffmT9LvOseLN3h19S2cG0EkPbgK6K9JW383kmQBbrK0u+Qu3pD/LNCGv+DcrP/0MeScOnEFfWjseRfcDmVd7VcjS829pC13a0RDg4Z3RvS8qUtyFIYmV4CJSEf0EZ4PeQ0CDCbWks0UblzgBdMWQUwBGgALU68ygcC1fg8G9h6QxPf23/w+tDg4P0I71XiDMkOzl+NuMiTphn0qo6eA9zPQM5jVAGOanhsZWvIjzHIwmZLrxwPwo1IEIAoeOoAusChViHRjCko7PHoEc6desrzwqJEPXgTRicWFXHPm0CWee8s5DiiR+jdw/ljGFnKmSMwA8XgsTw2yLo4vPbWl4avfv0fsIT7EUxDZkwKT9YTA1m7V18f9uwMwevnt4df/tX7w7f/5F8byFLhi40na6E42Hx5DAos029WaXJdY/YGZM1Q9eUBWW04h/aJtvc1fapPKp8e/JgRsZNpO8ImqM1TqkhUiIrvRp6ssBaGwoRWfIMqwK1Y+QC0wvJcx4VQj2i/PkcqR1gzo8+haMXIIpSljinamlJ5XF1YEzSss+iaa5PisQFZq4i3mJ8MshQu+GxBltZYJNRXT5ZyVLBIAmQhX+OCgaur128Ol6/dsL+vm1frPL1WVJjAwwwRkkL0CD+mND14cGD5ZveHh/bz4PAeAdYR869Qtl0HqUpxR7aUq3++ruS5lWJauFwapFuZAbEkI7QG7fr4nmcHyVrOxR4uCFdWocyVtaUWpLh67hJp4hcUUOD4rIAw9aQqtA5VMgfEY+OzuiQ1KCnb/neAK3ZXTxUG85BikkKySzcjxy17uPw7Xq8cjYBrepZGROMO5F4BmxprhAjK0zD9mgNIDjFXYv5TAVk+xrkHFk8dBzyWkQRZmD0aOezgbHhKGO6nfB/S3AtN1NLXbTvZa4XHMFwLPOGTHsCEXMLQRc1lwx8+tzknEN8H6IurI+QtwAYa0/pQhUR5uxK/c9gyNjBWEH1yEC/uCXAnHglgVvmUvlPLndRepv1KvYnnCszU0TzpqlnJ+6q8NjByANYLFy4M5y9eZP4mVj3GdNcOlL5924wwjx4w9HjPvOIRAhn5Z8hxQ5gk6IqS5PvmPY+S9fB0ITwT3xdw7X0lbxP8ek5WjGVm6xx5slBd8K0vDl/5+n9tAPDG8JjVBS0nC15382Q92TaQdeUNB1nneBjxt7/5fw53AbIsXHDqMOKVFsosc7vMK4YEzO0mXPBENH3Jbt6ALJ+wUU5WQQmr2vwmZn7NNo4HsjrpM7Er9gnlfU97TxaT3hcq/WHpciOybxq+bbB56R1hUatPHB8yqO9iMyijwYbmCko+sJNx8KYoxj6Ee8PrxM3B29Lm5MSg8uOWSlivEeaQPVXUgaKSSvJgudKkDno/uw1Mfa9AUlbLlsI9CJuSEaexEHO7Y4sy9u/TDxc8jrzrx7ps7L0nS3zV8f2aa231fnshC1f+lZMlT1YUvvAkCm/SNtCeAVZ/WPIARN6NFMEIEYy/wWQ1XBAqd4SwWXlnC4W5fOXG8MqrrxnQeoXerO1z+9YL5FHAwm6J+Kbk4NDUR/bz0ADWw4eHpvjAQo3fB6ZMoYqgebKQn4ViF6b0QE5A0YocRsyBKm/GWgPYC6WwLBnmHWF6ENJD2RBr1IFFkEcV4xxc4JrMrrGufG3R9u95X+T1BMSoiLp3oCjSTi9NjSuy8eDO46G1kxZxADYOtIbBkQ/9WUVp5gBD1nCgBFimvkqEhEhysBZP6r1OAWhLkYW2O/R8hCfoBDvUUs5cC2T55PYGoNFh9g6e4+E9yBKd6vrWn/I6UTlH9T5uACoiARqxxDk8WZgTl++EqnyW8xQrt1Rg1V5XvWPia5cxztsBZqMYRMnbsj7BY4Uuyvin0L7wklG594nHb4Qf4tBklirHP4bcac+BMeOxl34HIJfXDDeHly3tsEnGkH70YGktasg+ZvsAAImHJ0fOMIqdOE/HKhXIAlBTviHHaeO5cvnKcPnqFeVbQXZY3+/dvTd8/MnHrNCIZ+6fP8/znbD70guVQBToiO8RnowzyvA8zB9kD0HohKys+Wd1DJMl3MkV4lDIFho/dy4Or7717vDVbxjI2rtpIMty7ixsWudkmWfRQNfO1Tc8Jwsg6/vDnxvIuvNfEC4IkKXCF311wWN7BjbhgktlzKf9gmX6zSrjX8eoTjHcqUerPKO/RuckqqGzycmKB0wc7rtyh7nZynKxyuv4ICtR1K3J+XnLHj8GWTo9fv4l8BQvxlJzZl0BcQViShmWh6i++kMz+Vjez92Nk1xC+1BWGpuJ9y16WBKP7Tv0o1aho6oixc/vQfhSOfwzt1MUdw/c8c01wFXuc80JyzSqin9/mPMqi2yVa1bhoTInvnmVxdkpkrjuNDxZ6/Qpru3HuqxqIK9vlK4J3lxzra3eb4EmWsvtdwZZ960ABsIF+0qaJwkbzMI05qdUU4uqatSQ4FlSiBGXHn64dgCyLg1XrgNkvT5cv2Egy8IF4cVC3sXjRyhfbUqOAaqHVugCilKAK3yGM7BwwDDCa54YwII3K3Is8BytjhpOFAC4LFf2JntwHGAlgquUt3tvyrqrsIZjsgHlELoqa2pD8gcUbVFPzkobsJeuEAjjGoh8MVnRA6yVIgcSZKIpieqALLdb2C8jn07G8y0HKaplIwBltDfiY22USEdeWBeoyKaCASb3fKjRVMx5v7uU+jtOqlg/q+1C7cqo22z7+ey7pODrGnn+WzdKBE/WVmIeswemeYbtw1DgoZjDS1LOpvJiCzokWkVRBExF36hCqL1IUyvPk9b0jingmFrxuPKeCKCigEpaYNyfWSjJ23eZwAqj8VwPJ6xGLsvvIVaSLgBjRYAINmd9wsG7mGN8/uDwUOOwm1SND6hJYejZYxsMGnMaYFxj9mIKaMfeIzcTeZglAkRLIbiDcxSGQIV2apzow6XLl4cL5sni3k7+e2oA6dFwz7xZhweHfA8AhcIWBWTBQx6eKusD6IkiO/J2Wcihe88jn3XkMSQArXt2GGCn9uIeZA07F4ZX33x3+No3/qGFSN+k5+opqk6aoYiFL5CTde0Ny1NFuKBysv783xnI+iA8WRuQteJK31y2IgVOQ7d7qUDWFMKTLt8qbtunALJMvEiqZ6voihNTL2tBydLbW21H8tIFaiiKjYk4odUidpngm5/U96GCrBTA4LLZPULeDyWH18bolUrSsjBgAjUN8MLnEQLBzaBWc1KrDsKKsia1QI90634ZijZ7Ce2WknVzT+GNE7o87poGWbGRYj/ynvUPWTB5FQROX7QMKOe7+HhXMMNyS6p0wGsDspauJhLyeYKs8GCpAlXN72ApZZcrDDUqyuzOsGeFLq5cuzncvPWagayblpNlShJstKYcPTy0sEArcPHgwWEBWUcGrh7TWwVFU9W1UCUQFnd8ztwSryRG3jdAWzcO8XqxtRftTV4uvCB+IjqJVxtakB2fS7RUUaPlHus5QFjALC7bJINcaYfyjrYzCCd+wU+HNNgHKqoeXsmwLSjmcS4POirQxT77OHgArdNdojzyfGDt9lAgLjI3kfE+hyZF9Ds6wnVcyMmc5gs7rIZ5M5WiKXlHj2FGSUm+zXFxGJNyWe4pRXXRKqCRaslLim59tWOQzM0vVqJMe2LZl8pc9g/UnoF2i4eIwAZAwL0y0SZBEDcTvuIQX9faOb+sIoh8PqMrPDx4HdnaQAgiXjwIGHsg/rmBhX3kl61sD68Xpr0UySDgSvliMNRi2WDYQip8r9BBy2vyHEk8Cx4efB5VC/lcWzw5MmGZ0hYgi2DNHgUgibypyCPTniD64BxI/4u/tKZ8fRoN9i+YB8pAFOWNrXuCQfv7/oGFFJsMQf+Zk0VPFsaIcvUGhgmyVBa/DcnUfEXZ+GKw8T25hP4nFoiQ0J4rOL++1sKTBZB1640vDF/7nf/GgNQrLNm+ZbmoJVwQOVnX3rTvLtphxJaT9ROrLvgnAFk/M1/zwXDOjEuUf6KG/0w9ecXPNp6sFQn16b1s2XpdZeQvPciSsOk2AtNUqQYc05Ol5XlSkLV8gxtN0FKQ5UpGudEVgkwDV2IqXeo1IZDHHiiBF25O0g54aR8LXopUpI5n66Ue7RtaADJXKOJgyDg/ord6qk8pfAkbWfMcjmiSp8dt1Y26v+FlAFnSB7Whl00utg4PG9yArJXE23MFWRVcubKPefXzqFqQBQUJBg0DWRcMZF0VyLp6/bopSheonD4ycIXwwAcHVj0QQMus5vBkMceFHhsomagkCDCgw09RYRCWZ4IsX5s0YgDi4TKsVbc8SwuNcNlkTIGCmUldXOcBtMLoobyQWKHlOAWXJ7V4hH1g+SfKjfRKaC6zGNIY/WQ+k7cWMsVhFD91DwF/OwqUR8WBFqhBRdhpznvCE6H8GXoZ/TcVdyiQIWVwI/6LXBsq8VK4tTD9d2jdEf+XpFYASJHAxuOEpBpMuvqAg77FOKjvS7ih53bJPzgrBsssEdTwQoWJldL43T4Z+9w6SsBCkNW74dgjDFRzmcEGDWaZr1Lf4lqWfQ8A7PdHuXhcAy8SXjpvyoCW/U3PIcaPe11WRhgiQQg8RSjVDs8XPE4GMjAvJVcM/OcFI2AfJH94zpgO0kZEhvLI4M3BHAGkgNAoCBE5lnHWVpgwAvBl4McDkB20ZPoEWWoRjPjE9/KyIKuOwbVn/ebZXsxztHyq/T0z2uxxXzefKgE/xnloZwU+ePhAIA4gEQUzHEkGyILX/ylkis9Tsr/4vEFfEMiLFUe6e1djnNkzmaebvMd1rXvIr+fMk/WGhQv+roGsCzfpuRLICk+WHV1x/c3hnIGsq/vbw380kPWdb/4fKnwBkGXhgtslv3wDsjK9N38fjwKfapC1OC4xi+exZ6NVxrOKkP+ubQiQ9ZMQHzQqRhEpcwp/bcUFYhJD+q6IIW1A6cElKiVvhricO7LCZerhpWrN02bdw0MNpXRBm7zsJxIAACAASURBVKsszPzhf7qG/3hteIfcep12cSVuSxjyWa5E6W18ln6X9tVnKkzxbFeaakWpyH2Izbb2cW45TIUmqF8+lvz8yUZErUJzkqIdRz+vixYZZ3LpMzXlI/ZKnFAnzDmEVvkKtPiY2OWSR6vnzDzkdRSnOXpPfZ7pQUp2itvoHijS+cPCE92HfNuNaMYFuPrYTteT1eWbj8nj8yawAs+LEsAZkBsFHmZBFsKLALIuEmTdeOVVA1nXWL6d+SymFCHnA2GCDyzU58Cs0YcGuCKnRGYhhEwBLEDBNGWLOVlS/EqeJWdDyne8Mj3ruV5hZJJIGc2zy4AqCpC7JBmjl/8hIUBlKmSQx2BRnhQ5UWSSnoXQJ61r3Fargkp84XM8rea+BIgpXjauH/yPD9d6wnwQPIWHKzxi+F6hhXFOGGjIXB4CNYRw6TDZQjgPRQyPSWArdLcvZ0ERDpIw9yxZ2ol06zwob84Bkohe8pQ4vpDdsebmNkkNuch33eZ5O3jjYKiIFB8VSR2dnRJYMY7pbbTyU14ovt4bueFez3JDKPL9M0F/zEmIbMxjeCM5DO0hXGOoeMfPBFwwVww3tL8JVgCYjCos7mCeGnxPkGWheCAHc4xwFgLuLSBLxS7kPbN5w/XdOVl4fptP5dxf2N89wjSaYYLF16oQqouUz9juRfSC+pzJGBDUEjH4f2tH9yJ3y0L6DDBev3HdZMae5V19Qo8VgBbOE6MTjt62R/RiIV8z+oG+oPIovY0sqGPGGa+8WnKqwSM2EeGli76FR48FQ+g5rnuXDLe6p98AuZJc/yiywT1ZBFnFk+Xhgjj3z3K09m68NWwbyLq8t2Ug67vDd73wBT1ZnpPVl3Dv2BErzDm+rr1Ff2nqfAISj5XQTvLY5pys1aj5cl21VL85o+Es0u1WeWSIUoqcuXOyFoOsPjdoZkcY9aYmyK6jTDfNhHdsIlRvPPgpbxhG7STs2mhB1tSYXAmQSPbHVZBUD/OMz6SEhBALcFSVJrXBsIMQhqVVF/qS5qNNoN8UHFG5+MdjtREodEPdpdBlgq8rR9xzVp27MXXDWsbms+V7lguhlnW8kyqsTd22EGSVjXTxGObCBed4PG9U7BNZpl12fSGMvu/cRrp7Vlmcy67pc7Ci8uPcfQpZqvRZfb7TOukaX31cpweySM8lrFr7VRV05nDg3tCSJkGWzvDpQdaVa1cJsmiVtwIXqBaI0CiArPtWwAPFO6Acir4IQXT5xrAfnYUFYEF+KuvY/ujlTgHu1XessNmsjOQ5jAnJBKn5ls10eUEbArvogwMIAQfJlyrNJBPURQ9X9vuKfMwyxEPMiqGF3nCZUsSr7s3xyATkdWIt0YsgqSb5WBAHQJiFs1GZx8fypkDppBLJeTSl25Vmni0E8AbviBf/EB+ABwIUeG5YgKxQuAt95UVjYQ4KykrBeN9+ToIsW6oEBSJvZ1Bz2awGQGuBWLaKZedzEo+os5PlbDy/yqXC/xaaltdou+YFkPMr3k+trxKq6vuEngbCphacntHP1jvr4yfIwjwq5wjzRpCxEwUn5OGKfkfV2gBZBDP2HHiLgvaNDHYah0dKkQh2fQBav5+kJeir51nFSLLBTwAF3icUvJFnKp47NjbKw3bx8qXhC+++O7z6+q3hV7/61fDLX/2SEmEHfGDdYbEcGzuBJj20ON8LAAtrVywdIcYKV8RcVa/qlhmBEP5HUGZeRBYtgWxCe6SrjErhQVwKsuBR99BOzh09WV+gJ+vchQgXrCDrsYUP7t/4zLBtJdwvWU2Mv/3L7w7f/xaqC/6C4YIofAEZmEHWWG7DGLWeCtuALEiU5IFUtMIGZC0XRi/nFavrKy/m+CgL1wFZ1SKR3OS+UdQNQRvF9Gt1kDWvUE23Mf3MuZDD6GC7US4CWeONKu/EDqpSwq8EHMSJbwquqGSlRm1id5Uyo3h4tVvyu/mZNuO8CUgX0HelHd9AtEfbtw6iIlSJn5XiGYsVhUV5TLGRlc1pAmCNrvH+RPhGoWcHIPsNb9HS6T2P5f0SGd5g7O4B5HEHVQ1QijZDGfRQmLn+bUCWlLHTysk6MchKRRigqIcEU06WlA2ArH14sqx0+/Wbt8yjBU/WedvETXkByEIIIEIGLVTw/j0DWfaDsJ4AQ1QeYFGm9d0AlnuxgkfCI90r6AVf8A9XY/krg6zSSmG5atydWMshW0oImcsrAih5qCK4sN/IAmTxN2WJxJRy11zeEBi4RwuFU7xNATcosCGfIIdqjg26Qw+CKhq43KvFQDR8FCbBV3GN538hB8wr4Yk0MnohPAs5cE/9O7fluwcMAAyA18t/kw9wb3jF5HlUvpmHmzmFRbEpYRKyvwU6TYGOfCcvE4ArwLbIbvFeBXMh+xOtXZ6zOyUiQZMSnqXYA8RCyg0qvfQ9xP0vI8Oa6FwlWYOf8HHZg9I1hT/1WQGHQbsC3LGvOcntdy0sId4WmHLPs89nAUoYBUGEvFlUWBzgF49aWQTV2Ckvdsw3NHDRqp2tOhYNoBJAcyQgJkDjuVde+ZK09ssjJBbeKhhkXnv9teHGzevDhx99OHxy+xM+m323H1Z3REijWLcYFuid8rlkficPaVdobOYXebFwblYcemzhiXatSrb7GjFarQaywCMGiThu/GXjNZD1ioOsbQNZdkiWLVMDWRYuaAtseHzOQNbNtw1kXRwu7T4Z/ubH3x3eB8j64Bd2v4Esy8niYcRl3UytnQ3I6jhv83YBBX6jQFZVclormORTktATArfS8NmCrFqprmjILk/b/kb/FoGsyIeKzSwLWikYFcDwb/8pGookZqt8xGcusUtybeke2vT7fCPQRl03BV4aG1rZ2GJj9I3FlZlulrjxLHrNAa1mvkPpSg3FxpDzlooHJjaqUaXErncdT031M89XVsL7io/9vXMgq7QxBbK8kfCIKDdi/rUBWaDNFMg6sBLut80TtF51wZOBLLeQF8Uc/dLc8Xwq2lZNrplCsX/xkpVdriArEtcR4sSzr1BC2XKy7tlZXwBasE6HB4tt4T8ohszVco9L8M4MT4ecyuflyaLfgyy9l4I5lrkNN7oHO+RUUXeSQk3FSgKkNeDoIyqaDvkSuIIO7+BHUCivfLXlnxegZe8JrOw/lfeW5Tkq58kg1XoWFF7nhSt4nhOeqeMnpFcLLMYHUZJeXMdJUKgbw9ag5Pr5QRFmiPVbvGIqDc45g8eM3k9lq9Cjphad9vqtt7EXBnBzWpCnSkdn5jHAqtPQ6U2a2dwK6NZ5CRCgofvn/jgaDQi+qpdHoK0CC/FBnpvoa72mTCTIysfUvd6jPgufNFEMCTCQLABD3lj2vMOAVfYO0lWkiTPiVCRF75WrJ14vBTjIR152nqBCMjj6Em3XEFMBrdibSxETN4QUT9jUumQ/DGCxhDsq+4Eo1TMZAwQABB5CGCNohN/wzsEgwwIe9rcqIkou1KqnFWhVkAWApGIXXHnkCXmytEZVtVAgC32RJyu8OaAdaIVjJsQmi8IFUbo9omwcZG1b4Ys35cnaumieLAsP3AHIMuAHr/zjnb3hwiufHbbMk3Vh9+nwNz/6zvAX3/pXDrIOTaaiHP8GZJV1tPnjxBT4DQRZY4Clxd/Ssrdq1W/PDmRRqBRNwtWTRhEJhSWATupzGUC2HtZBFSEdgs4VBZdkBVBlC7BAVgrVig2OgjMsl9pgtf/5BghZnhSfCMPjlamfmeJVCEsYS8dR/6f1ul45ml4LS0FW3jRTE83GipCI3G+ZwtNY/Mbor+9eM/pofYorArGZcLPNOs6C5c3LqEV0dmp7XzjUw8sidDCa24AsKTWrvqCkci7tFlhyDy1P4e49AygWageldtUS7qcJshhGJB2m/O8pzsGCJwsg69p1ebKuWOEL5GQhzMk8WfBO8eBh82ThQOV7BhYBuqBBUTJynK7Yhxcr0ap6slrqtZ6sTN8TgCwPytEYoVDpmfE+ZhDvS55mty7lUdBNzGuLV5J/AHvRZl5QI8ObM0Gs62qkcjnpYYcBBGRMUrlvHj1Br4LOCuIDAdLg1QjxoQ+rXPEvisfANfo47DbmqZSlB7iy8uY8bwn5JyjMQM9WALZagEGfYZ7kMaLUoIaLQ61jzlyShAe10C/lhCU2mKYXxhpeJi0iqt9oQmK0m5PI+1KYeACrPNdBd+XTBU+EPK57uU97eUjsSYXgZCu/ngis8gdBQi8juMmJAxXCp4cLIOWN2yEtQBaJHDgaCzbOs5IHL8rJx6PwiMiviu9L+CEARzHsIfepgjhfIo7X1Re0CeAPkBXHABRqBeFT38CrAFacf3rHEdooMwXBDj1w2uP5BFQ9LLwrMgtUysOaabJlFiHqDLYG0A6OcgkjBOgYx1QcHalMf4DT5uDnzCt6QgFZMibYE8yTheqC7/1eC7JM+Alk2XmB51/9rDm4ALLMk/WX3xnet8IXOIx4e9iArLQaN3+eEgV+Q0CWBGKj5BQLnoudznVASxyFaG/tXwdkzYX6zbfRzqttwk9iI2n70Qh1bM1+XkiEsmEDl0zy/ztgCuBUPVU+/lBOhJZ4X18JMJhlXMXP7b6xCeXNKDYl38z6WPoY74gR2YVOqh6D6WPvm2P0smFz81jlhU05yt5W2mXeKgA0NiDmSUy/ztqTpc22JhLzfSRJf6o8WVNrTcrC1GsdkMVVBP4wugFkHRzYYcR2TszB/bvPD2RhzfvQdH6SFA4ctnnewgUv2zlZAlnXLHH9PBXux5aPxYqBBrJQHQwg6+6dT+w9zsYqQcEkV1jSoQ1P0SrWU3zHdBHntZbe0yBLfClFs8gVNZDWvSvjJVwwFhSMETXMLDwDVQHNMk1GInkYvBKgJrRZk8I85mVix3iBi5+8cjUWKpO8Qv9z6ScF2mWfTFAOmvxJVFJx9pEez8Ic4QmTzo75a8OuI/cUbRF08B67puAcMQH2A/IDi6OwPIOHm8kTyUNwI7eOHhRc6ko6wwxTgY4SzghvggA3IapXyBMYCb5QSFjRtqlkR59EIEq/kOcV8YoIjWC0Nx6Xx5IkDiiqbBWTaXuKfS14wssR9XI87yF+X5l5Ps7Bmd8nYNzgLX+AfiEfT7wRoC6Mtj7mwkCVDrkBhlWmPlVQUq/K2K5fezIaiA91XfsctSeZL+qrImDtbzxHezzDMl2OkAdYGAvNOg/RkuMgy8cdeYpPex3KmzZJI5ZgtdIAoZovnUFWgTTa0Dyr3wBZ2bsXICvO1mtpGT4nwT4cu7PlniyCLA8XhCdrBLLMk3Uenqwff9tBFsIFNyCrYfbNm1OhwAZkFRndKmNnA7LiGfG7V73ze9+go7Japyz2+COSbANMVqEqYVoqQyUAVU6AdxpAyZAkjHtiI9HHsyArfxcKUZdHUe+dhzI9M87ntK3O+4tAVt6slx2IG9qA+th6Q4vC6VpXUbqCt14AkIWu1DAPV1a0G88Sc1ppXp32c1eeTeGLZwmy7tthnHdYNELlzaVMxGvuMOKqLM7TsCpVfeGLNlyQy9SnTiCL6doMFwTIwjlZ12++YmGDAllUoCws8LHlJiBk8NA8Wbdv3zZP1idWdfCwWO2LyghljZbydmxljC6ATgqyMiXcN14+epIFQAe0AmTFmUKqtNYqsJRZ7g2TpRwengQak0KusMMs7wAAqpdJnZJCS2zg7CaVOzwuAlzCDiHniKbaCbfCR1Tk8RMADMqzh0/xzuQpiRweZr1wjCoyFFEGKCTAg4tdgWczbMRDtohM+DYQCv8uCrmHgJE2XvBEBRy8qiRAGegHz6bl40TJelZZpAwRgA2PmX678o9x+aPrxObFkr5MW0Pk4moUopWmwNGlv2/3QeWM8VXa6vYwn5/aAyjmXoHR51/yPIMovAfoyL5QBynOI9GP9niPXrY6qCYk8JGlS+Ylccs+ktnzV1dPmPNhrywUAo1Blngycv1svBymIjmqCqI9MKaiaDO+np649xTrLYcPc1pyX2Jiy2dB07oWjwWykJPlIAvnZO3AeIL8UpN9T86dHy68/jmFC+48Gf6aIMvCBeHJ2jKQZX2uO/wcnTc5WR1Hbt4uoMAGZDlx4M7Or+Ugq26cU0TU8tROXL1O2Rul7bl9RZsBirShctNuQFa7caCN8DrB0oaWqXDIfCiR6vkBVAI89r0pUkHLIbWDuvEX71i0od7W82tiM/LPcbM6OxpatlivvCJ7C/bKN9YLezWpP6RU4Q/1tWhBVC/cIpCFKa90F72erycLfZCVsuPxWtOXBOirDW5AVssX1ZN130IF7ypckKF2LwbIKjlZBWTdMpB1lSALihk8WE94uLBVFwTIMi8WPFkAWSotLuCGNcA8CYSbEZQoJyS8B+JprZrnDbLwfIYf4WyjBiSpj1izYHsl1qOCGQ5I1VhjDEVSdvKmyoIkIQCymlxMSttixGK7+KQREW1YFdXY3mjmACsLzsiiCuka0K3IcsprAKxapCNoUAxIwN0AEV5wAEUASC/3mNWQO/cMhucKNPN8PHqwrBPwgj6hp0FAiz4PEldgLHvK9D55yAhQ3RuWwpjDg1FAmYOHPgR30uAWeWMgUMiyqvFXUnpeVtoNwbnFExR7gFi88nmArWiolNXnnuEGSd8/dF/wnMqrO1arQoRh5sohynAN/NcAybQf9X865llwBaZEeWFamwLgY1nu1Og8WSUGOWjrgF2eVHiWFecpnKff0XbQkWCUILuG/WVZUQxJ4CvMWyYUqiHS46u1S77F91gfnboEQ4sOIxYF5ck6r3DBJicLIMsLX+ycHy6+8XlWFzx/LoOsnyVPVphRNyBrIaNtvlyJAr8hIKvueKW6YJLaXLu9sbGazhpCSlwlJTovfBfw2pI8TIIbbkh+X7Rlc7CHUvCmDriSI9CEQwtx+jwETlKQAxjwPqCiiPOum7fi2fOgItFUGwG+lyfLLaKxwRAX+ucF82mQZah8vjajDqK4AdY3KnSN3Y4NTX9PvzoJmkg8z8ndPd2F7aaqAUg3rPdVvcrHOGn1U8P9phtECRpUlsLA6zO0/06Pu+au6RlMrMaz5sjkY4zvp5QPttHsDxFCUkE+ObQHWROerVUOLJ6fn/E3svSneeOcdItvNI/ToLa9LNrsCDdzmPgCB173dLXHjd5uQrjgA8vJundXIAvnwfQgqx5mOR7/6udkSYFVUrgpta7QSrnxPvlQxQsqfAGjzL4dRnz5OjxZBrIsJwuFL2CJRy4WQBaqf+Gcm9tWOSxAFoGUtUNKY6iRlK9sd188dTwxj+G1CNt3rPd25HlOKmP2hS+6WY5hatE2S13vVdE6QBbAQ298kmKI6yrIAtCK3qpZGmJC/jkYaPufDGqgRHjMqGC6IltQlWR1Udi9oVh5xVMYOS8hjzrDjG5LdIvv2VU8Q+tGIEkeEi2r8OZhL+gXUjXewfvFPDGGIFrODsuBR9teJRat9xEJ4gT/n+ceFQDl4ZheFY9nTLGynvLDmCvGEvYIZQRvq6JcACwW+QjPGJR5vK8+H82RM4IoUzZcXxOckPHLO9yQI+YuG0jyvpxaGStJonmRZdEwPiMPgid1htVItjmYLmY3u1f8V48pKeQdTZ+bTX2YvmMVGpXLnY6gp7yszk2FXNxh/MM2XDDc48XozAWSzLWcE5AecwX9RWuQ+0l0wDenvOcRVMbzvX/ZIVfbrLNEDyMqIyLCZsLgiiWhyoJ2HQCWMfy25Vy98nrkZN3ywhfhyTI+tO8vWWEME5LD/s7W8Nc/+LYVvvjfh3sf/JVpWwoX1CoK/preiMtRF2mOFu8prQ5EYy/lkofpQvYab+xaYQ7k0CKPjoV1Vt+oJhj/Zf6oF14v71gWqJQvxaDoILl07XqvWeUlv9JAEB+/yqt6Pqqg0nkZoYQXHcibi8o60Tosodpy5XQOgGQfmJCITaSEvnDzq4Ky9FF6Qdlot3lyPchQrbTZ80JZ6XEkETpYwgNDkHbc0IbBtdQZnVPiITERLjFFz2UCY13Ev871/bWjkDVNYCXvKitjhmdG/ZpUoDp6rsh/q/Boc41vgtoNne9ccC+bj2pdXvupC27owX9dN7M3jZTs0+zPkrYQ2mWk0wG9DrLuq7rggVUXPLJCA8h/wYvX8a8+j3P1/pY5sefGBgxlNHJgCFEyyNIHWN00tkS44GWEC76CnKwbOifL/uGMLJVXBsg6GO44yHponiwovgJYHnJFcOfeh4mNnoYfmA7cAxYKfQZZS/lrRJZMt6QIUs618pneNreks6CEV0/L18Uaj0IRcR5P5HyAphJ9Na8lFMboWu+BV/iSKrWxHfKGhHH27kVVvd67NuINp3cmMXVUl+9VdRU9JPNdvXYFs4JQGfbwLRVQzM8E67FPrjjLE1YjJlCQQHwgeVjDzHUdnWekge9JAHi8XmskXvgzFGfwG17Fk5XDEB2QqYKiA69yIK3mhdXm/Kw4jhzPxH1pLZQHg5BN7tgYeJFCheDIKRPorqC/JLx11Ms8mOdA465zTo3Z50vXxX4oYAxiSY3PUSHReuWnoKeMB0X3cIJXo1/bzRKiV/jImYl7tEBVa2yOPC+fQ5AnjFP2t+OBQjOta/GGPFbqZ28YrJEy8mzF2PMae+odIUzjXuV8wIVl/3n5+am9voTbgh9BcrS1vT/cNJD11d/7h1Zd8JaNc9+rC+rMvyc7+8Plt94dnu5dMkCzbSDrz4YffOt/HQ4++Ml6IKtbWPPGyGTYDFRJIwyIrMqKEbabQdbOLvS55/VabPR8Fr1aR7d7Fv15+Z9xPJ2krO0TgywKlXYTnyPqFMiqG2HsTT2TtkAryr1qi/d4cEgyB1mxiUlwKwymz5+SgKaK4NbIasGEtCr3FAuob5gcmFe88o2UwioNf5SJMEGaRSCLm5/fkxfLMqVr3YW1zvX52qyoxDz3B+IubVuNTLLJBmQtEkkvGcii2qqQ3wqyrLqgebIEsqxq1YsKsnhOloMsW5TIxaog6/5w55NPmJP1wEAWgJyihd3GbopqVC+bcg/Mg6yqfSxb72Mu6TcCyccq6+odBWS5kSpysqZyK6V368BT5BXV6nkaK4KO8iv6PQVQFFWgULEoBNEfYh6huaEYtwU5KB0L+JEIgQBOPUh/l+9FBcn13hjkbUSBCSnxmklY+kNpr/uU+qAfUYD/oNcGgPNv9SyBAocLZT6Kf4P6IrwIehaBWhQ3IGjTobQBzMBnCqLwEEW5GuXdimIcAYLsK+SKPULBFpSo55lKHnZIYBSKeRTxkPesKP8OhL3zIrL0d395IZMMuvhNGEJd+ed9U/I+6FhIqXapRMf1+T7NjWga/A26he7g7fis8DKf95h/NR9BrnXOypAm/pDXEo35EQI+v0I2CqklLKfqYjRMXQ7wPF7P7u+ZAVl1HwzDb+2zT0MCtmU6tFZjPjzUdW4/lt5Gcw+9WcPWeQNZ73hO1qvDEwsf3LaKnsglRPjiEwsXvPLWFw1kXbYy8tvDz3/wH4Yff+uPhsMP/nLYMU/W1qqerA3IWsRuJ/5uqf514if8pjVw6iBrlfCiSuQMCpaRvgdZ2khTOElsaqmhwjC0WroVw2U2LY85pt43Om2MHpbQVSSSkA3lw8MJw7Loz63er6ykaKOMzb8IOt8PSpvF8xIbTWwKdaKOA7KW0Xbd71dZiP0163qwFj1jCkhOjuEF8WSVdOsZT9ZoE01WynXnZv76TwfIusfqgvctn+k5gSxYbqumYn9NeLKWgSzzZN2znCx4tR4byIJIiYOXofRWK2uVWTGvLwrIksFIZapLpbgkA0kizw+Csv6YB6nKQ0djFCi3LDa3keXhDVA+iSz0EtWEqC4i43Pkp2R5G02FJK26bNJqCQL8faPXhzKezGCuhAunSVPX1oC9I87xYtdAqQQu4MFxTTGBgeqNzSs4wIAzXHebPArcWPR8/1t7TY3Ej/A5pPriO5YW93B4ALMAyqJk9d5gvqB0E7wy/BChh36GmH0W4BnzCxCtAh72w3PFaqGTIsuBK7zYh4ozCEgRFzF8MIdBojdowyeiR95tXHbmFPdWNBNYHWiNgIw9Os0JaTetx2gcSe8g3UU1/6PoB5mWArkqmiJ+CeeUv3HvFekgdKc1EkPvPNrLzrk7FshyuqhvNg+jEOCGcG4ch4HAQZZ5sm686iDr4qvD0c4FW992hAXBNs7JMpD1mS8Ow94V472t4Rc/+PfDT7/5Pw8P/u7HlqcIkKWohKXhghuQ1U7EKb9bRbc75Ud+yps7VZCVBVMIr6BfFnh1lUyDLL+3Jz1lj4cCcE8JD1JsgLE51BvnhGVsTgrXKDKtxvxjU5yK64YQSPlU8lq1ZcW12alRF8kSwC6MgxLwsPdgYatUwxKN9H/cW2nWAEte5HZNl8jlTJuQ0GfAwssWooZa57wC5DQ3bYZ6sznp9naTzMOYB1n9Pb6JzdGAfDT/nBORjpZeWVs3IOs4lJzyZB14dcEDA1kPG0+WVsrxBBqXUSgyo3BBKZk1PAeeNY1Heh5kEuSFnZOFEu6sLrjEk+XhggBZCBcMGUROLLkCEerT8ufZgKzkFQiZ47CgXx/hyULeKgs5OMjqj50ImlI5R+GLEciq66Jf7/Nr0hP+3fNSvRBVmHJqMF8pfLuXHQRiIVLdEIO3lNcuD7LhoxjBPLR41D+XZQHqWC48cnIYHhhzKM9slo3sGz4yPpqSRBWgqB2BKsER5dvIO5dnMORtyJ1oQ9lHAu5xjXKEo5w3gK/viW483LJw+B3PUxFY0B7cvNgNhRGyOiILnQhoBU3xbeQbwjPGHwv5VdVJADeVvic4IxjXPOrloXHueQtMU6iaQ+eY6yaK51LnIYtJsqCWmMV/AMp9x214oIKqsu/wXDzk45FhYkIKXTIfibdlkGDUxmR4uhe4QU8KkIu+9dTGGkh7azsTfFf5U2PLeeIRcphbzSF37bJYsAc71ZhPiv4kkLV96TU7F+uCOajJNgAAIABJREFUPWJPfGFzC0/Wtbd/i+GC0KF+/v6/H/7qWwGyDsqZh7+5IMv5aGI+n+VHZ6YPPctBvFDPOp5OksIFb7Z2Bd+wJCfaBarJy0mIokSxLPrl1VPUMp2a02dhUYpQPoEaD+dIzw1AFDSP97FR9TlXJTyAu7e8WaMzYHi4H74CuIq+pL5JypVpVrenaFFBVlyMykl1Q3aQ1cm5kdKDDdoFK0VqR8ez4LdVFuJpeK7mnpPH2IyZgHN+Y5iixSpjWYeGYZ2tShp29emwqGj3bDxZY6E9Z3SYHV+xQKxDgdO6tnqfWV3QCl08MA8WPFkofIFiEqtWF1ylR/MgSyFv8p6gJRVt59p35bjkZF28OFxaALJQ/OLB4X1WF7xj4YIPrQgGc7JcPlBZoaVfislU2N/ZgKx5Ch0fZCkkjZUFJ0AWiMlab/RIac32v6d6FXMQ9433iwyIx0aUTFMWKPD8Mkytwro4s+o7+6g2Mh0amtgFkRMUY1CEhAMZJVP5UCoUasKkyUeLZVc5A9D7WIB/yHz3NmkrbJ/Hdc+xVkBWdywfX7OX1TYIPjEW92zgbwIzPwMqwhN3vJS/CiaouAeuxbrBQbt88fk264+jNL0AOEvUezl6ecUiHFHqBb7DIc8KWcS12vMASwk2eQ88JgArKgoBZZ3goYCqZEiJUukFZLknK3tWOXAud/+DDOLjcChQtho3MPdeNzKPGuKcOB1HIBv5p0m3CX1mej10epH3jrSe0TOim1X+RxtOXwexrLXT6Q+90baE9DpteHA019Ce5aK+PXz9D/+7YeeS5WTtXLSe2QHg+B5ztrs/XP/cbw9P9y+TjABZP/7mvxwOzZOFcMGSp0mSaZ3kvT1kQVeMelS5t8qM552TNd5/p+TZi/bZaetDL9r4nn1/zghkUZhkXRfvY5tx61RMZo2YcEteXNsJjAqYxLwKUcnhgsBF6T2u6t6j5G5YwbR5pApAlKHaTHARNoMS355BEwfSKgUaWiTULlfyR2N32oxA1kRT/SIIoUMhC9HUCcmzYKpVFuIIZK3ruUo8049hA7JWmdWxkN+ArHm6LQRZtLZL2aMiR+ng/6inQK7YOVkXL82ALDsnxs6KwaHEPciCAhLrqQVZsvD3rwKy2JeaSJ/BwxQ4W4Vjpq45K5BFadWNbxW5En3swVm+t6fFrLGGHhCgpBDAFUxFWFtI+9KGg7BMq/BoCFjJAFcLVzjIolyuIWDHBVnVieFApMh89/akjnVbaDmTrQy37GRpT+uYIK7lxxy7XpQlPjSsjRrh4eAyaBEbLjoDR455dHbMO8ZQUwNkAjJATcgpEzh9DE8lc/j0LHnG5PXi51Fgo+SAKRwVP6ycaNcQ0Lmy3gAtNojvZMSI8FUywSh8NVEKIDgRVPPgBMDvwM/8nahWqqw65UJFKe5w1yUK3WXcrW1n0Ey4VgAZ+oArmXEFb6THgxYvYLOH6uJFa4FgyccY182BrJLQEED26e5w7eZnh28YyNq9/JqJxH16ZxkGTU/W3nDJSrg/3b9i839u+MWP/mz44bf+F8vJQuGLBy5T4RXTOtmArG4hPqO368jgZ9Sll/wxJwRZF67PebIkOIqinUGWxIesOlhKbpmj1yg+D2GWhFqN+5cAGnmhGtAlgQiLW37RK1WAS2yI+kygqwpOPoVttkinvnfhWL5vr1vIGV3IgNrMP/N3f9pAVgndzDu4ZjjNlejRpzKMgOXGk5UYJ/ipfrQBWfPral2QRfkmKcefLQNZ+xcuW7jgDQsXfNUOJUYJdzuM2L5FuXkqiQRZ93ROllVJRHVBgKx4rQKyiqzw8Ky49zRA1twGy3WWjGM6rHick9XzlzxZNVyQh+gWoAHlK+eaVvm5KkikkgwCJKU2ZHYey0LF0mdRW0+EoEOxD4+iAHXsGyNPuX1Fv6bvHXq+2ik/cq5Iqvkwl4KsnHNEBV9GyOJYSR44KfyrgCwNoyjOwBWpzZVS5HrQEM/1PVT7ulrlPMY+79NUzBO2BwJsKbRPxs1z9p65YgBhyGsTxahHyHMWRSQELPgiULJfyAmzH3jNHiMMkWXrdShvGEiiuAfzx6KQh3vQpNQHUkKz/l62DJ+7eGY1ZqoTTkVcaF64irjK6nT+cYLHxwR2AaoCUUZ75aL6MHpWtfbKYwNgBcgKrxSuDcBUrnd9hnPl3vhGbZEHsupIeHSkaOjCWJtcucSlItBT81oBZH397/+3lnb1us2XHUZsNN6x77etQNGRhVMf7lwZjvYuDhdMLv7tT787/Py7//fw4Pbf2PcPi/azAVlp3p/Dny8byEqRsyNqrSTPzpzGZwSyWqtWFVB5o+anMvsVC0u8137VghaEIOjlqs2EZ6TGiwfIym2oClN91Y0Q2rtAVuyAo6203NaCrDEIW2nORiCrmLfQi9kmpuiSPVm48UXIyeIs9eB0xpOV+9vMVnc/WSL2oTJN+qMqDbHBrzQLvOi0hcomXHB12i++8gUKF5zwZEkSSQ2snqwAWcrJakEWLO0VZN27d4eHEeMMo3hR6kTxgKL8tVQKkNV7uc4GZFVQMAZZKql+zsoxF+WX66katkrhCyq/qk4XCiiWN8Tx1PpbBWQJwMkToTXnqjD3E+XlcH3PrHHl0uIeP7zWryYwgkxxLwc9ZhMGn0ZO8yF6Go17LutK9EUAkDSVo6qq6RgRdaXdnCNcsCgVHHKOXjgZyAqvyJxiEvwW0xvzFt4iGEuL/6bx5CSp7jQq5Q26qBYBM+U5M+rE6BnGT3i9cpGOnMEmg2qNbuHWQV7TvKhfRAT8FSGKpWCH54/hc/Isi3jobxXzcDDP32rDP1HLHIc/iO634HN+6TqO1lIFck6tkuNW0Jz6HW2yqdj4Qt60xmOUrWd4JvARMZ7CMUEGGbHF08Vo7FVWckRIgLcteMMK5MGfyj8L3SMMLhym/+Dbp/BkvfKZ4Xf+3j8aLlx5jUD5nHnvz1nRC4QFH1k7d57sDU92zw+XzOP/H3/2g+Fn7//x8PCTX1nzAll4fXpAVjdHPr4X/ddp60NnPd5PP8i6cYurv0ASX9ChYJdCFZGI6gKpbHy+ySoxNIEeFwh5gmpulJZjn2+lzc13O+4YoSDEZ9h7sxKOzxUuWM6m4CaZnlraqJ/1nqyVmCg3OlIs6gP7pOJ+wwtBl5+Zu0vZPJlYu1IvV75olYU4B7JqDh4I0dK1JX0/Mu4Y+YZmrrT9TNyzZFSrjGVlwviFLdA6q8IXy8Y6/n5dT9Zp0GaREFxM1+cEsqxTOt8pQEFUSoPuUsMFKYMcZLHQATxZFw1kGbgKT9b+eXiyLPwJniwLZTp69GA4PMRZX1Zd0ECWcrIqyJLSYmpYKQCQFW0pWlIuodTM5/mtAlIaGdIbRApQEmiIZ0lfrMUXxnI7HXnhnhYUNKCHwQodoKJcaM0YxTnKV3kx0sLm+JbxRq7ACCXYG063QumOVjq5DjrSYt8/J+8ZPt/oDWngIMb13KbQhxsK8bRQZMt5Vt6zAkC8SyOQBdouGHTJyQoZU4cmEFFxZmqlfWpu3zfuCozKXeKrAJvYg7geEIKnL3QUlfe2MZzGAwIUwBvlnxUF39tWvpTnOfo1rEzoWKMWuapeVBXoQAGJSiuVD4dXTCGaUaSj8pZ7J2Mvd36ThywOIq75luhWOUDbQw8BuMC/D62iKQu4uJdL/c1VAHGvDYDFOwS+mAfnOAsIiAU+SMiYm0I0fZrzutiZmPB+grs1w/Eph1Byyq4PvBTGoHxLLI5mDSaA5SC3sBllXKWlps+9kJZVtTVYYYsbbw5f/cYfDLde/6wXNXlo8/WExXHsf8NDlLG3sEGkRfzdL38x/PT7fzIcfPRL66fOc8Mrg6xMpcJxnfFBWLpfXaU5p2n9Pva0k5+TtXi1tj14cd+N5FKSZav2+ll6jNbRJ55lv+ZpdRxPlniLcuPSrTckq32zKuAKgIlfpCpLWv7FKBP34dZa3ah6hnoFL29aGlB/hlXeICPXKhaC4jXqZu7v2W+3Sc3MSKsA1LGuyoCSHO2C7JXdaGsKZI3UgJFi0AmUFxhkhSpUeGZtkNVah/q5WWtO/OLTABL9c58NyFrfUrYBWfMckoFJPURXhxFrQ14MspCTtW8W2ggXvGrhgvv7F7j9P8Y5Q6acPTKQ9eDw0ADWbRbwoCeLIMu3Olfa9LxaAlu9duWXpoSzAVlVYa7KFo1QyTNRPBjUbSFzpXiFEUyfYUg4tLgqrAJZrvy5ZZy5JBMga4mI8z0kPExVCRedWrUh1mI/81NnbNVrtC/EnkGQ5VUfwRs6GNlDq3wHiafGXnbWIIsj7VBTW9o7S9tpvi8H45avsUkmhdQ+x1uAZPwUb1YXhl/kefcY8oorbQ2oLSBsWlHl10p063Bw9qy6v8UBTJHj5C33akWFR6yXeBQVDkE4phOwMIl4OSotAgCjzLiGWfWMkAMB6EMCY30/wo+d3YeKiTrE3NcNz72L8ET7zZqQydOVWZZsp1Y5esoceffIx1hQKUxYQ8o0lPeqIDO+sWd1ijPNVw1Gc0OHAye2al5q3sclywx1B9gyiIu7QGkDt+bFevJkd7h06frw5fd+Z3j77S8YXe3zPZMBdhtDhkHvvb1he3fP6DEMH/znvx1++r1vDfc//JW1ayDL+9ODrJalWv7k6CJxr+O9/HZKfp0cZK2//y7o4nP7agOyzpr0xwVZWvNbV974TAOyIm6cHiUKO4/nxTjwmQsNrqcunCPulbCsgCk2XFUrSgRxYSr50XyBxiU4q7ii0A6hyW+SlBkJvfyYyfypNSema+Opg9ARrqPlT72GsHGvfvOwZaDgRfZkTYGsWOT9uLRB16GXSm4L5mbNWRF3LNPojtHoBmRVoq1jeeo3VBaYwDp/ltUFsXHTkwVwtRhklcNCwajbuwJZ7sm6ev3GcP68lTE2AsCTpZLVqC54aJ6sO1Yh8Y599sDDmuphsNBAovx1662qHgYsjKLw+gI6SbhgvwbaYhCaFV6TDFVyIHS5RyG7PGIAdNRYVLggK0SxOxxjeZVbKlAK49w4ZG7k1XN69ftJf1320GDsUcGOFQcJsjznF3oow7PU8DkLt2JuET0r6uoU3Fnuycp3EY42uxx5IMuupCDPP7WldgZZ+FsFXaraFYcLR/5SeGmm5iz21tol7eFoTfSyEEDyreYI/4Lvyu+6aWMHLHyXvWD0HCXdYZ5/tMdX8OVXegdJz6JceB9RN5TWFMypDghGLhhDFf2nrhUBbc43xhb6CdaIP4ohrSjI4Z5cVEh9ZCF0rJBI0O5hiQHgaVxJ+Y/gHRCQzrF00PPEoAXKOk6LvD6fhzKzEwZlr6NZW44wRix0p4k0LWuFpeg5sQSFW0/NQ7W1O+za2VhXLl8bPve5Lw5vvfPucOkVqzJodEPlx0foP/hgZ3c4sr9//Z9+SZB1sAFZJxGBJ773ZQdZwfFCDYtfz8ezdUKQde2tz3OOJPOq0FLuU++VmidBAUoETlXxDUWbAnHCQ1M9aNmqUP8uArFYxVxx9/cxJbXC0HiSzsKTBZBFunUcziTT2AQgy5LAjp4tAwWfVpBF2V7OERM1Np6s9WTsy+/J0jlZZ1rCHTpNAlm1AIJ7Yahkx8KFlRi6HLwaO8OeFb5ALhbCBQvIsgseG7gCyDiycCOCLHqyDGSxDL3OyIlqZ0/g9TKlREn7VREtniw3Qp0VyArLeeMQCkMWsCSs2FCSHWjkYhGhDAcIAajKCnoDZOARSkp35mQp4TOvEnsVorLuK3x+EZTt/ZNGHL+kzyPLd8Z3oksoutrQQ/4EyIpxA2RF+LsEFTe1pkPLQdZ0TlZDp+xROgHIoqLC7mFOCmrnPEO5Zz4dPFn0tKJyXwn69u7U2VLhhICEHrnCj2oWVRwmTdLgWjeo5TnS2U7SI+r5XNWrOhXZMjYWpH5F7FyehsZDS99WIq+N3ULTSAMHGbu7mtdQ5/AdwbZXSiTowrrgmPz8MX8v74+VswfIomcoAKc8W+IvkTYD0SePVDmRXjJ4g3EB5YXnJHoYJ4alwh4d39Br13muagyixgJDgQRZGb/+1DwqHDeQWs11U95gIGl4tPAzDJev3BhuffYLw+tvvztcuXFr2N03D5atCYAzgCzw1Af/6VfDT773/xjI+s82HBwsn5XkKbOE+LOvALnxZM3IyRU/ftlBVub2Zb7FlxJk3Xz7i5yj3iIVoQEVPMVO0868r2NfzEngpsuKR2PkcZCljBtbg2FbYaGmeoDXT0dd1I2g9vZX5Ndy2QgIJYCYXfWMJ0/0Qz/D8sftZU2Qpclgg+t2ea3rNW8LQHMzJl1LRVJi0sesz6t1TSK9ErHyFT/rQdbE3OCsmfx6usKqWgZa1yIMuhmW2hLGQO0njbwqCtH22No+tsiP+7FUpHS3hHc4kXgJn4zDWmdV31kyHd+TlVjZ6Acv0CHPyTKQdXDPAMsZnZNlIxHIUh6KEt+RS+RzyLwH0QFgSwpqgKxLMyBLlc4AquTJQnVBFL6I0sWQWXF2EACZku+b2OoI0OnmbMQ7zoPr8G0LMsSqZZ2mhgJUBDcLVIy9WYtAVvEQgX4z7DQ1JhcBTehif13IpQq0XKJQj5QyGes9P7rN1a2Dnwrrlpfa59/kOpXdRPMIF8yAk33PoimDQfKRlNlWei0HWS0oqHM2K1c6pghPlnhYX6Lkdr4fvB+eVQEtrYXYpzi2QAdaFPYTAEmzVpqMATLsDdf69UGDiHahR00vejy95Hv1Lrr6LwVA1/FPD2ULGdzI3dAS6vXlDCs+zcFT5hEH1gGy+r1V+VbVIMBWMJcAE+yLKigiX4yeTYYgAnECnPm6Ca+cgzEnSpkDGikeKSfsyD1gLNjhVTuf0iAThTpkCBDVAdjCMOC0ji+cXqGWxHourO3E5yyQMWKy8CfkEhpwo1M96VTXQmcx0Ll7/tJw0bxaFy5fHS5dvTZcunx52DfPPkAWnoMzD//jz/5yOLj9kc1brbAqmVD3y3b/QOOt0HhhQdZxNr4V9JXCGKf0Ry+Ci769RvvPsts9WT8NIGvMKhSMkmuvvvPl0DZc/vgXJSer3zjamcvgrN+UmiuzMh5fuCCQeGy3p4hrnueTOghdU6fqpJ6rSaU9VdZrN7QaEpH7WugCmdINYhkoeFaerL5fPa1HltoAWTFvrmgUm6hbM8v0TgCAkSeru6Y/0BOWyGWvufy4ZfdNf++bbpzjwougULT9mAtNKm365r24D6uArHaWepIu46U+RzCvk1Xpc5y9pvAAN2wpsvAGHTjIOji4+4xAlg4FrlXxXKezz+TNAjBykGU5WXt2GPGVqzfNk3Wr82TpINXHBrIO7TDiOyzhLpAFz0Cx+7NsuOe/MAdmzpNVqX96IEu8Iqt1a+Aoyq1rZeHJWgdkKaenGg8m5bYPa8SXoeeR4lXhi/LcRYufkBnS48fSyvVB9ikKJsXh9pjU8T0pvMz7CYWagW9sPpT38XVCAO2Kye1HH9vdcn2QlZ9A7kyAaWq9ToOsdCXmy0CVQmf1E2X3+3Wt0ELP/xEHaczEpBWYVkph3VS6BAgmj3BRVT4UyLJQPi9wgq+4/Pz+0B0AZCI3sBi7Ohq0Ood6w89StIuucc9SWBx6FSPa7UBWGBTj8nOpWAT7yVL0BRsWaF0Pe1aBCYA0hCLy75gSVv7TK9YeGiPgYkgiQhExTzISAZg9Qjl7gjN4I3Gd8sFQvbHwu/OKvHbuVeNn8b+eeyJ02dezH83QG145pwa49iwPa+/CxWHHfqNaIUGofXdw774BSKs+aCE7pQ7HpwpkLdOSuhX7LNGKP3oDsqYk42l+tlwHXQiy3nj3q5wjod+JUL8V+lrAVeQpzVjX2dUpnrUejNTNLqxs3I0eZHmFoIn2lymiue3+Wnlv2g02QFbYLvPGOrp/A7KaqXtpQBaViug6lIZqqcOnG5C1gmDAcneQhd0e4TL0ZN2/a2ALIMvymWBVTS8ogOtsa80W50pTDdURNuZcVX3R/sSH+jHopwNSqahNgayLFFrl3J4Esu4YyHpolQajhHvdX+XFqpXLQn7knKza89MGWavMTNiZe68N7oXiVrxFdmGECyr8sfL+FMjKBq7axhjwlO8aY8ZMz2cYIsaQ6SePkr2gzPegiExQP6SSC/lOz4XGnPs86s2C3N7jgqy20EV9ovadUwBZaMU9WbEuuMY47gl6A6s0sk+gOPKJQiYqnSdyyiQok7h0+VhBlg53BphQ+GmcUhz9yKGZ4skaTld6yf5mldJBMS+QPhDVC3W+pnuowmvHy5ZLl1FV3U6LDbq5D7w6yF2JCcNWzvMq43MeYz/hHbPwxQCWGTzGeFwjc9AFkBVeSSxEB2blTDEPjaSHzA9+zh7KlpBEYMJDnGEsGtHXjU+kKOaBotLWsAFlgmp68HQOGrL06PHDx07aT5cnazm/JEnutFtFAp/eNRuQdXq0nG7phCDrM7/1DaKTHhz0gmbRMPLmJDk2zZjjSki11T63aV1PFq3SM+thVZA1dV2J509tZ5CVbFQS9SPPzLhby/qz8WRVYj83T1a2ntIyuwFZxxFlBWTZzQgPhCfrvnmx7ltlvmcCskwjwtk8OzuypNPSSwBkCoud//LkseVJ8G8sXrPYmrX2yjV4siwny6oLnr9wicobc7JYYVCerNu3zZNl3qxDCx0MkBWZHszPYIhilId+8UAWdSuADCq01RufARaukUXdQ5s6kJVKIok1qH+JxlnGNe8DpAUYWkeHyQzocpZeKLap6pENyFq4adH/4cJZGmIxFoay2FfgewlA1mgfJciqB/eqOmScv+QEwnxR6a+8kHOuFE4no5PobV4LFKTw4lgCueHhdOCT90GSWdwSVfrmQJY8zo6Fsp2Ld/seH/0JpsOz3AGHMDfxtJUkjz5kT9WErhNsEtevDrJC+QoTsegQIEsAyelS+FXrhNznfaF920HXnlXvQ7n0bYAYFuVAqCIADT5DUZbw9IGWFn5oMgnhhmgrPM2isXnATLZFGCI8YApPtHLsOF/OePvIQhiZJ+YGIeVnVbDldncamWkM4HyjYAZAFuEVC7/rfLMUHirk5j/uYCxrMUBcXZwvdrjgOgJqPLZFIui0vtuArNOi5Fw764IsGXxiXrY+++Xf5d8UMEkwrgOy2q65JREWsa7Ps2FHdmHrycLNy5hbAykv311Gd1HAL2tLrYzATyT6ulUxD6fEv/c9L4/yzQbtNsa3JX3hPJw108wD4bLh9PQI3ki04EeZNkHrUFLyQPy7PudqBEoxW03yrm/wsySZCO05IflGpbddiauJCcs9WVRKlq/NFXraMkOL4VcYe1SYalYLOrYik/ll/VpeoePcZMUiWIEW+mJFIw4P7rNoxMH9exZqd9o5WWnjBpjykLH9/f3hooGn3d1dht08fPBgeISfo0NTUh7Kk4UBIixm33KyrKqgQJZXF4RyiOtQZcw8WQeH94Y7tz82kHWbZ2ZBkaG/m0BNCgct/zwMNYtVUXEkZ5ISyAtcmV2Nxi67xrEA8cWoGRf4pS+qogdeitysekuUPZc3Cz9StPMB6sFJ5E0CkcxbAkH4LrxgBF24qnjM9Oy1X+7tIMkY7hTMCqOIFM94TYbdJaYWTWL+ACDaPDUOIA2Lf6b2NfTx2PMuOHlOVlFIu/UYSnk29nQEohrbCgS/og4MrYIPoYxT4bbfGWQprA9V+Eyht/UBYwRe4t96BEGUu4/z32JdBw0iqynmMdOef1OGql0aOfgQFaQAHwQPItSNB1TTqJWljrxbxFPoVxSLcIWfuwQBmubuHECWGw9qiKvAZDxLB22Ld9BHARhVUNRcc0Gnbnh/CsPrmgKqfKMX5lQYaryifDq2NvEOmbYJv0UxLY2xmi9Am20rRqHQw3OcH8gxeMEIzOxnl5UwdU8Zq7XP4fv+jN4EyFJRHhxL8dTODTsa7psMQ57pkYEyHEdBOiLtDF00EMbDjO15Aln81P4zgAUAiOcgP01cU8nmIMtJkTg3aFJpIxZfvMP03urCo6ShjDu7dn4XZP2OeQdXe+U1162/Ikv6zxe0HJUgV3v4qV7VrJTOGLTyg463ya/cfFw4pdpj5a6yAzyHaEzv9mJlrnq36x4Q5ByBrOKy5vqspUgXUrKvGOeCf5Hnqm9vbIFrrxAIrJ8tGnKOU86tTHmZ8vdBKF0XD5vOuer7X9vuQ4L6jXeKkh3EfH6c1HRu6jBiCk2/Kuakee98w33KGCAAbinZO6kU1Me2tF97/Z7SDe3mJwWhlUD9+yj/3PBTd88yHu+rSi0fDDZk2/wWvCJnolj407XLPKpxac+OS+0f5RnYdFVkAm3gHBokS9+9e/tMqgu6lsynV6vt9nDZErdv3LgxXLCkbVhu7xg4ghfqwIpvPLIS7AyWQRljUyT29s2Tdd1zsgxk4ZwsvFDC/SkS1+038sluO8h6+MDCBQ18hSVFq105Fk/NUzb1Gsmh7pwYrrEFyvVyvmivGOXedJswlKVI9GfvXQukOgWFzBXjEjKWmqeClQ0wcS9006Q8zY2nKqiLlZmy+oqG2oLV7C3js1zhRle1dbTthwJcgV+V25yfDmRNrZV+n1kmu/o2sgdoXZBZ9lbPQ6pTkqoL8kOV4C+HSbsXN6aMCrV7j7b3ds2LsktKsWAMw/rkIsLnUPDRZ6wB3kdg7nSlcSE0+4pRgpfq2oQwFVAnmHI+D+CDb1AeHN7hLA+hROuw4i0BRoBFe21bn/A51zu8OthzAEwAlgx4gG+i0ijGgnyqXcsrQnsCnQYskONk7WJ8OzZOeI3KocCgoIcexs4ngwRuyR6syl9lXkl9XdeEyTuZKvjTNfIY0YohgOYYT+C86iHUy0BvA5K7NmccC2QQnsWxA2RumyzbHegZQ0giPPm8Z9tkHub26bC/B9m2ayDrkBEGBwc4ZP0OARdGgwIXXDnnjCcM2MFLGMWXx46xAAAgAElEQVQysJeRumao2rZqi1uRO60F5XPnAZVr4JRWclUtL2gKOSvQjvy+WtHxeCArP+2Yhp51hfEzuF57/epEHwPh43Uy6zcKQD05antBVOFZguS9NevGNHi4bJz1ZE0pZfNP6kGCJvh5gCwJv2kGWx1kxXgqQFqmkNbvRer6fgOyQvhL4Vm8+JcpKsdb/uve1YEszCg3j9rOBmStQlOoDQ60Csi6Z54sL+F+yp6sHmRhE4byds3C/l659epw2c7AemDP/PijD+3nA/YD1QKhmDAnC56s8wBZr6jwhYMsKp1Rwt2uv39oIOuTT4Z7VmGQIAuerMTX2BhedJCVQQlBFhXHFrAzXylAlifd97MOkJXXNS31iRZ96OCYa1aRj7qrN4LNPYcShjlZVdbMRWYoFE7ejPC4UUFxq73oMi2zTgNkhfLYPmO5grQayJKVv4Z7egEYFGrxR5TcQXiU4MlxTxY8RfxxsLptSjYUdtAJhgqFHfo+x2NL5MkrRh2Qv5H3oCoqeOpssjAkiD/IQZxjFscgMKwHJ2MM8NTsurcGzwc4wiuDP/aLgEkFJ+DtwSsq+dE7Zt/RExQgy+TBU7SFeSaQBADDfV7IgcBR7cSxD2OQJZ4n+CneKQEE+dYQWNfpSCOLW7sOonhNXS+ZJ1y/oiqNBRdX6Q/SEzgkaOtGFQIReCsNZGKce3tWyMJ+P6HXzaoFPng4fPThRybX7lAWXLr52nDzc18azpnhaYc0s7O0bP7PGejatZDGex/9l+Hvfv7D4fHdD2x0fiD7BmTVKXtOf21A1rMj/BTIqkWUTK/A8pwLF3zZQFYIvkXkXQay3DyVmlhu3Ri1OYLeqygRG09W2SZih3h262TiSdXCOvJguddhA7JWmaAEsmzXhxL0wMIE71k+FopfKFzQk629uZMUvmhAFpQdKJOmYFywUMFrBpgu2W940+7cvk1P1KF5sh4/tj4w7EwWW4GsmpMFTxY9UwauWILZwgarJwsg61DPeUlAVlgtc38BsqScRVaZJgPvolBBDh3LMx8gKz7rQZbanQcNcmT0yuI0by0CWfkOSVw9M9ZpD7JGNlYHW3Fd5MXOG+z6cWUwFq234+7bUria5ziN8r0WB8/MgazwHNMX4qFURfEPzxHXXA0FLB4VhKrBgwfC+fEH4S0A+Npl6W4AIBVACYNmE+6FtQT6O8iq82LjkVvHAYnmPao70mtm71mND3l9fmPMH2i3A5DlnjTIElwPr1R42FCFj8cmuMeG+YEONopnDu14fqaqhZpXzsZDfocXz4AEK5sDZAU93Ajh0Yep/+Gt7fm15S4bVfF6FY6I9IZyadUT8FeA0GrZq7ykW6b4Q5/V6AW+Gx6Tz54QWAoI4gd9BzjGj3K0DLLyc9Dx2quvDu+89/vDl37/Hw3nLl43b9geQShyxJCneuHS/vDLn/xw+Oa//CfDJ7943+40sErvm3viXK6fzEuy8WRNS8LFn25A1nGodrx7epBFjuVSrWsxgSxftL6WS5jXUqMapNj0ZvIsPVkvDsiSYGs2l6Xz9+kEWdtkALeuuRLxMnmyOJMRtuVTGu9fOpAFtbNby8vmItj2+OGCHirIQBhs3gayDNjcuxsgyxQlhh3J+0v5dILqgsmkKws+lYvHVNzO75+X1daeh7LrzMsy4ITiF65SOchCTpaBrBs6jJggC20xQfyh3fPAcrLgyfqQFl+BLOR01EWO6wVKPPekW/+t9Rljxg3tRVPhp0vFyMwFfbhglsvgASbCkz9agxDHYX2DgsrS3z7Iovjiro45FCJSea0fa+6ivMNS+Ng2/ysb0AicLQNZhZ+loTbUGAOcXhHmYIr3JTbL6TWi8bGCXZp3tkiw5rzcH0zi7cc99WDkvvpi6z3LuT3xwDKnKVyQs0fySzmNeYr8KhYYIPBCDqForrweB6TYyr0NKvoEVFpD2l+xT8F4oTOi4CVGQ7im8ISDLIA0fFYV++pRC56IPCNc99AMLuB5eqAMBDHHiLyBfEnRZ8f7KWOHQBbC+wCaCB6Y4yXgWjxLPg58LiCn4hH4vs87i7Lkj4+UT4lwwyhIAa9Y0Cl0jQDI4SnU3OuFa2LsKrXu4X7BlSJl8RQG4Ix7VIads+g/VUcI7mKIYeHzunYDZJ0jvSz80kFW9CnWnUIU0YaFYIJ2VsZiMBl5+cq14Svf+L3hi1/7/eHia58fnu5fGc5ZaOG5vfPD+Yt2ZtaVq8Plq3vDj7/z7eHf/NP/fvjoJ/+vhQxaASDI0rL21O/TBVliTq5J6/MmXLARceXNBmRN0+UsPg05TFlAttTegOqb5FMYaj775d9vdpvRRhsbwxo9jI3pWYIsHiDY9bFXLvoNc+x0InVSK8fxZC1FpROU/HSArJiDquycBciKNqtivgZrxhbIDXq6MsWEF8uVzfyclwdkyTshwYs/q3Xw2YEsKeMq4Y5wQVQXvK9zsqJqo/frZCCrzhDBAX5w8CpBnqy2VGz9zBlZ8AUL6Mna1lkwV655uOBSkHW7AVlZnhB4sf0OPbkCtoxn833q37idZW3E91M5WdlDwHVLBbqTQ3gu8mNU7aICCu8K+Cl7svAxj/DJY4x5nfBmcY4UdcZXeJGCL/s8zumcWQdoHTHWi+VXWF30m6ppgD7vd10raU9wdw5WFqFVb8QAeEz9KntrMSqM+aPPzRpXV+2BsD29N3I2tACNVbTkyEt9Y83RY8UDdlNFQbuPgMZ+I6cngAhAjar+aTTx/a6BG+zxUVSD33mIHsJMo6BGeEjjcHDNNfKGsObMe2L/FIKofiGHCKFplNAA+M5UqLqHtnSmlLxp6CdLoaO/XghF50g50AH4cnpEjlfxcuLJaV1RHkQ1TQBEACWGUIJGCSi5IhUHPEfFRIZW0nDgIYvI8bKx8HkpiZys5YARuVQYP64hcHXAGABCMpsQjH/UsysVmsl/ZW15GKYzHQ9ax5gm+LJadbTuHxvAws/uhcvDO1/87eEbf/CHw+Xrrw33THxuWzGg3UtX7LsrwyWTjRftHMFLVy4byPoPw7/9H//x8MlPvz1sHZk8B8gCwCW9zwhk+bziCRuQ1Qk9f7sBWdN0OYtPCawoN93gRvFsq9VkFYyXNOisA7KmtvkpSHHWIGtKvT4VkDWqjHUckNVP5Sqgq71mQh85C/5Y2ua6hS82IKslaa8Yr1P4YrW1Bv6cL3zBNjw5u4IsWRe1eY8NE1NMcXJPFp5VQRbCBc8aZMmiLW9SKBQ1bMo+c+WKn0FJPhHIckt/mrSXDWRp3juQ5caFkh8SYsot7L6fNCzT1fBw18q0qNH68PLQYsdJT1bxoBXlsQMavcAs1vT63EWerFxgITw2EfZYAF95Rn12Wkl6UCfqPfCudKJUHyyGjqzkixa5n1PATQ+pD8rFhYLP+x2HIMvACrxFqI6p3CR7FsCJKQMSBVZBkwYIgQvk4AC40PPLfMRknLHreSyCXYM5VC4U2rT/PKcL6LkWxxBgk2dKnj6AhnNOU9CanluGmKkNgib7W4fvAlDBK6ZiFhBguD7LV3iZ6hEN8n5hHCyHjvtkXmabFXSRweVviTZhVHDZEJ4fKEz5HK/wZAXIIghl0Y16/hcs2KjWCNAEgMXjH2B4oUjGuVKiBQt8+JluBIsMZbRCHl54hM/i2PQ5+4ExlPHoYGTIeffDptNvNNIxyJIGJU5CP5AHtzs82d4dLlse1nu/+wfD2+98adje27f8U8tZRZjg/uXh3IWrw8033h6u3Hx9uHLj+vCT978z/F//wz8ePv7pnw1bj6yIEAxa9CIGy08/f1oaTH3ahwv6MvMHbEDWNCWfF8hq9YTflMIXkivSs2D4kAEFMoPVN1EwZlWQxWU5gxd65fEsQVYyCDUcFoJv0QJeZrnvvXja9BbHxo+8Y8fKyWp7vayfqwupk125AVm+Hbuymal5lp6sOQ8wN8UGfc2DrGgjK4mhYFAQSLPSRjuF6E7GOn53hAvqIeHJOnOQZUqsQnigPglkSX9zz1Vxn8iDoV7CEo6cLC/hfuO1FcIFw5P18oGsPL11nXcKPBRP92KB38FLoSQzbIcsNLMprMw/q8vYlT1ZJwJZnrfCvbOCnuzJYuVBuRdceXcPKTiMwN6VwQSIwIn0jPAreDrknZQcsZ9CzzYsbKwgd4YRVvb1lR1FSJr17OecGVhBeOwRcpCi8IWXLMcUCrQIGGHPQ+4NrLCY/yMHOfnJOwBZ8GTZ07GuWVI9cpgQGodxeYn2oEbxTrm3DFTU6DF+EkQGIPeu4fvqJVLOVpzrFp4geUM1RgE5rHX3KBGgKKyRJc8D1PnzAw1IFmoaxDoioMIDAUY91M/vD11DHrU4Qw6FOhwo4rfRkEAVNLRr4LUvZy0CEDmNAM4KOKZnESGYODIChUfsOzyT1QITyAL4DSAImqN6YQGS1tcuv29Kb0PEwLbTwYI0GSr4ZOe85WK9NXz5679vHqubBLTIWUMfnpzbH57sXh6uvfaZ4apdc91+fvbD7wx/+kf/ZLjz198bth/bURYo/x7M7zO7shiYvHADso5Dv+cFstq+TkdxrDues9NNVu/JHO6h2KAHHXtG5DdiucgbD4MJQ5lXAVnRnbMCWasoeiFUX06QtWhCx0rKyRWX1RloYc+SAsVeelx57OHsJ/Y1b+R0PFmLQa12wwIXjjnQRW1U4dCEkvRltstmoi6ctIQ7aRihawv01mrQcAUgGQGybtUqpK4wop+p7QLAFoCsk6nQzxlkMa9BhTXGIIsEl2LJv3DuTICsKOF+03KyLi7IyTobkCUgg0658sk/j4eEeVeaRL4fFVkI9bkFWVJYpXnS3u994O8JkBXeAz7SAVkMIxaqRAYRTAH6+i5zWjvW1pPVenviWY0gGIEs3DMvKnrSSq5JtjWymH2W0gulds/KZ+/bsQDYm+ClwOGuOAuOnhcCfDKW85lAqkgf0AKgxt/75+Fxid4GJcL7I6Wj0ifCyERCfV4VE72PnCF6XBB+h7xHVvlL3h/36ETelhS1Cjrwd/bm7HgoDJ7Aw2zRpgMCnn9G3kl5WAAdcSB4FOAgjRTWCxAU4buiPdpQuCDOtqOnzNcDruUBvQYCojALaM6xQ+EBvzpg1Bxqvki5+FwXa4TervLTBHQUhqicp0ztCqx1a/GoeRsCfegrihJ67lc5nyxmFY9WLiKuDf6j5w10sH88l45nmqEhgd4ctcDnODiN87Po7cK6i/wv5/nS/7QIALC2MWdc2+eGx5ZD8mTngoGnN4d3v/x182JZDivAKfNKkde1MxxtWTn4y68MV1797PDKG58f/urH3xt++G//xfDw//vRsJVAlh4rHj/Zq7aR5V8x4m9KuE+Sd+wsWD4Li4DEsrsxS2Px+nKDrIZzJ/YOl7Se0yq5wT0PaxihgqjiaYW0FoYLFiXNLXaLCD3nyYqlFvfOTSQF+OQ0+TLFvpYExNTSlVzuqBEX+sckQlr6nUpBVhl7phapmVNW2DkYOEfBiV4s0giWcfwxvx9ZTLkJtWPvvXoBsuKRsTEXGuak7JULXyw+92mRMhZCPaLC50kxr9D5Dq3NjZty4jbuxxOf23UnAVkBfEbnZE0smApBxTfFNj6KRYy8hDYnawpkLWOZZWGO8/c/H5BF9cMT4AWiqElw5avYgCsXnEsdRIyzcJCsWjxZFjZz1ay5zwtkzRW+yNb4TPdFIKxhI2Ob/gDbaJOFHDo5TLDgNMy8L8DgirgroiqIUGWolGZ5v6JdiYEAPf7bUcEcjpQYSkCJoVEYR6VAI7fRULdJLDdcdXLYQVaWbeQRl4tQyFEg4ObNm/Lo2PMeorDL4QMrhX1ongjxGcYOkPDUziUCX3IHChCQjAB6TmzddVzNMOyNwzxdUNBUu28FEIv5Mpgi0EcAAOQTpdf1ROVbCegwfIweGi/37l2J+Va4ms89lYqCUQhmWLABXQv6kQc0fwAKLAARyrH1A7TBqxyCDM9QYYRYr17SHWDOnldBhUqtH5nXB940VlZEiI4DNoDKeLFqof2LQ7XVKYeR6rCAp3uTcg5WR/WSTxXet8SFmkWfd/2d6OsGsSjkEYaI8GiWte15kKWyI0IP/Sy7mEOVuBeddYi0SqxXkI65aRdBVr7xVdRwRLjg4y0L/dzdH2689tbwhd/+mt2LubLqjRD+BMsW8vh0f9i6eGO4+daX+PPDv/jO8MM//ufDw7/7kRW+sKMsEJrNtRdalu+VnQq1nnei329rkZjnHS54EmBSeeb0/woj1jotrzono/xe8Dh07yyOtAqObRjM/V61X4vGuq6Bsts6qizzh4i7pXuVg9Td283z/JiLed5kCcKeF+Rk9ZbwRYMAIfI6mtvQFoVBTZ1jEkuVIhpCcCHe6cIo0qTXsXSJoSv0e/HmHJtbdCz3eB0W7wtfLBroOu2ufu1kSMFzA1nHGX+lfZw/v/ro40owhG8SM2Aq8lNOM1xwMchqadGXJkB5YNqDzxBk9et7dbo+P5BVN+AQ9nWzFsiSAteCLPNOWHniKwaurt+06oIEWaguaMrjZHXBs/Vk9aaARsp0iGRlkIUNYsKTJRkbeR11hunZ8EIN8fxQ1gLm5yp5mTcUPmWhRlQG+YSyTxS5WopA1Dv7scwZvqjgx97QPngJyBob0yIfrSi66m41uhE0JBOHbZ7X7YDr199407xZtqGaFwHjfGBVK5H7pDwm5ek8MoU4DtBVRTvxZF+AhQ0UQ0CAE3l6CAfw2wZNoEaC+nZf9kZBMM2TPwPQruQn+lrgbfZ31mCsDXiHGK5m16NIBvpMngCYInBIdjf37ANSEYC594RnUqGfDlpkeJMxsjm8F+MA6HMPmCpc6kyreBCajC2IFQxBOz7Pz8GKZ3r+Euljn6EgB54bIcNoN0L/9JkOWha40TOkX4hyxejgYUA6nLj7HrwXwNVlSSzJqELIcGWMB7T10KHwdMm7Jn5q1g+3nySr0HcAKfcCMnzTKisCWKIiIOZr1wuF9EYSRpKmVzn4u9N7sF8eoRqaebJeef3N4Qu/9Z5FPACwmcIIowl5FiDLPFkXbgw3PvPb9vPl4Qfv//nw/h//s+HhBz80j5cd6g6Q5fOXzdnjkNe2X6u8E00qv+OeDciaplwG06vQluujRxYzN/Y6PGfEN4a2jU8PyKIBJm3G4kI3Nhm4osx04yIMHTiH7pyft0e58bmv/EFHXhfR3mjedKYR63g2xlu1rjkNkBVLbRRU5lY1Ckn8hG6QmEAlS1sLaO79VL+XWUCXfb8qk9frtCE969cGZIHiLwbIKsqjLZix6aDhFKSPT4Ksp1HVjZqiq7eu6IZJ5Li8u6pAlr3H/YrPMCeLigwVn2oJl9KJKWYwTgeyoHDCku2erAZkIVzw2YCsPB8BHmK2pZTLO6lhtGL7NEFWWNjLs/1MJcrV2G0UZ1TMmFL97QOGP0XfxhUL3VmTmHix5z+s/GpS7TZAKN5Hv+LZhTykpDZJKvzp0WXndLioiwQquv2PMtmVYvQYgOTGK7eGN996a9i/YOWt7f1j81YdoKS/K+7M1zGgRZCFkuC+mvF9FKN4cuQl8hkOB4BiCq2XRI8jCCLETZX2FO4XYbAwEgjM+lrDGNPY8SeuR0gfcoMC5PUGS1hkAwiAzCzU4Ids15Lnnt/FcLgAcS1AqYcIyzNEelIBUQGK8DADYNEW7BZgoWUBF84x70mgzqetTC+BHK/UmnAlHL/DmqznxcHGAGB+LhfkA/O4whukxoPXwpMWVTeRDxXFKgr/2WMDxIV3LCow6j4YF7Rm0U+e5+WFQnB9CdXUg4u8Eih1mrriRkDmxBDIMgAMkGj/IgQTRoLeUA3Pa2b4KZBFrrHrHlvhi62d/eHWG28Nn//Sl61lFdk4h3lzzyNA1vaF68NNA1jX3/rK8APzZH3/j/+n4YGBrHPDAwdYMGA5f864IY7jndiArCS4lvz5vEBW7paOJVkRuS0Yz3F4pW9uXU9WIKpyX9oPatvKfSyGKZdF2Aew1nn2XOhen/vK35ukRL/JzCPWMYXOEmTFlizxnV4dIaAIxgTNebL6nm9AVkuRsQV5wuOWJiFvENq16iz15Zjn1pXizpuZXVG6BPyWleF4rxcDZJWiFacBsjrrrJsgSJ7jgqzVPVtTIOu+HUZ850yrC06BrFBE+RsA1EOkovogoSBysljCHZ6sGi7IEseooGYHEbfnZJ2uJ4vzkeargIlQaF3ZCQDZgLIFG9ooxGOJJ2sEslz5hyIs+vlao0IMJdqTf8FUDrLUN4Gs8AIUC33Ob0xHCow2RzTnnh8CLG7cLh4ySnDwI5nj21kDsoLXW4tkuwYk/aXce5Uo9+Lougqy0PQ5C8969dXXhjcMZO1ZXpahLCvn/8h42w64Nov+nlVmA22gyD9ELpTRUGXL5SEQ0AIIk3cKUg/hVvTGBHBg2B7OgyJhWVyC3i/Eb3GcKmZxcHDfwhSt8AA9T2gvUdLGgpA8ej6iAh7vDV5zgEYjg8qhQ1lXVT8dYIvcs1K5zwt7UImyFyoSBn0IaGwMLELB9SRaSvnXmMuRAF6oAkpJeHfgKcxl/BX2KzAlHlIOFYBmKW5B3oOnKXhFFfx29vZM2VH1Q3oR3UABpQienzhjKof2Kb8L4NJDitF35mgh16l6nrROwepe9ILzWMMry1lXzCXTXPEzVBr0tSzrOFBleNTRa6wt0YBndPk1JRcO4Jc84flntKIrBNOhWbOEogJhfNiDLHxPucdwQXiyDGS9buGCAFngfYQ+4fNZkPXd4XsGsh5+8CPj30OXqWbA4vXw4E0r2cdRnDcgq5eO8+9fBJBFo8/LDLJCBYWcnlJH4d1maKCOlaCc87Dec5aLhRBcGh0haXuQ1VgJU+OnAbK4B07wRgjR/quqNoeQZXiwOu4/5Z606Ua3Tw6yaojAdM+Pr6guWCIvrSergFS3xnn9Mc3XWjlZC0BWk4iRuSmFv/RxEiNipxXUbktlY1A4WeXYXkHsrSOnmZO1KsiigktQmiwKPp7iyXphQBaqkB0NB3ZO1n2CrHtndk7WGGRVaz9DK5WRT7ptQbE1QQGhaJqzhX5dtPNhcE7WawRbeA8lBOGCj+0w4iMcRnwQhxHfHh6Z56Ic1prY8Tgl3KdAVgAeKaLKlVnFMrcoXyCHC1KORqI8in+4RU5sJG9F8agUcOT8xmQ2xXQRnFAmRwiWAobgBaSy6OtfYDctugXntsU8ShGta3FkHAjZj+uiab9etHI53hmEYh9hywzD03Uci8eqhaJbQaNsRwgJuWUg68233zYQsmfgAl6sR3ZQ9eHwyMK5sNEixAs9OrA8LQyAB+eWkDw7AJZhblY82/Jh9uxaACaGuxk4wIaNSoDwhOksK4XswdvFynAOdB8c3h8+/vhjOxz7Iztk2yrYRd4XRu10AS8CZNHjEgDFQRXH7msBCj4BM+kBL4xy7Fidzz4nvrb7mN9EbAZQFSBB3yGgT1U9NRMElSWsLyodxhEKPi88tw75VLlAhXb/qMjHqoKm0JAnmqIQxrPwhgVggUfQXvTCoHwy+oR1A4AJsGNj2d/f51xkL1dhGx9PrDEpTzYfAYqCrsAmzCmTbNFZZBUQoj2BMAeE9CpVBiwAi+F1kEUCbgJfyvUQQK1/63l6DiaACfbkJ+VPUU4lxTaMnjWs1g8d98FG0RQYJTPIepeeLMjDDLKMhk+NDhdumifrt92T9X0DWf/MPFk/stqEAFkAf2cJstTxIKMOg1YYK+Z71+aUc2sgev1XgPjV73xhc7JIoAU61MQQV41OWRQu2DT7woCsKp+WzWyRlx3pTNry1rrvYq3KYHbOztCTp1lrUOvVZCUNaZKCkyALz1g99nLc9TlP1qJBxiacr1kHZE1Z5U8HZHkFokl4uAFZeS0Xe1ps7gkKny7ICqvfSUAWubxjyQpW+uTxDciqpDqWJ8t4AXkqBwcAWTgn6+4zBVms+IUZx44MZYhzj79xvg+E4Wog69HDQztQ2UDW7Q+He3cMZD0CyFJltWyhPUuQpbCkxbJnHZAVSvCUF5nhXR7+U87LClAP5cY9FKEjjmS8e7On5LMGMR8uOAemBIbqk0Kv7AvHCGdNmfXGO1GALDl4kneuMVL4ZguQZQrdKwayPvfOO/Sk3EculhkR0DEq9eAJhJnZo+6aQQHdOG8erz0rLgBFH3wI4ANFnMqhAbWD+we8H4oiqts9fGh5LgYa4HmBxRTGAAAsGAj42wwEhwayPvrwg+Hjjz40UGaHe4OkSWMiOACbw9viYEvAxT73M7IEEJQ7VPi4o5tK+QOkWEit9RWUYHvhtQh+DDCtJ1D51dlWUvyiH+ynAzWeFQXRm4qmcLt1UIk/1U6tvAfQhBcBRgZZDsIwFgItFsHAMo88LCtW7oUiKvjCXEXZ+jh4WNX/AqTn7T88WWQvhB0G0HQQKpSqewV6BPTjxTmxsdJbCNrzQOL0ciNl8L+AnizjcQ/BNnAbQRYKX7TVB0lfb6ce59FGiWDtol/rg6zfMpD1noULAmT98+GQIOu+LeVnBbJEy5zfSJBl87oBWbEvbECWVtTqICtWYL93PrEPYn1WoCXZIiOSfiS/fI/Iuu877/39dn37k/pzdigqsAFBkGSBMPG3lu6yq7JQqX/njbUFWbpmzpO1AVlLJmXJ16eRk7UBWS2Re4/DnLWoL3zxqfRkPUeQpdwLL9Xu1k9mZ1KLgmIM9cUUkBU8WQBZB/fvDHfMc3DvroUL2vsoX33aICsUJW4VoSQnT9YscNGNFNQjrxfEMr0SEvt6q40hQFZ4z/jcBLJ4kZCLe0ygwEvOz/YlQobZnbonlH4tAFmxmlpvUo4u0BXtGLNCG1vb4r2oKNLev+JRdMBVx1dBFhT+6zdescIXb5iFHwUv4EXaNiBlAMnAy0MAKHo2toe7d+5R2QaQgiIo+kNJlIcO4XgALgBZUBwJsqwNnkqHXTEAACAASURBVD9l1+B7gCzVREduF+41nrbwVRgrPvro18Od2x+bt+aRQsc6kAW5HOBG5zrJ4IDDiHF9fFeU+jLPom8BI3i2AUJ62uxzhiGWcE6xXIQIhkesesZi3gQYBLkANFCiPcIC69yC7wgrYBHXBPAHM6qCB25oADiikuNnuMG7xnwlFYyI0u0IsQuguGu0Vg6dFSXBAc32XYC4ADSiRfA2qi5WHg+QRUs1vVitIkc+pxdq7EHFUCL8T55FAXIO0Rm+VegUPipPsY4KAMBkJT94LWlN13iijHSzbnCVN9wbUY4HsiIn673hL/7ifcvJ+hfmyfrxsPP0nvEnQlstZPXMwgU1suDTRSAry7Cgx+LfG0/WKnT6NHuyYvzc3Xx/pIqANVQMLmG3c5CFkF3KHxXb4V5KOVX3nK3PdyArHtSDLHxecpsaWDaemijtu8qk9df0m/UIVfoNVQS2Cy+3t/FkrT4DG5BFDpcVAYI8lMmy2PT5s6guuAFZq/Pt1JU5XFAK2RTI8jCdmF9al80SatUFL1+/wXDBywwXvETBR8XGlNiHD+4PhxbueOf2R8Pdu58wR0sKYavIn4Ynq1co+nDBScNSeJEncAXBhIMs8nIALVcGUUWNqm9yE1EBbwotaJ1wHdgi2UbsORTh8IJkF5NvGnysg75mvoiHWk9WKK6lf66supTX2pTWPckk0sUncke7q+sYIxRRnovyeepvvbaCLDzj/MVLwwXL4QPQgGcLuVnnrdIgLJxHrIYHSm1ZntZ9KvKq3gh2YlaVfS9a7+7BU7XL0u9QpM/vqw1s9NjA988bOGOZeFOqHWQh9+qxea7uG9D/8NcGsu58QhDGUD44jgKEYNws8qCQNhZM8JA6gCwdpCmalXFG8QmfS4aLItzOmmL1LHjVqOwbQMJ31EDkCaM3jEDP5wcAgl4we09rr+d94RqAFPZLVQMFPtQPhvbRc8dJ4exR8fG/8UueppoTFqwHICkLtgC3iolEvhtCPRHKuSt6ELD4QdEAnOyTPNMCLfWg3+xZogHD+842CDbl7WOoKcGfe/ES79V1wklSCCfnuV4LHlBYs48Bw/Z5KueCmXGIOpB9vsNKZsp/HK1r0O1YIAtGJ4QLGg0IIjHXCBe8PrxihS9uvvne8D48Wf/uj4bDX//Y5MA9K5ABkGWl9N2odfo5WS4Fgh8c4JNXOk/WBmQtNiz1wnMTLiiKUHcAyCLPuxEFn3UgCwYLerI8xBl7Jw01AbJ8D+IafeerfzgNmdaYozbRtj3TanIn7IQOBze/b/LqEHCLbJMjpSMbNdWKCFme3w5yXEY+Kxw9mVwZ75WKZQNe+v36FpWpJhdauZf2wYVZkyA/tiDTYJcRe/eeQr9Trvp+jfupTb++ejitCRyBQt7jmQDJvRtNrcTOjF+pyqc26Wgzfvti5IW1l/y2YZFQ3pyW/Hp6qUUrfF4o/WL65g73NyTS8KQG8XQ/wACL5Pr6ZX9G0nF4ZxVvdlCJaib4woaGXJXD+1H4AjlZXpEqlCn2dT58bEW29TlT4r5Alsfu4xunsalTUgyd3izQgFAoA1VXrt8crjnI2rUS7vgOIU1Qah9ZeNaBhQsCZN278zFBFi3KDZXRtNoeeZI4rXMAQUpqvEIhw/vqiZCyGKWz87XNqkntMCeDrOwV1qiQVd7ic9gvj0FwJRdeKgHWWs0uwFVRYilj9QD1t45Pig5aThK39CvWdXyn3yOQNUOvloYtzUQHfTYGXIViC9mJ3QRfijLpbLH4277xs4sQTrJr3qbLl6+aF+r8sGeeKHIylH1r6JEdUsyS7iw8YSF2UK7dsxp0x5QgBwvrGfle4e0B+Dp/wdq0kEFiDOZjxaHGj4cHVvTiow9/beGrn1AR5gGy0N/dOyLeUS5WeLF4sC++JxhQXoFKqAuQVAo5DbmGJf+jYATWTs1HUll67gcJZBGEYMwO6oj+CMA8Tw9s49480sFz4UrxC+9IcFAp907lRgUzQFeAHCg7OrBXXjtVMVQ5efIU1yM5jB48jDd4jaGivvRAYyhYIA2qCupA4fBkiddj5dDijTwpVPsz2cZxcpIwTgebE4AffQSoQltRLZLn6Xi4ZMmBCwCa1i3Hh7l0ORmVFCWjtMcUkTbae319l+VYwwVRsn3w6oLvfjEKXxj4h4XeDVXGXQaybgy37IysW29+eXj//e8P3/nm/zbc//VPh3NP7tl1llMIbxaMATSe+P4ZOWexJn1fXbgAuy+rHK0e0eLJcoC+Z+smvMDL9J/RTkxWb40zy/p3nAIey9p0Qbz0ssUXrKTtnPAZ9fZprabqMid50Po0Fs/Nv8bfa71o3TTAyvZ8GMsCYPkWCglSQpG1VlEsSOtXlVgR1oz17fLwna/NgKw1KDN5GPGK81zA05Lrly0afb/iQ9M2ku+Zesb0c+tELevXGmQsW8pplHCfOnds3b5EQnzZdDvlcClg6pJ90c74nmVW5/l5nfK+TS2xtTgjFlqxhGr0vbK87P3onlihi5Z/Uoxw2VRVG52FUl8xz3M5OH1+5NwxCrnNZTy9NshSfBOVoUMUvrh7dziwPJVHyDnx3Kja5imALNvgFcZTC0VQeJZ5hAcmgyxwCBLo4TWohS8uX70xAGQ9NaH5xKq8Pbb+PnxwQE/W3U8+pifr6KiGC+aZ4Zk+ZwSyqNzGWnKRF0BpxF4AOq7M4rtayECbgdZkwpqJ1wHhpQTLE6hwqxBTXkwE1/s9Co+SQk5dM8nk7DWbkgPR70yzRXw4Blmt7K/eNXjaapB53LeUxzmOZqUVoMXS2ARe4dkSeLhgvANFb8+8WTvIkwE/WZXBbRa1MJBunh8QBgCLIIuECyAAz5DCA5nrZNc/svUCJfqCtbeHSnl8qu5BGtLe/p79+diKXnw8fGI/+HsHllWfpAA+MALEWiDwiEp4miTyPfqKv6McuWS/CIB5xfc8D8ZeffGVCK0B/KAnzQmXn1kNDtZmX90yyOxgv/ACx+oM52sJPYInCrlh4DwAU3jnIBcBdEsOlq+/AhqT3qXuOaCEo81lPp/rAIBncZnHjt4sQF9YqX1c4HFdKgAXFf9KUZHCNhP6iNCkW8Ct4ATDShUCyl7BM4WcN4BAyC/Ml/0AlHHcpJ1yudAOk+0JkLFW5e2L6rqch9SFWI8ha1WHUTlZ5osdtixf8Jadk6XCFwqfBshSCXcAO6OHFb649da7w2tvfnH4i/ffH/78W/9quPfrnw/bjwGyLKfQ8rJgCFDIangUY/1hlMerOpf3W41DYa6UTwGyjG4EWVR0l+uC4z3zRQBZjvYLD72sf0wbGNcdzfoga5n+AJmXhEECVtXo4l5/VmSVpzn2OBlkTB6w6IyMNTUvS97oAFnhld86KcgqCmzZfMeK9Bxh80JYVqll2aLZgKyWyhuQVemxAVmVFi8CyDowkIVcElVD8/wQyD52c5mQXEFMNyBLVu1jgawrN0yRNZBlghSltAmyrFS2QJZ5su5ZThbDBU1JgrKTunaaIKtY1zx531UXoaNQzjoFlUqgf5ftetgEsCmgAtc5C4+MVwU3EaJkm4l7hFUYQQBB3gS1TtDVvSrIEtjSrMojhtcyOc6Wl1w7bmO8wgNkjfvn/uAlSpjGke/uQFUDsqAYqcJUeCHggbpg52ddvnyF3i2BVZREV8hcjFMqov3D8xhaB8/IYwPw94Y7FgoIxR0FM5AHBXojfE6KNcp8AxQd0Whx3zxaAFn2EfmwKqVSKsLoEGEwUlB97THkzMIRsRoR+pY9Tz6DqJQIoIWpOYoS4vZdzecTuIqDeLPCEhbisBbL36LXnCqs/opmbmJ2L1GEI8JdV5UfPRvACHztIDgZOWiEcHAVRoU4s0uhlGm+3SBWPW4GLry0vXg4r6gwMsigIwALzW1ejoUlnAVQsKb/f/be+9u24zgP3C8TGXgAAQqBQyIwi1S29J/aXrbXzA+WHDTjsWfN8swo2NKktcYMkggCYJIlS0vmiNRQRHjhvjT1fV9Vd3Xv3mfvc9O7D7wHuO/ec87evTtUV9dXEQlLwrrDvWlZEe03ATGzIlrGPnuvWDKBi0idH/RW460EmspeO2aQdeETz06ffOXN6aWX35je+TZA1v82fQCQdf+D6cI9gCxzFwweQWtWjZ9zyjxUau9zkDVjtWf8g0cPZIXXC/axflTOATG3rbZCLs/BayImK5L8XLBzgMWKwXNgnV4DWVsOxR7/b7lnRiGddmtfCjoHWe2MnYOsOh/nIKvOxVkAWbJkBcgSZDhWSxbFxbBkjUCWCbuU/MJdEBQiS9ZVs0Y85SncnxyALKTMvmXCLyxZqPd15+4JgaywMiSrQLgMUrPWSae9JYvWBfzfCVkAWUgjrsxrSnGdBZj4myCFJjDIf9Ccw9VNgMDFygIUchu9ABogKyiwtwATbHQC9/7nx/IOX7Kcrz1jP5CFQcCOA6uZJhyHKzIJPv64WbdMOMYgcTDD2nLF51/e1PBLgzUJhV8V4wbrM+pt/dRSs8NSA2sYMgzCEox28Dc2zIHFcN000H9gmQ3vop4WhHE8pzkKMsiqgo+Aht5jLuh+Z5/B7U2JFVyu4B8AdrB2wUVPFukQOyRIKG4JbRIYhassAF9K4S6QlQFK616aaYQgC/0LoJXEnALg7DMKO4ilYl0vs/zxmWaVKdaM+jwBrer2rnZkdQU4DM0zFAqslQVQy/H5fiF4C/pXb0OQwt+y3HlsFo1I/Cf1HLd7f3xuKMy5qyGnHGuB5Ch2I0EbXUyx7kZdtu7MsGjvmSwj5pd1vADeI8YuLNTx/NpX9soVWpssWUhNzTWwZ+IZ1wCy3pheMqD17tvfmb7xf//e9OHf/YVZst6fLty9Yf2EyyBoCg95eCBLJQdaMNxsC23Z7nVuyepn5PDvzyrIwtaSAoT0wfPN40L9N127Q6FJrxEp0cqZAYXaTpAFrwCPbz4HWe3hPNKQjhWeldGuHdb7E6mY/VFfHx+QtTwXPZPMLDULbkva0qU5juQWOT6hZ9hr78smLpJDOmAXHpzjKHho94I0D+E6H6ReJ9BHyV3wI6Zwt6KtsGRRWKguJEeNyeK6OBMtQk+xZLlmHEKj1Osu9NDRSdpiB1nPPf/i9MTT182SZVYIY5iwZN1Bmm5LQX8TIMtislDv665leGMuIblgl9dhLFkUxzrQ01g9PMZE7gvVGoD78n4vVjtPYBB+/hD8Ca5c8GWsyQ6LTiS1kMYfSRMk5POfEvPXjLp8XmdCPDaPa23vRJ9GfSsgUBvMHwOrBievrAHvxf/d+Or7KmyPtuMukEXXLD7LqDWGH4AUD6UFUOAFboOy9tjf5mICC+Jli4ECEJA1yhNB0M0E+k+sj7kX2t74yOIX75nboAKsFUPEtYYA6YWI4b56YJaQ+xDEHdxcSskjCGy8qK8sLB5fldOlu5sfLVkeu1WATHIRhRWFAklYaxweK/15ciVMsUmobRXfaW9qjTLgGa0z+8olloUpMvLhPYsLA8zYf7DwIQU+0tejIHPEmim1ufokhYPaq8+t1kSAY1jyIDjxeibEUFp7FiGmFasWI26AVgFTqmMW1t1c36ry7FbwxOcF0IFHwZpm60Iwa//JZRS10gSelahE/XuAvciJRCypuUmSnpTOHqBwmfaPArLs4deemV4EyHr5c9O777w7feP/CpD1MwdZYckCX3+UQNayombEH0hLuzHc0m27Pyff2ldiOdyjTvauswSyqjQo5wopgsJyFcpL8BZarmxvwb07LN1cjwBZsJgjyQVLR0DxFCUfqiJGFnDEZXkm1XNLViXoIciS80W3o44bZLVA4jiA28MBWdWP30+0VvL0Qy5v7nlgetfGDk6QgUXWLx4Zorp2g4Jspw3Lmv7ctaGGPt/LDq5o1lZiskCpfUxWH9/QT9emmCwWb06C8wqTn8dkxQGVV4EikgAI5E7XgCMmSyDrxrHWyWqsMS5UVg1Vyi7INVBMlqw1THlhf9scMJObWbIsNfezz780PWkg64qBLOQOhBAbIOuGxWLBkiWQdVva8wJ+NY+HBVkzco+1cNopwfwr53BJQZsaZGBuAVg1k1sFNR0oMQShGCGk2Q6XQa0rJw6/mg7L7Y0CSKGhKrwUhYAL+mzJQVsI9S1vGA8yWzJ4vRcfrzEziae7h8SSRSueN/9+7i5ISxUex+Y9C14CWRpLBW8CCrJwce/i8IXViqDBLUDuUkIiwuewWHisHN1VkIShgMUArDjYAR4Qu3WbsY24lqUEQM/N/pWLpwQJFcblNQBuBvgC/FLAoFrXZXf2ODS8mqWcJp1JPfx6DAjCPdeFlizFMeAFl5q87vgU/fNld0PPYJ0JyDRnsLIxhT1ArWcERLwaGrlmcWlXLA4Oc4DsjNx3eC7uQRwbBScvwgy6K0k3POU7ldoAwBKSIlGGyj5oX8styIsqcy18nJiBJKxJueGWQVxPAayeZ1GPDPNB1yJrO1QloVUP6xR6hesPDgxkuUUNIFdr4nsRrtUU/gC+HGSRxsbFeLUOe4IsJr5wSxYI/9pTBrLemj5lBYnfe/e709f/z9+fPviJWbLu//108S7SuMOSBQsg1u+sg6yjSQrnICtz6/7vswKyWtmde4AWK3cHpPVZpRSCV8C6DUVOkfWC/3LfGt+Edde9EZhoiMkvYE32xBdMaqN9T55/JkAW9/7R0HswkF3LPv+uCgBktbM+SFvJV7OjzkHWaL4iO1mZZ9cm53lfF3bOQRbmqwpzdfbOEshq1lQq1eh1+ur0QZaEu+oOIG1VB7IojCqJg1xbYAkRyKK7oIGs54YgC4WILXGHpctGZkFkGYQGHWR+qaF1T2bgloWe72xRorSg0VsIoAVhbiPIEu/SxRTuIPi5Vj4sWRFXo6ckRYCDLAAs1Rli+jJdE2AqXS4yyB/wqYTafXdH1qoR0OrnLt7LwuGtcjIEUspL+KZcs5vvOA2k2y/OchoLLKFNUVdyO+PBXXUotJaUjtaECbqtnh3oNt/aP/djjXhRck3xlgSc1Cpd8BysIetl1HoiyNLdzUQEyJJrmixeSMZB8GD0EJ9HxkoAjjb7XnWn4+qD/lxZ0YJpPVagXEILU5O765ZAp+4NV8BdsUucR6aMD5BVXfKUEt+yOpbCwsrgGG1D+KGbpr0wPiTHUHxTwBqsGaxHsS/g4qN4JwhhtQ6XWbdRh4pJMCLzrUBWzCtTuNNNsMa4KT5D84t1w7wrqQji8mT5o9Wp2xkacySzkGYdfdY9Almq+Re/RS90d45EUwueMIcFWcoMYv2Hhfbakway3px+4dUvCGT9H3+omKx7f28xWRaXxQyDSHzhINz7KcpQ/5mWf89X5ocxjojZIxi2+cF6R+KLbe6CZxBkUSl0NFl4z6k9ocv3BVkjmpBCYPur8tbmHMuNcG+LP2lPmqLKa+iVchJG52HlEtmK15c97QqN8DCIxBfct3RTBl3hrFCM6qmCrF2CwRbBY9dknwzIGgEv9OIcZGEWxoJLYhDnIKuSLElmN8cId8FdcVO9JavUo1nYHCdhyeofhdgdCQuZyWmfnLYlayfIcuFQGn+JyhJIXTQ1jTDdBQ1kXX9BlqzLV2HJspGYgARtubIjvk+QVdwFnQFf4gEpkBcCFQWkbtm38LqiRSPZtAdWNEchfWHdw5LAr0OAT+6CzJ5GDZwsWvFqLLKQN03A0iHkgqQL10un3ywpgHXWZeumpyquqhcFy+LiVrMWzuisU4KNrGVlHHioPyCfDWm1eekDdy11JzZhSLtIBghHak4jTF/uK5z7xnPN3QVjPPzNLvRuiQGQK1HA+teSSF2PTCvBPlS7CeANtKF6VSowrFZaepO7IDMW4jpP305hAGtvjRTwhT1BcCD3OM4PresAobWmVgBMLYcscwF6Q7iNDISiM4CXCsxCOC5Ai3yifRWat8YBsrI1LAtAqk0Tbq8eh2l9ZmZHs0KzppdbsyLOIvoqS7fWqLgWumVKbn+wfAnkRU2cTF9s1+YdrkUAcIiJ4xLQhU8gK1LxR6ZFm2y5mnLuodxpVz7SuHP+na+QZn3vKumJex5gXbXi1gyszs6BjxNkwSrmlqy7eMbVx2nJevm1L03fffd7BrLcknXvpwOQpTmsPOU4QZYAt+hEiodHCWQtycKHk2O7zXMm3u4DspaTxFxwL4X1IeU20t+JscjSjrNZ1mEqX7xOXgVY4JU5UZP2c1ilYSFHLHOUdyh8wRPjaG+Gy64efmSQNcLdS0LEMsgSoz7K63DE2fZ+3od8QPYCst5vEZh2j2s+g0dvs3cZ2TazeYRSnKbDXoMtDel87fRwOFzycekgK9qNe6KRuQDiB9RGTU5PT9hax6UHGsVlsd9Q6jUHh0bTCKc+wNlnESOzsBzKgid5bel1ZJDFdcutQ0IKaVQzuO9eZIKE0mjo+TVZpw2ywmUnDvewZNH9J9ZpAWRlS9Z1s2Q98cyz5lJ1zWQMGwVqZliczG2Lk0FmxA8/FMhC0DotWQ5YUEA1GLkETbln6aV5XnLlHdKQXR9xHo11qwEQc2oJjX3ZcwBkBDPSkuMwQAa8KqC2bfBZHHdo+pRxSe5YQA9zwZgj9MEWkMjEAglQiCwoNOZZib7x64EyIlu+WuCBtqtbFvcQXRyhTXd3jSaeRiBE9gVYfkSjlyyF1DWkyLbEFLftEL4Nlyyn4OAq8dxM4Xkvobiw5kAjI4DHWLv9rO3SnietmNFzMYE9goNERxTUXXBQ/Ki+b5uWCycsLax3BvDgABT3c5kB1BhHRbNO4fus+xTWWH4e47N5dfc6dCcsVJW2lExCFph28HTJcyCjWUp0kCYqXOtUsyosSJ6iHDRYYsU0weEGGJaoAEfoE+k1gW4JSh5f5iALQhReRTlCAT6DGwDPOv4AgQCKzBCIMcFl02ujMU7NrV9smICuWvGCTsp+6s8GVzzE2NkeXJXIZzRtysyKdYErpdwp2a9jBFmYqwBZtGRlkPXe9wWyfmzugrRkWfKL+7eN/pANMUC/QFDsCI7bFVzx6Zbfc0vWGsiKGMZebounIVvojoN2Q6f2s7K0DZ6DrLwuS2sEWtllbRy10SrpdK4E34BlWDXtggdBSaLkOvknziC3RHkNO1j+I6aZQMvjPpVwRmerLNFQkGg/Up76zFd+Y3mEuMQ7uYvmemIrWqc9aPg4kj0cBzhpxykNq+uHhlOw/sz9xf71Ntc5wL4xWUkRWxpv1yTmoj67f8as3x3IkgDfbpoZaPB71kd4Cle4oBBPyuCqFwR3vY/vYp/MrvUH5EQbS6NbqpO1dL3iQepG3J5dUII0Xw2I2j7vLPhLbTCEnFon6yRistjNouqXyFoSXyDaxGM1xExNCIAQLhbIfyGYQFsPS9bTiMl64cXpyacCZEmQunvbhG9LlQ1whTHcNMCF+llImw2BipYsCrSoiYQMRbIAheY8mG6syBKoymwzgGEcAlt5Qz7Em3soQ2usinWpCQL6lcV03jfwodggd3diwoFwBRJYqS/2trE6SPDTOcI10kLVW0LQwbpwJXRttjb0ACt4crFo2EGM+WciAc8KhQfwQOS6yNIR7SDpCX6Y7NoEvqv284S9+8wrr0zPv/zS9Dc//bvpz3/0X6f3b6PEQByW/exYTynt6hWgIl/lYVbpo/mBOBO2klDB2XRLWzmwNYHS3nPu5HoXSgV80idBgb2DtIYvbT0rLWnPxE/pKAR48D6stadr72mVtbWYBQ8ZCV2ZEEIGlW8gNE0M+oe5D1orVh2eB62lT1gO7joRD6YMf5pj0U3sCXXSex1njSf3EFjUxVIYyA0Q/UYMV1i4IsFGm3q+XWvw0Ei8kb8JRUaMUUWfHYK7S6BTB4FscUFM4ymA08fGscZGwPwU4c2tzlwvb8v4qjI7wtJnP/Y74gVHCsdQRMvCCnu78z7EnC7UyQKYJkBFLBx2zNXH6C748mtfNkvW96dv/O9/YCALKdwNZN01kPUggywgWLdokK61X7aDk6p60NrrTNIceZ0szsfIkqVi1WfltebeHf2MNTor/T58P3ZZspYtV/3zlkHWvA2td/e5s1wAKVmuALAUY1x4X7GyBz8U/4sadDwvPb6y1MaKxDpu9Q9PDLkWJloHfzttkDUiex2sR/SPPaJWYkxMuyxZumNd6Hk0QNZI+F4DWTwg08SNQFbLXB5tkIWhBhBaA1kUBkIoiAM0MEvH/GNPbAFZsSYx72tg+mGCLByKcLCif/4pg6zQGkuw0eFcXAIYW+TMmMK2Hdh0zzGXk8eUwv06QNbTz5jG3uoTQYNrguQdE7ppyYLLoP0coJiytWXJ4loXHtTUMjcEMXTFidTDs67IiIYy0CANDehoy8G3CLLQHiw8tO6EG9RSlkEJu6oXIpClg6mCrGb/s2MuZDpQKoLVCn/eIhAVTaErvqqwHla5i8o85ynGAbAivqgIMeDZ9gNwxR/r71Ub0ytPPDn9+le/Or31+bemv/67n0x/+I2vT3/xkx8rbbXbvZo+Cg2UpeA6cej1hBuDrBZo9fwxm7FbkOUCqovGcV2v+JmBLEJiWfcKuALwQSY7gin1N9z6AuDEOnPPANTRfQ5jlLDLdPQGVvD3gcVCyV2uIB7GMYgcAG4gbKPI7jVz6VK9L8RP6bkJkPlsCmSjubkghe/CaqzmkxsibsJ7glD/CUtcAmhIkY42GNxeLE91XeSC6OYinxu6aPKSFhRqEFr2TB+xjyn2UdFSNezhoovrczIMjK0+twqpGjOSWSi2667xHWaTBFphCnuMxwoYG6+CMAiqjm7Nz2fr/14gy5KHuOWQWMtcMJG+/eXXvmIxWQJZHwbIoiXrlsdkwZKFdZdFUMlpThpkXfGYLCUB2cJTnORO/NcIZI1k4Rx7eeKdOtEH7Auyimah6ZW8ZOKV/14GWaNzVWcFzmScYUjM4/ws+IJbksU3tHsiGQ6Bk/MExJjKgqXsBOT62wAAIABJREFUgmFBVwKasGLBdVd95WenCbJG1pJgBkhde5TXOtg5XOtr7a59HxrIfZ6+3uZ6a2vCd9/CSYAsmuMbmeIcZGHeZ0zAF6NsfJ+zocYvac/p9rQivJ4EyOoPjGXN5MMFWTHXmDJmP4NwBx9sj5+o60CbBkHWFQNZsGRdtxTuTz79tAkuV7le0FDfBci6ectSRd8ygHXg9YIkTCjLmAqHorio0sC6MESBNpQtyyArx1EVHgCm7/Sxj9CwBrLQJFPRFhekAf+1RtCnAFk1Fsa1yh0TkYDfCodr/K8K+ZVRZP43s6DQ8iHvgrBU6kBUqvQCsqw5CNI4KEMKJtjFOwqZOGShy78/XbMD90Ur+PtbX/na9LXPfXH625/+dPr9P/369IP/78fTXVjBzJql+letWJTnOIPhmJZBWgPvS524KBw74ugCWe03cnGsr7DE5KualbSLwVeYvMQEDLoFMhApQJAk7sjgJ3c+JXWgbsKBBanQgQvPbFsD1uuyFwAT0o3PhEa04XEzsPqhmC4SVVCjjFo04fLn50SxNHrfmrhC0pYHnxcQJFzX0kiFNwG02MkAXWiHllzLIIbMfW6py1ZJDDqnYA/3Wlm7nP78ufnZsjr57KfnVStWBbRoKxQY0UbQK/rWxo9JsAMcpaCIbJIOsuCqJNclgCxbD3sf7oLBcYI2dluyjM4NBL/w4svT629+XhZcCJK2r0qGUYzJirMjhfsrn/7F6bvv/MBA1u87yEJMVucueEEug9w7Jwqy5FJaY7LAC842yFqy5YDGW9X1iDM8Cp/tA7LiPOkpdmT1DO7WW6ySIigpsaP8SCksDEVh4lShACWvKC67nkUwau2BH3ipjbBkSUHppTzAFyJhCVO31xf5yDnI2k2wa4Bn7fs1IWP09PU21zfZmvDdt3AOsgZzOjvAT8eSVUKkhqqupKV8FEGW1Zn6yIoRo04WhBy4ofAVCQgQw7RO3sMriuUwpXCndtj8+VDPAt9TIETxT/fFDsH5PmtGuSXrGWQXfMFAFtwFTVvvrkt3D8xKAuEwZQpTKtgDa9d+LJ37fX5vxWGtftYd+1GigW0gi4x+RIadRXTX9ATvcGWcpra3uASIZxY7rxHk4L0VWMNtq1qx9OwEsqhHSVaAcE0rnVxWnrGP6UCs/YSwWkfZA7HIhlisFbZhcPhhLCGcEvB5DRNZRpKvPsBWiWG6N5kYOT1rwv9XXvvM9OWXPzN9aNbK/+cvfzj95Y2fTXdZO8nG0MWWsesdoTYgGfM+E5fmQsQukIVn9HxZLrjt3KQpdAew+j3mEZYsaHBB+wQVIUwIoYhGPNsgeqg4I89UiCLJXuS2ghbdA8BEsELtcOsmGvNNBYWD2+wuWGpdlf2vJBzlRaFHLn7xAojgWnJi/HMCrxagy+IpIKUiw/X7LFSx6CjmJEAnY4plQQutdLWcQSGh9WPqdXs8QT5jscTDlFmsJQoKzdgj0OF034VLpNLvCyjUOUWNLE8jDT5PYIj+aV7oZgiblbsLXjRrFlwhqXWHUgDPpMCeaAHv8JlwNXwM/EfWL4GsV6bPGshijJe1edH4H58HpRH2jLlTf/KV16dXP/3V6T0DWd8KkGWJLy7ef98mJbkLEmT5Ep6DrGbfnoOsPB15NtrzYq7ADYoOhYXe094e1vZQcID3pMy4xRMDu9j3YuYHakh8g+cJ9hb2C37DYuw/Urpor2lLIdwAN+O3au0VnnXaIEuTMX+RdZ1Jd8E5Y2x7P3AdmI1wfrCOZyAxw8NKmc3i7tfI8YCsLkJjNvQtlqxOKNvuwF1Gf6EbzINZOuYBEY4+OoMg62TcBUeMCyex79YuJmtuycq0lnd4WLKg1YKF5+5000DWDYIsS39u1iAFpFehnel/Ny5PvqwALAIVtRef0ZLlglhYOh54rJSu8Zgs004xu+Az16dnr78wPfHU0yxGTCU+ixSiCKgCZeMFAQlugwcHN83CdcN+33JLllm6zJJFAaqcIaLtuYWjjoQ9n4Gq6hK1PDXd4RQCnVsJyHvRrk0uLMzqk/gXNHJKgFGfI8tNTWUbyTeinUhwEYIxD60CXrJ1YQyyYpzsk//onHKJ1P+M8cahWKwdyZ1L1+hwFBCoLouxXzSnQc+4/h5j6a7a2K/Y7ydMgH/N1v21x582S+c0vfvTH01/fWC13JAQgQJim8BjzC5aynU4kC4dnAUeg7UrZiPvqAslRsub7Q7U+d7xVOORSSsLIpFAwuecmlnMEunc55BxbUj3XosN17pNihPKIC/PS4AVifTtKwAbC1xbP6IQcFwVBYQDaBEwOchiMWR3CQWwQP8I5tyVUUkifK9RIAo3PLUedML0zV7sF59HTa+I3xRYq4AN81OyYNr0AARF2njRFgBYHWtYtoL/SDgLGtXCCaxVkEo3JLsGGQvDRRfjKmmiwStdiCSPw1MJglUrS+CwrZMVPepBF2maDrNyl75gSX4Esr5gn6sWEFw8mZnSwOgB3Gsf+8T0wsufnV79zK9M770tkPXRT/6zJY6RJWt68DDcBc8tWSN+dDqfJb462+NLPegh5g6QlZVKXRIMxHpDoYBNYKez3Fp9b4QrecRFF34yUH0FQKr73QFV1JQE/4jEViyBgnIP4uVx/nE3E2xVTKB9d8rugrsW/dEFWb0Q0RPQFpDVC0gjKLrflnk4lqzqx84DJFRmpetbQVY6lHuhYm0aKLP3YA/uMWs3Dr4/gyDrZBJfyP0qhFAJsvuCLL+nUTI4yIL8DW26WXtu9SArxfeQJR0RZEUK98ZViDSExZT2mZpn1s4KUEF1lP1vwqS5wzz5zHPTM8+9MD1lMVnX7D2EI2Zn431pb9rfBFkGpm7fujkdGMi6eQsWOoCrCrKqyUO8YBfI4r6h8JV5QAUOy1Q85zPkAa5ly/MhHYSAlrT9Ediv5/DJOjWKO1buj7R/qX98jDYY4pyylrBPjZH7H4IxQVFjjnFr7SADYQXOAobh3iZpUwdcBlRFKVE+Vw/g1njVxv24uUM9duXi9KQJj688//z00tUnpoObB9O3f/RX01/f+nC6R4F1HWCp1X4NNpwFG0BWs+YDkLWbtcmtMmJ/iuYWSxyWIhcYQjFxH5Ypj7+DtpZaXLpdWpILVzQAGDGLVkmf3tKsNMDVwii3HQlBGbhg/3DmEjgh+SXLmNZLaZTx+R2zgN8zKzHWHMALCTgEBBAXJldI2nC4HKCTAEsJAPnzpBwQ7QhEtSAo9yuEMNC0Shu4dZAxntoPwQXLmPz5ycu7LGdvYauuu+pDSdwDcANaZ3wgXuGerL0qwQ6a9YgRESAuigl/4gxkwToLRYrdT0v+ZQNZL72aQNYVc/G8pjT1Nud3jGdefPyx6flf+Mz02uu/Or37bYCsP5hu/OTPE8h6GIkvzkFWwyNO9c1JgizZWptXyHZMgCJZj4oKq+NWs5aqvpy8GuTCX1sBZ6jyIXhUACQoZlQeI9zo/W/whTgjaSmuSjfyQOxBshqdt+3rHGStkmPP/GcTOLPAbThYZ089B1kxJRKKzkEWD8kB1n6UQRZc6m7PQJa7C4YgcKwgKzRbAlmsy8MfZRckcyzCPejONOAGqh5/6hnGZT1lvx977AnGnqgOjbuc+bpAjwxN+MFtK1LMWK0Pac26e+cWXQXveUwWvZFoNRJtY11HSpAWnFBKckEpQNaS8gWC4ljUlhCmyeXY/T2NRw6y8J2AloJ+K9CqfKkHWYxn8gMlLGR4DBOdJG3eHHhU5hfArwWUrcAdI47RqbaSnh0ugsVIxTMuFAbRzkDAti5ctgPxcYsRes4slU9cg6vVND39xBPTUxev2nrenn7wkx9Nf2vreh8gaxCPNT44jh9k9XFJWRlCHtFyy2G3GOgdLmY+d7w3grUzfWB+WVhXBbV5HYQPt8CENZdxXQ6ynLhEULGPXeAP6w/jwlJyDIJ7T6WOv0vqdNCQ0092+QsXUYKpJrmJMmTC2gP+0saoSbESeEuDqTMGmUgFmWEBkgImaFHP1gyH3FRkAQp2qJHl1u3QoMfguc/0YCkx9NgATiUmLhqOeXZ3JNT46uuNRfwklRuFjzk/YzuID/GEHe6ytB1kwS3V5qABWeYqaLFeV6xOoOJLzf3ZwNalJx+brv/CZ6dPv/7rBrK+P33rj39vuvHjPzdXwbBknYOs0SacuRaPGYho/1Aa4YUGT/zj0wVZJaFEeCfFXmQmX/G52GehXFI23Kx0iPT+OvfMTKx9Sr4jYKX4SMX5XoDLg/Mkxlj5OR7nKflLbPLZfJ+DrFUSPAdZ5dh04qpT1mvGeoD0cbNkycLQC+eaj15QzJ+VgzuE886/JgTJLYkvTh1kDepUjN0FQ4ebgcAWS9ZJgSxpziEIyVLiFhouTC1G3IOsi+Yy8wnLNPf0s9enJ598Znr8icenayZo0Aeb94alCc2YhtfAFKxYt2/epCskXQbv3KSrIH4EJFzYSiALTa2VQCiZi0hf7TzNGVdS1BQLnffVBbwMsjiOtJACRiEceuvJTbS3rIXVw4m/dIcirCv0xDtlDStcZKbpm49kBjbTJTxAmUYeyRokVBIv2wccAzWN6oSsEr5oSXBBFz5hwPnpa49Pzxuwetwy3n1ww9LyW8ZIM0/QcvOhZYi8AesLDlnXXM572n9yCK+GHZYs8ZseWLdKvHWQJYAOza7iE5CWXcHfdLUrKYg5aZzIEPPi2Zxz9sVjgeDex7kOgUMlDiL2Sv0OOpAlSQKPI3tXcMAKhWQYkbAELmkBoNG3SFAR1qV6FgsVYh3DCos+IjZMn+t77b1qQdN7+8IJRkAPVjqlokfZhXCF5POL0CXAFfRcMztqoHmNQpETz8dvWdLCMuVp3kt7mivGptofTI0P4c6tduJfsNSoQLTr0DU+Jz8muvAfnsGu+N0EsmxgWFtasuguCEvWF+2Zti4AWdfMkkWL3e0WZL3xG9O7fwaQ9b+YJeuHVicLIMv2D1O4w8qJtbCfY0/hDirVPguBWvPTJ76AIO0TdAZ+nYOsvAhb3QU7S1ZzZgnc4QyTxbfWvgraKPRBxV+Ni46YSvEPo3vWyHNlHACWFyBXDCmUF2I2oTzUCSNFC184Z4IR5/PNP7zw2V/8BztJccOZqKKLu15FFbR00cr9p7RJxoCqtzLlzsz7PZ+vfcdWNWeLs7WyKPs+MZ6TCYGMLD1H7hd+ePkDAmQxeZDIVOe0v+YuoKGZr9fsXSdrprEfzNccBexFQVW4wG2alVaj7Ie17AL8vh60o890WZQS7S3gZf6LBnTcXVlD+tXN70e0sz817H7GqG/5GZmK4O0vsz6ADZJB3Lr5oSe+sJgs045K4Il5RkKChoQOtW4sukrhyms7ERi7NkummtKu/vT+I+gVcQiwblg8FkGWuccAZF01txkIPlgDpjJGMgwTPg7MagXLxy1LlnDrtv0Y0Lpjn8GdCYxfz/L0rvAf5xbJDHthrYsQW7XguhLjmIvWsQedGAWgSE/1FRYn0Wsh3dInCt5pKSMuSwA1z1lqNe81SYvlgWN6HYzX56RaxAY069fEXgvBKgTwsFiUBAGUiiG7ekB0w5cuTFfNxewpi7977jFbXztMf/rBz6b3P3xfqcURZ2QxSPcvK1ZPLo8+5yUrTcMeKw3l4ZHW5uNtP3KeGpf1Q+fFh5cWtfUqOGIdMSZ+UZuMcyKQdIAK4EFB3UErQXIoKRxQAAxAo0uQFUKO3G9DcRAJIQR8BVJIct4XAQoDWZ48AwCQKdUx/7gHadbdFSesl7zHg9Bh7RGAD+FJfWtT0cvSlOMJCfYA5hzQRKwFk30wpbsBA1ruBOBJTw4ma2KOuv/C6ob5Yha+LNn7/nMRzpU+nswCvY/4LPQJLpoAWvYsAE+lbFdtH7Sp50jRExZ1kjjjzXAtXDd1Zmf+zfWP89rPZxkBPP4OcwieVmKyXnOQZYolA1mKyUL2yAOLybJyFWbJes7cBT/9xj8wS9b3pj/5o/95uvnj7xmessyC927Zww7aFO5MhBPE7W7AyeI54AbDjzKQDbCr9P2gTXhKoqSApXAHaHeAvrttxc8c5TUMFx+1OXjM0o4++1asfHAcZfZa5URSGTSNNpJFSbMunpit80pqAT6n20Vz8Yx0rpG/kblVF0Bm2cX+kes8snVehpUdxYf9HJF8mxQtbF17i32MdffNRl7hCrQLr391N8jaMo1rIKtoNI9G01u6cqRrtoGs3YPYbfna1r21NnoL0rZW970qtJT1Pgo0mWmDUO195Jno+z1z/StEWts8HMhq12BtvvYdedbg+lZttJXaxMEme8tWFTJ7LXS2HIz6lBMqLPW5ycDFjvRKgKNvsjHIOky7CquWi4uDrBsGsqyYL7MLmna0ZAkrIOg4QRYKAkNICSsQis/mtcPfeVz4G0KVZRk0YPXY409YMi2zZJk2Fz9X6D5gwretPX2+EfhusQq3LKX7TbNg3UI8lgkjDwxcPTAfcfxIQxYZhyRuhetTaMb6taaGXcjULq9Z23TdAsjqgj7CrWK3gL62phGf0lrRCl27sBYYla255SD2yNa9ma+rgrMOtXi/aPkLwRJ7EnOX58I/iwMyt3fV1vMJE8ywKli/G7dvKlscZFUIuRCCi7XGPuz2Ws5qN9yvKUFK/r7X4+bvjqgfarrBeQPFQSkAEIGxYT+44E6hPhQ3mqDyPtKlh96MnD8BiIhFIMgCcHPpRi6cyDioGImi/fV4hYxBSOeesY/WMhbzrZn60JY+r9Yorq+vNyE9nlskVu2VXEeLwpddB+00tNLUenvWvhDGM1AE0CJQcjqSu1DEagSvrfOU6bZ1N9TeirOauxk15zyb4iVzQQpaxBhpYbTvmBrfgIKKJRt2oRsUxuhnr88HvyRvUL07CY3OZzyWsclb5H1hn3Ar5s4tXgRZ4HtXLKkFLVlfsuYBsqwf1hcoq8DX7hg/u/Tk49P1T1niizcNZL397vSnf/Tvplt/+z0DWB8a3zN+btdcgDs2LVkyMddzUK68FzIRDDfO/MM5yPJixKEsQAIb28tI457Xf1fzkep+Yxdml62VWDlsu2f7vl3ca7+ez+vgzQFcOaHSuR08ITLJNvxhpoCct1mUJ+4miPOZgKpkD9Tf3PvdkPrzDDUnW6brigRmAnUecA6y6hSdg6xMLucgq4Ct5qDQHJ2DrC0MNdwFpQmnJauArLBktWD1OCxZONwFhACyIDSpXgteu0EWRRAK0xD+Llv64ivmQgOh5+o1+4E1yxgvYzFQcwg/AFmW2h0WLaRup+CK5yFBAU9hATcKs3EAuNZrCWQVTRsVbup3kUsi8UES+GkloJAFwc0FQQhlnbp0Ccgsr6QOiVrnpztPKKzJ6hGdhKsQ3bKaPbKFVubX9EqK6H851lzJU+bR34c2P9dVytfEIY124G5/0WNrCMjtPZVG9kW4iWj9Hg7I4iIuqb23TCusIG7xoTDC9dGNADVQ/Qq2+6z6HMb6uSLX7R64sIKHeDzXm1akCnAK4HDAwkd2ADjuiwHWOKjoX1UwhNtfPDMACt3pSkp6Bhm6NrpLpZwSdITSudlX1IxX90J1161wbrET/YWlqBWuejAYAJIgCH2y+yKGCzoAgKiIu6rgTKBTxU497issce56FFY9OHBybTyGhGQSe38zyNJ4CFYJsuAuCEvWl209HzNwaSDLgAtclQmyprtmyTLrr8VkvWaWrHe+bSDrj//tdOv//S5dBc9BFthE7zK8ZZM+Stc8XJDVA6wSy+lMLSv2tV8FsuIsUaZRgColieFZYR4ml819XPGZSnoRXkfFUt0t0cjgoDMweMQ5yBpS9TnIytNyDrLOQVYRaXgY7/8KkOWWLGYXtNgXWrJOEGQZEIlCny3I6i1ZcyAiodYFSRfMmMGMWczMFcUEGWnDAbJgGbC/IWQGuEIcgmtwieiKZg3MPNzO0kxmic8/Ltr/BLIYz8JuhcQdoE1yb6SOFdByYLeQDGPrOtYDKxIC9NK+DpT8Yv0pF7p7kMTruvH2VmNd0mZ446izFSW1EXPVH4bh7hVa7ZkG0mNdmMDDhiUXKhNdbTj3fFiYvmqMegggS0hn63LNrsuWLHwZ8T2aPgfQDrwKzHLBRDWclBYZfQiwtQSyeA1dbRDTIOGl1K3BjvCYyIizQg/CqiSrjFK0w00Hz2LRcAMY3DWMmaivuYdAfJddBqOulVx7K0i7QIsH06T7M8I6Vl1NW3prBec5yKoAy2PewoLoII2ac1il3CKH8cGS1dd7U8B9yyOi3hh4h8os1LIKGDVqAAZQyjXX6MbkpFPcBQMgF0vWGsi6xvgwU4+xLIX9S5D1LEAWLFkGsv7kj/7HBLKQ8fGOLFlUMkUx4qDhU7BkGY+GAN1Ysxd20Lkl6zCs5XRBVmLAxaodFqweYOnscIVmKNzo6C6+EKUcWCbBPRWkiMPZLpAl12k7411pFJbofqZ6kFW9LNySlc76Q7kL9mbSMTip3QoN0NKSHlEWOAylDO85FMjKnadQdPTubJnPY3jMSkcfZZDVz87+gko+yKWZT21QuRzve3fBsDxkC0QI25ryofCJz4fuRXksfczVnArWaGcLdc7bmAvT6+1Ii6SYLBu/CRglJuujnxWQJZcBxWKRSQaWWH/AjivEVFGD564HxEas0EUHAFXI7JqZCbXy1WaxVnfLKdnXPOGCr6r9itgvuAnWgZRsRIjJ6l8ukI0ZUliyQiNH6vFL69pLwS7mLnct/IWDYjuXcCV95V+8Nwu3eu6sxcaFztfa53C06yTfeytwfSKobWPHONr4zke7BLLUnMe4pUmkJWEheUIGdnJl5RJztLRklVlWUoAy8jSfGajosTEz+q1IlzHf2UdMWeIVQ3oJyugf6zQflizNl+KN1H6OMcUEeNIY1oTz/Ukaa1ef9/ra6WtfB7f8RB9jLTF9AGCRRAaxYSgGrDSX9rkJ9LAa48VMgchGWICKAAgeWcAfBaQoPxDlBiJRRHqOx6GFKyLijJRsw4Ll/RlVi+0Z+rzzzNXRKxIG89BbsgJgov8cMyxZtEopwQUNHj62mKeaLVOW+KAkfM86WW7hktunW+08QySuiTv6bX84kPW4LYmBLBM+M8iCu6BA1m8SZP3Zf/w30+2/NUvW3RsGIpdAVlD8yYMsAOglxUq/Z3qQ1cu1a+zz3F1wFxda/27kLgieSfbVyULYXxlczS1YvlscZFWXYvGobOFWLTq52BKQM9mMLFusIdnweVdmJtYXvI5OL4Xzh2wWF0a5BXvMYdwFjxtkkUFslwfWV++QVxwOZPUxMUeXEtcE5SV0fchhL9z2KIOs3mS/j1ij6ZhrS1vJJTIBhvA+EoZGWvpR20UYmYGsObjZQhtHpYPjAVk6UAFqpBxHYDsSRFhM1o33pxv2+47Vk6JrHRjVsYIszcA9xBIg3TMLD4sGKshi9xqGyn6Ehj/4kdfMAMhizIOBCgo4tNg4+HGgqAyACMC1uARatPzlyROkae4YnVt+llzCUHDRKVId7tXT5SECcFHrhyBrD0KgpYI/+oO/3fWhDGPee85HfaX+xdAHWqegryKkd4J6WEFyprZdQwngFjPLdiGAx1jSDAaAw0fh4ka6CBCBQ1YN6q6oo8Ibel7fH1rtfgVEGx1r+6zLYUBWX3s93PKgdCDtYnSwOrlrU6GwYrEC0JKiohR2pnGqWhhz4c9YmwYI9zGCPpcCWZpHxEYBaLE/HhdxxTI94oUEJExEoc4WNzrsAcZ7MZNgTYQhwBgxWlp/0TIXmgIaM/jZB3CBw/gjmyG7hpiMBA4rD1TyE5FSxFuEQKffddzhcqg4MvaPsRn8U7FwsA4y7sy+x/PimUGv+IYgt7UeyoXQ+m3XKXYtknx0Vhtu25bqFkGWu8FCrEWtrNZdMIMsFJKXJQsp3J992epkvfFb5i743vTt//g/TLfpLmggy2oDNjFZdG327K6cqZMBWeg/1o4xWQBZ3VoGffa/z0HW0szs+nwf7rW7/SWQpXNZXCl4V2+9qjWxqnJHfERya90BcqMHfcBKDqs4LcJUWii7KmIuyT8cNOVzL8tC+e8+HreXmRSH7XziLICsswCwtECjI3HlYP05smSFJjMzbczY2Ut80a/jWKO8iwWcg6w8O63wuI019yALliyrJ0WQZe6C9nPgIIutnwDIYgFkgizEZsntib2K7FY5bokkAwatau4UVCAAmXYdwg3SPBNkWVYEKvDdjYrJrQ3EEVzZc5QeGy4zEBAdaLGWB216PnXxG33yjzKJhjWNgl18ETaVeF/XRGAh+JRbE+z9PlQfvI+J5SjwyeWr135VJ0X1W+npE0V0W29++HQCYLIclj64ME8rSWflamhvxwDL/qWQTe5ebg3LtOZNwLqMAWvsl8ZByuBmtrEFZNUeypo1f+0jphw3yEKac7SZ4/7q3LhLDdafPffeO0oIkBXrUuvOVYGImwN3zkCWrSXpSWSl66S35pO8Nk3MudwVFUMWqycLWE3gQaCHe9HflCQjNNe8zxc2NM54FveyfU5LVkq0oXIAsuIhOQPSqatGWKST3w2yGhAa1qpQ21gHQlB8gAKpBGDqdwZ0ZXyMNXNKwXWmeY96XnBVVlIRCYkUFB2sact2eyyW0T+Xt4CSXcQa7ARZKAFgc2VpfphdECDrlTfMkvX296Zv/weArPcEsoaWrFp77HhBFsCmlAAgJYIsWEIJsnxOhvKc8y3n93l37mvJIn1lHiRCHuz4s/zREhMdcS6MYx/utXvcLchCP4ot1kvuSWkRRYWjDIXWvc1OWJNJIQayrkHJRurp2AXCog6WKU6RpdSHKpBVz7yls2ue8GjuYVSTXVnzpwmyzgqYWlr6Ociab5iHY0loe/ywLFl9JpXox+mCrP3X5DAs7hxkNcdPFbg2T+bDBVkUeJAAw1NDIx6CB6Ix55xmmWIemSyk7ZwK2UDKRYvdQEZBJMC+haW4AAAgAElEQVSwIHCkNCbzNIInk6frjwEsA1f34ZZo6Yvx9wMTNh5YbAIPERcE6brnkh4EnEJfFCIxV6qBg5cOHxcueWDgQBFgC/euDBr6JdFwBlaznWuHg0KCX/zoGfWwFe9rMy4V4TUEGtzP5+u+Eb9c4qGzQ40jz5YCDaD2aCzQyIutCmDqSgeyPEFHfib4Wx17zIVPGulpDWS1E9zOXv1uHzHlOEEWMtvdvePZ6nxO6vgdHNnnjFNwOpjRVhZcOxAcfZWs2c4VE9F4sVDsCa4IU7gjBitiIyVU4aXaUmmfOC1VTF6zDhKs+PNUQy2BPu8L++R9F1gxkGVgJwokF7CDfroFTXF90HQvWblEZzmrIAEo+2+WwsuIUXO4SpCFlPI+/94fxVlpljU2CY8qEaFrBSQVkI95Qf8EDgWuQiN/yeeSrQxk5KLEmIEsKUqXLVnWb9T9c0vWcy9/dnrZEl+89/Z3ack6+NF7NrgOZF3EGp9kTJYsftrnmG9L4b4BZLXzcvyAaF62pt9BZ+m9gM34dRzca/dY61mG69zym/YurLUAWFAMSfmhmMfRq55bSjhRCq3b/hPoxh4ON2nRispXVB4TcuzMgyPxvABYcwDWnw2uwICy5jRAFrgIBYslcHxG6K6duPEG7A+lXthZA2FbhrrWxghk7aO13tQHZg1Lc6BTqrk1+tm7I8RFh0nh7qrlhS5af7qBZoGuSLFbBrh2TdKw6wBsHxza8NIhCHadWSKbvPPjalvtfPLz5jHzDbObNnqNip66D200Wn3evcRsd01g3JPdBU/XklVT3QtUlVo5sF75rIQWPeZHvtiWWQjJLWAJMpB14TIybF2j9vuSxSjAqkW3MS+set9cZO5b6mKCLKQwvm9ZBvHewJYKjDo4cq09NflFg4/nYc0lZFKwLbQmDa22XGjtIjNc0Mmule3WbQPvbbY4XS46oNYI3pnWWrojDfWpbZ1cdBhmuoox1DaWabwCN/21ICRZkzyKofH0ueu2b7Vmer8oykLQLDEusPaI53FNCLLya7TXOv7ou2e0U7YCrX1BFrvckUVxuYlaVAQ5HUF4YorQJoeli9SXJi/AigLEHWRAkOCSeozUAKAhOQzdFRED5YQNcHDVatKBHuge6OnlubKe6SueL6sj6EqaatFI7OsWHIfgHckuKgjDPoMFSPfTdc+30iWPUYPlTIKcu/r5Myv41ji5bamwUXFhprCnOyIhEa1fiPO4fMWAkdOpnqe9XITAsgzOCyggaorAs+6W7IICEnC3xDzJIingqALGZukykLXr/JyDLFgGYfGGu6D1aZZdsE98YbYvK979/CtvTp96/Vem737nXQNZ/2Y6MEvW1MdkEWSFu2DsALcEkp72OZU6GnQ55Ggg6zDnWt3JWuX56+yDrH7e9wVZ+6/dfJbAL2L2QhmGDSUFSSguQOd37sSekQtt3T9xfzoT3FWQ56i7ADKWsVg2payg6y1Ttosei9ilbT3TUMS+yRasI4GsYTDf6JRIny0diq3wveGUX3nO8X/dbrThOOiHD24mYgzmXpnEftrNLWPYF2SR7I99escxWZkG54TWCRkDbXp/T18nS9Xrdw0m1qxu9rU12TLn/TWjuIZ8TS/89DFa2rwuzi8Bti7GY1+BSv3ZTX9FO7PHJPT1iPa4tekPXW5C/88U7iftLijaoIud/RnZuiJVawMYSWNyIcSLQAyCjW0kuNHcp9ugCS0AWZc/YUzZLVkAXtAgY8Mxy+Btiy27yaQe9+/etHMCgMv+tt+olwXBqwCLgo30TJYO8meTxbjgSOGpCGPVLaLSk4Ln/UTQ8jR7Jr5rV26Nr+SrdW0PslyElESdwFLc6QImhe3xHi6CXhHE45CMNuqhOac7F9Lo1onJ86O6ix1r9inmt2QSbFvM++1B0MySIgmHf8cUZvO5JYZtsJl2iS09T9g3MQz6GEILLElwNYvKArU8gAsvaZ7CEiXFT1UfiW4Fdrhv3K2NOw/CfioEK4GFhM1r77olS+SjOAiAA1AVQJbiphx+eqY99L/WkHKQ5e57/VTyMQGK9fBiHVLNLTRfixMLfOnzDMRUl0qgTq349x1tRLZAWqdKzJcLrWi7AEUHUC6ZR8Fk7CH2xw9wPA8gSu5/UeRZBZXRAjXyrNMHXgr3ZC4GAVvU88KFIQ/0tLIJZL1kKdzf+KIN32KyLgFkWZ2skl3QFA+PPz09/+pb06c++4vTe++8O70NS9YiyEIpC+dfPOsCZA02wfCjqoooVg+3tjM2doclC+6VEWez9WkzevKl7GWr6NUIpp1tkLUPQBqNbjST29ss9GixerGVpKhwa7CDKGYdpSLBbKfuzhtPLtbyshel7Il4ygew+DoPgpIjYpTxO7KH2gUlYY56LyVn2e8uE7RnVTv2rSCLrK63ZJ00yHK6bXp87Phg8646DpA1AhabOzC8cE0YotCW7jwHWX6IFe1YT1H7U9g5yDosDWfQJ0sWPzlFkAXwhD2CAPcrRcOLbD/SeENfxsMQB7a75WEPEWDh8IY1C0ALGYjMTfASM1ZZRjK6C9pnEBgIskw7bwHhB1bE9i7qZNGCZS6DBFkAXbekOScbTy/GbUl4JQdqmKIEQ4KsUsyT4mIVWF3jx6Kegacao7Nfu3Qmls9H3HjZhWauyJGA52KdWo3DqgNRtSt6prLC9bwzv9dadUcbZksWNm9fCoG5hTvf10IE72an+NBC9BNW54fent3hOAZZtQ3S24ZtdJogC1YXuQMi1kjjo3YYgg2F1iggjG+qK01MF64tAg2Eo5IxTyAL+42xTS44ca2xRoxtamejLkHEXwUxay2iGChjMSBsEVXISkpLUGpPWFDiL4AK46n4TmcDgEukpY9U9kzCYUKZ8Jh4Qkl+kWgvBLte+URh0AVCug7DUlUUN7JmMXGKA1WHa9SsIwgffYuMg7CiY02gXY8AfXQsnoHuoNAuvqPrZWPJ0n4AX2OcnE9ziXN1GlwFWZZ0hHWy3og6WQGyPPEF+vj4U9Pzn/7c9OJnvjx97513FkCW0VAUIzaBmut8KiDL3E9tDJE9bglkOdad7czY7UGlSzmGMsjKjZCFnOmYrBGn6UcdI9oqQx0OZIWRgnwC+9utvDUGC66BsmJhC9e9LH4ViktYpqi0gNIHCiX8bXuEll2ALYIrd4FO16DFsNb3ICuUM7FftsVgjc4u7/VpgqxdWvVeqN1wNh3DJccBstpujFzk9u3oWQVZ8p+pr7NryepnfChB7VyWc5C1L9XG9a2QLpAFCWhuyTr+7IKxznYMUissRsv6F3ANCEsD5fKweLnGmkI7rFcQukwgg7ugASq4C160H1myEMuhDIMXCLQUzA4tvDKVCVzBgoW/kU0RboQlm5hr6ujGRh9zZCHMh5QLmZJKitBYLViUBvnDjEkuQjZ8lWdSckZLOEquFpFAo413Kas9swqlBhTUljmA9yA+olSoE5GKIJyOnTWMhZqze5funfOS0WdEOnym3MYcYMWzDkuyMavlMMezdbinkc28BVb5NJKCbIBZ+4Csfc/JsGRh7QMQAJwrsUnKYGcDheub6KNaIkV7Me9a/bBksU2mR0f2TtAkAIISORQ3N9BDFABFLRpPUMEMgWEFA+ijQCRFSKYHWeE8JgN9ceuFLJkOtPix0VVovUEbAHthiXKQE2nRmarZKRfgJkAQqYmZxyqI7y2v+QTkfgLtQOlB11SBVFnC0D30sbo4KSOpwOhlU9hoOLIuRspqxn8hjgQB+VgTxnHJGh5JHXCfrFuenRBxXxQwFVvVv4KU9wNZ5sYJS5bFo4IukGr/LkDWE88YyHpreuG/+eL0g/fMkmWJLxiTdfcjT3xhPA11sgCySp0s0M9JWrJqdkGlcEcdtLElK++1Vh3YcjZyLWd1S5as2TxzbywrqY7Ano7p1p7TgBjddbjzqhlQke+Y/pv9QVYkhCoWdliC4XbLczEliCFPyQdYleNkeVZCmOp6K8VGBlkXWG1eZ4nWRnwDa1r4d5wpPJewJ/XMAHJ5xJUf7PYgKmVbMIajgizu6ZnGUd3q3QXPQda2vbJ6eCdLVpDgabgLnjTI4ljohjI4KcrUxUarm1vztWuznybIqv1ohWPuCO2LhUWbuwuO5mGXkDsXTE/bXTCSA0TPwSOZTJwgy4oRW1ZBpXD/YLpr2QUjocPxZBestBFzTDGXtTBEV7KCgM9KyCRgCU27+3QDaJER46AGsHK3GWqYmeEMgqS1iWsAabxwK7IYIlidSS8MQAFg3YVVC1nMPIaL4ApuEJaAANdEsVH2A8DKGTwFtmKm0uec01B0WN8ZNSUGXHaHaMiBjiRACXaQcwiy3K7jf885Ui8k4P68t9CYa8szICtE7QDPnzsHWRC6g07zoVl7Ik1lO674Vgef1rIkZ/DPBDvXX6PjSvvE55N/V3ex2Lkcbmw/0NAKgGpThOzu11KMVplWLH3e+uvDVO8gfPtaA/hE2nLOfBE+BHrDclpTmSuGSWPu5taBMukZ7RNcRzuytCg5g3faEzSU9O3QUtteISgnKLrCwrf92Rd9jzULwQytqpCoan0BtD2IulqpPlq5PlwRsW7MGOogBsNDsgx3EeS0+uREUomYj5rBTPut585gKYRarkzhnivAC/tIc6kkG5fZb7gaou9W0VwrSoufsp/xblgKAcKwJ5huGkoeuTaTm+Gh7goFCxmFx6IMVQ+DbraDrC/ZIx6zZyEeNUCWKY1MEL/4xHPTc6++MX0SIOt7703f2QmypNAR+zg5kCUyFwi9apasi0hYtAKyRhJB7wZ4DrIyk+mpPb9f4l7BOdUO5jPOJykjZMFGiRVZxHXOZfdu7KdCz6EQ4TZRwhcmg6GyRUo3KCkQPw1lD10FYUkmrwaN6NxQAjcBKr4cYJZssuSXeMZ8zHEubTUw8Cw7DMiaafkX/O9PFmT122TXQmdi6QmnTuQQ3KzGZLVtn6Yliy4sS0M78ufzmKx1kNUCpNF89p+F5qdmKHzUQVZMfMQDxEYOBrO8MGOQlTd61+agqX5+TxNkSRQPYcyYnjEYwBBZsuBjDZCFFO4oRmwgyzJWKVi8vvaNOel2H5kn+SZPdlmbIIQQWIVmmwxXnFefVctKiE/cxzyowcQFthAPQfcEP8AJuFwrJrzhgAQuMg4seWDQ7QFPkTAH4fIOCrGa8IQ4GQl4igPBS6mxpRUvQmKWttUYBdQeMEiwdlBEvIVjSkArUaYsD0OQUOlNOMmtX+72yHYAsryxxoMO/CieTVDJzujKKiXXv2uH0jIKxOmW6Evm7Q6W/bt66EVChHWgxaX37HXxYOpzXZMZNBHfZWtQ6ugMEOTv2v7332x//6DbwEUu2NFE5hjoe6RahyXrzoEX+bX7L5qWV2PGwgnWY+7lRmfCCAQep5Ni4QFJ0d21WrTiftIqm2pjLLSYMb+KfyiZN93SVYGFhB9d45Y2B1PYk9myhecGWAJ4JKijoCXBC0JSWNu4B7lf7B4TxmWV9jHehaAXcY6YA+sAwU6lKQKtIudU+gxhUbdIux7AMC9RBYsCRlwXdzWUy6BzHrajLIJ4CawCjKJf4GPiZeJv4gORah4gi6DLhUjPs1a6sT/I8mLESAaCOlkAWU8ayHrldbNmfXH64Q++N70DkPVf3+0SX2R3QSl2ThpkRZ0sZKvcBbK277zChmYW7CVJEyv28bVkzbibNvXiyz0m/DwoSkIjBYGoyBYoRQNrWaL2W7IW8PhyZVflwTq3A2BFrBWzebKWnNKyyx291uSr3ZRLYebPI4vVEv/ua+XlM6I9GxzQfbxAljOdfXbRlpS8ZxhkHUaA3j49pweyuHJFFvu4gKwOVLnQsGv+10HWOlA7myALC5zdBU8eZGmeBaBYN6bQl7sHLSiG4i4dlhJTpAqT7zdblAmguhW5u46EHGjQFFDPjPAOZWR1wXsBMYItugzCHQjCrICWEnC4+xH+pr+6XKYIyNwdKcBaxU7if836Q7jBc/BNBmnejRVDjIBhAD3e70AwQJBkvOalp4U1C3PnX8fz+xvqAOLCKt2UlkdijdZW0riDpqhntLjJgggkEJMsfC199pJlMITe2mHVJnJQQjrYJWSsf7/Ki0kq7TPi3WzaUmP1Dnd/IWiXuyDBCCwn9kKK8QwgjdIIqjmzQaP2IFqM4IIVVhS3XgXICQtPsZJqkyRg74K202GmxfI35jWNIYAh5xs70QUmrhOe76mcYaGOMcTtJcC9PK8qKyLZRoAzeK+iPSXl0P6pljwfx0xOqLOvTH+wSlusG0Cr8xUBxApiS/99H8R3EjjFJ6TAkIWWFjr7L+LRBNJyjJyLoKBhB21wiRbg0kwiq2Ge1QyyyBfNIo+raH2D6+gsJguWLFjc5IVw94HxtqeuT8986rPTdbNk/QVB1n8/3W5AVnIXpEX95EBWgHmO1eYAlqxzkLWLq/QyMhjnVnfBUbu7FFp+DrB97DHxaZ15KsqtkgZym2eCC54nccaKhllawPeReIU8GVQ8XPskasUhDgt8ipbxjk9nPlO8bZx/ryVpqiNf5v39WXBkd8GzaMmqRTt3EVn/nR/UO+kShERpg1dpMntiTcvQxyDs0x2/dsvhjV6cg6xtazJzddmwJoePyaqNN4ItBaZdotHo+w30uTKWw9DIYbMLale0lqw4yh8dkNVZTdyFIVuoQ4CSJAMhzwUduO0weF2uCqEtZ/w7jg/GaFShEdfQNZHqaLEVAayCHdx9whMDFLcKgTMcThI2w8LZpsBlnIgDOQIwClaJPnfSDgm2AEJ2iq/K+/rAetnMJNAKS+pQ1G3x5I53zrZE5bW1ezu8FHh/NFKF3HZoAXC1nwIbMa7N43pIt0nKL8KpA+tqWYnkCPGE5HbSzecaH9/Ahmzae5Dl1tmMYfrnpjnFWAme3LrEWlWWFlkASXQXVpZ7iMniwmWQJSEM1tsYD5I8UDMNMIB4xww23UIo4FXnJp4RrkAZrIo81On8u1CMx1rB2kUA4coH0rQLWepDjSUL99yyt3yOsI+RdQwvgip3BxHAFOjOM64+tMJkljUQjyYXTMQh2Z3ev1JIGHcjBouxQki+EdkCAVxD007HPz4pUuPnTnAfa1mKhU/vXIANJZK0Bm7JmoOsQrEcFK7tQdbVJvHFRbgLGvBiWnvEZFkfLz35/PTMLwBkfWH6ix/+YPrOH/7r6fbfvJMsWacBsrAHqsUQNHMOsjZxE1BQuhAb/fRAFtxy49xSgWHtBSW4QE5fnZ+kTqfpKKwtIIR9gn1jYKoDWZHogslm6Pbf8s1oM8soWy1YwVtKv6J/O6b8SCCLQ+0Oxr5IbTx7q7vgqM11kmkF0KIlXr8xXbHmWgKGDmaUBIuyeOOD/2PjLsjDppuf1cQXa+6Cc4EkzK+HtWRxK+0EvmtrPCaYfUGWtLjtxnhUQVZoj/faSs6+M8hSVj19cgHCRUnhflKWrH6tnUdwG0ugdCzjNNOPsAUAAgsAKqFcqddXIRyf4bByLZfHdfHJHvcl+S9pwVwwvGLxDojzYjYsJuYILCKhSyBAKaaFV7xmSKkXIjcnWrXcWqEAYiUKCHdEHWzJ9RCWsUyrBaiU2dFB51Id4+Y0RJ8/Wdp4jWsWXTK3X+HmqHAbzk4DhFw49M+4fzk+3zv8YMRb+8/8+u4sGtJsOnDr4RuWLFkk3X6TF9itAJln6fBW0oh6iMe8hGAsy8qcZsSq5of/7n3mZ5BfJHcaB8sOkPr78/kcIAtzzJTjWEtY5CisqC8RV0WAj/3qZEC6wUBcyJd1KojRLTUUanxM+M7d6noQFdamKK4b1poQYMI1toAsJxxatKK2FiyVJVbJXWwxG1RqKOEGqQfud9SMYxGg9Zb7ULYuFSuIgVhlPwRxa49yLzXB754MI9YgTTAtWe6KyHBNrA32Xzxfi14Se+CtUtWjb+q76n6JtvrsdLS4co/hYucRrujQZ2F7xDbSCRS4vLdkBZ2o+5grrV21ZAFkvTp99vWv2GeP2ZyZu+A1B1m2BneMJ102kPU0QJa5CwbIOvib71SQZXGpcItWdsGTSOGOnovPB88TyLLMlmZ1q5YsX/O991tiAcFiui3bnhINy3gE3QVjkIeRk3bdg0MTfEYvnUco/g2PDCS9wR5xS63HJhuEL0ovnq+42fdtWKflKYLaV0psIiuWx2fRlb/lzXl1yL5AN04/Wy1YRwZZb3z1N5tjatMRkO8gbxrfVfayT/WSVp1z2eiPggnUKZr/NXrmlhO3sJpZk8NxULgZ9WP0rCpI7ez5ysbfOZ/k2d6h1K+2N2LMR3vp0Ckvvu01ev0z+vGPvleLCkbsnhHvm8euj6TO13hNFhZwcXr4+L6pzgrVW6WkaUw3QTbpsrxFiuGWLdd3fezMaORr1rCedshU9iSFtWfMN46vKdavJENQ71V1yv5mFi2rk3XTYrI++tl002KzckxWbxXZRrt5YPXv0H6VnQ5BQp2Zd707SHOwc5mHIv/X4zXPc2OxSXtEjwttc+U7Sj/t2fEgBPp7BetaFsMUD6I4MFlZKAfmoHb2yx306Gro7wl0dLBV/3dpDUOTrsxuITCLdrFiGku4+EiQYbY0TB9civAt2425cOGQezesag7oiiULd3kb7CJFQQmFVE60L8TylZfvKwC96FvV8vVSUNzXLfQS/dvloTElgeSNQtZUiUZCcOJ/EIjrkorWnZ2V++x6T1eiK1OilYZyU9tVftcVYcFI1JPmph2Yup9FwOgjJ7GuJdbRhxYWOgIse6MxOOUSXAWdiJ6odPD14XUEqP6itbNaaIJ2CExp2fJ4Q1rBTMQnMHILYmo3U0OphcSWw5XP4zo8ZgzCUnH/s3aYot2BGdeNQEZj0i+NQQkqxBZoQcKPP5wuuvZ3WKYDNM74K/vdKgCYDh/JNEq2RrQvKxx3gitJ1CF/JuUM1cki6A+Aiz74+Er8MtaBvKDGiXENZnKFj5l8uT+/g7aNQxs93IdAbMWIn7cU7q97CveLlvDnyjUkvlBdrh5k/aVZst7+g381EWTdu2FjtvIVzJjq2QU5g8kd0meXpSfSawsOas+k6HtY8DVHsGawhAATFI3icfIWt7XoDsZ9zslFSaOTkZqBntibHZb+1Wcu8cyuzaUDdKl90JOvM/YH616ZBZ2/LSEUU7YnZaGaqWdhdfdDAip3oWVcNBJbqCg3LcT2t+KkxXx7w0DIPwHaQubMfG5xCNmq5hctyebzz9PZ8WYHslbXZHDBUm2Anmj3A1mHQdaH6X29Z38t4/x5W9pYu2bJXasmh6gLGD3o55oppo/6aixXcy1bP45dhBZdiWtay1XHcZPssAUurru3zedrr6nhTm3Z6hxkdd/bqUYtcHnND+PeDaVvs7cYo6k1ADQTApYEzIUJ0FBHR8jyjDW0V+hObrZMfgH+R03WTUt88RETX4xA1p5dJVMevXIMFr8nRx33HxbLYMS4IiyYEcBf5pNAo8Y8hWAQQqoes/AQ/7jOaqbHsJRUTbZEMb2PYoqh5abWjuORplZyrh6AceNckGdFgAJIV1XIDsGXsV4OuqQRrr7zpTikC9hRV4hWqkinHdYzxqo5oOY0B0jr51ufF+uYdO6NNjruYPczzoJAHLFh0I43QILSqW4Nul2T2uK6Bsy5G150YsD7itW9gM663gKpcl+TgBcB1pkmquCSazwpSYO53XEMpQMaUjeNpbWB0DMHWbo57gmhptTH8i+y0K9YtZaOmQCjuPVUkBX7in10EIc/Ixhd8UQmdANkuaUp4gsBtCOWKBIqVTqqzwfIUkbP2HvRvwqUKgDSeLPlls/x8QhEakZlOcMfelbpC/6GUgZgjdfDvRDZ6sYuSHl+Y6mqVRmgNEoWBK+K+ZNlrYA9jhOCo56D7KNwBxY4wnZHZkFrA4KpJ/gAwOU+52+5JWZAG/0J6+fMy8bHDoB13xjfBbOsC2T9ovXLLFkOstDHOwZaD2DJesrcBT/1+vTcp780AWR95w/+pbkLvj1duOsg60FO4R5Kl6BinQlzkLXO+ednUrVmYZwRayeQVRMfdNun1aN0MtI+IKtvt8z1IweyFkbiCrPyLedqtE5+vnBTaX2L55e72iPrrkBWKPqQ6MItzQG8XeuT07EriYvckcFTmNjCy7JEmQPGPmO/etcEshJftj8LjHQ+EOflmhwefckz9HMNstYmbGlTHPfnW/qxds05yKqrcg6yjkah+x4c5yBL810UGkXK1R8Lx8wShmsWryqZ2laqFU9WgRBa+TzXfotnhCZfAe2MR3ENnnCZNOGhxS0CVzmApM1m4UY8h1Yk1wZT4oRQCCFV2RDxE8VQFSsWSTgUqCzwVccSwqlcBiVAFrAUVhxvONKFu3FEz86vDl1wXgDU6brofd1za1RLsT/LXcK04F1jvbBEIOlgdqiEqGCWbp608LSWrFx7K/N4CddeLLvMpz+r71YIJbK/ZEa5qEjIddOysJp5Ay06EOYxzmL1iWdAsJeAFDF+vMatWAWg+7wEIIl4C+qXWULBLVlox9OtF/MfRqMOlN9OpEOAk8/QGBMen9MwcyxFWx4WU48Z9JkLOs9j7kEWEioI6M1fpHHu2eAPOe4RbmzaZxLYdL/2BkCWgF4ksyGg89TyyD6K1O2cW4JU3a+kH+FuCCHUfjzZRdQai/0dvQ2QRaVU2leab3lcAGRZJV/GZL3xxlftssfpLnjlE1fZ3wBZl556wWKyXp+uvwaQ9f3p7d8HyPr2QwNZMZ/nIGtPZrh2+V4gK8d1gZHI+g36jRIFcmGXqyxjiY2ueWS55RbdCYCkc0u854IlsigAi54eyvhLl8Gs+HBalk9cyxfF50KZGb+d3wznwRUviReWvbSmwCvtVf584eNiyVoDLms0dVzfb+nH2jXnICvLDs2WGS7Tz5Mla186Pcsg615XJ2tdn9mP/mQtWWTNODP2nfSF6638ix0AACAASURBVBct+f4MpahWjERh6i7CSfCLg6Gq54qW3hV4VatfheWyP+w2HE6KA/NDyq1hhBA22HYvecrsBCqoeWeGQ9T3wSFaLRsUHt3NKaxktHAAjJkFSgKpnbTuahhgMgv+9ylJthPI7/m/QB5+Sxu+zU2muCXSWufoMR4Rz/Jn6OMOwGxZ/zJH3ice+p32txQsSjTl7mIEWrBohXXWD/MaO5ccYYxGZqmEIRB0MbMaCuZqPIBou4Bjv6wHWaTIAKRcf2/QN4a8TutDlMYcApUKDmfgVqxMnsxi1rOBEBPgi7PG5wgRhpAV1ll8RwGtWHSMxv0BAjroV1sygooEuPahVXsTbkp4fw+CIJQSLG475zVhAY56PyU5DIUz3Kc9qLlxEObjC+VEsY56/+Qu6LX3IJDGmGBpsnsjtkXxcg5KXdiEG1VYUvO8FpDVWT8LyIIlC0I13AU/+aqBrK/Z/D5h/VdMFkEWyk48MKvCk9enp82S9fxnDGT9wCxZv/8vzkFWmuwlr64tLOTw12zjg3u1vwaywOsLo3aQRe8LKOaUkAkJYe6yRqTc1EOhQQstLdOeRIjW81AACGBJKYHYK7gE1vMq9qLKHCRrpoOsYU4E54u93L20Vi3/a2dtTXavVz9kkNUzfXZnxlxX3N066fGhWGkHVLtlEdau2QdkFTNpMx/HJBbu7S7Yr9m8H0Uo9K9y4gscQ50eYkAXIQTF5MNfd419rF4wb6Cnr07y690X+vcM2E73SAaZqcub585cIo5BwOdj9xi+rBu7X7OxlwfAv1/3MnEDhBYKLpD15u6CAFlRJ2uPLqbOid5m+wmyWOInTahN1uSmlvBx34fRZ2uUtvb9aG7rc3MPQpB2ixAZXAAaDrB5FISktf5S2IX1CxpBt56EoMqYBvq+u9si//aYGXcha+YZfvZu2ao4xYQ1at9rQVZmJmP2KBSfVeKFUnAZtMafiNsA/tK4gg7D+kSaw1d+j84QaPnn7kftpkLCB1kEVLusBQSVi3B666tgsfrhEliJm8I6V0wWPUUBZI2IDLQXgoVv2Hwccl2xdvjN7+Eehk2lnSYDkKwaTfP+ZukkXVLAiFdVakIz+UwaWcMkQHkyDH8uQDjmvfB8X7sS4+f3ELRxfL72IgCgc/VDA1SXArAQWMgtkwIcCvb6tXT98zismJHoMyy/2TVQmN8tr84DCIxIXTGeLoOiL3iAOwXxK+GL+o31tH3Gmk00ZWmvlHpX6kPU+skgtyQE8UMtQCmGH8k98Lw7KGZe5ltgDtYuRlZywTOPIOU4z0jcxglKMVm20y4byHrhtenNtwxkXXxSIOuqLG53LJ7mYLKaFI8/Nz3z8pvTy5//5ekH331vevt//R0HWR/ZPjd+3rgLcsE0L3wdv7ugSEXZBWtM1rK7YNrh3p/6yb4KybYtvfvYgqzEWYqeI3gpFDlUJlxUzSvUgCS943fsjeAnILqI/6x7WFlDdeYxoYUnuUFxYcRd0XrlVq9Ssy8xOx4N3Lei9axYjHX6uQNZ/VlzOJCVGcbgABvtghP+bA1AaSP2o++2/sL3fUxWKzyugNLDjPtQIGv32EYgi6y4CASt5Wo+V35gpPGsW7IOMfjGX1vxFvm1BrJ4SEta8VeKZVjoTt/mmlC3ZVSHOThmYK97UDsu6qTI2PI6Moh1AWTdsMQXKEp8x4sR76aYXaNcAlkhgOrebEHqs0ZumcOHc80WJVOdOWqi115+eeyp0ARSa2j30u6CqXN3twBZrL/jlhL8voSDEJKcy72lTg/uD5KnXOzCKi1fyrhWaoN5Ug4KkZ7ONywiDCGzH4bN0wom0MYCuRIjq1WMwCmnl0gdAF8hyJNAKqBW0FMzWxhTpkP2BS4vHnuGizsI0/ID9dJxz5yihY0GLpHBI3iLJrRl/2orPquJWfLZ58DBrZItGdh69bGLpTGtT47DCoCMNooQr54151bwCInR9UU68a6F9lra7RC4dTXBvN8rQO1ZG7HmBXjLNTSsOQH+9GxZ7khjoKtsGYtYJT5HnYmkHeGeVLTVaAlr3e0NYZI4ayJesl3XqiBwpULEKXpiCiRgiHTxLCoMsB9ZByE0Mn5I1k4lolFxcWrp3dLMvcHPHzBzXqSBB4DVtZVPxH4rPL9YrnwcM0uWZKYMsq4//+r05ud+ydp9yvr3Ces/1sNAnRVsPrA6WdMTVifr1bemT3/pN6bvv/ud6U///T+fbv/1n5m7oIGs++cg6+MLsuoeL1ZtO1i1F+XSik2EmnGwXt1jcgtYsrPc43GNhQdXUCX3QJ0r2BfKGmjER9dAAK/qHigLbHvG4z3J22k886Ho+TnImgGL/UDDGnBpD56Te7elH2vXbLVkHQfI2iWEt/2sLiq7iXa3yPyogqyZz02O53CBJFPVxxpkNTa6yti2gqybnl3wHGTt4kP78b/D1EMrT3cpOWJ3CgjzpBYKsHflBzTmAFquVVRcmA7PCtr0N12v/N7wsb/kBywqMinToQouqyila70BsPBj/8BlSzErkIQl+MPCQesULANu7agKCWujsCAd8Ioxi8NeQCercni8d+ePAB+aV4ZGgp+VY4OWLB70mtAKQGKCRyCrbzRDlmhl/bwqmeYG5yiivfILbjh8JSVaAdFYF86Vj9fXPdwYG6uUj7FtG6Ti409DkaVLV0Ybl1xYisuUPc9TihN0eH04xiVpXmXZ1B2lL75GAfyUsdAtf7xNbqyldlXQKwVD771QZAXJ8Z7zCQFvfv5xdVytz6QitNrItZJ1f7A3mP3MEllEohmvCUQKdBBGGvUaQlRZubUZ94VyAh1jyQcTQCNDKLaW9pwETva+gEN0LkBi/G7pKOavgCyzXD33/CvTW2alunTpaVqyLlptV4AsJC2gu+DTz0/Pvfr56dNfNpD13rvTt/6n/3a6+Vd/atUlPmxBFpQ+Hod5MpasOhYsgSxZVox4JfEF16xsh/147PouBAkdf5vrz92gYNvZCDb7Mt+Rlap+H4WFuR+D15HPGr8GyKIFK2o45gcHyAoeLOu7vCl0XlAxwX0B6zFcZ+UCS/d2L3MSmqhGPs1KEVrEWqVQ5hfOhRoe0k9PbntNXh9Pbd1zDyUmaxTnMB/IfsR6uIlYJ999r9jSj7VrzibImmdXGmsGzkEWGbn9fGwtWecga1+2cIjr9+N/RwJZblO44G49EjVBwcrqhoMwH8EUyGNEIcyWrHSyLhB0uRCNAzKEH7gk8l664GchMICPWi6WLAdWFexIYL5z98CK6srfn0CLHVRdJwhRxcrA2JVIdhBCQU3I0Vg0EhghQCLY0/OEuJJg175xRKJrXNxWP2IwvNXd33S810HGNRT6e4GnQjU9vROGOpDQEhrhYwMo+eSIFSuAzEFLmDJ5jVubsF4QWiL+x+/pLVllHuG+6fPfnw/3M5HaOIM+HNloTnwNKijWmEU1smrGq4AECHekA90eYIOtYQ3dWhpuigWAga4D/fncB8/mMF0AvHjBBD7/u53f/E7AVC6Doj95cFaXxgBHqmun2KvqAoibagReoSK4IWJs9rpkIAJafo3njsbqigxlWXMLs9c/2xtkXbw6PffCq9PnHGRdNEvWhcsA3WZNA8gyd8GLz7w4PW+FiF/98q+bJeu96Rv/9p9Nt/7yWwlkHdicI4V7rNNJuQvWud8HZLVK5f147PLa128eXZC1DNS0z3QmhBKBNB6WW4Itpfmnu6DHYoYlvO7XUAgoY2hxceZZ4W6CDrBgxRJtV6tugL3sJpuYQWiF2NeRjN2vzZIcPpdrd8u0Y7o4IsjqrR8Myd3YD+eDs36tAY/5QNoNsv/9W7bM/tds6Ud/TWOR4iOlkUpbt+lIJfpCvps7utN9rOlIdfuIzvQ1CHpNgjuDV7rnUNJA0gGYx8bN4x9IgGuJaT6n9XuS8kx7u2U6Vgi2mSi5AuWXXFzSa/YePClf4QJerzDyJlphTB8extWvH/k+LofxvCJA+RT19URkVGjEbvWXfa7MZcld8LCWrDmQ6GNQ2jVt4ki0qz4mrzrHMaCjgSwXb10rH4dZiZeMxQ1aDfAAKqBM6UIwJ1izHHONtmDporULaXjdekLLAAVQ+duHH74sX9JsKrOi+LyEVx30FDLpkuIuWJJqi7WKiTloHfOilw4eFd/iGds4Vtd4Atew06Anz+KG57gArsyK/V7X/UrqoRf5kLf7wFwDtUf0bdUE133DIVWTWbQiZFBe0YYDodKWd7rnJ2kNoi8NI+H1svRIbqp9LJ8FcKabKGxYdR3KOL1/wQcErNF0XX8Og2uoz5jsIfikmEUap/4sPCjNacQpzeqjRR9cix6NNUdOgCxeUzMLVnzp8M2/FxBz2gg3JdLiuO5SrG11HQxCgTW3decLGij1uSBchiVKoy80HHXhihIBrlSe0EN1uKLYMsg2sq2lZDYx52w3ztfBuYolsZ97+G0g61lzF/zc58ySdflpsyZcmyYDWQ8szgo1ju5MlgDEQNYLb3xleu2XfnX67rvfm77xr//pdPsvvmnugu8b0L1ljRjIgttseVS1dhTe0JyLu87vtFfiHrpFe6fL+o8sWYiHq6m9Z4R2QqfBwwFZC0LFfHd1n4CHxL3LbYRMJnYhyz4KCcd+Ao0ykyhiMEGbcG9ttreXUSB/tW+wL5KVigo5j7mSi60yCGbX3prkIrZnu7Zt6YkBnS8Cr7FUsA601qSJ+v2hLFkzkHUMJtL9BeVW0Nj//vm2O45PtvRjF8giS5yBhtFY1xZ5PJpFwb3z12Y/+piszrd/1s84uNMB2fOyNW1Cnx1GG3z3a8ucty2087m+7lkbp6tncUndwYFzOtcDaTWzC2vTtfEwQVaWgajJTqugpB7zl+6pyo8eZN21Olm3b3403fiwrZO1tr540lgm261o2UI762t/Vq9oafioIIv7HUkKnP9kLWR2FenX4sHgwUXwZpuRLQpvEtB1S1fOMMU02a6ZV3Y2B1teM0xpzt0CAksBlTPYaE5BDnLorkVBFEAM6YIdmFEYUMa7LHAXs1kARMhwHpxds2KBB1RKjfkp2lwATfI/16KyT1HTS7PW7hll4IsaVMx6RxfkGEuZaSdAgSEKL7hulv0rbk27iQ/IAmn0wDXKRXHknzfoJI2lA1mklfKPgz8HDBcuq23SkfOz4On4XWgJXVtgcMUC6LRYLF58n/djAogr2zTz3+zixLhD+w+CoRK5VJAVmQYj9mskQMsd1cE7Yv+45qCByJyGMcdaov/Bs6rF19FucLmkm9P48J8URnX+2E/QOZcpYsY84UMnP7SlI5Lw59fhe/6EJQsgC+6Clm3wwmUlq7l3oMQXF57+5PTJz39t+vSv/er07ne+N33zX/7T6eDPv+Eg66b1EZasmuyEI+9BVXd4LJ/fVbMRbpkFFKSY6bElS0lHjuMMXSGt5uuHA7K29rDfL8FHdt9PEMRdItfru1BuEWQZtTOeFskuqjtu4Y0kNedb5IvOzz3GNxRsTFLDrLeg31pIWoob0WsAveAZfS3MUX2/GFWsyTpw0h3D63ohZY86tI84yKrEMbfubCW8471ui8B/1kCWH5ONZlHyQqasVps5IsaiCfUpldDRzu+jCrKgzW6O9x4QfcxBVl7ImRXPJ2YNZN1BMWIDWTc/et+KEX9gB7eyC56DrMPwoHbWmPr8iK8AWWvNtIB393Ora/gubWsFFryKh7GERwm6bvHiIWzKdc+CCNcpHr7ut19jwlxB6/Ff2JqySgk8ISA7EhEE4GL+DA/SVkwSEg5IQ0sg1Mkn6mfcE9my7IOSfAJjYuqOhel0C53H70TiA2bYYtv5gakNCPXI0BgWqJ7vtExqALIIf/KOtb8HIKtKKP51u85F6eIJV0ryE8RNYP3cChjPivNZgpZgWA+y4ryomUG7Z/bHyT5m+nwm+d+Yc1kua2FgQmH+D9As0FvTrZdJKbOMdUAcCpOrwIUvzgmME8IkXRIr0JDg6ECUdCywjZeEU527F83lTzGNWb0V14ZrYk9asuz38sW4Pl8VYAmwQKmX3F3QEl9cuvSMgayr1V3QQdb09AvTi1/4pek1gKx3vj9961/8k+nghwGyblgrdxxkYVBhhW73/iy79CLv2gqykF1Qqb7llgxBfRlkjTjR0bmn1uLjA7LaWSJlGX3epTugMgZi/yDRheJpAfodDJGGpRLiDqILMejNlQAWp8i5ogXWklzYeyW7UBxW4f9J4SQ1b+JdVLDVl+K65qw2r8c5yDqikNBbQObTfTqfPGogqzDgzpIFem1jw35+QZacBTthaSXxxcfJklV9+6swMNpNu0AWhI+7d24JZH0IkGXuJXtkF2wF+3i6DvGlPffxtmS1KyCQdTRR4XAgazdfHcXf5juyRViWqWrziXVV4gb6mBB8UKtq17LoKgXRGjOjw1wZ85ShqsaqKBEBaMZ2NGNd5NJHV0Q3YIQCAUoVZMlCEdYAWnGoh1WEMTb4PmIT0HKzBGEVkVBcpIKioTVB2m4ormbWp7qGHhzO9vRkpbpXf6MPvZWgzi2QZbzzThWXqwHIKt+lfuaFamSuAVDzeSfI9C4HaFDffZ8CQCSgkR8hwOzrXASqrM2OSZyDr8Oc7sp4qLE0QpqDrJhAXdf0tKwTLVnutooU7VEmoHbf56qfPwdTpHE8z91uL0IgxRyStCOusUDV1AkBrsr7Enjreju2cvt5bg9icQMALYKsl81d0ECWuQsiu6AsWUbnyZL14hd/aXr1135leu8735++eWZAlqdwZ9p81DUbg6zlyKOAhIehpHrPxwdkdTNFOhe/kyVLyYciMyxmQCGdyZJvoAr74yJLV8BVXG6A9JDCdQ6wWAeLCjP3ZBhggZJF0y1IwecLh+vuGRldzkHWOcgqO3UuNLYC1FGsdr35/FhBVuNeGIdqdzx1rqVzwg9XFt03SgKSzytqN1Zky/nX+wW8ymGjc/cpmlofH4Sf/ijuDucSeL2Dj2eh6ThcHfZR9o5ishhtk92kXGIaaQOxEGFRIcVCM0sma28gkBqounUDliy4Cx4VZNU9sQSyTiS1/9HO4BO7+zRBFgaxxT1RNDAeMgFVssKEhj+DLKlDBaoEfnwXumWgQAUSWLhMSd9JWd1BFu0m7r512UAWCzLD55+fiX8wLT3ibiDYupvRPWbLgkXLhOe0l6l0sfd3UGzzzgFrFhFwmbhKwEXQxVkSaKQlLOqDSYiGmxpeNaM8B1WBGC0pvILXCVSlVPTls4UJ9u/Vgl8T7RceHLPtyRrwqGJWSX+zA3kde47q4IdmGL+P18dN3fURa5fOgjj+c5ZE3TVPuMQxJXmBj23kh90HQlzK6SCuVfxUuN25KUvr57TWuoe353EF3XAVxFw6KHaVQQA5rWPMY51Q3a9bSRAUVPEbN6QYMZ+vOla3XFGLD0Bmgir+687hZZAFGgTPBsgyKjGQ9WwBWUrh3oKsK9OFZ8KS9Su0ZBFk/eDrchd8YO6CiMmiu2Cm3Uw7c56wrJjex5K1DWShJyOg1a5o29993p0uyFra+0v07/u0DAg0tgQ7YeWVOzbpkzGuiruSi6Bb+Um7ajeSV9S1V8IkFOWWa6BAFsQJvi8WLP1dYW7bf64NaRrngXOFkayZFmq0DlkhIR4yXtmZTNo9i3eddXfB4cE7G4g0jh13X6T3R9GStSREHwZkXcw+ytgYC9LNSYCsaHOoKegIec1dMMKsy0LHwe0feNRIQwdr1sOjMtARFSoTW2VyfYxWb8nivkxC5YiQexD2MEEWx+xrFzFZ0f9gy3U8SzM8AFkek3Xr5vvTXXMXvHAId8EsZOR53GK56rfFcczxPofwSV17MiAr1nWX/vd4RtQcgJlnpD2TY2mqrApep8M8O1ZR9xIgKhxNWP8L4EpWMAoFFAD0nsArEhyElSzFocp1y0EYNLueYINuM3CjMSClIPBIO+9B4iV2oSvOa3EN4V0mN7WUZhwih2uFaS3x72oCHggcywArVkXXt9cx7IgTpHUtADIErgHD49wXxZILO1yngeDGsaRFdGvNDHQVZJXakUTFfvXKRIIgfVF+a5wtsOAqzQSo+ECZzILewnLpyy0DFLrvE5hprvZyid9prvkkxs3xD821z0exlPoT5JrqdBDrSdp1lYIBfCioOKBGQQnll80TlBCeiY1prhFjxtpb9bUGstA1XMPEFway3vo8LFktyLpvliwkvrhgiS8++cWvTa/++i+bJesH0zd+5x+bu6CDrPsAWXAXRA2vugAzt9CObE8bZJWZ6WphLmqEmtnc/eb0QNYu2Xj5PA7KVvLH3SCLT2AZBcVh0TWQ9d488Qq+d5olyKcF1q2v2knkwYytJcCCx4FKGtDLAEWG4WlAF2Onl2SpyjPd00gfg7XL8BD39nJDlJroV5TXLQCwMe2MaKKuwUOJyToHWVrBc5DVayChy/AMNEG3P0cgKzSiZcvi4NuDwQ+3+h4NZEvWLpAV7L2CrCXLYAuy7ty9Pd2mJatzF4TFa2WcTX/KAd4eJiOFUyGj4Tzs3odHnPpTvf1RB1lHmax9x45Vd3HdD1N3QcTnnsEtMhwWl0MCNLi8pOKYyJYIYcE+YwrxJCtErFcFXBJWpAH2WAYTWh4AaBVhBiBLBTzdxDJ3DfT4BsxXAyoXJrC4QzacJGJ7irqkaKOjmR6/UYkU2fm4l2LHRhvx3rlDv9928aEZWJtJ4d4t3+9l/zvfIShpOcjS+wi+x5oVoIXReAxc6Uozn9GfcGcdC7GKPcmWmrBGorGatCK8IjTHnqUtCrtGG7AswU0PLoigLfkPqle4j3gOf8jFErFlolXEgnkdNB/DGshCG/cA6tyS1YIsT+zh2QUDZL1mIOtdcxdsQZZnF2QKd/TP+Wsn6JxMTJYsWXQ9u7TsLtguaz63ADj2OCwX9tvHBWSxPlvK0soiw5FBsMSna30DYMkrwKOnqCBSLK3APwoLA2wpdg5JLi54Dbma6KYqI1pL9Vxpkotwqw/L3knnICuI9RGxZK1ZTRb2XvNxYe4LkuW5JStNTO/64BqSPKFra7Kk19myVnGm9ez3JCxZfX/m9oMwzW/t+X7nxhrIiqf22QWXsoRRqwtNq7sLBsi6YSDrVnEX9NgTAq3lQ67PONav/8j0PzozS/kWl1UgXufXo2rZ2hdojChoHpMVO+fkLVnbKXp+5WHGXunAk1bQ2lDpj9TolqSwfJQscxItCLquXLXaRcx6aO+vQNBTSnoIu5Geu/4NnCKhlcHj0AojS5cCclR41rJ08bcDGiTpUAxEJLuQ9pjfx1QMrH3BtzCmsH5hNQmBivZZLSjGq9kFMyNZEwtWYpmqNr1Vk2AwARS93S0gq8+YGF0q4CJAVrSZtFDlGgjLiwerfaXipnINTcDFLXLBDdhCcaUKIY+5Ld1WNX/GHGQFeENjy3ymMRKSsoSpAmQxjTvUjzmJBjFB7UNYB6gcIMOta7MJZNmGeGCxTNWShZgsZBcEXRpNHph7rGUXnK7DkvXLll3wq7Jk/fY/nm7/8D9NF+5YIqPiLhhJQ7ROx2/JqsK42scZ427ADrKQRCFc0xZ5y7klq9B43p7iT7Baoaiwx50CYMGiOtjHmnvPHMi9p7gsfQ7QK1dAJrqwWm8CwvaZy3ZLISvcguTBbSmE+HxkbhrJgvPPwlI+ZkpnzpKlmJgFprZA3dIWpXtmUnD+YNsBf1rugmsC/eKGLgeGayDT+dDfM0flIy1d91knHa67C7qWKZpptJMk49gD3j0PlE2dnYHFjg6UejePzoMiy0e9hsLjKpz2lZ62HWctYFrbXVuTOcjaj151XLUbsgdZPCjz3BTXGj9odBqskke+Yn41HrLexuwhW25J9FhcZHyadJhXQsmhZmw6NJbdgyGS8AdraIICQNatGx9OH33w/nRw80OLZ7nNAzL0w1Xw1YxnZrdrCNSgDV4jkDVzFzwGkLUqP66u+tEvACDYssxp18weerHLoFkFwyqwHb2nx9/C+tgzfWiWWloTTy6WWYCY/D7xq7qbxcskXOgMBM8FLV5G0VjX6kKQp1uMx83gOWEdIxhzoVjxD1akE4kwnFegPxB2kICDFjG3egCg3bV4MAaee0ZEFmt21zPwCGqhiXPchY1Cj+YBgI1z4IlEZDmLLa74oOS5xmtLbIZ/KcGZkn4D3PCGn0T9L5+7sNosb1T008/64q/nzyiEDeSBfsbnzpfQeAZZeMgi0AKwivi9FO/llqzwo5Cs2PF8FyClmEE7PgX+LGK22IWpSxpzd/ZxKYLB6u9m+2FeHUyHGzkTA/hDNfJOBgheVvihxwTGpPdnMYuNK+7mPqaWIOsXpjfNXfByJL6wS0iHByhGbO6CAFlf+mXLLvi16bsGsr7+z/+hgSxzF7zjdbKa7IJ68DrIGlKFJpf3xzrE7zqQoCvITFBwSICPTHVIpNC1HfPOprovj8WStZ9sMR/5rvt7Dr/E8ecSj68E57SSNojU4w61cbXWxnMYb0qQ5dlVnf9kt7zYYnTBhlLJlRaKC3SrP3if8zgkJGEmQbi30j931qvYKbFl9D7xrkLKC5arKgvWeVQ/87zq753ugnlhZktiH6xqY9Pz3/zqb+48m3f5OkY/1p63ZplZ2mLjz8eg6zhA1pqwvqWfS23kPZ2vofiSFlFQBkz8qJtVcQpLr8Og9eh3aB76xAKz2gU0HbfUaiJG+0kfwJjGPgJZo/GsrdtsrA1o2LKqsMi0dJcD4UctsM5OtwJrMVnzNntmKT3qPq9tKorc4rK1rI/B6sczEsVJyRiGCXsHll3w5kcfTjcMZN2+9ZEx8QP6fPOYpzYf8wxhBDEIoYzAQeD9C/eYkE1cy7VI46tTJWa5xr92zTfHvAJ8z24CjmUXi900NlrpfajyYVw7jvEFb1DM05hYQojLsQcjflPkfCMpChvk4CRiuhOGFUxxYCYQuoaXrjRu9VIsX/YWVwAAIABJREFUEQCZXG1wb8REsD3EniGBhv2njIcSkIpljO9r8g0VDUXR2tiEIUTdEfhC93z8ukbrShwVeCeBFc2RJ2noljAyHuphuAadx0X1+ohHahVF6kdNd4/9XoVpznvkz6floTsXD7t5Q+Me43CgLKVQO7jmvAaP4vpGIeG6zs05Q5DVnX75ffA3Laz9pL0oeZf8sADnAtKy8CjapbZ/sKV6mp5fp9NEiS/scUaTzz3/8vTmF75W62Shdh1iDu8AZJl16LmXCLJe/fWvMbvgN377H063vv+N6eK99+0ycxec7toZNY8DVPe0B3P9SA1zlVEPrqnzJUuWlXYo7oK13lI/LSIX/DNO+T2YxlP9aFne3ofntnJD5FCJvVkHhHhWt+Rjm3lyizsHB9OBF3KXTgVr5nex6QApAFP24y7Wsvi7lZjxrdoj+oFbNdLry521jHO2f7Wu8gKAdVUPjr20ND8tuKqW57x4u+XE5fk9DLZoZPpzkFWXYU1Y37LbFkFWBlKJ2Y5BVgtEtjx3xkw6DX3//WFBVu5vz7SPA2TpsGkPkrXxr63bwwFZ1U0n+r92mKyBrLAMrc1H/n4f1lz7OYZmoxisPKY1kAVQheyCH33wwXTz5gemLTtwAQq/7JlMggGBI1pygcfBFPk7QZh6umvdde36TB1WRitzhaNgRUhYEoLWe3fSV5yDrJjhJZB1XCtQaABaWRfwCw0DmFGoAOerMV/YClGIl1kPkRXRsiMSoLl1DPcocUIoR9wC4lYtArFc0wZB7LSMyQWRVhJ/fusS2I3chVN0faRg0h6oACmSaxSreAFo/aakmK97IVR5wgeNy58VdcEI3IgMa+dGG9itbZvXLndpwDhakIWOVXeokvVswI8kj64ALdf+h4dGMdKx841kuzKc3vOksNZyX8OHOG8BsgyM013QQJZZst6yYsNK4f4YkxJgvRGTc+eBEl8ohbvFZL3z3embv/OPppsGsi7c+8DaM35OkJWLcOdunxWQpZ12evFTmymxgo/ZLfuc5HuCLPCOBLBQtgIuypBgCrjh47E/qR0o1qWLXqtQ8ymLPcBuJKZQ4gsALAAtt2BRiaQ+tken9jfp1J8DEMjVKsBufGbNQdZc7bAmJ47zTkq5NVPurCzpOchamKD1Rdgt2O2a92bSz0FWZfy9q9fPMchqzlWxlm5zn4YlK0DDHKH0liyKAS7MhUjQ35UtWfesWOeBZRS8aUDr1o0btGSpSCyERGnhMWJatZg+OQQwb73KcJqdhnbaJ1ftXdqVuL/ZpDg0th+Aoyt19uxGc+cg62hzfDx3jy1Z0fZJg6w8BtJ4fADaT0KEhAwHXMzUFYKOeAGFF2RD9PT0TEdPoUbCTAgoEGqiWDNT4HscGPYWMxXC4mUxYciKqIKi4XqoDIcRO8a+YTem2lyZT7H33MIxIv3mtk57o4Aw/04XSWArIMtjsgrQclAV/Z3n3u74I3kR2nUl0QYLydwxIDMZzwwYXCMG5e95jGM9IrbHrWGxtMKlI5AlgZleK8isBmt6dw5C819f/Tkw3hG9xfx+x9y2gqzPEWQ9ZWm1LYU7QBYsakh88eDydP+J56cX7fvXfu03pnfeeXf61r/6R9ONH35zunj/Q+uUFWM2gEW342F83cmCLLju0lWXewPJL+YCeZ2Sc5AlpQas3SivYiDaLFilLiBpN4Gb2OPSHJDP0ArvhYXxGZJbyF2zuuMKdIW7tIrHk0O40qY9kVuQxZAX15QGKFuT0UeAaO2eupuOz0vuHGSNedROzXhhnL0vwUJb/cfnIEs7a81d8OfZkjUjpZlb4yFA1r4gohGY2h4J/ASHVMNbQJbugfCGOht3p9u3b1n6dmnTwehDiKI2nhIbXC2V7poB/gRg7huOa8J9yHtDAc4FoBD6aPWT9Fp6TEU7hRt35OQhwlEs7uLi4tRdwex0OBMoTO4GWefughuZ5IledoZAVpwhMxAgbXD7qq5XRfMOuovASPu7xngpZyKokSnpr0jQvBwxSB4Xhro1FJI85XLsgGAVSrrBzU0lCFM4mxB2EDXB3LUXSTsUF+b7FG5F3BYXpruM5QiQ4jsMShRotOlQJtdgCVuhTJElS58IiKAeTbhzFgP38m5lv5XuXnxk7TW3dodg589nAxLWxWc0L0U4DGExeE2SDxqQ5Za8cCElsKSwWgF1Tk8Z5QJq/zMocJ42AHCZ3Yd1bKgEKpYs8dz7l+xfdxf83Bd+kZasC5evGsgCiLTv7pg1yyxZ9z/x7PTCW1+dXvvV35reefft6Vu/+0+mj/7ztwxkfWRjOSsgSzFZ5yBLGCVoQvRYzyqdr5bN1JQtBwBYdiZz3wZfKhandBu2bHEB9OQ+zkcuecyVwHwkvoB7NJQ/BrRo7UJdtqBqKQ8aK5RbquNcDn5Q9smK/H0OsgrH2KCZCVQy44JZ0EssaEcKxzVGW5Z8A4Dajorbp45AVktsup7EueLqNx5PZq/rQfDH6S4Y7vclLbJ3cJj4YiUmqwdZfZsxjzzr4oyerVs7F3Nj7/7IY/+YrP3dBWfreowgK+g2H7gjWi6CROpMnS0JGbI3Ve11dgnKcKOdZR3mRaOOQFpmSJN7UwC4AFks3uqfK9sa0l1L+5616uEqVcGYABdjREIQTQcNHWTiEAk2lAoy5oQIAbDo89/ZwFphZpnD8BErfOWo1rTgHB3HGaxgDwZX3AUXeXAWQLdy17N/3W6ofHz9H3Gf0NTOnzLfUWVfuBU5rFeFzgB2PPC8xoJB8yzBE7XBIIxc8SxfDEb3GAqRahS3hdVMIIfB8F4nJ0CPMpCphg73NV0RD/hZWOFJKZ6UA/uud70rYIrKD9wWmQ4dbGUeWCxJS2sRvER8pqsFP74JfcI8unJHFiZ/trQ05b7CO3lwx+c94GofQ829g1IhNBxaal8Fhx1kEZ0iDm98NmmNdZJV16kqPhcXq/L4VsYSy7PPOFb9HRY4TPH9izbvRg/PXP/U9MabX54ee+K6CcMmGFvGzIuYI5TrMkvWg09cn65/9kvTS1/+VYKsP/l3/91086++PV16cMOavGutmss3PRJcOUD3z+jnSVqyoDQwq+4VA1jmlpbdaccLP7dkHQ8fPj4+MW+pVxoEHXUhFmnPkAqChfgb8g93Fb5r3iVQfELpiX0cr8L6i5se1QO0bKpguLIFlpgrT2ih90Gjuo6xWqRbxZlWRUNP65J+eU2xeElRM3cXXOLWKZmND2Z+/ua9m2d5SSmzAa90i/VoWLJogg+t0mgi2oGvCTJbSH9LG1uuGT2rB1kBEnRtFXYwqsOBrFZgWhMYjhNklUQY2j6VzUutmT+xt7sTX4xAVm4inpXnb74m7Vx0lbe2kEK/ZQ6R+OJsg6xddNxrPnvXO7ihcP5dU6wDXALO0quyLzuAi7BUbUCtRShcBQWIBLg8toSpZPG5Z87CgREpsWnlUrB/JAMAMBOYw3PRzQIR+Zmr7NVtuGYVQFaztQXIammbN2yipTWecTyHe38QBBCKz0fAaAvIwh4eHe5rHGbT1JxfdIQZaPZbFs6xmVybnD/OgkoBZnRJdFAF+YYFl104co01XICumlWM7kHMCiahh+1hK7rYrj1nIIvxHVCIqEizMpXJJTF+wgJe47tEn0o33wIbZUUEKFifrNKuuzeu3oE2kVbfeEy1fEUyjnp38Di69oUQm5U17HMbP6K7XYHklixJkGk/NaDKvltwgZZgKumgWOe5xvG2CrbRa613FcArkI/5xJzKrn8PIMsAytPXX5reeAsg63nAJXMHsx8omcBz71+d7l95err+6S9OL1gGwq9/4z9N7/2H353u/O33DGTdtKsdZHEe/IcgK/jMSYIsZLOT9Za17FLM4pgGHjWQ1fPv+r5mnYxjTJakQge+o+7RVRixmPYb+9HjM1keggXUqxIkJzcLWZEZUsMlOUAWiwpXd+WSZVCUWfkE6bRVEszWhfQcSgfRSrVkRXtBS9td+8by4eA8nJ1z3sOZsnuVq7TJ7PZJfHFYYWCMJFcElDMOspbmYukgOAmQ1fShqfmwTgQPC2Q9SO4wOiBaOujNvUsC6s8nyHLtpy/vFv0KWVGa4vLnLutKB5biHgErNRiXhFZ9BLAyG2u/X5OWWgYYWuZwC+wD73NdIQhMUfAVmvY4QFhrhnU+/AfiHN0lJPjBUkbw5xsYcQXK7CVXKD8eOPPUHcwUCEt7Lg68ZX63D18dWb/9aB10APOo58p9sp/3FZC1yEZGgG2d5+Qrwvrd30WaXiOP/R51fvUiaaa09cFTgJt8/oP3Kq5CNW+uRB2wlC4bMReIgaFIz5gxj8GwT0rNHVeEsKgp4j8s+UYALzwaihB+Zz/alxD4pLgp4JBE45CugLuWWLiX4rslpU+6hVYsuinbM/Ff44ocDnfJao9kEYX8+SDfYhVkVX5LBOc8J1/b8uTtBBpAy3d84uENCCtrKZAVgFjuWkTSFMI1Drw3QAwLIkDW85+aXjdL1uMGsu5a+5cAsmwMl5h+8IrBqMen6699cXr5y782fee9d6Zv/fvfnm78zTumOg2QFVasswmyKq+dg6zt6/AwrtwHZNUjn2vP/aXkJQdQgpilmV4hOPtwLvo+cRhTjhOsIOOr3M0YbYWSRWnbEZOljIERE5qLfDfGA1qm9EMekUFgr2ioQkpn2M1rdhSQtbB+5yArJmYeF0IhYoOr39rW2NJGXHMOsjTnPFp8U/QWo7kgagdU59bZx6ucg6xEpQMNyoVcTRdH6IpA2heijDVb2wuj70tyAO9X1hpTUOqEmmWQVVsvrqY+jvo+BgbG6tryEP6g7YXMEocDZS9ZoSKwH9o6ZVXDgeJZ1OBy6C6KAbaQ4VDZ1ky4IxCTO6KdRB5vIisasxqK0TDj2yqvCCDG42QdDm8BWlmxoGN0RVHVLKLpk88QyBoXSFWH12j6MLR7fs98BkDD4RJL0qYQxE3klmpPD+6yfVyP3znxhoR4uRzCEpYFLl2nFM5BrtGOYjKrGkD1eWT5UqyX70HPfEarS1GihNtwsnqTeOq+qDGk0qKz3y4n0HJOnqHxEhK4xXxMKwB86q3bqyoabXif2pNVDEobB1m8KTFr9tOBV//Aflsv8fj8OceVf7KFC4+K2C+l2fadZp/rYXAXvAB3wRdeJMiCu+A9rKkV22atNw7FgPTlJ6crz7w0vfT6l6b/8lf/ZfrmH/zu9OGPvmsg65Y9HZYsiNE+dsadnS1L1s8DyBL9iThofbI/oezAWXfrwOKh4c4LsiyWY1EDvThcecizlftcezcAFgGX18Si+zEsWyUmS6nztcUqEYcFNXxIqjuhP7fQ7nzntefsxwxkFZ9MTNYRAcyqQNLM7RbhoaiPyp37PWPMRne10fuojlug3qj7Su+dP5P4eMjgswUZCQUp21dqY/jgeUOr81GEQDXY60n0YXJjxPWkhXpUcKV8LNqlrWZcGzZtNt7fukbO+zkXYEfXlDn1PvB9eVQ7H0d2F+TiwXmivkaxS3lpyMB60LGkWV0iphktIdaiXsz+rICsvuldYnlPdoXm0zP45wxkuUtM97AswLVzk+bR/4x+NXJDGr+mTvs+DoK63DYpBEK4RnFeAFn4TK6DiBmpP3zvFi1ZsmTx0m8EAt/hgYSK94wF81peaD2mv/Evn61f5WE6bypA06XdKuwAbQE6wyVL86N9Vd1wIhlzJlB/RmMWitl1Df0q7cRoh9xhkWpHXyxZrkbXnoOsvab2WC4OQUiNyRU3XsHCI8GFSLp1BZJM5hnHqATR9ywMG1YvxMy45ltJNxz4hBsiwA4tXjUDIixLBGN0F9bfTDFtQIzXeuKNe0zWgU6IRyhhh/EAWKaogfeaPWSgaCdiNuueEL+Gi9LuKa1sXMALd0WW1ABYaoslrb0xv5CfY//ifYCRitfK9X0folOZF8/Ok3STGE9eRT0keBG/8+LGAEIeH/bUU89On33z89MnX3zZDFdPTNOVJ20UBq6sqyyUfeHqdOkTT0xPWlHiv/vJj6bvfP33pvd/8p8NhN2h5TG7Y88PJw8B6Q6tXW7mMYD5NfUgpDs3YxCTuyABwI6qklsUZceys9YaOQpvLacBH1KUjk34CfYiXHeR2dfqX+FcY2FhbuKxaO9KFuxfZQsMIBW1r2TFigQYBGDMKIgU7QoHCVkxcZEC7pMeRNcWWg3ZL8mMM+wR1/SHl78v9O1Pnu1l8SY9eCkGq1uzgbJ7bVXz9xeW3AVbULHCdVaeuCrwz+6vQsrWwez/jHnLxwWy2tnSWLLmNjRJ261hamNVJsostU+N3g23H+tQs9y5IM6tTu1IaaXKoGqmoZD/f0OA3Sbq+zUGWN0Mh3ZygUxlSzgKDUPjWYNCM0NbpE+cN+kQJCvdG2TNW7+4pwS6j+tVpkf2N8npzewlphPFMkNAyXOzNN7tx0p7kOa2KeQFM4+5dcGG4M4tUsxoyKQZ9gN/dGZCw98SCJSFzH48q9Jdc6eAAHdw+6YFA9+m7zplE2plJbbUQGLNyoxGfX6CtOP7qkGO2YwJtrF4sHDfVgFZGFNZBHQEh4XHWyCWrOcOZY1C8Axa0uzvSUZb2fDidbssV/1Np923Iw/u49YA6WwsgLR7OgiynkyFfhvLiVt/AarsvwiWD5pnrBcFvrC2BEBzUOYFTgnMfK+jHwJZ7vbk7k/YuwBhd6A0wd5VwS4VZSbliw+rUDMUMVI4MO4rhpPOTu2W/uwIhY54JGK01GZYvYNJyFJW7uY0OdhSr2RJjHPB+Rd5yoCmFAumV3PfIv3lVkbSA+a7xrhg/q9eeWx6/oUXpk9+6hfMdfDl6eJjnzTLxWNmAZSAjem8cu3a9PjjT04/+/sfT2//yR9Pf//Tv+L5WLhajHMmsZwmyFJmzV2AuS0B8rA28UZBf0f3wrZa3eilvNA5CIWjueZiX8BCzPpX6WzvZCd3LuTTmEjElSJGBNyfsGypgHoFWXIhBKBtY67mslwkwOCBWl4E59qFfpZm5f5Y1ptPh9uXqdhfWcvFUKSF+04TZI0OykboWOjj4QDQfvECh3tG2+F9QNZIy0/m2IEGWaVODmQtrcla2uiHBbKM89XNxb/qpvBt1i9KwyhjPvNFMZZF0PpxAVmcoCTQYPZWkPfa93kes2KlACFKNd2SYD794hBa8qFfNMIZZHYAcx+FAZ4egoiKrgbZoB8SUiJ+ClIAAZaDLAb6Ik2t/dAV0IUrBrqHwBMabFrAvF4IQdaBgbM7PnwXtzTgNCkj10GH9c4LKsjK3N/3QRwKOMBcs19OiXR5BAA7zHOBVBfouzyjI95ZBcMK8dpxhJmUblR+SHu2kMVTq6UvOQuNXiM+hc/WANWW82XlSD3/et8ZGGp4dwmDOuOa14pgwi3sNBZWMRGzn6HWXCQwQPFlCHuI/brsgl/UBmMbSbAi6DJBEgk3oiQEXQy9wCqETX6P2C/wCgdaYSmWhRjd8CyHAFEzmv7/2XuzJltyJD0s7626VdXdM5xFpEwyvvWQj+LwTRSNf18y06PIJ9JMNtTIZkTa0Dh7d9cufN/nDjgcQCDinMy82zndWXnzRAQCi8PdP9+g0GR8RNcKY2RxHqskKMVR46n+YBp2Wmu6P+zBmg82cseO7bCZ3tvYgzdbCeubQcuBjzsv8XWDEv1lKcON4hG/+r1fldDB//npmz/8n56++uU/efrFN99Upfubb75++tUvf/X0d3/z357+/f/1fz79zX//L52RR0PPPAnffRggC2umqWk0O6Hgq7vmxvufD2Q5vTXMjhBBeX3hycLekPdUe0YRIX6giSaF84Br8ApyrxUwhbPciteT39n5fB4yyHBEtuEga6IDm9GigjBuiKDHcBm48UkjzSQ+GsfXOvoFkHV1pV4LZEX0m/u4FZSDy+/MKD9ckBXnIo99QO8Im3ghkLWyDpNUN3P+IYAs8bleOOfQvihAeb/NZ6SgzxVkUWy9JMhaWITyGkiZCUDIgE/MibjmxesFj4MojJchQOTJ0DTwhZ2zFaoK1pLvBF/uuZJShfvdy4UGJJDcmlz+QOx6KUP9/e9+Vw5oLCCrADPhTFm9aeFnlI/1Y3p0RAzDCBb6jtY1udinqgiNfBGVv23C34KPoeh1njsL1bJytz/RkxUUhsGDLOWu/0y8XyxK09rBWWUTzaxrJoP4GMIYb8y8yv9u1RzXMmFH4+snH1dumoGbqkkmNfUEyKp941YWjVb9nFtCHl588G/sFSh+XuXQfzMBnz9FZ2CJes8Ds/LRgY8x4d9yNB1kMV+FeZnI89LZX/CG6bww7Rv3fjmfi993O8t4DsYiGYw+hF3Vea3Ed3pPFmScA5QK/dQH5tEYn6398lkM82dfVYzlZqKBB3BmK2/AHLP8efnB8iEf693v/eHTu+K1+uqrr6hww4P1y1/+8ulXv/jF09/99X9/+vM//7NysPw/VJbV+MGHCbL6iKKse9y0W+586D6QJSdQABikE4XcItf4O5RmZzSG5T8asSLqiOCoECeNar7fDGBhD9GwAY8VQgHpZcIB523/ucw5A7Jwj3KyTDaGqa8GiRDm6PprPejbaXqp1z5A1g2E+ABZbdJEnFlNWoMsCKTjKX8JkEWXcbQODcpe6VTwZLnwjD0d8qdoqWx3vJ1UUTwGWfcHC8pK2OLnJXT53/UkSxrW6xGE3LAZ9Ahldv/OnQJ62pMFWZsYmYeqxf5yNicuQ4YlBIUEz1RAVEFMbGkyd/wqCB3kCgA8WYU/KWI27fYdcjaYd2U/zM2oXixoJVb+3TQUtzZHb5sreHw72ymCqXixfiwWQIEspQijLeZ45AN4Vozf6LbO1+Q+zKei/rygBkIvNEydGWJKJv6isuaeM/xWQjKWQ94An9/euxat9L7IujWsAb+oGWc+yQKXi8+Mth4g6+bd/eE8+Aogqw1WtFr3o7E5t7I7H2HYXyHXQaxh3xBYWY4Xw5lKFUQDBfAOI3EfYU5QGnE2mIes+15C28zzQj5m4RM4L8hDq7zaYPR+4QgJgSOrRuh8D7um5oEqBJF9g/EEvMWeiQLNw5blRhBza1VAW7VD8gmyvxDQ5YYmPpUAW53gBnY6Q1fnjWfH+YRym75UrhvooFSNLJNb5/frr3/BuUVJ/+++/fbp22KMYh4WjUARaL8yyGIom4AB8wDtTLhZdMuH4cly3nugQ5zgCO41jKYxp1/kYAlgeW6gwSLKDIAmyR3SMtYee6kaLHwuFSb4luGiHioYKw+4EVEgSjLIe6O9rRwsB1nln0m1b8/ouaa7jrrG2pNle2en+J6Y0+GWi5W78/Onc7I4hIXivlX0lujzaMQbkJUsZTrY75YZDOz+oJ9DKJW961k8Wd0iTizMxryOQVYfhvd2o12/BMjKlQHlhYqLcgZk9TBrvanGdWv0mfK+wra/jUKCtdEa2HpmQI4dyJJQvuvzDCDraD5XND4wjeBNjPPgMeHR/trAl7xGLTzGFQq17kpLQ1FuPbYqY2ZlrmQNizMBkc7iYTVBA1hogwcWM+THcjFgrQN4qeA4hhna+sIKbQUyUPzixxJq8TPDDFVMowLt6Mli5yeraoLFTM9ONfPl5z5pXl01x8VuFmIoMaCpatmH4iaQJfTV9lpcY1kZBc4YO8//Z0ZpkKslm1Xr5ugBO6bgB8i6a4d/GA+/Isha8iOXG+bpAUBp5+sZv3C+XukfX8gbXM/0wi6y877w+92XOEdJobkAX1/WcCfcCM8ZwFpTEmv+loUa62/xcj8qwo+Q8BBEGn6CTY6twTbDIjsAJG2vy1umEC4N2Xc/lF+rdIp9L42Y+5yqcgCmeEpgkIy00pB4betI5X28xT3zZMqNhTEqgS+0H3Of+XrY916tEaGFrD6H3pn2LEMoBWC1ialTLxUuiKVzkKXz3Hz9P9ycrNt1gajaGVUo98pCZb/94Vs7HkHeWL9HS+B0pHy1GPGkoxoEUFFpslYLxZ4CcPWjGYJOV/cv5Yz0Lp1rBxKwHEu7v0YvMP+4kqkBdP+7192yrFrzi+bJuhMGtI7Zv366klA8PF22wdnCFw+QpdlzpcU37wNkxc2ixEf/PEBW1L6l+N/1+QBBFnnpNAzF+KwpSQ6w5EnCMwpFg8BwRaN6mUwBwHwhlwJ5UgrlCQnnprT8VMrRChhJOXhjc0yLsoGt6h0Tlqn9dUNwDdkJIOtnvLcALVUlFMhSKXcpJRFZHQzfJsEVlQtWS3a0KXtONy5kaCEsQsxDPqSAyQsW96A8XKHwgAlZv01v0MS4JVLzAZXIFD5r45h2DaiFkI94/ypckG9fTEsdfbr+3EL0rj35KT78iiDryvQd2Q3d675WqkU1rsIp/1Fgi/+2cEN6Q8wLBoUz7jt5SNSC73kHYahMqnO/xN9UFRH8q+WB4h5WTgQCcy89DUMAJA14VfkJHmbFeeR1s/1e7qX3OvIy7mJcCJuFhqZgzALrorEID0IW2QG0qufNZxk1YDxbX9qLKl/pd99Xv/iGYYSaFHVMfju9t4+GeICsRu+36wI9yNKaQ07Cc8WDv+3og0q7kIvG5s19VfCP4IvLBxgXSPv4KcD5TaF17hcCLBzPoCqD8ePP6rvmyaoGAYVY2LsVcQGqGKsL2j16Y30F+5cMgg+Q1S1B++OMN2J89OHJCjNIcsu6SK+4PDxZH7Iny4XOYovw63oO1eqmDwZk9falCLJme124xMGVwIoq/VEbUcUjht4ASLV/Sykp31FRsXOssBNsIwAAMcdqsN5CaTFlAUoMubXncgWQBTXAC3gYeKrl3lnKXcUy2F+zOKvQRh86mpcrVgHjuidQdkQDy2s25gqyOA8CUMrpAiQa4YeHEUpB81DEFthTBSUskR7HYWZGgSyVR+4FautlNDL9VCtMjaPIoadnjYNqP3mmpZMefHoQfNN8f84PfYIgSzzC6N6wA/alB7lR+TSPmHuznO5nXhWJAAAgAElEQVSpeLLwhrwkNQzQw6d4NhBCqtzQoCMkCLbAL6wMPcAVzijSmXwKS9QRE+JNwjktFFG5Y/ihOarSPIBSeyJqCQwwrh/3XNVyNK5A0HMFvlQ89cafFKnopfPVZ4+8iHyFYWZ4gxle3uEcLeTtUNfXC6onyyFe3axzkHVmq42GvDZSGoSe3ZPlYay3g6HjcZ1r18fdRSe4/DNagXx0kEWaggwl31aIadQ9KgAKPJ0FLei5Qs6VisyomiA8u3YmXimIQoOerXEFZ/U77J9IfYyd4BTwnZQvBthTCDrbqpPVe79c1m8xRMhLe24j3Kt5sjAHr1ddUBj2+GPmHLvpRcMFDYFXgrG5YC8T8snE4Il70cIWS7hrD2isPuKJqsTrGWTRcFWf7J+6Gi445t+k+aUlrX9H/7fH5oZVwyYP6ygl76gNzEGvwI+bK80O9602b5uf9I4T1LRj9C3MTXc25rV+8k3K3TnKb6nrOyxyaL9uC3OND+NaUE5oU9M/2Vs+f+HS3Cpc1if3EfLa1YDwPLvrigeVDStZXAoqKKRG4X4QEH4YMMutIw/Lz6+qBS10zlXbCM1rxbnjWVZ22RiuFByArF7pVh6EKzV4Sp4beMHoVbP3w4PGcEGAqg5kHZXzd8Hm6+Yga0UnRwsenjHFsEbtAGDhO+6xLpPNHmoL0faQLJH+Ro/qcIHJClHwevHMExN8ZWKkbIpqIijjG2CUr3v6bZERRqQTEos85izIwityHuYuPH1u0Dg5z2nK17v7da5MpvHyi+8feb9/5h2ozGmgv8sdXjwwywWtu8wmimONk+aDNznBS9jr2Dde2IKgoxK4RavY+VyFnt3rVQ0c5daan8K9UXK93n1ZikOUynwlh0ml6c1Lhhwwnh3kfMYAjIEbiAgak4qijLDnH5xHlj7BM4bqcNU75p4m8icDSmGuuAIYW5CxUnVtElAgh+xIPAmFbZpnS2tcCyRYLmyndJQNzP1tBhv9U6Ff/tP2q7WHVut6vCTI0plsfq6TDsodDdN1uggS/a+m2zD3D+sLXcXkmryBZz5Hu3UiNGuT6/YJusNZbyRvW0MWbLHCFjQOlnPkLOZCRN61bzLOGTnyFBkaq7BZ5CoKYOlAYYobygK7jwa4mUzx7W5EUI0BTQ7UNBICLbTSj7dXCQOIt73qW/MQE5iM3xV8O7OK+R4d0XD1yTBXf/Kn/+bw8Yp8r77j0v0TBT09v0Oy2xwZI5rDblWk3e7avXcOAuabjWzHN7Btg6zIokR5O0/n0iReunk3LhJ0l6E49msEXX11sqqZNc42jC23MVQT7KwcYDBNmPvcvfx8xWRkDeZMflWmyTM0eryION/oeLfLarRu5WjdnT7j0/ltVBWWGnJTxrwfXxhD9bAaCncvTGFeLOY2WOL5z7Xylw4grd4tO89KQsdBZrMGOshyMEzPGMNlfL3aSGp4YLjGqzQ9K3znp2LllVdLoA8ATMqJwgebEFsx4DYXvWcrMza/L810+jMvafNF2fjMatxa30QChG5wrSBIzNNFy3Tgl81CLeXSD6GUZUP05nKCFncqMKnHJmA5LHuMU77hWpCdCD86XcBFuzO1XP6+1kDLcbnEVXeDOd6bs6cbt7utI9Knd7N8W9uv/9T52aiywYYerfCzfs88BjMjU/U0lUZ0tpd+mN/FfBYVCcChrF5soxYUsO8ESDz8z4AHFXrzfBkr+rEozfW8L7KmArzcA+YA0Z8x4xB5GNfb9h9I3/8N41N9Lu8RGcoQZA1vPYEZQrrxPMlWOTc/lElBKaACabjH3hQ++fbNj+VHxz7gc9WTdRt9Rk/W5DBigoWRB/bGbudRdn5n4fEAthgHjg3A52qIf40G6IhsnOt2+dijRYMf8/jkUSK0tvyr70v1WxVoMeNlWTenx0jvdX7Jd0WvNW+tGAVgVMN43zG/TvydMo+FW1qhGLLujq+71ynwF+i3hc4JTIy7e5irmelG2RA8W9WQMS1g4aGo6Mhi3oJ+qDm+zvsH/jC0ecz5pEc1XvXmAbLChL0gyIpWXFhJtBDjYsnydF5BulXQPUDWlZn79EHWjB6XqtkJkAXGju3kIWcEWeYR0oHABmYAtNxrhQNDCazawZ4CswZwWH7dchqoRkh4VdBk1l2vSKh3xlHImkfWW3O39AXvI5iSUsrztdhfgKyiVgDcBY9WhAc16XwgKSW0b3Xc5GkzE2rX2giyeh4x8pLxiR3Fuy8QCmIUqB4uyfAqFhaQ9ZPWXlp8JdwFoPBeK0VfX0jLkv4yHusK0LGV2MO7DqwGy0H16/4AWbvV/xiu3w6ybhnd3JO/B61eFZRUa+BeOS9epU1KrvaSijSgWh/CERmqhbwveI3Akgx8Yd9gf4JP1dLy5FUWdkhlXGGKiAZQcQ6yU+5PP5PLc8J8d5CLsKPlWQs0YXYNdVPAKu29n0v+J8DVjwVcCYLBEFMA1g+/efri529L98pVGmtkFHFDRy9Xbs/JGtfvXpAVPVlgS2VMdn4auM6XxTMpYLmUglOSek6QVcGRhcS7zkYPVgFYKM/uofaEwQaAom5X/+3giCBIeVY6aLiEwOL8OavGyIq1BKc/1SMIpu3JDGfeQJsjA+NeOOYnK3yhQhiSC1GutAlsgOkIZGE9akDsBwyyMK4a0YGRP0BW2CsvCLKiXvoAWW3OPw5PFgRObzm5xZO1E/R7i97LebKyrc0VjJmIEX9rim/rdwM9JpmrsAXTrgUqzPIGcEWGZJ4hP8hT+QBWcMKBEubfcqMcOHn1RnmePM/LPVEtB8yBmJQFgTL/t4OlGpbh72Z/8U7zXPG3aS2WX6b1bO35+mba0PuC+6bDDMPMyzOUiGUXltx8dmsqm4Uuz+6uwtyXmQA0UAIUMIZJNc91J4ghCimoW7JzE54CYAxJjKOcjLnOmbTV2tU8FytluI2NGuNu+3XX18D5UjP9zRsv83QtupFff/fDk3V9zuo+XmD7PZ+O72y5Tb6x3QNGpZP2Bzv4FVXdWIpeim77DWVYZ4F5Tpgf30BcQ55WAJB5qeABs3RXy60SlwM/+w4RA1aMgyLNFGOCCcUaEpThUz3IVJa/LCCsAMAvvy4X3hUMWBTzp1Ii/O//4unNt39dnith1WwOYcyYOJMF+Fedx9vDBcdVvA9kucenrWWBllY8Atfg1QHweJ8gy+cT6+Fnu6G/CiN1gNU8iFmXqhEF8F555Ux6Xa26Jujpy69qJUbeU8CzeLdyutbAyCObmvxqVTmNXw8hhn3IYVvTPciqYYBeifsBsq4ytn2I3M7zcobx7doYw9vAc46tqOP1uRfqAbKMZaRDEgaQlUrP5BhbGd2kkUkUTEKTBhX1Kj2O97cDItkBMd9Dva15TVprx4rejoZpy9y4RTifNxj+s6qPPi/PYUsXZiCL7RUprvBGxf/DyuqFKujNcuBqY6IvxP4t0GQFJwhkWqiLwvba/PvfXp2wesKql4udqQCrVs/Cd744ZiFW/9A3JZ3TFMzzsazUsoM0B2rWZ6cHtdivs/rXrPAj7aTQBy6ht2FUnkhn2DdbdcCVn6j0bPaFe6dIDDYuLax5rNqYuv6g/5Z/GfcoQRXDVSzs0JPosYv9Ge9SoGEqC7Sc6+NTEVnzFmhdBFl+wPb9nCO0cMPevDem4dMDWedWhCLiGq4eGl57ss71QbaBCS8Ij2N9WHK+5HUxT6z8DbDENByGawFc4RoUYwda8oDxunmW6Ylh8Q15KVC4gAoyq8gJtMEThsIIqoSIHLDy3c8I7QKbk5kGrJ2hYuAnSE/iJOBZAKx3T7/8J39Uzsn6ZWnvXQEl//D0t3/xH55+/Ie/LPtXIAufq+GC52Yz32U7g2Lgerig9AoVcmDVWgCrMs/flrO/UKUPc/3V119t9b/cq2uerJnUVYvih+LZfo4b1g05ejwqAMWi7OUzD5baUNTBm5KbJqOYeVMtEoGAvXiz6B9iHq6FupJH90rEqOfOQFbiVqTB9slH/LQrbY+4/hJfz5XyL3Ic8LgAXNeu7WdhBNeUqocna7WrL3uynBj3C3AEsvpE7j3gPMOUroPD3Cp2edw0Y7/0jjb2YRNpd8RtJuWr23hp7lJxDLmI2z3cjvmRAQj3/TozX8f3CNxEJc9g1voxBwL1jjVD9Vt2IIthWcmjNqxapuGT8cTsXZjX/Lc8NnobDZ64P3iE5KxpY9Q197wZwGGIIKr1WciLg8aghyC2XwqugyxdVNGQEBqIPjhI4m9K29on5XKZl4lN6N9e7YsAzwS0P0fPFUMSiyLCKof4t8IFY9iiPFoan6zIrW+UfB2PN9jlk8d5gyajPs2Rup+VR7VHzfW62kB3W5Bha9YetGpPiar1Irc4tn2kw2DDOEkI4BF9V6aeaWq8bd9TbaPVdC7Iq2GF4ArvMQXAvGMiQppX7LoKf6zsYQJ3w5QdfkE6ufbI9m5Zlre3PesNnxbIuj41URLsOfD19udP+FvtjeVP0HRci8zrfd/gCR127HYMheSqwIRkMD3B3BP6zqsgqiJcUaRRgts8zQBobwsgYgiiKb3ivyUk7stfFW/N76GAqkIQuTHRT1R8VTEOGsZwEG3xeLx5983Tr37/j57+8H/4Z0/f/PL3nv7qv/znp7/8j//H049/9+evDrK8GA5nGHLRwjFRfhwACSFws5wsXy8ZbuD9A+gsQZAFcPzxHwFAfvX0F3/xFxz7119/TfBx5XMeZM1ziqQyGZMgwRR6sAIo35UjRXi4sHksFdYXcDyNYuLfpAvOgVXDBL3woG6fG82P0xXOtKr5tkZXMZd4pk/qO99VoMUUZm7DaCBw5clqM5zf83Zf5ahfng8gJwsdeoCs1a45oTT0j54HRJ8DyKIwiNrMMJ8roBZmNSpS1KUSyJooKWe9iVeYZdq5Hw/IygmjiemsgNwIqkZPlj97BmRp/tYgi+AEDLoCFrPcWf5VDR2MHiMvXBwBbABQ3ZoZ4Oo8TPadwJeEXD1AmYoHbrAkYsv9kjdLlQ11Zo0X41Abnuvg4XQU+FWTNpBnioALpAqyhlwsx16YF50j5nUDO7IPYNLHvANZI1CzQhfdpHlBjwnIsnBN9wgSt1CoJ46YUESXaJ5u7m9tI2w8xKW0kqn1Y2GIUCUMhAmzGp8IExVb9P7ujE8+mgfIup1bfkhPZhX5uMzAc/U8gSzQqnmptoY0s7+I7Snc1iwKtXPEQqN1gzuAJdY9TAv7070Z9HwVJZjgSwoxANZXX/5eUbyRl4NQRVPAWaZeM4dcLIYtljDBt+++fnr3za+e/vCf/o8FjPzi6f/+T//h6f/7j//7009///qeLBQI4/wYb70MsviswvDwg0Oq/+AP/6BUiPzq6a/+6q+efijheMyXK0DlLM/gfCUjshZtBu9HSqyghWLIDJEodFK8V98XgPW9ASw0x3tN1ldHTZX9VtiCOVdWip2gS2ddMR+wgnYHdJ5rK/rg3Pp7+JftpCpI3GCksekZgSw3ktXDh43Rrz1Zbd91c10GNq1/cbRNHyBrNTt7sLIj9C3zAqHYYq8UkjVav73f/uSHCrLWyhlY9jlPlo+NCa9Bc1q7mMdNVdsY4nijLXK+DjuQldnZvsX8npFJ7umtKdjOaHehfufaPFYTZnPemfFPWuhnoGvoHz1O5VPzdcCVoyZ9DLIkxJU71dYEHpPmHXItXm+yAhi2PF1/3GsVlq7ztLmsM1sf32ECWnJQVsPqobJk43pQMr1Zys+CdbeGM3qf+H4IR8sFswOVBfIg0FXAo77KwGF2UbHP7jljH0vIZRhTBEtxfKOnpq2D/4tLY0qcx9pHSm+5ZHOLowPf2Ofs79nx6VsiN9RtUwIYFqUe1HfhO6iYrpDaoPSnlIjqATAlM8977rf57PqZ3yHZgT31FiFZzxefWyZm1Va3B2Tp/1w/7wdkjbN9HmTBetHWrCqqYQmdhkaSad5p35cedkhzJaNEuBvsp1STK2GKKndefgqgYHEOU8bffvHV0zdf/175+5viHfu6eLKKN6v8+xe//wcFfHz99Of/z396+uv//O+fnn7z396DJ0tz7Cy7HqZ7wZPFs8oMwABUovgI5gbhgpiiWoHPeMa57T/zfJ0HWVgZhgeGsECEBur8K8lF6VlwcKaoION3OEhYfVe1S/I+hgxasQs8Z0TkgIpH55gHy7/zm/S3GdBDLlTjmfB24noP/X9OCOkUyOo8V/DYXuRcD5C1lDBDGFm+cye8zwiSB8hqs7qbC/mQroEsluoMasRZkBUV+nkbxzvt5UEW5i0XvjhWXKRc94DjNUDWRLwvudRuz6xyspRjlDU5E3lJ8nsemQ4bNvDk+U2YVfMouXesAinOXZzz4H1y71ZSHr20u/csjm9YLXu2qz5YbnKKVxig/QCYsTiHwgkJ0JjDYOeSVO+Xna3DnAo7ZNTBFxMcfA4wfU4fBrwgXIXS9C5v0zxjoh2KYKvYaEpGnoP6dxPsvr8gv9pegybX7yuBLFfAxj3nIZORoFZhT0tO3yG+vfLfQiulHDLsqiJyASvBUH25khM1d6WCLPVQKaAWioXnTarL0xqmiF1dhw7N9lJWKuhrm7Ky0vgDZC351D0XPlqQZeHRzgEHwyBIppsY289Qvmu4mdEv/ratVukUeWBWnlsVCwu9216QhwdhyuX8pK9/nwALP6hEB49WQV2l/sU3T7/7h799+u1//39L4Yu/K/e20juvkZPluvitIIsSHWCmACp4iDR0FQ8Bf0fYIIpfqAqkZvpFQRaxteWIlVBFrx7I3Csr7FQNRiYKBpDloaQGmnF2Gz2SzO1rlSwjj3NAhWMHyGGZwydeG/lp42VNJus7410IN8xRDB1Ccg/ZejfLgdbLhMvnXj1Alia4piTYfFMxn7pZ24Jw6QNXuSKTuGxGxIkzbfj3WmjrwbIpLkNtVRPiPBgp953Ye/U2nVbP5tK8zn2ez7HNNciq1jVOaluUKyALbfDJ1E9vo/XftrxbpAOnqzmQzgQjPYUBZTvSMWTzlY0z0hT8+q0Bjcx4q5Wd118DZO1GYwLihDX77AGxHmLnc9ErmD2T9GIWKmJhZdxZxMLCBS3Px9t662F87K97A61NAh19+E0FW/5NABYBiC33ginSalC7McGO0k2Lc6dSY2tKb5P6xFHYGLy0MvPBWEYZYAuAzOCYAadavp5/KyxQ5OKl6r3Iho3LPYbsodLQW6Cer68qNda1qPQn5akHDFllszZ8XqdMUgiNs9GtWZqxDLLrBsmACqDzBLbgvEj58HXMSo9aHtTQSisCN26ptTyG6uHSs2hTiojyFObwL+21LLN8y/vD2XNFLxzaEJ26YlcVldrj5/uHyGA+mud7y/tr6Yj7za69TrjgOB+q1NZEwtI4YZ3+2TwGlZRyk9yL7RO3Xf3evL71LvI73y0KGQTd4xsCrcB7QTL0TLDCHvYOimngXtNdoLwXHvfmh989vf3xe/FBe9G9IMuCAJdERS5tfIU7CX1lTlbx1FzwZCHXCV6r70poIBqJOVzIx0Jb+G4l43MHhRHOe7LI09B/k4tVfhSAi9wrz7+qExt1pfIg+4Y1NeM2K1CW73CgsHuyBLJaTqvzN+97iwaQLpdlpfRE92L1I2759RgHa1EaL+2NeS3CAP3gLkhTZ3Kb/LJR9U6zmRNIfgrEcSf/G4Dbnt+995ysUZnbA4scanFl3rIyvp+iSoJbD9s9IGtFJM9xuO5KsYxxssdEPAdZUVlrbmWN5CzIGtsIwsI29Ni2eotqO7T4YKvaALLSdb3E87gSfRsTkOVKdprESttgoK8CsnqmvlOojq7fqoCs2zQGZ6DEhYhC4iz/x0BG3XGo9ETBaSDGFXqXpmGpunA5EkcAYQbIonI+22+7+RKscM0H/U7Aj8qIBZdB4NUf/07AyUM95NEreQDWTgVWlt8lgIZMdLMu41ke0Ax6ogzj++i7wV7g8it+34UXx+wKFYWwq/WcpDQNpjTZPSveqDb1Lg+pHNvCnjSBqd1q1cm81URhZb22fJyv6/s8gKwBRGTAJaXsKBqC8sUUNVdMZnMBJUFhNVJc/N/qgsAgPZ0BFFY6ZbgW+tbmQZbaZ1AEFgv3qYOstW9xPiG38rjVvjj7vYMs7qAJ8BUdtdZ+WpWoDi/MNQGGvSRirXtsOHaE4WbVd08exf55+PdE6W5FRjEIM/iARz0ryLJiP0eTa2DmLpBV+CpBFsIDywf5WDynDLNiHu8ZyDoyRnpBjr7rkSc2Xui8gmebodAIwtBrLrDnBreCW4OeA9CLps1LBXClQ7Fb/qoXs2BenfG4aqyyrrguJRoceS25aUrjcMOUj0baYjNgzfSzmTeMz1daf4kzYp+Btz5A1p7NzZTxGbYdC5nswd/HDrJm2590HzaNZlhzMQNZdX5TTlYqg3HQRgNMsof4ZldokHRLBS+eAVl7itjfEQWW/BBBMUKHbgBZ2YIzgMGNxTn3Q6MIaoYpwTPariMOXpH9LMzvGDzRNScr378HWSjtTqt+7bTm+U3M8zLLvy9BVVp5p4V11bGH0QfL7XQk1BN2aldQ2NGn5FUSmLE+dy/R2OXFMvDlXiAoJRZu2ECZF9Yo4SF2jhgOF2U5Z/7tYYQC/MIyDngcsNpseBXA6m1r+0sz5h8bW5Wr/o82p83ybc+4glg6IDCcQFtSDmHZ1R3iNFq7xnV2IbR8MhH0HmSlfXGG0MlkmkdLHqfJp3z/hVmGHWDJAp7yEbD8XRuWL9M1C+t5fEemxQwWrxtlxaoOOcKZ2flg7/lkQVbdM+up3409G2vb3lObveLsBqJm4OIuSpE6fn6c82AP836/IMuqC+JQXeaTWZ5ZylmKM4m9Cb767Xffsmw7+PS7r949/eIXv6ieJZXMV7gd+VAwROHfUwNR8GS13TsHWQRUMKCZ58qLcHQrDj6CtcKP9aNyCeMvPFCYlQNLGCcKdViIo3vmWfwC/MmLnmSSog1qbsgSwMJ/AdK6GRwAWfGf9V1f5mSNxjZ/sA8PlHHsvs8DZNn87cHMc3myIkgYaM0Iun2/79fHDrJWKuZNICtZO54DZHWet7I+qCq082TdtylNAEVdPYEsV3DxO/OAI0/W/SALNvDmNWnst41Y1rHnmIF1G9mS1wBRfuYIZFH9U+jZ4NEoIKIDbiakbGzNM2DqevV69QM/d2D0GZClcdHCOwOU9L65Jdp/I7zNcZCrIL42Cg8UxPP1xL0qFa8S8XqfzvxqIEt5bXZQswlpz99Cowz58futqEgL5LFxmNwiTLKQNwpTm77WN4ew6isfqyBL1Nfr76NAc6NIK/rh823A9AStrkKrfO/NvZE7FTTRalxX8wAMTr8qrTBZ8EoZsDK+h8eQ21DLIvv9DIOxnISgM1BRYyl70cr80wOtrecvNfIAWf2E7Hb7S3HOy56sEx25SOFDi320yHmQFfcbjSQmB30r3x8ueNWT5SALoXLKo0LFxF0Jd4Cab39XQFYBWhjDL3/1y6c//IM/oGHrN//4G4UQB5B1Kpw+hQu2xJBRNv1QKgaqTL7OLYM3C9OZw6Jp/AdvQXigWLA+5B8OKkv+HHOwALLEawiyCLiaJpbbNpY+6DGub7f728Hz9fWBaY36Yunn3SALg72Xyj8zkJUt4G3Xj2CmCnwTPh8myPJqPoF/nZCCnpO1Eqr3hAvO3L3xPQ4y3UJRhQ4BZpP0zZtUNQUqCnWTY4Nzl1v+AphATUCvPGCwduCk+Jny4gpT9mQ5E6ib/gzIutv6gS72TLEenCveFizySYj7FFrIVrzqVkDjj8PyH4XdUZmF0l49L/ZFWtyxjdstQav9yhZDs2uQZatnirnKnxeKo2COYDEK1Qao3PIqNdO8IEHJd1psni0HMZqUbi4spEUX2qRlADLfk0bPfGEDSPVe7p3ec/EGnh4SioBKBnxNPlEN1r6qYBG4U7vRz/ri3KEdq2wIIFXzvjCnXloeAIueLwNs9JppwHU+SEc2DdY/zYnNhn9nA1S3PBzRTRw+x2HG6MVqkytjhPOHBqpazoXW64hC9+Gc1o9h4ZJwzi+J25veSK1t/bTFs8WfUYY3Gvgm+BuBExSgVg45hoORLAjk5CmQQjSbhVHBqGCtV7e6zmXH1RUan41y/K4Hfmee6bnpmSfO3XOLCtYt/bnX3H1XXt/ROzu+4mjOdlzdw1XlKZ93f05zbRtk4N+87mGbGG/pqidTMRaHMRZgD7TvjyYU4dC78bny7XwTe+1LeHMKyGK43AmQ9X3JxYIXi56sMkl/VM7J+uf//J8zF+q//tf/yi564QjvbxzPTtXLY8A+9zlESPh3339X0tp0sLCHCvKdNMq00D2Xt17oQsaxch0gqnjuACzhwfsSOVkekuzFLszA0wvs3iBICUR05zqdy7PIDs+DLI6TPM5YpxGS9MXZysPQOspQGfS2lLDZmxjXndznYwoXXFsCRpDVV8KSAhOn+8q8xcXuN32/Pu76DqS1yckCyMrCfG8re68gKxF+9RRRqesJ2t3TtlXK1XI6fNo8VATtMQdIPn9jDgQKhczF4hHIQnvVonIKZN0ieiMtxMIC+j4re33yf3t25clSZNfxZl9db983hpGLTzQhIMW1ffq5GNdkzqMO94mFitUnl+GCdgcbE8ByIeM5WTXspApW7Z8GaiWsa3hcWIuaa7TyZIV+RZC8W4cjrg1AuXq+0SgIVmd8uBIQYA0u2g8pq5ap9WXryETaf1WU6vzBS4XKU5hX8375IZUAXzjXi3ldIrxwCDP+9hL08pIpn6vNecvJ8HdrDfzjW3hU4KBU+fle9kiN99U73KbqlQpXfDzS6dF6ra+lXMUkq7twYCiiQrRUXvjx+33YM1lva9PRS6eZKtF7ued4DdZmJe3P78v718+9ieex9RTrNHJ2rx/R+/raNR67l4qv0YvxHS/Vr/ymFaC5bdTHT/WypvGOab7NBR1WXjby6XsAACAASURBVPSe/3mKxfsGWQBDCJnDeVcsAIHfB+GCmEF4sr7/7vun3/z2N/z3H//xHz/9y3/xL0u59B+e/uzP/qx6g3Id8VhW/8L0cdGwNgBY3//wHc/i8uqBVQ4K60jfNUNMY7wmN+CZwhit0AdBVgkVdO8V2VcMDZyABNftHBB5SLEbg2AkjB8dNJz0w4Unawmykg5f25+WhZf8eICsixziAbI0YQ+QNRLO5wiyzij7/T0Gsg4A29yT1ZjjWcXrJUAW+uaerHzYcLNezkEWPR4BfaB/XjQ4eoA6L1WnBANoUMwl4jsGvvFmWoeFmqacj3NrQpLAEDlZvL3CJ3suCaucz9M90yyCFJ4eg0gJZJ4jOLIC0GTFQnoM1VcpXfIgYv5/tOIa/DesqDxwWWCsKWiWD+ahiXwf3i/lvnVDYxMM82qJprpqkfQxoY2RA2hB0ZAgL9+EqpHkj0E5al7Ag3XqLqlQSUsXny5VZ9xU38/TQWtRT971cYs0jHWdUmjesGrEE80AlH1BYNYs3fH98jNKEa5VbK9qgqcG9ABZp6bJbnpfICvKgzMgK0ZbzMbXeK3RmJlmP0aQha0L/vePv/nHp9/+9rdPv//7v//061//mnvnL/8SBywr5O65QJbLP3jKUKIdYK4w3z48sPSJO8tAVuWz6KzOm2DFRxhl3pbwQAdYDBP0/vrzbMaAGWOTjRWb26heE+c2/uJ8JvM1FfrpeE1ydQ45WQkkZkdJbesBsqLV9QpbGe99gCzNyUcJslid68iTpaPoupDDHG+AcMNFyXuCrPIfzI1bcqLl5FP0ZO1A1nidSMMsPHPl7kMHWW4JpaclWEX7EBF5WvQxRZZDb2OW/m4KvgOMxGAG76Mpn40zXVOST4Es7G92S2slnHMEEKxCXWCX8Zmad1QVZexDhxGmaGMeXdk33EKY4cOz0vAu5FVCXud46cfCGb2f9HyVMsI8BLPkDTA5Gx4qC/WUDiCs6cCMaErng3G8tS13DmkOWLwGQMCqSpKcs3W8htnZNXrH5p9hbhmeeA1koeV2ys/yVelCpB1f31vQjD1bKw/6a1qlLn0j7spQIlOmYpJ4VaDNWoxWeR2hO4tuRaX7yPgyp98HyDpLKVy9G456udJ+vDd6sq6ArN4Dtn575eEA8h8xyPIS6P/4j//49Pd///dPXxa+80//2T/j+Vi//d3vbgZZeS/5fCEkEHlYOGj4R/DVwoMxf76nMeOubcuQNQl5hscOeWco8OGHRuO8M/BM/JA3O1Dyjd90+HxNxcya/GjAK4V+X/BkOeWMOVk5VsrufICs20FWVi3494Ths25c53qshs8W15niOU+HC8q4zI8T2FLopAuN4FYMx4SYt1/Ht1CAKfh2wmmyuc5yW85tIGQaL/oJ1xDtW5sb6WWlX6HbvasaN3p+gVvWZc0WNpJS09fXavOt7tsaLwQ+cxQIssxa44yijt1HorfEpYrrKv22f8liax/Oqspy6zNVlMNZQXG1K43zoRCMYsqkt6eGD5RvXp7toB5Y5EGMTaa5GIBva6FTFQNt5HcM+oIp24cT6iFtrvA7yHIPiYMpn3POnTN69cx5sc2ArVAMpbPFCh3JcxjDBnUb3hF5XFSe+xFhbjmb1EbiNVxoVOa8afRkpRkyOp0duOiRjiqJLpLmPq0CNJ6z5OOGl6nxF5w5xr1iRNfADF1fVvlQ45EXyrxfELrlOiytUAR+RIK2FdnwkvMCUnb2GSslqrgHwFt7j+ZJFNjmtR2srFwyfcSFZuS5Cs0dlwJt4ewYz6hc81reETyM61VPa1b/vP7EvKWO6bZbaow7+Ca+NtBVqbUpVXwo0p9bwd0zVjds5gWipxqatBoqSSTzoszIF4w9tHkdyOYOje/YSdODIfHSa4QLso+ZaR6z/l23t9e5B32D+N1pc7nHpJH0vtaqtmoLG4yyFSQrA1PlOprjumz+j+PBa02PVka6ArtitFnPyWJuUgEd5fcuXNCr7/32N799+pu/+eunn4uH6d033zz94pe/7A4izvqi8+KxGrVmMvJghXDr2I7vcchwKRdPo5VFFtBgEvagz5B0K+lMPscoaMGwSJwFhvHZuVgqzx6Mdf6MNaa6zOyYWEnHK5Rnj5mM8iWEINijUUZm3U4a5aDbUi+0V/O1cf9GvrfggT3xWEsXf/GV9+7yXjfe9sD04Tr2P/nTf3NI8XuggVfOWd3ZoWEedic7bwHSgfLok7IPleoJSfS4Fx5x0lfzlUEBmYM1PW7WY9ExWEpCW96XYT5TXG5uY392mTxZeazdtknW2HHuuBW1pRfTms9jmHrH7FlXc+pBj2QV46dVONtuj+kNLWSpXfZiD2vvbItdl4LSlDJXWLKhYOXx6MPN8gjvVTM0po4eNzTf+ytnCliextJ6d/6HAFSchzZGDzUbQZbzGSn443sHz1X0fLm3C8LEQqk8rIoczC16dwBfttPJC1MEUptj7mflUOA4dfLYP/eGpf2SY+aVLJ0+FeCE7804QDUoLjqFrHuMsF4ATAgtlJfLi2x49UPWRbQiG6iOVQt0OPiiN0x5Ye0sMETHCISxr3avFArzynF9ouQIzw+7UyMmFK9znHn4bH9EgCQgv/MAt1evwdVZw1/1TlZvX1youIo+J4Em7Bk70KIaJ7uneG7OW64PeTAU/KCsVWrj1w1kSVHrJzl7u+Y8apSbIyM9qw1MWbCt8/iee7nfLb06M9o8ipl3Yz3SD/sKj6Xg/m7MbhkK9sJDEcgqdGxn3J09jNh5PvIhkZf1t3/7N8yR+qocQuwgC/fEdVvpLLMhulcQebMqza6IAPxk76LvQegxVSaasUyRPco3Qx4Wc6++xP62KoJ+nITxT+57hga2jaz21ctMh7sia6NXrI12aKszJBycebU4A64TR+pt+V+vc+7IadybaPWWXR7fpPiLKx+ZN/XMmwfIilP3AFlhCyV39YcFsqKqQ+YEZrvYBQ+QtWcPrwWymifEPCfetVqk4iTIonAV2PKPZH77IuMlB7u4Q5AkhElUf0vfZp452vv4/0htjYmTg9ilahg6DbJ6ldFBFvrQwLy/t6f2KchaLDs8XBIAveDwQ5UFOspVOrxsZwHsmfVVlmwuAD1XyvFqoJkKGL5HzoGDazvr63sPPYQewDPEdOYX18PiG5tRAq+AUuIgatzhrmRp6XuA6mM0UWezEefPBbB7Q2P7R+p7XgN7Q6K/1a5rICvQq3e9G+IY1VAVtEkyu79P1nEoW2UBYVVdKFl1tlyhM89XVMgiCPMDWvWe2FE7FPWQzay48543VRYxodkHyDo/f6fuPFomIxh6ybyojjW6M5KfevcNN/n+vwVk0eRrxggUvwAPwzlZOJTYwdAVkMXQOyvwhOdRlh0gy3nhKnST+5VVRsecJxQTw3ldX5T8Kw8P1OHDZTEAvMg3cQ5Wy2UFyKKMs43cQlVzpIAbcdYT/wBZmJsHyCKFnPE47e95gKy23fKmf4CsyIru9mS5dDgQLHOrcbbK3KtmNJWpelZf0JMVQVbnQViCLPSvBwXdvFABl9J3phJRntPsEVp5E/kGA0vzkMO2kNkzPbyToIJcy37mRBBBVl2lhbtkz9vW/WtXDFBZr9xiTXJAHpiB2vouoR/zVOGfrRS9zvj6vlY49PL9PxB8FeUD/7PcML7Hwmocvvp15ngFAOd9jbqgPJIRYBnJ2M1UQGrIjI+x/917z3xdjqyXba4ohG0uDrZzd6n3ZoEgbETpXJhhXVsc6SHt4Dkqw2fcLn5WGu81yky/mWhv3gLJ20rEBm6bFV7Xr1l+z8xbtA77/fdyv1ts3GemNI/no/BkVWPGfDUIuM3b4iXHKwg/s4AvcM89IMvpFEAF5dzB11GdELTOYkCJjo89WQIs2HNoC+XZfyi5VwBZMYrFp8DnrdKxVwNMHqgvCoBCn+Che4uDhpl7hXXwFBv3RLed4PvEPVi9N3oEcmeWZbafH56s9cw9sydrzXLOMjAKwZ1iZ9fPJPGuhr5n/J8vyPI448oEaCGJG3IPsnB/PDl8nO/nCxfsVJytJytni51hK+0eKXGJmk3hXDPeFoKUQ+GaNRr8d2061Cva9aa2eF9uEfcHjAFLPlWQeoUpKzZHwERvg4LuRRa8jLvG0ObC0ZKvLPKD5nPTgyyL+4ZCaV6mo9XtosrsxhY57h6N+bwynK50iQcIL5ZNeCRSp61huN8wC+48JETtyUR3d4Ks9u7Vq8P7zGJdQZb1uOYIGK3E8E3tFQcMytNScQud8+WHK0Oh+elH3CuPlxfXEL2r8MZPOBPMPGWchwqmRVO800GHov4C/7GdU/oirlP+68+HXD9/X5c/edpyGfama3snWQtvx/o6X6kgq6eJgYdW7y0ePgNkbF+cubX23W6uoEtKHSziXsXMjRPV0l1BrBrx8M/OExDmZuyOMZ+D+WNBkzBmhZne9+l36r6t5+W4+/e96h2fI8iyMDt6483bLlpvOeg1ImFCbGaSqEYFVA4EwMLZW+BpCJcW2OkFRswXkyfLci7FbGnr+KKEBr4r532hEAe8WAJWUMsMYNm93rLns/sBNO7Bantw9FztdWLbz/auKvi499qE6HL427julH5rRabxap9+8VmHC56zH61A1oxR5cWenZNF0brgqmeIZX/P2LP9Mz2h6P6xkx96TtbMqt5Xh9mDrJxP5Qduthl6LZCVrDXB6HqL0JqBrDPAwu/J966+z30by+mimtMalJ0Z2xE911x7WOTCXsvhlgBM1z4zkKVx1LlhAQQslIGv5dlbQYk3T1ANA9z1CwCpDJLKGfeplHnJBxtzHHgapACPQmVWn2hP5Pgi6MB7LtHieRWQ47noPcgeNwk4eyfmxZeEnY5jlrDG8269deHb07bWksKYAEggVl4q/7fA948828sAOEIMPeymfA+rOQtrsCx9A9P4F8IZeSxAAWy65qC7edXU/R74eU6gg6xxLkY+3t0zAVVn19YVCRULMXp3XJNI62ye14oeBUR3+zXTcwZZar1Z36NyZWpm9Xz19zooMxKo3RRN9O1E6z6u5HzXn/MXdR9f40bv5e5++7yXLmxf+pmBrMa7NDOqumqgyPKLsscpz2GVp5Qt5YDhUtjiu+++pTcLvNCfH/RbgjjjjgRhDoAE7uBNQ/4VPFgo0y7QByM2N6JMTPhNMSZe5Qebex+rASTopIP36aTMaLpdCI1PxVyyo+Sq7jyKXvCIc1ijjpkzET9odcf/djvjFcMFG59oA19gHhHtou9nQFY27B1ZE1wA7KZqv+ifN8jqRO2gtO1BljxfgSIGU+NtICu2KWVSK10tOIMnawRZO9o4vj56sj4GkDWDAmTmi8F+fCDLiqiYAj14G6fjjPQZqUgEdXSusl7juUdEC8On5yDigDm8kL1Oz85h2wWQhRCSi3b9ofBKnRrR+1sAUvYVAh1FFMhpuzFXPj14ev225oudj5FQV2CboYcGewieUIUr5HvZdS+yoa7hrK8CxBDuY2eDKSTVAS4WAMllXmnRPanySuouJp91TEUVU9uH61pBgV1JxLKqNpaJpEUNwLv3CiBrZ5jJRG+K3BWe2XQ1nzXICyXsA2hJMew/b1ixNswxFU15zPC/HF1B2usWRQaT1/3c8MIJePHDYF+375u3XQRZBO8OEE4MZLX/b5jR+jZySLCnGwpfVJ2yyo+xhyPIavQNUIFH/dzBH0sO1nfff1tysYrByNrMz1fgwxwsq8jnMpm/3xZQpXOw4MESwFLxh2q0TkZQByICYv1+Isd+gKwT1Hl0yyuBrA5lJnS5wpr3gKw85AfIGjePf9OtjX15tbrgTKD1iZh7kPXzC1QXzJ7BGVAeC19cs35sdyA1tp6aP3SQtap6qDCerOyYfmnfV6+O/01lOz7Uz8Xe2v5SnqweZK14xmp9h32zUTK05l6qvAnkrCTUc7JMI9zRiucyjf28ALIooFtP7lFcvB/NMzPn5G3do3exH0Uce81D6m5xb5fRIJUmn1uNP7YBwEqPF7UOebUYagjFpni8WHIeFQwNOKgaokCWCnc4yPJ2y98WJuTgjE3bj3cVgLMCTABOoxWBULuSwMrKqMe+Ey+wRqPeZQvWA7VxXvd7Lc2/ZvCYxQ0gqxmytrxxZUrlGpqFntUNYYUPxlmfM9xVvWCyxrv3K96vthLfqtb/fS+f946L8uUTAlnOYvx8vcorDox3dT8tmNJZD/BsDV8XZAFUqhdOswgx1OHC3/N3LpghkOUefz7INjwkMZZvR7ugfYYJEmChDD3Ks5fzSc0rBj6R5bN7svxdcU1aX9XxhyfrFk7wgiCLbDKgYAkCSId+t6xYzkpFyHtNzR4rCB8yyGq2DY1jZlFehQtSdA8y8JiJ542SlUW2mSVSWrN4XUI/W24lGOuGJWdYl3BXG56MaYyIzzSi1ryYYrxiuMkbtgVZxsSckettF4Xgdt+V0Q0hNwp3Wn+agnRruCCt+uEdfszqtrvlhiXImghDWuip9Nm62T6vnq0hRrff2a5oHs1Fzsmi1yF+PFzQ1Nt+zvqJbtcyyOqJauZ5ia8cQFa5eBRa5aFlzevSkTeeZvNtP9sYzTvT9lI/dHlvVsSUv5/fl88oWWyvM6RT74kgCmPr2+zHWvufulfDB+3h0ZhjD7jy0t5OkaAAQJ9ZDzP0ecUFhQzqfC55tlRu3tq16oYOsgS67Cwvu0aQZjkZzMsgsNNv2xHk6S2zU/TPfvGW8m9GMvZztJYDalcgq/w3jHMgg2Tc2e+1cYm351PJ7dc+pgieI5YMwK2h3B5n64gqlZdC677nw9jZP9JKnQpsVvlVC7M6R+8DkZ0b4nDXbizpAdJlx8inOsKNnXm2x0jvhzKtvQrj2ZVwHzjXSuaXG8+t3zhU7kQ8/6KerLDPba9qAxcDT+EhKAEPkBXLs0fDAbdT6Z976fEozriCt0rerELHBUypsEwBWPRk4RwslW/H7Hh4oPaC5qHmv5t8zgdexz74Q2uQdbwCTQ8zvs8t0Diz/szy99qqjvIYk31Nlxt3Jlq9Hi7Y0+51kGWnWHKdxhLuZrFzYZiV3NmOPjsNR56tfFifW/RcWTxbGOOI46wsi0G6DIJg90xWZj358L5+XANZs3ctraguZ2xDOGEz76ZTphW6EeeGFhVubn1LIQcStr9RwatTLJJCT8JbHMbc2uwJegRZ7bphgw6gH8377deU6eEsQ8rcsTTqc1P6e8/mZA3voBI3f++Agw4GO9JGCq/MAH1o6wLTIsHA8g/lV/kzXuaWgsLn0cuD27tioYO15E/7JHobXAhtxxIHR7/IcuaadySsQVVQHRBD4sfrPsb2/dmwsrEjUu6f63NNBGJYCrljH1YuFSPE2f6IvHIUqMZTyFfymoz7rYbjmIKmUFFyI3mtaggiiazle/HsLnmzZI1HuKGdZVPCfX7iQaEAPtzkHCuVOII2hAdZohr/sr/Zvu6nVd5564RHaNy+jjXLr65rnrd7rPyaxfKuRQxs9SxueNmM3vpw/kCXvnacD1sSNtCUw7DS+ifuNaVNwGnOjzq+ZcZMWPoJyoYT0sdey4uvH+vR1Bg1rMHAQy6CrNyVE/JjNuev8d2RXKMHJdDKEcha7e8VLV3lRd4O3wPyuQNk1baW+0Dnzfn4ZcSBx9z4R+Eb8p47GGs8gLQWQRY7W3KuSqVAAC3oVDCQMUSwfOe5WNXQwG1k9GqGcFfgWWUwTOgo1wOtO80vgdCepnP70nWbLNjpytfpF+2fRRer1kEhF/QV3J2JkUDvKoW2+VyCLH/RGZC1Xx7jpQeznJnkLCfraJhnFnh/zziSo2dmjETA43hB9v14PZBV1/kFQNZs0/chII0gzoIsgDSf3wj2rm/gK08kkAXWcpS8Y01LII0hPzeDLLDbhSA4DbIS8DXtppuMPX1eYFqcgh5k0Wuw9GSpKy2/6ghYZJCV/oZQCkJlNq7By0iQNQcy8mB5//wfJuX5y/qaAEilFSvqcbvifDQXV+hZ914WG3eArOzBGj1arU9RD/B8tiPlbwCtHhZowpVcvS6p5X/ZgaryFnvVQ/Ng8TszBuAaqhziwGV4uaBYydQkWjBFS+0gj62tAw0KcVn8DxQA8f+xmQa6XgJk0cM2IennA1kYpPGECLJ6rjIhuHMKVKOHpjRqnvC3QBZ/dgYVU5T9TCKqiKYEe1dndDaTY9d3T5iMjxRkcZVN/mCuPyeQpTBWHfCNvCsUt0BBHsmqJgu8+mUF8k5fVj0QPIK5igRZpWIg8xZV5ELnYNlBw6BuA1Vu1fY2C5fhe1eeK6c0190j/WZabn9f1zkfIOtI5t4Islr40LFAv5qjRYG/sUS512T15r1iOLozx7Y+X5CVD1ShDaEKrfIXk5SPPVm5umDya1EoXgVZimFu6iDd50trzJw6VgrdkpY6pYxs1H7CEx84yGrgog9EI0CtRmXBVYUktM9uL0nNbFrbIWhwkIXsE3iyrCz3c4IsFyYq8SxeQoohyKI4Mqt6M3/U/rfKDSYwm6eCIwygNiqrTbA2D5b0vtHb2BS3AE6T9j2HdZlCz4OsM0DuKshqFsGT/SCAWAPy2Zjd26BdR21UlOa/J5t2GAfBcAHLCVkEsWdgWdW/3FtlL7KwHoEoVi9kzpe8XSrGIRoB4PqReRjlx/K+2E/DX/q35ioC9Dw2AjTznHX7Cjf69PkgKyibTcQMSWkOV2vN/XEil2wG/jiO2nDqKIcd+nPWEjsZVuBM5Fb1Y827l4GlrZeflhtTQRlCuKYTI5poSuoODO6up059AiDLRxS9gnGUXP40tzXiZcPszvAuf5eT2Yt7sqifljgHlGgvFQS/L0CLDtisi1Svk2iiyibTbzEnXxS6Q0GLN19Kp+JhwwV0AWhRh3L5zLahexntVtrXPfkzB1DNMNH6E3ZU7f8DZPmsvFdPFsOzTmgDK356ZP9+gKy4Za4T/G7DVaaUNqerSxkg9SAL/MUSMAPzdODbvJ4p1K/c259Q9QwgK1cwrIxsLV5X+UkHErmzSH+0IAv8OXm+Zlatt7sDUNNEXQJZeNbiKHQgLZRWhFuscrL0suoVmgHc2h8XZPodD2H08CPKKIOSsnxTVlaQKBkTvI1UOMXkNHXKnKFV0SrU1Ws2t71n8iTICnN65KXpp/4kuMGegAJwROC4Z3N9vBzff64v5yo+9m9q4WJtXc7PkS1cCOurrZc1ZA2G5guXwaaCocmIHTRVGnbQBCfWjyXZHQnvlo9B71g+D87KzFsYohBYqKZoxDQDo50cNWVIZe5DP+siYsHtQiejBbLiJ0eJPA/ISnM3rVio/XT7J8xIRbLWpnmpsgEuUzn2sVdhA51x+dGEP89/6z80MtLzHxXm1vvGSy8iyE8MZM34SAZZ8e9duPQZ3uWr8FogC/Lqhx+xz+HRlvwSJfejd8O0eFjT46CD+CHC8Fx98Q5FLfAjz9WXOOy7/ATqMlJubTSj91w/fICsGWfBKl2IvMHdmaDfR7hgn7sDoJ2Y+EB6bfBLFvvwZAUKeX6QtQona+SXvBlkEU5thFw1Vr4HVVpsrKsnafpAmNDZ0f0IspwxrMIFB0/WKZDVv/WnM5aBtD9zla9BOfjAPFk5p/Go8EVmRVdBVu8bo39yqTdV5RgKKEAWQ7NUCa6b06Kwxk8DWcum7UIr9Qz6U96fviMwMoVJ5sEcyqugLcIw11GT54q63M8/NIulS/UKxFzpbnMQDzfuPTBzZn8JQJxUUs8oKnlbZB5Rr3c3+jjPgqx7lGotcR86uqMHPjAAi14dEn/gAaEE3epj/K/un6iPITSIZ3mhxDwAFCsUWp4XfgOcWTENeLmUFG/5YvSGGSCrgAsJHdYL675U936ewXZkB0j7p46AKLJ9Kr22rxwSVGo0b9vRzGZa4bRNHqg01IEgDsSeuIce0npMxpb54NjF5tHqrgWQVT1jxjN8QikPbRxQmFlsZiKP5u+MvEdVJe/7QOjO4M19re54UQwR1B6aJ0dkkOWrf6bHZ3iXj/I5QNYqfN+93DKmlAqCPxTvFYyDE6961WPchONeVXihQDSIrrC8MYCstwRZJVSQ1QMVPtiDpKZ7ebyJ5ltzPvt8rCBrHTpeRn6x8MU4Lx8pyIpKGdWUCyBrxQL6g28nbGqxmf3OXYiTM4RjFuTiJwikBUFXkZHoXUznmJXs+/ryIIshKjZMAqRc1a9813uhxAwi86yucBvuhwOy+vn7yXJhroifTw1kHdHcVZA1zuOxwkAhZjkwKjaAJGGcUxQUrlpdUK3vhH1WkFTzQp7UCLQklXC3FKKYt8E9UABf5SEmsQfw0RU7gH7bFF/P3Yl9FvUZ+OrG8hwg6xwVn1FUzoOsWQW5c8rypXWcDq2F3J32ggA7Je/NctY4CQavzGtFalkY/SpWwFMG0FSkRW34GV6e6wVaqWXnDXj8bGd/eW4iE+lRdMNCDnn4srWnNVJ+GPM9Sr/gDZbBQkCrkzZZXmWwwx2iH1/VwaAxmTunlRgelilAYY+LmZ6CwnO0vLzrJpC1ak0d9+mjgYbz0DxZukF7W5Xg7AywTXI+PWY0UjYA/HORSQw/PtAvtrNztwI6vmG3X+8BWdvx2A1neJe39RIgK84B/v3DD9/RgwVP1mzNFOLsHN+8ngRZAOJFb4oAy/OuUPTCvFikMaODkR4S/R3xpkRLLdy1bco5ECPHO1yeMSzSwR6Zre2dMxB6fM060ggH3l8MxR2af4CsOiUPkBWp4xrBz3ZH3hRDfHRnvX2ArDyHHzvI8oTuqqxNhDlppPAgVIWMn+uCv7e2Uw1JHqEIshhSVYTWvSCr9pNaY1E+oRhRYJWwCx72iJwLWBAb8PLQH+XIQNEB2DN1M4Cs5sUJ4tw9JKaMa4x2/hJVL7RZDynQN53VMyVKW9M7xeasctKtIWTf5sGPA2RJqdXHgOsJALULSWpTU9bEG/ludgAAIABJREFUJkrNngOP/jyDhoaJVDuxvd4Z6J4uLzePs7rkDWPVsh8UcohqjgJX8rjKKFAOP7XzwGisiHMz89gnIBIVWF4iUOSGrT4zANQ8F5zPwEPa/rDy0jYhtdTHsEZemXJNlDftg7hcO4K/ZSOBOEx4EniBw3DwUqx1UOwufEteLw8NQ5PFt8k2VmD+VFe3CuhuQkZa363B5wKyMA+sOlo8WD8UWaUjHcyokQCRxI8dsGKVMRmWyqIWOlj4TQFXCgmEoa/QC8qzc3myB2v0VJVahJUcjjxZTpONdtxwcB1kzUBVt//rSx4ga75X3ZRVVuVP/vTf9DtNJuEal+hoODb08GQFkZ/42MfiyXJmaTYIs6SEzUjREQf3HJ4sKb3xU93s/FqKcbqhF+6nwgUfnqzTIAvrPORkXbQeZU8hlbTGVrIn61lBFozDlDyl8hO8WKAjKD4s62zWY7Mqiq50XonwkM5MYpEEfBLIMuxm9GeWZ2KzBpaaEqxwL7TdZm8GChQyGT87xeaUwpVuOmMN/nhAVl0cLZOD4oOJOQ2yFl7uM2tiVPD0U3iZqTXsmZwezVshp5mtPQ0cpFg71qB87x4q5Ht49UPSWghF/BGW9RK+5PkhFYCpGI170CpYJDBr9CbprliLCrLKdfzNN7ESqC7GOXCadsOMc/FovMP9vc8z0DnmYRMid2bOb9kL9z/TgFadHGu0RYCMgKZ+Qw+6gyzMpCwgdExOinWsvRppJKdA1hHQGj3ruzX4FEGWtqlolTSMA4bhufq+/JR8y+ox1oamB1Oh5/4xOYPdDIMeZAAPFf6inHn11dOXCA1ENUFWwMSzWHsHQCmPfTCGWlhqWPrjcMEJHUbjyEL/yoaCmcdrTkkPkDXnLwFk/fpf/9tO4pMBg8E2DiHiCy0N2TsZaNzA1baeLAiHjWt9d33frTYxfu+uzWwLWoGsWRjFvFqj9WE0MtXuz4qEpEUc4nudJawr7fVj5/2BBvT3zOMRFj+HHHK9/LqJdltDz5Xpl7SBrB58xbUfgdjMxe7vNRvw3qwfmVgmeGkcHfk0S+9soUzh9l3jtyTFZSfQRnoVOJh+bJrrvK1uy0x24u8YgO5+4yQO0SbQ5wlWeQ+D0sGvzZMVBVwcX8z98pCMjiyt79oPUOHKD2QYEogNZLHkvwk2tW2qHtfCPFlQMlnYgFKWo3XRxwqZJlzlyJLS6t4FesMs1JFPBmFtDfI7vToSQpjUE56Z3RLMnBhH6hXbS7R0VAmwjqU2esCgYmdP3Db2M++1MG9Dx3EttWDAo5+zCgvSVM47uAKpJJEw2eKnaiOPQ7KgXdFZW/6j+2sZZJKO9ncFSvjbimngApPty9/I8UKOCM7mYV6Yn9njni+EEhYwRuWQbWixnT77mXB6NoKIPMroUve3eWK/CQ+lJ2hE3r7+znOhkMpeqT8d0rkg/hn/3Mnr3T6aXu/IbwyJzDnq0qJDS6x2Krklz1XhN1DGKWKz8iR+456QNp7Zbjbq4q9eft80TvbsIPSb5DnZLwtGk+/0v3d8aXc9jg0htCBT5juhQp8d5Mu8p8M8f0Q4iKydXknHZe98/12pIFiqB2KPITQ3eo/kvbTwQAqGGAqqnqvce+nLu3esIqjS7EUm2TrVda/r1io509zBDhkdBP7h416H/PUzF+9bP6NWh32TydLPQK3h1Ua54b4hemoh19Y6aE+1CpSMxUD2VN24q987frNrZaA/0NjuoXS9O4z41//633XPr7Zq7Gq2cz8LYztR+OJonM/ShwmjutruzPOHfmeQ5QKKm3LgRifCBQMlzMioB2LG5KFgLjnYuPL92FfgJu6ybJXp/6ZIMaDWCl1kxqBnfB4Rux6ZQM4dmzKIFL7hbVzcJ+12TnC/SE3AJ6HklvGorJAA9DN4eG7u1PzBHb3urms+L3qyDscAQDI5J2sCsiDQjj4uNKcCA+GCpO9CO7A0wkLs3iz8m01bkQx7jTxsCAXB7/I0o0F00UpoUAmuBgpTEpVX5o3IGyEA1nJp4qG1dc1XuYEniqjsyOSM52rXRuzz9N4bcht37xzB4URMLkGo773Mu1oIZ3u/aVQnxeUaZJW1DgzbezuTm1EWSDfx/hpPqwA+sBoDWvwG3h96gMwz7DRWLjF4yasZsgCHhRWyuIaAGApyiO94wRl8p1BEB3LKC1P75MSR1znoszCpuJaWeWJAywKp3JiA/ZOMOayKGBV4G9uOPnbXM9A6w992bebrNMA01hC8ECa7oOR3D0FRjnKxUQkBAXVzuw4DDbX4/q1+yHI9lHYTkuhG0PvGv1dI83yfrb1xpD9eXY94v/huBFkF1KB6H0HWRo/CGgSZjLEBWH37rQMsVZX1NaDRhD/i/TqvynaCXcO9XxLsFYAFD9YX7+rzUefL60Q5AxkWFLRlXujUGzUqdv6OGU0MMnSnf1eQ1fSdUQ7H+e6jWeKana32fAvIOtv2Ec1l3n/dGN4qHeM9bx4gK073Dmjs2cEDZLXNPgKiB8j6FEDWTpD3TGkEWaq6ZuCGyosJrYsgKwoRMFeqo/BcFSFHJYbhgv4DEGahGq7oQDFF3D2UUSvPTgZriq10oQiyNBZVSDTPV3krAFkL09J4PMOFwIXDMzUD/cyg4QGyAmO9ouitQVbvSoh8/cBSH3ohr9P44couYhEzYOxAFknAPNwVzbAcAj2cpJcwdKcRZno4vXiX8DfzDN2vYJlQ3gHQH34wBtNCQbPML8F5X3YYuOeAuWdWCmcoL2/l4ltxl9ZH5/LuyWPBD6NyKhb24zPoIVf+N8c0THGvmO34DKc0tLEJdJmv5xLA++39AfB6HdYsyLlhHHn0bWa4rrys51soZ5gPuU7qIcuah3XeFxV/M0yyyAJ53gz2z6bg3H6os5Hm61MAWTKaqQIoQJY8WM24q1y6zEOw/+Cd0joKjL2hJ+3du6/KTwFXLG7Rcq4qFUT8HZ63luruWdOzR1fU3XQY5XULyBoA1ARkZWrqjbMPkOWWk8sga7bVzzDDKYeLX+6Q9IaDPksfPnFPFi35LgGHBdkBzIcnK07Z5+zJOrPX2vwsQBYrDLbcJsztVU9WBFmIccfPTwBWSCp2T5aHCwIK4R4zGct4DLCE5ObvSzUBKaTcBdBhTWWMB2oLSFlOVbnHw7EcZLnSp7FDmWq5NZLE/XgrPT1AVuJGx4rfuPdmCmVsI17fgzgt1bwPO5AV7cmDouv0Hm5S0RmEoHm4qinfTkMEWZoeYTNTxs37AcCH/+kAbtzR01iN7uH+AsCysF1UPSSIUkhhDYG18FeFJprni54cec5UGVTeMkUhmtHBgV2QL51ayvE0UEw9whR29+4ID+pdbGYKFCq8SzRz25/7/L4eZLHbqV+jN3YDsjQ4LqiHiOZICQ8XY1QHPS4TGie4srbKLxiE/KBlzt2kYnB1mYXQ5TP83Gf3k/JkQV6Afot39/vvcd6dAFaUK+7JGqkLuw5GOxWwULXJkoNVwNVXX33FgheUQSEqhJwnMohK46J1Ye8c/TO+OUea7NbvVpDV8zKE7Tl/mRugHiCrrZWf2cntmT1ZtwQK7Rb5FPv7IEDWOPqrY/swPVm+u/3cIBdgcWUeIGtJp+SOPWNZgizuKrNYx2dMt/vwPVkeqrnetWf2RCeMCV78rCApaghlci+PgxKBmPl7ZdxtVsOmhNn3zHH4ooAsSrxQ+EKCToVAFIDgH3zF8tnwqpWKbgrPAsgq4hO/yx+dek4lUEDLPQ88oJh/26dcV3I4G2oeLmqSpmTmQVq7p/ikibp87ywn62x7teuhFPn0WWn5h80mHWJztwOH3OQKCNm7zWvS+pLfSupY9DO37ePp75enZQRa9NxMmiadpKkZ7IL+arTB4FYvLQSQZQ/HV/Kr1l+v+ifFWsPTOZmgLdA5GpZ4F4mx1mbXL99jcc85cBOb077EOXY6+0sgSocswxsmz2/NAzMg5tf5LPeNednQNaeaMD8099W/dUf0BqPTwiH8D2/VFOmP3m92ndIrzU/JuV93DxfUM+Ij7I8tz0gOox7hoZJcF1trvTrMw6wvbMoXu1N7B++FF/rx0LPYX7Viz/svTa3oxj4tPHE+p6dAlm/Tvum63KudeXUVOXvknSB/z8mahwt6+kQsAoOxsIJg+XGQhe8iUO1lnffc5BQAlpVhRzEMeLGQh0UvFox9NOy19eP+SoP39l39/XBBloO/FW8GGe3CBTX4s+eWfjLhgv8i5WSdIfRBoG8A0pk2d4cI7hS73fV5HygaD7t3td0PGWTVE1VmSsK2at/zeLKoAIfP4Ja2fvg8fnQ5WWFsGWisgdqpHXLqph29ngkjOdPGkWNZgq9pDC0nS2EZ8UeC0iqPrRCWjXykFRGyl2lHVUHkZOH3zxB+XgDDKzp1kIlPUimFQomwQVjn3xSPFlr1nKy4VSigC1Cild+UI4GstjQOwAggzY1QQ7c8v9AUT39qCB88sdLPAarya3BAqgegUTVI/TzRrSGoaReMNHLglRBv3+cKZ/N+zcyFk7Yr8O17ss1Pm7w0j2W1Rkc5ov0z0iDx3UAjwBr5BUkOU2GkhKvqtfYLN6gGMCjNvCAPLD1cBD+6z4tu8PBlL7bhHi/f12Y8wXO+z5u3xt9p7QePVQVYzlhs73BO/Tt2zfZ8BZ9TlLQk1f1eyzRiRXFqi77KjTPs9smoXGNOVdHU+zMNuyN6GN+nrpAAunHSG2LGJJtp3Vlv6ylUt0ajU8s/2uUzrSa4jgdjs5uulqmvUa8n0NgZkMV5sap/7rFtIYIKoXUjAbocwwMzyOKSGPBHKCCKWnxpZdpRQRBFlwByWeiC6yug5e34/PTesjabO9mr9TzWofLaNODWaHuQpYl3uGfN27rer1m4oLiRzi0N+kFY58jSngtkxejuGdAd5usZ5HPnybobZIkLLpna6QvvxZP1mYAsCklXSI1FpzUbix1kj8ZrgqzGSFyRaExpdKePDKBnQq9a+CIQ/ANkUcwIRNESHn9QGc0UOTI1eZKOPkcgSzlYBVw5yELIYBF+APVUGGjlj6zd3oS+QVEs4EpA6yfWMxIFCXC5V0CODVUkVN+B0RrIUu+lpAoISJg0C72EXE7p2St+46x8qCArS4IzKnB8xmrWTcjgKsjqW1WDHwrIEh3NPnldtXccEfkoTPmOsYAWfjZts3xZFdfa1tprXD2uPmchVI0z6LRdfjM/0bxcJRZRe5y/S/XD4iGOQIvRkhamSE+2labn6AzQcdUqqErKmE+ZLyNv3sH4fka4F+u4pkuQ2jwHslYt+fc9Hgogq/Vm08QA4RN0njweQgI1rdnwMOo/7sXZebTa27TPOnXC+KyXKX/fIEuYSKXVnR5ZnZPGAjuaQ4RXc69moAI6FL6H8Y7hgShuweqBBWyZjKHBj/OhuWWOsLXd5gwUqHnLc7MHM0kvs7EdEc/HDLLiGWG7PUY2MoEiA0/dwJVsNLlFPt8NsvJg94RxYnoeICvsweOgTVmr+i2blZmuuuApkJUpL4Oq1wJZzrSdSWmcD5B1Yg+FeVrd/bqeLCiDBrJcuapAqyhgtWqX5Z08B8hiqGCBSQBZRQDSo2UFMMiE4zukMT69RXU1hkf9SDCoQI92eGq1zuJZ9h9WaI0r55G5147XeU+rOOgK4aqowrkVtv2QNvwtgiC/7zk8WVfGML9XhUTGz1WQlVtQ7tMAs1/QkzXIScdKidV6rzzyL3L2wdNk+XtvkIs1sGx9N6vLQWOBNoCMA0d7LWglzYskmdP4sEEVNgcvF4wN+K1cRRgsWODGFFt5wpR3KS+YXTcl1xVgN0jofhheFLLI7pomLy8bB9PQ44bwogeB71qOv6cRhY3aOXqSROHn9Ou73okzxDY369G9tzV1Tu+KyDQbHkZt04tmEEyciFCKHhnjTOWXnUVoxSLEf89zhuf2ZEX+Ddr7nudfjcUtqicwdNXHR3BW1h65Vsi5QkggvFhv36KC4Epfc5B1bi5JXWGiVlV+cQ+p1OZ08DoN7NNpttH2x+DJIjQuKQCv/XmvIKvh737Y5zb7ZqpeAmTNZHXXjdGSky/vxjaAmxU3Ka/K9/rfHf+ZJbimqdOmak8NqkMQhv5oNWCGjRmbnXuyIvN4LpDVM/o8Xd6PZgky1m03vpcS7uhCKk7QlJTVqk4EZ0qmfw7FOO3ErTDblWcfrW7jvt0LXyhSkBhGmWaN1zlZVskJpdMZdqd5gmK4m4+pJ0tmQx4CWVxXLHxRJCHDNt4UIVhBlqvuSbkC4GEKnVcYNOCnqm5SqdQvC3+wwgAOno5AFp6Rx8uKEZjVfV5Z7ZoomXk8rrUw3j0DWUdtXtCbps3M5ckKZKEJrYO24pa5Z65pf6fnKo0m7/fEs7ob76nrIIfJjXEuuvBTp7vKyEmQcrX2sTW13aODmOUZO95rTXnDS8H3dX/bf7Yf4hokIUQaN57pe5yrZkYHB1Cqeujhh8jVdP5gOWEejsi9I29EC+0yL7LPJ8aV6cKWm9/7JLNrTgczOuoT4/A+8if2QHMSrZyjV3lHCfDhJS/dxsDUWVWNFta6SRpbZ0hwQprpPq3frUJhv41W72wywc6t8rBFC2GMAGY3O/I7zfdJ3QZ12eSRVehePidLe9q9VaogaBU2GdYqmkY+1Xy8ov3aRvFKAVx9/fU3T+++Qu5XiZRI3kHRSNDNrNLjXmYaZdVHx9zoSn9ubBhAlrVR+WOva2kkmrhuL0N0WghkpQ7Xt7a0FugpKXOjPBfN5cgi7k0fS7cdnx9k7WnPuhL6UXlHvxUO/4pS7E0OF1xZESIPHZzOV8wUq67dCbKmzW5PRN/M2gSsxCeSXGnEe2Ylj1696XcGWbOmoifrqJ9OS0fl1tX+c4Cs0swk9jf23/vxoYGs80ptE9Azr0kb6yxm+cIuXty681TtjAZodicQjoW7KKpaD+3fADN9uODzebIgCXEIcQRZbwvAKrEc9GixApRXcfN5M2WT6wplsCh3CBv0JHcK+fI9z/upIMss69X6rmIAcZ1pYzQLvAs0VwxXoU0zcPkS4YAr6qprZcrYuZwntXak0Itr6CcHdfl5JmM+yxHI0jtb/66Fil3aXZMzwXZjvdT+yZtHT1Y/ZhW+6Bs77mcAP0mxWZfjPj/PMSzR9w6UlHycpyu47g1244t7tDyU6ycCMITfulergSyvjih8ImW77TVt254HC4JFz0ZvLEuAy3Mo1Xx9bkcH++IFGkP7PKcsmEj72fl2S2PuUb7PXrGZeYPIJyD3AWbwvzP6jYGzvE1YeCatq0CWcnABgnQgcSudDjrx8ECnMx0yLBCl331umvQdcS/Ce4KxL4oXqxS2+LpUD4QXqxj1HBu7d+kn20TZw7cLC9zJba5qAFVxXggQa3/JIHn5SNbrGiYOk9louz9f1eZm05b6AkNn8DrlvXfE71KOlvru66Hf+dy9o+Z213ayNfPBK/Kwvjvsr5tAVsbHZxS33cDvLXwxbf9ekIXFPgB/nz7I8pUWs5knXAZqyCVjZ+VIT4Gstsk8rrsxrfeQk4XRJ/m79ro8QBb2YgNZHi6oMCLlbMhy/VzhghlkAWC9KcK2ZCTTo4W4+EETpaQu3zJUsIQJok6FgywAMA7CcrMokJQzhhAoeeDwb6uU6EKNdIJ2/TDcBjhbIYVESGGuIg/bCYItP71ww3OCrGq0sfffArKiQj5T686BrDjPe+VwmK5nAll39kKgIXbOQ+f8u8sgC6RsntUFyJpQKGm6o8+FYXXI/aoP9TmXfPWiDXq7GFoocKXQQe0rz3f0M76i4Yb70fLD4h6NBh+G+nLru2faTSEZSEoBdcoReDPl1XTTvpxIpiA9Oc6lvs0gq2rrF/btqvXh+5i719HSLMzthr0S2pwBTIZQAwh8IR3i7RmQxRDDiTfHuhcdfzOQ5TllAu2qHqhIirYiI/DRfDjgIXAyAPeuhAjqDCzlYAmdBWBGMwJKwjdw41EhDuSO9s8OZOFZGKZm++ZtVyzMiU6VRVefJchiZ9tTMugfAzbd/bIg6yzGmI14kEnzTVkH/UGArI5Yyh/PgjI/RE8WSOezBVl5Y8EyNLNyPTfIUnvcVGByZgt/gKxz0nfHrM8wq+fzZCn7gFZr5moAXBWhZwnHLwGyfkZSMkroAmS9K+GCrPLkqn4/h56LxXySUvjiLT1QNMHVJ9p8NZClgyrNM2dhJ2yZoA0KonK2oidLbzblNimsw8qinXPL3QTDNtxo3eBzgSyOOHScZfBt9q94srJFI3sOToGsDJKuGtyeAWS5t85nfvTaHS8y5zOBrHyukxnbu4Z2npYMsuLDOlw4fej1PQey/MnOu8uB9JUryeM3Mt/LbZN/+AYzj5WZ39XX8h/keMXy8uIxrTCHwhNxn4CbhyXWkcqlHQbe9i805+j9Yt/5YlPKF8soO85Mo0sgi/N7rPmNfB1t9HldF1nGC90+8tpKC35Q8mYvsgQ9PFP2W0tfxlsBgOsIXAmtDcIFzZPVvFgo0S4vlh8uHAftnqy6P20zNZClfN4v7OwrVA/0tsXnrKASesGIh0YT3ubKg1UjdTw8fbKRo6yOvNW/d16Ls/YioBpkfEp14KytPFkfGMhSfdQzIE8znqkv7GJeH/Nex23wAFlXWMNVwTpp+1MAWRhWVnIEYppAzRao0WLyAFmRPO73ZEFunA/DOUv2+5yrvfr+fCBLlEclqXA7eq9w1k4CWQI2EqRHnyw8qqACHdNSWgAVwjgKuHp6h3+r8MUMZJEZ43Us306zOcMs3tKE7ocRR+ZuilYtfGGHsDLB39YR/UdbZn3HOVv4NFrx9RaQ808eNVfoeCo6ECZFc67OnaGbW0FWncPwkiigMHw3y2Rh58r8LFzwPMhaTZK9LZL6OhZuPkWDK3GsCrmb2wxYbgVZHZ1wndu4bwNZRpeJFUwBltHWCLKORz9sZfPw1qdkQ5t+hvyQ5k/qqiTKuyQ+qtzItt88DLGFFGr/Qun2s5HwWx4vL66BmbUiG2xL39NAFD1fHFxT57oDy31tDGDNWZqDNl9HGKF2vA9T1RH0i8iPfkE2TGhYvQOARZeQ9f+kJ4vGe/dmEUgB1LR5cE8Rvykgy8MFvfw81g7rPQNY3nXtHwNt/KfygCBHHbQpPPCdGQV01igpwD1I7ICPra3RkQfL5bR4r+c79huiyTt97+dLuVPDjThbkFW3htaz0+3MmOQGjazv+ru2xlkYxFORingmmebbx5foajBwtFDN+syKWSQaPAJZfm0XJfLsIOtf/um/m+6k/KIsJCuRln98vJ6szOXHqfhUQBbWK65hBlnYqB0TD8xHa/0pgazFZh+ERvvi+cMFve2rguygkzEue3FbFEyzW2aCYX7fTEMSheU8B/4NhcgqC9KabEUw+ISBsKsgSwewinnDyvlzSUR+U8DVW4ArhAoiJ4uHFI8xVbT2o18eLogS7qVf9L6U72cV7jgOAkWvLog/kUCtJGq2F0BWNm046NI427rPKGAtCFoIU1yXjY4Wbh05uSvtVeU7CdhmoCGOpQq18vZJMJbOj8F8dwTGBei+mZW81x1HeyePc6HRH22nuEZGE52H5oTgz/Nx+LrJxTzCetD1QUOrWmf+yCrvem3ycU/WHbyqgqBdG72SGqmDtW1s21aegr8D8WdlkGDL9xu3u0CWjD04iBzGEu1pHbysayrQgdBC7Q7dp/O99G47kHg2HIK/HgwPy0UDW+ABmw08W1MVzzj/GSHQ8bMe4nxM83FfGVgx5dGPX8kGyUGWDmqYeurhgh7VYnFrPW+wczdxXAeAC8P5ECLONbAzDbFcaDHtV+d7DrEI1OC5Ks9/UaoGojz7VwVg4bfrgTyYu+pGfpg4PG+SQ5Elxde1SJzZKrB3Q/8iyCI3s/BVhjHyb01FBlnsSXx5Ryaiuc6TxT0Vv1e7vizNs3dEL0VipjNQtU/iMyuQ1e+F8OYheuoM91hp9XU8m0YeIOs8TykLvBU3gZTQ8Mi0PiWQFUc4A1k5hpcV2+rnUwNZGNt5IfVyIOsKQe/v3VmccojErMUzbcx70hRbt9BV0JVBllUNI03eBLLK+hlT51u9qiA8WagqWEAWQwZLHsAAssoDDrL8IGLm/5Yke3yvMhl5LCaIAKhi2ekJyILVX3w80Zcn0ieFakaFc87V+pTpkSkre/LATA0gpnqy7Pm1l3Z8wc4q6CrFALKMtYzPj/27fq5Ym6dTU7K5ia2hwlxnQBiVtud4164NKnmbm7ZSzxoYlIlluwBZd4amWYjtbnydSpaUYtGKd77dOVMQYzt6rJ81B1/u6VJulwwmygMTyKJdxa4BaMFApFxMq3IJsJSUSXnR+vyfbtzsS78jRoW0n6msmhPChc1zZs9e86S6sawfxygbRtCgwhatf7eCLJ+BCrLwRYfpdHgyAQo9WQBIAEcAXF6J0jlx2jXuvQq/v3grgPalVSn88kvlYSF0UTzAwLNFAamYUiueMaPdTJtHZdnz3nBwY6aFut6+Buc9WQ7+xBeFEWmuoCzwsXF64ckLHTkGh92Iqzz2XTrQpBeDGEKxV3pYmeGQonKGq58xJOxk1gNkXeHSD5A1zJaT8wNkfZwg63YAJFKYGd/vbTOoO1UJOgJZPDvHQgbrswl4zJSGrp8QBjh8GG+0sBLE5b8poYLwYOE3wwaL4M1+Kaw8FVFsBoYLWjJ8BVn0jVXFrIIQaVzBk4VxoBQ9DlaVRR05WdULVoSJHFymsHwkIMvX5KzidsSSHyDrisDa3/tZg6zz7tr9RBqnqh5oKw5BcFVDBgUwvFiPPPDwdIENCGTpPLDovVdYtA5illcs813xgwRapeku+03FN1xWYOOonB7xzTMgq39+0s+hhy8MsnxODNh0AsxDCQF0CriCF0ueKJVk17zbIcTmWQRg8o97ypj7Ve4HqHpXZAarEzLHCwALMqY3bHDWy7AFR3Qx5ixcAAAgAElEQVQGWJah/je632Tu6K2K07lqQ8Hrzfg0eLJSpcihnXq9gSy9dwRZOSrtAbJkBL78CdjjzSNcMOL2z9WTBZuMu74bOfWeLGdcbb6apcWeeZbqgua8N8U5F75QOe7eITyChN6Wm89lkGXILDlbu7DG9qF4ss4AohNRTB3PONPmOSbTbE1zkOXVv1xZCfstgyzKgJ65dfRmIAu30aKHvy0nC4cQE2R9JSvkT5yQnmZIITQoF/FVwJVKuLcEdOVm6f1nQJbdyD6j1AZDbWAlpJL2AFkPT9a5HbS766MFWbQ2nI8cIM/NnqxnBlk9EzQFNKAZKtf0wCvkUHtZ3i2GERblFd4tL4zBewF+DGT5mUzu1aKibCztJ5wTaH+QvxCxNX4XldvqDRlAVua3jVfFsdW2oFNvCOx+kIUS7ZKt94YLVp7qfTY+b6im8XRULKQHCiBL515VD5eDLOPjiExycMVKh9AnLETwq3fyXPnzpSV1wR1B1o96/ETVReTN6ud87k9eydqZh7C12XsGI8iSl7+XbzOQJZ0p+4IacMOVmQerTv1EhqYRm5w9ILClJyv3q1vwocEjyJPpu3ntWjMv7slKzp03f/Kv/u0NMC2Mu1oTduLh4Hq1Cqzv2SuCmajbdOcBrhJ8t1WZzgwRm7jfbXWj5se9XwPjy4uUhc2EVXqpc75jykmPgIksOemOEG0ZgE99gVllYl89Prr2t23+un6bEu4KbiZB6E15c5frGKtabvdp2D6CRAvDrvL7ZqQ/+c6Ealy/JoxWDGIUeLvNfYa8dvdIgNy+j9qc39KG5iLODeyt0i3g9VGxCOZm/dDCUByQKeqm0yRqJ2TIxLrKcigrnAZK2kfuFQ8gLgDLPVnlTBMcTNw+gR5BL3gfPFkGslBd0MuHqxR7PLhVFu3syVJJdzvYEvSHsDJpYWYR13gItOwA0mxRnlGhjUzjXH3SVK0NbrpR7z/+8M7Q0KFwmOyLHZ8+4x07HPO0+wOH31Zr282DHZPdbtPELB8jZaXLUDJztcXde4c2khX9uBfONvfrfExSSWmTNWLX9eProTDF7Q2RQdz5EYdpssL+tk05ymK9s+NpcX/gmhlRtB0UPqjcrx+6IhsVbBmgageaT3JU2cf+Y2yFIpLRADmvKxulbpmpOr/mv2GbMWemz2/tKQUToLLn+kgWOE+VsXN44riXvu+YwAk+D1Ck1AUHSzSwEWgpTBBA6y3CBwGwwJK5LrZzzHire4ohrtyH8MCvikEOnqsvWFzDw9R8BaRneEi2RwGBhnpPjw+lfT+ESg5orK+e55yaFMrXRyowyq1f6e6hJoLpZN5Pbd38bGuaK4wCL9Sneqqr/PxAp1Av9b/4mdYaUjcyZR/QwObFGxonteU5z3z6BFMZ2M5hIaXEP+8GWRhESnjbjHt6eSec99fH5HZ/UZwgbrjFup1xp+/GVgnbbvR+53K+TvZ5G/GxCcjKBDyQ6aYc7tbaMfEQ9Z6sTKwAZV4euw5W+EgasU20Jvs8yLIzKNL81bVksQO1uXJtt5pmu9WabfaJFJ8ok415rpWPXSz61d6duf9DAFkk4aoRmDXYPDr1XJsCspy3eZXFY7e8vK2iJVn2XKtV0YvyXRGaKNuOUrvyZBWQhQMSI5MNe4tGFXqyfnh6Kv0hOLIwHkUPRZBlVapSuOAKZHH8DBds45c6pzbPiQ7df+YDq/r8ozbcKn+urXPv7JVPtXy2LPeZfpy+ZyjXDtI4OYbFSxCK1QcJjSAqP5rX9ScevtbuOrPu0dDXVu70TBi93Df2URE+T4fLnnoFzitDGe69E+hVvjTphIULDmsKmvbp9D2WkHBV4MPD2vcKLe4PYVcIMejTCzN4BTz3khGMWTi12hE/9UxPvGYWckhAE3idk945w0YcuVGe8/AI5lhBrhH1QNPsq9pyGWBlGkIO2S5rMK2Ckx8AFkP5ALAEqGSDlU7gwAt6gc7JQhRD0z04Z9Z1eax0cDEPMC4Fk6S2NGAVQw7RIxw0TIxg7+3menq8TQTnxh9nIIvt6b1xrY69Xm1PMtyxWz4p+dLDSp/D3nNdPbZNMQi5xDZcX7MGjyy24Z18Y2Y7W510sg/z0t/JxzmizRiu7w8s1I6GG9C635NFGt+9cD+Zu4nYX3+ArONZTuh6sFiMYXgPkGUz+gGBrP0+2DOVTCf7Ns9BArMZdgLWQ+Y8bI4KBHMbFIbjHwdaVZ8ZmGsGWeA7upvWSgAsDxeEwCwgC+eb4Ls2Pu0Bb1ogq/Tn+xK6U8/JUq7ENZBlyh+1IYE1DxesoYJsVUr3rlxzW5/zyu1zgqy2Jhtl3ZS/SE8PkNVm4wGyAmV88CBrDeAq8LWCDq2O/IG1VpypGTeCsYVXjAnVSoZWUMOPtwDIcvDlJep/tGp5er6Vnc/83AFecOGcNNW0frESKvqsl4l3kTEmT1YO4TSQFT1/d4EsoSiKFhQ0krcJVQBDhAJAhhfAoIeLHRXfL4WP9G99x3+Yp+sdqgfaIcMML4RRpGN58pbxSYAV88lFeZK9TdmztfVk2Th2MtjXWPcZ3b2RrBo1tzIWoUH139Yx983bpJRJpHxW4kfae4CsbjbqOj1AVpiXM5bGzNDy3w9Plin52KUhIfPhyZpYenbENLl++xlW65ftGPzuemu5gYIjT9YRyPK2Rq/WHGQRYFFwFqHrhS8MZKGUO0EWrJrW8M9FUXLBl0EWilaU5Cx5mgxYS9eQkrEOFzwJshaFL9Yr8wBZp7bIw5MVpuk8zRxwhKbI8aZnaPNDB1kY5uQAaiqxHH40JLsmvgJZDbC5LZPeq3C786AKYpzP0ONvxTRq2Xj5VXngsp371EKsZdD5EUYrO58P9/DfyBcrz7H4xswjkDwg8najn/CIKYSsD4vnJHVkkw1GnnbXeWTkujNPFkZ8wSgfQgNV+a/kXeEcq+wlsTOaIgihx6mALHcC0LuFohgG0loOlrxYHnXgA8yeLKVktPF3gMceWgGZ1mZGMy0yh7N7wnPUIjlEZ6Pe6lUPR/pctX8Y/XaKCT88Wf00NVr57ECWi4wZ3dyC3nM7nxLI6qQCaSbO0GuFC+YiFmaNAqsevHHevw0TX4R9LJUJU7jjWh+GC5pFrM8vKsz+GTjZc4CszGj3jP04z6vNi5SxZv30PCQ6eKwilxW94HlSerIqHCkxPhoVubJF0aklcBkKIXlNox3ORqk5WTojC2dm4XsIWcbns0H9JjnjH0U5+QnhgpbAjo5CaCl0sHaw3O0gS+E/HCcUIlYmDCCLxTN05k7z4tkYHWTZ+/eyKyu3cUY0Fv/42MY2bU1ozfTnczv+VM8Bd2EUvL7u0nR44wGV+1k4d0fsCOpJ3vfBeUmXPk5T4SHkoMQtvzXige7i81CQL3WCm8R+Lj/IB7TmUhBqmBHJ4npPYg+eLx91Rbu3jbc9tZm3ITxo4E5t3heDZVAXdOrZ/hfT1BpY8k9T+nVGlwMm/96LcdD7RfBVQFjhTX7IsqoiKnKggbJAHlnhqTzCw5wVMlsNZqAKC4sTv3H+qH/iXsg42lftknuxvFR4HeME9NWQOaO/VqQCHixU+9MZVjC35bC36lAjcDQFF9ON0HEWt1AIIcIDUXUW+VtfQi4AxAGwWf/jhm3eL6cSTVgfGaFra3BVzXvpWWuzhjquAFH83vamiT73vOVsKI9qmMn1syBrSE/ZKcczmh50xmt7dCd/zrZ2pN/c9A7S9k7CfOYg6+zi3HLfpwSyMnEO1QZfJSerD09QuW6tzH0gC+1kxWEhaPl1L9yXICu02W1gMKFtHO+e4u4FWVcYbxUtyYK37iUHybkaPFklOJ7J2jHfYKjet1HkIshCoQsIN/v9VIQpcrJqCXdYLPEdKk0VwSxaiUnZpiOw8IXCBZGfBeAlkAUQKMB13pNV2kTxjACyqIpw3JibleVxNaOZHm1+2Whj4nrHSgq2NpqytFJU+zal2B1/rgqplwNZsZ/zw6R3Y+laSEUFzjw7Fr4Yc7J27bzvnKwKsirdk7rud8PPlLDdZLzq9SNa7/eFuuX7Kl/b75lZa91QzXjRGTGSrFKVSe1jGX3EZ8RrBK78mAw/SBn8zfPDaiigPxfO/muHMstY5LmkeomXsVCPqzypoKrwXasuWOep5ruF/NQpyELzspzRC4ViFiwkVsAVKweqPLtb13innWFVIx+MDSJfnMUtAKp4hqIqDn6J/KuSq0uvVjfp/lf7VoWW8LqeX17zYFn+sK3VIH8PQZYr8qkNevEaXxewnfP/MwbVOrrQhGi0fcF7joDWBwyyumWe/HFVhmkfPEBWN5UrlWI3+bdc/3hBVt6oACF518Vd9pqerLDZnwNkmbAYMzU/JZA1p/ojAbGi99kz83tfA2QZyLYYeQdZP/PQSBS+kBcLwOrNlxKusH6qpC8xUPtAkQw5WQx9cZBVLPcIH7wGshyoNU8WSc2UH1p6ae09y1mugKxVm+1lD5B1dt6xZvIcXPl061rINB8dcWbd8z2x2MG5vix42LmHQ3iYeVSqcnVtLvLrzoz9ZBdf6LYjcLRSqDAnM83zHNCKA4mtYJ+S75BhOXrp13XIofH8G+tPDTm0kD/3aLUDlc0bT57YzgJjiCC8YXYws4cgEmgBwJGXkamxf16MiHyOsxEzhHwe/LcZ37owRM0COCND9qh2KN9KeVKq9KcQwcLLa/4/rsHQanydhgADBnwGnq/C971QRjG46W/9rl6zCvYy9BW403T2cz87UHjuyYptSjZ2YIi6jIf2aR5UvCNShodqWD9M/PmsaXtOaBCvW0b6pC2EeQ9fqbW+1TNBOJn/pYGkl5778yYAdK7petdN7zgFsmxNP+nqguALR+j74mKcuf3jBllxhEUdTAVN+k37kYOs6WJ+SiBrLuglIJINbxMH/n5Blq+JhGkMF4S/YgmyijB9S5BVfidPVmWqG5BFTxZ1EfRhl5MlJUSerFb4gqKxCnJbk9Pn/VwBWXsl+AGyznBwU19uAFlD68n7cAvQuK4APBfIcm+0KQqpetr5mbQ7nyUn6/JbLzxwC8jy5l2ZzqDi/Ouzip89vn78w6zFqOA7r3ZwVO83ngNPFtTnFgZonvbi+fKiGwBaPMfL+RhDBgG87HDmmv/lvK1EKVRvmqnnQoi++L1CyygB0Slvw7Es5O29YVcgS6BNni2F/OkhAaD4jLehs7LgrSo5XCiAVIAWwwRZ/r091++tDKTlSZOsPAGaTYaOYGviyYq261IlMYIRVUVMq5wKrugdcZ/31HPEZ4bopBfUj4/C9M7ujOv872zL7b6b3rEFWa3958nJOpGsdzj0aoU5nqDjRTPLQ2jCJ6+m4Lhy+YyElVWbnJBZLSZzYwN7O1x6sRLuYeEnVo7edvEaICvn+phlJ/RtAAUWHjacDeFMus7mLYt8oKCk/JO2MdMzNTQiKtcmeGZ1/C/whF2oIGmpG/aoeN8Osk50NHB35nNYXyjwy5/nwwVjv+O/W04WxsHz0uDRKj8/wTpZ4uyLNKW1krH4DBcEyFJOFj4Iq+uYKsJq7JwshgsyZBBdJwJT3haXGAqGhc9YYjkuICRHuSsGsgjMYoiNWX6rrdDvOzGfyYIqZmHzkaxHe0ER+zEDZFnNMw/cxpuzf28/zi4E6swU3HCPRrJXjI6avuLJ8tkcOM57AVkY1T1jdzpxb54k1N0Kk+2hG5bzPT3ifH3cF2OHXEGfGEVOeEOdbiL9jPsk5lQupiQRIFVxeMWM9zFAjl4e44V2XV4pOzTdgZQBIcEgA1e4r/BHFNYg4EJYIs8Is/BE/F3lpHutjN/BSCUGbHzYS4aXP2sRCxuA/e0h3tVSXvsevExhLBjnF6XQBcAVQNYXhf8DXDFEEJEODDVswLDXvFIoOai+GhZm/BJCQrTBXi9BVr9WzQgvWnkLkIU2/HzVuoaBKjz80nh/24tzzrMEWZCXiXTOOiE62jy5I+/mGXWtTr7wxtuuyjDSzdmJw+r++n/532YUdKm7zzGZuzLwu3cofvacYl1B153gkNskM7aZi/Zct9qc3wCydqWTvXEXv77ZffHh9n95kFUm4tA7ZsyqA93GyHxeae3SaE67wwdqdsF5UhnhQvfbpG7MIa+rtZk379sL1o/VBpzvgybcd/tEk9cT5O4ZkyWXeEK9OeYJLHKyXPBJsT22KLeKT2W/WzgJKwyywIXOyVK4YKFo/JvfRzUmjJ04ykq4w9IbQFY5YUUKiimHb6BIFJAFAMW8MruOUstKLId1FnSinCx9tC4DE3dQdtuMTp9aCwooA02xOXzlkOd1LBqiNfzsUK4LtLMth/u4bif39qL5Gcia4dsoA4aCBotqdUcjGvK6JrkrN8zI4pE0R9bfn+80Bs0J9Kx0fr7R3dcS9s2MhlzBOiPUV20c9wxAhq0feLyz7sFQ5LDP8XzMOnJPEI1SHU0RivVhohEIhTbJDcAmGV7o+VXih/pORYFqbhiLG7lxyow24Lk0SEkMqU0HYvY3RVSb31rIogn+NjriRnmdvrDS7PRaWVggQRYAFgtgtLHjlTXnisvRg6wjmSh5iJ67B66VjWdLqf++2vralRcDWaZAeji7r017f/OwRb31kO8Y0J2N4Sw2yM+yF1gmX7NAwjyLzKfkvk03PP0c8mKn3zzHO8ZhNz3rkwZZefKyV2k3+Tt6+dRAVicGCWaiIMnWzFvCBT8kkGVcY7fIfttHCbJMknVjzMrB3kr9QYIsCyWRUUmHETeQVUJF4M0iyGpnnWga+rAQlDlGdcFc+AKeEPdqCTitQFZ5NlTvUvEMgKwGfF8PZC1A0QNkndnl3T23gqzYyJuPFmTNpusMqFhPM58+xuyX1+hlH3iPIKsadwyM2EDz9A0Kc6K3cHAFVOCm4Fs+VSL4qZ6YzHG8Z7aM1OvpyTKvlxmjeNg7IwAcZCmvqwNjCnNgy0yLrdYMdakHQ/hCZ1b5RwUxvijpuA6oxPNxnhbCBVkcYzCoh8gnNiXwHHXClX5IMEuwIUXaD0Hu9v7iIN4WgYM2EDlhY1xuL/XLwU0DaW0d8t7ypmqWfRh7MAEfbp8pyOqkWnt8Waz5GTboywCgvmMv844HyNLmfXiyKsPch5F5jHJlbYW99Ke/E5SZZYn8J1jGNdcfCsi6uPvJ/3vR8sF7spx7J+/ETJLOEnk7gdH4xcWJ07xhrmjtvNuThT1rJXkhaM1iKJDlniyECRaQZYcRewx+63gPsijs7TDiWF2QIAvKDiMBz4AsCxm0nKxXB1n0AB5rsVth8vBkVTK5BWTlzUEaur5jgvYy8p17mhufXXmysgcHvD8c/npLJwpp7upx7Zodz87bPXHP9fcHstDrISdr4tHs9Rcp7UefamQ+7R3N4fzol3ti9CaPfqGXqBqWWnEM8H/cw+qqDEk0TxflAUdaPV/gTzpwGWAL9+n6TGZFgzCAC8AUDhf+AoY1i5ZhwQwALA+ZpHpibhf+K+R14W9V3ZBnjIOb7159Xfpt4YTuJYz9XAM0nz/Nx+D9ni0gznbE3f6o9essuMH84H/B7Fc9l8s2gpHd+4jXz3y7K+/YLTmo/fAnUSA3bOmd3Ntdv+GV3BlOow9P1m0zyKc+JU9WBlkjk3ktkBUZH2bZCx5UDlP56+3hghcX/XMHWfdoRxVkSXAyzATnulhMv6+EQkx24YJuNZSlUjKxCHDkZyEcBAcSMx/rqwKy4Ml6V+Pw9Z4RLdL6+r1C/lhd0HKyINbQHwoYCz/7+edynhbuR7l35BhAEfgRCeJ+Do230Sd8v4on6wGy2qZ+hnBBhjkFBa9ai2nB7j+r6DpTjS4ym3S7hf7c18jq6aZ2aXtoZDX0tT6Wef/13mSF6xbwKZ37GEic6dnpFlaeyNNh33vgs+wv+WEk6b7XE8eMayShyX6W/Zl+CmO7dr+Pzw2mocWYK8YQRTMj1DeZ4YuS28LzugqEvq94pEWvtANYqnqhhyDGw5DDXJAM1G9CJZZmR+6VilwwXxftOBvGraGDrjfUc7hwmZPTRz30xsc2T3UewyKc1UViuCD6GI9s6Efof4HhGEBagqzZbmr9HUGW7XHMY8R8kRhZWl5fPEDWGa6S72lK0ycNslZT88jJMqYSFIYxJ6tswM7l/VogqyjKZk3q9nyNZXZL1OiJvNczuRZ4o3D/WD1Z4xyFA34XE+DhEVdYjc+PhDIsmLnwhReMUKtHICsKu04Ygj4JtopQpSer0A5LuJsni8nOoKfY85knq/SlhA3mEu6ek8WwQeRglYpbBFkYDPVT/Pt7s7qqYpa3oRtafkIEWvfmC83WYQByEwVxa7H7VDxZZe55mPQ9H2po8zbitzNDW1OPPjJPlnV8Rid389ZJiNpcwVwv2t19MD5zD1m81rPZa6c1EVrQPACkJL8CWW0EA01WLnlGInF6gQKIXHopImJDVyizhYHJN9FTu6cBC++33ejXQ+cUcmjeLRjkbA8OIMY8UnK46CxEFLpA0QuXJ/Se5fFZtI3mEXfG301Q1MgbtTZddn7bocvZbX6DgcIEXDlP3fjX71p7svp6BIRk0aohPBs8We2FZ71h3s+P0ZO127NbubhrYHq9rewDZN00gXpoJmCnFo2ZoeHovR9E4YsHyKpLxIXumd9VkEWH/dms0wPamCsaLoAD8FyEC74qyHJhyd8KGZEHC56sW0GWnytSNtUOZMGTZSV725Q+M8iCVw45B08lD+sBsrbc9GUEWn7tJwKyMKzT5f63Uz+5YV4c5CVAVm6TKshFHPw5gSwanQ6XVCCLcgXefHPbxDDDXTGsHJKo+S1GKqyNASBwtvhpayClxo0Z7hVCm9XLZJ4shRKO4W7erjwtQfE3udFC+xzEeShfy51if/B/O2zYQagOZ79CYK3NJvdNViw8mk3qrhYqQqiyVglgcf56C2AHkgeuZpPka+AedBbUikMNFY7ZBr16LZiztgusi7XmPcf8Y1U/Ew+vHr26v2c9UHTLy35eRiY9QBZX7V6m/QBZL5GT9el4sjrWQOPSVbQ9MpePDWR5DD5YOb1ZzwCyqmfrtUCWhwvOPFlLkIW1U9VBeemChfkFBMfDkxX3yqcDsnaKyn0KwuuBrJmadNWT9Ryq1n3z9Rw9uK0NB10NADVvBUGM8RcHW6fe4l4nByqEbPIEZUXe2xN4CV4qhFT734ZrZnN8BmRl2Yacqs4bBrua5VvV782jBYNbX4AipRmcmJCx3w4tFvuEE7FpOLmKhjHeCLK6+UTBjtDOkE/qlSBTfyNIzB61PKquFkkY8xJoTgzTJ5bg4i2vk7N1sVN2+wNkPQvIohqVNtlH48kKoYBw7itcMH5wTlb/dx+j/ELVBenuH61KXchBsuh4L+8FzcvNdOjJymxmwXbeG8jqPTfDHPGwx+Okqzc3aEMtTLDF1f9UNovK/aIiHzxZDXi0cME8f5EWkiClYLWcLJ6ThZwslOtFuCBys1TKvU9g3nuyQAco4e75WYqBwd+thLt/p7LFsPfamVoMJfRxeWWt9wGyRjrcKpjJg767/0Mt4c7aY68ULjiTAc5HSEN3fj4MkOUhVXcOJjx+iyfrOd6+o+nneMdLtVG9DvUFECpib3FcOx+YP64IRLSh9aUcYKKrQvBI24OfIskT22vVk0Ve2WbA+8wQwIXcdk9WBFSEDTw7yvuDvwW6pKno+/oxfcbD/Opv3BByp2Zrs6aJ6yBraKvmt4kXDPrhBWdbnL9rIAtvthDMpK86h9qlXS+OZ5yGIHKgrwKyQL7389iX4QmfWU7WNq74AlfsNsmBq9Sb9PtnffD9NRhDbggXjPlTbG9gLAlCddd7S4j6PgNZHVczq1f4zi1iHvd8UF1wCkbJOJtSvASsaWwvBq6qNDJhNKWTssm7qQ1FUpOid/85WaPlZiM/xrj4MAaFWszWPt50g8cXOVgMUWjlfCmwLWwBeUy81oEs58zxt+jQ6VGC3yyUEMDVk4XDiIvoxWHE5YfnZBnI2pVwV3XBPidLb20l3JljQJClg4aVk6UfgkUvfMG/BbLEuBvA9L/Z9jMIhkyKsXbUnJ31ifQShD1PWFolrcEsjHR/ryXsFLwhRGne2bu+xahUdOL2j8a6aiN8X7SP1Zj7IKgb+lIVlecYy+r9se3VeyahVDcMZ3jkvmHd1AOu1eX3Xn6g65sgwc7lcTwciRJBlsbzZ4YUv28/PSIvHVas3rV1bvpERUZq0KaiPYMZhQy0FoT7gvI98p2sQ+mQZOf0FhIIMFVDvTVm/F29VV4JUN1W13wcUoAqQJvPRFiPtLzz1c7fOnzczbO/Z/b8SBdzXhJp5ywd6X2NjSU+bbrJ2VEcjfK+3bGj+5ds3ejmXoPchgQ+i5ysZwVZi/MPVvO8crtHVvjcIIssJvczJbU3Juk9N+tQGEhf+CIr2/d5skYA5fHPAllzEIaBJQsWvzrLeHYMcXG9KjuT6696GLEqL8XPbuxduEXqvpe6PdPGlRl24e0VBFktqp6fAvBlB/gmT9bx6kDAtjLStHKGw4h/KgcRE2R9We6zwygJsIp3i96s+jnnyVqCLJyrxcOEG8gSqLLQQFYotMOJoYC7MDPQxb35IiBrX2RhaWW1uenr6Y2rMQVZHWHswzc+LpA1o0hokRmYrMFJssBcZECgpVGRvtjIYZ5H39bKKiwP8qfwuW61vn/+qe4/Q6h4z/hpBp0uyc7QUR8C3jSQJZDjgKrcQf0BYYj2nXuKTBa2yJLe1+WV6HhbwBe9iE6eUTP06R7zqrH8usFT+14gCx0tPwiRC6CKM3HZ+Lqm6WM6cZq4Z0+cD9W95/CDzG997a/vg9ff/a5HvPSbX3ouHiDr4grukklzcw+QZRYuMkCaozhFnwPI6miButkVqDJX8D4mkMVKUQY44iGV8mJlT9bOYqXzsSrtkJwkaGEMGEGWAFY5kdIsoD73D5DVlKw0F0ufjJ54gCzOwquCrFcFknkAACAASURBVF3Y4xkF4cw9WuFPH2RdFPda7+uur/41pYlYxvx6H8YnJE53PDN1I1nsFdItsZy9S26A+9mjahxkkUTcCIq9oCqc7mkjl/VuGUgSz9ZzlX9718K7/aBegqeUj+V6V+2n9Ytl4vFKx4eXDK63giTfJxPD9GmvyMuBrLquz0Fod7Rxnu+sX7Kj8Gd5x+k1u20yHiDr4rw9QJZP2MOTJYmRmeVCUfnQQFbwFr6UJ2sGsup394IszL3lZCFM5CeECXaerCJAC8D6uYB6WEC/MHCfrYJH4YKsFgguz7OzLFzw4cmqHLOzVvPbhyerFyejEnZR3Gy9nmeUjDP3qF8PkDWuzzOALLCq02drqQc7njyC/T1lTelgBrKQ9eTef57RBOOoASSbDvXPDQ5ShdE+w3StTfeG1fG4xyp6zNB6BUjNiEag5e/M+VdhLh8ga0KxL1qRdE9nfsd5vnO+zXzncxxQ/tL9fICsi+v7OYGszv1unoM2XQ+QJWl4BLKi56rEmO/MMhtaHKoG4fWdwJo30HKvwvUrIOuU0G9tg2nhp553Uirw/Ywy5/iOB06q6EW0uO0ZXcjHcqnsIAvC+It3RRH4ohxK7OGC5X4AK/NkeVWqPciiusCcLOViYYljTpYOUiYAc49cPA+LJRSVp4WHXypcMPtE0d/LH1NWvI9exGe1FntPFobcE3l23s6srPf6d/O40d7z5GTNZjR7skQvi513eUm6B0BjGy/Kbt/srvcdXI9jr/QfD3XW8n7d8x13MlCs1GWr9fOCrJqjbf1Yzis8PId5XAuDBvn6ei3w2vZOeaB0P0Lx/J0wToVGGEEgUHVMj1Zp0EAWc6S8TeoP4uH9mH8y/NZSBBromg3Ev5MBA928zZO1p749RY9tXKOvkZ5b7p2//Xo/VyGC9zGj609fm4sD3eXg1dQ1rnctKivb5+8dxwNkXVygzwlkZQHQ52g9QBZJ5xBk9eEI94IseQp6ZdprQu7yDmsse6B3X18P01hthVsULAdYXrJdRSJ0ThZCB1tpd711LxheC2SZMkHmrYqBGWQhp4yYBvdYZUEHlix88Uogqxe/N4AsVhNriudzgKxM47n66hDuepeEXAhmqHLXdZOuMa7j9DMDWReFyOnbVSXxaChnLLn3Kglkc5fCsMYBcpnTQPbRblKk2+cWGu/7cn0u3g/IEr/eEMoSufZAq5a1yGvoOU31NSH3zkL9NOOlI8iHmoROjjINQMtQVgfUZPpgiHcalm5TAY7zH8nW+zxZ59929s7r9HUvfU722ifkydrRxN3zDcrbGF5213e08ebX/+p/TabH63Gqu4nYdYLbuIbzzO/evYNbt9ujMHHoi50CeqZ/fs+nC7LyLCDXJZSh5CLFCX4pkKV1bOudcrgmwmdHG1fWd3ov5exCG3wRkLUW7HnDP0CWcrKez5MlGkd44BHIUioCQKPKtwtkWXXBVyh8oSCeexHK7SArg6eze+wBss7OFCXXJZA1lXNHvOtCV+7lsc8Bst7sUdl2RBbYVu8z/X79HG/owV2e52236jlGJj/5y8DGCldMwMh2cFVJUdsusmo+VAa5SWeSDmUF0j3Xyau5Uu6igEcCunYfXi1/l3K0ar5s1+lVPvaxIWE+7gfIWtHD3mB5mpLuuvFecMJdsgHe975D7PFYju6u7yZpArKy9WjXxH4i9i3sQVZuYyycMOFWHg6zYGS7BZz1+3MFWSPBvxbIEj3WtfosQNbaYvsAWYHfvEi44K0g6zWrCwpgXbH7LhWVGzxZMTznDG+P9zxA1pUZe4CsaDkFyLqX5odzLYEHDpek91zOaN8r6h030xuv7zUqH73rbEhi1H/0b4XyUeIWsCVTnwNDk8HmWSWIw09SgnU2nMmvocLxA2Ttdv+9Cj3af4Cs3Sy36+8HZO36N0ngvAWsDKBp48nadWvsw5p1yhJl5yiEhs+MI4OsXTDBKbd/HtwN52TF+BgNbz7+Nnbd4v0fE3N7T9bzgSyb+657xsAJoDIjfk8gK3qojiKEhmmOVpFwsXwdxWyfq6NnZkuWraS59QY+eyKq97lFlPHxfWebQN2rLvHZmSCI/XTGRe9OqDCIv5mTVQ4jxu/YzhiLHsfj/Uu0Uc/KKgoBil6czckKpmj24weck1UOGq7rbIfZ0mpr4YJQHMo9CAXUeVkYm3uy2llZ7Zwsr7rVV9/iOnNxjq1ndT4HM7nRyo4hnrpu8wqgxR7N49sbj7MqYgfkkmljoN8T5evP8OGj4VFd3JP04Qwpd2yyRmw3f3+8lqeWYnETPAezofia1HOfVuPlOO7pgZ69d03YhdhHgpvdIiV+Nck7PPKoUnKksV/1wKoNITH0F6zD80DOzona+P/be9f1yHEkTVNSRFZ338V2/9w5PM/Ooef+72m6qzIjJK19diAAA0ADSLrLJcGzVAq500kQBAz2wk44QX2/e+fY+yyfZ63j8J4d49PvF3Blz9bWXY3NkrZiKwcufgXqbn0qYjTvYBuVZs3Scaf3jk9Z69K+lE97Fvm9sZE+ezR3wbMz7RLIumjOn7mXY/Xo6itG/RHFZEWhEC1p7lsRtSHqp9qSFX2DW+V2ZaZ8adsXiHZ2ikWvozAONR3N1zkqtcPThB0RmjlkRYC1LU7RWlI91bp/owXJw1/vXmyRMQV7S0a6uTRYY24BWXTuojJ7uvHt+WuQbWr/R0BWTVWhS8jA4Mv910vIUs93D0EDypHUEqlf23M1N4/GHM1T5u4134+lSJFmEWHJLzbI0mQY+ncVkzUUkN6CLClQ+YZ07SFkwT2ukcKdIUvjr7TP2e0FCS+sKDFcAgkOn+k4gBSSXkAJf+X4K0nqYVBJJ1MFJ8XQFUrRyHM1EOvWZJJ5ceWL4+haY8lYbOAZtcZG3krE40WvlwtqMr2cnLDjC+vIKhDdce/zvsXSetFbBqszyY7H0QZs3xtRVvYuwu11w3U2417ltpet5b1rRzGCIx1j58AaxRsROk9ELo7NQZM6R6xMI23sbaDxd6m+oNdz5HgbF1r4V2xYcjldN3yiCknpnt0zbUZa0h2Rg1aAXRL/8Ms8irApRn/6sVTXDZzoV3Nr3Jo99jxG+vQjjhmXO/3WXXGO0/fOe1Tn5U50jpGY1NOy6+R9EGT9u+uJgUH6EZDlApHFQpQDkh8W7fvgNWdB1uYWkFQe+FvnwrPsX5G7uYJ6xF2QJazK8PL57ENWtpOa1d6wJz4Cx3NC4xEgSx01itlZj+kFWaOQhULG1H93gyyzYMkDvA1k5aN6QG4Hk+AKyMoXPVaVxAiwvRZkzUiiOcgSS0HjdcHO9mlFhReQsm3zkIXvZ5BO59tDdrvcpuurq/mM6per+2zJwlzWxA6je8uZliJdEE7V/QyBZS/6Y0tLkayNgKz0eqbNKI3aQm55Xtex4cyKEaCF/8a/zdq49aRYtraz6TrJ1lZKZsQbUZZZ1dwG8ZDkXJxtkFUAt/ZXGy95r+/Pl2XJqvsnApMZCXT42AVZW9cRZP3vBmQFUuAhIaslOuskHguy5Nl7S5YITif8CmGYZR7iM9wLslJ7pYluJ03v5bAwaH7xgyFLXRWbm/Fu7i3Iuh6yZCZINsRxS1YWk8W7ubeGLD9wxxWT3lyZgaxtoyoTu/gn0oXYC+MXVoAFWUel0zhk5euat96MWJ6jFj4CZHnD0REb4iH3/U7n2Boa9V3r82hjMPo8P2d5rHcLt78z1FOIsuVdNjixCcWaAYOUvKffYS8X+Yyd3jcDmGRg1WKCmgCI3KlZ9uF9WPuxwZRj5oKsvfFyBSBdcY4jY7r4zieDrJwePP2MWMv2+uvzQJbzkffuhe3MQ+1MibklK1cBRgTbV3UX/DSQpWlg+4vMafFAJ7g3ZIm6kOKr9O9q34C3A5MSi2XvE7kLwv0OlozXzIXQbiZeGBJEbIoSdkaRWhhuPOQu+P5CcVlUF+v5J+3U0g9bTblO1g8uSNyyZHHMmHMXFOuLxhVwCnfZqYW7IDU+xWRxKvrf6iJzNWTpw++6C/pxPg5ZvZ38nn97K7V7D7Jyh0MGLHcxuUbfliAxG+FW/+4kt5TQpyRBx3Wyfc7YBfJIW+SJtlHC3pXYByFZtIK/0+hzuz73bL/7m808AxPb/Iboys7Oz7mX9rfTWS1Zl0P9SB/PJq7qnZP7+cQ4jb4bfZ7alVuyBIJaroPpeJKHSqv8XHlASNF2sfIjBgs/Cl2cbMRki1i75LnJPH5/JqjSZBfkPE3/lphVrXEhg00fvJ3JL1lSWy8fHW29rfUsliWr7pV4LR2ZKSePuRNkRTFZ0Ty1UbcX43i2Pz8NZEWPfAay0oLj/YvpkQTr+4Is672PsWSxW4M+pE3RO7HYtcfV7SGLdZ3N17etpEVhJbyk6r17feXRYrI4UQQnviDIsjpZWeePCbJOTBYpCG9wgeGYLPr9BwCLji0gS5WG3BKIhQCQhYQWiMliy5UoqSnOQOKv2B3m9VcWk4UHiJpft4As7CW3NOGkjFSK9GB8SFtllwfRewZR/aw92ezdBUee87iC2b6yzItJknCnGt+93OvRaNWKPt+xZJmRIauJ0wJfVoZdTMFQNjzXtChmOrqTloSbdResYkNxb+eLD0ZN588jZW3oJDiPd5XrrF0jc0AsRAZKprjsQRZWT2xKOesWu1Hiez9IykFOivyUe9aNPAMwfJ8VaMJbslRxHBaBFX5LbBVtRJHL4DP9ndO+zBLI71q2nZmqC7LqkTciY0fH6+HjLoKs6Ppn7pXH5Ml4q6h9LDs+i7tgdDMLsko6nE188VksWQuy0kzYgyxT/Uw5qhb3bMGPFvQrEl9gtxLudxBqv2kR5sQX2aQeE3a3gSxkF2QLFbVtC3LXaA8oE33IyrMLatA3lN7T7oILsiJ5v/f5gqy8dxZktcaK30uNZCArS7ahFShmI+fKz9ds39CmCcCIMcswkKmof2+aop0tWGL14nUf/4Plin7eCbDesWGFbK30ASCGY7Y26xd9xiIOjoKQ438RU2GjieAKYMWWLNqMylO5M1otyBqRaWPr4P6ZrjjHSFt3j/kEkIX222baniXrbF8syMpFkgbG7i7gma17ZA/zkA/4gRTuZ7MLlgnGpQdqX++PSHyRtYXXg2XJsvHZgixbDPMskvl4brn+9JSC3q5rJcQbFebZjK+WKwAV72FyynO4C76yy+BHQVbRfk3hfgyy4C6I+7CsWlqMOM+whfv2Slmjv0qZ85iQNbLYRFaTEQVgVEnttWdBVt4znweyZp87u6s5S9Zo7NjstfogNDIr0jFzlqw9txoDqzzGyW1C6WXTNc3yZbBlaym9T2AlkAUPAHKv/vE3tW6xYyd5XasboRUiYS/At6ffv//x9OvXn2LlJyvWM0MWARdZuaRmlsi/BVlj42REPkZnuuIc0TXCzz8JZN3DmtWArMgfliZkkYXOdlLCbt894Kw7Qtvqvu/7lyvs3LiB4ioeZiJv/CsgK0xpzDtRkSVLPuc6H9mtSvvrZBJ4tz7nPmRtfaOpWs2dYTtX3k7fXquTVqVwl2FjbUk7cOrFbTt5+496fnA6HwbxGx994di6Qf2AdH9u+ZvPsHNZ9AU/EX2m0k/yjOw5pyxR2vbdnc7y/oYhq5G9zCALlqA3WIm4UQZZEpeVLwbxwpCUim1OYYeVa2VJTBancKff7C5IsVjiMoiYLInLkr6kY/NnmUEWnrE99i0WBi4wFpNFO7b4N6d7V4vV25a2WO4HbjOIPZNr4Afvuwfp+qseKb3aMXvugvtyuwDazjDuPYNc3O/OAla8yiOiJAytppxVgK+ALHlEI3N+ZKttVG7Ux5nbqv/EnokkZpN2tt0Fa8jnmTRya3ZR/sJZASszqjil0yNaMjO/b9+Cd7oJf4p+M/36iDOn9+Lby79vd9Luk9E2cAt23QXr86d3xKFYHo29K7/7uoCs80iWJOuC/M0Fhc2S9Yx6gz+ffv78g98TK9aPpx8kV6GH8GiXfBb0ghz/8+mvf/z96fX3n/Q3QdY7wRZcB+kIs2aJXEnl08uRsDcWg0Fqa38+9uMH6afSQ/0dr4Nxc684R3yV+Ih7FEW+4l7HXcPje24dEdbJGlrwGgWKZ5sTQZZvR1W5fUdg9dqiomb7WCMydps+Gzhr7W4VQWyLarSqUb8rWOP2n5PdqRRTzF/J4lGDVghZlupVT1iCEESwU4zpOAj4XC2x5771hcseyO4KWYORXtYvxnbdXhz1yBj2BRvLXqLW9awPedFi/pLdXbp3O9d4+EAf3b0qvd9uD6duf2QwHqDqv9ASo7uXmSVrgy62ZIkFyF4mKPcFZspuubWHYwuoRwio4OICoDLIembIIuiiz1+QDMPcb6oJQIqaugsCsiQSASNMElmIm6MmvmC4SnWyGCA1ZbHUhxHQspgFASxVgPm33LNXnPsxMjMKfD3e8tE40sfRPNnOgVGuk/IIRM2uDf74qJ04fnyudVpTzetttOocP3sX8ff56QebO9Hn8VXucwQPl5MKMJ77UdRrgsfkybZ1Rher2dvh9tsmmD7XPcjqNS+1ow1V9kT9eszb4QxNIuUgGxl/8Jvg6h2WLIAVuQr+eCHIot8vz3/wBhVDFhILQYqhViBbp+CR8Ovp15//SZD1D9p8+otO+ptk6CtbsUrIwgWjDXw/FpGhMH8vl4fluSKZsMn/mw732mo8e7lHmc/3aMc9ICzqf7vPovSIkzNHIKzY/Pm3//5/drcLosHLNzE9eepbPw1ZBwTwo0LWy5ZOVfpp27nfGTELskqAyLtqZAzvwgpva3emSaWM5YBULgTjit+DQ5Zof7vyy6BKig4DRkr3wcsgS7MLIvFFDVlQHABZWcY6L6vMksUFhucgC1u6UozYAMtDFu45ucwkyCrh6bNCVssico/FeWQ+j8+1zjBekBXpJ9Ofjzy3vZNeClnOa2Wmbaaw9wpB7yn023VMfnZIbc/tMYesvXbXkJXcBPGZbCqLGyADFrsM/sGQ9cKQRYCFH/r3z594D14AEsfC8bUcW/sXAdZ/Pv3+6+8UivUPjsd6YbfBCyCru4GJUbIga3oCTnzhHnL8USHLz70FWTpwjgjgBVlSJ1BAblmyujLoE0FWc8e2JM7IK8e5ZqYvb4u2AywAlH95yJIuFHdB+/HWlUOWrAOQZdfhfXEoC8guCMiiNuaJLyJL1ghksdPZ1l/mNqnp4U120XXbu9aPZcmyZ8xPm7fCU7v9s7vlIj2iEC/ImtCo7nRo9NyOrOG+6SPXsMkWHdvrlsh7IAJFWW/3rXJx25JVrN/OzNIFmNNshJLMQooOi3URFixxE0QZDGRpfflJMVkvf6Pf/0RWrL+RUQuWLMnQCnnPm2QkN19fKR7r99+ffv/6z6c3Aq0nsmZZbJZ4A2ATSteH2c34BVl3mpn1ZW4pv7d1ZMAj5h4dEN3rgqwFWQpJe74P8+6CLfeOcnExt4N0Xb9zdgt3Qd51cyrptrPX6YJ4wTLI7Ezpu0NWX7mO3AVvDllYoDNXP1t0HxWyODWxWbI0UC256ZKiAdcXpBxG+naFLBlGsbvgd4UsiwHkfjL9yYF3tHCdWTyj+dyysE1fj4OWWtbaGfCdvmr1hXCBZ7etx3+NuAuOJq0YgZgueKgFK5ST3YvEPobR+MSpo3uNzzEBWVwDK7kTW8bAHLIAWG8MWmrJIsh6JsB6/vnPBFgALbJkwQWbvZ4Fst6RWZBisd7IVfD1L3IZBGjRv58p8cWLZhqUpEALskZn6C3l5mgbWKwHnioz5+od+wiWrJF7DWVw4wa/pLtgGcUkdx3VOnwUS1b+jCQiy6qvyycscAPZvi+UY8hC/YziIiyTy4veErKsD3wyEk5sUAzifnbBm8Vk3R2yePQ2ZZOvn+R3VUPlYWIsNc/1CSFrK0Ss3ZovIIi54uyHcP+3mCyOq0J0t1ic8DnvynJMFikN6loI35nXrRixWKwkfsvcBEUhn7dkjSjy5azorYmtMyXILIdYrNjp8dgUN2kBCyX+csM13bO181oUiNp6P0vW3rNKiu1RpURiX/qveyhDR9vuv7fr2mbr3MmLReOC8z1ofKYsb2nbajbGKjW1HOMRUMrSGi3oHEGV9YY/PnOB3o4qj9+uwVazHLLEbVDim+EiKO6C4nINyCIXwT/+mSGLf5NFa3MXZBkK6z/kIdK3E2T9IlfBvwBa//H0Tv+WFO5IfgH5ae7UGMeTMVm7lqx8oIwCZwzI54bfisma6b8FWbaeRsKAJ93k5Gk8ibMxWQuyzlmyuEihw5n3ym/dZRe8MPGFDYkKsti1IR8w0k5WbfT9r2fJ6omqRiFHDaTe+q8CYzcuvhlkcZD3tpMrvZS7KVpiixcaTDlkcdoWtti1IAuWL1E2JCZLdmvvD1np2faU7SZk2bxx2vvIZk5zZKoraP5ZCVm4YJSHdXx5DhXUQnUeP295ZK+9vkfhM9nBoMx6cLQVEURFEHb0urf43nnrTdyqKDFV6W1h4IE15swmgJ1HE9sMxIdHY7iai42xVJ+jFaeUw5i0s7BksasgIAvJgyQO65kyC7788S9iyfqBH4MscidkOSfJf94pbfs7Wa4EsuAu+J8EWbBkqcsgNqm0YDHHcS3ICgdwNN/DE1x0wD3asSDrQSHLUlP7sRT5OLfG3rJkpZisGrEIZCyt+jYWHgCyvrm7YD6OsWT69P7LkiUp3CW7IMUXBJDFWSNJGeDxb/oyzEKgKIUsidfKLVkLsgp5+qkha8RqWOAjg3d6EYR3zGa8cRW5U3SUolElZwSyRs91kX7WPc1ZyIrAJFmp4jsxa5Z4b3xtyOJdSjGvbZDFbtQALLZkiRXLIOvlD7gK/jPHYz0RZKFm1g9yH5SYLBrvgCeKx0qQJfFYDFkUnwXIekFxYhQr5g0o+mFrN+UcbOwFd63Oy5IVD+QbHXEPmbEg60EhqzVJWXwM7B5VYOZsNx+Vwr1UnD/KXdDbsR4Tsj4khfvd3QXHdv0XZNGYDRJfWMrilMyLxrX+wb9zyIIcUQuV7MBKCvcFWcFK/qkha2yu5VCVQ1arIK4d2/IOGNKJGv3Z+16kDDFC3iG+IrqvERe5CKJGLK3ROayd3xmyWFfipBeAJgKsJ0l68WYZBclF8IUg6/kPsmIh+QVB1gusWxtkQSYSRJElCxkF3ym7IADr9c//oFJZasmielnsKrglv6CERx1LVje76oKsaFrd7PN7yIwFWQ8CWbbPGAnYFmRFHgBeIH9myPKufSW4Zf7djZ0k9HEVkwWXvBtZstC2LaYjK57LbXZZDmvLTD8mqydxRhbeKmNULuB5EM4oY9vdFU3qx4mM76YX97L52ueXKd1erO7TdkTmAtqzekX95Z2DHzm7oOxSpzHzQrupFuUiri/UM4jJUjdLicXCEQJY/PfdLVk2Q/prKAqIVg5OIx5PNP+3w7y7ID/Y2bgFOaFflOOYrHTx2SuyxSJoZ9uBfXyedaGGR0/WcZv5s/4GrFhRO/233kzuNJ5lU/FB32ft4Ss669nIsLiZtmZ6BEZWEHoQfT4yNKtzuL4QuJBxLs2R0Zf9M+sK67lohNrncjw/A35rpufLa9R9Ubeh5y64udGLaS/rd7PaiRWLS14QYLE1i9wEYcmyZBfILvgOV0G4DNL7P/6QrIP84qQXyMhKoEWugojDeqN4LI7JIkvWExUoRvILcxWEJcuSB6BtkV62rZMLsm49LbvnX5CVuuZI4ou8Yx+6GHG+JC7I2p9ve5DFgj9KGesTX9wYsuxuuBAiliNbQx4CsqhF+UqwZ8maEIN9yBoHOB+7WG0UuF3ryg00i8k6ClkWgWC3/kiQRWmwSDFQd0HKiLXVglHlRzYTRP2xOCqBLLwvUMULDLsL4ttwjRF3Qf7NiS9u7S4YzPV8vkyMP3+oVwEjGdu8lMbj9iGr10CNX5nRQ/VUI+1sz7WLIKvQEp2syG53FrIY3zoaaDfmrpEGGRsJj/iKICqKpxq5pxqyGnFKBXjIWev1MR8rc/2Z2jAz3kqpGvWVtbnsk3ItlXtqQRbJR66PJcWHkb4dIPXEGQUl4QXStz+RBeuJ47IAWWLJ4umq6dsNsiQmC5D1fxmy3gFZ5C6I5BcCWBqzqmt8BFmbZWtB1siQv8kxC7JSt347yOruLWW7ZCauwsnsdta+qiWrvYiUc9MnnMB+XLlWQ1jnWQ+Pp3DPrzwLWWzpipI7OLEztmDlC+nHQpbdnuxQ51qoFI60V8sFxwvH7wpZSDeMmi+w+GxxF6xa1JCFIG5kIGTXQEAW93kGWZxNkH4WZNUL+meHrF6q9g6o1CBE7yjR+fWmSuKjI7GnFbUgK1J2+HMHqh6yonPcREtrnDSSwxFkRd9vgod/jmaxbqwhpa3o60AW1kvZxBRZ+IPXcazf4i4osVgUe2WABdh6IdCCuyC5CTJkqbvg5mKtliy4C0rSi/+r2QX/gzMOEm3RuQFXv1NMVmegVfMGyy83128+9qB1ZRe8eg7fQ2Z8ZXfBQsf9t//+f3b3EkcE262yC7YsWSOQhRtkB6Fgl/S7uAsegyzEqebLzn0gC4qJKMbyqsbfd4EseGFVLoolZPE49xsFy5LFlqxZyIKF8EV8B9X1zUMWjcVX2p1VS5aawkihuEV2wfaSuS18GBut596Qd3uK67JktRQ57ftOZsApyPJWeVMeOxrRYcjKz0fX+N6Q5a1ObStUy4r/VSGLZYVtNtG45g0ltWRR4JUWHaY4LIrFYrdBjsFC+vZ/oR+CLIIw/Mb3zL0aViwUcX/7k1K3/yLAongsWLLeUCvrFXFZiMnChhUgS4sSd1wFTU8z+bZtDC7Iupqdhs+3ICt11bezZHVHSeYOt3medSCr9FnOzjiQcjfabfPtM2HeS9hR38+xxBfXuwuyBp81DxLyNpYsXGR7VE4xKdsApejrWbKq9MFbt5cDuGVpXZAlKdqlxguNwVO36QAAIABJREFUDXUXNMjKlQv821uyLIW7ZNvCQNT6WEh8we6C9AzYXZD+rZD1BndB3gGiyK07QFZrwZOW5bEgg353rG/V8R26ozEfkhVasvI25tLuQdwFK0Xu60HWsGZ14wPDDdu9salt2z9Hr3ZUI55JdvB04ZEYqnJaFFu8OHind+oxLu087i4ozfPXLP+up7G6C/KX8T9dK9mARf9mESFWH/mMEl48wyUQUCXJLt4Jsshsxf/++Te8BxdCAizUzmLIslIVSHzxSnD1d/qBFQs/BFhckDjVypJixPJjrw2qOJiz7lbGYryvVubY/XJZsq6euguyUo8uyMqEbyWSIsjyUmpBVjFXS6CEy8HtIMsuXGUPzGKIRBH8ipAVrOHZU/FDekHWAGRt8xo1Ykp3wWcCKc4iqO8zdLEFUWCL13lNfAGlApYsgSxVNu4JWfrwWXXb3CBtcMzE9d0bsnA9374FWV4xupUl62oF7Oj5og3KCMLk8z3YaYFJ35IlmypyTt7oKk494y5o7Up1sqSPcM7BzQ+ne7QBy0GWvzXb8NDDLOGPWLLye80hC7FYUnT45ee/sBULmQZ//O2fyKhF7wGuflLMloMstmSRHHwlS9ZvABaBFrsNArK4IDFqZSG74A5kdbJetmKy9qF1QdbROdn73oKsBVnV2GgldtitEQnRuiBr68c6Jgs8U1qyvi1k8XqJXbfBBbMhuXgZ7nx9QHfYzpifQtbOcuENY7IuyC7oVZ1HTHwhlixsCqC1ll3QdnFT4os2ZInbIJJdbCncOaOWJL4QyBK3QrjMXF+MuBxARcp53uHFhkf5FAQM6wHWUly7yq7f0BhZuXctWXkb/a7+QcgasHag2cOJL7qWrE6yA7o+klFnglOTVSBpStlheVZLfNJNVa1fW5A1AlAjx+TP4btClln1qL9I5vPQ1LkqG02w/CN1uyS4YEsW3AX5byS6oNpYcBdkKxZBFmKzIHdySxZk4V8EWX8ifTsgi1wGkQQDtbJe/6JrEIixu2DHkuXW0z13wQVZI8L4umMWZC3IWpDleuAW7oILslIn9zMDDgq2HUjzkGWKcVPQFeAbb5T6xBd5RuNWXAIrgz13Mr3VzwBZcCGUEgS2y2nKlvyGBdCCuNuWLMk06CGL/AMlu+AHQJaNNMGVfcjae4bXQRa1QQdUf1Eud/nTcX3IiiweIzPuLGS1Np1YT8V/xclTRsB6E6V8RguyZgHJQ+uyZOU9kuVAYjm3pejd1gi10uFvdo0U2SfwTz9IeIGYLGQQVHdBWKzeCbRgyeK4LHIX/MHZWpO7ILtPcZ0ssmT99ecWj/VKsAXAEksWZRh8ojpanPgCG1JIhCEvH4O1yTWFrlZM1oKsEal37ph7gFXewm+T+OJf/1uU+CJWuk4nvkA8VUexS7E6avLujCOOqHAyvGk5gKyxyX5HS9a2j7u/zrCwfMEuU/bivgm+N1wnq9l/yDTkL4BCr5tYZAGdrqHCm+Pgsu+Zy5WeK1cE7fxQoLZvZHTB7/H/wa88O6eDCo67yT6X751dvBu7nW6Hew6y2NxQ9zRS3zZeqRvkO3Y7ldBzOgb3ZGBcS5Al57YU0U0Lh154BLLy67bSd287nohb4vvGb3GxgyXI/i3dIfWq9oV8cgnZ5gNiCxDE/QOZMCUd8RNZsDiFO3Zv8Tffk41v/Tc/HfQdLkp2CcRbYSzzJDV3QRxTQhbfB2ILFLKQ4l3uhd5jRQK/6Dt8P2ZZknuWlz5/Z3UKPYr0++WjzmOyuHcLS2uaEl4o2vjy77dkTGtebdIzKXXSbfryA9LOIe+nvpC/+dPCPBtO59YUKt7jadKdF24O9rILViUt9BJ0fJlmXf5uXU9ALb3C54yucAfxPNq5Yz9n+N7HA4DDvsxaP3FsfajIuEhO9y5hctG+3z5Pey1oH7u5WacA7UbzMFac0G020Y7R7Y/8PnuWUj9iq3pevt313+X6rG3YmpvaLWU/cms+ZKPGZFEWwWfOLCjZBTltO4CKLFniQkhWLY7R8pYsknkUoyqQRZYsrZMFwHrVNO4vBFnvgLHNkqUj2X55zxD9e9Mqsr6LIWv/OUVrWqhgDY3+XNYPfaE66N6gkzfg8msHusnl1zvQ5ZF85VMGMji67PP/81//fbcrWPnYlY2YEh3XCluXGBL2BWzYUP2+rR9+V3BvEm1yNGrDDWKyWvfFZndeUJufHoKsMCA4WizCWCdRZAulgSErvURwZ8Cc9efWPoWmXr0nCcpNZ938yW0sNZSfUIBeMP76I7wdayLNnVOytvvoLsze5SrFGPXnjyw+qY9Se3v9Fvanq83TTMygbiUAE4EsUbDxb9nZTGLH3A1HIQvn4jlEP5wpi8DKEl/AeoW/udBmYckSOWWJL0x4igIgkCUhFG6hhDVLY7LQ9meGLHElxH28kqIByOLixQqRkE0zkBXJPmlrCaF+40X6rgfxLUFD71XFxp2i4uRhne0S/ZWP8QQgxxdQTTay0ynh+MTMa65qfv5gIEmfVVzSXQt4kORSTx4OToWPsk8kRfbxdY+tZvxf/zWyG7y/Og+Nvs0KMnh087CR59b6ooz11I975/ExqkfaG7Uz+vzINf134mv4bL9pE6rSdzSZVIrRkhTunPgCmQPVksX1sQiynsmN8AVJLwBanBSDQIvWfmsTy3BKBvRCcu83uQsi4cVvgqzfnMod1qz/JLj6i65AGQYVsjihkI1nB1eQm+0BE6dwT/1kVrrj883ico8/v88JWcdl9Z5gijZNj/fy7Df37k/2VfdpkBlo9qL5OrAgK18v412rK1xZFmSRfG8qeFhLHw+y9keFV9zs7/pb0U52DFmsDm4Dlnf8Sp+Rhijwi09q75eHrA361W3wFpBFqYoZsgBqt4QsLAaZMuLl0ExMlhABFFe3CeDH0odAllgQ916xAnoFZO2gSbUJAutlbT1bkFU+xZHntiBLeiDuq6OQBYu/xWTBE4CgCmBFVisuRMyQBSuW/jBkEXRlkAU5hFhUxKe+/vqTYrIAWH9n0BLISu6CgCxsTEl2Qd00WJDVFW+Rwn9C14+v6TwKTl3LbQqeOtfJLy/IGuzAbRdFkXJZsmYWMDPA7/D4smR1RyJ6rb9D2rBkWTfnu/yyZTKmPO64mLxUpOYV5ZabSb4LHNjwRxb4T2DJejOIYMtqKpxtlhexXGElGLVkiWtgZcm6I2Tti8pyHI4oaRTRvn/KE5DVO/GIElGP8cFFIjvsrCWLSraWrtDbuVuWrF58WenaPHsXy5KVAceyZLnh04csX/bkGfOcd+PFbfAdFiytk4UaWM8EUk/sGih1shiyAFd/QzyW/hseAvoM4BINSxbcBd9+/cWJL36pJetdU7i/U0Hi5ydKfsGQJXWypG5Wbe1Zlqz0aEfk46wciY7nawaeEtE5qs8XZG1d8uncBbHuQ030i+hncxfEE2i7zh+LyfpM7oKs8n8yS9YwZOWAdBiyGm5NOmVLBbRhLatcYstjqppcDekZKuiPCFlUHwvQwO6CcBVkDyMtbE2/8Z9sNSiUFpClO8ewRmXugsKzpEygXha7OsquLNwFLcU7uwvSD5QHqbkl8TmXuwuGq1w5ZsJnCNtLBFnoq4zJ2XEt2yiQuLYS6t+DGJQRJeJDIAv9m93KHGQld8HyMcWeEXuPVZ4oFNOdV0OZaW2zhMNn94D6OR85Xzwm22dd7oKtfhmELFqD2H16i0uFTBR3QbgFwl0QSS2eOJOgWLJQK+tn5irIwJVBFrsLQgb+JrlXQRZisuAuSJD1TmncC8jCgEZuTrch9DDugmecwuQZjci33ekcbMQemXfRd6zNe54S0TmqzxdkbV1yCLLKzfTa7cR3uBeS0w8M618YNNufII8Yk9XvA/TnfOKLzwJZLxqTJfEy6WXtr90FXaKLxjiIxoa4Rh0XoFOWrCsgy7qlobBGMQd1X3x9yLIixCiiybFYmRULu7rmVuljssS4KPFhYtmSmCxAlbllbi6AUA0ySxZt424xWZLGXb9zALLC8TsgML27YHzOGrKisdOK/3nJNhLqFOT1rvWIEnJXyNK+9Rte4offkhnekpXJsNhIPPAky0PacbvpmDeOdcle1Abv6DjS5+U5RjZvpm/l8BcWZLW6bgCyrAaYWbIUrqT8A2KsUHgY2QVhzTJLFhJf/KS3JLMgp3DHTwOy3rG5ZJBFLoNcjJizC0pMlocslq2VJctkRGPyVOtfvfl4ZUzW4QF64Ren5+pF1778uguyFmQ1x+YdE1/g+q01mRf2D4OsAnsc2B5NfIFzavIUJCowl4MpyMphrI6VCBVKBrsFWfwkosAwPiboqwezZAGsntmSRZCFJBg8h5D8gsadPnuB9zLxRQlZ9JkCVp5EooSslPiCa8Bo4gu4zkh2P+zwam7MDNRSwohOdsGov7sLaZIg0ub0d/gMG5asI5D1XFmySqmWJ8uQTdqYRBZkpQc+DVn0Ve/lMa1ANdbBeDxdpO01TrMg6wrIgrufJGLZLFma+OKdYOoZUIW4LK2T9ZMLFBNkcaZBxGQld0GzZAGyxF2Q4rEQl6WFiLcU7u+U+IJ+kDjoiVK455BVSIFOjT9LSpPNhkp+LMi6Zt5Ny4josguyFmR9NGSxStTUZT/KXRCKqYesHGgOQFYaZmpIStnwxi1ZZbuaRZMN3DpsIIJ4QdYjQJZlGDRlW/6WJfdodsECskgZ2OKxZiEL7djcBTXOxpJZsCVLIItdZQiyAFWvsGJxdkF8VyALs4Zrb6nrRwIg3cn16dajBav5eZAcgkFz78S1Jas+upw3I5ns/DkMsjAH0Q8ji/l3hKwIpnpPsrJkLcg6NJuKle+E18zpi+sJYqidtWSNQBa5DCKFO7kQ/mBLFgoRD0CWFSQmyDJr1rO6C3J2QS5xgTpZ6gBbJb6wcheu95Yl66rhFJ5nRC6HJ8kPWJC1IGtBlhdot4Ms1vXU/cay4X1dyDKLgotjELPJrpyqFlZXw0fc3vZFXWSN+ChL1ub3rYp2+hvwMqJ8u0yKWmCTs1TCSkWWLIkxcJClrqJDlqwQsiTxBcMWuQsyZHFxYknnLrWyCLJ4gfGQheemqezx3dzqFBt33EOv3Wb8qOi7u9mR2DSJkns7yNIA6ZnF1qd9H1nMF2SN9zCDaz6WIGrdeBrp8+KKy5I1J6fHH9fwkZH7f4qxslNmtS6ttmThLtiBLI3BEkuWQBYnvqCkFwxYu5BFKdx//SKwQmZBqZUFKxZSuHMxYliyKDEQQxZcrTW+0MsEtnS1LNwLsobHy9kDp2VEdMEFWX3I8jqcLNZ7L3XN2Tnko2OyNrUisHiIaSm4W18cNxps+nmmerMbU/91C0vWgAuY1tJI7fLpwWNLlqSEzmsyydk2yOLu1T7erEvl30WxYoheVpKzVmWUwbqEjc/tGAc3fEj8XKvnkRdCpA+52PXwCy2rj4889eTW8psttaW4BS0IK7/1EZAFaw9eFvtkFg2zalkdrV73SgxBPq5QA4vf4dTCXC8LRYgZsn6oJQuuglK3zWq3he6CDchqJb4QyJLiv0h8sdX94sQXUozY6sLgnlDsWF6WhU6+a6/dcVF9aBasQE6xe+TeC/PZj43yb89+Yq3Lz0l9HJhgzIo3vojHdbJGpmG/eHh9V3a+/BORQ70e7J9jpG1HrVYsHRpA7itp5a1uumiGDYglzch9+mNi60znrCrzR74fxayOtDu6TvT5yDWiY9qbZZvEUHlomyROPhal6yAXkV3QQda7bkrBckVugcgwiDTuL0jpTj8/AFl4j2Tq809ypXZ1slhmowYiJb9AdkFAFlK4vwOyXv9Onn7ILPgXFyN+hhWLfm8ygDMNZi+3UcBu2zzYR+tkJV3lzLMZl1HR0zv++SO0Aa0/3Y4FWWl993WyvDoaD9oFWSNTKhcX+7W2Pi9kWbHD1pjZ3rNixFtNHgEzqd0hQJRba3YhS3WB6npFgdQjkEUSItNmcJlIZR0ZAzFkxZaq6DrRfP0oyDKhbe2TosRSnNj+3Wt7PjZ4AYBDnirBiBUQyCJlYLNk8UBiyJIMgzquopisBmRxrJWCE9wCURvGIIvbz0kvNPEFW+R0VxaWLCWSCrK0OPOmMnUtWeU4NHcb1UB43vResSWLzhZBljt9a+EtixHXrTEXw1Yh43bbbw1Z/qptt8vxjcHYquivGDLOziSPZEjjCdQK08BmYiRnjnzuayPOniOSbTjf14asfELuuQtmAoWeNctFgyxaG98BXQxZ9LsLWeIu2IOsV8hEikVFZtVXislCCvfNkkWQhcQXsGKxNQuQhY02ixt1kOXlClK+y37jUcg6skkw4k0xO2Lnjz8NN/OXbH7jdDsWZG39WmUXXJAV7P8etGS1IKulW0mS6auzCx6xZEEuW1/AOqTCOZuS3spZQ1ay321WGnVRSkV0I8iCsM12/TOLm88ayRnC+NDSDcqSd4/LnwVZu301mfjCW7Ls3IAVfBZbshKAy4jC7qxYGu4BWWKdEtjiulqawp2LcnIhYrFMSZp3S4KBVqaFW0ZwivPKTUJteMHxe5Dln1CdrTPyQbgCsspW1JatMo5rRJH5npDVLufRKFXSBfLejG30+YKsXfEWwVz0+fg60z8ycvsWy36uJ2SeJ7kZtwVZWifLQ5a5CwK8fmjSiyHIMndBTnwhGQYZsjZ3QYnLMhdqsv+XN+7WkwVZV4ygc+dYkJX6L/bm2+/rBVl5/wwsPvtWqH5nf27Igr6HGkQ1/BV7a5W7YLrrzWVvGrKgaOYDPqV0zyGLlW87zlmyFmTl/RdraaEScRKy8vise0AW3z1DWZBdsGPJMsji3zlkaV2sXIFgYKRNASgU5vaSFiydD1X/1dYU2VeYgaxye+xeliwv8bxlyyfLiC1a3w+yCtnlOhTjoJCx8fR1Z1iQNatuRvIv+nz2eq3jPxKyUCvLMguOQNbvX//QmCwAlkAWXAXhMghLl8CWxK2+cNyqyMjtdSFkXdH3H3mO03BzUeNPt2NZsrYncQlkJauEnNevA+OuF/0REgm26HOcOTpGki/fz5LVvtuU5tw+NwvR3vyJ7i363OKp8msUQHkIsmw0mBsc9e20u2D5SDZYwzhz7oLbuPOQNR2TdZUly4+lcmZ41x/vKnlEXkbP+SPcBc0d0O4n/xsLrvzdv1vvLshzlGOtECsAd0D67RJfSF9KMLjsncjf+C9/iXdfqpMlySvwpiWpkMKbHLTNWbK0ECcPbfo3uczYd7ADK5kSESXzGkKWxSsV7dGOMFfDWpr23NvqenKjliw/Zuxvloc8hOXh7C28mzuozj3+m//Hq+3EUL43ZLVWLF0rhr2OevfXft+7C+aQVckE13Mj7oLlMY1yxgObiX4djBLuhA/49Ani9Rtt+M7ugrKGQyxm4+6AJWsesv7MIIusWHAX/P0nFySmysQSl2WxquwRQHI0S+p0xl1Qxt3XickK59GdDliQlTr6ISxZC7LikT8ek4WFwrv+lApU62qxch1oDFXii9xdEBrWEUtWOVD5r2nIMkVPxWme+OLhY7KKCORNWbVe+Y6QJXFYVrxXemIesrCuGmQh8UWCLMR9MBxoXRfMC7hiyfyg4/K5JTykCTnoWTEYWFyVxFaxirpBFnZlJbkFv/BvhixzhTHIwke0a8ugllsSSktWP/NeDzS0wQ0B4DdiZixZLchCb3EqfKYsBc4dWCogK9vFjC1X/mY+ArLqDp3el2kuAW0g3oOsfsIOlX8DvFro2DKCy9aFkFVvNrolKV7wbnBEtMbJ8jJMxt0WRteJPr/i1o9YssYg66fGP1tMFhUj1sQXW3bBaUtWgqz3138QYCHDIEEW/v36izensAHFqyG7VsNdMFmzroSsK/p+nWN/Q22of5Yla+umZcnKRsxjWLJqyOIYo2ydHHFZ7O1O91eWGuSusWSpcmCL34NCVtFfLnU6L94Dyk3dtwuyLLGFMInGLGmqc+uvqE5WbcmC7u8gi4O4SXFgbRDxg5KN0Fuy8ng9jupqQhYetlizvhJk5WOch3Mn8YWpqQuyhtSJnYMWZJ3twfz7I3CzICuyZAGyKBEGx7VCZtK/L4IsxGO9//4HGaroh1wIS8iSGFXZyAJkmTWrVuhnYrJUu1C5f+Vo+97nuoUlKzrnyPw+8lR2PTBUL9k777Jkae+MPKDomIeFLLfzyPcRGabcjl5077dzF/wkkFUonLXFYEFWJoYmY7IsscW1kCX1sTZ3QSgMWjOL6z+pqyCUrtyS5a3uLzS30C5+f7NkfX3IYuhtQFYuVhZkHVnS8+8syDrbgwuyrAd8TTvJnJpesumE17674C0hC66CBFgALUrl/v5K1qzfyDKIWFb6kR2tBVlXToobnSsCovCyDUvWyDlDPTW8cH3AQ0FWKyJp5KaH3AXDzgmpIYypGmtr/zpDkHXQHcHUdnFDCeK+HERVaZJdmnPbzYkWpN3+ucBdsFsni29X6xzpv7d6WUaLuL66deW9Iync0zvFbjyzpgdOHcVmeeKP/QJVDsa2ZTCBllk8wiFcHNB6xiW88RF5Oz0Yz11QFthwbMUmud1z8C2U52gJMbyXp2jnW+1YsoRt5JzVuRBTZRWL7N7U9Y9BSoEKsCWQ9fPpLbNiRZD1vKWk1AgmbXfTkgVFQdO0S8yRZBc0JcLuD8+VM2kV7oIGbvgQLjPy8FNX2v1jvPbcAq3fy/6XOeAyalYux/V4FMiS95NYSsdh7qUrmcugDcrWGEjZBe8bk+XGNP25P+NbE6vun5H4xfxM787/tyflWynceSOA2h2sgs06Wf5uSndBsccWgmYoh3zeEqQBPyCMLv5KJNtG5F/UJJkHA+tzdKJTn/tSHtL5aZRrQRGDKpvB5uNa7AgixjtL4f4EKxaBFmUwZkvWT9TBolTtVIz4+SfVyUJK95c/KLsg/U2FiJ9RGoNqEP5gLwHZkHpD7OkrtQaxtBRz9fuXuAsmsCJ3QbJkvTFkURp3dhdUy1UFWSpHs/5CllZ5Am6TouFhIl/LMiue6vf15U26T8XRun7TgerX8o+ArJFrsq6y8+jPWcdpbP7bf/33Xa0rEjgjw3LkHFz7Zucl1pu+8Bu5RnTMLSErvzUo9T01ikVGc4d5T/DHQiZ0H7wAstitS120/KOU60Pg64KhWQbtOGufN83aOf1x3E9+PLhzpu/EMW27Y48+PF8na++Jt6+eVOD0eTSGo8+rhWtkArtjfCzZPGR5BV0WU3Mb7PYGx1uRsrFlsUSRTYF3FMtEIWJog8OQBaWWs6/TzDc31g34SndBPpAACwHcfLymbeeaWZzaXaFSswqK2E5JNKSPLJZLYrXSgraTXXBX/OfjgpSgTEWPxwGKEctc9IuIfRfKeXtxSGO5ePbycIrH57ML9oebxa6lmKyRBVLOV/YfWjA/X/1sa1uheu1HTzFkZbcvsizCJnfGImkPzueAene1lnNVkDXwnUgMnK1xFZ1/5PN4TI+cJT6mp1SFa2h86p0jyvHnryWVo/xYsvmb6U44JE8CTPMRkCVJgCAjKAZL3QVZXgKiyF3wCYWHfxJYaTHiFxQjJsiiYllc6J0TC+l6y6U34M1gdbIIsl4pjTssWFtMFr3HWQYpJguQBRdBLmnBG0u5u6BsXOWvNO/9HEzzIdcXdNTzrzNjZFzenHrQN//yh97Htn6m2zzTnuh5njn3bR9EtoG5ICsbDE1BVj6K6KGPPLgjkJWft164JT319mqs6+ECsSCr++iOKW3+dAuykiXrGsiiLdYt7op3axm04B6IDRmBB9591b9ZycjBHJm3TkIW185S8LJdXii5kqb4gSGL+0Tdi7wF1ZSpBVkj4pyPWZA13FWHD7xi7R25+IIsAqwhyEIxdipGTFYrg6wndRdEbNYr/ZCJi61Ykl1Qtm0WZI2MwuPHfCh4BJC1t9/T2o6K5vyH3uvuI1qQ1eyeR7Vk+cY2d0hd2vKWNawANW8F+uaQFU3mYzFZxf4cq2Izr2XJKrcW4A6YW7JKyEL2S4nFyi1ZAlm2wykp3fPXyxudc8iSRVdWq1VuyeJMg5Ul6zEhq7x3UGjpPVDvni9L1uh8XZA12lPHj4tk9PEzl9/8upBFViu2ZMHUBffqs5asNmRJLJbEZuXugoAsuBouyLpqpLbP86HgsQNZbwMuiD2vil6Pfei9LsiqeyAS0veELLSu5ZDCKqBzF/z8kJXqZD2qu2A0Nq6ArFxlHXEiWpCVjXy1vLAzmbqebpYpuAuS4rAPWZJ1sGQs+h4Fw/QhS9K5SxpyrB5wbZH083AXZF9uBiyL1YJHIeIPcPjjWbLmIUssNPWr5y5II9YdvtwFR2Z61sPOXfAdptZ8GpQeic1HU+Y0JdV2bm+nqTosd8HaFS1aM+ZU6Vra5+c/7i6IshWw4MNVEG6DiM+6GrLIXZASXSAO6wmAxWncLcPgL5KxYsl6epZSF+/vVAoDVi0e20iKwZo5/VvmSt9dEIfgO0mfEHmeWQ2CeLq9Z/K4CvvcSPro+6gL0IsAimKf+Cl2vCp6PfDR99p/MsuS1eybe0NWd+B8FcjKsiLa5HnRe7N4EOuD3Mc6V0tmYrJSDaRyh97cxfZEVbRgnoWsbac7a0R0zq8AWVJsWOJtjroLSpgPFlYCKYYs+ZvCsTd3QMRkdSHLAqM5RsYliNCdt3ZMllikLIkF/2bXQICU3hM0WP03YgsAWZLQQupkWWHjR4jJmoYsZF7krm7ERihNvecxWMxezhV0WMNfMVnc1RlkSQRLGRk3khzDx2RF8c4jKtyCrNRL0Vox0p/1MfsxWRaHWn4viMnS9ZchiwEL8tJDFpJeWEwWxWVNxWSZJesvdhkEWPEPQdYT1ckSSxa5C1Ix4hdNBCTylGDrSUDLymTIJpb0wS5kaQds8npSKV+QdWx0Tn/rYGzW7NxakGUTYmB3IVoIuPPvkvgiH071LuTsIGjIpcJyAAAgAElEQVQNzqjOlU+t7M/xadwF7wxZKculS6KiMTlnIKsqHDwpdRZknYUsSWqBVw5ZLBMI3HctWZdBFhJfYDfWQ5Ymw+DcGAuy8qnxuSxZRcunZvhV7oJXQFaVmKZImDBpWduU2o9PL3jF2jvyUKNsYrdpx60gC2UuCKwI3g2ykFUQ2QW5YDugipJeSK0sAq5LIOtPhSwkviDIeqWkF+wN8Jq5C/7mDQQDrQVZIyNz7Jg58OiZuY/Jia2FC7J4wwCvlV0wG7d1Zlu4v5SD7QoBuyALMr8dDyIAmV4zlqwtxsTHp10AWRXoRm477gsLss5DVjlmsOmSJ764tSVLrFM1ZIm7ILsQsiXLUp23LFnqZmfuhzpGxNpVvkRRHk+WIu5Aaea05NSyZI0pKUeOeiTICtvv6i6Gx0NR6GRuHfnuVcdcsfaOtOWrQdYzIItdpcWShSRBsq7S38ggyJkF+5BlKdxtk/uNNpqQMBB+qJL4IlmykPgCMVlmyULiCxwMyHonyGIrFv28wWVwcxc0d+xlyRoZn9Ex45C1t760/GiiK+eKW+72Ke+PtGt2jo+cc6LVFx663AWbndksH1K86etXHHgmnPEs/169YxBasnhnPv9eAwYbaeCLq94g8QUsDXDN22pX6WIu3l2iAhpgnoesRj9a3Z8WGAcbM7OT2+8WV0qye2NB1ghkGViUnScxWDS2CkXvnpCFGCxx3YLrC8OWi8mCmxyOeUXsgcVvsbsgFjL8tnvT+ANzq6OBVEKW7Cym8TWWSvwYZJUyxMsl9oQsG6MPxhZnuPaUC+vHuAuWykLtFBrJ6RQPEh259/mbc6tk9+WpDeFUZ0xGS+0uyFtTZ2OshupkZXfKa9bUjciXz7azEqoH2zH5UJsbFEV3HOiLsA37lixeWxsp3PlbeREzvGEp3HmzEZZ+JLzAv3+wVcvqZkk21j+e3gmwXhqQ9Uyf4ZgEWXITb0jdzkYoxKS+diDrLzpOsgsi1fszARbSuCMey0MWx69m7oJJhvQhYLkL9gfUPnj4SbljyZqVE65Jvh0jQDQrZ0bOGU69mxyQbXiuFO6ph0fG1OwgqJ9fC9RcDJGPyXI7j013QXehj8guKMIeyq/tqWc0b4u01SNy1S0NLENLFi8WuAavLsVdy7OpF0BxNd2fSeefa3l+bkkmvxZkBZBFY5yV+u5zSnWdpKdHIEuyCXIxY3U3no/JknYzVDFkWUyWxFsl4MLzFqWDnzXHIChQQYXIrVcapyQLRFIkEmylWlHlqNpROqYtWXTm3Y0YK6W8N29wn9nn3Lxy0b6Pu2A999p1shr9Z2DkrN9XrLuRi3t8DerfaDfHn6SysFusW3y1S484YC2Lrn++P6Mr6DLRAcrZzGfx1fIjYsiqSrfomDXI2rpcNxvzWNbkLkiFhmHZ4pqCgCyyarUgC3FaqKHFx5LURJ0sbS7qZJkli4GJQOqV6mIhHmuzZJGbYCpG/FtqZbG7IFmwYAnLLFlJNkof+LpZqZfS/F2Q1R9dffAY94x4R3X0ky/fjhEda/Y7jwtZqfOWu2CuIwyMq5GBEo3N+hxfC7LS/d0QstDJlZLYjhuI3DNZZT+yUxs86DIAvVaYVuIL6UBeZAPIkuQl+fMdhSxJ+34JZDFsSYYssWSVSTA8ZHHxTYWOIvFFAVnogeRiqD0igFa97glZnPcrNEYUi9ynhqz2Bk0ky/c+Pw8FByALY70YOguyZp9hby34SMjaNjDzm+lCVhm7Cis3IAtQ9fI8AVkKY3AVff6RCmszZG3hVL+JmX7tQBag6hdbsSA7AVf8mzwCzF1wQdbsCN0/fkHWtf159mwLsgrI8kpMvfBeoYwvyHIuDlC0NwtXEJNllqwGZHkXRHu0XJQ2mCnRc/UWlpEN5gVZYtEZyi7YgSyekWyIFMhK+qNkG2TLJ/20E1/AknUDyLLCmgZZmkUQO7ACXgKOC7IQrjbqM3Ymu2A5uTHXpy1ZXj5cYIn5KMgqboUHI6wI+esOSSwu6D//SM7355i69NUgC3CFxGLP7C5IkEUWKshLCsQi2QpL1h+1uyAsWTlk0fps/TIOWX9xnax3giyAlcSuArhQL4t+a0yWEJu57C5L1tgo7R81B1nmju42+n1NqwPzedYqhTua/c6yZOk4iBRY7lyXWnlWwI5cIzrG1ySRNuwX7DwyIRZkLcjikRXon6299WgMR5+3q7PNjeIqe1mjyKClbL8KssQ9sLRkzUGWuJn6/sEzYHdAg3z9O1mXzF1QwOkZMQULsrYB82UsWd8Ksq632lUS5IBSFkmhj4Ys3tDJGhnL2uiO8s8Dd0FOXOG2CluWLJzyR2nJete6WEjjbpAlspPgq4AspHCXDIMv05Al6dulThbisCiFO/02yIKrIFytOfsqx2XlkIWFUOpfLXfBmTHTPnYcsnKjwsdD1hFgYj1jp8skqiTaYj/f53tnWJasrHceA7Ks2KoXwOlvEfb7A+cjY7L23AVlocTIb7tI+oWsyi44ZMkq+wb6c/GOmaUyWogm4mezZKG9LeEDN7ezIqeINcsAKxeSHrIwevEedkHrgNi+u6BZsgSQWu6ConwgycBWJ4v+zeMIbi5bTFYPshSiKsjiFotViqwxiFASyCJ3QcQXYBcWO7MotInjAF58bIrJOm7JkvgufhVE+4DuglUJrfKNZck6PttaiS9m1QEWtVX2ygVZu0pRoJRF2QdnnxEf7zPielf4fN0TwZCgRIcYwmh4HdMEQVa0XWpsIfmFJL5ATBandcf7RUzWPylkkWVrCLJIHnGmwTy7IIEVuQ8idTsSXxhkIbOgxbNKAgxAllpYN0uWirxd67dYvOQRZfHtKiejdXzv2RxR8g896xt/aRyyZI1z2pEMxxOWLP/dNz1XNG/E2zz3VYkByc59pkujdp05N4/SlfgideHjQNa+O8enhyx0uUsJfK27oCs4SwK4hiysSEkhjITzZ4OsXtzqfSEruQqa4L4fZBloWeILg6x8bJD93AoJNyFLAIstXZopkGOxOJ5A3V8AWXYOl/jiHGTpAvjIkMVWv3xmMWUWa9KCrI+FLPYRqSzNC7L2FKdoLfAbgWeVMNFqG5asbOhIwh4/lkSWyUaSnUI2l+SU2GnD5pPEZMFyhcyC7C6IzIEbZJm7ICBLrFkCWUiMQRYvuArqhhXOu7kLvoorah+ykAwD7oKSUVDiWUl22m9Yr7AGT0GW9LY9I/lN7ViQtQ3DOchqj96rICsHp2jeeMgamleBJSsfK73zRe0aasfOQQuyss5ZkFUK8cIa9o46RJYbNgm6/BsWnBtasvD1BVk3dRe8B2SVSR1KKSOWrMeDrFxRwdg1EKrdBeV+KsjS7IJPz1AW1JK1IEsf/oKsfBacdW+7wpK1IGteRfpykGXugh6yNMNgiskyyJKaWex2yKBFBY019hV9MwRZlHGQ3QXJqoWYrFtBlhAXoGvf9z56pizrG27v86Pn47/xrSDrgu5ekKWdGC1YI5MoOmZB1oKs3pw9b8nCzmLp7nXLmKyvB1k+JgHZsiSxRdtdsGXJYrrfHvE1kAW3QYGL67IL2sZs2qFV5IMq0Byi83Wy0BVuvhduUgMp3Jcla3eJj9asSD9YkFX20Nn+jPrbPo/0hJsoZbe0ZE1CFmpnvQCy1JLFkKWJLwrIggWKrFRSkNhistRdsAlZcLk2Sxa5C15gydqeWbCYRs90QVY5Oz6NJWt0Uu8cd5P5nF3v+V//3/+9uwUwkv46us94gLdqRxV7gtiq2I0lEb/j/VfUjtoV+4Crh69x1WhS3Q4Xn+TrOnl/7YGYrOKy5qudP3h/s1bjapNa7PFsiMsKbd7Hku1NPjef1tqSVQfrbvfetWRJXjA77k2vkVvHtlpHRV+jjpK117kL4ny+Q/jvzP93+25vOsyNBT66OlUJWemM/sB27I1E4rXb4SGwdxctp5No3tjnzY0+M9fzb2m3mf0Rp4TaUgIhNH7MutUy8eOwRkPkPcQpYlxgDKYByoClySxeaDwhwBvHYczIeEn1sVh+8HslZEn9K3IHtM+5rakhZskStxZ8IHFZCOTm+4OioZAl2bPgRihWPAnmztK4s+sW3pYLFLWz+Ej9Dtiq6Iu4IPEVkCVzPPWvdUV3RjSHad55OFf5YPd2WeWzVCPs6M6yPOXefM0a7TY9RufB6HFlDOHot8rj3oId+pE+arsLzrVn5DrlGefk5UhrfI27ke9MH7PJifY3+a7c2jkS01HGjsCNb79/qnPyeln4jYgFR/5PP5M1Ga59kpEV3xG5KDHQP55+kLsgx2X9gLsg5CX9/KT3qFbW0w+JyXoil8Eff7QhS+QWYmtpHjFkmbsgXAP/5FisJ4Iujski0Hp/A3SRuyBistTVGjLy/Z3eNxnJbvuQu+gXvoD8bs5PXRHsGejtb5rKByc5mJ8nu+r34PAtxxK3YeS0l8q/ekxvni56FyMSYaTZeafM9/dgl04cluur9jW46tq9xJDlFf6Ji9uhEdyI3Np/BKY09S5vQZ57zRu7xoEbzL8y0F8hZF1QjNjfhewCpnerNnjIqp4J3AVbmRZFeZWBViYXaNX2GIOsLF2sttm+V/imu/aknXnXzi6apP7ATp1K+M4AiCF+f+SgxlJHhGSxYXKOvlL90iiayuvSiASj4wRLjr1aAi25DCo0qFLIAKIFfHHbDEhZ4gvfE1VsftFEGVcCUfggxSIYHHHiiw2yTJ5IsgxWODbo6sRk5ZCVXTuHLI7N0hpZT0/YkZWEF1aUGEqHuMUoZNFztQLD1k/oHiu22YUs3O3WQTFgifxEsdD0ZFuyrnrPyRmfZOaNOm530cO9RC42eRFmjNNuUPs9UrjbgxVYdgWljk2KnW9Fa9bIBaN5/bY/cfgSkcV8qB3Rcx45yclj2nFJJ0/a+LrFNPXO7OdRtBMu3OBmUlD82p/Tz02Z8zLfU3tg3c8gC+sxNrcUsjjxBepkEWBJ4gvLLkjvM2RJZsExyNJNpwqyyEKFulhsySI3QXYXzGKy+N/4AWRhs0rjslg2qPwyGVGti2mDxN+7SfVIx7t+tJRnnFf6x+T7frtZ+9oOmYmDvVQGujE93xfzT+eKxBfzV62/4TdFxDig8zO0ZA1AQ9TIkYEfHRMtWAuygmm4IGu3gxZkRbO4oShkygPvbGYByPeHLN2VRcyAg6ocsvLFiKcEB12LosIyxilDPcjiVO4KU7eDrKapqPmgFmSlbsHS1rdk4bgFWfFsP6s8zl4hPn5BVrk9dgyyyEpVQJZZshCDlSCL3QWzmKwfuqGJa9pmGVvkI8j6bVAlRYgFuK6DLJbdmO9Dm/TxGDt7xDxYLMg60+eR5Wv+eRxrzYIs7bcxkDvWydu3BqB0WbIgFZ2L5FaMOLmAoU9tc2tZsmSEPZIlywSYAJYqrx9myRqBLO7BNFWxQKslYASyUuyV1ssqIEvcZ6BAXGfJWpB1RBovyCp7bVmy5kbRZ7ZkYbOZ288bTS1LlkDWD3ILNMu/uAsmyHrXmKxnTXohMVnJ9Z8hC1b9LmSRlZ+yCm51shiqIBclMyvSt8sPHacu1bCoHLFkLciyHvielqxoZjetyNGXDny+IOuzQVYBarWvq7gSzDl9fYS7IO8nux2mw+6C6ns+6y4oRtu4r/YtWaU5/sAcpK/MuAv2lGta7BpbN3PugmP90bpHvys0BFkaqxW6C3Z5wqBIEl0IdKudQq1PUCaSu2BuycrG3zan1NWQxwUey7glK8VkdSCL3Qd/ZZBlsVlSb0vGwIC7ILtXKrQOOdcvd8F8vC7ISr3Bkiva7h0QaPfaEd5vyhln54GbND3Bu6G7rz6Gu6CvFSVrFOKSDRL3IMvcBblO1g9yNWZ3QUnf/o46WvQ3nwc/9LllF+TQKYYsqwtIiS8AVBSPJTFZqJFFboD0WyDLrFYGWbBmKWTB5bqALO3oCXfBBVlnIMuEwwUCgpcrt3H+AC7GC7Iy4TVmZeory1/HXVCC/PdejwpZohpqjNbmk1r6jU9DVnZOFic5tPkYMYsxaSQKKfvToCmZ6mvIOhuD5Z/gDGT1n/4oZJnY9DOGlfxxfaN5pFe4+pYsibPhWKbMzUTemwFXeRaUNkLbo39zxqssuyDHGACy5P18vKQYh8ySxd6BY5DFufY0JkvAzNwFAVYp0QV2annHFsdgd1YXGvktikk3JmuLr7HkD5/PkuUVeknmkRbxFZM1N/mOxGRdYbmqpNcDKEy+ltRcT8rRkZ7Bx3wayCplnIjUMch6JpCCizGA6onqZnHKdq6R9TeCLrFsmSXrmdwGsVEJ0EobazqvCagQd/VKgAXQEsBC4ovMkgXr1RM2n9SSxdYsAjBKhiGQJTJ4W1cCyGptokQJ2kaeux9Ptlb2MvW2xt/8ZoR3F/Tr4sgaUH5nPCbL7oCDa49Mp/I7QZzhkQvM96drUj6ujjRg8DuBJet/ud5t+P2e1MpGBnh0zKeJyboku6BX8OtnMmKdycfHPSxZNWTxksU/wkaW7Y1XsmL4pmLEzl3wU0JWW2CNJ77oz+xcFtqoaFmyvg9kCVCVliyXXVCVK+mv45AFOJJshDlkAagEtKAsvHNxYs0y+KCQhZbKHkiW2IL/lgQj9jqS+MKPccs4uS3nK/HF4LIthy3IyrpramOm3c2RnsGr1HeALAIpSYhBgGWQRZYsgJa5C8JFEJYsD1kWk4W5jpjWN7JMAbAAWiVkkcWKMwwCsrKYrAVZOjh7AOUV7giAFmT1hOpjWLL+y/8sn2BQr2FqhdCDhwTbUOAirDy9FsQ741E7os/zK/faMXKOrxqT1YYs6bUNkrcA2q8KWf1A1u5mUZVFaXyWYdd6QRZ2WfvZBW383Q6yBLQk2+CVkIWWjwVGjya+yMcKWxczeeqzgc5DVmNH1EHVsmS153YEUz2J0MouuCxZffk5tD5/MciSLILYvITb39/USiXZBeEuCKsWFyQmyHrn7IJSJ+scZKF+lkEW/V6Q5QblmFwf0wQWZH1CyEpNjsywI4OgFmw1KfWE37YjbxDWhSwEee60xrKHBQ2O2mFf70LWBhT5Dlz2b2p/aYVyE0R3mMtmektW4E7YcAi7jyVL3RcMpOwmCiuW3m+W4lKMVXKPee0jUTHNEmafZ32RLYb87uYu2LDGbh2a93caMOIuaEptDOzl88kHXn8Q9iFrxCWgPXDtnL06WX663NZdEA9Q6iKlzHtn3QXTs0jugvIevBNkvMhvFM+EMsFPgMeTxmRxDGN6j/+p3QmrlHxfra1u7dvcHXFc15JlkGWWLNwzucJUlixxGe27C6ZxIKWA7RUvyHuQxZar7f4z60hVjNhbsgKRWg3bAchiV9F0Z2l8fu8U7kchS8oklP15heePlzZn3Xba0mvy3WXJKp60d4mu3AW1ThZkw5tBFkHUC2pkwU0QiS1gycK/4R6oliy4DD5TMgxY9PjHuQtWlixyD3x7NUsWXAVJ9lEsFsdkcQp3uAaOWbJYVm0bM17uicCBaPfZQze9raMfjsB1Php5TdCJZeW7RkZrf554vSCyTo1czY4pb5rl66x772mhQW04fUv1w9vc7We6wx17e9mFTd5y9JR1srwlyzVwdnC2+qINWZ3Z4DtID4vbgYe8f85ZNwBrSstS0HvmKfbDtLhaYY/uJRXVbV/FAxMf5fxhsbNfPHaX9bBqwwV1sqyWh527dZ/mu5pqbolip5W2NmXXvrsHWbzTlr16/Va0o7NQJ8ianc2xAryJwlEhdMKyFbX+5pBlw17jkiS9+UhMVgy2CbKS9c5isljhAGBB2tEzzmu2pRit8hqSsV2eHwd2A0Xc4oQFn2tx0DMpIQsFNfFj8QSASylOXGYXlIdugl5isiSeoU4kkuITZM3z0NKH8R5kectVMT4CyAoXJ4bpXObWkOUtV76uSRqP3weyjgIVnl0V8zZQJyuSCSOfh2Nh5CRnj/nSkOVlU7kVyzHnTpFrQhZipwpvEchF2XxCMWIAFLILPhtoAcRyyOKCxARZSIahkGWZBdnyrTG2byrn2F0QkEVugewuiBpZryTHLLsgQxYsWYjJ0hTuzl3Q6gWabBA5i8HehiyT1zwfWom1GmpgUxcZXY/duN2L0WrPk+ObqHLpKD687KdDc/V0PFVjg216vicdPr8HYcaDD2u6DaNfKJ/JXgmB53/9L//Dtb4coREQjDTpashqdffzgAD+PJDle7XxTLwgeUjIqu9jA8QNAg2yUhAvrycqPC+HLNZda4X+WshqjtDx2NIFWU2xch6yygXrHGQheDsvNpxDlsGbxW89IGSJ+a7sZ7/RMrCweR3/3VOAcxdckNXeC2xLjHoaLMga25zt6SUj+sysnlBtrLqLN5XESqm9LWRBUUcMllip4AqIxBZkwYICTzFZXCMLGQZf/okSX5C1i6xcDFdZ+vYIsgBaiL/ixBc9yEI6d0AWW7cIujihkGw6cVp43oTS2fDlIYtJsjFUTRrYZ98FsjAMNKlVtvZ8Acj6/xqQlR78iFCKQOtKyOrtIjzTB1EyiFnhaffVsmT1uFp2xLNXQ6Hf7VPAvHeqH4mTe1jIynuKbq6KyfpqkLVjbRjdLdqBLD/uZlWOr2fJsmyWcH1RS5btcFJ/Y7c3zzbYS3wxYsni7IJshbLEFwZZml2QY7I0tTErDo8JWWZJ8XLILNEmvZLbTl/CVzuO7lB/jgVZNWS11hfrRr8ULMialXhuHyGI/cbRs3rC54EsuAACpgSy2ILFbtaaXZDdBf+JU7m3IGvTh5DCvbBkIZMgkl/AikVWqwqyLLsgLP+wbP1+erU6Wewh8B0hy6xPfsM31x/sswVZn9yS9bkgq+cf+7Uha9/1j4Xfw0BWskKV65kKDHZRsuxvZlngBLF8GxYbw6hK/3vL3rfPNwXkiLsg99UtLVk9yKI7GvUTYk2qjfFXQFaudhxRWfop3NOZzcojv8VoIr78ltbdX7l+Jl61b1uyYsiS8g5wm+ERJONMM15a4oARyGK3R64PU2YXZJjCe18Osniy9AkLnzprV5WQ+GEsWfl98Hb57n1d8aFAbD3DWmKgt3m4ICt7EgPeKtFzG9k0/pqQBZdBgyxK0a6QxQkx1F1Q6mQRZKm74A+2ZGWZWnUsI2Mo5B0vU5To552tVgRSClj4bZYsTn4B6xaKEaPsBf37jf79tkEWJQpiGZFqb0WWLJPdokeUT7wZSqF6hR8bRxPEXOMuuCCrmqssoktLlkntBVmBZLvSktW91IAAnhWedq29nUbfnu8ck2XCR0DJFAxVau1vq1+ksCX9l0OWS+GuQrQV53UoJov1xgHIKqAVSllP2RxX1kZjS/ssVsNXBEnecgVLgrMtNh0WImUl/zzVyUrvWizWljhC/fmxAyrvVTOnqZDmR9WQJYkttvHWsWSxoqsJMtL5DOKlITOQxe4tzxTcrTFYfDNZDBr6XOIMjliyeIByXNetYrLGLVkgYzyW/hiPFr/HiMny82ZvPs+M/P1jZyBr9KojlqxceZxZu/baED3n0fafOY7j//aZv3v6ZuxO5+hZPeE+lizO8lO02K+JMq/bMVmUPlDcBdktUCCLa2RVliyyZj0jZgvHoDSGylecObu+yXWWewRZsF7xD8dk0e9ff3Hiixyy6APaZBPgekOdLCQH4tqBZsmSeNY+ZMnty5ZZrlfQeqIT40rI6iWVui1ktQbl57RkzcsMzO80xll2Dbisn5Epx78bxGRlOibFZH0uS1a3UxZkFV3zEYkv5iArH6QLsvKHd0/IYsA4Lmn4m58BsixI3GkpjEHcBwOJL8ySJTEEGoNFioIlujDr3YKs1MsLssYsWaNT8FtD1kxVWNehC7IGIYsAC3WyYN0CZMGaZWBTuRdDASZLFrsJcpwVQRN+A7p+STFigyzOLsiQJcdulqwFWYqNexIgWqEfM/HFIUDKNrcXZI2uChhClR907Bpkp+/tulaXX5B1Y8hCvAvFvWQv26m1nbwFWfuT4hEtWWcgK1mkWpYpcwvspXD3fRXLhDOWrCZkAZVUBx6HLLFaCWRJhsGvAllI85y/XrDgLUvWxEpXHrosWYe7rvnF9weFrEqSubjsprI4nfjixpYssnC944cgi+tkcf0ssmSZNUtvsrJmKWQ9w0IFLwVkEgR0sQvhL8rmrtYtTeFucGW/2YoFixZcydkFcVmy6sG/IOtaSXLF2ZYlq9mLs24AG+jRP4bDac4mvuBriStT79U0id88Jgt1iQBZqWELsvCEPre74BnIMgtWL22tuZT4FO4ty5eMq33nxxKykC3LYvg0ZTu7C8qs4bGpiS/EXbBOjJO7Uo1DFiZoBlmWCGNzF0zQBTe7rc5H5vaAQG8Bs9L3ydLBX+EuKCGNNGcz2WUKUnvjiipzeXckSyZ01F2Q3SbLe/yYxBcP5i7IA/TYQr8sWQf7reNq1zrbUT3BzuXdB+8LWcgtJZuhsrEkKdyTu6AkuRB3QSQL0oLEACx+TyDLLFkzkIUU7QCrJ9TH4jpZSO2u2QQ5hTule9dYLLgNvj/9RdMg1RaU+FiBLEnhXrvH29T5Gu6C8ZonY+qbQBYvFeleH9eS1Qg38Yak0l1wP4X7MZFWfqttyfJnbvsb+6O6lq0LLFmj99qa+r5ocz9vfh2s6XqrJjpfz6bqOr9iQ7kq36vcB6tzSpY/U85wibKvJa6lfH/TaLfPuEYRAmbVPzxfeCRQVcWj7ZrjeMnZrgtD1ga8RYoyy1trbz6Ye8WIXf9YUo30dq3h7Kdw33tmPkigEzQgEqM5xEYBnheYkz7KovTOBTaY2GvHUrX9pvsxWRI0LeBVuoxGmqdAlgg4uQuNybLgbECWPlqcWxJuyPHyC+CVPXvEifEYkzpefKxL1CADHrQg9wmlQHZfJdmFxBVodkFWGFB0s1eMWB5/XicL9/Giz6R6Nk24aT+7KrOqzrP86EIO85zzi3f5d25MfI4AABE2SURBVH+UpDHkZ5J3D7S+s4HPEYG7Y9gshc2p0nmzHNOM01Xj3RtB4ot6zZppz+SxGHadr/ATmZuu1ZkOue1M3sI9Dh+xZJ1+bn6T1N/YFm+cPoivCbmTn6hF2KXiVoFatfGajs83T0SOWRIpwBYgCxZpchckqEJ2wReKt0LMFdK2oxgxihIDvJD4gi1ZeI/g64VqZXnIyu+C1wMkviCYekZiC3YXlCyDlgwjhyyOUWW3QpS/oGPoO5I0SGKzIBs4sZAmwpBOk59cn0HMYd7nomrsTxKvn/FX/LP1IiL7vLNyN4b97GQtW1HrAqO7Mem6spxMtsP13+zXuSOKxotlcv5V67Lz5yi/cVb+1V4wDf3RQVa+IlFM1v+cfBrztxwLIZyzXOB733lYyHJCcC8YNuwPZ5XqBXMWYjsPSmWxVPdnroj5cwqIZKCTzZmkqArw1PClkMTtBmTl2QOllXYOg71t4Oq9FhDFp9OBrPBs7ZVMcfpy2QVbglSEabq33uiN6mSFz2w7cUew7Ai+Ocian3/5N6zw48xZbDlvW6BakFW6CpolC9+3xBe8Y6kApCNkG3/NtgG2MygoIAuKBSCcISuNYbuuQJbAe5GFUyHLjmP8b6wuEouF74oSYJYsgU5NcGGKAikaOIYVB/pSz5KF+9+Kb0Kx4NNnY+dk9ruyb/M5aL1LV/Tzx80TUXtar7SEFFJGQbT4hoPW4h57555enOs5t585DFpaoJT5ncmZCTN5bC5T/VdvUXJhsnkPc/hdIGtbq/q3nW8KprUt6KawfMcsZOF6BlMi88rEF1jtDbLktyS+QKFhgBa9V0EWAMtcBhWwnLtgsZYgUywgi8AKkPXC/0a2QYrF0oyDCbIAUhaTJd8RGSn1BpFIyOQsb0IhsdAGWZCNad3Hv8yStUmzkfkc8MqoO3/qgyMQUc1wjLjtzRldoDfiqo2ucAbX8vAQmBTxVLY2hhcPDoisePH5D91LdlrRVfcHjzeq5J7NC7LiZ1QdUe6byscVtOzsiIUK+4KsBVmdcTm/EJQnuhKySoColVbvLviIkGWJLzAnI8hiNxZL1w4VYLNkZbuxl0BWDAGR2DoCWb4MRD+Z24KsqP9nPl+QNdZbjwpZldrcAvS7QxakWeYu6IsRb5YsdRekjIMCXUch6xdBlrj+cSp3FCZ+fX36re6CACxAldXJYmsWFyMmQNtkqsZjbZCVIGZB1tgcwVELsrzOc86OtCDL+vOj3QWXJUutBHuWLEkJK1CqOxTLkjUc78f9dk5eqLVk7iQ9S1aCrPaO3leDLLZkwbGL47A8ZKlFi90Fz1qyPgqyyt30fp6BBVnjKk985IKsuI9EeYxdp8INzIFLRefwlqzPA1lZMeIMsqROFlwIBbAk+cWsJauELEl8QUWHAVlk5WLAYndBqZvFWQYXZGFF1x8ZRcuS5WfTsmQNiKzSf7b/hTF3we37zlIkPrv7QjgKaB26GT3Iq6m5X7RARBUlkTU9WCw+mSUr7ZqLWVVc7yRuhp8J94W8J5CV19GSbrmvu6D1f3qK17kLsqishxJrUh0YccPBLAgtl6fTkEULnVlv9OmE4PZlIWt7UhqTxWMWPm/l49vcDQiyOH5qS1qhMKUB2xKnJQHep90FrREHH/gxS5aHrHqeqCqw9dyL0woqd8BHcRe8xP1yZoWYO7a37RFjRXyds+4y8RXuc8TXgiz/ZMu/45gs9LlzF+S11hJfWFkUTXzxpCnckdQCdbIAWcggqDFZTxyTJfFYbzjGYrI0Bo1b11rWNnfBAchiuagxWW9k6eIMrXlcltYHRGwXuws2LFmI4cadu+6rjYdlY4dCLub2Hov2HZ8BDrLQzYcColILWmtY2L5OkpHwe/kBy11w641P7S5od+F3m+4NWX7wWXuKNOadERrtlHm3nSEB8YExWbIgiKe0ARTek0gTs1wZZNnC4KA6T2zBXKZS9CYxWRs2bE/oWshqPHhWzscgaxtDMGi4Ux3UudPk1wDj/LT78Stpr83HZH16S5Z2gsVkYcy1FrjtPc4KyKsgL7BYzAAVyKrFGgiUCLgLFsHcZvVKK7glvtiNyeK2HbdoXQdZGIF+3GaWLFe0+zEh63g/5vMklNtTGsn9Dj6rtN2vpftX+lqQtb9DfwyyAFRZMeLMXfCd4OkdMVpIfKGQhTTtRFZclBjgtbkLcoZBJMmQFO7clsZaxBJKIeuJ3P7gLkg528VdkH4Qj8UxWbBiwZWQXQbFkvVOGQgl+6pBlshUTuwEyILM4Y0Rk5+mD0g01otbCOu5WcqsIR3qASDLZ189Mvfm5/s18jHXW21tPNL+8jvLkjXUh2OL05wlq4asTZ+XNjV8oK+0ZPkb/8yQBXHE/tscl4I/6l01gad24osrIMu2pkwYpucrsGZ/F8/9cOKLPmS1MEiE+tk95ToQNKoo31rYviNkydon8QVFnBCnaJexcSjxhU7iMcjC4m/ugixgJCx7gyzNOLggqxSND2HJukaJGFvHhpbEGx3Ull4nN8Zv1Nb5035XyMKmW2vsWXKrzQsEOk8Hst40YyCnZyeg+sF1sASy2KKVQRbHZVFijFHIguvfM2KrFLKeAFgKWUjlziCGDagcstSSxUWKNdssQxbkBW9GwprVgCzWVRr5gnumNh1mC7L25ts18jG/gjh8TFNro5GfC7Jy/cS2Ij9d4gt7ChVktXRg73bnlPJ5Md//xmeFLFuW8+A+DxS2K35LyHpXS5YozWlRMWvYcchqimQW1fkOPSxZaX++fM4LsrS3KoVZhGgvY9xVMVmSZh2An1K0y4XvCVkSi8ViRvvhOksW+ldSwpev44vfsmQVSz518PkF/7Ehqye9ysxsV6559z7Xd4Ss3DOm7G/Z8MRrF7I44ypZq8hdUGpiJcgCXAGyAFtHIeuNAYriqzS7IKxQYsUSSxZlvtggS5Jf0Psck0WWLPYGsGysAlRjkPV1swt+aktWNkC/I2SxBDaDK/5t8/OzpXC35zgGWRl5seLuqfisdSKNKnY1yjq5tyCzDSWyitwwJssL5u3vLE3lHmSxbsvdJtYgsyQkxzZ770UN/dzxZUyWxmVtvSedwqewOlobtGbX4avmfRfWyaITWh2uYoXKxwHcEgTsemrYzSBL2+Svu6XI587Oxpj7u1x0x/6SiKzyio/sLlgKrTyVavZssXuLB0jjASnccXc8TvQ2bQOhBR7cpVmdrLT7lvpINuQyyLK4rM1dEAqC7MCW7oLoafks39VL7oLyQM1iaengiyd5MJZoDLJy+Sf9mY+2VJy4NTPU/u1qoyx3wbF5eM1R+XPpQ2Seme2a637MWR4KsspJWnZIFY9tnhP5YbG7IEsHnZKlziDflScOK7781urs7OIn70jZC0AWZbaYhiypkaUbWY1HLpZ8pGUnmEKdLLhNU7ILtmQBrhiy4B4oliyDLPrw6dUsWfQdjoTVz2vIwoWxAaX3KHc6ncKdvx3oXce0wXJjbHYrx0fuy/7d7FnKhyN9NXkOZwkcNkLlm1fVWjDZhmqMyZM+87rCmjaSXdDG1veDLPd02pB1bGr1HjzX6QlOue96VltehkzdgzFZvZ2xMUsWhHW6uU2Rc/cs4EWQlbVJjk3ZBd+9q58eK5CV3AP3LFm2mNizMGtYHdPWrnNQ1qVF+9q7wVdB1rTg84NMVrUzMkfTXjwuZPWyK8mTSQIX3ZCKbsp4A2QlyyziqxT41dXVT0zeGNH+5DHLioqRWR50Le8hroCzC+ox3CaO02pBlsGVxBaUkCXnsxg3i15MgNIehzx+Bi0yMWRhOjrIygUX9V0+f3uDrgT0Rm2U5S54ar72v9yO72wdvyBr7hFEynh9thKieps56XsqrxrN6tUBbSl6m7tgDg+buyD0EFmvBbLoZ8aSRTFZP7KYLN/ULbCfACpBFjaikL5dAAsFiWHV4jgtrgVodbIAWcguaAmCzIoPS5a4XSd3QZa8mZVfY7IKJasnL7Mejza2WRzO6YLVWoV9tsn1mdeT7HVJdsHJNsjiVsJM36K2421Rxeee01UMp+dm7/VH70FWb77mrfhi7oL5Q60nzIIsKE7y+KuFROGGrUlqd7KBIseSW4GzBO5DlilpckE71ooR70GWWchEvMoC1nIXvAVklbXlta8a/TUnjnWhcLtL0+f4ppBlszpBFhZdPBQoDzK24DIjxYrTeLscsjj+yiBLY7IYsnSR3yxZeZHizwJZ3JNb/+GvPHFNb+lakHX9oj52xhZk8aSovl7rXNOSZ6xJNz7qUSxZ9W3eFrL4qdr6nF18F7I4PsviWMldUC1aUoiYYrKQXRBxWj13wYOQJcWIAVYZbMG6xRarVIw4QRZ9tm1CGWRJ4WKJydK1c3OlFu2ktm/sK/Qj4LwgKw2uY5BVypVZ4GzPq3OWrCtE0gxktUbhF4Ks1qLjk2m03AWvXXA+myUrkXipoGJwmgJ1D8jaEl9kGQpZX8izC6pCbRPnasjiGBu1FHgXus3vXS/ey7bUm9T5ubf2z270fEPIKvcobf4KZL2TIoAXxicWyNtCluy2SnZBtVLxPzXt8OYuKNYuc/3j3/Sl3I2OXWLo9ViWLO5J/ZERuiCrnM0jitoVi/rYOUZ3lFu76+VzHrvexx/1HSFr2xRlBzmvq1im3ux9s2QFkAXQ4vTtJyGLY7LgLojYKmQF1JgsdhM0ixZBlmRgvQKy2u6C0egcmbsLslIvHoKs/CGwVS96KtHn4v300a9RyOrZUxdkRb59k094QZbuusHzSrMR8hKg7lhmDfOWrMsgiyd2C64bO7zF2iQ1khZk1QPeVLJ7pHD37hK3gyxRWSw+TdwF+Q19AY7kn7IjZ5Alliw+jOtlgaH0S2zJEmsXArrtO3JadSnEVAghC9/oWCpu5i7Ik1R/5L4XZJVzYURRm1wuThzegKxt8Jbyr95RXpC11/Hzz/l2lqxbQBbXyaJkFy8Osp4pKcY7frR21otas1r9waOPbhuQhR9YqQBZkp6dLFnqLojfiNNiyEL8Fqdwf83cBcWSJTJ1xJK1ICsSGpJwKjrKfx7JjGxdLL7acWFfkLX10oKsBVk8GHJaN6E6aslKQX/Jtc8L5s21UGOxbgFZ2zWdfzFbOAp/a2nne5ZUgONzHgyyWvr0WRP8oye+uD1k5YsJrFASL8XuOFmMVnJVkbgrc2lJ6YZVhuK7mz8jjSCGLFI2GJLMoqWJL3S8jUGWoFkZx9dZ0Brr6XxM1hWQ1bCaoO8yN9leJsp0C1idx+ONDAcrlaFQMsb7bVY1+bjjxyGrbuOCrPtDlt/4a3vQ+BiPOciSawCOZFFvuwtukAUrVpbCnSGL0rdzMWKOx/qx1cny/WXtguwUyCKQQi0sjckCWL3/pgyCDrIku2AJWSnOVeUlW71E5poMLDwBcI+TetsIOD+EJWvb9jsuWfxm6NiZRi1GOxb0/EILsrbeWJA1OVmjAfsdLVkLsqJRIRYTs5LZ0WFWv8Zu1IIsgY/j7oLXQhaex/YcsYNolix2E8zdBqHoywK1IGtvvizIiqUJjliQ1eqnEWU66t/5c4xYsu4FWakYcQhZ7wJZKYU7FSx+/hsJKCpG/IMw5hBkaVZBjsk6Alk2/0vQ+i6QBR+Is68FWWd7sPz+chfU/sitEqmLVkyW9YVlT/OJL66IyVqQFU/qBVm0X0lucm/Y7dREEaW1xayLZV9e7y64IGvr4SK7IOOf/sgR8+6Cy5IVS4KrjliQtSDLx2RJXPUWqxxZsm4CWXniiwVZ0Wz32QUXZOU9tmKyovGzfT62MzS205NDQ96ABVnJ/UAU07o/EXWyICspk8tdUGZQaFFT1ftrxGQtyFqQNbx0PfCBC7IWZC3IGp2gIzroI7gLLsj6epD1/wOB0CE4flV09QAAAABJRU5ErkJggg==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8065" y="20469"/>
            <a:ext cx="7836408" cy="98480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orage.yandexcloud.net/prs-editor/themes/accent-light-2/columns-4.webp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pic>
        <p:nvPicPr>
          <p:cNvPr id="3" name="Image 1" descr="data:image/png;base64,iVBORw0KGgoAAAANSUhEUgAAB4AAAAQ4CAYAAADo08FDAAAgAElEQVR4XuzZwQ0AIAwDMbr/0IDYgpO7QZz+MvvecgQIECBAgAABAgQIECBAgAABAgQIECBAgAABAgQIECDwvcAYgL/vUAACBAgQIECAAAECBAgQIECAAAECBAgQIECAAAECBAg8AQOwRyBAgAABAgQIECBAgAABAgQIECBAgAABAgQIECBAgEBEwAAcKVIMAgQIECBAgAABAgQIECBAgAABAgQIECBAgAABAgQIGID9AAECBAgQIECAAAECBAgQIECAAAECBAgQIECAAAECBCICBuBIkWIQIECAAAECBAgQIECAAAECBAgQIECAAAECBAgQIEDAAOwHCBAgQIAAAQIECBAgQIAAAQIECBAgQIAAAQIECBAgEBEwAEeKFIMAAQIECBAgQIAAAQIECBAgQIAAAQIECBAgQIAAAQIGYD9AgAABAgQIECBAgAABAgQIECBAgAABAgQIECBAgACBiIABOFKkGAQIECBAgAABAgQIECBAgAABAgQIECBAgAABAgQIEDAA+wECBAgQIECAAAECBAgQIECAAAECBAgQIECAAAECBAhEBAzAkSLFIECAAAECBAgQIECAAAECBAgQIECAAAECBAgQIECAgAHYDxAgQIAAAQIECBAgQIAAAQIECBAgQIAAAQIECBAgQCAiYACOFCkGAQIECBAgQIAAAQIECBAgQIAAAQIECBAgQIAAAQIEDMB+gAABAgQIECBAgAABAgQIECBAgAABAgQIECBAgAABAhEBA3CkSDEIECBAgAABAgQIECBAgAABAgQIECBAgAABAgQIECBgAPYDBAgQIECAAAECBAgQIECAAAECBAgQIECAAAECBAgQiAgYgCNFikGAAAECBAgQIECAAAECBAgQIECAAAECBAgQIECAAAEDsB8gQIAAAQIECBAgQIAAAQIECBAgQIAAAQIECBAgQIBARMAAHClSDAIECBAgQIAAAQIECBAgQIAAAQIECBAgQIAAAQIECBiA/QABAgQIECBAgAABAgQIECBAgAABAgQIECBAgAABAgQiAgbgSJFiECBAgAABAgQIECBAgAABAgQIECBAgAABAgQIECBAwADsBwgQIECAAAECBAgQIECAAAECBAgQIECAAAECBAgQIBARMABHihSDAAECBAgQIECAAAECBAgQIECAAAECBAgQIECAAAECBmA/QIAAAQIECBAgQIAAAQIECBAgQIAAAQIECBAgQIAAgYiAAThSpBgECBAgQIAAAQIECBAgQIAAAQIECBAgQIAAAQIECBAwAPsBAgQIECBAgAABAgQIECBAgAABAgQIECBAgAABAgQIRAQMwJEixSBAgAABAgQIECBAgAABAgQIECBAgAABAgQIECBAgIAB2A8QIECAAAECBAgQIECAAAECBAgQIECAAAECBAgQIEAgImAAjhQpBgECBAgQIECAAAECBAgQIECAAAECBAgQIECAAAECBAzAfoAAAQIECBAgQIAAAQIECBAgQIAAAQIECBAgQIAAAQIRAQNwpEgxCBAgQIAAAQIECBAgQIAAAQIECBAgQIAAAQIECBAgYAD2AwQIECBAgAABAgQIECBAgAABAgQIECBAgAABAgQIEIgIGIAjRYpBgAABAgQIECBAgAABAgQIECBAgAABAgQIECBAgAABA7AfIECAAAECBAgQIECAAAECBAgQIECAAAECBAgQIECAQETAABwpUgwCBAgQIECAAAECBAgQIECAAAECBAgQIECAAAECBAgYgP0AAQIECBAgQIAAAQIECBAgQIAAAQIECBAgQIAAAQIEIgIG4EiRYhAgQIAAAQIECBAgQIAAAQIECBAgQIAAAQIECBAgQMAA7AcIECBAgAABAgQIECBAgAABAgQIECBAgAABAgQIECAQETAAR4oUgwABAgQIECBAgAABAgQIECBAgAABAgQIECBAgAABAgZgP0CAAAECBAgQIECAAAECBAgQIECAAAECBAgQIECAAIGIgAE4UqQYBAgQIECAAAECBAgQIECAAAECBAgQIECAAAECBAgQMAD7AQIECBAgQIAAAQIECBAgQIAAAQIECBAgQIAAAQIECEQEDMCRIsUgQIAAAQIECBAgQIAAAQIECBAgQIAAAQIECBAgQICAAdgPECBAgAABAgQIECBAgAABAgQIECBAgAABAgQIECBAICJgAI4UKQYBAgQIECBAgAABAgQIECBAgAABAgQIECBAgAABAgQMwH6AAAECBAgQIECAAAECBAgQIECAAAECBAgQIECAAAECEQEDcKRIMQgQIECAAAECBAgQIECAAAECBAgQIECAAAECBAgQIGAA9gMECBAgQIAAAQIECBAgQIAAAQIECBAgQIAAAQIECBCICBiAI0WKQYAAAQIECBAgQIAAAQIECBAgQIAAAQIECBAgQIAAAQOwHyBAgAABAgQIECBAgAABAgQIECBAgAABAgQIECBAgEBEwAAcKVIMAgQIECBAgAABAgQIECBAgAABAgQIECBAgAABAgQIGID9AAECBAgQIECAAAECBAgQIECAAAECBAgQIECAAAECBCICBuBIkWIQIECAAAECBAgQIECAAAECBAgQIECAAAECBAgQIEDAAOwHCBAgQIAAAQIECBAgQIAAAQIECBAgQIAAAQIECBAgEBEwAEeKFIMAAQIECBAgQIAAAQIECBAgQIAAAQIECBAgQIAAAQIGYD9AgAABAgQIECBAgAABAgQIECBAgAABAgQIECBAgACBiIABOFKkGAQIECBAgAABAgQIECBAgAABAgQIECBAgAABAgQIEDAA+wECBAgQIECAAAECBAgQIECAAAECBAgQIECAAAECBAhEBAzAkSLFIECAAAECBAgQIECAAAECBAgQIECAAAECBAgQIECAgAHYDxAgQIAAAQIECBAgQIAAAQIECBAgQIAAAQIECBAgQCAiYACOFCkGAQIECBAgQIAAAQIECBAgQIAAAQIECBAgQIAAAQIEDMB+gAABAgQIECBAgAABAgQIECBAgAABAgQIECBAgAABAhEBA3CkSDEIECBAgAABAgQIECBAgAABAgQIECBAgAABAgQIECBgAPYDBAgQIECAAAECBAgQIECAAAECBAgQIECAAAECBAgQiAgYgCNFikGAAAECBAgQIECAAAECBAgQIECAAAECBAgQIECAAAEDsB8gQIAAAQIECBAgQIAAAQIECBAgQIAAAQIECBAgQIBARMAAHClSDAIECBAgQIAAAQIECBAgQIAAAQIECBAgQIAAAQIECBiA/QABAgQIECBAgAABAgQIECBAgAABAgQIECBAgAABAgQiAgbgSJFiECBAgAABAgQIECBAgAABAgQIECBAgAABAgQIECBAwADsBwgQIECAAAECBAgQIECAAAECBAgQIECAAAECBAgQIBARMABHihSDAAECBAgQIECAAAECBAgQIECAAAECBAgQIECAAAECBmA/QIAAAQIECBAgQIAAAQIECBAgQIAAAQIECBAgQIAAgYiAAThSpBgECBAgQIAAAQIECBAgQIAAAQIECBAgQIAAAQIECBAwAPsBAgQIECBAgAABAgQIECBAgAABAgQIECBAgAABAgQIRAQMwJEixSBAgAABAgQIECBAgAABAgQIECBAgAABAgQIECBAgIAB2A8QIECAAAECBAgQIECAAAECBAgQIECAAAECBAgQIEAgImAAjhQpBgECBAgQIECAAAECBAgQIECAAAECBAgQIECAAAECBAzAfoAAAQIECBAgQIAAAQIECBAgQIAAAQIECBAgQIAAAQIRAQNwpEgxCBAgQIAAAQIECBAgQIAAAQIECBAgQIAAAQIECBAgYAD2AwQIECBAgAABAgQIECBAgAABAgQIECBAgAABAgQIEIgIGIAjRYpBgAABAgQIECBAgAABAgQIECBAgAABAgQIECBAgAABA7AfIECAAAECBAgQIECAAAECBAgQIECAAAECBAgQIECAQETAABwpUgwCBAgQIECAAAECBAgQIECAAAECBAgQIECAAAECBAgYgP0AAQIECBAgQIAAAQIECBAgQIAAAQIECBAgQIAAAQIEIgIG4EiRYhAgQIAAAQIECBAgQIAAAQIECBAgQIAAAQIECBAgQMAA7AcIECBAgAABAgQIECBAgAABAgQIECBAgAABAgQIECAQETAAR4oUgwABAgQIECBAgAABAgQIECBAgAABAgQIECBAgAABAgZgP0CAAAECBAgQIECAAAECBAgQIECAAAECBAgQIECAAIGIgAE4UqQYBAgQIECAAAECBAgQIECAAAECBAgQIECAAAECBAgQMAD7AQIECBAgQIAAAQIECBAgQIAAAQIECBAgQIAAAQIECEQEDMCRIsUgQIAAAQIECBAgQIAAAQIECBAgQIAAAQIECBAgQICAAdgPECBAgAABAgQIECBAgAABAgQIECBAgAABAgQIECBAICJgAI4UKQYBAgQIECBAgAABAgQIECBAgAABAgQIECBAgAABAgQMwH6AAAECBAgQIECAAAECBAgQIECAAAECBAgQIECAAAECEQEDcKRIMQgQIECAAAECBAgQIECAAAECBAgQIECAAAECBAgQIGAA9gMECBAgQIAAAQIECBAgQIAAAQIECBAgQIAAAQIECBCICBiAI0WKQYAAAQIECBAgQIAAAQIECBAgQIAAAQIECBAgQIAAAQOwHyBAgAABAgQIECBAgAABAgQIECBAgAABAgQIECBAgEBEwAAcKVIMAgQIECBAgAABAgQIECBAgAABAgQIECBAgAABAgQIGID9AAECBAgQIECAAAECBAgQIECAAAECBAgQIECAAAECBCICBuBIkWIQIECAAAECBAgQIECAAAECBAgQIECAAAECBAgQIEDAAOwHCBAgQIAAAQIECBAgQIAAAQIECBAgQIAAAQIECBAgEBEwAEeKFIMAAQIECBAgQIAAAQIECBAgQIAAAQIECBAgQIAAAQIGYD9AgAABAgQIECBAgAABAgQIECBAgAABAgQIECBAgACBiIABOFKkGAQIECBAgAABAgQIECBAgAABAgQIECBAgAABAgQIEDAA+wECBAgQIECAAAECBAgQIECAAAECBAgQIECAAAECBAhEBAzAkSLFIECAAAECBAgQIECAAAECBAgQIECAAAECBAgQIECAgAHYDxAgQIAAAQIECBAgQIAAAQIECBAgQIAAAQIECBAgQCAiYACOFCkGAQIECBAgQIAAAQIECBAgQIAAAQIECBAgQIAAAQIEDMB+gAABAgQIECBAgAABAgQIECBAgAABAgQIECBAgAABAhEBA3CkSDEIECBAgAABAgQIECBAgAABAgQIECBAgAABAgQIECBgAPYDBAgQIECAAAECBAgQIECAAAECBAgQIECAAAECBAgQiAgYgCNFikGAAAECBAgQIECAAAECBAgQIECAAAECBAgQIECAAAEDsB8gQIAAAQIECBAgQIAAAQIECBAgQIAAAQIECBAgQIBARMAAHClSDAIECBAgQIAAAQIECBAgQIAAAQIECBAgQIAAAQIECBiA/QABAgQIECBAgAABAgQIECBAgAABAgQIECBAgAABAgQiAgbgSJFiECBAgAABAgQIECBAgAABAgQIECBAgAABAgQIECBAwADsBwgQIECAAAECBAgQIECAAAECBAgQIECAAAECBAgQIBARMABHihSDAAECBAgQIECAAAECBAgQIECAAAECBAgQIECAAAECBmA/QIAAAQIECBAgQIAAAQIECBAgQIAAAQIECBAgQIAAgYiAAThSpBgECBAgQIAAAQIECBAgQIAAAQIECBAgQIAAAQIECBAwAPsBAgQIECBAgAABAgQIECBAgAABAgQIECBAgAABAgQIRAQMwJEixSBAgAABAgQIECBAgAABAgQIECBAgAABAgQIECBAgIAB2A8QIECAAAECBAgQIECAAAECBAgQIECAAAECBAgQIEAgImAAjhQpBgECBAgQIECAAAECBAgQIECAAAECBAgQIECAAAECBAzAfoAAAQIECBAgQIAAAQIECBAgQIAAAQIECBAgQIAAAQIRAQNwpEgxCBAgQIAAAQIECBAgQIAAAQIECBAgQIAAAQIECBAgYAD2AwQIECBAgAABAgQIECBAgAABAgQIECBAgAABAgQIEIgIGIAjRYpBgAABAgQIECBAgAABAgQIECBAgAABAgQIECBAgAABA7AfIECAAAECBAgQIECAAAECBAgQIECAAAECBAgQIECAQETAABwpUgwCBAgQIECAAAECBAgQIECAAAECBAgQIECAAAECBAgYgP0AAQIECBAgQIAAAQIECBAgQIAAAQIECBAgQIAAAQIEIgIG4EiRYhAgQIAAAQIECBAgQIAAAQIECBAgQIAAAQIECBAgQMAA7AcIECBAgAABAgQIECBAgAABAgQIECBAgAABAgQIECAQETAAR4oUgwABAgQIECBAgAABAgQIECBAgAABAgQIECBAgAABAgZgP0CAAAECBAgQIECAAAECBAgQIECAAAECBAgQIECAAIGIgAE4UqQYBAgQIECAAAECBAgQIECAAAECBAgQIECAAAECBAgQMAD7AQIECBAgQIAAAQIECBAgQIAAAQIECBAgQIAAAQIECEQEDMCRIsUgQIAAAQIECBAgQIAAAQIECBAgQIAAAQIECBAgQICAAdgPECBAgAABAgQIECBAgAABAgQIECBAgAABAgQIECBAICJgAI4UKQYBAgQIECBAgAABAgQIECBAgAABAgQIECBAgAABAgQMwH6AAAECBAgQIECAAAECBAgQIECAAAECBAgQIECAAAECEQEDcKRIMQgQIECAAAECBAgQIECAAAECBAgQIECAAAECBAgQIGAA9gMECBAgQIAAAQIECBAgQIAAAQIECBAgQIAAAQIECBCICBiAI0WKQYAAAQIECBAgQIAAAQIECBAgQIAAAQIECBAgQIAAAQOwHyBAgAABAgQIECBAgAABAgQIECBAgAABAgQIECBAgEBEwAAcKVIMAgQIECBAgAABAgQIECBAgAABAgQIECBAgAABAgQIGID9AAECBAgQIECAAAECBAgQIECAAAECBAgQIECAAAECBCICBuBIkWIQIECAAAECBAgQIECAAAECBAgQIECAAAECBAgQIEDAAOwHCBAgQIAAAQIECBAgQIAAAQIECBAgQIAAAQIECBAgEBEwAEeKFIMAAQIECBAgQIAAAQIECBAgQIAAAQIECBAgQIAAAQIGYD9AgAABAgQIECBAgAABAgQIECBAgAABAgQIECBAgACBiIABOFKkGAQIECBAgAABAgQIECBAgAABAgQIECBAgAABAgQIEDAA+wECBAgQIECAAAECBAgQIECAAAECBAgQIECAAAECBAhEBAzAkSLFIECAAAECBAgQIECAAAECBAgQIECAAAECBAgQIECAgAHYDxAgQIAAAQIECBAgQIAAAQIECBAgQIAAAQIECBAgQCAiYACOFCkGAQIECBAgQIAAAQIECBAgQIAAAQIECBAgQIAAAQIEDMB+gAABAgQIECBAgAABAgQIECBAgAABAgQIECBAgAABAhEBA3CkSDEIECBAgAABAgQIECBAgAABAgQIECBAgAABAgQIECBgAPYDBAgQIECAAAECBAgQIECAAAECBAgQIECAAAECBAgQiAgYgCNFikGAAAECBAgQIECAAAECBAgQIECAAAECBAgQIECAAAEDsB8gQIAAAQIECBAgQIAAAQIECBAgQIAAAQIECBAgQIBARMAAHClSDAIECBAgQIAAAQIECBAgQIAAAQIECBAgQIAAAQIECBiA/QABAgQIECBAgAABAgQIECBAgAABAgQIECBAgAABAgQiAgbgSJFiECBAgAABAgQIECBAgAABAgQIECBAgAABAgQIECBAwADsBwgQIECAAAECBAgQIECAAAECBAgQIECAAAECBAgQIBARMABHihSDAAECBAgQIECAAAECBAgQIECAAAECBAgQIECAAAECBmA/QIAAAQIECBAgQIAAAQIECBAgQIAAAQIECBAgQIAAgYiAAThSpBgECBAgQIAAAQIECBAgQIAAAQIECBAgQIAAAQIECBAwAPsBAgQIECBAgAABAgQIECBAgAABAgQIECBAgAABAgQIRAQMwJEixSBAgAABAgQIECBAgAABAgQIECBAgAABAgQIECBAgIAB2A8QIECAAAECBAgQIECAAAECBAgQIECAAAECBAgQIEAgImAAjhQpBgECBAgQIECAAAECBAgQIECAAAECBAgQIECAAAECBAzAfoAAAQIECBAgQIAAAQIECBAgQIAAAQIECBAgQIAAAQIRAQNwpEgxCBAgQIAAAQIECBAgQIAAAQIECBAgQIAAAQIECBAgYAD2AwQIECBAgAABAgQIECBAgAABAgQIECBAgAABAgQIEIgIGIAjRYpBgAABAgQIECBAgAABAgQIECBAgAABAgQIECBAgAABA7AfIECAAAECBAgQIECAAAECBAgQIECAAAECBAgQIECAQETAABwpUgwCBAgQIECAAAECBAgQIECAAAECBAgQIECAAAECBAgYgP0AAQIECBAgQIAAAQIECBAgQIAAAQIECBAgQIAAAQIEIgIG4EiRYhAgQIAAAQIECBAgQIAAAQIECBAgQIAAAQIECBAgQMAA7AcIECBAgAABAgQIECBAgAABAgQIECBAgAABAgQIECAQETAAR4oUgwABAgQIECBAgAABAgQIECBAgAABAgQIECBAgAABAgZgP0CAAAECBAgQIECAAAECBAgQIECAAAECBAgQIECAAIGIgAE4UqQYBAgQIECAAAECBAgQIECAAAECBAgQIECAAAECBAgQMAD7AQIECBAgQIAAAQIECBAgQIAAAQIECBAgQIAAAQIECEQEDMCRIsUgQIAAAQIECBAgQIAAAQIECBAgQIAAAQIECBAgQICAAdgPECBAgAABAgQIECBAgAABAgQIECBAgAABAgQIECBAICJgAI4UKQYBAgQIECBAgAABAgQIECBAgAABAgQIECBAgAABAgQMwH6AAAECBAgQIECAAAECBAgQIECAAAECBAgQIECAAAECEQEDcKRIMQgQIECAAAECBAgQIECAAAECBAgQIECAAAECBAgQIGAA9gMECBAgQIAAAQIECBAgQIAAAQIECBAgQIAAAQIECBCICBiAI0WKQYAAAQIECBAgQIAAAQIECBAgQIAAAQIECBAgQIAAAQOwHyBAgAABAgQIECBAgAABAgQIECBAgAABAgQIECBAgEBEwAAcKVIMAgQIECBAgAABAgQIECBAgAABAgQIECBAgAABAgQIGID9AAECBAgQIECAAAECBAgQIECAAAECBAgQIECAAAECBCICBuBIkWIQIECAAAECBAgQIECAAAECBAgQIECAAAECBAgQIEDAAOwHCBAgQIAAAQIECBAgQIAAAQIECBAgQIAAAQIECBAgEBEwAEeKFIMAAQIECBAgQIAAAQIECBAgQIAAAQIECBAgQIAAAQIGYD9AgAABAgQIECBAgAABAgQIECBAgAABAgQIECBAgACBiIABOFKkGAQIECBAgAABAgQIECBAgAABAgQIECBAgAABAgQIEDAA+wECBAgQIECAAAECBAgQIECAAAECBAgQIECAAAECBAhEBAzAkSLFIECAAAECBAgQIECAAAECBAgQIECAAAECBAgQIECAgAHYDxAgQIAAAQIECBAgQIAAAQIECBAgQIAAAQIECBAgQCAiYACOFCkGAQIECBAgQIAAAQIECBAgQIAAAQIECBAgQIAAAQIEDMB+gAABAgQIECBAgAABAgQIECBAgAABAgQIECBAgAABAhEBA3CkSDEIECBAgAABAgQIECBAgAABAgQIECBAgAABAgQIECBgAPYDBAgQIECAAAECBAgQIECAAAECBAgQIECAAAECBAgQiAgYgCNFikGAAAECBAgQIECAAAECBAgQIECAAAECBAgQIECAAAEDsB8gQIAAAQIECBAgQIAAAQIECBAgQIAAAQIECBAgQIBARMAAHClSDAIECBAgQIAAAQIECBAgQIAAAQIECBAgQIAAAQIECBiA/QABAgQIECBAgAABAgQIECBAgAABAgQIECBAgAABAgQiAgbgSJFiECBAgAABAgQIECBAgAABAgQIECBAgAABAgQIECBAwADsBwgQIECAAAECBAgQIECAAAECBAgQIECAAAECBAgQIBARMABHihSDAAECBAgQIECAAAECBAgQIECAAAECBAgQIECAAAECBmA/QIAAAQIECBAgQIAAAQIECBAgQIAAAQIECBAgQIAAgYiAAThSpBgECBAgQIAAAQIECBAgQIAAAQIECBAgQIAAAQIECBAwAPsBAgQIECBAgAABAgQIECBAgAABAgQIECBAgAABAgQIRAQMwJEixSBAgAABAgQIECBAgAABAgQIECBAgAABAgQIECBAgIAB2A8QIECAAAECBAgQIECAAAECBAgQIECAAAECBAgQIEAgImAAjhQpBgECBAgQIECAAAECBAgQIECAAAECBAgQIECAAAECBAzAfoAAAQIECBAgQIAAAQIECBAgQIAAAQIECBAgQIAAAQIRAQNwpEgxCBAgQIAAAQIECBAgQIAAAQIECBAgQIAAAQIECBAgYAD2AwQIECBAgAABAgQIECBAgAABAgQIECBAgAABAgQIEIgIGIAjRYpBgAABAgQIECBAgAABAgQIECBAgAABAgQIECBAgAABA7AfIECAAAECBAgQIECAAAECBAgQIECAAAECBAgQIECAQETAABwpUgwCBAgQIECAAAECBAgQIECAAAECBAgQIECAAAECBAgYgP0AAQIECBAgQIAAAQIECBAgQIAAAQIECBAgQHBKtdUAACAASURBVIAAAQIEIgIG4EiRYhAgQIAAAQIECBAgQIAAAQIECBAgQIAAAQIECBAgQMAA7AcIECBAgAABAgQIECBAgAABAgQIECBAgAABAgQIECAQETAAR4oUgwABAgQIECBAgAABAgQIECBAgAABAgQIECBAgAABAgZgP0CAAAECBAgQIECAAAECBAgQIECAAAECBAgQIECAAIGIgAE4UqQYBAgQIECAAAECBAgQIECAAAECBAgQIECAAAECBAgQMAD7AQIECBAgQIAAAQIECBAgQIAAAQIECBAgQIAAAQIECEQEDMCRIsUgQIAAAQIECBAgQIAAAQIECBAgQIAAAQIECBAgQICAAdgPECBAgAABAgQIECBAgAABAgQIECBAgAABAgQIECBAICJgAI4UKQYBAgQIECBAgAABAgQIECBAgAABAgQIECBAgAABAgQMwH6AAAECBAgQIECAAAECBAgQIECAAAECBAgQIECAAAECEQEDcKRIMQgQIECAAAECBAgQIECAAAECBAgQIECAAAECBAgQIGAA9gMECBAgQIAAAQIECBAgQIAAAQIECBAgQIAAAQIECBCICBiAI0WKQYAAAQIECBAgQIAAAQIECBAgQIAAAQIECBAgQIAAAQOwHyBAgAABAgQIECBAgAABAgQIECBAgAABAgQIECBAgEBEwAAcKVIMAgQIECBAgAABAgQIECBAgAABAgQIECBAgAABAgQIGID9AAECBAgQIECAAAECBAgQIECAAAECBAgQIECAAAECBCICBuBIkWIQIECAAAECBAgQIECAAAECBAgQIECAAAECBAgQIEDAAOwHCBAgQIAAAQIECBAgQIAAAQIECBAgQIAAAQIECBAgEBEwAEeKFIMAAQIECBAgQIAAAQIECBAgQIAAAQIECBAgQIAAAQIGYD9AgAABAgQIECBAgAABAgQIECBAgAABAgQIECBAgACBiIABOFKkGAQIECBAgAABAgQIECBAgAABAgQIECBAgAABAgQIEDAA+wECBAgQIECAAAECBAgQIECAAAECBAgQIECAAAECBAhEBAzAkSLFIECAAAECBAgQIECAAAECBAgQIECAAAECBAgQIECAgAHYDxAgQIAAAQIECBAgQIAAAQIECBAgQIAAAQIECBAgQCAiYACOFCkGAQIECBAgQIAAAQIECBAgQIAAAQIECBAgQIAAAQIEDMB+gAABAgQIECBAgAABAgQIECBAgAABAgQIECBAgAABAhEBA3CkSDEIECBAgAABAgQIECBAgAABAgQIECBAgAABAgQIECBgAPYDBAgQIECAAAECBAgQIECAAAECBAgQIECAAAECBAgQiAgYgCNFikGAAAECBAgQIECAAAECBAgQIECAAAECBAgQIECAAAEDsB8gQIAAAQIECBAgQIAAAQIECBAgQIAAAQIECBAgQIBARMAAHClSDAIECBAgQIAAAQIECBAgQIAAAQIECBAgQIAAAQIECBiA/QABAgQIECBAgAABAgQIECBAgAABAgQIECBAgAABAgQiAgbgSJFiECBAgAABAgQIECBAgAABAgQIECBAgAABAgQIECBAwADsBwgQIECAAAECBAgQIECAAAECBAgQIECAAAECBAgQIBARMABHihSDAAECBAgQIECAAAECBAgQIECAAAECBAgQIECAAAECBmA/QIAAAQIECBAgQIAAAQIECBAgQIAAAQIECBAgQIAAgYiAAThSpBgECBAgQIAAAQIECBAgQIAAAQIECBAgQIAAAQIECBAwAPsBAgQIECBAgAABAgQIECBAgAABAgQIECBAgAABAgQIRAQMwJEixSBAgAABAgQIECBAgAABAgQIECBAgAABAgQIECBAgIAB2A8QIECAAAECBAgQIECAAAECBAgQIECAAAECBAgQIEAgImAAjhQpBgECBAgQIECAAAECBAgQIECAAAECBAgQIECAAAECBAzAfoAAAQIECBAgQIAAAQIECBAgQIAAAQIECBAgQIAAAQIRAQNwpEgxCBAgQIAAAQIECBAgQIAAAQIECBAgQIAAAQIECBAgYAD2AwQIECBAgAABAgQIECBAgAABAgQIECBAgAABAgQIEIgIGIAjRYpBgAABAgQIECBAgAABAgQIECBAgAABAgQIECBAgAABA7AfIECAAAECBAgQIECAAAECBAgQIECAAAECBAgQIECAQETAABwpUgwCBAgQIECAAAECBAgQIECAAAECBAgQIECAAAECBAgYgP0AAQIECBAgQIAAAQIECBAgQIAAAQIECBAgQIAAAQIEIgIG4EiRYhAgQIAAAQIECBAgQIAAAQIECBAgQIAAAQIECBAgQMAA7AcIECBAgAABAgQIECBAgAABAgQIECBAgAABAgQIECAQETAAR4oUgwABAgQIECBAgAABAgQIECBAgAABAgQIECBAgAABAgZgP0CAAAECBAgQIECAAAECBAgQIECAAAECBAgQIECAAIGIgAE4UqQYBAgQIECAAAECBAgQIECAAAECBAgQIECAAAECBAgQMAD7AQIECBAgQIAAAQIECBAgQIAAAQIECBAgQIAAAQIECEQEDMCRIsUgQIAAAQIECBAgQIAAAQIECBAgQIAAAQIECBAgQICAAdgPECBAgAABAgQIECBAgAABAgQIECBAgAABAgQIECBAICJgAI4UKQYBAgQIECBAgAABAgQIECBAgAABAgQIECBAgAABAgQMwH6AAAECBAgQIECAAAECBAgQIECAAAECBAgQIECAAAECEQEDcKRIMQgQIECAAAECBAgQIECAAAECBAgQIECAAAECBAgQIGAA9gMECBAgQIAAAQIECBAgQIAAAQIECBAgQIAAAQIECBCICBiAI0WKQYAAAQIECBAgQIAAAQIECBAgQIAAAQIECBAgQIAAAQOwHyBAgAABAgQIECBAgAABAgQIECBAgAABAgQIECBAgEBEwAAcKVIMAgQIECBAgAABAgQIECBAgAABAgQIECBAgAABAgQIGID9AAECBAgQIECAAAECBAgQIECAAAECBAgQIECAAAECBCICBuBIkWIQIECAAAECBAgQIECAAAECBAgQIECAAAECBAgQIEDAAOwHCBAgQIAAAQIECBAgQIAAAQIECBAgQIAAAQIECBAgEBEwAEeKFIMAAQIECBAgQIAAAQIECBAgQIAAAQIECBAgQIAAAQIGYD9AgAABAgQIECBAgAABAgQIECBAgAABAgQIECBAgACBiIABOFKkGAQIECBAgAABAgQIECBAgAABAgQIECBAgAABAgQIEDAA+wECBAgQIECAAAECBAgQIECAAAECBAgQIECAAAECBAhEBAzAkSLFIECAAAECBAgQIECAAAECBAgQIECAAAECBAgQIECAgAHYDxAgQIAAAQIECBAgQIAAAQIECBAgQIAAAQIECBAgQCAiYACOFCkGAQIECBAgQIAAAQIECBAgQIAAAQIECBAgQIAAAQIEDMB+gAABAgQIECBAgAABAgQIECBAgAABAgQIECBAgAABAhEBA3CkSDEIECBAgAABAgQIECBAgAABAgQIECBAgAABAgQIECBgAPYDBAgQIECAAAECBAgQIECAAAECBAgQIECAAAECBAgQiAgYgCNFikGAAAECBAgQIECAAAECBAgQIECAAAECBAgQIECAAAEDsB8gQIAAAQIECBAgQIAAAQIECBAgQIAAAQIECBAgQIBARMAAHClSDAIECBAgQIAAAQIECBAgQIAAAQIECBAgQIAAAQIECBiA/QABAgQIECBAgAABAgQIECBAgAABAgQIECBAgAABAgQiAgbgSJFiECBAgAABAgQIECBAgAABAgQIECBAgAABAgQIECBAwADsBwgQIECAAAECBAgQIECAAAECBAgQIECAAAECBAgQIBARMABHihSDAAECBAgQIECAAAECBAgQIECAAAECBAgQIECAAAECBmA/QIAAAQIECBAgQIAAAQIECBAgQIAAAQIECBAgQIAAgYiAAThSpBgECBAgQIAAAQIECBAgQIAAAQIECBAgQIAAAQIECBAwAPsBAgQIECBAgAABAgQIECBAgAABAgQIECBAgAABAgQIRAQMwJEixSBAgAABAgQIECBAgAABAgQIECBAgAABAgQIECBAgIAB2A8QIECAAAECBAgQIECAAAECBAgQIECAAAECBAgQIEAgImAAjhQpBgECBAgQIECAAAECBAgQIECAAAECBAgQIECAAAECBAzAfoAAAQIECBAgQIAAAQIECBAgQIAAAQIECBAgQIAAAQIRAQNwpEgxCBAgQIAAAQIECBAgQIAAAQIECBAgQIAAAQIECBAgYAD2AwQIECBAgAABAgQIECBAgAABAgQIECBAgAABAgQIEIgIGIAjRYpBgAABAgQIECBAgAABAgQIECBAgAABAgQIECBAgAABA7AfIECAAAECBAgQIECAAAECBAgQIECAAAECBAgQIECAQETAABwpUgwCBAgQIECAAAECBAgQIECAAAECBAgQIECAAAECBAgYgP0AAQIECBAgQIAAAQIECBAgQIAAAQIECBAgQIAAAQIEIgIG4EiRYhAgQIAAAQIECBAgQIAAAQIECBAgQIAAAQIECBAgQMAA7AcIECBAgAABAgQIECBAgAABAgQIECBAgAABAgQIECAQETAAR4oUgwABAgQIECBAgAABAgQIECBAgAABAgQIECBAgAABAgZgP0CAAAECBAgQIECAAAECBAgQIECAAAECBAgQIECAAIGIgAE4UqQYBAgQIECAAAECBAgQIECAAAECBAgQIECAAAECBAgQMAD7AQIECBAgQIAAAQIECBAgQIAAAQIECBAgQIAAAQIECEQEDMCRIsUgQIAAAQIECBAgQIAAAQIECBAgQIAAAQIECBAgQICAAdgPECBAgAABAgQIECBAgAABAgQIECBAgAABAgQIECBAICJgAI4UKQYBAgQIECBAgAABAgQIECBAgAABAgQIECBAgAABAgQMwH6AAAECBAgQIECAAAECBAgQIECAAAECBAgQIECAAAECEQEDcKRIMQgQIECAAAECBAgQIECAAAECBAgQIECAAAECBAgQIGAA9gMECBAgQIAAAQIECBAgQIAAAQIECBAgQIAAAQIECBCICBiAI0WKQYAAAQIECBAgQIAAAQIECBAgQIAAAQIECBAgQIAAAQOwHyBAgAABAgQIECBAgAABAgQIECBAgAABAgQIECBAgEBEwAAcKVIMAgQIECBAgAABAgQIECBAgAABAgQIECBAgAABAgQIGID9AAECBAgQIECAAAECBAgQIECAAAECBAgQIECAAAECBCICBuBIkWIQIECAAAECBAgQIECAAAECBAgQIECAAAECBAgQIEDAAOwHCBAgQIAAAQIECBAgQIAAAQIECBAgQIAAAQIECBAgEBEwAEeKFIMAAQIECBAgQIAAAQIECBAgQIAAAQIECBAgQIAAAQIGYD9AgAABAgQIECBAgAABAgQIECBAgAABAgQIECBAgACBiIABOFKkGAQIECBAgAABAgQIECBAgAABAgQIECBAgAABAgQIEDAA+wECBAgQIECAAAECBAgQIECAAAECBAgQIECAAAECBAhEBAzAkSLFIECAAAECBAgQIECAAAECBAgQIECAAAECBAgQIECAgAHYDxAgQIAAAQIECBAgQIAAAQIECBAgQIAAAQIECBAgQCAiYACOFCkGAQIECBAgQIAAAQIECBAgQIAAAQIECBAgQIAAAQIEDMB+gAABAgQIECBAgAABAgQIECBAgAABAgQIECBAgAABAhEBA3CkSDEIECBAgAABAgQIECBAgAABAgQIECBAgAABAgQIECBgAPYDBAgQIECAAAECBAgQIECAAAECBAgQIECAAAECBAgQiAgYgCNFikGAAAECBAgQIECAAAECBAgQIECAAAECBAgQIECAAAEDsB8gQIAAAQIECBAgQIAAAQIECBAgQIAAAQIECBAgQIBARMAAHClSDAIECBAgQIAAAQIECBAgQIAAAQIECBAgQIAAAQIECBiA/QABAgQIECBAgAABAgQIECBAgAABAgQIECBAgAABAgQiAgbgSJFiECBAgAABAgQIECBAgAABAgQIECBAgAABAgQIECBAwADsBwgQIECAAAECBAgQIECAAAECBAgQIECAAAECBAgQIBARMABHihSDAAECBAgQIECAAAECBAgQIECAAAECBAgQIECAAAECBmA/QIAAAQIECBAgQIAAAQIECBAgQIAAAQIECBAgQIAAgYiAAThSpBgECBAgQIAAAQIECBAgQIAAAQIECBAgQIAAAQIECBAwAPsBAgQIECBAgAABAgQIECBAgAABAgQIECBAgAABAgQIRAQMwJEixSBAgAABAgQIECBAgAABAgQIECBAgAABAgQIECBAgIAB2A8QIECAAAECBAgQIECAAAECBAgQIECAAAECBAgQIEAgImAAjhQpBgECBAgQIECAAAECBAgQIECAAAECBAgQIECAAAECBAzAfoAAAQIECBAgQIAAAQIECBAgQIAAAQIECBAgQIAAAQIRAQNwpEgxCBAgQIAAAQIECBAgQIAAAQIECBAgQIAAAQIECBAgYAD2AwQIECBAgAABAgQIECBAgAABAgQIECBAgAABAgQIEIgIGIAjRYpBgAABAgQIECBAgAABAgQIECBAgAABAgQIECBAgAABA7AfIECAAAECBAgQIECAAAECBAgQIECAAAECBAgQIECAQETAABwpUgwCBAgQIECAAAECBAgQIECAAAECBAgQIECAAAECBAgYgP0AAQIECBAgQIAAAQIECBAgQIAAAQIECBAgQIAAAQIEIgIG4EiRYhAgQIAAAQIECBAgQIAAAQIECBAgQIAAAQIECBAgQMAA7AcIECBAgAABAgQIECBAgAABAgQIECBAgAABAgQIECAQETAAR4oUgwABAgQIECBAgAABAgQIECBAgAABAgQIECBAgAABAgZgP0CAAAECBAgQIECAAAECBAgQIECAAAECBAgQIECAAIGIgAE4UqQYBAgQIECAAAECBAgQIECAAAECBAgQIECAAAECBAgQMAD7AQIECBAgQIAAAQIECBAgQIAAAQIECBAgQIAAAQIECEQEDMCRIsUgQIAAAQIECBAgQIAAAQIECBAgQIAAAQIECBAgQICAAdgPECBAgAABAgQIECBAgAABAgQIECBAgAABAgQIECBAICJgAI4UKQYBAgQIECBAgAABAgQIECBAgAABAgQIECBAgAABAgQMwH6AAAECBAgQIECAAAECBAgQIECAAAECBAgQIECAAAECEQEDcKRIMQgQIECAAAECBAgQIECAAAECBAgQIECAAAECBAgQIGAA9gMECBAgQIAAAQIECBAgQIAAAQIECBAgQIAAAQIECBCICBiAI0WKQYAAAQIECBAgQIAAAQIECBAgQIAAAQIECBAgQIAAAQOwHyBAgAABAgQIECBAgAABAgQIECBAgAABAgQIECBAgEBEwAAcKVIMAgQIECBAgAABAgQIECBAgAABAgQIECBAgAABAgQIGID9AAECBAgQIECAAAECBAgQIECAAAECBAgQIECAAAECBCICBuBIkWIQIECAAAECBAgQIECAAAECBAgQIECAAAECBAgQIEDAAOwHCBAgQIAAAQIECBAgQIAAAQIECBAgQIAAAQIECBAgEBEwAEeKFIMAAQIECBAgQIAAAQIECBAgQIAAAQIECBAgQIAAAQIGYD9AgAABAgQIECBAgAABAgQIECBAgAABAgQIECBAgACBiIABOFKkGAQIECBAgAABAgQIECBAgAABAgQIECBAgAABAgQIEDAA+wECBAgQIECAAAECBAgQIECAAAECBAgQIECAAAECBAhEBAzAkSLFIECAAAECBAgQIECAAAECBAgQIECAAAECBAgQIECAgAHYDxAgQIAAAQIECBAgQIAAAQIECBAgQIAAAQIECBAgQCAiYACOFCkGAQIECBAgQIAAAQIECBAgQIAAAQIECBAgQIAAAQIEDMB+gAABAgQIECBAgAABAgQIECBAgAABAgQIECBAgAABAhEBA3CkSDEIECBAgAABAgQIECBAgAABAgQIECBAgAABAgQIECBgAPYDBAgQIECAAAECBAgQIECAAAECBAgQIECAAAECBAgQiAgYgCNFikGAAAECBAgQIECAAAECBAgQIECAAAECBAgQIECAAAEDsB8gQIAAAQIECBAgQIAAAQIECBAgQIAAAQIECBAgQIBARMAAHClSDAIECBAgQIAAAQIECBAgQIAAAQIECBAgQIAAAQIECBiA/QABAgQIECBAgAABAgQIECBAgAABAgQIECBAgAABAgQiAgbgSJFiECBAgAABAgQIECBAgAABAgQIECBAgAABAgQIECBAwADsBwgQIECAAAECBAgQIECAAAECBAgQIECAAAECBAgQIBARMABHihSDAAECBAgQIECAAAECBAgQIECAAAECBAgQIECAAAECBmA/QIAAAQIECBAgQIAAAQIECBAgQIAAAQIECBAgQIAAgYiAAThSpBgECBAgQIAAAQIECBAgQIAAAQIECBAgQIAAAQIECBAwAPsBAgQIECBAgAABAgQIECBAgAABAgQIECBAgAABAgQIRAQMwJEixSBAgAABAgQIECBAgAABAgQIECBAgAABAgQIECBAgIAB2A8QIECAAAECBAgQIECAAAECBAgQIECAAAECBAgQIEAgImAAjhQpBgECBAgQIECAAAECBAgQIECAAAECBAgQIECAAAECBAzAfoAAAQIECBAgQIAAAQIECBAgQIAAAQIECBAgQIAAAQIRAQNwpEgxCBAgQIAAAQIECBAgQIAAAQIECBAgQIAAAQIECBAgYAD2AwQIECBAgAABAgQIECBAgAABAgQIECBAgAABAgQIEIgIGIAjRYpBgAABAgQIECBAgAABAgQIECBAgAABAgQIECBAgAABA7AfIECAAAECBAgQIECAAAECBAgQIECAAAECBAgQIECAQETAABwpUgwCBAgQIECAAAECBAgQIECAAAECBAgQIECAAAECBAgYgP0AAQIECBAgQIAAAQIECBAgQIAAAQIECBAgQIAAAQIEIgIG4EiRYhAgQIAAAQIECBAgQIAAAQIECBAgQIAAAQIECBAgQMAA7AcIECBAgAABAgQIECBAgAABAgQIECBAgAABAgQIECAQETAAR4oUgwABAgQIECBAgAABAgQIECBAgAABAgQIECBAgAABAgZgP0CAAAECBAgQIECAAAECBAgQIECAAAECBAgQIECAAIGIgAE4UqQYBAgQIECAAAECBAgQIECAAAECBAgQIECAAAECBAgQMAD7AQIECBAgQIAAAQIECBAgQIAAAQIECBAgQIAAAQIECEQEDMCRIsUgQIAAAQIECBAgQIAAAQIECBAgQIAAAQIECBAgQICAAdgPECBAgAABAgQIECBAgAABAgQIECBAgAABAgQIECBAICJgAI4UKQYBAgQIECBAgAABAgQIECBAgAABAgQIECBAgAABAgQMwH6AAAECBAgQIECAAAECBAgQIECAAAECBAgQIECAAAECEQEDcKRIMQgQIECAAAECBAgQIECAAAECBAgQIECAAAECBAgQIGAA9gMECBAgQIAAAQIECBAgQIAAAQIECBAgQIAAAQIECBCICBiAI0WKQYAAAQIECBAgQIAAAQIECBAgQIAAAQIECBAgQIAAAQOwHyBAgAABAgQIECBAgAABAgQIECBAgAABAgQIECBAgEBEwAAcKVIMAgQIECBAgAABAgQIECBAgAABAgQIECBAgAABAgQIGID9AAECBAgQIECAAAECBAgQIECAAAECBAgQIECAAAECBCICBuBIkWIQIECAAAECBAgQIECAAAECBAgQIECAAAECBAgQIEDAAOwHCBAgQIAAAQIECBAgQIAAAQIECBAgQIAAAQIECBAgEBEwAEeKFIMAAQIECBAgQIAAAQIECBAgQIAAAQIECBAgQIAAAQIGYD9AgAABAgQIECBAgAABAgQIECBAgAABAgQIECBAgACBiIABOFKkGAQIECBAgAABAgQIECBAgAABAgQIECBAgAABAgQIEDAA+wECBAgQIECAAAECBAgQIECAAAECBAgQIECAAAECBAhEBAzAkSLFIECAAAECBAgQIECAAAECBAgQIECAAAECBAgQIECAgAHYDxAgQIAAAQIECBAgQIAAAQIECBAgQIAAAQIECBAgQCAiYACOFCkGAQIECBAgQIAAAQIECBAgQIAAAQIECBAgQIAAAQIEDMB+gAABAgQIECBAgAABAgQIECBAgAABAgQIECBAgAABAhEBA3CkSDEIECBAgAABAgQIECBAgAABAgQIECBAgAABAgQIECBgAPYDBAgQIECAAAECBAgQIECAAAECBAgQIECAAAECBAgQiAgYgCNFikGAAAECBAgQIECAAAECBAgQIECAAAECBAgQIECAAAEDsB8gQIAAAQIECBAgQIAAAQIECBAgQIAAAQIECBAgQIBARMAAHClSDAIECBAgQIAAAQIECBAgQIAAAQIECBAgQIAAAQIECBiA/QABAgQIECBAgAABAgQIECBAgAABAgQIECBAgAABAgQiAgbgSJFiECBAgAABAgQIECBAgAABAgQIECBAgAABAgQIECBAwADsBwgQIECAAAECBAgQIECAAAECBAgQIECAAAECBAgQIBARMABHihSDAAECBAgQIECAAAECBAgQIECAAAECBAgQIECAAAECBmA/QIAAAQIECBAgQIAAAQIECBAgQIAAAQIECBAgQIAAgYiAAThSpBgECBAgQIAAAQIECBAgQIAAAQIECBAgQIAAAQIECBAwAPsBAgQIECBAgAAB8dlYxwAAIABJREFUAgQIECBAgAABAgQIECBAgAABAgQIRAQMwJEixSBAgAABAgQIECBAgAABAgQIECBAgAABAgQIECBAgIAB2A8QIECAAAECBAgQIECAAAECBAgQIECAAAECBAgQIEAgImAAjhQpBgECBAgQIECAAAECBAgQIECAAAECBAgQIECAAAECBAzAfoAAAQIECBAgQIAAAQIECBAgQIAAAQIECBAgQIAAAQIRAQNwpEgxCBAgQIAAAQIECBAgQIAAAQIECBAgQIAAAQIECBAgYAD2AwQIECBAgAABAgQIECBAgAABAgQIECBAgAABAgQIEIgIGIAjRYpBgAABAgQIECBAgAABAgQIECBAgAABAgQIECBAgAABA7AfIECAAAECBAgQIECAAAECBAgQIECAAAECBAgQIECAQETAABwpUgwCBAgQIECAAAECBAgQIECAAAECBAgQIECAAAECBAgYgP0AAQIECBAgQIAAAQIECBAgQIAAAQIECBAgQIAAAQIEIgIG4EiRYhAgQIAAAQIECBAgQIAAAQIECBAgQIAAAQIECBAgQMAA7AcIECBAgAABAgQIECBAgAABAgQIECBAgAABAgQIECAQETAAR4oUgwABAgQIECBAgAABAgQIECBAgAABAgQIECBAgAABAgZgP0CAAAECBAgQIECAAAECBAgQIECAAAECBAgQIECAAIGIgAE4UqQYBAgQIECAAAECBAgQIECAAAECBAgQIECAAAECBAgQMAD7AQIECBAgQIAAAQIECBAgQIAAAQIECBAgQIAAAQIECEQEDMCRIsUgQIAAAQIECBAgQIAAAQIECBAgQIAAAQIECBAgQICAAdgPECBAgAABAgQIECBAgAABAgQIECBAgAABAgQIECBAICJgAI4UKQYBAgQIECBAgAABAgQIECBAgAABAgQIECBAgAABAgQMwH6AAAECBAgQIECAAAECBAgQIECAAAECBAgQIECAAAECEQEDcKRIMQgQIECAAAECBAgQIECAAAECBAgQIECAAAECBAgQIGAA9gMECBAgQIAAAQIECBAgQIAAAQIECBAgQIAAAQIECBCICBiAI0WKQYAAAQIECBAgQIAAAQIECBAgQIAAAQIECBAgQIAAAQOwHyBAgAABAgQIECBAgAABAgQIECBAgAABAgQIECBAgEBEwAAcKVIMAgQIECBAgAABAgQIECBAgAABAgQIECBAgAABAgQIGID9AAECBAgQIECAAAECBAgQIECAAAECBAgQIECAAAECBCICBuBIkWIQIECAAAECBAgQIECAAAECBAgQIECAAAECBAgQIEDAAOwHCBAgQIAAAQIECBAgQIAAAQIECBAgQIAAAQIECBAgEBEwAEeKFIMAAQIECBAgQIAAAQIECBAgQIAAAQIECBAgQIAAAQIGYD9AgAABAgQIECBAgAABAgQIECBAgAABAgQIECBAgACBiIABOFKkGAQIECBAgAABAgQIECBAgAABAgQIECBAgAABAgQIEDAA+wECBAgQIECAAAECBAgQIECAAAECBAgQIECAAAECBAhEBAzAkSLFIECAAAECBAgQIECAAAECBAgQIECAAAECBAgQIECAgAHYDxAgQIAAAQIECBAgQIAAAQIECBAgQIAAAQIECBAgQCAiYACOFCkGAQIECBAgQIAAAQIECBAgQIAAAQIECBAgQIAAAQIEDMB+gAABAgQIECBAgAABAgQIECBAgAABAgQIECBAgAABAhEBA3CkSDEIECBAgAABAgQIECBAgAABAgQIECBAgAABAgQIECBgAPYDBAgQIECAAAECBAgQIECAAAECBAgQIECAAAECBAgQiAgYgCNFikGAAAECBAgQIECAAAECBAgQIECAAAECBAgQIECAAAEDsB8gQIAAAQIECBAgQIAAAQIECBAgQIAAAQIECBAgQIBARMAAHClSDAIECBAgQIAAAQIECBAgQIAAAQIECBAgQIAAAQIECBiA/QABAgQIECBAgAABAgQIECBAgAABAgQIECBAgAABAgQiAgbgSJFiECBAgAABAgQIECBAgAABAgQIECBAgAABAgQIECBAwADsBwgQIECAAAECBAgQIECAAAECBAgQIECAAAECBAgQIBARMABHihSDAAECBAgQIECAAAECBAgQIECAAAECBAgQIECAAAECBmA/QIAAAQIECBAgQIAAAQIECBAgQIAAAQIECBAgQIAAgYiAAThSpBgECBAgQIAAAQIECBAgQIAAAQIECBAgQIAAAQIECBAwAPsBAgQIECBAgAABAgQIECBAgAABAgQIECBAgAABAgQIRAQMwJEixSBAgAABAgQIECBAgAABAgQIECBAgAABAgQIECBAgIAB2A8QIECAAAECBAgQIECAAAECBAgQIECAAAECBAgQIEAgImAAjhQpBgECBAgQIECAAAECBAgQIECAAAECBAgQIECAAAECBAzAfoAAAQIECBAgQIAAAQIECBAgQIAAAQIECBAgQIAAAQIRAQNwpEgxCBAgQIAAAQIECBAgQIAAAQIECBAgQIAAAQIECBAgYAD2AwQIECBAgAABAgQIECBAgAABAgQIECBAgAABAgQIEIgIGIAjRYpBgAABAgQIECBAgAABAgQIECBAgAABAgQIECBAgAABA7AfIECAAAECBAgQIECAAAECBAgQIECAAAECBAgQIECAQETAABwpUgwCBAgQIECAAAECBAgQIECAAAECBAgQIECAAAECBAgYgP0AAQIECBAgQIAAAQIECBAgQIAAAQIECBAgQIAAAQIEIgIG4EiRYhAgQIAAAQIECBAgQIAAAQIECBAgQIAAAQIECBAgQMAA7AcIECBAgAABAgQIECBAgAABAgQIECBAgAABAgQIECAQETAAR4oUgwABAgQIECBAgAABAgQIECBAgAABAgQIECBAgAABAgZgP0CAAAECBAgQIECAAAECBAgQIECAAAECBAgQIECAAIGIgAE4UqQYBAgQIECAAAECBAgQIECAAAECBAgQIECAAAECBAgQMAD7AQIECBAgQIAAAQIECBAgQIAAAQIECBAgQIAAAQIECEQEDMCRIsUgQIAAAQIECBAgQIAAAQIECBAgQIAAAQIECBAgQICAAdgPECBAgAABAgQIECBAgAABAgQIECBAgAABAgQIECBAICJgAI4UKQYBAgQIECBAgAABAgQIECBAgAABAgQIECBAgAABAgQMwH6AAAECBAgQIECAAAECBAgQIECAAAECBAgQIECAAAECEQEDcKRIMQgQIECAAAECBAgQIECAAAECBAgQIECAAAECBAgQIGAA9gMECBAgQIAAAQIECBAgQIAAAQIECBAgQIAAAQIECBCICBiAI0WKQYAAAQIECBAgQIAAAQIECBAgQIAAAQIECBAgQIAAAQOwHyBAgAABAgQIECBAgAABAgQIECBAgAABAgQIECBAgEBEwAAcKVIMAgQIECBAgAABAgQIECBAgAABAgQIECBAgAABAgQIGID9AAECBAgQIECAAAECBAgQIECAAAECBAgQIECAAAECBCICBuBIkWIQIECAAAECBAgQIECAAAECBAgQIECAAAECBAgQIEDAAOwHCBAgQIAAAQIECBAgQIAAAQIECBAgQIAAAQIECBAgEBEwAEeKFIMAAQIECBAgQIAAAQIECBAgQIAAAQIECBAgQIAAAQIGYD9AgAABAgQIECBAgAABAgQIECBAgAABAgQIECBAgACBiIABOFKkGAQIECBAgAABAgQIECBAgAABAgQIECBAgAABAgQIEDAA+wECBAgQIECAAAECBAgQIECAAAECBAgQIECAAAECBAhEBAzAkSLFIECAAAECBAgQIECAAAECBAgQIECAAAECBAgQIECAgAHYDxAgQIAAAQIECBAgQIAAAQIECBAgQIAAAQIECBAgQCAiYACOFCkGAQIECBAgQIAAAQIECBAgQIAAAQIECBAgQIAAAQIEDMB+gAABAgQIECBAgAABAgQIECBAgAABAgQIECBAgAABAhEBA3CkSDEIECBAgAABAgQIECBAgAABAgQIECBAgAABAgQIECBgAPYDBAgQIECAAAECBAgQIECAAAECBAgQIECAAAECBAgQiAgYgCNFikGAAAECBAgQIECAAAECBAgQIECAAAECBAgQIHDY+xctR3V1XbDNiJy73v95zxoZccC2bIyBXyBkLu7RatdYMw1C6hLgxmcJAgQICICNAQIECBAgQIAAAQIECBAgQIAAAQIECBAgQIAAAQIECJxEQAB8ko7UDAIECBAgQIAAAQIECBAgQIAAAQIECBAgQIAAAQIECAiAjQECBAgQIECAAAECBAgQIECAAAECBAgQIECAAAECBAicREAAfJKO1AwCBAgQIECAAAECBAgQIECAAAECBAgQIECAAAECBAgIgI0BAgQIECBAgAABAgQIECBAgAABAgQIECBAgAABAgQInERAAHySjtQMAgQIECBAgAABAgQIECBAgAABAgQIECBAgAABAgQICICNAQIECBAgQIAAAQIECBAgQIAAAQIECBAgQIAAAQIECJxEQAB8ko7UDAIECBAgQIAAAQIECBAgQIAAAQIECBAgQIAAAQIECAiAjQECBAgQIECAAAECBAgQIECAAAECBAgQIECAAAECBAicREAAfJKO1AwCBAgQIECAAAECBAgQIECAAAECBAgQIECAAAECBAgIgI0BAgQIECBAgAABAgQIECBAgAABAgQIECBAgAABAgQInERAAHySjtQMAgQIECBAgAABAgQIECBAgAABAgQIECBAgAABAgQICICNAQIECBAgQIAAAQIECBAgQIAAAQIECBAgQIAAAQIECJxEQAB8ko7UDAIECBAgQIAAAQIECBAgQIAAAQIECBAgQIAAAQIECAiAjQECBAgQIECAAAECBAgQIECAAAECBAgQIECAAAECBAicREAAfJKO1AwCBAgQIECAAAECBAgQIECAAAECBAgQIECAAAECBAgIgI0BAgQIECBAgAABAgQIECBAgAABAgQIECBAgAABAgQInERAAHySjtQMAgQIECBAgAABAgQIECBAgAABAgQIECBAgAABAgQICICNAQIECBAgQIAAAQIECBAgQIAAAQIECBAgQIAAAQIECJxEQAB8ko7UDAIECBAgQIAAAQIECBAgQIAAAQIECBAgQIAAAQIECAiAjQECBAgQIECAAAECBAgQIECAAAECBAgQIECAAAECBAicREAAfJKO1AwCBAgQIECAAAECBAgQIECAAAECBAgQIECAAAECBAgIgI0BAgQIECBAgAABAgQIECBAgAABAgQIECBAgAABAgQInERAAHySjtQMAgQIECBAgAABAgQIECBAgAABAgQIECBAgAABAgQICICNAQIECBAgQIAAAQIECBAgQIAAAQIECBAgQIAAAQIECJxEQAB8ko7UDAIECBAgQIAAAQIECBAgQIAAAQIECBAgQIAAAQIECAiAjQECBAgQIECAAAECBAgQIECAAAECBAgQIECAAAECBAicREAAfJKO1AwCBAgQIECAAAECBAgQIECAAAECBAgQIECAAAECBAgIgI0BAgQIECBAgAABAgQIECBAgAABAgQIECBAgAABAgQInERAAHySjtQMAgQIECBAgAABAgQIECBAgAABAgQIECBAgAABAgQICICNAQIECBAgQIAAAQIECBAgQIAAAQIECBAgQOBF4Pf3lwqBagJfX1/VylYwgaMLlF5/BcBHHwHqT4AAAQIECBAgQIAAAQIECBAgQIAAAQIEKgiUBhAVqqTIEwkIgE/UmZqyukDp9VcAvHqXKJAAAQIECBAgQIAAAQIECBAgQIAAAQIECBxfoDSAOL6AFtQUEADX1FX20QVKr78C4KOPAPUnQIAAAQIECBAgQIAAAQIECBAgQIAAAQIVBEoDiApVUuSJBATAJ+pMTVldoPT6KwBevUsUSIAAAQIECBAgQIAAAQIECBAgQIAAAQIEji9QGkAcX0ALagoIgGvqKvvoAqXXXwHw0UeA+hMgQIAAAQIECBAgQIAAAQIECBAgQIAAgQoCpQFEhSop8kQCAuATdaamrC5Qev0VAK/eJQokQIAAAQIECBAgQIAAAQIECBAgQIAAAQLHFygNII4voAU1BQTANXWVfXSB0uuvAPjoI0D9CRAgQIAAAQIECBAgQIAAAQIECBAgQIBABYHSAKJClRR5IgEB8Ik6U1NWFyi9/gqAV+8SBRIgQIAAAQIECBAgQIAAAQIECBAgQIAAgf0LlAYM+2+hGh5ZQEB85N5T90ig9vVXABz1gM8JECBAgAABAgQIECBAgAABAgQIECBAgMAJBWoHECck06Q3CgiA34jtUG8XqH39FQC/vUsdkAABAgQIECBAgAABAgQIECBAgAABAgQIbC9QO4DYvoVqcGQBAfCRe0/dI4Ha118BcNQDPidAgAABAgQIECBAgAABAgQIECBAgAABAicUqB1AnJBMk94oIAB+I7ZDvV2g9vVXAPz2LnVAAgQIECBAgAABAgQIECBAgAABAgQIECCwvUDtAGL7FqrBkQUEwEfuPXWPBGpffwXAUQ/4nAABAgQIECBAgAABAgQIECBAgAABAgQInFCgdgBxQjJNeqOAAPiN2A71doHa118B8Nu71AEJECBAgAABAgQIECBAgAABAgQIECBAgMD2ArUDiO1bqAZHFhAAH7n31D0SqH39FQBHPeBzAgQIECBAgAABAgQIECBAgAABAgQIECBwQoHaAcQJyTTpjQIC4DdiO9TbBWpffwXAb+9SByRAgAABAgQIECBAgAABAgQIECBAgAABAgQIlAlEAVLtAHXr45fp2ZvAsQXC86/Z4PfYTVR7AgQIECBAgAABAgQIECBAgAABAgQIECBAgMBnCUTxjgD4s8aD1n6WQHj+C4A/a0BoLQECBAgQIECAAAECBAgQIECAAAECBAgQIHB8gTAA+vqq2sitj1+1cQonsHOB8PwTAO+8B1WPAAECBAgQIECAAAECBAgQIECAAAECBAgQINATCAMgAbAxQ+C0AuH5LwA+bd9rGAECBAgQIECAAAECBAgQIECAAAECBAgQIHBSgTAAEgCftOc1i8CfP+H5LwA2TAgQIECAAAECBAgQIECAAAECBAgQIECAAAECxxIIAyAB8LE6VG0JzBAIz38B8AxNmxIgQIAAAQIECBAgQIAAAQIECBAgQIAAAQIEdiAQBkAC4B30kioQqCMQnv8C4DrwSiVAgAABAgQIECBAgAABAgQIECBAgAABAgQI1BIIAyABcC165RLYXCA8/wXAm/eRChAgQIAAAQIECBAgQIAAAQIECBAgQGCRQPQAeFGhdnqbwFflgO5tDXEgAgQIENiVwJcAeFf9oTIECBAgQIAAAQIECBAgQIAAAQIECBDIFhAAZ1PtckMB8C67RaUIECBweAEB8OG7UAMIECBAgAABAgQIECBAgAABAgQIEPhUAQHwsXteAHzs/lN7AgQI7FVAALzXnlEvAgQIECBAgAABAgQIECBAgAABAgQIBAIC4GMPEQHwsftP7QkQILBXAQHwXntGvQgQIECAAAECBAgQIECAAAECBAgQICAAPvUYEACfuns1jgABApsJCIA3o3dgAgQIECBAgAABAgQIECBAgAABAgQIlAmYAVzmt/XeAuCte8DxCRAgcE4BAfA5+1WrCBAgQIAAAQIECBAgQIAAAQIECBD4AAEB8LE7WQB87P5TewIECOxVQAC8155RLwIECBAgQIAAAQIECBAgQIAAAQIECAQCAuBjDxEB8LH7T+0JECCwVwEB8F57Rr0IECBAgAABAgQIECBAgAABAgQIECAgAD70GBDw7rv7/IBi3/2jdgQILBcQAC+3sycBAgQIECBAgAABAgQIECBAgAABAgQ2FRBgbcofHlwAHBJtuoHzZ1N+BydAoKKAALgirqIJECBAgAABAgQIECBAgAABAgQIECBQU0CAVVO3vGwBcLlhzRKcPzV1lU2AwJYCAuAt9R2bAAECBAgQIECAAAECBAgQIECAAAECBQICrAK8N+wqAH4DcsEhnD8FeHYlQGDXAgLgXXePyhEgQIAAAQIECBAgQIAAAQIECBAgQGBcQIC179EhAN53/zh/9t0/akeAwHIBAfByO3sSIECAAAECBAgQIECAAAECBAgQIEBgUwEB1qb84cEFwCHRphs4fzbld3ACBCoKCIAr4iqaAAECBAgQIECAAAECBAgQIECAAAECNQUEWDV1y8sWAJcb1izB+VNTV9kECGwpIADeUt+xCRAgQIAAAQIECBAgQIAAAQIECBAgUCAgwCrAe8OuAuA3IBccwvlTgGdXAgR2LSAA3nX3qBwBAgQIECBAgAABAgQIECBAgACBzxYQ0Ez3v4Dxs88PrZ8WcP0wQggQ+FQBAfCn9rx2EyBAgAABAgQIECBAgAABAgQIEDiAgABHAHyAYaqKOxVw/dhpx6gWAQLVBQTA1YkdgAABAgQIECBAgAABAgQIECBAgACBpQICHAHw0rFjPwKuH8YAAQKfKiAA/tSe124CBAgQIECAAAECBAgQIECAAAECBxAQ4AiADzBMVXGnAq4fO+0Y1SJAoLqAALg6sQMQIECAAAECBAgQIECAAAECBAgQILBUQIAjAF46duxHwPXDGCBA4FMFBMCf2vPaTYAAAQIECBAgQIAAAQIECBAgQOAAAgIcAfABhqkq7lTA9WOnHaNaBAhUFxAAVyd2AAIECBAgQIAAAQIECBAgQIAAAQIElgoIcATAS8eO/Qi4fhgDBAh8qoAA+FN7XrsJECBAgAABAgQIECBAgAABAgQIHEBAgCMAPsAwVcWdCrh+7LRjVIsAgeoCAuDqxA5AgAABAgQIECBAgAABAgQIECBAgMBSgU8PcL6+vpbS2Y/A6QU+/fpw/g52/Tt9H2vguMDXb5GOALiIz84ECBAgQIAAAQIECBAgQIAAAQIECNQU+PSARwBcc3Qp++gCn359OHr/hfX/FQCHRjY4r4AA+Lx9q2UECBAgQIAAAQIECBAgQIAAAQIEPl3g0wMeAfCnnwHaPyXw6deH044Owe9pu1bDZgjkBsDt+TKwrRnAM6xtSoAAAQIECBAgQIAAAQIECBAgQIDAewU+PeARAL93vDnasQQ+/fpwrN6aUVsB8Awsm55WQAB82q7VMAIECBAgQIAAAQIECBAgQIAAAQIfL/DpAY8A+ONPAQATAp9+fTjN4BD4nqYrNWRFgbEAeOp86exjBvCKfaEoAgQIECBAgAABAgQIECBAgAABAgTWFfj0gEcAvO54Utq5BD79+nCa3hQAn6YrNWRFAQHwipiKIkCAAAECBAgQIECAAAECBAgQIEBgVwKfHvAIgHc1HFVmZwKffn3YWXcsr44AeLndm/f8aV43m/6+f9988E87nAD403pcewkQIECAAAECBAgQIECAAAECBAh8jsCnBzwC4M8Z61o6X+DTrw/zxXa6hwB4px3zWi0B8Bu7SgD8RmyHIkCAAAECBAgQIECAAAECBAgQIPBhAlsHLALQDxtwO2vu1uN/Zxyq0xPY+/Vp9+N3o+C3G2IODepoZmvp/kc8kYbaHDmNtXNrv9Ljl+6f3f9jAXC/gPY8GtjWO4CzpW1IgAABAgQIECBAgAABAgQIECBA4PMEtg4Q9h6wfN6I+KwWbz3+P0v7eK3d+/Vp9+NXAHyYQS8AfnSVAPgww1ZFCRAgQIAAAQIECBAgQIAAAQIECBAYE9g6QNh7wGLknFtg6/F/bt3jt27v16fdj18B8GFOghR6diebmgE83H1LXV5Ky50BPDKKzAA+zOmlogQIECBAgAABAgQIECBAgAABAgTeL7B1gLD3gOX9PeKI7xTYevy/s62ONV9g79en3Y/fBQHwGu+gLZ3BWbr//JG2/R65AXBO/2ztV3r80v2ze1MAnE1lQwIECBAgQIAAAQIECBAgQIAAAQIEZgpsHSDsPWCZyWnzgwlsPf4PxvVx1d379Wn343dGADwUuv0uHHHNG1Of/vozNksDvmj/hdXe3W5dtzn9U+pfChHN0I36r3T/7PqPBMDR8VP5ZgBnS9uQAAECBAgQIECAAAECBAgQIECAwOcJbB0g7D1g+bwR8Vkt3nr8f5b28Vq79+vT7sfvggB4xi6jA6qfqwmAl517QwFwTv+U+i+r7WOvKEAVAJcK258AAQIECBAgQIAAAQIECBAgQIAAgd0LbB0g7D1g2X0HqmCRwNbjv6jydq4usPfr0+7Hb05aeOvF7hLEpR27VgA5FiRGAWJp/bfef6jdc/pnLf+lDgLgpXL2I0CAAAECBAgQIECAAAECBAgQIEDgNAJbBwh7D1hO09EaMiiw9fjXLfsW2Pv1affjVwC87wE+UjsB8HS3rfYDAEtAH/L8UGkCBAgQIECAAAECBAgQIECAAAEChxDYOkDYe8ByiE5UycUCW4//xRX/lB1nBIiDJCMBy1p8W1+/Dj9+O/07NMM06r7f4CXBf2d0dPf46bhfP9MFfPVfdnvbPAoIt56hGh0/tTpqR8Sbe5yonLHP/wU7pv7pj5Oxf59bj6Elsrtmpe3/G5wA3gE8t8dsT4AAAQIECBAgQIAAAQIECBAgQOCDBLYOELYOUD6oqzV1QGDr8a9TAgEB8CTQ4cevAHiwf6PgNQoWS/dPlYrKia5fUT2j/aPPBcCHvwJEXexzAgQIECBAgAABAgQIECBAgAABAgSWCmz9+FAAvLTn7LeGwNbjf4027KKMNsibmq0Wfd5vRGnwm8qLppAW4m19/Tr8+B0IgHO6JAWLUQC4ZAZw9/hmAOf0xus2tYPfdMSx/k/H//2+btmfAZzGRbT/WAA+tUT2MrHhvcwAXlNTWQQIECBAgAABAgQIECBAgAABAgQ+TGDrAGHrAOXpUSaUAAAgAElEQVTDultzewJbj//TdEgU8Eaf9yEEwFlD4/Dj94QBcM6s2SggjcqouX907JyBGdUvp4yxbbr1G1sC/MwBcLf9loAuGUn2JUCAAAECBAgQIECAAAECBAgQIHByga0DBAHwyQfYzpu39fjfOc949aYC2nbWbfR5rcC3X64ZwPseYgPjZCiAHAsU15wBnKCeArYZ7wCeCk5rBqJrdXBJ8PuO9g3VLwXAY8dPM4D7M7nTO4DT+BnbPx1zTvtKHPt92Z0BPFSuAHit0a8cAgQIECBAgAABAgQIECBAgAABAicU2DoAEwCfcFAdqElbj/8DUT1XNQp4o88FwKt0/eHH7wkD4KHJ7nMCxFUGxoJCUsDY7ZLc30+8o31D9ftzC+g/KQBufl5z/xMALxjodiFAgAABAgQIECBAgAABAgQIECDwKQJbBwgC4E8Zafts59bjf58qGbWKAt7o8w8OgLuTSm+vKM0AH97k8OM3WOo7moGZZoCOzbqc8w7gIeGxJYbTtmkmafu/zQB+CDZvBL/8dcPKxYP8tuOSGcCpf/r9OPbvuXVMwXi0Un3pbOChGcAC4Nxesh0BAgQIECBAgAABAgQIECBAgACBDxfYOkAQAH/4ANy4+VuP/42bv/zwUcAbfd4/cpSkLK1p7hTGheUvuX4JgDvYAuCFI2/93UrCyv4MXAHwtX9KTNv9BcDrj3MlEiBAgAABAgQIECBAgAABAgQIECBA4CMEBKDbdnMUIO6mf2oFtNvyjx69NLgZWpJ2zrtt7xWrHGBX5585bqIZt/36dmfgDrVlbnlzyx86ZtvPuUsi167fkvK74zSaQR2VX9o/Q/svfUfzkvFRWv/i60ha4/pW+f/a/6Z0vf0/mxvEmrOsq18PHIAAAQIECBAgQIAAAQIECBAgQIAAAQIE3iPg8fF7nMeOIgDe1n/s6MXBzUAqIwCO+3pumlUa0EU1isof2l8A/FCJ/KL+FgB31wv480cAHJ2xPidAgAABAgQIECBAgAABAgQIECBAgACBi4AAeNuBIADe1n+LALidFJsm9oYzRdeaAdw96BLyuftnzvwdezdrquKSgLDbvGj/iCIKMKP9o89r12/r8iO/qH5H37/4hyRmAEenkM8JECBAgAABAgQIECBAgAABAgQIECBAYEhAALztuBAAz/fvhiphgDpQfM7+xcHNxAxgAfCjUwTA88d/d4/SgDQ6emn5p9y/86OM3+BCUXwdEQBHQ9TnBAgQIECAAAECBAgQIECAAAECBAgQICAA3t8YOEwA3KcLZnhGwUdpcJuqM6ecoTqNvT+z85rNy6Ha46T9hybD9usRtT+7/ktnAE/1T06Zc/fPnPF7H0a3OvR/gHI/H27l1Z4hGl0RogAz2j/6PGpftH9Uv63LL63frvYfOG8EwNEI9TkBAgQIECBAgAABAgQIECBAgAABAgQIbCJgBvAm7I8cLEg4dt8/I8FfFIDOCW4T1pwAdqhXu/tHvd7PegTAHbGhAFkAHA2pwc+3DmijSu8qgB2obOS3av3v4759L+/3pTb36/Pv9X/3/6LrYOT/bQZwRORzAgQIECBAgAABAgQIECBAgAABAgQIEBgS2H3AePJuO+wM4NQvAuCLxNwZwNkBeM5s3cETuz+HubNRTplvmgHcr3oUqPW3Lw34ostLVH60f/R5FGBG+0f127r80vrtan8BcDQcfU6AAAECBAgQIECAAAECBAgQIECAAAECexEQAG/bEwLgfP8zzQAWAA8vvi0Azj8f2i1LA9LoaKXln2p/AXA0XHxOgAABAgQIECBAgAABAgQIECBA4LMEtg7YooDps3rj81q79fj7PPHnFm99/tXq//vSpnOX/s0cECkgLV1CNfNwu90sDIqj2byV+mctsNEZql/tMrttwDkykznzHcFr1XOv5WwdsNZ2KW3f4vrdxt/o/iNLPve3r339+mou8GPvMV/cdjsSIECAAAECBAgQIECAAAECBAgQIJAnsPXjua0DqDwlW9US2Hr81WrXUcrd+vyr1f8C4PeMQAGwAHhqpJUGpKX71z4LNqufALh21yqfAAECBAgQIECAAAECBAgQIECAwPEFagUwuTJbB1C59bRdHYGtx1+dVlUotZ1RGM2mXHDYrc+/Wv0vAF4wGBbsIgAWAAuAxwWqTX8VAC+4WtmFAAECBAgQIECAAAECBAgQIECAwIcJ1Apgchm3DqBy62m7OgJbj786rapQqgA4G/VpWdOdLzGc3aidbnjIALj7Q4pgfFgCumzglc6QLd2/rPbx3pvVTwAcd44tCBAgQIAAAQIECBAgQIAAAQIECHy6wNYBnAD4s0fg1uNvt/pTwdSKM4G3Pv/W7P/B91neHMOgshkIaf+hrL3df+rz3Y6jyhULXaOx+s6AfqguSwPgm+tmAWDlfl2r+FKf0v3XasdYOXuvX9R+7wCOhHxOgAABAgQIECBAgAABAgQIECBA4MACawYwSxi2DqCW1Nk+6wlsPf7Wa8nKJQmAZ4PeA9pmz/vCvJUC4FS5KN+c3YiD7XDMAPinUf5+lh4536IlfI8eANYebqU+pfvvvX216xeVLwCOhHxOgAABAgQIECBAgAABAgQIECBA4MACWwdwAuADD54Vqr71+FuhCXlFREs49z8XAOe5draaWvo5DCqbcqbCEDOAh7sjdI0S8q1nAKdmCYBnn285O5QGuKX759SxZJu912+obbVD3+4xv5obfLN4gj8CBAgQIECAAAECBAgQIECAAAECBLYQ2PrxnAB4i17fzzG3Hn9vkxAAD1Kv2f8C4LeN5vuBBMDT5p+efpUGpKX71z4j9l4/AXDtEaB8AgQIECBAgAABAgQIECBAgAABAjsWWDOAGWqmgLdu59fuv7q1P3Hp0Qze6PNE884ZkoMn8EHmb3Wc2iA4DCZvbR0K6ObMkIsCoBOP8EvTcp23chgMYL+aJaB/e0tAb1VBx10kEJ2jex+XixpduNOQWfT9ofT7mxnAhZ1mdwIECBAgQIAAAQIECBAgQIAAAQIlAtEDwJKy231LHyCWHv/s+9fuv7P7VWtfFPBGn6eKCYDzukgAnOe08lZ7D9oEwCt3+E6KEwDP7wgB8HwzexAgQIAAAQIECBAgQIAAAQIECBA4tEDtAFEAXHd41O6/urU/celRwFvy+TvZone4vrMuU8daGJSPLdGbGzB9+kTSQwbAexmz6rFYIPf8XHyAE+4oAD5hp2oSAQIECBAgQIAAAQIECBAgQIAAgcncpPJLCgXAdcefALiu7+LSSwLeNnRdGGjm1LcbBIQBngB4ktQS0Dkjbt1t5ozfGre3Ocdft+VKSwJRAJy2C69vJyQdG58C4BN2tiYRIECAAAECBAgQIECAAAECBAgQEACfdwwIgA/St22gOxWmVgx8p0KTsTf8NrW9/t3qvLsgpSRg7wyZOQFhClC67xgWAL/v/BsKsKJxOad/o5bMOX5uQBkd0+fDAkP9PnR+jo2Po/fPVPu7YtF20feH0h/weQewM5gAAQIECBAgQIAAAQIECBAgQIDAhgLRA8DSqpU+QCw9/tn3r91/Z/fbTfveGADnHOqeVR81AE4dGzR2TkDYDZhS8X93M4C2qUgUwK5Zq+Q/9FuKsXrM6d+orkMBY9qnf/yjB4yRxdaf5wbAZ+2fkvZ3x2b0/aH0+5sAeOszxfEJECBAgAABAgQIECBAgAABAgQ+WiB6AFiKU/oAsfT4Z9+/dv+d3W+L9l0ewN+Cye8/tzm4OalsYWW7AVpUlAD4VUgA/GoiAL6aCICjK8q6n5cEoG1Njh7Ql7Y/9ca/dP8Z6Z7S728C4HXHvdIIECBAgAABAgQIECBAgAABAgQIzBKoHSCWPkCc1ZgP3Lh2/30gafUmC4BXII6WgE6HMAN4BezxIgTAVxsBcNVh9lJ4aQAqAL6SCoDfO24djQABAgQIECBAgAABAgQIECBA4MMEtg7wBLT7HnBbj4+tdfY+PrP7pwki3/kO0RSQlAYd1QO+qfcidwffWJCb9u+vC1xhRvXQDOrc6o+dR6VLFJe+gzg6fmn50fUjOn60v88JENivgBnA++0bNSNAgAABAgQIECBAgAABAgQIEHiDQHaAVKkuew/YKjX7MMVuPT62htr7+MzuHwHw8FDKTVAFwIN+pQFtFMCWlh9dP6LjR/v7nACB/QoIgPfbN2pGgAABAgQIECBAgAABAgQIECDwBoHsAKlSXfYesFVq9mGK3Xp8bA219/GZ3T+dALg7WXVshu1aM3fXKqfaOFgrAO5X0AzgrC6LAlgBcBajjQgQGBAQABsWBAgQIECAAAECBAgQIECAAAECHy2QHSBVUtp7wFap2YcpduvxsTXU3sdndv/MCIBLQ9s1+2y3S0BHwbEAOGsYCICzmGxEgMACAQHwAjS7ECBAgAABAgQIECBAgAABAgQInEcgO0Cq1OS9B2yVmn2YYrceH1tD7X18jvXPz5+vcbo2vLwFlN2AdSr4bbfrvoO2n39Gny/tx90EwP0GlAa8CwJk7wBeOorG94sC6PWPqEQCBN4lIAB+l7TjECBAgAABAgQIECBAgAABAgQI7FJg64Bv7wHbLjvtjZXaeny8samDh9r7+FwcAN9a+91JfUsC3n4AnDCjnDPq390GwKniS4PgCGagXAFwNFrmfy4Anm9mDwJHERAAH6Wn1JMAAQIECBAgQIAAAQIECBAgQKCKwNYB394DtiroByp06/GxNdXex+fSAPgerHaCxtwAOOqTbnYZ5ZxRWQLgh5AAOBot8z8XAM83sweBowgIgI/SU+pJgAABAgQIECBAgAABAgQIECBQRWDrgG/vAVsV9AMVuvX42Jpq7+NTAFw4QkoTajOAizogCmC/JlYyLzrwbefo+GscQxkECGwjIADext1RCRAgQIAAAQIECBAgQIAAAQIEdiJQO+Dbe4C2k27YrBq1+3+zhjnwVWAkoJx632+729TM27F9hw5Vmq9G3Vh9hnBUgbHPbw0fPb9+v2eXnNy7/rXbHwWwUYAa7T8bobdDdPzS8u1PgMBxBQTAx+07NSdAgAABAgQIECBAgAABAgQIEFhBoHYAKABeoZMqFlG7/ytWXdE5AgLgHKX1txEAX0wFwOsPLSUSIJAnIADOc7IVAQIECBAgQIAAAQIECBAgQIDASQVqB4AC4H0PnNr9v+/Wf0DtKgTArdrQLGAzgDvjqXIAXHvmb2pJFOBGM3Cj/UvPwOj4peXbnwCB4woIgI/bd2pOgAABAgQIECBAgAABAgQIECCwgkDtAFAAvEInVSyidv9XrPpmRUdL8Eafv7XiAuC3ct8PJgC+UAiAtxl+jkqAQHP9ab7g/IIgQIAAAQIECBAgQIAAAQIECBAg8KkCtR+PCYD3PbJq9/++Wz+vdkOzXrszMaPP5x1tpa1HAuCo9LnvCO5u3z3kx74D+Aa8NH2I/KP+W+vzKMCN2hftX1rP6Pil5dufAIHjCgiAj9t3ak6AAAECBAgQIECAAAECBAgQILCCQO0AUAC8QidVLKJ2/1es+tuLTqFcO6Poq3f0NgiOPn97hdsDCoA3YU8HXRpQCoDzum2pb17ptiJA4MgCAuAj9566EyBAgAABAgQIECBAgAABAgQIFAvUDgAFwMVdVLWA2v1ftfJvLjwKeKPP31zd6+HeFAC3h7q3v5OOmwG8rNejADjNPI+2W3b0x17RDN4ogI32L61fdPzS8u1PgMBxBQTAx+07NSdAgAABAgQIECBAgAABAgQIEFhBoHYAKABeoZMqFlG7/ytW/e1FRwFv9PnbK9weUAC8CXs66NKAMgp2BcBX4aW+mw4KBydA4C0CAuC3MDsIAQIECBAgQIAAAQIECBAgQOBzBbYO2ASwdcfe1v1bt3X1S4/G59a+Py+LPa9r0n2H8KKSoym2CwPg3LpEQWUU0EUzREv3z23H0u2i+i0t9yj71e6/T/c9yjhQTwJ7FBAA77FX1IkAAQIECBAgQIAAAQIECBAgcCKBrQOsKGA7EfUmTdm6fzdp9IoHjcbn1r4C4OnOFgCveDIcsCgB8AE7TZUJfIiAAPhDOlozCRAgQIAAAQIECBAgQIAAAQJbCWwdYEUB21YuZznu1v17dMdofG7me5s5GwWcpf5mAE8LRjNAowCytH+i/aP6Rfsf/fPIP/Ip3f/ofupPgEA9AQFwPVslEyBAgAABAgQIECBAgAABAgQINAKbBVg3/Shg00llAlv3b1ntt987Gp9b+F5C38pLJyf5IwbAc0Lx2gFgFCDWHuFR+2off+vyI//Ip3T/rdvv+AQI7FdAALzfvlEzAgQIECBAgAABAgQIECBAgMApBLYIsLpwUcB2CuQNG7F1/27Y9FUOHY3Pt/k2ge+cYHOVxjeFHCkAXuJTOwCMAsS1+mmsnKh9tY+/dfmRf+RTuv/W7Xd8AgT2KyAA3m/fqBkBAgQIECBAgAABAgQIECBA4BQCbwuwRrSigO0UyBs2Yuv+3bDpqxw6Gp9v8+0EwN3Jv1+/qzRztJAjBsBzfGoHgFGAWLf32hUeah9h3+VH/pFP6f771lE7AgS2FBAAb6nv2AQIECBAgAABAgQIECBAgACBDxB4W4A1YhkFbB/QBVWbuHX/Vm3cGwqPxufbfHsBcO3gN9EeMQCeMyxqB4BRgDinrku2jdq3pMwj7RP5Rz6l+x/JSl0JEHivgAD4vd6ORoAAAQIECBAgQIAAAQIECBD4OIG3BVgjslHA9nEdsnKDt+7flZvz9uKi8fk2XwFw2PeWgH4ligLOEPXgG5QGuKX7H5xP9QkQqCggAK6Iq2gCBAgQIECAAAECBAgQIECAAIF2idBt1wiNAjZ9VCawdf+W1X6FvbvrAQ8V966ptDObcg8zo/rPLHftzYtnCK9doaa8bhC88eUtbF0UMIYFBBvsvf2l7bM/AQIEjiogAD5qz6k3AQIECBAgQIAAAQIECBAgQOAgAlsHhALgugNl6/6t27qM0qMAVQCcgTi+iQC4iO+PALjMz94ECBA4qoAA+Kg9p94ECBAgQIAAAQIECBAgQIAAgYMIbB0QCoDrDpSt+7du6yZKj4LftOtBA+AUvC5Z9njNPtljANxt3781G1uhLAFwBVRFEiBQVaD2/ad2+VVxZhQuAJ6BZVMCBAgQIECAAAECBAgQIECAAIH5AlsHhALg+X02Z4+t+3dOXVfdVgC8KudYYQLgMmYBcJmfvQkQqCcwdn1K1/06P7D5+fN9a9Lj/6rXxi1LFgBvqe/YBAgQIECAAAECBAgQIECAAIEPENg6IBQA1x1kW/dv3dZ1Ss8NfPsV2ukM4Hs1g3Z96gzgqN11A4r1RrUAeD1LJREg8Cyw+PrSuy++/NDndl8avQ5H99Xefe1S/sA+/5be1w8yEATAB+ko1SRAgAABAgQIECBAgAABAgQIHFVg64BQAFx35Gzdv3VbJwCOgtDa/lvNAI7aLQC+9vxvG6z4I0DgIwVKA+CvP18XtzQjt4/4b+z6UhQA/9yP+O9+ARurwbG7VQB87P5TewIECBAgQIAAAQIECBAgQIDA7gW2DggFwHWHyNb9W7d1ndKXzhSKHlQPNKAbPlYPQM0AHhxCZwmA+41bHNiMnGgC4LddgRyIwO4EoiWcoxm8UQCcGtxGtiV/z/HuNQBO313a/551KWgBcMmosS8BAgQIECBAgAABAgQIECBAgEAosHVAKAAOu6hog637t6jyc3YWAM/RWm3b6gH4SE0FwHldKADOc7IVgRoCpfff0u9HAuAavbpemQLg9SyVRIAAAQIECBAgQIAAAQIECBA4pUD0gLH0AeIp0Q7UqKh/996U0vEXtn9h8JsbIHZ9h/YJA9AFM4yf+nRh+1IZUTv3Pn6i+h094Fx7xm/f6+g+Uf/7/NwC4fU/aH50/yktf8/6qe3tNeblPhXdl6L7Tub+XwUrN19n/n6dehl7AfCezyB1I0CAAAECBAgQIECAAAECBAjsQCB6gBk9AN1BE1RhQiDq373jlY6/sP3Rg+oRoCgYHQp2BcD7G21HDzgFwPsbU2q0H4Hw+r/zAPj3t2xx5K+CBFUAvJ9xPFYTAfD++0gNCRAgQIAAAQIECBAgQIAAAQKbCkQPSEsDuE0b5+D39+AdlaJ0/EXj+88GAXB7yDQBygzgbUemAHja/+g+244uR99aILz+C4BHBaYC4GZe7WW/0dtndF81A3iVU0MAvAqjQggQIECAAAECBAgQIECAAAEC5xWIHpCWBnDnlTtGy6L+3XsrSsdf2P7oQfUAUDT7t91lagawAHg/o+7oAacZwPsZS2qyP4Hw+h9UObr/lJYfie1yBnAU3raNmrqv5ux/g4n8p/wsAR2NLp8TIECAAAECBAgQIECAAAECBAicXiB6gFnyAO70eAdoYNS/e29C6fgL2z8jAJ4KfvuBb05I3NqbAbztCBQAT/sf3Wfb0eXoWwuE1/+tKxgcfy8B8KWaneD25b6Vcx+dCn67v4pq3tzb3Bmvhyz4hYsAeOeDW/UIECBAgAABAgQIECBAgAABAgTqC0QPSEsewNWvvSNEAlH/Rvtv/Xnp+Avbn/Pg+oaQQt2nZ9W3zwTAW4+UZcc/esBZkI9kgR3dJ6uRNjqtQHj933nL9xkAPwLa+30v5z56D4Af+9/5XwLg6ydfX38X95AAeDGdHQkQIECAAAECBAgQIECAAAECBM4iED0gLQ3gzuJ01HZE/bv3dpWOv7D9Aw+uu7N3u8HumgFwOPM3dcyM5TIH+zLnwfzEIMidybz3cTRWv6MHnALgo4489X6HQHj9f0clCo6xXgDcvHj+9t7e3Op03wF82WfgXiQAztWss513ANdxVSoBAgQIECBAgAABAgQIECBA4DQC0QPS0gDuNFAHbUjUv3tvVun4C9svAJ4cAgLgfZ8hAuB994/abSsQXv+3rV549C0D4Evm21xg7tcYAXDYX+/eQAD8bnHHI0CAAAECBAgQIECAAAECBAgcTCB6QFoawB2M43TVjfp37w2uPf5+29Uob39bhJ3ZM4F32lGR2dFn2O6UXbVOIlB6fY6uj6Xl12duZ6ZO/f1WrsL08X9//9U9/u/1Xbdjf1/TH0/tefns92fA76tz05so4fv7uvzyy49Mpt4FnMobWnniaQnotGHQwGgFi2CFjH/B/vH5UTY+0/nZvw8m0+j40fktAK57eiqdAAECBAgQIECAAAECBAgQIHB4gdIHUIcHOHkDov7de/OjB6Cl9RcAlwkKgMv87P3ZAqXX5+j6WFp+/d4pC9jK6ycAHjP8atLnpxnAaUMBcIds+gcKAuDyM1QJBAgQIECAAAECBAgQIECAAAECBQLRA+LoAXPBoe36BoGof99QhaJD1B5/AuCi7vkjAC7zs/dnC5Ren6Pr4/LyUzBaawZuFPymcbHt8bNnALczeTNn1l5aFsz8Ta1fbwZw5x3AOfVs6vf1fV3+eXCZ+VsIPLqCxeFnAK8zPgXAn31913oCBAgQIECAAAECBAgQIECAwOYC0QPi6AHz5g1QgUmBqH/3zld7/AmAy0aAALjMz96fLVB6fY6uj8vLFwBfctrcJaB3HwB3zjMB8B1j/PwQAH/2lVnrCRAgQIAAAQIECBAgQIAAAQInEYgeEEcPmE/CcNpmRP2794bXHn/dADhZRKHmmmbeAbymprIIHEug9PocXR/zyx8LvNaagZsbqPX7b9vjjwbAUzN4hwLWzBm//dYvnwF8Lek33eCigLpfv6YN1yWgfy8zgV/+bjN8x+5fg/fQzjuAH/tVegdwU7/2vbttPV7fQz80puqMz9IZwA/34fp5B/CxrvdqS4AAAQIECBAgQIAAAQIECBB4u0D0gDh6wPz2CjvgLIGof2cVtsHGtcefALisU6Ow/PXhe9nx7E3gTAKl1+fo+phfvgB4aFydJgCOThoBcCQ08nnddwA/DioAXthBdiNAgAABAgQIECBAgAABAgQIfLZA9IA4esD82Xr7b33Uv3tvQe3xNxQAd02igLPUzwzgUkH7EziuQOn1Obo+5pcfzYAsnYnbKz8VFx32T+lx09hYdvz8ADh4x+7LDOC8JbbzZwB3jt85He4zgKNTpFu/dgbz5R3A7ft/m/cA929Snff7Lp8BHMz8TfUdepdwty33WcW9BpbOAF5pfA7PAG5mVd9erLz4/LzVzwzgaGD7nAABAgQIECBAgAABAgQIECDw4QLRA6joAfOH8+2++VH/7r0BtcefALhsBEQBuRnAZb72PrdA6fU5uj7mlx8lsaVB7LIAtkkiVxoAy44vAD5uANwOnH/N/1u0BPRKAXAToQ+M3yVjenj8CoBXujwohgABAgQIECBAgAABAgQIECBAgMASgfwH8EtK/4B9ls4AyqWJys8tp7/dbWbSaECaedytZgineo8FuKleUQC8lM9+BHIEal9f1wtYh1szNhNw/gzBHK2hbd4c/C6t5mb7RWFd5Ddd8dGAOWrv3HcQj5U3UU777t92ouptsupgCaP3p7GZuf1SMu+DY9WfmiH98/Pz5+fPdxMAt304PEN6OKCN8Od//vvT1KHzbuj2/cp5f9PjSwCcp2grAgQIECBAgAABAgQIECBAgAABAlUEagcUVSq9p0KjB8S5D5pHH4CXPcAfpRIA72kUqctJBWpfXwXAUQAaDaxK19fosKt9HrW/rH0C4DK/qRy1vTb8uywFvV0AfAl+018nAL7/UxgEC4BXO5UVRIAAAQIECBAgQIAAAQIECBAgQGBtgdoBxdr13U15UfB7f4IaPaAfaVFu+UtBBMBL5exHIFug9vX1vAFwbvC28Po6uPRtdrfuaMOo/bmOw03KDoDbmbrdAHHwncLpxbDNO3z7f/390+dbzQBe6f57zAC47Z/rDOB4JrAAeEcXA1UhQIAAAQIECBAgQIAAAQIECBAg8CxQO6A4rXfuA+KlM4Bzy18C3KnToiWgO4IxuRYAACAASURBVPt/V1hjuVvk2BKeloBe0vH2ebdA7eurADgKQMd6vCwYffc4Gj9e1P6ydq4XAHdaMDDT9M+ZAuDO/XHq/NzvDGAB8H7ObzUhQIAAAQIECBAgQIAAAQIECBAgUCBQO6AoqNqmu77kmjMD2XtwmRsAzyz/T1TuUHkD+9zbmXP8gf3HAuAoFx4Kdof2id4xPPYO4DR4onpsOsgc/PQCta+vtQPg1EH946zfrqVBZRSA3lswONaelsAd2KJ9z+y+/6L2l9V/NACe+47fcIZwR3lyJvFju8l3AN/uVaM/IApmgEf3ncExMXB/nAyAm5z1X1PQ6z2s26dl/Tc+dq/H+P0dmI3d7QpLQO/79Fc7AgQIECBAgAABAgQIECBAgAABAlMC6z/IP4f3uQPgxwyfZQHwY//7g/JegBwFr1MBcFtU/1n62AN5AfA5zreztqL29VUAHAWgaWQNB2kC4Okzb7UAuH+Y3AB56RLQmwbAj1D16+vvKHCbvQqAz3rl1y4CBAgQIECAAAECBAgQIECAAAECOxCoHVDsoImLqiAAHmC7p7IC4EWDyk4fJ1D7+pofALcBaG5Y+tpNb58BnKoaToDMbVOvoNtuUf+YAdxGlAN/c9/x2y8id/8tAuDmPjf2w6bJC9jT/fG6ZXYA3I7H+xDdwQzgm3s4ATiYSf3VnGC5Z+jH3Rw0mAABAgQIECBAgAABAgQIECBAgEBtAY/nhoUFwAMuAuDap6PyTyZQ+/oqAM6NlwTAS06t/BnAnR8YDL3jt39wAfCfpxnAAuAlw9M+BAgQIECAAAECBAgQIECAAAECtQVKH3BHD7Br1//s5Zf2z9Y+tcdH6NNZ2jiFwt3VjlMm2l+iOMUNufHEqHP0rt/CDvoJZvBE7xoeewdwqla0FHRh9Qfen1haov0/SSA8/w+LMTV1tviqtKLK9BTf0QAytwZTSw03ZZTOcMytxl63O/IS2F+3oZP+O2Q8612+Q/fa3qsNXo6x9P7clNtOjb0sAf2T0t/bedkJ0KdmELd1Ke2/6ueXGcB7PfXViwABAgQIECBAgAABAgQIECCQJ1D6AL12wJfXivNuVdo/W8vUHh+hjwB4cggIgLc+Qxy/RCA8/0sK33RfAfCFXwA8OQpLA8Qth7gAWAC85fhzbAIECBAgQIAAAQIECBAgQIDARwiUPkCvHfB9RCdMNLK0f7b2qz0+Qp+RALg/8WfzGcBtPefMRrq1K5yheyuzbd/QtgLgrc8Qxy8RCM//ksLfum//Hb8DSx4PvmN0rUrOfcdw+HLfa377O/IO2txqC4Anpc4aAM+a+ZuE9jQD+P4O3mCG/GX28Phf9A7rxedXcF49SM9zhc295NiOAAECBAgQIECAAAECBAgQIHAqgdLHO7UDvlNhL2hMaf8sOOSqu9QeH6HPwgB4NYTcUHfNAHjgmHMC4DBUXg2nDYhWLExRHycQnv+HEQkC4Kd21DhpBMCHGSqdin5kANy9vw29z6HbkUNLQOfek6cGRLQEdNUA+HH+/7YvIl7yJwBeomYfAgQIECBAgAABAgQIECBAgMDxBEofoNcO+I4num6NS/tn3drML632+BjzuYeY0TsAR5q0aAbSUFljD5un6jVjJtNTWNvZb6r+3X26M4DfGfwmKgHw/HPqTHtE17fo+hHtv1+ruUs8zw1oo5YvOX5U5uvni2co3i8Q35MH9Q7gshmk83t0rT1+/1zP7eYt9t9ff17uV7nBbbRdFBAXNKe99vy7BMFNCDsSqIYzeGfNAH7t6+wAODPw7XN8eQdwwQixKwECBAgQIECAAAECBAgQIEBgBwKlD9CjB/Q7aOKhq1DaP1s3vvb4qBUAJ7fiIHiTAPin80D9NUCJAuCKz8xfhqMAeOszdNvjR9e36PoR7b9t66aOPjeAXbslc4+ft+Rzv5YC4LX77bm8484ALgmA21mvvfva2E1r8N+7s2anf2Aw1XvbBcCP+mffPwXAdU9EpRMgQIAAAQIECBAgQIAAAQIE9ipQ+gA9ekC/13YfpV6l/bN1O2uPj6UBcAp2o1mvewyAR+t8D5vbAHj8wbYAeOuzwvGTQHR9i64f0f7vk547Q3frd/zOPf7A9i1ukAtnB8Dt9eprYDlb7wCeHMJnDYC/bsHt05zXzv1tMgAeE1tj6edO2dMB8PXEiGaoz+u/NWcApxM3mEFuBvD7biGORIAAAQIECBAgQIAAAQIECBCoIVD6AD16QF+jzp9UZmn/bG1Ve3wIgDs9LADeerg7/kyB6PoWXT+i/WdWp2BzAfAQngC4YEhl7DovQMwo8G2bXIPHr+aeNbQEtAD42hHPS0gLgN82PB2IAAECBAgQIECAAAECBAgQIHAWgegBevQA/iwOW7Uj8t+qXqc57sJ3AIftj2YTVTju88zf5mFwkzlFAUCaKdXOZI5mO4dttsHHCbzr+tS/z7zruMs7tHAJ5ZTlLFtZuVPtsRl8ufUrrcD0DMJx33XqF1//lvfwHvfsv1P2yO3//nt99+/lVcA5f6UzgNMxont3s110r/xuNmiXX/7XbHvtg7FGLD0/JkC6M+UXLu18L31o1n3n0N4BnDMwbUOAAAECBAgQIECAAAECBAgQ2LFA9KBdAFy38yL/ukf/gNIrBLEXteghcoXjPj2Uvh0/DgCuS0ELgD9grFdo4ruuTwLgpZ0nAF4qd8T9zhQAt235295KBcDzhqIAeJ6XrQkQIECAAAECBAgQIECAAAECnywQPeAXANcdHZF/3aOfuPQKAeyT1oYBcNu0Zv7RpTrjAfD4O4BP3OuatrLAu65P+w+A+0s8v+cdunF3ZgbAT5MUu/vkpm9jNcmd4bjUb7p+8Q9gYsE9b3GmwLfvvEoAXHqfH7mPv8wAvtx0H2N90xnAaw5YM4DX1FQWAQIECBAgQIAAAQIECBAgQGB/AtEDfgFw3T6L/Ose/cSllz4YnqKJwt923wrHTw+lBcAnHrc7a9q7rk+HD4Cf+m0oFC0NWucGsOsssRwPx5UC4FE/AXCX5kyB914D4MHlnwXA8aXAFgQIECBAgAABAgQIECBAgAABAvsTiB7wC4Dr9lnkX/fo9UoP36GXmxvkVrFC4Ppy6Kngd+XjR36pbu17CP0RqCXwruvT/gLg3AA1yc+d4bpWIJx7AejXr1vvktGTOQP56RBjAfn84PxMgWhOL5xpRvBkAJzzI6sWbOy+G+2f9uts93TP7ZXbvkLh/pdev9DcfP812/3+/jT16K+4kc7v3PMzp/crbGMGcAVURRIgQIAAAQIECBAgQIAAAQIEdiQQPeAXANftrMi/7tHrlR4FmE8PVNeoxsoB7GCV7g+Lmwe+f3oPfFc+fuSX6icAXmPwKGNM4F3Xp+MHwH3B3CWiS4Pg0oCp1vHnBuhjI/CzZwC/jKrmvbndvyMH4HsNgC+rpQuAL8Psq7kBlF5h3F0JECBAgAABAgQIECBAgAABAgQ2FIge7wiA63ZO5F/36PVKjwJMAfC4fWTX7pn8/tXrQiUTaGa3vefxfxwAj81gze2kufvnBrhjx8/dv1YAO8cld9uh7TJnAI++gzg69qcGwNd2f/V/Z/TznvMx6pU1Pi8KgKMfXJkBnNdFZgDnOdmKAAECBAgQIECAAAECBAgQIHBUgegBvwC4bs9G/nWPXq/0KMQUAI/bR3btngLgemNXyQ+Bd12fBMBLR11pIFgrgM4NwKN2C4C7Qkee8dvv6cMHwE0Y/++PJaCjM9jnBAgQIECAAAECBAgQIECAAAECBQKlD+gFvAX4GbuW9k/GIXa5yT3EHJmps3oAPKaQOxMoR3HGEtBRiDvU/u4+A68ozKnhyzZvmsC5qG7tTl9B/rT3+i9u+Jt2PMr15zUAngLKCT3zliC+vL9z4u/r6++bemrpYXIsJlu49MC72O88gejweO3PAO6jH7n9kwFw6egquO+39+HvP73zqr0hd8u8vPv3TxMAN6//vczKHrvelJ6fpRBl+1sCuszP3gQIECBAgAABAgQIECBAgACBYoHSB/wC4OIumCygtH/q1q5e6QLgaVsB8NVHAFzvHGxLPsr1RwC8dByUBkylM4CX1nud/Y4cgD4LCIDXGRG3UmoGwJdTTgC8an8pjAABAgQIECBAgAABAgQIECBAYFig9AG/ALjuyCrtn7q1q1f6z+iMmOsxTzMDeGSGc8kM4P5ko5Je2vsMWgFwSe/G++7n+jP9Dt4wAJ79Dtm8JYjvM4B/m5etDrwP87wzgI8d/KaRf/YA+HGGDwf90fm93fe7NL7Gf6Cw1xnAF/OpAFkAHN94bEGAAAECBAgQIECAAAECBAgQILCOQPQAMDrKdg8Io5qd4/PS/jmqwicHwD/ddHvGEtgpNBYAd2KP0gmORz2BVqr3fq4/hQHwk0fOoJi5BLQAeKUR995izh8AT4/16Pze7vtdxQC4txTz4IgrmAE8Gf62BxMAv/ckdzQCBAgQIECAAAECBAgQIECAwCcLRA8AI5vtHhBGNTvH56X9s1eFlxmuvaDzbTN8I6ClD4Kj/dJxO+1+Cn57n/c9ohnCUbNyPzcDOFfqnNttd/2JAtjr52kG+PM4/W3+/fr5o/7TAXLce/39b+Vf3t/Z++vMBD7PDOBzzPjtd9VxA+C88+OWNo4O7+j8ft/3u/nvwJ09A7hzTy59xcTg/bdT/sv3l4Efcl3fAfzbXKOa94i3PyB5+osD8Piatf0W3gG8fR+oAQECBAgQIECAAAECBAgQIPDhAtEDwIjnfQ8Io5qc8/PS/tmrigD41jMDAfDvn3b+8/MD4e8emAD46mcJ6Lpn+HbXn7yAKz8AXttJALy26BblnTcAztOMzu/3fb97ZwD88+fnqxe4zvwB2nQA/NO8omK6/LZ3BMB5Y9RWBAgQIECAAAECBAgQIECAAAECBQLRA8Co6Pc9IIxqcs7PS/tnryq7DoBzZu+OLM18947KGNg/zQBeIwBOM5BKg2IzgPd6Br2nXuvNoJ1b3+gdvHNnAM89frR9PwDuzBD+hBnAaeLzwScGnz0AbmfJTv3tp/3RQHqdab98BrAAOLq6rfW5GcBrSSqHAAECBAgQIECAAAECBAgQILBQoDRgFAAvhM/crbR/Mg/z9s0EwK8PvAXA84ehGcDzzebsIQAe0xIAX2Si3G7OYNtg2/0EoHMbH82Qv5YnAO643n+UJQCeO9qWbi8AXipnPwIECBAgQIAAAQIECBAgQIDASgJRwCjgXQl6YTFR/ywsdj+7jcykjWauVnlH8NSs3WjG70zRe/tGjnlvX+FxI8e9z/Cdyfqy+dkD4nrXh7yAqbR/HvsvTRK7U1G7swSXltdv0cA7fjubtK/vrPkXBXjRsY8bcEYt8/mzQOk7rpd6RufZ9PkT/4JgfP/JGcALVuCYJVBYfnvfba/d/5rXPVyu4S/vAE5LSFe+wIw0On1vGPv+n/v9SwA8a1TZmAABAgQIECBAgAABAgQIECCwvkAUIAiA1zefU2LUP3PK2uW2AuDBbhEArzNaBcBLHQXAVzkB8NIRZL93CgiAn7QLA9qw5wrLFwCHwjYgQIAAAQIECBAgQIAAAQIECBBYQyAKGAXAaygvLyPqn+Ul72RPAfBgRwiA1xmfAuCljtE7eJeWO7ZfNJNwbL+xgHZpef3jCIDX7mnlnUEg9/wyA3iotwXAZzgHtIEAAQIECBAgQIAAAQIECBAgcACBKGAUAG/biVH/bFu7FY7+iQFwM3soWpq5JACOyu72miWgVxjDGxZR7/qwlxnA3SWen0ZuoJ4bUEWdJwCOhHz+iQK559cBA+Du7N6xVzCUzABu9m2v2+3y8f+aFQYu9+CX41gC+hPPKm0mQIAAAQIECBAgQIAAAQIECKwuEAUIAuDVyWcVGPXPrML2uHHhO25Hm1T4gDakCuo9GMJ26pT7Dr3XB8PjNZsT/KZSBMBhT+96g/ddH969xGwKmGrP8I26VwAcCfn8EwRyA9++xUYB8JIuGfrOsOb3k075v83N+vIO4Nu7gP/8SYFvv+LbvAM41WLs+3/0XSN9v/EO4CUD0T4ECBAgQIAAAQIECBAgQIAAgRUFogBBALwi9oKiov5ZUOS+dlnzAWu3ZbUD4HSsOTOY73X6+fMIgMce/N4OMMMnPZTt7hIyRM/n9zVaZtfGEtCzyQ62w9JgKreZAuBcKdudWWDpeRbdYKJyx/f/+v7687chj67x2b3SuT+/BLIz7sOjx+sGwJcZwF/NDOCfy3+vf0PfBQTA2f1nQwIECBAgQIAAAQIECBAgQIAAgVeBKGAUAG87aqL+2bZ2Kxx9jQerQ9UIk8/owfOt0IXlmAG8wthYoYgoHDj6DOj9Xh+iGbwrdO6liMzzePHhBMCL6ez4RoHSGfrR/kvPsyMGwAPd1vme0r23Z6/kcblUPSyuS0DvMwDutu/vyPXVDOA3ntoORYAAAQIECBAgQIAAAQIECBAoEYgCBAFwiW75vlH/lB9h4xIEwNMdMMMneig7dKCjB6DR6BUAR0K1PhcAryHbznIs+fv9iQK4ktLtux+BKMCNahrtv3QcRuMvKnd6//8150d0jY9afv986sdeqwfAzVGbMv/v57/mv2nm7z5mAAuAs0eMDQkQIECAAAECBAgQIECAAAEC9QWigFCAW9YHkW9Z6eV71+7f6u2fEXCWa3VKWDizN5UQha1pZlA0Ezh6x+9XsALk0MPvOTOUonacPSBedUztoLDq5+toG6MgZwc4FaogYK2AuqMitzufrgjj9/fr+TZ8fc5ZNnjq1QPd/Ze+mzbtF9UleAVCs0Ty2N/33+/mVQq/g0bpvjYWDk/O3B35bvB0r7x9bxktJ+P7xU/TtP+a/9/PpROHHb6jclY8V4a+C4zNAM49rHcA50rZjgABAgQIECBAgAABAgQIECAwIhA9oKwdEJ69YyLfrdtfu3+rt18APDmEBMBbn2HHOn7183WUQwB8rJGitjkC251P19oJgMcD4Nbmb3PZGTLadQDc5L2/zfeeNvcVAOechbYhQIAAAQIECBAgQIAAAQIECHywQPSAsnZAeHb6yHfr9tfu32rt3yr4TR0WzawJ6hfNnJ2cATxj0CwJgGcU/ydqhxnAczS333b8fI2WeI3qHu3fC4DTyq0nz4XNAI7GzV4/z1uivNr9L5MlOwBuz7f7uRbNum0P3ptxOrr/fmcAVwuAW56B7werzQD+iAD4OhjNAM480W1GgAABAgQIECBAgAABAgQIEBgTiB5Q1g4Iz94zke/W7a/dv9Xav2UAHIW/bacWBsBrjQsB8FqSn1HObgLgz+D+IwA+akdvFwDPWaJ/fHbrLWAbyHp/OjeNoSWKr8e/BrvDnz8K/b6/n7bbz3MC5tdtn9u/fAno1uar2b39b78dJTOAL/veviN0yz1KAByNr7HP110CWgB81CujehMgQIAAAQIECBAgQIAAAQI7E4gCutoB4c44Vq9O5Lv6AWcWWLt/V2v/2oFvFOIOHW9qn9720czY8Qfr1+w4ql5uNwuAc6U+c7v++dm/HgzP4E7Tc6fMpqbuPk0XvBby9E8Dn5+0ewTAR+nYsfE8fS6sdv9rmIbuKZPvou3RTu//3ZT/GraOBpi3sh+fj+3fDWgf5b/W5TnIfZQ7tU8bQA8HwI/yh8PmtvxuANwfhU1rLv80+v1o4PtBbv+MBcRPdQi+7/xrL5lNG/6ldwCPOHyNDJCp7x/deuT3/2OvrkP+O4CHzy8zgI9yfVRPAgQIECBAgAABAgQIECBAYLcC0QPK2gHhbmFWqljku9JhFhdTu39Xa/+uAuD24XB/CcznB5ilAXDq0NIgWAC8+NT4iB33GwDfz4BT94MA+Cjdu58AuL239AO8nCA43ZPG9q/zeXem8C2MbW5KP/37Z+9/TwXAz/UfnomcGwD//h2eAVwSAA/9gOslSB2YIbwkAG7fAXy5hq8YAC8dH6n+AuCjXNPUkwABAgQIECBAgAABAgQIEPgIgSigqx0Qnh058t26/bX7d7X2f1gAXBr83uOzYLXNZvXLor8o6PYO4CLe6jtnB8AvM3Sjqg280/f+TzkzgAXAkbDP3ykQXSiHZwKvdv9rmjp1rV0zAB5SbcvPDYif9xcAtx4v/RPd4DNnAO8xAO72f/73y8f5dRlnt9PJDOB3XuMciwABAgQIECBAgAABAgQIEDilQPSAMv8Bzil5ihsV+RYfoLCA2v27WvsFwIt62gzgRWwfs5MAeNuuNgN4W//8owuABcCd0TKxBHQ0A/hSygoBcFvM//1bdwZwez/ozgBO3w9zfgCQcy6Nf98UAOf42YYAAQIECBAgQIAAAQIECBAgMFsgCuhqB4SzK7yzHSK/nVX3pTq1+7fYJwp+Cx+kjvZPUO7PnygQuJa89QzYZoXLyb+oftEM4fZdhP72K1B8/mWO8/0KjNUseo9x3vm9VrtTEPz1fT3upwXDaZym+1HuuK19/2qSuugKervOP4+nqB3RyglTM3qHlujtV7K0/Ed5w+/YjerXzBeedEvv7o3qmVvO2MHGyv/+be7gzc2tPd/ae1x0n1zTd41rRtuuZvXnJgC+3oEvS2o3Q/C1HcP9kPu16vdlqe7n2qfr1dI2Re8YNgN4qaz9CBAgQIAAAQIECBAgQIAAAQI3gehBa/0HrMfuishv762r3b/FPrlPKsego/3H9hMAX2QEwHs/g6frV3z+hQHYUX0EwHvqOQHwc29EAWu05HMUrEblP2ojAB46T0p81zjv2ti3/fFWWgJ6rQD4fh6my+PXdDQeBcD9H7L0txcArzEalEGAAAECBAgQIECAAAECBAgQmBCIAoLaAeHROyfy23v7avfvYp/c4PakM4DTg9HoQXM0vqKZTWYAR4LH/nzx+XdvdjQD8qg+AuA99dxWAfD4+XENPqMfwKSXlY4tpT5WfnRdjwLeqO9Ky//5Gg5+03Gj+v0E7x4wAzjqwenP1wqA+9//HgHwtf/Dq+RtxYLc1vTPp+4wGRqzZgDnytqOAAECBAgQIECAAAECBAgQIDAiEAUEtQPCo3dM5Lf39tXu38U+Ow6ALw8qp+rXCaV/oyfxIwNEALz3M+cY9Vt8/t2bJwB+R0/vaQno7iUrCvrWslkjAG7LmHs/WxYAv8ZiAuDnkRAFwH8mlxaeXj66e6QUJHf/Lb7lNvNlmy68LgF9/W/0Q6n+OJ88RnP/v583ud9jOgfIOf9qB8B/fqd/AJCqOzwDuNt/z+VcA+DH+fPVaawAeK2rqXIIECBAgAABAgQIECBAgAABAh2BKCCY+0D103Ajv7171O7fbJ8FD0ovtrVmAA903NRD38sD305d0rYC4L2fAeeuX/b5N8pw1AA4nLu2q47fQwA8dH07QgCcxvhPEwB/36YY5t7XHufHcOD1PGNxPPgdm0m5dJDFIeZ0yVG/vZb/3P75+z/XZ2j/dMw2HhzWzg9+09G6AXBs9ig/DICXfK8Y2mfG95qn+t/KGuyHZhj+a5bmn1oC+j5SR2Zip6qm86Xtkfb47XUo5x3Tyf85AB7qv25PX9+73P3rBsDp37sOZgAvvYLYjwABAgQIECBAgAABAgQIECBwE4gCgtwHqZ8KGvnt3aV2/2b7zHhQ+vwEMQh6lpY70HH3ULd5htl/1vscAP80D1FvSyg2D1Svf3kzah4Ptq//V/xQe3qERTObLAG99zO0rH7Z59/oYQTAZT2Qt/eeAuD2kjl4fctryqKtSmYAt/u24e/lKvuOALgTqqUf+AiAn7s9CoDv97mn3VKAODyDdGiG91AAPD7/9FF+eze+zABu7tODM4CLAuCBiDvje8jT94ve4stPnm8IgPvfQ8ZO6uEAeCjib8VvAXB7/txmGH8NfD8SAC+6hNqJAAECBAgQIECAAAECBAgQIDAsEAUEtQPCo/dL5Lf39tXu32yfjAekg5ZLHtQu7BQB8CtcuxSlv/0KZJ9/o00QAL+jdwXA1wA33Y9yx+3Y9vPvaznj/PZjnk6A1Q+u01jJrf/Q2Cr90U9bZjyDN/0gKYWivRnA6Z9HWKI6lgXAzyrJshsAp/5dFgBffSaXgF7yvWJqn4zvN0MzgJNErQD4If19iZwvP6Zo+jy5fgUOUQB8Pw/awLc5b/rn5aNdIzPwmwKitRzecX12DAIECBAgQIAAAQIECBAgQIDAYQWixyvzH6QelmJRxSO/RYW+cafa/Zvtk/GAdJBlyYPahb4C4Fc4AfDCwfSm3bLPv9H65ARjb2rMrMNEscG+2iUAFgCn4R2FqzmnwdkC4H7QLgC+Xr/+79/PNbRtVxhpTqG04kfuEtCPsSQAzjmvbEOAAAECBAgQIECAAAECBAgQIHAygfIAZVuQ3QS8YwxLg983sY4+jM8MnmtPX+m9Um+2ShQURPVfI6yYXek37rD1+R8vLVsaZB4rKH1j118OlYLZdx8393jR+Iyu/9H5278+PM/4y63lY7u+Z/f9ve1WaQnnsff5Ru3t1yieIfx8/jyud9cpsP394/KuNbj/WKh3Ab0HmbfT7vEO1ufl/tP+jyVyh62j/n3sNe8VBPN7dnqPfr9Pj6PHIs7tEs0tYf8HEkP3vaHthmvVxKU3/7//u7pE98Gx1g3ef5vvBs1c10mQa9w6Urt2Bm5wYrYf/zRM//fv+hOsr6/nlz3cvUfeAXw/8m0p5tn9XVJudwno72kn7wCe3TN2IECAAAECBAgQIECAAAECBAgQmCMw94HznLLfsW3+A+JltSn2EQAvg7/tJQAu4gt3Lh7f4RGmNxAAFwIW7i4AfgZcMwDunlv9d/gKgK/u7wiA2zE+p1/nbt+2Y48BcHcJ6KMFwG3s2wbe/zUp8HVpbAFw4aXe7gQIECBAgAABAgQIECBAgAABAp8osHUAVGq+mwC4DXqHZs0KgIu6WABcxBfuvPX5Px4Al878TU03A3hqEAiAn3XmBIVDrq1nd9Zvd8Zvu/1xbx/DCwAAIABJREFUZgCn8+95pnBqc8kM4Os7WK8l9d+h2jfNv7/3ZgC3s2ovx7j2Rypnqn/TuZC7/aX0pr/bv365Y//+2r5rPXNnAP80SyJfjne7MY615/v3+j7a9vN201UD4Ob44cz6iRnA146fvr7XDoDT0UfvDpkzgLv+3XM/9XPUT2YAh19RbECAAAECBAgQIECAAAECBAgQIFAisHUAVFL37oPQ0nLG9s/22VEA3H04Gz34tQT0a89HD7drjbUtys0e35UqJwCuBJtZ7BkD4Dnnb60loPvn1dQM4Myuum/Wbd/f21K8/eM9zqulS0CPB8CXd7KO5Hc5S0C/JQButOYGut0ALwruUmfMCYCHZha34eycADh3pnHNADjn/JpaAvpiJwC+MAiA5179bE+AAAECBAgQIECAAAECBAgQIDBLYOsAaFZlBzbOnyG07EijPlMPMLszgd84A3jowWzt+Y/RO3SXqT/2eucM4JwH26Xt2dv++zn/r4lSv7/Lx1ftM2BvPTqvPmcKgJecv8sD4PFx9dvMvvztVWYoAB7qqe47c/ufD7VvLAD+vb97dDgAfmn3bbN0vj1enfpoZ7pWXP6bZr72Ttj7DOdwAv91xu7g+OvMvhy/v7/O+H28lradJTtcfjTDOzdgTX2TEwBPBdFzAuD2mD//hmccv46l2wzgyyzg+TOAv5u3/F6vx4+OfBp/ve810Q/N5l2V/vy5zgD+bZaA/ncJyNt3JXf/7udX5kzd/vHDGcBzKxxsPzbuBMArQyuOAAECBAgQIECAAAECBAgQIEDgWWA/AdCynhEAP9zuy3KGD98f+wytWj2nJ8oDuumjbREAz5lBPcdqj9vu5/wXAG8xPs4YAHezqej6ViMAbvuxyYAvf93loNv/3V8Sut/nOQFwdwbtfabqLZBN5dUKgO/Xi90HwDf/Xmq+VQB8nxndW7p5bgCcf7+tFwC3EfTXWwPgoXcA377kHCgAHpwB3gyM6CdKW9wXHJMAAQIECBAgQIAAAQIECBAgQOAkAkd//CQAfgxEAfDrSRnNTOo+fU1+AuAtLm69ADi9I7S4KtHj9Rm/liiuy/4KOGsAHAW/qSdqBcBNRPa0BHHuDOAmIX4aJI/6NXMyb2FX/QC4mcHcq8c9WE4XzF7gfPdsEs2cmdjftynG/+4X4Lbdt3N1lRnA9xq95aSLZg6PfT43AH70Q9SsegHw5chTAfAKK6A8zwDebwDc/f48tmz45AxwAXA0kH1OgAABAgQIECBAgAABAgQIECBQIiAAntY74hLQc1adzg1KxpRqT18xA7jk7I733c/53wtiU25bnM8KgKdGwV4C4LF32Ebjc2iJ2qHXsQ8FNa2LAPg6OtJ19no9fw6AB/tgZgDcnwErAH784GXoHcDpnH3ul/h6/tji+AFw25b/+/ffrpeAzg2AR2eAC4DnDGrbEiBAgAABAgQIECBAgAABAmcUmPMA+IztL21T5Fdafu39N5vhm9uwOWlrbpkztotmW0UBbRSwRvvPqOqiTaP6RYVuXf+ofrU/3/v5n5bKTQ7REq21vfZW/tYB7Vgwu5bT0vGZrnvR/aENeMeO0e7bH2/RTM657e7O/uvum2YEd//tElynGbS3GbLpzafP75q9hntDf/2g6Te4P/WD3/t52HyQ1TedG1D3pxbpn/+25YyExVmWmUv8jvVjdD2J6hbtn9WGGRuNvVN4RhGXTb+bC2sa320fv6yEcXMdPX8mxk13BvpTvTq/JruvRjLyBSXVZ+z+3u720yyj/n//2rnAzd/jpdTPFJnjo+9X6x3A0fXkpR4C4LlD2/YECBAgQIAAAQIECBAgQIDA2QSih5DRA+CzecxtT+Q3t7x3b1+7f4t9BMBVh4QAuIy3eHyXHT7cux8AvzwgH1mKNiz4JBtEAVXtZr4rAO4HolPvwm3bPBUAt3VO940UNOXM1GvLPWIA3G1vjQB4bPb0ZexlBsD9emWP28yA72wBcPJJ7Zo7Lo8eAF+XgP7z578mBb6MHQFw9iljQwIECBAgQIAAAQIECBAgQIDAoQSiAKN2QHgorIHKRn57b1/t/i32EQBXHUIC4DLe4vFddviJva9zsKKA890z8Ko1d2HBkc/CYhfvtnYgnMpbIwBOZbX//du8g7c7w3csQJsbrC2F6x9nqN3treT+7t2XGcCXs+U2Y/k6u7Pb3nSffAStf7OqOjwDuC3/un+/v+//+1a/7jzkocXWxwLMrMq1G1UOgLPr8aYN1xqnNQPgUYoVZwAXB8BjgfGt8u+aAZzucWM/QPkyA/hNZ5bDECBAgAABAgQIECBAgAABArsViAKM2gHhbmEyKxb5ZRaz2Wa1+7fYZ4MAOFr2udtZ0RLIUcAa7V97YET1i46/df2j+tX+vHh8V6ugADiHVgA8rDQ0A7gd62m89wPgMeutA+B/Taj7dL1OM94zloA+bQAchb7PYJf/tXQGcM45+M5tjhAAd79/PC0tfQuAu5//LlkCuinnX/O9qh3f/zXLhy+aASwAfuewdSwCBAgQIECAAAECBAgQIECAwHKBKMCoHRAur/k+9oz89lHL8VrU7t9inzcGwHOC3yQaBaBRwBrtX3v8RPWLjr91/aP61f68eHyvVsGRd5YG7wc1A3hoXuVqnTK7oDVnAHdnwfaXfE7B6Nj1//EO0edxNVa/3Hdzvmu8/btdmLr1ba/vX8350H3H6n1m7/XD+9LW/Rm/zVteL32Z/w7Z5gWrzd9rOdchEZWfBs7QWd0dsbNmAM8Jfu83uGu7jxoA5/4AIXe7xwl9ewfw5T3XA+8Avm04dn99eWdws/3Q94/udvfPOzOBUwA8VN51nHUuQZ39ZgfAQeDbv9DVmgH8cpzmBx1t35kBPPtWYwcCBAgQIECAAAECBAgQIEDgUwSiAKN2QHh058hv7+2r3b/FPhsEwN1Ddp6ZDnZlFIBGAWu0f+3xE9UvOv7W9Y/qV/vz4vG9WgUFwEsozzADuB2DQ9fxNQLgZBoFmWsEwG1frBUQpwC4PwN4NAC+XchSO6OANq7nngPga92uf9eAd/QvLUXde1d4fhC+5Kxcts/Q+MkNdnO3e9SsXgDcfv/of+9oA94UAP82H94D1ts/zg+A29D0q5kB3Jwh6QvPUMibfjQgAF42KO1FgAABAgQIECBAgAABAgQIENhaIAowageEW7e/9PiRX2n5tfev3b/ZPkNPPdvGC4CrDgEBcBlv9vguO8zA3v05Vr0A+DZNMKpfHGStXvFdFbh1AFwy43co4O1ez9cIgNO7g/sziFMn3gPTzIBwKGhL/9YNskvHZRtxdpdwTvVN/3YP2G71vv/77YL41U7rvPyl+ba3JdXT/3z+54ExHQXA30392t1+npbgvbf7fpxghnqqfzDT/1LBDWYAR+dXaT9feujW9qHxkxvs5m736OgtA+BHQJx+gPX+AHh6ju+7ZgBHNxPvAI6EfE6AAAECBAgQIECAAAECBAicXiAMCEoTopMLRn57b74AuPNI9/bU0gzg/FFrBvBWSwgLgPNH6fiWUUC1xjGmylgaAD8tbdychCmgPWoA/BLA9gLluf2wlwB4vN4pYBYAT54fGUvYd5cA7v8gITfYzd2uGwC3//f39/fqS0DHM4DXCIDb2n/9+b9//y2cAfx8/+mvQiAAnnvFsj0BAgQIECBAgAABAgQIECBAgMAmAkcPeDdByzno1Mze7vqHlWcAL3nvb07z0jafHpDOsaqxbXT+Rj+AiPavUefhMoeXeH7f8Y95pNoB71rjoz8O+4HK0HHa2bljM3P7vdVf0jj3HcBRr0fnT7T/6Oe32aqPmbjXLX9/b8sXZy5J272+Xwz7geI9aH5eCjn97m2t6/fUzOfFRp0dc5fgvuzSnQmc6Tg2U7e77HLXrPZ5t4ZZThlTrt9/v/40/9/lPbtj79pN7+gdO1b0+8po/P0dLXj6h0nN/OU/P82p9H///t1OrN74v5Xb7cf0Vax7Tg3NPG6vCbWuizl91t3GDOC5YrYnQIAAAQIECBAgQIAAAQIECHyYwFoPsj6MLW6uADg2skWxQHT+RgFWtH9xBbMLEABnU3U2rB1ErTU+5gbA0dLMfSsB8G1J6DcHwLXHX+rnswbA0fkVXb+XXDOeAsSRpc3bbVrz/zW56eEC4CYb/tcEwG24/F+TAl+Mez8EeLxj+BEkTwXA3R+jCIBLR539CRAgQIAAAQIECBAgQIAAAQIE3iYQPYB8W0XOdiAB8Nl6dJftic7fKECI9l+v0e0j96lZW8Pv+G2e4/ubEHhXADdWhWj89IPZVE53KdvuErfp8+IA+Hb9/Rp5eejYO0X77YzOn8WDc6UZwP3j9/vjMZtxZAbk4gZcd4zGX/QO3Nz9x5YwjvbPbd78GcCp5OmZqMvb/55FhqeC9dEAuIMazeDdZAbwCgFw//ogAM49k2xHgAABAgQIECBAgAABAgQIECCwK4HoAf6uKnukymwYANde9rnbDdED4CN12RHrGp2/UYAV7b+eycwAeL0Dn7qktQKwpUjR+IkC4HuM1ruQTAXAQ0u0vswAFgBfaEcD4PQ++MJXfEfjb3kAeh0Zaf+tA+DuUtBtvdJK3dM/annUf+z8GvcTALdmi5aAFgAvvZzbjwABAgQIECBAgAABAgQIECBA4GwC0QP8s7V3s/a0gUT33b+pIiu+A/idwe+9+oUBwmb9cZIDR+fvdgHw1NTdnEFj6m/OEI0CuJwySrbJHX/97bqBbXeM/mtf3Nn8Db37d+j6lmbqpXfpphz53+3/WDoDOB1r7PzJnUEc2c5a2rhbWPc9t/2DXE6va3R2ewPqNae8n1LNG1K/rjOCS3/AE42/0gA4NW2xU9QBt8+nZgBfnZ6vR4+ZrWvNAB673uVcKzMbObBZ7RnAy2t23XMsAI6+61xWfZ5YAjrVK7p+pe3GZgCnH6p0r1nda0ZUfnR/jvy8AzgS8jkBAgQIECBAgAABAgQIECBA4MMFogdUH85Tv/kVAuBukUOZ85qNKg0Q1qzLJ5YVnb/RA+Zo/+WmpQFwOrIgeKoPogBuef/l7RmNn2gGcLv/3AC4DX/6AezfP8+BpgA4CoCv51U/2Mzr9cdW0fgTAE9fvx5+AuChsbf3AHju+dLfPro/R+ULgCMhnxMgQIAAAQIECBAgQIAAAQIEPlwgeoD/4Tz1my8Arm984iNE52/0gDnaf5wuWqJUAPyOYRcFcKV1WD4+no/cH4fdcusGwGkcXmcWp79oBu9ZZgDfZ0reZgBff7DTtXh+N/Dc8VJ7/O1hCejWZHwGcBJbNlP3cR4M90PuTOO5/Za2NwM49Vvr/zgv0g/n0tez3HcAd2cEt8ZDKxl0+yq6P0f9KgCOhHxOgAABAgQIECBAgAABAgQIEPhwgbUe8H844/LmC4CX29mzCSaCJUgfCcKgVrT/OLEAeA/Dr3YAt3x8POsIgIdHy+KljTOXgBYA552ly5eATuUPX4fT+dOfCf86M346iP+qvZTHCNP/+99XM0O/WT185Pc8tVcAWWMG8E+zrPzXyGLSzwH8/AC4v9yzADjvfLMVAQIECBAgQIAAAQIECBAg8EECpQ+YS39Bf3bqUt/aPlH/7b3+f6IAN3pwO7J/9I67NIMt2q52/9V+AFy7/nsvfz/jf+5SzP1ApN2/+29RedGMumj/vfdsXv1KA97a4yf3+j22XbQE8W8vF+tfb/ozeVMAk0ZPegdw3+Hv7YW4Uf3zemm7reIA+XqetAFea/fv5/dpVmJ7/5gaY1H57eft/v2gM4lEM3jTdrnjPKrP+j0RXWeer1Pzz7doBvbzzPW76y2RHXMf+/fI517/5gcG39/fTWzaBMBNHwe/I4qKHf28X27//B4LgO/jZuQ20b77+uffT/MO7NvYvF1IHsH7cL9e69MsS387QLqepP/+bUwuW6R3jPcaMLf/ox8GpM/Hxr0ZwIuHnh0JECBAgAABAgQIECBAgACBdwnMfWDSr9fRH+DWdi71rV2/qP/2Xn8BcO0R8tnl72f8R0FIv58EwGuM3NxgbOxYtcdP7vVbALzGaHgtIw5EnwPgfsCW3pU8VruofAHwdACcgsO0FHD/fzeLBE8OjJ/fNsp8XUp4LDhMhQ0FlP33bbfbjl4fmgC4Pcb/vr5PFQA/sKeW3BYA17laKZUAAQIECBAgQIAAAQIECBD4SIHSB9TRA+iPRO00utS3tl/Uf7utfzTzN8GZAVx7CJ26/P2M/14AfJ9iOcZfOoO3dP9zDIs9B8Bjs9O68uP1z/tBQX+FAzOAp8f1y1LGt9MouaX/9mdKj5W6PAB+XiI+Kif3bF2rnHS86Pr61QSgU3+/v88zdPtLAKd9twyAr238/tOGyaker0tQv7byEgA3zT/qDOD22tPOAG6XgP5zmwH8COCH5xbXmwH8/I7h+9fDkZnc3bA+/cii20PpPDADOPfKYTsCBAgQIECAAAECBAgQIEBgM4HoAVxUsShAjPY/++elvrV9ov7bbf0LAuBuqPE9tIZzExo/3t2YF5TU7qex8i0BXVd+P+N/7jgsDXBL96/bL+8qfYsA+On6NNEN0bW7b/Q8A3F8PE0ta3+93nRDt2tAd18S/3ZB2vMS0Lm+S8ZYFABfy3ws2fwvuI9Fgev4DODoHeFLWncNI7t/pedHXIvp614/AO6Xt4cZwO1593Pp52ZZ51vgeOgAuPOjut+Ri0U7bzoFwG3703Z7C4Cnxl/3Bzb9cS4Ajs9cWxAgQIAAAQIECBAgQIAAAQI7ESgNOOY+hN5Js99WjVLf2hWN+m839c8NfPtgnYeVQ88qnwLgodnCneOm/dt/iiYW1+63VL4AuK70duN/YMbv/Z/aeG1uIFzX6ayllwZcc8bP4PUpyuED+Pb6/piB+Pz+2ZewLBxS12Vpu3/9dwgnr8dW17A4BV9p39eleIcbEt2f5oy7Gr4vt5teQJpeu91ep7uTWdN7e3+af5wzxl4C5qYCl6CtYX6Ei089dPkf/XGY6xoFvmPvYp3TL1PbRvWcOr/SZ+1YWzoDOP3YIZ1H/XE7FuT2Zy4/36cf59Gj/v2ZzrcloCvPAH4Zv71rwNM7vge+S40FwG1723H5XzNDu/2/f35uPxS5B+DXI4+55L4D+LX+ac/rf4e/Hz1+wDL1AwEB8FpnsXIIECBAgAABAgQIECBAgACBTQXmPKAeqmj0gG7Txu3g4KW+tZsQ9d9u6r9iAPwUn93KvTzovD/gbB8Q9h7INtt1A+DUL1sHwQLgumfIduM/CoDvI7AuwIeXPiec61PNHTvp+tL+9yl4aa9GC4PgR3B1HU/9ILZb5/vxO//4fBW8BVfN+0nTkq7tEq+Xcm9LvB4hAB76Ac9S336fT80ATgFwm4GlgKz1u4yTm190up0tAB5qz5NBMO5fgu1OAH8P2QXA0bC6f977fcfzdafz/aj94UL797g+Pl8pngLgS946vOTz82oCzVewFBDfapQC2vTfv9+344588Xl8nxUAZ3e6DQkQIECAAAECBAgQIECAAIFzC8x9SP3ywLP/xOjcXLNbV+o7+4Azd/jEAPj5AfMtGHkKgAcQOwHwTOKqmwuAq/K+zJyre7Ru6QLg91mPH2lJADw08zCnLUsC4Oj6nY7bn6mbZqZ2Z6UOrXAwNkMvlfvpAXA0QzbN1L98TerN4O8ukVsrAE7999X7pVLuzN24fTkju2Sb4WnpKUTvLqfdHqV7PuxlBvDrPTqaAXz9AVrbZ/9rAu32HH3X1+y8ALiJbW/dMhYAt78RaUPbdgZw+wrgfgD8ugLAdVbungLgp/qMLH3uHcAl57Z9CRAgQIAAAQIECBAgQIAAgbcIlAaUuQ+g39KYHR6k1Ld2k6L+2039V5wB/GQ6OAN4QF0AXHso7rL87ca/AHgPA2JpAJy7xHG3jUsC4L7R2PU8NwC+hFVt4HSbedkPgPvHS3XOnQGcluPtLss71c/R/WnOGJlawn/pDOA4IL2ex2MBcFuntER3u1003saO118Cuh865gbAS5eKntMP/W2nr7HPM0tfg9DH+5Svzo/r5jsC4LF2pyWgx5Ygfl06utvORwD8//5eA+B3/a0VALfnU3sJ+f/9+3cJgL++rjOAk0etAPjhNIU2vgR07vU0bScAftfIdBwCBAgQIECAAAECBAgQIEBgsUBpwLHmA9rFjdhwx1K/Dat+jENHwe+CNZif3gU5VH5T5tO7gXtSQ++S3BrTTOBlPbD/8zd8Meuyhr9pr7mB1txqReXPLW/u9rnjpx/4pJmzY/fPpYHka4CRlkx9/iS6hnWDoKEZjP0l8vv9kILKsf5Jn/9NU5HnwgfbR+1bzbf/zt+Z7Ug+/XGUArLmTnQpsf28/07S67817xC+hfWpz7r91Q9+W/e0NHJb7lBg2m3C6zufn9dknvt5N8C+1mPZ9e0xA/gR5s2kv20+L11N/ZKONf5u4enaDPVV7wy9zBj///7XzgR+LWtsRvBr8D9dj2XfGx6vyEj16J9P/93eAXxZ4vwSAF/HaRQAp9rev9bdzq+hHyakH070++Raxk/nndhp+n33xwLT/f7on+eZyal+9xn0zf+xcHX+ZcPVXgQIECBAgAABAgQIECBAgACBuQKljy8EwB7/zB1zs7aPHhALgC+cnkLOGlX3jUuvf8uOOmevZQHJnCPU3DYKaMN3gAaVi8qv2bbreZd3/a8VAI8FUqndYzMRxwLS1rPtk7EA+OLdeQfwWNA79u8pyEzH+M70m9uPRwmAU7v6QfBUANwddz/N/TGFkN1Q8THD+rHccLtfFABH46nfD3MD4O7+3ZnPY/0b12fbALhf76l3bHe3zQmAv/9+N2/ObX4C0MwCfnUfFttLAPzv9p3kv2b6b0kAnL7+jY+DR5DbbvO4Hl/Hfdsf1zHa/r84AO4H679t5Sf+zACee2W2PQECBAgQIECAAAECBAgQIPB2gdwH2GMVEwDnBQBv79izHLBCANzSNI8HJ4VyZ4hFQcPW3VApX9m6Wasdv/T6t1pFbg+oX8sTAE8ZlwbAUQBdWn6qe3c52su/3Wa2lc4AjpfsvY6f/nUgCoCvC7Ze3/XZ3Td3pq8AeN6VIScA7pb4CMS+iwLgebUcuDr1ErNoPD4+H57Z2j/Cy7jt/MM1bH0OuMfac51pPBTm5c0EfZzHz0eIA+rhGsXv9L3+EKOZALzKDOD2+8zQOV/6/WBoBnB7nPY3Iv9dZng37wFuf1RyWwK61Wh/s5d6Is3k/vn9dx/H1wvP9Xv1fdn2XkXb8obC9kd/9GcAX/uhO/4udem/aeHl67wAuPQaYX8CBAgQIECAAAECBAgQIEBgY4HSAEQALACuOoQFwEW8pQ94iw5+gJ1Lr3/rNfE6Q+n1b4sAuFuPsuNHAWoUwEa+UfnR/tHxS8tPxz9aADw5A7iDusYM4O7yxlF/5X4e/TAn9wc+0fGGxk+aRR3t2/1cADysNRwAX0O5x8zn+Bq1NACO+nBZANwNrcfqftwAuE14/zXf235+/l3/++85AG5Nu8uWt/93FAC/9sP4Dx+u2wqAo7HrcwIECBAgQIAAAQIECBAgQOBDBEoDEAGwALjqqbIwAH4JAHrlrBUAREFDVZuMwgXA00il17+MLhjZZCq0WC+AnVe/9QPoKEAdC2CjhV3TvL2o/Hntr7d1PwDOXSq2X6P5S+5Oh2Pd68Nltm87a6+ZedhddbbWDOC2bd/NEquP5Yqf30lbrzfikqPrerp/9N9p25Y8J9DuB+j9cdIu8dz+9Y36MxnHWhS9AziWmLfF+Pi8nrHxjMup413HSvqbDoCfx/3zfbB7dZmeARwFvNHnz615HPexJPzY+dkEmAVLQN/H50Dx3bFd+v3gqT87r+P4bQ6SZv+2x2gWY170DuD0rvT+O8cv147bwftLn7+Oj0cvREtkv3qYATzvCmBrAgQIECBAgAABAgQIECBAYHcCpQGIAFgAXHVQC4CLeEsf8BYd/AA7l17/ljdxzwFw+9C7H4zEs+yGLKKAVgA8bwS9KwD+vnV/m+kIgF/7aCwATteT3O9FUQDcvAH2cvDudaot+6gB8LzR3t/6FgC36wu3V6jL+sHtUtJD16blAXA3bI8C3ujz5xbcwsSm/s1PLHr92r/eHjsA/nd5H287+7eJcJv/XsbszzUEbv+S2+OHMM9Ba8qSUwD83VlCOu0/vQT0a0B8PY+eeyT+QYIAuOyctTcBAgQIECBAgAABAgQIECCwuUBpAJL7oHPzhlaqQKlfpWqtX2wbxHZmeKx/gJESBcBF1ALgab7tzt/+ywebet7/aU8zgJPfOQPgqP+j+1u0/13vqw14ru/EvL5X99rHcy+p/VmP0TtXO4Nq8EQYmwH8jgC4DV++fnrBT/xy1KLrYe7OS2YAt2VHP3joH39OANwdi2sFwP0y5wWar5rRDOB7+bf7ehpnY/3yXJ/bsr63APiyTxMAD/89zzjOmQGcjjU1g7sfOs7zep4B/Dzb+zUA/tvgtO8A/u5Ox781duw0Se3cegZwGwD/tKsJNP+vPcVT4J2uR3OXgH4JgO8vEX5OdPs/lGj7a2w5+6Fx8xoIC4Bzr5m2I0CAAAECBAgQIECAAAECBHYqkPsAe6z60QPynTZ7tWqV+q1WkdoFCYAHhaOgoHa3ROULgKeFtjt/BcBtz2w9Azjq/+j+Fu3/GH1twHMNEwTATSjTLDPd/rVLQE/9Rf7R9a//ee4M3ei6PjQDuD3W2gFwk/5dmtAvtxsAXybCjixE0l8COnkM/XDg8uOEW0HrL1F+DTjfHQAPj4/hJaD7Ye7QvmMBcJ7XcAB8PU7Pp7lWtAHw//vfc4CZ6jQ3AO4Gru9YArp57e9lTP7777/rDOD7jOfHkuaXVt8aEr0DuCQAvtxnbrfbsfPkeYn1R8//Rten5qSxBtDcq7DtCRAgQIAAAQIECBAgQIAAgbcKlD6+WPsB7VuOn/DCAAAgAElEQVQbn3GwUp+MQxRtEvkvrv/UzNu509aKWli4czSDeKT43AAgql1UTrR/9Lmnj5HQ9Ofx+RG8Q7WZ4TT1NxZwxrWOHisvm5EbH7fdoj12XvlzA6+84+dv1Z9Bmfbs//vYTMvHuzifvcf+Pb9mrzMTH9eCRxA09i7y6Lrxt+mf69j9Hnwv6tj+KQhJx/2X36BFW06Nj7ZP+p+PnS9jgdf3jAvg0Lke3T+jfih9l3y/vckj1fX3NkW2bebl/cy39qbA6usys/zx1w36rv96Hdfd4HtO0JveQdwPOB+h8/A7nPszlNP2/YC5Dajn1Od1EE6/wzdtPx7wPZf4qN/z9eC13mlp7uf9+0Hj8Lh9vr4OD+HLtNk//18zBTiaJT3U//fr4O3HAe047Y7l3In2M06vJ4j2WO0M4H///bu+v/oSAHf6Kl0Cm3/q9k23v3IuOGM/6Oj+e3fsDgXBw++VfvyoYqh+d18BcE432YYAAQIECBAgQIAAAQIECBDYUiAOQKZrFz1A3bJtaxy71GeNOkyVEfkvrr8AeLLrch/8RwFC6fhY+oC29Lhn2T8+PwTAU30tAB7TeQ6m2hDhEvtcZr4KgHOvHykgXSsAfg3yps/v6Pqdex+I2jv2A4V+AJzKaa9b13v/tf7j7zZ9DoDT/tHSxY/3DF9/YHDUAHgs3Hs4jvXM9Mz0/jvS43fJdo8z9I71fj2e3wG8NLBNwftXuxRzu+T6raCl5UXjOH3ezgD+adZ+bsfpv+a/KQBO/fH17zZu/17HZ7S0du5xR6/GvXY/LX3fXpvv59NzXaIZ8V8C4NKusT8BAgQIECBAgAABAgQIECBQWyAOQKZrEAWQtetfu/xSn9r1i/wX13/tAPjdS0gvnPmb+mutB/9ROaXjQwBcJjh+fuTNgI2OHj1oH++/LWcAR616fL7nALg7m/IefNyWHu7PtBx/d+lopHD7YCwo6gXAzWa/zWzHNuj7ad5hmoLD5TOAh2cg3t9j2tRuKDztvyO0+vUpmCEfjbQ1A+D2WENLH0/VYcxnreB3bAbj4z70HPD2x+3r0sHXACtdd9IE4fElpK9Hep4h284uH16qN9Xr/TOAH0uoP/dX3gzgsT4eX/b5el6PLe2cZkanctcKMB/lrBcAX8f9s0B0X0pb536/6M8wTgFwGwL/a/7H19f/nj1vl82f22oya/mNXq0nAuA0/rv9Hf1A4n4eCICjS7jPCRAgQIAAAQIECBAgQIAAga0FFgeEt4pHAeTW7Ss9fqlP6fGj/SP/xfUXAE/S5wYA1QOWKCeMBtCHfy4AXj4Atg5/25pPLQG9qwC4MwM4BcBPs85653F03fh7W061H9DkBsDLe/2xZ+sbLXFeOka2CIAj+0tQtNJ1d24AfBnzl2WTH8tntzMsL+9ZvYVc3QA4LQHd7+/+dU8A3Bd6DoD7S8ILgJ+95gbAzZC9/g0EwNE70rtfTdul8Nu/scB2avnmbgv6M30FwGvcIZRBgAABAgQIECBAgAABAgQI7EJgcUCYnt/kTiXYRWvnV6LUZ/4R5+1RLQDuV2PuDN61A+RefV4e0hfO+O03d60H/Dlhwrwef946d4ZOyTHOvO/j/F5nxm/fKro81g6ga/TdULBa4zg5ZZYGwOkYYzND++8yTdsPvc93ur6PGYw5s1Bfrz+9GcW34Tr2Dt2h69d1Cdh2JvI9d3mZGZhjvkX/jwXBc94BHLVt6lq91v0gqkP/85/bBaS9zrfB72O8xgHw9d7w/I7etP/rjPfn69/rUtnXWaSvQdn1LdJpBudYUNp+flkG/XbDeoTVr+/ebrcZe/fwtf7dWfdjM4Cv23TbeS03HS/NoA/e4d4J1S9Hvu0fncM53xu7gf2jX+49fPlxxd9m4fj2v2P3kWjp6ej+E43Hse8XzcLgL773a2Pzf/xrgtmfZuZvmgH85/s6A/juclsC+ut2Yl3GR2cI3sdJp3uGvuKlU2JoBvHQ7O1oSefIo/+5JaDnitmeAAECBAgQIECAAAECBAgQeLtAzoOqqUpFAeTbG7TyAUt9Vq7OS3GR/2b1FwBf+koAXPsMKCtfADzfrw0Ao5mL80tdtsdxAuBH+1q7NPs3vZezHzB2//d1FtvfJ6B0XVkaAN8Li151OtAtW/T/OwPg7q3rHjCtNOO3y9mdAT42+ocC4HZZ5992SfF2HDUDIQWmKWRNM4A/LQB+nu25bgA81j9j18Hc6+PYEtNt2H/mALgdt+3fd2cGcLqmXa6JvaXj283SeTn0BuXObyPuXfX4UcJjCew5AXA0e7j9XAC87L5tLwIECBAgQIAAAQIECBAgQOCNAqUBYRRAvrEpVQ5V6lOlUp1CI//N6i8AvvSSALj2GVBW/mgAnAKfYGJwNMPq6O/4HQ0+Ct/tWtZrj72nAuB2qxSQ9rebP4PvMdNw+Jyel6S+BkTP7zi9LKnamW34dQuAU6gxdl25t7dpezcASdeiyyzODv7SN6iWLu08t//fGQAP1a0f0KfLwpJcOPV9f9nloeP+pndWXw50O1rzDukUoLXvAL4G8s8XqnRd+m2T4uav/z2h9Xyeyd2UMzDDN9UpvfP33TOA7yZPK5A8RnD7w4jn8+Q5WBwfZ9eRP/4O4Oc9o0B36Ttsx/Zrg9G2z/7XVHPODOC551W0fekM4H///l3eAZxmAN9niN+6sBmFlyp0ZwAvCYCbjnxqSnucpQHw8Hh6nF9PnzcDY8k1IHL3OQECBAgQIECAAAECBAgQIEBgNYHSxxdRALlaRTcqqNSndrUj/83qLwC+PmCus7LwfVh5+lh2hpUGwMuPHj02rjxwllf8sue7A8DC6r7svrcA+BLoNcHefVnY2/BIy+Z+egCcOrD/zuF2idy1/uYsAb1GAHxv08SvSHIC4Ov5+FC4Lhd9/d8pAO4atWNsbgCc9o8C4H5fdJdyHgpb0wzQrkWa0fxUVhAA9wPafrmvY6QsAL7/EON2Ax4Pcuddxx9GP5cAsw2Av/9+jy4BHY39saGVvjcs/QFTzhLQ7Zj877//ZgXAl75vGtX/YUo0A3gqAO4aRTOA+0t8Dy3T/bSUuQA4GoI+J0CAAAECBAgQIECAAAECBLYWKA0IowBy6/aVHr/Up/T4m+8fvVt3aO29bqVL9w8AmsikKlHtdz9GAbGAt6x74/O37viJax8FWNP1i4LYfmAW1+d5i6j8ueXV2j4KdNNx+0FRPD6GZ/6mvO3r9/oO1LG/13et3vr7d3zu7fW9mLd3lN5ntrXj4DED9M9t/9L+jfqjtP+jJXKj46fPk+Pc9n53k9GBg/XfWdv+7/aanJZnbrti7JjdGbS5/d8dh92xMTaTPbo/NLW7FJnuE/06tce4BqrtMuLXbZ/HZPt5Xi90A9woAE0ljs2wjfaPgrqo/PR5/zjRv+dJvG41tpTzWDvimcc/f/5+f4czgKP6Pn4IMLxl9A7hqPy7Zzt7/PaO8fbf2qviv/+amerN4OrOAO6O/6my0wz3p/rdv2t2fu1wO0H619m0HHr3GN0+6vt3t0/n/ti+7b+n/S0BnTtCbEeAAAECBAgQIECAAAECBAhsJhA/AJ+umgB4s657z4FLA9zS/YNWCoDfMwyOepT4+lYWAEcBWRxYRemLAHgyKAjSq37Al8oa+/fXY70nAO6GDgLg8R4fWsp4anxEAXB/3xQAp3//OzU79xbOT11jou9H/etD/3oyNwBu691/R3MKgNvPru8H7l5T8gLgocCsLe91RvBjSd/u58kzd6bsGQLgocA8OeQGwH+b0HNqBnDO2EvLd3fH+tP1pjMccn8M0D9vLkvW9wLgn2bp55+fn6cAOB13rN6P8X+97q4RAN9/zNEpbCwAHvvByti4FQAf9ZuhehMgQIAAAQIECBAgQIAAgQ8SiAOSaYzoAefRKUt9Dtv+KLhNDTvpDODaM3/vD4KD/HHpA9nDjruVKx6fv3sNgPPqVR5AT4NH5a/cXbOLi/p3eQD8OkN3KIz7DWYA3xvUztjtLPGc3t3afn4NKNrjNf+9vPO1+47X+4X28vnlrynn/q+3dwPPhsvcobT/S2cAj86gvtU/+v7RBmhjf0Mh0JyAuWQG8L3/bu/4Tf97LABOAdtrW26zepshkcZnNwC+32fuM4CflxNe6/4yFgT36xvNlE3bj22XOWxfNosC7LFyo3oMBdXRO2TbY50tAH5cj67/VzsDuA2ALz8+aP7HvzRTvfnRxON93tfZ6d2//AD4dn2+/QhjagZwjQD43l5LQC89Je1HgAABAgQIECBAgAABAgQIvEsgeoAe1SN6ABvtv/fPS3323r7R+u04AH4KYnLrObMjBMAzwXa6eXz+5gWtY82LArLhGcDRrN/2aHn1Wnb8/M6Kys8vqc6WUf/WCYAfAWx0/HurJwLgtM1jrAwFwB0/AfAdI/r+sTQAnpq5n3q/7fv2PpEzC7M7+rv3r6H7zNAPDcYD4GvJX81O3f3Gw+nxpcfnnqHdZaW3CoCHgtTuV4K/t+tod7vL64TTbND7EutzW/+8fX954f4PH54+vy0xfum30VvBdQnoo8wAvl/DbretdwXAaZz3g/qhJZ1zloDOmQH8tJy6ALjsxLE3AQIECBAgQIAAAQIECBAgUF8g+wH2SFWiB7D1W1D3CKU+dWu3YulLg9Q3zgAeXA5zab17dO8KfPs9Fi3xudYMrRVHyqmKKvWNAtLnIGkq+M0LfPv4844/v+ui8ueXuO4e0fU5PwDOCcau0d9T0DY2gEbe8Ztm+CaFR+Dwty35HiY+L9Hajo22fp13X94Zp+sd9V+0RHm0f25v9vspdwnuqRnAOe8FHlsCOr3n9//P3tsotq3zWLtJnLZ7zrn/i32bv48gCBKEQIKS7DhJl2f2tLUlilwEaY8eLUD3n9qTNiX1sx6/t1c/7gCII7ArfeAUurwPyPeRNz8UBXbWdT/fklNcaqg23Z+q6zS/V2tIzx9G8RywM4drBa3G2byJd3NZex0aw+wlPzt0XNkzSDs6TmCg/qkQAWA5Nop/7WbtxkhO1zSXugbxnuvTWj8LgKk/dY1k6NweVhj9bj9bE1jOZwDM13x/S2mgCcQnAejfs2vUz6LflSY4pNa1zJetqZ1jQV3Y24/ovT1AOesLALz6FYDjoAAUgAJQAApAASgABaAAFIACUAAKQIF7KRDdQI/6BQAcKfRNPj8KUqMbdVG70flKvpriUr33GLW/KD8A8KJQP+yw+wBgDfIE5QAAHwmt6PvrNgBYO4AH87YDAHtgYguAR+oAAM8gdgSAdXxoADxz5mYHaaGNEn8r3x/y/UV/2uNbDdUEyVT7Xg3iHgBzRz7UlsJwO7XT1ShmAFzXS4rPzMOC798RAB45XL8CABZ9OzibtJCfCiRVBfzlC8DKcBQAC0Qk3Tau4LJVrFz/pwJgbxfT38F7AbCEPc2nBri3AsA27gGAj3xr4xwoAAWgABSAAlAACkABKAAFoAAUgAJQ4FMViG6gR50BAI4U+iafHwWpEcCN2o3OV/J9JgAWrLOSrPfMDMMBfEa98+feDwBbcGdAogReVCM6cCBGDs9IwcgBF51/68+j76/DANjVf78DuOpP7RGYo/kqKZxH4Jc0a8696MGAnw2Abfzs/b0xSgE92ner7k5t0fr9cxIAe2siAsA6BbQHgMkcLiErAJiuI/WA37P7khyO6cCUWrjCURnUThA8Svks0FMcvCMHt1xOO2Q7XYqDeLS+ve5qwFsfq1Gpno8A4NX9y+4zknpazs/wfQaAs/1b/9pYdQDLFfxfKvd1AJf6vzlgafNjRzBNiXzv2u/fZQBcxHwvmn0GACalbcpxAODVFYLjoAAUgAJQAApAASgABaAAFIACUAAKQIG7KRDdQI86tveGbNTeV/v8rD5fbTzD/kSgdnRiBHCjdqPz1XUBgL9NNH2bjgIAz6fq2gB4VGPxaMBE+/O/AIBpjkagP5o/e94oherR+ZHzjqaAttfd+3sjAsCj+KgpmFXa2O8OgEnLDIHTnzUlLuXqpddBADyKC/na/6oAePP4jeGn0c+WUVxKnEcAeHN9BwATHH9OBz5dnojZ55f9vmr/5gHMUjt/dgpocqW/vab/6GGKAoDbfuCPBwD47E6L86EAFIACUAAKQAEoAAWgABSAAlAACkCBf06B1Rvk/5wwiwOO9Fts5useFt3p3AFo3UFG7QfKRA7ZSNiV1JxRG0c+r7BgYCGWfp0d35G+/UvnxOs3clgeVWvVOz66fkntqnO76q4MUgwf7e2tziPQJC5E7xoR0BvNX7RuPIDnXZ9S5a68soMvHSg1fIfORFPgUmqxWh1s/VoLalec2x7cjYCujNWCXno/gsUrOh09Jl6n3HIUL/b6kY4XVWtW98E6XKXd15w2WdXoNTV7V8avU0BHceylgJ5dw84hxTeNheqw0rXICazroWZnsU4NXTTOaahLWl1Pdztf3oMDch1xfHopeiNArB2Xtt5u7kOpKyua2PqyArZHoL+dx/uAjMtbH+7+USZQritAdgQya7uPE+d++s31mPb95+eEkdPfny6PD1QhXL9WH1zaW9P37PHSR3qugOAv1QF+o3+Y4W50KiduHMGLP+BG8zuax9X5tfFR98+aOnx151rZGXAMFIACUAAKQAEoAAWgABSAAlAACkABKAAFDigQ3Z7Ye0P1QBe+9SmRft96cNT5CIAAAB+aYgDgQ7Jd/aR4/a4BwP0dAwDWmsk8ENCRtK8r3z0AwOPI02DdAuUKKiSVcUmpO3vfa29/3LczaO5W5jh/DS0SrdX2dL9nENgCYJvi1dbA/Y4AmLSQBxjeiF6r11kAPHtoQIPm0RzfCwBHD1zMAKF23NcHPIqsqwDYEtEOvBYAfEm236dEfgkAP5v2R8tlA8DNAo6W2TUBcIa/5AD+AQB4tA8iBfSZbwicCwWgABSAAlAACkABKAAFoAAUgAJQAApcRYHoxuqRG6pX6dg3aSTS75sMY9zNHwqAF40jN5s+AOCbSbur4Xj93gsAR9f9GQ5gDX5p4iz8jefHn+7IOflUHdJct3f8mtfQlfN6B3Bzyz6ajWbrjOR5tt+zI6euXG8GLQVO6WuNAHBtz5aYHjyfcA0X8FHYP5ojas86cme/W7x00yM9n0YO+0FnrgGAddNRHJ91AGe7cnllB/Dbx4PU582AfpBJwKZw9jSlZlfXb+TAbXHK/ZVlJX3dTMfgd8sWcPL6l/lva6ffFx6LI9cep+NGn/v4+Nx1aa8DWADwR4m/ev3sMGcH8E8AwBkCp4dQeP22vXYEqs84gGexGAH/4Etikx2hutHTRVcf9Yqugc+hABSAAlAACkABKAAFoAAUgAJQAApAAShwSIHo9gQA8FzWSL9Dk/KVTvqCADi6Kb4i31cHwCtjwDHnFYjXbwRij/Yhui08u247VwDBphffJAV0BAPj+fH1j/aIGQDW57bj2nX6z/n9rwaAR0AuSnnsqdk7GqO4jdfDKrBddQivtic9k+P1wwZfCQBHsasVvgYAFtiWATDVZdUpnweduRUA1nPkRdLIEbzd//z9k2nc9qEPC3ZbPwogXgTADdjOAPD7Qk1uhqGrAFhSQNP4JKW2r1/0e3b++bUdwPmBgxR0lHp8BQBrTejvR/az0R6n39/b7gggwwEcfx/gCCgABaAAFIACUAAKQAEoAAWgABSAAlDgxgpEN9gBgKMbZudviN94is81/4UA8J4b43bQnw18o75Kf7Q9RM7RNSDPTR7OjhSI9j/tkIvauv3n272mAuBvAny1RjP4G83L6vpq1xs5eRsM8trUALj/nM+rtbrLQiaoSMe12r79nG3GVeZNw06pB0ztj8BUBChGTt3ReR7A0E7ia/8OGAFqGrMXFzKPXj/2AmB9jcgZnYuUlpeXmtyOwzqA67mDnwl6PFFMe/vL3u+1zfyXfhHYy/C3XOSV/pHnYv4AzMi5u+roHc5rSU3e7Rel7rB8P4r2HKf++rapk0egbrUWrHUIN2euAFv/WyD3Izl3vVrI+oxhjW4C0KrchjiAKcPAE6WCVo3QtZYdtCefbzpqb03cN8Xbe17rlAKaAXB7ka4zt+/eGr2j7+bVeT98PhzAI+nwPhSAAlAACkABKAAFoAAUgAJQAApAASjwWQpEN9qvfeP3s8b1WdeJ9PusftzsOl8QAOsurZYg3nuj/Kye0c38CADL9T+732fH/d3Oj9fvyTvkVxVEKBLBmd4h9vCNAbBIpL9ronlZXV9N/nUA3D+AweflWqglFFh94yIswOqeAHjFqTsDwKK557K8xu8ADbkjAGxTOttlZGNlJQW0d30PAGsdPQA8W9LXAMB7vt/2fj+MADDBNvpPYry5gAnEjR9yuwYAduPNuSTpQsfW8glpzdHq3A2AH9vafXxk76wFgXQdDZjDlOzFITytvSsAOF2/6mY2siEANjW6LQB+TFrUtMNXBsDiKvbi/joAmFJA9/vzCADzvKTE3+XCMn+6b936Db5/zwLg6OsdDuBIIXwOBaAAFIACUAAKQAEoAAWgABSAAlAACtxcgehG+zVu/N58EHe8QKTfHbt2nUtfCwDnu7eDu7qLPa03fhWTOwqApYlb+LcjOEXDBQBenPQbHxavXwDgW06BhY4zV7DuR6uh7a/gbYrnyCGYIESZar1ViQNyDwCmfoqj7UPBJnp/+31aQL5xPI4cwaKBX3s0QaCR9a+cOAJMR1y0q3Exc/TW8Zh+j9blCPRugbLMd3JdFlhE54qL115Xu6477Z10wXrctr2jAFh/Z9wLALdxcR1ggmPvCZBmMPymoGmBkRqSjlIzz2pGk+beQx90juiq9c3Oeqr3TN+fNviSaAyx/dq9fPg29fLQ0VvGuAwIg5rDRx3AozX2GQBY4G63HhZrhUd7AzmA2f37lh3AD0+SxJrPlAwKNJ+t/jLvbyMA3Ndg5giJMiVIP8/WAH4Y/L4FAI4iAZ9DASgABaAAFIACUAAKQAEoAAWgABSAAjdXIAIg0Q3lm3fwi18g0u+Ldz/uHgBwrJE5AgB4t2R3OyFevwDAt5wcDRfyjX8H1nnfQT8dAGvNNZyU9y0AnjlqbVtZZwWcNfylz7xUx2diwIPLtr3V2q6rAFgQ4SO5LgkaqhTdnR4FPHsa03HJbzod+ncDwCPdeycnA2B6vSfUSp+9EQCWdNEHAbAH4ywAlri0uhJg+yhPTY0AMO8fs+m6HgDeXKX8ToocwLL29qZ2t65WAsCk0eWZITrhTv0Mhfxd+mP/Ha1nXUf4FgCY0+Q/PLy+vl4VAG9qJgcgX+vgPawQAeTm5KYJaMFXMwsk8W7xkGE0f/gcCkABKAAFoAAUgAJQAApAASgABaAAFPiHFDh7+wEAeB4s99b37PVvthRm4HjVtptvQJ8DcHtTZJ7Rw3VxzfnBmct9i3NvHZ/R/nT++ufi7/wkzW8fG8Pb+ctduYVVMCmXHR0/dArX6fEdvtH6X3lYYybJzOF4REoNhqwrVbdnUxdTP7xYt+vDa1PgKLW/AW/loiNAG60/On0OgEepuWW0/ga6nTdJic7r5TL43tAuYK9WqgVmw8ThNe78/h2JOy8WR+MQdS7WOV3Avn1AYjx/unZtS01M/c/zJqmNyQ2c/l1jrKYkHs+fHLuBlyW9sjiIbbplHltxcLqOU9a8pTzmg+h6bT365/OJTi1148CPAG0dU/qdo+GqR/vk8wpVVS3gCFh6e0h2Tqfa1E+Xy0P63/RnAsBqSBrejvag0X4aPYgxWu+r+7xoQaZfKq/99vr+8Ea1gPN8e7G0net+nnmEo/ka6ZfPyULxETJvVJeYP5O+9NeX9mqNd+/nQZpfAOBR5OF9KAAFoAAUgAJQAApAASgABaAAFIACUODqCpwFICs3eK/e6W/U4L31PXv9m0kNAMzSAgDfLMT4Ru0c0J5fHwDAZyZwFQzUG+uGoFSHVa352GBPXl4/FAA30MCEYqSjBh8eaB0BYO201vP7UwCwMD47nggA21j/aQC4Qtm0njg2njLA5OXVA2BeX23/e6eHDAxgbrXIt+5HC4ArFKvX28a1Bbj+3uNDue7YHb8/Zs7PKIU1gUD9FSQAUfpCIFED4LyWS3ptXtc9cByBzD4VchKQAPDT08PzrwR/ExDuEyg3oGlB72if3fSjdHp1/149rsLyNARK/fzy8v5Amq0CYLsvVp2N09fGjR5f9+CAAuc51XkBwG3++G/b1Pm8LtyfHwDA/rLFu1AACkABKAAFoAAUgAJQAApAASgABaDAbRQ4C0AiwHKbXn+fVu+t79nr30zpHTdgZ334jg7gvobozRT+Fg3fOj6j/Wn9+nRD13PbAgBfM9Ci+YgcZhYIDwFwmcrQX3pyem/lACbNW03LlsJY5mKUpjkCMRYwRcc3gERKtvURzaP0U9yd2xTM0cxIC3MHcOuHOD55QsURKXBznAJ6Ht0p8TC3Z0hPi7t7OYB5nMn82b22gJY/tuvG6sZHzQGwrgUs9Xgfc41g7bxlWDZ6cEM6q+Ewv0fzp1I0T1Mqt18FdseuoC4qXUHRXKC3hqs1bodAsY9bW3NYT0atXTvZYyqYVGm1qQ2tKR3TPbhAXUjwlJy/z8+XBIAfHp7NctL1e/X8W/23cWGAdFCb255f9Rs8mKUdwG+vXFv6NbmA82+mx+cSq0pF5ZbW2o7Aeb8a9B4q43rugLx1bNt/P5aNRPaxtifLunKc5gDAdhrwbygABaAAFIACUAAKQAEoAAWgABSAAlDglgqs3qgd9SECLLfs+3do+976nr3+zTQ+AYC7VJgLN3JnY4hScV5z/DXtJt3MNKkFr3md79TWreNztj/tu/ZXAsDrVQO/egrozQ35oCLiCgAW+NS3vZ4C+mza5w5EmNSxZ9emre1L7Wlnr7S/BwDT+V7KaGlb93meKvhrAOAu1X6Np2MAOJovqiFML5kX+T6JALBt134PeTG4L+6y1qUAACAASURBVAX0GADvi29NJ9v8tnG2z0lqAWCv1bnKAPg92Tkr8AwAsAXGrNXnAeAMfFMfG8wj8N3vH+OUwnMAvGlnkCJY4sOmx/b2lg1kpt8XiWdeEwDX/gwyMKx+Hq0n+ZxidAiAzWLh9Pb9HO0FwK1fzfHuMeoRANbz1eK1tdq1BQC8GgY4DgpAASgABaAAFIACUAAKQAEoAAWgABS4hgL7IMj2igDA81m4t75nr3+NGFtqQ9tiBye4N66/KABevcke8K4l6b7zQbeOT29/qu4yc9O413Fm/dQA9qRFdNfkrYPfdkN61wXufnAUDzMATGuuOc6s9TENrb5Fbi8GNZolrK7ZPSLd0gFM/dAuYN2vle9l0bpPe9zrNnYAS6ptvmoPS/x6w55uzQFcnLlBynbbBgFYAeDyVeBBapvyWWrXigO4OZl7h7Cuf6yvLddKeLOMv6R8LU7NFlfNASzxRX9GDx7NgLCO03ac/4CD9I866T0YUcE/1fAt66f/Kt46pmkdSdwlrNvNvUBgaovT5ZYawuVBCK8uL8dPAq7ly5CBnsSVAa/UnTKZGtAKIJY5qmV8yf7KK92J0z6aBBp6jt9N3G0cwL7+Gs56jt/++793i9u0wnq9W0At4+N4fc81rgkAX9L4n1L+5+dak5lH0q7bx6+M064H+77MmV37Z3/P8HUfc2UMCp/X17f08ECKhxybZQ7NWKwu+t81Hpxz5DjW0ux76drC/PWWNALAo32+c5yr2tKoAWxXFP4NBaAAFIACUAAKQAEoAAWgABSAAlAACtxMgeiGe3ThlRvNURs/+fN763v2+l9pbqqDVnXqEQD4K03R7r7cOj5HANg6hLYd/8oAWIOCearcf8kBrAHWe9ksqjrMFcqr6ff00fSrgE4Fw2oi4lHgf0UALI7fCAB7a7Otp68BgKWIegZfBfJowFpBlqT8LjRH5pqgUoaWpoZ0dbgOiFaDzT1Ak/MulRr5ANjGiwW+twTAWp8RAE4+yK6LXX8CAEwn0qizkzcJpR29EQAepdCVzmRZDQD21p70XnmW3SXaw72Uapg2zGSfrU7dtD+sAGEBsPYihwAw2XfLi1Jo06uH3Q2Gtu+x59zPHgA/JQBMIPg8AK61eWvmEpU1QIXKCADb5zpGxwkAfsuu8eQCThR4C4D1g1DbBwyiusx6jqrD2qQUz2FQNv8jANiD9/q6AMC7fyriBCgABaAAFIACUAAKQAEoAAWgABSAAlDgqAJnAQwA8Fz5e+t79vpH42pz3oLDd3qtdP57uQvd+S+/KQCWG+rpHuc//VqPT7rLvN8BG6UMHos/c5DCAXytoB07TP0rjI7PLlDlYMz/6O70p3/sAMBnwa9c+pYAeG8NYA/4WpW1E9Nzv7Zat44zszbWHMArvw/YwXvMAfz+8Vbr72qH7aM4Tgu9sUC3AVwGbHW+SjpsOl7cwV4kjlI8t9rCPJ6Lcv3p/tk2IwBMx3vnxw7gOrLqAHYdyOS6LeuHPicHKb96B3DTif9GoI5r+prlVrbI1+wCFjcwacp6W8evBWbiyPTbLfVaB67O3H65fothBrm5L5n4J2csNV5gL891AcC5f/3xLaV6AY41xXXvMLbzWh/AUVBXHyPxS9eraaVTTOsHd2xf6Hzbn/YgQ/bOJr/z88MlSU0O+TkALrO8mb/+u7YCy3LcXtB7BADnfSFDYPPN7wByGkWfspvrBcsDIrMHvrLuDgDOcWS+CLbj4JjSDwlIjWvtaLfxDQBsVwr+DQWgABSAAlAACkABKAAFoAAUgAJQAArcTIF1AON3YeUG7806/w0avre+Z69/NYkBgDspAYBZjvX4PAaAj8cvAPBx7dbPBABe14qOPFMDmEErg50GcvvrazBHn1gI/JUB8AelcpUHAQCA88Q2vM0PSIg+HnDWgHkVADcndR9HAggJENPrLdUAzvF7IwBsf4fS+Ch26WcHg0EGujWevwgAJkCp4S9/J74lvRK4LbTxKAB+TCJcEsD8CgB4dZfTKaDp72+v6b8JACaQr1/aEc3vN0DL8bd9tOcIAG4A/BgAlj4/pkHuf6xtVU0cBwWgABSAAlAACkABKAAFoAAUgAJQAApAASgQKnDv2zNnAfvd+j9z5ipX1HACyvluXU51/tMtCneGUdEOiO7e3bl7O0Zym0OPx99qCuZj/W43insHoG0tKkkazf+x3kVntVvG10rxvBfERj2Uz4/Pv7Tg1+5cdc6Paq3efl0KGOhTBDdXGMf33v19BIBX52Mb3/46W583f35kXaw6//b2fzZ/1Hdb83fUfvJadvMg416Zl9makV3F4U07h2rqwm42pH7+7H5kawDTxfVX8+irONJBPqcU6l6K3Pfq0kzgleoLUyrf4q6mPjwVEKwfMJB+dQnugwwfNF5vj9buba2JTsnM66+PXz629aDF8Qg0ruUKsA7Uj4/XTU1brmedMp0kWN7qcpO+7Rqz/mdjc/5CSA7gdM5zor90KpVBTuWAT71sPNiU0KPGR3EUxddrcf+SEzyngdbzYlJ087WbY1v3xQO+Xl9X9ymbFSBK8b3db7n+co0rAOBTcYmToQAUgAJQAApAASgABaAAFIACUAAKQAEocFqB9Rvhpy/lNrByI3p25bv1HwA4T8vtQdNt4u5arR6Pv+sAYHvDfHtDFgCYNAEAvlbESzvfGwDLKOL1+7UAcAVLpubvaHaPAOAMmBMJmq0ZSSFNyWujeqDzyPscACy/M+oDCoVQRSn0dQ1tPQ4NgPP+kggegbz22oLTowB4u6f36bs/GwB7NYNHAFjSBfMeTKmfKa4YlrMDeA0A8/miLwNgdv+mVNdfAACPYnwUX8kAnR4aSP9JHeABAG4PQPkg3gPA3vysAm0BwN7vCtddbH7GyPn0QAS94AC+9vcu2oMCUAAKQAEoAAWgABSAAlAACkABKAAFoMBOBeIb4Dsb3Hn4PwOAbYpoOIB3RsrXPHx9/dgUz6spmGXcforoIQAuqSMjOPM1HcBtrq9VY/brAeBZjdmUUjYI95HzV06LHsyoNWMPO+duA4DtsNfXly/Y0e8XcipmgDGoCTpaN9dyzMv8jeI2mn8bB9aR6DkUm3t7C3WtjgKJnxKhmmkc7T8EBfVr29Z8nTwpwatmKqbFAbwHANPYWk3lfoG0FOGl3m6Nj1IXOu27OTVzip+PBMEeiU7mOEr/LsfSmXVUkwfJZGg9MGVX7yguIwewaC1uWoF6o/P03OgawzbFum1H+mfnn9y//BJd9jmM+dzvAID7/cPuTg0Av+cU0O+V9JIenDabXm1ejE71+119V6oa0NsayuLM1fB9mzLaxlX8gNl2fTanNgBw8DWOj6EAFIACUAAKQAEoAAWgABSAAlAACkABKHB7Bc7eYD/bw6M36OW6d+v/XgewAsD5RvXi+V8xBXQEl87GxHc6fz3+AgDcDdqrmgcAfCYurgmAdfw/llqs+/sGALyi2fr68lvb8/0iUJPByxoAPgJ8dfxEKbz3AGBxVXr78yoAlgcuLLjbA4Aj6NunIO73ulsBYP17QbubvXHRsdt5sU5w7rcF9eRwJfcj1billwDg/I9UwznHVvqz7huD3wEa/ubrVMesX+e1jc86qv195gwA9lZaBIDtgzyj1NO89hoA9cd1fQC8shd5x4z3pxsDYNMZqaNsa6DrFOAazNqx+KnCNYAe7a8+AJaj4QA+Glk4DwpAASgABaAAFIACUAAKQAEoAAWgABSAAldS4OwN9rPd2HODft8NuLM923n+wOGrW6k35r3ChPb8cuJXAsAAv9uYiG4A+1G0AnjXUkRXh05xBG1u7Bbo4PQ8vxWtvyOAa+fKmR7+lRzAXvyPAPD22P5GuQVMqzUaRayza/G8A5h7YoGh/DuqgbkaI7f+fmowkJ2b1uEp/dyCwgT6yuKwY9XuSD2v3pzRPFAzFtzUeTYL0Dov6Tg5N9egLet9BDatE3Z03GYfGViedQ3ePeB3NP+6P6wr19it82D2M3Ig2zXhAXYdR3QNO+4RiI8eHLFzKg8OvKZuvb22OrgCNXVKZF5Afc1UGcvIebkFrX7t3rG+zVlq4aA+x9uP1lI/l9S/Uns4CUvz11zMfUkCr/5vDLsTIE6dXUkBHe0fUQrw+PtRYtP/vh5lChAH8OtrqodM/8hOca8Wcg/02xzxsaN9o+1b/YMLkprZ7i/WMWxTenvx5NXGtg5iAODVbzocBwWgABSAAlAACkABKAAFoAAUgAJQAApAgRspEN0gu9Fla7PRDbbo+vfu/7B/jrOnpahUN7SDAX5FALziYIvm7ad8fj0AbBUBACZFviIA1s9qyPxbgAQAXByQUY7xYCO49f4uAPi97NefAYA3zwqRVAVyWsArgEdkGgFg0omaIcBIyEhgrMTligM4r7fBEx+i0xacNkBF9Vjp5YEh7n+r4dqm3ToI2753LQCctSl1jbl/6wA4WXW5q4MHbMjN671oLl5eqcarpEpnVyvNy1P6j92YCdin/+G/963cGgDL1VZTnNeariX9tHUoj8D0YwHAb1TsNr2eHucAeORg7dW5PgDepj5e27/aevlsAFxW1Gbf6pXy6vbyOi8pzMtEjgCwbs22NVrn+n0AYHd7wJtQAApAASgABaAAFIACUAAKQAEoAAWgABT4PAVufYM9GgkA8FwhAOAogu77+TIAznRG+uo5gO04zgLgkoJyWGJx9Qb3nfU9nGK573fk5FsZpa4xKib+wwBYWFiZ5j0O4LPuXxorHMA8480ROwI4vE628ZOcqcW5u9cBLAC4QbQEAsuW4AFeHZsWCOvPdI3Z6gQu6ydy/s7iX8ZHD2NsHMYF7OWYSkFMEJhi2efIWzdjvC6Nw9XsBxeVTUPWhX1A6QgAlmj4MACY2upSwJeFa3/HyEiTCbhC4E67xEOLwbmTfjXjwsihubdmq1x8tP/IXFYHsy1dX+LW9mf07823XHEK129G5ejm9el9gQkAfkrxxubZy+Drsge02+9dmbdPB8C0p6RYfnlJNXmnDmBRZu4EHq1fSQ1Nn/cZDvwzLMjX+42FxDw/rbZwi6U2ZwDAK78scAwUgAJQAApAASgABaAAFIACUAAKQAEoAAVuqAAA8I3EhQP4RsJ+rWYBgG87Hz/WAfzNAbCdF4Fb3zEFNEWwpO610fxYAKOs8wZRWgrWGQBuUETViyVYpXgOnX9pT4dMF9QqAJZGBMWMALBNjexdPANUAck2xbQCwPnc4rQVl22fFvo+AJi71T/wMkoBXR/oKEQwAsDUdoOI7ObN16sE+eEhZfnNEFhr8fEqxJ+Bubw0AB6D9ObgtIB05hz2PhNAqNvR19VgdOzs3vZnlkI4gtQ6BmcAmHR/fiZH9dcBwKsJD+ghAmLdf/9GKaBFjXMAeCWTAMdynyJ8FDN2n9DHdbGUFtTK4263/RWB1qEAFIACUAAKQAEoAAWgABSAAlAACkABKPCDFbj17ZezDt6z0p8enwNquz559Xp3dJq9Ksdfo9qEx1vkMyMXoVyXEzf+u68ovuIamufmPxeJzC9qZ1Q7eDY/Z2+/nu3/udi5FgAe9WJ1fsX5l1PhJklqqtJQ3qEFu3RpdGOfP35SqWf1mpWzotbPqd/OjubB1n+NjpeWI/2j/vsONR2z/HdLIUapb+319HHetSKwMttndVpiue5qv6YrXg12tj9pR2+7vugVBnbXBe+BALq21Ageg+BRBEst2dafzsmb1kVOp2xqAMv6rOMpqZa11q3ucwKHXd3VraryAAB9kqHdJEW2Pts+UEDdzI7xsnBrLdZc+5WdlPQffe65cW39Xf1vDWw9561XZ3cUPzlNdbDlX4PotZTQfDF5sEL+1PWJvfVLQl2e0/xlB3CKgzKgvoY0v7mtIa1KcASDPatFPV//jkxfIGT6fUsPBbymBwHe00MUqfp4GYFNiU6ZBpJLOInuOXCj/bHts9yGflF71vHLsejVIh65sf2HEWTccACvzhCOgwJQAApAASgABaAAFIACUAAKQAEoAAWgwEEFzt5gjy4LADxXCAA4iqCv/Xm0fgCAbzt/qyBxpRfWBUjnrM4vAHAPDzaOSlMLdTZvGsZF+kfz+tkAWPedAEoEgAntMFTpqdrWkdqP9AxkE8fuJl2ziXcNgD0YPNJ+C9S2tbrp2jRmArTZDdzFh37o4fYAWK9z64S2AHhbg7bFvQeAR2A5YUkzofxPgcAE//K/M/ht0FXm3bptrwWALXgVB7Ae96hurH44YSUFtU4/HDmV9wJO4qlPlwSBCQCn/M/ywNpnAODZ2hwCYwuA09y/vVL65/RngtkjAMwx0wNgHVijubJr19b8pc8jADxzoEv7ozgAAI6+ufA5FIACUAAKQAEoAAWgABSAAlAACkABKAAFrqTA2RvsUTe+LQCOnL8y8KMO4NJ+5LSN9IUDOFLotp9H6+fzAPBonJFDd5+Tb3uVqP0b63+FGsAyh1u4Qylb5/poYERreewAJuDjuXkjj+5+BzCdEbV6rVnRKZ1rqtsE846AeT0PUa3b8/23Trq+RZn2HjzxMVLbl/5u+2lj6CsCYB6DH9eRI1irNHJ1e+levWMzBCZQl52G3LJb0tWd7DUHsDiMqQkBtPo7V1JrW+AuDt3ED7vX1ik+B8C26+IubtcrV0jNiMOXrvFWUmvIzxCbalc7YOl4DwBnPVXK3qxBGcBofel4f0ru41aHmvX2UoyvOk8FVIom+gGJlfXuwUwfMEoNYIK/qQ6wSgHd4r44x+v3B2fQ4Didrw0NcbcgXtaWiulBCm+en6KGA4Cp9i85wckFnOMgZ3vY7uxWVx1zq3PDe0JzAe85z12e5U0A4Jk6+AwKQAEoAAWgABSAAlAACkABKAAFoAAUgAKfoEAEOM524UcC4KPQt4iZb0CvAuZgAu4FgKVbZ5xoZ2PrK5wfrR8A4NvO0hHQaHuU3bsqkNvN768PgAUI0D4gYOs7A+AIUF0vmu4HgI889OOl/d2rxYqzevR9La7hLrXwDlf3NQBw70LuATBpoVNAfySR6Zq3AMDvj+2hDF2beZYCWuYqAsAMc5sTmH4mCODV8+05Zm1q3j2pnaVtWn+XJ4bSOuYkJfW1AfAohj3Y67mem656Pb/nhwoS++U04EsAmFvaC4Bt/98VUK4PNZwEwPQwAP9cTAMxvxslNmbzwnPZ9Jk5d0cPGqzsNfYhBF6Tsk79/RYpoFeUxTFQAApAASgABaAAFIACUAAKQAEoAAWgABQ4oUAEsE40zTfUoiJpZy8QnL88vhUgewb8pvaP3PiP5LkVAPauK/3PaSmLSQYAeM0hKnpu4/GsgzZy8EbtR+dHERi1H51/7vMvC4DLYvGduCspbkWXuQP487y+/jxd0wFMV1jer3eHzdwTfQ3AGnWp3//3zeuZ/ommXhpnrzavHod2uNOxMwCc58848gX8bt4vQCo9YsGXS18qBOp4nOLELB+VNrt0ygU+R7rYGsCSql3GWB3AZXJsfy/lAtmd63z/2+9f2/4W+Pb75QbMqVrABPXeky4zsMa/sfqarB74HaUC9ly5knJag2evFmwfJ2s5ByjFtHaX6tTD+n2BlJ6bnPeJWd1bBsBPab7IAUx1mnkeU1wNUq0nFd3PozW99/P2e6lP/f6oA4lqAKeGxQE8AsAj+Kvd1DrNtsSKTtUtWs7iQ8eYB4hHc+i9L3pVB3taMGd/geydAxwPBaAAFIACUAAKQAEoAAWgABSAAlAACkCBf0qBW99++ZkAeA/AKeGkALBmzWeYMrV8LwBcF0nEMX74aorWDxzAtw2AawFgr5cCb2YjGKaA/iQAnFBH7t4afrn+XAAAjzXV6XTpqOrQzgyQN06bglhaa8CN34lAp+6FBqX0vrh3czuBa9d+3rVbQCwdM6sJvFQDeACAeaxbALypiWwA8BZqcc9vAYA/kgO4Ytyclrd9D58GwOL+TQSQ4ic7gLPu/QqfgdGZO9iDf9Z1L6mfvWtYAGjjVceL5zSN+i2w2wJgWUse0NyuwCMAWNbZbR9oOgqAqQqwTQFt52JbwoBjRsNy0o8etBCXuXw+S6+d47D8R7HhAeZR5obR+wDA26jFO1AACkABKAAFoAAUgAJQAApAASgABaAAFLiJAhHAOnvRnwmAD6gCAHxAtK9/SrR+AIBvO4fXAMB8E7z5kPScrc6vgJ8GhA1IoObrW3seIJk/YTECwPJgyC2yDngzaufBAru9URDpvtpem0tyUqoapsVxSu14oMqmm/VThLdeaBubHKtBbK53Wuaf/hQwqR8g0GM6AoA9p++o/ZF+23lMsFNgrYHHto32MECL2dG5lKKZXvbBBYJTBMfbeXyVkbPYptltNWtL75LjVF45c4Wah3x9MSBvHMB81kVqEysHcAbABfxK27Ud42e0669zMefO+8BRmnlNNWAzrCuS2rjwav9aB3Bfx7pBQT1/GrBmvU092BUHsIW7XvKXbQ1lfw1pACwAkuaO60VHj7tIDeAEK1M2az8FtL8C7Pf1Nu309ntCQ/U6PjnMTO8oIY7nAH57TS7nNP/kAE5/c2sAWyDuzbXMp64bze/5GniQ/43iMD2IkOt2m3mY1SCu68MMHAB4tAPjfSgABaAAFIACUAAKQAEoAAWgABSAAlAAClxZgWvdaB91CwC4KAMAfOXI/RrNResHAPjcPAn4iZyL564yPnt1fr8rAJ45OTMkUCl9V9yhouRXB8C9i20LQ6xTcgSAPYgiwIq0kPU/A8DirhPt+BxKXdv6teoAtvF6FgDnMTiOX29dRg9jdPFT0mDYDBhHAbBdwXVeFgHwxmFbgOu1AbDuJ8/N3HH6lh3BKRW0MPWiWwPdDZbn9ZrA7SgFtHxm4W6LuwZWKVUzvTzg6p0vIFKDZC9mRzVmreNXA2fP2eo5mXm90RiSWEmwp8vl4fl5VAPY3/O/EgCmFNBvb+8Pr69vXPo3P3Rga+n2QH8E+0fvj5y/m+wFaqOzMaHnNKrhbq+HGsC3+uWCdqEAFIACUAAKQAEoAAWgABSAAlAACkABKFAUiADHWaFuDYBP93+l9q8VQd+1Ds4/68D7zBTP3lw3/9TZSPiZ55+OvwAAxKpFFfSilJbR+VEP5u1HUChqPfo80j/af0agMmp31i+95p+MU9Ced3Z/iPSRzy2w8+ZFQF89J9303wARlXq3QigFiUe6jebhjM7cz7XavltQS6CMXMGj+G/tevB3M4+mHfu1sBqH0q4Ft96DJPJe70Dsa4va8e1Zjxb86nNrqt7iCBxdh8Fgr1ZOQWvqsWaHq/pepbHRuJ4oBpXzuPYhuXDp1TTgfaj1o4CxQU3ipjP/zYsP3evR/Mn3s2hl95OZA1i3v92H2r4qDuDOZV6AsHBhC0R5TD0MlvfoTw3qPGeohsVeSmnvfN0+z812be4BwAKhRaeZ+3fjPk4x9/yc4occwOm/9L8l7fH8++5qALh02kLw1Qc5CPy/vXLq5cSAc6XsnMHABNST+oE4mxMLdCUGdN3lPh5lfW0d41482P1Q5t+LwW5dpQGe/QXiXRvvQQEoAAWgABSAAlAACkABKAAFoAAUgAJQAAoUBW59+yW68X12Ik73HwB4OgUAwPMIPR1/AMBTgc8C2mj/Odu+1/nvBIC7lLTF6Slj0rFdQdtBACxtxo74vd8IxwAw1ZmlVwSANfyl47VzmP5tP6/abVK/jh+UyA5gx2mtAfUMAM8UuzYA3oA2A4A3juP0/eoBYL3t8fhJH5U6urR7IVC8AIC3GuwDwC3m5W996vVrAeD16OZ4qc7Y0h3S8o1ipfxuGSWIl3kiWNc/IJCSCU/cnE0HlYbbONEpLfGs3qweo5eiWH+uAaR1Flto6TmbPT3zmBP8zu7fDIAfTwFgHb96v5T50bEzS3Ftj+f9x48IAsDk+n5P9HcFAM/m1HNsj+ZPzz/3d7u/jtzXdiT6wQKKGa89OIDXdwQcCQWgABSAAlAACkABKAAFoAAUgAJQAApAgUMKnAdY88tGAOZQp9VJp/t/BADv6PRRh9+9nb8yRADg+WQfj7/ImbsaZJF/JrpOdP6oH1G7fN4ex6F3pWsB2mgfsvO4N3Xutu9RnUo+4+j+sBodctzIATwGwDK/qualAsQC5Ua1f23/tsDBOjb3jmhNX88ZSVdaBcCjcUS9jRzAukbzUQDs9UHHucT0UhrvXCC3zTWdoyFijaPiKtUOYL3OW1w0gJk/T0137kcB8AV8e85QauuSSDGfV5zNFQbPa2OLM3xUO1jGM3ZkRgC41DAuBG/kAP7Q8JpAtyF+M2d8+6xBdHJKv2YiWFKEFzgrkK9Pbd6vkT2peps+vQNUA0Ht0B2lis57nAHOftySU3wLlm0/OJZ6iH1JlLePH6rRzOD3+fnS1QCO1q2t+cvX6131uo1tjeD+CjMHcEvjbb+DHx/eKO13+vE1cwDnuaZ61Nll39fd1tcVYK9jIwLAer334/VjyrZna0qPYgUAOIpIfA4FoAAUgAJQAApAASgABaAAFIACUAAKQIGTChwHWGsXjsDLWivjo073/wYA+BpQ55YAuHcobrXVnyM/3zxCj8ffGkCN10cEcKPrROePehC1y+fdAwB78R3tQz8dAHuz6MGx9l4DwK4DcxAWo/XwtQAwp3/O8bmQAloPdeT4tXJEAFgffwYAj5zDemxHAPD7W3v0xzovq7PPceaOAHA/XvpXD1hHADiDvDxXfPzTRQDUGQDcw7Jt37b92+MApv3HpqaW+RjtMzYeuwczcqry1suXl7ekCSU1Tm7gXCOYXMGtZq8cueqYnX3HjNqw0JHa8I6NHPS6r6PawnKMjpG35CgVzTR85mMaAL6kfOOX5ASWWs6zsfIY2hEW0Iojf/ZdsscBvAcAv+dxPeUU0B3kT8tB1wpvevLfot9v+iGPWcrwSLcZAJ49nAAAHCmLz6EAFIACUAAKQAEoAAWgABSAAlAAm7v/0AAAIABJREFUCkABKHBSgeMAa+3CEXhZa2V81On+jwCwrvPrXd457wz4vSXwle57/dPX9T6PbiCenb/vfv56/K0B0/16RAA3um50fr2lvLNrkmJ3AGqC2rhysT0O4Fl8R/vQXgAs17IuvchxKOPSDtCdwnaHW4eZbWu2fvu+stNSH5/bNuHDzlCeW6+u5MzRqPsWA1g7kjXHrz2rdwC3WBRnZpv3tfZX17v9+iBoIzFDf8r8R+1Z53ZdF45zdgZm6yoWaDt78Cl1Xq5roZD+d/9gwNbxS9f0gVqbBx1D0n+BePn87ABmAEx/EtDT1923dho0bOf1AT5aL9qFTK5LcuDSS9cAJtem3a+sI3svAN6uE4bBxAPpT4olShMcfU9rEEuOWZmb6Dytrwa01AZp4qX2tQ5dz3mq290C3La36JiYPXzRO5Apd/L7kgM4ArZtvsoDI0FN6X6P4395a6CuY3cCmgOYQPd7ovxvyQGfob/63qTszF6GAw8Iz9aJQGC9Fj+oUHd62QczRg902YwQl9Ixr16wTksOALxvB8PRUAAKQAEoAAWgABSAAlAACkABKAAFoAAU2K1AdAN6d4PmhAi8nG3/dP9vAIB1kxFHlvF/JgA22T5zF+j6Aig6SSKj1dkJ/Obnr8dfBGKPChEB3Oi60fnSr6gd2//7AWAN2KRXlEp29vquAHglauimvb1BLylr2/ljAKyBQgODftx8CwCcAN5HcVDeCwCT7qRlhJ0jAKznX+Z05tiuny0CYGpfx4oA4G0K6La+3AcJaLzZrbr9QtG1QrMu+bhX/l6qNUgZ3hLoay7glejXxxQArACujn+5ttfqBgCXg57eeQZJIwHAef8pACzh6tpcdnovpoDObQpES5fQsrE+HD9vqf0IAFtwSu0SuJX2BQhvdvCS7pv7wrBXQ8KnBAk9fjlL5WwfGrGpgj0YSfGhUwhzXGz3c3El58zIuc8fYQro7wKAeblSILQdQ5aGB3xt+nYLivW/vflaBcCjhzHs71mKFW99AQDv3cNwPBSAAlAACkABKAAFoAAUgAJQAApAASgABXYqsA6wdjZcDv9XAfAq+BVV7Q2zloD1mO7eWRrwbhxqAMCHhF5fP9ZKKQvk0GXVSRHAjcBtdL5cam//vxYAjh6wsPtUNK+xA7g4IgeE71oO4CjFtnUkev/msW8BMM18AwWtBqt2AdvoHe/3dI1trMUpmAUYRqjUX0dnHcARsBv1f+YAJlBILzpXnHKjXWAGgD3gO9xNylM/LV58PTkU/D1B1wW2zt3eOZ7AYJm2ym/zePlN6wqsO0zZYgQAZ6dgPp4/EOgnwCuDvl1h4TmA+/1tyQGsRPYcwBoAr/4OeEwwV6eOZp3aHtIDYALJ/NlrgrKcQlz253GNVtGP5k7vA03X3vXpubNtfNnas/K5BbZ6/nQbMwA8iuVRf+l4ht3vuXb08/NzeljgIaWATv/l+NMp34u25mvNunUZ2jfHd3uAovRu8vUqbc0cwKMxUmrvDNxTZu9c8rn037rMaf/w0nGPavyO1uDG6VuA7Wy+h3sNrVXqv1pM4hiXt2o/ksCrv0Bm18NnUAAKQAEoAAWgABSAAlAACkABKAAFoAAUgAIDBW59+wUAeC30AIDXdPpqR62vn70AdXWk0e1TAGBS8lYAWGaJb8Lrmsc/BwDzHfoGgPO/agriPv5WAXC8bmyt112kry6erwKAc4dK+mUBwPmtYJlHAJhO12mChynIrwyAt902IylOxRVAa0GZdgpbp6eGmJek50r7ra/nAPC2TnFyI6vwJwZLcX0NABw56QUACxCkf/Pc+wBYz5cHgEcgVu9vXqiOALB28sp5M3Dbp//u4aG9rqR7tq7W5mRlAPx0uSQInP5MkkgNYJvS2TESd2mV7fG1LzLvNwTAOcU3pX8mAEwObPq7wqUEo0ffa3sAsOfKFwew1d6r1Z2/D8zDHY8JXtNL90M7xgGAV3/f4TgoAAWgABSAAlAACkABKAAFoAAUgAJQYJNSz0pyawB57ymIb6Sf6+G99bv1+I6qUw03s1SaC41HYGqhCfeQqB6xXDcZTPCaKHA+/iIAe1b+cwD44yOIgKhWL6VTnb2C84/quxrfR9Vdb99HeHLjO5wdqckadHQE9iIHcDx+3wlH52nwK+3YVNIyfw0gcXsCqGZwT/dtWyuSP7Ugo/ajWCtHDuf3tC9rx2ivA80K97NmRYgmaiCkjl9b7zXrUEC5TpVKx8l5UYpnm2JVzo3OsyCwA12inaoj/Pj4nGBqgfyqfzJsG2etFnBzjeo5rCmilauX2pJ+cApilc62HLeFetKDdLxaK9Sfy/PTQ/rf+tIPYMixfurb5qCN1semPzmdeguW6gBOB1KdVh1T9HdJPW/3OXnfric5f5aRQLdFzt8MncvvkPpZ2ndpDjL3VzpbMJtrUxeoqAHtKBVzjQcnlTfPL1/Xq9c7A8D63GhO5FjvOHEeX9JcPKfgIAcwgUcCwNXNW07kWrSyX+XVWv8tsSrpttu+s9K78TFRRgE5kxzAb68cp1QHmJLFv1Pq+pypJdU3LiFI859jyNQmpna03uKa16DWA79tnLyw2v7Yf8/rsgIjRz+139bHIOMAHMDnAgpnQwEoAAWgABSAAlAACkABKAAFoAAU+BcUiADCvQHmrecgGv/Z699bv1uP76g+AMBHlfte552PPwDg2Ywf1Xcd0B6Lt9X2BbxYp+J3A8BapR56cbrYlo62ABMFHBhAJUSR05GuAeCRQ036IUa3nwKAaVwNSopGJRW0qtFcx++A49xGgbMeANYpmgUA2/q6uf0dADh+wGDuYbYOSwFRBIB5PKWG7gIAFg1lnM+/njMAplipgMvodk0ALKnPNSi3DmDqo947jgJgPdd6bdr9UlI/EyjUzl7hs/J8mnXY6jblvFpjudT29dye+j1bz1fm8x4AWOZfA+CnRH3JAUzjag7gBjItAPbcwMe+PcZn7QHAtEQ4BXQDwLSuPxIApiXMc0Hp1tP+7FzSA8B9LDWXrv3+kng5A4BzPJh1bruJGsDXjjC0BwWgABSAAlAACkABKAAFoAAUgAJQ4AcqEAGEewPMW0sejf/s9e+t363Hd1SfdAtueupqjU84gI/OwOecdz7+AIBnM3VU31VAezRK4vZ78GUdb3JDXafs9PpiHZ6j/h51AM/a5zbJQchOW98xa1I8G8fyKBW0BeMaxL0n17mGypLStYcT/K/bAOB2JU7beyxKZi5eD5xaAExXtW1IT0bzdk0AnK/fuYALjKXUyo5LmfsWJa3utTwKgFkbbquvLyzvJXfhJTk8C/yNUkH7IHh93sVdbB+GeFJOWNkz1gAwuU/z8st/UiIFSee8rS9eaqoWF6vXawHBOV1wrgnc0lHnWcsPZ7A71/45AsDudZS7165hOn6Wytk6gHlue2epdRBbMFnXh5nwHgBLCmjOAkBxQjWAs8PXCV/vN67NLLAeKfMjR993tg9cA5gA8HutAZz3qjyAdQDMkLt/SEKvSUm3Pnog5y1dS8+rzBn1yz4U5I0cDuBrRQ7agQJQAApAASgABaAAFIACUAAKQAEo8A8rEAGEewPMW09NNP6z17+3frce31F9IgC82u69ALD07yj8WB3fdz/ufPwBAM9i4Ki+MaA9HnlR29Tyk0ltrQFwxqoFlEYOyu8AgD0HsFa3OiMVWZAU0HJcD+BailgPCjFk6OdPIEZrr7hnhxtY7ywdzemZ/W8WuwDAPFN7AbBdtV4ccMPFlZ4ANsPNvka1bcfG38ipbr8XLTjWqW95H2gA0wPAo+932j8y+E1hqt3L5PaUWtH6txe1IzWGvZ1NUgFT/97pP3KIprbeyoNqGqTalL3kmpU1noHpwAGsrzt64OWzAPB2fnm9swNYAHB6QCBpvAKA9R7H+09Lh378m2R75l4A/JrmMA+JRjUBwBez0Kw7W1zyGgjrhwE0AKbr2Hm0acTPAOCWPp6W8dFfANecFbQFBaAAFIACUAAKQAEoAAWgABSAAlAACnxpBaLbB/cGmLcWLxr/2evfW79bj2+kzwYYmFq/3o3dmi6PbqAtuspuBYC9cXn9OwNAzsbWdzj/fPwBAM/m+by+14uiGfi1wNdeNbvo1JuSJnY4vgKQzwJg3Q8BsfLeikOrpootnbfuMIIpvTu41AxOZCWC213f8v7JrjGBLRq6WJ0agOBWRg7OUaroFYh/rcixsIgdmNsvAM8BLH3Yjr/tG7o9Gy+rc5D1nHwpxQ7zQQ3PndvbKAX06lzU+JSxUPrb/GZyBGcQ3OJTt8lvczpzjieOQ3HOkq46xnRtdDpWx21uKcUzO3fnAPhRUlI/sgfV9qlC4OIA5trICcJmZ/NWXOrzPLYLCE31Y2ndvhfHbqvJrWtjt3q9FgBTP19fX/vFl/41SnU/fpBjXiN+1fGrdavp9VVqerm+fEaptwlkp//NdYCbA5g03a5Nz4lcBj8NTWeKpsevAOAMepNsrxQTb2/pz1JbOrnv2f+rfPjlAQiO6VaPW2uU47WkmZc03xrgV+1UuMm89Oe2PeA99avtZ+OsAPr3rXzXdN8nAMCrWx+OgwJQAApAASgABaAAFIACUAAKQAEo8O8qEAGEewPMW89MNP6z17+3frce30ifswBY2o1A8L0AcB33/P7s2fD59uefj7+dhGS3YtGTBvPra9DhXto4XTfHUO7S2Ss4/7y+uwUbnqAdfHZd7gHA2UFVGhAAtLnoNwfAdjxRqmkLSa1DegxAC9AraUwF+FogbFOYSthVQDxYBmf2X+saFE2+JAA2qbvt/P10AMzjlb2q1E7tXJ4lJXM6itPisu2yAmUBy+XPGocHAXADcq2+do6b0rDUDt7M0wQAt99qjwkcpgc3shOYQDenEZbxeBB3FQBTGxciquVFwJoefflsAGz3k58KgF+S/feN4C05wB0APEqxbOsw271Kz3edy7JH5tWRyDnNLaHdFqvnAfAm1TQA8PV+wKAlKAAFoAAUgAJQAApAASgABaAAFIACP1WBCCDcG2DeWvdo/Gevf2/9bj2+kT4/DQDr8XRmZgDg6RI5H38AwDOBz+t7dodr5+8CwIW7E/6gFwGIej7dNE/JV/P7Iz7/CQCYrh/v39EDArZGJx8vAIH+pBSrWYbsXPPcdexGFJ24XwIT/FTOGmbx8QLmeL5mAJhTmPJxtwDAErM2HbBEEjuxt7UzZzWA7Txtnap+iuNlB7AAYJPJovZzUNu5rY6v6QCWB6z6FMet1xJmWaf0sIq4hbUjVuJRx8x7ybt7ewAsNYDZ2VvBHHXXcdlHDuDa39QYrbnXNN8E8ggi6vXXpfwt4FncoV4KaKkTTG08X57z+npNLtC879EeUAF5HyfWWdtmxv/brC1ez7yuRimorQP4klh1dQDL/uQ8tNT2o7K/iXM7eHDiGg5gu/bFAUzu7b+pGPAbFQTm2UsCsL7ZIU7/VDWdvT02AsF63ejvL4oBFpr15hTj4p5n5/jK66JqhtMpAMArquEYKAAFoAAUgAJQAApAASgABaAAFIACUKBTIAII8Q3w7y1oNP6zo7u3frce30gfAOCzkfMzzj8ffwDAs0g4r+/14uweADjq/aiWsOe4FRioNY33bz8+W2r4OQCm/ue+ZNckOxg9mGlv/EsSU6ndek0H8GcAYNF6NA8aANtjJJ2wzP0IJOvYGF0vet/Gl63/ukl9q2pX9wDyugD4aOkBmwLaAmCKM4roBm7VAwkDAMzHtnXgOYBFx5YOmt/ZkwJaHmKg8/Sc0/tPxtk7enBkDwCm61ASZ2KZLy/lgZQi4AoArvFZ00hzavNfv35Rq7nNDAqLdJyCew0A2xqzcq1rAmC6xvPz5wJg60y262+8z7UjBQBTHP6PUkCnXNAcowm8li+p6hDPMf2Uax9rGO/V8GUnuLTlpPNWDmDpTX1M5yAArnGcwLWXdho1gKNfAPgcCkABKAAFoAAUgAJQAApAASgABaAAFKgp80ZSxDfAf7aIEWC5tz5R/24+O8YRZa93tpbkmRSjZ8Ze6/2q+9/eWO7VvzNj+8xzz8fnrQHwOTVOp4AOLn9eP/8C0bqM4nr9/HF9Q+rZmyFZR2u0Dr+/dqbulXZGoMECCqll2s7b7ICDrrEu1gHHcrRav/lf+c1ex+YY7Ju3jl2//eas7kCWXmrpcgS+KA7smK07eCVGZw5dGoFtw4O60oY+dlQrWINdz1G8v3Z003+kqcyE/tyC2mXHo6l9sHE5Mo+sL+uY3tNHDkTfav/cNZTgcN4Ykm+/fO+3fjV99JxoCK7rBEuzOsV7/c4VkEbOWHH6m6+BZkLt62LnPUXVqJX+UbfnNcrtMqXUz+2c11QT+C3V9N3EcQG2kYuXwKHoQgBYYCI5UnWbGQI7W6bniLdu3pGL2IuTkQOYj02a0tpPmQkuVNs5/ddqAA+2s0Kx7dzTky0rv5GjPcSufXHu8h7a6k9L78h4+/flPdcBfk3pyB+TzjnJgiqpoLNOjEaVsGv3kZ1n/QAIg2d2oj+WmtU6vqsOKXhHmQf0vkTHXNL/2LmiDtW5TsJFRSxGY8P7UAAKQAEoAAWgABSAAlAACkABKAAFoMA/okB0+2Dl5s1Pluqr6xP17+ZzAwB8c4m/8wXOxycA8C3mfx3g+ldfP/+2AHgWX9XFOIHAXu1WBoaSrpNAEEMMzxk8AsANrI5uz/cAuL+L3wNgnoHeAdZBALVEbgGAZ/G3ur7PAGDvXA2ILeCdubtlLJ6rWI9TxtVc4fwpOQNX4CrNgzhWl6Fv6UA+N3oCo3zvynxfCwBbgJdBYAVscwBsHfR6/WkgT3qcBcD8YAIJ1gCdXI8AsHbS59TMBwBwbl3WFrmAEwRucVFS+04AsE4vLACY4o5SQNfUwqbGewSAa/ym60YAeJZmeA0AJ91IOwLB+cI0/6PdoE/9nNdK3nf3AWAPdPO6a6nzc09K6mb5zK4xAsA0Xy+UAprqURcATBNaHwpIJ1GsTP9/nHRul+ZZpeu2SmgALA/s6GV8BABncO1khQAAnn0r4TMoAAWgABSAAlAACkABKAAFoAAUgAJQoFMguoELADx/vv7e+kTztxzudEN54AJy2wjAr5wTgaJR/6L738vjOnggHMAHhTOnHY/Prw1+ZZhwAPtx0tbvOQAcReFqDddROx0ocmqGtnnmOrzWZSegrx3Hf2vHbmtuchtbkNj62H/n8BpiHSu4SfuvlJn0HKeyf0UOYLkmHUemUroW9fhSThSIqXWI5kR/7rl26XP7vv4ezX1IqVszbCUHYu4E/a//XSwAWNK2ckrtsn+U7zQP9FM/ohTQDbJxe4TCBIJpwGtteAKo9sBfDXMrIFUppXtdbapg/nQE0DapqssgIpj9VPRjCExkmh5OaPHY5o0ds1sHaOlXeqhCQ3e5LqVulpf9rSBxb9M953kwAJi7xHPkAeAoZre/N/rvH1oT1NXXBBSpXx9S29UQUYpBDWa9778LLVxy/tIfTl3Xrq/F6izr3rrxsxY5ELk9HQMz5+h73SB4f9KQszmABQCn/YAcviVdsu5fjavq1KbjSKz0nwL9I/0rUDc1v+3vaomXtkbaAzrUto1jcv6+kWub6je/pX+UPVfGLeOVutGsWw+D84MD5QEDvffTsZ62ecgpBouiecjNAaxcysoBHGW80I5lrSEAcLSi8TkUgAJQAApAASgABaAAFIACUAAKQAEoUBWIAM29Aee9p+qr6xP1b1m/KwLgo9C3u8F157x2AMDLkTM98Hh8AgDLTenrzETfSrRGowcw1s8v4HIwnSMwtzrmawJg0dv7zrNx3GpE9k5Pz5WYgaYCXXsBMGtRUtIa0tjcmXzUXgew6DwCwHYejq/n+YzOADAPjB9QsqmhxZktwDgrpQBwg2L8hWKB7woAZqjX+m/rtHoAXgNg73NPjQxQKwgrs35nAEw4S+YmGUE3ALiNg9f5dn76uNTxRn9fAcBaK9aSUkNv04bLcQL1qgPZ0EHPyT8CwG/VYSzjKyA4pYPmsOxBvABgC2zbuBmq6hgqU+4vkJbrOn8+hLoGAHvH6QtILVxxmo8AMMHqp2T/5QdCZj/K/A0+egDiKAC2Ys0A8DtB+9y9VOt3k7q8jyPeTzi/Ou0jEhe2Bvt+ANweeiGQHu07NV6MQ5zOzSORB3SSgHf+qezHLd6FAlAACkABKAAFoAAUgAJQAApAASgABb6OAtHtAwDgH+oAnjl4PSfwguM3gkKzqI+A07VXTNRX6Y8FKtQPfe5n9/vaOty6vWh/adf/asA3uq0qKSlNMU4rqL2Be2XB1/Xdd+HV9TFqtZ0/cgD3tRWlnToecZQdrOG7OlqrX+/y1WmfLejhK9T9If/lvcAdP2201yftoOwBS1sP/TXomuRxLCmkxSFbGq8OwZK6l95ecQhvHaxjt60eR1RLdwY65FybXjvr6gRgHYcDggny2Bc7iPv03cvgZQBexYmtnbYzADzSX/oaOXBXj9s6JPv1ZaH1slOYUu0WqzkBYNazOYD1ep3FwmicFwcq9lPPDz7wq8HoBg6LE5SAsPkKsQDYnsNz059U0wMXwFzrCWfAmvpChbHzun98eE0Q2AJgG4O0n7BjmJ3s9N/lota2vw22ZkYAePC9ksFgOmcDKMvxG93KDxidFlk7gNcBcI3UToIIAMvB1tk8ipfV98UB/JoyCdDekB8KSHsmzRvX6OU5yM7mPJ+8f0sM132idND2z3Ni9w5gblNnwgjTuud9r9/HOgdwjQX+nsnxCwBslxz+DQWgABSAAlAACkABKAAFoAAUgAJQAApYBSKAAAAMAMx3yGJAV12z6tDVrNKfDVJXARcA8Lk9M9pfWutxfJ3ryd6zAYBnikXr1QLgDecQJ5OR+asC4M6xl/qcs66qvjNwKQBYi1NqOI60HLmN7fVyxllJZ5wAcEI8pR5tQhiKivxrALg5gNcAsMyDTUE9SxGtwWYDgBzRj4/PXa3fo3Y8C3BtvESg+LMAMMVgZozlgh4A9oD4qP9P1fHc9n8LgJsWZY6Lg5KvPU4x7wHgrZPfB8D5J0+Gt/KAD6Vsp2Mlz3Ja7VRnltILT14CgClFM8dLcQBLM87pHbw1jk+5VE3hrK7N/W0gM6ealle6fu1LGVvuzxQAPz08PycHcGpGmHWkX/T5SKq9AFjvvzTkkQOYAPBbosEfBO/JAZyAL8WXgF8N/MVdS/t420eL87ssbBv33d6b9ZQU0BYAl8wEwc+QGABTwBQXMD38AwAcKIqPoQAUgAJQAApAASgABaAAFIACUAAKQIF6o2MkBQAwAHCOjZ0AeBX8StxZoCS3ZSMMd3QJ7wXAdB05h/6MANjRfv2088YA2M6wAcAy8XfjwlHkwQE8i9VrAeBoPcweMKgAaOIi5vqxLUVznwq1XX3roGQAJIylA8DiziqOQd0+tdingG5xJmNhF3LKu1peGdyQg7BuOoR/pV6lgCk+eC8AlmvQeQ2YZRMhAyMC3cqVFjl+R/PlAVb92+I9c7ZGw3SKbdumhlbSbz6/fwkUyrDIOE3t75oRuCI+2QHN0k4bjwAiAcJc21lAMDltbfpYH5D6IHMEhu01av3jsl9aEB0B5BYHlkiqcVE8JyCaUwJ/cHxq3dp6azGt+8UprkuclnWnawzTJ9RGBICzA77Azke1TrbzX1ySClZHgHIUF7T0uF8NANO/UpnZBBhfVUrnNo+ZbRc3rjiAJV5r6nb1/Sb1gLs+FgDcO3Rp79EZAvo9hOYn97SMO+8nCXnSi2ri6nmzc9acpen8RH2fn7nW+AgAN82pP30N3e2KHK/Rtl6Ko9sE7AgQy3k2vl9SfL0nOP/ykmoAWwCcutFqnLOOvLUy+NUxkEel3rP90N8X2WVM19UPQFLta/V9YBUISyC8dY2lftKGxE74379/AwCvBBmOgQJQAApAASgABaAAFIACUAAKQAEo8K8rEDn0AIABgPmOYUzitAMYAPhf31l4/ADAY4fangixN6bl3Gj/3nMNfezqAxKj9kcAuN5ALzDTPkhRx7OYOnsvAPZqwO4BwALeLGCLALDo1FJMMyjUaZ/7fpwHwNR6BToGDNr53YANAl47ALCt/Wrj4igAbnHeWiQAbK83TRlNp5YvpNHvmRkA1mOR1MntvTkA5j2wQdTcFRX0Xr/19TxYnNswkHkEgDfXHgDiprNNHd33/+PhNQHBS3ZQivtazp0BYNahfCeoBwouzg+FDqCVGrs83uZwfS8g8+npuco1mkPt2owA8Gg/GwFg6it1hWCjHiM5fvNaTyfmvUGlYBYXsHctm7r5I3lWeb4LqBSo6wDgeky5pgXArgM4tZfPs07jNEcEgH/9mjuA63ooNYij/39hBGxb/B0DwHbNUApomuu/f+cOYDnvLADO2pbGZGpIi8fBwzOj2vWbB2xcAPzx8OfPr4c/v+AAHq1XvA8FoAAUgAJQAApAASgABaAAFIACUAAKQIFvo8CtAM9GAAK8O2r/RoBoVeBbOWmj/tkav7a/0fmr4zt7nHW22PaOphxd7VcUf/EN37tbeVeHeui40Y3cQ405J3n6a/AS6T/qR31YYxBAunah10ZbH34KVDn/vQAcasPT6qijVPoU6W9rOm7XT+T0Xqn9q5y3OcWrBzF0LdNtytI6HtOdWoN0MJHe/GdQRs6z4nzu0pQOUplGx4/iaJY62Tunznf6vtHu1j4MWy3O2kb5ftrOd5sfH5ZyWxb821Su7vchxayT7ls7lWcpiLfj345LAPDM6avbIfBpXbXDuSngWT63LvbtWmC3MoFDrpOa4J9A29wWf041bMl5m0FmvQY90EAx1wewviY5MTMUK/NBf+oU0F6se47c/mGF3nEtINbC6NF8j4CwDKNdvz0Ax3sfj5NqylJskbOWas3SvwX20ufvT2V/dB5oEZ1zQyWtdfS94aUjl35wbeb2orGR89fYha1lAAAgAElEQVR7eKhlEPCu+Joc3sklm9I/2xrAGviO1ne/DtteOPou4/6Lnjq+xw8d9g9AOCmgU3uUFeAtWbTfUhposq3TvL3RfKmfuhWa1zinv+hawPGDj1bzHOPKdT5ylfN55oELm62iAGQB1PQb/c+f5wR/S0rxJFz0DRbFFD6HAlAACkABKAAFoAAUgAJQAApAASgABaAAFLijAp92ewcAuJtlAGCWI4q/CEC28/fdSL3jktt16QhA7mrMOVj0a85RdoNZx+be69wLANt+zwDwyFWq34/0twDYXj+Kbwv4PMionXXs7tsCYJ6z5oIcPdhh7+afAcAUExYC7x9/HFmcRrvUJC4AI3S4qYwSW4JxHABvgW0AWEbDK/1rrlUSU9pqkOosALaZNawWNk4sAOY92h+ETj9NR3Da4XFGAjleA2DyoXPcEvzl1Ms5xlNeYPovOxxTvFPKck49bB3E4pBO6ZJfU/poOvci9XAp9W7rPMW6Xo8V4iqYZj+n8WhX/ggAD6d5IB4t4eaep++uMQDOc5AhcBrjS4KNCvZ+EEnNB/i6t2VQXOIGAHoPWMj+13+WdCjUWtLa5/VvriuaagBsndxpFA9PaTyX58vDc5qrnPI7zwGv89l4aL+ZAWDrSLfzIvtI7vsEoloArNuhzxKLz85sAcAfKU4+UrzS+/JTV4Px9qDDPgAs2m3jsk/RbR/CafuweWBiBoAz/L1k56+8UAM4/n7CEVAACkABKAAFoAAUgAJQAApAASgABaAAFPjSCsSA4sbdH6R+jgBpcwD6/buV81euttq/0c3z1fOj487Ozo91AP8QY3AEIM/Ov5yvb1ZrR+PR9mMAPE9dfcQBTH0Nax6qY0Zj9hxtIx0iABzr1z+44AFg2kN0ndd+zTLUIlBlj6NrR+vbKW0bdlkcwLl94wJeBcDWMRtd1M7rKNWrdgAP21RORi9lt5zH66Cfn1m65Wn82QegPACcBWUnrK5R7KVf3qaKppM1OJZRzNdZD7r6OsNtbxjPju2HBcANnvbgtqWxbSmuxelKaY0JLGYQnKBghsHp75dUL5Zf0s8GTjNELnV/mzs3naNqM1sAzOtj5gLl9lcAsI37+PdJg9S5HwUc5tGZ1O05rvL4HpPbNCXJfml1X6PfB0MA7ADj5pJt7Xd7pAHlWTtVg5b7Wb54DWjsQeb7w3PSNdcATv+tAWBydm/3M6173pdMOnQbuRoAt/jeuoI3AJiGVUKFPnsVB3Ci8uQ8TwGa5i2l5S41nLkvCXKXk0aZFLRm9oEE3XdJSV73JjUXOo63TvTYAcyx+vjwf7+fHn795nFWhzocwOPND59AASgABaAAFIACUAAKQAEoAAWgABSAAlDgOyjwXQFwpO0tAXB005X6djYFdHQDORr/6ucRILp1/r8o/uAA/pwEjF8JAPfry08B3eK7B1wzAKydbZ5TuHO2RQujdODzAXCDM6LBHgC8rc27ulO04wQAa3e1BQ/Rv2cA2HNmfzYArmA70RDtrL4pAHYcwOw47mGhOGa3M3ccAGuQu5oCmq5/LQBMbRHkonS62Umc/s0xlJBahr8JGSZKyk7RMQCmdnQK6M8CwHYuou/vpwJgvW3GA8DcPqV/fnh4SQD4vSzkjxIz7d+j9Wz3UYmp3klq98VRa/J9IYBT1xbOzzo4gFKgKM3fKgC2GRysXhEA3rqPtyPyXMErDmCC8S8pXunP/KI00AoA69+BRwCwjJXXu/87YPM9ZnS3jnlZH1WFlMeaYvV3qvn7fwn+1ufmSrjAAbz/+xFnQAEoAAWgABSAAlAACkABKAAFoAAUgAJQ4EspEAG4W3W2goiBA9gDuNVVqGqsSf92A1+vHrEerNOvGfi1128OyGMKRjeQj7W6PSviXF8fAJcxKYcO38b8GSmhv6sDWCKt7S9zJyId768vvhNN60E+pz+jGsIaMMrfZ85egUarAMSuJA8o0zHR/G3rN/Yty/pjwMIwLKdiLQCJaoLq9N18tgcCm37d1hbxddUd77tiL+jdOtTaBdo89f3PEKh0WpxwFVKajXf4AIBTgsC73qaucUmrXVM1G4ehrUnbrt9D225Wy3cPH0vObT1enpAGVskJOwbA1nHL5+lJtTWmtzWnPaCca/FyzuWpi3zP94NOAc3tcnpleWUAnGsQJ+hOn5cavvm4nPqX/mNERV5LbsM6tPkBCdGFUkDbuF15gEv6ZGE41eHl+SnXIbcyXa/UUrX9aSnW7f7XLzy9v+lY2YwvdZ40f32Vld5SJuv9UcZsf5dYLbw02F2sln/o83SfNADW+4oGr3RumsHWbILWdB45gClbt+sALke3+OYU0aMHwppLm+fHi4s2p9yX5nj2HcByfHsAhNtOR+dzyfhLDyy8ytxffmUDf9ZhYV9t109AnzQqsZxTn5ufL+/lGnZuRvPZjkvJuM0izWnS0zrK+0/67Nev54f/+0P26pSKO+si/5ET/17/H4IXhXgPCkABKAAFoAAUgAJQAApAASgABaAAFIACUGC3Ave6vXMWANebeWK+2GuUPAGAvXLGAMC7Q6+7CTs6O3YAlzM3ALhGyLGOfZGzIoB4rW5e0wGs2zoCgOneecMlPgCWcYuTzupgAfAK2B1BjhWNPw0AF+DEi4fgIcEDuqGviQFDNH4xMMrZWgtH1QBduMLKAzTZwUcpX03a59yVAhlmgHekY+/MbmmI9fECgjY1as0+vpICXNr11tbGcWgcwHYMKwB4C0kbHRqlrP0sAFy1UGBbg9pZTV9vPj0nsb5GX2vcuPdTHywA1g8zUGw9l1OeqL/KaWr7koyN+UWgq18bowdN/OiU1OrajZnjvawDAtIaANtWVgHwaG1sQSalJWdAlx8KSR3LtWgTmKbfJR+UtjwDyP4HEQHXvH4HxN5bt/ra3t5In9cH1ajtMh+yv2jAaQHwc6rpTGvnkmoYP6U+b2oAO4LwAwP+g10jADwDw/sAcNNTAPALpePOMVsA99Nzmoi85dYHf0b9lbnQoNzC+MzMJ+5fve+KXNvryQMlrf8CgClGLmlBUd3fxOLzi/7M3ylUcJqGAgA8Wpp4HwpAASgABaAAFIACUAAKQAEoAAWgABSAAt9DgZ8KgOU24ZALAwDzDb7AKLvH4XUk4qP4AwDe+2TDvlkQ/Xsww7CA42PdSe211XpjHHA112Q7ojrY0lv3AMD7lOuP9gCwdh7ziLa2sK2Ds2+3B08MdjWk5LTVXKe0vRjSymcyt6SvaCwlOj8bAPvObN+xTONpgDTBFfXahGXnqm0HWqBbPxG7ojjhygfblN78gbhVZzA3HyfCpvY71zA5tlWKZxtrvpOXrtuPexajAm71MRZ+6uuIthIf+rO3QlDt+bN+2+uLg1jPoz5fpw2W68h7dXvonkx4fPiV7KJkiKa3cwxk6MitZudiCej6EErSXO9h9kGHBmjbXtfD0PSQhXroQfrf3uP2vQco9H5IiNB72QcItvra/ZfjSgA3hdXrS0pDTPsAaZD00QBYxkIA+DW5VenFWnN/xFlKEFb/Ox+XXdfN8Sx960Bl0ZvazA+YEDykObGOaFUrONd4TpP49v768N/v5wSBpTf0gEmvwEcmqvwSZ7f3nXQEAHPM+N9zen9hR+wWAFOsvqRx1RTQ5ObPDu1M59nJXqC47bOu6SsQ2HMtZ1Bc56xpMwbhJl5S/Ova2GmWuJG315T2+ffDn1/N5d/WVHtQAADYXbZ4EwpAASgABaAAFIACUAAKQAEoAAWgABSAAt9HgQjA3Wokt3YAAwCvzVzE9wCA13S81VG3dgBfGwALwNmCo/sAYH2Tn/6+CrT3AvDPBMA21jwALMfoFNGfAYCjdRAB4D4dsg+AZc8S6JOveQIA5xgRYFVAWAOJPCKbrrjtiwkAFtiej1sAwNzvnnSdBcAW5o7WYQSAG0hbyGFbdNFzLuCY3ovg8X4AzOD3cknQUMBv+aKv/TbOVwtYjwBgPT7rBK4pqQsf1PvALQAwrWeOV+4VAeAXAsDkAM7/7gGw9P05AddbAOCP4hS9pLTFeX9JdmRyIa8A4JfXl4f///9+JdA8BsDtoQleg9Eebn/Paoetd+5eAEztZdCdXdgfD/9LeaBfk/Y5/jL8LQG5EwBL37RreraXWnf2xj0sJ5eHTur+lgHwx8Of58vD79/psYCSOYX6X9eGejgSAHg2C/gMCkABKAAFoAAUgAJQAApAASgABaAAFIACX0CBewHeOvRBjd9VaaJ6fSupS1ev5R0XXf/WgDTqewRwo/Pv3f9xfM6cp9oVu+5QjbS4x+e3BrzRmG61P7R14zvfrlXj+qx+W8en77iOwPEWPFB6Zlbfq9Er8xI5gLfz56d3puM2aWrJiOYsD3pPaj3SeUdiwNNjbzu6Bq8dp9R9Jajiveq+F2RysDV5N9eZfIH4NXq5BQHVoxTQLa4KsOvq/Earcv1zC5KjM0egmeOn1RrWDkUvVm2qZwGwAoDFgTtyIGtgTe1v0jRPvpjo2EsqHstO4OZ2125vwdd292kgrMxjGVx1DJMO2fnalJQU6jzvvsLdwwjqkHFKcr+GcTtV4mZ7vb5NqQmcQGROi82AkmtLJ99xfdAgAVr6984fDAJQ3z+0e5gfpOH13hSOYCvHWNI2/Un7z9vb34f/MgBODmrSNmczaAJXqJkfqphnwpBrj1KqtxgWXfv2etd3/KAQdfPllVJApz+Tm/Yxkfj8QEMSX8PYIz9/vX10Zb/trivO5rK/8R/vuY///XpK7t8Cf2kGq92+1ViWsAEAjnZUfA4FoAAUgAJQAApAASgABaAAFIACUAAKQIE7K7D3pvzVu3vkDpjqRARgAYDPzRgA8Dn9zp59FmCevv6NAuC7A2DroPxKALjNeQN29F6XClfg840AsAUq9O+crnTgpPVSMXsAWKcjZmftOgAeperlvu5PwbsKgDX4suPnfLw9OBzBwtW1rF3S1vnLcUDwz3fwrgLgLn116ZjnHpbrSfwROKY5tM5KAY/Sxqh/2hU804OY4FOCwAQSqyNc3NfpvbMAWK8nO3+zfnkOd318WwfHAPD2+6Ktj7/JjZpduDneJBXxW035bAHtSrytAGCas1ozNsNzW5O8T69NPc4J8RcA8BbGz0HwyFnvpVfu5sWAcfswTdvv+G8ZACcmnusAJyfzRwHABIK7a6mY9NzG0e/z2feOPLSwyT5R4Tz1lDMUCAB+Timffz+nf1NG+pJG3d8ZeZwAwCurBMdAASgABaAAFIACUAAKQAEoAAWgABSAAlDgjgpEN5iWu5aLmc1vvnVtnQS/0hYA8HyGdhp6No3diP+th9WwAwb8lFSF3DAcwMsCBwdebX8wNW4BgPm2uh/eDc7tdwD3Exqtf71/Ul8sLDg6/xZ0VlBU6ozacY0AsK0bS6BQ3L+5zSgTsarhq8GoTsvMUGgAgMX16jxJtAKABbB4euT5l1S9BbbI7B3Zdz3Yu5rqeftAw0iPbczKHEUQV8NdC3Kjc0mXDI5VwGb4VesmF+Uo5zHNZqkjSz9JqIYsvfLhkoG3/KlHSVNRUxPLRGxSfjcXpMDHvG7Ugw3jdNOSntm4SzUElBTVqjZxBqYbt76qIa3SWo9qWlOckUeXagO/JegnOn4U5y7F/wwmko6zn2ytHdFavp+T81Wgv6qVbK/V5p/Oe08pvPn35K+Uy/uS/nvKF+++5HlO6wSypjb1Me+xlI+Za2zbfUem+doAmLROxt8Ef6kG8PvDWw4Sdl3ra2pNvbU6f1ii/QZyndEF9NJn2t2tQT/V/JX4+pVSPj+nkuIkPaVQp5f8WTtt/gIAPFIG70MBKAAFoAAUgAJQAApAASgABaAAFIACUOCLKHD0Bv+m+58IgCPoq/t2CwfwnusfuZF/zdCIAFB0rXv3HymgdzxUEU3mgc+vtj8oANyvn5m/6ECHzSlnHdSjFNDXcABTVz8LANvrWBAmfbk1AB7Nx6oDmPp5BADb1K8CgBsIHsVhcWIqSCchdgYAtzbmKeptKuXZitCwXIDatQCw58jVTuIeMMnDDez2XYG7o3FZaGwd3zbFdgZ9OUje83Wf0v/sBcC0P8nvBrv+dT+7lNIJ8uX0xSo9tAbDuUsKJtuU0n1Mcf91yl7qz1t5sInfbwB4ZZckBppr01I79N8rp2xu/ZA581Mfp4nMALiB0t5DrQEwzXnuYe4nt/uWIHCnneMC5rXNADingU56PVMa7wTwL5wEejPUNgfHAHDTmJtuzvZ2re7BkbJx9tkUBEy3hwNI6wqAi/M61wAmB3a5yGq6bX28Bbk1bpzU2KJnzrxAc6J+DPI+TzrTXKW0z79/PTz/5r2IwpTeo1dKBD0NLwDgldWHY6AAFIACUAAKQAEoAAWgABSAAlAACkABKHBHBQ4DnpkdxHMCm+MjiOqB2+gcT8ZrAuAj1783QP25ANjOtjiEvPfvuMBOXvoswDx5+UP1X/maW6DW1o+GAcWxpxxuYz/m/tFcS78IjI7cc15aTxrFdt/NSU83AzzqABatqxvRpF+mG/v0md3T9u5Xq98foo9OBbsym3r+NMRl0LbmAM56K5ck/XvklKx9ku+rSVaLCADn6xR+sn2QgOGorBOvFu7I/TzTbZba2QPENuWy55CU87y0zdrJG9Xp1SA4SvHs6kEu1gISvbS2oot8Rn9e0vw9pXy2T+QiVV+GbV56NbNTU71GINiLewHAlD6X3fStbm0FjcZRbONQ1yBuenGHXhNIzMfnNhog9tfgdv+ltt8K0CP9XxMETurUWr3abfr0TjWUOXibY5Sv+ZHhdLFVK63EaZqBY3H75ha6lMPcHjv5pU6wranbADA5gDMAzhO2dQBbKNxDTu6cXvs8pt6Fq9epBsASox2sr3Ww5w5shuwcr28EgOn7kFLWp33lPeknbVJ8aR1EbxvLozVfMyuoBy3ssfa7KT80QVZwmv0k7u/fqeYvWX05rOqeRe1Ev58BgGe7MT6DAlAACkABKAAFoAAUgAJQAApAASgABaDAF1Bg9Qb+pqt3BMD60lHW6egG1p4pEFiy5/p7gcqe/qwc++8A4OEt0hWZvuwx1wKYewaob3gf3h8mAJhugLd16QNg6e9Zf/AR/axbivpyewDsz9A1AbC+ggXAR/ep1fgQCLF6vKcGzaW48fYAYC8GQgC8sGBWADCDulKLOdcsZvjUAKjUae7r8oq71gLWEaCd1e6l69n2Rq7cGQC2klAbIwDs1eq119Tt6fTV9P7GHVmcvRpS6vOtu1HiLCUgzoc9EghOVuAMaSuA1CmEuTUCwB5mZADZXjamZM/I9VRvBIBfUlHZ3H+yxSoA3OsocNPfORvgTnOXXMuvCQRnV/Abj6/qtgiA2fnLjuSsnwB6AcBFN73uRX+eF89hOgPANgr7fx8BwKP9fua+Z/DK194CZnFZM7R/T1rkEaXYeKc1Q/9SzxlICmY7spW9cgSArVO405nSpicATKm1n1PO51+/5DEUdm7r11Pw1CMA8Dwe8SkUgAJQAApAASgABaAAFIACUAAKQAEoAAXursDKTSa3k3cGwBH4lT4DAJ8LsaNg6NxV29ktPkcO3+hK8xSG0dn3/vwIwDzaZ9Fa3zxeb8s6WA2AINNReeurAmBv/BZcjkDmeQewr7QH5PQ9eVsClVrx7tlvAEwBEPWhlkEK0ej7wda2HcXLUQCsdaVaom+phrCuAzwrTMpDIsC1rf25Te07cGA7qZ9ljCsA+D0BMg0+JeW0B4CpXZuq2jpldTzYmr/eZ9bhK31fSQ2t5/ItOwb55Tl9NURbTW1Lbdn+jfr1XoPa7uc2LTB/T5DTkuY+f/+XRVLhbyK0lBa6ZFLmMZUMBDSnOgW0pF3OD0yYWr19HWlOsTtLAZ3HaxzAtoaxOGur81iGm5jda4p/6wC24JvWSH4VYL5JkS0pmYtDmY6nuSNQycZY2bflwQR26eaHLy7JUZ1BJuvbQf50vScCnPUBh5JyuKTitg8E2Hjpx8E+5ec0SbkGcKpLS35j6p5ONV0frNikNs5Kq4ct2GlPDwH089MexrBt6X2P9w/pAcu7AoBpyby8kAOYYoodwHl2ko6UUjtPU0nNLE5geY/+zJqVBxLkmnmGahrqBu0JvIuG3vqrDvTcA14Xf/77lR9WoK5lP7fzoxoAmOcbLygABaAAFIACUAAKQAEoAAWgABSAAlAACnxbBaIb/MOBAQBnaSIQfW+A+nMcwADAt95kJIUnXWcPxOF+/QwAPKrte9YBLHM3A6HeZ9cCwDZ2BDBxXdCWsjXvaS5Q4Rb21PA9E69ynadLe5Agx2cCwNpR+1kA2APdRwFwr6OANkkbLI7VVkd3pKM8qCF/5trIBRgKCDwLgC2A3q4Pdi7P6prO0kSvAODs+k2BynHJAxQWu3UaNwCcgR+BNpVyN7stU9pbAsAEv8TyuAKA6xpWTm5KLS2pnvPaKTWAPXeofN7Nv3mCwwPAXK41/R8CiPQPkwJax8cIALc0w6UmbwHAkiL+5e9rgbfXBcBSf1n/zhQXtwaW/d7HDuCnFM9/flH67gSDaZ+i/Sc7jvml90YZX3uA4nIYAOf9kIomq2uMHwTq90UB/Bmzpv/z938NAOcWaQ6fdAYMPt8CYK9msp5nDYGpvxEAlnOf8g/W95xS+/fvZ66PnbQFANbq4u9QAApAASgABaAAFIACUAAKQAEoAAWgABTYoUAEWEfOsR2XmB4aXT+8zgz0hicfP2C13u41Hb5eb6N+3BvwHlf4a5w5jk+pP3iun199fj7T4UtKVpdrYIyO19UsOXOrZZudTzd8CcCInKhRDdiWmtc6CuedjxzCMzDGLTdop6/kxa23F2mnIMNcbkVSvdrUtXY0dv3Nvo8EFM8U0XVD5bjOTVdSw9JnM9e0nc8KeGwt3yC+KsixTt70vdbqfao0zZkxMhDPfVSwzxs3tdHcg03/NnYLkvgTO78Cbmf7la0JrPsjrmjWdds+X7OB2hx5CvTHccqORO3cvBCZo3Ypo2z6zGtPx0AH/Mq2QOfKFNLfBXzJsZSmltypct0McJ1+e9eRuGvxxw5amuJLerCAap+2crB9/e0MhLP7Umrk+vGqHb0a/s7SjvP8bOt92zVB/R7vw21f1bHzltI6c9zyfNCeYF30PGdUW7e18ZqK1v4vQeCmR/kszTG5erP+pTMMEVNy7RIP1N7l6TnH3VtqR/QmjUcv6mfuV3EI6+NyLKVL/Pp1eaBs1+IAponLum6geSP5TXf5guv3823q97LOTapqjsvtbxBe7/2oeLz84IFoTTWAX1/IAfxWHMDp0+Qipp/TH5QmvHRLYl8PSfSWedRX85zT0YNboqfMH03L7wTWnwmum687O7bodwBSQA9DHB9AASgABaAAFIACUAAKQAEoAAWgABSAAv+KAhGABQD2IyECr3JWdIPqbJxF/fjqgPHs+G99PgDwPuB4dj7+NQAcAXabkjXar63+qwC47lcbS35zgGqQQ/vKBqo50F7vf+LmpWsJXjoLgK0eM5BOnwkw1SDYgmMNYbzvP328BcoV6gmg3QGApX95LnYCYOsIlPn87gB4VBtYxqfBMP2d6sZK/WUBwFnOEnAa5uY4LF+QFlzlcwiYmaqjHgAmiEYvSeE82wP1dfI1CqTkuGlpcpNnMkGw3znFcG7b/JDwALC39ke1pG8BgJuLl3rC+4bdI0YAWM4Vh7AAYNpzcs3i1Nb//n48/K0QuLSvAfgSAOaawnpfzCA7XYRSRMtrBIBrvKU2npPt91eilREA5thgx6/sD80dfDsArB+04DBvAJi2p9fE01sKaHooh8RmKK8dv7Rmclle9XALzZMAcnnoQQP30YMQ8nBE57rP65P69pE0TWm104MPv1Ja7RxFAMCz7QSfQQEoAAWgABSAAlAACkABKAAFoAAUgAJQIFYgAgpfFgDfyfkrikbg9dbgd7UfAMDxGpgdsQyAxWSz83JffX4iQLlzuJvDRw5Pr/arPjleX9sav43lfJ4D2A7YOoIbEOjpqQZFtpanbnN1f7bXqaDdBGBzL7KDTl7s4OR/Cfylv+v365yRcU4cZEXqDAeKQ46OE/AbOXrz9RR4sHVOuT/GxRrUxdU1d/Xft3V3ebwCFLXuBBq7eRA3Xgmy5XWt3LxdXwqplHZ6By7XDc59GwLmlqJ55gD24lPmuI+z/kjql1e7WNfilfjo29Eps7cuUwsM6VwLlqqzt2igU01TXVMBsRY25Vi124JyB+t41/uSBpvW6UvtiTO4B6AldswDFRY0y9i0G1hqwT4nuFhhNq+8tG56IvZefgd5j+loh2h1kxuHuh2nxLukMrbrc/PvDO4UOJUavwnMzp3QlCqdgaOGsTU1OFXzLemqpfnXVKv29SWh8ZRmndyqHKd87RxJ2a1L73NcSWpuXieUWrvVAJa/z37/eg7gBoDfGVYSAE6XLJyeAa9T+PwoAJax9w/fUAaAEl+y15XfH/wQyTb27P4vAJic1a8vKb02OaYLTJef1nkdpXZJKwH3omXVTdWv1uvczr3EfXZ9y0MPqRPUVYLv9H1AQP35V/qP0p+r75rZPhT9DoADuN+38S8oAAWgABSAAlAACkABKAAFoAAUgAJQ4B9U4J8EwPom6kGQfE8AHF1bh/EyiPgHY39lyMsAeKUx55ivPj8/BgAr7d+7G/S3TQFtp/w7AuBWz5FHY92/Aic8AFzjm9xvNwLAHSBQQMlqT2uZavTSywOnHgD2UkazBozcNqmgVwCwgXjsDLSpmAXg8ig+CwCPtjFrDLc1fOW8Uepg+dyrqWthka3vvQcAt1q8/HCCV99XQ2Cd6Zgcvwy2Wypp66AfAWDtJO7i0aTu5bncPuwxAsD5+BTTCYdmhyTBxQwzC/HVKew993sfNwmKSmpj1UkLB/MDJ6qWrTceeU87Rem9VhvWB8ANyr/l+aF0wwLO8/osADmPuFDAXEGhyjkAACAASURBVAs5vQgASwrn1zfWsD7IQijxAABucWucuEW4J0MYRwC4rFZeq+orxdb89bQerTm97u08jn437AXABHYphTm5f0cAmPpRHb8lfmUdkFPdi2n78IUGwBIn1Nf8QEOayv9+/Xr4/SfNesmWLVukHedSCmi1vwIAz6ILn0EBKAAFoAAUgAJQAApAASgABaAAFIAC/4QC3wYAHwS13SSaG+/5s0G7EWSNnAe3CJ6oT941vzpgvIVO12zz1uvjq8/PrQDwyOErcETWV6T/+lwnh5PjzJJUpevtnDvSAmBpzaZqtbp7Tr28fS0GUJQKWqdslT5pEGdvvPNt/229Sa1OdR2mv2xAmqphy+1s80dbyJqPc9y9UX3lrk/mul3aZXWgV+PX319LjU4DfrVzt02R1D91xmprB5txEtgkZ+PY+es/yNC7iv3au/2cRc7ic/HPMdtq/erawLMawAQWbVpZaqsCuQQM9b+55mlzEkqvNRDux63T805iscQy9eUiZLI0lFNQS2pcFdMClOV6OtY1/GRteK1I+wnNJVBK7yWgSs5I4mXp/7Q2+nnXzvTcTnHRZrCdYox0ZM35s9H+bh2ete9FZ1mLDICbkvJwiKwrDQL1gyR1bygbvehADm6tg1wnX4PGUC5FTuDX17cKLXPN3/QZOUn5J11zAXMctE7mGPjodfP2V04J3bvUOX6ShuSMTfPxK+V/JmhJR+Z5ynOzXYttnmV9cbzOXtr9q/fSrAmNs9v7OUPD6PtA4kXaTMw31f5NUJ0AMNUB5uK/Gchb/bOa1dltUp2X71SJW9F6lFpd+k24OT/4kv7n9+9fD3+S+5dky/yXMkgccQA7v+8BgKMow+dQAApAASgABaAAFIACUAAKQAEoAAWgwI9XIAII3o35a4oSXb9e66oAmG7C2VyQ/U3fCLbeEwBrKTymrednkQ9dc0p/VFtRfJ5dH199fn4CAK4pYssS12v7yYCAWwfvCADPrpudcem/BlDaXhXFp7R7BgA7bDbXiYxeGQaV41aBvl5PqwA46ke3HxoAvHruaJ1XR18AgBnE8tX6eq7FOxgC4OI4HqZ+Pg+APfeudezm/juAS58rdXtn2mqgq6/hOXapHV3rV7drAbB8JnLa5wU8AKwdv1E8COAVSGtdxiMA7L3vXatrnw5IC4fAYv4rpYTOcKylTbazvhcAU7veHn8tAJz7XZzYki5e9sA8r2VsEQDmuFNgMP2Ee0kQ+G9x9NMDElK7NtexNV+sm5TE6eD6sJGT4jj3OwTAKV1xmoBLyv/MqYwZzD8RGS4v7fjlOLNOf+sGb1ExA8Be7GyhsG6LrzMCwASEyXU9A8ANInM6bX7xwxx7AHA+LTnMqT1K+/z7Fxd5pr4lBJ2d7i0bQ6/P1AFcfww3aA8A7EUK3oMCUAAKQAEoAAWgABSAAlAACkABKAAF/ikFIoBwFnBFYkbXr+d/IgBegRsAwNHM/ozPW3wWC5IZ1tn18a8DYBslondNcVoEsmlhV6LLupBoC6H5+kwAbIHvyOlr90ELQj0ALOeMXI2kkYXGGkjk+/A1ABkl1bbKfmtMjlX2lT2SDtawR1+vpvgUp9fAERzpkts08FTHxkjvUb1fG1ejFNDZjZjrblI9zub6GznXWOYEgTdQieCHghxOemjWLahz7Hw/eulTvf1G2tYxZoGrBbMaAnvOXZu22QNE3ZqmBzGUQ19f30sBXVM3p3O0o7M5TttMaggs4Fk+Hf3+0P3VD0+M1w+32MHZAj7zAxyOM1jWg5wjIFq/n92mOS9uq7dNfFHO6ZMasMNXXtrpK+tExqWdwTbm9ZqarT9OTd27Nd/I1ZlTmjeX8qX0X8M7+bvOBJF1Kg7gChvND60ad8UK/JLI5cvfVBM4XTOnwy4uVkpNLC7k3FZ6XwPd93Lh2e/PfF5OK23cwzQXxQGc6/9eqJYtp+gmB/K1ALDsn3rftA9aSMzJsXZ923jtAXByUadxZAdw0p1SQGcHtZo/ksmCZQ3OrdParqsMxMtFeR5KyugUp3/+/E4AmAKoPY7Jh8o+SXv7EQDcIhoA2FvdeA8KQAEoAAWgABSAAlAACkABKAAFoAAU+KcUiADsWcAViRldv54PAFzBFRzAUVRd73MA4L424rWUHQHEnwaA8817B1BaABmBzu8MgBlgcOTIOKmmKb0SpuH3CaI66Z1tvEUO4c3xm1TKJWWz8/7o+m7f0iYsUJfdvUQytqlLeyBc4Fyhdhms5IWgfZzKvaZS9I5TP8uI12tZexApqt3bx59Nn5sSFRfAKeDPgic9L9oRSu9nwEuOzOx25biwrkLdXj5fNpCkZf6sOPl7MM1XfU6QTuJPA1LpUwVaBdi2+sbKJapgrh6Lt24FmGlw5gHg/DCK1LxNf6eRb1PnNgDM12Ug+ZTIIzlPBQBLLHrrRce1jmX7cEY3rslDFVW3AwBY5qGuixJKAr83wE+liObryhMjrbcvL+8P//vfS3qOgtcShca2NvflEAAmkOz9BpZU3L+Se5WAfElAngGq55CX3u5xAPf7CbuH+wcTWLzmzN2meGddaX/qj32j7Axpq/lLqbQT/SXwTgBYZ2qQh6Xsnqv/Ta5n/XCItx48APzfr8vDr98N7ppE5icdwC02AIDtjoB/QwEoAAWgABSAAlAACkABKAAFoAAU+IEKRIDx1oDz3pJG4z/bv0i/09ePwG+UAzkaoGpfQyl5O2r+M53A1S2jTRF9ibpotPjcKDCOz1mO22tC0YVcujectVuneLZdt4D36NDaWvXBl6zL5G2aXuLxcV6LMdJnBi0FtszaOL0/ltHNUp7ONfb1k3rJ2v2o20k4Jf/TgnzPdarP059nOLGYknlUk/eofqNxUV8F3Ol5a2mK22gErNg6u3SE77RNRTdz+yXtc057uoWpDRr3pQq8dMy6Pb5ugz3yb+mxTs0sQHcEq0bteP3NcVDSwHYxouzjGiDnYwqwdWuFlsVLNV7r+krHe2BVrmeBM9XnJbBFr18JNpFjmK6lQazMtbQhYPotnZedi6X/Glh7sGsGu3kOTIrc1G4Fnsop6z3c0OAeu1H5vLcEtS8Pz7+eMwCmMUlf2T3J1+P3OG1000nP0Nw9X+NmUHe7ueP5wQcCirJmNs5T0wa5Zb2XBuL0uTwo0h/72Hb10sz/Xl+TE5jXizxYQX0QByvPJwH39e9uD2bm9x5fS/riNAepTZKZwW95uISuVTqs9y3trB05sO13RVQbXm8fFgQL/NXrn5de0iEtjb/J/kvA/W9aZ9Rzge85dvLelB5QyeMrD2UUZ7DENP3Z4q6P8xp/5QmFPI/l7wTN/6Tc2bnmb0n9LLOiY5Wv44ZJfdMenz9QsQUAPNcPn0IBKAAFoAAUgAJQAApAASgABaAAFPgRCkQ3iCOA+d1FiMZ/dnyRfqevDwBcpwgA+Gy0bs8HAF6/Ib5H/VWH75429bHfBQDb8WkHl3x2eo9MDX1VACxj7J2w/O4MAK+C4aPxY7+3emcdg4cMkApEFIevvp6XOtlC2h6YEsBjQMvnNvgrx70lMkM1Xz3g7NXKnaVGH9Xi1emVZ25FGqudN/tvrYHMJ8MtnfqVx9tBYAWANSCl88jZSscTAM59oPaKx9KuFfm3BY4EpgTk/v59YYdjAcAtJqUuKv9JWiYklq9L/SDIKi/pe0uRTkfqFOrNiSmxPYpN6pv01wJP78EEei/DuJLWWNq9pP7RuwLoCHozAM49KM7QcwBYQGXbq8radRz7Gl7qeapgUjnapQ62tw61bgKA+4wJDIA59To5x1MmgTQZlAr6lYrZ5s8S9CdYXuClBcAjaC/7gO7/Zs82AJjiNf1v1lxeowcDpa17AOAay3nfeXxImZ8f3pJef0m83P0Wl+xwTjqXBxQoxvJ+WAD6BvCLc79kAqjzagDwr2TH//OHLNq8t+QU4pS5e/AzBAB4tIvgfSgABaAAFIACUAAKQAEoAAWgABSAAlCgKhDdXI8A5neXMhr/2fFF+p2+/q0AsNPual1Lrdm9HMC1huZt+N3ZsPg25y8DYNK5OqlWRJeDo2PhAD4SLLne4+QVOoAlZexC2uEj/ZNzLMi0jrB83z3f5WZ4c/S1HwDP9buWA3gEWqo+5Q7/TCdPk7OAOALAdM0MIEv/PADMc2dq80qGWnfZ2/llMGrr6Y6grIavXhpn6c+sPQ1s6XgLkO21PXCvx60dvDJPoq04Z/Px2YpJYy2wtQBd+ozdw+ygzHVrS2i+vLzkJqkGbqpOmv/eUjgLrLJpcbl9De0YjG4BsI4r7bSVc3X/5VgBtv0DAz1IluvrP+nvnsPX9sECbTmvutJzXBXwmZ2mzf37xBSyPEBAOkq/2lU6B/4I5m3cutvzo8wIFXCTm7TMOcNa6ZP/vWh/T9n9Q/79RvGSHzTgL2b6OUcO5NeU0vjlhZz2POf5OPUwgjjVLaBu+jZt7fy1f3ON2uekNzmAL88EgLcOYOuGrnOZ+82a5gdNlCt5BM5lBrqsBFnLVmtZx1I9vqSAbucn929ZYMTKCQAXZp61SouRY6hMj6Torw8hyH5d98Vt7HcxnWv+Um3k5MT//fzw+xftAzw7ogH9KXEp77Xre6Nq77kOYHUKHMBz/fApFIACUAAKQAEoAAWgABSAAlAACkCBH6FABCAjgPndRYjGf3Z8kX6nrw8AXKdIO4ABgM9GLp+/DIC7y0VQlw7+dwHw7EEK0Xv24MTagxgzgNlA23B+PwkA2yjVNTh7QPB1ALDA3xzF5Q671dGrteqtyGsBYNuPKFWq7ssWmvQwTu8DDDr47NcMkvhla/zyOfv2IHE95nMzaGkAWK7JKYrZtWnb9wCwB4s1VJ6lhI56L3CX+kTzSM5Vgqk2lXR2WipHqAVuPN4IADPI4vq2PPYZANbAzoOx3nvUDwG4duz6d0wHsGnsZR2wA1KA/xZ8zQDvJn7N5NpzPYcl61yumzZQ0UA0IwBMvwvYQW5hK8NCAu3yWkvX3KA9x3wB7EEqZQ9k5nVU4XL/METV3Kwpu+8IkJQU4h+X8tBAWRxk2KeawG8pvTF9B9PxDKDLQwAljfF7soTruriipbz/TIWjc7xwOm158ef8L0plvAcA14cMFGC3+9gtALCO9ZwKndzkaUgWAFMNYALAFPHt9yWPXT8gwXHQ4k8+Fyc66fOWdUstJgBMf/7ff7+T85f2O+4NALDdgfBvKAAFoAAUgAJQAApAASgABaAAFIACUOCwAhGAjADm4Qt/kROj8Z/tZqTf6etfCwBH7Sgh1gBUuZG1EwLUywTFhdNt16Wp2Qshlhr9hw5aj0++gT5+jeYrCpC1eb7VlEROrj3Xna0bAb4zvefrLnb8CrikdjbXK8DXjmdWw3fP2KNjNSCjY4txdAAR153AY0DbnJBlp4q6mMDA9rr1xn8SVeaH/iQ8InvPCPbkcRqnmO2EfB45gEcAeOPAdeCK55Yd1daU9MU0P9md5zl8ae/WIE0tcXt8P152DmqnNwO9eWxHE2fB8Kberv5uM18Y1gFsneQCdzMATk5cmodLIrSj1M90qQxyU4QM3cEpzuS61ZGZdCBAXttP+r+kuq70IvBMsI6kyw5gchKrlNAjAKzjL9awXy8CBOU8iT9dQ9j+9hkBYO99uy70GOiaW9BcUhqLa7ek5CUHcNYoLchfz8+5/qnUpPUyCtS1WvbDMXC04JeDvPU7rp1Osa7roMu/u3kprvCa6rm4U+XnUUocXuOIwOR7ihNaevygRnuo4KmcR+FB/5GzlWIlqcHnS8rx99cSuxxTEl+ieYaW9KADpdcuD2G8vUntZYH/vGKfEwC+GAewpE6WuBk9qEJ1nFtstfVf96rBA0rb9uaR3ceePHhCqZ0pwwE5pCnVOs8tAWBSTMdEUsnMe9G9XNbGMUPg1Mpb0TlN5J8/vx7+vz8Um/RR/3tI6iaLAnZNZVfyiRccwCfEw6lQAApAASgABaAAFIACUAAKQAEoAAW+iwIR4IkA5ncZ56if0fjPji/S7/T1oxtAAUit44vaUUIAAJ+Niu9z/un4rEMFAPYc6iLPHgDsrj8DcC0yo/YbAG4g87F2yods1wTAFvLqVbAFnPyp/wDHfQEw6fgkAELStxoATPf56V4+6b4XAGvYpQGwnouVFM/NwdjSKNs2NHQivVsK2gY2qB1xyloALHPYpRrV3zniiCxc4xgApqsch8AaAFMN4brm0gceDNaQd1ZDWANciW0PAHMcN7CTfxOo9br5zAXACf6W2sEZMFM631J/ObevHMQCinkBtbql3rfOyv5eYaIahwBg23cLm0exv9Uj6ZOdlz1g0w826H6I67o5LxkAq8lld2quhkuv91yz+PcvApeUcrd/0ECOqQ7gVQBcHgppa02czwyAPXe9vK9TUNeHRUzaaYL5HP1SM5rd7xoA59GR+5pGm9ab1PXNzudqVW3rJ0PgnL09wU2qPV3c9rmdBHM5Xmk6+IEGPdd0znMC6fp3Lc2F1L4VHTUAfk4poHPqcoLv1K55CMX7jnlPILrNLfeD+yVz7P+e2DywpR7a8bIB2N/nufn0HwHg7JZOelgArB+gqucXJ7RuTz8k0b/PAJhi8s9/z8n9+6uwX9Jn4PwuUQwA7O1ieA8KQAEoAAWgABSAAlAACkABKAAFoAAUmCoQ3QCMAOZ3lzca/9nxRfqdvn4Ebm8AgLUmEQw+XAP4pAN4tUba2fn96eefjs8qUORUGTmBo/NuOwNf0QGsb0DX9WcBsLlP3gPgptmjOI42DuACMgLuFuljXW31pn6BAKM0qzoV63aGfyYAtrB3BI8yCCnzJvDEA8IRAJ6tHA1cRgBYzmdYpFpTe7ek5B3V1u2hjDiAuS3d/wqAB051AWV2TLbeb6uRW5y4GUxtHYYCd2cAWK4lLl3SLEO35JDU7mj5XMaU5yyNo/9toDIoKABM59j2c4ppgngKlvJ6YVcqAeDa73SdDlSXc6LfJXTdBuAYzArQ0mBLA1t9fIWG+UEI3owyBKwPAvT7vW4/s+yiJR3PbbXx0bECgAV2kuOZ3JWZ95G8eQAlRXGBwAQgfycI/PyctC9TXhIfU++yftYBPFwjxZlrwaR2APO66cH/6IEavX7lvO5BBHqYhGo9Fz3qQw3FhZtjIXVW16Slvl/SmHMfyoMAFDukrwBbutbL60vSmB4q4BTYeU7JSF6O5XjmduqDIBsgq9LGkzapLXIJ/05aX54/Hp7z8Wne1D6R59gIXNd8mbOn9LCDjtW9ALg9ACCu6H7d2fake/TYADHal/SX11wE+ClBYYbsObQkLkus0tM+9uGFzRpKY+IHglKabIK/yfn7X3L+5ljM+/k4w8TIASz7a/Q7fBTHcAAPVzg+gAJQAApAASgABaAAFIACUAAKQAEo8HMUiADPyo3C76xGNP6zY4v0O319AGB3igCAz0Yun386Pms3IpALABzprVMMS3x/FwDcwIiA5eLoMo63BlRm8fL9AbBdVxWYObVDtSt3tB4tAB61ZwHU1lnHC9ZClw1gHnzvMO/S89MjnsgB7O1afE5LSWtMcqXDLRXuDNoSANYgk52J2z6OALAca1M8i2a6Pe02lrVdXfAFALd1QX0oe6ABwHSu9FvaFw0a3G2AVMNwm2rarkMBr6K7BZYyLguA5XjtxM3w2YBBGyYaAFuQLNeSPU0DYwG0dI5cM0da2SY0AKbpLEbO3M33mk6YnPspNXGqX0tQkyiegEkOehW3gwcNql4FAGt99P7dgGoMgGcu4TofaV+YAeAcIwQoBUiWCZIU2AIKiYrTMcKlqZTv37+UDroATEohTe0kC6wGwNwcgfcCQLsnPsoSFAd3AZ00VwQ4L6kOsehcaxST3OlzcmJrh36F5uJ8VgA4G+fNz4TNv83+eQYAk0v6f3/Fac9KzgAw6cMPfvDDEvqVYz3pkh+4SmP77/fzw+/fl6QNp+ROiD23bl/SDgDwRhq8AQWgABSAAlAACkABKAAFoAAUgAJQAApAgXLLys8hejV5IsAbXeg0YDsLgKPzowHc+fPI+XDj6b/z6OPLn46vsNbyCNxK3yLwG4/hzBGRQ/VM20fOzTfXkyQCcC0wkX/rG+Xz6xxJjdtuNDcwcGQ06+fom+JercvqHjTO4HYFdpCdj2duse0bvn6SilMchltgy+dF+4ucN0rZ3FyT3Ba77xQ0KnrY7xnbH51eW4O13MfUnnUK0/uSUpjHwdfUqYxFe+mTrlnaVjcBozZLVg8Nd9ajRdLQ9uBXn29BMv1bQ1J7LVu7Vz4XWOyBXTqGAKp+Zbio3Ldaa5mjy4U1odqoo3mzc5TnowC0Cn2ym7ddj49px/Vpd9v7ti0dKxYA13kUeCdOzxR3GqR3Ll7qhE1VXPovfRdQptunv9McjZzA+rv8KTlSaXy0yqwuBMrq/lhALddWba8Kmt263Wk90NySAzXNFTmDef4bgJeWEqKrjfqO3h6IqgzjdU1JmvEMyHMa77LW1TqX/VF/ni9MYNa4/fkhgH7vIfgr65P2LNaNu57XZE6H3dIv1xrrZfsjtyulFKcU0LwPlXPTPEg85e6UByj8760GiAmXUg3gX1QDOGlMTmT9ABO1lfVPMyExrh20dQ0QLy2a6fn1HlTgscpm1D9glMdQ2rF7kt2zMuhN/+fvC4/3RWKdMC2lyKZ2JFQcEO71LVcPzmvrLYFfSvucnM2kPeWazhMj9ZP776MtSNYqbP8+2n/lyM3nqVPRL7j5FfEpFIACUAAKQAEoAAWgABSAAlAACkABKAAF7qzArW9vAADfd4IBgKMbgmdv70UAN2o/Ov+28QMA7On7tQDw2h76swCwBbbtBv0W+Mz0seA2g44C82YrS1+fjrPpor1awPq4+nkCOBYAj1y+DitxHH3ss2svBiJcj5TfZUCl6lhTSmSqZ/qaUqxSmlx1IZ3+WINVC4TlHHt8BIC5P+z40+0TYaT+yHx4wKzOnTrfwloLmAlI2Wu2hwjYvaljSf7uORJ1OzT+XEe2tJ8fUlFuXvqM2qjAXABhuZ6Mnz4n1PhSQK+MX/ohKbgT/tqEZ/8sWkJmBQDbAwnYyrHv5QeAAGCB4lzjN83NBABTLWWibwxm6egC7NU5AoB1qvpOS+MEtgDYgnP7IIaFhR4AlnUn517kIZkyB5L+ua7JNKzmtGb1aEj6t5IFwHQMQeC/Ly9lL5Dk2A1Ieg87yNyQ/qS9xA8B30uq/fsnpYAmyJ4STGdoLw9ASVw8d+nXt78ldM1gvX98BgB+ISj++ppimUdJjyN8UGFgco9nEC57U8lqQeuj6KDXVh5rAr/UZ3L9/veHNCnK7QTAbT1vlg/30Uho91wAYF83vAsFoAAUgAJQAApAASgABaAAFIACUAAKfGMFAIADQAcH8DeO7rjrx+N/FdwCAMez0I4YzYcFROI8tW3L+S0F9BEH8HqPzwJ0z3lqb47r3owcinLM8Xjux7zqAK4pZs2ddKlRvNofr2bvSmrnCI5HANgDzfocnosepmqlbMroOo4KP/jo6hisYNBLZ8oQd+bA033paqBmwCqu65buma6t4a0FuTpuPABs463OZ0nRnN2WxYVLbQmv0i5gDwDr+rz5PBM/Alxt/HguSAv0bZ9zOuPy0udLv7zrz/qT2yeQ5XgDK1wvCyPXMy3wW7cpDmBxv0r/iJ/Ri1P/ctrq2vfylcMZEhoA5pjjGr08ByWLQj5fIBwDTmG3okiKFB3O6vgCtLPDtMWkgGA5SUC1Bxx1JgN9ETnWxq+eB31Mc6GzQ5he1W2cn3Yo9WuLK1uvH3L+6nhgR3PLMFH7lWSQn3o0BeT07eOCr/uWgORLIp9vpRYw1Q6ml6SWtrFX11QBn/nzNAmk23MCwASr85+5jR4A5zgoDwLY7z/p9/9j710Y48hxLF3Zerm6Zub+/z+50zs73W09fXEAHBJEMJKRSslyuZG7NbIyI/g4BJnq+HjAFQDmmcRjX+zutiYFB/Vq/dG+4j/5P0+ixbMcAvwoP3/IG68SHPzepQNe3cC6OQVOZ1vfDIRbX9tGB3X+Xl/df5MyRFLG53b+b9fiOK+2+ltf0a6Y2pv6FQCOM7P+XQqUAqVAKVAKlAKlQClQCpQCpUApUAqUAr+lAkcf0L+186sH9KtyL27fCuDSCrLXkNX9qw58wOcrV+85Vf6757d7e3wVAD4nzo5ei/EYUp2mVJINzqWUpiz/dwTAp1JCR13fHsvb0VkB4Nl5jGMphJGrDRB217kAePbQ/1SM7aWAXjmNI0BB+RlqrQBwblMHweaQm8Hl0ck3lpABcE7RzKt5vm4+75d1ZngZYSjhq45LcLDG35EaXaGOw1W4WmeuaYz+JQB4qHPyZRXBWI6Jmau3rR+hrNnfKK3cvMwz3a1meR5je9DaJ9ALzjV1Z7CCYLpSPZ1yPkt5BoBjW7g+NgAs6yBSaWcAjD9btN5wVq+iM7TfUyDbuIx96I5hh6q4Scq6ubHImgFgbZP8Z6mXDdKe2hjD6xmrvG87V8a2sWyuFyhHHdUBYDL9s8WNAFv5f/H1Vc/M3QLgOJS4Y9v+HgjPovfjk58J7DdK4u4hs8De3706Lu6kvoPzVxzAt3Aka8rqfQAc+xA3PNDJHT+3GB/BPiHseJ2dixzneDxzmBrmcVkBYNtoYGMHvTVuPDbgANbx98/hhMaadidw+P4PnD1ttRUAzqrX76VAKVAKlAKlQClQCpQCpUApUAqUAqVAKVAKvFGB94QGsyYUAH7jwExue0/wy+ILAB8DVPoU/E2vVflvLfdNjdncdKmDddWK1foyuOL8IXgsc3UWcK4/1wdX0ke+3ku/COAiQNlLiToDoNlNeKrfq7WkObnao/ieIjWe0dzXkS2sOaJ7A3LpHM8ZEEZ5PJfXgIlDk3BWaK4z6jdzFJ8Cw4N7Lm04eHVS19OczuMsr68ZKEege0Qv1jf/rrV3FgPYAAAAIABJREFUZ5A5g0bev0oB3eCQn/WaAWoEsDGGWf4M0BKIzurmfTMIvRnbQMp3QXUCvWwPz2qNZQ5rhzoX3W1KyOfAUeMwpHi268YND4pk1SVsADKDeJztivqY9tc8oPJy5ykyHET3aHP3tj6zbUylbc5JratPXgFtYx8Ihvu4WlpnnilMCPmFZ9u6gxnuTUJgdL61LbjjVZegWV6PTm3aiHB3GJN03vdmc8TuGcA2QNQ3ti2W3/sxpoBmqurtBg+7G+5XdQI/e8rxr07IvfAIaTnH+5qLc56/Xt0J/L0T+gsArGMnfXn2FONs4978ae32C2MK7qh7BvMsF63mWMe500Ctb1DY+/sd3UZK7AdJ4/4sOaDpAGYfuRYI0h3AONz4iE+cFczNB3f34vwVLfBVraF74k+iOEfZttmGmf53QxxtWxvjd185gEd96rdSoBQoBUqBUqAUKAVKgVKgFCgFSoFSoBT4DRVYAZpLu1wA+FIF+/3t4doZzHBpcF7xyfdr/i9Z0vH4P0P0oacrgd9a7vvI+V4Ac681K31nAHgGGHOq0V2HVSJuf3UAfGSUo6Mug6a9+y8FwCyXD9rzOB9d948A4AyDM5g7FcOXAOCoXQZBpwCwZnn1aR3DkdB6f65s00LnazMAzgAjX2+QvKeEzvGxAsBtnB1Qxuv52QzKzIBsBzZ2Vu4pALzth62jp+Y9wTJTUvM83Qy4UDc/ywC7QWwHsJY2trskW0reHQDM1MEAuADAdKBG0Ih+RACsHaNT9wAANnhtTlYA3SdJw4v7eW4qUkBrylu0mxs4CFIBpYNDE9fihbN8mZbXtPfU0Y2EwgUMeAcwLaWKe1WvmgDgvfVoNnbUO57tGzdlxLnNaxjzYKXsp7bFY8pi3ObS6+aM43Gjxn48zb+XtW2oRz5+Fhfw9+8POgg/lODOzwPG/FNNUKQ6pK3dtwLVb4X+3t3ahoKvcs3zCaAe5w//jWHQOe4plWcbPdp9YRMLAXAG5IhvnUdnAmDVWu56kf9LhgvI3eaXbJhRFzJiEzI5AL7/dnd1f4dOQJtJau60EBQAzitj/V4KlAKlQClQCpQCpUApUAqUAqVAKVAKlAKlwEKBFaC5VMCjIGCvnovbt0rhvCSknwvooi4RADcH0qJ5y+6t+OSlAfCL3388vt4aByuB31ru+wj7qwPg9vCaDtHkyqMKGQry/V8dAJ86AziO8GodPR7HowNqL4pWDuCmexoXvn9Oe3DPKcfvTIcMjvf6sQLA7T61RhrcyWWfOgO4xx/SOdtvm7TRYYpHONy16q1n6ma+M0vhfM7Mzw7jeE4wynk7AGan3AGp6YR7R48A4Fh/7FO+N3526mzg5l50ENjdrNauOLatTJ4p62mMkbpW+3EQAPe2YfwtDbb+pIOX5TMVtG4OkPKZStqDBkDX7nfHbnPztpWsVfUsrsuvzXGK+sAgAds8AAV6tu99B8voF9rEP4eaxgEAowKmoOZmBXzcIa2ljAYEvuZZuq1V5iSezfsZgIyOVR23dLZvXM/j/XHDA1JfA1SOc0TORo4pkJOTe2+jyjZ2+ynJ43zzM3/lTYDMx4fnq4cHc3n/IIG3X/o6AgAs46rn1stNhO4/Xp6u/uNv93LeswF7pIaOfSFo1nkSnMGMc/zMAJhzKpdDfZHyWZunIWj15g0SRwHwq7igv4v79+XZU1c7AAb4xSHBTP+s9fmY6Hqk/f1x9e3b7dXfvt3YZhlPNZ7XttXGoj0Hb3YAowr0vBzAWeH6vRQoBUqBUqAUKAVKgVKgFCgFSoFSoBQoBX57Bc59UH+uICtwsSrv4vYVAD4pcU5RuhqP3+3z4/H1VlBbAPhUzMT1gW676AD+VQHwe4HzvzoAjoAojvPxeWV3HQXArCM7A2MZvCa6dvdSPbc2BwDc6nCgp2W7M2/jwKWrzr9nuJ5GBzD/vXYAwxg3Txl8zrob2zgDwIBJL076vooLMb+iQ5Zn/DZw7CZlGkpHOL4FwFHL6GCMgIpu3FPXRmejOltPfHERRCpAU7fsGgA3R/ACABOs5tT0zTHrEjwHx63GzwkAbO3zFNLU18thWufmaAWoVvekp4x20QiAFdaaLdb6DWcwYlR+16ID8La49ngTB7CmrPb6zTn+Q941qGttlHrVwflVATDa1qNnDoDj+n7qbGDOVTqoDwFgyUP8FTARALltDDJnOfoVQb71FWfP9njAe/t/n7oDOuygs5gDaDeYyNfDw6umg46bjRrI93UjAmBwYpT+/Px49ecft1c3cItPALC22ccrxzHbHQHwbI3ImQsyAOb4tjXTtdxzAJsG4mxX1/HV1b8exeMuABgv4Hjz//YU6YgVbsTAFeJxRkRdfbu/VQCM9muoFwCeDV+9VwqUAqVAKVAKlAKlQClQCpQCpUApUAqUAqXAWoFzH8TnEi8FuOsWnr7i0vY3y8teNUuL7A74e+t9BwVZpWg9WMzFl/3ugHgVX5fG/6r8t58tfPHQagHngsyVI2fdX2v3Kr7DMZbTjvb752ev8v5VPfsq7qfj1T4yZetiGI6c4TsrYk/HbTyO69Op+Rq14L9XOq/Gm23P12Xgundde//EGcB7MZrhBuN5e25nxzXtsx1gq+0JZ5zS1bn5Xkzgdxfupu8Jwsnepx6/TNW8l6YZbTia4lu7IU682RnDBKiCzeTzcNasQ7QIWBlve/USzFIfXjdLsWxtsnjlda/SfTha914E0Pw8gkEFk4HEUdtYT4eXVgLjlGfh8r3YZ9SJFM36mbT3RWhXdEm2vnoMcOxHd6o1TOHrgRfvRV2zF8tBmma6QSPojrqw/wZ03fHZnMbuAnanMoEwXaW4F+UTYAKwUqPuPH2V9MVfNCU0Wyv+5d1e7m1yaWMaNFp9H/W5bWmV2dccF2i/tlcWuDbngsPaPsM15grlq69bIyhunzsE1nr9Tbz1IOmgn56e1AVssQQQLUhUArzFIGAoYK8D4FcBwHDA3nhbYjptnt2bv7/iOGl8IUYB+xdxhmu4wSpqhraNLm/4kPvLM30PGln6aPQZ5wC/Xj1iMwm+D32jAX7+YMpnznfAX3cB39/fSNpnS2GuH8MYTfN6mi7n/v0Zv4eglYL1UGYuL3+N58+/SIGrLXwHpnddUgqUAqVAKVAKlAKlQClQCpQCpUApUAqUAqXAxylw6eOLSwHYpT27tP0FgC8bgd/96dcqvi6N/1X5BYDn8bkCk58NgAlIVvHx3gCYavV6PxcAE6B8JABGn2dgiNoO8GcHhmSHMb8XsmNX9Z1s7sn1Z5C8t8pqOugAZyIA1vdxfqgTBgLg65hKVmHL/mYEgqJZ/UsA7A7R2b0ZeJ4CwLNrMxiebSRAmQAwAMAZsrC+PL8y6COoZR/2HL8ZkObEIDEVNgAwQkDHCv/BUEtgGsRSwBQgYoSJBK8zAGyfmZMSL14zu5/VRZir8yF8MUeN9vpPCGl9kgKYqlohnMNS7aunsPYFFgA4gnWbHxLT4lS/k8NrcRYwPt8DwNmFP2t3vubUXyx9zs+xnMJr36AzA8BglXQM53OH29qq89UAcNSW2jTfc2gC5Hp6BAwV0BoA8PXVjaxdPn8HACzncj8/Xf357V4cwCKpngvcNxq0+ZPWDuuTtRTLQgTABJ0bqK1u3Q6A2adrn384Jjmub/xu1XH1r5e2Rnk5iN3HZzsH+UliQb8PHQAjvn6oS93aiXUIaa4R83cCfm/v8LucOy0gXKUpAHwq5OuzUqAUKAVKgVKgFCgFSoFSoBQoBUqBUqAUKAVOK7AGUKfvXwGOj9b/ze1fpX5uT/sW+/v3yvlkB/DlDsdjI1cA+JiDa0/NdfxeVv6xUXz7VRl8rRyh6/5aW1bO3DUAnjt/2dPL58c+dEMdBMBHld0DwW0ZijYllL+YeP0s17EFe47MqHlMsX20/b2d2zuUt6T2boCr37Zy88b7MtjNNRvAMRefjom3Q+9z55dih5mWwQHcnGheBujfLvBN/VivjwAhOPfT2poBGNnueManpZntcH0+ShH07J1TvOsAPjEB43f+KccxXbMZAM/+ZujwrPdF08OqA9Og2Qz67pWVv755NnDU0WLCACb/YzvohlSI6wGkkrw4lJV/EpbG+MK5s3xde/rsOA7xc7Y9A14F3tgY4CQPOuCVYXF07xI2s25+xt8JiHP/+TnrU6gn7eb9SMoLTdiGOE5aZ/O5qpp+H5L9Qp8fV7e3N1oeV+N2DrFXfAoA45IN4D/gmLbx2ILp6FxmqmZIzPHDmbV0pkcIzHObW0zp5MMZtkwD7W7wAGhj8mtbfCyL8bOkQ36Q8X2VOLK+8WxoUE5riw071pinq79JKmS4qd8LAI9rofWI/dP4xjrkmxtsDM19q5scfB6OANj7HpzkTHX9JHriP8S83S/XOoAHAOb46oYKqQzO37tbSx0O+Kuv9DWbvgYH5zHH59TPvL6WA/iIanVNKVAKlAKlQClQCpQCpUApUAqUAqVAKVAK/KUVWIGEVecKAO8AugLAq9D5S3y+mh+Xxv+q/M92AK8G6a8KgFf9Wn/+vgB4r74Mz3jdKm7M3bkt9XcEwOjlTA/OzRUAnt7/SQC4nXHqQBjgyBymPd4UGDsAPg07+qcGvwldxrTSuQwFtwkAR9jewGWmMamgcwEwbo9eX4AhAlr+xDXZdclqI0BvYBdgKrSTDlCWgfoIefU9d76yHf2MY0l9CxgtrkY/Drq7YZPbtjkoBXyyaqZupgOXwDaCWpybi6JwXqwBTILfLQCepW7G/RbLfSBwXQTHBNCbjQYOwhUApo0IuBZnT1PTrxp/Ds29LtSh1ynYexUHp7lkodmt0LzbGyF6ChPTGbspvTNhP3qw6/JeQGACYGXTvumjgeuW09fn0AIAz9ZbHd8EgCMYV229np4JoG9qehQI/CRn4wrmtOIloHDm9quc22zzHOcTyzm4d0iF/PVKfuhLzwX2dWD2vdDG5KADWNcVjReD/NzQQKhPAMyYGkCxz8PZRqxXjR+JY4G/OOv6Sfr7+vws3ZS0zl6XOYAtRvDzb38Tp7PAX7idG/xFxe8MgPvMsH+NJ2WPc0f7nfaR5e/USgGdFa3fS4FSoBQoBUqBUqAUKAVKgVKgFCgFSoFS4JdTYAUSVg2+FICtyl99frj9Rx2/ucIPBrmr/u19ftQhubrurfXzvrXD7dIaPvf+VXxdGv+r8v/qAHgznRI0Wvd/Pv7buB6f1M4fTFtZeKYsHrdFYJ12EL81Kvccrnug93g9fSPK5iF12KPCz9brwjF98vhtHHvq4Nx3AG/iI8Gd7BQ+4hzOKZW1DgepaAtDUH/u7N9RKOKuNtyuMC44f6NDE/XtOYJPOcENyHYoi3JekYOW9em/5mcAEwLvxQf6Ft2mEfxPXbuBdMTzbq0tMbac+CEvbPhsU6aUlwEwHZN7bYbbVNsZY8DHIJZ/CgDrULtTET8FOQ3tJwDGWasZZPN3AFgATDqQDYjaebn9zwhPze1gtPepg9sbgZ50/5oLEg7ZFzkb91bfzy5d1m9tDHHh+kdoHKEd3+cwPcu5qyOwh3vYgCfPK45AnZoR/n4RkMzQxzqK9gAA8xVTkPPPo1hfKw/xoQvxq5xjK2l9b0xTwE1zXo6TL44bY4tOXNY9bAQI8252xq3BVF/HAvhlWXEdwPRWIBqcqbEfMdbHuqz8LWC2WtomFI9pPcJZ/sMYwQ3sXmmLLVmUn3+8KCRHlvdvkg755vbrlfx/X6fsfGes3S12A+yfAeAvvqFBPwtnUqMdXLsz/GUK8DYGYcICQMdxQ/mxn/g3ADD6Yw5gSXstff0B17OIjDhAZ368yAHB8kI8fLu/E9BtZx8T/iKu+F0Vv8+2DuDJLqege2j69J+7ANjXN6wT8ZXPZi8AvFK4Pi8FSoFSoBQoBUqBUqAUKAVKgVKgFCgFSoFPV+CtAIYNvxSAXSrA4fYXAL5U6un9BYB3CNJBtdfxe1n5B5vx5stWDuBc8Oyh/1sqvxQAw8GF134q6Z8DgFcA9bg2IwAeU+b2Un5HAGzOtJ4y90MAsIOAfdA7goie0nt//mYAjFHaunTHOBz6eWJpACh5EujCVwRn3VlpZWudDmxPXY/PmCKX8ydD1F7h13Yt6179rYCvaDhvMbcBbhuYcpBLQBihYJw/EUKynREAR5dmg2jB8aog1R24NwKmAKcApfG+c3kFwGwf+srzVpkml6AXn93eysm3ClAN3EFntOH2FgDYgbJPyAy1AYq1fHfb2r854Ey1bO9lAPz0JBBR4zWc2esOT16fN5zo7wCquA9hEfd/aCdSfLMtETAG53AbFwfAaA3adCuU71psnky9m1OQzzYqZG0UKTuIjKma41oJkKtlcZ1HRIUdH3kjyFsAsMJiKZ9t1nmVLKM55hl3mHJPcj7u98dHjY8v4o5FcDH9vqZEFp0AgNUBrBtpBMT7adi5XAJ1A72mBOpYAeD4Z7HeC/Cqxtwt2LW1IsVBuk43sWCd8PTPjxKLmgYaDmAkDNf7cXawpRX/9u1GzvwV0E0ntoefmre9qvcEwBkg5+//VlcB4Did6t+lQClQCpQCpUApUAqUAqVAKVAKlAKlQCnwV1ZgDaBO9271UPejtTnc/gLAHzIU/z4AWB9JbjS8NP7X8fu5AHjPsboXTKv+/DQATIAR5CM0/kwHsD2Yt5SbeA3wAI/G/Ql1BjTryZvddPM7WB+Xw734hQtN29eKzVTI0vOyP6xtCl/R57RQ7Dl59+LjlBP4FABuKkiHzYkcQLE66fyKNM0UFrZzLfs9e+OQHYh0/mbgEO83SQwMMt0vP+/v9TTChFZH1lzU+/j0NLr1vDF0cLIO/HyVgR5jDmffjr3VM0BbKmpps1+ANMk5tThA2AzOjv3v6ynGnQB4FpMANc/NHW3n8qpDlzHogBPlA/7yfQDgWZ0AnXoucHBT4joAM9084Q7V3gfLGfBDgauVqLzPu0BMHwGw9glxFNoGrb8Cgnp6aKaGjrB7tobGdSHHS4TAhM1Zm9WZwnQ30/GYdYUu07VJ3n95edY+sb+mjYnU1hnlfpIaWoS6FaLZtjWEtdDuEX38XpYRz0cn2M8bGuK1Df76wBskPr2hp0NTB5+bDR8drHL8lYs7aN47CztqQl0U/iN2JKAeHp7lP7hhJZYBSFG46IT23opj+l5c5HDFSiSJln1NZlxzfX4LAPbVx2PZg5pAdwJ27frx1RzAwV1sANhczt8BgJ/E7SwxIthXeoH01l8Eal+L61fONxbAjTN/dbuCw1/8ncX+9S0sfc7trSHx/b3vtQLAaQDr11KgFCgFSoFSoBQoBUqBUqAUKAVKgVKgFPj9FVgBm5UClwKwVfmrzw+3vwDwSso3fX4ERryp4F/kph5fBYCPDMlqPv6uAHgFyiMgfA8AvAXEnwOAG+QiMEjUMEOjPQctY2sFgHEdUy5HMLTnAG4xG8701TISxMt8KALgWdzHutmmeN0eAN6ul57qN6WR7k7gmw6pvd0Gstez8elZwBJAZoMz1ukxnTIgqjgLA2mhUxKwLtYTU0P/kFS1WhYuktcW8FtdhJO5tRsn4Q4AZjxEABwBYd5IwbbE+2ZKqdMSdRL0saM4M9edkLzP6hgBcARJOh6eOph9ZjtmGzla2+CWbJsMfDNFgMWx3REmsw64hOkQnsHZCHF7XwwuAhDzbGCFvwDVamDdAnOUHVM2M422jr+gu2eJM0vt3CEr2wMHtbbXNzvg3zcCNnG+rcrqgJx9+ioXxjVgb93MYxrvmQP07KQfS0BaatYFqBv15Hxg9yIAXq37MYZ0LsBxjm67zDDpP8p5wI/fnzR1cgPZ8m+c6fzt9ubKjk8+DoBVS8zd4ACOcUmXLt7j+LCdLaV3AMBxDF7SwhMdtNo36Zcm3pb/AxP7P6RfTwKCNYU43NG6CUDO/P12f3V/j40jlvE9AmAFwb6+rQDwbG6fem8PALNbbb56AyoF9LkK1/WlQClQCpQCpUApUAqUAqVAKVAKlAKlQCnwyymwAjarBn80AL60feHQvnlXVmf87gjQnHE7YHk/texK0fM+X5/leV555159BEScW+avdP28fzP6kuxyv0gnjj6g3mvuav5l8NAeJNMBFpyus9Ste/dvwExqYJ9fc2dXnxers2xZcCqHQ7wY1r0U2Kt1caVr1jF2f7zX2p0fbPfrx1jN9e47kK3j8/Ularp1ehKeGhBwF2RKIdv6l+DkDJjhvXw2bgawUZ8IPN3I3NyadNG263fW/+g4xr9nZ4yijM2ZkO4K3aZyPr0gcPzosGUK7+xcpOt0Vb5CXVAYgS4NOIYg4bgDMkGj7OBVd2yGPf4eXa0Wd+70TE5XfrY3DzjOSGnb0vh6rOh7HranwB412juzeObK3EsxrDEG52/WyJ3MQz/gHg5zjufqss8EqzyDmW7VU1pER2ssh4AYZdLdi88BXOG8tX/bSaazzRMKddsa7GnvPa00wabGcdPb5nz++2V0vTJ7Ady6SPVtmI7O8mFuaorkvl5oZgE4QAE2kQo61A1KbG3qABZnMccXz+ht64d/PoO38b6+7vV13sbbAbXDWdzzLFT2K1Iypxecqqpz+KpQ+D9ZH/J7cT3RJof0xijjXw8CgR+f5M9VWU9FfJmWos/11a3YfzFH8XvcOKQOeMxHwFNfcywGxu8CpoCO8RHHZ+/vRwX+YTMA1MAoow3xnnwGMCEwhhnnDP/P/z5dPWODATZISKEo9/6P26s/kNeaOni8GYTnppFtCmiGQt58sRko14Hv24aZPs7UKcZ9v7Z/X3YY32vIfw/WGcAz9eu9UqAUKAVKgVKgFCgFSoFSoBQoBUqBUqAU+KUUOAoi9hq9Ah2XdvbS9hUAvnQETt9fAJj6FACOkZLBbgdaHRjZg9jx9/YgNjvzUhj+agA4OxEzfJrBmSMzcwXQ7MDOzwXAqD8+YI9r9h4AzkB15mCM5RIAW18Fak7O5J2VGQGwlWeqN2gi0GEP4Oh1OQ9yGrRzAXA885Rwl9AGbQMA3kL56Ky0PpwCwA3+aocNAGewGYHjDPbOYjNeR1Ddxjd8EUQXY6w7wtfmTm1O7L5+6jmn7sSdrSl4L6YCzm3N/Y2fzwAwPs/wl+8xlfUpAGzjZoEFUNthPpy1OgiIJP0M1/FnduhG3VhWBsOEykgh/SQpvu26EQDH+Rf3pwHU4rMGagHchebRUc94B64FcBy1t9/QHwDS/EK56gJGP7GpQK57ga1cAHBsj63blr4bZyTL/++vCQA+upEurgfbdOySeLilLs9OYEtJrEDV03I/S9pipGNmvHfHuQPWBIBnm2/iOkPdtOct3s2hy8/wz++SDhpn5uoRBaLFjcDfewGlcMza2bm2zqK9BOOEsVyHoP1Qj7u7Y3w3177D3Lxea0wFAIw243dL7SzrU4iNwQHsEJ2AG1Hy978/AOcbvJZY+Nu9OH+/4SxgDQNODXeYGwDmBoruyjWdZgA4arsJSr/nCADuc9EzMgxnb/eSCwDPVK73SoFSoBQoBUqBUqAUKAVKgVKgFCgFSoFS4JdW4FLAWgB4Dv6OPri8NDjKAXypgqfvbw/8+MBSLz/gAD7oIP3Y1keH4rymU4Crn4E666+V91d1AHN+jmfcBo3OHL+s1Qr47umWR2m1vv5wwjODEFbW/tjpp8kZ1UG2r2sEoEP8d0cf62e7ZyA3OoIJWwkOtQ3BQbd31u+pebIHk2P3I0yILjnBEicBcK83n4GcW9RBvLkC/XM/t7PrM3esR4clzsuMc2uWsvkUJKYjlWMxg78RLK7mMNpCGDZz/+LzCIRnMUzIRhDXfvf4pAOX97LNe8AW5cS5keOYsZ3nT96YgbOPCZys7jFjAD6fvXgPxw2a5/esDQaHM2SbQWC0dZgXDvv2Yn/W5zynsTxQg8enR90QcHt725zrcOfCxTtLaZ6dpexPB88Wy7x/3MgQz4sOPfD5cO0bV5AO+gbnwHJjhhbZx5YO0z5/5uOxXQNMd/Y9O4dZXgSjqn9Lxc6NSe6OVyEBz7dnAcfxyeA3zmvqZ3M73OV9BzDF1H8QsI/4xtnadwKlAYK/YEHx9NGcj6pUc3f7BgSH2A2WJgDMPnJskdL5FAC21N/adZ0Zz9igsgLAaJdf8/f//peULxsf5L37+7urPyTts7749dJ26NiYW3ryrv1Ms62m679P8hyKsW1rWge/Nj47cdba7d2Qm09/w+7N3nq/FCgFSoFSoBQoBUqBUqAUKAVKgVKgFCgFSoGfpMCljy9WgOLSblzavo9wAA/PhD8hBfRnQ984pr/70695/w4A4EsD/53uX6WA/lkAmN1ZOT153aengD5T/58JgMdzMQ0y7bnQkFbz1GsGgLG+dLA8exC+BsDjGmFtINzKMbACwKsYzWfcDv317psLzD75KQA4pL2N7ckpnfFZPL8Yv0cAbOmR7ZxeazvP3B1BJd/P6Yhxj5bhZ4JG52x2nBLuxvcziM2gl2OK9xtw9ly58bs73jfUC+DmECqnnJ7FLduTATD7yTJmcHSaEjoB4FeebewTag8A27h1eKauTIFvdAJTDwXd0kc6d/s6SCe3QcoMs/fg7gx6x7UVZ7oaTH8VcChpdn3e4efD44MC4Lu7W0mpbpOBANgu7CCfGwQiHCY0e37uGxT4+Yu4glEW+4L34yumgdaxUshr10QnsL11PgBmXdjQ0V66Ls4zTETQHjVqa42vF7i9mYdVS2QF6FVk6I1xNpe1Oe+ZErm1L6xBg0Coz5faZ/n3v/71XeftraSivrm5UUcwboXzF+szjNO6pgmhZRzamFnKaOuTfC7n78bNIucCYH6v0AGsacjDV0IE9LFsrk5//+9/6Gjf3N1dffvm2F/vd2DdNlr19W0PAPOeU3MgjuWgb/qlAPApdeqzUqAUKAVKgVKgFCgFSoFSoBQoBUqBUqAU+K0UuBSw/jsB4Cl49aegYe7vAAAgAElEQVR2G8fvG88WbsE1Acu/EvjNDzR/q0kROtPnB/MVHu3p3EFy9O73uu6jATDbmdeB7CoiUGhOv52zX1meeJ70n3vr065z1wvo87GDMt4zO+Nyq/fcqZmv23OsDg5Ld5VFl+PM4Tgb855+dIyn7tjb3kXQmc+4nJUfQZOBX3sivwVQWwesXSNwMpzve9KN6w1odSycv6v0y9rOUMbsuyimWY0QtYEbOlDTGcUdtM5U0yStrlMHWR0q9M/z3RHUG5Q2QLM9e9ZS6uIVoXEEF7nsCH/RPqvLz9idAGArm7BonG8N5gI4OejMMRHhWgSes7Vgbz1QVyPqcMrWU/Va2yLwje3Na0O89tSZwGwbshOPL1vftZ3iUu3l2RgQ7MZ6Z3rMoDDHLJ7hS+i/B3/jpoA8RtGxPLQLcFIqexQbKVKm34jT9ybQyoeHJ/3cUkDbeBN45/GJ2mSHMGCuQU5ZpX1t43scI94T14Z4jQFg29yA1x2cwHImsJ0B2yHu5izilJI9nosbxz3G73YOeszHdN0CxNmXvqGkbxqxdcSvwXzw9YLQUz+V92L8KgT2OlbOYLZR/+yT7r8IBX5+epYxBNAVUTwlOs/85ToSYxBgHmuGpuLWtRwAWBOq6yt+l7CPdADHcmJM5lTgvm+gSToA4Hh+r39d/Z//8//kvOc7cf/e23qkMYopRhLOPNhdq6YFN+/k8+NDVoVxbdz+zRXX2xwHtv6a+7en499ZB3fAfZ0BnFWt30uBUqAUKAVKgVKgFCgFSoFSoBQoBUqBUuCXU6AA8PEEbu28NXuOZa9PAMCRDV/KmS8NyN/fAXw8PuZafi4I/lUAMLVpD8g/EQDjkXgDBMvhNcC5ByPfAwDPnIk5luhYazConYG7jTpNO+sTE84xvPY26swAcATBBPGz2D4CgAnCs2trT7fZWZ6n2j4bm6Eu4QsErXTS6hnCDiLoGMzz5HIATMXGjQRHADDu7Gdmd5hj4ziOBNffEf7imhEA8649mNu+ztRFOEJhbY8D2giH9tJCxybuTa+2IST1h87e7kC1C6LjN26eiPG7gejeqe1ZrnDkbmZYc1kTAKuK4qi0/veeZMirsNjnYzwflyCOc1fnpesYAbACPvTR3aOzuc85zDOGrSy0iecMa2P1vycBwD+kLADgdp9c+vj47GAb9VF4cwvHDSuxfjp547ykmzeCYT3vN7z0vrBnivdwo0AGwF/Eea1OYPlvcNgG+22ErS1efVwYB9lFPltbYzlIDY17dawcZkcAnMdilm2Bc5AwmuPNs3b3Nm3ktUDjDMMI6TC+DqUNmNrc17XZ1y4dW8e7qPNZUkfDAdw3jmwdwIyHIwA4mbizFJrmPp2o3NYO/VtZncwPCn/50r6gfwGgt7EcFgvfiDQmOrBLFwD4FPSNnSgAvBnSeqMUKAVKgVKgFCgFSoFSoBQoBUqBUqAUKAV+RwUKAC8JkA07zjFzOwru+EwA/CvFYQHg9mgTQTIZml8bAK9i6ej6MHP9NWXCE9njAHie6pZlvi6eTs8cwPRCRQDcAeeOw1VSpmY3L9sQ0z5HNyQ+3ztbMoKKc8DvrExrxzy++rycPUHvox7Tg5q7bHRAreJDHcDREdfO0DR3a4+Bfs6oLqfJuZvdlNklbODRl2I6t7IzzCsbU2TP9Wkh6YB8DwBP+4975Psgr30d9Iz9jmXEe+j+ncG3CEBnKaBjmS+vEtG76SFGEJxTJLdYDs7vCIBnztDotmVcEmzq2E6+FPL6QEjGzQYzyG/przsARtkzyMv4M7eluYanrmpvm5Yp89rO4c0jbA7g1ge5bta2rAsBcEz1vLd2Ev5yfuiZvKIZHJzceACI99LOgqYTXPrnYB+hb+WHDqA/6JrOR3E1Nge5uH7lvocHOQNYft5KSuH86qmvBc06EI7tv8Y5tPL/IizOAHjW32HtFN15zXXbmGLpzdmX+/vbq7v7axhe9ev0a5jjFg+nN+PkM8nZr9jfGFeot2+2sJTNp14528HqzPJ8tnKOm/x5c58jDN0y29y8GHM4+bWJ9rdGO6IdGqpWY9aALynA8wailQN4BYHxPRvX7vb9pgC4a0lwDkcxruH3bly2DMj6RgJ09MBrTMfNjSsHbtS1wK6LMdq+d9wVzO8d/j2xWfPlhoP/C+JYo+qqUqAUKAVKgVKgFCgFSoFSoBQoBUqBUqAUKAXeW4FLH1/subPeq52Xtu/dzgAuADwd0t/96dfx+At2p0GpAsBxjfhsAKwP/APofA8AHIe7PQCHqyw4Keku2/v81HpJSIFrtimh3xcAr9rBz/uYdgA8gtfomLQUm/nzfHYv3HgZwBAU80E81xtcu/faA8DRiffRALinm97CNrab10RYGQEtYWYGwBGsm9sbNucOCQk18LOnSCUw6imdZ/plGL0BVgGwMh7R5u5s7Q7isR1jnBIAg2DBNUt4G8vMABgpdbt2Bu7i79ZfpDjewiPOoRZjoped2WslAKSBn+FWQEPqEME6nb5w3mbo1QE43KTmGs7fHa3PQXiMJQAwgB4ALcZLYav0AwDY3Op9UwbP7jUXKz7jGbCwY0p/YAKWnwqBg5v7q/T38RHl38jZwJ7WWvrr/xz2kaAvEejHOR/7jffRVryiA5h1U4O4oYBlZQBs9Vla6Lv7G9HE5s05ABjXy14IffXYeB02DTBGZmDWNHWt6VANQDg6fLWcsNmlaXTgfrZB+ydEVMFn2xDjqbHx+wQAP2NsMMYiu86PuAEAUeREtW0kSH+g5fWVADiE5LDhIX53z2BwTtG9B4D7uMO5/qIbEnQ+hKlqc9FSMrfXAgSvAPBskw7LLgAcR73+XQqUAqVAKVAKlAKlQClQCpQCpUApUAr8xgqsAM9HA87PlnbV/1X7LtXn0vpX7Xvr5/IYbv9WeejaHnxNzuo9q85VDudPPgv4rw54j8fXwim4M6hzfaIn5K8NgM+K5cnFK/1XZ/nyPMjs7Ipu0FNtbI6ifNGpB8shxeTwhHpSUUwbms+AxOV7Z/iudGFVEf7E6vu6O7qecjzG32NqzAZS0w3qnnSXFurLy9MAlfxaXJfBUHNStRSt4ZzFlP6bYPbFHZDbVKzjHIraZQde1E2vc6dujBf+O75nqWkJUbs7rJdn/9oDCvH97HyO4xbPIeb7A/DwN/ccrDn9cew/na0sNzphYwrlU+OVY6w74gxI7blhT8HODJU1rgg1ZWiZNjk7eHHf9dcO0HP8AsSaizfBznC2axyzeAYv+9LO0/W0HqfO+r25MdiJV74O8WP9NOieHbx7fyfJXQ2iPjw+qC63N+YIHueUpaLvDtwbg7eYq/4+0zX/kP7DaYm2RAMoADDO7UXbmJIZfSHEVa18vsbPx/jt3208A5j3xXvQdkDh2O+emtjmczwn+Mfr0+Bovr2Tc2PvBISHr1LCPnUBc3ONg1Myw5eQEpobKHzE+j2Tc4RjH4c5cMa1WScC5ebgzXEaDtg1h6x3NqY4FlSq8wXnC0usMIV2nENR4xgzWv/i+AJmxdj7nmE9Te+0tyKeAQyA39ZBbkhpa72poxtWsNHHYXuc09TPvrM9A8jpBBZDuvCoyd545vfzujVbu2f68u//OgP4qNJ1XSlQCpQCpUApUAqUAqVAKVAKlAKlQCnwiQqsHsRfCjg/sWuHql71f1XIpfpcWv+qfW/9vABwf2D3Vg1/hfuOx1cB4I8Yr5X+f3UAnDVrDmf/4FIAvB4Tpvg14KPMU2HCdv4eAcC469QZ46cAcHf6jek1tcyQyjU7f9mu56dnbXQDsZ7SN2qwiqesV06N3M9eHTUiAM7peem+jamyu6t2PjpM7YxPZ2m+eQ4vAVUsL7qC4/3xHtVzsvNEy3NglAFyjku2fPX9nQGwjU9P5ctyZpCX7TwFgNUB7OfHsi1w8LKOuPFjBoA34+26sM5WpsA2nJPMtMpw6fIzhcABABMKEyzDsYgxAgDmHIsAuEFkaQxhNt6jK5Z1EVYP8ezzFG15kjNccSY1APAW9JlTtDttrxUAA4qO7yPoYGOG89Vc92wzyifszeXHM54JkmfRTchLfSPEjdc3J21wISuQljHIZwjr2vBDzi126E2wf39/d3WnJNtKjgCYscUMDoyTHOd9jvXU0XPoOK5RMWZnmQtyyvjZBpgOTfsYjBs2vF++brd2qavbN6T4YkwAnOuJ8xj19Y0ItlnjWjdtbEeSruMIgHl/XF+4UYLznmPAdowO4GMAGHMEc4FnZA9xo1roSchtjdPfdzZs6XnCsw56obONKfNV29bUAsB76tT7pUApUAqUAqVAKVAKlAKlQClQCpQCpcBfWIHVA+XVA9K/cNe16av+r/p3qT6X1r9q31s/XwLg3TMXz6xxzwF80Fn8Xs3Yfyh2Zn9+scuPx9eFANgBgnW/HMAMg5X+awDsiqaD9jhaq/P3Vg7g0VnsdqOJA2t/fqxaYHfurZNLfRxoZZD4GtaHDpndYSX3xPdy29WFddDan89c7eDHwIJnXB3SzRI4xRiIZ/7aFCHVCWl8J2lXs24rvVqdzQk49r6f92ngvAM9G/uoS9fQzim1cYxpiOf2tAiL4z0RDI86jrY6TcE7nJ9swFU1/NJdqKpNdKurruI+DUAkn/mbAdLq+zsC4KjkAMgmAIYwT92m6q4e11eCJYRBrIPR8FX6uQdb4/s5HvYAGdI94zOe0ct24SfBbAS5hL8RCl1fi+vWXZuz6cPys6M7AmBqSIDMaaD3ev5ihaquV4s3MFK5Gazczsy9kjTJaLu5fAmGM2xXmKtxboB5dpavho13KI9TPOdXr3O3MftxBADH9S+D06ZHO3e45XDWcbm7u7V+Ij03Qt8BYWsv3gf4bEJanLVNMMjWohDUIqtvPrGa46YZnf+eWj6eCxzjfi9F9N5ZwByPeF/UGu/HjOV6fVgOuAzEOWJjZOuXgWIDvViNLAZlwwKSLEus0gke+0B9NGOF/63C+ThL5T5AYGw4AI/1lZ+pnBlD2CxhAxBiOGxCiGm0t+ct09kdAbCsfSfOej/Bfj0Oxu/no+sddx3k8vt6Y3FWDuAcWfV7KVAKlAKlQClQCpQCpUApUAqUAqVAKfALKrB6oLx6YPALdumsJq36vyrsUn0urX/Vvrd+vgLABBj5DDTUN4Oyw3WrtM/6AG0OJHN/CgCfHuHj8XUhAB6aUQCYcsz0n8fs9txOfcDqc+W8FNAdzO2O/zulgJ6VH9fE+LA/wxmd5gsQm2EidSXwMLjRgy8Xl2Fsv9/AyAoEb8GzEhctJpY9AsHuAN6Lg+7M3Z77y3tm3y1ZL16zAYENGoxxdcoBPFtJ7AzW+RpjbuueOtrG83TO0uzMnbmJIwDe9C/Erbob/YuljePizMw9/fZWUYLcvc87qBxdwbEeXBN/1zNMNW63TuKWqhogO6TfBbi1/vZ4140MCQ4RNuc5aBCrXw8gTBjMdnCc7fcRTBOCsU2mi6kSHcPmwOybBdgO1IfyxQC7mfPUOOrRAHkDm5hwBMBwy0qq6Nu+GSCCWTp44xm1gIGPjyMAPvK3UQbAdJg2sElQnY7MAMzOruLNmbmYV75xim1uENzPtn2Rft7f3ch/5gT204vbpoL+p5RtfMjrWV+/bEy++qHHfaxNBWZO2APAEeRqHGEgMSQpRXTUdLPpBfV4Gmi0U53uDoAJrHWeyKaOBrBlHsy/YwiArR0AwDjPFy8CYJR9LQLTBc5+coWKc3sPAEf4G9d4AGBNda7ZJgjdg4N2kgKaruPu5LZ51l8zAOxr6mRdY79Off+t1rt87wbwprW/APCRVaOuKQVKgVKgFCgFSoFSoBQoBUqBUqAUKAV+MQVWD+AvBZy/WHc3zVn1f9X+S/W5tP5V+97tc3kQSXCFZ7J88BjB7hLGBvC7AccJ+K7K4v2r6y7t/0Gj4KXVfNr9+/HXIdepxo0PBGdu0GMg/6ME2HPPsL6fOf/Oi1Wex2qabh/k+hmBg+Rb+NbuW4AxrSS7KbXiOZiObRrTA2/Hm23I8O+8Md+2I0IMztMRyloN+1Bk7QQe3KTu1sxrvoKEcNZkBlk2gB2ymHYcq/2zgWfjvpdKegWAqVUDK0F8vAfwFB2/Gg4Hpm5eHzMAnjmK47jPADDKIAgl1MqprFmGQtHQUKbABSC0cRrdt+fMd14bwc/Y9n4m8B4oVtDrLtW8p4lprS0+etpn077DXoJetsPSx1pLGrhLIDhCWVzH3wl9c2zl1K/RGcw+x/OGqU0EZN4iddridXt767c6IPP5E9dBnqEKx/eNOIw7wAb4i45bwl5zWM7GJKZujrAVaaUBoJ88xXqMHdUmWk7jAKd/o5zoNOY48SfXBZSH/uB3ngMcYylXYamAEceOd5vtFeuTpLKWz28FYMMJbJfI5hUHxEwB3csc10lsIELdnIeAroDhfHH+Hk3pTOgYAXBcc02L7kCO67K6ytVBbW3CmOA/xrH9HMe3jTPmR9h409A/uyKx8uxQGuWrntLPr+ootovoED4FRSO01/HU/x/Tmfd5qnUAMIf1h7q0GNucAezgvEHjMRpGIGu7A045gBELsf68Zs82RO2FONeS+PmyPBFz9lffiWlUH5UCpUApUAqUAqVAKVAKlAKlQClQCpQCpcDPVmD1P98vBZw/uz/n1rfq/6q8S/W5tP5V+97t8x0AzPIBZCMgzvUq+20AWB5qtqdGfJI90oYVLCsA/D4ju4q/VXyv7m8HGL5Pc88u5VcEwDG2Zw768QFsdxfN34/zpkNFXtucw7tnCJ5+fLsH3lB+BLv4na7GPEgRQMzOhD02qHMArM/oHTigHP47Psw+BYBxzykX8AwAQ2VCBYzfKQDMvgEixDZ1l2TvvcGVCGe2YzMDwCf14xmaXmwGwAYXkXKZqWL3Hb+zembl9dizctt3hPctQ98MH5kqetDeJ00Ej4y5Vp/AkJZaeAcA97YZhDq1vsW1Lbr8LM5srNBGA4Pj5gter7LjGkAvHwN0pZVNcOvzM/Yvt68BxgSA2Sec8csXUjVT+uwS3mwWUCDX22+u7x6Ls9TQPBd4hE/mMgZoRXm3t3dDyKD/6LvC/fDJD+RwljbcyfUE6WgDYZqlAw8AOGxUwfpEeBrdqFwHAGABUKHH06O4ch3McgwthvY3ucQOYJ7QoTuLG2qGNNNxnqLOtlaqQzrMCYe/uJfnE8c6n6T96rKXewCAv93fqMb4HS84XGNf9mI2pnQGGCVc59rMtTuniEbZEWpmAKz6TYAyl7EGmLVCG3u8UC/OlO6Ocut1BMCxXzH1O96/4bpv00vTMhMAU106gNlfOIS1vyH4ooNX++rti5t42F6Ob5wboeve/iHk2y8jSLVNP1EbtN+072uSjeV5AHhee383A13rW/98BYw3nxcAXklen5cCpUApUAqUAqVAKVAKlAKlQClQCpQCn6/ACuCsANDn9+CyFqz6vyr9Un0O1x9tt6tGfcTnAQDPij8PAMtDw8w2znQAf0QXZ2X+7vaGVfyt4nt1/78jAN4DvHxffzrwoZNrL54zeOJ1/f3LAHCrd+b+1afDp+HIavz32r/tL+o5lT74PAfwbN7SedZAmjwNX6WAju3U81rhYJOfSDkaIcGeA7idjZkgU2yfPpTnGZ0OC1X64CpmO067wbaqEuBHIJMhAAEw7s6AfubQjbVk0KPtdph4yvFtAEQAcQC7CvLki2E2TohDe7+nQAYvYR0ASxaLdM7bvOjtY1pih7FhAFZr3BADfl8DvE4aW+pmrTPFhoNmBaAOgtu8EHBsY5qdmwSe3cEcQSzbBLjLtNBPT+aeNJjYy9uD0y2mAMV4dqm/yXHPIDieDZyjrc91pvBNGxowf2TQnp+flToNujsAtvixcbYznw1Wmr5Icyy/yFoFEKv365nPva8RAiuwFYB6cwNoamcA57E5NfY8PxjgkmnJCeXjfR1aW39RX56vPNNay/EzoQGmc2zpGcUetHqtuk9fZb2xP5j+uL++ur3r990SAIuuVjbi3s6QjWf/Qr8MeVs6ZoeeN7fWbgXMYVMNYXFOYU14jFTcDWaGc8y5VsUNQOwv2oJ01Pw7kPU9BwBrjWH8u1PYy7/xVOj8TsXX1zPiRfoez9WWrQyaKlxj6AQA5t+vEQAzFtlmrvcRBOdvpby2Upc5eLUx1TOtfSODdjmk1T61gS0D49xergUxxmI7BjjvWzLmGSZ6CW3Z9L/f6wzgvArW76VAKVAKlAKlQClQCpQCpUApUAqUAqXAL6jA0Qf4v2DT36VJq/6vKjnn4fGsrMP1FwBeDcWHfF4AeHRmZ5HX8Xv6/g8ZtFDoZziACwD3AfhIAGwPuOcR9BEAmLBYz3AFh0oP6rt7rp/tugLArf3pXPR2XzpjM8fz3hmcDU4DpKGtOw5gqKeAJ53dm89e3nPtEmLlMvbgL8oBvFMopE7QDrwyALbxZcN5Fmh3KEOaDn4ZB6cBsPV3dP8OMDd8PtTvxUeHLj9vfXF4H6Ep69Nrce4uQLUCNsBu6UtL3TwC6xdhpPbRePYv4zq7etXhGgCwlU9HbgfDbPPs3F6Osbl7rT1fv/bxifdQh5njFPCZYBo/CdV0j5d89uwpouPfTvgIKaDxnoFbd7hK/SsArO10CJwduuY0NbD5+PhomodNFowa1ctTN8cVhWf+ckzj/TldMFz+qu/OubgRqsY6AKnj2cKoozmGkWRY+gAArGBfft7JmcCAwIj05gB2ACxFyXW2oSACYILr3D6c+at1ywe3DoAtRrozlBtRCIwz/L6+CW7WBQCOWSL0/F+CRK8vA+AvcoHVZ9rSjWwbcMxRrsBaALBGOdYWLcvugxQRAOOSttcQ66IPxB4Azn/f53jPGxnjecNaV+hfHHP+G3NN2+oO9xw764wPKQW1b+SIGzjYDi6l8bsgt2n2vTmDxr7vAE703/1P5Nmw1XulQClQCpQCpUApUAqUAqVAKVAKlAKlwK+lwKX/8/xSwPlrqbFtzWfrs1t/PjAwNj3BgrdofDTFcn9a1mshANHnbW/he/Es4N0CwtM5r7qlmJbfv5zSJwjyuzydynFydF6u4/stA/iWiPuYe1aAd1XrSp8MwtqDWw+snCJ4v75jaUa3989Ty/K6GYjBZw28HpygG7DlEOMt+tLx1c+UncWYvdeAlvyjX2+Azl4Eevbb/PrxQXuc8/nh9V46aL7f6m1nN7Kd7tZKZ632cTCHItM4t3LSOpXXIwCO/Fo/9N9Gyd56ELkuIW2HA13TCIBX5/ay9giFo+tXRw0gL3TWwA/P+wTgM1dlh69wvNrvklC5u5/T2bgN7PjAEsIx5gfQpVDPwZFD3zzfY3lxs0IDcID93pdhrod4Rd1Mbct25Hrx/o24O6MT03QcwW+E9Y+SsjjCZKZ1jvCX7QR0hVMUvxPKRwCsaYRd/2FThsR51AT3Pj3bGb7XAl/hoIyxlSGwOXWlbAer1v8QV4Bxeu6rrWNwuD4DMEvYE7jyJ1ICK9QDzEOAaBzxXFyMZT/PFZ/HNYtlzIG0lfv4aP2azRUC4DizuFEhxgg0wZDxbF+2cQbu2Gf2IcNBrUvdxUhfLBDYx+/u7k710nU0pBa3tQK5gq+uvt1dX93f3zbfuOmG6xEzvmbK2PYzgm1uxTYApnKttvHu5+xq0yZrXdScjmCmWI73UI/mMvb5Qu0BcOOL+R80hn2DhJXh7VZobwA4OpH7phvvS3AQE6QboO5uWx0zLrvhbGHbeCD6eip+3j9bF9j2uHxT39ivvJFHYXWcH9h8E6A55w+XTqbEns7dQUHOOf97wTN35LjMEFjHLHwFzebPpBqNW21rAeCpPPVmKVAKlAKlQClQCpQCpUApUAqUAqVAKfBTFVgBjlVjjoKmVTm/6uefrU8B4B0AOYHcBYD7LDo1LyMEWcd3AeBTa1MB4C2gXK3lPwsAox2rM4XfGwCz7/mhffx9cBieCYCPOHxnqaF3x8QdwK3dAwgcH/7jGp6/y+s7lLeUzXzFM4N5nwIaP2N1D5bG1M/j2hRSgIudrzunzYEaNzpEKJr7vQEYTlTzRgmW2QH0CIsbWPaNANHRHNvD++PZpnuuwVtxouYUswTAs00LM0dvP+N4fn5xXPsBa5Fl+OFB7MRCbODmjS9cy/CkpviJVMk41xj/VgScYN3oIMRZve4wbufZWi0WDx3+trrluub8DBtNGjSUezJgfZWGzgAw29ZBcT9jllCX0JMAuLvW+9rGaxXa+tsRhtP5m+uxNcg3NviN0LUB7AGMwyNsZ0bjpb852CQAxvt3d7ftXG4CVL2+0UY4518VAP8h1wIIEwD3dOKA8uaAtZekkXbAi2t1bPTs5Q7EZxA7At+4rkfYyfJ0zBPMjGmgB0Dq13GdOAWAY6rsDkZHQE1t4vzCfTyfOP8d1MFt//tnBoCH+QKxNFtC36AU/0xta174kyq7wgmAR+jaa9m6be187n4ud59bs7/tmMo9O4rjd0aE0Nv1M7+z83sB4INC1WWlQClQCpQCpUApUAqUAqVAKVAKlAKlwE9QYA2ATjeiAPDH6vNuAPjMFNErY+DX1QV8rHghP5wY4KzkAsBD4OU4mc3L6HJZnd3Zkx/+hEXoA6t4i0P1nOZQ0z3naCwrnvG7jevkAOaD+cX8sXSe/ZXjID6gH647OH+jUwv35/KOfn/sQa/+Pjoa+2KOLry26YK7MxQOQ10Ogmsq3xM/OzJOw5glJ3dL8yzv55TOQx8dYBCg8QF7dIupnnq2oy9pDl5GJ66BGr5OAeAOU7qbM6du7n2jc7I7q7e6dagb3bmz+ZE/jxsjBmcvzzd1x29zBosOcPY2Dd2h1sbXowOON/zX3IqeGpWxScCpcFLSHpNJZwf3bJ5E2JvHyQDg6BbWOn1oOvDujnArI4ydwrTuqlRQxHOcpb83N3YtYB9gnIGk7k60OLfUzUydPMIfS4/M62KqZR1bT7dMmEB3WFIAACAASURBVEvHMMAnASbueX6GxhZD4jtVpy/LxL2aktiFvflin1lbAQz7OvZV3Lx4veBMX287nMB0Cc8AMMfPzrpN7kOfU3S/skzWH4HubJ6wPMJX1IW+cX4hBTTeu70V56yfv8trY3wxdm5vbmWsrG9fvwpoFbXiecOquesUoSDLipr2eMzj/VVjARsIFKSLJnfSPkihmzHcAcw+oNmYR3KDxtqtpINWJzDXUhiEw1oJUGwvB8DuAtbUz772xTN8eW92B8e5oXogTiWW8rrsecv7XGJbcmpoAmCPGziVJSrFHS7tknv6ecXd0c7xtfXTetXXXXtjmB/i/OUrZbhvzmneD/1Qf3Qg4146qAm/4Q6Or/g9n9cgrikZlmfImzd/bOYFvovSJozt33r2/boPgLGBwFr+XgD44QFO/qN/IQyy1S+lQClQCpQCpUApUAqUAqVAKVAKlAKlQCnwngpc+j/PCwCfHo1L9fkMAHyEDZ0CwEfuPxrDBYCPKXUUABO4FAA+puvqqg8DwKuK/fMCwKcJeX6Yjofw0XTbU6DOBc8O7yMAOD+gR8l74PwjAHDsyXsB4FjmbO3o8MWA0lEAbNpYymcc1Nkcmw52O7DHhgBLe6tpbnE5HIxyXQS9dNpGYBvbHp24fN9cln4mqAdMBlq8du9kAd6v7fLy+O9ROwOxuH5IC639sCufBJhq2mQlMv1MWoJbAFSmc2YdrNPO57V7AHOHzQ+AZwDOCt8NkOP3Z6mvneUrZeN3uFABM3ntrC8+0JYm2M8WtXhGKmF3BksXnp46AL6WMiMA1vNYQwpolKn1ujs5Ojo1Vvza2XyaAeDZmauxjBkARorl2Eamk+5QzWAiQHF3yeK0XQPArFNBpLSXqaJjHMTYszngKYj9j6f4fZ7/hsRZvATA3EQA2KpjpP8H9l3Egcwr+ScA8N2tAXWchauXABQj5oMDOJ6/y7Oz8d6tpJOOULXNde2bFajpxOFeDrSybdKIID85e18i3dR2YdOGRJ8CbEtJre2CllLOy+uzgtgGgD2WZxvWRnC6BcBR96wx0TDmB1KP8wUwjvp5fQTAWt4JAExIHGO3g+z+PUZ94/dId05vU5THtSf/Hdj/3kMfbJ5q20Nqa86rvtGo9y9x5SEd9Cye+bf/w/eXq+/fvxcAnolU75UCpUApUAqUAqVAKVAKlAKlQClQCpQCP1uBAsCnFf9sfQ7Xnx2+bzgj+BS4PeL4fU/wyyeTewAYSQ7f45WeP75HkT+1jPwgnJWv3t828n30/KmdP1DZpQ7g1fzLTsGmP1OX7gbYxPHbhgAP1Y+dCXwcAKf0rjtn1e5JmkH36fN7DwyMz9+5POO5xiitpQZOjlzqNEvFneEvHtyPqS4FLuxksG7p5L2+zTg7SLMH+J4ylW5QBS2extUb8ZEAeH4WJ52gjKN5POUNIbPf987q3TrVtimgOXb4aSlUBUDg7NEvN81xBvfdMH5CqVqdwVFqZThM5Dmc8OCFrr2AePkrghGe04s2ZNjL6xt8lo7FPnPsED/6Cuc/c5y3KaBHZ/o4IwCADb4qwEtOy1d1OY9AMMJflAUAHME1yx9T3FobAOdQHFI391Sx5iQeytI41hOWW3MBuKhLg2Rcp+QyTc2rzmK7hef9CkIy+BwAb4SjBI+4bQaAmZpXy1TntP3ktTlVdhzT6MLdO3t3gHDu9oUDGK8bScUNBzJfL+KIppMX75kOANyS3podZ9pm/czGRl3E0F3OTB5i0d3dEa7rWcmIhbYuNwSpzYiZGACAddzUFeznOjsAHjMNeLpracSdwH6AzGtxmaOJKF019fTcGieJ9rX5IPdqfc/dXW7jgvTdFr9sk8WAvRfv5zrL9V7vY5YEvDk5U1318XbZ+Jv7F/MDwdDHAdB4/PuFZwgDMCtEBhPX/srmBqzPvsHk1Pe7joesRUjNjvI0VjE/RDOcfR2/A/Vzrv8tcsZv8ZiuO2YMmGV4iPpR675BJp7X3R34dp2vb6l/A+DWjTbj94E6oLk7QGOjp3bP63zo3vBP7b/o/PD0evXPfzzYPJCO7HzF7hVT75cCpUApUAqUAqVAKVAKlAKlQClQCpQCpcB7K3Dp/zzPO+ffu32fXd5n6/Pm+i8AwHhgk3HgOQA4Vj3J1HxsSP3GAsCn5VqB3jw/9+OpAPBM6dX8+zgAzNacBsH/PgDYAMkW9PZUxlCsP5QfRxNPoRUAoAxchzUuPNnO68w5ABg10VmMMrWekMIUn39kCmgDC34OJM+k5bmr7UH/5QA4nveLPg0OtZRDNZ8BrBrA6csU0A5uc4pmrSMC4DQpM9SFkw1uVcLU2fmt2lbUj3EKKZIj2Mzwa5YyWscV/wE++waAtj7474zBV6S0djiWYeNXDTbAww5/cc2dOC2tecFFnVJAx/WIfSXIxZ10BmscutZ4H/APgNPApJ2bbKmkAYx8LOW9ZwyInw1LwKx1akrgDvgBWTVtdKM7Mg7UFoDTAXCeRwBlOsR+H0uMmximrl1pA0F220igZdn31ux7MJ+9y3nIM3Ytht2xLO0FqOXvdAazrgiYrU64Yrse4/cEneriEvY00RkAp7DWDQHsh+renMA8P9k/l5ghbEWMPgd3Nd2zWhAgL8ZBeTTExsaL16tvt3fi6JW00v51/6UB7Nwi10Y3WthnAMCMCbwZ4860tOsI6vU9v/8UANabdJOCQd04lmMsIFDHzUENIr+OIDQ6+DXe/CDkH9hAom2S8YsAett9+65xABy/K9Qx7wBY4wUbWtBvWWIhZ2whdY669KMDeqWkpLlNW3CrJdkAq+aMm5ghYQu4Yzk91XM8O33U9WwA7N+vD7KH4p//epJ1yDdAFQCeRFa9VQqUAqVAKVAKlAKlQClQCpQCpUApUAr8ZAVWgGPVnALApxW6VJ83j88FAHjWo3MA8CpmDn1+IQBuZ94tuOZf3Z5wLgDO2vf4SkLxwf5fnAtf6gBexeqe/tFFN51P7mxsxqVh10V8GLtyAucHt+OAsX3ZIbUHrvfiI4PXBs9SysuVXu1zuPk8xrZzsPdpr529Pfbgf9u+Xj7rjGcw07nJz7DcRHjcwZVd0XW0RmdgqLBP3lcI42lMcR3riYA2Qo4hH7XWMyr4JZHpvTOAe4rQDoqspFX8nB6xvRTSdGRTezpsWVqGxaZhd/YKgpqPm6amNVCs+iVXYixfx9wBKccnA+A2bi5sjKcG/wCzvB6CazobCXEb2CfkSg56zrrW3tAuG3txPPt3mo6pfM6zfK2N+B1AGOCuBwFA8uxFuEuQSxifXcXU8EbOO8VZv/a7pwt22MYxvpaUxgqA/UXttC6H2f1D+5cBXQOWBKMaE2y2hx/Obdbrgc4cMHPO5P4R+rUNBiKHnovsrlxC2Ztrc8LGM4FnWsW/oSKIzbAxQt6ugUByd9mq1hK2dl8HlrhW11eBhbbRw9cInHcMlzDiPsB4xggBNT5jOO06Ux18onxLAW1OVK0vzJEY79pOOms1xl4lFfQXSQkNhzMQpqQ3RtvDxhr0hSmX9QxpdEs3zvRNLTwXGecLa9/zmiVx3jdaWOrpEQD3daB9L4WMGfk87Q6BvSJokTdG+IaLdm/7brFNFnCy68YNrM06B/oZ8/O/ATvsvpa50+G2lfcVKZSlXwC8EXzzjGLVEeOvdfWobDr6ezHVuMWRNbyNY/x+lX5j/hhiTg7etAGnAW7EJMA61lvX7T0BMF2/aPPD4+vV//4DZ4irnVj7UQ7g2YpU75UCpUApUAqUAqVAKVAKlAKlQClQCpQCP1mBNwNGb+elgPMnd/fs6j5bnzfXXwBYx3qVlroA8A7pLQB8aK341QAwG53B6aUAOIuR1/2YolQf/PKB/m6q6f5U/BQAZr17Z/F+FSeXznMvJELcXC6zCQNFdSBBp9IIdfO6cQQAM40pQAOgEV69nu7Q/QwAzBSf67O/T4d9TBHNf0doyrszIM/jqHY5fxl4AyzjHxUhBbS8FaGdahqISnTaEujimgx+Z/NicMUFJ2kcnxUAbulbTziAdT44KNV2CIhpcdtcwAQ7mDt2xqnGdToTlm2OAFg1UTdvh0c8C5h1A+Y9Sypj/h61Z9pYAGCeb4p6DDA6iE9hQX3bGdo+ngBPeFlNaJj9AADGGNMBDIb1KuWje/nc3FiVwlFvA1Iza1l+rm78nRB4mFuhoPh3VNu8In3sKZx9jBSLRqIpEHQCgGmcZX22vvqc9+zReY0kDE5SGoAVwXimtZ7Py5TaXMQcLuNauLkBxAl/cz3R5d7GU2ND4LFICHB7KyAY3URqaBDcTZp3+QwxwxTKMa0zzqi2s4FvBjDMfo2bVgyU7gFg3fiAcdBmAGq7hh7/Om+aC5nxrSt4WhfgQO+OejrM28YQ3XNhZakD2BsLebMJ2qq21NEawoG1UlsAYLyEDXeHtLT9WXdwOPzEhgH5Nad4jrHIs5sZ1/nv/Qbw0SjplJYnP+kYp+bcYNTGwAE3N17YvFT07T8JwS17RH7FTSKbD8MbzLj//PTj6p/fH2WTyZ3XYRcVAD6lXn1WCpQCpUApUAqUAqVAKVAKlAKlQClQCvwkBd4MGL19BYBPD9Sl+hwen1PA91QTJzma9aFscnVsijhRX4Qnq3JWgPbSabCqfwWAP7p9l/Zvdf86fuYOM5Yb3St4b6XXqj3v/fnK4ZvPgMz1r+7fXH+2AKcdmPvxtX0oO7ZlPCNyD0Rn8PtW/ffKX5e3H18rKWdgMdcXnZv4LANgggV81sHPfhxn2JjBb0/fGQF2Xyw7ENpfQE+VkVPhst25Hauze6NDTK8NwLU7wLqaWxeffdb4E12Ak1TPLIUu4OgGzs7gOH7apwYOHbZEuJtdpz6GbYwdlCFOGpiJtEauF/+bVrk9o3c+PvE6vW8yQfUMUXXqGnSNP228utu5zRt494Yvo54COq/RAyzWMZi3Nf9tEaF3c5w7eEYbCdfi5pAfEgwKehUsuqNW2i9HxaqTj6CZkJbxCeAaz9rluK42guh5rOryxpnEz21Osvyun4HeBnYFXN3cMs0vUl3LOaw4p9Td9kxPDZcwzjrmvGnzUTcZmGuXLnGL7x477L85XPMZqYCHvllk+JvJQCQgcYeV2zVP32lnBs9du319sroVzLuzFW3mOLEfFicdVPa5BUd2T3fe41/6fi1uWBnmO4G7NwL8ATDx+urzml1r6aR9PmG84Mq/RjvczXytaZt7rXo2L1yqOsACdgUut8/JHkG6/WXgN2wECQAX81DLUdminva9OEBUPVPZrtmsnwrvgzKIP9XN5inMqta3vukiAmDVN2wOUec3YLpu4hBfrbcNGyEeX3DWs7UZGzwySCagjrCdfWQL2S8uO9uNVhyv3if71xhz3ZXcjwfgHXQ/72WToI4x/fYwzqiN3wei3/fHZ5lzAr+VBt/LpgF+b4h20qHV/5TIPanfS4FSoBQoBUqBUqAUKAVKgVKgFCgFSoFS4J0VuPR/nl8KON+5O+9e3Gfrc7j+AsDTsS8AvHr8VgD4nEXj8Hxshf5cABwf8tqD3NPje07fZ9dGMBy16Q/N315/PoeVZe65S2ftO7f7e+ObUyyf+t5DGTOQGx+s49+xjAx49fPgJLsMAAMG2Tqg8MNDMm7u2APAUVPltTtn/WbtI+TQfnsFEaboPQkAs434GdMwR9fmDADvbVAgAI56R5eowrvQ+bgBwOoZ56+mWA4A2Mo14EE97XdxMyZrYdysAA6WXXtRw1l85T5qit7JOaYafzwT2gFwHh9Ca8GWDbQ2oCpdBgAG1CEABlhlP1FWBLBju+23V54B6u5N/J7PPo0AuIFmgXnoF/S084kB5hiwiBcIbj8JKds5swTLj+Is1v7PzwiOTtwIgG8FiOJ3nPHa4pLwEXGqdBRAMH6nGgBuZ34jtbK0l65qDfEANhmHs41JccxbinVPdYzPCIAZoxbHONsXjlY6ZSEOAlDOc5Z+tDVUoS3cv0hjLU5gyWWN1MY3cN4LV3e07ucFd22xQYBz8QXOX42D7WYNu6YDYDhOY7xw3Aia2+YeQPwGE7uucR4yvkyzLQA2Tcf6WCb+/tN1JGSi0DN7PS4RppimGQD3NXKE9XrGL1zKAN2ihcxAc7aL5g/PjwqAoQ8d/mhvHNe9NYFrUluLwtof5xfH25zAfW1afR9tN4uMsFw1bE7rycYf1w/XaIJnGQq89fCv16t/PTyYixpni1/duZvbMwcUAM5Lb/1eCpQCpUApUAqUAqVAKVAKlAKlQClQCvx8Bc4HGmMbCwCfHrNL9Tk8Pu8IgM+KwrfW65WcC2iOtm0FflnOyp7wUe072o9Lr1vHz18bAF+sz26K4nnJaz1532nwy6ve2wHMchto+wkB3FxLCmssnt6Salihj0/I7OxtqkZqeWLwCRiYArXP93FDxPbB+HzDxB4AnkFv1MUU0CsHegai55/xG+Nte3Z0zu4ZmMGgXga7s/GLZ/ji5gzieQ+vi+7fDHT4O8+O5bXUE4CSa/NM41z37MxgBXNpecvQPae+jY5fns85gKwUc91pZx9ECIw0vTGVsyDhdnc/M9fe2oujCKvzdUgFrLGWAOOsPGuXnV3LdoIxoUUAsXhdA+C4Qxe/PzyYkxbuU4VdDljVMekOXC3LXbg51S0/Y6eZutkAWXfvIuUyYS8+wxm3qAMAM16rYNZfbGubL+7o1L7LNHh+6e5iatjBpZ3La6DcHcAC7m7vqCc+88BxoMd6X1+lXPnjgnCZZwGbpn3tywC4Ndz/sQeAo+M3poLGv1/ckd02g6D9MoKWPh3Oaj9fGbD42TX1+rDhAA50AOAvX+U8ZafoSEH87f7uChmhtQ9h+RvmH8Df5I8lOmANoPomE5VxdPYi9tAHumL7hhZ3+VLutBkDJbFeuGWjwzx/70B/pBhnnOJetCufq6utk36j7Vgx0epgTDYdwnndcfMJQOezOH1BOREvqM82BYgD+PFR+x0BcHZo72Uc4RxqugyuZxsbxiv+jfFDH1AenNZ8dflGcN0gu1+w/V4wV3QuZ1jfPDY0q4bU+8/vL1ffvz/IGosxlLZommnbAMFXOYC7pvWvUqAUKAVKgVKgFCgFSoFSoBQoBUqBUuDTFDgONOZNvBRwflrHD1b82focrv8cEDtJ+3xQju1l59Q7qeSj+FQBYBN7HT8FgM+J/bWeLG0fAK9jfpX+GXXMU0C3B6/+5PajHcCMse0ZvMcAeNQ+A+Bc5qlxig+qmfa5P7jnXNjOh6MA+EiMZLioZ3Sqqyo+oD/tyF8BYLQjArd+PfR+GwCenQEZ+5vBbotwdVgG0BOowiaVctgcgPvb2Lr3UOMIOMvPAI1n3I7OyD33oenauF0ASRGyvxUAs8+RgaGtXA8IBDs0/qFglefJ0qGp4wfnpgTpXuxFWB7hZQR/KOdWUiKzPXQC5zW/QTInXILIJH4MUgk/UgDMs4HzWbyWCtledABb+XMAzGsRn7g3nkULYIvXi7SDUJfgCm2nuxVtuBawzfTPDRTTmStlAHTm9M+8n/pyPPg7fsaU1XsAuGs8fi9qnEt8a3yK+1NTPissv3EYnFJGO2DO8DnGS4+pDuvMGU6QKuMUUvtGIMxxbme8hnXGziy2dNe2JshYK8A3WPnji4yBpoiW+JR2fru/v/qPP9CP7vzkUoINNPGVNyrQSQswOkJTc3FrO5HKWz4HmLX00fCdOw0ODme9GA3DD8wRFJA2BZnmtjkkp1QGICYAZpzG7xTdgIA1SjcgGEBtYDRvBAvtiAAY5T09GwC+u7/xb2EbvxfZdNAzGjAe7DvA0kar/OqQ5Yt/p+4B4M13CmNDyuH5wRHc0mnPM7f3v996I6jBbG/VwPzZdvn5j+9PV9//JfGjQSkbKnQDhs3xAsDDlKlfSoFSoBQoBUqBUqAUKAVKgVKgFCgFSoHPV+A40Ji3tQDw6TG8VJ83j88MzL4n+GW3fxEAfBT45tEqB3AB4HNW4QZUNrKNAGAWj5eB3z2gupcS0xr4MwCwPWzPwMRU3Z9f/UF/1F8deXoTz1Icy+0uNLu/O45xnmSHJ2jPRwJgwl20YfaQPcPf2TrenWmWRnT2ymeq9tS+JwC7r/NWvqWjVTAB8DIBthnWoh3ZGcu25Wtbqtp0zzg23gbVytrdoDPgAV1p7sjU+v2cUeobIUwsO2rG+YWfLaVw4u15HFo/eXYnXIHqqKUjzs74ze44XEPAOUu3jHoUCHkKWPRbxzI5SgmM6eI1l5+Nk0JagVQ40/Yr3LlpI4FBzv05NjhFfW9Ah8vm6AV/J0wbtBT941m5Og7BlZhTQEdYbONr7lqOHwEwzw5mulkFdFIX77+RA2oBiXEv/t3iTq6JaZ0HAIz749my4Rxo9pfQuccxxlnq8XFEe+4kBbTFfnBqaxwAOMP5iXYJ2BbAiriBAxsA2Pq4BcBRzxz38Xf+G/CugWyJE4Xu6Ysk6mr1xtTavuZjDfWNFLjenMHiVpWy7Ixa2Zwg7m4CYsTbf/757epvf0oweJwA2GJsWH+LJU9rruVK+9SVG2IQ2qEVjB3MIz2jW7SDsxtzwvG2rwMguQCooqND15g2OQNn3MRzc/ldoW0BEHWHsEJpulXDIPD74UU7ZqmZpQc+t3u8xjqxb0HXOOoiofHyw0CvdN9TaHfdjfLqXgGLC903YGXnbBT4vAHgRF851/JWsC8plXWMsbh5qMW9cnZuBtAWtVsy+J19V7Pt0EAhr9z9DwG//3rwOeLrJs9y7uu0O7ulIae3PMUe1L9LgVKgFCgFSoFSoBQoBUqBUqAUKAVKgVLgQxS49H+eXwo4P6RT71joZ+tzaf1DDswGgLdOsTdLVgD4zdL9jBvX8VMA+JxxeA8AvD/7+IkeqJeatQV+Bhnd+ZgeszbX45o6n9P96bWmydi+IXXk9K4tAG7aKjwygJtT/e4BYFQRAWADyBMAeOo7a2++RBcp6joKgHHt+AC+i3EpAM7wT7kGpnMAwAZoA3CdjMVbAfApZzCrOQW+dMx80CKszHpFNyfLnZ0DjaIAWfQrCXMjQBWClrcC4Cwb3b+xrWM7DeYZzOqpeQGOCH1jmQTAgJIWM55KVqYVnMQAwOp8dQjL+i3VsDl0u+Yzx7mdVQsQZ+2U8pz3xbkanbQ3NwY3Z670IwCYaZpjnHLeEGQSouNaOILRF6TSxed3t3fmnlSY3p3DAME9DnAOcofDeB9lEQg3EOZn5GrKXNHxVR2y5uC2M12vRgCs5tO+eLC9+lPT7mIsLPUtx2scTxvHCKD5u13v7nnvC9qDdrQzYj1OrkWTuBmC5fW6zInMV4tvNl1AJ6pAKmRrkF0rqXljc+X356s/BQJ/+4NpsO1jUSltfvB55YsN6+tzLW9IMn0Qd3d3txsAPDRC6TPi/jQyjABYyyYAhqUdJeB7wwtW/7PLA1aJ7ut7uf+exlnLw9nTDrrNJWwA2MYeFNQ21OC711Ixb/+GsutHABy/n/IGMUvJ7Zq383/tOy3CZNyn67lnl9AxcgB/DgCmJnHus1wtk65lhIwCegPA/xT4+/0R+lh72ae40cxc2u4GLgA8hnj9VgqUAqVAKVAKlAKlQClQCpQCpUApUAp8hgJrQHS6VQWAP1afS8dnDoDfMdJ+UQDMx2kr98HKnvAT+Nk7Dsa2qHX8/LUB8N6Zevlh6p7Iq/vzfYcBMBlFkLc9AA6Fjtj0GAAe2uxOpjzOPwMAR2D71dM/Nt1PhxUeKzcVxnL8wfLOutL7aQ4uvNr5sXg2L++Zzg5momNqluMyDfA5ABi3RvgSvwvpwIvFz85IPTX5eT0ho6YwFUCI/sIxlyE7naMKHQmFFHRZLafO8J05GGdnfkYAZe0wd+8MIqs+4XOOFX4C/BKqWdv6uarx9x5Pfaz5HuqMAAohowDYIV3Uj8Al96nFjk/OrANktBDq8QoIC2DLnxgH/K4bFgK8eXrqTlLC4ez4ZczYGbjZ79ejg0CYdYwAGG3ZAuBx04IBYEs9beVqu/0n+RNTL+Nzpn1G/BAMd4efnznrZcG92sfFwCpdtxEm8d8Z0AI2a4pgKQeOZ9yv7+nBsQblNH7kIp4FbJoapAY4t99xFm0/45fwNINTXa9wnbuAsV50Cfv5wDH+WMYYq1sAjHF8eTYXM9ucz65tY+PgEV5UBdlIAY1+wp2KM17l30jRjfN74wYDlK0A2l2zdGrG+cB1wzS3+aZzBu5un5sWB1/EbQ09XtXVen1jcaxtaPER4t8DKDr3WY6tCQYpbX7aHIDOtze3Ct715T+lRf67AVWNyOYExnXZWW068Dzgdta6wlZpszez6Ru+h7SoUBz10DHSzTOcGADW9v3C/3QOyBnMeo0DYMSL3qcuXwjlmRa0R1YWm8/4VS3ko9xOO0u4v/KmCS0xgv52vIDL5/1GWm/T2zMXaMp3S0Hd18MAxdt3Q3cqa10c4/aH9Bc58/dRNmcghpB6vgPgWewhjbuuWQWAh3GtX0qBUqAUKAVKgVKgFCgFSoFSoBQoBUqBT1FgDYhON6sA8Mfqc+n4FAA+PT4FgAsAn7PwFgDuar0nAM7n/RIUENBtx0ggRnhorrAhAGCDQPagPUIRe7htgGL2ei8AzHIirH8PAExISPDFPhBAGMA8DYCpaU+f3alIhJAzAIz64v3nAuDeXoMrPY1yB1wEVzZWHfwyyy76GuEvrxNs113gfkYrP9sDwLE9du0InAiAO2DskDfGEs/gjemiHx8BYwzOEtwy9njWMfuqINKDMv5NNZyn6UCK4BnpdKl/vi5qZ+WOAJhTp+1T0VSxAF8APJhbdC3bXIkAGJ/B9agsjLAPLlM/M5gANp65S51PAWDW/6yps+1F2Ip00HQDEwBrLH691fTMfZ8HNki461TP7KWj2uJNoZ/CZAe37gwGqdNzUzXdt20imMHjCGHVHxuAY0vlLGMJAMxNERnc5rFBXdfXt1rnDxagnQAAIABJREFUy7MVCIAGvoumPosDHAsZZkIsS2PKub+d+4sNIp5ZIVxr8WRO6aaHCHYtgH3oj4JXO6P3/tudQGFJc6xg1M7vZbzbuNgc5BixT/FMYLvDNocgvjEPeDYxPLpwN/NlWmlpCoLbXIhnhIf+KQBH/+GKhxub67kHQgTAbR1DBaEfUa8BAKPVnoK+6yNn/DoARvta6nutz+JJIX1rr59TLO+ps52cm99T4ftHxz84gOmEVzU8fbTGujucdZ74hhPOY8YhgXvb8KBO5S0AbsL7WPL3vCGOm9a+/+vx6uHpUeq9v3p+7U5rcyhv02ejrdeYswWAo9T171KgFCgFSoFSoBQoBUqBUqAUKAVKgVLgcxS4FDAWAL5s3Fb6XTo+AwBmU9/zLOBPdgCvzv5dAd7V6H20A/ji8V11YPn5aQC8vP3CC8514F5Y3eb2GXTRB68TGBPfZ0E8++5ouwhM2O98xuO2HHvYOtMpOuuO1v/e1+2d/btXT56P+QF2/p3lAGxEGNj1t3/FeRTX1NERx2vH649oktfpFShmmbjOHpD383cjCG7XEVy4y6vHhzvJ/HOW08vr5+uirAwwc98i4F2dWxrvJczac/ryWpRJd2cEzHB2cpwanJkAJOtDX5MIMtRZSKedXEPQRegf2woXcCCC7aO4YaCDMkCpni56Nu91DMM1cGZaO3ut6F+Ev+ja4+OTQ1JL3Yz7cM+zQL5Yj8HGDoCpQXT1Rl1QFu6JIHQGim2tMRClqZ/D2bgt7uQfTKmMM23p5I1uQT2bNpyxC2duhL82rugXgPT2+yQCYUJcczz3mLiV83cJgGNd7LcBdKTilX4rILYU2dN4h+tU+951jvopzPY0zkiFjYtRN6AtIRuvNyhLdzFisINk7Xdzjvczx2Ma7egi1TaFjAScD4hFdeDKC+cME2zGz+HaZQxiHO3s3ehQNWCNsngtzug1R66vIeiLjCV1Uc0dPMpWDESCzBz0VZzAcsuff/6tgV+y2rg+Zwc+2ksHsIFcA4/4f9jwYBs+LM4xbjfiCEaK6eGVM1q4hRZlqUO6pbJ2JzCAq7QV8lmqawfWHoboEV5oq+pFCAyzbltT+1EKbV6oU57jbWWjfksJHcB3gJ9MTY1rsAYxbu7uJCU5nN1ok9cJx2+sn/W2NmpsjYAd/dRzjsMGpjgehL8E0lqm62dHKtiY9HtQ/jhfW53+PSRNv/qffzzKub/fdS15frk35zmtzX7dbCPP9U05gMfgrt9KgVKgFCgFSoFSoBQoBUqBUqAUKAVKgU9S4FIAtQKYn9Std6v2Un1WDVnpd3H9M0BbAHg1LO3zAsCHpXrThQWAd6yoTc05AI4pRd8k/DvddCkAXjWDD7sJgDtgsDvVgRRcviyPbr9YflxrW+rQkFbzVFuOAuBc33sDYJbfQe7oWN3rwwz28r22KcFTOaOM2dnLEejupStGmXRwEojwDE1zAvbUqr0vHbA2yJVAIn8FSGIZCgTVhdoBl0ImvOfwJLqY6Vw2DsPcp4S55uxtgMkbh/esToCxfm1sZzzTl+1EOUhljBfaBNjGFMd078WxyucCE5jla6LTGOXHNuHaDlW54aCfG0ynLOcLQGE7w1PevL292TjjM5RFX3jeMNduAGS8lwFwhul0FWs7RR+CZwVrgJpSRnw/9p3A2M7ddbBNGAhHsjqW8b6BzAiYDZp1EMr6rHwDr0zbzFgaUk47lG3AVcp7EdhtLyub46zAmOmqE3zlNewDxwvjiPjAi/XGjAixfGrCelCzbiDQjSY2twB+OfdiTOj8CwD4/u6+pxVWwK+oVsp5luuerv7zP//Uc3vRvXzMrcFYZBrws6qbBr4xwrki15aWUtlBLuIbGw5sM4P2vA33uHbH7AS2mSaC2bgBMALgXpjdAyBLGP4DqaLRW4e3uqnFC7KYRZssBbZpb23EPzUjOUAqAC6gssZxX78U3gsARm+4QYPzStcqX3agp85DtM3jRaPJ72fb8veYgmy0yK+zmLKyMH726g737jweAXBbJwDMByhsxXTn7/PV//zf/736grXhBf2Sc7lDvLtte9jMQe11nKSi1V84bazqH6VAKVAKlAKlQClQCpQCpUApUAqUAqVAKfAxClz6P89XAPNjWv3zSr1Un1VLV/q9uf6jztxLYfDRenaEuBSwlgN4FWHtcVx4QBjv2Tq2jpb4HtcVAF49Hv1YAJzTEuf1Zr0+jfGTuN0mRPLT4G3qZ9Ojw0Z7uD0DwOpspNMvOeuOAvKZG3cW1ysdcA9hb5txwS04nsHYNesP4q3fsd2xbXBwDrPWzz7NIHZ2xq2Wm1IbD47kBtEtXWvUP6Z5VeiA/wBeFbr36+EII0TJZcwBMKBdT+Uc3aAEbYBYsX46F/GTUC8CiBgj1Cq2pYOyPufgANV+NSfbOB/x/hNS8A5nAOMec+OZttuIiQAYTl7ALo3X6GQPmw8MClsMGfSZr67UoIMhwk1uhBjjZASUXqbPJ1Si55F6umc19k3qfZazjIEGOQeYAlrnpcLRDukIddlO08dAWgTA7B2Bb+zXtec1zmVRG7uX6yLFN2empQ+W9MvUGXGprk3Gm8VtS+Eb5m0sfzizFfHmcc85iZi4FSc02F1cM/OGA/Y9AuW4luBeAGCkY+aaF+dCW0sijPR026ZPB6dxUwJgujmm3Tkr18b5gzbc3wsADiASZ9jaGvYkAFj6J/bPPwQS39xK/MazcwHY4ShHmwIAVkDqw6FtSWfWMhb0TGcBwNFt3aN9PAebDuu+mcAcsHwRTBN0wgEcXz/CecIRHOMaAtg+5wzmMr7yJhjtn8wDJABo7mb5+9fgu/X3K86ghgMYcyuA3QhNkeLZjibwjRCA6T7vIwDOKwDXr9Z3aB805vrxFgCsY5Mq/O//+yDO30edazhyQHpmKa7Vpe25xxd/gBcAnq/j9W4pUAqUAqVAKVAKlAKlQClQCpQCpUAp8FMVeDNg9FYeeTD+Uzv0zpVdqs+qOSv93lz/KTB7KfQdn7Ctunjy8wLAKwB4kbzhZvUKTQorAKwPPxPF6Q+cR330Iezw1jEHJoW3h7Q9/elq/nfQMY7dUcB5bvSMkOXI3efFz7kAmC2IcI/ZJw1C/pz5sx6nOQBm+zMAzu2epXzewvnokrvRovecuHnk3gqAUc7G4eYAWF2ACtMQ1B0Ab6MGZHE8tzfruXfeKgAvtML4K5BJZ3zOADDqJ7yZAe1Be5yR6QC4wys7Y1PLCQA4aqhnj55wjxvYQ0pkUwPnYcY1hemiY2psXVvUaQwgLS5OOAnDxoZ5rPMsW6vnFemPw3qGs7SHTQ5wLDq80+ulfYCF3UVo5Rhkt8ZnAKzw2VP7xroiCI5pnCM41rL9e4jph/Eerh/guFot+/zerkvRGQqQBijn7lCcBU0iyENfTRWtPb7yBqQO9vp1EayaltgU8HR1L+5YrM/PkiJ6NjY2jt0hrMmQY9phD44IgKmVxcLoilWdJH04tOouYrsm65MBMO5B2QrXpQtwp97dwc1pamjqbwfArwKAfwgABvhFDCLl959/+HqD8JLrGENMM01NGUdWn6eEVhAdY2qyZgdQy/5Yx3ieMx28mHd9owL+lLWNFb6BxtMcsz14N46Ndt87bbDb1hfGMc+ADhnPvShLQQ/eaWWYZhgibI/Q5iPNewDAGeS3jRAHAXBMw26aGDjvWtvctn7Y+FkduIIbJOzqFsPu9m1tcwewXeRyy8/vDy9Xf//7d3lDNjlwg4dvlomxBm91fLGPTU+5+Od8Qw/NqF9KgVKgFCgFSoFSoBQoBUqBUqAUKAVKgVIgKnDp/zw/8mD8r6z4pfqs+r7S73D9R5y47wl+2bEj9Z4QoQDwRz0eOwXmYp3nAbxVPJ/7+a/uAI790dSyG1B8jn72gFYf2IaHzqc1+1gHcFxfZmvRnkO4X7vX/3lc9/pGd2d8KM+HxxtdEnCLGg4PpYO2W3A0lnp4fd0ZpA3IxFmX3s4Oe+yhfUvXy7Mxw7nABLm8Jv/eHug72Fqd9Zubm0Hx6vzf3I4I4AGfAD4AvgwqRQeogYh+9iThiiZdtWYBNDl4iXAttjmmbMX7eZzaVxm1BjAL84oxxPKzmw+fKxx2wATYyW7g7efnfuZq/ntp9Z3dvhq1PeY2jWl/8TnTTXMtyGcz5+u349nBFVL/WipjhzHQv3VmvkFFUSjOjJUxYYraeKYw6uNZv3uAczMm7lKdOYJHTTpwi+MUx5nrZOx3hEv9fTirASRt3jE9rzpzA2yNqerj+MEtzHJ5vi/ObmW78JPn8rb63cF6I2lx9cxrj5W9tsLxiWugL8c1bkzgudpju7ob1dzHdu4yNgw8P4tjWCgkr7ezf3saadQTATDaZUDWzg4GiMY1lpacZ0SbC/XHj2edpT88JTSAJl7/33/9cfXtm5wRrRASDFnSfqd5P8SDbqywdMlaP1JPyz0RiJteybLrImIjhI1BB5mW2toAJ8YX/8EBzK9k1IXa4MLl60XPwKaWL6YLpoq0r889gFxo3DMLQFsD8FY/ja5aB9YKqeJRxrSPI8bDXcAAxd4AOIHj9xTO/oVsjM8G+vG+d4TO6PSnxhQAt376Bhlsgohnh4+gl278DtDpQsaIahJw6dc/vz9fPT4hpkQDHTdZ73XBCJsZvF9fZP4Mf0Pk86kLAMdlof5dCpQCpUApUAqUAqVAKVAKlAKlQClQCnyOAu/9APxzevFxtV6qz6plq4fJh+s/AmLbg7H40O08B+OmP0fqPSFCAeACwKs58pGf74HY2bwjAB5C/qwAJgDuD01bKsXdTv58ADxN3dmg5RbexKZ3u89xAHx4fJmmF85AOjT95i2Y7ylrs7sRt8T3Dq+xk4bO6uVldo5jdGxF1+IIhVcA2FLWdsfvHgCe9RXteSsA5r3jmaTWFpzjidc5AFjP4RXUQCcbwBw1JEzWs0o95XA8o1YBnJ8BSidwnIsEPbPvVJ7nGT9TcAaYpVDGwJKd02t9m8HpVazMwKVqlNy8EQBbPPYziGdglTHVU1UbrFGI5Wex6liBLAUALMitQWitw2Mf3A33Auwj1a+lrOa5tlYbz6XVc0p/2HnGmxft+GEeEgBzHeF5sbvzXNr79VXaeW1AnmDOYi+knsbgwOWI/4d9BoCvKgIBp8WSOosBCNE/AZr2ed+IEDcD6PVwDsPBDvem1EHgi/rhfnx6lL7LZxhDS4ErHwgY07TeakqHq9rmAuCdrU2emltdyfKeANfv4hpmKmk4s60dBhEBBnEXz8822Iw20aIrn/sGJMBbwHm+VC9x7F7f2XsKmlGnnRar8xMtp5467gDA4gCGa9UAMp3EcK079PT26byQ/759uxUn8LXOD8YR1/t2f3Mt2ziyTvzU+BNiqz8b3dwC4DiHegp4bz9j3QEzeqmbN6CNOoMR/+i59UGTl6O/7lzGGN8I+NYsHD5ONodQgANqHzN1xPrXGIBvi2eU+yhA37MfYFwETUvo2jgiTJmaGsZqxrOubwkAQ7e8SWUPAJuW21kUzwu2M4r7piyOAYA6wLDF1RYAYx2GBP+UlM//7x/fZe7fKxR/0Wt5BrLFtMWbx4tu9pF40JTrHjeemlrX3ALAu8tefVAKlAKlQClQCpQCpUApUAqUAqVAKVAK/DQFVg80Vw1ZAczV/b/655fqc7R/ezoerv8IiC0H8KHhOIvpHSpx/6LD43t2PcmZiQeH7a34FPEcB+vZjVje8Fd0AP9OAHg1QHuAnPdtASg/2QfANr+6syqfW7vbpgCAAQLxyqmTW+1+JiPbZw/5HQIp7Ns+JF9pMft8tm6zrnjOLu6dgfXW3uTsHc7oVfiOB+8GiwxmmsOOQIDdiZBY66SDLoDo+H6uv4/rmEK09R3pX9EGAR7juBmE0Reu8UU0wg0FNABzCQDHWNLUytIZghue8dx09jEUlGHOPtVgjLURMPVRM/jRQRhAHx3ABLCAN3D/2pm84/Wr+NiLqVPf7QaHDKYQuJrj1oAK70WzDb70Vli/HbRpqmdoYfeCQsUzdLX8G6QsNr0MCAKQdsAKl2jU0nRkCt4R1HFctSy/BucB4wWApef9un6PT492RqoCwOAWF4gEIGbxaDGN1+OLAFcFvP6ZOy7Z9q4JNhN4ea8jvIaBVKGkpK1FWmz9J0BdcM5qOb5OICr7ueO9TYgvBcCuE+NToS00ljYD/jJ99bVAYTiIDSybU9TOzP5x9SjlKHj0GNfOejyrC1va8CwQnkxd62IKZKRbVw2lP4qK7QxWc+ha/dc31u4Xh5v6lS9g/fZWQK+67se00pbG3FKTv4jmcRNKjH0dU+nI94d/Xv3Xf/zt6s8/pTwH7BYvdMqiDm2CQkO+NG5FSID2GzlMOCy9G6DJz7i29XPGNbh1HC1e/PuDrmI4X+UmpkD/6mfUvrZzjQ3w4oXU1miTult1/tnGA6YQZ6Zwzi/tv8ajgd0niXMAUMSGbrBoAJiOZAf6wYEeXd6A4Kw7p9fXusIcafAY2xp8gc36jQCYKaCb/BgN3dyBTQPcQDKuI+bq/uf3x6uHhyfsbbB+QRbPXmBa2BeOdYtnlXvaaeXAAOhcM30zRgHgOBD171KgFCgFSoFSoBQoBUqBUqAUKAVKgVLgcxS4FEAVAH6fcSsA/DYdmZpv7+6ZY2JVUwHglULv93kBYHuQv//6WAfwaiQvBcCz75cMgNGG2Vmtm7YFAMx5T9g6nHMqN/LMXa6rw9mJPwEA44xMvKJT9xQA3huHnk56HwArJIGTTOsbN3TomZ/Q4wIATHihY8SzOpPzE3BgDwDr+HpWYm2fniFKoOjx7YANnwOsAQDjRRA8A8Dxc+o3g7+ELHZOpp9LCsisbeigkmmgn+WcVQLOo/PDxrq7eK3P5ijUdopDk2US7LJPAKf47P7+ViET6uf5rwZ9OySmi8/G1NylfEH/5sQMYJwgGAC4AS+FgS8KgA0Edncfrm8u3hZPW6emnkX7BamJHTx62l7eyzIJgAG2CGAVRiL9sg6zwMsrca/K/we4exR3KttMCM29a0hRjNe19hsORQdO3p82Dgr0REvdKGDwlJ/pTxftizrQuR3l1c5tFiGhFdqL2uCo/cKzrqWl2i8nka/qGLaxxftIMWzXYwAwHpb2+ZtA2AcB4ZpKHYBc5iUgvIHOH1d3cp9gak3vrOnPMZ/k3GgtB+1VFzbiwFzJ+i7GXz/F9UhNjBj0M+rls2dJ44sjoe/v7+HEVJ11LkhZlo5a2iBQ0Nos9fr4qaOf447r5c5bAbf/+Oc/VIf//K8/r/78dm9xrQ5WuIbhPjYA/EUBN+e1bVLhhgapqmUn15H3sOqAdKg6rFucRzZwbJ76nBW2GwCG3haPXr+vV3T4auwAQiOtsbtvTUJzlxPkc97qfR4vSD/9Q+aqjo+OgymPnwD1KMKcv4jnnqJd39GNEu5+lotUE4zpjgM4pi/PKcLNRU1drZy2tngmAw8Ped/WFsQ/04LbZ9xJYv37p7h+//ef3zVWXx3YY5Zc38k4y+9PDw/a5rt7nBtNb7k58G0+cH71HSo6LgWALWDrVQqUAqVAKVAKlAKlQClQCpQCpUApUAqUAh+nwKWA++Na9k4lH3H+5qqiE/gt979T03+FYiIg/png9736vo7vEQgdr3d01W3ve2u5x1uAK382IM56RpcjU3DGOKFD61ivzC1DN5b2L82/7UaQDnjeokcGo7md2UEbHzzj2gxmeX9v5xgHpzZczOaXHseIh+npRv4e2x/dkLyc47XnBJ6NS9SYALn1K50zvFk6E2DN8dKAnT8Q39yfzzHeuQ73ad89PggEZw5gwBWCP73P2xhT3UZ9u9PR0gNznOP7FmtxXDDO7pZDGt4GiMb4zHUafLA0pwAQvA/pU/MrOjDxFaVj4+GV4xDl9LS1I3RAuSyL9802APA9nv3K9LyoF2XP9MtnCc/c67wGZeiZqw7RFAjr/O9QCfDkSWAcXvd3ALQGjjnOBDuMszYvFER6OQgTBW+cS7b5wOq1+pujM8SbjYXBIX7e4jmMsTkrTeM4RnBQq7PTwVaE1gryPQ8unK8Wlwaa4SZV561DrGFNkT4pFJNyY9psbRdS9KoT09sCcCk5aqkD4O1XACmp1+CzORhNDDQAMBe6CLgG3JLFR8+zVR1xAXWwuMe7ei6qhqrDO+2H6YyfOGMW2Zi5HtFB/kNslJYyGiDXynh8fL56ln7j92sB3XDDolrhvJaiWP796BtH8NGN9s+dlgSlLpalwLZU5aa/bW74of/GPyWG9GxiOz+4vwwiwwyOtsleA+ufhyX7xvOKEb9o37OkPAYE1jHwNM4AnQR/lLjN85Zy2uIZZwCjjXaOr8WmxVRPFY0ymE5+Gxvj9wTP+R3gqJ8tzjPIh40rLgDP+dVU3xoMff1im7iJRDdXKKE2d3B3GGMe28YajL/FNlJ4Q8wgNfrjc8fgr40ZYkTYfIPAu/BWN6xsU9Hr3ArfQ20dQx0OgAmYZSVrmx80HtuGEbiyfVJIOzEPEJforQF7W0++P1hw3NxaCnJsToGG10iZLp8/PlkKbr7S12MB4DEc6rdSoBQoBUqBUqAUKAVKgVKgFCgFSoFSoBT4CAXWgOwjav2JZb4F4BYAbgNUAHgvVn9fAMwHrrOeFwC2cV+tm0cB8AygR93fCoBZhj2sHtM7H1l92f5fBQB3p687qfhQPQFg9I0P8QlJeprU3nPGeAahuOIoAAYYJAxQQqR4AA3o8FbPRA3xkh24gHl01QFo4YWYML9yf0XAqGNDUOk67IF2lseSMqDl+zNQG8vUc1LdrZvjP16XNw8Q+OeYI6Am0CKszu0DlNGUz1LAraQPtroNmtlYG3hkG3o5gOk+HBuQ6nMCIDsAKhdfgQ3GNoIbcwjGFNO5fne0K2AyaIZ0xXaGuTWELtsIptHGJ9Au74tBYQfAoLl6lqvAQQG+r19xnZ2xG7+XY5wDbHZIaGlqNVzQHoFTBkYtPTNBoLaNGwkYwjy/1eE4z2al+fUJ2cHdWQ8SBliqc9RBOzgtHNTov27A0HXI03ZL1V8VvNpc07ACABZYi7OIIdmN/B+dDnKfmvSx2UJ+PLkz/gbpo+E49WmizByXkTHq+5if1jFphfZR2wjIiLKkExY/SNjeoR6uR5tQNs54pQuXfbf4s80eCtJxL+IFMFOAol1ngD9nYOnfrdYuxjJc7oC/tj5Yp3QdUBDaz7FmfTpfMTYA0D4vIxTmJgCNqwYgbeOAbbDqmxaG+Qt46XNdU5anTAZxIw20RVZti3GJO03NjADAOdQOgIHafcOCOtq1fwGIKki19yIAxmxC318E0msfArxVbaC/A+DsANbrGRexLi8DnyMNuW5i0HOtI6D1f/tZ23RKIw6Vd/vcs1hGO2z8IYH9btd1R769rzHlgJvjbu1c/SVh99arFCgFSoFSoBQoBUqBUqAUKAVKgVKgFCgFSoE3K/DbP354CwB+s5q/340zAGwp/f4afV3Hd3/4d16PVgK8tdwzW3HCIXleSR1q8oGqPqBMlpWjALjHx+iAPN0mc2sxLaNdS4eaAYvcnva5F/xRjugMIKPz0Nrk4IbtaBNn7H92AOX5pS4r77U+LPcwO9cBrOwIoEIfWPdYJSxjCug4xhkUz+DdVv8tYOY1HUydD6DRru62xrh7CtXNWcA9ogBy+tmw9j67HlM8M+Ux27kHRXE/zuptQFihkDuC9czhkGIYEuuUBykI7l0HCXEMeE6qlg+4440k3MH7dABzDDQ1rsMTBbE8P5O8IgZSmLczMBznID+Pcz63C78DTsd4GDYIpPg6Pcft0xxbbEeOL8y7mMKVZUcH8iwmcx8xjgCKBvxiXHT92W+momUZsw0xWKM6lOpOcSQutrgzl/Lrzt8fM707yEMDkT4aiXh7eRrfgEy+1AA0tQ0iIKwAxQqMpQF52VVoqQGnwO2HrqVSXghVtAlxh/4iRa9CTJQpdOvrtQFODW/5oc5Y/Of3K/tz/od6nklNfazpcv/hzlAr19Y3tMcgoQHbH/I7gC3PeuW+A1wDHginLepT2OaDxBUO0+JJ4B7ab+Ngc1JjBOCTrnB+b8KpqWcyG/QFX47ADv0kKFYwCrdy6DfZIc6sRfm2VcHm6q2cpXujNFCbYCBX+kf3NOeBOYClzdKvdjavbwyxPoQUxhFoqovb1qfxO9sgZHzxNmt7b0c7E1vHycqzfhpch3s2znXEs84HRGYCnQr04QR2Z7umcPasCEwVneOeoBTwmOOsIBUxhlTzLXVyd+9yXLUfcPBy/dS53VOe53VI55OfH8w1Jf9NsecAtrGyEtF/9KvFL/Tf+XMPw8D++N6DEJcFgPMY1e+lQClQCpQCpUApUAqUAqVAKVAKlAKlQCnwAQqsAdkHVPozi/wFAfCYIvdninF+XQWA9zT7PQHwLJVpVODfAQDvORpnkdDBsD4abpf0Mi4DwA0+JdC/t6w1qOlN4VmxbNgKAONsXgUB6mQcz2lEGUcAcKxLVVEHmzVolXJ7iLWhz06X0iDE9Sme92r10j02jgFTQh8FwChLoaADYIW2PPuyAZmwAeAcABwAvToKgVakzJgCmqBRu+4gaW9Vyk7aOF57Y8cxip/rRoQgbgS0AESXAOBZO+jozf3i2c10JbIdMwDMeM39YF+Ui2rKXkDlDoFZp4G2DnZVF0/hHCEwryNMQty9vloaZzhX7WUxh3NrI3AjXM7tz5AZXlK71mMXgNTBtZoyfWMBznjVeYV4FEirDl/tn4FuvvD+C1yLuDlMh2FjhNTxxHTkmpr5q4B/S49MVyoaoUALTdBYBOgGiLZyUY+8s0lZ39ZDbxSbRlCrZ/gqLDTTKQE0+89NQV+kPXQMK4jTlNBwA5vjW13CT0961izPWG7pruEC1jGGnZhrtUNUdb1K3ZL1WJ2eGisGmVGe/q56SD14H8BXE4iby9o0xuroAAAgAElEQVR0NABsYymg+vZWAb2lqje94HDebHbQufasWtOxrPHhRDRuULH0376u6Tx0MI96VFtTNgLgHLv4vDuArSxeEyEp3zf3q23EaEeT08HtAYa+ofprxCCzEsj1T35usjnZx+8TPfNa2x03ZLjuCoAxSa2CvtnCgarHaWsjr3EAbBugPD24r2UZAFvBthGCr3HtaG+3FPJWn0a/tyvvtOj3rDamaPXSyNVfkr3E+lcpUAqUAqVAKVAKlAKlQClQCpQCpUApUAqUAm9Q4Ld//LBLShaPXT4AHM9cAh/lpF2d17uql/f/1Z9OreN7x7qRD6vbzK29+94wCS+4ZeV4XfU/P6Q8en2Pj3Eebcs7R6d4BjDvS/DO0z42yVKKygwYV/rE6+kKmkHwzUN7PmhvrqA4iNFVOAfAe/Mr6z8Dp/lBeuwj+0NnlbrN2lmop4GugrIEgHNoruIj653HIwJofQCezvzt49rjZrsGEVrQK23uNbzimb0RasTP8/jivgg7zelo5XW3sLkE9SXQoF2f4m9w/2qDvBx38OrtACEwJAZCtxl3IS1871YOUSWUwpmmgEwEZ9SLuhIA0xnYHHGqDZ2Q5gKcvSLYNT3tuuhAbn1IkJhwk/dk13o8HzfXHVPL4jO6GtnmDJ33QHeEXeyLOixDymikkmZMRfjEs8dxnqmea+qOcnXLO9jt4yRrVYjdHy92TrG1k3ZY6+WLQLAnP6uWLt883nFOQzdeB6csXoxDpKxWnZuj1D6H0xRAjc5eOeBW0wNzrBBwONMVDli7n+tSjzPEFXidbT54vbq7u7u69TI67DXgCPCpwBVuX011bQ7NV8/S0P++YFYHS8GsZ9rK/1UYj3J8Tn3x8WFKbnxgG1G4k0VP7TVHNECzAkIAYCtf54OC1hd1H3MDyzXKkf9u5BpN0i1jSQhs8Wk6MOU0mkHwq5e7O9eQ34tqog5+gG6932EsylVHtYF6QmmAaE5zTWms89riwt5HW+0+/rR6DWDDTYs+4IX79FxevdnTaauG7nq1TxzWEqpmGG/97VCZm2Q8hbeXwe9CziebC7YO8KWxDvgPIC4/mSKbPBWp2z2Ds95yI/NO090337adAaz9dVGYmQLt07ENMBmxoHXGeedAnesT6tC4xHxzaG3azf9OYVu5VsRNExyH1mEbhfZrXL+R7pwvOqnjfaw/b0oqADyqW7+VAqVAKVAKlAKlQClQCpQCpUApUAqUAqXAByiweqD/AVX+3CJ/QQCsD//T8/cVkD1XtALAptg6vv+9AXB/aMmHzKc3RjSo0sDn5QC4pyP+NQBwnGsZiPUHxf2h/HZuvh8AfvEH13xQjro2DscA8y4FwLPU0LMH2Xvr0UcDYDO5maPYHqZH95al4t0Hj18VxvEVnXVHAHB3fSH1aI/7VQrpvA5h/HDGr/5Myw+daz8cAOMaQA3AkJbO293Z2g8fe0KgBtgD8IgxrP10u14GRzG24oYHdVo6+IkQN0Nb3M/Pmep1TE1rnZ1tOqEjlsAaoCiOSQSnuGbWnrxJI/ZbnZOuCYB6BMUtIJAiWB3AHQAjvl4E7iJsFFw24BacjpD05ckgKGCkulG5IcFKp2NWgTN+b1bKUY/YL4OqDoDb9Q51EwAGAL0G2EYfUAccpMpEu1v7BfBQ2vYD7znH00h0XSy1tKWZfhGAjLjTc10D+NP1AXUp6FbeevX4aO5nvPcDDlCxdfLvmeHvHHyO+Yl2SZkKyqgpOa/PK9V6AH0WO2p+Rr1yweOj9AfOUp0PNp++SIMAoRlnClH1P0tpjHrVpZvWj+YS7suDloH2Qh9NaS3lYmxvbg0A85XXG+hrN6M9uL/DcnW6a+fo8DXwy5cCZKkPTmCNNZwjLD81IkPcM800Ui4P88nBPlNNE1D3v4Osrp5u3OJYx1IBs+iX3Md9Tu4DYAwkyiBAfZaNRDqHw/qMlNi6/ITvqwyAVTZPU85NIP09P5/YU0zb+NjfeFgfcT3SaCsAZnx7v+J8o9Y2v/r8Y9v5k0so6+gjPt6DzzMAZvxR1wLAUb36dylQCpQCpUApUAqUAqVAKVAKlAKlQClQCvxUBdaA7Kc25+2VzaiqPiH6/9l70+1IciVJMxYucat+TG/v/3rdM3O66vSZU5UZXCJGRUQFUIOb0ZxkREZmXvXbWUG62wIIFHC2fRDVA8C3Etj1zn+QA9i3/asB4FGb9Iifvn0kf+iZ5/H9zw2A99yQLw3AtQD4U86f5Xn65tKzxuus0ajrV7Dnh+nxNsEGyMF0IdlhOR7qLo7SlxzA0xmrs/kgt4AZvPcSADZLW+sa+uG8rrqNL96jvHXkTFJ7RBkqlK1t8jEvOYDXZWwFvBfO03z4vkJm67t3L7dR7ZkpNWsa6VengC4NpxOMtj9fG5BEMbDWWK0Aci+Oa38N83bjfTiAZ2yof4jo6TBc77fCYNSerfd0t2pqbgMWXL8CYLerzjnCIUTVKD6qGPExe/3fgJSMqTq+FQSv8e74fQ5HHSCa4Khis0LeqmFtA45D2txd4JrtFvDa9qPG/5qKuvbVwFuxsE2HK10BZybAru24dCQDyysFNMcCsBRQLByuSPa71TmBY4LF7wHOMCYAsTjPL483ohUg+dMnwec9WL37fgTEqFeqViXozDvkejUgHfqLCAli7fbos6xTHLAR689HL8yrE5wuXmgWbQ34KyniHKZaxrhnndXsGJy7Tt9N3ZAxGk5Ng790tlo7jJEBMC+YnwsIz4XRmx0QFYx4phyW4xRjAsM1x/VDuo8JS3HrmdKYGsP9G6mYHSd2zhsQ+ptkQL/ivK8xrTVbkPET0kAnAPY4ct5yTsK6q3jnuMW8GeOaa4rbgvYaQvJ7DPA+Tq96Tk2+BZC/udjckiVtx3wccVfWT9+PqaMX57Bc2BMAPxDcqgxArUmta1ymsEa/sS5YELiVOWcQL6LWalL8g80Ehqr+nl3Xm5sY48d0lAMYI2U2447fS/sAmCOTTnDDbOtgAAtHsNcsf8Z+E6Bv5/YlAPZmoxkRdvn6WMSiNwvU9WOOh9dNb07wRo7zv1BrHPbPrUAr0Aq0Aq1AK9AKtAKtQCvQCrQCrUAr0Aq8WoG/zeOHBsCbsf/ZDuAGwH8O8n2W4vhsfv9oADwerhqgvSDTRdszfegfDYD5fDqdQkd67gMbwYjLVzqZ+cGvBcAe320qTbWpwrMjQFuPwTk/CgCfAuECMAATUC1ylmq8BMCGnBcAdhmgMwB8mdpZWk03GMCa4N+eg1gwZaaj3gPAhGDxX03NPeeNfoID2GNkoOD6oq8BwC8B8dr+Ct/UXwe2U1gLANtReJRGe9UfjlYA4KOX42uvpq/PcVtmOu4EtNRagH1tT4XqBnBnx7LObALgCU0nAN6OueY408wC/hUAzPv4CzgcsXghPfDTU9SmDQCMz2vNY2tf3x/v5RftnHdys2IPDGPItbWzLXCqohcGoQBqFQAjvTNTTH/M2r7r+hXX1uaEucmmptK14/7j2MkQR6f+GOdP4Y79jvlhsHwFAHa8D7gKfbgeY1zV3k9hK+a8QsppaG0QfsPZMFy1cNw6fjnuYNIBgL12IYX0JsUz18GccxjHWGvWNYLjCcaJ/8rGC9fi9f0IhuFEzngnMH3Q9exE5nuAzKEPalGPNNdxg+ht1qbe2wyB9NPZD/D9nJ+ozbzGteAz2jrd30ztj/rXxfHK9SX+qwAY8VM3XDilMjdSBNMFQ95kSxjgXrprjVAfGcOcH9qA4TTucDWrhvJ8ef4jXnEuXrcRS0953AqAPacNdjE4ih9vWpjXhlQAxHuZIVYA7A0i4+8BbtYoG87ysl7j3V+uAcuxNRW0Y6pTQG+GvX9pBVqBVqAVaAVagVagFWgFWoFWoBVoBVqBH6HAGQB67z3WB8evvd6b2/eSQ/fM3fuaRv4EB/EZnEXzfpQj+Jp7vSTHPuB6jYB/7mN/df/OAO6PUm8FmGfz7ihuhrtlcUDVVLy1zcfxNx+q7rVl1Nw04Ci1AHH9o9qxZ3ru1QheawruXf8otTGeDSOGinktu39JhjfOX0AOnFcADk48Gxdruzqn/P51jufFlbq4AA/r8u4E43SXbfs74GYC8AlQLy9i7TYgplwOaZsNVv1g3qmcj4Dv+j7uugcQ3ZoVDoxWIiUuH+xP9+uYAxxDO7smtNkDwxzbBE0GuYyz7Gd16ToO7MDjcQkNXRfTMHIFn/X3+t1cIeql8/Uy7gyuZ5yp/xUCH0Pj6cYlbGTq3zmge7D2IvVxBsMEJzrfIMmajLhfFvIVquKediIbWCqmJoin7uk0BMAV+NxPN+37okav44rvMSUxABxoIZzrquWKF5yNcHESpqUz3DFx+XfUtsbwxazJuHQtYNfABViGUgNkRVsIxuDijf/RmAlwvCxY4/wSzxOGab2oANx9ppaAvHHTz7dIVy6wPMdFP7GdO5uB1P6ZhtqwegK46ZgUyIt0zGH/BUgXQIWzFMARN/F3ijaI0PWMnmca68cAx1isDeZwPVUkxvzyRodtzgq3R8eoLwC1WDJVd1bO0k8YDzpUA4JnCmwcQ2co4Gc08ibSEwOgPj4+R3sBdEMrXtQZL9BuxByuKx0NDHGPuzttpCBETgszUng7vvBZTWBR1ynUDkYXMQcQn+vfl15/mCo94bvSYqumrseDqdATQHMdKSn1x98Y2KCA/xmWM0bwZZf3j3+rykwVnd9BAM6E45ybc+ONNgFkDGYKaGiIzAR+VcBsndTEmQGgxqYzH9QU2B7n8X2VNYZ9Xp03q9vY9+S/I5NGvePlhrGuAbzVp39rBVqBVqAVaAVagVagFWgFWoFWoBVoBVqBNyhwLVB4w6V5SgPgA+VeANTXQNkGwG+NyNed1wB4X6+3AuALkLakZJ5300P/I5D5RwJgrmMngPklALyv4K8BwLUtR25dHFMduEoxu01N6eucweC3AuB6vwqAKyhenVcCN3qIvvdZrf+7B4DRp417rUCwCnI332k7ALiCWVyz1pcVMNohXdD8AAD7OxrXNczZc4jivQqA61ivTt8BN7ItR45TarK4/njd0W+nSJ0A3KBtvUeFtUcO4b02W0PrZpBTAdBw/BEETQe7r7e/iUTHuX+u/ev76TqwSk4AqN0cAHAJ23IhrGuVYx7XqQCY7YduAIQBnQyX+W842AHhBkjNVNBeZ/fSUU+HeKkRazdi3MfgFfdlLdU4DEDMWikWBe0rAN6sEbkGVwBsqIvjBAGlI9rI6tfD7VjuFWvIzf0NISfDZ2wQ0t0Aep/CYQ1AWl8VAE9oP+e5riWYC01ZQpd1mgO0xq3gJgUAJg8dG/8mUAaN1bh8+PA1ahWzDjJfOD8csdSnOGUJX/fn8ACtcQ5SE3PeJ4glTI52IHZRhxZ6al0Q0EXq7zQiBwDGPA7Iifq+3ByQsJpuZ2k9HORFLLB1nMtxd83jON3zBWODjQXSbAL7sb6inHNucFj/vqyAftQah6QJgN0Mh59TaAMA181lgO3rZha0iK7nDAqCU6x10X/C5FzXcB7qWBPqLzG0B4DhqEd9Zb+OgO6e+xfnrI5hxnUCX29wWNf6FQAzthOQS/f8LwGwPx/6LX8WNADeLAf9SyvQCrQCrUAr0Aq0Aq1AK9AKtAKtQCvQCrxFgb8NAF5TPP9sB/BZDeAzl/HJ+WcQuAHwW6L99ec0AN7X7BoAXF2FdgAP8JYPOr/N57PjRmsd3wpUfNCPAsB7jt/a4yPwu6YovgDA+VT9OH62zlDc05qqBubWFXkEwo8iek+zo2Nr3V/3Y63VewaEj0DwIQAedRXVqhUIbe5feGkFle7P1tW6hUM+ZgXCewBy1Wd17+LzC3hbxqmCsNq24YLcAZP1evhKcAwY0tFKSH0Eogxz9oAtjrHzbxPDcV/Dj9Xp6/vX8yq4xbjAkei+0x0Y1xsOVdd6paOPLWWaZB/va815K7fo0d8dRwB+OBpLX9axIChKQIf7rfe2s9dtqZrU86p2quk8x521aFHLl67l0AZgM2sYr5oTsjlV8gBRgI0Cebg23aC5ceEhACTbTeiXjtP9vQLD7SgnZNbvjbMYP3CAAobG/QEaDSwBFA2A6QROCAinKWvL0om5TWdbXb7Wm27RhKArDPV1pxZyr8qheksoq3jWv4aPOM+1XZ3KmJ8TAM4aroLvM436uE+6aa8DwBOAKnXzBMDfg//6O8pA12mDsYag3vPNLVza0tz6aH4KXvNy8R/GE4AX44FxQg1gAHCC4NRguMMjPgCADQifnuDwtkZyDsPZPOKCGwi2OuC+GBu/8LkAOKCrncGXG480DwSo1Sc4tqdzGfccNYzjh/E9RbFnrBJ0enwTlNqBTp2w0QBgNw408HVMOe5QXxg6fkSbs4AxUnrjfLh/EcO8T2bWICDOYKoO4LHOUaf6R4YDT+Pu77WaYcD6+f4czwF/c9MIxpvBW8s51BVgbhp7DQD23Bjft9GRyxHb3qd/awVagVagFWgFWoFWoBVoBVqBVqAVaAVagVbgRQV+9uOFI7fTtcNydfv+TAD4DP7yKc/Bk90U5mcC4LNrXzs2flj1muP/asf+6qdvZymLf5Se1aWjcT1+7PhS/AwIli4wXEsPaPUQdnVe7l2LLpustYlz3gOAV5drhZ172h07eaXHGRCe1zye35ADDq1V5x8JgHnt4jJyu9b1uI47wdwAjnKduc9HwHsP/Nb7ngHgdQxq2BkCGxLhM6d23rjKBljdr+9o5+9R6uXprpwgbcbtZZRsYjgASIWTa4wb8MiVp5hYoW8dmwqACXAYK9tYMkDde3912BtQreBYjrnpZKwu5emwBegFAH5kLBA4MY0tdBKI8YvOv/z9+ZsgFNtf7lHn8tH6svf3QgXbvuaqI963k3d1y44YTEBeQf0eAN+OeNYu9djlh9QCLk7AvQBVe8vlBQAGYCVkZT5iQbeEYvgZANT9GhtcDpcRxVMFwLg2arRKW83dSJg7gDWhJWBqgvI9AFzHZUC0TFFcYZ1rv9byp4ihbzH2vi7nQmjjLMBwWJvFaT7IWY1/8TuAKeb37c0tYZ9q+uKLRGPL+y8AePwZxbUB/8cO4AI/cRkAQ9TQxbpYshkIfEoX6u/1LyYiYCW+h5CeGT/Libr8nimi0VemT0ZSacRi/I6U0nCXju8+bOCAq3cHALMmL4Ak1mBck/MLEBj6XAJg6w7Aa0ct47+kPFZdYcXngJgJTDdjdAGAUczXtYO1K4VfV4hVQGJnw0As81AFqRyziOnUG9fI+fIZrl6Os/4emN8niyM9azePZN2ZfQB9cD+YsTtTTWMm1WthBOQc9t8vAvBjnUqw7Q0fXOuYyn37907dLII+KPZws4iDAZxL1gOvC0tGE6+R/lcbFDC+W0BcN0QYNnMtaAC8XY77t1agFWgFWoFWoBVoBVqBVqAVaAVagVagFXi9AlcD1tdfmmf8NAD8WofvCohf258zx6+e1hxfdTn/DMKeOXzfcv7ZOa+VBMf/akD6lja/5py39+/Mt/HyBgC38c8EgF+KH8frgAR8mK1eqA98epoANVJepiPu6JqnDtvlQevR8XV9E8B6Wfe3A+BtVE3IMO83gAqESbfY8fqrR+B+UG9d5/E71ukrAvtoPTb83cCR1GoPwK+3qqB3dQ+rI1WHjItM3arvCb+nfw2FDIi81lQA7L44bewGSHIDgjQ0hK3gr9ZlnaDyUtOaNtp93gDjuMUTC4zO77q9FNArAKbbd11c4CyFZxRQyka1Bf6yPwnwAJz8OoqjCnorCF0d0EpXq5sqTatSrRK6Mz0rgJiApeuaqi14v8Lg73Jy8r0JgGv8VrhSYfoeIPccWJ3NlwBLAYTjVgdn1WivlrCB+sV4KHoEscv41jhA/+msJai//D5kZd2ETuxLLnh0ygJqhqio3Yo4f3h4gPojzTfHa1muPM6BrdQM1hFGCmewT9UWVg1ppEE2IPY4aIODQKadxgEunZY5YnnVGcfCVXob9tS6DqDPhNgD8cW5YZ8V8NRc+Pz5hrEBBznabQc72uz7aLNBtovkKyB2gNPPn291jr9DMv54be6KmLFPqEwAjHjUvTCPAAzv7uL+TwkZU7KHnK+41l30nbAZ8zj6SQM0mpEgHfrf3d2Nv2PtfnYaZMwZpzUGeBxrUlwG6ZjDyJtrOMY4XKyY49F0wW/VJjb4d3ygf5w743qIwc8RR1hntimNpbXizoBa8ZxQNg63o1obaGZa6k+5fgDOSlfBc7aDGxW0AUXXQ5pqO3P13e769nUtwRpRDbfQta7tA/4myMe9DLBrimYD7kduKsh1KddHzje20W0zUJVuSLGN+3osrdGcn8qUUO+nyTRh8tDAc7ekkvax/ltC15m1wn2fCn8ztDk/1s03FUCvf580ALba/W8r0Aq0Aq1AK9AKtAKtQCvQCrQCrUAr0Aq8WYF/GgD8ZoX8ZOgKYFdqzNUHdXqytD3/DMb+TABcm3KNWfkl6d4OSN87IH/M+W/v398XAFdA5VF4PQDWmd826RnnmP4oALxGyc8AwBNwl/YPl9kWAA/I9BMA8DWg9mjWrM7fWV9U7d/7nlhhcoXINe0mr7UA4LWm8AqAARJYzzYdgmrDhLruR/28XqMee5TueS/dMM7bYa5DNj+8xxvuY02RrPcTvsS/ew5gOgsJbWY6Vd+AABgbJU6WDwAMA+B1bBwHtd90vMVNRg3h4mLjPCyQUuB2AjYAGMAUOhHpJrxM4czNFdnvBzqGlSa56uE+VgCM9/YcuzVOcfy1ALiC4b343APAtV2bTRpsW8KnhNnWyuegmqvWMb3j8w08LwGwrmfoDKfv7a0g6MNjAOAATa45SzC282cH0+Vmil2C3phft8olTWiH+AEsxPnJduP6keY516QnkFI6THOMyj0w1m6bXa+4H1ywa/885gb9gXXpAOaYRns+R11bhMDXryWFOMmnXMoVnnouoY1wAqMmLmOnODMduxUAV30454OoQpObuPFNOI7x3mPoyjkHp2dc8yFSKQOgo92A3/cA8NFEOIi/JRxGTWTI8i2Oub0V8MRHcAB7vNkHtBGxDzjJ2r4a348A8XEo6hoLlMqNCwAMCeaGEG2YsEuVNXXzy1QwVe5dpAkn3E7krhjhiPDeBIsE+x4/D6rGjmm+vZkDZ+Xmg7lJQ9dy5g20A9dUZgBDfblw7XhfAfCYE6ibnK5jp7omoC5/THle1Y0hYwMIHblah4Pdc0PAuDbXZ22MoJs+heNofQ7AHjoNAEx3cq0Jblg+1y+309d3Ey/rAu9vuJprl8bBYH/9u3HA6ozn2lcq7/dXB3EE2dlfkkOc/qEVaAVagVagFWgFWoFWoBVoBVqBVqAVaAVagT0FfvbjhfUh7GtH4bB9r3UAv/bG6/F/sAO4PvBam3IGj3H8HkAeD6nLA98z0HAm29/96dTb+3f22O6KDQXlweDZOLz3c8+z+kD2NXFXAbDizOAwr8In5fmgE+4fy5Mg9GK6LQ9Ej5y5Pu8MGLNFO6ke1/se1QTeS/08oelaZ7BedRsHAzAdgO8579M5OGrlWk8/DEfa0nltOy4vdFwC+MhRXl271or/FhpqaFPvsYJiOwBrzV1B2u0D9HVerQB4dVH5+L3awOu59dpr7V/1yWBSIMYvu2Ddp+rkPYLINSUornMIYzOFraGZa48+0QU91wIAL9wL/1LvA8f6cOvicwARnFPAs1Oc2l3ntrlPa39W9ysdh2xDpqVNYCQXsNroaztltPsOR/SaBnzEdYHijq81LfwmvrJPFcxWjWuf9857aT5MgKnNBdZoC6gVH0q1LId2Hedn/12AtQVASqSHPwNAfo6FznCdqe0rBGPq4azRWpyyGHOPU12X4abF6azzWkCS24W6qbwXm1jbXR22qsdrh6hT0Vsnw1+2P62qji3PlfVvOqXR1eaMGndy9gZwDQBMQMqariB4TlMduqYDuM5hOKEBgHkfus8xOAKoWptwjS14Z4+hb8SenLZKWe7+4PNnjE/OfQBIwL9I7qy0xRq2D99RexfrFeArbh/v4b6s6RtOZgNpfMf5+qMP6dxlIwmTVVOZruzcsGHg+Bz34SYBpFSOY5HZgH7qdNiPuYH00xl7SMXuF8Ftpnj2eAjWKl32TM39je7t6tIHJCbIZiFd9F/3wO/QULV2A5w/CE57/HGf27vpUFc68TnD+DN0hRvWUDw/HmB1AbKX67PGw0CcABhtwKXR5/F3gzbXMJay1AFTUCPNNnY9AIQTwms8cajCGefI0UyNMaNLBgPGAMdDn8/18zoArHFTp8eaUud9cT7re2ibfrodwDOe+qdWoBVoBVqBVqAVaAVagVagFWgFWoFWoBX4QQo0AL5SyAbAu0K9HZBeqfsvPuzt/WsAXB+C6gnu6wBwfRh6LQBew+UI6F4TVnupGSto3gPAl2DzMg4Iin4AAKa+BZTvbbZZ1/drAHDVbN0Q8NI4GIigXXDSObXrNQDY47EHeMXUSk1iumf1oL2wUwGcRe49AIx7VeewUyq7DXtQ8dBFvOzGuQYAAxjBy8fxAyyonQhgAYA6Ut9mKmXNpTyHQGHqAai0vjbgMKHrXg3kY/iqa4IT1WsBoFQALC23UHQvvXbVj849gJmE2wCNFfAaeFWo7c8NGPfm7wpN3bajMTEArtdaYafS7k4AjHGBu1UwNEBRAcByYDp1e4K34pY2ADYco24B4PBPTZU8NmrlODteMc7Qag8Aw/lIB3ACYMUHUkCrd3AG1xiaGUoKwUshCBAB6ggY52YJ923VjeOVIegU7RrDiPMAnUiFbDDHIQd4zNe6MQRvPz6FgzzAHMEq26401/Cnqj3wfeqGmbFZ8D1+geMajupRyzdhPGMArlTQRbhHnbYdo4i+cj2ZNbcFMzEwmnOYrwCRt6jzi/mEj+q8jWNYjzdj+vsAkAEv42DH1eeAq2x3gm02p1xHsdHzn4QAACAASURBVDr1MZzFMdpYMVNs4zpwMHvdxdgjHT6uECZn6nZzU9oUH6Db3yJVNxZKpFKmZqxdLNCN+XV7+zniDM5tp8VWLMGNDG0Nk1H/9wmEPNNzM5ypozY6KP4Ud3vZFny8PzPIRZsNgB8BY1FLOeL5JlKKe+MYXc8JgHF9RIqnIlN6E+Si/dBLsWIA7M0KeI+O67n/htDeGzm2mQmWDW28Yl26L1NA4/N104fSe2vM+PnyfbWEVNcATp37n1agFWgFWoFWoBVoBVqBVqAVaAVagVagFXiHAn9ZAOw+n4HZd1tcy9Oha3Xm06fXn1cdum52dfJu0h3m5d/bvbNU0zP53rWd/3sd9975cQSghko7teV+hYIV8ujB5DHA3ksBjXNqfPpn1/q97NN8kF1dWjhOD0cn1NqDlk6TWdu9aXPq+hoAvGpQ23x0nemkO36Yu0JK6XvdKL/k9j8CW9ddecLj1f171O/Vcbz+7rHjeCaYdj8vHcATYNb7ramhxzJf0pCu/auOq3p+rQFczzGcqteuKYb9cN61hdGHCr9wXnXWvqT3gLYJRFbYYyewtVPN1UyZW+Cv72GH9Wz7R6Z3havvaN7KLagvjAFdSl3NvfjEe/WaiHPWuQTUQQ3OuJ+uOWHV6iIGwKtgd7ZZ8aG4uyFwgsZOP+z20nmZAG+9dh2DAZtsEeX82k6wbSrY7XdzBdg4D07VMd4XgEb1dPGablv1rAJgto8O0y14dVsNUQdkir4+2XmY8JWgMWGsB4+bB+I9xAHdpKhBm25XtiHJmYGvU0BPPbSuzrXuYINKOtad+tn9s1Y1jg2AAROfv8mlyn7FGkwYmbD1Lpyo45UQeM5dZTwgwsWF4kfExccE5N7wMYY142VspMj4xNgpbrRpBC87+zkegPdwYT5/ytrd2ogwNly4RjOdyoCe0ofzLroEPdhffqxU7obeuDb0Vvp6uWORtln9EfQTSN1u4JDj2PdRnV8BeMFi1wzWNdEnAXq2JVNBY+5AZ7jOPcdxrvVFems6YgFEke8aLulo7FyfFalqo0aJ6x5jTXWVb2/D0Z6pnQFRH8IhTJAeJ2BjQr3vHOjLTTo4zsdig4LSVvOOfB/tUo1lfUcRfMdY3t4oftA8OOs5P+o8Zz3sWEtyraPsF1kyAGpn6z6tpVlyAwdjmA79CXa1Zs21w+vTUVkJbnKJNo65NuBvnXNzPs65Nf8+6BrANZL651agFWgFWoFWoBVoBVqBVqAVaAVagVagFXiTAu8FXGc3rQ8Kz47d+/y0fWeg9b2E9Oz6e41uAPyWof5TnnMafyetbgC8nzrR4MgPSKvO1wLg9ZwKkvEgmA+LlxS6Rw5YHLvv/NEAXwuAV6eTH3bXMBGcuC7cz9K9vyc+J6S9hLEbx+1O6uy9dNo1DfWEwNNBuGpAXQts0Bhs21IhbgW3a4ppX/sIAK+x4mvh+D3HqtoGAIAftgB4AwDLQB591zkuq3NygM10Ehp6AuSwJmjGHN9fbWElVgGWDHIMUKvOK/yVxoKtdvIZcO85Pz0v6LGj+1eAaAXA1tDtXbWogH1AccCVcODV9jvN8ARcCcaKztUhjPZ5ztWayEc1g50mdsbLnIie/3AQjnWiAKQLXQGgqnsw4X1Ni74C4BoD3kQw4mnZM1Y3Dxyl7Pb1vY4OIJoNAyhTLC81fBNs1RTQuN8z0kvnxDRYXsdywmNvKpiQGzWABTkTACfAxyUBENdQBvgUIEXaXadNfo40vrExIIDf3rcH4DyhIeAkYaLu9Tmco9icYLg4ah6XDRWspQu4a1cuYCzmgjqdtWfnuM7vJ2Q0QM1ggM6YCw4bgPsE3LjCJ6xfcE6H3obQWgtnjWw4hQ11V7CtFOJK9a25p/Uw5OCLt4qbP5V00HZqy/GLWr+qTax5kvOdY6t01HBgA17e3qlOscYTa12mPeZGCjnTuT5C5/jv7u5uwHWMldvg+KCTONerPcdvnatuG/aPWJ+4Iu/JDS2Y17kRgPePNt7d3Sp+ornwOeMarIqMe3JIBZLpCueGAGs4QponQ3+/mAU7N164LrNT2uM4j4/GAhsB5ncWv9szQNfv8wvnL+eEN7fN7AfeKFrvM+MXQ/2eb/jRzf6hFWgFWoFWoBVoBVqBVqAVaAVagVagFWgF/pkV+NmPF/4pAfAbA+paBzBdY1cCpLOmtAM4FYKeywN4PfR7n9CHAPhP4vx1fKwP9de4uUYHx+/WIfx2AHzkKCKcyTqS1ZH2XgBcx3tdt34VAE5j5xyOZeK/BLRfmvsV4O45gFcn7l7/19iWky1hkFNTZ/3FFfzUB961nRtDV8ILjUvW5iwP9ffm1hEoOwLAvvZILXwwL3F+hbFALCtwrXDvbP64PU4l63izuxNrEcEOIU4BFvnzADslg+9ee9COWv9zzneBDF8HQM0A+Kgfhsl7ANguS1xfoG/WX9249FJf6ynQK8ftBJ4CTre3d5znnpd7cNnQFsfUWsSqh6q12y4+n++0xhWwWpfqFMZ7R9+zvpYBFI5dU4mzPQPkzRrNFZKhDQTgcM8ipTTaHeNisFvrB+MetbYtNU4AWuNbwA76B+iL+8NJ6s0ZAFhaJ58IWV1X+HukupaDeeb8sPu3OoxZYzZdkuxHSWFsUOj4qTHA8QlACEDrOUd9ix0T7ZWhFC5VbXz4vLN+PDw8BnxUXWF+bafzm9fHnBHrzvtMiFm/yQlC0SbA1ADEALaaZ5laejiUHcdbAKxaw0pzXdeh+j1aP1vfRxp1nb9ta12/Hh6UPtr1k5GWGX3AMRinkcYaOiUhvom55A0kM320NrAwHTKcyHFvwXJcxwDWcaEGQVK48+dYYT4CLuf9Y6OA5/D4Dk4nOsHskqramx0Ee+X85/oTY05tGMjabXN///nDQ4wJ+qpY1doPMGwA/Ampq9FGjr80pAMd2mBtjn7dRLrqCth5bpnQnB/f5Dj3PKtrbq0NrOsrVuh2LnWDK7DdloUo6za/F10bOf5d/ti8AMjcJBbHNQCeE6R/agVagVagFWgFWoFWoBVoBVqBVqAVaAVagbcpcA3YeduVdVYD4OvV2wPAPlsOB/3WAPh6Td975Hvnx18ZAPsBL2PuChD+FgDs8VkBXU0BvY4h3TX0CM31ZYUNb3EA135eu26tKaBf4wAWbFo3GGyBuR19743joXOpGXxUz9fpeaVveuN2nNQrON6v2XzsAF6hsPTf9hT3IB9Ix5dr9/K9TPF6jTajzmQBuRXQjHHbAcBbeAPooHqkAALr6yhuBvAcAFvnGjg6fvfbWdKIpmhpmtzcHjCvtsm/O/3zZVv1jsehggylZd32TwBYKYft1HW7DYChy304BT2XKqDVm4qHtU1OuTzPk5vRDtWqk+e9N3zUz/bAcx2/6gDeA8AeE7YR/V1SOFcNDWDre3aD4jPWJKbLWamc3e4aIxUAPwGA4rgYxwqAB3DNVMUDuC0AuMaQ687C7yqAqxS93CTAVLaAgHhPP3OcEgAPZ3KcB6haNwQ8P/l49edzwGvUbAVwRm1ZOSQz1XGZ4I5/QvFM0axUxhmDAK/p7gwVCDhZNxizbWx6QOzAIf9IBzDXJm84wVqaNYvRHq8Pa61vQWo5Xtn+6D+uByDpGtIcr5ynHjs4m3F9OIA5jm4367nOdQspn9FXaQ795Ja3u9Tr6bdIlW2nMI7xa+gR10TtZOipl64FjdxttBvQlNFS4OvDw4POIAxXymq8HgOaz7TSSG0sIKxNJ7lZIhtgZz4hbfyHuEbfn6JNBLNxjlJQq02evwLp6ZaNY5yV3bGpmrzqj/TPX7EuoC9x8u2t9B/1eHPu3ASApvY4Oy6D0udcTpIdA/5Ce3xnIv4BgHm8XbrMLI7x8T1R+zlmSFnn6oabFQDjMAJgx0AZ97F25tzKO2guFFis96cD2BsRfPz4nvA4NAC2NP1vK9AKtAKtQCvQCrQCrUAr0Aq0Aq1AK9AKvFWBa8DOW6/Nhy97T/lfccHT9p2laH6vVfbo+mfXPWnXWWrXV0j0rkPbAfyyfKfxd6L+gFR/MsfvS80mDODDzelae2uQrQ84X3udPah4CYvxkBfpOye0quvOTMmqB9NHx51pUj/39Y8BcDz8HuCi2LziIisU20vx63t9qwUL+eb2Afp74nOvhq/v689WR68/36t7uIIt6TwhZ9VvdeqO/paH8QPQjXS1cgVWCIzzKohencujP5nqGb9XvSv4XccBnEgAes6D+rOhRv13jaHNuRkGYyOPxOEpFTzYPedzCeScsnb5Pq0QE2BihdJn8VE/V/1UNXKCmtkjOAfVzgqLJkAxSESqVkDLCrNdA5V9ZXrgBM8beDaBMwElCE+pMVzBp117Gv+sTVxr4SY02kvvDTC2p4vnJfsR4wI9DYDruLqf/HfdGFFihfGU47uuWXZ+47rul2sIr6nUqdnlXgM2acDZAkI3sDwBdHVgVs3qvdl/O4AB4tJVyvYkCEdcfAu3MMlbADu4lwECNR6qTawXYkl1b60X24o2Y61mmmO5O7mlgusc0eI4HlepNYzZ1vI9OkAt2l1iAA5ggMrHcKkCArofWvsFM90WhiJc1+nO/PwpNh24KZgHcQJAKx3pEdc3BL5y/Va4POv+CgB//ixYCWgL8Kr0zEphbKc9/oV2twkq0T7AYsJvZlOIuTU2Ygg0Qx+nkKZre8SbKKfH0NcGAP5MvRWKmFJI36y1TmO1ceiPpNue6/O7FcdWZ70d9xhP1y0X4Ncawr4uKSzoXMYg0IkcMcJ1YH4/YuzQXvUlHb108+faX+aB030jqPRdE9dm6moRYTvYPZ5Pz49Kgc1+Z03muN6ait3Q1n1gY7I9zibgvyHGGs21avu3hc7fAmCvA3NelBQOOX51w0M7gK1+/9sKtAKtQCvQCrQCrUAr0Aq0Aq1AK9AKtAJvVuDsAfGbL5wnNgDeV/BaAGyOfMab3zpODYBfVu698+OvCoDtPH33/L020A+GYQXA63iMh6V/MQA8Ug6jHmOFestGgWP5jlJrXxfPe/B3Qm0BMD7AXlI6++q1zqkedOsT81tDtNcAYIOV1QVbIeqE6gYedlbu61Hb5Xq/7wXAQwPC0C3c92d7mxTgVqQ7DbAJLuJ0rOGc6nSsIBLXZ0rVTNVq4FfdvgJKSNF6uxl81/k9qg1c4bHGEGlhpaMdfZv+RazCCQn74+dw+hmkarwmgLoLpx7OX1M/bxzJCYAJKy8g6qxRTLfcspFiwF/oh5gD0Ip2G0gpDreORrelpomux1m4mnIZAPgzoSXcrVs4PSAwXLnZPp/rMaOmAG8Jo2vc2LlaBwzXhG4VAPtzxEeNF4+X//2IcSNw2zqN4QCur7rhoc4rX9ttxdje3qbblYBNV0FXHp/CeZoA+PZOaZ0B+gCGCXbTYTvgNM/TRgrX+63phTHvlaaadxjHMVVw/P65pLDGfTHWGnOnwN50kW0EkPz69SvTHX+5/5JO5tkHT1uNj6Ct4l+uVg/Zc3Qc18KYIK6/DQerHLYjbobDG32Z6yAA8MMD5g2co1HTOK/te3r8NDfUFsYAHb9OS43reZ1BeuyoxxtpknkfjosBrwA+9MHEEIDX2ozw9c9Ks63NLZq3BqLujSC84OV28wscyd5gwPuU+SkHt9ryDM2wdmWKcM9HjU2sIQmAUcvXMNRp71cArPVQ8f+RNaYT8ipa2Gj8X25QwUqa7eb4xABr44DAujYewFata2wc5vk3hDeTuVawp379LpkbHSbkZTtecAAL/td1ZKapx7mYA3UzE/sRnT7Y+7EN+v6tFWgFWoFWoBVoBVqBVqAVaAVagVagFWgFWoEjBX7244V3A6Szxx//pA5gg9t38rVDZ5HjZVYE/OecQ++dH8cA2A90/5yP996betjx+Xw2P0/C6qj27nraX80BDE4jp1KkFuUD6hVgJojLVNeXMr0OAA/H0V7a4uHYsvNqAmDf92gcVhA8wNtwPuoKtdYnH5SX9M1rHVB8vnWlTdfumq7z2lVp40ZlewTuhhM5UIDuO69Yv3pGKuIEPRWeVdClvk0Xoz+j/iEvHIV2kdW2A0TtgWk7g5EOVjraXafxB+NgKlgkgs1csitQPaoN7PvvwuodYZU+dX4jwFlpt3JN2e5UugbZbGcAY+pbeSRdic8JGqd7/2js3XfXODUofQ6gBKfj/X0AumzeUZ/q+xW0V203jsAEOrUOrseYXkICtjlvvLFjbFSA6zTjoYJsL4vVoczrptvdYKpuADNArfE2fs40swNcpvPSDtp1OA1ka78I1p3CGWCbcFtnOm3zU6SA5iaAfN3DJR0g0Ncb3xsAfIj5sv7TFR6pj/G6vb0nWH2OGyotd7hj80sDMeb5xRTWqBeLz3KN3GR0KPsv6PAlZJ7prAGRb2JjBGIVfVhTpGPecWNICgfnLu41YbXqM6OPuNVz9p3rRyk2DHCr+agUyBuIzPrW2sjgc3y8+zQB6Zwg69gY1uK2cF6znfwDUJkW/GJN6fx9hZeK3XXDDvHpEiJqb01fTH1RBzdAqrIFwKE8NywYcOIYO4Xvoy0VlD8EQMeYVwDs+eQ5iI0H3jhkoDogcYDbuvZOADzXR7mQXWMZfVDX7EY2gGaK8QTENaZAkwHhBbgT6sJ5nUC9XmuCculXMx8oHnCe06jPjQEeh7qejnILY40Hv37vX6DLsPavrUAr0Aq0Aq1AK9AKtAKtQCvQCrQCrUAr8M+nwM9+vNAAeD+mfhS4/VHXOYr8BsDvA7QNgPcdkteutAa7R05UX+cMAFfo9jNTQLs9AFs1BbTXWT/IHgD4A2pL/jkAMNp+BIrPQPzx+Chdan3V2ru6px6026lmpy7eq47f+n79bGq+nasV5O3V1sV5ABU3AX2Gw5EgVlfcsnJde3VzjvizPSzfqDVf8RbGnzUqCzB0zLovLwFgu/wAJgQdkNpVYO7hQfVJBZj255uhmIGhj/P12IbiaNTvcDgrLa2OV/pfx/JNQNcKgNeU5z5ONUYTuhdoRsgTQFDO5cUxXAJm1QXA1zEDSMO0svHf/f39BsZizDEOFfSjTbswNzcEKA4n0EUQrDB5D+R6jNfU5mvmDgOjui+mOocH+CSkA0lM4J9O4llLdus+h1NVbRds8rjejiKrU1ACaacUz5rO7hMdnnDe0r05HZ7QEOCPwDEcqNbpBhANTtwEqdjgwFcBwNu/MVWTGNd7RDpppmPOGsULAEbMofkVnD4/a+wFH1XvFePv+KWrEym++b7A7gXkzv4hfiWvxnjEfwwa2sU5G5fG5gW6cenSxf2n9r637z/q4sYbTJeN2LeeOUfr+gc969ppkK4+z3TKcNQqrXbA36iRi3+fQgtwa7ahEGDPA8e/9Z8puWeaZW8Y2OyzrOMb9ZTr0objsAEDANhZDNY5U+dAAEzCas8PAGCkgIYDnGNlB29pgGvssv0AzAmi15r1vOYokTBjknOoAGA7eXE81sGnaD+d5CEimmbIzfUoYwarPeKjzmunt/b3FD/LDRueXXYGjzTsbAc2SGTa8ayRrOviv/kXtjcH4PrWvAHwXLf6p1agFWgFWoFWoBVoBVqBVqAVaAVagVagFXijAg2A3yicT3unw/Hs7u8FvGfXPzNYn53/d//8bH6scOtCj79Q7V8/7MS/Z3E3HOgZ/5f1U2dqxpdiZK+W7JhaO27Vo2u9lKq4uoh8PqDUCqz2rj2cWQAEw5mjdJT1tYFGu43cOnbnQ/J1g8H+cUf99vKzpmw+2nhzFM97rlTGw5IK+nJsJrxV/Fy2dC/18uoI9gNvg6QVpPmqfrCO3+s16Crj/Ze61QfzD2MJSAQgQMfcllFvOlHh8arfOk8qbKzzqepovx01T2csjiVUSX67OvcESwU0nSYUTjkc//AguOD0zRVQ1I64TudaA3cA3awhXCEynM90wxWwrM0NAo0rHNW42KUsxy8AdYVmaCdT4DK+7ISfqZ7XtcTXJJAjTBY0VKpbuU99jDUQeFMwAigREmc93A3ADYTo3+1c9rixvmoC4Dq/NwB5Ae5eV8b88/ypULlo5Fq4R/PbKTpwPY69gVhCSMx/3PM5wJo0TjhqR6tT4OYNXJN9zBOkoCeYBJTFtZS+V+l84XzNFLd5v5Ei2oA6rk+gG78/YXNATAjNibmOGTgzXTA3Fcy0v4pzx4s2Geg7VdfFHOVGhwCGeP/h4ZGplOc4f+d7iJm7+9sxj+32tfudbSD41kaDsZYzBr9/uLu7I9hW2+BABZ0TSEec2f1JFymPmym5ldYaYPZmwE7NS6V+9to6N2nMmF3HvW4wcR3hCgQhDcoL6/pPTKeM+uCYn1++3PF9rx3iwtowMud4uOQ55zS+rJ+7WbO9EOog1Cf23MdxgNpaD7zu62TqGf/PtcoRD7exrsKhi5TOTLUdx+FcbBLA7T8jxXqOPduoiZfXTngOgJwgVlptvx+xqcYvg1zMBUYVILoYblmn5Fr259gg4TVXsa/PuCGg1CDH77XmMY8pf5+sG9AQI2tK59HOsRZk28p3bB1rtjFuvPOVOvrcP7QCrUAr0Aq0Aq1AK9AKtAKtQCvQCrQCrUArcKrAz3688Jd3AJ8p2AD4TKG/9Odn86MBsB7e/0wAfAH1diLqGgDMB6oHIOYoSF8LgH2dC1C4gPKZ5nYlj69L7Xzt8nMGqDeAsriazgDwBJV2efnh+gTDo2ZriZMVAE/dtoDmpcXjWgC8xo9jdQXAF+7NUWNTKakNUgwz+TugR3lEv1tfeOkEXcB0f8mJ6evBSYnX+sQfxxlmOnUs+m4AjPTQHl/DmprqlvMzIAxSReM8ANF5vS1QhtvXx2uqBGCL81hzFaAPMIy2Vo3vFshPKGZogfqtj492v+VaASel0/zCA4gOJ1Rzyut1Hhm4DVcgQSLo1XQX1vldQfld1KnFoXJLbh299b50lRKw5+YVAODsSAV+Hi/e/6J+cQFSvOmMG+k665dqrD3mSrs+0s5mG76lG5MbFrgLYKa2zYWXcBv9qrVRFatRP5fgtgRg6OXPDNHVHx0DwPiEGr/xolM1ALlr0QKAjTmCIUuHOPsVvz/HmAI6GgBPzXRdxBIlS6i89l/3XPRTq/AJoo3Q8+7udoBWjOnXrw8DALunoz9oF9MOa+NAfX2M/tyyzq5rXn/PdOTKWmCXNPuXmzMYqtYqU0d7s4Hb5c+xMcOxNGNGmzw8x6czVO/bhM+hBlcGhGfs5vcEAT9+f+K8dPkAjMV9AHBpqHN1/hYAO8bnxhOBbqff1phkreb4+fZu1oKG8/cpU9FPtzTWHsW0mHKmpgcADqfyGA/dhv15QAppriVwAOtF3r6AaM7F+AwA+GijmEsyG5ziGoa4BrjeOOINN3Uj103GsGJg1j73uFWA7D7WzSyb8c21gN+ZXM+2c30TfNnn9b3NXMVYNgBeJerfW4FWoBVoBVqBVqAVaAVagVagFWgFWoFW4LUKnAGu117v8oFGffr4+qudtu+MgKw5GF/fhJfPOLv/O+935sR85+UvYMN7r/d3O/8s/g4B8F/E+bv2zyDJcXfU/0/Zv5ecmoiFM/fKSw5gnn+lC/gsRfQKAeuD22titp5fU/f63CMdJ0DegvK1Ju1FG0a9y5cVPFp+Vt3OdK5a22GK99Yav6O/CSd4HlN67gNgH+9an7wmwNJIWTt/vgCwI72nrrKmgMZ7fpi/1vLFZyu0dVsGLI2n7a7ZWsdvs2kpnWmb8c+n9Lg3fKxna8Smpm1ZF+p5dv8aUFZgb2Bn7fSvHL+Gw2s878W3r4OUywIes9apUtcqRuEUroAHjjmPsQCwdKt6qsavQJvbh1TNnz+Hs5JjFw66rKkpADbPlz5wZaJfchaPOEsqVN8DWKsa4OeZGrtAp7yOwbqO284nAE46BQlB1a/hEEQNXAK/ec1aI/cmABbGf+MGXTYDDNA/+jF1tjvV16deqFWbsJe1VLMGeNXd7fUYAZSZbcbVU28rKNetU+kOcB+ptw2oKnRmedbvqPE73eiAYIT/IQbdpgn7CCxTTjmAI70u9KNccNVrowBjkZAR6wk2EqhtFbQDYrNfmzTJ3iSBrRoA4AKq93fSiC7faO/XrwLWcADbLFpBGuKFacNLinNodhNa3400v2rTBH76HY5fbLDApglCRrqR8zO4e6M9cpd/CzB9P5zCOOIRzvxMRex4hea4JUF5nm+g6FTJhpGsVZsvx6RAdLrBsUEh41baCae6fYLIauPe+mANmTKbKbt1M2wUsWsZmye0zgjQ8rN636JpXVcxxJjP3h+B+EBcICSYzBqba+JnZyjX9b1ZAp1Il3WcpLURaZ0FmYcm2NARv7itWlfm7ziulnuoqdbxGfptAMyxJjTHWqc76LtvOoLLrceaYC1Yxzo3CdCNn6mfN98l9QLl53G/sjHAHzcAPhCt324FWoFWoBVoBVqBVqAVaAVagVagFWgFWoHrFTh7eH39lfaPvOYByEv3OG3fGYD9CwLgnw19q95b18V7R/vvd/5Z/DUA1tPSjfMRDzJfCW6PIue117n2+NdG6s8CwH7AvKa2PNTjYD9NBYY49yUA/FK65wpmcZ0fBYDX667zZnXRCk5tXWEvAWDrZRCtdMn78NyAbYWs/n0PQPr6+LpxCmVf53CsdhdXuEzVrgrA6jWqw8xOVo5FAnHBOECg7XX22lHbaAAMp6KuN/Wtzl8BYAQaiJeAaAXA+ATA1fFBGB3wqUI3tBvXAdBVLeHZXtcTVhsc0AKVTlG89kWa6N2vX1cAnAAUbtkC2CtwHuNXQoJ9KM5jHAMAXF3vSFG7AmD3m2MQ/zMgI4hNB7HH0IB0QjO7keX4VSJs6QBYdxv5fTfxGRcg5K+xlABOzlylBhdQDA0TYNmt7X4bAH8H1M7Ywb/ONzAc4ZliGucBaLnOtJykiBc5kZEamwAaKaCZRzgAcPYd9xigmbGDOQMXp2LOLt+xOSbdMPPKugAAIABJREFUuQC0iu2svcrMyqgDi3FB2vHYRBDQFuBdYyCQ+mAAHGCYsVYgraGl6/C6Xbg3nKWoYcxxj+sAzOJcvOWyuujTE5y2uUECwBDOVY4J6wQLxkK/20gBHYl/x3chaiYbMA5QyP7ZjS44W+Et2mKIDfDsdbJ+/+CYDYTl3CjAPge1QuZ5vO8nYClnuR24iLWo9RzgGcdjLJBlwLAW98WcNqxnu6OxXFdCA2pEEM2wSJCaqcm5FwBaDaTKfqvGM8Z3TkxC29yYwehi0Gi9uWHqd7UZMf2cf//bjc4U3YwNxcj6PVj/nsN1KwDGNbWRRLMG10DM1TV0hcicJ7kw7QFg617Hy3NS41h/u/y5AfDL+vSnrUAr0Aq0Aq1AK9AKtAKtQCvQCrQCrUArcIUCZ4Driku8eMifFQCfQVY/uD3t/xmAPr3APOCsTa+41NWHnj2AuvpCf9MDz+bHAFl/Ecevh+ko1o77u01NPGsATwBcr3kKYvOB7vH6cJwKubp6BrRbUrG6n6ftOInbswfJK3j15dZ+XTqw9IAaqXD3X5f991JTk0b7qGsAsLXYc/ie6bWmbF7XjTPA6/MFrJTm2a+9tMkAinidplgfDQ9QkCmbiQ9QxpRgZN+hW+HrcK4lDFodrqWhGjOCU1237i+yi3SdQ7p+QotMCTyB/9ZhNsBhQrrpitumFK3jvYLoDUDMxtfrAADP8UpQkpBRMAfw5yZAFByxglSuu2sX3nQMCijiNZ2Hqt+JEUaSVwFg1Q/VcThnSWXMsS6wM9ZTg2LrZ2D98PhA0IsQcV1Og1df3yDY9x7uwAJcCKijHa796/TS0AYwi2MxUi6rWqnB94ifiDmn4mZ9U0DBdEETiMX91H6nRJdWj3Bf47hcB8dciE7R8Zjt/B6fP8IJilhLQEo3a1wTTm70j9Aq/sMYfctF4ibAO8F0LtScc+BoSLlNY6NqX0uXaEsC/QlI5ch1/dXq+BYgBBwLQFxqDDPFOOq6pnaMAd00xxw3Vv3dmgHBabcFfxNKsj63HLjeuKCU1ZkSGPEE6E1gR7o4UksbWj9GKmvV+taL4xDHQq+PH3MTRI7v81PoEfVugy+zvQD7SDeN9rK8eLyH+cD7Rx+Z2ptZELTR5Ps3aJ1rOo7lfC8O3Vznoc3NjdYC1+hF29BvOn7jfdQSBgR+ijYBttbXus7P9UJg2fMQP3/9uk1njl4J2mLDBjqqF6Emajdn3LJf6TwH1HZ70U+7kgVl5dhGPLIP0WjOJeiHcYFsAPdsmECuMyYg9hHPALpMDCDpGI+PgMwG47moMF5yDrAucQJmq+O1B2OLdta1mBrlGsTL5BosAK21yevDEQCufweMceWGFUzwLWiuafE9v1V/HOOc7nWF4sahPGK0DHgD4E349y+tQCvQCrQCrUAr0Aq0Aq1AK9AKtAKtQCvwFgXOANdbrlnPaQB8vYIj7W4+DOMDoROHwPVX3z+yAfDLCp7NjwbAlwAYmMe6HW6k+BMA4NVVtRcJPw8AXzexDXTQNtabzX/XdeEIl6+1fY8cvu77ETD/WQD4qHb0WwAw+mBQYN2YOtR0IDtp0EhNEzRwrQWYKimM63mEqtAfD+4ToG3cXXA5lvustXENgIdzlmmw2eKLsBMg3Tp8X4rVCbAFA+vvvEOpQ4vxBzjExoNab5cgy1CbNASpagGqBOsvNjCEEBOib/tgGeQwzNS5cclt6mYD+vllh+sN0FgAsByWcuJCF0AowUBASDlKxS8BvGZt4AqmlxCg9qxNXABwBenjZzrJBTKZnrg4CxlH8TuAFK43YGr9Uh3ORqVENsz8hpTZ6O/HCfgQ83DTGgDjegCRANV8ESAFKIxarGjH3QKABe8F1gAg6VQHpCKkFABmyGGxCL0AMnE/jmOC0Pp9h58B6hVDc5ygP9k1AFqMgePNcBCplW9JUuXgFXiFoxLAS12pG0A8Hw1/mdo5Hfxuu+enwDdcp0ixLMBpwO50y/BlP0eNXHwmB+tcHdFuQNVPn26p63f8lwAZxxKSos8BM58iPlyD2ZtmbkPPz3Bpq3PqowEqoDSc0pAYsQq4mBsAwvc/jjUgJytNWcF5q34AwA4jtNn99PvYTIExZVsKPMU5uC4+f4jayLfp9tf52ESAMZVTV4GAuaO4sbubmyfG9/OnD1++BOSN9jn980wPrw0CdgyPOYN+SxpeR+5kb+iRaDVONX7KAMDNAdGWR6/DmTbemRBi1keq7XB6p/ZOAT3gdWq/WbsT/lonbSywM7mm0Z4OYLfF0LwCZMWiO7gFuRv4yzjX3J3zCsA7ayYnQK5zbv2uagA8de6fWoFWoBVoBVqBVqAVaAVagVagFWgFWoFW4I0KnAGuN152nNYA+HoFKwD+2eDXrfqnBcDDFvTy+JzNj2MA7CeE14G+66Pkxxx5VON3D5bpjosD2A/y8yk4H9xml382AOYD1SW970s1bvccwwZehnZn69QaB5f1assT4fLAdzq28iF3Pjk+i6uRQrVMUAPgvQiAUxGvs1q/FQifRdLWMTwdY9JfZ7tM75ED+Kg2MJyljKqFzFlXwDBf86XawOOYDL4Kd3l9wo4tcGL7U9f14Tt/B3zNz+X7FOwyAK7nDw1LOmaPuZ2lMwbk+lO/4XQj2aFzTqBB4IuOtYRrZHPFseZ713Y7JTTOrzVu7X7FNVwj131ZUx9vUgyzfQI2RJAlBkfN5U0KAYDNpIqMibnm+Tpo28ODarXaybkCaHxWDY8KDUDtWQsV4A61YFUreAJKj8Noa8nIUF3A47iQXmBV4EnORcEnQK2hb2gP8AUoJud0Ap8EvrgCGBXBz3BCl7SxxfGtdSihesagawgLREefyB7lADYAXtPOum01vuDgdew7fpyqXLoGzMQ9AZFHLWb4gRPgLusp01kH6FVspnsW58e481qs++3ayQKGTAMMV2e4Rq2Fzp0ws5R+llM0YRynHTYMQIdM8YtjAfafE4BrToQ+4VzG8gHIuQJgxyxiBNcLsy2BOJJd4x5PCfQRP3SpMo2zxsW1opny2Kmh0zWLY5AKGim60Uc4Rw1COU7hVAb6fUoHtvsfd82ayU6hXV3wcmPjfDjHObfovoeL2pE6/61LJd3mOT4C7BVyAw5robm5uR3zhyGOthNA6rraCMHI4DWGnk65HJsEwPKh9SM2HuTaxHHNa9E5HzWlfT232PfQGqwOVdczfncNYG3ewNjLuf4wFsoJjjF/4Dj/jI0LBsAcu0yRjvPzC2nA5NQXbXEcMg4M0Mv6jo0ciO29v9jsbNbunwKAh45ylu9ls/B8NSBvAHwZ2/1OK9AKtAKtQCvQCrQCrUAr0Aq0Aq1AK9AK/EQFzkHE+25+BlbOrn7avrMUzAck9Szd8q9MAc2Hgn8QN2wA/HIEnsVfA2AF6nsB8KrzcAwdgM33AmA7DX8UAD5bx+RInQ+IV+B2ef58oO+H8hUA14fKfCC96DSho1L6vvQ6h+eAPQLAFRzUa14LgHUNgIZL5ys+qwAYv1cH6nC2LtCY5xVHam0XYeOWzQ9H62XM5YHpmmRbUzoDYOOBVX+AG7V3Oo4N6NTnrLVpcE4gCgdqusHoVBbs9cu1c9W/CRgJ5wJUzLTa041rQON2GH6qbXZWyuW49928Al47QLea4n5TVMFlpdtmXw8AMBy3s5bwpWOabSzjSBAaogwHLHUU+AU9lBtSgtaUwhqImXK5agBALtCElLsCwDzcG1kAMDOFMa8bxzC1caBSuilzeIY7s4A0AempQzZsOEwJGtk/+HoF0DjoBKRZ15gOTgFGAqvU1PFWUzE7rgwOa0x6bOWe1kYDQM0NAI4L0AGM/idkJYCL46Dnmn7Y46P03gLWI5181lKGq7j4P3kdAt0y3XVt1bdVzef8DknwCcCL4wFFMd4AwIzrrMkKfTBNlHoZrlYKxcmq33G9BPvxE4AhPmdd6nTTjlTX8QZrIbNwsOYv3cOZsvj7Z7WNmsBdHXFF92iCegwhnOh4IW3xQ6RtHutUXFcAWusI+ls1pZtb+Zb5cmrpCoBz6NLtqzTPXid4LYNobizI9ZJuXl30/v42U1njUAHW1RHN+C4QmefGeOK4+3s5+AGJ5byfju8Kk1WjeX5W0/wLeGo+urayegwAPF3x2gSDusM3AwCzxjAihH2LNN3cwBDjlZo9IuUzNl/kd4Kd15obGBPp799937GRIzcR4Nr391HDOcfDY1jn23RNFwDswUPsZCxyrS/fx/gZsex5Vb8X0J51E1L9Pm4HsEes/20FWoFWoBVoBVqBVqAVaAVagVagFWgFWoGfpsAZAPtpN772wm8EwNde/vS4s/sfXOAMQJ/e98oDfjXgPYuf924QuFKGNx921v4DjjXvt9R4vGjIL64dvO93qa08Si58naRn8PG6q1wedQHg8pAVZk4Xa3Hllcs5/tZUz3PcX+7/WQ1f17scQI4PqreuSjXn8j4ERjsCYe1gbdHhOCzpeJcHz9fqqxSXW5Co+pq6gtJ47o3D9r3pstoHvHvtWdPB4jZIbeqX69BuALABX6aVhVPQ9X43ADLAHV4VEsixNlOy+j5Il+uH83tweEA4jErq7If6a7+mE8x1VrdH1FqydvCynQUk43eAyvVFSFVSPeu8fSDsa+O6AHGu46nx3A4oHZ2uY5rtqKmoGaWZThU/GygzTssXzZhT5fqjVm0C8nlvQSzPD8ScXwRiMS+sleJwtnHohTUW7kVUGM0v1to3n+PY9PWZAjgXcN9fAEophjUWqHsKbRWT1qMCcF9P3TUElhvbo+e5VfuH90bWhHRsSmPVH7YT1tevqbwNwEY/AUMNo8uOB2wMIXCmA1JjXjeYATRjjVRa5ADPqOGbjcZQAEwbXGvM59rFVOJO1QuPLYF9ieEEYjeIu1xH3Ac4ZjmuCY7hECWIjWvg/nb+4net4Ui/rTWcjmtCaLRnu26N9mYcwdXJWslx7BNgeIQb69CGIPjsITYl0LWMVNZMnRz/wfE9Xlmr9vMtNxygu6hRC8htJzU2SWADyrfnR7YJ97kL2+xwChNaImW1dKaeTCWt2J7AWJCZGxBSaw8q4Sdq3+bYjLTs5TuA8wGpmqP2MeYDrntLN7Xuy3kAeBoXUapl6Yj6x45//hv9AXS/CyCKdMuYC0gT/Rz9Q3tGe7lZQELtfR/jPa+72vSzdfhn4oM8vzqjtU5xLRrX19ziJgCs+bmGe76PlNuE+BAiwXKmlUZc1vnvn9Evz8m7gN3qy0zb7I1F3pBWAmP8KPCt+zkmXBuYKeu58QXjF4A549Ia7sHfTTvjgL2/Afba0e+1Aq1AK9AKtAKtQCvQCrQCrUAr0Aq0Aq1AK/AmBf70jx/OAOzPttKe3f9A9QbAEqYB8PsA65smdTnpzwKA94CbHsbq8ecaJ68FwO7y0X3eC4Avr6uHyRUAz35Mh9Yciv048MPfCrbpHrTzLbXx/VfnkTScUO2ylm/WaFwAMM/jQ3TP0wmAzfX8WX1CfQSA11TQNW6PAHC9FpxYFQDjwby1xb94rj5YKdLRJjxHNVS89gBwBZcEYwmADevWMfU12d7i9nI79ubiTKU8PzUEq3FdU+Yybgg59N8K3nH+CoANcHzN2jc7/nAPvO8aum7RHiw1iDbwpPuRoGOmyq11WocTdJmrE24J6lhTAGvFjVzQbPesHErQo1TM+qS2B3oo1TX+A9mRk1TwT2uG2qrr1hTZmg/qeQXAOk7gtULwNUbsygZoI4RLABrRR8hnFzBjDhBrCYqXALDbXdtRYZBBOLQDAFZMJ8gHEB0AeDrsUeWXfS5Q2DWs8T5QIwFhXBOO3gqAwV0JfAlOJZrnIcbqy5dwROeLMDGFRepoOB7xuo0UxDcG6jFJZ/romWJc/ZbzWIAyQevDQ9a4RcfwmW5mp3n+pv7luH8L9y5jlOPPT6JWckDMHC8AP7hu4UZHnWLNrxSOkDDWEtY4tlVfmzA+fYq6xreK0IdHOY35vwILCQAT6t9wI0FA4wyAp3DQPtBpyyZxPFAr2WBW/ZJLmbWmTczz/du7mRZay4/GQymk3VcBYNzHDvibAZoFITElvGkFY8r4BrwuizjArN2/dXyfALhHBgO132Pi4y5qzrOzcHNrrmCc53qUVYhz7EYwcTxzrcjvJc47G+bLvhU3e26I0FU43nR8S09lExDIFrDVcVxLcQxg+V3OFWubDnVpk5+VcXF7uXmq1Hjm+OEeuVnm8UEp7G8DpnMdy/Vn72+RCbgzuhsA17Don1uBVqAVaAVagVagFWgFWoFWoBVoBVqBVuBnKPCnBcDXgtcfBYCP8jJf245lcM4AsB9onR13Nua/2j5wFj8NgP+5AfAKXutD1dW9W2P95wPgHbvr7mTbpqD1IRX8CRThgXACgnTV4dgZ/0sc5LqiZLHT7evrj9SneY09AFyPXVM0r12pbmJ8JjAwH3yrrROerRB4jFsecwSdKyhc0/f6vnYA78LkWuuSkEDjZNiDn+nIS4CA1L1rXUbDhQr3eBG6D+PhPVxzASwMsQYQLu5qj90l4JVDcqx76cRbAW91tY5rDTff1LnqKn0y9W0u7KuTrAJX1NyFLhUoCtoqpui4ZGpbveexMeh1m1H7k+67hI0CYkphvQd+rZdhak1r7f6M1MRKhpztCRyZX3wYB7klnSJ7OmIJLItT2O3FRWaK3dneqgn0QP3PEeOsZYv+4L/tnFd8CCR5jAZICkmUOncWayX4AWDLt1jPuYI8APgFINVa7Kh17LHC/ZhOOeeTnNuPkQJXkFptAmA2tIrfMZY8ftbG9ZhJA4xzgsPst2tcK4WvtB4uxowxQGu78KEJwDzaCWDmdQBlmgXUMfcyvvhhjBv7AYdsALk40MB3s3EixhmOZwBFuHEBDB8DAAO84l6e4wKYlxs6eN9MfYw0x7cAfrh7bqCASRxIGkMPAPwtU6g73hyzgKJKGc0Zws0F6ANiA/dVPKivqmM+N9eMNMRZxxbxENw25kn0JaHySLFONyvczXIYO768btTa44C/CE3GQk6g6QCO68Sbo8Zu/AwAjO8bzCG0WbWgPfMwRzwGuKDu7ZTNhKMxB1E7GHHsdZV9DgDsjQC4Jp3VI/yhQ7q1ueZMyIr5BgCul+Yaf0Lb8l0DfM05bOjIOKUrHJsDFBtTgfndCQczQDfXuuynnNoRlNAGsZAAmOA/NiTgWAJhOKZjfcN72HzgeOad+B2of9FSf49PJamcfs1MLzgWtcJ5fvaBqczjdziqva9AG3GUFtrr0/wOnnfoFNBbtfu3VqAVaAVagVagFWgFWoFWoBVoBVqBVqAV+AkKnAG8n3DL6y55LXhtAHydnj/pqLP4aQD8xwPguqngbHz2UhO/JlTOUkD/WQCw+zT1uHZczgEwrr2t+TsdwHsAeG9pW+fJCsBfC4BX3a8BwFOjmQZWbqpLrQwGJ1TU2RVEvASAa53KWet2no8H84IgWwAsABiOrqwfa8CBe69ubLxnXQnU0m1mAAwwsKbGrufUvs9+XQJgnLOmcl5TPQ/IbAACcEEoCW0nuKuwc28eCq7pXABgQsIgJzUVtGCZHJrUpThfDVbt9EW/ADrVb8EKQ9AHOtsEWnUd/7t17Nr5KyBsd25JW74J+Alb5WRUfPnagsJ2I084rPvPWPB4rPAZx1Sg7fG0s3cP+ladlWob7vObBMBOiSt4LX10hgGw56bTGSOm5K5H0mo5bAXpkKZbqc8JWgNEGqoK+j4H6FrGcgcoG6LVsXX6bzvHFSd2yq41pDXP3G6lgte4wC1JZyvSF6N+KuNLKYURJ6OGNws0I2jS0Rqfs78J31FTXDFvkKrNF6j/G8ZSAs+vAU7pTo1+f3sGAAScxedznA3zDX/Rxi9R95brA+rDRnvhBgYg/R5tgXs3cOSovV3XGUNkOIMBA7GUqFZx1s7F5gGQ7njBRU99KzHk2H9WLV/2XQAa89Cgj+tN/L/HdEjL9awNFYCrSC/NsWfK5O+shws9FE9xLaeQZj153COcuHBu59yDUfv3r18/PAdw/ce//CNAeI3evEaAdbQPcYj2ag4kCIZTN6JS6c4Vo0pFDij/WMbvY4DOu40rW+mnAZeVnQHX5mXjGo+IFWcRYFu1eeBz1mpmzHMjSm5ggFMXGw1irNFOO+flssfYKHU3/gNc/h7jxFTeER+8PNsScZPxB33Qs6cY/z0ArI0Pcke7prNqZ3tTiP6Fg3j/NTcCOIW857g3kMAB7Bc3EmT677VsBUF/3qYB8IHc/XYr0Aq0Aq1AK9AKtAKtQCvQCrQCrUAr0Ar8OAXOAdGPu9eLV7oW+K4XeSsAful+9ZpvbdeVsrUD+EqhftJhZ/H/V6oBvBdLZ/372QDYw3ZUu3c+MN0+eF1dM+O45QHt2r+jDQcGiQYYmwf7L8bWEQDWA+MJfvFUuqZ+nq4vHhjryHfbl+gq2n5+1I8j8Fv7KSeT9NsDvXw/QcZ6vQpsdZzSy1adKgCujtA92fxwew/+UoblhoJtcqptODMBFTMxb6CyU8AalI7+JPByP+ECNASrqaQN4gC6/NpL8WzH3eA/CXzUBzgm7WIz2FON0/W1guAB3RIKAiYRRBfQ5L6t9XkF/uSg8zh5zHyOnb5T66wJmg7YvdTShsXTiSmY5/ePALD7S/AH2BHxXR1vIGHulodd/0p7AWwB1ppCfIzbcIZOIAhY9RhAqKastuY+zxobuq9zZX2/bhIwAB7tmWFCqEhXI4BVuqoxpR3rBO25ycBtekC65HD24npMqZsgD5/7Oo+P4YRNl/QNwFzWyUU/3SeOJ1ySWko+fA/gxn7Q5Z1rUUnB7fsDjm5e0V6kOlb9X7sgi6Md7cq8xuuaolTRuG+AtABxSKWM100AY8ebtEeb5MIE4FZKcqT8vonzZopxQEqwSuhDJzicqXHvu3utjdiA4HEGXAQwBLzFOmFn5/c4F+29+XzHcx6/QesZ83ZujhhJ5yx+xxyGu5RjAUgbf/fBzYmwm6m85+YXOaO3jlo4wL1Wqq0fPvzjH/fDEQtnKq6H0x4e4n7hUEXdXWj0GPGP+96HAxiyPSArAQEr1t/ob1wbbuW7AN7Qhf2LmPg9RIMzHfAYNYDrHMNaojGQXp/DYV1fcuY/RSzexb1wHaRGhh9Z6z7dvB6vGFe4tfFCXKNuMJzbdglLZ3yINuC6SvVt8M/YALT1jglontAe9yKEjrrHA5Zi/YhjcX/AZkFbra9Mt462JkxHD1nbOtM747in6Dt+xzWwfkMXp9P3GNMxTeAdbYn+yNWvPire9Rn7TFA7SxNYR5/vGBmbIvJadcrhWv5OrONkeNwAeBOe/Usr0Aq0Aq1AK9AKtAKtQCvQCrQCrUAr0Ar8DAXOAdHPuOvONd8KWhsA/0EDtH+bs/g5AnK/tNHl5mft/ysC4K3h7sjRMh5nvmsozhzAvvjfHwCvMi6u2QKA4VryKx7R88cfDYDX1hwB4L0NAAbAhuRHALg6mdQHgUn/vBdYW6e0jqgAuM43s/4tMy5EbpnHhqB4ewXAIw4BzQAU4r8KhmsNYRw7HHOEanwHPeRlADsIYtlRAQr2Q5a9vW4nuPVxSkds/ZRqeMbLGQCuN6hpnfF+df7K/XcJCA1A1ZetO9TXHjVSyzGrm7K6nuWkRMVxQRWBYIAtw2R87rTHAo6Ag0cbUKoG6tfU2LV97VjmMJQgWWE6xs3n1xjxeUcAeL4PV3BJ5Zokh87eBMB0MacrHW0xlH0gAAXghDPxLmH3dFOjXQDA+DPG8Bf3Baj6+jVAWHywcWbjfgbAiLey6WC39nQJFtZMDbhGZydcyvnVUIG5D9/bVOLPMG8INBm3AdzSwkqgHNPTQB9NA1AFKHYaZM0TxD/gJICmNwIIMgJOCpDifaSIlvsY598FkMQ0ofs3/vsaTlgKp9lHog3/77/86z2B5uzLXDMY17nhxK5ipItWHGITQ6TyTUCLNQFQUUAeTl20T/cHaOS10pnKsWcc6q7aCBDns606FhsAAESD2/I6v/8ecRHHaq4EwIRbWgWceZ1PcaP7SDd8H0Dc1zUARo1sHPmv/3JPtzY+B/wloGdMfBvjrDhXt8Hsn58fCIAfH0O/eN1HrWekB/cSN8A75jHSdieIhbtbAFibX1i+INoLXegah5t3QFfA+3C058YHr2922OJ8tjs3Rc209Z8Jie3A5shmhgBsOsD1fQ/OM2Yo0HqNeYba8Zo/cKDL0Vs3MlQADL2U7r7EypLSnWNZHLucK/x/+ndTW7kAYOu9nu+xGG2KC579hTYCuX9oBVqBVqAVaAVagVagFWgFWoFWoBVoBVqBVuAtCvxpHj/8bAC81vhtB/BbwuXinLP4aQC8gMAfovr+RUa9STwQXR7uH9/2fe07A8B7cEEPQQ3T0n2zPAZ13LwVHK/9fasDGA/xa3t93QrO9qCmwdamPm2yQaatHE99DUy3j4GPgG11+FrDOgZ7KberK9GupXncJbC0w5UOLLq7Zi1QudzsXraLcLqkz5zVeEBfX0hDihcdrSPtM97b1wXgymlmed443y7RTEU7qmnOu02gDUohCFlrtDrNqiGhnKbTPa0roa+CLIyBvMDeOrg6TxVHVT+1dYW4NbaqVuv76+9yyimFca0NqxSvgqhHoBT3qQ5mH/vSPK0poQV0HxIAywVIABz6eO7pHrOGLs4Be6saKBacdnn2vtbp3dNsb31z/ILpyJ0oMKbry43o+3mOr3WS1UY5WPdSoSP8PM52KwJ4wn2JECQSz7TCdBsu6dSlb4xLtAWA8DbAKKAYrvs1wPA3/J0Cly9SZQcAY8rzhGwEXbk+oSfSZbuuVgewHJOqBay6vdMFXNc1vw+HZNVHgNtH2o2umsHTBavPo7W6fmZFQFuZ3judvKj9q9TTapMBrEhlwv55M85m1qRNcK2U1JECOIAxZ2WCU2x6uA/HLMczue9Yn3mvraPuw8iHAAAgAElEQVTTmrmGOyTGfMELGzMeMS50wsZ/CYABX9EXguPQFO26yVzM6Aprv3LvBWDpFgDLAS3t4YD3+oH+w839zDGU7qh7i/TPdwlW8d5DQNiHrxkX8fuXqDvre0sPdZqAPd2y+D32HoTjGH1SCv3P0Z/nSPnMz6irY0Fx5Lq2iEkPA1IuA/jKCU7VGYtIy0x3e6ajprsVyc+h9TdtnGDabA6KsjqAURPm1/smfOU6ln+fc1NJunDdTlzGzm3HP2IT93OGAziAPe5bAKzNCwLm2LygDQmjJjHvrc1BnPPFHax2zb8HNn/bxvs3QfbHnCoZOUoYSwMoh1ze8WoH8JCkf2gFWoFWoBVoBVqBVqAVaAVagVagFWgFWoGfpcAZwPtZ9724bgPgN0n9q+0DZ/HTAPh9gPU1QfGrALBrXvKB5iad4iXodX9eA4Bfgsxr/B3F2xkArg7Q6vh5LQA2ZPQD7D87AJ41EDUyXk8EigxVI91r1pRdawLXVM978PcCeC1QZg8ACzJvi1t6nJGS9AEQI8Gb67Ji3J0ulv0wbM+H+es88gYJOIX9qgAYZAPpUCu8BLxCSlk6zlBfk84xgIcJw6yH69oaMK1An3Nljwzk+zjPfXL7fHx13q739nnVNYrzV/hb71/Br2O/1tY1BMW/dm/6fDuZ8bscmRVAA4LCnTjhPOYT2ej44hK42XPo4hj01emW94D6S+8RkNJVKiegIO5051YAPEBgAvoKoZUSV5sU1hdA7ahHzfnznc5V64Mqugb19ZoT1DGHLi2hAsDRX7h+4QyOOQfYOPauYW1lqmQAK2xCCJCL6yc43PuuqAB4gGqC2Tnf2XfoU9JJ49OnmGd1wwKg8YxFxfyqP5YJbUTQhgKky3UGYNc7FgiHO1xuUq07Na15gvnizHRNWEBAvbypIQEwgZrcyHeR0pjgtcA63QPtmvN9m44b6Z1z20lmaHgKAPyfvz/QSQtgCtCpWJ2w/XtAYNdMBtTDZ3JZo5itUkw/B6QG6MWmAEBkjDNeTIcMmMwL4uYRq5gqyDAQ4wEYfYv74qOEls+h09evSpmNF+6Ddvl60Jhxzxq/dq9iscR4qn6vNkEEIM403koVHX0rGwi41sWLdXpzwwTrF7PvcihjTgBmGzTjvZkyOceVABxZAZT2WnMyRzD+9d8s0MGA1d8xuB6005gJtHvtGwAVY55xQuw8NnVg88l285ac3AsAzprDXo/qZq4KgWu9X88dbzBBb3DeWhvYc6NuYvOS7+WvAfBYUvqHVqAVaAVagVagFWgFWoFWoBVoBVqBVqAV+FUKnAG+n9aua4HwUQroP4nD9736nNUI/tkA+L3j/14AvN+/6ZY8u/5723+aAvq9A/zK88eDykvj5iuv5MOvA9Trg0sDg5duuoLbCopx3kvwdj326D7n47vt35rqFw/D9x767rXPD3o3UDdT3K5xSGgzAKpbn3ELwFBSB6sP++Ow5+5dYeKZAxh3P3JSz5TNauN0BR6nc671Z1dN9iAZtVzAb4VH1DOhCxzCgD18uD4A0EzhC7chUs9iXXR6WLUbdU3DWW3NU2p/DRjC1dTPdYwnHJuwUnV+9bvByZ5bt8Ym2o6X2+74rLVDKxDci+sZS+r3ek/3l2OV4FvwpMAtp01NPQxGqu6Gq7UNtZ7siNoEQxMuSxPB3wkBMS5cFzawdMZ1dQzXe1bAu8b2EThf4aPB3gSWSh3sjNzcv5BtrRB4Bd1yUMu16Hs7VfDFHEed1ogzOETdHgNgKhTXUPwBVsax6QCemwKQ5leuYNZEZYrbCf4FSBM24hopGkISDlsC1nTn2/n9Ujx5bDU+SkMcRk3CvLqObjUH7FNcOdWzx16uarcq4SggKFybSMUb4gCKyTmL9uf7Y11EAMtVifmFa412JOD0+HmNY61ebjKacK+CXQBJAFGC8+WPBzlXNT+x3qp2cTrCCcClCzk/1+dw2wbMZ2wFwPS4AQhXjQwlnwL2Yryeow7xP77cxZX5S7rgY+NBwEbWp820yrgsHMZM3Rw/w3nMuMP9AfjjH6aNjv7kWzyW6aejbXDVAsobgEJHZEdAOx1rc0MHYP78u2nGYNbxRRVqjuXMvMA+csOEwCnr6WJNBPiP4xh/JZX9jD3Ei4AyXnDEzzahP9KZL2/UAQzP70G8dXcPh7egtV+CzXaW51gVRzfuMYYXQ4jY4tzSnMJ6gM0I0JfMHWOOlmINTdc1I6PE58WGNrj1c7ME5qBf63pkreuaMbN3TKUaAE8t+qdWoBVoBVqBVqAVaAVagVagFWgFWoFWoBX4RQqcA5af1LAGwBS2AfBefDUAPouL62fl+wGwHzLjnhUU/ygAvAcn6oPXl/t6HQCuD4mZytUpgvEwfTytltPnGgCM45wmeJ6+D4DV/llLtvbnVwBg3H84lPIZ97oRw3WCa1urLmfO3yMADPDyiBS6WUeWMQX3G8y3+S8+JwTLh/qGdTVNsLmUHZiGrnTb7bz23MsEEgmiVMt2OiJ9z+qerZddHbeGRCuIrSCpQgMBcIlvQLqJC6eSJoRJaIOEuwQpAOGCmKpMqjS0GxhRYlrjnSlJ8/1rgAbPgSMa0RttgPvQqV4FzwFetk5urRFKfV37aF3qvJ4bKC53u9T+4DhBWsEp3sO1tdk5AXzCKkI+OYv3xqv2ewW+gvuqyTs0jfsBCNY1CsCLLYBjdgeQ0fmZjvrAlWNclELXjlg7bOVkRPsR83Bm8t/UDymCBXPtvJ7jXfXA+Nh56rYjrgCgNf5Kn1vBoACgxhc3gQOT61G8Af0AG5WCHUcgNTvS/mojAiIPsA0AGOHJjAi58aXqPjMmbN2aextiCBE5L6a713W8XTMWG0TQV4NK38sxAgBs0CiQq/sylXf8H8UHBJ41kh8evsaahJVEut/f3283n6Q79+FBjm2M4T/+gTrL8TNr0mo99b92ROO+DwGNkQraAPg20ggDmKNZXnPp5I3fn5CSHuOEjS6hrQB2BZZwH3+L2sJfIybVxhGnGTOOU8FSbZhRFgXEkQCwj+EGm4TV3jTgfvDCcc2Hr1mvmJsb4MGNuUUNMQZKla2OqC3Q1o7lDCuoWsZLKxa+Ow1/BcW1oUPQWfcWn84NE1z3ZmplxXRc11+5xU2u740c97HezXTndv6O2Ml1uP6dU2OY91rS69fP63qnvwnK92s0cv41u161f28FWoFWoBVoBVqBVqAVaAVagVagFWgFWoFW4A9Q4Jc/njgDwe0A/qlR8N7xXx+iv7ax4+mYnzPzAj8CABsqvPz47Vc7gFf9hyttgLn99rvG7DkofhkA1/p5UL4C3jqW63HrA1E+dM1apPWzberlCXqqA/glAHwWTzWFL45dUz0jlugUKmDXD2ztYNoHwFO3mjpztCdrxFbNatzO8Zmgge3LFJa+zurcPevvBiiOFJhy8+7VD3au5D3gWxmhP68pnzkTdx5fTzArF500cCrfFeYlmERdZIC8uN4GRtoJGNfwOACAoLYqXn5YDzBQ3ZwCKEqfO7SM61cADOfcGh815bcdwI6Hep0KLz3GkKK2oepTx2XvfQC8LQAWwN3MMWqTYwkogs8TajI1awJgtSfPHbVvLyNnD3auINi6ru9Te9Zj1UhwDsG5TRCke1M3AjCBG7gXDVAN0Gt94uridcz4OlUL3iv10nXmPe3WxcBr3NQWOrmZvhtOTEHzNWb2xqWqxrqvCVqRYvfp6ZGAfQXAo8422kZXr66i+Eign1ZFANzhzE047T5wfAJkay2M2KX7EP/a5Rn4OM4BcHNtW19L6Zan+xT3v73L2rjlKwPrEEEZ9AS8XTdIYF7mZgzUlRX0NyRVv7iuhM6omQsXLAAozrm7u6GrOXufGiSgJ4RLtyvHZxufuXRt3sxb6zrp3K1rAlI2o/1KtQy4O+cjUscD4qKNjmWAXLzPPjBeQ0v+Kp2pX4LDJ6w5oSnSz9/E2LveK44eKY3j3P/4D+xUeQ5IDIdxjP3IIJBaiZXzfuhPNIl1ebW54NuHL1Gs9/5L+U5OwzKO9X+YRwDAgMX02ubhTj+N+PsUbYRDFa5rvGpGAsaXa9QG+PVnSgGO2sQPfO/LF7ie5xA4jh8esEHnc9z/Y6SjTkcwN3qgNdgUEG0Lm69qEpe1SC0Z84HLV7Z93Zhjp7bAvOY428k5Mv8OqX/+47sj91WMWPP3hNebuY6pYzG7Mp7mBgo7qhkJCZgNbqcaZTzRa6b+trtcn1WQXK/D6yYwbgfwqmj/3gq0Aq1AK9AKtAKtQCvQCrQCrUAr0Aq0An+4Au8FgO9ucAPgFyX82faB947/DwPAGxUaAI96vwcB0ABYAbMCvsvJJPJwmRpaR146fu0A3gLg9bovpoDeHDwhHwHRKwHwnsua/d4hKHsw2SmO9xaZPceTgW7VpqbQxvu1dnAFwIA8ftDvmpPjvpkCukJJDeDU2YAYb6N279ZxnA/y84F9XbcEBgAmdIzvXQHwvC+JBWEmHZKsXTlB93iQn1DT7bdW1clawXEFwOv7BNUJd3G9NQWx70HwmeC7Ao3qMKuglm21A24HJvO6qcnox7Kf5AgAWwfXcLbjl+0fjjlAPjmAcXuAI2+CMNABAMYLzskL+MjzJkze6FBJj+4gUAn3PoAmjIcJMwGl+TmAINdLb0qQE3mO4Uz7vLfpRPVfBXkAgPFz4LMNlHf/nSZWgG46nl2bFi5h9A01egFJEctsWdQ8xftDi4h/ZCQAYMWaDwhJEBzthssbjlcD4OpqrgDY/QOQ9fIy4pjrRE2XDEBeoDVrvs7PUZ8YLzuwb+gcFaAjxOR4KRXxbdSnrTWicY5TpOMcOJIF86TP1gW+vzEJuvHeAN/p9sU8xu9wvzplM+IOkFJQ81MASQNgpSPGC47m2wTUiI3n54hPgNZQGPN+87dLXAPrwcNXOIijbze3CSY1hTy9fv8NoYaNEN8CAgdwB5DmRhMB3OdnAGhGI9vwPdrIMc24ug/X+P0XzRmnKcZ9XWcXw/XwVfMIDnOlehZIxfHqP/qXTlpueJD7G8fZ5T2CvpQiYDzGcgdHMrS9v49ayloO5+Fx6cenh3gvPo/x/RquZ8S61km58NEW3A/AnTWrsT8gp5n/NcSluzk/VxrmOe6M0ZgPeBHqx3/D0etrck4ifbpqFeOWdeMW74PpUxy6Y7ME1vAlnqkB4wmbLrabkfxehcEcy9SHNbNTqVo/mGOJ7x/ME2d1cK3i6OSy5E6x+6dWoBVoBVqBVqAVaAVagVagFWgFWoFWoBVoBf4IBX7544m3AuBVHBKZnUctB9c/d06+rL4B3HvH6KwdP/vp0XvH//0A2GOmB8vr6+z6s/3lKebmIi8/fvtVDuCjcXd/ro2vs/jZS7VZ5TlzAPvhZ32wi/P5wHuBkG+tAbwHY66dV0cAeEDLdDDSpXgAm3SvfSBRa8qu6Ux5Vnl67rH4BlfdAHP1gfcWAFeQJk1Vf3AzPkuAzpq+s4bvRR1Dpw/OccL16nn+/SjNs2uWrue8NCY+B7VAN7ok+MV71f07Zn0CptF/QND4D84tx4X/HbEOx1hcYG88fG+3Y15DNUjxQorWCf6dRtWQVscYwGpNMqQ0YJkuXR9bweyeTus6u7eu4auKEDj/BeBkk3Np+8x0wNt1rn7lbVJKM5XxcmyCOLb5YFkcWmetXKUt3sZmBe12/GE9GFAyIb0gsKDr6py2Rm5jTbVdQWLVjcAP8ziuOVJtM3V43ocx5jTHM1207+XzZ6wB39rBLLBsAIxjHx8f5CBMHaH/Ot5OVa4at9pYAMCozLjPH24BJyMVMWqsQh+0G0BY66dAtUEmfn4IwgWIasCkusECxk6/rZThOn/GXbhxo3m673wfAMxriiAjUj1nzBP8KhUvdPPmA1V41UvQHRh8zmuNtcAn694CThJ+Pg+XpNL5AtAaAH6Pz8JZ+lEbLkZQ10DENRanPFJM4z+/kH37ESmVR+YBAD3U3VWLCZDzywrtZjpwANr4DPf/HoDW6bKh629f5RgG4LwLdy7uj+M+58YQjL0do9zc8i3hOSAwIDdANcaTzm+NnSB4jHsAaKX1xkYNzcfPAaq5KQKg9wFwM9qE/8U6eBuQ0/MIB2CeoevYjOCpDDhcv5O+f39iOugxptkONjVTfmuOQR/bsLVZRuD6+5I6POv5Zh5rbZQB7L6nvq6l67mArgLyOhM0oWq6knE/1JW+u3O8z0UHLeJffLkx4AZtQZYHgNNsG6dbXN+p5+k/xiajrDUdEfUBGxSwEUFTSf17KvNnhFeNiYS0aOteyQDPPW+McKrsb0vdaccc79wAeMzR/qEVaAVagVagFWgFWoFWoBVoBVqBVqAVaAX+ZAq8FwC+uzs/CgAfNaQB8ItD9N7xPwO0Z/Fxdv+z6zcAPlN4H2z6rL8bAJ5uIz1sBoQZkGkHAOsYOape89pzFFcA7Gu5Bqd/rw7gHwGAXYfY8Lg6ctU33fklAEwnVmpT3b06b6pSN6NUp/DR9XX/mft1DwALIE5nJl2YCYA9NhUA002YbSIMjP6tqbzxfmbgLRB5HwDLjWv33nSp1jYVBQh3rFd18m40XGpKHsHPESN2jcUbwIcEcQApBfARqDlNakIl6k6HWsK54vZ9zjFdMwm4pGvh8puwN/TwuCGdsq/vGFsdwFO/CV+9IWD2cQuvV2Au97eALF524wrOAVzexn9ZDzRTGW/SZWfqWYQ7AakDIDvqmsFMYZ3X55jxmogB1dqtMY6Uw9GqBIA4RmuEHa1sp68f5xMgAwDSKYngDycpnJT3NwSvSC+MOq8AVoaKAKlw3cY7XIKeAiS53i00QZphaAL4BACM9MDSROmev317lMTf4/5Ab2mhdPx+ZlpsHACQizT94d7kmM5hR+ZuQNUnNJp21+mohFpwZt7SjTtT+hJgI0xjyMAK8TPaBhDsNUTAPceMnwdQB1jlmpRafnJtVun37P5k83DP+3ule1Y/oRHq5T6qVm7OX/em1ibXBpeZIhlxZAc2HKUcR6aCdo1c1eF9Cqdw9Fq342YaTjL+Hl5b/RgAGL/FFQnIlR4Ya8MUFi5ZbgaK+95gIwQuEP+HsDIu+fXr11jLtMPjW8YWvq/wwsYDuGI/4nzon7WgHwMaYw3y+D49P0Q94n9EbKQ81BnprGfpA/djagQH74TqBszQmnM8DmQcc61TY3EPvP7zP/+T//7Lv/yr5plTaXuhYSeVyl6O4ecPd+GUVn3quZtl3N1rWVwLWR9glAYIJtTH5oGxsUQOeWU0UOpzpXxHinbu6KG2GBumuM7U19BxdfRaBzuAa4aLvf/vgjadeKPQ/D7ze9JXX7ReK0e9+vhgYm/fuf9tBVqBVqAVaAVagVagFWgFWoFWoBVoBVqBVuAPVOCXP55oAPziaP/sp0fvHf8zQDs6N5/9bfp7dv+z658D4PG4b1fnXQdwpSMlRe2PnJZHKZ4HzMmnhmf6vNcB7D75Abvjba/mLx9wFvfMnh4VhOHz2v46ltfWAD7r/wpuVwBsV1B1i1Yn8Lz+ywDYD4lr6mf0rzq1JwCeynzcK3b5ikA6SwF9NB5T35nCVuPh9Lizfm+F2dv0mltNVujLeBjgYl633gc/rymk/Z7eV3pcAw2MBxxcN+O6BvkBFeAMA9xlDc9MkZrgybHJh/XD8Zawhf2W6II5rmupFMaOfdS01DETeq5DVQFwPbbG9tbNWtPvXg48+muHI9gdIIhfdJPaOZh6jM/yOHozl40N4ytVRkO+PAaKx5JeO9e3DeQFBFpqEa/zUBBSsEtAVPcxQK49vWgfr++WyZWKS0F/pXNWKmamAgYKw5gCQGY/AfXscgUIxecDuPgY1kHNtKwYz7gu0zKLcm2ADcc7XcS1HzgeL7gY/fJ41PTT7B+AaPwDA6Nq8wIux7kc3zif4O87ISnA6E24RgFOUVMX0Nc6om2I/3q/u6jt+z3v8Rh1iQWkDIChBS6faYWdQzcuQPd11uvF6XTj8v2ZUhhvABoDfBJGYixxcElVD+cwHJqWgemI49CHr2olDgdYRkgCaPNerEkuXmdQrLTSCX4RK9D2MwCnHbR4D/3Z1lqFk7amEicoRh3chHKOu/VvBQL5AMp4H2PIFMN0aCtN/MXfFuhT8PRvTBWt+rioRo6OcZ3AeGK9GvSSNlvqPKB9jgvadBNuX3wnYJw/x8l0aD9EnAPg4l6oMQ3na7iiPR/gakX6aIwbtUoHPdbD2zsAa4BjrV83cEcjNBN8QnfA5a9wNY/axN40Md276JWBLuaZQL1iwt+fgMiI46dIB40a2IhXveZ3gt3mNbW705S7lvbHuAbTU+faPf6cipjTOpv3DJm5+SXGFf9iQwa/FzAGtLsHao+02ywZ8Fmp77UewGU8s0XgmkpxLec6UrD7Hmi90257ftVU0M68gGuoDdpgxHbGpgnEg+OH6wLWDAJmzQfHYf2+6xrAYynrH1qBVqAVaAVagVagFWgFWoFWoBVoBVqBVuBXKXAOWH5yyxoAvyhwA+DpqNkTqgHw2fy8ztlqCPZ3BMCbNM0AVwWYnQFgPxDfA8B8sDx5nRxKeMhsV1P8fJ36l2O4V+MXR63Adz7ALg3BcQMY7kPc1Sk3UjhnAKxO4D34y/bkfVzjsmrtXtn5W4GL9fyW67+BzBEAtq4GwAAFcPEBjDwitSuBWwG3gzRoUFYA7LZVAAyohAf8cMRV4DSOLc5ev2fHJX6v4LeO6Lb26fzEsQcATOYWHz06lWj8rLq7SNcaMCOdsT7HertGq8ZCIAQOYjmp5aa2g42Qk0Aj3stmGBRtxobOY8NTAFo4J/U7xyEtjASPhn0ELZdpuyvY9+eCxAl+ImwFZQFxVR9XaYPTMYkavLgnmWAC+vxcXcC5AFWCgoTBBHYCNoBwGpuoWRquUTQYnwEOKS4Emon2CAXVLqaaDRAIPyQBbrTP44H4mA7pTAlMWCgQJP3B5eQAht5MWx1vArRqrBJ8RzMe4z7IFIB1A+MjN6lecADfR21f8F00/+vvQRDR2miDoRzvydTP+texQdibYM9gzu3GfHvGnKE8aF+k0Y2fUecU/8JxCt3tQgfoIggGzIzmgI1/jXq5rgGNqEN7WIM2LiDYjDFFTV1cJwccTmSkNr5T6mjAVOrNdkM/xXx9ARDfhQ4AjgDM0BEpj28SHD8hlS9szBjXaANgtdIF50aP1FG1mjnol/A3bxjm0Yw1tctwlfEXv5O3YknFwh8u4E+84ITJcACrtrji8HOkP0Z/4QDG6/khEG+06w5ubqR/hoM2UzETf2cuZdQuJojM63+DczziEL/C4QqoinUDUL7uDfn996cA81/jszttmsDaAUAJdjq2g8j17k0e/peRwPTh2Xe2GOmfUVuaF4g+5coR/wrsa5MKXgTtcJkz1g1QBfjHK9M8f8sYR5+41mLs4yCmSWc70e5CVumSRiCBqPP/8f6Kn219cVwDTnPcF1GM7wV8X3gNq2ud03cL9of+2ZfvY6OCNhoQ8mL8sMEiaS+yI9BhjObjO58xNz+nJu0A3szl/qUVaAVagVagFWgFWoFWoBVoBVqBVqAVaAV+gQJ/egB8pslRMUOfdwaYy/WHK7Mwx7PLX1ur9agbZw7OXw2AqzOs9uHCPXM2Tgefvz/+XgbE1zZLD6inQ8kPyvcACR/sHThh/f4IvxMH6FudwAPGnHT/qEbu2r6jdq/vVz0NKY9cvji2PhzexA8exlOb6R7cH6stDFjdpAYQaxrg9fezOLi8roStYLwCXgw/052m82foeTBhL1NtF1iWMVK1PgPA1LbE1lFK5iMEbbC96mJ4hPflzD1H2Kx/uYDj9bp740MQWNdaA8wdDe28VKpgOTgNjQnmyjkVRNIxxjicKaA9dwAeJsTUw30ALKRHHeAfqZgHRN3GhK6rh/4V/jpm6uerQ3U4ScEz0l2Ha2FM6RrkvNg6Vf2769wSuDAlbULu1BKgUxBlxqcgBjY/GBQ75bJGiqltc04SHBvC5Q4H1oElNEKa3uJQjca6TuwakzNV9ATwjlkAonVtkCYY14CRMV7gRgi/xwdA2oRMmQbagAhdfwzggzq2AjBOjxtgCcCbgEhx/BCWVWis9MsC27ASwumLewMYCQKD5iT0zhTQOJ+6BqADtILyAGpOAQ1JWAPWzsFwdSJWb6E5YGvEFsAc3L08Jq7/Ka5zW1Jse70UuMzYCkB9Hw5MOkXjANxfznCkZsaYafzgmJQDV30ZqdSz/6xHSxir9fQ5QCrHNFNg6xzMR9VrxfWAtG5DE9zv968PjE0cdxf1YNkew2aOmb4TtR5rXrHmL1yvMT66JmIF6bA/ETTjuMfn33l9gfsYiwedr5jOuMZoIS1wtBf3/xptgZv3U8xTrlHxOVzUmh9wjeNUjD2yC2gN33xNjl+A/BBz0ETxxe/LSKcNre6/hMs6fgW0//R89+G335Ee+j8+/Nf/dvfhf/yPL/FZuItZExjtzU0cwaGfos6w4wd9vb8PJ2qAWm0q4H4F/o5YB7zG/zDfEUvfYyMDXtjYAsCIz3EturRZd1kbFzBudLlibwCBtOLgP/7jK8ceab5vYsydXcDZ1XENxPHn4lTWmXpxHmAjTVwTQN8bImY8zi886o1Y1Yk5vjmHOM8EVbkpKPoN4I15B+ezX18ifbPBNmMm+qsNEAH9Ac8xv+FGhs6atqVNSuHOF7+ctfnAa+twHSOuisseuinrhf7+wPj9z//1/334+p9xj8//oNP4+8evdER/+Hbz4SHGXRkCpMdvv0XMxjFKja73sAZps8THD1/uv3CDBl4NgGt09c+tQCvQCrQCrUAr0Aq0Aq1AK9AKtAKtQCvwSxR4P4B7Z7NfAWh373RGaF9x/QbAlwo3ADb02ZLWvyIAtkuyjvIKJv3ZHoA8gsR/ZwBctdpL8eznzwPoLfByuB53IC+uXXWu+rqG6QpgV0h85Lio22kAACAASURBVMzlw+d8Yr4Heyuk3PRxcd+t96/3o4ss+Twg7N6mkJp6G/dZf098cLHw7KWN3jsfME9Qcnt/pQ01yOKZBC54VfDLMTBDAHylu9Du0HR0ldYZjBoGLMO96wJWrUw7PxNqJTAZhrqEvYwXgLQEZntgGwDW799+Un1UAhr8CzckPucGBYGlAVoBjXBtQj05Rf3ZJwJL0US7h6kNU+AK3t3QCQvYgdq4WVsTztk4z3FJB2O+KsDmCIyUvQKEAkgGSk6tK5DnFMeAKnA8ArDRKZg1ZQlyA7IQllJbAduaopspYFlHVZrjOjjG6aTdHryv+TLXeoNgOBVVgzigZfQbTkKkxIXoBr52yTIOIRAcrjEuugZ3R3z4FmAPUI6bDHKslR44NQfAZC8M6DNm0E/Uks2xgu4AhoCrcHlaA7uSXfvVOoC8oV93AaWeA0wqDAG/aNHNOaHawXRJEtKiRjFSawPAaTMAoKvmCsAjNKUnmDV2Ce0BspnvGboIuD9Dr+9POSau6yrAC2CmOZopozNF8OODwC9TALMO7HT101kabfz999/pgJ0wVK7bAYAzjqGtaxCXKZz9UJwRmMPlendPOP70BICK+zwFAL5nnH8PIPwpUkJ//fr7h//rv9wFAIY+iKNoO+cGNgQIISN7NAAwQDhSmqN28/0XuHU1bt+eBQzFB3FnxRzHHWm0OX2wQUBAVZg80hpH2mdcD5sjeAGmiA6ndkDSW7jccw347TdtcgAg/vLliw7luOlfAGDUHtb4zrXI+gjSYz7PjTD1+8MbN3gcwbea8xjXHdkKmBpZ7vMMM643vz/8Lnc4ncyql43w/xIbCtxOhCeAL0IDLu/voR/qUyO+6SRO1zjE1lxWyzG/+B2cemoDA+6vjmMTgkC94lR/C2kTEcT7GptMfvvt44f/9X9HjWNkgIh7A8B/e4rPflPqeG84YiYBuH+ZGl0jjziS6/8ja1aPbALRqInMrXL/2wq0Aq1AK9AKtAKtQCvQCrQCrUAr0Aq0Aq3AH6jAL3888QpAuyvLTwLAZ5d1W9oB/L5gvT7+/Ih1vd8WzL61NVsHsBxYeP3ZHcB2+h33G5DO7qaZ+nIvlXC9ht1e9T0/PPV71ziAfWyttYf3rnGW5ghsurbGy6xBq8NGquZ8gI739tISr3rtOYDre3Se8iE7HtrrxZTD1rYAXkPfCkQBV3yO4urysfC1AHjqPtPJzjSes7bvqLeZcGA7lhMKrClAt8dNBzCOAxxZXwZ9cET5xZSh1qnQ5g0AJsXT9QGsrskqYG1n3WJDy9QzgJVdwtDcIEAxp/SkBhp2ldaYEny8dD0zpWuC3KrXqsXahwFfF9hikD42FZSaq5uUqQ4TQCPSDrgBBW7xux2QjNWSlUBpkOF0c+pWuNh0Dp2HTNWrizOOA+bRYQkHXlCs6qJ2HwDdCDlzrAxUBASROne6g31OhcB2SgqTCNhWfeRyBRhEnVwBPjTfgPY2auEC/PCYAEpwagMIOrUrwXUB7QLAcEhrlABueGzCnOHMJWAOZ2uAXSjyyN8Nzh0Lime5ZkvK33Qc4jPUb8b1BR5zHgJMUlOkFlddUjh3AVoJpXAsoa5AO/XAfxkYuCZBIFyleX/pJ/IGxyHcz0iHjtdYV/LrUpqgtjKAWmwWgNM0v9weHx9GXwhDAzDaWQzorD48ExhqY4QKzmrcANFwE7hQBYBdC/fpUW5qvOzIJlTG+oD2wgVNVzATNatfeT+MK+okE/jjHLh8M65xnAHwgHkJItEujwtBILSBqqEbgf2SjB8x/PtvGne/5BhOAB59ohs4gC11DTD8+fZbOH//laD2NurQYjoyBXC6UuFU57G8/2fCVvTn4yfon3PtA1y5cu7y2LjFw0PM1fj47l4p2jn8jNP8nozfwd8fAB7LRhbFrOAywuHhAfNmxis+88t/z0g/OIBL5oDckIBjrSviUbWXBXjH30PZPtdgRvIC1bKOjRoRT2HLVozHSTw35UUK668Y1zzBrnvcE+Pjrw7cx25nxks6u+2wVs2FudkHugom61/XBFc/0CE5kL1OsI9c7wRwk/+i6jhrYP/v//3hw//z/wYEDkD+5S42TcTtkHadm2mSNuvvIH1PwKWMmsvz+wupybXJgfdqADxisH9oBVqBVqAVaAVagVagFWgFWoFWoBVoBVqBX6TA9QDuJzWwAfCLwv5s+8DZ+P95HMB/HwC8l/b7EmymM8ggegkEj8u1AHgFUX80AJ4Pov3AXQ+qCxs8mAdbULoHgKs0R6mcz1aveh6WpAFx8/YVAMOh6VcFwDPlbfk8H54fAeA6DtOZhJqFWe/UtQjLPQXnK2BNLdOBJ4Y005nXB/ij3eWhfnWCyuV0CUBx3hEANsgDcHCzAHmqo3IIBvcVHtgDTOXAVWBOpJSuXsXH/gYPAGbB5G1b4UiskLlu4DD8JayEMXMAXQGj2l5DJACHej3VWp3arnG1rpceJ9V8lVtZ/+X4IT1wSalc+1xjXY47jA2gZ3Humnuj/QkB1/Em3AuHmgEwAAqAjfu4AcA+dgBQAy2l4LXD13rZ/VsB8DpHN4A9galTAdshyFDguISL9+khANmtHJ7x/kM4ANFvuB35yo0ITsk8wfIcDQCe24hHtMt6MJV0jp3SQ8vpSUckaqoCcEf7ALLGWC0bOz4WAEzgVJYnrMUc29wYgjHGNK6gm8eDK8YicwfAFn3ajBd4Pa7BmsZIF62xFlgWRHUKa/QW8wyAXPAL8CmdkpyvOC8cuHQxAxQCCCK98XS/yg0Pd6mczXT2YlCyX7+HFogdvHEXLlmkJv4aqbSVWl3HQcebgJAYh99++y3aiLETJGd382dOV9bxjV4FmK11w4fDE+A0+vQYMBPtuA+NDIANRuEAtgPdI64+Asih9u0E9P/n//w7nbD39/+YwUHIKBBqdzvnHVzIBOWBdTlQcZ105P7X/xLXjktwbY1OBJZWv6NPCFPAc8Qj0i57XbLLHv3+HG5haP/7bwGko6bu/RcB+4eA5V+/ogZ0pNsmsI0bBIjUdWO9oFEbmwQAxiONeOjiwcF1cS2kaqY7PZ3wjIN4r252cecxzphPNzFGfGXZC1yLGyIi7hQfAYATzDo+cXmmIMfaS1d8gF4A4PgP84obLKhLzFVssmD6b1w37gOQipTgWAPzO8DpozHvuDcguk5ozk0Lah5SLLtUBPRWn5TxQbGnDV48Hv+6hjrWW8x9pDhPxy/bzo0LqOutjQUazzj55jEAMDYm/MuHf/v35wDBEX8B61GfGeuGa6Lz+4Bxog0HiGPoqY0muCcahJrUqsHeAHhOu/6pFWgFWoFWoBVoBVqBVqAVaAVagVagFWgFfpECZwDwpzfrFwHgs9q71/b77+4Atg5nzrZr9VqPO46/ffCj8ysUfOm4l1q1gsXppuQdEtD8SAfwSzH3MwEw+7M4Ts9qFb81xfVRP9ZaxNPB+TIEvqxtO8db93I9P71/lDr4LD4NeH3cAOYFwBNoJByux9XU2hUAnjmA92r+7tXyfak2cHX+mpXyoXY+QDfLXTmqIbE1Mwxc3dIrDIY7awJRzcUjAIxPJyicDmqDMn6+bHDQw/npXDtaL0qmYUEBuihVx5RQQzffOPgNkqAFU94mZYBLEa+bgI5jXJl8Ve3fAmDAEQDg6aDDMWuKZ6XsnbGNn+2gpeZ5TwBFgJPq+h3O3dJ51+jFW4KwmeKUdTUF+wCfCGIX0ezqxdsCJgGMQGaovcC00z/z+plueEDwvJ6h6AbYF3CO4yucpoMv26YazAIuqvmaTloNU4IY6IKUvIB5goh4AQYqLbGBIi4aQClskRjHCu9r1+Fg3ALgSNOajlqmk8Y4ALbCbYlxjvu5hi6AqWG94wBECcdT5+3XxwDB3pDzFABNKY4F/e3onZs3AugijTEdrmkhhRbcYICU0QGkoGdCZY4UQaqOV/pdAGw7dJHaO2IM6WtBD0NvQDJoLfci3JwaD8Sb1xm4gtFn/CcnpubeU7qpPaauc31zE6mScU3WaUUbNEYAjrjvQ8BMpshNQIa2op9aOOWLBMT8lrWKDXK5hkR/viDtMmrfxjGcF3E+xvF7gEHE7O8BmO8D6BJ4x70xp+R+nRCcOsGbm5sY0FdrbDBtBzDHNueS3LWAqgKbWEceIm3xf/lvtx/++3+P+3wKJ+jv93Ts2kkOqVHjV0vJzLAhWK3as8oZgTUJtY8Feu+/SLcHOGMDIDIFO3h6aEtncbqfkYqZ8c358+HDfwZA/h5ptXGtm3ASo/U3ATM1nohlxI82a+D1NSD3l39gLql9qBGMteM+wLE3FkBDyCjAq7UJf/fA3QoHLK7t7ws6mrkmKn3ygLJxHB3wiA1+RyorAFJZw6k/UnRnqm/WbU83/m3WGsb9XUsXraWTOO4hIJypxzONPVJRa11OfQhzA0I/6H5yduNzAWD2PtOEC2Brc4hSWmO9wVSNzQfReHyF/Nu/ff/w7/8Wmx+eNZfgDsYxn2OjA67PGGbWBt2H/aV9G30HoEY6avaff6X0qxVoBVqBVqAVaAVagVagFWgFWoFWoBVoBVqBX6bAL3880QD4xbH/2U+Prh3/vyMA3kt9O1MKC6P8DABcQ34FYA4G611rzNZAeY0D2A8/N+f//+y9aY8kSZKm53F6HFlZVX1OczlLEgsQIDFYkP//ByxA7PIbwV/Ant7umT4qM+OOSMrzviKm6hbuYXFkdnV1q9XkhIebmR6iomrR9ugr0ilKnzq/CxxvC2GscmYO24DoJqj/2gB4nmt2aYHtAbBeYM9DNPNCVzKpFkJ4W18Lms3hmWCS8g5agcQh5WWS2VIIPwWABRoVEnNTgeoyM+SlxuBxb5cAcN2xBIABDDV27kYpWq2q6hXA6mOCKtk3XqALLHX2ndaVyuE5A8CPFbWBUzrA3XrqfKvqu8KEum4AXIUI5rsCtX0Y3wJpBge2332CVV7mG7aF+lVArQFggxH3v8BZQdJSiXlOWPW4AUJykAgBDNgCZvWhp6tchXCOYxcA3g94MbWBXLETgKEjVub1viiIkXlxawOFgHLxEurKnL74KfeX/aY1KUNLl//3eX8nu8eHowDq1X4D4FIyWt3pdvfzgUY4ryeAxvmdAZb3UgY67LGVsNjKIZ3LxwxFNcYq13OkIBXfA5ILAMMtCdWq0Mt2Y//IxRkoyLiUbTWuUf5dELB9cphmDtuDJMyEAuYQsJXdwH74jkEcqlgANs7Lf3RMKkaFFs9nTQeK9xNalqpbEIpAtcy/DBdeSldypPI9QFC5eBMMu0OZn5mfCURRPMunom42PaAeBVQeR8jb2sxAPzW+GcqZMNPY7vggVMDAReBmgkL5VzyotHGDEM8Bd2/Cdhq/XOPEwoF4AF2U1hnaV2OGXeOeW+YBSux1AMto303UeS8lMIa1LzIO68gZi8/dxfgfx+c6BAqlUPUaUUf1ifpPz04n+2C32pjgnMXcdLA6PY25fhf5alc3q5/97GT1T785DkiLP7EwHARUbbmmY3XJjSPcyzPCyluvA5UP2FEPvA4AVg+i3faXW0JRKySzcx47XLfDUB8GXT4QeHTuaIfiTqV3bhwQf084rALrMatczIT1ZlyAxbbGx49X8kXK9kH7rcBljBB7+xnEOK1Wny6uZf9S/BJqWb6TAJj6pTiOn5zCpg6F7vHGJ8mJS8h5xoE5QHmCzYBYvpPPep28IQw5cBifii9RAPc52es5xrX+nM9UEWoAcuTG1qaAzVD+7Vld601uRsnnskoS62WeU85q9cMPkRf4E2vAUYSvxrfClpHPmY0OlWtbJpcLS6ote1pRz31DATxNwvFhWGBYYFhgWGBYYFhgWGBYYFhgWGBYYFhgWGBY4MezwHMB4Fdr4QDAT5p2AOA0Twcoprf1OrUJFp/jp5Xvt66d8jXqZZ6VOQWyan7MAfhrFLJfQwHcyrTaZX7Mlbe77LOkEO7vm+cH7m2zaz0h9GIBmnrZ+5yxIqRvf/SA0mpfg6QGp+wPfR2PVcG9RtLjvQSAC9Q/AssZzrLauA3u+oW3x6YUgIJhzwTAG7bn5Xr011ByM/Tz5nWbNthm8ykPbbfIPAWADX/9or4Hyv4925RRegF2bX7lHAVkpI/280pqPsFKw1SDggasPJ6Vk9VgoymAqx7HGRVwJj9jgjfuBRTON3YAWKz6NHwAsJQqtACwlW6b64tYqdqI6g4VsZWaBsqGuIAoYK/GG2UZfUsAskGm7Hgb/jv5UY7JNJ8Uctd26NIFS7tYIVsLtqvetGW/5hQIQ1HZh9W1IrQpad1v8vE2dXfNL5TPtXdEdgtg5RDBCdzzJ/Y5JHwrfQ97ABil1oxDYWyzPwDd5gsGp8AoK/Ts48pNK2WeryV0slBxlFlhhJ3bmLHfS4VrgirC9M6Ase3jHKflV9W/FlLfoWdRqhac59wtGwM0B1w+6wL3olSkrVZ+h39qUnCpIxQchN1QimqVlqrS/+5CzVnjpVCyGdKccrEXCuH+oCzZO4FujSlA9CjAovvhHL3kWWX8FV5ZikyUpKEi/RRhmqXK9UQugH8camABZuyc4/iQClT6BNxDzEp568PIq5vArTZFaA6g+AXOp4L4QaDQocMZq8Nox3HkciaUtOzHppBYK8i7jH1pL+3Q8zXKvw/fVPtSAcqYlb0AoufnZ/qd3OSqg/DSUU9FVa8cvwV6a8wJVa15gJJfTbF/fvjT5er9t6cBeX9Yfff96epnv4hrFMpYZFRK6mhqNCcAHzC21pxcbwT9wmZqp8Yq+hwkdQqvHIpS1qfjY6hhrE3RUFS6Aq5xj9vNJgjCWac2Oa7DRldXkZs2rwPiCjxqPqWCXSGS27pPW4Ltyx9PAmpz/eXltebi+sSKcOd8zpzJ2Fvrm/9x3EcIcIHc8MN1wM/LgN9a7xIAI6RX7uRc96+uYz2IeqmDQ/eF2li/JwC2PelTbBJIuEw+Xo6rBMDl84fhB9w/P6bxzXqVnkDrcUFlFLle2+vZp37lRqOKHFK/ax1I+Cu/lCL68+ovP1ytLi9YU5gbrAlpF9aGMNZBqLnpO/9KsW6fJjR05JgOYz3+q+xRd8YXwwLDAsMCwwLDAsMCwwLDAsMCwwLDAsMCwwLDAsMCX88CP/rriQGAnxzcr/326LnjPwegu8DoSz11d/0zsPuFATDKrwY1ABU9FIxeJKD4KQBgt9EA7PFROfR42b4blr9U6dtysDbwQ927xzPf1PJyNdU+z/GVHgDPYdyPBYB7UDlfvuYAuIfTgnKdNG0XAH4yB69evhfkTnUfdt+xu6C39SMfzwHoAfncxjVG2iSRALgft1qfCrTU/VI3zo8OALdy3RdFz+QFfhZIOaWmrWvLz527199WveX/sjd5HzOsK6ATCFNzvfdPgWblC23AgzIdrpRYp823AWhTGFPBUgPgAi4F+K2+LCAKGajQx7lJodTfOYZ9SPGCtpv9NZCbgGn0qx9HgKGVyAEjErAKCKeBcIu5stj9zhDScR7wOAfAFda7X/f92aATXsOvjJdC/mos2vqiEM75awFg23o/ATAnHba4DsI/e3NDQMboi8rLEMr4A6vcTeTjBCrVPEKl69yb0aeQIeI+FQ6YcvlOKuCZYrgAcO+HAESAnMISV6hleoyak00HAsDAxbYppTaGHANZgf8JoQCf2lQS9romPHEMIeGW8XOZSTAsVKepQJaiFdhcoD8B8JRvXMlgHdqcHLnYpeaHNyKEOjdAWW0G4PxtQCgU96h8UWPLN0PJyPUVjpw6vWHhMGAhfpsboPB9+hMxqStEuOxz7bE+2j/WODC3er+VHzGHBO+tmKZslJn4KQic39cpSWWdoF7yLqOGx19pa8FC6jM4dn7ffv7SHqvCtYLI573uADVjk4DsEiriVCp7w4c3llxfX8V4oGZ27ta9fYclvyPfdIza+/f7q+9/7tDJqHSjI3iT1gumN2uMQktPk9WkkWlFFG3WnUupZ0PFGmBXtgvbywcCEFu5HkA5oD1wFKXuAaGSMwSzIe3h6jjUprXGECr6IVTKzI0CphGhWiGkZYfwz3fvuzD2APqAw94c4FDRqOBRp6IKJscvE6aiFdBN6q31QpsBMhS5xixCQkcXIsx3+ASenTmAAcC5nAQgNgC2HwbMD9i/Xlsdyxxgo41Gi3U56kKDL4CcawcAmBtrnAkPfRzt5qA85SiOD7RTkQAULtvhn+u57HXZZTpMdrfhQqHLWZZdpkJ0az3XQqllVkL9AzadcO3+6oc/34UaGFusIwQ3ZbEWodQOu+e8x5635C7XJgjPR+WqHgC4Zsj4OSwwLDAsMCwwLDAsMCwwLDAsMCwwLDAsMCwwLLDLAkuAbg7mXmrJpfJfWt6Lr/+RAPC2dhZD0Uv5v9K2/a8NeJfG48uN/264+HQblgz92nJd665QxS+1y3ye7VIAL5XL+Zfkn56PT2uHQxhuP7qQoqW06y7cBYJ7Ze9T68ocis9z7G22aTv4bayodaIHgH0ZPZQsxV6Dlq187ulVxhr/DRttB+RVV41LPz7zHN9L86UHwM/xhfk12+5veUPb1Sgxtx3zfQyokXqlb73sFpxK48zHs1c5x6v9qRqVJQjcXtDXybm/TPl1ea/egcHJ/1HPTSC7QdLaWNCX14Nfj2mqL7tyt42LgY8Vw/Wzh1UOa9rWl0mlrf4VZG+qZPe1gEKBEwO9AhuGTmA9QwWFU+7aOW06Sb+cHn9Ah17ayzohwBRQL5Wvsl2AhbZxxXYrWytXatRfeWxrbABnslsX0hnwxcHcnV8vpWiCtSm8c6wjgKcp/DhKR8LmpgJaZU2AuGzXNtYAbuY+ArxhKFPsKYUpZkGxW4BdmyHiS8ZGbQ14haKy+kP7NI4J8rlOyjup8gx/yzf6fL9sELBi1ePL52uAKYC0g+bqSdRPeGPayrX3wKYKm41HJMDa3LjRxv06QNBdlzu71P99GHL64dzItlnlmK71rvd5VOcc5CJ2KFrnSKWhpcRkDXOZ5LRdhx2c89T5fgP4xvqhvqwA6MyTownk19rA+VLiG8gD/26sqM/w0YFEDZQZM6kgAZ0o7g0+gYGC5xlOm3ZLQRxhgTkULjrGC6jN9ZRzFTD4KJxDKtroSOWKRSWsGUjI4VTVMigCo1KYeiMM7TmJPME17a6uUL16UwbQsuo9PIicxwGbUbPuEzY+c/6+f3+y+v578iFjUiAgak/vQMMvy9cFZnWe0PyR/5iQ1AFaUddyaONDjI98K0A20JZ5hx9Nod0jpyzloGB22GQ2MFxLfb+OUNjHGZbelRLSOTZ65Fjil0TzbsvGw+rdO8NW121Fr0B5gHw2CNR8dgQEoH/YOsCuNgCEX9APQhxL/89civmmsNuMf4aJZnyohE0g9Ee5p7XZgfFnvB2KmbE8JJ8y5tDGDOcIl0q8C9GsaBbAXbAqCm5KivVGCvg4cRTtEYyOf7Sxnmf0oQAw5qn5qQ0/+eBmkwL5qWXzGMOy1bRRKZ9l/ZrqR17Ymk0Z96w/+5E7+SbCZ8e/v5xFGSwuhEz3On8b9sDfjkMNrA0I9XxUv5b+YtDIjmNYYFhgWGBYYFhgWGBYYFhgWGBYYFhgWGBYYFjgH9kCS68PBgBeAIgvAMwDAL9lpr0W1P5tAeBd8+1vGQA/gtyZA1WvMTuaOb3k3KEE3gaAn1p/5uXNQ0PbmwzM6mV8AdmXAGCVMoeIE9n9MgBYcChdeFLdUe/MPef2mAPbpd9rhu0CxXxfQH2CP1KkNngtgCRQ1NTUdXoe7nofNaxAXSr1svzHgLVXu9oQKis3EOglfQLgOrf0bJL/ASNmOxVqg43DWG+uG7s2PFTo5bJf3VcAt4e3qjehXl3fX9dD4ALiVV6dK9DTVPWbfmafpv0Zdlog1sovDkEM+W2/AaL1d8r9Xd0H2KGmzBDZANhN5a970tunbzPnAEaA6B7oFojr/a4AXuXSFSjMdpfd+rKtKDbQKxg9werofw8ya75XfdVmQGQPMRUyPBXBUtxJrXgzwdwCeQrVqhDSBr0o9oCxfQhrXKgff/oPjCmFbEGvHvKofMAeyulShWZOYQdA9lEhnqkDJa38hdDW0Q4Utlzq3NFuZ7OFleUc14Km0f6NjQBW75fasvIwC6ZG/0BwpThnQwGAkLnMQZutbjQArvGTPybQ5koDb/ziZFJ8G7hCBu2/nt5WtzoEcSokJ4V4C1HujQ7kNw1VbpRD+8kJXGNcClzqoCw2HgiW5/ixDLAOYZbz83Pd1wNgrj8JWA2IfxDojzDFuQHlMGIFXwVELT8lDHipYAlrbJ/XiOW8DDgYY4KKFvsTktftzHFlk19srtgPgAnI3N+jP3cB8g5W3353EmpPwjCHypT5jcJ0Wn49n5Wzl1Dl4SDY8TZALHYJge8GAFZudiIfEOZaCmsr+FGgyx+lniUstssFoAKA8av1yXHkwAWst80yBqEGpPW5BVv4vDo7i0blmqvNAQLL+Dn5kpsqv+aplONRN3a5viasNar86K+AOfWGCpnQ4jwKAOxcF0pXh9QOSK1w3eGz0RfCnnuddq56wHLsK3C/Ev5qhNiwgRqcPMZaQ+2CN6kS158sHQBG4Xt15VzQ/fOxAPA8tYTsnH8DMZ/wFY+h20c507zrALAicrjqHIu2DgCPP4Wf/e63oda+P5WC+uAoNjvc38QGBPJdH4TvxEYLkiHTnQTBAwDbluMYFhgWGBYYFhgWGBYYFhgWGBYYFhgWGBYYFhgWeMICSy/ZBwDeARBfAH7L/AMAv2UqzgBwDcsiF94FgBdvfFZjX6oA/msA4L7hL1EDc19rXyoRp5DCenXpojsA3ELHPstcjy566/rTlJQueg6Ad4Ul5tpeofoYFNo/HqkKE7LMgbNr364AnkJHZu8BwBOE7UI2b6uv7LML/JZB54rx6vc83POksOxGosJb+mW5lXhuS6me2sW9QtfKLmIzPgAAIABJREFUPgNgjgrV2ysWlScyw2JWSGopANMxN4Dj1Bk3oFcK7vKuWob7kNBqVwd/S8X6CF7rGrfdYIHxA6xZjSe1oz/mT2CT21Z+p1DOstUmbC7Q29vb7bCizzlom6qs+lcbKkphVurESXmZLgb4EvxNQEx9ysfqeLVThAnyTtZYAhliNNK2kftWuXUd6tf2JsTwpg+r3CRAqCqdH9mwvzYQ9GpfrkXFSefWAdwEpxIA94C2hYE1wGMdIZyrPkYrDXQNsfCnyT45wVHY1oaBauPmWuI8p8Adh04OBWXIGSnPuYILpKSaMfsELKv8ykDV6ntBIKCuQlTDwTrg2rfP7amxdq7dCvFM6GYAkkEuw7cJ8Mn9SohihZR2glUpWilTOU0j9PA0XrnRhpC5BSDdDjusFK6AswyjXH4K4Hb7bGepZ+Ok898Cnq8FVyuvbIW8Xgc8nZT3cQc5crEj19JmuvI5ACOKWUJNyz6xPqBc5TMqRinMaWFCcS5Bda18sTSQkLl8QlGpML+pQo/vCePMAVB3mOIIaYy3aGMEYYiPIywyeWwbAGYM8UfmPqBO8BubSLUKiMQGD5HDdi2Iii0qBzrjdhX5cz2XkyLiNwmaqYd+Az65D3tsbAIIG6wP11aLPlxGzt915Pw9CLVntDqmHpsMDg7ZqGD/dz3lSUBb8VvVd3mZqtWjUFdrWJ2LmpzBlc/46iqU6SGjJeS612UAvO2nUMeZ69brMX4FeHVYaftG5s4FzkZ7UKjiYpTvTRHtmZD8MZXLvob7qyxDeS9wxxGiGbBPeHWWF83HgLyEqz4J+KuD7lF/fLy9x+beEEToc+ynMMyKDrH5TEI1LB9CXdxIdRdCOv0w6r+6vYo1MsNB459aG3hWRJjsvNdK7LKHYbXH1KCedqC2xn79s3WKejJt2HA7CZFe/kQ5qJ8FztVhFPLYjvr4bn/153//vPq33wOYyc9NyHFCqIfNJsgMUMcvgeSs80t/QU3dGR+GBYYFhgWGBYYFhgWGBYYFhgWGBYYFhgWGBYYF/lEtsPT64B8SAD8nPvMAwM+aMkv+9axCdNFLgO0u6NvX9pLydrfyawHg59vl6St7AFzQ5qk7dgPg7q4BgHeY8DEA5oWzXuwDKcxD/FI+4c3eXxkAzxs+V/4agLartkFgVKDlJwZhzwPABfIKAFcZlQ+WWh02ueVs5Lse3PYQkXNWjRF6s1cwGwDXveX3c6DsuVsArsAvvwMTHC63wK4VoQmAw/8L1PbtqWelw0E7R2W//hX0kwI8QUa8wO8AE2FEDaYAZByE0C2Vr8rPCV0AeALFHQAuP/MobirkDaB9ABQBRqjLOJoy3OFMbT/nsOQQOMzvUVrqnrRz5fwVAM5QugURBT/z+gqLbZhTuTw1KVx+2sUKYNTqLawuBAiQxFFgUPmYO5DvnlXYYqt66R/XA+g04mpzjjtKRwFbYBehfwndDFyL8KsxFqgOS92nELsiTkBTq0X1Z0DZQDlLPd+ZI4JgUSPgvKDtbcC3UrBqb0GGIK7cvkDvslsPtJinzqXcNhq4zADFmSPZ8Bp1L2MbymNy3tK3LvQ3c5DQuQWAbwGgQFkpMVEeBzANUFbzMChUAFqHzj6JfhxlKGxGH0Un0JS6lPM0uPrB58hzG9AKw5Ty+Srsjs3XAYA1OtRXmw7C1gBarZEmq1LmThsE0l3pC+C8Nh1obID2Of8r7DPrgEY3ATNqZBS6HIyvQjQDRjU/Y2zl2x4j/M8hgO0P2I7Q2tR5fIwSmeutTP34MZK1xkH4X8A495CTFcjtecHl4XOXQpqr998crH756/CDAL4Xn6DujBWbEeJaAHD+fSMgz9oDPD5xLmwDYJTN5NVlnrIZ4Fb+fH7+zkr0KKJ8jpDU9IWjPf9RtqOaZi54jqidAu0G7jSBsijb4ZlvIuTzO11XR21EwU4q39M0lddW3WudzHDI+DIgm7ZV+Gbsuhc3okBGec3BXXfy1Zg7Wl/tIwLAtCufSVjTm1AMYAHdzFfl2s1G6l5U7DHW+I2BM/MucuhGXuZ6vtX6XFBYG7VIQlzRFcgBnBs16jnJeLM2yHZbNoDsxXls5LJZRxsAxr6ak7kW4jP283x2Rb/v7w9Xf/zj3ur3f7hUbuKHvZQ4k9c5Bvny8ibCdnsjhuw4APCGf45fhgWGBYYFhgWGBYYFhgWGBYYFhgWGBYYFhgWGBbZYYAnQ/UMB4KfA7wuB70uVl1/LOZui5GvV8HS5S/71+lZtA7hPgd8vA3zn7V0CwPP+P3c+zUHXvN4l/6rQwlxXZfUAuNrxVPv6+6T07cFvNqiFsuXF/uPcrfN2z/u/5B/L9vK4lp/3L3dd9zZVbmtVUwFv+seuenuwSCnz0NFVZxsfgyaUQH2ZXwoAP1f5+8hvZyGfpSYS8Gy2rHv699xSNaEYJPQoiqYnAHDd77yFhqnYS/qnma+UHxjYxUvyLdN1w1cKnKMMAxx0C12f+9e+sbkuWAHn9sw3PPT+sgl/qzcJPrLMHgQ3GFrq0s35QGhfiXbTxgwBCkTBrxyPad4rT21rX8e31ZCDyv2bHNPASvI6+1nGGa0NBqXQM5jIcN2MRBgaQFrnH60zvSIuKUyteVOeUdqSCkDG1cpQK18FULrNOyjqNCsznHXBf9aRyp8qOBz/7HdAJfymlLpuYa8O9gaEJIWCRQ6XbKhmAwmgCjS6/gKQZSfOO+yuAQ7dBsShTp3WFqkFrRp3zlkK8ryebJg5a5WnOcHrsQAwfh8okDDDAMcgeTWmDosMrPW4AJkqvHSNB+0uJa471Py3fAcIWupl1Ju2s2FaHQqPCzBUfeRENQAmR+86lJrUf31tuOmQtd4coLFM29wE+HXuXBSMDp/t5wPGT7CYyuv9AMLYx5DZa4bma7aPsmnr5wxPjh2PQglez6/7Gi81iPUGYBxhpgNOaq6oHkN7xltgOGx/fnau8QH+SvkdILvsNhkjPpAr1odtBMyln4DfywC6tPdUULcWJF93I7Ut7TEk5MDvgaxaw9RcbzpAsfuLX0QZ+ErAYIUHz5DnwW/lB5OyNT5PkRQoJ6qlHIAnfSQ0ME2pUMX8rDll4AgsvnQ/AKOMT2z0QAGvXMS5rijEM1EEtO67DZPCF2ukav/k1EDbKn3PCX5qTAGY+ZP5QL/x3doMUnbhGcHtlQMYVSttJaR8ME4dtIHzbB4oMIrPHUwP9NXq09VlnAu/1zqazx88OX26xhX71Tq6DhCuHL1hv5sA2yihP+MLema4D1zrzQreOIFL1AaCCo9dz5c+t319njYW0Q/8cFqTGfJ5jndfQ7cFijlfz7KDsG1sEAhUv/rD72/iHwrvM21y2AMAx2heXbFGkNw817EBgPvpPD4PCwwLDAsMCwwLDAsMCwwLDAsMCwwLDAsMCwwLbLPA2wHM03ZdKv+rj8pLwO3sZaDbVkqhlwHEJUD31fudFfz9AuCyYD8umy9zN8bvRQri54/OTwUAz4HyiwHwDpP81AEw3fJL4OZHk5IzX273Xd8GgOtFeLsuXtZmcaiLqg5+1hLztQDwNCtmsK7/3qC+V8w6528dhoQAG4CQf6rt2SdCuhaAmgNgh8lsZU19r8SHWc48p67Lz5faQKJuWtfGBUE0tQ3S4ble1z0FgHuQyr0ouHp1r+dGgcI4Z5m226NNDxAXhws1KEJ95QZOmyQSiFc/rAKebUiR8jthz6S8tMKQ/lSOSAxd/UH3Z3AGSI36Inwo4GYOgJ330ypzoFiFFp7gMu3jlNrQwDTzV/6AupH/Zn7T/66rog61p1tPS8krhSXwTLk2s1/pVH0+4LKR2pugtvJOy6ZbADDfA5kasLVSmpCqNQ4eC4NAKWU1PtmAmHhSsqaCtuBUlQfYKgDMcBT3VlhalLyOER4KXxOrCpv+GaiW0B11H3avfikvdlxLuOJy53uAclRwmEBSSlQ8StPROX6tIGz2s/82AGxQbgDL+JTClxDaapvKM9jlXIHXspP8LcqgX3cJqA6iPcBFhKOEuAUM63pBb0IuG+TSfqDmfoau5rz6rZDcAcYjtvFDwCpy65LftUA9kdLli9muHJVJtakY7HGQB1mgOcctLKL7DOKtDgboasai2A6IWAcKYYVwjj6hjKWb3Asw3sNmbF4JwAeYB5QLSmt9w75N1QmwD8ookMpYAUEr9P2dwps/rE6RtcrBat1gXQlgx4KY/aTMb94frc7fRZhmNTLqkr0T9JPnlTy1Urln5AWg9RU+kRsaCAEs4+2t3r93XmP63qcE0DKVDqalEb/QmuH1kd+xAeWI43qR0DWBgTv/oGTnCWf2AIvxi0lhiy1JRsw8UChtPx820xMQongtX9I8Uoxjg2IizhOO3NEAUFUDyw1C+Xd9jc86lzLhvAm3XM9L+nAVuYvZECCfTAitPMlx8xGbWNIGQP/2zAA0Ryh64HWM+wERA9gAgS+wCSUhsOG1javlv9Y52c/zSSGj067lc/Yx/7vDFv0zLBcfAebZ359ept0/TUctFDHqAYEVNSTm1x9+f7/63f/3MU4eKv/v57joOhTK3jwjLxgK4Gn2jw/DAsMCwwLDAsMCwwLDAsMCwwLDAsMCwwLDAsMCOy2wBGjrpfxrTbhU/mvLffZ9AwA/21Rf48IvN/5627qliR0pms73qs+CUf11XVGzr19qg68FgJfasbTBoFcAU9Z8HHbN6/l1i+PXgb2lNm87/1T5ExDsoNTjftQLeJfevwjnd708z2OuDO3tUkBvfu1TfdqWQ1hqoM6nnjtOVc8j+ydE3AXmpvtmsLHC1rqPm7B3M+ev1VRFUvUyW4q0nGsBO5rdbGsr1KwkRJFXNr9VTlnn6OyBskBYZ4gCWm57CzHc23q6HJiicSWPZYUvjTamutKIbfuxbbwBEoaOhMLdnPylBhP0feTXDhG9EQpaDpegbDbQ0waLror6Tm3O9jvfsGFA+Y4AYv6TqFeqvQREQBTUsVJUAlyr7yjEAiAAtEQQa14At+KGyMdZuTR7tS/DDJSRGhD4iHo2/YXP5UcVCrr8s67VCGYo5x40uk8uC3gqANxtMuC8/GJSeBKu1X1pY2T/KN83zCxldIR4VThiQ6gHlIOCr6Al/+QQSMvoBRVSGfsQBlmhYXNqVJ7qyh0tDIbv5fiVTaTci3oLEAGkeiUg0OouQ8Sq9UCwmBcV/pxQtAw/gFR9LTCkHLDefOB2uWFqJ/lxgW8KrQ2khVSxwQDbe84JhnMffqOwswXmgHWGpOaVzHUDbimAM1Q1AFfqzSgHBXCNpfJKp0Jc9pCvBNCivfQPvxJPRpnJxg0TLecWVsBe1cGGhbIt64QVwbTJOZkBy5rjQEflPE5lvEBzwG/WlrieEMaEwnbZsLEDqV2B2deh2GUcaee782+stAwzs1xZQU7oZEYWXw8AHrD4MH2y7ECZqHgPQppqQG673bLxAh/TGvew+ub8LBTClwLTjAltcPsPNU48f3/2s5PV978KcEn+3gLm2mwRNvQkVuHcizKVaUvxhNYmtLF8WdA26vvmTO3AfQg1zXeEmy7Qykn1UfNZNxpss1Eg/iP8cm1iYBcKc4T5F6xeh+Z1tAcbYWNvfvEmCvWnQinnujM9Z3MTgksxyAXssimA4zZgrHNLh/aZcev+Hp+Uu/IDw3naQBj2w7y/AeBoR9gayCpwnYpv/B+/Ihczc4+jQn7zWWGkA1Yz21gfDymQ+Su1MdDWz7uywdl5zLcEulobs12CuFofnQe4P3RdjOf9XtgzatKc0SaUFpmijxSisPWAZgH4tllK46/Rwhae33/4w83qj3++iv6drY4ihzPRN2611nnNHiGgN4Zi/DIsMCwwLDAsMCwwLDAsMCwwLDAsMCwwLDAsMCywzQJLgGcA4KEAfsvMWfKv55c9AHBvq+eCxbrupwyA/SLXircvAYB7O5Y6tAfADRxa2bPr6FWndc2PDYALlumFdgeFeyUv5/TyX2qmTQDcpYhVlwg7OQfAvISeQjorB6vXSL7Xy/miA2kUgdUZAPYrf7XSoG1u6HzJXlCW8+tSOPKC/gkAvD0styEHuU99AAHbhgG3xGFIewA8gdzM/bkNAKv9WW5TjmWu1kewAPwk+qZWAIAdEtTtohjljhWnINwr0CFVw2pg3poA7CDAkWGdy70jf2gCYPt2Au8OABMytobIoVmbYpd7JlAan4Fzyl9dCuMulG/lDjbINXAqWOi+FXRzeNgCyrK14KWBk5SsAXbJiYpZrABOsE4uz4RBPQCWoDOhjBS6UhZSsEOIGyzH91O+zabwnANgzGU42DY73EW9zitqoCkbx0AcogJU+bkwkPuWavP3HgBLMcuYBIEsoFohbbUvRYDJ6xr+KBUqGy46ACx1YwJclLcHEar5KABdzdMG6x1iWnZgftJ7xiT+63MQV0oA3Fx+Vvm8sVvYf60cpwHaUgEMOevBPTmOXThgFZBp39Omgrj2TkCaPnnTgjYoMKYJjnFI+lP24icbSsjFy/UAYGHHsB0gXWOCveWwXAOMtUpUNo3r6R/lSJmsOcMa5NyxzEsiFqBkpX+AVTU+6gAUHh8YTvbzgLy1mnRRwKfLUBtL/Rn5qQO87ZF7NpSaZwFtbyOnLGHFK3oAYA8l6vX11ern33+3+v77w9Xp+/vV5cVtgNboM6pbNTz6HDA0EKRsi7rTYb8NgG9uULe73+xRsULWSmFg9s3NlfqrdpYd1Fw25HCNVdpsujiQyhZVvkOBo0bHRw0tY16TGxd1dQ4q8PY4QGOfNxpgL1hZY4+f1byqyAUF+MMGpezFptehokZtzTiwzhyfkkvZobpdqceJuYYfHYZymHWgDkCp2HR8RRqFa6I3RPtPThzS++JThOmO37G7VMnx3TYALJAc/48I2toEofUnriUEeuZ5pryTU6vPvXZZJVzh1AsA9xuHMAOPv3vWyNxsUgCY8io3/RwAy8vx3wTi3pfBBp6wTa4lD3H+9ubz6o//frf69z9che0i3/NRXLVPJAOvjwMAT64yPgwLDAsMCwwLDAsMCwwLDAsMCwwLDAsMCwwLvN4CbwVYbwWor2+573xr+5fqX+rfm+tfUvA+lbd3qfHPOb9U/3PKyGsmGMfLuifA0guKXLz0KYC1ePMXvODlfrCpsthsykuM91Q5b+tgAbaCH31pu/r7XOXt0rza1fJ5veVz8/LquoJ3cz9ZUjZX/XMwO9WTysgG0DbHrIDZrnb1/dtmi+f60y5IO7VfCkLDEo72ojZfsM5gZqu3KXemXIgLrsZY8HK5h/fiI3rJ7forrOuGL+VL9j50c6+w5dq5Qng+Po/Hq/rnF+mCJd0Q9arhzbGwcqyO/sV2Hwp7sruUja3gXWM5v0Z5DwFo8Ra+zqHkko2w1wwA1xzceNGeY9eD3+b3VpH1w2s/yL51CmCHc3aPJ/41U1w75K5BqMK5Vq5N2daOAQysnJBVYOW9RTEnfhn3S30a5RMetgS+Sr2ZMER1oRZNMOnQywZ6lQeYO6tvACWPsYE/kIh/d4QT7eB7lQeo4RBAUj9cd4HiVpZzoFbO0gLAAOZpyAWaHOa4wlhXu0rp67GLukjNGUao8LfOX+twsxxAKdlXakQgKKTGYYXJ2VrOQQ5Z1pcKgSyLpgqYkQAAV5hy5UAO+MYB0BQ8pgXkpaUTgGtUvalmrVDWOhdlGga7j6gxBVUDFPKl1ckJt3IjgCA4fp3K2/Jn+gOIU5jZLgS0QtOGjZ1b+UZq3lLSauxyzSlwXyF2a/1GkQjEPwpVpcJZUy+bBRK8f1Y/PTaAWcM4978BP4fqLv8BVjIfbq4DHuZ1MHrGD/gMpDvcj7zHAWEF84BpOT7aIBLXfvx4IQUr6+FFQMLJl3OCHR0eJ4i2L56cnAqs0g4AuHwQ0CyV72Y+b+deNmzFL1CwAoCP11aZs7ahiC21MADZIZKt8kSRywYCysG38XtsU3ah/ycnkcP5883q7oaw09Ff9Ysw3Verb749W333zbnAYKDX8NcIGX16rPytGofos0Tccdzc4NNWQwNuFTYbpWo09PAYRTHtjzZEe1eR+5U1oTZHcD8+43DMBvGMNXSTNjtCQ8vBzAadw4PjDcDKOBoYBwyPeXNyWj7g9aXmkcLi9wfuL7LfnoOlXmf+Y49aM5wTeW91FXmbUeqSw1eKauCp6sgNSYxl+EtFRai5YV/0ZhT6xfNzTVj1+Mm4KWR1AmqvkYy//dWKcs9pDoWVntazXNe0uDvCQgyr4S/AWXDYIF5rVq63fJaimHaTtlcphXMt1XOrbQrJlMm5wcebi8pf+2chdxA4QL5LG3NjlZ6D0fR//e396g//HjmmA86zZ4HvNW9jIXrJX8Obgzh+GxYYFhgWGBYYFhgWGBYYFhgWGBYYFhgWGBYYFpAF3vo/r18Lcr6U+d/a/qV2LPXvzfUvAdivTVKX6l8yUHd+AOAXGGtSCG675yWvvAYAxoI/ZQD8VPuXPGobAK57DAv9AvstALjK26XKLjj5WgBc5T8Xyvu51eXuTfV0rw5+SAXpXgCH+bEL/nocMuTuwmvnCbTGq+9tz4Dyxwqf20MNneuUswK48Y8Q0O5bA8DKcZkQUxCgYGsSW4GRVPjN/aipTL2e6H4pHoGHDuHp+gwo1awSQCYAtiK4HVyr9tEuQeEKWRp248V+geMOIBf8qkeNckkGByAU6hTKPQGwFLIJOKY2Q5oI31qxTAVcrBjkAGxOoZYFIE2zK2dpKXlrM8dNgJoan20bOAoMltoXwFYApgfG9leregXHq88dJLHSMMF0AmD6YmhvAKPctoSTzjIM2SNsMOD3LnKSqgT7Bm3j+nJPII4UqglvgEkbGxVinFEocgAEFb68my/JchSWF4WuYFZBuMwTXXAWSCiVqCBP26xQ3lHhmav95Vtut+GWILoAeoNaUgSHHa6uyG3qEN/AsH6eGCqjmLW0uMbmIXOGWg16GGrUS4XA9VwJn8QesqOVmy03tp0HoCuboR6N++gX99LW24CXHPQbX6PLtP2SXK63zIMAcMpzS/ut8gdwMY6USa5YakGtWr4MFGbwriIPMXDTvrYXAPVEoY+57zRUpIZ6YD6vDYTZFmmOg/GpDUbaoBCQ9uLiSvOJO87OTu0f3IdKNcqtuc71tIG21/ylLtqt3MjRD0Ik809q7bjuNuYLy8D+/v3q3Tcnq2+/DXgdcJzmVI5drr2+up3y+BryGyBeXl6053MC1dMz+shQ3QvQ3oRN8fFSw9NPK7iByhniO/NRKyy/QGeuYVozULhjIxTTU9z4cs2w7a1DN+fjwOuWfQCrKtxw/T5tOtjcNGQ/dpH8MIxNP47fpcRmruHPgGdtTCHfLRt9rOrGTi7ea6+fyxldIMO2cz9KdOoqAFwdmZ4rce4owHju7ZjWA9bwAsDegGJlcYXYZ7+CNtPk+q180UD02WahAsCYFABc0Jr72toJoE8bKcoBSnkgfducQ/c0t6LXt2zGwAQZbrvCeLMziLb+63+/Xf3bny+UJ3u1dxw+PwDw5MDjw7DAsMCwwLDAsMCwwLDAsMCwwLDAsMCwwLDAWyzwVoC5BEjf0rbn3PvW9i/VsdS/V9f/XPA6APCTQ/RTlwdM7TdLyOM5APjrgd+pFQk06iVnPxC7/H7XfJlfvzSvdg36vJzdCuBN+9RL0YI0PSxcWgP60MxTu3mRmzBuehHdFdSHBH6N3Z67rjwGwE2xRL3bwhX7u9b+7e3bLIdrytYFeuUX3UvwUrU+VwG8Db5N45ONKug3B9iPFMKChG3eNJjc+lHg9zEM3wbIH3tFryatENHTXElIW78LdG2EFE2JLdN8BoCtbLU6j0Pnc+4p7LGgFy/unaNRY1H1TQo15/DVIsJL92lhqXqda7ZBZCBFC089AeBu2mjOqD3ulV/mO08wYTylmC11Wio/J6tNa0fBB0NvQoAaIgM+A2RZTNrKnz5XuO3cwEBsaDWihVoWZEI4CGjKblZu1TYnDVgFazLUs5S3HYB03wxky/59SOcCyVLDZj0FquWHygPcynR5ZbQ2plIAy6BW8ElZHP1xflXUnB5nVK6MR20MUHlAHKCQAGrlCe4BfobkjmspV6pCyUF9j2yODxUoRmkKMCS8a6p1DV/DD0OCZ3Wy+3ATgHF6BpDDNCHp/LlgmOphKog+2WFyDOf9rcO+YMhJH61u9f2Cgdq0YBsCTFHns6lD4WqB2dEpAD39BSyp3ennguIac6sxtZkh54vzTmOXgI/KPezNH+uAtoS7xYYea5TDVm8TXhnIenMFLDXYx54obwsGUj/3TopiEzOVD7Sua68uQ10b8wdbq27lrIV4kfs21MW5FhC6H7+oNtKHoyNCIxfktqoSeAucp1+ocSkPH72Nvl0GAFY2Vik97SdAYC0zCDIBjTHGlIGS+OQE+EsVMdb4U3yPSvfbgL+/+R8dlvk2+u88xW3NZZzI39xDSId89vgo1HaUy3wEnDMH9iOvrHwgQmrfXFtVvh+q4OYfXoT0PAzbMBZHxyjcPecdTp1/Vjjjw8qXO5FRALwClat+qXezja0Sh/fn+27J9un5n2IaSnLT+nQga88r1iD8TJ33OdyqNsxU2HJtMMq1TM+o3AyijRcZ5hkFdh1sQvA6nVEOpAgH0Fu1O+UQjrqlCW/uprko2yj8dJapv1usrNemCtYV2p9QtsaOJaru5zsgsMLS53pLuXB5rvF1DQAzvWujReWlpo4y5XFs1KhDIdulkMaq5AS+js0MgO+jGLcBgCdDjQ/DAsMCwwLDAsMCwwLDAsMCwwLDAsMCwwLDAm+xwHNBw646Xgty3tLm/t63tn+pHUv9e3X9AwAvmf5Z5/9uAPBGbwcA3jX4f4sAmLbO2/WSENDcP19nnruu/NgAWH3PEM7Vjx4AA2B6QF7XzkNBP1L/Jozzi2qrcl1+ArVUpk7AeAcAnq8PvTqyypvCWxYULOLEDOSkAAAgAElEQVQ5c8JSOGrzQKojS+FbIKugWAFghUWO8ia4yDt/wFO+gK9x7mFaD4C5DmUZKt8CYVWnmjcBYIeeNfw1NOCYQBzZWIFpCYCsAGwAsZTitokFyjIDXY3LKjwyoXwLYFeuUtXTAeB5+3v/ngNgmFd/PPKDTvlLHQJW1JWhhNNNVETlfHW/CSULNAEaZU5WgeIWWrrGpX7WWHjsrIrjEAxMR8Ju+m+CjPbNfr4KsinnrdtUfqZ8sXkYPEbu1AC9R5nrFEjEveRPJeFsv4Ggb1ufq7T8rsa65hp5TVHB7wVgdP/odygLE8IpX2mAuNC+ChLW+kPo7aMj8pgCjqyQtW1tC+dyRTGKGpfQwUAzd8zfNYhesJFzzb8NpAGZfEdoXp8z8AXiUtMN4aIFuwFPqWAORWUBYAMzA2CXcx35eZ3jGABs2OfQvIb7BePs81abOmQybbjLvLvr49NUXqPOJT80YXvpd9K2qENA8QEAB/iN8MiheKy8yc5HS45hQ3N2zQDMKye5VO9xDcpOhTGe8j/TvmhktAcAXONI/cwzgXFB0MhjLH8xHOe7sjtZWrEJdQi8x+XY+TrGl3zDtAd1sH3aYYcF2rPNqGTJwbxeG9Tu7QdwD5uT5/a7789W3397srr9/MPq/TfvpICuUPnycYULDzgdcG96lgHnYxzxZ+qmHnwLBa/nRHy353H+fH8oFbpztjcfsu/giyiOo/3nkU845xHL16eP1/YT5T/mYj8f3C/yIDNe1wKmBWa9lnqOq+zcfCBfVttq0wybO5rqtwU3QBlNfyCiEeIb9XW04egk5pqk0rVuONS9w6a3MPX0n/GsvMMOye46z6N/OaxqWwPArAlszoj1IjYAlML6gdzHaVuP57TfYAKzdhsjWK8XYWd8P+YyfjHl2Y7+aGNFtE9AOwEy99FVsnArFzDRGthAIkW97SNInXZjo4TnvjfM8PyqzQfawBL11nPZ65pzwoOi72NeXXxYrX73u4gIcMH8fu5fQjLfOIYFhgWGBYYFhgWGBYYFhgWGBYYFhgWGBYYFhgW2WeCt//N6CZB+bau/tf1L7Vvq37Prfy7wnTfob1QBvCsc7JI9v/T5nz4ALtjbayS2WSllJV/agE+U9yVyAPfgoq9q1/dL3XsEWgsEzubXnOHN/WRZCVwvgWfgoArucgPS5kdgOiucK3B3gd7nfr/NhobAM8Vu2KNXM21TvW71snSzKZz7wl6Evt/SxGV42bJJvMAVMOPYPNfsK6jbk7y0p0Gj+9UDYANYl0nX+3DQ7pPzTupT5xePx6KVjRJKbdwBfwss9KB2rsYtGFeAtAffS349rxdwpfYnAOaFe4Ewg8H5eGfP546e4ZCr3VObZyGgKY86PE6GJ5pa8a9Csdo+TUUosJa6rurr9LjqQ7TmfUppG6DgjlDDMS6oIduwG05sO/T9Ri5O8mr62gle5MYAlHy0Beh2S47LCL1aILJsDPgBGJWyteqs8/yUWjEPyix7tw0HCcKlqNsci1ySnN85c/VSlOBf2LPyPiuyAHAlfRzlL/UwVzF9gese8vY+Wt9rbicEKnWwNI+EXM7Q0WXbaUNAkHeAF+FhHaaaQXJobgBN5fmUklVhzr2pACiKTQmpLJ8K2HOcitSCwlUX7ac9HPWdVL6EhAWu4j+Cs5mHNBXu9nmDPYB1wSTsg4nsp4CwyCObpgegAdSZ7mWDftxR0cpe2dWC1rTNCtUMw4vKW37o8u+i3PsAsAqjrbkU6mBCQwPuQxZZytyii9iUerGPQnorxLdz8HI/fnkY6teCxOSspT4AIQpS4NlxhIMG4N4Ax6PDhmdNES57TeuU7avcwarb84Lyre5EYX4cYZiv0pu9rhgWOn+sN0s8rC4+EYI65mXMjaPIzwsLBZ5++93J6hc/j9y6x2ELhYPG6DWuWvW9mSTqdrhmGxkzsoGAccGHlJ8bWC7C6fsPI3+w4TmwMzYt0GZtDihgamAuWAz0B9wC4xk3qZD53uG5KwICfaaM61BqY3fq/ea9cw8TbvpO4bu96cCHIbqpt9te9kUVrBzE8Z99yPMhd/CErcj3TI5nz5t15BhWvnOBVvsb7aOdArWEP++eNYQcl9/menb+Dn+w7W5vaBef2cjBRoNU/2vtB5Y657o2ehDLXeGlC4a7Dc6tnmGqaWRcg2/QL9p5l1Eg5CvMN9b+9C232fXXQahz5nzlFvcmjbIj86Ll0tYGnFi3a37LrtOGB68DsonGP8LTE5o61N+xxWH153/7vPr972JjygDAk+3Hh2GBYYFhgWGBYYFhgWGBYYFhgWGBYYFhgWGBV1vg2QBzRw1LgPTVDXvmjW9t/1I1S/17dv0DAC+Z+lXn/34A8FL3BwDGQl8TAG+qUgcAtr2f9kugRX8U5J0Av14sN9Wuw2k75HG9aBZUpK4ZBAZEUnoPjqfQ3Qol7JrfCoB75lvhmB/1OgFkD4D7a3pIJxjKu3aUl7NpWzlv696CYP1lApCgm7wfBZWUaPnyvM/tPLVBKi/goihrZ1srIOsFf3u5v9nDCtU7hRpOAAxgNQSwsQuq1d0A4LKJrqnxTnWhQnwmgFA5AWXvUWpOALj8Z1NF21pnACj9Gfen2ryAyf1nA95SIFeuS+5H/Xd/l+F9E0hXqFWAG8rePixuhX2e+pbKXtdvCDqtP6kAN/AAmtj+5ZMVIhq4WipgQKDHKDcnVLjjDF0M4CSQq+wc/47XoVzOZaj8a8PW2dDyIcbuAGAVJKVyR98JkBlqChRnvtvDaDBg8DZAsMLzJoSWUDGdcQOcR3/lRzF+t7JphhQOhzYQNOhRPl2pNSk/1JpJaMtudB1oWv5WClTN/2jTDcrZ+OVYeUQbkINr0jbBO016YCC5Um13DoWyTsV9/5zowX7N75oHtAPIOYXsB2glcD06AuSGglTtZextJ6CtwddB5s1tgAzjGdxb9U8O4pOwM+pahTyOe9brgH4RVhllbx92nNE/DFXl+mStcb+6up7C9x5HnRwATFTadRgwOucqylDgHH5Enmv8++hwLUUxZVXbgL9cz1jUmAkYK6JzQOEIy7yKf0QI/+b9yernvziOcqTTjPnLpgJDYx/pr1Ee8DpHZ5onChdPiOroP2s3CmMD8swdjkIfGBlwE4h8DzgXPPWGg9vbq9V3372XAlWhoLNWhvzqCmCMOhuQHX5IZOFcp6WwzjzNQNbTM99Lv6/jPuxoqO7cyi30ODm9K1e2N8XUWEv1z3+o81HJelkKABxwXQt+wP4Y25NQApdt8ciT+K6gbss/7xy/XCcVfM7zs3MD4NvIba31AIAaJ9frCjVOL6ysZa3neVL5pwu8Mx2B1vMNfJovYSOlSk5beH12fnCDeW/YqrzQXFc+qjkQN+Bjnv8OJ+6Qz1ZVT36ZA1Vz048GA2qOaRNMPhv47iA2A1i9H/aLNv7lzwG2BwCebDo+DAsMCwwLDAsMCwwLDAsMCwwLDAsMCwwLDAu82gLPBpg7algCpK9u2DNvfGv7l6pZ6t+z6/+xAbBeUG2hOa9s15ICuEDH0nVL9l86vwSolu7/sc8/23/qrfz0hi0/fEUu/JNWAKd5phfG+aJzm/J3Wz/9ktPHHO75y+2hiPt7tvnWfD3pwVp//a7vt12zoQCezedeBcy9m+D1MeCtF7bPVQBXe+bzfLLzLDy0bJkQmHsnOFy23gKBdaqU3lPYYt9Q9/NCvAkxW8jNR0rZzoA9gG7jZjitF90JoBw22eNdSi69hNfL6x2EPNu7DQD3EK8pxVo5gAaF6sXNOmBo0OkJT0he+6XbWePm8X6cn7qg4zReyZCaP5YauoFe+2Arqym9XMpmDuEEzcrrGWUBB6QmI7+mQ9MaAOOD8WI/2k9Y1gLE/Ryzn7qcBpwNiByKGFhhIiQFsIB35e+08t1ghTDIKC8buC5FKqByDrVRxVUI7R64cg/14XpSwKWx+7VbYVOBat2mhAl6oiKNBq0D7pWTUg5hmumNVZOp2swkutQBMG5+WeFbN0F83wblFFbO2lAsRnuw17XCNAfokhIZ4ztnLHsJCCWMArhUyNVnYGAp7Okqqk2vdwA5A20rCA8MfFPJJ38tZXmM3bFy57aNGtUX2knoWSCiwjQLuAaEi/Kv1Qdsknlo057Ubpu1XNkKs5wKx/PzyGkb1wjwBfgv//ksRaHhH6AQ8FeHfXJfALjWCeogNDaAz5DS4a5RJEuFH/ccB9jmXsaP/tIH8hM75LjDDxPqWHA11MKMRwFG8tdC7xSWOUmcQ4oHTA5oexhjQn5efOkyoCmhmnHgE3wEVXDU4w0vrN18JqftkfpWmx84j7r9NsrjXvurDcm44VeMNdCPvvlfhu29J+b23eo01PnfvD8K5S9w1nd/lpo3/CnqK4V4rWVUwbxzLW3zlMe25ei2IjXgbeRAFhCOUWeAzs5OdCfT+dOnUBkD9uM8fuBNAg30c92nUCvrxhg/oOvhUa1VofwPm2uTgdbwoxwPNtDENXELcLgeM1LX1uIZrUHdbv/DpqGQFxh3+HRyliuCem5YqsAVlxeEuHY5qLvXsXFjOqJK7OccuQ0u1y6LAsCsa8wX5UaONuKn+Mz9nUHrOvIyI7SX0lprvu2I/7MpozZ4YCc2XUxrNTA5zvO7xPisjXyHX5JLORtKO/CH8uFerV35zb0+1PhmDmKBX/JbW3XN0UNfzwc/Nym/bD2lTsgHpEL6o/JmvqqAmHcx1wcAbq40Pg0LDAsMCwwLDAsMCwwLDAsMCwwLDAsMCwwLvNoCzwdQ26tYAqSvbtgzb3xr+5eqWerfs+t/JWjdCm2XGr3t/ADAr7HaV7/n2f7zEwHAuwz2XPC5ZPC5vVCMcJSirO4vLv4SANzX/fcAgOfwl/7Nc+DusvdLN258KQA8jd/0Ut7f1PLZcsRW2Mk8/0oAXPaYQHKqk5si0AAUcFEwssCra26wo8HKrr0VDzg7JsVWqsrqpX1B8anvAiPOz0leU44GqxO0JsDtATAv5x0qtUFKzw0rgPujALegctTHaZpa0YDdJsKxut8FFHiJr/akc/UQVcArAbCUXB0ANhgMECHkwIt9wFXYQiDDYYDrsOq4QvI2paGBmVBgtAkACTCKvoUK2MpVh2c1sI08qwFRAHn9uFQ9gtQJhmkP/RIAjqOgZl2LkpVhkHpUwK/tugEYcrBe9Lmqqy+yPWAlfvb5cjmPCpQD4Mhh6GMwje1Q6IpxRd09kG7QzTauMXbe37QbCkDKBAAHuAKUAakeAqpI8Rs2pF+3fCbvbs63CQjGddUv/UxUJD8R4MRW9sWNMMhS5nMv7Q8QDRTEBgmKKUu5bwH2Cj9sAIzKHRtFDzR2gGNB4fQ3QtNKqRiqzhonQb6cB8cAO0I2B+zi+xpzRcaNcqSGjWt6tTNqXEA0APjo6MRhnqP9lce4V4jf3ztXMfOI+inrOGyAP2A6wByhfAugOddttDlclnE1nEeZaZhJe/s5SWjty2jH1c11AOBT+cR1+AfAVfZnfaMzqTT1uoM/BsiPcTw5ORQ45TDsc3hqAcU4Li9DTZz5aLneIY/xLUdZYA7gO/so2w/uIs/v0er7n61X7955k0vuBQlwSz5dFNAVetqA2v1mTnujQAFvNg8cxXdWxKO+terZyxqh2ikf4BoQV4D+YQVQtVqVDQT2tx4A02eHtEa5G3A8+g7MZH2RQp28tjlXjw4jX27Cz2hVnGeOUafBsnNMGziylmAz7gXiUj8qY2PtqCfCO6vVCV9tv9xoEpsrsBM5kAHypeg1/GWcMjR95tCeA2Dmp+YLa5LmDHM3cj/fep0CPkexhqtpS9UPAAYU58LNdZVjmfPYE9+jP9rMwFob/8j7zTiehN3qUcvmCjYyFMYX0A5fN7iufMZe65QjPZfB++gbc4N5zHjLPlov83lE2GvN3bhO9vNGJn4SKl02zYgT2kgDqFcahwGAZZxxDAsMCwwLDAsMCwwLDAsMCwwLDAsMCwwLDAu81QLPB1Dba1oCpG9t39L9b23/UvlL/Vusfwn8fq0cv0/V29e51L4lAy2cfylIeml1ViT8dI9F/5mD31lX+/xsW60wy1X7VkvN21u5ZavceZ7V+n5pHs3bteQ3JdCdg995ORWiuNQpcwVwA4q+c+m6+fnn2LNAH9f2IK+/twdpfN9+3wSdm/f4t1KRqv35crXZfbOFNV8UbLaDk1IW7Thq7PoX389V+Pf9moNON97gD7XoNl+ZL0/z8SrlXoXWrHyShPh97uHQlyiY8sV1AsltSs8CS6V65PcCcmX/+k71zwAwXwF+5vmDq60V4rhUkb1/T6ovtS+xTQ4oYX/JUckhkJVHwakCBBUuu4ei5QcGsaU0zXEhvHHCXPoseCcgA0CxylQv/wOyKHwvcDfzvgogAA8EMB+PhhSDCTMEpDL/Zl0pSJvrV41nv/5UjtyCazUOKFsr36chT0IJIESpLgW1bSc4BpyxUlkCADW+zJFoA/bsQzoDRejORkhohjps0kK8MhcNpaQODUeuMTX0DHAUKjzWb+AMdlAu0DQUthMYTuDTjzfjjP9M7ZcPWgloOzVAfhu/lw3KZ6WcjQVWyuOZzQ2QrXrtofzk08AoKZbbxhsD1wSCckF8pwEt5bcVKPf38n3aH3ZgHdKcQI1amwBSAW/gCsT32uAyot0B9QBHKFxLWVmA6+rqSt85t63BtuBTjnv5cvseeEZO1COF7qU5VwFe7zI8M4AXYGoHpt2AexTDHu/jgPQaolwzZNv4jIpXcyzuL0B3GypiofTwJ2xI+1qkBSbCanURgJU1Yx19JDTwFH63lJIi2tSOsr1IoMNvl/9780C0WW3cX11cXEybCjxWjC+hl08EUDmOArrRZ46ff3+y+uZbNlHcrs4DBB/GYv8AKKZ9obzVfJoiMhjSOzw9xI811EpSxhPIeBq24LCPGzDaBcI+8WXbxGBlKtfVGgYQPI58xFyPoh/we3p6qjE7Pl5H3y5l05NT55QuNSzK4XWMJ5GvC6re3zOuDmNM+etQOdec1xqlkNO0HRV4bDCJPl5c2iY+UIAbULKBAZ9HpYp/v3tHEuIEt1HG5wevOYKkEU7bwN32KH+mTsbhLiCtN32EXwSQreja2MHrt8ul/VadW73Pxg4AMFNeKt2YTYSbFtDm+uiH1x7n7j6IzQA0I1Y3qbk5Ts8CkMfQ8TynDkVNiAK9MQiFfv3NknmNM6IHtuE+wWSgsZ6fQGBDbKUiwP+k6vX8NQiv73O9SLCsMPq0Q0DesBmDDgVw537j47DAsMCwwLDAsMCwwLDAsMCwwLDAsMCwwLDAay2wDKCeLvmlYOe17dx131vbv9Sepf4t1r8EWAcAXhqCJ88PALwAur4yAH7u4C3No3k5f20APOWWzYbsAsV/iwBYL1dzIswBfKl05vME8GII6A5PgGkGgpX3MC96CwCu8X0EcDvlJxB4DrALEO0G9QWiUimbSsHXAODejn1uzmp778NvAcAF8IqJ9s+QOQBuoK3NkIKuk01jcI9QzylnpJWmdXhcDXYL+ha47eec++OQtxsAOy4ySHOIUMoHgBY0nl7oh58UANab/Dg0lrPcyeVvnO99sgCw88n6Xo4Kud1D9mo3/TRUsvKx7gOccj0AzTlbDWcMRdwHykfFJsggYOFLDCn8C6ALNZ3C8AJjoo/qf3yvcNCTzdzWHgBLUY6SOb63qi4hyDRPUataoUx7mb+ANIfybdCyH4uySUF4g23PT4plLBrgzhyj8fdFhWxuPhF9VG5gYKL7W4pQ8ruSS5bD3wOEmqK86mxjFOA/AbAg6FYAbIWiw+S2Ngu8S+1tgCpoS1+wM6DOmN2gNNoCIK/ww4A8Q2r7IyrQm5t79b+tV23tqmunerROUHFAsdyQATAkPLBCQqddqQeAKRV1HLdRB5C57F6gTPaIdkvtHUYAUnKUQpn5gtq48v7i59qskpsrXI7Vx5fht4Hecn54g4X9JzdExJit11aGaozinhr3NjeO5VcOB515sqM+5gTgHIXycaieLwnFHDcdHxGW+mr1/ffnq1//2spzgnIfhhKbfORsRHHo/go9b6W8/C7GtgCwNvngy8yzuB67nZ2FLRJm2m/cSnWrC0yATxL2mvnl84aH64CihJG/vARkEy76VHMTmKy1Ka6l7RyV75oK1+sAz6ny5dx12MF+uBdjGiAWdXEazOu9c+u6chpKnmHbrtpjyA08ZxMEIaMd2eD83OPBofzDd6hcmV+RT5jlRzSYTSYZcYF1K67zxpwyCGGmY4MDYcKzAQLAAN64DEDP9aUyByZLGZ+bDPbkFw0AlxKaNrEBRXnBUYHHmqCVL34/PUUh3QAw/lehmuWTCYBrYxXnvbnC92Mm5p33cVSIaNuhfBpVuMNld8rwpNyAYj/bS42tIZueDQMApz+OH8MCwwLDAsMCwwLDAsMCwwLDAsMCwwLDAsMCb7HAIsBcKPylYOctbd1271vbv9Sepf4t1v+lAPCuEM7Vgfn5oQBeGtq/ifO7/SdfCi62sjDS9gunF5qL5TzvgkV/nxWzNH921fpcADy9PN1R0ByPb8sBzK27AOM0vRKMvgYAq/wZgZ3bpSn/KqTr88ajh7L9HXMg/Oj3UiflTV8LAM978Qh2yvZNBdwDYNpsdbPz8nI0BbUhZ6+41PkEwPPvt1mzD9nr3LJtnCq0stWUbS5W7sI+jHOV3V9X/Sg/LqDcq7XL73rIXqGZgUH92PbQdxNItJ7V90DFAoJlbyvMEnplPwv4zm2zq/y6rtR5fQ5gzhH+eQ61K8ukwBthQyflYObv7Sov+FshlgFChIOewjYnWK7ruJXzE7xMaNeHCOaagnXUDwghDGzZvPJ5Fhgu8MP3hK6FzRCK1zCL3KmG5EAYwFeV7zDKVvxWOPG7CL1a9keBRztKaVh+zbW2Zytrw/6Ad+WXJRx3rg3dpolS9xqiGhY9RNzh/X0AVYwHYbFzE0cfLrpCmlf76A/3W92duZeBNjEG9L8OwotXOQBk2u/coQaBvWK9QtoCjazSTlVf5wOoXRlDyuF6hYMOoITSkQN4D+wzPLKaWeMe9ZXym9+PA1oLwEZ7N5da52+ln1bnOo+vwoTjD2q3FY+0DsDbzxVvCLhfnb87V72MBYCYe12Gw3B/+vRJql8Ozp+fn9tvQ2Fb7S5Qj2q12rAKtSPhmhWSWJssHlLVCgxcK4RzLT+XFwbejOvZOZDWs402AweloqSc8MVazwG4HAVm1QcUu4xzXHvx8UJK2KPDgIen+6tf/uJU7bBoEyDLedTEhJ/2XFDuZMldDYO9Frot8idycqeNAfMcKE+Vxnj254pQZ8JW+vHp43WUHxfiZ4LijkDA2K7XXteqDPurQeSHDxcJHG1LSK42fwQor4jtqMavtRmD/LdN+ep0DwbAD/cF3l3uTSiSDa+pCPtnqOfoDPVcXd7FuJOH2GsFXPP6EujuPPKoWYHgybRrb4xsAsBWCORpkx59fQg1M/OqYHuBU/tlwdJpE0tumKGR+IpCKBc/po5QFytsPyHgo31sduCnInXHcRphrQXCoxlSB0/RGuqZzEYZ7O+xRe2rTSr8h6MAsqV4xs9sQw63P7wkriG38TYAzPhRp/uFMp5NN86ZXGM8ALDHaRzDAsMCwwLDAsMCwwLDAsMCwwLDAsMCwwLDAm+ywEuBzryy1wKeNzW6u/mt7V9qx1L/FusfAHjJxG86P3+h+KbCfoSbf+oAeGl+vNakbwHA/b29f0yQFygyQb2CKptvpp+rCH5u/74WAKb+6oqBoV+8NmDaQi1yrQBm8swCjFIZzZS/PSjfNsbKZas38Ls3KtRL6t5GSwDY/emgRd48B7rkgOV4/H0B9E5atmOQCtRx2uFlewDcKWY7AMw1GxC367/627mRgF8qrWtMGuhPJV2G1Jz6rJyiVonV+BRo3TYOZWMB1gy12d83V2U1INxCPJcdS/27Yf+cQPUdZTcIF34m1ZcVfzqAsFKlZfkzBXDlp5yu7yIUTOrfDhCiAi2fVhuAMQJ9BiJ1FOTlZ4VGLmVwfw6QBZiVjRPaakyz/fg9IXqdo9Iggvy0BYBpmtW/BsATiCFfKUrViYBbecmvKBoBwK6nFLd1oXPKclS7e3cFnNwGKCrILROnfdX/tBVgm8Oh2R3GWddmLt0KuzyBwLR7bWSgPwa6neI/QRJzw8pDq3gFugB8up6w1xk6txJIuyUCulSj9pc/dPA6O60flIGiu5S+jRQCQh02t+aB1p3obwFgvme+oHhFr0ozBHUFsm1nlMwGrT1ANGSTneIEGwMqJ6nyE/cbPygr6mCKAaixh383LP/w4UPAtDOVJUBM3tmwz2GsUxehXJXanE03ZPdO+2mMArzSl4cIGYyzMG8urwhr7DDOlcP36urG8HUv+hi3EboX4Ea/GZ9SPis0cbcmub/20/khXwxwfBLg9/AgwhhHuOfzAIKULz+Ke//0xz8pJ/EhIavjhFS38q1aZwsAh/+Q33YVwB7FJ30FOKbf4L+EHC9/AxLj70eyq90YIf8Pf/noHLrTRguD3L0Ao9iDEMn2F/cGFS0HuZXp412EqpY9I0Q2kBL7HR+hXpZ5IyQ0Yeqd71twWf00wFY+ZEBp9+ggqgL98Pg5H7LnF/NkXwpqwi4DgDlDf4HCq88uX0ATnp3Alf4DaYGqjBt5wFHB4rdS5AtOZ3706M/NNSGrC6p6swT2L0U6zk6/qeso+inbeOh03Contm2EkQGtPP8Pcl4UAK5c1cwRHXm+1kHx7xxPILA3P6C+jnlIZIgEwA4F3/zNuZxTAcw6kvOfzQeVV7igPnm/Fdq+BbAYIaBzHMePYYFhgWGBYYFhgWGBYYFhgWGBYYFhgWGBYYE3WWARYC6U/rUA0HM79db2L9Wz1L/F+l8LgBcUvPHKanfTybs1f9+3S0G8q56l0NRL/crWLYG8JfvmDwoAACAASURBVPsvnf/7AcBPjOeTRnj8Yre//KeqAF4a93a+2e0pX7OfbIOCfx0AvKs/DQhuvtgu9rDk38rvlxeX6iY0kflCtsFUhbfUS/lNP5vqF0viBbP9qX7OQbhVbAadPYDqy50gY8LNnX3Xi29Dj22HQFeemNuhh7d1b8Hg3iY7/SgBWEbqFTSa1L4BBPxCu9nLAM2gnM8VmnpefoFe51Qk3KbLmD8nAEfK2ZtAUzkUc2wUXjk7buXVJqAvhW/V3cP7Cs3c+4/CfqaNC6zMwz2X7QoCN5u6IT0YVAhprEX42QKnbDyI72SnAiu6xiXJZ5Qj0mGHe+BusJuEJOuqsNMalVQCF7zsoXcPq/mMYhTAQp8LABtYt9DWgNsKRVxq44JkFYJbIDmB7m2GmD4MQGmVpfteIbENqJwzsy+nbM59ZQPMJb/ofL7CKvcK7d6vFL6Ye6Ycz4cOndzNr2nDRoJfUFzl2MXk7gthpj2e1KU8t7l+1HySrRgOhbY1WGV4aC6Q0e02vDOwNnjjewHZAstxT4XyrRDLgqypqGV+CHilupMxuQtIW3mdaWfNGWCdVcCeB/KDmIEAW9rPTGU8AYfU4VC5tiAKWKBWAX465/YmxM3cxeRUBbBia88BA325K+tiAWxswXzMMalxuonQyienJxoTK4S9EeJ4P8q9uZY9qxyFaA87KdTvAX5EGGf6hrLSAJm5QihuQe348tOnS7c75gK2OA7oKDAZfdMGjNzAYkdrG1kmxX3Foq65mM/Dh883q+9/drqSUHfvZnWunLDRf9k6xlzjpZmdPpw9Zpz5Fw+C07MEj6rXoJB/19fY2Opx2xWVdUYCiM+ClgEIjzO8tlTdASuBloBF1MO0//LiegKHJydrhb/WcERdf/rThfzx57985xDHMe4312xMiXy4ChEfIcIDjJYPM06s3YeRY1lzPO5GbW7QaYWxlMCh9LWvefydm7epsfm7Ct+7iT5ynJ1FCHIpYXMDQID4deSHtv8YDJPP2uHBDfYpH7DvkMsBw6UqZtzdFr6/Vnhlz2UO/PD9+6Nos8eHUOkA9wLMF5dWomst0brve4DGwNhrcm1TX24SOAl1ruB19FNp2Kmje95UCGja5Y03AZTl30QYqIgbvX/YHlzL/GckamMS6vn+r1Wv3W5nrek4HgpjK+txr8X/hVVTcPwcFhgWGBYYFhgWGBYYFhgWGBYYFhgWGBYYFhgW2GWBt/7P6yVA+rUt/9b2L7VvqX+L9S+B0l2g9UsD4J0OsAM8DgC85Bpf5Hzzn79PAFxGWppHrzfmYwDcT51y400A3EIVVr0F/Kb2zpStu3ICv77dvvNLAmBehPPiuwe5FYK3cgAKQsDoOkhAO7BTr3jjxb++n9lhgpkldczzcwC8FFJbfX8mAFbu1SlE82PlqtqZ4XebvzUl8FYg3AFg7nEoyqSV0I/JMdqLd76y8jFe3qfb8XMDSJZd8mdd1z8nuBWIIwDc1YMNW27dFHdWPalyLJ+RAjGhRd3j/JYOmV1hbyeSrLYD7dwf5570UWNnSPJ4Q8nm3LW+bFL+UleqIHUdbeDl/VRMggiFZKUuiIrH3mq2UsbiEPyfb+ztpVCuyo3bYHgpaav9pSzsAXDLh+scpio3+zflok31IV8r1PiUz9Q+xQEA1tikKnT6XmGNw64CQw0Yq035/4CigEmFWO5Ax16MRT/fDPkdzrqAaYVi1ngB4tJfUMRiY/Un/aPsVXbHzILUCulauXcNauxnBsC2X9t84Fy5QD+PwQR6o6K7hHmMYbUNIMn4GzgFBFaYZbCPj88FpNNHFGo2rttj7uO/2DTtByBqGwq880EAL+xnON4A8EP06YH8xJwHRqeKupTBFdKdkNUt3LPnG2U6DDIOFb4F2I//yPdaSmjs1APgy0tUuc0vZSMa5OkQKtCTAG8BxeKzVamZXz1CQJNzF9Xw2dmJ7Hp9faX5tyYPbUA/1Mm3EaqXtuPnDrlt5SsAGEW6AHTUhaocvyaHrzcbOL/y5Ahp91q3a1106OsGoT9nTub3356ufv6z41ACky87oCltQt2Z8/deDobC2yCYHMLYb318qjX59u46+nEUUNMKZ5bQmqe3ET757t55uK1+BmpajerQzmxTABAeZhj0AsBuB/Cebhckza7FOQNU6qI4fPb8XcBGQPklUJV8wJG7OQDscfhFAWCGi7GAlQOA1Y7JpuWx2BRf8xiyXuKnZ+drg21Zw/D1VmOBT3mTASCb7wnxzT2nsSGAVMEVAp1rjwK4fvNNjJ2cCV8AqBJWOsKYK38voNZ+xUYAQlJbVet1utTVmJTl4ABgijo+183LiwjZHQC4Nl/YZ5sCmb4D5mtDA+Gx8dsaMxTwk0pb48Szykr6ynFdOb83I0bU8zbmVW44ceh5jxptwHerH/Wz1sBSBs+/HwC4vH78HBYYFhgWGBYYFhgWGBYYFhgWGBYYFhgWGBZ4gwUWAeZC2V8P7DyvU29t/1ItS/1brH8A4CUTv+m8wd5P99gJgKtfC1xYITmfOjpl3Zew0qK/zyp5nLv1taB7e+v7nJMTlItLS09YLyB9dxoVwKeXvA021UvWqmUX8H1tDuBdtn8KAJdvi8Vu2ZDRAyRDzs3+UWdTRTeF5T3XYo1OQfglAPBkzw4i9srS3gaGussKYCkEUWYJSAGP7O8T2A7grd8FQ1sfNdqZO3hSF3X3VVvqFsGECcg6vGufb7Gun6Bcvtyu2dcDONWXQyFV2o5FSrA2xwAtmgBNVHTX55ZNB+7LqLrqJb4UhYx1Kn05X2GaCwjLRhnitwfGG2PC5gDgXNY5h/qTzbgOVIvysFyuIPA0PoYnnBcnUz+FTmZToRT4wKTbjXbXZoPKJ9rPZaBXhQBGISqVWweiNQbxH/7icirktv2pYIagLmOdYXIBwAC33mcAkwXbaXzl1N0Yvw4AwxUnWC1oierOhqpyADm130BhrnPsGGdCVJfqtWyg3J25KUPK2wRTPQBW2cCe/AlsuyE8a3zncMUGSS2EdwthzXdS8cYYGFQXuTGgbQfjZx+x3Q2aS8UMHOoBMFpOzk3rnOBbgDLUgPhF9zg4CtjpeYvS1fPG8x7bJTDP64GmCsMdzz9gV21CAEh7XAy5UQq7bfvyl0mNGLZxWO1UbadCl9Dy0xjJN9xz4JVDYHuDRW2gUOhehbk9EtzbI3oAeaY1h8MHI3yv1dH3hrlx7dUVoabd/8N1fBdjA5hEjR5WFWTlXu47jvMAf+fbjfUPos8IAPKurmNg6QOGzHk0KSozF/WU7iBCCwdsBojSv8uPHyPk8+nq3TtUqpHXVbmdA7wGxFRI8m5g8OVoviBwzaMKSY5NUbqev4t7EgBrXLOtbPIon9M4hgoW/yrob18ifLHrvLgE3lqtSmhl9ofUvL+M0Mp3wHHB1XWc3xPMvCYsNer7aMCnS87HmMf8Og17H4VNj9k8kuN4G/PwnvDTBVWzrR8+GPCTydztNWxlg4o3oJCD2JsQgPlA+l7Fz98PJ6dWFdNextDhjA+luPX8MlA9O3dkC0wT4nCH9o52rkPx7E0yTkmg9a2LRIGKdy/aZKX6nWywzvDKMi3rcaqJD/GlLEtzKpdd/AYwrzWBZ1P8U4jmmlc65w0jDo3NJgT3W9dHAbXuTiHj9dxKlXX+HWI4zLpjq3I/oaP7dVUbUXIcKqS6Nj5kY+QjcUP9KZwDNH4MCwwLDAsMCwwLDAsMCwwLDAsMCwwLDAsMCwwLvNQCb/2f10uA9KXteen1b23/Un1L/VusfwDgJRO/6fxP/e3QAMBvGv4GKqKY5wBg25u3oQ1q+KWk4UgdPQDu1axfCwD37aENBZD4vASAG2RPyCR5byo9p6CLrb+6vpSQpeBNcFT9X1IA94DT7W05bTfsmG+e53C2B8DN5ptwEKhTOU4dknaLMncGgPXSWS+qXSr3KMRmguSyyxQ2u3tBbTUXL61tR0HLzHE6f3FdYLoPBS3wmm+rJ14vuNjnZG7Eq8ZNLhnPCaAHbA8u1fL+1rg5HK/9IdtHuQnf+F6hmVNlKviaiuCybw8xbZvHr9b776Q4y9yrm7Aj+pTduOtVrYpX7RyhZIcsAOy61HLBhfIX6+nSbwTNDGv7Z27lBfa4NEVZH+L5OELlFmiqdqoNAGHZJHxA8MrjKQgYVd8F1RK8I2S0gJVDHKMIBQTLpthRUKWN2+RL9CgVw/g3xW6kwY3zwFwgtEIAp3q8FLiahpzrxgH4XPWVLaQKzpzHBV5LAQwYtnoO/4gwsqg3EwBLLco55mZ0kH4XtDHILD8yEAJE00vnIrXfoV5UyOzaiCE4VOsM2CfVielkpQCu9u1F7mP5P+2MPhxEWwCaKIABScwfQ3eHzPW1zonqw6FwAcL7Arn+ltDC2oAQQLHy8HJeimRdVKrJ8nFCggPW2WhhRS0KaKs9DZo13hHaVvM4F5LKwcu95UsVelo2jf6VbRRqOvwfUG/bYh3UyW4XAOwolKcoUoGpH374FECPfh8qp6vCVMc8uA5FKHMZFexFKI8JTw2YtkLdoO861Mq0fz/UosDTen5JwTk5IdTOClv6AbgkyPSeQO/+6rvvzwwlAcAxpgfk2T2OcNvaKGJ7TK7JuhSi2Kurph6tjQQnJ/TR114H3JbaN58H/U8BbcFGQ3E/46yg7QEwNpUPxPmzyEvMAei9DDj87jSUx5pXdxkG22GUb6NvUboiYJD/l7XmLPzJKmADYMb4EpA/RS0I8Jx9/fDhKiNnGFKevzudNpQwrz9FGGo6SH9qIwDtYowoHBXvcdiOXMSTTDjOsyECRfLp6Xk+k53jVwpmYHIUi03DO1TW+oSV088AhVzPjSO0SRsdoi/URYjqo/CL04DSewG8AfMPsdmgQpg7jLTHEJW0lwhU636uORpE+5up/t5A+BxbUNzWBMC0tcryZgY2xFgZXc+I2ijh567/vuoBsNuxudbxHWPNvdyneZfTvtb6AYA9huMYFhgWGBYYFhgWGBYYFhgWGBYYFhgWGBYYFniTBRYB5kLpS4D0TY17xs1vbf9SFUv9W6x/CQAvNWDh/Ftz7D7KFfzc9vyVQkT/1AHvkjmX+/e0/mEDim2r7I0K4HkI4Hlo30X//0rrRwut67ecHZ/R72XXghX+btOW+n0KBdxJ0bLN8772Xdlll6pjad1oZVXewU1DPXoBv8WOc1WoFTV+Sd3AZIVmdFjWCaukKWp5mrd3qR8TPJqB5Hkzd9mwt19/Te/PhsbV/gZ/e5j8+PpNXzDoSUWT/GRznAsEA79QEz46Zkpx+1qqSIEcghjNr/oxqbyS23yv+jXlNFX4V6BpvQz3C/O+vaVepLx2XwEvK7l6Fy+g3be5+jcHvdVGIFTZt+rGZKX4c1keF0BX72c111CzVZ1VbtUHfCmFmYBsgrq6zj68qeSuNk9hbeOLm4CHGgdKQLFbULwLIe1yCF0MQGz+cxhKSA5COwN4jzJ8MGVyO9/1uYANCB0CtT82N4YYANOMCrsraBsL1QSloRuVIzfKXJP7lHsCDhb8nucBpo+Ve1c2BKBm+9UHKV6t1Cs1M61UXlnlqYXGWaUr2yYg7iFWweAevgsUZyhv5bsF0GzJod7yim+GlaZtlXt5E2A7rHGBQSsKCbEdis0AYPfxO34LGKrD92fI6ARPBZV9jYGWfWi+TtiX6C8wDlgMpFYe3QBoKGopy1CrQjBHe6LvBq8O/X0V8FHKWGwefqIQzLQVKiovC7Acfm+I5Y0GCpccfVmv17Lf1dVl1BnKVaBhDOXlZShJo+8cR6hd1U7b4/zdmcYP2Ae0dh/wE+d+ljo66yJXcIXIxkU07viexsDr4XEolK38/CwF6i9/QRjiyCt8D1iOtSOuY94CojU2GXGhxgDzcj8gXGHayWEc4Bk4KEE656Ovnz5F/uLo+7QBI9dbgP/9A0rXAyldA+wZ4EdFZVcWU+XKxaejQkIsrwMuc/zww0f9/O679+rPffblQYrryKt7tsZC8TnV+1oII+Ry+NFBrKv8nUve7KuwJ9G2BTzj5yGh2GOs8Tmvv4Dy8JNoJ4r03AcQY3Utvz1OcMtywjkByyj76irGLZTIp5EL+DiUyVbGt41IbBqgb5SJnbnv9sahtfken1mfhj0ZCPwp7nW+bPvzHhugmI9x41VQY20tiGuP12xuIsJAQPP4580gqL2dI/ou+qv9RUpGX3ODVBFeO48CWlfkCfrk+qI9OfBaV6SA9hc30Uf7XQJg2hQVefw3/77yJgpHZqjw9+W3lRPb4aVty4LQmgj0me+isqf/Ai4PHT+HBYYFhgWGBYYFhgWGBYYFhgWGBYYFhgWGBYYFdlrgrf/z+vmg4+sMwlvbv9Sqpf4t1j8A8JMmXgLYf+9vf5b7NwDwNgd6LQB+NF+fAYAFqmbg8EsD4Mehst3rp/yjKUhTkdcBYF52++iUv91v2xS8vZ2XALDblgrCLXCsynoOAO6v3QZwKpSzekMfMx9of22f57cBTNsPYDNXeNd4TvmSubB2w8RHqcT0RtovuguSFUibYFkqfEsZ1o+JFFvpN4/t6bfcVCt1ZLw8B77wIl37EgAWGb637EOI2clWuq9XcaIE3FSxE3a24GAP96ovVVad2/W9NGFSRzcINylEpWB1ew2bgAENAE8+kr7iEN7Y1qCmQEAPfrfNLecLtqIX9R+/V37ajQ0EUrGWbYFOwI9SZLrHBYBR51JeAWDAILRESs/MsVxqxo25kf5eUKMHqKU6bgNlRSB+5jH1hgRCuK4DBk7+Qe7ulL9trDVAHPpbfYhyaG9dA6pBCQpEErQK8MNnh0cG1aXCNe3Pd1hH9k6IY1DsuTyFX1WO1oBj2RGgnAFbW2s4VblHXV6pbg0hbRdDPbUfdbVysjqsbtkN+GqIRF7sAJ7IScnpnVCfsrCbfcvAyjmwS2nqtajm6eacS8AUbbXdA6rGuNMWFJSHB4bRfO91wvNdalyFtW0bjAihTO9vlAdX00F2k1+mb9K2yrV7GblgybULAMYOlUf4NFSs2AEV73X0nbmEepT43WpDrENAfud9dh9r/D0Obe1l0wU5cesahbCO8yhICecNRCUs9TpUp4SpBiZ/E6rawODRTue25h4rs4GhLdyv1qYMjU77KYvfPTci5LFy8do+VxGOmrFzeRlqvFOJsjPiLvIMA1HJGewgyPafKVy9oKfBLNanPm8Wccj2mpvffXe0+vgXrnAu9s+fb1en58LnzG6t2VrKwzaHuZmEJYln4kWEiL7/DM30QrsnNbCh+kkAWMIdw0ANfAmPbSXtp0+X7m8CWpZDvle07LjeSt7w41BknwTgVv7iXBc9r4DYn6KOE62PimBALl7tOQrbh5L3JPIo18aW4/BzzdMUFNM1/qcECu9r5R53mOyjaO9q704q6M/3p7LpXvxez0DZmbUHYK182A5rfhUg16cMgSnczzwrf6dIFun/fu7xjHK7NB8T/moctdGK/kcIcR5iefQb8CrqB9eSo1tzS+7jsa3NCrmMuC8DAE+2HB+GBYYFhgWGBYYFhgWGBYYFhgWGBYYFhgWGBV5tgUWAuVDyEiB9dcOeeeNb279UzVL/FusfAPhJEw8AvOSBPy4Anrdu0d+XujM7vzS/dhX3MIE1XzHjs5PY5fNM4t6gZcpMsoI5dKp657mA6/uqrwDtpECcAZJlczQQ2F87L39bOdsBsF9Y320hx9sUwBVieW6/5Y0JblEPhAz0tvsrvezP7A6l3YB1bwPA4RS2GTikcJYO1VqqIvuBFUkcZZ8CFva1Zm9f1gEVwqWmQrCUoKVQLVhVoEkwKq6dh4B2rlarMiuP6yZYbf3je16E13ngA20qcObzDfIaLrVwnIbHDq9LfQC0/jwv6fvx6cFYhR42sGnhPPv5bahnWAGwbL7fK4Bbbl1e3JPPtH+BXz6iviRM4jvCzAKoBGsUGtmK08mn0lkq7O5csSpwkUpYwMM0XxMEtr4a5la5E0zqJtQ29ajVuwW8DaAKFDqEalOWKocvAKODX+WLBUkE5aIZABznh7UyroUibwBT9omxLFVwhU/22CSYLSgGTEoFsf3D4Y0LAK8StPcqZCATvkvIZfqEqhO/LcW6FLgCReTgbFBYvl2guPqvvpc9+vkF/bIvMw+rfuqtXL+Gwu2c544BfctvbnUmY0xbgXKVZxggxwFAdp8Nt9d8H3W7T14r2AxBuVJisuEixtd+12C663BOaEBstZk6Tk5OJhgM7CwQWzlMDw5CTXx/IwAPNKQtF58+KVf5aUA/yrq+vtZPxuj05CzUqNcxB+ybZ2enyv1NGcDgWhOkvNbGAfrIlfidV3LCALOecS/9RGHMnPAasB/136zuAH0R0vfbbw9X335/IgUroJJQ7evIL1x7RrwRIjYTZBh2xqnC8X6KcqYNB4TUB9jHyeP0H2zNXL6+RuF8Ms0sr8UBl8kBDZGOjpysUa628MR1MUpgxhFFLGvCZ6094MvacABARg2dOZr1nIl+hp+uTwGJ9BOaGvZXoOtUkKaCFgDM35o/fLwKGwfIjTb99rcfVr/65ZkUu6jb6S/wlpsLdqPYZk1maboKYE9f5M9S87LhAlU//Y8w1Zc8k/Arz1/Wc7FNM9iAyFfyRTZ+OI80c9e2OI7Qz+toxyU5jOOG4xgYbXChH2ayofYPG8U/wro/sHEt1M4ff7hY/eY/nAtss5zaf72WyL/zeXeXGziAzBzXMR+8pvo5RiMK1uK//NnkZ5yfkMrfGzYnVLtSEcTC0OYoeesdkv0w5kH5Tf83BGUXAKZ+hazW3wvt7zA/nlNBr503AwBPk2l8GBYYFhgWGBYYFhgWGBYYFhgWGBYYFhgWGBZ4iwXeCnReC3De0ub+3re2f6kdS/1brP8rAOAlaLrUp/78q0JAL4V/1hueTcC2q01LfXkuiHpJn/+Wrl3u3wDA28ZrDoDrmh7qbbvvawDgp0JFL/vaEgAuJW+V1Cl6eYHaOVDBT17A9tEY65oCwPWzX9v+WgB4KaR4r1ju2zSFwkxF167Qz3VdD8fVz1R68+J5m6/IRiifonyFdQV86e13UwBzHyqyZmePRa8+tGrPQBYYswFdow6Uvg3KcnOG/ASMZd5Gh7ylXCuy+jKoT+CwC0dcgNblNmXn3Pf68a42z/MKz5+tBlEGf03hCfRFVeYQ0M5/izrXd9fYlMKrnx9WAG8CYK4z2EnQkECRsWgKxLYOojDT2Kgu59mcH9U/jR8q7W5jQt3LPaWUqz7KfgIRzlNKH3VdAmDGdoKZ5BaNRtfGB9eZyuacm8JU5X8AjdygIHV3njOUdv+mshMA83wstaz8KkAO4yDgj0I383Oqmbh5hnGlLco9nMC4fAllImFcqUcKR9aK8EmaaGgUcCjkjGUvIaSciJRZkQUYb9S4Nd5W0BIe1vBLKt60W41NlTPBxGiD7/FmCaAbQNTwkZDW4Cvnxp1CkMd4Xsd405bTk1A8qs/0NeF01K8cw/H9lAM75jX9leI6NzQQ/htoGZ6n/qGMpd11SCmcfsVa8u48crjK38glfGMALEgmRCdwiCrUmzZuJ0iNhhpAS7he5W4VkCZccIR/DgBcmyzOIkfsTYR+FjwklPu08cN5W70OZYj3BMLAWso6Pz8TsGcjgNcx54T99CHqu8W3rlf/8X/6ZvWLX+6FCjXCIIdaFBp6Ekrc89PayGBIKRV8HIwf85nigOeonvFRvlcIb0FyoKDXU8LPX8U1htO014pu2zXWVHL0xqnTCOlMdO+ydAqaBcMx6FGolJXvF9tHGaiF+R7bnAaEB1rLHakm2vaXALr0g9y5zl0b12MvFK/KYetNLAbAkXf5A2O3Xn0KO/zrb/+8+pf/4+dxb5wD4EYbzs9j80BCW3zkIBTitSEAAFxrION0FtfKZXCFqO/6mpDg3tzB4TDSbcPORQBg9+NUmyBYZz7GGJEDGluHe0pZy4aMGE0p/QGubKrhT26KvomxuNVk51l1tPp//58/rv6Hf/5m9atfr1cXF6GWJpJAPjOc79sA2ZtOIvx3AHiOSnZwzVqQanop17URoLAxINw+5iXRG0yk1s+cz1rOo/x9np3kS89levqzJGNls1xrYwSh3LUe27c4BKf1vM21lyzOCjsf4xeVP/0XsMsYx7DAsMCwwLDAsMCwwLDAsMCwwLDAsMCwwLDAsMATFnjr/7xeAqRf2/hvbf9S+5b6t1j/M0HoUjs4vwRLn1PGdE1C3J0AeFu7nwK/r+znUp/+3t/+LPfvHxMAP/aLzQ0FU7TeMM8E+/KFL29WH7vqJmidQ9vXKIAZu3pRv7RO7J6buwDw7nEXZADAzZyn4FIPTutFbw+B+762UI+bLVz2S8MOjm35UbF/O0+4yA5k5lBujkED29USQym/KHYIyl49m2Cu+67ukxowQ2BP45K5fCcAHPaz4sh3EWp0qrdfFKf7wublggkDZe/sZw/JgCiEIVZO1hyMUvo6tGw7GogFllh1dxP5LUtxywt3QjsDeVHA9SpfIBQv7QX7JjDZwpUbFLbfq40thK471MPkvm2lPi61MCFkpzFNMFzZIpXzM8OlStkbBzCHg98LSvTlA9qnXJCpAFb5gh3NTr2fOx8l/bLfcVBOr9bc3NjQhc1OqEbO4OZjTcmLOlQwVkA252XeU98Z7rtejX+C6Gou3wEv2oaDOwFJQb9QlaKIRDl4I7DCvCjlcIU2tyIWX7tXDmiAIGFXo8/xH9/R/v1yxugK1ySnVrtKASwAGhUAV2uM7V9W1B5HaGK6qfy66q/DKhOql/4oHDP5XCXpQ5WZ+WXjJ2NbCmGNQbRLytywF6GVa+wrb3AppsvuBc2neRr9Y94I9CZIr7GgH9jwOsBlqQaZx/MyKbvWIny3KGGNFzCxIK+AdbQXgKu1Ka7uATBjJR/LdQTfxzZVJzZTuOZoN2UpJ7Dg711AuitdXyOqFwAAIABJREFUh5+u43vbNeAX7YsyCb9bKmY0ngbxtbZBLtumn401Xm7nsWA9oQyrlmlXlARZ5fNBKFWjXzeXhDK+DTh4uvrNb5xv+uNfLuIerid/b4BTbTrxOiL7qY2ARMNDzav4eXmJujnXIoB9EECH0vaInp4aaHLtdYDuUpRLYQ0sDjh6E8D4OGwi4X5cR05h5fvVRpcoM9oiBXE04tOnC4Hj8/ehno7fr0N1zTgdaXNA5XsOW1aO2zCsNiQA6FFvi0SGj8jqzGfuiTy58RnoenX5WWGr//d/eRd1hl/HknV9HTmHA5AqB3jcfndb0RXwe69V0/NDY/Swev/+1HbSMyr6dG0VcB1SWXsZ1PHhw5V8AfW68uZGHaie7a/k63UOdprLRpej6FPlfmejxk1cr7ZE2GoA8X/7L5Ebee9m9Z/+15/FOMeYxDV+VnodO9SzyvOW31Esy1+iOtYeYDJwny+pj+vtC6iCY9wvrrK88lOXxxW0O/8CUFjr/Rg/1g1tzsvNCVystA05B/r1Vc/2hNpaN5S32CVWxIcBgJvvjE/DAsMCwwLDAsMCwwLDAsMCwwLDAsMCwwLDAq+2wCLAXCj59eDj1U3euPGt7V9qxVL/Fut/JRjd1q4p72mBiLjoOWLcrX18EwAuDWFX8iv7OQDwkgcOAGwLNafn5WwhnAKVAgMJgFH6TKFVE+A1pZ9LWwLASyGdN8MZdpCtA0dLI1tKGLVnNsxT7rwOBrjhVpABgOeHoYphqxSZvJjmJWsHYx1F1FlSaWoJIzezxz5uz7a+vAYAKxcqiiSFJ+6h7m4ATN094LJa0+CrP2qMK2RuqTYVJnoKtZw3pf2aarW9tO9DGJfCTZA1A5J+lqKs5QflXNNMAc78sr0PRd2Huqw2z8GmXqInAC7oWgBYQCIgW6l/C+RhC8EfQQuD4KbAbaGdbUNUVQ7XWy/iH4+rwxnXUTChVJp9SGquiRInyCwIHGUXAAZsFZBRiOduwOzDLcep1KyZO7jCWrvNDYZV+RUWVv7e/bPaD+geSrQksr3iu8INk4MWLxAi6hTlhLadA+DePmozoD1+VrhkA+BUtiU4Rslaoa2BeQBb6sYvuA8gq5C+WU5fnkAhyuoE7PicwvoKVGKQDE8bIIhrAUEe/02lLpBImwKibYR6xl/E8qLjKIDpC0pO2bhgupSytwIx9AnAuPdgBTX9Affcpl0nAEwbsEvAIIH+aAvQi8sME8nv6/DeBqSGU5VvV2pfqVcdstljzjrGJ/dRauWjAMDR7lIC4y993u8C7oKjAeAqZ7VDmFv9SGhlwkDz+20oMa1gpu5UpacCmPOMD7l7q35gIXPgPJTA7gfAMIC0xuMmxtThtO+DJDJehwFLpYxPBwIuPsTfXMcnxwGAQ+kc93rThEHrkeZHKnxtBf3/+d+X/p31O3I9qx8AuvCtUIZSFn3c24/PrG8RIvg08tr+U8DfWuf+/McPAQ4D/GuRg1qS//khFM4BMqcl2GuA1tlYNx3COxSq0Sd8R/6bOZOrfd995/yzynMbfcSHtIyonPClK3LXhp3YFBN5clmLAMCH+2wkAAp/DiVulBt+dBiQkvoBp3BcP6NUkB5oG+uIIHV7XgFtLy5KWY0q2Jsx9kItSzv+7d9vVn/4w1/Uh9Pw0//8f76bIPZDwFNy+tpXZRpBYer2s9Whor1weJFEfSz1d0B1xgG1dPmb8nyHvPjszBtWODgPTJcqPJ0DkKoNIVNYeB5uDhF/FH5feeEFXPE3Qp6Tjzca+1//ywfNy/XJ/eqf/+fvVr/+J8A898czKTeXUK/y87IpQRsFWpwN/32Abd1vtpnYD/ycFATnOR3zhBDVpB+uZfz6ivWCzQTxvEM5HHYgRLU2p8U6ougVek6zIa8iPxA5wGt9rUn4Lr5canHVno/pAYDtN+MYFhgWGBYYFhgWGBYYFhgWGBYYFhgWGBYYFniTBRYB5kLpS4D0TY17xs1vbf9SFUv9W6z/lWB0W7uWYOlSXzbOvwkAb6nplf1c6tMcjL2oj3/LF+cLwafxLh14JgCGqs1hoW5/DNZeYpalkL2L/v/K9WObArh8QbnopOpphfvdsGFU3asXj0k4Haqzu37iSrZv389S9ZaymPN9vjtdn28oq//1++7ctpsv8yeVYfnBo2GucJ6ldC1w6U4TWbHy3/agEZgBAOZQbr88DMiNFbaNKUBzwz5p7AlETyc3/anvv1+Spz23jHtBUfI99opeAya/dC9FmcekvQjuQztXPdWPsn3ZgXKkeEoYr3oJJZsgo5pm2Ncaygt7XZuu0oNjrroFFKGQijfoBQoLQFbORK6zTZqir1SLAnalPM5q+1DWKIA1tuQCJSyvxs8ggKNX6hbIm4BldsSALMcgQ4GWfYAADk0dYHZq56Zf9u0xBAKKOCepYZhf5FdoakFBgT+30X3MHJQZ7raALcCrDsPftpHIIWc9GP3mDF2XYJBrKMv96JXOrW62htTGhupL+ehcre9x9L3KKd2pe4G2yvHcAWgBduL85tGUxAbAUnwLnDps6lHAOAN34+ZqB7aqPtV3pXhj7ZKdgW85RqXuRCEZPFUKy1rX9NhNn62wy2onYZMJMx39U8jeuE6hnlFjEtpWqmKAlsGa7MAGmvQ3vtf5DEXOBgpyjzJ36WcpfDGFgH/kMpWvRMjcyomsPMrRYOelBZLZLigNdU5Nx78A5JXLN41LbmjBUStEBRTl1lZeAsEMTGshT99igwzYj1Dr8R9jqA0ZMTIC3ogTw3+kXlUc2vIdbwpwfmIDT9SSNb8/fvzkhsVFZ6cBSxPtlhL4c5bjdS0VuWEnQkATslqqzfj+NMI116Yb5SYOGEy3bgnLjL3VnX6zU7cBIsYOsKyQxmFn+kYZhB1mXSF/8DpsCWS8izq//9lZhH0+FtTEBSn104Wh9RSqPnO3fvvte4dRTrhp+Bk5isOX8UeAJacuPhGq2RstSlWK32j+kuc14O5JbDgg1DgHYBQVsqLqoxwOmx4fR1ujEddXUfYd/kLe5gjpfUaOZpS8frbTllqf9XyPdkthir9qY4PcTuNVwPzm6iAAMOsRbQwPOCAaQ9gqgPkf/xhhn//7J+Xy5bb1en/1L//5G6leyderMNE8V2P91waGKFYwOcdD8ztgJ6CWc+QHZs2mLPp5cxs5nrU8YMcMnRx9Bnienh5700DMFa4hzPdJAGjVpeeeoTgbo0xjsbnXafVQ4+KNU6wv9zxHAvD/t//rz1HdkWy3f/Cw+tWvPq/++T+exUYNvN8bOATgBbKj3igXKJ17bQRhp2eg1p6pSvk+AFh5jvNQP9ngojaxyYmHJWtC+GbY81aKbm824vs9wniz/uDrBaETAFOXn9UowTP0u2zcgP4AwG08xqdhgWGBYYFhgWGBYYFhgWGBYYFhgWGBYYFhgVdb4GsBnFc36IU3vrX9S9UNANxZaISAXnKX55//iQDgpQ69df7tml+7AHDBoQLA9ZK4ALBASgf+XgqAq/wCP3PwW/Z4LQDeUPsJfLrE5K2TuQWk4kteYnNMdprlsu1f2Eo52RX01wTA1fCnAHBd08IzJ3xBcZUDDgDRy//8Wf1zWOfNnMfzsXgOAFbu2s5GPQTeBYBrgG6eAYAp2zlba1zd7gJNhvYMeLZegKuNsRWLBlAed5/jhbpCgyoEqsE1L+LrO/tQK6vPHyyoHfcAdDgKAM/v8e9NeVjt4voGLJtqWxAIAEUY2pxzG76abWqAfjOfMeCq4AqKTgBHnwN38hegGtCJHJLx2WpMQvbafxTiGNiN7YI79HNC4Zi7Y/JP2TCBc2d/Q2mHXa4uNWUqYN7gkroFSONetxm1XoCO+ASg4TiOUM897OtDFvfgt2AadnTp2g+hw+NNP1F3hr1J3wrcyXbKZloEvVGglNZWuQZcDLugyOVAvUmfC8SUk0oRLuU05WT96UufM2c1bqGtBVEfCmorcA3NyWtKKGMB2cYr3fYAgtiFvK434X98h7JWdpPtbqXutaI2AFqsAwLmAGDdb0PI3tNcsSrRh23fNgSweNhGBVTpL8AaAA2wc45tVIfMy9y0kOvPccDL8isDKs8pQhJz8J0AWuY4Tn4+zVeHwg4VKGpv2h/9ADbLxvhr2ENwUqAL9bHznd4GlBSPBm4C1dIBtHTIPwOChz9J6Z3PBOXNDiDp/lrRi0775uouIPXR6lf/RPjh9I04r5C/AeguLi61GYDxX8cmBfkZwPEc4GgfEJBHpe506Ak2naMWH6L/tV4eBOz1/Av4GyrQWlOt8Py8+vAD8xXSCOyP8Q/VLEPMRoaHG2+yAFKfnh0KMLOxgnbR7dqMIxvE/32I3L01L1CkHp66f7ZRgM7LA/mabH8YIfOj/wd7x6vf/+5u9fvfX0af1lJus9FhL0In/2//ch4A2D56EvbFh2lLRiKP9jhks3ww2n52DrD2ppTjmAcXAdRRWnMP46yNO9qYkBtlcp1CFS0fJzx1rheUR+js6RmXwBUfYn4BXv2scFhp7EkocjY/3KHMvjtY/d//9U9xAbmtPYfvHv6w+l/+03er/xAQeLV/u7oM2+vZIz+PNS2ulkI9N+wQDd/hq21H8v9ic/sdCmA2X9QmGQC056msHX6qEN+A47DhQWxQYemzH3ujBn+DsG7R+SmChZ6BziustQ2wHfNAoaIHAM51bfwYFhgWGBYYFhgWGBYYFhgWGBYYFhgWGBYYFviCFlgCOEsA9As25VVFLbX/VYV2Ny31/831v0I528OxnTl8sw9LCtsl+2wtXwk+O6nAUiFPnN98Pf+GgnbcujQ+S+P71hbNwd68vB5WcG6pve3+p+zvl/gqr3shz+9Lit6397fV/ZyyluyPduu5x6Qc3KKEfo4CeFvY5wYWNlvRQ7un7PrUeLrv2/tXfjNX4D4ub1ORy8v0DZt2YK56wJowD6H92MYzxyl/mhw6XwqX4lcQ9/HYT/4mRVIDjC2f72b7nxrrguI1T3q1Kd9thFyeCGyDjpvzq5R/DXjxYr7CI0/zp4NAemkteZ8yZG40tQ813FSf7ZL+O4dpdr01VlbXuv5tPlPfCfIlFAPocfS5S/uQydVW/Yz/s9oQBaYhjcrMMSt1scGZQzsbLAG8rMwr6KbQtQVP9fI+1W4zoNobSGByiy8Wn+1hq9TFCfYqqgGwtcKuo26VAjTXM4dI7sPnlqqOLkTbok8VDry3bcsXm9A3Y7KKp2qYHUa9IDL3FgD+/9s70x/Lluyqn5znqnqv23aPbrcxYEAIWUZCBj4g5D8a8QEZgYQlLIwF9icL2z2axkNWZeU8sX5rxT7n3JuZdbMq3+vX4LhP1Vl57xkiduyIW31+sdam/4AqbzhxzArOSwU3UwA75xxKLHoXofF8TDnuQiCVfs6/s1GQAqMDGgMjA/SbFTz3N0wNQCkwGRt0ATZbtxYAjjrc/TBUzwaDMQdH2Bxr11gjA0xjK44i1/MMdTQtbcD38iobC0oVTjuoH4xqF3UvFq+GoqgrlQfYFFvtaBVw/gVgdbZ+ZuOD+oEleINUWSOJb+LMqxTTlR+uhd3AWh0fCE7t1kA5+rmtWFzR3lZDGDC5qfkExGTcA/5q7QuM5v0zAHDbSEGM52r25PnULts9j22hc4A88iRQ7F4QWJFRW7CNBoILyp6qfrJqwPJKzWjF0Mr6bYNz2s+Ggprrhqy23mXuaW6rpi2q4K3tOylLN4dXgqlAuS0pa7d0v4LkAD1UqHQRa3DUrxdtYwhwljikfEBBdXI8daKdU4KT9IXxOToCqqMmjuIacAg8L1Up/WKTCorkig81dlEBB34rGrilk4sKH6Dw+PhU8+dmeP3myPMFZj4aB6gbb4/JtdQBhsFv76VeLtdwDekrKc3r36ZSxErYPPzgL86Hn/7oQrE5UO1fgWW7Q9wMB/trw6/+OmOpTrBEGlzq3q8PWx5oDLBbzlIoKL0x7MrO2fnqLzPNWcF24gI8jx1/8uD9uxONg6y2mzX7pjqBrTtw+mZW33xL0HRHcNiwVe13rASUUzuZucpGBTYUJHcODmVBzpqr4y+v7of/+Yfv1XdBYdeAz/za27sevvWdbdV9lt24YXfaWv+W9+aW1k73huuh4md+OMeS88B+/uQ7MVluW3kmieAvNaFRIvNiaeAYPvLs8XeZxgeFdDuXa5Ef3vjB5h+vV/k8a27sp+ebsroCOHHvrx6BHoEegR6BHoEegR6BHoEegR6BHoEegR6BF0VgFXBaBWhedPMv4ORV7X/pLVb1/8X3/wSQ2gHw80d11fisGt/n3+nxI/9fB8DL8VsVr1XxXo7SquutAsCPQcfHrLCfC4Dn7Z/ASJ5gPnqv1qGnwPrqeEwAdL4Z4FMB8FwB7Kb9nADwqnlCBOcAuI5HlfSh17ye7dye+EP23KUUNuRcrhk5QrTU3oxdcKk4JyA7Kl5R6zXF0tjOBoA5ryyBM14Bc86VgsX6eykKfYQfksfmNMdNva+6qPM5MVepBvxF/cufWA1HkZuH5hOUrvvz9VIA2DCjwZvxWMAbcMoNybWBCFYr0lZZgAKFADxuf6nrq93NrvMp2+bqHdcvhSrXBXbkJSA0gwCASQPNBsmBINW3UsPye2DJtYGY1Z3t+Iq/LYDdpwYwbAlLLc5pY0OpfW3ba1tdYGWATkFWACbQo15Ay8DW1LIc572V+QFtAE8fA6Q12KTvUc5yCH3EhphrAYiwSEVldyk4xwBkzFpuyOOWfla8gM70t6y+52NfYxr4m1qkcwvoawEYK1Npt3OVfElfK18ydzIGCZUx8UL/2RywLdiYWGMvKxUkuTnLQc7fQMEoEBzL3abobAC4xgFlY12dc1xDVT9tJd3mZcax1axtWy8qT6wyBBRiG6z7Oy7NPpr2x3Y68az4XFyet/4zbwKavYEAHL1QQ1vmwaglFXNUs1WbOteZrdv6bXtbttCsJU3pGLAVy3dertPbrMs1OlKlUisZJXTo4skJCmPFVfB2TxbTvBh3rLMvzi8NUnd2pTxGeW03gNSj9ekoS89vDI7ffO1u+PrXdqQoRmGper2Cqlumc7e2omZzApsCdnd3DPCoJYCinnrPKHSPXh0ZugayTrb8TAGrpoHH+o97AXMNR4lzq3tuS+SWu+fnipkbyAWJsWrmSvGaeuXJ7zvGpwF6wDC20Dc31FTeMeAFRpfYmla9PT63Ypy8Iwe2ZDu8rT+A1YuLc0NwIW/fj6y5vrwY/vwv3g47W5+pj+uyo1bsWItkDb2/fz/8/X90wBaHrKE6YQe1qtp5enrudmeZyzzGZhlIXfbUcNwLtTdgFnvx1Ab39wLjRe1tYtFixD6RG63958wX50+gLjlGTOebSVB3V97kZ1MUQ3F16s7ejjaM3A1/+sdItLeHYwHne32XrqnNO7vE5XL4xq/sD1/7vOz+NU+UA7y8nrYtYG4FAF8kHojOZpFd1Y1mXJk7/DSoJRc4Frtm8k/nkz9NSN7W1ayTpHxtkFj3up/NO541Lae4djYx5Npul+Gv/zr91OSffUXmw/7qEegR6BHoEegR6BHoEegR6BHoEegR6BHoEegR+LgIrPq/16sAzcfd7Ys/elX7X3rHVf1/8f0/AQB/TJ++FAXwxzRgxbFdAbwYoOfn0/RQ3lcIv2mv6ZHZhxTAy4rX5wzrFz0fVl3vkwDwvCNNDfwcAOwwLqlYn6uY/ngAHCXM/BWAsjwKi8fMlaaPjddzADDn1X2efro6Qa/5fab8XFQAP5U7E8DlgXaUhLwmK+xYSDr2hgLN+noJuiY2BVenY9KXqRbog/7PamCXgrL6sFUP2RsUzrUWLaJrea7rFiir2qKVMxVHIKP7pwf9tuVsCssCt9XPitcI+vRGLJ3THz90bxbHvt5MqVvnFJCqmBrcAuJm0L+6T9gLXvrxf6vDeC8oCGiqvgM9/GBe0KvuM29j5U5VAyA+HrfZvJnX7a1+LgBgvWlVm2GvIJuAJiyR64x2yyjEGqAc1ZYjKYx1qFWVrqkMaIxarpSONcYFcl3fdja5DPhnU4t7ET9AC0rpApoFlEt9zPXHmsRY8Oq6VePZ91T83IdGHQvQRyGX3Jrgd6LjsQAWAxAN4APLLqWExIK51K6GqtTfbZbc1Z9YOLc5pFszngHEhKMBTscLqIvd7nzOLcalTpvmbfKgXqhngTdR9wLaUvN4spuf1o2y78VumFqitnnXxQBHvr6SaG5TT5sLkm5t7aof1M4FpDM2WOWm1rJViKWi1DVqHt/IHzsxkrIVmI9q1ccK3gk82hpYoPjy4oKoL9R1B3A6VzIBDcqNnXU8sJS5CSQF3G8L3G5v73qMUJ2SL2zqKPcAhn7arJCBKfBllX9b58uynONdY1i5tKO6sqUIda173f/47UnWk5Y/mwKGG6ZlytcrrKE31YaL4bPP9obPvk77BfvoD5sndG2g8f292qh7n52rDxqzQylJvQmlzVsg3PHxe4Nd7IoB8QDeWq+Ya5eqU8y8ZT5SK9l5pANovzdg6Fq7e23d0P3fvTsVGN235XLNtX3ZP7vpYFe1x5sHvB4xvgDac18v9tapJ6yQ6DjGA8CqGsdVh1sHsk6xeYJavbuCovesK4ytrvGjn9wMJ2+VEx7SbUFdKXAvUL5jp3wroHs//MN/rDgYwm4O+7KUZviP37I5I3WCC/S/fq1G0Fdaq/Yzxa9kYX2ueLKB4/BVVPbjPLFN/f1wIGhvYNystC+k2r3QJpOmk225wZoiWK82sJ6w+cFrGhsgDFwD0WvDxt26eqhjeftP/khrhIA3ZS8uVGuZPKWUPIBboRt++ev7w3e+szlgFiEz8qypXuMzthtNgV4bSoDwewLAjAHq+dQ2x+I6tY7ZROI1TRs6HIc2/lyLtkfF2/4d4/WG0U2t8aj6EyHUwL7/guVzzq3vAl+zA+CFvOq/9Aj0CPQI9Aj0CPQI9Aj0CPQI9Aj0CPQI9Ah8UgRWAadVgOaTbvoFnrSq/S+91ar+v/j+fwcB8BxKf9nb+1eNz6rxfWn+rOrfMvBb1d6pPQ9I4aypHweAP9TH5fasitfz25+7Pna9xfz4UD8fAtvH1L+5T5ke574TGE+sCuA+FwAvH/+pAHi5xvDHWj6vys/lDSAFMJ8LgJ8ez0kB91Qbpg0GPBh+GgBnfCYAnN8DdQu8zgEwnwdENBvauaoTxdF8Utl+NWNcALgAXlnjGo7anlWvJcX0vP9WJAIddBjQDvjjU6z0bCqmdu9FAFmfNdWb7gWUMmhtwI/rTCB2AsAFfkfwPFMOl600QK5eKHeBXO4yPLKRl6pXm9hOik9qyWI1m7bMFNOGirH1nud29YvzCloW3BrHELUjxSKXXlGSRTVbdVjheECnGjLDzjZWaWuzPDYQacpUxqBdC7zA2HEdgGO4IPlW8Aq712lsSrFdcShraAOXBhWt2l1auKd1Kta4ZcVNu4FfAdDJj0Ur5thjj3miv9Pe0a6cvLcCL3U/1wVHAzoF3ARb1+4Yz9T25adzn5rLau/cLrzaR/Qqj9LHtiGBGAFHXZNza1Sz3olM1YYArgEIBX5Wftpqt9XpDBS6jHJZ720xbmAlAeCp/nZysWp5ur2omFGr1xyxtS1gSRip2UrXuLsfxEjxBLgCAq20bk4BN8DtptDmHM7H0hYwjTqV+5JP5AWQaQLA1H69leoTC+hYUheVTPyTrAf7u/55LtVtRo1ar4KdAm6np6cG1NQABtTCTu0goL8ATF1zuX31lm1u/R7QBYjNfWoTADWPHS+DZ/Iba2YBOL3PoaXkRgWceduO92aPKHh3djfU7nvBXyAk6xMa3wDZsgTnd8b/QvbUV+rD4eGhx/BKAJMFbUOAnTE5byAVG2bWR+rs8jl9vTi/cJ6mvVkfdhULXrYu1nF7AsC8rPrW74dSxp6fsR5EKbujTQM4CrDcAoYBn7xevdpXjgi+Hl84pijdAdQooi+l4mV8Ab17+1Ja6z/gJBCf9W5HCuAzxYdxWttk0dsYfviD8+EnPwIm7ys+yjXl/NXFmtpy5disCaLqUqoBrFq56hMA+GB3XdA6Vt03UsSyrmGn7dq6WFwrbxmb2mh32eyf6cfB4Z7bvS1oboj8N2/d3/29fW+UoOYuts0XUmpfzzbL2Hab9doQujYLREXNn5MTqdWp3aux9hqtdt8D9r0WrA1/9AdsepBNuDY/XLCRB1DsT1T/mPms97///TfDL/+yxmX9IhsHPH7Jn3wn1qYn5hMbHnIMoN156O/XcrfIppvAaN2FNbl9d2buxQKct/w9y3erraSzZnH72tDDGNdmiNSWxma+lOeZkB0AOwz91SPQI9Aj0CPQI9Aj0CPQI9Aj0CPQI9Aj0CPwsgisAjargM/L7v7ys1e1/6V3WNX/F9//FxUAN4nXkzWGP6Hdj6mRVwHSl47fqvFZNb4vv/+qKywqPJfbs6r909WtxXnkZosA9THA+SFr4+ULrgLCj31eYKSuVbBgua+P58dHAOCx9u+kQhtB0NLFx3svXX4ei2X4V+cUQJvHZvW4PQSmBcymn238Wj8cNz+A5f2plu0yNP5QhqEA5fQR3M3qoT7cfDAdV9eMqnKWZUsg/cl7+6HyoqKXY6PinZTApbCaq3vruGUAXPcaLZ71BoCjYOOoiJyB4QIs47lWnQZAAQx4lQW01ZfAt5YThq4FdFqwHtRYbheeA1/emltPl/qXeCyoF1s8qt0PrjFbHCclafKg6giP4JY+GRoo7no4X6pR1m+uC0grcDeCcGyKa8loUuGpDWXNvTj+y3OCp/08yOfaWOWmj1H3Og4N1vL3stq18tFWudRnFUxoYLPAZ41V4OwiAK7rMq9TKxhQEfABKCRfq41XWEQbVGacqy2eV01hzD0Zc8IASA+8jTqxfk8+FlCeIG9UigEcgKxsStg0TAKO0Nb6U2NQYx196TTfrDilrcBOLHJR/vFeszCKJ7AxAAAgAElEQVR37ABFBVZm51ZukLe2f0ah534ACN34Vs83+VFW2IllxgmrYc8FzgeA62LEjnvWxgBUkVUHm7GuOq5YCy++AuBR5gLlUf9eS6maOGY9MwAGRguYMX7YZgPCUO8yX4CpgLXYO6NAjCqRWOeVMdqy5XBU2VgAo4bdFGCsdQWgmWmUSX1wsB/LW9G4yr9x84c+35eKlBdAin7V+jet/QBaoCe1nlHE0gbaBiQEcuU+1Ha18hVI6fUo0OxS9Xajcq5Fpn0v6HOuQz6hOK4XvJVLMlRA4OSlQB12v1xdw3Yk9enr18hqsc5G4Z04o1C9Vz8Zq21Arl5wWmoU7+/tGupeSnFLKh4d7en6AsBSkQJ+PYdQV2tDAjzdv7K+NJve0/dxDahNGVgCoxi2lbng8YVU1swx5t6+LK1ZRznfewkAhIrB27fvhj2Nxy4qWX1mK2tZVwPfa4MFltGMLRD44upsePPm0DXMz85uhtP3V7K8fiU4LxcDKV8vr7G23hp+/OPT4c/+7G91k33l8I6tmzfUjnttRDiVlbdpv+yQd3fuh3/6zw5tOe2NKdpscadjgLGG1QLre6qlzOv0fRS9zPP9/f1YQavNV8pr6ux68dWIUN96RwCVeDFma1ict5ynZru5NUfqPeLszTNkE2DUqVDzJHnx7t2Z5yuKW/LaqnrVdM5yvTb8t/9yNVyp31e32iCgz7EVZ1OEa6i7ERsai9Phe9/bHH7t+wLFbFqybQNzSuul8sH13dNYjx+W2vVPKd4G7gN5t4DftNVrctqHbX25DfDWlq6JjXZNU5TP9DuOGFnz8n2YGuq2lm7fiwnMZEnvXxX0x/5Vmyj2V49Aj0CPQI9Aj0CPQI9Aj0CPQI9Aj0CPQI9Aj8CzIrDq/15/2YDsWY38wEGr2v/S66/q/4vv/wkg9WP69MkW0F8iAF7o8sTqPqZbzz521fisGt9n3+iJA1c/vfqiAPBTLV0NgD/Ux2U4/GUA4AIzI3ibN3lFAi+0z08teZDJw888oBzhmh6Ezl+rAHBB68dg6zxnlqFd3eNh3j0OgNPGPKv1k/jqA3UHeeAMLLFiCHvIBOZDAHgZ6hK+VQC4Hu7Pj5v68WEA/NT8cd3DltrzuqsFgKfr52/1QLneD/SYFMDV74K/PodYoKxqsLFgXl2rLIbn456H+Fl05hbQfo+H0fzhwksqUFdNBbyW2mkW6MfqEZcSNOA+LQA6pU3zDQoT2F/Oq0XYunhOQb8pXqbXgb/kUVlGGwoLouknD/IN7Qz5Mq7pF7mZdgAiMx6lVszv1ZZ5vjsepTDW3wEKqRu5uKgXACkADFQEwrnuaFlONyjwcH2ZALDbZWCQjREl448aEGtk1KItMfQD2AbI5P1aZVEAF3wsEOncEmgEWBlKCuIA2GPJnXEvtdx8/MtGG7gBRAKGUc8TcFr1oe+UTIa7ajNwpuyab1p+kWu1KYD5AiMBABvuoW71taYMrtSptqNaHnMNAG5IF+V2xg29pNrgfrd6yE3tnGuk/mmgMGCUHGnqUs6TkjtWtFmbXHO5bZzg+jcCQMQ5OdNAJyBXQLmUzs4JgbVxLW4LA/mC5eyVpJ8ohBk7ar+iiuTFuGYzAX3hT5TjB5JuAlxdAxraqT4yVvQP4DgCfV3XsBWkB0hnnKV0NURr3w+2lJ7lawFgasCSnxtqS9S8xARAJjWnNxpwT8E3/bEaemvHuV+gF5jtuDAvrGDmpmwISF66VPFYHzfjS18A3lgwV8LWGsp5VwK3uoKgrVSyzFxUrIKbr17vDeK5Hh/Xs1X4iC0K1WuNz7qg8P6+rJSV11wPIO+5zhwUWOW1uYFCmjqwAO7tUf1Mm2P3DZxPO7n++Rn5xJ+siZxHuzmOjRfOLcZNQd9V3rP+zAHymj57L6h6rfwF2lLXN9bQqatLXWLauLu37Y0BwHTNMh2rtsgi+f37m+FMAPizX1LN4i02EGAfvTH8zV/fDD/60TvlE3mh70yBeOy/6QP3v5CN9bWu7X5JLfxb//yVY0CeKLO9EYI/29uCqYpp2ZiTD2QQ+cc8ph1cD0tk4nZ7E6iqbLKFMnldSljTb8UDBTrzhRcxRgndhLwJLK1qqV5GFCcniYPXAuaVzrHKWQsFa8vv/975cC4ITb3tbcUKdb9hsv8dpPkDoFbd49ur0+HXf+NIEHhPgD7fq6h9yV0cDGzYoPzZF+Slz+NeOs/DKNOtVm77guo77Zp1UvN0/u8w8sybT+iP9gkwt5M4UVA7D9qfAuXjv3Nmm99yyqp/wY+h63/pEegR6BHoEegR6BHoEegR6BHoEegR6BHoEegReCoCq/7v9ZcNyF46Mqva/9Lrr+r/i+/fAfBLh+iD568an1Xj+8mNK/i18gLPBcA8Gv0ULcSHAfDK5i0d8EUC4Lp0AYyUiFxq74r58SgAnrX5UxXAj+XNY7kyATGgxTQ+zwHAfsC50N0CwOlAga5cq4FC2y8+PWrz6/nhqgHww7xZho0P494A0pw+0d4li+Qnr5Nn3u1PA/JW90QBPL3SmTnQrIfDtnBdgKVTsB70yQrQ6aqTSnh6cw78OHK0nzUIi4I2T+QDn0eI4einLiVWpssK9tib5jWHXLG3nFnwzmKZ9ifGVfP3qfxKuxeVYcsZYPgGxGzgnHMKiANcAYsFF+YA2MARJW0pXGdDYwVqG+9S1gKMeVVt3Pn+DKw9A+0X1Z7Vr7SnLKoBwFHuzm2Yq5/VfnKlzhtt19U3LFkBq8CaUqC5TYaUASZAHXP92YSpHDCUNoSd7LDdL8PLxAogPM3vqu08jXPUsZlfpY4F2AauBbJQLbPyaUdSSqxgean5UfMKGBmg2d6a5id2IGCsjNcFXa4F7KquszcbeF4BNQN/aw3coFhqU9lVzFHfAb/uWq1nAGYsywsQZ05yvAGg2kGeb0v5eaV6pakbnYlMfwFM9UI5eCNVMPVZo2AU/MZp1ipRqcINBokFAHg5Y5si3GHNMWkzyuKqpxub4FgrJ59pG5a6hAlVYoF54Kuhk8bT9WidgwBvQCnQE9Ut70UxPOV75hbXB2Cy5hAZ6gRjcY3KN1A3tZdtUUvdVMCn8utCMNcqcwFgoCXXCfwiR+kTsC/gn1fVEibvGF9+YmvtKOiYTSmgS10KeON8YuA5omsyHTfVhrP3J8Obzw+G128CbvcEFAHUGln9ZAyVNxqfc0Fg1zHewyo5quFzKX0dP39BUO+aqGwajjKfSqnpNnkj4N1wJItj4lhfJYZ+3hgQkEwuYNcMAD5X7DgvYyUYiEtAQT+vN2x6YH4p9/XLleyi15WjW0BXgcyA2jbmbIZgrrJ5Actw54YA8DtBXK0d+1I+A4YH1fj94Z9fDT/5CYpUWYK75vSN5g+WxgLAqLTpuxTA14on7dKwDL/5T7alUGa2Kf+lKr69AcADgBUTpTrxps+uWe7NCNlIw/mok2venglIA4DXpc7dFQCe7ZEI1SbUOvfsbKrzTqwYa893pQxq4kz/bABhzhBb5xTqXx1aANix1zX/0394r3xfGw5eaVMEUFhvGi5jJz4IjKvNF+91NY3P7v7t8L1f2x+++e2N4VRQGEAs3Os557VH5+9tZ76UM4Tfr/HStVG2Jw+yDt3pQ+zCnU9sPtDvqMa9/gKOb9lY0zYVcX3Fpl5ZVmodajbhSxv3OgB+uG72d3oEegR6BHoEegR6BHoEegR6BHoEegR6BHoEPjoCXxkg++iWPn7Cqva/9DarAOGL798B8EuH6IPnrxqfVeP7yY1rzO0helu+4uIRT4G48SniRzeoA2BCVvUnp/AlLs3JcHooOYKRD4/LosquLBGncz4WAOc5aFMvz8b4gQX0LxgAnqfjQr3Y2br2kD9TgzHxr3FZBsB8xsPrCQTmTrZobsC27u05Q+3D9tR6USX8OAC2qqopNd2OBoCpaej7AMnq4TS22Xovyr+CttO8CsBbfH8cf7Vr+bMApZxfVs51zxH0fSAPS0UM3HIOGzRHueyajEsBB5QZcTSQ5Uwr1bQf8NOWBh0KAAOSqW2rn64BC1hSm/23+YN77j/bFDC3PK52GQxXXFvt0EDTKAinPqTuc9XjzflAr6bmH2MmcETNXcUIYLWoOCa3AguxhQXUMZZVK3auvnb8BUYqxwJuA7YcQwPrnD+CfGoNA+NmmzByfJTP8w0A7liTzAH5UHiuCdaQTPeOOVFF0xnAa0hYwEcHYceKlSr1ags0zVW8QKl5veJ1Acob3lOfM2ZcLrDq3jbVqXVq6Cjb5YLU2dAQRS05BeS1pXEDk5WbW4JDtNOKZWpHY/Er2EMMre42+WVcZMnb1OZlLW2xK7nS8idWxgJ0GisrqW1BzaaAxH+8nv4eK2aO1Ti2msCxRp5q4pIzZTU7n2+GhoZnZUkfRXTtCWhsuynSr13Xm/OxhwekkaPnAru7Ow2AknOedonvmeoCA4aB0meCi9mMkJ5WXtmWV5+TI2dnZ77X5qZAr+4BsnX++3+ZW5PS9vRU6lzFk9q7WFczFzaYD4KM2wJxn32+O2yrvu2lbJvXBUABvWsm7VlfqfN6IpXstqyG7+6vA+91/XNdL9b498NrWT9nLgInz32OfzeQZzNFAKzrKqtbwM0A0UB2lK/kAzkAnGR8Lq/U7rYGUdvX/dM5LT0MFE9Pr4bDo20peWNpjZMA93l1iCp8TXGlnjNSVNb7UqwKzCpNEH2rJLBvsbmHdPVu+D8/ux7+158C7T/3pou3b4/9Pvm8o7FDYcyovHt7YhJLLu3L3vm3fntPY5vYX6vZqJKx4PY+B6ajQTlziLkUpazVyLo51tWoXenPu7fKT/1l72DD1+NetG9Bva/fqUFseKsLHxxManfin5rIyS2vebpecndqB3MQBbDzTMf83r8/Vg4cDnuHmvtq58m7U7Vrf9innvHJWx2nPLzdGbY0APuHAuzbt8OvfHNvePUZ1xcAlopcXhjOi/V1qZtRSmcfTdsE4564PVHKA+L5Hga801S9j8Lf6zibozRHtW6NG1UUL6+LQs1clHrN9crcm9ZMb6TSujNfRzsAHsPV/9Ij0CPQI9Aj0CPQI9Aj0CPQI9Aj0CPQI9Aj0CPwVUVgFWBc2a5fVAC8suHPO+Ah/HneeX9Xjno6fxbB7WI8VmPl8SHbXGz5JQT1xfm/1CZDmFnXx1qJT7R9uUZtDovSi9cE1KN6ewzgzS/9WH8e2yRQ75V7aOM57VKTqsWtaZNgUTk6PvJ/AOzKwnoBZDaFZl1j+ZqT5XAUOzXvSgE8V0ovq3gXwG31YEn5+1TqLILwpiacq4Tb+lbtmcdpeW1Y/syASwdFATolRVSPi/OjxsPH6UHzaMvcFEXV/nq4HHgElagayznCYIPsmd1zVBO3NkTZO1nazq2ql4F1KR+rfQbP1HJtENWQoGBsu2ZBtnkuzu93KwrBZ4ZKLQxTPgbaVu3fuYLa6ltTmMBdn9NqzFbOoNZCiUgMlqGtD8cKmHlVAV1ShBcAns+9wIzUBq73Cwozv+f1eN0vgZ/J1hsYsph9VjCj8tR/UZpRezUWuwtznvaixHXNT0C2lGmyxs0xKNMmO/Cy+A38Chy1NbKtfyd4/tj6UUCnwCU/bzh/1vCCpAWgUVz6742HjBC/5XvyJP1G4QnIAtrSpgBa6fuwSG5gnThWTd47HVNKbdZHVKul4CZnAK8AdF6A1bxSt5T+EtNbgfDkZX3XSEkpIMrigtoZaEebsBqet93X1NqBmtR22K0TBVprGqOOxT459tNpOwDa7ZrN2diFB3QTzy21v9S05CkqXGoWA5g4v/m3uz+pVwx0EtCT0hKFZe6XNZLhoSQqNWtTbzk1myseQE9gLe8FBgM9Bc3UrxhKZ52lH0Bgrnkp5WqAddYtXii/edE++oBduGssUy9VPsOeH1h1N4UtIBvoy4tNA/v78iJW+wCrd/eyPf58XzbYgDpBxD3aL1CLhlexEen3vHBaSZH6t2/PZA+9b6V2Kwg9tou4o3rmJzDfY6DNBqW4Bj4CQ1E5u4YziltBS+yRDX2t8GYMiKPmoK5zJYhJrKp4+iuByeTw7XB8fOz6uY6Jrkt8bjwHAZrEnfsF+p4JEEdVnhhmU0jWPf/ORgVUvAdrgr+Xw09/eKb3jhRGXUuHoMZm3mzILrpU4tQpZixtHQ4A3l0bfudfHVid7HCpCbh2X10qnobZ2kTCPQU2Dw+33AfyE2vt1ChW/mu+oLY+PcUael01g3MxK5z9XTL9W825Os67e11z1/fghRs+mybI9fQ3Nc5R3KJUJrWZ72xu2Zby+Eo5xD3/+x8A+FWTWHHjbufnyS1/B5LLMFWVv8Aa/NXRvnPt6ubt8KvfOxi+9kua67sC4reH2pgS6kv5cm94oTYwENj9iC08SutYxtPmh/O+1My1OcbgWrnB/CyTDPrToj2u8XZN8LywL3qrpZ2SFx0At3D1Hz0CPQI9Aj0CPQI9Aj0CPQI9Aj0CPQI9Aj0CPQJfXQReDMA6AP7qBu8X4M4dAD8chEW2N5PaPTJeqwBwHqby0HFuezo9lF2Gu8vj8Rj8TTMmAJB7TI0rVUtd6zkAeF5Hdl7DeLpqs4psN/oYAMw1lmHic96bh3u5FvTyUMwtihcAsy12n55oy7Vs68i6XoHteY3gQMY2Covkvb05U8Eu14IugNAAMMvvHJ4b9gILJ8Tpaz6sM9xUt+16hoCcO7s+5wHUUsM0L6tHG6Cv9z8EgOfguGCIQZdeALbl/R2OzRIAHhW0Ba25f2vTmmvwpm2GXQBgveFrNOVuQTznTPXFgDOgOBbOuYZBHw/8m6VvncvnAIwCYwZoPgcFaeBRvZYB8PhB+0tZ9nIB17AEjOo6AOBRPcYYjvCxASY1zspSPJ6bMjux597pAzG+E0QzNM6ItXELPF9eH8Y5PoP4nFAAeATzzQJ5DoAdr1bzMirjxc0IFSJqqgKvAf80EqBIWwGFcwCMQhTYUwA4bWtzwfbr0/VR+DpWWOraErlqQLdccH3XyR65wDPXQPFnAExtWyIEQWOe8x8bGpRDAEHAq5Xaem/K4wAmPicfGCNf0+ckr4F2JFbNmgLs9HlDiuqybif/uI7V1apha0BmkF2KROrSqr6s4C/wDihIPVqCV4pqYgDANWTV60JwLzWbA9pLoU9fDM5FtLZdTzbKc9rM+Sh66deO1LaXlzdjXWSuidIXoAfA3ZNqlGsYTup4VKSGqa6RnHW64K9jIch5oLZdnJ+rbeeq97s/fC7lr2aTQLQsdQUdUS0L5TVFcQKnEHiDw5X6Qj/OTmVPjUWvaweXnXYgpmu+sjboP6a3ZwNzAUdt2iOoDRQF9gL896Vy5XPmOEMGcCy3BqYc4Hxco7z5IPW+a4NEm1BSAAsuy4r42uMe1TprGvdnOnFfz4GWt2uikjt7qMWTBxt6/2d/Jfirmr8b66/UP40Rm7z037GUvlHyAqABtKf+mTksi2ydf31xMvzb3/08a9eYbNw3c8vQU/dc2wAAk19qq0B4NmRQK5iNFt4u5DhqKMedMScn5+5mAdPK//mGtgMB4C0B4GwiIJcmq/+cm3Eip3KMakdrc8qOCj7faT5TyviP/0gbA5TbR6oD7e8yjfvx8elwdHQQpb6hszYwsDmgSZo1orJivh++9Z3D4Zvf5UZaM9o+kABgdaMBYOd/fVd4nY/bQW3AqnWb9aHUvbWRYfxO0Fiy0YLvF873OVzDeZba8dN3ouaj5s9YFkFB+MA/H7JY9VePQI9Aj0CPQI9Aj0CPQI9Aj0CPQI9Aj0CPQI9Aj8CXGYEXP57oAPjLHJ6v/NrPz4/5U0iaPSOKfho4f+s5j8QaoHymkvNTA/X8/j3vDhMIbeB3Wf734DITAguwKIVi5HNzJdaybbOjvAQQnwuAl5XJ9QCTa2K7uqzU5f3l2rHVvscUplM3FwF43QcgWW0vW+Tp+gFxvn5TlX0o+vMYLR/3nPHNA2Lauah69P0FB5Ztd5+XCe2oArgtDCMYnu0SSP8zSdxe6h8+oRCe39tgaTbN5irjOi5WqTOVboMnjx3LcaV0mit9c35sfuegtOo71r04xwByplSf5+jyWGDPao3mLO/rWgHSzc66wb0CKQubAQyAW7sUulLp2vrZcG6KWBOWBQigbmvxq/zB/jVj3u6twzZlEVz1Wef20FPOZWPGBBJoS5Sd7vsj87+sr6cxatC61exN36lXGbVoKUgLtKO8DDAOJDP4RoGpaLrGJrU0m8IxG0dSF5d4VKznMV/YvNEaRezr/pUX2HOvtXzCEncDO+V2vMFICzbXdu3d+BwbNDrHW15UTVkDyNn6Pm2SyHhmrYhaOvnYbKGdFq1OcQPdADXADbf02LieaM7lxbkFaz2+tqZmjCpB8v3lWEMfdb+D/T2DrQnYV66mbdhRl5q3bIStHgSKe94HHsdqOGPqOVJxmlLTymA+436AsljCC4oKkHKP09Nz94txTB4K5EqpGlt32ph+UM/0SrVL1wV4UbLyO3ATmJiNDah4GTvVmZXF+PU1YDO/s7Gg2nF2djH2zVBTlz+VxTJwlPrKXDMgGzh9afhnxbFCB+gtVfUbarvq+je6DzkCiARKbm1cDyo77Lq7tuUVxNtUfz1dDAulVLUCFjC5MZyrH1gMs5GAdqZGb2Ljus0GtQGvCJa5DEPvPFfOvj+RRNVzJlbP+/tR9TMWqSl8O9Z35RygNMduN8BPP4kBOYw6HAv0vb1tnctGAPVFMaL2Lo7plbsn71Di57vFm3S00eDoCGtowXYB9Z/++Gr467+6kiL3XuMrWKyivWvrsnpWn7CzZj4kJsn1LChSkfOe1c4nw7/53c8MPIkZc5L4X14SO+oBK5dlt72vdh1IAUxbxIAFrdMuzsOKm/rCxLKmApD4/fsAYOLMfK25Hdv7fDnv7cmauSlio/DNalDzZfy3jL8XoPR3qlesTQkcQz4Jnv/JH94MZ4rnthTh9G3tThbc1H0GLGvchOjdLEC4axgrz1DFHx6IVq9dCQKvD9/4ptTt2Xuh+2gNVFe29D/kZOznUdhvyF47ucLacNPqg7OxgdiyPjDXPDVZd8Z1iQ0j3gHiDRT+NwLfR63ON/csAMzfE3+cDprCuAPgDEx/9Qj0CPQI9Aj0CPQI9Aj0CPQI9Aj0CPQI9Aj0CHx1EXgOIPlg6zoA/uoG7+dw5+fnxwoAvNDWv9sAeNGyeDUArtDNYe/84eo8tC8FwIFBATZ+oDnTr3wKAC6oU5f5FABc/Ztfg/fm0po5mHxsWjyVx9OD3jzUnUOsAsNPAWD6xmdzBe6Dey9ZOBsOufHcbzo64HU1AJ4vt8vg7ikAvABMrZhc3JwBjM9DcOnw9KC+xmi5L8tSplIAPwbg6715rWD3sCniFuLcAHBBo4xt2whhuBt72bnlMcdEeZkxG88FMjYVcR78c27Ugff6idjTtuKuKRsIvHwvrk0cDIiwhRUoW4ih7jedM69jHLtnxxNo2eBv2VXX78AQPirGMK8bXOCW97a3dxYAcLU19VFjMcoLQB0hcHJrE4tu/mtgmHj4fYGeUgHXtW7d/6hh/ar46a9bUl5OtXizh+eu1TsFQgFaDPCxWm0bOgzpMVvF3rl2E8wSCZvXbYCSsz0bLMa4uDtZf6pm8XIO8jtg75bxQyEYwqp3AwOtRG4WyY+thZX63Aq7XFTJZXPujReAOs5v1wpQntTHtQkgysaoZhdfyVtbgxtAA/c5JsednJw0hSr9rs0LqEcznpyNDbEtsU0SOQub8UDpbBbB3poarrGozsaIbCJhjmCjuyGYuCvlJVDuSmOBcjiK2ECyqtkaUI99MhCwqZO5RymfnWtReZ6enRryct+xHIHah+3yO9VuRR2MkhggPNwHyG8KQHK/IwHIz95Q05ceok49c21f1L3EAZNfcsE1lMlB3f/2VmBQkJH78ULdHLU9cz7WxfSJHN0AYHJlwW9qHu9o7iQPWAMAqoJ3XovJmevhVQPT19dRCAP9d2QnvSsg7Zq9zQFgXaphWuyNBPrL4RGAEmVy6kefSplMDMkD+rIrhS/Dxl4ShMFn6q8thPUfa8rBKzYnbAw/++nN8Jc/BrKmXjVrxq3rG8tG3Lby9DHD7zlY3xt0si0ce6qT+zv/+mC0mAcAn55hQYwNdsYVy2tU1hbQ6nUtmHmmOr43ynus/A8EsXfcZ5I2+XH6PhsDeGGxvSdoW/OGGsO1dqA6LwDM+eSBy+A6fllzJuV81nAAMMPA192FVNn/QxbQ/BTet6f5+n2sql2mgHV7g7VJ6lwBYOZ8beh43ay41zZPh298e334+tflJc5GBsWJtXVb51jxTBFyzyAUvtRnbhtLvAEk5RJorzeIKIeswnfddoKfzT3cE3tyPnOd4AazrT5nTupchqjKZ8eqPWtzt4BO3vVXj0CPQI9Aj0CPQI9Aj0CPQI9Aj0CPQI9Aj0CPwFcYgecDvica+RQA5mnUh17PBMdLQrife6SWocfPvQFf8Q2fzo9FiLTYzMfGfhkQL3fs8eutsu59aXhemv/Lit8H7a0agPpZn82BGQ+z88oD7Pn51bbHLZhz1nOB73KcHp5XirXFsXsJAM5D0IwrD8HdyyWwPP99lQL4Q9D7KSX0MjQf7SANb/Pwt16xbaTJgWf5LPay9XrM8pmH6XNlXwZmOicxjJI4KtmCmwHI8+Mr3o/lZS2ZC2viUlyncUY5Oh/LzL8A2Qla0x6r3ZqSlgfhPMx2k9Nsv3ieP8UqSt+8X8BrEaRynQLJXMvKMQNV9Zm50BbWqvWLHWusfANzl22lec91OutzIK4vvAiLyy76vinVrPptOWdY1wAhYTfIaACMv2OrWjUvDYDpvgFwYIh/b9eaA+C0aar1SzzJH1tc60ap8RtQML/GNFZcN0rfxwCwgUpTB9f5tq8G3AoE8yI2tXkDZeYEn/NZ+iIQ1FTAGJhWjrvtrW2G56SsJiAAAA4fSURBVIBzKwQtFR1jTp+vG5iqjQIA9WtBtwCzHOv2AFab8rf62YS7w6YgIhbMXgcrf21JS8oZKQfAk1+1EaCKDfOp3uP8QLkasSRtVMJRC883WBS0mgNnWgq0KXvfBEnjJnpXOVgKwqggE0sApyG+1aeASB1vr98J/qIKZcwKDNZUfA8AtpK+rfezDQgAZZSKybeyeU69Wl5R2GIPjfqV+ruCkYLFrp0brGxwiFoYi2dUv6l53WCUVdFYKlO/OdCe8+kPAHp3b2+0m0b1aAamdtri2ItP6srW+VeChK4HLkj6Vra9u7L2xe4XiHmnLqyvaZzvTobPvrY1fOvbKDal5xTEPZfik3gxRmwyIKa2OtY9LqWoLQi/pVq9m01lzbDSHoCrnQGaBTqAMjbgienJyaljDojOGhLlNYh5d4/5bc7Y5oxsiOWXTC4xhls6Z1tQlXNQoRKXO+W200LXBnii8uVF/K4EGC8ZZ2+eQa2vcdGfHR2TjSNcg3bEUvxWKuedw1u18Xb4wZ+rdu39gYAzNYWB91hnn0vpjJSVtSTKfmyiyb0o4Zv6Vu+Tn0cH28Nv/ObW8LnAOv0ymDaE9ewWNN0UlA+IB+ie4w2tNjDR2ESAgndXueC1vAFmuXxr/FSrWX0iH1Fsp/+J2ZnGlvUMBThW4lvKySix8x0BBK65DRAnBnUu5wPNtxRjosqc+K//WepxK30F+21Zrn4I1vublw0EUu1iM62Z5DXl1qp9zW3/oa733rB7eCUV8N3w7W/JWhqXeV1X3TL8vbIal8Zjz80GB9Tibe1XvlHDmeAFOGNjPf17IOOcfwPQV9qbudi+x/muBBbbkp+1gXUwgRotppXMK/6fUALbXz0CPQI9Aj0CPQI9Aj0CPQI9Aj0CPQI9Aj0CPQI9Al9WBF78eKID4C9raH4hrvvFAeBV3fn/AwAv97Ie/pV98wOIOVOEPji3PTp8CgA/NjbLIPSpqD8FjpfffykARpnG89eXAuB5ux6DvU8B4Op/VHKzR7Gttu9jADgWlvXgPw/86zUHwAU4nwLApQzmwXFuPQHgZahcwHgVADY8baxp3p9xH8HY0gDgabMBwGXsxVgTGHUZD/O5f1nschRvRXUY2FD9LgBbANi9QmlaFqXtFgXc8msD3jTAYA5QlViM49IgV+BOQPG8Zi1/BzhxPHBwArsNblXX2vN7IIDbQF9GiWc41h3XAB8YNEcpx9P9soAuiFyXBIAttJUeVS5ZyR2LU3MA3TBAPRbBjD01XnkBCrBlrb9jWzzPP65ZoHduAT23IOZctxv1a1NtAwO5J8o/XkDe2OSWKlJQaAnGovz12DVAHhtTFHiBrveoijnGsDJ/DJmBswLbgKlqC3az0J+CcKMqlmvXDgJnP8pJqT8VlxvOmb1QWgagopBs9t3+rVR4AYPTCwCbtcX7ALBYtpJ1sgR3/nBXq/gSA9ILtbNVo80+GQjqMfHmgMm+m/uViBkIV/MDQFuxzrpDu4hf1KaseXzOuLEJAJvjavqZarlyD2Bu5b4V2rpOavMKgFG/lQ0B7leuw/UBr65JTD81vrQbsLe1WfV9A7ICsWLtO7f6p33Y+29tk/0tNzSmAD9ycV+qSmJIDV9PfSvnAZ2pUX14eKD+aB5Su1njSE3go1cHnlTvjs8FDGX3LJQHVL0VCHzz5s3w5vO14TP9sVBa33XXGvcLKZSdGVLxkhXYVBMnVMMJRSCq7a9blXADP75HvBGiAJ4zMPlppfIg6+IzKTlRZsYqm/6j7kURzfUKdHLsheJHW20fbrWnYqZ2eKOD2g98ppasf7+5UpuyCQDQC+i+EKy+1NrA+YHsN1K4po4yiuNLWUsDfXW2xpHr7A7vpL49fqt6yOeqqazPX39+5P5gK31u6+z74c3rI6uYyaEdxXtPYN5tEHhlY8Gt/pCrR7JB/nv/AO00sDawFUt1ajSzBqC23RVArRdOBq6XyxooALwv9W/9q8u1cfXbmRS+5DcxffVqf1S3FsSlHyiIaQfvEWvWY+7P8m4ILDBem0FSH7qsobkHdZB3DHbJ0v/479/qPcV5885qY+bqxdn1cKG2vlIcWEPJkSupwbknts61WY5pt7kmhfMBG0aOh1/93sHw3e8caFOPgL5yK3bqsdfHcntTdtWs0aWEny8n03c5m3DK2D6Kce4X9wQgL/dv311KIjZEEEP6zb0qHzsAXlje+y89Aj0CPQI9Aj0CPQI9Aj0CPQI9Aj0CPQI9Aj0CX2UEOgD+cPT79v1nxofnYiPD/RTNwxIAbpd4cX6umFwvvf6Dmr91v9oYgdpkppKsj0clYauiWcqRSQUbhWoeQOa1rD58zHr4pQB4Hq6KzYcUyBxvcPXkRJmUbvM+LNsQz/tSD2Pd+8f3BTwY1Ql05iMA2fJrXqeVh8cBCU3lg2JXgCLQbH5utb8+y1XL+rn6n4fMaWxsaRk/4Gl7AD/OD5SVDYjOJYpc0xwy0HYCNwWiIQ8CfxYz+Qn+2D2OB+ksjl2UgwHwUDKgGknkFhqGLeSKa47mYbaBWlPITtectYPL0N+S0un3UilWPObQcrxPU5TS/ls94M9D9dSGtfVw6zsQmJYYCrk96StgwrabKNgM/hJnGh0Fpn4VNAGeUZ/WPeW6BkGpl7ym868EbWzdCUjlfYCa49MgaBsX2rG8YaPaWD+NkkdIGlVu5WKNvW2DBRWAJawFwNqqrzuPU2rTTnHm+KdehpPqq4E4IFMHAkh4Vb3bBC95WBCmoCMA2POh4JnBqVKLsQfaFKj2OLOZgHq9giNAHyn1Nme5Cyyjf3MATL3TUdzexg8AfE2NXROTjE+BkvVmzwsgIj/H+se2w42qcbJ7Zh+BgJOhdcYYAExOk7xjvhW10nulgq6xAQJH9UetUNnhmlBG4buBf6/OAXwCjngVWI7yd8otACxgDqUtakiOr3Fg/BkLK4TbMgAAruvtyDKZS3E+7SmgnzFi44CgN/c2gG99taI3cPZcilGgU9ad2Ndy/8zt5HK9kscoVQFgwGEpblGeNpUsilnyjz5fXkoBWgyMMSKmrqG6ZVUo9YG9qUF09Oi1FKwau5N3V2Ay1fUFomusrs+H3f2N4dvfPNLPZiltuhvlpqGn1KRW2bLu6c/21q4Um1IDSyF6eChrYomGWRcuBEP5HAgPAHf8ZvnH8lFLEXWKUfIXJKzjiQVK1Y3NrL/5jsmizE9gq9Wz3kgQyGgY7FLA+pyNC7rJgSyV2aiwKzthTj89ZWOCR0RxxXI5Y/72b89sWb0uZfCGbLDv7naGn/3vu+H4RP0T0IXFvnt35vN2qdVs9ShgdxBU3/ccZHMKztaTzThjfjZcncsuWe3fFnz8rd9+47EY/23gr4ZYUmPvjP0zKn1ejCl7Axjas7Mzn0ON5voM6EysgcFHR4fqC/XPZ9+Riby/I+gbwHnMTcVmS/NRKe17+HtEf1gbGOPUkc4k2JFNNtPdAPjfHWsp0HeP4CxW08LJw9XFrQC4bMuxp1YOAfDPlJPMzel7kd026Lqpu0xNYPJHSuBvbA6/9t0jA/dLfV8wNijka85mE9T836fJxZoq3MPzSIp4v+yMMdUG5lziw4t84rysQbGUrtIOtfZ1C+iEsb96BHoEegR6BHoEegR6BHoEegR6BHoEegR6BHoEvsIIvBSA5WnuI69uAf0VjurP79Yj9xsBF/eeP2B7bluW8qhd4sX5ueL2L73+MgAewWZrP8K2sV7irC0vBcDLULYu3QFwIvEUAI6aMbD1OQA4dX4DfJdVu0/V4DXEbYDrYwAw7S4LyqcAMApgi/cao678nSuADTsNVQIyVgHgAkh+CO6+TgB42nQQIlS/PwcAL0+9KM9AfAHWAWZh2VgBp91YEAcAUyM0FrZ5PQmAW7tc97ZB0c1ZLWMA4hwAX2Jd24CfQW6zWk2fogydq9YC9wMvUBMX/A0UFMRuffDKNyrHc7w/A56qXUAQ4ByAcEcwraggoKfWiAkeT5bRy3Ec7YN1LbfTECKqU16PAeACy7VZw8s14LpZPBcg+TIB8K1iUwB4rVmkzwEwoEc9cnIzBjtYHgOsGgCu8bE6fNxssQiAGesxR5sauAB8xqcBRGA/d9INUOMW5C5YxbEAJIDqYs4LUTW7bObXjTYToKxEoYqFMkrOUhACi1FWu72NwhUABjxj0Uw/LluN6Wvdb1M5gnoTS2HyhObGTj0getxMpFynrQA2K4oFT4HR1JMFOPM+k5k2BHBKOSrAyHuHh3sGXLUxwJsIBNSTR1gJo4wF8M42HbX1rDZlMCaBqayLm1KOQgoLAF9IPYqimPl04X5uqT9MDaAha1IpaFHgom5mfm1t7VhdiqP1jsClFbsisEBP4OWu6CJxmc9HYvIYACZetQ7WnMKuGjYMkF3DeWP+Tw5vlBCUfQugJ/4Act/e1wGYvnlzpBrAbVNGg4bnUvFeymaYeO7vp448NZexrwakX13cWdH7gx+eDX/5U/Y9SMktsIml8fv3+lzAW2ja48t91jdudA+U2AHLG82BgbbQb/L1Sgpt3BDuby+Hf/EvvzHa2Lu97lO+HLYEKD97LdUya3r7vjg5U81iVNFtA9G+6itvS40LyCafGCvAL/l6JrttVM9cz3Wd9ULlXWHDcjqK7WlDBGNOqqKO5oVl9oWAbr1YZ7alkj5X3d87teP3f++tAfDaFjWtFRfl7d72gaywBY6liH71ORbZgs36HiCH2/4Yg1Z/Ed5G4b2zIzgvpf3J8fHw/e+/Hr7z3R3BY3KT75LaSFNjXhu8anNWXBxi40wcUHW3osmeT2yAYQAcYQPgrLFjt54EwP8X2b3WgkPHXEkAAAAASUVORK5CYII=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71600" y="1371600"/>
            <a:ext cx="1481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dirty="0">
                <a:solidFill>
                  <a:srgbClr val="0B0A25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Метрики успеха и ближайшие шаги развития</a:t>
            </a:r>
            <a:endParaRPr lang="en-US" sz="3600" dirty="0"/>
          </a:p>
        </p:txBody>
      </p:sp>
      <p:pic>
        <p:nvPicPr>
          <p:cNvPr id="5" name="Image 2" descr="data:image/png;base64,iVBORw0KGgoAAAANSUhEUgAABlQAAAB4CAYAAACEsB/PAAAQ4klEQVR4Xu3dMWuVZxgG4Pc9NKGjk0jjoLj6A6KnQ8D+hKJ06Ylgkz9QlM6ddOqa6GBKF/0LrZChmFXQNWghCSgOjhLlvP2+QFOVhkqes+R7rkBRY+6v3teT7Sbn1HLEx3h5Z7GU0bVSWvdrOdP9d+6or/V5AgQIECBAgAABAgQIECBAgAABAgQIECBAgMAJFXhRWnldSn1SW3vw568Lf/xXj/rpJy9Ndq6MRnWlC189ocX9swkQIECAAAECBAgQIECAAAECBAgQIECAAAECxxOo5eF02ta3Ns4++vABh4PK0vLzU/ttfqXWbkwp7cLx/i9SBAgQIECAAAECBAgQIECAAAECBAgQIECAAIGTLlC3W2vr83V/ffP++Td9m8NB5fJk92at5fZJr+jfT4AAAQIECBAgQIAAAQIECBAgQIAAAQIECBCYhUBr5dbjjYU7h4PKwct81bLW7St+MmUWwp5BgAABAgQIECBAgAABAgQIECBAgAABAgQIDECgbU9bWe1f/qv2L/X1rs6vec+UAdxVBQIECBAgQIAAAQIECBAgQIAAAQIECBAgQGC2At17qsy1/dU6Xt5Z7H4yZWu2T/c0AgQIECBAgAABAgQIECBAgAABAgQIECBAgMAwBFop39Xx9b27pbUbw6ikBQECBAgQIECAAAECBAgQIECAAAECBAgQIEBgxgKt3OsHlafdoHJxxo/2OAIECBAgQIAAAQIECBAgQIAAAQIECBAgQIDAMARqfda95Nfuy67N6WE00oIAAQIECBAgQIAAAQIECBAgQIAAAQIECBAgMHOBV/2g0r30lw8CBAgQIECAAAECBAgQIECAAAECBAgQIECAAIGjBAwqvjcIECBAgAABAgQIECBAgAABAgQIECBAgAABAv8jYFDxLUKAAAECBAgQIECAAAECBAgQIECAAAECBAgQMKj4HiBAgAABAgQIECBAgAABAgQIECBAgAABAgQIxAT8hErMT5oAAQIECBAgQIAAAQIECBAgQIAAAQIECBBIIGBQSXBkFQkQIECAAAECBAgQIECAAAECBAgQIECAAIGYgEEl5idNgAABAgQIECBAgAABAgQIECBAgAABAgQIJBAwqCQ4sooECBAgQIAAAQIECBAgQIAAAQIECBAgQIBATMCgEvOTJkCAAAECBAgQIECAAAECBAgQIECAAAECBBIIGFQSHFlFAgQIECBAgAABAgQIECBAgAABAgQIECBAICZgUIn5SRMgQIAAAQIECBAgQIAAAQIECBAgQIAAAQIJBAwqCY6sIgECBAgQIECAAAECBAgQIECAAAECBAgQIBATMKjE/KQJECBAgAABAgQIECBAgAABAgQIECBAgACBBAIGlQRHVpEAAQIECBAgQIAAAQIECBAgQIAAAQIECBCICRhUYn7SBAgQIECAAAECBAgQIECAAAECBAgQIECAQAIBg0qCI6tIgAABAgQIECBAgAABAgQIECBAgAABAgQIxAQMKjE/aQIECBAgQIAAAQIECBAgQIAAAQIECBAgQCCBgEElwZFVJECAAAECBAgQIECAAAECBAgQIECAAAECBGICBpWYnzQBAgQIECBAgAABAgQIECBAgAABAgQIECCQQMCgkuDIKhIgQIAAAQIECBAgQIAAAQIECBAgQIAAAQIxAYNKzE+aAAECBAgQIECAAAECBAgQIECAAAECBAgQSCBgUElwZBUJECBAgAABAgQIECBAgAABAgQIECBAgACBmIBBJeYnTYAAAQIECBAgQIAAAQIECBAgQIAAAQIECCQQMKgkOLKKBAgQIECAAAECBAgQIECAAAECBAgQIECAQEzAoBLzkyZAgAABAgQIECBAgAABAgQIECBAgAABAgQSCBhUEhxZRQIECBAgQIAAAQIECBAgQIAAAQIECBAgQCAmYFCJ+UkTIECAAAECBAgQIECAAAECBAgQIECAAAECCQQMKgmOrCIBAgQIECBAgAABAgQIECBAgAABAgQIECAQEzCoxPykCRAgQIAAAQIECBAgQIAAAQIECBAgQIAAgQQCBpUER1aRAAECBAgQIECAAAECBAgQIECAAAECBAgQiAkYVGJ+0gQIECBAgAABAgQIECBAgAABAgQIECBAgEACAYNKgiOrSIAAAQIECBAgQIAAAQIECBAgQIAAAQIECMQEDCoxP2kCBAgQIECAAAECBAgQIECAAAECBAgQIEAggYBBJcGRVSRAgAABAgQIECBAgAABAgQIECBAgAABAgRiAgaVmJ80AQIECBAgQIAAAQIECBAgQIAAAQIECBAgkEDAoJLgyCoSIECAAAECBAgQIECAAAECBAgQIECAAAECMQGDSsxPmgABAgQIECBAgAABAgQIECBAgAABAgQIEEggYFBJcGQVCRAgQIAAAQIECBAgQIAAAQIECBAgQIAAgZiAQSXmJ02AAAECBAgQIECAAAECBAgQIECAAAECBAgkEDCoJDiyigQIECBAgAABAgQIECBAgAABAgQIECBAgEBMwKAS85MmQIAAAQIECBAgQIAAAQIECBAgQIAAAQIEEggYVBIcWUUCBAgQIECAAAECBAgQIECAAAECBAgQIEAgJmBQiflJEyBAgAABAgQIECBAgAABAgQIECBAgAABAgkEDCoJjqwiAQIECBAgQIAAAQIECBAgQIAAAQIECBAgEBMwqMT8pAkQIECAAAECBAgQIECAAAECBAgQIECAAIEEAgaVBEdWkQABAgQIECBAgAABAgQIECBAgAABAgQIEIgJGFRiftIECBAgQIAAAQIECBAgQIAAAQIECBAgQIBAAgGDSoIjq0iAAAECBAgQIECAAAECBAgQIECAAAECBAjEBAwqMT9pAgQIECBAgAABAgQIECBAgAABAgQIECBAIIGAQSXBkVUkQIAAAQIECBAgQIAAAQIECBAgQIAAAQIEYgIGlZifNAECBAgQIECAAAECBAgQIECAAAECBAgQIJBAwKCS4MgqEiBAgAABAgQIECBAgAABAgQIECBAgAABAjEBg0rMT5oAAQIECBAgQIAAAQIECBAgQIAAAQIECBBIIGBQSXBkFQkQIECAAAECBAgQIECAAAECBAgQIECAAIGYgEEl5idNgAABAgQIECBAgAABAgQIECBAgAABAgQIJBAwqCQ4sooECBAgQIAAAQIECBAgQIAAAQIECBAgQIBATMCgEvOTJkCAAAECBAgQIECAAAECBAgQIECAAAECBBIIGFQSHFlFAgQIECBAgAABAgQIECBAgAABAgQIECBAICZgUIn5SRMgQIAAAQIECBAgQIAAAQIECBAgQIAAAQIJBAwqCY6sIgECBAgQIECAAAECBAgQIECAAAECBAgQIBATMKjE/KQJECBAgAABAgQIECBAgAABAgQIECBAgACBBAIGlQRHVpEAAQIECBAgQIAAAQIECBAgQIAAAQIECBCICRhUYn7SBAgQIECAAAECBAgQIECAAAECBAgQIECAQAIBg0qCI6tIgAABAgQIECBAgAABAgQIECBAgAABAgQIxAQMKjE/aQIECBAgQIAAAQIECBAgQIAAAQIECBAgQCCBgEElwZFVJECAAAECBAgQIECAAAECBAgQIECAAAECBGICBpWYnzQBAgQIECBAgAABAgQIECBAgAABAgQIECCQQMCgkuDIKhIgQIAAAQIECBAgQIAAAQIECBAgQIAAAQIxAYNKzE+aAAECBAgQIECAAAECBAgQIECAAAECBAgQSCBgUElwZBUJECBAgAABAgQIECBAgAABAgQIECBAgACBmIBBJeYnTYAAAQIECBAgQIAAAQIECBAgQIAAAQIECCQQMKgkOLKKBAgQIECAAAECBAgQIECAAAECBAgQIECAQEzAoBLzkyZAgAABAgQIECBAgAABAgQIECBAgAABAgQSCBhUEhxZRQIECBAgQIAAAQIECBAgQIAAAQIECBAgQCAmYFCJ+UkTIECAAAECBAgQIECAAAECBAgQIECAAAECCQQMKgmOrCIBAgQIECBAgAABAgQIECBAgAABAgQIECAQEzCoxPykCRAgQIAAAQIECBAgQIAAAQIECBAgQIAAgQQCBpUER1aRAAECBAgQIECAAAECBAgQIECAAAECBAgQiAkYVGJ+0gQIECBAgAABAgQIECBAgAABAgQIECBAgEACAYNKgiOrSIAAAQIECBAgQIAAAQIECBAgQIAAAQIECMQEDCoxP2kCBAgQIECAAAECBAgQIECAAAECBAgQIEAggYBBJcGRVSRAgAABAgQIECBAgAABAgQIECBAgAABAgRiAgaVmJ80AQIECBAgQIAAAQIECBAgQIAAAQIECBAgkEDAoJLgyCoSIECAAAECBAgQIECAAAECBAgQIECAAAECMQGDSsxPmgABAgQIECBAgAABAgQIECBAgAABAgQIEEggYFBJcGQVCRAgQIAAAQIECBAgQIAAAQIECBAgQIAAgZiAQSXmJ02AAAECBAgQIECAAAECBAgQIECAAAECBAgkEDCoJDiyigQIECBAgAABAgQIECBAgAABAgQIECBAgEBMwKAS85MmQIAAAQIECBAgQIAAAQIECBAgQIAAAQIEEggYVBIcWUUCBAgQIECAAAECBAgQIECAAAECBAgQIEAgJmBQiflJEyBAgAABAgQIECBAgAABAgQIECBAgAABAgkEDCoJjqwiAQIECBAgQIAAAQIECBAgQIAAAQIECBAgEBMwqMT8pAkQIECAAAECBAgQIECAAAECBAgQIECAAIEEAgaVBEdWkQABAgQIECBAgAABAgQIECBAgAABAgQIEIgJGFRiftIECBAgQIAAAQIECBAgQIAAAQIECBAgQIBAAgGDSoIjq0iAAAECBAgQIECAAAECBAgQIECAAAECBAjEBAwqMT9pAgQIECBAgAABAgQIECBAgAABAgQIECBAIIGAQSXBkVUkQIAAAQIECBAgQIAAAQIECBAgQIAAAQIEYgIGlZifNAECBAgQIECAAAECBAgQIECAAAECBAgQIJBAwKCS4MgqEiBAgAABAgQIECBAgAABAgQIECBAgAABAjGBflB52T3idOwx0gQIECBAgAABAgQIECBAgAABAgQIECBAgACBwQq8quPre09LaxcHW1ExAgQIECBAgAABAgQIECBAgAABAgQIECBAgEBEoNZndTzZvVtquRF5jiwBAgQIECBAgAABAgQIECBAgAABAgQIECBAYLACtd6rX3+/+00bld8HW1IxAgQIECBAgAABAgQIECBAgAABAgQIECBAgEBEYDr9oS4tPz/1rs6vlVauRp4lS4AAAQIECBAgQIAAAQIECBAgQIAAAQIECBAYnEAtD+fa/mrti12a7FwZ1bJWSr0wuKIKESBAgAABAgQIECBAgAABAgQIECBAgAABAgSOJdC2p62sbm2cfXQwqPQflye7N2stt4/1PCECBAgQIECAAAECBAgQIECAAAECBAgQIECAwMAEWiu3Hm8s3OlrHQ4q/R+6N6j/sfvMz91vvxxYZ3UIECBAgAABAgQIECBAgAABAgQIECBAgAABAp8n0Mr77gt/mfvrq582N2v/+48Hlf4TBy//Naor3lPl80x9FQECBAgQIECAAAECBAgQIECAAAECBAgQIDAgge49U6bTtt6/zNeHrT76CZV//mJpqX2xf27v21Ep11qpi6W0MwOiUIUAAQIECBAgQIAAAQIECBAgQIAAAQIECBAg8K9AK6+7PzwpbfpgbvT+t837599+yvM3bquUrBGNKIQAAAAASUVORK5CYII=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6501384"/>
            <a:ext cx="14813280" cy="1097280"/>
          </a:xfrm>
          <a:prstGeom prst="rect">
            <a:avLst/>
          </a:prstGeom>
        </p:spPr>
      </p:pic>
      <p:pic>
        <p:nvPicPr>
          <p:cNvPr id="6" name="Image 3" descr="data:image/png;base64,iVBORw0KGgoAAAANSUhEUgAABPsAAAB4CAYAAACEj/dSAAANkUlEQVR4Xu3dMWtVZxwG8Pe9NKGjk0jjoLj6AdR0CNiPUJQuvRFs8gWK0rmTTl0THUzpol+hFTIUswq6Bi0kAcWhY4ly356TtkGlLnK9cJ77C4jxmpzzPr//f3rIuanlAx/Lq3sXShldLaV1f5dT3Z8zH/parxMgQIAAAQIECBAgQIAAAQIECBAg8EkFnpdWXpVSH9fW7v/+89Jv/3e3+v6LF8d7l0ejutZ985VPejwXJ0CAAAECBAgQIECAAAECBAgQIEDg4wRqeTCZtM2drdMP377Acdm3svrsxGFbXKu1K/pKO/dxd/FdBAgQIECAAAECBAgQIECAAAECBAjMRqDuttY2F+vh5va9s3/29zwu+y6N92/UWm7N5iDuQoAAAQIECBAgQIAAAQIECBAgQIDANARaKzcfbS3dPi77jh7drWWj6/78RN80hF2DAAECBAgQIECAAAECBAgQIECAwMwE2u6klfX+kd7aP777ui5ueI++mem7EQECBAgQIECAAAECBAgQIECAAIHpCnTv4bfQDtfrP791t+5M9+quRoAAAQIECBAgQIAAAQIECBAgQIDALAVaKd/U5WsHd0pr12d5Y/ciQIAAAQIECBAgQIAAAQIECBAgQGDKAq3c7cu+J13Zd37Kl3Y5AgQIECBAgAABAgQIECBAgAABAgRmKVDr0+4x3v0X3T1PzvK+7kWAAAECBAgQIECAAAECBAgQIECAwNQFXvZlX/c4rw8CBAgQIECAAAECBAgQIECAAAECBIYuoOwb+gSdnwABAgQIECBAgAABAgQIECBAgMC/Aso+q0CAAAECBAgQIECAAAECBAgQIEAgREDZFzJIMQgQIECAAAECBAgQIECAAAECBAgo++wAAQIECBAgQIAAAQIECBAgQIAAgRABZV/IIMUgQIAAAQIECBAgQIAAAQIECBAgoOyzAwQIECBAgAABAgQIECBAgAABAgRCBJR9IYMUgwABAgQIECBAgAABAgQIECBAgICyzw4QIECAAAECBAgQIECAAAECBAgQCBFQ9oUMUgwCBAgQIECAAAECBAgQIECAAAECyj47QIAAAQIECBAgQIAAAQIECBAgQCBEQNkXMkgxCBAgQIAAAQIECBAgQIAAAQIECCj77AABAgQIECBAgAABAgQIECBAgACBEAFlX8ggxSBAgAABAgQIECBAgAABAgQIECCg7LMDBAgQIECAAAECBAgQIECAAAECBEIElH0hgxSDAAECBAgQIECAAAECBAgQIECAgLLPDhAgQIAAAQIECBAgQIAAAQIECBAIEVD2hQxSDAIECBAgQIAAAQIECBAgQIAAAQLKPjtAgAABAgQIECBAgAABAgQIECBAIERA2RcySDEIECBAgAABAgQIECBAgAABAgQIKPvsAAECBAgQIECAAAECBAgQIECAAIEQAWVfyCDFIECAAAECBAgQIECAAAECBAgQIKDsswMECBAgQIAAAQIECBAgQIAAAQIEQgSUfSGDFIMAAQIECBAgQIAAAQIECBAgQICAss8OECBAgAABAgQIECBAgAABAgQIEAgRUPaFDFIMAgQIECBAgAABAgQIECBAgAABAso+O0CAAAECBAgQIECAAAECBAgQIEAgREDZFzJIMQgQIECAAAECBAgQIECAAAECBAgo++wAAQIECBAgQIAAAQIECBAgQIAAgRABZV/IIMUgQIAAAQIECBAgQIAAAQIECBAgoOyzAwQIECBAgAABAgQIECBAgAABAgRCBJR9IYMUgwABAgQIECBAgAABAgQIECBAgICyzw4QIECAAAECBAgQIECAAAECBAgQCBFQ9oUMUgwCBAgQIECAAAECBAgQIECAAAECyj47QIAAAQIECBAgQIAAAQIECBAgQCBEQNkXMkgxCBAgQIAAAQIECBAgQIAAAQIECCj77AABAgQIECBAgAABAgQIECBAgACBEAFlX8ggxSBAgAABAgQIECBAgAABAgQIECCg7LMDBAgQIECAAAECBAgQIECAAAECBEIElH0hgxSDAAECBAgQIECAAAECBAgQIECAgLLPDhAgQIAAAQIECBAgQIAAAQIECBAIEVD2hQxSDAIECBAgQIAAAQIECBAgQIAAAQLKPjtAgAABAgQIECBAgAABAgQIECBAIERA2RcySDEIECBAgAABAgQIECBAgAABAgQIKPvsAAECBAgQIECAAAECBAgQIECAAIEQAWVfyCDFIECAAAECBAgQIECAAAECBAgQIKDsswMECBAgQIAAAQIECBAgQIAAAQIEQgSUfSGDFIMAAQIECBAgQIAAAQIECBAgQICAss8OECBAgAABAgQIECBAgAABAgQIEAgRUPaFDFIMAgQIECBAgAABAgQIECBAgAABAso+O0CAAAECBAgQIECAAAECBAgQIEAgREDZFzJIMQgQIECAAAECBAgQIECAAAECBAgo++wAAQIECBAgQIAAAQIECBAgQIAAgRABZV/IIMUgQIAAAQIECBAgQIAAAQIECBAgoOyzAwQIECBAgAABAgQIECBAgAABAgRCBJR9IYMUgwABAgQIECBAgAABAgQIECBAgICyzw4QIECAAAECBAgQIECAAAECBAgQCBFQ9oUMUgwCBAgQIECAAAECBAgQIECAAAECyj47QIAAAQIECBAgQIAAAQIECBAgQCBEQNkXMkgxCBAgQIAAAQIECBAgQIAAAQIECCj77AABAgQIECBAgAABAgQIECBAgACBEAFlX8ggxSBAgAABAgQIECBAgAABAgQIECCg7LMDBAgQIECAAAECBAgQIECAAAECBEIElH0hgxSDAAECBAgQIECAAAECBAgQIECAgLLPDhAgQIAAAQIECBAgQIAAAQIECBAIEVD2hQxSDAIECBAgQIAAAQIECBAgQIAAAQLKPjtAgAABAgQIECBAgAABAgQIECBAIERA2RcySDEIECBAgAABAgQIECBAgAABAgQIKPvsAAECBAgQIECAAAECBAgQIECAAIEQAWVfyCDFIECAAAECBAgQIECAAAECBAgQIKDsswMECBAgQIAAAQIECBAgQIAAAQIEQgSUfSGDFIMAAQIECBAgQIAAAQIECBAgQICAss8OECBAgAABAgQIECBAgAABAgQIEAgRUPaFDFIMAgQIECBAgAABAgQIECBAgAABAso+O0CAAAECBAgQIECAAAECBAgQIEAgREDZFzJIMQgQIECAAAECBAgQIECAAAECBAgo++wAAQIECBAgQIAAAQIECBAgQIAAgRABZV/IIMUgQIAAAQIECBAgQIAAAQIECBAgoOyzAwQIECBAgAABAgQIECBAgAABAgRCBJR9IYMUgwABAgQIECBAgAABAgQIECBAgICyzw4QIECAAAECBAgQIECAAAECBAgQCBFQ9oUMUgwCBAgQIECAAAECBAgQIECAAAECyj47QIAAAQIECBAgQIAAAQIECBAgQCBEQNkXMkgxCBAgQIAAAQIECBAgQIAAAQIECCj77AABAgQIECBAgAABAgQIECBAgACBEAFlX8ggxSBAgAABAgQIECBAgAABAgQIECCg7LMDBAgQIECAAAECBAgQIECAAAECBEIElH0hgxSDAAECBAgQIECAAAECBAgQIECAgLLPDhAgQIAAAQIECBAgQIAAAQIECBAIEVD2hQxSDAIECBAgQIAAAQIECBAgQIAAAQLKPjtAgAABAgQIECBAgAABAgQIECBAIERA2RcySDEIECBAgAABAgQIECBAgAABAgQIKPvsAAECBAgQIECAAAECBAgQIECAAIEQAWVfyCDFIECAAAECBAgQIECAAAECBAgQIKDsswMECBAgQIAAAQIECBAgQIAAAQIEQgSUfSGDFIMAAQIECBAgQIAAAQIECBAgQICAss8OECBAgAABAgQIECBAgAABAgQIEAgRUPaFDFIMAgQIECBAgAABAgQIECBAgAABAso+O0CAAAECBAgQIECAAAECBAgQIEAgREDZFzJIMQgQIECAAAECBAgQIECAAAECBAj0Zd+LjuEkCgIECBAgQIAAAQIECBAgQIAAAQIEBi3wsi5fO3hSWjs/6BgOT4AAAQIECBAgQIAAAQIECBAgQGDeBWp9WpfH+3dKLdfn3UJ+AgQIECBAgAABAgQIECBAgAABAoMWaOVu/fLb/a/aqPw66CAOT4AAAQIECBAgQIAAAQIECBAgQGDeBSaT7+rK6rMTr+viRmnlyrx7yE+AAAECBAgQIECAAAECBAgQIEBgkAK1PFhoh+u1P/zF8d7lUS0bpdRzgwzj0AQIECBAgAABAgQIECBAgAABAgTmVqDtTlpZ39k6/fCo7Os/Lo33b9Rabs2tieAECBAgQIAAAQIECBAgQIAAAQIEBijQWrn5aGvpdn/047Kv/0f3yzq+7175sfv08wHmcmQCBAgQIECAAAECBAgQIECAAAEC8yPQypsu7E8Lf3zxw/Z27T9/t+zrXzh6pHdU17yH3/zshaQECBAgQIAAAQIECBAgQIAAAQIDE+jeo28yaZv9o7tvn/ydn+z77z9WVtpnh2cOvh6VcrWVeqGUdmpgcR2XAAECBAgQIECAAAECBAgQIECAQJZAK6+6QI9Lm9xfGL35Zfve2b/eD/g3RhyVqTby00kAAAAASUVORK5CYII=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5003597"/>
            <a:ext cx="11658600" cy="1097280"/>
          </a:xfrm>
          <a:prstGeom prst="rect">
            <a:avLst/>
          </a:prstGeom>
        </p:spPr>
      </p:pic>
      <p:pic>
        <p:nvPicPr>
          <p:cNvPr id="7" name="Image 4" descr="data:image/png;base64,iVBORw0KGgoAAAANSUhEUgAAA8cAAAB4CAYAAADfe4BnAAAKv0lEQVR4Xu3cMWuVZxzG4f9zaEJHJ5HGQXH1A6jpELAfoShdmgg2+QJF6dxJp66JDqZ00a/QChmKroKuwRaSgOLQsUQ5T983bYNKXeQMSe/rgBiP5vg+V+7lR96TVh94LK7sXKiaXK3qw+91avh15kP/1vMECBAgQIAAAQIECBAgQOCICvxWvV5VtSet9/u//rjwy39dZ3v/yYvLO5cnk7Y6fPKVI3owl0WAAAECBAgQIECAAAECBD5OoNWD6bRvPN48/fDtFziM46WV5yf2+/xqa0MYVz/3cf+LzyJAgAABAgQIECBAgAABAkddoG333jfm2/7G1r2zf4xXexjHl5Z3b7RWt476EVwfAQIECBAgQIAAAQIECBCYhUDvdfPR5sLtwzg+uJW61frQyr5jPAthr0GAAAECBAgQIECAAAECx0Cgb097rY23WLfxdurXbX7de4yPwdfNJRIgQIAAAQIECBAgQIDAbAWG9yDP9f219vdPpW6PZ/vqXo0AAQIECBAgQIAAAQIECBwPgV71VVu8tnener9+PC7ZVRIgQIAAAQIECBAgQIAAgRkL9Lo7xvHTIY7Pz/ilvRwBAgQIECBAgAABAgQIEDgeAq09G26r3n0xXO3J43HFrpIAAQIECBAgQIAAAQIECMxc4OUYx8Pt1R4ECBAgQIAAAQIECBAgQCBXQBznfu2dnAABAgQIECBAgAABAgT+ERDHpkCAAAECBAgQIECAAAEC8QLiOH4CAAgQIECAAAECBAgQIEBAHNsAAQIECBAgQIAAAQIECMQLiOP4CQAgQIAAAQIECBAgQIAAAXFsAwQIECBAgAABAgQIECAQLyCO4ycAgAABAgQIECBAgAABAgTEsQ0QIECAAAECBAgQIECAQLyAOI6fAAACBAgQIECAAAECBAgQEMc2QIAAAQIECBAgQIAAAQLxAuI4fgIACBAgQIAAAQIECBAgQEAc2wABAgQIECBAgAABAgQIxAuI4/gJACBAgAABAgQIECBAgAABcWwDBAgQIECAAAECBAgQIBAvII7jJwCAAAECBAgQIECAAAECBMSxDRAgQIAAAQIECBAgQIBAvIA4jp8AAAIECBAgQIAAAQIECBAQxzZAgAABAgQIECBAgAABAvEC4jh+AgAIECBAgAABAgQIECBAQBzbAAECBAgQIECAAAECBAjEC4jj+AkAIECAAAECBAgQIECAAAFxbAMECBAgQIAAAQIECBAgEC8gjuMnAIAAAQIECBAgQIAAAQIExLENECBAgAABAgQIECBAgEC8gDiOnwAAAgQIECBAgAABAgQIEBDHNkCAAAECBAgQIECAAAEC8QLiOH4CAAgQIECAAAECBAgQIEBAHNsAAQIECBAgQIAAAQIECMQLiOP4CQAgQIAAAQIECBAgQIAAAXFsAwQIECBAgAABAgQIECAQLyCO4ycAgAABAgQIECBAgAABAgTEsQ0QIECAAAECBAgQIECAQLyAOI6fAAACBAgQIECAAAECBAgQEMc2QIAAAQIECBAgQIAAAQLxAuI4fgIACBAgQIAAAQIECBAgQEAc2wABAgQIECBAgAABAgQIxAuI4/gJACBAgAABAgQIECBAgAABcWwDBAgQIECAAAECBAgQIBAvII7jJwCAAAECBAgQIECAAAECBMSxDRAgQIAAAQIECBAgQIBAvIA4jp8AAAIECBAgQIAAAQIECBAQxzZAgAABAgQIECBAgAABAvEC4jh+AgAIECBAgAABAgQIECBAQBzbAAECBAgQIECAAAECBAjEC4jj+AkAIECAAAECBAgQIECAAAFxbAMECBAgQIAAAQIECBAgEC8gjuMnAIAAAQIECBAgQIAAAQIExLENECBAgAABAgQIECBAgEC8gDiOnwAAAgQIECBAgAABAgQIEBDHNkCAAAECBAgQIECAAAEC8QLiOH4CAAgQIECAAAECBAgQIEBAHNsAAQIECBAgQIAAAQIECMQLiOP4CQAgQIAAAQIECBAgQIAAAXFsAwQIECBAgAABAgQIECAQLyCO4ycAgAABAgQIECBAgAABAgTEsQ0QIECAAAECBAgQIECAQLyAOI6fAAACBAgQIECAAAECBAgQEMc2QIAAAQIECBAgQIAAAQLxAuI4fgIACBAgQIAAAQIECBAgQEAc2wABAgQIECBAgAABAgQIxAuI4/gJACBAgAABAgQIECBAgAABcWwDBAgQIECAAAECBAgQIBAvII7jJwCAAAECBAgQIECAAAECBMSxDRAgQIAAAQIECBAgQIBAvIA4jp8AAAIECBAgQIAAAQIECBAQxzZAgAABAgQIECBAgAABAvEC4jh+AgAIECBAgAABAgQIECBAQBzbAAECBAgQIECAAAECBAjEC4jj+AkAIECAAAECBAgQIECAAAFxbAMECBAgQIAAAQIECBAgEC8gjuMnAIAAAQIECBAgQIAAAQIExLENECBAgAABAgQIECBAgEC8gDiOnwAAAgQIECBAgAABAgQIEBDHNkCAAAECBAgQIECAAAEC8QLiOH4CAAgQIECAAAECBAgQIEBAHNsAAQIECBAgQIAAAQIECMQLiOP4CQAgQIAAAQIECBAgQIAAAXFsAwQIECBAgAABAgQIECAQLyCO4ycAgAABAgQIECBAgAABAgTEsQ0QIECAAAECBAgQIECAQLyAOI6fAAACBAgQIECAAAECBAgQEMc2QIAAAQIECBAgQIAAAQLxAuI4fgIACBAgQIAAAQIECBAgQEAc2wABAgQIECBAgAABAgQIxAuI4/gJACBAgAABAgQIECBAgAABcWwDBAgQIECAAAECBAgQIBAvII7jJwCAAAECBAgQIECAAAECBMSxDRAgQIAAAQIECBAgQIBAvIA4jp8AAAIECBAgQIAAAQIECBAQxzZAgAABAgQIECBAgAABAvEC4jh+AgAIECBAgAABAgQIECBAQBzbAAECBAgQIECAAAECBAjEC4jj+AkAIECAAAECBAgQIECAAAFxbAMECBAgQIAAAQIECBAgEC8gjuMnAIAAAQIECBAgQIAAAQIExLENECBAgAABAgQIECBAgEC8gDiOnwAAAgQIECBAgAABAgQIEBDHNkCAAAECBAgQIECAAAEC8QLiOH4CAAgQIECAAAECBAgQIEBgjOMXA8NJFAQIECBAgAABAgQIECBAIFTgZVu8tve0ej8fCuDYBAgQIECAAAECBAgQIJAu0Nqztri8e6daXU+3cH4CBAgQIECAAAECBAgQCBVo7W77/OvdL/qkfg4lcGwCBAgQIECAAAECBAgQSBeYTr9pSyvPT7xu8+vV60q6h/MTIECAAAECBAgQIECAQJhAqwdzfX+tjce+uLxzedJqvaqdC2NwXAIECBAgQIAAAQIECBCIFejb015rjzdPPzyI4/FxaXn3Rmt1K9bEwQkQIECAAAECBAgQIEAgSqD3uvloc+H2eOjDOB7/MPxwrm+HZ74fPvw0SsRhCRAgQIAAAQIECBAgQCBHoNeb4bA/zP3+2XdbW238+N04Hp84uMV60la9BzlnF05KgAABAgQIECBAgACBGIHhPcbTad8Yb6V++8zvfOf4379YWuqf7J/Z+3JSdbVXu1DVT8VAOSgBAgQIECBAgAABAgQI/L8Eer0aDvSk+vT+3OTNT1v3zv75/gH/ArpMlKx9W5J3AAAAAElFTkSuQmCC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" y="3547872"/>
            <a:ext cx="8842248" cy="109728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1865376" y="3968496"/>
            <a:ext cx="7854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EAE9E5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Фокус на метриках обучения, качестве задач и росте вовлечения</a:t>
            </a:r>
            <a:endParaRPr lang="en-US" sz="1800" dirty="0"/>
          </a:p>
        </p:txBody>
      </p:sp>
      <p:sp>
        <p:nvSpPr>
          <p:cNvPr id="9" name="Text 2"/>
          <p:cNvSpPr/>
          <p:nvPr/>
        </p:nvSpPr>
        <p:spPr>
          <a:xfrm>
            <a:off x="1865376" y="5440680"/>
            <a:ext cx="10671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EAE9E5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Цели: рост активных пользователей и точности проверки решений по темам</a:t>
            </a:r>
            <a:endParaRPr lang="en-US" sz="1800" dirty="0"/>
          </a:p>
        </p:txBody>
      </p:sp>
      <p:sp>
        <p:nvSpPr>
          <p:cNvPr id="10" name="Text 3"/>
          <p:cNvSpPr/>
          <p:nvPr/>
        </p:nvSpPr>
        <p:spPr>
          <a:xfrm>
            <a:off x="1865376" y="6912864"/>
            <a:ext cx="1382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EAE9E5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План: расширить пул задач, ввести A/B тесты тренажёра и автоматизировать онбординг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orage.yandexcloud.net/prs-editor/themes/accent-light-2/image-top.webp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pic>
        <p:nvPicPr>
          <p:cNvPr id="3" name="Image 1" descr="data:image/png;base64,iVBORw0KGgoAAAANSUhEUgAAB4AAAAQ4CAYAAADo08FDAAAgAElEQVR4XuzZwQ0AIAwDMbr/0IDYgpO7QZz+MvvecgQIECBAgAABAgQIECBAgAABAgQIECBAgAABAgQIECDwvcAYgL/vUAACBAgQIECAAAECBAgQIECAAAECBAgQIECAAAECBAg8AQOwRyBAgAABAgQIECBAgAABAgQIECBAgAABAgQIECBAgEBEwAAcKVIMAgQIECBAgAABAgQIECBAgAABAgQIECBAgAABAgQIGID9AAECBAgQIECAAAECBAgQIECAAAECBAgQIECAAAECBCICBuBIkWIQIECAAAECBAgQIECAAAECBAgQIECAAAECBAgQIEDAAOwHCBAgQIAAAQIECBAgQIAAAQIECBAgQIAAAQIECBAgEBEwAEeKFIMAAQIECBAgQIAAAQIECBAgQIAAAQIECBAgQIAAAQIGYD9AgAABAgQIECBAgAABAgQIECBAgAABAgQIECBAgACBiIABOFKkGAQIECBAgAABAgQIECBAgAABAgQIECBAgAABAgQIEDAA+wECBAgQIECAAAECBAgQIECAAAECBAgQIECAAAECBAhEBAzAkSLFIECAAAECBAgQIECAAAECBAgQIECAAAECBAgQIECAgAHYDxAgQIAAAQIECBAgQIAAAQIECBAgQIAAAQIECBAgQCAiYACOFCkGAQIECBAgQIAAAQIECBAgQIAAAQIECBAgQIAAAQIEDMB+gAABAgQIECBAgAABAgQIECBAgAABAgQIECBAgAABAhEBA3CkSDEIECBAgAABAgQIECBAgAABAgQIECBAgAABAgQIECBgAPYDBAgQIECAAAECBAgQIECAAAECBAgQIECAAAECBAgQiAgYgCNFikGAAAECBAgQIECAAAECBAgQIECAAAECBAgQIECAAAEDsB8gQIAAAQIECBAgQIAAAQIECBAgQIAAAQIECBAgQIBARMAAHClSDAIECBAgQIAAAQIECBAgQIAAAQIECBAgQIAAAQIECBiA/QABAgQIECBAgAABAgQIECBAgAABAgQIECBAgAABAgQiAgbgSJFiECBAgAABAgQIECBAgAABAgQIECBAgAABAgQIECBAwADsBwgQIECAAAECBAgQIECAAAECBAgQIECAAAECBAgQIBARMABHihSDAAECBAgQIECAAAECBAgQIECAAAECBAgQIECAAAECBmA/QIAAAQIECBAgQIAAAQIECBAgQIAAAQIECBAgQIAAgYiAAThSpBgECBAgQIAAAQIECBAgQIAAAQIECBAgQIAAAQIECBAwAPsBAgQIECBAgAABAgQIECBAgAABAgQIECBAgAABAgQIRAQMwJEixSBAgAABAgQIECBAgAABAgQIECBAgAABAgQIECBAgIAB2A8QIECAAAECBAgQIECAAAECBAgQIECAAAECBAgQIEAgImAAjhQpBgECBAgQIECAAAECBAgQIECAAAECBAgQIECAAAECBAzAfoAAAQIECBAgQIAAAQIECBAgQIAAAQIECBAgQIAAAQIRAQNwpEgxCBAgQIAAAQIECBAgQIAAAQIECBAgQIAAAQIECBAgYAD2AwQIECBAgAABAgQIECBAgAABAgQIECBAgAABAgQIEIgIGIAjRYpBgAABAgQIECBAgAABAgQIECBAgAABAgQIECBAgAABA7AfIECAAAECBAgQIECAAAECBAgQIECAAAECBAgQIECAQETAABwpUgwCBAgQIECAAAECBAgQIECAAAECBAgQIECAAAECBAgYgP0AAQIECBAgQIAAAQIECBAgQIAAAQIECBAgQIAAAQIEIgIG4EiRYhAgQIAAAQIECBAgQIAAAQIECBAgQIAAAQIECBAgQMAA7AcIECBAgAABAgQIECBAgAABAgQIECBAgAABAgQIECAQETAAR4oUgwABAgQIECBAgAABAgQIECBAgAABAgQIECBAgAABAgZgP0CAAAECBAgQIECAAAECBAgQIECAAAECBAgQIECAAIGIgAE4UqQYBAgQIECAAAECBAgQIECAAAECBAgQIECAAAECBAgQMAD7AQIECBAgQIAAAQIECBAgQIAAAQIECBAgQIAAAQIECEQEDMCRIsUgQIAAAQIECBAgQIAAAQIECBAgQIAAAQIECBAgQICAAdgPECBAgAABAgQIECBAgAABAgQIECBAgAABAgQIECBAICJgAI4UKQYBAgQIECBAgAABAgQIECBAgAABAgQIECBAgAABAgQMwH6AAAECBAgQIECAAAECBAgQIECAAAECBAgQIECAAAECEQEDcKRIMQgQIECAAAECBAgQIECAAAECBAgQIECAAAECBAgQIGAA9gMECBAgQIAAAQIECBAgQIAAAQIECBAgQIAAAQIECBCICBiAI0WKQYAAAQIECBAgQIAAAQIECBAgQIAAAQIECBAgQIAAAQOwHyBAgAABAgQIECBAgAABAgQIECBAgAABAgQIECBAgEBEwAAcKVIMAgQIECBAgAABAgQIECBAgAABAgQIECBAgAABAgQIGID9AAECBAgQIECAAAECBAgQIECAAAECBAgQIECAAAECBCICBuBIkWIQIECAAAECBAgQIECAAAECBAgQIECAAAECBAgQIEDAAOwHCBAgQIAAAQIECBAgQIAAAQIECBAgQIAAAQIECBAgEBEwAEeKFIMAAQIECBAgQIAAAQIECBAgQIAAAQIECBAgQIAAAQIGYD9AgAABAgQIECBAgAABAgQIECBAgAABAgQIECBAgACBiIABOFKkGAQIECBAgAABAgQIECBAgAABAgQIECBAgAABAgQIEDAA+wECBAgQIECAAAECBAgQIECAAAECBAgQIECAAAECBAhEBAzAkSLFIECAAAECBAgQIECAAAECBAgQIECAAAECBAgQIECAgAHYDxAgQIAAAQIECBAgQIAAAQIECBAgQIAAAQIECBAgQCAiYACOFCkGAQIECBAgQIAAAQIECBAgQIAAAQIECBAgQIAAAQIEDMB+gAABAgQIECBAgAABAgQIECBAgAABAgQIECBAgAABAhEBA3CkSDEIECBAgAABAgQIECBAgAABAgQIECBAgAABAgQIECBgAPYDBAgQIECAAAECBAgQIECAAAECBAgQIECAAAECBAgQiAgYgCNFikGAAAECBAgQIECAAAECBAgQIECAAAECBAgQIECAAAEDsB8gQIAAAQIECBAgQIAAAQIECBAgQIAAAQIECBAgQIBARMAAHClSDAIECBAgQIAAAQIECBAgQIAAAQIECBAgQIAAAQIECBiA/QABAgQIECBAgAABAgQIECBAgAABAgQIECBAgAABAgQiAgbgSJFiECBAgAABAgQIECBAgAABAgQIECBAgAABAgQIECBAwADsBwgQIECAAAECBAgQIECAAAECBAgQIECAAAECBAgQIBARMABHihSDAAECBAgQIECAAAECBAgQIECAAAECBAgQIECAAAECBmA/QIAAAQIECBAgQIAAAQIECBAgQIAAAQIECBAgQIAAgYiAAThSpBgECBAgQIAAAQIECBAgQIAAAQIECBAgQIAAAQIECBAwAPsBAgQIECBAgAABAgQIECBAgAABAgQIECBAgAABAgQIRAQMwJEixSBAgAABAgQIECBAgAABAgQIECBAgAABAgQIECBAgIAB2A8QIECAAAECBAgQIECAAAECBAgQIECAAAECBAgQIEAgImAAjhQpBgECBAgQIECAAAECBAgQIECAAAECBAgQIECAAAECBAzAfoAAAQIECBAgQIAAAQIECBAgQIAAAQIECBAgQIAAAQIRAQNwpEgxCBAgQIAAAQIECBAgQIAAAQIECBAgQIAAAQIECBAgYAD2AwQIECBAgAABAgQIECBAgAABAgQIECBAgAABAgQIEIgIGIAjRYpBgAABAgQIECBAgAABAgQIECBAgAABAgQIECBAgAABA7AfIECAAAECBAgQIECAAAECBAgQIECAAAECBAgQIECAQETAABwpUgwCBAgQIECAAAECBAgQIECAAAECBAgQIECAAAECBAgYgP0AAQIECBAgQIAAAQIECBAgQIAAAQIECBAgQIAAAQIEIgIG4EiRYhAgQIAAAQIECBAgQIAAAQIECBAgQIAAAQIECBAgQMAA7AcIECBAgAABAgQIECBAgAABAgQIECBAgAABAgQIECAQETAAR4oUgwABAgQIECBAgAABAgQIECBAgAABAgQIECBAgAABAgZgP0CAAAECBAgQIECAAAECBAgQIECAAAECBAgQIECAAIGIgAE4UqQYBAgQIECAAAECBAgQIECAAAECBAgQIECAAAECBAgQMAD7AQIECBAgQIAAAQIECBAgQIAAAQIECBAgQIAAAQIECEQEDMCRIsUgQIAAAQIECBAgQIAAAQIECBAgQIAAAQIECBAgQICAAdgPECBAgAABAgQIECBAgAABAgQIECBAgAABAgQIECBAICJgAI4UKQYBAgQIECBAgAABAgQIECBAgAABAgQIECBAgAABAgQMwH6AAAECBAgQIECAAAECBAgQIECAAAECBAgQIECAAAECEQEDcKRIMQgQIECAAAECBAgQIECAAAECBAgQIECAAAECBAgQIGAA9gMECBAgQIAAAQIECBAgQIAAAQIECBAgQIAAAQIECBCICBiAI0WKQYAAAQIECBAgQIAAAQIECBAgQIAAAQIECBAgQIAAAQOwHyBAgAABAgQIECBAgAABAgQIECBAgAABAgQIECBAgEBEwAAcKVIMAgQIECBAgAABAgQIECBAgAABAgQIECBAgAABAgQIGID9AAECBAgQIECAAAECBAgQIECAAAECBAgQIECAAAECBCICBuBIkWIQIECAAAECBAgQIECAAAECBAgQIECAAAECBAgQIEDAAOwHCBAgQIAAAQIECBAgQIAAAQIECBAgQIAAAQIECBAgEBEwAEeKFIMAAQIECBAgQIAAAQIECBAgQIAAAQIECBAgQIAAAQIGYD9AgAABAgQIECBAgAABAgQIECBAgAABAgQIECBAgACBiIABOFKkGAQIECBAgAABAgQIECBAgAABAgQIECBAgAABAgQIEDAA+wECBAgQIECAAAECBAgQIECAAAECBAgQIECAAAECBAhEBAzAkSLFIECAAAECBAgQIECAAAECBAgQIECAAAECBAgQIECAgAHYDxAgQIAAAQIECBAgQIAAAQIECBAgQIAAAQIECBAgQCAiYACOFCkGAQIECBAgQIAAAQIECBAgQIAAAQIECBAgQIAAAQIEDMB+gAABAgQIECBAgAABAgQIECBAgAABAgQIECBAgAABAhEBA3CkSDEIECBAgAABAgQIECBAgAABAgQIECBAgAABAgQIECBgAPYDBAgQIECAAAECBAgQIECAAAECBAgQIECAAAECBAgQiAgYgCNFikGAAAECBAgQIECAAAECBAgQIECAAAECBAgQIECAAAEDsB8gQIAAAQIECBAgQIAAAQIECBAgQIAAAQIECBAgQIBARMAAHClSDAIECBAgQIAAAQIECBAgQIAAAQIECBAgQIAAAQIECBiA/QABAgQIECBAgAABAgQIECBAgAABAgQIECBAgAABAgQiAgbgSJFiECBAgAABAgQIECBAgAABAgQIECBAgAABAgQIECBAwADsBwgQIECAAAECBAgQIECAAAECBAgQIECAAAECBAgQIBARMABHihSDAAECBAgQIECAAAECBAgQIECAAAECBAgQIECAAAECBmA/QIAAAQIECBAgQIAAAQIECBAgQIAAAQIECBAgQIAAgYiAAThSpBgECBAgQIAAAQIECBAgQIAAAQIECBAgQIAAAQIECBAwAPsBAgQIECBAgAABAgQIECBAgAABAgQIECBAgAABAgQIRAQMwJEixSBAgAABAgQIECBAgAABAgQIECBAgAABAgQIECBAgIAB2A8QIECAAAECBAgQIECAAAECBAgQIECAAAECBAgQIEAgImAAjhQpBgECBAgQIECAAAECBAgQIECAAAECBAgQIECAAAECBAzAfoAAAQIECBAgQIAAAQIECBAgQIAAAQIECBAgQIAAAQIRAQNwpEgxCBAgQIAAAQIECBAgQIAAAQIECBAgQIAAAQIECBAgYAD2AwQIECBAgAABAgQIECBAgAABAgQIECBAgAABAgQIEIgIGIAjRYpBgAABAgQIECBAgAABAgQIECBAgAABAgQIECBAgAABA7AfIECAAAECBAgQIECAAAECBAgQIECAAAECBAgQIECAQETAABwpUgwCBAgQIECAAAECBAgQIECAAAECBAgQIECAAAECBAgYgP0AAQIECBAgQIAAAQIECBAgQIAAAQIECBAgQIAAAQIEIgIG4EiRYhAgQIAAAQIECBAgQIAAAQIECBAgQIAAAQIECBAgQMAA7AcIECBAgAABAgQIECBAgAABAgQIECBAgAABAgQIECAQETAAR4oUgwABAgQIECBAgAABAgQIECBAgAABAgQIECBAgAABAgZgP0CAAAECBAgQIECAAAECBAgQIECAAAECBAgQIECAAIGIgAE4UqQYBAgQIECAAAECBAgQIECAAAECBAgQIECAAAECBAgQMAD7AQIECBAgQIAAAQIECBAgQIAAAQIECBAgQIAAAQIECEQEDMCRIsUgQIAAAQIECBAgQIAAAQIECBAgQIAAAQIECBAgQICAAdgPECBAgAABAgQIECBAgAABAgQIECBAgAABAgQIECBAICJgAI4UKQYBAgQIECBAgAABAgQIECBAgAABAgQIECBAgAABAgQMwH6AAAECBAgQIECAAAECBAgQIECAAAECBAgQIECAAAECEQEDcKRIMQgQIECAAAECBAgQIECAAAECBAgQIECAAAECBAgQIGAA9gMECBAgQIAAAQIECBAgQIAAAQIECBAgQIAAAQIECBCICBiAI0WKQYAAAQIECBAgQIAAAQIECBAgQIAAAQIECBAgQIAAAQOwHyBAgAABAgQIECBAgAABAgQIECBAgAABAgQIECBAgEBEwAAcKVIMAgQIECBAgAABAgQIECBAgAABAgQIECBAgAABAgQIGID9AAECBAgQIECAAAECBAgQIECAAAECBAgQIECAAAECBCICBuBIkWIQIECAAAECBAgQIECAAAECBAgQIECAAAECBAgQIEDAAOwHCBAgQIAAAQIECBAgQIAAAQIECBAgQIAAAQIECBAgEBEwAEeKFIMAAQIECBAgQIAAAQIECBAgQIAAAQIECBAgQIAAAQIGYD9AgAABAgQIECBAgAABAgQIECBAgAABAgQIECBAgACBiIABOFKkGAQIECBAgAABAgQIECBAgAABAgQIECBAgAABAgQIEDAA+wECBAgQIECAAAECBAgQIECAAAECBAgQIECAAAECBAhEBAzAkSLFIECAAAECBAgQIECAAAECBAgQIECAAAECBAgQIECAgAHYDxAgQIAAAQIECBAgQIAAAQIECBAgQIAAAQIECBAgQCAiYACOFCkGAQIECBAgQIAAAQIECBAgQIAAAQIECBAgQIAAAQIEDMB+gAABAgQIECBAgAABAgQIECBAgAABAgQIECBAgAABAhEBA3CkSDEIECBAgAABAgQIECBAgAABAgQIECBAgAABAgQIECBgAPYDBAgQIECAAAECBAgQIECAAAECBAgQIECAAAECBAgQiAgYgCNFikGAAAECBAgQIECAAAECBAgQIECAAAECBAgQIECAAAEDsB8gQIAAAQIECBAgQIAAAQIECBAgQIAAAQIECBAgQIBARMAAHClSDAIECBAgQIAAAQIECBAgQIAAAQIECBAgQIAAAQIECBiA/QABAgQIECBAgAABAgQIECBAgAABAgQIECBAgAABAgQiAgbgSJFiECBAgAABAgQIECBAgAABAgQIECBAgAABAgQIECBAwADsBwgQIECAAAECBAgQIECAAAECBAgQIECAAAECBAgQIBARMABHihSDAAECBAgQIECAAAECBAgQIECAAAECBAgQIECAAAECBmA/QIAAAQIECBAgQIAAAQIECBAgQIAAAQIECBAgQIAAgYiAAThSpBgECBAgQIAAAQIECBAgQIAAAQIECBAgQIAAAQIECBAwAPsBAgQIECBAgAABAgQIECBAgAABAgQIECBAgAABAgQIRAQMwJEixSBAgAABAgQIECBAgAABAgQIECBAgAABAgQIECBAgIAB2A8QIECAAAECBAgQIECAAAECBAgQIECAAAECBAgQIEAgImAAjhQpBgECBAgQIECAAAECBAgQIECAAAECBAgQIECAAAECBAzAfoAAAQIECBAgQIAAAQIECBAgQIAAAQIECBAgQIAAAQIRAQNwpEgxCBAgQIAAAQIECBAgQIAAAQIECBAgQIAAAQIECBAgYAD2AwQIECBAgAABAgQIECBAgAABAgQIECBAgAABAgQIEIgIGIAjRYpBgAABAgQIECBAgAABAgQIECBAgAABAgQIECBAgAABA7AfIECAAAECBAgQIECAAAECBAgQIECAAAECBAgQIECAQETAABwpUgwCBAgQIECAAAECBAgQIECAAAECBAgQIECAAAECBAgYgP0AAQIECBAgQIAAAQIECBAgQIAAAQIECBAgQIAAAQIEIgIG4EiRYhAgQIAAAQIECBAgQIAAAQIECBAgQIAAAQIECBAgQMAA7AcIECBAgAABAgQIECBAgAABAgQIECBAgAABAgQIECAQETAAR4oUgwABAgQIECBAgAABAgQIECBAgAABAgQIECBAgAABAgZgP0CAAAECBAgQIECAAAECBAgQIECAAAECBAgQIECAAIGIgAE4UqQYBAgQIECAAAECBAgQIECAAAECBAgQIECAAAECBAgQMAD7AQIECBAgQIAAAQIECBAgQIAAAQIECBAgQIAAAQIECEQEDMCRIsUgQIAAAQIECBAgQIAAAQIECBAgQIAAAQIECBAgQICAAdgPECBAgAABAgQIECBAgAABAgQIECBAgAABAgQIECBAICJgAI4UKQYBAgQIECBAgAABAgQIECBAgAABAgQIECBAgAABAgQMwH6AAAECBAgQIECAAAECBAgQIECAAAECBAgQIECAAAECEQEDcKRIMQgQIECAAAECBAgQIECAAAECBAgQIECAAAECBAgQIGAA9gMECBAgQIAAAQIECBAgQIAAAQIECBAgQIAAAQIECBCICBiAI0WKQYAAAQIECBAgQIAAAQIECBAgQIAAAQIECBAgQIAAAQOwHyBAgAABAgQIECBAgAABAgQIECBAgAABAgQIECBAgEBEwAAcKVIMAgQIECBAgAABAgQIECBAgAABAgQIECBAgAABAgQIGID9AAECBAgQIECAAAECBAgQIECAAAECBAgQIECAAAECBCICBuBIkWIQIECAAAECBAgQIECAAAECBAgQIECAAAECBAgQIEDAAOwHCBAgQIAAAQIECBAgQIAAAQIECBAgQIAAAQIECBAgEBEwAEeKFIMAAQIECBAgQIAAAQIECBAgQIAAAQIECBAgQIAAAQIGYD9AgAABAgQIECBAgAABAgQIECBAgAABAgQIECBAgACBiIABOFKkGAQIECBAgAABAgQIECBAgAABAgQIECBAgAABAgQIEDAA+wECBAgQIECAAAECBAgQIECAAAECBAgQIECAAAECBAhEBAzAkSLFIECAAAECBAgQIECAAAECBAgQIECAAAECBAgQIECAgAHYDxAgQIAAAQIECBAgQIAAAQIECBAgQIAAAQIECBAgQCAiYACOFCkGAQIECBAgQIAAAQIECBAgQIAAAQIECBAgQIAAAQIEDMB+gAABAgQIECBAgAABAgQIECBAgAABAgQIECBAgAABAhEBA3CkSDEIECBAgAABAgQIECBAgAABAgQIECBAgAABAgQIECBgAPYDBAgQIECAAAECBAgQIECAAAECBAgQIECAAAECBAgQiAgYgCNFikGAAAECBAgQIECAAAECBAgQIECAAAECBAgQIECAAAEDsB8gQIAAAQIECBAgQIAAAQIECBAgQIAAAQIECBAgQIBARMAAHClSDAIECBAgQIAAAQIECBAgQIAAAQIECBAgQIAAAQIECBiA/QABAgQIECBAgAABAgQIECBAgAABAgQIECBAgAABAgQiAgbgSJFiECBAgAABAgQIECBAgAABAgQIECBAgAABAgQIECBAwADsBwgQIECAAAECBAgQIECAAAECBAgQIECAAAECBAgQIBARMABHihSDAAECBAgQIECAAAECBAgQIECAAAECBAgQIECAAAECBmA/QIAAAQIECBAgQIAAAQIECBAgQIAAAQIECBAgQIAAgYiAAThSpBgECBAgQIAAAQIECBAgQIAAAQIECBAgQIAAAQIECBAwAPsBAgQIECBAgAABAgQIECBAgAABAgQIECBAgAABAgQIRAQMwJEixSBAgAABAgQIECBAgAABAgQIECBAgAABAgQIECBAgIAB2A8QIECAAAECBAgQIECAAAECBAgQIECAAAECBAgQIEAgImAAjhQpBgECBAgQIECAAAECBAgQIECAAAECBAgQIECAAAECBAzAfoAAAQIECBAgQIAAAQIECBAgQIAAAQIECBAgQIAAAQIRAQNwpEgxCBAgQIAAAQIECBAgQIAAAQIECBAgQIAAAQIECBAgYAD2AwQIECBAgAABAgQIECBAgAABAgQIECBAgAABAgQIEIgIGIAjRYpBgAABAgQIECBAgAABAgQIECBAgAABAgQIECBAgAABA7AfIECAAAECBAgQIECAAAECBAgQIECAAAECBAgQIECAQETAABwpUgwCBAgQIECAAAECBAgQIECAAAECBAgQIECAAAECBAgYgP0AAQIECBAgQIAAAQIECBAgQIAAAQIECBAgQHBKtdUAACAASURBVIAAAQIEIgIG4EiRYhAgQIAAAQIECBAgQIAAAQIECBAgQIAAAQIECBAgQMAA7AcIECBAgAABAgQIECBAgAABAgQIECBAgAABAgQIECAQETAAR4oUgwABAgQIECBAgAABAgQIECBAgAABAgQIECBAgAABAgZgP0CAAAECBAgQIECAAAECBAgQIECAAAECBAgQIECAAIGIgAE4UqQYBAgQIECAAAECBAgQIECAAAECBAgQIECAAAECBAgQMAD7AQIECBAgQIAAAQIECBAgQIAAAQIECBAgQIAAAQIECEQEDMCRIsUgQIAAAQIECBAgQIAAAQIECBAgQIAAAQIECBAgQICAAdgPECBAgAABAgQIECBAgAABAgQIECBAgAABAgQIECBAICJgAI4UKQYBAgQIECBAgAABAgQIECBAgAABAgQIECBAgAABAgQMwH6AAAECBAgQIECAAAECBAgQIECAAAECBAgQIECAAAECEQEDcKRIMQgQIECAAAECBAgQIECAAAECBAgQIECAAAECBAgQIGAA9gMECBAgQIAAAQIECBAgQIAAAQIECBAgQIAAAQIECBCICBiAI0WKQYAAAQIECBAgQIAAAQIECBAgQIAAAQIECBAgQIAAAQOwHyBAgAABAgQIECBAgAABAgQIECBAgAABAgQIECBAgEBEwAAcKVIMAgQIECBAgAABAgQIECBAgAABAgQIECBAgAABAgQIGID9AAECBAgQIECAAAECBAgQIECAAAECBAgQIECAAAECBCICBuBIkWIQIECAAAECBAgQIECAAAECBAgQIECAAAECBAgQIEDAAOwHCBAgQIAAAQIECBAgQIAAAQIECBAgQIAAAQIECBAgEBEwAEeKFIMAAQIECBAgQIAAAQIECBAgQIAAAQIECBAgQIAAAQIGYD9AgAABAgQIECBAgAABAgQIECBAgAABAgQIECBAgACBiIABOFKkGAQIECBAgAABAgQIECBAgAABAgQIECBAgAABAgQIEDAA+wECBAgQIECAAAECBAgQIECAAAECBAgQIECAAAECBAhEBAzAkSLFIECAAAECBAgQIECAAAECBAgQIECAAAECBAgQIECAgAHYDxAgQIAAAQIECBAgQIAAAQIECBAgQIAAAQIECBAgQCAiYACOFCkGAQIECBAgQIAAAQIECBAgQIAAAQIECBAgQIAAAQIEDMB+gAABAgQIECBAgAABAgQIECBAgAABAgQIECBAgAABAhEBA3CkSDEIECBAgAABAgQIECBAgAABAgQIECBAgAABAgQIECBgAPYDBAgQIECAAAECBAgQIECAAAECBAgQIECAAAECBAgQiAgYgCNFikGAAAECBAgQIECAAAECBAgQIECAAAECBAgQIECAAAEDsB8gQIAAAQIECBAgQIAAAQIECBAgQIAAAQIECBAgQIBARMAAHClSDAIECBAgQIAAAQIECBAgQIAAAQIECBAgQIAAAQIECBiA/QABAgQIECBAgAABAgQIECBAgAABAgQIECBAgAABAgQiAgbgSJFiECBAgAABAgQIECBAgAABAgQIECBAgAABAgQIECBAwADsBwgQIECAAAECBAgQIECAAAECBAgQIECAAAECBAgQIBARMABHihSDAAECBAgQIECAAAECBAgQIECAAAECBAgQIECAAAECBmA/QIAAAQIECBAgQIAAAQIECBAgQIAAAQIECBAgQIAAgYiAAThSpBgECBAgQIAAAQIECBAgQIAAAQIECBAgQIAAAQIECBAwAPsBAgQIECBAgAABAgQIECBAgAABAgQIECBAgAABAgQIRAQMwJEixSBAgAABAgQIECBAgAABAgQIECBAgAABAgQIECBAgIAB2A8QIECAAAECBAgQIECAAAECBAgQIECAAAECBAgQIEAgImAAjhQpBgECBAgQIECAAAECBAgQIECAAAECBAgQIECAAAECBAzAfoAAAQIECBAgQIAAAQIECBAgQIAAAQIECBAgQIAAAQIRAQNwpEgxCBAgQIAAAQIECBAgQIAAAQIECBAgQIAAAQIECBAgYAD2AwQIECBAgAABAgQIECBAgAABAgQIECBAgAABAgQIEIgIGIAjRYpBgAABAgQIECBAgAABAgQIECBAgAABAgQIECBAgAABA7AfIECAAAECBAgQIECAAAECBAgQIECAAAECBAgQIECAQETAABwpUgwCBAgQIECAAAECBAgQIECAAAECBAgQIECAAAECBAgYgP0AAQIECBAgQIAAAQIECBAgQIAAAQIECBAgQIAAAQIEIgIG4EiRYhAgQIAAAQIECBAgQIAAAQIECBAgQIAAAQIECBAgQMAA7AcIECBAgAABAgQIECBAgAABAgQIECBAgAABAgQIECAQETAAR4oUgwABAgQIECBAgAABAgQIECBAgAABAgQIECBAgAABAgZgP0CAAAECBAgQIECAAAECBAgQIECAAAECBAgQIECAAIGIgAE4UqQYBAgQIECAAAECBAgQIECAAAECBAgQIECAAAECBAgQMAD7AQIECBAgQIAAAQIECBAgQIAAAQIECBAgQIAAAQIECEQEDMCRIsUgQIAAAQIECBAgQIAAAQIECBAgQIAAAQIECBAgQICAAdgPECBAgAABAgQIECBAgAABAgQIECBAgAABAgQIECBAICJgAI4UKQYBAgQIECBAgAABAgQIECBAgAABAgQIECBAgAABAgQMwH6AAAECBAgQIECAAAECBAgQIECAAAECBAgQIECAAAECEQEDcKRIMQgQIECAAAECBAgQIECAAAECBAgQIECAAAECBAgQIGAA9gMECBAgQIAAAQIECBAgQIAAAQIECBAgQIAAAQIECBCICBiAI0WKQYAAAQIECBAgQIAAAQIECBAgQIAAAQIECBAgQIAAAQOwHyBAgAABAgQIECBAgAABAgQIECBAgAABAgQIECBAgEBEwAAcKVIMAgQIECBAgAABAgQIECBAgAABAgQIECBAgAABAgQIGID9AAECBAgQIECAAAECBAgQIECAAAECBAgQIECAAAECBCICBuBIkWIQIECAAAECBAgQIECAAAECBAgQIECAAAECBAgQIEDAAOwHCBAgQIAAAQIECBAgQIAAAQIECBAgQIAAAQIECBAgEBEwAEeKFIMAAQIECBAgQIAAAQIECBAgQIAAAQIECBAgQIAAAQIGYD9AgAABAgQIECBAgAABAgQIECBAgAABAgQIECBAgACBiIABOFKkGAQIECBAgAABAgQIECBAgAABAgQIECBAgAABAgQIEDAA+wECBAgQIECAAAECBAgQIECAAAECBAgQIECAAAECBAhEBAzAkSLFIECAAAECBAgQIECAAAECBAgQIECAAAECBAgQIECAgAHYDxAgQIAAAQIECBAgQIAAAQIECBAgQIAAAQIECBAgQCAiYACOFCkGAQIECBAgQIAAAQIECBAgQIAAAQIECBAgQIAAAQIEDMB+gAABAgQIECBAgAABAgQIECBAgAABAgQIECBAgAABAhEBA3CkSDEIECBAgAABAgQIECBAgAABAgQIECBAgAABAgQIECBgAPYDBAgQIECAAAECBAgQIECAAAECBAgQIECAAAECBAgQiAgYgCNFikGAAAECBAgQIECAAAECBAgQIECAAAECBAgQIECAAAEDsB8gQIAAAQIECBAgQIAAAQIECBAgQIAAAQIECBAgQIBARMAAHClSDAIECBAgQIAAAQIECBAgQIAAAQIECBAgQIAAAQIECBiA/QABAgQIECBAgAABAgQIECBAgAABAgQIECBAgAABAgQiAgbgSJFiECBAgAABAgQIECBAgAABAgQIECBAgAABAgQIECBAwADsBwgQIECAAAECBAgQIECAAAECBAgQIECAAAECBAgQIBARMABHihSDAAECBAgQIECAAAECBAgQIECAAAECBAgQIECAAAECBmA/QIAAAQIECBAgQIAAAQIECBAgQIAAAQIECBAgQIAAgYiAAThSpBgECBAgQIAAAQIECBAgQIAAAQIECBAgQIAAAQIECBAwAPsBAgQIECBAgAABAgQIECBAgAABAgQIECBAgAABAgQIRAQMwJEixSBAgAABAgQIECBAgAABAgQIECBAgAABAgQIECBAgIAB2A8QIECAAAECBAgQIECAAAECBAgQIECAAAECBAgQIEAgImAAjhQpBgECBAgQIECAAAECBAgQIECAAAECBAgQIECAAAECBAzAfoAAAQIECBAgQIAAAQIECBAgQIAAAQIECBAgQIAAAQIRAQNwpEgxCBAgQIAAAQIECBAgQIAAAQIECBAgQIAAAQIECBAgYAD2AwQIECBAgAABAgQIECBAgAABAgQIECBAgAABAgQIEIgIGIAjRYpBgAABAgQIECBAgAABAgQIECBAgAABAgQIECBAgAABA7AfIECAAAECBAgQIECAAAECBAgQIECAAAECBAgQIECAQETAABwpUgwCBAgQIECAAAECBAgQIECAAAECBAgQIECAAAECBAgYgP0AAQIECBAgQIAAAQIECBAgQIAAAQIECBAgQIAAAQIEIgIG4EiRYhAgQIAAAQIECBAgQIAAAQIECBAgQIAAAQIECBAgQMAA7AcIECBAgAABAgQIECBAgAABAgQIECBAgAABAgQIECAQETAAR4oUgwABAgQIECBAgAABAgQIECBAgAABAgQIECBAgAABAgZgP0CAAAECBAgQIECAAAECBAgQIECAAAECBAgQIECAAIGIgAE4UqQYBAgQIECAAAECBAgQIECAAAECBAgQIECAAAECBAgQMAD7AQIECBAgQIAAAQIECBAgQIAAAQIECBAgQIAAAQIECEQEDMCRIsUgQIAAAQIECBAgQIAAAQIECBAgQIAAAQIECBAgQICAAdgPECBAgAABAgQIECBAgAABAgQIECBAgAABAgQIECBAICJgAI4UKQYBAgQIECBAgAABAgQIECBAgAABAgQIECBAgAABAgQMwH6AAAECBAgQIECAAAECBAgQIECAAAECBAgQIECAAAECEQEDcKRIMQgQIECAAAECBAgQIECAAAECBAgQIECAAAECBAgQIGAA9gMECBAgQIAAAQIECBAgQIAAAQIECBAgQIAAAQIECBCICBiAI0WKQYAAAQIECBAgQIAAAQIECBAgQIAAAQIECBAgQIAAAQOwHyBAgAABAgQIECBAgAABAgQIECBAgAABAgQIECBAgEBEwAAcKVIMAgQIECBAgAABAgQIECBAgAABAgQIECBAgAABAgQIGID9AAECBAgQIECAAAECBAgQIECAAAECBAgQIECAAAECBCICBuBIkWIQIECAAAECBAgQIECAAAECBAgQIECAAAECBAgQIEDAAOwHCBAgQIAAAQIECBAgQIAAAQIECBAgQIAAAQIECBAgEBEwAEeKFIMAAQIECBAgQIAAAQIECBAgQIAAAQIECBAgQIAAAQIGYD9AgAABAgQIECBAgAABAgQIECBAgAABAgQIECBAgACBiIABOFKkGAQIECBAgAABAgQIECBAgAABAgQIECBAgAABAgQIEDAA+wECBAgQIECAAAECBAgQIECAAAECBAgQIECAAAECBAhEBAzAkSLFIECAAAECBAgQIECAAAECBAgQIECAAAECBAgQIECAgAHYDxAgQIAAAQIECBAgQIAAAQIECBAgQIAAAQIECBAgQCAiYACOFCkGAQIECBAgQIAAAQIECBAgQIAAAQIECBAgQIAAAQIEDMB+gAABAgQIECBAgAABAgQIECBAgAABAgQIECBAgAABAhEBA3CkSDEIECBAgAABAgQIECBAgAABAgQIECBAgAABAgQIECBgAPYDBAgQIECAAAECBAgQIECAAAECBAgQIECAAAECBAgQiAgYgCNFikGAAAECBAgQIECAAAECBAgQIECAAAECBAgQIECAAAEDsB8gQIAAAQIECBAgQIAAAQIECBAgQIAAAQIECBAgQIBARMAAHClSDAIECBAgQIAAAQIECBAgQIAAAQIECBAgQIAAAQIECBiA/QABAgQIECBAgAABAgQIECBAgAABAgQIECBAgAABAgQiAgbgSJFiECBAgAABAgQIECBAgAABAgQIECBAgAABAgQIECBAwADsBwgQIECAAAECBAgQIECAAAECBAgQIECAAAECBAgQIBARMABHihSDAAECBAgQIECAAAECBAgQIECAAAECBAgQIECAAAECBmA/QIAAAQIECBAgQIAAAQIECBAgQIAAAQIECBAgQIAAgYiAAThSpBgECBAgQIAAAQIECBAgQIAAAQIECBAgQIAAAQIECBAwAPsBAgQIECBAgAABAgQIECBAgAABAgQIECBAgAABAgQIRAQMwJEixSBAgAABAgQIECBAgAABAgQIECBAgAABAgQIECBAgIAB2A8QIECAAAECBAgQIECAAAECBAgQIECAAAECBAgQIEAgImAAjhQpBgECBAgQIECAAAECBAgQIECAAAECBAgQIECAAAECBAzAfoAAAQIECBAgQIAAAQIECBAgQIAAAQIECBAgQIAAAQIRAQNwpEgxCBAgQIAAAQIECBAgQIAAAQIECBAgQIAAAQIECBAgYAD2AwQIECBAgAABAgQIECBAgAABAgQIECBAgAABAgQIEIgIGIAjRYpBgAABAgQIECBAgAABAgQIECBAgAABAgQIECBAgAABA7AfIECAAAECBAgQIECAAAECBAgQIECAAAECBAgQIECAQETAABwpUgwCBAgQIECAAAECBAgQIECAAAECBAgQIECAAAECBAgYgP0AAQIECBAgQIAAAQIECBAgQIAAAQIECBAgQIAAAQIEIgIG4EiRYhAgQIAAAQIECBAgQIAAAQIECBAgQIAAAQIECBAgQMAA7AcIECBAgAABAgQIECBAgAABAgQIECBAgAABAgQIECAQETAAR4oUgwABAgQIECBAgAABAgQIECBAgAABAgQIECBAgAABAgZgP0CAAAECBAgQIECAAAECBAgQIECAAAECBAgQIECAAIGIgAE4UqQYBAgQIECAAAECBAgQIECAAAECBAgQIECAAAECBAgQMAD7AQIECBAgQIAAAQIECBAgQIAAAQIECBAgQIAAAQIECEQEDMCRIsUgQIAAAQIECBAgQIAAAQIECBAgQIAAAQIECBAgQICAAdgPECBAgAABAgQIECBAgAABAgQIECBAgAABAgQIECBAICJgAI4UKQYBAgQIECBAgAABAgQIECBAgAABAgQIECBAgAABAgQMwH6AAAECBAgQIECAAAECBAgQIECAAAECBAgQIECAAAECEQEDcKRIMQgQIECAAAECBAgQIECAAAECBAgQIECAAAECBAgQIGAA9gMECBAgQIAAAQIECBAgQIAAAQIECBAgQIAAAQIECBCICBiAI0WKQYAAAQIECBAgQIAAAQIECBAgQIAAAQIECBAgQIAAAQOwHyBAgAABAgQIECBAgAABAgQIECBAgAABAgQIECBAgEBEwAAcKVIMAgQIECBAgAABAgQIECBAgAABAgQIECBAgAABAgQIGID9AAECBAgQIECAAAECBAgQIECAAAECBAgQIECAAAECBCICBuBIkWIQIECAAAECBAgQIECAAAECBAgQIECAAAECBAgQIEDAAOwHCBAgQIAAAQIECBAgQIAAAQIECBAgQIAAAQIECBAgEBEwAEeKFIMAAQIECBAgQIAAAQIECBAgQIAAAQIECBAgQIAAAQIGYD9AgAABAgQIECBAgAABAgQIECBAgAABAgQIECBAgACBiIABOFKkGAQIECBAgAABAgQIECBAgAABAgQIECBAgAABAgQIEDAA+wECBAgQIECAAAECBAgQIECAAAECBAgQIECAAAECBAhEBAzAkSLFIECAAAECBAgQIECAAAECBAgQIECAAAECBAgQIECAgAHYDxAgQIAAAQIECBAgQIAAAQIECBAgQIAAAQIECBAgQCAiYACOFCkGAQIECBAgQIAAAQIECBAgQIAAAQIECBAgQIAAAQIEDMB+gAABAgQIECBAgAABAgQIECBAgAABAgQIECBAgAABAhEBA3CkSDEIECBAgAABAgQIECBAgAABAgQIECBAgAABAgQIECBgAPYDBAgQIECAAAECBAgQIECAAAECBAgQIECAAAECBAgQiAgYgCNFikGAAAECBAgQIECAAAECBAgQIECAAAECBAgQIECAAAEDsB8gQIAAAQIECBAgQIAAAQIECBAgQIAAAQIECBAgQIBARMAAHClSDAIECBAgQIAAAQIECBAgQIAAAQIECBAgQIAAAQIECBiA/QABAgQIECBAgAABAgQIECBAgAABAgQIECBAgAABAgQiAgbgSJFiECBAgAABAgQIECBAgAABAgQIECBAgAABAgQIECBAwADsBwgQIECAAAECBAgQIECAAAECBAgQIECAAAECBAgQIBARMABHihSDAAECBAgQIECAAAECBAgQIECAAAECBAgQIECAAAECBmA/QIAAAQIECBAgQIAAAQIECBAgQIAAAQIECBAgQIAAgYiAAThSpBgECBAgQIAAAQIECBAgQIAAAQIECBAgQIAAAQIECBAwAPsBAgQIECBAgAABAgQIECBAgAABAgQIECBAgAABAgQIRAQMwJEixSBAgAABAgQIECBAgAABAgQIECBAgAABAgQIECBAgIAB2A8QIECAAAECBAgQIECAAAECBAgQIECAAAECBAgQIEAgImAAjhQpBgECBAgQIECAAAECBAgQIECAAAECBAgQIECAAAECBAzAfoAAAQIECBAgQIAAAQIECBAgQIAAAQIECBAgQIAAAQIRAQNwpEgxCBAgQIAAAQIECBAgQIAAAQIECBAgQIAAAQIECBAgYAD2AwQIECBAgAABAgQIECBAgAABAgQIECBAgAABAgQIEIgIGIAjRYpBgAABAgQIECBAgAABAgQIECBAgAABAgQIECBAgAABA7AfIECAAAECBAgQIECAAAECBAgQIECAAAECBAgQIECAQETAABwpUgwCBAgQIECAAAECBAgQIECAAAECBAgQIECAAAECBAgYgP0AAQIECBAgQIAAAQIECBAgQIAAAQIECBAgQIAAAQIEIgIG4EiRYhAgQIAAAQIECBAgQIAAAQIECBAgQIAAAQIECBAgQMAA7AcIECBAgAABAgQIECBAgAABAgQIECBAgAABAgQIECAQETAAR4oUgwABAgQIECBAgAABAgQIECBAgAABAgQIECBAgAABAgZgP0CAAAECBAgQIECAAAECBAgQIECAAAECBAgQIECAAIGIgAE4UqQYBAgQIECAAAECBAgQIECAAAECBAgQIECAAAECBAgQMAD7AQIECBAgQIAAAQIECBAgQIAAAQIECBAgQIAAAQIECEQEDMCRIsUgQIAAAQIECBAgQIAAAQIECBAgQIAAAQIECBAgQICAAdgPECBAgAABAgQIECBAgAABAgQIECBAgAABAgQIECBAICJgAI4UKQYBAgQIECBAgAABAgQIECBAgAABAgQIECBAgAABAgQMwH6AAAECBAgQIECAAAECBAgQIECAAAECBAgQIECAAAECEQEDcKRIMQgQIECAAAECBAgQIECAAAECBAgQIECAAAECBAgQIGAA9gMECBAgQIAAAQIECBAgQIAAAQIECBAgQIAAAQIECBCICBiAI0WKQYAAAQIECBAgQIAAAQIECBAgQIAAAQIECBAgQIAAAQOwHyBAgAABAgQIECBAgAABAgQIECBAgAABAgQIECBAgEBEwAAcKVIMAgQIECBAgAABAgQIECBAgAABAgQIECBAgAABAgQIGID9AAECBAgQIECAAAECBAgQIECAAAECBAgQIECAAAECBCICBuBIkWIQIECAAAECBAgQIECAAAECBAgQIECAAAECBAgQIEDAAOwHCBAgQIAAAQIECBAgQIAAAQIECBAgQIAAAQIECBAgEBEwAEeKFIMAAQIECBAgQIAAAQIECBAgQIAAAQIECBAgQIAAAQIGYD9AgAABAgQIECBAgAABAgQIECBAgAABAgQIECBAgACBiIABOFKkGAQIECBAgAABAgQIECBAgAABAgQIECBAgAABAgQIEDAA+wECBAgQIECAAAECBAgQIECAAAECBAgQIECAAAECBAhEBAzAkSLFIECAAAECBAgQIECAAAECBAgQIECAAAECBAgQIECAgAHYDxAgQIAAAQIECBAgQIAAAQIECBAgQIAAAQIECBAgQCAiYACOFCkGAQIECBAgQIAAAQIECBAgQIAAAQIECBAgQIAAAQIEDMB+gAABAgQIECBAgAABAgQIECBAgAABAgQIECBAgAABAhEBA3CkSDEIECBAgAABAgQIECBAgAABAgQIECBAgAABAgQIECBgAPYDBAgQIECAAAECBAgQIECAAAECBAgQIECAAAECBAgQiAgYgCNFikGAAAECBAgQIECAAAECBAgQIECAAAECBAgQIECAAAEDsB8gQIAAAQIECBAgQIAAAQIECBAgQIAAAQIECBAgQIBARMAAHClSDAIECBAgQIAAAQIECBAgQIAAAQIECBAgQIAAAQIECBiA/QABAgQIECBAgAABAgQIECBAgAABAgQIECBAgAABAgQiAgbgSJFiECBAgAABAgQIECBAgAABAgQIECBAgAABAgQIECBAwADsBwgQIECAAAECBAgQIECAAAECBAgQIECAAAECBAgQIBARMABHihSDAAECBAgQIECAAAECBAgQIECAAAECBAgQIECAAAECBmA/QIAAAQIECBAgQIAAAQIECBAgQIAAAQIECBAgQIAAgYiAAThSpBgECBAgQIAAAQIECBAgQIAAAQIECBAgQIAAAQIECBAwAPsBAgQIECBAgAAB8dlYxwAAIABJREFUAgQIECBAgAABAgQIECBAgAABAgQIRAQMwJEixSBAgAABAgQIECBAgAABAgQIECBAgAABAgQIECBAgIAB2A8QIECAAAECBAgQIECAAAECBAgQIECAAAECBAgQIEAgImAAjhQpBgECBAgQIECAAAECBAgQIECAAAECBAgQIECAAAECBAzAfoAAAQIECBAgQIAAAQIECBAgQIAAAQIECBAgQIAAAQIRAQNwpEgxCBAgQIAAAQIECBAgQIAAAQIECBAgQIAAAQIECBAgYAD2AwQIECBAgAABAgQIECBAgAABAgQIECBAgAABAgQIEIgIGIAjRYpBgAABAgQIECBAgAABAgQIECBAgAABAgQIECBAgAABA7AfIECAAAECBAgQIECAAAECBAgQIECAAAECBAgQIECAQETAABwpUgwCBAgQIECAAAECBAgQIECAAAECBAgQIECAAAECBAgYgP0AAQIECBAgQIAAAQIECBAgQIAAAQIECBAgQIAAAQIEIgIG4EiRYhAgQIAAAQIECBAgQIAAAQIECBAgQIAAAQIECBAgQMAA7AcIECBAgAABAgQIECBAgAABAgQIECBAgAABAgQIECAQETAAR4oUgwABAgQIECBAgAABAgQIECBAgAABAgQIECBAgAABAgZgP0CAAAECBAgQIECAAAECBAgQIECAAAECBAgQIECAAIGIgAE4UqQYBAgQIECAAAECBAgQIECAAAECBAgQIECAAAECBAgQMAD7AQIECBAgQIAAAQIECBAgQIAAAQIECBAgQIAAAQIECEQEDMCRIsUgQIAAAQIECBAgQIAAAQIECBAgQIAAAQIECBAgQICAAdgPECBAgAABAgQIECBAgAABAgQIECBAgAABAgQIECBAICJgAI4UKQYBAgQIECBAgAABAgQIECBAgAABAgQIECBAgAABAgQMwH6AAAECBAgQIECAAAECBAgQIECAAAECBAgQIECAAAECEQEDcKRIMQgQIECAAAECBAgQIECAAAECBAgQIECAAAECBAgQIGAA9gMECBAgQIAAAQIECBAgQIAAAQIECBAgQIAAAQIECBCICBiAI0WKQYAAAQIECBAgQIAAAQIECBAgQIAAAQIECBAgQIAAAQOwHyBAgAABAgQIECBAgAABAgQIECBAgAABAgQIECBAgEBEwAAcKVIMAgQIECBAgAABAgQIECBAgAABAgQIECBAgAABAgQIGID9AAECBAgQIECAAAECBAgQIECAAAECBAgQIECAAAECBCICBuBIkWIQIECAAAECBAgQIECAAAECBAgQIECAAAECBAgQIEDAAOwHCBAgQIAAAQIECBAgQIAAAQIECBAgQIAAAQIECBAgEBEwAEeKFIMAAQIECBAgQIAAAQIECBAgQIAAAQIECBAgQIAAAQIGYD9AgAABAgQIECBAgAABAgQIECBAgAABAgQIECBAgACBiIABOFKkGAQIECBAgAABAgQIECBAgAABAgQIECBAgAABAgQIEDAA+wECBAgQIECAAAECBAgQIECAAAECBAgQIECAAAECBAhEBAzAkSLFIECAAAECBAgQIECAAAECBAgQIECAAAECBAgQIECAgAHYDxAgQIAAAQIECBAgQIAAAQIECBAgQIAAAQIECBAgQCAiYACOFCkGAQIECBAgQIAAAQIECBAgQIAAAQIECBAgQIAAAQIEDMB+gAABAgQIECBAgAABAgQIECBAgAABAgQIECBAgAABAhEBA3CkSDEIECBAgAABAgQIECBAgAABAgQIECBAgAABAgQIECBgAPYDBAgQIECAAAECBAgQIECAAAECBAgQIECAAAECBAgQiAgYgCNFikGAAAECBAgQIECAAAECBAgQIECAAAECBAgQIECAAAEDsB8gQIAAAQIECBAgQIAAAQIECBAgQIAAAQIECBAgQIBARMAAHClSDAIECBAgQIAAAQIECBAgQIAAAQIECBAgQIAAAQIECBiA/QABAgQIECBAgAABAgQIECBAgAABAgQIECBAgAABAgQiAgbgSJFiECBAgAABAgQIECBAgAABAgQIECBAgAABAgQIECBAwADsBwgQIECAAAECBAgQIECAAAECBAgQIECAAAECBAgQIBARMABHihSDAAECBAgQIECAAAECBAgQIECAAAECBAgQIECAAAECBmA/QIAAAQIECBAgQIAAAQIECBAgQIAAAQIECBAgQIAAgYiAAThSpBgECBAgQIAAAQIECBAgQIAAAQIECBAgQIAAAQIECBAwAPsBAgQIECBAgAABAgQIECBAgAABAgQIECBAgAABAgQIRAQMwJEixSBAgAABAgQIECBAgAABAgQIECBAgAABAgQIECBAgIAB2A8QIECAAAECBAgQIECAAAECBAgQIECAAAECBAgQIEAgImAAjhQpBgECBAgQIECAAAECBAgQIECAAAECBAgQIECAAAECBAzAfoAAAQIECBAgQIAAAQIECBAgQIAAAQIECBAgQIAAAQIRAQNwpEgxCBAgQIAAAQIECBAgQIAAAQIECBAgQIAAAQIECBAgYAD2AwQIECBAgAABAgQIECBAgAABAgQIECBAgAABAgQIEIgIGIAjRYpBgAABAgQIECBAgAABAgQIECBAgAABAgQIECBAgAABA7AfIECAAAECBAgQIECAAAECBAgQIECAAAECBAgQIECAQETAABwpUgwCBAgQIECAAAECBAgQIECAAAECBAgQIECAAAECBAgYgP0AAQIECBAgQIAAAQIECBAgQIAAAQIECBAgQIAAAQIEIgIG4EiRYhAgQIAAAQIECBAgQIAAAQIECBAgQIAAAQIECBAgQMAA7AcIECBAgAABAgQIECBAgAABAgQIECBAgAABAgQIECAQETAAR4oUgwABAgQIECBAgAABAgQIECBAgAABAgQIECBAgAABAgZgP0CAAAECBAgQIECAAAECBAgQIECAAAECBAgQIECAAIGIgAE4UqQYBAgQIECAAAECBAgQIECAAAECBAgQIECAAAECBAgQMAD7AQIECBAgQIAAAQIECBAgQIAAAQIECBAgQIAAAQIECEQEDMCRIsUgQIAAAQIECBAgQIAAAQIECBAgQIAAAQIECBAgQICAAdgPECBAgAABAgQIECBAgAABAgQIECBAgAABAgQIECBAICJgAI4UKQYBAgQIECBAgAABAgQIECBAgAABAgQIECBAgAABAgQMwH6AAAECBAgQIECAAAECBAgQIECAAAECBAgQIECAAAECEQEDcKRIMQgQIECAAAECBAgQIECAAAECBAgQIECAAAECBAgQIGAA9gMECBAgQIAAAQIECBAgQIAAAQIECBAgQIAAAQIECBCICBiAI0WKQYAAAQIECBAgQIAAAQIECBAgQIAAAQIECBAgQIAAAQOwHyBAgAABAgQIECBAgAABAgQIECBAgAABAgQIECBAgEBEwAAcKVIMAgQIECBAgAABAgQIECBAgAABAgQIECBAgAABAgQIGID9AAECBAgQIECAAAECBAgQIECAAAECBAgQIECAAAECBCICBuBIkWIQIECAAAECBAgQIECAAAECBAgQIECAAAECBAgQIEDAAOwHCBAgQIAAAQIECBAgQIAAAQIECBAgQIAAAQIECBAgEBEwAEeKFIMAAQIECBAgQIAAAQIECBAgQIAAAQIECBAgQIAAAQIGYD9AgAABAgQIECBAgAABAgQIECBAgAABAgQIECBAgACBiIABOFKkGAQIECBAgAABAgQIECBAgAABAgQIECBAgAABAgQIEDAA+wECBAgQIECAAAECBAgQIECAAAECBAgQIECAAAECBAhEBAzAkSLFIECAAAECBAgQIECAAAECBAgQIECAAAECBAgQIECAgAHYDxAgQIAAAQIECBAgQIAAAQIECBAgQIAAAQIECBAgQCAiYACOFCkGAQIECBAgQIAAAQIECBAgQIAAAQIECBAgQIAAAQIEDMB+gAABAgQIECBAgAABAgQIECBAgAABAgQIECBAgAABAhEBA3CkSDEIECBAgAABAgQIECBAgAABAgQIECBAgAABAgQIECBgAPYDBAgQIECAAAECBAgQIECAAAECBAgQIECAAAECBAgQiAgYgCNFikGAAAECBAgQIECAAAECBAgQIECAAAECBAgQIHDY+xctR3V1XbDNiJy73v95zxoZccC2bIyBXyBkLu7RatdYMw1C6hLgxmcJAgQICICNAQIECBAgQIAAAQIECBAgQIAAAQIECBAgQIAAAQIECJxEQAB8ko7UDAIECBAgQIAAAQIECBAgQIAAAQIECBAgQIAAAQIECAiAjQECBAgQIECAAAECBAgQIECAAAECBAgQIECAAAECBAicREAAfJKO1AwCBAgQIECAAAECBAgQIECAAAECBAgQIECAAAECBAgIgI0BAgQIECBAgAABAgQIECBAgAABAgQIECBAgAABAgQInERAAHySjtQMAgQIECBAgAABAgQIECBAgAABAgQIECBAgAABAgQICICNAQIECBAgQIAAAQIECBAgQIAAAQIECBAgQIAAAQIECJxEQAB8ko7UDAIECBAgQIAAAQIECBAgQIAAAQIECBAgQIAAAQIECAiAjQECBAgQIECAAAECBAgQIECAAAECBAgQIECAAAECBAicREAAfJKO1AwCBAgQIECAAAECBAgQIECAAAECBAgQIECAAAECBAgIgI0BAgQIECBAgAABAgQIECBAgAABAgQIECBAgAABAgQInERAAHySjtQMAgQIECBAgAABAgQIECBAgAABAgQIECBAgAABAgQICICNAQIECBAgQIAAAQIECBAgQIAAAQIECBAgQIAAAQIECJxEQAB8ko7UDAIECBAgQIAAAQIECBAgQIAAAQIECBAgQIAAAQIECAiAjQECBAgQIECAAAECBAgQIECAAAECBAgQIECAAAECBAicREAAfJKO1AwCBAgQIECAAAECBAgQIECAAAECBAgQIECAAAECBAgIgI0BAgQIECBAgAABAgQIECBAgAABAgQIECBAgAABAgQInERAAHySjtQMAgQIECBAgAABAgQIECBAgAABAgQIECBAgAABAgQICICNAQIECBAgQIAAAQIECBAgQIAAAQIECBAgQIAAAQIECJxEQAB8ko7UDAIECBAgQIAAAQIECBAgQIAAAQIECBAgQIAAAQIECAiAjQECBAgQIECAAAECBAgQIECAAAECBAgQIECAAAECBAicREAAfJKO1AwCBAgQIECAAAECBAgQIECAAAECBAgQIECAAAECBAgIgI0BAgQIECBAgAABAgQIECBAgAABAgQIECBAgAABAgQInERAAHySjtQMAgQIECBAgAABAgQIECBAgAABAgQIECBAgAABAgQICICNAQIECBAgQIAAAQIECBAgQIAAAQIECBAgQIAAAQIECJxEQAB8ko7UDAIECBAgQIAAAQIECBAgQIAAAQIECBAgQIAAAQIECAiAjQECBAgQIECAAAECBAgQIECAAAECBAgQIECAAAECBAicREAAfJKO1AwCBAgQIECAAAECBAgQIECAAAECBAgQIECAAAECBAgIgI0BAgQIECBAgAABAgQIECBAgAABAgQIECBAgAABAgQInERAAHySjtQMAgQIECBAgAABAgQIECBAgAABAgQIECBAgAABAgQICICNAQIECBAgQIAAAQIECBAgQIAAAQIECBAgQOBF4Pf3lwqBagJfX1/VylYwgaMLlF5/BcBHHwHqT4AAAQIECBAgQIAAAQIECBAgQIAAAQIEKgiUBhAVqqTIEwkIgE/UmZqyukDp9VcAvHqXKJAAAQIECBAgQIAAAQIECBAgQIAAAQIECBxfoDSAOL6AFtQUEADX1FX20QVKr78C4KOPAPUnQIAAAQIECBAgQIAAAQIECBAgQIAAAQIVBEoDiApVUuSJBATAJ+pMTVldoPT6KwBevUsUSIAAAQIECBAgQIAAAQIECBAgQIAAAQIEji9QGkAcX0ALagoIgGvqKvvoAqXXXwHw0UeA+hMgQIAAAQIECBAgQIAAAQIECBAgQIAAgQoCpQFEhSop8kQCAuATdaamrC5Qev0VAK/eJQokQIAAAQIECBAgQIAAAQIECBAgQIAAAQLHFygNII4voAU1BQTANXWVfXSB0uuvAPjoI0D9CRAgQIAAAQIECBAgQIAAAQIECBAgQIBABYHSAKJClRR5IgEB8Ik6U1NWFyi9/gqAV+8SBRIgQIAAAQIECBAgQIAAAQIECBAgQIAAgf0LlAYM+2+hGh5ZQEB85N5T90ig9vVXABz1gM8JECBAgAABAgQIECBAgAABAgQIECBAgMAJBWoHECck06Q3CgiA34jtUG8XqH39FQC/vUsdkAABAgQIECBAgAABAgQIECBAgAABAgQIbC9QO4DYvoVqcGQBAfCRe0/dI4Ha118BcNQDPidAgAABAgQIECBAgAABAgQIECBAgAABAicUqB1AnJBMk94oIAB+I7ZDvV2g9vVXAPz2LnVAAgQIECBAgAABAgQIECBAgAABAgQIECCwvUDtAGL7FqrBkQUEwEfuPXWPBGpffwXAUQ/4nAABAgQIECBAgAABAgQIECBAgAABAgQInFCgdgBxQjJNeqOAAPiN2A71doHa118B8Nu71AEJECBAgAABAgQIECBAgAABAgQIECBAgMD2ArUDiO1bqAZHFhAAH7n31D0SqH39FQBHPeBzAgQIECBAgAABAgQIECBAgAABAgQIECBwQoHaAcQJyTTpjQIC4DdiO9TbBWpffwXAb+9SByRAgAABAgQIECBAgAABAgQIECBAgAABAgQIlAlEAVLtAHXr45fp2ZvAsQXC86/Z4PfYTVR7AgQIECBAgAABAgQIECBAgAABAgQIECBAgMBnCUTxjgD4s8aD1n6WQHj+C4A/a0BoLQECBAgQIECAAAECBAgQIECAAAECBAgQIHB8gTAA+vqq2sitj1+1cQonsHOB8PwTAO+8B1WPAAECBAgQIECAAAECBAgQIECAAAECBAgQINATCAMgAbAxQ+C0AuH5LwA+bd9rGAECBAgQIECAAAECBAgQIECAAAECBAgQIHBSgTAAEgCftOc1i8CfP+H5LwA2TAgQIECAAAECBAgQIECAAAECBAgQIECAAAECxxIIAyAB8LE6VG0JzBAIz38B8AxNmxIgQIAAAQIECBAgQIAAAQIECBAgQIAAAQIEdiAQBkAC4B30kioQqCMQnv8C4DrwSiVAgAABAgQIECBAgAABAgQIECBAgAABAgQI1BIIAyABcC165RLYXCA8/wXAm/eRChAgQIAAAQIECBAgQIAAAQIECBAgQGCRQPQAeFGhdnqbwFflgO5tDXEgAgQIENiVwJcAeFf9oTIECBAgQIAAAQIECBAgQIAAAQIECBDIFhAAZ1PtckMB8C67RaUIECBweAEB8OG7UAMIECBAgAABAgQIECBAgAABAgQIEPhUAQHwsXteAHzs/lN7AgQI7FVAALzXnlEvAgQIECBAgAABAgQIECBAgAABAgQIBAIC4GMPEQHwsftP7QkQILBXAQHwXntGvQgQIECAAAECBAgQIECAAAECBAgQICAAPvUYEACfuns1jgABApsJCIA3o3dgAgQIECBAgAABAgQIECBAgAABAgQIlAmYAVzmt/XeAuCte8DxCRAgcE4BAfA5+1WrCBAgQIAAAQIECBAgQIAAAQIECBD4AAEB8LE7WQB87P5TewIECOxVQAC8155RLwIECBAgQIAAAQIECBAgQIAAAQIECAQCAuBjDxEB8LH7T+0JECCwVwEB8F57Rr0IECBAgAABAgQIECBAgAABAgQIECAgAD70GBDw7rv7/IBi3/2jdgQILBcQAC+3sycBAgQIECBAgAABAgQIECBAgAABAgQ2FRBgbcofHlwAHBJtuoHzZ1N+BydAoKKAALgirqIJECBAgAABAgQIECBAgAABAgQIECBQU0CAVVO3vGwBcLlhzRKcPzV1lU2AwJYCAuAt9R2bAAECBAgQIECAAAECBAgQIECAAAECBQICrAK8N+wqAH4DcsEhnD8FeHYlQGDXAgLgXXePyhEgQIAAAQIECBAgQIAAAQIECBAgQGBcQIC179EhAN53/zh/9t0/akeAwHIBAfByO3sSIECAAAECBAgQIECAAAECBAgQIEBgUwEB1qb84cEFwCHRphs4fzbld3ACBCoKCIAr4iqaAAECBAgQIECAAAECBAgQIECAAAECNQUEWDV1y8sWAJcb1izB+VNTV9kECGwpIADeUt+xCRAgQIAAAQIECBAgQIAAAQIECBAgUCAgwCrAe8OuAuA3IBccwvlTgGdXAgR2LSAA3nX3qBwBAgQIECBAgAABAgQIECBAgACBzxYQ0Ez3v4Dxs88PrZ8WcP0wQggQ+FQBAfCn9rx2EyBAgAABAgQIECBAgAABAgQIEDiAgABHAHyAYaqKOxVw/dhpx6gWAQLVBQTA1YkdgAABAgQIECBAgAABAgQIECBAgACBpQICHAHw0rFjPwKuH8YAAQKfKiAA/tSe124CBAgQIECAAAECBAgQIECAAAECBxAQ4AiADzBMVXGnAq4fO+0Y1SJAoLqAALg6sQMQIECAAAECBAgQIECAAAECBAgQILBUQIAjAF46duxHwPXDGCBA4FMFBMCf2vPaTYAAAQIECBAgQIAAAQIECBAgQOAAAgIcAfABhqkq7lTA9WOnHaNaBAhUFxAAVyd2AAIECBAgQIAAAQIECBAgQIAAAQIElgoIcATAS8eO/Qi4fhgDBAh8qoAA+FN7XrsJECBAgAABAgQIECBAgAABAgQIHEBAgCMAPsAwVcWdCrh+7LRjVIsAgeoCAuDqxA5AgAABAgQIECBAgAABAgQIECBAgMBSgU8PcL6+vpbS2Y/A6QU+/fpw/g52/Tt9H2vguMDXb5GOALiIz84ECBAgQIAAAQIECBAgQIAAAQIECNQU+PSARwBcc3Qp++gCn359OHr/hfX/FQCHRjY4r4AA+Lx9q2UECBAgQIAAAQIECBAgQIAAAQIEPl3g0wMeAfCnnwHaPyXw6deH044Owe9pu1bDZgjkBsDt+TKwrRnAM6xtSoAAAQIECBAgQIAAAQIECBAgQIDAewU+PeARAL93vDnasQQ+/fpwrN6aUVsB8Awsm55WQAB82q7VMAIECBAgQIAAAQIECBAgQIAAAQIfL/DpAY8A+ONPAQATAp9+fTjN4BD4nqYrNWRFgbEAeOp86exjBvCKfaEoAgQIECBAgAABAgQIECBAgAABAgTWFfj0gEcAvO54Utq5BD79+nCa3hQAn6YrNWRFAQHwipiKIkCAAAECBAgQIECAAAECBAgQIEBgVwKfHvAIgHc1HFVmZwKffn3YWXcsr44AeLndm/f8aV43m/6+f9988E87nAD403pcewkQIECAAAECBAgQIECAAAECBAh8jsCnBzwC4M8Z61o6X+DTrw/zxXa6hwB4px3zWi0B8Bu7SgD8RmyHIkCAAAECBAgQIECAAAECBAgQIPBhAlsHLALQDxtwO2vu1uN/Zxyq0xPY+/Vp9+N3o+C3G2IODepoZmvp/kc8kYbaHDmNtXNrv9Ljl+6f3f9jAXC/gPY8GtjWO4CzpW1IgAABAgQIECBAgAABAgQIECBA4PMEtg4Q9h6wfN6I+KwWbz3+P0v7eK3d+/Vp9+NXAHyYQS8AfnSVAPgww1ZFCRAgQIAAAQIECBAgQIAAAQIECBAYE9g6QNh7wGLknFtg6/F/bt3jt27v16fdj18B8GFOghR6diebmgE83H1LXV5Ky50BPDKKzAA+zOmlogQIECBAgAABAgQIECBAgAABAgTeL7B1gLD3gOX9PeKI7xTYevy/s62ONV9g79en3Y/fBQHwGu+gLZ3BWbr//JG2/R65AXBO/2ztV3r80v2ze1MAnE1lQwIECBAgQIAAAQIECBAgQIAAAQIEZgpsHSDsPWCZyWnzgwlsPf4PxvVx1d379Wn343dGADwUuv0uHHHNG1Of/vozNksDvmj/hdXe3W5dtzn9U+pfChHN0I36r3T/7PqPBMDR8VP5ZgBnS9uQAAECBAgQIECAAAECBAgQIECAwOcJbB0g7D1g+bwR8Vkt3nr8f5b28Vq79+vT7sfvggB4xi6jA6qfqwmAl517QwFwTv+U+i+r7WOvKEAVAJcK258AAQIECBAgQIAAAQIECBAgQIAAgd0LbB0g7D1g2X0HqmCRwNbjv6jydq4usPfr0+7Hb05aeOvF7hLEpR27VgA5FiRGAWJp/bfef6jdc/pnLf+lDgLgpXL2I0CAAAECBAgQIECAAAECBAgQIEDgNAJbBwh7D1hO09EaMiiw9fjXLfsW2Pv1affjVwC87wE+UjsB8HS3rfYDAEtAH/L8UGkCBAgQIECAAAECBAgQIECAAAEChxDYOkDYe8ByiE5UycUCW4//xRX/lB1nBIiDJCMBy1p8W1+/Dj9+O/07NMM06r7f4CXBf2d0dPf46bhfP9MFfPVfdnvbPAoIt56hGh0/tTpqR8Sbe5yonLHP/wU7pv7pj5Oxf59bj6Elsrtmpe3/G5wA3gE8t8dsT4AAAQIECBAgQIAAAQIECBAgQOCDBLYOELYOUD6oqzV1QGDr8a9TAgEB8CTQ4cevAHiwf6PgNQoWS/dPlYrKia5fUT2j/aPPBcCHvwJEXexzAgQIECBAgAABAgQIECBAgAABAgSWCmz9+FAAvLTn7LeGwNbjf4027KKMNsibmq0Wfd5vRGnwm8qLppAW4m19/Tr8+B0IgHO6JAWLUQC4ZAZw9/hmAOf0xus2tYPfdMSx/k/H//2+btmfAZzGRbT/WAA+tUT2MrHhvcwAXlNTWQQIECBAgAABAgQIECBAgAABAgQ+TGDrAGHrAOXpUSaUAAAgAElEQVTDultzewJbj//TdEgU8Eaf9yEEwFlD4/Dj94QBcM6s2SggjcqouX907JyBGdUvp4yxbbr1G1sC/MwBcLf9loAuGUn2JUCAAAECBAgQIECAAAECBAgQIHByga0DBAHwyQfYzpu39fjfOc949aYC2nbWbfR5rcC3X64ZwPseYgPjZCiAHAsU15wBnKCeArYZ7wCeCk5rBqJrdXBJ8PuO9g3VLwXAY8dPM4D7M7nTO4DT+BnbPx1zTvtKHPt92Z0BPFSuAHit0a8cAgQIECBAgAABAgQIECBAgAABAicU2DoAEwCfcFAdqElbj/8DUT1XNQp4o88FwKt0/eHH7wkD4KHJ7nMCxFUGxoJCUsDY7ZLc30+8o31D9ftzC+g/KQBufl5z/xMALxjodiFAgAABAgQIECBAgAABAgQIECDwKQJbBwgC4E8Zafts59bjf58qGbWKAt7o8w8OgLuTSm+vKM0AH97k8OM3WOo7moGZZoCOzbqc8w7gIeGxJYbTtmkmafu/zQB+CDZvBL/8dcPKxYP8tuOSGcCpf/r9OPbvuXVMwXi0Un3pbOChGcAC4Nxesh0BAgQIECBAgAABAgQIECBAgACBDxfYOkAQAH/4ANy4+VuP/42bv/zwUcAbfd4/cpSkLK1p7hTGheUvuX4JgDvYAuCFI2/93UrCyv4MXAHwtX9KTNv9BcDrj3MlEiBAgAABAgQIECBAgAABAgQIECBA4CMEBKDbdnMUIO6mf2oFtNvyjx69NLgZWpJ2zrtt7xWrHGBX5585bqIZt/36dmfgDrVlbnlzyx86ZtvPuUsi167fkvK74zSaQR2VX9o/Q/svfUfzkvFRWv/i60ha4/pW+f/a/6Z0vf0/mxvEmrOsq18PHIAAAQIECBAgQIAAAQIECBAgQIAAAQIE3iPg8fF7nMeOIgDe1n/s6MXBzUAqIwCO+3pumlUa0EU1isof2l8A/FCJ/KL+FgB31wv480cAHJ2xPidAgAABAgQIECBAgAABAgQIECBAgACBi4AAeNuBIADe1n+LALidFJsm9oYzRdeaAdw96BLyuftnzvwdezdrquKSgLDbvGj/iCIKMKP9o89r12/r8iO/qH5H37/4hyRmAEenkM8JECBAgAABAgQIECBAgAABAgQIECBAYEhAALztuBAAz/fvhiphgDpQfM7+xcHNxAxgAfCjUwTA88d/d4/SgDQ6emn5p9y/86OM3+BCUXwdEQBHQ9TnBAgQIECAAAECBAgQIECAAAECBAgQICAA3t8YOEwA3KcLZnhGwUdpcJuqM6ecoTqNvT+z85rNy6Ha46T9hybD9usRtT+7/ktnAE/1T06Zc/fPnPF7H0a3OvR/gHI/H27l1Z4hGl0RogAz2j/6PGpftH9Uv63LL63frvYfOG8EwNEI9TkBAgQIECBAgAABAgQIECBAgAABAgQIbCJgBvAm7I8cLEg4dt8/I8FfFIDOCW4T1pwAdqhXu/tHvd7PegTAHbGhAFkAHA2pwc+3DmijSu8qgB2obOS3av3v4759L+/3pTb36/Pv9X/3/6LrYOT/bQZwRORzAgQIECBAgAABAgQIECBAgAABAgQIEBgS2H3AePJuO+wM4NQvAuCLxNwZwNkBeM5s3cETuz+HubNRTplvmgHcr3oUqPW3Lw34ostLVH60f/R5FGBG+0f127r80vrtan8BcDQcfU6AAAECBAgQIECAAAECBAgQIECAAAECexEQAG/bEwLgfP8zzQAWAA8vvi0Azj8f2i1LA9LoaKXln2p/AXA0XHxOgAABAgQIECBAgAABAgQIECBA4LMEtg7YooDps3rj81q79fj7PPHnFm99/tXq//vSpnOX/s0cECkgLV1CNfNwu90sDIqj2byV+mctsNEZql/tMrttwDkykznzHcFr1XOv5WwdsNZ2KW3f4vrdxt/o/iNLPve3r339+mou8GPvMV/cdjsSIECAAAECBAgQIECAAAECBAgQIJAnsPXjua0DqDwlW9US2Hr81WrXUcrd+vyr1f8C4PeMQAGwAHhqpJUGpKX71z4LNqufALh21yqfAAECBAgQIECAAAECBAgQIECAwPEFagUwuTJbB1C59bRdHYGtx1+dVlUotZ1RGM2mXHDYrc+/Wv0vAF4wGBbsIgAWAAuAxwWqTX8VAC+4WtmFAAECBAgQIECAAAECBAgQIECAwIcJ1Apgchm3DqBy62m7OgJbj786rapQqgA4G/VpWdOdLzGc3aidbnjIALj7Q4pgfFgCumzglc6QLd2/rPbx3pvVTwAcd44tCBAgQIAAAQIECBAgQIAAAQIECHy6wNYBnAD4s0fg1uNvt/pTwdSKM4G3Pv/W7P/B91neHMOgshkIaf+hrL3df+rz3Y6jyhULXaOx+s6AfqguSwPgm+tmAWDlfl2r+FKf0v3XasdYOXuvX9R+7wCOhHxOgAABAgQIECBAgAABAgQIECBA4MACawYwSxi2DqCW1Nk+6wlsPf7Wa8nKJQmAZ4PeA9pmz/vCvJUC4FS5KN+c3YiD7XDMAPinUf5+lh4536IlfI8eANYebqU+pfvvvX216xeVLwCOhHxOgAABAgQIECBAgAABAgQIECBA4MACWwdwAuADD54Vqr71+FuhCXlFREs49z8XAOe5draaWvo5DCqbcqbCEDOAh7sjdI0S8q1nAKdmCYBnn285O5QGuKX759SxZJu912+obbVD3+4xv5obfLN4gj8CBAgQIECAAAECBAgQIECAAAECBLYQ2PrxnAB4i17fzzG3Hn9vkxAAD1Kv2f8C4LeN5vuBBMDT5p+efpUGpKX71z4j9l4/AXDtEaB8AgQIECBAgAABAgQIECBAgAABAjsWWDOAGWqmgLdu59fuv7q1P3Hp0Qze6PNE884ZkoMn8EHmb3Wc2iA4DCZvbR0K6ObMkIsCoBOP8EvTcp23chgMYL+aJaB/e0tAb1VBx10kEJ2jex+XixpduNOQWfT9ofT7mxnAhZ1mdwIECBAgQIAAAQIECBAgQIAAAQIlAtEDwJKy231LHyCWHv/s+9fuv7P7VWtfFPBGn6eKCYDzukgAnOe08lZ7D9oEwCt3+E6KEwDP7wgB8HwzexAgQIAAAQIECBAgQIAAAQIECBA4tEDtAFEAXHd41O6/urU/celRwFvy+TvZone4vrMuU8daGJSPLdGbGzB9+kTSQwbAexmz6rFYIPf8XHyAE+4oAD5hp2oSAQIECBAgQIAAAQIECBAgQIAAgcncpPJLCgXAdcefALiu7+LSSwLeNnRdGGjm1LcbBIQBngB4ktQS0Dkjbt1t5ozfGre3Ocdft+VKSwJRAJy2C69vJyQdG58C4BN2tiYRIECAAAECBAgQIECAAAECBAgQEACfdwwIgA/St22gOxWmVgx8p0KTsTf8NrW9/t3qvLsgpSRg7wyZOQFhClC67xgWAL/v/BsKsKJxOad/o5bMOX5uQBkd0+fDAkP9PnR+jo2Po/fPVPu7YtF20feH0h/weQewM5gAAQIECBAgQIAAAQIECBAgQIDAhgLRA8DSqpU+QCw9/tn3r91/Z/fbTfveGADnHOqeVR81AE4dGzR2TkDYDZhS8X93M4C2qUgUwK5Zq+Q/9FuKsXrM6d+orkMBY9qnf/yjB4yRxdaf5wbAZ+2fkvZ3x2b0/aH0+5sAeOszxfEJECBAgAABAgQIECBAgAABAgQ+WiB6AFiKU/oAsfT4Z9+/dv+d3W+L9l0ewN+Cye8/tzm4OalsYWW7AVpUlAD4VUgA/GoiAL6aCICjK8q6n5cEoG1Njh7Ql7Y/9ca/dP8Z6Z7S728C4HXHvdIIECBAgAABAgQIECBAgAABAgQIzBKoHSCWPkCc1ZgP3Lh2/30gafUmC4BXII6WgE6HMAN4BezxIgTAVxsBcNVh9lJ4aQAqAL6SCoDfO24djQABAgQIECBAgAABAgQIECBA4MMEtg7wBLT7HnBbj4+tdfY+PrP7pwki3/kO0RSQlAYd1QO+qfcidwffWJCb9u+vC1xhRvXQDOrc6o+dR6VLFJe+gzg6fmn50fUjOn60v88JENivgBnA++0bNSNAgAABAgQIECBAgAABAgQIEHiDQHaAVKkuew/YKjX7MMVuPT62htr7+MzuHwHw8FDKTVAFwIN+pQFtFMCWlh9dP6LjR/v7nACB/QoIgPfbN2pGgAABAgQIECBAgAABAgQIECDwBoHsAKlSXfYesFVq9mGK3Xp8bA219/GZ3T+dALg7WXVshu1aM3fXKqfaOFgrAO5X0AzgrC6LAlgBcBajjQgQGBAQABsWBAgQIECAAAECBAgQIECAAAECHy2QHSBVUtp7wFap2YcpduvxsTXU3sdndv/MCIBLQ9s1+2y3S0BHwbEAOGsYCICzmGxEgMACAQHwAjS7ECBAgAABAgQIECBAgAABAgQInEcgO0Cq1OS9B2yVmn2YYrceH1tD7X18jvXPz5+vcbo2vLwFlN2AdSr4bbfrvoO2n39Gny/tx90EwP0GlAa8CwJk7wBeOorG94sC6PWPqEQCBN4lIAB+l7TjECBAgAABAgQIECBAgAABAgQI7FJg64Bv7wHbLjvtjZXaeny8samDh9r7+FwcAN9a+91JfUsC3n4AnDCjnDPq390GwKniS4PgCGagXAFwNFrmfy4Anm9mDwJHERAAH6Wn1JMAAQIECBAgQIAAAQIECBAgQKCKwNYB394DtiroByp06/GxNdXex+fSAPgerHaCxtwAOOqTbnYZ5ZxRWQLgh5AAOBot8z8XAM83sweBowgIgI/SU+pJgAABAgQIECBAgAABAgQIECBQRWDrgG/vAVsV9AMVuvX42Jpq7+NTAFw4QkoTajOAizogCmC/JlYyLzrwbefo+GscQxkECGwjIADext1RCRAgQIAAAQIECBAgQIAAAQIEdiJQO+Dbe4C2k27YrBq1+3+zhjnwVWAkoJx632+729TM27F9hw5Vmq9G3Vh9hnBUgbHPbw0fPb9+v2eXnNy7/rXbHwWwUYAa7T8bobdDdPzS8u1PgMBxBQTAx+07NSdAgAABAgQIECBAgAABAgQIEFhBoHYAKABeoZMqFlG7/ytWXdE5AgLgHKX1txEAX0wFwOsPLSUSIJAnIADOc7IVAQIECBAgQIAAAQIECBAgQIDASQVqB4AC4H0PnNr9v+/Wf0DtKgTArdrQLGAzgDvjqXIAXHvmb2pJFOBGM3Cj/UvPwOj4peXbnwCB4woIgI/bd2pOgAABAgQIECBAgAABAgQIECCwgkDtAFAAvEInVSyidv9XrPpmRUdL8Eafv7XiAuC3ct8PJgC+UAiAtxl+jkqAQHP9ab7g/IIgQIAAAQIECBAgQIAAAQIECBAg8KkCtR+PCYD3PbJq9/++Wz+vdkOzXrszMaPP5x1tpa1HAuCo9LnvCO5u3z3kx74D+Aa8NH2I/KP+W+vzKMCN2hftX1rP6Pil5dufAIHjCgiAj9t3ak6AAAECBAgQIECAAAECBAgQILCCQO0AUAC8QidVLKJ2/1es+tuLTqFcO6Poq3f0NgiOPn97hdsDCoA3YU8HXRpQCoDzum2pb17ptiJA4MgCAuAj9566EyBAgAABAgQIECBAgAABAgQIFAvUDgAFwMVdVLWA2v1ftfJvLjwKeKPP31zd6+HeFAC3h7q3v5OOmwG8rNejADjNPI+2W3b0x17RDN4ogI32L61fdPzS8u1PgMBxBQTAx+07NSdAgAABAgQIECBAgAABAgQIEFhBoHYAKABeoZMqFlG7/ytW/e1FRwFv9PnbK9weUAC8CXs66NKAMgp2BcBX4aW+mw4KBydA4C0CAuC3MDsIAQIECBAgQIAAAQIECBAgQOBzBbYO2ASwdcfe1v1bt3X1S4/G59a+Py+LPa9r0n2H8KKSoym2CwPg3LpEQWUU0EUzREv3z23H0u2i+i0t9yj71e6/T/c9yjhQTwJ7FBAA77FX1IkAAQIECBAgQIAAAQIECBAgcCKBrQOsKGA7EfUmTdm6fzdp9IoHjcbn1r4C4OnOFgCveDIcsCgB8AE7TZUJfIiAAPhDOlozCRAgQIAAAQIECBAgQIAAAQJbCWwdYEUB21YuZznu1v17dMdofG7me5s5GwWcpf5mAE8LRjNAowCytH+i/aP6Rfsf/fPIP/Ip3f/ofupPgEA9AQFwPVslEyBAgAABAgQIECBAgAABAgQINAKbBVg3/Shg00llAlv3b1ntt987Gp9b+F5C38pLJyf5IwbAc0Lx2gFgFCDWHuFR+2off+vyI//Ip3T/rdvv+AQI7FdAALzfvlEzAgQIECBAgAABAgQIECBAgMApBLYIsLpwUcB2CuQNG7F1/27Y9FUOHY3Pt/k2ge+cYHOVxjeFHCkAXuJTOwCMAsS1+mmsnKh9tY+/dfmRf+RTuv/W7Xd8AgT2KyAA3m/fqBkBAgQIECBAgAABAgQIECBA4BQCbwuwRrSigO0UyBs2Yuv+3bDpqxw6Gp9v8+0EwN3Jv1+/qzRztJAjBsBzfGoHgFGAWLf32hUeah9h3+VH/pFP6f771lE7AgS2FBAAb6nv2AQIECBAgAABAgQIECBAgACBDxB4W4A1YhkFbB/QBVWbuHX/Vm3cGwqPxufbfHsBcO3gN9EeMQCeMyxqB4BRgDinrku2jdq3pMwj7RP5Rz6l+x/JSl0JEHivgAD4vd6ORoAAAQIECBAgQIAAAQIECBD4OIG3BVgjslHA9nEdsnKDt+7flZvz9uKi8fk2XwFw2PeWgH4ligLOEPXgG5QGuKX7H5xP9QkQqCggAK6Iq2gCBAgQIECAAAECBAgQIECAAIF2idBt1wiNAjZ9VCawdf+W1X6FvbvrAQ8V966ptDObcg8zo/rPLHftzYtnCK9doaa8bhC88eUtbF0UMIYFBBvsvf2l7bM/AQIEjiogAD5qz6k3AQIECBAgQIAAAQIECBAgQOAgAlsHhALgugNl6/6t27qM0qMAVQCcgTi+iQC4iO+PALjMz94ECBA4qoAA+Kg9p94ECBAgQIAAAQIECBAgQIAAgYMIbB0QCoDrDpSt+7du6yZKj4LftOtBA+AUvC5Z9njNPtljANxt3781G1uhLAFwBVRFEiBQVaD2/ad2+VVxZhQuAJ6BZVMCBAgQIECAAAECBAgQIECAAIH5AlsHhALg+X02Z4+t+3dOXVfdVgC8KudYYQLgMmYBcJmfvQkQqCcwdn1K1/06P7D5+fN9a9Lj/6rXxi1LFgBvqe/YBAgQIECAAAECBAgQIECAAIEPENg6IBQA1x1kW/dv3dZ1Ss8NfPsV2ukM4Hs1g3Z96gzgqN11A4r1RrUAeD1LJREg8Cyw+PrSuy++/NDndl8avQ5H99Xefe1S/sA+/5be1w8yEATAB+ko1SRAgAABAgQIECBAgAABAgQIHFVg64BQAFx35Gzdv3VbJwCOgtDa/lvNAI7aLQC+9vxvG6z4I0DgIwVKA+CvP18XtzQjt4/4b+z6UhQA/9yP+O9+ARurwbG7VQB87P5TewIECBAgQIAAAQIECBAgQIDA7gW2DggFwHWHyNb9W7d1ndKXzhSKHlQPNKAbPlYPQM0AHhxCZwmA+41bHNiMnGgC4LddgRyIwO4EoiWcoxm8UQCcGtxGtiV/z/HuNQBO313a/551KWgBcMmosS8BAgQIECBAgAABAgQIECBAgEAosHVAKAAOu6hog637t6jyc3YWAM/RWm3b6gH4SE0FwHldKADOc7IVgRoCpfff0u9HAuAavbpemQLg9SyVRIAAAQIECBAgQIAAAQIECBA4pUD0gLH0AeIp0Q7UqKh/996U0vEXtn9h8JsbIHZ9h/YJA9AFM4yf+nRh+1IZUTv3Pn6i+h094Fx7xm/f6+g+Uf/7/NwC4fU/aH50/yktf8/6qe3tNeblPhXdl6L7Tub+XwUrN19n/n6dehl7AfCezyB1I0CAAAECBAgQIECAAAECBAjsQCB6gBk9AN1BE1RhQiDq373jlY6/sP3Rg+oRoCgYHQp2BcD7G21HDzgFwPsbU2q0H4Hw+r/zAPj3t2xx5K+CBFUAvJ9xPFYTAfD++0gNCRAgQIAAAQIECBAgQIAAAQKbCkQPSEsDuE0b5+D39+AdlaJ0/EXj+88GAXB7yDQBygzgbUemAHja/+g+244uR99aILz+C4BHBaYC4GZe7WW/0dtndF81A3iVU0MAvAqjQggQIECAAAECBAgQIECAAAEC5xWIHpCWBnDnlTtGy6L+3XsrSsdf2P7oQfUAUDT7t91lagawAHg/o+7oAacZwPsZS2qyP4Hw+h9UObr/lJYfie1yBnAU3raNmrqv5ux/g4n8p/wsAR2NLp8TIECAAAECBAgQIECAAAECBAicXiB6gFnyAO70eAdoYNS/e29C6fgL2z8jAJ4KfvuBb05I3NqbAbztCBQAT/sf3Wfb0eXoWwuE1/+tKxgcfy8B8KWaneD25b6Vcx+dCn67v4pq3tzb3Bmvhyz4hYsAeOeDW/UIECBAgAABAgQIECBAgAABAgTqC0QPSEsewNWvvSNEAlH/Rvtv/Xnp+Avbn/Pg+oaQQt2nZ9W3zwTAW4+UZcc/esBZkI9kgR3dJ6uRNjqtQHj933nL9xkAPwLa+30v5z56D4Af+9/5XwLg6ydfX38X95AAeDGdHQkQIECAAAECBAgQIECAAAECBM4iED0gLQ3gzuJ01HZE/bv3dpWOv7D9Aw+uu7N3u8HumgFwOPM3dcyM5TIH+zLnwfzEIMidybz3cTRWv6MHnALgo4489X6HQHj9f0clCo6xXgDcvHj+9t7e3Op03wF82WfgXiQAztWss513ANdxVSoBAgQIECBAgAABAgQIECBA4DQC0QPS0gDuNFAHbUjUv3tvVun4C9svAJ4cAgLgfZ8hAuB994/abSsQXv+3rV549C0D4Evm21xg7tcYAXDYX+/eQAD8bnHHI0CAAAECBAgQIECAAAECBAgcTCB6QFoawB2M43TVjfp37w2uPf5+29Uob39bhJ3ZM4F32lGR2dFn2O6UXbVOIlB6fY6uj6Xl12duZ6ZO/f1WrsL08X9//9U9/u/1Xbdjf1/TH0/tefns92fA76tz05so4fv7uvzyy49Mpt4FnMobWnniaQnotGHQwGgFi2CFjH/B/vH5UTY+0/nZvw8m0+j40fktAK57eiqdAAECBAgQIECAAAECBAgQIHB4gdIHUIcHOHkDov7de/OjB6Cl9RcAlwkKgMv87P3ZAqXX5+j6WFp+/d4pC9jK6ycAHjP8atLnpxnAaUMBcIds+gcKAuDyM1QJBAgQIECAAAECBAgQIECAAAECBQLRA+LoAXPBoe36BoGof99QhaJD1B5/AuCi7vkjAC7zs/dnC5Ren6Pr4/LyUzBaawZuFPymcbHt8bNnALczeTNn1l5aFsz8Ta1fbwZw5x3AOfVs6vf1fV3+eXCZ+VsIPLqCxeFnAK8zPgXAn31913oCBAgQIECAAAECBAgQIECAwOYC0QPi6AHz5g1QgUmBqH/3zld7/AmAy0aAALjMz96fLVB6fY6uj8vLFwBfctrcJaB3HwB3zjMB8B1j/PwQAH/2lVnrCRAgQIAAAQIECBAgQIAAAQInEYgeEEcPmE/CcNpmRP2794bXHn/dADhZRKHmmmbeAbymprIIHEug9PocXR/zyx8LvNaagZsbqPX7b9vjjwbAUzN4hwLWzBm//dYvnwF8Lek33eCigLpfv6YN1yWgfy8zgV/+bjN8x+5fg/fQzjuAH/tVegdwU7/2vbttPV7fQz80puqMz9IZwA/34fp5B/CxrvdqS4AAAQIECBAgQIAAAQIECBB4u0D0gDh6wPz2CjvgLIGof2cVtsHGtcefALisU6Ow/PXhe9nx7E3gTAKl1+fo+phfvgB4aFydJgCOThoBcCQ08nnddwA/DioAXthBdiNAgAABAgQIECBAgAABAgQIfLZA9IA4esD82Xr7b33Uv3tvQe3xNxQAd02igLPUzwzgUkH7EziuQOn1Obo+5pcfzYAsnYnbKz8VFx32T+lx09hYdvz8ADh4x+7LDOC8JbbzZwB3jt85He4zgKNTpFu/dgbz5R3A7ft/m/cA929Snff7Lp8BHMz8TfUdepdwty33WcW9BpbOAF5pfA7PAG5mVd9erLz4/LzVzwzgaGD7nAABAgQIECBAgAABAgQIECDw4QLRA6joAfOH8+2++VH/7r0BtcefALhsBEQBuRnAZb72PrdA6fU5uj7mlx8lsaVB7LIAtkkiVxoAy44vAD5uANwOnH/N/1u0BPRKAXAToQ+M3yVjenj8CoBXujwohgABAgQIECBAgAABAgQIECBAgMASgfwH8EtK/4B9ls4AyqWJys8tp7/dbWbSaECaedytZgineo8FuKleUQC8lM9+BHIEal9f1wtYh1szNhNw/gzBHK2hbd4c/C6t5mb7RWFd5Ddd8dGAOWrv3HcQj5U3UU777t92ouptsupgCaP3p7GZuf1SMu+DY9WfmiH98/Pz5+fPdxMAt304PEN6OKCN8Od//vvT1KHzbuj2/cp5f9PjSwCcp2grAgQIECBAgAABAgQIECBAgAABAlUEagcUVSq9p0KjB8S5D5pHH4CXPcAfpRIA72kUqctJBWpfXwXAUQAaDaxK19fosKt9HrW/rH0C4DK/qRy1vTb8uywFvV0AfAl+018nAL7/UxgEC4BXO5UVRIAAAQIECBAgQIAAAQIECBAgQGBtgdoBxdr13U15UfB7f4IaPaAfaVFu+UtBBMBL5exHIFug9vX1vAFwbvC28Po6uPRtdrfuaMOo/bmOw03KDoDbmbrdAHHwncLpxbDNO3z7f/390+dbzQBe6f57zAC47Z/rDOB4JrAAeEcXA1UhQIAAAQIECBAgQIAAAQIECBAg8CxQO6A4rXfuA+KlM4Bzy18C3KnToiWgO4IxuRYAACAASURBVPt/V1hjuVvk2BKeloBe0vH2ebdA7eurADgKQMd6vCwYffc4Gj9e1P6ydq4XAHdaMDDT9M+ZAuDO/XHq/NzvDGAB8H7ObzUhQIAAAQIECBAgQIAAAQIECBAgUCBQO6AoqNqmu77kmjMD2XtwmRsAzyz/T1TuUHkD+9zbmXP8gf3HAuAoFx4Kdof2id4xPPYO4DR4onpsOsgc/PQCta+vtQPg1EH946zfrqVBZRSA3lswONaelsAd2KJ9z+y+/6L2l9V/NACe+47fcIZwR3lyJvFju8l3AN/uVaM/IApmgEf3ncExMXB/nAyAm5z1X1PQ6z2s26dl/Tc+dq/H+P0dmI3d7QpLQO/79Fc7AgQIECBAgAABAgQIECBAgAABAlMC6z/IP4f3uQPgxwyfZQHwY//7g/JegBwFr1MBcFtU/1n62AN5AfA5zreztqL29VUAHAWgaWQNB2kC4Okzb7UAuH+Y3AB56RLQmwbAj1D16+vvKHCbvQqAz3rl1y4CBAgQIECAAAECBAgQIECAAAECOxCoHVDsoImLqiAAHmC7p7IC4EWDyk4fJ1D7+pofALcBaG5Y+tpNb58BnKoaToDMbVOvoNtuUf+YAdxGlAN/c9/x2y8id/8tAuDmPjf2w6bJC9jT/fG6ZXYA3I7H+xDdwQzgm3s4ATiYSf3VnGC5Z+jH3Rw0mAABAgQIECBAgAABAgQIECBAgEBtAY/nhoUFwAMuAuDap6PyTyZQ+/oqAM6NlwTAS06t/BnAnR8YDL3jt39wAfCfpxnAAuAlw9M+BAgQIECAAAECBAgQIECAAAECtQVKH3BHD7Br1//s5Zf2z9Y+tcdH6NNZ2jiFwt3VjlMm2l+iOMUNufHEqHP0rt/CDvoJZvBE7xoeewdwqla0FHRh9Qfen1haov0/SSA8/w+LMTV1tviqtKLK9BTf0QAytwZTSw03ZZTOcMytxl63O/IS2F+3oZP+O2Q8612+Q/fa3qsNXo6x9P7clNtOjb0sAf2T0t/bedkJ0KdmELd1Ke2/6ueXGcB7PfXViwABAgQIECBAgAABAgQIECCQJ1D6AL12wJfXivNuVdo/W8vUHh+hjwB4cggIgLc+Qxy/RCA8/0sK33RfAfCFXwA8OQpLA8Qth7gAWAC85fhzbAIECBAgQIAAAQIECBAgQIDARwiUPkCvHfB9RCdMNLK0f7b2qz0+Qp+RALg/8WfzGcBtPefMRrq1K5yheyuzbd/QtgLgrc8Qxy8RCM//ksLfum//Hb8DSx4PvmN0rUrOfcdw+HLfa377O/IO2txqC4Anpc4aAM+a+ZuE9jQD+P4O3mCG/GX28Phf9A7rxedXcF49SM9zhc295NiOAAECBAgQIECAAAECBAgQIHAqgdLHO7UDvlNhL2hMaf8sOOSqu9QeH6HPwgB4NYTcUHfNAHjgmHMC4DBUXg2nDYhWLExRHycQnv+HEQkC4Kd21DhpBMCHGSqdin5kANy9vw29z6HbkUNLQOfek6cGRLQEdNUA+HH+/7YvIl7yJwBeomYfAgQIECBAgAABAgQIECBAgMDxBEofoNcO+I4num6NS/tn3drML632+BjzuYeY0TsAR5q0aAbSUFljD5un6jVjJtNTWNvZb6r+3X26M4DfGfwmKgHw/HPqTHtE17fo+hHtv1+ruUs8zw1oo5YvOX5U5uvni2co3i8Q35MH9Q7gshmk83t0rT1+/1zP7eYt9t9ff17uV7nBbbRdFBAXNKe99vy7BMFNCDsSqIYzeGfNAH7t6+wAODPw7XN8eQdwwQixKwECBAgQIECAAAECBAgQIEBgBwKlD9CjB/Q7aOKhq1DaP1s3vvb4qBUAJ7fiIHiTAPin80D9NUCJAuCKz8xfhqMAeOszdNvjR9e36PoR7b9t66aOPjeAXbslc4+ft+Rzv5YC4LX77bm8484ALgmA21mvvfva2E1r8N+7s2anf2Aw1XvbBcCP+mffPwXAdU9EpRMgQIAAAQIECBAgQIAAAQIE9ipQ+gA9ekC/13YfpV6l/bN1O2uPj6UBcAp2o1mvewyAR+t8D5vbAHj8wbYAeOuzwvGTQHR9i64f0f7vk547Q3frd/zOPf7A9i1ukAtnB8Dt9eprYDlb7wCeHMJnDYC/bsHt05zXzv1tMgAeE1tj6edO2dMB8PXEiGaoz+u/NWcApxM3mEFuBvD7biGORIAAAQIECBAgQIAAAQIECBCoIVD6AD16QF+jzp9UZmn/bG1Ve3wIgDs9LADeerg7/kyB6PoWXT+i/WdWp2BzAfAQngC4YEhl7DovQMwo8G2bXIPHr+aeNbQEtAD42hHPS0gLgN82PB2IAAECBAgQIECAAAECBAgQIHAWgegBevQA/iwOW7Uj8t+qXqc57sJ3AIftj2YTVTju88zf5mFwkzlFAUCaKdXOZI5mO4dttsHHCbzr+tS/z7zruMs7tHAJ5ZTlLFtZuVPtsRl8ufUrrcD0DMJx33XqF1//lvfwHvfsv1P2yO3//nt99+/lVcA5f6UzgNMxont3s110r/xuNmiXX/7XbHvtg7FGLD0/JkC6M+UXLu18L31o1n3n0N4BnDMwbUOAAAECBAgQIECAAAECBAgQ2LFA9KBdAFy38yL/ukf/gNIrBLEXteghcoXjPj2Uvh0/DgCuS0ELgD9grFdo4ruuTwLgpZ0nAF4qd8T9zhQAt235295KBcDzhqIAeJ6XrQkQIECAAAECBAgQIECAAAECnywQPeAXANcdHZF/3aOfuPQKAeyT1oYBcNu0Zv7RpTrjAfD4O4BP3OuatrLAu65P+w+A+0s8v+cdunF3ZgbAT5MUu/vkpm9jNcmd4bjUb7p+8Q9gYsE9b3GmwLfvvEoAXHqfH7mPv8wAvtx0H2N90xnAaw5YM4DX1FQWAQIECBAgQIAAAQIECBAgQGB/AtEDfgFw3T6L/Ose/cSllz4YnqKJwt923wrHTw+lBcAnHrc7a9q7rk+HD4Cf+m0oFC0NWucGsOsssRwPx5UC4FE/AXCX5kyB914D4MHlnwXA8aXAFgQIECBAgAABAgQIECBAgAABAvsTiB7wC4Dr9lnkX/fo9UoP36GXmxvkVrFC4Ppy6Kngd+XjR36pbu17CP0RqCXwruvT/gLg3AA1yc+d4bpWIJx7AejXr1vvktGTOQP56RBjAfn84PxMgWhOL5xpRvBkAJzzI6sWbOy+G+2f9uts93TP7ZXbvkLh/pdev9DcfP812/3+/jT16K+4kc7v3PMzp/crbGMGcAVURRIgQIAAAQIECBAgQIAAAQIEdiQQPeAXANftrMi/7tHrlR4FmE8PVNeoxsoB7GCV7g+Lmwe+f3oPfFc+fuSX6icAXmPwKGNM4F3Xp+MHwH3B3CWiS4Pg0oCp1vHnBuhjI/CzZwC/jKrmvbndvyMH4HsNgC+rpQuAL8Psq7kBlF5h3F0JECBAgAABAgQIECBAgAABAgQ2FIge7wiA63ZO5F/36PVKjwJMAfC4fWTX7pn8/tXrQiUTaGa3vefxfxwAj81gze2kufvnBrhjx8/dv1YAO8cld9uh7TJnAI++gzg69qcGwNd2f/V/Z/TznvMx6pU1Pi8KgKMfXJkBnNdFZgDnOdmKAAECBAgQIECAAAECBAgQIHBUgegBvwC4bs9G/nWPXq/0KMQUAI/bR3btngLgemNXyQ+Bd12fBMBLR11pIFgrgM4NwKN2C4C7Qkee8dvv6cMHwE0Y/++PJaCjM9jnBAgQIECAAAECBAgQIECAAAECBQKlD+gFvAX4GbuW9k/GIXa5yT3EHJmps3oAPKaQOxMoR3HGEtBRiDvU/u4+A68ozKnhyzZvmsC5qG7tTl9B/rT3+i9u+Jt2PMr15zUAngLKCT3zliC+vL9z4u/r6++bemrpYXIsJlu49MC72O88gejweO3PAO6jH7n9kwFw6egquO+39+HvP73zqr0hd8u8vPv3TxMAN6//vczKHrvelJ6fpRBl+1sCuszP3gQIECBAgAABAgQIECBAgACBYoHSB/wC4OIumCygtH/q1q5e6QLgaVsB8NVHAFzvHGxLPsr1RwC8dByUBkylM4CX1nud/Y4cgD4LCIDXGRG3UmoGwJdTTgC8an8pjAABAgQIECBAgAABAgQIECBAYFig9AG/ALjuyCrtn7q1q1f6z+iMmOsxTzMDeGSGc8kM4P5ko5Je2vsMWgFwSe/G++7n+jP9Dt4wAJ79Dtm8JYjvM4B/m5etDrwP87wzgI8d/KaRf/YA+HGGDwf90fm93fe7NL7Gf6Cw1xnAF/OpAFkAHN94bEGAAAECBAgQIECAAAECBAgQILCOQPQAMDrKdg8Io5qd4/PS/jmqwicHwD/ddHvGEtgpNBYAd2KP0gmORz2BVqr3fq4/hQHwk0fOoJi5BLQAeKUR995izh8AT4/16Pze7vtdxQC4txTz4IgrmAE8Gf62BxMAv/ckdzQCBAgQIECAAAECBAgQIECAwCcLRA8AI5vtHhBGNTvH56X9s1eFlxmuvaDzbTN8I6ClD4Kj/dJxO+1+Cn57n/c9ohnCUbNyPzcDOFfqnNttd/2JAtjr52kG+PM4/W3+/fr5o/7TAXLce/39b+Vf3t/Z++vMBD7PDOBzzPjtd9VxA+C88+OWNo4O7+j8ft/3u/nvwJ09A7hzTy59xcTg/bdT/sv3l4Efcl3fAfzbXKOa94i3PyB5+osD8Piatf0W3gG8fR+oAQECBAgQIECAAAECBAgQIPDhAtEDwIjnfQ8Io5qc8/PS/tmrigD41jMDAfDvn3b+8/MD4e8emAD46mcJ6Lpn+HbXn7yAKz8AXttJALy26BblnTcAztOMzu/3fb97ZwD88+fnqxe4zvwB2nQA/NO8omK6/LZ3BMB5Y9RWBAgQIECAAAECBAgQIECAAAECBQLRA8Co6Pc9IIxqcs7PS/tnryq7DoBzZu+OLM18947KGNg/zQBeIwBOM5BKg2IzgPd6Br2nXuvNoJ1b3+gdvHNnAM89frR9PwDuzBD+hBnAaeLzwScGnz0AbmfJTv3tp/3RQHqdab98BrAAOLq6rfW5GcBrSSqHAAECBAgQIECAAAECBAgQILBQoDRgFAAvhM/crbR/Mg/z9s0EwK8PvAXA84ehGcDzzebsIQAe0xIAX2Si3G7OYNtg2/0EoHMbH82Qv5YnAO643n+UJQCeO9qWbi8AXipnPwIECBAgQIAAAQIECBAgQIDASgJRwCjgXQl6YTFR/ywsdj+7jcykjWauVnlH8NSs3WjG70zRe/tGjnlvX+FxI8e9z/Cdyfqy+dkD4nrXh7yAqbR/HvsvTRK7U1G7swSXltdv0cA7fjubtK/vrPkXBXjRsY8bcEYt8/mzQOk7rpd6RufZ9PkT/4JgfP/JGcALVuCYJVBYfnvfba/d/5rXPVyu4S/vAE5LSFe+wIw0On1vGPv+n/v9SwA8a1TZmAABAgQIECBAgAABAgQIECCwvkAUIAiA1zefU2LUP3PK2uW2AuDBbhEArzNaBcBLHQXAVzkB8NIRZL93CgiAn7QLA9qw5wrLFwCHwjYgQIAAAQIECBAgQIAAAQIECBBYQyAKGAXAaygvLyPqn+Ul72RPAfBgRwiA1xmfAuCljtE7eJeWO7ZfNJNwbL+xgHZpef3jCIDX7mnlnUEg9/wyA3iotwXAZzgHtIEAAQIECBAgQIAAAQIECBAgcACBKGAUAG/biVH/bFu7FY7+iQFwM3soWpq5JACOyu72miWgVxjDGxZR7/qwlxnA3SWen0ZuoJ4bUEWdJwCOhHz+iQK559cBA+Du7N6xVzCUzABu9m2v2+3y8f+aFQYu9+CX41gC+hPPKm0mQIAAAQIECBAgQIAAAQIECKwuEAUIAuDVyWcVGPXPrML2uHHhO25Hm1T4gDakCuo9GMJ26pT7Dr3XB8PjNZsT/KZSBMBhT+96g/ddH969xGwKmGrP8I26VwAcCfn8EwRyA9++xUYB8JIuGfrOsOb3k075v83N+vIO4Nu7gP/8SYFvv+LbvAM41WLs+3/0XSN9v/EO4CUD0T4ECBAgQIAAAQIECBAgQIAAgRUFogBBALwi9oKiov5ZUOS+dlnzAWu3ZbUD4HSsOTOY73X6+fMIgMce/N4OMMMnPZTt7hIyRM/n9zVaZtfGEtCzyQ62w9JgKreZAuBcKdudWWDpeRbdYKJyx/f/+v7687chj67x2b3SuT+/BLIz7sOjx+sGwJcZwF/NDOCfy3+vf0PfBQTA2f1nQwIECBAgQIAAAQIECBAgQIAAgVeBKGAUAG87aqL+2bZ2Kxx9jQerQ9UIk8/owfOt0IXlmAG8wthYoYgoHDj6DOj9Xh+iGbwrdO6liMzzePHhBMCL6ez4RoHSGfrR/kvPsyMGwAPd1vme0r23Z6/kcblUPSyuS0DvMwDutu/vyPXVDOA3ntoORYAAAQIECBAgQIAAAQIECBAoEYgCBAFwiW75vlH/lB9h4xIEwNMdMMMneig7dKCjB6DR6BUAR0K1PhcAryHbznIs+fv9iQK4ktLtux+BKMCNahrtv3QcRuMvKnd6//8150d0jY9afv986sdeqwfAzVGbMv/v57/mv2nm7z5mAAuAs0eMDQkQIECAAAECBAgQIECAAAEC9QWigFCAW9YHkW9Z6eV71+7f6u2fEXCWa3VKWDizN5UQha1pZlA0Ezh6x+9XsALk0MPvOTOUonacPSBedUztoLDq5+toG6MgZwc4FaogYK2AuqMitzufrgjj9/fr+TZ8fc5ZNnjq1QPd/Ze+mzbtF9UleAVCs0Ty2N/33+/mVQq/g0bpvjYWDk/O3B35bvB0r7x9bxktJ+P7xU/TtP+a/9/PpROHHb6jclY8V4a+C4zNAM49rHcA50rZjgABAgQIECBAgAABAgQIECAwIhA9oKwdEJ69YyLfrdtfu3+rt18APDmEBMBbn2HHOn7183WUQwB8rJGitjkC251P19oJgMcD4Nbmb3PZGTLadQDc5L2/zfeeNvcVAOechbYhQIAAAQIECBAgQIAAAQIECHywQPSAsnZAeHb6yHfr9tfu32rt3yr4TR0WzawJ6hfNnJ2cATxj0CwJgGcU/ydqhxnAczS333b8fI2WeI3qHu3fC4DTyq0nz4XNAI7GzV4/z1uivNr9L5MlOwBuz7f7uRbNum0P3ptxOrr/fmcAVwuAW56B7werzQD+iAD4OhjNAM480W1GgAABAgQIECBAgAABAgQIEBgTiB5Q1g4Iz94zke/W7a/dv9Xav2UAHIW/bacWBsBrjQsB8FqSn1HObgLgz+D+IwA+akdvFwDPWaJ/fHbrLWAbyHp/OjeNoSWKr8e/BrvDnz8K/b6/n7bbz3MC5tdtn9u/fAno1uar2b39b78dJTOAL/veviN0yz1KAByNr7HP110CWgB81CujehMgQIAAAQIECBAgQIAAAQI7E4gCutoB4c44Vq9O5Lv6AWcWWLt/V2v/2oFvFOIOHW9qn9720czY8Qfr1+w4ql5uNwuAc6U+c7v++dm/HgzP4E7Tc6fMpqbuPk0XvBby9E8Dn5+0ewTAR+nYsfE8fS6sdv9rmIbuKZPvou3RTu//3ZT/GraOBpi3sh+fj+3fDWgf5b/W5TnIfZQ7tU8bQA8HwI/yh8PmtvxuANwfhU1rLv80+v1o4PtBbv+MBcRPdQi+7/xrL5lNG/6ldwCPOHyNDJCp7x/deuT3/2OvrkP+O4CHzy8zgI9yfVRPAgQIECBAgAABAgQIECBAYLcC0QPK2gHhbmFWqljku9JhFhdTu39Xa/+uAuD24XB/CcznB5ilAXDq0NIgWAC8+NT4iB33GwDfz4BT94MA+Cjdu58AuL239AO8nCA43ZPG9q/zeXem8C2MbW5KP/37Z+9/TwXAz/UfnomcGwD//h2eAVwSAA/9gOslSB2YIbwkAG7fAXy5hq8YAC8dH6n+AuCjXNPUkwABAgQIECBAgAABAgQIEPgIgSigqx0Qnh058t26/bX7d7X2f1gAXBr83uOzYLXNZvXLor8o6PYO4CLe6jtnB8AvM3Sjqg280/f+TzkzgAXAkbDP3ykQXSiHZwKvdv9rmjp1rV0zAB5SbcvPDYif9xcAtx4v/RPd4DNnAO8xAO72f/73y8f5dRlnt9PJDOB3XuMciwABAgQIECBAgAABAgQIEDilQPSAMv8Bzil5ihsV+RYfoLCA2v27WvsFwIt62gzgRWwfs5MAeNuuNgN4W//8owuABcCd0TKxBHQ0A/hSygoBcFvM//1bdwZwez/ozgBO3w9zfgCQcy6Nf98UAOf42YYAAQIECBAgQIAAAQIECBAgMFsgCuhqB4SzK7yzHSK/nVX3pTq1+7fYJwp+Cx+kjvZPUO7PnygQuJa89QzYZoXLyb+oftEM4fZdhP72K1B8/mWO8/0KjNUseo9x3vm9VrtTEPz1fT3upwXDaZym+1HuuK19/2qSuugKervOP4+nqB3RyglTM3qHlujtV7K0/Ed5w+/YjerXzBeedEvv7o3qmVvO2MHGyv/+be7gzc2tPd/ae1x0n1zTd41rRtuuZvXnJgC+3oEvS2o3Q/C1HcP9kPu16vdlqe7n2qfr1dI2Re8YNgN4qaz9CBAgQIAAAQIECBAgQIAAAQI3gehBa/0HrMfuishv762r3b/FPrlPKsego/3H9hMAX2QEwHs/g6frV3z+hQHYUX0EwHvqOQHwc29EAWu05HMUrEblP2ojAB46T0p81zjv2ti3/fFWWgJ6rQD4fh6my+PXdDQeBcD9H7L0txcArzEalEGAAAECBAgQIECAAAECBAgQmBCIAoLaAeHROyfy23v7avfvYp/c4PakM4DTg9HoQXM0vqKZTWYAR4LH/nzx+XdvdjQD8qg+AuA99dxWAfD4+XENPqMfwKSXlY4tpT5WfnRdjwLeqO9Ky//5Gg5+03Gj+v0E7x4wAzjqwenP1wqA+9//HgHwtf/Dq+RtxYLc1vTPp+4wGRqzZgDnytqOAAECBAgQIECAAAECBAgQIDAiEAUEtQPCo3dM5Lf39tXu38U+Ow6ALw8qp+rXCaV/oyfxIwNEALz3M+cY9Vt8/t2bJwB+R0/vaQno7iUrCvrWslkjAG7LmHs/WxYAv8ZiAuDnkRAFwH8mlxaeXj66e6QUJHf/Lb7lNvNlmy68LgF9/W/0Q6n+OJ88RnP/v583ud9jOgfIOf9qB8B/fqd/AJCqOzwDuNt/z+VcA+DH+fPVaawAeK2rqXIIECBAgAABAgQIECBAgAABAh2BKCCY+0D103Ajv7171O7fbJ8FD0ovtrVmAA903NRD38sD305d0rYC4L2fAeeuX/b5N8pw1AA4nLu2q47fQwA8dH07QgCcxvhPEwB/36YY5t7XHufHcOD1PGNxPPgdm0m5dJDFIeZ0yVG/vZb/3P75+z/XZ2j/dMw2HhzWzg9+09G6AXBs9ig/DICXfK8Y2mfG95qn+t/KGuyHZhj+a5bmn1oC+j5SR2Zip6qm86Xtkfb47XUo5x3Tyf85AB7qv25PX9+73P3rBsDp37sOZgAvvYLYjwABAgQIECBAgAABAgQIECBwE4gCgtwHqZ8KGvnt3aV2/2b7zHhQ+vwEMQh6lpY70HH3ULd5htl/1vscAP80D1FvSyg2D1Svf3kzah4Ptq//V/xQe3qERTObLAG99zO0rH7Z59/oYQTAZT2Qt/eeAuD2kjl4fctryqKtSmYAt/u24e/lKvuOALgTqqUf+AiAn7s9CoDv97mn3VKAODyDdGiG91AAPD7/9FF+eze+zABu7tODM4CLAuCBiDvje8jT94ve4stPnm8IgPvfQ8ZO6uEAeCjib8VvAXB7/txmGH8NfD8SAC+6hNqJAAECBAgQIECAAAECBAgQIDAsEAUEtQPCo/dL5Lf39tXu32yfjAekg5ZLHtQu7BQB8CtcuxSlv/0KZJ9/o00QAL+jdwXA1wA33Y9yx+3Y9vPvaznj/PZjnk6A1Q+u01jJrf/Q2Cr90U9bZjyDN/0gKYWivRnA6Z9HWKI6lgXAzyrJshsAp/5dFgBffSaXgF7yvWJqn4zvN0MzgJNErQD4If19iZwvP6Zo+jy5fgUOUQB8Pw/awLc5b/rn5aNdIzPwmwKitRzecX12DAIECBAgQIAAAQIECBAgQIDAYQWixyvzH6QelmJRxSO/RYW+cafa/Zvtk/GAdJBlyYPahb4C4Fc4AfDCwfSm3bLPv9H65ARjb2rMrMNEscG+2iUAFgCn4R2FqzmnwdkC4H7QLgC+Xr/+79/PNbRtVxhpTqG04kfuEtCPsSQAzjmvbEOAAAECBAgQIECAAAECBAgQIHAygfIAZVuQ3QS8YwxLg983sY4+jM8MnmtPX+m9Um+2ShQURPVfI6yYXek37rD1+R8vLVsaZB4rKH1j118OlYLZdx8393jR+Iyu/9H5278+PM/4y63lY7u+Z/f9ve1WaQnnsff5Ru3t1yieIfx8/jyud9cpsP394/KuNbj/WKh3Ab0HmbfT7vEO1ufl/tP+jyVyh62j/n3sNe8VBPN7dnqPfr9Pj6PHIs7tEs0tYf8HEkP3vaHthmvVxKU3/7//u7pE98Gx1g3ef5vvBs1c10mQa9w6Urt2Bm5wYrYf/zRM//fv+hOsr6/nlz3cvUfeAXw/8m0p5tn9XVJudwno72kn7wCe3TN2IECAAAECBAgQIECAAAECBAgQmCMw94HznLLfsW3+A+JltSn2EQAvg7/tJQAu4gt3Lh7f4RGmNxAAFwIW7i4AfgZcMwDunlv9d/gKgK/u7wiA2zE+p1/nbt+2Y48BcHcJ6KMFwG3s2wbe/zUp8HVpbAFw4aXe7gQIECBAgAABAgQIECBAgAABAp8osHUAVGq+mwC4DXqHZs0KgIu6WABcxBfuvPX5Px4Al878TU03A3hqEAiAn3XmBIVDrq1nd9Zvd8Zvu/1xbx/DCwAAIABJREFUZgCn8+95pnBqc8kM4Os7WK8l9d+h2jfNv7/3ZgC3s2ovx7j2Rypnqn/TuZC7/aX0pr/bv365Y//+2r5rPXNnAP80SyJfjne7MY615/v3+j7a9vN201UD4Ob44cz6iRnA146fvr7XDoDT0UfvDpkzgLv+3XM/9XPUT2YAh19RbECAAAECBAgQIECAAAECBAgQIFAisHUAVFL37oPQ0nLG9s/22VEA3H04Gz34tQT0a89HD7drjbUtys0e35UqJwCuBJtZ7BkD4Dnnb60loPvn1dQM4Myuum/Wbd/f21K8/eM9zqulS0CPB8CXd7KO5Hc5S0C/JQButOYGut0ALwruUmfMCYCHZha34eycADh3pnHNADjn/JpaAvpiJwC+MAiA5179bE+AAAECBAgQIECAAAECBAgQIDBLYOsAaFZlBzbOnyG07EijPlMPMLszgd84A3jowWzt+Y/RO3SXqT/2eucM4JwH26Xt2dv++zn/r4lSv7/Lx1ftM2BvPTqvPmcKgJecv8sD4PFx9dvMvvztVWYoAB7qqe47c/ufD7VvLAD+vb97dDgAfmn3bbN0vj1enfpoZ7pWXP6bZr72Ttj7DOdwAv91xu7g+OvMvhy/v7/O+H28lradJTtcfjTDOzdgTX2TEwBPBdFzAuD2mD//hmccv46l2wzgyyzg+TOAv5u3/F6vx4+OfBp/ve810Q/N5l2V/vy5zgD+bZaA/ncJyNt3JXf/7udX5kzd/vHDGcBzKxxsPzbuBMArQyuOAAECBAgQIECAAAECBAgQIEDgWWA/AdCynhEAP9zuy3KGD98f+wytWj2nJ8oDuumjbREAz5lBPcdqj9vu5/wXAG8xPs4YAHezqej6ViMAbvuxyYAvf93loNv/3V8Sut/nOQFwdwbtfabqLZBN5dUKgO/Xi90HwDf/Xmq+VQB8nxndW7p5bgCcf7+tFwC3EfTXWwPgoXcA377kHCgAHpwB3gyM6CdKW9wXHJMAAQIECBAgQIAAAQIECBAgQOAkAkd//CQAfgxEAfDrSRnNTOo+fU1+AuAtLm69ADi9I7S4KtHj9Rm/liiuy/4KOGsAHAW/qSdqBcBNRPa0BHHuDOAmIX4aJI/6NXMyb2FX/QC4mcHcq8c9WE4XzF7gfPdsEs2cmdjftynG/+4X4Lbdt3N1lRnA9xq95aSLZg6PfT43AH70Q9SsegHw5chTAfAKK6A8zwDebwDc/f48tmz45AxwAXA0kH1OgAABAgQIECBAgAABAgQIECBQIiAAntY74hLQc1adzg1KxpRqT18xA7jk7I733c/53wtiU25bnM8KgKdGwV4C4LF32Ebjc2iJ2qHXsQ8FNa2LAPg6OtJ19no9fw6AB/tgZgDcnwErAH784GXoHcDpnH3ul/h6/tji+AFw25b/+/ffrpeAzg2AR2eAC4DnDGrbEiBAgAABAgQIECBAgAABAmcUmPMA+IztL21T5Fdafu39N5vhm9uwOWlrbpkztotmW0UBbRSwRvvPqOqiTaP6RYVuXf+ofrU/3/v5n5bKTQ7REq21vfZW/tYB7Vgwu5bT0vGZrnvR/aENeMeO0e7bH2/RTM657e7O/uvum2YEd//tElynGbS3GbLpzafP75q9hntDf/2g6Te4P/WD3/t52HyQ1TedG1D3pxbpn/+25YyExVmWmUv8jvVjdD2J6hbtn9WGGRuNvVN4RhGXTb+bC2sa320fv6yEcXMdPX8mxk13BvpTvTq/JruvRjLyBSXVZ+z+3u720yyj/n//2rnAzd/jpdTPFJnjo+9X6x3A0fXkpR4C4LlD2/YECBAgQIAAAQIECBAgQIDA2QSih5DRA+CzecxtT+Q3t7x3b1+7f4t9BMBVh4QAuIy3eHyXHT7cux8AvzwgH1mKNiz4JBtEAVXtZr4rAO4HolPvwm3bPBUAt3VO940UNOXM1GvLPWIA3G1vjQB4bPb0ZexlBsD9emWP28yA72wBcPJJ7Zo7Lo8eAF+XgP7z578mBb6MHQFw9iljQwIECBAgQIAAAQIECBAgQIDAoQSiAKN2QHgorIHKRn57b1/t/i32EQBXHUIC4DLe4vFddviJva9zsKKA890z8Ko1d2HBkc/CYhfvtnYgnMpbIwBOZbX//du8g7c7w3csQJsbrC2F6x9nqN3treT+7t2XGcCXs+U2Y/k6u7Pb3nSffAStf7OqOjwDuC3/un+/v+//+1a/7jzkocXWxwLMrMq1G1UOgLPr8aYN1xqnNQPgUYoVZwAXB8BjgfGt8u+aAZzucWM/QPkyA/hNZ5bDECBAgAABAgQIECBAgAABArsViAKM2gHhbmEyKxb5ZRaz2Wa1+7fYZ4MAOFr2udtZ0RLIUcAa7V97YET1i46/df2j+tX+vHh8V6ugADiHVgA8rDQ0A7gd62m89wPgMeutA+B/Taj7dL1OM94zloA+bQAchb7PYJf/tXQGcM45+M5tjhAAd79/PC0tfQuAu5//LlkCuinnX/O9qh3f/zXLhy+aASwAfuewdSwCBAgQIECAAAECBAgQIECAwHKBKMCoHRAur/k+9oz89lHL8VrU7t9inzcGwHOC3yQaBaBRwBrtX3v8RPWLjr91/aP61f68eHyvVsGRd5YG7wc1A3hoXuVqnTK7oDVnAHdnwfaXfE7B6Nj1//EO0edxNVa/3Hdzvmu8/btdmLr1ba/vX8350H3H6n1m7/XD+9LW/Rm/zVteL32Z/w7Z5gWrzd9rOdchEZWfBs7QWd0dsbNmAM8Jfu83uGu7jxoA5/4AIXe7xwl9ewfw5T3XA+8Avm04dn99eWdws/3Q94/udvfPOzOBUwA8VN51nHUuQZ39ZgfAQeDbv9DVmgH8cpzmBx1t35kBPPtWYwcCBAgQIECAAAECBAgQIEDgUwSiAKN2QHh058hv7+2r3b/FPhsEwN1Ddp6ZDnZlFIBGAWu0f+3xE9UvOv7W9Y/qV/vz4vG9WgUFwEsozzADuB2DQ9fxNQLgZBoFmWsEwG1frBUQpwC4PwN4NAC+XchSO6OANq7nngPga92uf9eAd/QvLUXde1d4fhC+5Kxcts/Q+MkNdnO3e9SsXgDcfv/of+9oA94UAP82H94D1ts/zg+A29D0q5kB3Jwh6QvPUMibfjQgAF42KO1FgAABAgQIECBAgAABAgQIENhaIAowageEW7e/9PiRX2n5tfev3b/ZPkNPPdvGC4CrDgEBcBlv9vguO8zA3v05Vr0A+DZNMKpfHGStXvFdFbh1AFwy43co4O1ez9cIgNO7g/sziFMn3gPTzIBwKGhL/9YNskvHZRtxdpdwTvVN/3YP2G71vv/77YL41U7rvPyl+ba3JdXT/3z+54ExHQXA30392t1+npbgvbf7fpxghnqqfzDT/1LBDWYAR+dXaT9feujW9qHxkxvs5m736OgtA+BHQJx+gPX+AHh6ju+7ZgBHNxPvAI6EfE6AAAECBAgQIECAAAECBAicXiAMCEoTopMLRn57b74AuPNI9/bU0gzg/FFrBvBWSwgLgPNH6fiWUUC1xjGmylgaAD8tbdychCmgPWoA/BLA9gLluf2wlwB4vN4pYBYAT54fGUvYd5cA7v8gITfYzd2uGwC3//f39/fqS0DHM4DXCIDb2n/9+b9//y2cAfx8/+mvQiAAnnvFsj0BAgQIECBAgAABAgQIECBAgMAmAkcPeDdByzno1Mze7vqHlWcAL3nvb07z0jafHpDOsaqxbXT+Rj+AiPavUefhMoeXeH7f8Y95pNoB71rjoz8O+4HK0HHa2bljM3P7vdVf0jj3HcBRr0fnT7T/6Oe32aqPmbjXLX9/b8sXZy5J272+Xwz7geI9aH5eCjn97m2t6/fUzOfFRp0dc5fgvuzSnQmc6Tg2U7e77HLXrPZ5t4ZZThlTrt9/v/40/9/lPbtj79pN7+gdO1b0+8po/P0dLXj6h0nN/OU/P82p9H///t1OrN74v5Xb7cf0Vax7Tg3NPG6vCbWuizl91t3GDOC5YrYnQIAAAQIECBAgQIAAAQIECHyYwFoPsj6MLW6uADg2skWxQHT+RgFWtH9xBbMLEABnU3U2rB1ErTU+5gbA0dLMfSsB8G1J6DcHwLXHX+rnswbA0fkVXb+XXDOeAsSRpc3bbVrz/zW56eEC4CYb/tcEwG24/F+TAl+Mez8EeLxj+BEkTwXA3R+jCIBLR539CRAgQIAAAQIECBAgQIAAAQIE3iYQPYB8W0XOdiAB8Nl6dJftic7fKECI9l+v0e0j96lZW8Pv+G2e4/ubEHhXADdWhWj89IPZVE53KdvuErfp8+IA+Hb9/Rp5eejYO0X77YzOn8WDc6UZwP3j9/vjMZtxZAbk4gZcd4zGX/QO3Nz9x5YwjvbPbd78GcCp5OmZqMvb/55FhqeC9dEAuIMazeDdZAbwCgFw//ogAM49k2xHgAABAgQIECBAgAABAgQIECCwK4HoAf6uKnukymwYANde9rnbDdED4CN12RHrGp2/UYAV7b+eycwAeL0Dn7qktQKwpUjR+IkC4HuM1ruQTAXAQ0u0vswAFgBfaEcD4PQ++MJXfEfjb3kAeh0Zaf+tA+DuUtBtvdJK3dM/annUf+z8GvcTALdmi5aAFgAvvZzbjwABAgQIECBAgAABAgQIECBA4GwC0QP8s7V3s/a0gUT33b+pIiu+A/idwe+9+oUBwmb9cZIDR+fvdgHw1NTdnEFj6m/OEI0CuJwySrbJHX/97bqBbXeM/mtf3Nn8Db37d+j6lmbqpXfpphz53+3/WDoDOB1r7PzJnUEc2c5a2rhbWPc9t/2DXE6va3R2ewPqNae8n1LNG1K/rjOCS3/AE42/0gA4NW2xU9QBt8+nZgBfnZ6vR4+ZrWvNAB673uVcKzMbObBZ7RnAy2t23XMsAI6+61xWfZ5YAjrVK7p+pe3GZgCnH6p0r1nda0ZUfnR/jvy8AzgS8jkBAgQIECBAgAABAgQIECBA4MMFogdUH85Tv/kVAuBukUOZ85qNKg0Q1qzLJ5YVnb/RA+Zo/+WmpQFwOrIgeKoPogBuef/l7RmNn2gGcLv/3AC4DX/6AezfP8+BpgA4CoCv51U/2Mzr9cdW0fgTAE9fvx5+AuChsbf3AHju+dLfPro/R+ULgCMhnxMgQIAAAQIECBAgQIAAAQIEPlwgeoD/4Tz1my8Arm984iNE52/0gDnaf5wuWqJUAPyOYRcFcKV1WD4+no/cH4fdcusGwGkcXmcWp79oBu9ZZgDfZ0reZgBff7DTtXh+N/Dc8VJ7/O1hCejWZHwGcBJbNlP3cR4M90PuTOO5/Za2NwM49Vvr/zgv0g/n0tez3HcAd2cEt8ZDKxl0+yq6P0f9KgCOhHxOgAABAgQIECBAgAABAgQIEPhwgbUe8H844/LmC4CX29mzCSaCJUgfCcKgVrT/OLEAeA/Dr3YAt3x8POsIgIdHy+KljTOXgBYA552ly5eATuUPX4fT+dOfCf86M346iP+qvZTHCNP/+99XM0O/WT185Pc8tVcAWWMG8E+zrPzXyGLSzwH8/AC4v9yzADjvfLMVAQIECBAgQIAAAQIECBAg8EECpQ+YS39Bf3bqUt/aPlH/7b3+f6IAN3pwO7J/9I67NIMt2q52/9V+AFy7/nsvfz/jf+5SzP1ApN2/+29RedGMumj/vfdsXv1KA97a4yf3+j22XbQE8W8vF+tfb/ozeVMAk0ZPegdw3+Hv7YW4Uf3zemm7reIA+XqetAFea/fv5/dpVmJ7/5gaY1H57eft/v2gM4lEM3jTdrnjPKrP+j0RXWeer1Pzz7doBvbzzPW76y2RHXMf+/fI517/5gcG39/fTWzaBMBNHwe/I4qKHf28X27//B4LgO/jZuQ20b77+uffT/MO7NvYvF1IHsH7cL9e69MsS387QLqepP/+bUwuW6R3jPcaMLf/ox8GpM/Hxr0ZwIuHnh0JECBAgAABAgQIECBAgACBdwnMfWDSr9fRH+DWdi71rV2/qP/2Xn8BcO0R8tnl72f8R0FIv58EwGuM3NxgbOxYtcdP7vVbALzGaHgtIw5EnwPgfsCW3pU8VruofAHwdACcgsO0FHD/fzeLBE8OjJ/fNsp8XUp4LDhMhQ0FlP33bbfbjl4fmgC4Pcb/vr5PFQA/sKeW3BYA17laKZUAAQIECBAgQIAAAQIECBD4SIHSB9TRA+iPRO00utS3tl/Uf7utfzTzN8GZAVx7CJ26/P2M/14AfJ9iOcZfOoO3dP9zDIs9B8Bjs9O68uP1z/tBQX+FAzOAp8f1y1LGt9MouaX/9mdKj5W6PAB+XiI+Kif3bF2rnHS86Pr61QSgU3+/v88zdPtLAKd9twyAr238/tOGyaker0tQv7byEgA3zT/qDOD22tPOAG6XgP5zmwH8COCH5xbXmwH8/I7h+9fDkZnc3bA+/cii20PpPDADOPfKYTsCBAgQIECAAAECBAgQIEBgM4HoAVxUsShAjPY/++elvrV9ov7bbf0LAuBuqPE9tIZzExo/3t2YF5TU7qex8i0BXVd+P+N/7jgsDXBL96/bL+8qfYsA+On6NNEN0bW7b/Q8A3F8PE0ta3+93nRDt2tAd18S/3ZB2vMS0Lm+S8ZYFABfy3ws2fwvuI9Fgev4DODoHeFLWncNI7t/pedHXIvp614/AO6Xt4cZwO1593Pp52ZZ51vgeOgAuPOjut+Ri0U7bzoFwG3703Z7C4Cnxl/3Bzb9cS4Ajs9cWxAgQIAAAQIECBAgQIAAAQI7ESgNOOY+hN5Js99WjVLf2hWN+m839c8NfPtgnYeVQ88qnwLgodnCneOm/dt/iiYW1+63VL4AuK70duN/YMbv/Z/aeG1uIFzX6ayllwZcc8bP4PUpyuED+Pb6/piB+Pz+2ZewLBxS12Vpu3/9dwgnr8dW17A4BV9p39eleIcbEt2f5oy7Gr4vt5teQJpeu91ep7uTWdN7e3+af5wzxl4C5qYCl6CtYX6Ei089dPkf/XGY6xoFvmPvYp3TL1PbRvWcOr/SZ+1YWzoDOP3YIZ1H/XE7FuT2Zy4/36cf59Gj/v2ZzrcloCvPAH4Zv71rwNM7vge+S40FwG1723H5XzNDu/2/f35uPxS5B+DXI4+55L4D+LX+ac/rf4e/Hz1+wDL1AwEB8FpnsXIIECBAgAABAgQIECBAgACBTQXmPKAeqmj0gG7Txu3g4KW+tZsQ9d9u6r9iAPwUn93KvTzovD/gbB8Q9h7INtt1A+DUL1sHwQLgumfIduM/CoDvI7AuwIeXPiec61PNHTvp+tL+9yl4aa9GC4PgR3B1HU/9ILZb5/vxO//4fBW8BVfN+0nTkq7tEq+Xcm9LvB4hAB76Ac9S336fT80ATgFwm4GlgKz1u4yTm190up0tAB5qz5NBMO5fgu1OAH8P2QXA0bC6f977fcfzdafz/aj94UL797g+Pl8pngLgS946vOTz82oCzVewFBDfapQC2vTfv9+344588Xl8nxUAZ3e6DQkQIECAAAECBAgQIECAAIFzC8x9SP3ywLP/xOjcXLNbV+o7+4Azd/jEAPj5AfMtGHkKgAcQOwHwTOKqmwuAq/K+zJyre7Ru6QLg91mPH2lJADw08zCnLUsC4Oj6nY7bn6mbZqZ2Z6UOrXAwNkMvlfvpAXA0QzbN1L98TerN4O8ukVsrAE7999X7pVLuzN24fTkju2Sb4WnpKUTvLqfdHqV7PuxlBvDrPTqaAXz9AVrbZ/9rAu32HH3X1+y8ALiJbW/dMhYAt78RaUPbdgZw+wrgfgD8ugLAdVbungLgp/qMLH3uHcAl57Z9CRAgQIAAAQIECBAgQIAAgbcIlAaUuQ+g39KYHR6k1Ld2k6L+2039V5wB/GQ6OAN4QF0AXHso7rL87ca/AHgPA2JpAJy7xHG3jUsC4L7R2PU8NwC+hFVt4HSbedkPgPvHS3XOnQGcluPtLss71c/R/WnOGJlawn/pDOA4IL2ex2MBcFuntER3u1003saO118Cuh865gbAS5eKntMP/W2nr7HPM0tfg9DH+5Svzo/r5jsC4LF2pyWgx5Ygfl06utvORwD8//5eA+B3/a0VALfnU3sJ+f/9+3cJgL++rjOAk0etAPjhNIU2vgR07vU0bScAftfIdBwCBAgQIECAAAECBAgQIEBgsUBpwLHmA9rFjdhwx1K/Dat+jENHwe+CNZif3gU5VH5T5tO7gXtSQ++S3BrTTOBlPbD/8zd8Meuyhr9pr7mB1txqReXPLW/u9rnjpx/4pJmzY/fPpYHka4CRlkx9/iS6hnWDoKEZjP0l8vv9kILKsf5Jn/9NU5HnwgfbR+1bzbf/zt+Z7Ug+/XGUArLmTnQpsf28/07S67817xC+hfWpz7r91Q9+W/e0NHJb7lBg2m3C6zufn9dknvt5N8C+1mPZ9e0xA/gR5s2kv20+L11N/ZKONf5u4enaDPVV7wy9zBj///7XzgR+LWtsRvBr8D9dj2XfGx6vyEj16J9P/93eAXxZ4vwSAF/HaRQAp9rev9bdzq+hHyakH070++Raxk/nndhp+n33xwLT/f7on+eZyal+9xn0zf+xcHX+ZcPVXgQIECBAgAABAgQIECBAgACBuQKljy8EwB7/zB1zs7aPHhALgC+cnkLOGlX3jUuvf8uOOmevZQHJnCPU3DYKaMN3gAaVi8qv2bbreZd3/a8VAI8FUqndYzMRxwLS1rPtk7EA+OLdeQfwWNA79u8pyEzH+M70m9uPRwmAU7v6QfBUANwddz/N/TGFkN1Q8THD+rHccLtfFABH46nfD3MD4O7+3ZnPY/0b12fbALhf76l3bHe3zQmAv/9+N2/ObX4C0MwCfnUfFttLAPzv9p3kv2b6b0kAnL7+jY+DR5DbbvO4Hl/Hfdsf1zHa/r84AO4H679t5Sf+zACee2W2PQECBAgQIECAAAECBAgQIPB2gdwH2GMVEwDnBQBv79izHLBCANzSNI8HJ4VyZ4hFQcPW3VApX9m6Wasdv/T6t1pFbg+oX8sTAE8ZlwbAUQBdWn6qe3c52su/3Wa2lc4AjpfsvY6f/nUgCoCvC7Ze3/XZ3Td3pq8AeN6VIScA7pb4CMS+iwLgebUcuDr1ErNoPD4+H57Z2j/Cy7jt/MM1bH0OuMfac51pPBTm5c0EfZzHz0eIA+rhGsXv9L3+EKOZALzKDOD2+8zQOV/6/WBoBnB7nPY3Iv9dZng37wFuf1RyWwK61Wh/s5d6Is3k/vn9dx/H1wvP9Xv1fdn2XkXb8obC9kd/9GcAX/uhO/4udem/aeHl67wAuPQaYX8CBAgQIECAAAECBAgQIEBgY4HSAEQALACuOoQFwEW8pQ94iw5+gJ1Lr3/rNfE6Q+n1b4sAuFuPsuNHAWoUwEa+UfnR/tHxS8tPxz9aADw5A7iDusYM4O7yxlF/5X4e/TAn9wc+0fGGxk+aRR3t2/1cADysNRwAX0O5x8zn+Bq1NACO+nBZANwNrcfqftwAuE14/zXf235+/l3/++85AG5Nu8uWt/93FAC/9sP4Dx+u2wqAo7HrcwIECBAgQIAAAQIECBAgQOBDBEoDEAGwALjqqbIwAH4JAHrlrBUAREFDVZuMwgXA00il17+MLhjZZCq0WC+AnVe/9QPoKEAdC2CjhV3TvL2o/Hntr7d1PwDOXSq2X6P5S+5Oh2Pd68Nltm87a6+ZedhddbbWDOC2bd/NEquP5Yqf30lbrzfikqPrerp/9N9p25Y8J9DuB+j9cdIu8dz+9Y36MxnHWhS9AziWmLfF+Pi8nrHxjMup413HSvqbDoCfx/3zfbB7dZmeARwFvNHnz615HPexJPzY+dkEmAVLQN/H50Dx3bFd+v3gqT87r+P4bQ6SZv+2x2gWY170DuD0rvT+O8cv147bwftLn7+Oj0cvREtkv3qYATzvCmBrAgQIECBAgAABAgQIECBAYHcCpQGIAFgAXHVQC4CLeEsf8BYd/AA7l17/ljdxzwFw+9C7H4zEs+yGLKKAVgA8bwS9KwD+vnV/m+kIgF/7aCwATteT3O9FUQDcvAH2cvDudaot+6gB8LzR3t/6FgC36wu3V6jL+sHtUtJD16blAXA3bI8C3ujz5xbcwsSm/s1PLHr92r/eHjsA/nd5H287+7eJcJv/XsbszzUEbv+S2+OHMM9Ba8qSUwD83VlCOu0/vQT0a0B8PY+eeyT+QYIAuOyctTcBAgQIECBAgAABAgQIECCwuUBpAJL7oHPzhlaqQKlfpWqtX2wbxHZmeKx/gJESBcBF1ALgab7tzt/+ywebet7/aU8zgJPfOQPgqP+j+1u0/13vqw14ru/EvL5X99rHcy+p/VmP0TtXO4Nq8EQYmwH8jgC4DV++fnrBT/xy1KLrYe7OS2YAt2VHP3joH39OANwdi2sFwP0y5wWar5rRDOB7+bf7ehpnY/3yXJ/bsr63APiyTxMAD/89zzjOmQGcjjU1g7sfOs7zep4B/Dzb+zUA/tvgtO8A/u5Ox781duw0Se3cegZwGwD/tKsJNP+vPcVT4J2uR3OXgH4JgO8vEX5OdPs/lGj7a2w5+6Fx8xoIC4Bzr5m2I0CAAAECBAgQIECAAAECBHYqkPsAe6z60QPynTZ7tWqV+q1WkdoFCYAHhaOgoHa3ROULgKeFtjt/BcBtz2w9Azjq/+j+Fu3/GH1twHMNEwTATSjTLDPd/rVLQE/9Rf7R9a//ee4M3ei6PjQDuD3W2gFwk/5dmtAvtxsAXybCjixE0l8COnkM/XDg8uOEW0HrL1F+DTjfHQAPj4/hJaD7Ye7QvmMBcJ7XcAB8PU7Pp7lWtAHw//vfc4CZ6jQ3AO4Gru9YArp57e9lTP7777/rDOD7jOfHkuaXVt8aEr0DuCQAvtxnbrfbsfPkeYn1R8//Rten5qSxBtDcq7DtCRAgQIAAAQIECBAgQIAAgbcKlD6+WPsB7VuOn/DCAAAgAElEQVQbn3GwUp+MQxRtEvkvrv/UzNu509aKWli4czSDeKT43AAgql1UTrR/9Lmnj5HQ9Ofx+RG8Q7WZ4TT1NxZwxrWOHisvm5EbH7fdoj12XvlzA6+84+dv1Z9Bmfbs//vYTMvHuzifvcf+Pb9mrzMTH9eCRxA09i7y6Lrxt+mf69j9Hnwv6tj+KQhJx/2X36BFW06Nj7ZP+p+PnS9jgdf3jAvg0Lke3T+jfih9l3y/vckj1fX3NkW2bebl/cy39qbA6usys/zx1w36rv96Hdfd4HtO0JveQdwPOB+h8/A7nPszlNP2/YC5Dajn1Od1EE6/wzdtPx7wPZf4qN/z9eC13mlp7uf9+0Hj8Lh9vr4OD+HLtNk//18zBTiaJT3U//fr4O3HAe047Y7l3In2M06vJ4j2WO0M4H///bu+v/oSAHf6Kl0Cm3/q9k23v3IuOGM/6Oj+e3fsDgXBw++VfvyoYqh+d18BcE432YYAAQIECBAgQIAAAQIECBDYUiAOQKZrFz1A3bJtaxy71GeNOkyVEfkvrr8AeLLrch/8RwFC6fhY+oC29Lhn2T8+PwTAU30tAB7TeQ6m2hDhEvtcZr4KgHOvHykgXSsAfg3yps/v6Pqdex+I2jv2A4V+AJzKaa9b13v/tf7j7zZ9DoDT/tHSxY/3DF9/YHDUAHgs3Hs4jvXM9Mz0/jvS43fJdo8z9I71fj2e3wG8NLBNwftXuxRzu+T6raCl5UXjOH3ezgD+adZ+bsfpv+a/KQBO/fH17zZu/17HZ7S0du5xR6/GvXY/LX3fXpvv59NzXaIZ8V8C4NKusT8BAgQIECBAgAABAgQIECBQWyAOQKZrEAWQtetfu/xSn9r1i/wX13/tAPjdS0gvnPmb+mutB/9ROaXjQwBcJjh+fuTNgI2OHj1oH++/LWcAR616fL7nALg7m/IefNyWHu7PtBx/d+lopHD7YCwo6gXAzWa/zWzHNuj7ad5hmoLD5TOAh2cg3t9j2tRuKDztvyO0+vUpmCEfjbQ1A+D2WENLH0/VYcxnreB3bAbj4z70HPD2x+3r0sHXACtdd9IE4fElpK9Hep4h284uH16qN9Xr/TOAH0uoP/dX3gzgsT4eX/b5el6PLe2cZkanctcKMB/lrBcAX8f9s0B0X0pb536/6M8wTgFwGwL/a/7H19f/nj1vl82f22oya/mNXq0nAuA0/rv9Hf1A4n4eCICjS7jPCRAgQIAAAQIECBAgQIAAga0FFgeEt4pHAeTW7Ss9fqlP6fGj/SP/xfUXAE/S5wYA1QOWKCeMBtCHfy4AXj4Atg5/25pPLQG9qwC4MwM4BcBPs85653F03fh7W061H9DkBsDLe/2xZ+sbLXFeOka2CIAj+0tQtNJ1d24AfBnzl2WTH8tntzMsL+9ZvYVc3QA4LQHd7+/+dU8A3Bd6DoD7S8ILgJ+95gbAzZC9/g0EwNE70rtfTdul8Nu/scB2avnmbgv6M30FwGvcIZRBgAABAgQIECBAgAABAgQI7EJgcUCYnt/kTiXYRWvnV6LUZ/4R5+1RLQDuV2PuDN61A+RefV4e0hfO+O03d60H/Dlhwrwef946d4ZOyTHOvO/j/F5nxm/fKro81g6ga/TdULBa4zg5ZZYGwOkYYzND++8yTdsPvc93ur6PGYw5s1Bfrz+9GcW34Tr2Dt2h69d1Cdh2JvI9d3mZGZhjvkX/jwXBc94BHLVt6lq91v0gqkP/85/bBaS9zrfB72O8xgHw9d7w/I7etP/rjPfn69/rUtnXWaSvQdn1LdJpBudYUNp+flkG/XbDeoTVr+/ebrcZe/fwtf7dWfdjM4Cv23TbeS03HS/NoA/e4d4J1S9Hvu0fncM53xu7gf2jX+49fPlxxd9m4fj2v2P3kWjp6ej+E43Hse8XzcLgL773a2Pzf/xrgtmfZuZvmgH85/s6A/juclsC+ut2Yl3GR2cI3sdJp3uGvuKlU2JoBvHQ7O1oSefIo/+5JaDnitmeAAECBAgQIECAAAECBAgQeLtAzoOqqUpFAeTbG7TyAUt9Vq7OS3GR/2b1FwBf+koAXPsMKCtfADzfrw0Ao5mL80tdtsdxAuBH+1q7NPs3vZezHzB2//d1FtvfJ6B0XVkaAN8Li151OtAtW/T/OwPg7q3rHjCtNOO3y9mdAT42+ocC4HZZ5992SfF2HDUDIQWmKWRNM4A/LQB+nu25bgA81j9j18Hc6+PYEtNt2H/mALgdt+3fd2cGcLqmXa6JvaXj283SeTn0BuXObyPuXfX4UcJjCew5AXA0e7j9XAC87L5tLwIECBAgQIAAAQIECBAgQOCNAqUBYRRAvrEpVQ5V6lOlUp1CI//N6i8AvvSSALj2GVBW/mgAnAKfYGJwNMPq6O/4HQ0+Ct/tWtZrj72nAuB2qxSQ9rebP4PvMdNw+Jyel6S+BkTP7zi9LKnamW34dQuAU6gxdl25t7dpezcASdeiyyzODv7SN6iWLu08t//fGQAP1a0f0KfLwpJcOPV9f9nloeP+pndWXw50O1rzDukUoLXvAL4G8s8XqnRd+m2T4uav/z2h9Xyeyd2UMzDDN9UpvfP33TOA7yZPK5A8RnD7w4jn8+Q5WBwfZ9eRP/4O4Oc9o0B36Ttsx/Zrg9G2z/7XVHPODOC551W0fekM4H///l3eAZxmAN9niN+6sBmFlyp0ZwAvCYCbjnxqSnucpQHw8Hh6nF9PnzcDY8k1IHL3OQECBAgQIECAAAECBAgQIEBgNYHSxxdRALlaRTcqqNSndrUj/83qLwC+PmCus7LwfVh5+lh2hpUGwMuPHj02rjxwllf8sue7A8DC6r7svrcA+BLoNcHefVnY2/BIy+Z+egCcOrD/zuF2idy1/uYsAb1GAHxv08SvSHIC4Ov5+FC4Lhd9/d8pAO4atWNsbgCc9o8C4H5fdJdyHgpb0wzQrkWa0fxUVhAA9wPafrmvY6QsAL7/EON2Ax4Pcuddxx9GP5cAsw2Av/9+jy4BHY39saGVvjcs/QFTzhLQ7Zj877//ZgXAl75vGtX/YUo0A3gqAO4aRTOA+0t8Dy3T/bSUuQA4GoI+J0CAAAECBAgQIECAAAECBLYWKA0IowBy6/aVHr/Up/T4m+8fvVt3aO29bqVL9w8AmsikKlHtdz9GAbGAt6x74/O37viJax8FWNP1i4LYfmAW1+d5i6j8ueXV2j4KdNNx+0FRPD6GZ/6mvO3r9/oO1LG/13et3vr7d3zu7fW9mLd3lN5ntrXj4DED9M9t/9L+jfqjtP+jJXKj46fPk+Pc9n53k9GBg/XfWdv+7/aanJZnbrti7JjdGbS5/d8dh92xMTaTPbo/NLW7FJnuE/06tce4BqrtMuLXbZ/HZPt5Xi90A9woAE0ljs2wjfaPgrqo/PR5/zjRv+dJvG41tpTzWDvimcc/f/5+f4czgKP6Pn4IMLxl9A7hqPy7Zzt7/PaO8fbf2qviv/+amerN4OrOAO6O/6my0wz3p/rdv2t2fu1wO0H619m0HHr3GN0+6vt3t0/n/ti+7b+n/S0BnTtCbEeAAAECBAgQIECAAAECBAhsJhA/AJ+umgB4s657z4FLA9zS/YNWCoDfMwyOepT4+lYWAEcBWRxYRemLAHgyKAjSq37Al8oa+/fXY70nAO6GDgLg8R4fWsp4anxEAXB/3xQAp3//OzU79xbOT11jou9H/etD/3oyNwBu691/R3MKgNvPru8H7l5T8gLgocCsLe91RvBjSd/u58kzd6bsGQLgocA8OeQGwH+b0HNqBnDO2EvLd3fH+tP1pjMccn8M0D9vLkvW9wLgn2bp55+fn6cAOB13rN6P8X+97q4RAN9/zNEpbCwAHvvByti4FQAf9ZuhehMgQIAAAQIECBAgQIAAgQ8SiAOSaYzoAefRKUt9Dtv+KLhNDTvpDODaM3/vD4KD/HHpA9nDjruVKx6fv3sNgPPqVR5AT4NH5a/cXbOLi/p3eQD8OkN3KIz7DWYA3xvUztjtLPGc3t3afn4NKNrjNf+9vPO1+47X+4X28vnlrynn/q+3dwPPhsvcobT/S2cAj86gvtU/+v7RBmhjf0Mh0JyAuWQG8L3/bu/4Tf97LABOAdtrW26zepshkcZnNwC+32fuM4CflxNe6/4yFgT36xvNlE3bj22XOWxfNosC7LFyo3oMBdXRO2TbY50tAH5cj67/VzsDuA2ALz8+aP7HvzRTvfnRxON93tfZ6d2//AD4dn2+/QhjagZwjQD43l5LQC89Je1HgAABAgQIECBAgAABAgQIvEsgeoAe1SN6ABvtv/fPS3323r7R+u04AH4KYnLrObMjBMAzwXa6eXz+5gWtY82LArLhGcDRrN/2aHn1Wnb8/M6Kys8vqc6WUf/WCYAfAWx0/HurJwLgtM1jrAwFwB0/AfAdI/r+sTQAnpq5n3q/7fv2PpEzC7M7+rv3r6H7zNAPDcYD4GvJX81O3f3Gw+nxpcfnnqHdZaW3CoCHgtTuV4K/t+tod7vL64TTbND7EutzW/+8fX954f4PH54+vy0xfum30VvBdQnoo8wAvl/DbretdwXAaZz3g/qhJZ1zloDOmQH8tJy6ALjsxLE3AQIECBAgQIAAAQIECBAgUF8g+wH2SFWiB7D1W1D3CKU+dWu3YulLg9Q3zgAeXA5zab17dO8KfPs9Fi3xudYMrRVHyqmKKvWNAtLnIGkq+M0LfPv4844/v+ui8ueXuO4e0fU5PwDOCcau0d9T0DY2gEbe8Ztm+CaFR+Dwty35HiY+L9Hajo22fp13X94Zp+sd9V+0RHm0f25v9vspdwnuqRnAOe8FHlsCOr3n9//P3tsotq3zWLtJnLZ7zrn/i32bv48gCBKEQIKS7DhJl2f2tLUlilwEaY8eLUD3n9qTNiX1sx6/t1c/7gCII7ArfeAUurwPyPeRNz8UBXbWdT/fklNcaqg23Z+q6zS/V2tIzx9G8RywM4drBa3G2byJd3NZex0aw+wlPzt0XNkzSDs6TmCg/qkQAWA5Nop/7WbtxkhO1zSXugbxnuvTWj8LgKk/dY1k6NweVhj9bj9bE1jOZwDM13x/S2mgCcQnAejfs2vUz6LflSY4pNa1zJetqZ1jQV3Y24/ovT1AOesLALz6FYDjoAAUgAJQAApAASgABaAAFIACUAAKQIF7KRDdQI/6BQAcKfRNPj8KUqMbdVG70flKvpriUr33GLW/KD8A8KJQP+yw+wBgDfIE5QAAHwmt6PvrNgBYO4AH87YDAHtgYguAR+oAAM8gdgSAdXxoADxz5mYHaaGNEn8r3x/y/UV/2uNbDdUEyVT7Xg3iHgBzRz7UlsJwO7XT1ShmAFzXS4rPzMOC798RAB45XL8CABZ9OzibtJCfCiRVBfzlC8DKcBQAC0Qk3Tau4LJVrFz/pwJgbxfT38F7AbCEPc2nBri3AsA27gGAj3xr4xwoAAWgABSAAlAACkABKAAFoAAUgAJQ4FMViG6gR50BAI4U+iafHwWpEcCN2o3OV/J9JgAWrLOSrPfMDMMBfEa98+feDwBbcGdAogReVCM6cCBGDs9IwcgBF51/68+j76/DANjVf78DuOpP7RGYo/kqKZxH4Jc0a8696MGAnw2Abfzs/b0xSgE92ner7k5t0fr9cxIAe2siAsA6BbQHgMkcLiErAJiuI/WA37P7khyO6cCUWrjCURnUThA8Svks0FMcvCMHt1xOO2Q7XYqDeLS+ve5qwFsfq1Gpno8A4NX9y+4zknpazs/wfQaAs/1b/9pYdQDLFfxfKvd1AJf6vzlgafNjRzBNiXzv2u/fZQBcxHwvmn0GACalbcpxAODVFYLjoAAUgAJQAApAASgABaAAFIACUAAKQIG7KRDdQI86tveGbNTeV/v8rD5fbTzD/kSgdnRiBHCjdqPz1XUBgL9NNH2bjgIAz6fq2gB4VGPxaMBE+/O/AIBpjkagP5o/e94oherR+ZHzjqaAttfd+3sjAsCj+KgpmFXa2O8OgEnLDIHTnzUlLuXqpddBADyKC/na/6oAePP4jeGn0c+WUVxKnEcAeHN9BwATHH9OBz5dnojZ55f9vmr/5gHMUjt/dgpocqW/vab/6GGKAoDbfuCPBwD47E6L86EAFIACUAAKQAEoAAWgABSAAlAACkCBf06B1Rvk/5wwiwOO9Fts5useFt3p3AFo3UFG7QfKRA7ZSNiV1JxRG0c+r7BgYCGWfp0d35G+/UvnxOs3clgeVWvVOz66fkntqnO76q4MUgwf7e2tziPQJC5E7xoR0BvNX7RuPIDnXZ9S5a68soMvHSg1fIfORFPgUmqxWh1s/VoLalec2x7cjYCujNWCXno/gsUrOh09Jl6n3HIUL/b6kY4XVWtW98E6XKXd15w2WdXoNTV7V8avU0BHceylgJ5dw84hxTeNheqw0rXICazroWZnsU4NXTTOaahLWl1Pdztf3oMDch1xfHopeiNArB2Xtt5u7kOpKyua2PqyArZHoL+dx/uAjMtbH+7+USZQritAdgQya7uPE+d++s31mPb95+eEkdPfny6PD1QhXL9WH1zaW9P37PHSR3qugOAv1QF+o3+Y4W50KiduHMGLP+BG8zuax9X5tfFR98+aOnx151rZGXAMFIACUAAKQAEoAAWgABSAAlAACkABKAAFDigQ3Z7Ye0P1QBe+9SmRft96cNT5CIAAAB+aYgDgQ7Jd/aR4/a4BwP0dAwDWmsk8ENCRtK8r3z0AwOPI02DdAuUKKiSVcUmpO3vfa29/3LczaO5W5jh/DS0SrdX2dL9nENgCYJvi1dbA/Y4AmLSQBxjeiF6r11kAPHtoQIPm0RzfCwBHD1zMAKF23NcHPIqsqwDYEtEOvBYAfEm236dEfgkAP5v2R8tlA8DNAo6W2TUBcIa/5AD+AQB4tA8iBfSZbwicCwWgABSAAlAACkABKAAFoAAUgAJQAApcRYHoxuqRG6pX6dg3aSTS75sMY9zNHwqAF40jN5s+AOCbSbur4Xj93gsAR9f9GQ5gDX5p4iz8jefHn+7IOflUHdJct3f8mtfQlfN6B3Bzyz6ajWbrjOR5tt+zI6euXG8GLQVO6WuNAHBtz5aYHjyfcA0X8FHYP5ojas86cme/W7x00yM9n0YO+0FnrgGAddNRHJ91AGe7cnllB/Dbx4PU582AfpBJwKZw9jSlZlfXb+TAbXHK/ZVlJX3dTMfgd8sWcPL6l/lva6ffFx6LI9cep+NGn/v4+Nx1aa8DWADwR4m/ev3sMGcH8E8AwBkCp4dQeP22vXYEqs84gGexGAH/4Etikx2hutHTRVcf9Yqugc+hABSAAlAACkABKAAFoAAUgAJQAApAAShwSIHo9gQA8FzWSL9Dk/KVTvqCADi6Kb4i31cHwCtjwDHnFYjXbwRij/Yhui08u247VwDBphffJAV0BAPj+fH1j/aIGQDW57bj2nX6z/n9rwaAR0AuSnnsqdk7GqO4jdfDKrBddQivtic9k+P1wwZfCQBHsasVvgYAFtiWATDVZdUpnweduRUA1nPkRdLIEbzd//z9k2nc9qEPC3ZbPwogXgTADdjOAPD7Qk1uhqGrAFhSQNP4JKW2r1/0e3b++bUdwPmBgxR0lHp8BQBrTejvR/az0R6n39/b7gggwwEcfx/gCCgABaAAFIACUAAKQAEoAAWgABSAAlDgxgpEN9gBgKMbZudviN94is81/4UA8J4b43bQnw18o75Kf7Q9RM7RNSDPTR7OjhSI9j/tkIvauv3n272mAuBvAny1RjP4G83L6vpq1xs5eRsM8trUALj/nM+rtbrLQiaoSMe12r79nG3GVeZNw06pB0ztj8BUBChGTt3ReR7A0E7ia/8OGAFqGrMXFzKPXj/2AmB9jcgZnYuUlpeXmtyOwzqA67mDnwl6PFFMe/vL3u+1zfyXfhHYy/C3XOSV/pHnYv4AzMi5u+roHc5rSU3e7Rel7rB8P4r2HKf++rapk0egbrUWrHUIN2euAFv/WyD3Izl3vVrI+oxhjW4C0KrchjiAKcPAE6WCVo3QtZYdtCefbzpqb03cN8Xbe17rlAKaAXB7ka4zt+/eGr2j7+bVeT98PhzAI+nwPhSAAlAACkABKAAFoAAUgAJQAApAASjwWQpEN9qvfeP3s8b1WdeJ9PusftzsOl8QAOsurZYg3nuj/Kye0c38CADL9T+732fH/d3Oj9fvyTvkVxVEKBLBmd4h9vCNAbBIpL9ronlZXV9N/nUA3D+AweflWqglFFh94yIswOqeAHjFqTsDwKK557K8xu8ADbkjAGxTOttlZGNlJQW0d30PAGsdPQA8W9LXAMB7vt/2fj+MADDBNvpPYry5gAnEjR9yuwYAduPNuSTpQsfW8glpzdHq3A2AH9vafXxk76wFgXQdDZjDlOzFITytvSsAOF2/6mY2siEANjW6LQB+TFrUtMNXBsDiKvbi/joAmFJA9/vzCADzvKTE3+XCMn+6b936Db5/zwLg6OsdDuBIIXwOBaAAFIACUAAKQAEoAAWgABSAAlAACtxcgehG+zVu/N58EHe8QKTfHbt2nUtfCwDnu7eDu7qLPa03fhWTOwqApYlb+LcjOEXDBQBenPQbHxavXwDgW06BhY4zV7DuR6uh7a/gbYrnyCGYIESZar1ViQNyDwCmfoqj7UPBJnp/+31aQL5xPI4cwaKBX3s0QaCR9a+cOAJMR1y0q3Exc/TW8Zh+j9blCPRugbLMd3JdFlhE54qL115Xu6477Z10wXrctr2jAFh/Z9wLALdxcR1ggmPvCZBmMPymoGmBkRqSjlIzz2pGk+beQx90juiq9c3Oeqr3TN+fNviSaAyx/dq9fPg29fLQ0VvGuAwIg5rDRx3AozX2GQBY4G63HhZrhUd7AzmA2f37lh3AD0+SxJrPlAwKNJ+t/jLvbyMA3Ndg5giJMiVIP8/WAH4Y/L4FAI4iAZ9DASgABaAAFIACUAAKQAEoAAWgABSAAjdXIAIg0Q3lm3fwi18g0u+Ldz/uHgBwrJE5AgB4t2R3OyFevwDAt5wcDRfyjX8H1nnfQT8dAGvNNZyU9y0AnjlqbVtZZwWcNfylz7xUx2diwIPLtr3V2q6rAFgQ4SO5LgkaqhTdnR4FPHsa03HJbzod+ncDwCPdeycnA2B6vSfUSp+9EQCWdNEHAbAH4ywAlri0uhJg+yhPTY0AMO8fs+m6HgDeXKX8ToocwLL29qZ2t65WAsCk0eWZITrhTv0Mhfxd+mP/Ha1nXUf4FgCY0+Q/PLy+vl4VAG9qJgcgX+vgPawQAeTm5KYJaMFXMwsk8W7xkGE0f/gcCkABKAAFoAAUgAJQAApAASgABaAAFPiHFDh7+wEAeB4s99b37PVvthRm4HjVtptvQJ8DcHtTZJ7Rw3VxzfnBmct9i3NvHZ/R/nT++ufi7/wkzW8fG8Pb+ctduYVVMCmXHR0/dArX6fEdvtH6X3lYYybJzOF4REoNhqwrVbdnUxdTP7xYt+vDa1PgKLW/AW/loiNAG60/On0OgEepuWW0/ga6nTdJic7r5TL43tAuYK9WqgVmw8ThNe78/h2JOy8WR+MQdS7WOV3Avn1AYjx/unZtS01M/c/zJqmNyQ2c/l1jrKYkHs+fHLuBlyW9sjiIbbplHltxcLqOU9a8pTzmg+h6bT365/OJTi1148CPAG0dU/qdo+GqR/vk8wpVVS3gCFh6e0h2Tqfa1E+Xy0P63/RnAsBqSBrejvag0X4aPYgxWu+r+7xoQaZfKq/99vr+8Ea1gPN8e7G0net+nnmEo/ka6ZfPyULxETJvVJeYP5O+9NeX9mqNd+/nQZpfAOBR5OF9KAAFoAAUgAJQAApAASgABaAAFIACUODqCpwFICs3eK/e6W/U4L31PXv9m0kNAMzSAgDfLMT4Ru0c0J5fHwDAZyZwFQzUG+uGoFSHVa352GBPXl4/FAA30MCEYqSjBh8eaB0BYO201vP7UwCwMD47nggA21j/aQC4Qtm0njg2njLA5OXVA2BeX23/e6eHDAxgbrXIt+5HC4ArFKvX28a1Bbj+3uNDue7YHb8/Zs7PKIU1gUD9FSQAUfpCIFED4LyWS3ptXtc9cByBzD4VchKQAPDT08PzrwR/ExDuEyg3oGlB72if3fSjdHp1/149rsLyNARK/fzy8v5Amq0CYLsvVp2N09fGjR5f9+CAAuc51XkBwG3++G/b1Pm8LtyfHwDA/rLFu1AACkABKAAFoAAUgAJQAApAASgABaDAbRQ4C0AiwHKbXn+fVu+t79nr30zpHTdgZ334jg7gvobozRT+Fg3fOj6j/Wn9+nRD13PbAgBfM9Ci+YgcZhYIDwFwmcrQX3pyem/lACbNW03LlsJY5mKUpjkCMRYwRcc3gERKtvURzaP0U9yd2xTM0cxIC3MHcOuHOD55QsURKXBznAJ6Ht0p8TC3Z0hPi7t7OYB5nMn82b22gJY/tuvG6sZHzQGwrgUs9Xgfc41g7bxlWDZ6cEM6q+Ewv0fzp1I0T1Mqt18FdseuoC4qXUHRXKC3hqs1bodAsY9bW3NYT0atXTvZYyqYVGm1qQ2tKR3TPbhAXUjwlJy/z8+XBIAfHp7NctL1e/X8W/23cWGAdFCb255f9Rs8mKUdwG+vXFv6NbmA82+mx+cSq0pF5ZbW2o7Aeb8a9B4q43rugLx1bNt/P5aNRPaxtifLunKc5gDAdhrwbygABaAAFIACUAAKQAEoAAWgABSAAlDglgqs3qgd9SECLLfs+3do+976nr3+zTQ+AYC7VJgLN3JnY4hScV5z/DXtJt3MNKkFr3md79TWreNztj/tu/ZXAsDrVQO/egrozQ35oCLiCgAW+NS3vZ4C+mza5w5EmNSxZ9emre1L7Wlnr7S/BwDT+V7KaGlb93meKvhrAOAu1X6Np2MAOJovqiFML5kX+T6JALBt134PeTG4L+6y1qUAACAASURBVAX0GADvi29NJ9v8tnG2z0lqAWCv1bnKAPg92Tkr8AwAsAXGrNXnAeAMfFMfG8wj8N3vH+OUwnMAvGlnkCJY4sOmx/b2lg1kpt8XiWdeEwDX/gwyMKx+Hq0n+ZxidAiAzWLh9Pb9HO0FwK1fzfHuMeoRANbz1eK1tdq1BQC8GgY4DgpAASgABaAAFIACUAAKQAEoAAWgABS4hgL7IMj2igDA81m4t75nr3+NGFtqQ9tiBye4N66/KABevcke8K4l6b7zQbeOT29/qu4yc9O413Fm/dQA9qRFdNfkrYPfdkN61wXufnAUDzMATGuuOc6s9TENrb5Fbi8GNZolrK7ZPSLd0gFM/dAuYN2vle9l0bpPe9zrNnYAS6ptvmoPS/x6w55uzQFcnLlBynbbBgFYAeDyVeBBapvyWWrXigO4OZl7h7Cuf6yvLddKeLOMv6R8LU7NFlfNASzxRX9GDx7NgLCO03ac/4CD9I866T0YUcE/1fAt66f/Kt46pmkdSdwlrNvNvUBgaovT5ZYawuVBCK8uL8dPAq7ly5CBnsSVAa/UnTKZGtAKIJY5qmV8yf7KK92J0z6aBBp6jt9N3G0cwL7+Gs56jt/++793i9u0wnq9W0At4+N4fc81rgkAX9L4n1L+5+dak5lH0q7bx6+M064H+77MmV37Z3/P8HUfc2UMCp/X17f08ECKhxybZQ7NWKwu+t81Hpxz5DjW0ux76drC/PWWNALAo32+c5yr2tKoAWxXFP4NBaAAFIACUAAKQAEoAAWgABSAAlAACtxMgeiGe3ThlRvNURs/+fN763v2+l9pbqqDVnXqEQD4K03R7r7cOj5HANg6hLYd/8oAWIOCearcf8kBrAHWe9ksqjrMFcqr6ff00fSrgE4Fw2oi4lHgf0UALI7fCAB7a7Otp68BgKWIegZfBfJowFpBlqT8LjRH5pqgUoaWpoZ0dbgOiFaDzT1Ak/MulRr5ANjGiwW+twTAWp8RAE4+yK6LXX8CAEwn0qizkzcJpR29EQAepdCVzmRZDQD21p70XnmW3SXaw72Uapg2zGSfrU7dtD+sAGEBsPYihwAw2XfLi1Jo06uH3Q2Gtu+x59zPHgA/JQBMIPg8AK61eWvmEpU1QIXKCADb5zpGxwkAfsuu8eQCThR4C4D1g1DbBwyiusx6jqrD2qQUz2FQNv8jANiD9/q6AMC7fyriBCgABaAAFIACUAAKQAEoAAWgABSAAlDgqAJnAQwA8Fz5e+t79vpH42pz3oLDd3qtdP57uQvd+S+/KQCWG+rpHuc//VqPT7rLvN8BG6UMHos/c5DCAXytoB07TP0rjI7PLlDlYMz/6O70p3/sAMBnwa9c+pYAeG8NYA/4WpW1E9Nzv7Zat44zszbWHMArvw/YwXvMAfz+8Vbr72qH7aM4Tgu9sUC3AVwGbHW+SjpsOl7cwV4kjlI8t9rCPJ6Lcv3p/tk2IwBMx3vnxw7gOrLqAHYdyOS6LeuHPicHKb96B3DTif9GoI5r+prlVrbI1+wCFjcwacp6W8evBWbiyPTbLfVaB67O3H65fothBrm5L5n4J2csNV5gL891AcC5f/3xLaV6AY41xXXvMLbzWh/AUVBXHyPxS9eraaVTTOsHd2xf6Hzbn/YgQ/bOJr/z88MlSU0O+TkALrO8mb/+u7YCy3LcXtB7BADnfSFDYPPN7wByGkWfspvrBcsDIrMHvrLuDgDOcWS+CLbj4JjSDwlIjWvtaLfxDQBsVwr+DQWgABSAAlAACkABKAAFoAAUgAJQAArcTIF1AON3YeUG7806/w0avre+Z69/NYkBgDspAYBZjvX4PAaAj8cvAPBx7dbPBABe14qOPFMDmEErg50GcvvrazBHn1gI/JUB8AelcpUHAQCA88Q2vM0PSIg+HnDWgHkVADcndR9HAggJENPrLdUAzvF7IwBsf4fS+Ch26WcHg0EGujWevwgAJkCp4S9/J74lvRK4LbTxKAB+TCJcEsD8CgB4dZfTKaDp72+v6b8JACaQr1/aEc3vN0DL8bd9tOcIAG4A/BgAlj4/pkHuf6xtVU0cBwWgABSAAlAACkABKAAFoAAUgAJQAApAASgQKnDv2zNnAfvd+j9z5ipX1HACyvluXU51/tMtCneGUdEOiO7e3bl7O0Zym0OPx99qCuZj/W43insHoG0tKkkazf+x3kVntVvG10rxvBfERj2Uz4/Pv7Tg1+5cdc6Paq3efl0KGOhTBDdXGMf33v19BIBX52Mb3/46W583f35kXaw6//b2fzZ/1Hdb83fUfvJadvMg416Zl9makV3F4U07h2rqwm42pH7+7H5kawDTxfVX8+irONJBPqcU6l6K3Pfq0kzgleoLUyrf4q6mPjwVEKwfMJB+dQnugwwfNF5vj9buba2JTsnM66+PXz629aDF8Qg0ruUKsA7Uj4/XTU1brmedMp0kWN7qcpO+7Rqz/mdjc/5CSA7gdM5zor90KpVBTuWAT71sPNiU0KPGR3EUxddrcf+SEzyngdbzYlJ087WbY1v3xQO+Xl9X9ymbFSBK8b3db7n+co0rAOBTcYmToQAUgAJQAApAASgABaAAFIACUAAKQAEocFqB9Rvhpy/lNrByI3p25bv1HwA4T8vtQdNt4u5arR6Pv+sAYHvDfHtDFgCYNAEAvlbESzvfGwDLKOL1+7UAcAVLpubvaHaPAOAMmBMJmq0ZSSFNyWujeqDzyPscACy/M+oDCoVQRSn0dQ1tPQ4NgPP+kggegbz22oLTowB4u6f36bs/GwB7NYNHAFjSBfMeTKmfKa4YlrMDeA0A8/miLwNgdv+mVNdfAACPYnwUX8kAnR4aSP9JHeABAG4PQPkg3gPA3vysAm0BwN7vCtddbH7GyPn0QAS94AC+9vcu2oMCUAAKQAEoAAWgABSAAlAACkABKAAFoMBOBeIb4Dsb3Hn4PwOAbYpoOIB3RsrXPHx9/dgUz6spmGXcforoIQAuqSMjOPM1HcBtrq9VY/brAeBZjdmUUjYI95HzV06LHsyoNWMPO+duA4DtsNfXly/Y0e8XcipmgDGoCTpaN9dyzMv8jeI2mn8bB9aR6DkUm3t7C3WtjgKJnxKhmmkc7T8EBfVr29Z8nTwpwatmKqbFAbwHANPYWk3lfoG0FOGl3m6Nj1IXOu27OTVzip+PBMEeiU7mOEr/LsfSmXVUkwfJZGg9MGVX7yguIwewaC1uWoF6o/P03OgawzbFum1H+mfnn9y//BJd9jmM+dzvAID7/cPuTg0Av+cU0O+V9JIenDabXm1ejE71+119V6oa0NsayuLM1fB9mzLaxlX8gNl2fTanNgBw8DWOj6EAFIACUAAKQAEoAAWgABSAAlAACkABKHB7Bc7eYD/bw6M36OW6d+v/XgewAsD5RvXi+V8xBXQEl87GxHc6fz3+AgDcDdqrmgcAfCYurgmAdfw/llqs+/sGALyi2fr68lvb8/0iUJPByxoAPgJ8dfxEKbz3AGBxVXr78yoAlgcuLLjbA4Aj6NunIO73ulsBYP17QbubvXHRsdt5sU5w7rcF9eRwJfcj1billwDg/I9UwznHVvqz7huD3wEa/ubrVMesX+e1jc86qv195gwA9lZaBIDtgzyj1NO89hoA9cd1fQC8shd5x4z3pxsDYNMZqaNsa6DrFOAazNqx+KnCNYAe7a8+AJaj4QA+Glk4DwpAASgABaAAFIACUAAKQAEoAAWgABSAAldS4OwN9rPd2HODft8NuLM923n+wOGrW6k35r3ChPb8cuJXAsAAv9uYiG4A+1G0AnjXUkRXh05xBG1u7Bbo4PQ8vxWtvyOAa+fKmR7+lRzAXvyPAPD22P5GuQVMqzUaRayza/G8A5h7YoGh/DuqgbkaI7f+fmowkJ2b1uEp/dyCwgT6yuKwY9XuSD2v3pzRPFAzFtzUeTYL0Dov6Tg5N9egLet9BDatE3Z03GYfGViedQ3ePeB3NP+6P6wr19it82D2M3Ig2zXhAXYdR3QNO+4RiI8eHLFzKg8OvKZuvb22OrgCNXVKZF5Afc1UGcvIebkFrX7t3rG+zVlq4aA+x9uP1lI/l9S/Uns4CUvz11zMfUkCr/5vDLsTIE6dXUkBHe0fUQrw+PtRYtP/vh5lChAH8OtrqodM/8hOca8Wcg/02xzxsaN9o+1b/YMLkprZ7i/WMWxTenvx5NXGtg5iAODVbzocBwWgABSAAlAACkABKAAFoAAUgAJQAApAgRspEN0gu9Fla7PRDbbo+vfu/7B/jrOnpahUN7SDAX5FALziYIvm7ad8fj0AbBUBACZFviIA1s9qyPxbgAQAXByQUY7xYCO49f4uAPi97NefAYA3zwqRVAVyWsArgEdkGgFg0omaIcBIyEhgrMTligM4r7fBEx+i0xacNkBF9Vjp5YEh7n+r4dqm3ToI2753LQCctSl1jbl/6wA4WXW5q4MHbMjN671oLl5eqcarpEpnVyvNy1P6j92YCdin/+G/963cGgDL1VZTnNeariX9tHUoj8D0YwHAb1TsNr2eHucAeORg7dW5PgDepj5e27/aevlsAFxW1Gbf6pXy6vbyOi8pzMtEjgCwbs22NVrn+n0AYHd7wJtQAApAASgABaAAFIACUAAKQAEoAAWgABT4PAVufYM9GgkA8FwhAOAogu77+TIAznRG+uo5gO04zgLgkoJyWGJx9Qb3nfU9nGK573fk5FsZpa4xKib+wwBYWFiZ5j0O4LPuXxorHMA8480ROwI4vE628ZOcqcW5u9cBLAC4QbQEAsuW4AFeHZsWCOvPdI3Z6gQu6ydy/s7iX8ZHD2NsHMYF7OWYSkFMEJhi2efIWzdjvC6Nw9XsBxeVTUPWhX1A6QgAlmj4MACY2upSwJeFa3/HyEiTCbhC4E67xEOLwbmTfjXjwsihubdmq1x8tP/IXFYHsy1dX+LW9mf07823XHEK129G5ejm9el9gQkAfkrxxubZy+Drsge02+9dmbdPB8C0p6RYfnlJNXmnDmBRZu4EHq1fSQ1Nn/cZDvwzLMjX+42FxDw/rbZwi6U2ZwDAK78scAwUgAJQAApAASgABaAAFIACUAAKQAEoAAVuqAAA8I3EhQP4RsJ+rWYBgG87Hz/WAfzNAbCdF4Fb3zEFNEWwpO610fxYAKOs8wZRWgrWGQBuUETViyVYpXgOnX9pT4dMF9QqAJZGBMWMALBNjexdPANUAck2xbQCwPnc4rQVl22fFvo+AJi71T/wMkoBXR/oKEQwAsDUdoOI7ObN16sE+eEhZfnNEFhr8fEqxJ+Bubw0AB6D9ObgtIB05hz2PhNAqNvR19VgdOzs3vZnlkI4gtQ6BmcAmHR/fiZH9dcBwKsJD+ghAmLdf/9GKaBFjXMAeCWTAMdynyJ8FDN2n9DHdbGUFtTK4263/RWB1qEAFIACUAAKQAEoAAWgABSAAlAACkABKPCDFbj17ZezDt6z0p8enwNquz559Xp3dJq9Ksdfo9qEx1vkMyMXoVyXEzf+u68ovuIamufmPxeJzC9qZ1Q7eDY/Z2+/nu3/udi5FgAe9WJ1fsX5l1PhJklqqtJQ3qEFu3RpdGOfP35SqWf1mpWzotbPqd/OjubB1n+NjpeWI/2j/vsONR2z/HdLIUapb+319HHetSKwMttndVpiue5qv6YrXg12tj9pR2+7vugVBnbXBe+BALq21Ageg+BRBEst2dafzsmb1kVOp2xqAMv6rOMpqZa11q3ucwKHXd3VraryAAB9kqHdJEW2Pts+UEDdzI7xsnBrLdZc+5WdlPQffe65cW39Xf1vDWw9561XZ3cUPzlNdbDlX4PotZTQfDF5sEL+1PWJvfVLQl2e0/xlB3CKgzKgvoY0v7mtIa1KcASDPatFPV//jkxfIGT6fUsPBbymBwHe00MUqfp4GYFNiU6ZBpJLOInuOXCj/bHts9yGflF71vHLsejVIh65sf2HEWTccACvzhCOgwJQAApAASgABaAAFIACUAAKQAEoAAWgwEEFzt5gjy4LADxXCAA4iqCv/Xm0fgCAbzt/qyBxpRfWBUjnrM4vAHAPDzaOSlMLdTZvGsZF+kfz+tkAWPedAEoEgAntMFTpqdrWkdqP9AxkE8fuJl2ziXcNgD0YPNJ+C9S2tbrp2jRmArTZDdzFh37o4fYAWK9z64S2AHhbg7bFvQeAR2A5YUkzofxPgcAE//K/M/ht0FXm3bptrwWALXgVB7Ae96hurH44YSUFtU4/HDmV9wJO4qlPlwSBCQCn/M/ywNpnAODZ2hwCYwuA09y/vVL65/RngtkjAMwx0wNgHVijubJr19b8pc8jADxzoEv7ozgAAI6+ufA5FIACUAAKQAEoAAWgABSAAlAACkABKAAFrqTA2RvsUTe+LQCOnL8y8KMO4NJ+5LSN9IUDOFLotp9H6+fzAPBonJFDd5+Tb3uVqP0b63+FGsAyh1u4Qylb5/poYERreewAJuDjuXkjj+5+BzCdEbV6rVnRKZ1rqtsE846AeT0PUa3b8/23Trq+RZn2HjzxMVLbl/5u+2lj6CsCYB6DH9eRI1irNHJ1e+levWMzBCZQl52G3LJb0tWd7DUHsDiMqQkBtPo7V1JrW+AuDt3ED7vX1ik+B8C26+IubtcrV0jNiMOXrvFWUmvIzxCbalc7YOl4DwBnPVXK3qxBGcBofel4f0ru41aHmvX2UoyvOk8FVIom+gGJlfXuwUwfMEoNYIK/qQ6wSgHd4r44x+v3B2fQ4Didrw0NcbcgXtaWiulBCm+en6KGA4Cp9i85wckFnOMgZ3vY7uxWVx1zq3PDe0JzAe85z12e5U0A4Jk6+AwKQAEoAAWgABSAAlAACkABKAAFoAAUgAKfoEAEOM524UcC4KPQt4iZb0CvAuZgAu4FgKVbZ5xoZ2PrK5wfrR8A4NvO0hHQaHuU3bsqkNvN768PgAUI0D4gYOs7A+AIUF0vmu4HgI889OOl/d2rxYqzevR9La7hLrXwDlf3NQBw70LuATBpoVNAfySR6Zq3AMDvj+2hDF2beZYCWuYqAsAMc5sTmH4mCODV8+05Zm1q3j2pnaVtWn+XJ4bSOuYkJfW1AfAohj3Y67mem656Pb/nhwoS++U04EsAmFvaC4Bt/98VUK4PNZwEwPQwAP9cTAMxvxslNmbzwnPZ9Jk5d0cPGqzsNfYhBF6Tsk79/RYpoFeUxTFQAApAASgABaAAFIACUAAKQAEoAAWgABQ4oUAEsE40zTfUoiJpZy8QnL88vhUgewb8pvaP3PiP5LkVAPauK/3PaSmLSQYAeM0hKnpu4/GsgzZy8EbtR+dHERi1H51/7vMvC4DLYvGduCspbkWXuQP487y+/jxd0wFMV1jer3eHzdwTfQ3AGnWp3//3zeuZ/ommXhpnrzavHod2uNOxMwCc58848gX8bt4vQCo9YsGXS18qBOp4nOLELB+VNrt0ygU+R7rYGsCSql3GWB3AZXJsfy/lAtmd63z/2+9f2/4W+Pb75QbMqVrABPXeky4zsMa/sfqarB74HaUC9ly5knJag2evFmwfJ2s5ByjFtHaX6tTD+n2BlJ6bnPeJWd1bBsBPab7IAUx1mnkeU1wNUq0nFd3PozW99/P2e6lP/f6oA4lqAKeGxQE8AsAj+Kvd1DrNtsSKTtUtWs7iQ8eYB4hHc+i9L3pVB3taMGd/geydAxwPBaAAFIACUAAKQAEoAAWgABSAAlAACkCBf0qBW99++ZkAeA/AKeGkALBmzWeYMrV8LwBcF0nEMX74aorWDxzAtw2AawFgr5cCb2YjGKaA/iQAnFBH7t4afrn+XAAAjzXV6XTpqOrQzgyQN06bglhaa8CN34lAp+6FBqX0vrh3czuBa9d+3rVbQCwdM6sJvFQDeACAeaxbALypiWwA8BZqcc9vAYA/kgO4Ytyclrd9D58GwOL+TQSQ4ic7gLPu/QqfgdGZO9iDf9Z1L6mfvWtYAGjjVceL5zSN+i2w2wJgWUse0NyuwCMAWNbZbR9oOgqAqQqwTQFt52JbwoBjRsNy0o8etBCXuXw+S6+d47D8R7HhAeZR5obR+wDA26jFO1AACkABKAAFoAAUgAJQAApAASgABaAAFLiJAhHAOnvRnwmAD6gCAHxAtK9/SrR+AIBvO4fXAMB8E7z5kPScrc6vgJ8GhA1IoObrW3seIJk/YTECwPJgyC2yDngzaufBAru9URDpvtpem0tyUqoapsVxSu14oMqmm/VThLdeaBubHKtBbK53Wuaf/hQwqR8g0GM6AoA9p++o/ZF+23lMsFNgrYHHto32MECL2dG5lKKZXvbBBYJTBMfbeXyVkbPYptltNWtL75LjVF45c4Wah3x9MSBvHMB81kVqEysHcAbABfxK27Ud42e0669zMefO+8BRmnlNNWAzrCuS2rjwav9aB3Bfx7pBQT1/GrBmvU092BUHsIW7XvKXbQ1lfw1pACwAkuaO60VHj7tIDeAEK1M2az8FtL8C7Pf1Nu309ntCQ/U6PjnMTO8oIY7nAH57TS7nNP/kAE5/c2sAWyDuzbXMp64bze/5GniQ/43iMD2IkOt2m3mY1SCu68MMHAB4tAPjfSgABaAAFIACUAAKQAEoAAWgABSAAlAAClxZgWvdaB91CwC4KAMAfOXI/RrNResHAPjcPAn4iZyL564yPnt1fr8rAJ45OTMkUCl9V9yhouRXB8C9i20LQ6xTcgSAPYgiwIq0kPU/A8DirhPt+BxKXdv6teoAtvF6FgDnMTiOX29dRg9jdPFT0mDYDBhHAbBdwXVeFgHwxmFbgOu1AbDuJ8/N3HH6lh3BKRW0MPWiWwPdDZbn9ZrA7SgFtHxm4W6LuwZWKVUzvTzg6p0vIFKDZC9mRzVmreNXA2fP2eo5mXm90RiSWEmwp8vl4fl5VAPY3/O/EgCmFNBvb+8Pr69vXPo3P3Rga+n2QH8E+0fvj5y/m+wFaqOzMaHnNKrhbq+HGsC3+uWCdqEAFIACUAAKQAEoAAWgABSAAlAACkABKFAUiADHWaFuDYBP93+l9q8VQd+1Ds4/68D7zBTP3lw3/9TZSPiZ55+OvwAAxKpFFfSilJbR+VEP5u1HUChqPfo80j/af0agMmp31i+95p+MU9Ced3Z/iPSRzy2w8+ZFQF89J9303wARlXq3QigFiUe6jebhjM7cz7XavltQS6CMXMGj+G/tevB3M4+mHfu1sBqH0q4Ft96DJPJe70Dsa4va8e1Zjxb86nNrqt7iCBxdh8Fgr1ZOQWvqsWaHq/pepbHRuJ4oBpXzuPYhuXDp1TTgfaj1o4CxQU3ipjP/zYsP3evR/Mn3s2hl95OZA1i3v92H2r4qDuDOZV6AsHBhC0R5TD0MlvfoTw3qPGeohsVeSmnvfN0+z812be4BwAKhRaeZ+3fjPk4x9/yc4occwOm/9L8l7fH8++5qALh02kLw1Qc5CPy/vXLq5cSAc6XsnMHABNST+oE4mxMLdCUGdN3lPh5lfW0d41482P1Q5t+LwW5dpQGe/QXiXRvvQQEoAAWgABSAAlAACkABKAAFoAAUgAJQAAoUBW59+yW68X12Ik73HwB4OgUAwPMIPR1/AMBTgc8C2mj/Odu+1/nvBIC7lLTF6Slj0rFdQdtBACxtxo74vd8IxwAw1ZmlVwSANfyl47VzmP5tP6/abVK/jh+UyA5gx2mtAfUMAM8UuzYA3oA2A4A3juP0/eoBYL3t8fhJH5U6urR7IVC8AIC3GuwDwC3m5W996vVrAeD16OZ4qc7Y0h3S8o1ipfxuGSWIl3kiWNc/IJCSCU/cnE0HlYbbONEpLfGs3qweo5eiWH+uAaR1Flto6TmbPT3zmBP8zu7fDIAfTwFgHb96v5T50bEzS3Ftj+f9x48IAsDk+n5P9HcFAM/m1HNsj+ZPzz/3d7u/jtzXdiT6wQKKGa89OIDXdwQcCQWgABSAAlAACkABKAAFoAAUgAJQAApAgUMKnAdY88tGAOZQp9VJp/t/BADv6PRRh9+9nb8yRADg+WQfj7/ImbsaZJF/JrpOdP6oH1G7fN4ex6F3pWsB2mgfsvO4N3Xutu9RnUo+4+j+sBodctzIATwGwDK/qualAsQC5Ua1f23/tsDBOjb3jmhNX88ZSVdaBcCjcUS9jRzAukbzUQDs9UHHucT0UhrvXCC3zTWdoyFijaPiKtUOYL3OW1w0gJk/T0137kcB8AV8e85QauuSSDGfV5zNFQbPa2OLM3xUO1jGM3ZkRgC41DAuBG/kAP7Q8JpAtyF+M2d8+6xBdHJKv2YiWFKEFzgrkK9Pbd6vkT2peps+vQNUA0Ht0B2lis57nAHOftySU3wLlm0/OJZ6iH1JlLePH6rRzOD3+fnS1QCO1q2t+cvX6131uo1tjeD+CjMHcEvjbb+DHx/eKO13+vE1cwDnuaZ61Nll39fd1tcVYK9jIwLAer334/VjyrZna0qPYgUAOIpIfA4FoAAUgAJQAApAASgABaAAFIACUAAKQIGTChwHWGsXjsDLWivjo073/wYA+BpQ55YAuHcobrXVnyM/3zxCj8ffGkCN10cEcKPrROePehC1y+fdAwB78R3tQz8dAHuz6MGx9l4DwK4DcxAWo/XwtQAwp3/O8bmQAloPdeT4tXJEAFgffwYAj5zDemxHAPD7W3v0xzovq7PPceaOAHA/XvpXD1hHADiDvDxXfPzTRQDUGQDcw7Jt37b92+MApv3HpqaW+RjtMzYeuwczcqry1suXl7ekCSU1Tm7gXCOYXMGtZq8cueqYnX3HjNqw0JHa8I6NHPS6r6PawnKMjpG35CgVzTR85mMaAL6kfOOX5ASWWs6zsfIY2hEW0Iojf/ZdsscBvAcAv+dxPeUU0B3kT8tB1wpvevLfot9v+iGPWcrwSLcZAJ49nAAAHCmLz6EAFIACUAAKQAEoAAWgABSAAlAAm7v/0AAAIABJREFUCkABKHBSgeMAa+3CEXhZa2V81On+jwCwrvPrXd457wz4vSXwle57/dPX9T6PbiCenb/vfv56/K0B0/16RAA3um50fr2lvLNrkmJ3AGqC2rhysT0O4Fl8R/vQXgAs17IuvchxKOPSDtCdwnaHW4eZbWu2fvu+stNSH5/bNuHDzlCeW6+u5MzRqPsWA1g7kjXHrz2rdwC3WBRnZpv3tfZX17v9+iBoIzFDf8r8R+1Z53ZdF45zdgZm6yoWaDt78Cl1Xq5roZD+d/9gwNbxS9f0gVqbBx1D0n+BePn87ABmAEx/EtDT1923dho0bOf1AT5aL9qFTK5LcuDSS9cAJtem3a+sI3svAN6uE4bBxAPpT4olShMcfU9rEEuOWZmb6Dytrwa01AZp4qX2tQ5dz3mq290C3La36JiYPXzRO5Apd/L7kgM4ArZtvsoDI0FN6X6P4395a6CuY3cCmgOYQPd7ovxvyQGfob/63qTszF6GAw8Iz9aJQGC9Fj+oUHd62QczRg902YwQl9Ixr16wTksOALxvB8PRUAAKQAEoAAWgABSAAlAACkABKAAFoAAU2K1AdAN6d4PmhAi8nG3/dP9vAIB1kxFHlvF/JgA22T5zF+j6Aig6SSKj1dkJ/Obnr8dfBGKPChEB3Oi60fnSr6gd2//7AWAN2KRXlEp29vquAHglauimvb1BLylr2/ljAKyBQgODftx8CwCcAN5HcVDeCwCT7qRlhJ0jAKznX+Z05tiuny0CYGpfx4oA4G0K6La+3AcJaLzZrbr9QtG1QrMu+bhX/l6qNUgZ3hLoay7glejXxxQArACujn+5ttfqBgCXg57eeQZJIwHAef8pACzh6tpcdnovpoDObQpES5fQsrE+HD9vqf0IAFtwSu0SuJX2BQhvdvCS7pv7wrBXQ8KnBAk9fjlL5WwfGrGpgj0YSfGhUwhzXGz3c3El58zIuc8fYQro7wKAeblSILQdQ5aGB3xt+nYLivW/vflaBcCjhzHs71mKFW99AQDv3cNwPBSAAlAACkABKAAFoAAUgAJQAApAASgABXYqsA6wdjZcDv9XAfAq+BVV7Q2zloD1mO7eWRrwbhxqAMCHhF5fP9ZKKQvk0GXVSRHAjcBtdL5cam//vxYAjh6wsPtUNK+xA7g4IgeE71oO4CjFtnUkev/msW8BMM18AwWtBqt2AdvoHe/3dI1trMUpmAUYRqjUX0dnHcARsBv1f+YAJlBILzpXnHKjXWAGgD3gO9xNylM/LV58PTkU/D1B1wW2zt3eOZ7AYJm2ym/zePlN6wqsO0zZYgQAZ6dgPp4/EOgnwCuDvl1h4TmA+/1tyQGsRPYcwBoAr/4OeEwwV6eOZp3aHtIDYALJ/NlrgrKcQlz253GNVtGP5k7vA03X3vXpubNtfNnas/K5BbZ6/nQbMwA8iuVRf+l4ht3vuXb08/NzeljgIaWATv/l+NMp34u25mvNunUZ2jfHd3uAovRu8vUqbc0cwKMxUmrvDNxTZu9c8rn037rMaf/w0nGPavyO1uDG6VuA7Wy+h3sNrVXqv1pM4hiXt2o/ksCrv0Bm18NnUAAKQAEoAAWgABSAAlAACkABKAAFoAAUgAIDBW59+wUAeC30AIDXdPpqR62vn70AdXWk0e1TAGBS8lYAWGaJb8Lrmsc/BwDzHfoGgPO/agriPv5WAXC8bmyt112kry6erwKAc4dK+mUBwPmtYJlHAJhO12mChynIrwyAt902IylOxRVAa0GZdgpbp6eGmJek50r7ra/nAPC2TnFyI6vwJwZLcX0NABw56QUACxCkf/Pc+wBYz5cHgEcgVu9vXqiOALB28sp5M3Dbp//u4aG9rqR7tq7W5mRlAPx0uSQInP5MkkgNYJvS2TESd2mV7fG1LzLvNwTAOcU3pX8mAEwObPq7wqUEo0ffa3sAsOfKFwew1d6r1Z2/D8zDHY8JXtNL90M7xgGAV3/f4TgoAAWgABSAAlAACkABKAAFoAAUgAJQYJNSz0pyawB57ymIb6Sf6+G99bv1+I6qUw03s1SaC41HYGqhCfeQqB6xXDcZTPCaKHA+/iIAe1b+cwD44yOIgKhWL6VTnb2C84/quxrfR9Vdb99HeHLjO5wdqckadHQE9iIHcDx+3wlH52nwK+3YVNIyfw0gcXsCqGZwT/dtWyuSP7Ugo/ajWCtHDuf3tC9rx2ivA80K97NmRYgmaiCkjl9b7zXrUEC5TpVKx8l5UYpnm2JVzo3OsyCwA12inaoj/Pj4nGBqgfyqfzJsG2etFnBzjeo5rCmilauX2pJ+cApilc62HLeFetKDdLxaK9Sfy/PTQ/rf+tIPYMixfurb5qCN1semPzmdeguW6gBOB1KdVh1T9HdJPW/3OXnfric5f5aRQLdFzt8MncvvkPpZ2ndpDjL3VzpbMJtrUxeoqAHtKBVzjQcnlTfPL1/Xq9c7A8D63GhO5FjvOHEeX9JcPKfgIAcwgUcCwNXNW07kWrSyX+XVWv8tsSrpttu+s9K78TFRRgE5kxzAb68cp1QHmJLFv1Pq+pypJdU3LiFI859jyNQmpna03uKa16DWA79tnLyw2v7Yf8/rsgIjRz+139bHIOMAHMDnAgpnQwEoAAWgABSAAlAACkABKAAFoAAU+BcUiADCvQHmrecgGv/Z699bv1uP76g+AMBHlfte552PPwDg2Ywf1Xcd0B6Lt9X2BbxYp+J3A8BapR56cbrYlo62ABMFHBhAJUSR05GuAeCRQ036IUa3nwKAaVwNSopGJRW0qtFcx++A49xGgbMeANYpmgUA2/q6uf0dADh+wGDuYbYOSwFRBIB5PKWG7gIAFg1lnM+/njMAplipgMvodk0ALKnPNSi3DmDqo947jgJgPdd6bdr9UlI/EyjUzl7hs/J8mnXY6jblvFpjudT29dye+j1bz1fm8x4AWOZfA+CnRH3JAUzjag7gBjItAPbcwMe+PcZn7QHAtEQ4BXQDwLSuPxIApiXMc0Hp1tP+7FzSA8B9LDWXrv3+kng5A4BzPJh1bruJGsDXjjC0BwWgABSAAlAACkABKAAFoAAUgAJQ4AcqEAGEewPMW0sejf/s9e+t363Hd1SfdAtueupqjU84gI/OwOecdz7+AIBnM3VU31VAezRK4vZ78GUdb3JDXafs9PpiHZ6j/h51AM/a5zbJQchOW98xa1I8G8fyKBW0BeMaxL0n17mGypLStYcT/K/bAOB2JU7beyxKZi5eD5xaAExXtW1IT0bzdk0AnK/fuYALjKXUyo5LmfsWJa3utTwKgFkbbquvLyzvJXfhJTk8C/yNUkH7IHh93sVdbB+GeFJOWNkz1gAwuU/z8st/UiIFSee8rS9eaqoWF6vXawHBOV1wrgnc0lHnWcsPZ7A71/45AsDudZS7165hOn6Wytk6gHlue2epdRBbMFnXh5nwHgBLCmjOAkBxQjWAs8PXCV/vN67NLLAeKfMjR993tg9cA5gA8HutAZz3qjyAdQDMkLt/SEKvSUm3Pnog5y1dS8+rzBn1yz4U5I0cDuBrRQ7agQJQAApAASgABaAAFIACUAAKQAEo8A8rEAGEewPMW09NNP6z17+3frce31F9IgC82u69ALD07yj8WB3fdz/ufPwBAM9i4Ki+MaA9HnlR29Tyk0ltrQFwxqoFlEYOyu8AgD0HsFa3OiMVWZAU0HJcD+BailgPCjFk6OdPIEZrr7hnhxtY7ywdzemZ/W8WuwDAPFN7AbBdtV4ccMPFlZ4ANsPNvka1bcfG38ipbr8XLTjWqW95H2gA0wPAo+932j8y+E1hqt3L5PaUWtH6txe1IzWGvZ1NUgFT/97pP3KIprbeyoNqGqTalL3kmpU1noHpwAGsrzt64OWzAPB2fnm9swNYAHB6QCBpvAKA9R7H+09Lh378m2R75l4A/JrmMA+JRjUBwBez0Kw7W1zyGgjrhwE0AKbr2Hm0acTPAOCWPp6W8dFfANecFbQFBaAAFIACUAAKQAEoAAWgABSAAlAACnxpBaLbB/cGmLcWLxr/2evfW79bj2+kzwYYmFq/3o3dmi6PbqAtuspuBYC9cXn9OwNAzsbWdzj/fPwBAM/m+by+14uiGfi1wNdeNbvo1JuSJnY4vgKQzwJg3Q8BsfLeikOrpootnbfuMIIpvTu41AxOZCWC213f8v7JrjGBLRq6WJ0agOBWRg7OUaroFYh/rcixsIgdmNsvAM8BLH3Yjr/tG7o9Gy+rc5D1nHwpxQ7zQQ3PndvbKAX06lzU+JSxUPrb/GZyBGcQ3OJTt8lvczpzjieOQ3HOkq46xnRtdDpWx21uKcUzO3fnAPhRUlI/sgfV9qlC4OIA5trICcJmZ/NWXOrzPLYLCE31Y2ndvhfHbqvJrWtjt3q9FgBTP19fX/vFl/41SnU/fpBjXiN+1fGrdavp9VVqerm+fEaptwlkp//NdYCbA5g03a5Nz4lcBj8NTWeKpsevAOAMepNsrxQTb2/pz1JbOrnv2f+rfPjlAQiO6VaPW2uU47WkmZc03xrgV+1UuMm89Oe2PeA99avtZ+OsAPr3rXzXdN8nAMCrWx+OgwJQAApAASgABaAAFIACUAAKQAEo8O8qEAGEewPMW89MNP6z17+3frce30ifswBY2o1A8L0AcB33/P7s2fD59uefj7+dhGS3YtGTBvPra9DhXto4XTfHUO7S2Ss4/7y+uwUbnqAdfHZd7gHA2UFVGhAAtLnoNwfAdjxRqmkLSa1DegxAC9AraUwF+FogbFOYSthVQDxYBmf2X+saFE2+JAA2qbvt/P10AMzjlb2q1E7tXJ4lJXM6itPisu2yAmUBy+XPGocHAXADcq2+do6b0rDUDt7M0wQAt99qjwkcpgc3shOYQDenEZbxeBB3FQBTGxciquVFwJoefflsAGz3k58KgF+S/feN4C05wB0APEqxbOsw271Kz3edy7JH5tWRyDnNLaHdFqvnAfAm1TQA8PV+wKAlKAAFoAAUgAJQAApAASgABaAAFIACP1WBCCDcG2DeWvdo/Gevf2/9bj2+kT4/DQDr8XRmZgDg6RI5H38AwDOBz+t7dodr5+8CwIW7E/6gFwGIej7dNE/JV/P7Iz7/CQCYrh/v39EDArZGJx8vAIH+pBSrWYbsXPPcdexGFJ24XwIT/FTOGmbx8QLmeL5mAJhTmPJxtwDAErM2HbBEEjuxt7UzZzWA7Txtnap+iuNlB7AAYJPJovZzUNu5rY6v6QCWB6z6FMet1xJmWaf0sIq4hbUjVuJRx8x7ybt7ewAsNYDZ2VvBHHXXcdlHDuDa39QYrbnXNN8E8ggi6vXXpfwt4FncoV4KaKkTTG08X57z+npNLtC879EeUAF5HyfWWdtmxv/brC1ez7yuRimorQP4klh1dQDL/uQ8tNT2o7K/iXM7eHDiGg5gu/bFAUzu7b+pGPAbFQTm2UsCsL7ZIU7/VDWdvT02AsF63ejvL4oBFpr15hTj4p5n5/jK66JqhtMpAMArquEYKAAFoAAUgAJQAApAASgABaAAFIACUKBTIAII8Q3w7y1oNP6zo7u3frce30gfAOCzkfMzzj8ffwDAs0g4r+/14uweADjq/aiWsOe4FRioNY33bz8+W2r4OQCm/ue+ZNckOxg9mGlv/EsSU6ndek0H8GcAYNF6NA8aANtjJJ2wzP0IJOvYGF0vet/Gl63/ukl9q2pX9wDyugD4aOkBmwLaAmCKM4roBm7VAwkDAMzHtnXgOYBFx5YOmt/ZkwJaHmKg8/Sc0/tPxtk7enBkDwCm61ASZ2KZLy/lgZQi4AoArvFZ00hzavNfv35Rq7nNDAqLdJyCew0A2xqzcq1rAmC6xvPz5wJg60y262+8z7UjBQBTHP6PUkCnXNAcowm8li+p6hDPMf2Uax9rGO/V8GUnuLTlpPNWDmDpTX1M5yAArnGcwLWXdho1gKNfAPgcCkABKAAFoAAUgAJQAApAASgABaAAFKgp80ZSxDfAf7aIEWC5tz5R/24+O8YRZa93tpbkmRSjZ8Ze6/2q+9/eWO7VvzNj+8xzz8fnrQHwOTVOp4AOLn9eP/8C0bqM4nr9/HF9Q+rZmyFZR2u0Dr+/dqbulXZGoMECCqll2s7b7ICDrrEu1gHHcrRav/lf+c1ex+YY7Ju3jl2//eas7kCWXmrpcgS+KA7smK07eCVGZw5dGoFtw4O60oY+dlQrWINdz1G8v3Z003+kqcyE/tyC2mXHo6l9sHE5Mo+sL+uY3tNHDkTfav/cNZTgcN4Ykm+/fO+3fjV99JxoCK7rBEuzOsV7/c4VkEbOWHH6m6+BZkLt62LnPUXVqJX+UbfnNcrtMqXUz+2c11QT+C3V9N3EcQG2kYuXwKHoQgBYYCI5UnWbGQI7W6bniLdu3pGL2IuTkQOYj02a0tpPmQkuVNs5/ddqAA+2s0Kx7dzTky0rv5GjPcSufXHu8h7a6k9L78h4+/flPdcBfk3pyB+TzjnJgiqpoLNOjEaVsGv3kZ1n/QAIg2d2oj+WmtU6vqsOKXhHmQf0vkTHXNL/2LmiDtW5TsJFRSxGY8P7UAAKQAEoAAWgABSAAlAACkABKAAFoMA/okB0+2Dl5s1Pluqr6xP17+ZzAwB8c4m/8wXOxycA8C3mfx3g+ldfP/+2AHgWX9XFOIHAXu1WBoaSrpNAEEMMzxk8AsANrI5uz/cAuL+L3wNgnoHeAdZBALVEbgGAZ/G3ur7PAGDvXA2ILeCdubtlLJ6rWI9TxtVc4fwpOQNX4CrNgzhWl6Fv6UA+N3oCo3zvynxfCwBbgJdBYAVscwBsHfR6/WkgT3qcBcD8YAIJ1gCdXI8AsHbS59TMBwBwbl3WFrmAEwRucVFS+04AsE4vLACY4o5SQNfUwqbGewSAa/ym60YAeJZmeA0AJ91IOwLB+cI0/6PdoE/9nNdK3nf3AWAPdPO6a6nzc09K6mb5zK4xAsA0Xy+UAprqURcATBNaHwpIJ1GsTP9/nHRul+ZZpeu2SmgALA/s6GV8BABncO1khQAAnn0r4TMoAAWgABSAAlAACkABKAAFoAAUgAJQoFMguoELADx/vv7e+kTztxzudEN54AJy2wjAr5wTgaJR/6L738vjOnggHMAHhTOnHY/Prw1+ZZhwAPtx0tbvOQAcReFqDddROx0ocmqGtnnmOrzWZSegrx3Hf2vHbmtuchtbkNj62H/n8BpiHSu4SfuvlJn0HKeyf0UOYLkmHUemUroW9fhSThSIqXWI5kR/7rl26XP7vv4ezX1IqVszbCUHYu4E/a//XSwAWNK2ckrtsn+U7zQP9FM/ohTQDbJxe4TCBIJpwGtteAKo9sBfDXMrIFUppXtdbapg/nQE0DapqssgIpj9VPRjCExkmh5OaPHY5o0ds1sHaOlXeqhCQ3e5LqVulpf9rSBxb9M953kwAJi7xHPkAeAoZre/N/rvH1oT1NXXBBSpXx9S29UQUYpBDWa9778LLVxy/tIfTl3Xrq/F6izr3rrxsxY5ELk9HQMz5+h73SB4f9KQszmABQCn/YAcviVdsu5fjavq1KbjSKz0nwL9I/0rUDc1v+3vaomXtkbaAzrUto1jcv6+kWub6je/pX+UPVfGLeOVutGsWw+D84MD5QEDvffTsZ62ecgpBouiecjNAaxcysoBHGW80I5lrSEAcLSi8TkUgAJQAApAASgABaAAFIACUAAKQAEoUBWIAM29Aee9p+qr6xP1b1m/KwLgo9C3u8F157x2AMDLkTM98Hh8AgDLTenrzETfSrRGowcw1s8v4HIwnSMwtzrmawJg0dv7zrNx3GpE9k5Pz5WYgaYCXXsBMGtRUtIa0tjcmXzUXgew6DwCwHYejq/n+YzOADAPjB9QsqmhxZktwDgrpQBwg2L8hWKB7woAZqjX+m/rtHoAXgNg73NPjQxQKwgrs35nAEw4S+YmGUE3ALiNg9f5dn76uNTxRn9fAcBaK9aSUkNv04bLcQL1qgPZ0EHPyT8CwG/VYSzjKyA4pYPmsOxBvABgC2zbuBmq6hgqU+4vkJbrOn8+hLoGAHvH6QtILVxxmo8AMMHqp2T/5QdCZj/K/A0+egDiKAC2Ys0A8DtB+9y9VOt3k7q8jyPeTzi/Ou0jEhe2Bvt+ANweeiGQHu07NV6MQ5zOzSORB3SSgHf+qezHLd6FAlAACkABKAAFoAAUgAJQAApAASgABb6OAtHtAwDgH+oAnjl4PSfwguM3gkKzqI+A07VXTNRX6Y8FKtQPfe5n9/vaOty6vWh/adf/asA3uq0qKSlNMU4rqL2Be2XB1/Xdd+HV9TFqtZ0/cgD3tRWlnToecZQdrOG7OlqrX+/y1WmfLejhK9T9If/lvcAdP2201yftoOwBS1sP/TXomuRxLCmkxSFbGq8OwZK6l95ecQhvHaxjt60eR1RLdwY65FybXjvr6gRgHYcDggny2Bc7iPv03cvgZQBexYmtnbYzADzSX/oaOXBXj9s6JPv1ZaH1slOYUu0WqzkBYNazOYD1ep3FwmicFwcq9lPPDz7wq8HoBg6LE5SAsPkKsQDYnsNz059U0wMXwFzrCWfAmvpChbHzun98eE0Q2AJgG4O0n7BjmJ3s9N/lota2vw22ZkYAePC9ksFgOmcDKMvxG93KDxidFlk7gNcBcI3UToIIAMvB1tk8ipfV98UB/JoyCdDekB8KSHsmzRvX6OU5yM7mPJ+8f0sM132idND2z3Ni9w5gblNnwgjTuud9r9/HOgdwjQX+nsnxCwBslxz+DQWgABSAAlAACkABKAAFoAAUgAJQAApYBSKAAAAMAMx3yGJAV12z6tDVrNKfDVJXARcA8Lk9M9pfWutxfJ3ryd6zAYBnikXr1QLgDecQJ5OR+asC4M6xl/qcs66qvjNwKQBYi1NqOI60HLmN7fVyxllJZ5wAcEI8pR5tQhiKivxrALg5gNcAsMyDTUE9SxGtwWYDgBzRj4/PXa3fo3Y8C3BtvESg+LMAMMVgZozlgh4A9oD4qP9P1fHc9n8LgJsWZY6Lg5KvPU4x7wHgrZPfB8D5J0+Gt/KAD6Vsp2Mlz3Ja7VRnltILT14CgClFM8dLcQBLM87pHbw1jk+5VE3hrK7N/W0gM6ealle6fu1LGVvuzxQAPz08PycHcGpGmHWkX/T5SKq9AFjvvzTkkQOYAPBbosEfBO/JAZyAL8WXgF8N/MVdS/t420eL87ssbBv33d6b9ZQU0BYAl8wEwc+QGABTwBQXMD38AwAcKIqPoQAUgAJQAApAASgABaAAFIACUAAKQIF6o2MkBQAwAHCOjZ0AeBX8StxZoCS3ZSMMd3QJ7wXAdB05h/6MANjRfv2088YA2M6wAcAy8XfjwlHkwQE8i9VrAeBoPcweMKgAaOIi5vqxLUVznwq1XX3roGQAJIylA8DiziqOQd0+tdingG5xJmNhF3LKu1peGdyQg7BuOoR/pV6lgCk+eC8AlmvQeQ2YZRMhAyMC3cqVFjl+R/PlAVb92+I9c7ZGw3SKbdumhlbSbz6/fwkUyrDIOE3t75oRuCI+2QHN0k4bjwAiAcJc21lAMDltbfpYH5D6IHMEhu01av3jsl9aEB0B5BYHlkiqcVE8JyCaUwJ/cHxq3dp6azGt+8UprkuclnWnawzTJ9RGBICzA77Azke1TrbzX1ySClZHgHIUF7T0uF8NANO/UpnZBBhfVUrnNo+ZbRc3rjiAJV5r6nb1/Sb1gLs+FgDcO3Rp79EZAvo9hOYn97SMO+8nCXnSi2ri6nmzc9acpen8RH2fn7nW+AgAN82pP30N3e2KHK/Rtl6Ko9sE7AgQy3k2vl9SfL0nOP/ykmoAWwCcutFqnLOOvLUy+NUxkEel3rP90N8X2WVM19UPQFLta/V9YBUISyC8dY2lftKGxE74379/AwCvBBmOgQJQAApAASgABaAAFIACUAAKQAEo8K8rEDn0AIABgPmOYUzitAMYAPhf31l4/ADAY4fangixN6bl3Gj/3nMNfezqAxKj9kcAuN5ALzDTPkhRx7OYOnsvAPZqwO4BwALeLGCLALDo1FJMMyjUaZ/7fpwHwNR6BToGDNr53YANAl47ALCt/Wrj4igAbnHeWiQAbK83TRlNp5YvpNHvmRkA1mOR1MntvTkA5j2wQdTcFRX0Xr/19TxYnNswkHkEgDfXHgDiprNNHd33/+PhNQHBS3ZQivtazp0BYNahfCeoBwouzg+FDqCVGrs83uZwfS8g8+npuco1mkPt2owA8Gg/GwFg6it1hWCjHiM5fvNaTyfmvUGlYBYXsHctm7r5I3lWeb4LqBSo6wDgeky5pgXArgM4tZfPs07jNEcEgH/9mjuA63ooNYij/39hBGxb/B0DwHbNUApomuu/f+cOYDnvLADO2pbGZGpIi8fBwzOj2vWbB2xcAPzx8OfPr4c/v+AAHq1XvA8FoAAUgAJQAApAASgABaAAFIACUAAKQIFvo8CtAM9GAAK8O2r/RoBoVeBbOWmj/tkav7a/0fmr4zt7nHW22PaOphxd7VcUf/EN37tbeVeHeui40Y3cQ405J3n6a/AS6T/qR31YYxBAunah10ZbH34KVDn/vQAcasPT6qijVPoU6W9rOm7XT+T0Xqn9q5y3OcWrBzF0LdNtytI6HtOdWoN0MJHe/GdQRs6z4nzu0pQOUplGx4/iaJY62Tunznf6vtHu1j4MWy3O2kb5ftrOd5sfH5ZyWxb821Su7vchxayT7ls7lWcpiLfj345LAPDM6avbIfBpXbXDuSngWT63LvbtWmC3MoFDrpOa4J9A29wWf041bMl5m0FmvQY90EAx1wewviY5MTMUK/NBf+oU0F6se47c/mGF3nEtINbC6NF8j4CwDKNdvz0Ax3sfj5NqylJskbOWas3SvwX20ufvT2V/dB5oEZ1zQyWtdfS94aUjl35wbeb2orGR89fYha1lAAAgAElEQVR7eKhlEPCu+Joc3sklm9I/2xrAGviO1ne/DtteOPou4/6Lnjq+xw8d9g9AOCmgU3uUFeAtWbTfUhposq3TvL3RfKmfuhWa1zinv+hawPGDj1bzHOPKdT5ylfN55oELm62iAGQB1PQb/c+f5wR/S0rxJFz0DRbFFD6HAlAACkABKAAFoAAUgAJQAApAASgABaAAFLijAp92ewcAuJtlAGCWI4q/CEC28/fdSL3jktt16QhA7mrMOVj0a85RdoNZx+be69wLANt+zwDwyFWq34/0twDYXj+Kbwv4PMionXXs7tsCYJ6z5oIcPdhh7+afAcAUExYC7x9/HFmcRrvUJC4AI3S4qYwSW4JxHABvgW0AWEbDK/1rrlUSU9pqkOosALaZNawWNk4sAOY92h+ETj9NR3Da4XFGAjleA2DyoXPcEvzl1Ms5xlNeYPovOxxTvFPKck49bB3E4pBO6ZJfU/poOvci9XAp9W7rPMW6Xo8V4iqYZj+n8WhX/ggAD6d5IB4t4eaep++uMQDOc5AhcBrjS4KNCvZ+EEnNB/i6t2VQXOIGAHoPWMj+13+WdCjUWtLa5/VvriuaagBsndxpFA9PaTyX58vDc5qrnPI7zwGv89l4aL+ZAWDrSLfzIvtI7vsEoloArNuhzxKLz85sAcAfKU4+UrzS+/JTV4Px9qDDPgAs2m3jsk/RbR/CafuweWBiBoAz/L1k56+8UAM4/n7CEVAACkABKAAFoAAUgAJQAApAASgABaAAFPjSCsSA4sbdH6R+jgBpcwD6/buV81euttq/0c3z1fOj487Ozo91AP8QY3AEIM/Ov5yvb1ZrR+PR9mMAPE9dfcQBTH0Nax6qY0Zj9hxtIx0iABzr1z+44AFg2kN0ndd+zTLUIlBlj6NrR+vbKW0bdlkcwLl94wJeBcDWMRtd1M7rKNWrdgAP21RORi9lt5zH66Cfn1m65Wn82QegPACcBWUnrK5R7KVf3qaKppM1OJZRzNdZD7r6OsNtbxjPju2HBcANnvbgtqWxbSmuxelKaY0JLGYQnKBghsHp75dUL5Zf0s8GTjNELnV/mzs3naNqM1sAzOtj5gLl9lcAsI37+PdJg9S5HwUc5tGZ1O05rvL4HpPbNCXJfml1X6PfB0MA7ADj5pJt7Xd7pAHlWTtVg5b7Wb54DWjsQeb7w3PSNdcATv+tAWBydm/3M6173pdMOnQbuRoAt/jeuoI3AJiGVUKFPnsVB3Ci8uQ8TwGa5i2l5S41nLkvCXKXk0aZFLRm9oEE3XdJSV73JjUXOo63TvTYAcyx+vjwf7+fHn795nFWhzocwOPND59AASgABaAAFIACUAAKQAEoAAWgABSAAlDgOyjwXQFwpO0tAXB005X6djYFdHQDORr/6ucRILp1/r8o/uAA/pwEjF8JAPfry08B3eK7B1wzAKydbZ5TuHO2RQujdODzAXCDM6LBHgC8rc27ulO04wQAa3e1BQ/Rv2cA2HNmfzYArmA70RDtrL4pAHYcwOw47mGhOGa3M3ccAGuQu5oCmq5/LQBMbRHkonS62Umc/s0xlJBahr8JGSZKyk7RMQCmdnQK6M8CwHYuou/vpwJgvW3GA8DcPqV/fnh4SQD4vSzkjxIz7d+j9Wz3UYmp3klq98VRa/J9IYBT1xbOzzo4gFKgKM3fKgC2GRysXhEA3rqPtyPyXMErDmCC8S8pXunP/KI00AoA69+BRwCwjJXXu/87YPM9ZnS3jnlZH1WFlMeaYvV3qvn7fwn+1ufmSrjAAbz/+xFnQAEoAAWgABSAAlAACkABKAAFoAAUgAJQ4EspEAG4W3W2goiBA9gDuNVVqGqsSf92A1+vHrEerNOvGfi1128OyGMKRjeQj7W6PSviXF8fAJcxKYcO38b8GSmhv6sDWCKt7S9zJyId768vvhNN60E+pz+jGsIaMMrfZ85egUarAMSuJA8o0zHR/G3rN/Yty/pjwMIwLKdiLQCJaoLq9N18tgcCm37d1hbxddUd77tiL+jdOtTaBdo89f3PEKh0WpxwFVKajXf4AIBTgsC73qaucUmrXVM1G4ehrUnbrt9D225Wy3cPH0vObT1enpAGVskJOwbA1nHL5+lJtTWmtzWnPaCca/FyzuWpi3zP94NOAc3tcnpleWUAnGsQJ+hOn5cavvm4nPqX/mNERV5LbsM6tPkBCdGFUkDbuF15gEv6ZGE41eHl+SnXIbcyXa/UUrX9aSnW7f7XLzy9v+lY2YwvdZ40f32Vld5SJuv9UcZsf5dYLbw02F2sln/o83SfNADW+4oGr3RumsHWbILWdB45gClbt+sALke3+OYU0aMHwppLm+fHi4s2p9yX5nj2HcByfHsAhNtOR+dzyfhLDyy8ytxffmUDf9ZhYV9t109AnzQqsZxTn5ufL+/lGnZuRvPZjkvJuM0izWnS0zrK+0/67Nev54f/+0P26pSKO+si/5ET/17/H4IXhXgPCkABKAAFoAAUgAJQAApAASgABaAAFIACUGC3Ave6vXMWANebeWK+2GuUPAGAvXLGAMC7Q6+7CTs6O3YAlzM3ALhGyLGOfZGzIoB4rW5e0wGs2zoCgOneecMlPgCWcYuTzupgAfAK2B1BjhWNPw0AF+DEi4fgIcEDuqGviQFDNH4xMMrZWgtH1QBduMLKAzTZwUcpX03a59yVAhlmgHekY+/MbmmI9fECgjY1as0+vpICXNr11tbGcWgcwHYMKwB4C0kbHRqlrP0sAFy1UGBbg9pZTV9vPj0nsb5GX2vcuPdTHywA1g8zUGw9l1OeqL/KaWr7koyN+UWgq18bowdN/OiU1OrajZnjvawDAtIaANtWVgHwaG1sQSalJWdAlx8KSR3LtWgTmKbfJR+UtjwDyP4HEQHXvH4HxN5bt/ra3t5In9cH1ajtMh+yv2jAaQHwc6rpTGvnkmoYP6U+b2oAO4LwAwP+g10jADwDw/sAcNNTAPALpePOMVsA99Nzmoi85dYHf0b9lbnQoNzC+MzMJ+5fve+KXNvryQMlrf8CgClGLmlBUd3fxOLzi/7M3ylUcJqGAgA8Wpp4HwpAASgABaAAFIACUAAKQAEoAAWgABSAAt9DgZ8KgOU24ZALAwDzDb7AKLvH4XUk4qP4AwDe+2TDvlkQ/Xsww7CA42PdSe211XpjHHA112Q7ojrY0lv3AMD7lOuP9gCwdh7ziLa2sK2Ds2+3B08MdjWk5LTVXKe0vRjSymcyt6SvaCwlOj8bAPvObN+xTONpgDTBFfXahGXnqm0HWqBbPxG7ojjhygfblN78gbhVZzA3HyfCpvY71zA5tlWKZxtrvpOXrtuPexajAm71MRZ+6uuIthIf+rO3QlDt+bN+2+uLg1jPoz5fpw2W68h7dXvonkx4fPiV7KJkiKa3cwxk6MitZudiCej6EErSXO9h9kGHBmjbXtfD0PSQhXroQfrf3uP2vQco9H5IiNB72QcItvra/ZfjSgA3hdXrS0pDTPsAaZD00QBYxkIA+DW5VenFWnN/xFlKEFb/Ox+XXdfN8Sx960Bl0ZvazA+YEDykObGOaFUrONd4TpP49v768N/v5wSBpTf0gEmvwEcmqvwSZ7f3nXQEAHPM+N9zen9hR+wWAFOsvqRx1RTQ5ObPDu1M59nJXqC47bOu6SsQ2HMtZ1Bc56xpMwbhJl5S/Ova2GmWuJG315T2+ffDn1/N5d/WVHtQAADYXbZ4EwpAASgABaAAFIACUAAKQAEoAAWgABSAAt9HgQjA3Wokt3YAAwCvzVzE9wCA13S81VG3dgBfGwALwNmCo/sAYH2Tn/6+CrT3AvDPBMA21jwALMfoFNGfAYCjdRAB4D4dsg+AZc8S6JOveQIA5xgRYFVAWAOJPCKbrrjtiwkAFtiej1sAwNzvnnSdBcAW5o7WYQSAG0hbyGFbdNFzLuCY3ovg8X4AzOD3cknQUMBv+aKv/TbOVwtYjwBgPT7rBK4pqQsf1PvALQAwrWeOV+4VAeAXAsDkAM7/7gGw9P05AddbAOCP4hS9pLTFeX9JdmRyIa8A4JfXl4f///9+JdA8BsDtoQleg9Eebn/Paoetd+5eAEztZdCdXdgfD/9LeaBfk/Y5/jL8LQG5EwBL37RreraXWnf2xj0sJ5eHTur+lgHwx8Of58vD79/psYCSOYX6X9eGejgSAHg2C/gMCkABKAAFoAAUgAJQAApAASgABaAAFIACX0CBewHeOvRBjd9VaaJ6fSupS1ev5R0XXf/WgDTqewRwo/Pv3f9xfM6cp9oVu+5QjbS4x+e3BrzRmG61P7R14zvfrlXj+qx+W8en77iOwPEWPFB6Zlbfq9Er8xI5gLfz56d3puM2aWrJiOYsD3pPaj3SeUdiwNNjbzu6Bq8dp9R9Jajiveq+F2RysDV5N9eZfIH4NXq5BQHVoxTQLa4KsOvq/Earcv1zC5KjM0egmeOn1RrWDkUvVm2qZwGwAoDFgTtyIGtgTe1v0jRPvpjo2EsqHstO4OZ2125vwdd292kgrMxjGVx1DJMO2fnalJQU6jzvvsLdwwjqkHFKcr+GcTtV4mZ7vb5NqQmcQGROi82AkmtLJ99xfdAgAVr6984fDAJQ3z+0e5gfpOH13hSOYCvHWNI2/Un7z9vb34f/MgBODmrSNmczaAJXqJkfqphnwpBrj1KqtxgWXfv2etd3/KAQdfPllVJApz+Tm/Yxkfj8QEMSX8PYIz9/vX10Zb/trivO5rK/8R/vuY///XpK7t8Cf2kGq92+1ViWsAEAjnZUfA4FoAAUgAJQAApAASgABaAAFIACUAAKQIE7K7D3pvzVu3vkDpjqRARgAYDPzRgA8Dn9zp59FmCevv6NAuC7A2DroPxKALjNeQN29F6XClfg840AsAUq9O+crnTgpPVSMXsAWKcjZmftOgAeperlvu5PwbsKgDX4suPnfLw9OBzBwtW1rF3S1vnLcUDwz3fwrgLgLn116ZjnHpbrSfwROKY5tM5KAY/Sxqh/2hU804OY4FOCwAQSqyNc3NfpvbMAWK8nO3+zfnkOd318WwfHAPD2+6Ktj7/JjZpduDneJBXxW035bAHtSrytAGCas1ozNsNzW5O8T69NPc4J8RcA8BbGz0HwyFnvpVfu5sWAcfswTdvv+G8ZACcmnusAJyfzRwHABIK7a6mY9NzG0e/z2feOPLSwyT5R4Tz1lDMUCAB+Timffz+nf1NG+pJG3d8ZeZwAwCurBMdAASgABaAAFIACUAAKQAEoAAWgABSAAlDgjgpEN5iWu5aLmc1vvnVtnQS/0hYA8HyGdhp6No3diP+th9WwAwb8lFSF3DAcwMsCBwdebX8wNW4BgPm2uh/eDc7tdwD3Exqtf71/Ul8sLDg6/xZ0VlBU6ozacY0AsK0bS6BQ3L+5zSgTsarhq8GoTsvMUGgAgMX16jxJtAKABbB4euT5l1S9BbbI7B3Zdz3Yu5rqeftAw0iPbczKHEUQV8NdC3Kjc0mXDI5VwGb4VesmF+Uo5zHNZqkjSz9JqIYsvfLhkoG3/KlHSVNRUxPLRGxSfjcXpMDHvG7Ugw3jdNOSntm4SzUElBTVqjZxBqYbt76qIa3SWo9qWlOckUeXagO/JegnOn4U5y7F/wwmko6zn2ytHdFavp+T81Wgv6qVbK/V5p/Oe08pvPn35K+Uy/uS/nvKF+++5HlO6wSypjb1Me+xlI+Za2zbfUem+doAmLROxt8Ef6kG8PvDWw4Sdl3ra2pNvbU6f1ii/QZyndEF9NJn2t2tQT/V/JX4+pVSPj+nkuIkPaVQp5f8WTtt/gIAPFIG70MBKAAFoAAUgAJQAApAASgABaAAFIACUOCLKHD0Bv+m+58IgCPoq/t2CwfwnusfuZF/zdCIAFB0rXv3HymgdzxUEU3mgc+vtj8oANyvn5m/6ECHzSlnHdSjFNDXcABTVz8LANvrWBAmfbk1AB7Nx6oDmPp5BADb1K8CgBsIHsVhcWIqSCchdgYAtzbmKeptKuXZitCwXIDatQCw58jVTuIeMMnDDez2XYG7o3FZaGwd3zbFdgZ9OUje83Wf0v/sBcC0P8nvBrv+dT+7lNIJ8uX0xSo9tAbDuUsKJtuU0n1Mcf91yl7qz1t5sInfbwB4ZZckBppr01I79N8rp2xu/ZA581Mfp4nMALiB0t5DrQEwzXnuYe4nt/uWIHCnneMC5rXNADingU56PVMa7wTwL5wEejPUNgfHAHDTmJtuzvZ2re7BkbJx9tkUBEy3hwNI6wqAi/M61wAmB3a5yGq6bX28Bbk1bpzU2KJnzrxAc6J+DPI+TzrTXKW0z79/PTz/5r2IwpTeo1dKBD0NLwDgldWHY6AAFIACUAAKQAEoAAWgABSAAlAACkABKHBHBQ4DnpkdxHMCm+MjiOqB2+gcT8ZrAuAj1783QP25ANjOtjiEvPfvuMBOXvoswDx5+UP1X/maW6DW1o+GAcWxpxxuYz/m/tFcS78IjI7cc15aTxrFdt/NSU83AzzqABatqxvRpF+mG/v0md3T9u5Xq98foo9OBbsym3r+NMRl0LbmAM56K5ck/XvklKx9ku+rSVaLCADn6xR+sn2QgOGorBOvFu7I/TzTbZba2QPENuWy55CU87y0zdrJG9Xp1SA4SvHs6kEu1gISvbS2oot8Rn9e0vw9pXy2T+QiVV+GbV56NbNTU71GINiLewHAlD6X3fStbm0FjcZRbONQ1yBuenGHXhNIzMfnNhog9tfgdv+ltt8K0CP9XxMETurUWr3abfr0TjWUOXibY5Sv+ZHhdLFVK63EaZqBY3H75ha6lMPcHjv5pU6wranbADA5gDMAzhO2dQBbKNxDTu6cXvs8pt6Fq9epBsASox2sr3Ww5w5shuwcr28EgOn7kFLWp33lPeknbVJ8aR1EbxvLozVfMyuoBy3ssfa7KT80QVZwmv0k7u/fqeYvWX05rOqeRe1Ev58BgGe7MT6DAlAACkABKAAFoAAUgAJQAApAASgABaDAF1Bg9Qb+pqt3BMD60lHW6egG1p4pEFiy5/p7gcqe/qwc++8A4OEt0hWZvuwx1wKYewaob3gf3h8mAJhugLd16QNg6e9Zf/AR/axbivpyewDsz9A1AbC+ggXAR/ep1fgQCLF6vKcGzaW48fYAYC8GQgC8sGBWADCDulKLOdcsZvjUAKjUae7r8oq71gLWEaCd1e6l69n2Rq7cGQC2klAbIwDs1eq119Tt6fTV9P7GHVmcvRpS6vOtu1HiLCUgzoc9EghOVuAMaSuA1CmEuTUCwB5mZADZXjamZM/I9VRvBIBfUlHZ3H+yxSoA3OsocNPfORvgTnOXXMuvCQRnV/Abj6/qtgiA2fnLjuSsnwB6AcBFN73uRX+eF89hOgPANgr7fx8BwKP9fua+Z/DK194CZnFZM7R/T1rkEaXYeKc1Q/9SzxlICmY7spW9cgSArVO405nSpicATKm1n1PO51+/5DEUdm7r11Pw1CMA8Dwe8SkUgAJQAApAASgABaAAFIACUAAKQAEoAAXursDKTSa3k3cGwBH4lT4DAJ8LsaNg6NxV29ktPkcO3+hK8xSG0dn3/vwIwDzaZ9Fa3zxeb8s6WA2AINNReeurAmBv/BZcjkDmeQewr7QH5PQ9eVsClVrx7tlvAEwBEPWhlkEK0ej7wda2HcXLUQCsdaVaom+phrCuAzwrTMpDIsC1rf25Te07cGA7qZ9ljCsA+D0BMg0+JeW0B4CpXZuq2jpldTzYmr/eZ9bhK31fSQ2t5/ItOwb55Tl9NURbTW1Lbdn+jfr1XoPa7uc2LTB/T5DTkuY+f/+XRVLhbyK0lBa6ZFLmMZUMBDSnOgW0pF3OD0yYWr19HWlOsTtLAZ3HaxzAtoaxOGur81iGm5jda4p/6wC24JvWSH4VYL5JkS0pmYtDmY6nuSNQycZY2bflwQR26eaHLy7JUZ1BJuvbQf50vScCnPUBh5JyuKTitg8E2Hjpx8E+5ec0SbkGcKpLS35j6p5ONV0frNikNs5Kq4ct2GlPDwH089MexrBt6X2P9w/pAcu7AoBpyby8kAOYYoodwHl2ko6UUjtPU0nNLE5geY/+zJqVBxLkmnmGahrqBu0JvIuG3vqrDvTcA14Xf/77lR9WoK5lP7fzoxoAmOcbLygABaAAFIACUAAKQAEoAAWgABSAAlAACnxbBaIb/MOBAQBnaSIQfW+A+nMcwADAt95kJIUnXWcPxOF+/QwAPKrte9YBLHM3A6HeZ9cCwDZ2BDBxXdCWsjXvaS5Q4Rb21PA9E69ynadLe5Agx2cCwNpR+1kA2APdRwFwr6OANkkbLI7VVkd3pKM8qCF/5trIBRgKCDwLgC2A3q4Pdi7P6prO0kSvAODs+k2BynHJAxQWu3UaNwCcgR+BNpVyN7stU9pbAsAEv8TyuAKA6xpWTm5KLS2pnvPaKTWAPXeofN7Nv3mCwwPAXK41/R8CiPQPkwJax8cIALc0w6UmbwHAkiL+5e9rgbfXBcBSf1n/zhQXtwaW/d7HDuCnFM9/flH67gSDaZ+i/Sc7jvml90YZX3uA4nIYAOf9kIomq2uMHwTq90UB/Bmzpv/z938NAOcWaQ6fdAYMPt8CYK9msp5nDYGpvxEAlnOf8g/W95xS+/fvZ66PnbQFANbq4u9QAApAASgABaAAFIACUAAKQAEoAAWgABTYoUAEWEfOsR2XmB4aXT+8zgz0hicfP2C13u41Hb5eb6N+3BvwHlf4a5w5jk+pP3iun199fj7T4UtKVpdrYIyO19UsOXOrZZudTzd8CcCInKhRDdiWmtc6CuedjxzCMzDGLTdop6/kxa23F2mnIMNcbkVSvdrUtXY0dv3Nvo8EFM8U0XVD5bjOTVdSw9JnM9e0nc8KeGwt3yC+KsixTt70vdbqfao0zZkxMhDPfVSwzxs3tdHcg03/NnYLkvgTO78Cbmf7la0JrPsjrmjWdds+X7OB2hx5CvTHccqORO3cvBCZo3Ypo2z6zGtPx0AH/Mq2QOfKFNLfBXzJsZSmltypct0McJ1+e9eRuGvxxw5amuJLerCAap+2crB9/e0MhLP7Umrk+vGqHb0a/s7SjvP8bOt92zVB/R7vw21f1bHzltI6c9zyfNCeYF30PGdUW7e18ZqK1v4vQeCmR/kszTG5erP+pTMMEVNy7RIP1N7l6TnH3VtqR/QmjUcv6mfuV3EI6+NyLKVL/Pp1eaBs1+IAponLum6geSP5TXf5guv3823q97LOTapqjsvtbxBe7/2oeLz84IFoTTWAX1/IAfxWHMDp0+Qipp/TH5QmvHRLYl8PSfSWedRX85zT0YNboqfMH03L7wTWnwmum687O7bodwBSQA9DHB9AASgABaAAFIACUAAKQAEoAAWgABSAAv+KAhGABQD2IyECr3JWdIPqbJxF/fjqgPHs+G99PgDwPuB4dj7+NQAcAXabkjXar63+qwC47lcbS35zgGqQQ/vKBqo50F7vf+LmpWsJXjoLgK0eM5BOnwkw1SDYgmMNYbzvP328BcoV6gmg3QGApX95LnYCYOsIlPn87gB4VBtYxqfBMP2d6sZK/WUBwFnOEnAa5uY4LF+QFlzlcwiYmaqjHgAmiEYvSeE82wP1dfI1CqTkuGlpcpNnMkGw3znFcG7b/JDwALC39ke1pG8BgJuLl3rC+4bdI0YAWM4Vh7AAYNpzcs3i1Nb//n48/K0QuLSvAfgSAOaawnpfzCA7XYRSRMtrBIBrvKU2npPt91eilREA5thgx6/sD80dfDsArB+04DBvAJi2p9fE01sKaHooh8RmKK8dv7Rmclle9XALzZMAcnnoQQP30YMQ8nBE57rP65P69pE0TWm104MPv1Ja7RxFAMCz7QSfQQEoAAWgABSAAlAACkABKAAFoAAUgAJQIFYgAgpfFgDfyfkrikbg9dbgd7UfAMDxGpgdsQyAxWSz83JffX4iQLlzuJvDRw5Pr/arPjleX9sav43lfJ4D2A7YOoIbEOjpqQZFtpanbnN1f7bXqaDdBGBzL7KDTl7s4OR/Cfylv+v365yRcU4cZEXqDAeKQ46OE/AbOXrz9RR4sHVOuT/GxRrUxdU1d/Xft3V3ebwCFLXuBBq7eRA3Xgmy5XWt3LxdXwqplHZ6By7XDc59GwLmlqJ55gD24lPmuI+z/kjql1e7WNfilfjo29Eps7cuUwsM6VwLlqqzt2igU01TXVMBsRY25Vi124JyB+t41/uSBpvW6UvtiTO4B6AldswDFRY0y9i0G1hqwT4nuFhhNq+8tG56IvZefgd5j+loh2h1kxuHuh2nxLukMrbrc/PvDO4UOJUavwnMzp3QlCqdgaOGsTU1OFXzLemqpfnXVKv29SWh8ZRmndyqHKd87RxJ2a1L73NcSWpuXieUWrvVAJa/z37/eg7gBoDfGVYSAE6XLJyeAa9T+PwoAJax9w/fUAaAEl+y15XfH/wQyTb27P4vAJic1a8vKb02OaYLTJef1nkdpXZJKwH3omXVTdWv1uvczr3EfXZ9y0MPqRPUVYLv9H1AQP35V/qP0p+r75rZPhT9DoADuN+38S8oAAWgABSAAlAACkABKAAFoAAUgAJQ4B9U4J8EwPom6kGQfE8AHF1bh/EyiPgHY39lyMsAeKUx55ivPj8/BgAr7d+7G/S3TQFtp/w7AuBWz5FHY92/Aic8AFzjm9xvNwLAHSBQQMlqT2uZavTSywOnHgD2UkazBozcNqmgVwCwgXjsDLSpmAXg8ig+CwCPtjFrDLc1fOW8Uepg+dyrqWthka3vvQcAt1q8/HCCV99XQ2Cd6Zgcvwy2Wypp66AfAWDtJO7i0aTu5bncPuwxAsD5+BTTCYdmhyTBxQwzC/HVKew993sfNwmKSmpj1UkLB/MDJ6qWrTceeU87Rem9VhvWB8ANyr/l+aF0wwLO8/osADmPuFDAXEGhyjkAACAASURBVAs5vQgASwrn1zfWsD7IQijxAABucWucuEW4J0MYRwC4rFZeq+orxdb89bQerTm97u08jn437AXABHYphTm5f0cAmPpRHb8lfmUdkFPdi2n78IUGwBIn1Nf8QEOayv9+/Xr4/SfNesmWLVukHedSCmi1vwIAz6ILn0EBKAAFoAAUgAJQAApAASgABaAAFIAC/4QC3wYAHwS13SSaG+/5s0G7EWSNnAe3CJ6oT941vzpgvIVO12zz1uvjq8/PrQDwyOErcETWV6T/+lwnh5PjzJJUpevtnDvSAmBpzaZqtbp7Tr28fS0GUJQKWqdslT5pEGdvvPNt/229Sa1OdR2mv2xAmqphy+1s80dbyJqPc9y9UX3lrk/mul3aZXWgV+PX319LjU4DfrVzt02R1D91xmprB5txEtgkZ+PY+es/yNC7iv3au/2cRc7ic/HPMdtq/erawLMawAQWbVpZaqsCuQQM9b+55mlzEkqvNRDux63T805iscQy9eUiZLI0lFNQS2pcFdMClOV6OtY1/GRteK1I+wnNJVBK7yWgSs5I4mXp/7Q2+nnXzvTcTnHRZrCdYox0ZM35s9H+bh2ete9FZ1mLDICbkvJwiKwrDQL1gyR1bygbvehADm6tg1wnX4PGUC5FTuDX17cKLXPN3/QZOUn5J11zAXMctE7mGPjodfP2V04J3bvUOX6ShuSMTfPxK+V/JmhJR+Z5ynOzXYttnmV9cbzOXtr9q/fSrAmNs9v7OUPD6PtA4kXaTMw31f5NUJ0AMNUB5uK/Gchb/bOa1dltUp2X71SJW9F6lFpd+k24OT/4kv7n9+9fD3+S+5dky/yXMkgccQA7v+8BgKMow+dQAApAASgABaAAFIACUAAKQAEoAAWgwI9XIAII3o35a4oSXb9e66oAmG7C2VyQ/U3fCLbeEwBrKTymrednkQ9dc0p/VFtRfJ5dH199fn4CAK4pYssS12v7yYCAWwfvCADPrpudcem/BlDaXhXFp7R7BgA7bDbXiYxeGQaV41aBvl5PqwA46ke3HxoAvHruaJ1XR18AgBnE8tX6eq7FOxgC4OI4HqZ+Pg+APfeudezm/juAS58rdXtn2mqgq6/hOXapHV3rV7drAbB8JnLa5wU8AKwdv1E8COAVSGtdxiMA7L3vXatrnw5IC4fAYv4rpYTOcKylTbazvhcAU7veHn8tAJz7XZzYki5e9sA8r2VsEQDmuFNgMP2Ee0kQ+G9x9NMDElK7NtexNV+sm5TE6eD6sJGT4jj3OwTAKV1xmoBLyv/MqYwZzD8RGS4v7fjlOLNOf+sGb1ExA8Be7GyhsG6LrzMCwASEyXU9A8ANInM6bX7xwxx7AHA+LTnMqT1K+/z7Fxd5pr4lBJ2d7i0bQ6/P1AFcfww3aA8A7EUK3oMCUAAKQAEoAAWgABSAAlAACkABKAAF/ikFIoBwFnBFYkbXr+d/IgBegRsAwNHM/ozPW3wWC5IZ1tn18a8DYBslondNcVoEsmlhV6LLupBoC6H5+kwAbIHvyOlr90ELQj0ALOeMXI2kkYXGGkjk+/A1ABkl1bbKfmtMjlX2lT2SDtawR1+vpvgUp9fAERzpkts08FTHxkjvUb1fG1ejFNDZjZjrblI9zub6GznXWOYEgTdQieCHghxOemjWLahz7Hw/eulTvf1G2tYxZoGrBbMaAnvOXZu22QNE3ZqmBzGUQ19f30sBXVM3p3O0o7M5TttMaggs4Fk+Hf3+0P3VD0+M1w+32MHZAj7zAxyOM1jWg5wjIFq/n92mOS9uq7dNfFHO6ZMasMNXXtrpK+tExqWdwTbm9ZqarT9OTd27Nd/I1ZlTmjeX8qX0X8M7+bvOBJF1Kg7gChvND60ad8UK/JLI5cvfVBM4XTOnwy4uVkpNLC7k3FZ6XwPd93Lh2e/PfF5OK23cwzQXxQGc6/9eqJYtp+gmB/K1ALDsn3rftA9aSMzJsXZ923jtAXByUadxZAdw0p1SQGcHtZo/ksmCZQ3OrdParqsMxMtFeR5KyugUp3/+/E4AmAKoPY7Jh8o+SXv7EQDcIhoA2FvdeA8KQAEoAAWgABSAAlAACkABKAAFoAAU+KcUiADsWcAViRldv54PAFzBFRzAUVRd73MA4L424rWUHQHEnwaA8817B1BaABmBzu8MgBlgcOTIOKmmKb0SpuH3CaI66Z1tvEUO4c3xm1TKJWWz8/7o+m7f0iYsUJfdvUQytqlLeyBc4Fyhdhms5IWgfZzKvaZS9I5TP8uI12tZexApqt3bx59Nn5sSFRfAKeDPgic9L9oRSu9nwEuOzOx25biwrkLdXj5fNpCkZf6sOPl7MM1XfU6QTuJPA1LpUwVaBdi2+sbKJapgrh6Lt24FmGlw5gHg/DCK1LxNf6eRb1PnNgDM12Ug+ZTIIzlPBQBLLHrrRce1jmX7cEY3rslDFVW3AwBY5qGuixJKAr83wE+liObryhMjrbcvL+8P//vfS3qOgtcShca2NvflEAAmkOz9BpZU3L+Se5WAfElAngGq55CX3u5xAPf7CbuH+wcTWLzmzN2meGddaX/qj32j7Axpq/lLqbQT/SXwTgBYZ2qQh6Xsnqv/Ta5n/XCItx48APzfr8vDr98N7ppE5icdwC02AIDtjoB/QwEoAAWgABSAAlAACkABKAAFoAAU+IEKRIDx1oDz3pJG4z/bv0i/09ePwG+UAzkaoGpfQyl5O2r+M53A1S2jTRF9ibpotPjcKDCOz1mO22tC0YVcujectVuneLZdt4D36NDaWvXBl6zL5G2aXuLxcV6LMdJnBi0FtszaOL0/ltHNUp7ONfb1k3rJ2v2o20k4Jf/TgnzPdarP059nOLGYknlUk/eofqNxUV8F3Ol5a2mK22gErNg6u3SE77RNRTdz+yXtc057uoWpDRr3pQq8dMy6Pb5ugz3yb+mxTs0sQHcEq0bteP3NcVDSwHYxouzjGiDnYwqwdWuFlsVLNV7r+krHe2BVrmeBM9XnJbBFr18JNpFjmK6lQazMtbQhYPotnZedi6X/Glh7sGsGu3kOTIrc1G4Fnsop6z3c0OAeu1H5vLcEtS8Pz7+eMwCmMUlf2T3J1+P3OG1000nP0Nw9X+NmUHe7ueP5wQcCirJmNs5T0wa5Zb2XBuL0uTwo0h/72Hb10sz/Xl+TE5jXizxYQX0QByvPJwH39e9uD2bm9x5fS/riNAepTZKZwW95uISuVTqs9y3trB05sO13RVQbXm8fFgQL/NXrn5de0iEtjb/J/kvA/W9aZ9Rzge85dvLelB5QyeMrD2UUZ7DENP3Z4q6P8xp/5QmFPI/l7wTN/6Tc2bnmb0n9LLOiY5Wv44ZJfdMenz9QsQUAPNcPn0IBKAAFoAAUgAJQAApAASgABaAAFPgRCkQ3iCOA+d1FiMZ/dnyRfqevDwBcpwgA+Gy0bs8HAF6/Ib5H/VWH75429bHfBQDb8WkHl3x2eo9MDX1VACxj7J2w/O4MAK+C4aPxY7+3emcdg4cMkApEFIevvp6XOtlC2h6YEsBjQMvnNvgrx70lMkM1Xz3g7NXKnaVGH9Xi1emVZ25FGqudN/tvrYHMJ8MtnfqVx9tBYAWANSCl88jZSscTAM59oPaKx9KuFfm3BY4EpgTk/v59YYdjAcAtJqUuKv9JWiYklq9L/SDIKi/pe0uRTkfqFOrNiSmxPYpN6pv01wJP78EEei/DuJLWWNq9pP7RuwLoCHozAM49KM7QcwBYQGXbq8radRz7Gl7qeapgUjnapQ62tw61bgKA+4wJDIA59To5x1MmgTQZlAr6lYrZ5s8S9CdYXuClBcAjaC/7gO7/Zs82AJjiNf1v1lxeowcDpa17AOAay3nfeXxImZ8f3pJef0m83P0Wl+xwTjqXBxQoxvJ+WAD6BvCLc79kAqjzagDwr2TH//OHLNq8t+QU4pS5e/AzBAB4tIvgfSgABaAAFIACUAAKQAEoAAWgABSAAlCgKhDdXI8A5neXMhr/2fFF+p2+/q0AsNPual1Lrdm9HMC1huZt+N3ZsPg25y8DYNK5OqlWRJeDo2PhAD4SLLne4+QVOoAlZexC2uEj/ZNzLMi0jrB83z3f5WZ4c/S1HwDP9buWA3gEWqo+5Q7/TCdPk7OAOALAdM0MIEv/PADMc2dq80qGWnfZ2/llMGrr6Y6grIavXhpn6c+sPQ1s6XgLkO21PXCvx60dvDJPoq04Z/Px2YpJYy2wtQBd+ozdw+ygzHVrS2i+vLzkJqkGbqpOmv/eUjgLrLJpcbl9De0YjG4BsI4r7bSVc3X/5VgBtv0DAz1IluvrP+nvnsPX9sECbTmvutJzXBXwmZ2mzf37xBSyPEBAOkq/2lU6B/4I5m3cutvzo8wIFXCTm7TMOcNa6ZP/vWh/T9n9Q/79RvGSHzTgL2b6OUcO5NeU0vjlhZz2POf5OPUwgjjVLaBu+jZt7fy1f3ON2uekNzmAL88EgLcOYOuGrnOZ+82a5gdNlCt5BM5lBrqsBFnLVmtZx1I9vqSAbucn929ZYMTKCQAXZp61SouRY6hMj6Torw8hyH5d98Vt7HcxnWv+Um3k5MT//fzw+xftAzw7ogH9KXEp77Xre6Nq77kOYHUKHMBz/fApFIACUAAKQAEoAAWgABSAAlAACkCBH6FABCAjgPndRYjGf3Z8kX6nrw8AXKdIO4ABgM9GLp+/DIC7y0VQlw7+dwHw7EEK0Xv24MTagxgzgNlA23B+PwkA2yjVNTh7QPB1ALDA3xzF5Q671dGrteqtyGsBYNuPKFWq7ssWmvQwTu8DDDr47NcMkvhla/zyOfv2IHE95nMzaGkAWK7JKYrZtWnb9wCwB4s1VJ6lhI56L3CX+kTzSM5Vgqk2lXR2WipHqAVuPN4IADPI4vq2PPYZANbAzoOx3nvUDwG4duz6d0wHsGnsZR2wA1KA/xZ8zQDvJn7N5NpzPYcl61yumzZQ0UA0IwBMvwvYQW5hK8NCAu3yWkvX3KA9x3wB7EEqZQ9k5nVU4XL/METV3Kwpu+8IkJQU4h+X8tBAWRxk2KeawG8pvTF9B9PxDKDLQwAljfF7soTruriipbz/TIWjc7xwOm158ef8L0plvAcA14cMFGC3+9gtALCO9ZwKndzkaUgWAFMNYALAFPHt9yWPXT8gwXHQ4k8+Fyc66fOWdUstJgBMf/7ff7+T85f2O+4NALDdgfBvKAAFoAAUgAJQAApAASgABaAAFIACUOCwAhGAjADm4Qt/kROj8Z/tZqTf6etfCwBH7Sgh1gBUuZG1EwLUywTFhdNt16Wp2Qshlhr9hw5aj0++gT5+jeYrCpC1eb7VlEROrj3Xna0bAb4zvefrLnb8CrikdjbXK8DXjmdWw3fP2KNjNSCjY4txdAAR153AY0DbnJBlp4q6mMDA9rr1xn8SVeaH/iQ8InvPCPbkcRqnmO2EfB45gEcAeOPAdeCK55Yd1daU9MU0P9md5zl8ae/WIE0tcXt8P152DmqnNwO9eWxHE2fB8Kberv5uM18Y1gFsneQCdzMATk5cmodLIrSj1M90qQxyU4QM3cEpzuS61ZGZdCBAXttP+r+kuq70IvBMsI6kyw5gchKrlNAjAKzjL9awXy8CBOU8iT9dQ9j+9hkBYO99uy70GOiaW9BcUhqLa7ek5CUHcNYoLchfz8+5/qnUpPUyCtS1WvbDMXC04JeDvPU7rp1Osa7roMu/u3kprvCa6rm4U+XnUUocXuOIwOR7ihNaevygRnuo4KmcR+FB/5GzlWIlqcHnS8rx99cSuxxTEl+ieYaW9KADpdcuD2G8vUntZYH/vGKfEwC+GAewpE6WuBk9qEJ1nFtstfVf96rBA0rb9uaR3ceePHhCqZ0pwwE5pCnVOs8tAWBSTMdEUsnMe9G9XNbGMUPg1Mpb0TlN5J8/vx7+vz8Um/RR/3tI6iaLAnZNZVfyiRccwCfEw6lQAApAASgABaAAFIACUAAKQAEoAAW+iwIR4IkA5ncZ56if0fjPji/S7/T1oxtAAUit44vaUUIAAJ+Niu9z/un4rEMFAPYc6iLPHgDsrj8DcC0yo/YbAG4g87F2yods1wTAFvLqVbAFnPyp/wDHfQEw6fgkAELStxoATPf56V4+6b4XAGvYpQGwnouVFM/NwdjSKNs2NHQivVsK2gY2qB1xyloALHPYpRrV3zniiCxc4xgApqsch8AaAFMN4brm0gceDNaQd1ZDWANciW0PAHMcN7CTfxOo9br5zAXACf6W2sEZMFM631J/ObevHMQCinkBtbql3rfOyv5eYaIahwBg23cLm0exv9Uj6ZOdlz1g0w826H6I67o5LxkAq8lld2quhkuv91yz+PcvApeUcrd/0ECOqQ7gVQBcHgppa02czwyAPXe9vK9TUNeHRUzaaYL5HP1SM5rd7xoA59GR+5pGm9ab1PXNzudqVW3rJ0PgnL09wU2qPV3c9rmdBHM5Xmk6+IEGPdd0znMC6fp3Lc2F1L4VHTUAfk4poHPqcoLv1K55CMX7jnlPILrNLfeD+yVz7P+e2DywpR7a8bIB2N/nufn0HwHg7JZOelgArB+gqucXJ7RuTz8k0b/PAJhi8s9/z8n9+6uwX9Jn4PwuUQwA7O1ieA8KQAEoAAWgABSAAlAACkABKAAFoAAUmCoQ3QCMAOZ3lzca/9nxRfqdvn4Ebm8AgLUmEQw+XAP4pAN4tUba2fn96eefjs8qUORUGTmBo/NuOwNf0QGsb0DX9WcBsLlP3gPgptmjOI42DuACMgLuFuljXW31pn6BAKM0qzoV63aGfyYAtrB3BI8yCCnzJvDEA8IRAJ6tHA1cRgBYzmdYpFpTe7ek5B3V1u2hjDiAuS3d/wqAB051AWV2TLbeb6uRW5y4GUxtHYYCd2cAWK4lLl3SLEO35JDU7mj5XMaU5yyNo/9toDIoKABM59j2c4ppgngKlvJ6YVcqAeDa73SdDlSXc6LfJXTdBuAYzArQ0mBLA1t9fIWG+UEI3owyBKwPAvT7vW4/s+yiJR3PbbXx0bECgAV2kuOZ3JWZ95G8eQAlRXGBwAQgfycI/PyctC9TXhIfU++yftYBPFwjxZlrwaR2APO66cH/6IEavX7lvO5BBHqYhGo9Fz3qQw3FhZtjIXVW16Slvl/SmHMfyoMAFDukrwBbutbL60vSmB4q4BTYeU7JSF6O5XjmduqDIBsgq9LGkzapLXIJ/05aX54/Hp7z8Wne1D6R59gIXNd8mbOn9LCDjtW9ALg9ACCu6H7d2fake/TYADHal/SX11wE+ClBYYbsObQkLkus0tM+9uGFzRpKY+IHglKabIK/yfn7X3L+5ljM+/k4w8TIASz7a/Q7fBTHcAAPVzg+gAJQAApAASgABaAAFIACUAAKQAEo8HMUiADPyo3C76xGNP6zY4v0O319AGB3igCAz0Yun386Pms3IpALABzprVMMS3x/FwDcwIiA5eLoMo63BlRm8fL9AbBdVxWYObVDtSt3tB4tAB61ZwHU1lnHC9ZClw1gHnzvMO/S89MjnsgB7O1afE5LSWtMcqXDLRXuDNoSANYgk52J2z6OALAca1M8i2a6Pe02lrVdXfAFALd1QX0oe6ABwHSu9FvaFw0a3G2AVMNwm2rarkMBr6K7BZYyLguA5XjtxM3w2YBBGyYaAFuQLNeSPU0DYwG0dI5cM0da2SY0AKbpLEbO3M33mk6YnPspNXGqX0tQkyiegEkOehW3gwcNql4FAGt99P7dgGoMgGcu4TofaV+YAeAcIwQoBUiWCZIU2AIKiYrTMcKlqZTv37+UDroATEohTe0kC6wGwNwcgfcCQLsnPsoSFAd3AZ00VwQ4L6kOsehcaxST3OlzcmJrh36F5uJ8VgA4G+fNz4TNv83+eQYAk0v6f3/Fac9KzgAw6cMPfvDDEvqVYz3pkh+4SmP77/fzw+/fl6QNp+ROiD23bl/SDgDwRhq8AQWgABSAAlAACkABKAAFoAAUgAJQAApAgXLLys8hejV5IsAbXeg0YDsLgKPzowHc+fPI+XDj6b/z6OPLn46vsNbyCNxK3yLwG4/hzBGRQ/VM20fOzTfXkyQCcC0wkX/rG+Xz6xxJjdtuNDcwcGQ06+fom+JercvqHjTO4HYFdpCdj2duse0bvn6SilMchltgy+dF+4ucN0rZ3FyT3Ba77xQ0KnrY7xnbH51eW4O13MfUnnUK0/uSUpjHwdfUqYxFe+mTrlnaVjcBozZLVg8Nd9ajRdLQ9uBXn29BMv1bQ1J7LVu7Vz4XWOyBXTqGAKp+Zbio3Ldaa5mjy4U1odqoo3mzc5TnowC0Cn2ym7ddj49px/Vpd9v7ti0dKxYA13kUeCdOzxR3GqR3Ll7qhE1VXPovfRdQptunv9McjZzA+rv8KTlSaXy0yqwuBMrq/lhALddWba8Kmt263Wk90NySAzXNFTmDef4bgJeWEqKrjfqO3h6IqgzjdU1JmvEMyHMa77LW1TqX/VF/ni9MYNa4/fkhgH7vIfgr65P2LNaNu57XZE6H3dIv1xrrZfsjtyulFKcU0LwPlXPTPEg85e6UByj8760GiAmXUg3gX1QDOGlMTmT9ABO1lfVPMyExrh20dQ0QLy2a6fn1HlTgscpm1D9glMdQ2rF7kt2zMuhN/+fvC4/3RWKdMC2lyKZ2JFQcEO71LVcPzmvrLYFfSvucnM2kPeWazhMj9ZP776MtSNYqbP8+2n/lyM3nqVPRL7j5FfEpFIACUAAKQAEoAAWgABSAAlAACkABKAAF7qzArW9vAADfd4IBgKMbgmdv70UAN2o/Ov+28QMA7On7tQDw2h76swCwBbbtBv0W+Mz0seA2g44C82YrS1+fjrPpor1awPq4+nkCOBYAj1y+DitxHH3ss2svBiJcj5TfZUCl6lhTSmSqZ/qaUqxSmlx1IZ3+WINVC4TlHHt8BIC5P+z40+0TYaT+yHx4wKzOnTrfwloLmAlI2Wu2hwjYvaljSf7uORJ1OzT+XEe2tJ8fUlFuXvqM2qjAXABhuZ6Mnz4n1PhSQK+MX/ohKbgT/tqEZ/8sWkJmBQDbAwnYyrHv5QeAAGCB4lzjN83NBABTLWWibwxm6egC7NU5AoB1qvpOS+MEtgDYgnP7IIaFhR4AlnUn517kIZkyB5L+ua7JNKzmtGb1aEj6t5IFwHQMQeC/Ly9lL5Dk2A1Ieg87yNyQ/qS9xA8B30uq/fsnpYAmyJ4STGdoLw9ASVw8d+nXt78ldM1gvX98BgB+ISj++ppimUdJjyN8UGFgco9nEC57U8lqQeuj6KDXVh5rAr/UZ3L9/veHNCnK7QTAbT1vlg/30Uho91wAYF83vAsFoAAUgAJQAApAASgABaAAFIACUAAKfGMFAIADQAcH8DeO7rjrx+N/FdwCAMez0I4YzYcFROI8tW3L+S0F9BEH8HqPzwJ0z3lqb47r3owcinLM8Xjux7zqAK4pZs2ddKlRvNofr2bvSmrnCI5HANgDzfocnosepmqlbMroOo4KP/jo6hisYNBLZ8oQd+bA033paqBmwCqu65buma6t4a0FuTpuPABs463OZ0nRnN2WxYVLbQmv0i5gDwDr+rz5PBM/Alxt/HguSAv0bZ9zOuPy0udLv7zrz/qT2yeQ5XgDK1wvCyPXMy3wW7cpDmBxv0r/iJ/Ri1P/ctrq2vfylcMZEhoA5pjjGr08ByWLQj5fIBwDTmG3okiKFB3O6vgCtLPDtMWkgGA5SUC1Bxx1JgN9ETnWxq+eB31Mc6GzQ5he1W2cn3Yo9WuLK1uvH3L+6nhgR3PLMFH7lWSQn3o0BeT07eOCr/uWgORLIp9vpRYw1Q6ml6SWtrFX11QBn/nzNAmk23MCwASr85+5jR4A5zgoDwLY7z/p9/9j710Y48hxLF3Zerm6Zub+/z+50zs73W09fXEAHBJEMJKRSslyuZG7NbIyI/g4BJnq+HjAFQDmmcRjX+zutiYFB/Vq/dG+4j/5P0+ixbMcAvwoP3/IG68SHPzepQNe3cC6OQVOZ1vfDIRbX9tGB3X+Xl/df5MyRFLG53b+b9fiOK+2+ltf0a6Y2pv6FQCOM7P+XQqUAqVAKVAKlAKlQClQCpQCpUApUAqUAr+lAkcf0L+186sH9KtyL27fCuDSCrLXkNX9qw58wOcrV+85Vf6757d7e3wVAD4nzo5ei/EYUp2mVJINzqWUpiz/dwTAp1JCR13fHsvb0VkB4Nl5jGMphJGrDRB217kAePbQ/1SM7aWAXjmNI0BB+RlqrQBwblMHweaQm8Hl0ck3lpABcE7RzKt5vm4+75d1ZngZYSjhq45LcLDG35EaXaGOw1W4WmeuaYz+JQB4qHPyZRXBWI6Jmau3rR+hrNnfKK3cvMwz3a1meR5je9DaJ9ALzjV1Z7CCYLpSPZ1yPkt5BoBjW7g+NgAs6yBSaWcAjD9btN5wVq+iM7TfUyDbuIx96I5hh6q4Scq6ubHImgFgbZP8Z6mXDdKe2hjD6xmrvG87V8a2sWyuFyhHHdUBYDL9s8WNAFv5f/H1Vc/M3QLgOJS4Y9v+HgjPovfjk58J7DdK4u4hs8De3706Lu6kvoPzVxzAt3Aka8rqfQAc+xA3PNDJHT+3GB/BPiHseJ2dixzneDxzmBrmcVkBYNtoYGMHvTVuPDbgANbx98/hhMaadidw+P4PnD1ttRUAzqrX76VAKVAKlAKlQClQCpQCpUApUAqUAqVAKVAKvFGB94QGsyYUAH7jwExue0/wy+ILAB8DVPoU/E2vVflvLfdNjdncdKmDddWK1foyuOL8IXgsc3UWcK4/1wdX0ke+3ku/COAiQNlLiToDoNlNeKrfq7WkObnao/ieIjWe0dzXkS2sOaJ7A3LpHM8ZEEZ5PJfXgIlDk3BWaK4z6jdzFJ8Cw4N7Lm04eHVS19OczuMsr68ZKEege0Qv1jf/rrV3FgPYAAAAIABJREFUZ5A5g0bev0oB3eCQn/WaAWoEsDGGWf4M0BKIzurmfTMIvRnbQMp3QXUCvWwPz2qNZQ5rhzoX3W1KyOfAUeMwpHi268YND4pk1SVsADKDeJztivqY9tc8oPJy5ykyHET3aHP3tj6zbUylbc5JratPXgFtYx8Ihvu4WlpnnilMCPmFZ9u6gxnuTUJgdL61LbjjVZegWV6PTm3aiHB3GJN03vdmc8TuGcA2QNQ3ti2W3/sxpoBmqurtBg+7G+5XdQI/e8rxr07IvfAIaTnH+5qLc56/Xt0J/L0T+gsArGMnfXn2FONs4978ae32C2MK7qh7BvMsF63mWMe500Ctb1DY+/sd3UZK7AdJ4/4sOaDpAGYfuRYI0h3AONz4iE+cFczNB3f34vwVLfBVraF74k+iOEfZttmGmf53QxxtWxvjd185gEd96rdSoBQoBUqBUqAUKAVKgVKgFCgFSoFSoBT4DRVYAZpLu1wA+FIF+/3t4doZzHBpcF7xyfdr/i9Z0vH4P0P0oacrgd9a7vvI+V4Ac681K31nAHgGGHOq0V2HVSJuf3UAfGSUo6Mug6a9+y8FwCyXD9rzOB9d948A4AyDM5g7FcOXAOCoXQZBpwCwZnn1aR3DkdB6f65s00LnazMAzgAjX2+QvKeEzvGxAsBtnB1Qxuv52QzKzIBsBzZ2Vu4pALzth62jp+Y9wTJTUvM83Qy4UDc/ywC7QWwHsJY2trskW0reHQDM1MEAuADAdKBG0Ih+RACsHaNT9wAANnhtTlYA3SdJw4v7eW4qUkBrylu0mxs4CFIBpYNDE9fihbN8mZbXtPfU0Y2EwgUMeAcwLaWKe1WvmgDgvfVoNnbUO57tGzdlxLnNaxjzYKXsp7bFY8pi3ObS6+aM43Gjxn48zb+XtW2oRz5+Fhfw9+8POgg/lODOzwPG/FNNUKQ6pK3dtwLVb4X+3t3ahoKvcs3zCaAe5w//jWHQOe4plWcbPdp9YRMLAXAG5IhvnUdnAmDVWu56kf9LhgvI3eaXbJhRFzJiEzI5AL7/dnd1f4dOQJtJau60EBQAzitj/V4KlAKlQClQCpQCpUApUAqUAqVAKVAKlAKlwEKBFaC5VMCjIGCvnovbt0rhvCSknwvooi4RADcH0qJ5y+6t+OSlAfCL3388vt4aByuB31ru+wj7qwPg9vCaDtHkyqMKGQry/V8dAJ86AziO8GodPR7HowNqL4pWDuCmexoXvn9Oe3DPKcfvTIcMjvf6sQLA7T61RhrcyWWfOgO4xx/SOdtvm7TRYYpHONy16q1n6ma+M0vhfM7Mzw7jeE4wynk7AGan3AGp6YR7R48A4Fh/7FO+N3526mzg5l50ENjdrNauOLatTJ4p62mMkbpW+3EQAPe2YfwtDbb+pIOX5TMVtG4OkPKZStqDBkDX7nfHbnPztpWsVfUsrsuvzXGK+sAgAds8AAV6tu99B8voF9rEP4eaxgEAowKmoOZmBXzcIa2ljAYEvuZZuq1V5iSezfsZgIyOVR23dLZvXM/j/XHDA1JfA1SOc0TORo4pkJOTe2+jyjZ2+ynJ43zzM3/lTYDMx4fnq4cHc3n/IIG3X/o6AgAs46rn1stNhO4/Xp6u/uNv93LeswF7pIaOfSFo1nkSnMGMc/zMAJhzKpdDfZHyWZunIWj15g0SRwHwq7igv4v79+XZU1c7AAb4xSHBTP+s9fmY6Hqk/f1x9e3b7dXfvt3YZhlPNZ7XttXGoj0Hb3YAowr0vBzAWeH6vRQoBUqBUqAUKAVKgVKgFCgFSoFSoBQoBX57Bc59UH+uICtwsSrv4vYVAD4pcU5RuhqP3+3z4/H1VlBbAPhUzMT1gW676AD+VQHwe4HzvzoAjoAojvPxeWV3HQXArCM7A2MZvCa6dvdSPbc2BwDc6nCgp2W7M2/jwKWrzr9nuJ5GBzD/vXYAwxg3Txl8zrob2zgDwIBJL076vooLMb+iQ5Zn/DZw7CZlGkpHOL4FwFHL6GCMgIpu3FPXRmejOltPfHERRCpAU7fsGgA3R/ACABOs5tT0zTHrEjwHx63GzwkAbO3zFNLU18thWufmaAWoVvekp4x20QiAFdaaLdb6DWcwYlR+16ID8La49ngTB7CmrPb6zTn+Q941qGttlHrVwflVATDa1qNnDoDj+n7qbGDOVTqoDwFgyUP8FTARALltDDJnOfoVQb71FWfP9njAe/t/n7oDOuygs5gDaDeYyNfDw6umg46bjRrI93UjAmBwYpT+/Px49ecft1c3cItPALC22ccrxzHbHQHwbI3ImQsyAOb4tjXTtdxzAJsG4mxX1/HV1b8exeMuABgv4Hjz//YU6YgVbsTAFeJxRkRdfbu/VQCM9muoFwCeDV+9VwqUAqVAKVAKlAKlQClQCpQCpUApUAqUAqXAWoFzH8TnEi8FuOsWnr7i0vY3y8teNUuL7A74e+t9BwVZpWg9WMzFl/3ugHgVX5fG/6r8t58tfPHQagHngsyVI2fdX2v3Kr7DMZbTjvb752ev8v5VPfsq7qfj1T4yZetiGI6c4TsrYk/HbTyO69Op+Rq14L9XOq/Gm23P12Xgundde//EGcB7MZrhBuN5e25nxzXtsx1gq+0JZ5zS1bn5Xkzgdxfupu8Jwsnepx6/TNW8l6YZbTia4lu7IU682RnDBKiCzeTzcNasQ7QIWBlve/USzFIfXjdLsWxtsnjlda/SfTha914E0Pw8gkEFk4HEUdtYT4eXVgLjlGfh8r3YZ9SJFM36mbT3RWhXdEm2vnoMcOxHd6o1TOHrgRfvRV2zF8tBmma6QSPojrqw/wZ03fHZnMbuAnanMoEwXaW4F+UTYAKwUqPuPH2V9MVfNCU0Wyv+5d1e7m1yaWMaNFp9H/W5bWmV2dccF2i/tlcWuDbngsPaPsM15grlq69bIyhunzsE1nr9Tbz1IOmgn56e1AVssQQQLUhUArzFIGAoYK8D4FcBwHDA3nhbYjptnt2bv7/iOGl8IUYB+xdxhmu4wSpqhraNLm/4kPvLM30PGln6aPQZ5wC/Xj1iMwm+D32jAX7+YMpnznfAX3cB39/fSNpnS2GuH8MYTfN6mi7n/v0Zv4eglYL1UGYuL3+N58+/SIGrLXwHpnddUgqUAqVAKVAKlAKlQClQCpQCpUApUAqUAqXAxylw6eOLSwHYpT27tP0FgC8bgd/96dcqvi6N/1X5BYDn8bkCk58NgAlIVvHx3gCYavV6PxcAE6B8JABGn2dgiNoO8GcHhmSHMb8XsmNX9Z1s7sn1Z5C8t8pqOugAZyIA1vdxfqgTBgLg65hKVmHL/mYEgqJZ/UsA7A7R2b0ZeJ4CwLNrMxiebSRAmQAwAMAZsrC+PL8y6COoZR/2HL8ZkObEIDEVNgAwQkDHCv/BUEtgGsRSwBQgYoSJBK8zAGyfmZMSL14zu5/VRZir8yF8MUeN9vpPCGl9kgKYqlohnMNS7aunsPYFFgA4gnWbHxLT4lS/k8NrcRYwPt8DwNmFP2t3vubUXyx9zs+xnMJr36AzA8BglXQM53OH29qq89UAcNSW2jTfc2gC5Hp6BAwV0BoA8PXVjaxdPn8HACzncj8/Xf357V4cwCKpngvcNxq0+ZPWDuuTtRTLQgTABJ0bqK1u3Q6A2adrn384Jjmub/xu1XH1r5e2Rnk5iN3HZzsH+UliQb8PHQAjvn6oS93aiXUIaa4R83cCfm/v8LucOy0gXKUpAHwq5OuzUqAUKAVKgVKgFCgFSoFSoBQoBUqBUqAUKAVOK7AGUKfvXwGOj9b/ze1fpX5uT/sW+/v3yvlkB/DlDsdjI1cA+JiDa0/NdfxeVv6xUXz7VRl8rRyh6/5aW1bO3DUAnjt/2dPL58c+dEMdBMBHld0DwW0ZijYllL+YeP0s17EFe47MqHlMsX20/b2d2zuUt6T2boCr37Zy88b7MtjNNRvAMRefjom3Q+9z55dih5mWwQHcnGheBujfLvBN/VivjwAhOPfT2poBGNnueManpZntcH0+ShH07J1TvOsAPjEB43f+KccxXbMZAM/+ZujwrPdF08OqA9Og2Qz67pWVv755NnDU0WLCACb/YzvohlSI6wGkkrw4lJV/EpbG+MK5s3xde/rsOA7xc7Y9A14F3tgY4CQPOuCVYXF07xI2s25+xt8JiHP/+TnrU6gn7eb9SMoLTdiGOE5aZ/O5qpp+H5L9Qp8fV7e3N1oeV+N2DrFXfAoA45IN4D/gmLbx2ILp6FxmqmZIzPHDmbV0pkcIzHObW0zp5MMZtkwD7W7wAGhj8mtbfCyL8bOkQ36Q8X2VOLK+8WxoUE5riw071pinq79JKmS4qd8LAI9rofWI/dP4xjrkmxtsDM19q5scfB6OANj7HpzkTHX9JHriP8S83S/XOoAHAOb46oYKqQzO37tbSx0O+Kuv9DWbvgYH5zHH59TPvL6WA/iIanVNKVAKlAKlQClQCpQCpUApUAqUAqVAKVAK/KUVWIGEVecKAO8AugLAq9D5S3y+mh+Xxv+q/M92AK8G6a8KgFf9Wn/+vgB4r74Mz3jdKm7M3bkt9XcEwOjlTA/OzRUAnt7/SQC4nXHqQBjgyBymPd4UGDsAPg07+qcGvwldxrTSuQwFtwkAR9jewGWmMamgcwEwbo9eX4AhAlr+xDXZdclqI0BvYBdgKrSTDlCWgfoIefU9d76yHf2MY0l9CxgtrkY/Drq7YZPbtjkoBXyyaqZupgOXwDaCWpybi6JwXqwBTILfLQCepW7G/RbLfSBwXQTHBNCbjQYOwhUApo0IuBZnT1PTrxp/Ds29LtSh1ynYexUHp7lkodmt0LzbGyF6ChPTGbspvTNhP3qw6/JeQGACYGXTvumjgeuW09fn0AIAz9ZbHd8EgCMYV229np4JoG9qehQI/CRn4wrmtOIloHDm9quc22zzHOcTyzm4d0iF/PVKfuhLzwX2dWD2vdDG5KADWNcVjReD/NzQQKhPAMyYGkCxz8PZRqxXjR+JY4G/OOv6Sfr7+vws3ZS0zl6XOYAtRvDzb38Tp7PAX7idG/xFxe8MgPvMsH+NJ2WPc0f7nfaR5e/USgGdFa3fS4FSoBQoBUqBUqAUKAVKgVKgFCgFSoFS4JdTYAUSVg2+FICtyl99frj9Rx2/ucIPBrmr/u19ftQhubrurfXzvrXD7dIaPvf+VXxdGv+r8v/qAHgznRI0Wvd/Pv7buB6f1M4fTFtZeKYsHrdFYJ12EL81Kvccrnug93g9fSPK5iF12KPCz9brwjF98vhtHHvq4Nx3AG/iI8Gd7BQ+4hzOKZW1DgepaAtDUH/u7N9RKOKuNtyuMC44f6NDE/XtOYJPOcENyHYoi3JekYOW9em/5mcAEwLvxQf6Ft2mEfxPXbuBdMTzbq0tMbac+CEvbPhsU6aUlwEwHZN7bYbbVNsZY8DHIJZ/CgDrULtTET8FOQ3tJwDGWasZZPN3AFgATDqQDYjaebn9zwhPze1gtPepg9sbgZ50/5oLEg7ZFzkb91bfzy5d1m9tDHHh+kdoHKEd3+cwPcu5qyOwh3vYgCfPK45AnZoR/n4RkMzQxzqK9gAA8xVTkPPPo1hfKw/xoQvxq5xjK2l9b0xTwE1zXo6TL44bY4tOXNY9bAQI8252xq3BVF/HAvhlWXEdwPRWIBqcqbEfMdbHuqz8LWC2WtomFI9pPcJZ/sMYwQ3sXmmLLVmUn3+8KCRHlvdvkg755vbrlfx/X6fsfGes3S12A+yfAeAvvqFBPwtnUqMdXLsz/GUK8DYGYcICQMdxQ/mxn/g3ADD6Yw5gSXstff0B17OIjDhAZ368yAHB8kI8fLu/E9BtZx8T/iKu+F0Vv8+2DuDJLqege2j69J+7ANjXN6wT8ZXPZi8AvFK4Pi8FSoFSoBQoBUqBUqAUKAVKgVKgFCgFSoFPV+CtAIYNvxSAXSrA4fYXAL5U6un9BYB3CNJBtdfxe1n5B5vx5stWDuBc8Oyh/1sqvxQAw8GF134q6Z8DgFcA9bg2IwAeU+b2Un5HAGzOtJ4y90MAsIOAfdA7goie0nt//mYAjFHaunTHOBz6eWJpACh5EujCVwRn3VlpZWudDmxPXY/PmCKX8ydD1F7h13Yt6179rYCvaDhvMbcBbhuYcpBLQBihYJw/EUKynREAR5dmg2jB8aog1R24NwKmAKcApfG+c3kFwGwf+srzVpkml6AXn93eysm3ClAN3EFntOH2FgDYgbJPyAy1AYq1fHfb2r854Ey1bO9lAPz0JBBR4zWc2esOT16fN5zo7wCquA9hEfd/aCdSfLMtETAG53AbFwfAaA3adCuU71psnky9m1OQzzYqZG0UKTuIjKma41oJkKtlcZ1HRIUdH3kjyFsAsMJiKZ9t1nmVLKM55hl3mHJPcj7u98dHjY8v4o5FcDH9vqZEFp0AgNUBrBtpBMT7adi5XAJ1A72mBOpYAeD4Z7HeC/Cqxtwt2LW1IsVBuk43sWCd8PTPjxKLmgYaDmAkDNf7cXawpRX/9u1GzvwV0E0ntoefmre9qvcEwBkg5+//VlcB4Did6t+lQClQCpQCpUApUAqUAqVAKVAKlAKlQCnwV1ZgDaBO9271UPejtTnc/gLAHzIU/z4AWB9JbjS8NP7X8fu5AHjPsboXTKv+/DQATIAR5CM0/kwHsD2Yt5SbeA3wAI/G/Ql1BjTryZvddPM7WB+Xw734hQtN29eKzVTI0vOyP6xtCl/R57RQ7Dl59+LjlBP4FABuKkiHzYkcQLE66fyKNM0UFrZzLfs9e+OQHYh0/mbgEO83SQwMMt0vP+/v9TTChFZH1lzU+/j0NLr1vDF0cLIO/HyVgR5jDmffjr3VM0BbKmpps1+ANMk5tThA2AzOjv3v6ynGnQB4FpMANc/NHW3n8qpDlzHogBPlA/7yfQDgWZ0AnXoucHBT4joAM9084Q7V3gfLGfBDgauVqLzPu0BMHwGw9glxFNoGrb8Cgnp6aKaGjrB7tobGdSHHS4TAhM1Zm9WZwnQ30/GYdYUu07VJ3n95edY+sb+mjYnU1hnlfpIaWoS6FaLZtjWEtdDuEX38XpYRz0cn2M8bGuK1Df76wBskPr2hp0NTB5+bDR8drHL8lYs7aN47CztqQl0U/iN2JKAeHp7lP7hhJZYBSFG46IT23opj+l5c5HDFSiSJln1NZlxzfX4LAPbVx2PZg5pAdwJ27frx1RzAwV1sANhczt8BgJ/E7SwxIthXeoH01l8Eal+L61fONxbAjTN/dbuCw1/8ncX+9S0sfc7trSHx/b3vtQLAaQDr11KgFCgFSoFSoBQoBUqBUqAUKAVKgVKgFPj9FVgBm5UClwKwVfmrzw+3vwDwSso3fX4ERryp4F/kph5fBYCPDMlqPv6uAHgFyiMgfA8AvAXEnwOAG+QiMEjUMEOjPQctY2sFgHEdUy5HMLTnAG4xG8701TISxMt8KALgWdzHutmmeN0eAN6ul57qN6WR7k7gmw6pvd0Gstez8elZwBJAZoMz1ukxnTIgqjgLA2mhUxKwLtYTU0P/kFS1WhYuktcW8FtdhJO5tRsn4Q4AZjxEABwBYd5IwbbE+2ZKqdMSdRL0saM4M9edkLzP6hgBcARJOh6eOph9ZjtmGzla2+CWbJsMfDNFgMWx3REmsw64hOkQnsHZCHF7XwwuAhDzbGCFvwDVamDdAnOUHVM2M422jr+gu2eJM0vt3CEr2wMHtbbXNzvg3zcCNnG+rcrqgJx9+ioXxjVgb93MYxrvmQP07KQfS0BaatYFqBv15Hxg9yIAXq37MYZ0LsBxjm67zDDpP8p5wI/fnzR1cgPZ8m+c6fzt9ubKjk8+DoBVS8zd4ACOcUmXLt7j+LCdLaV3AMBxDF7SwhMdtNo36Zcm3pb/AxP7P6RfTwKCNYU43NG6CUDO/P12f3V/j40jlvE9AmAFwb6+rQDwbG6fem8PALNbbb56AyoF9LkK1/WlQClQCpQCpUApUAqUAqVAKVAKlAKlQCnwyymwAjarBn80AL60feHQvnlXVmf87gjQnHE7YHk/texK0fM+X5/leV555159BEScW+avdP28fzP6kuxyv0gnjj6g3mvuav5l8NAeJNMBFpyus9Ste/dvwExqYJ9fc2dXnxers2xZcCqHQ7wY1r0U2Kt1caVr1jF2f7zX2p0fbPfrx1jN9e47kK3j8/Ularp1ehKeGhBwF2RKIdv6l+DkDJjhvXw2bgawUZ8IPN3I3NyadNG263fW/+g4xr9nZ4yijM2ZkO4K3aZyPr0gcPzosGUK7+xcpOt0Vb5CXVAYgS4NOIYg4bgDMkGj7OBVd2yGPf4eXa0Wd+70TE5XfrY3DzjOSGnb0vh6rOh7HranwB412juzeObK3EsxrDEG52/WyJ3MQz/gHg5zjufqss8EqzyDmW7VU1pER2ssh4AYZdLdi88BXOG8tX/bSaazzRMKddsa7GnvPa00wabGcdPb5nz++2V0vTJ7Ady6SPVtmI7O8mFuaorkvl5oZgE4QAE2kQo61A1KbG3qABZnMccXz+ht64d/PoO38b6+7vV13sbbAbXDWdzzLFT2K1Iypxecqqpz+KpQ+D9ZH/J7cT3RJof0xijjXw8CgR+f5M9VWU9FfJmWos/11a3YfzFH8XvcOKQOeMxHwFNfcywGxu8CpoCO8RHHZ+/vRwX+YTMA1MAoow3xnnwGMCEwhhnnDP/P/z5dPWODATZISKEo9/6P26s/kNeaOni8GYTnppFtCmiGQt58sRko14Hv24aZPs7UKcZ9v7Z/X3YY32vIfw/WGcAz9eu9UqAUKAVKgVKgFCgFSoFSoBQoBUqBUqAU+KUUOAoi9hq9Ah2XdvbS9hUAvnQETt9fAJj6FACOkZLBbgdaHRjZg9jx9/YgNjvzUhj+agA4OxEzfJrBmSMzcwXQ7MDOzwXAqD8+YI9r9h4AzkB15mCM5RIAW18Fak7O5J2VGQGwlWeqN2gi0GEP4Oh1OQ9yGrRzAXA885Rwl9AGbQMA3kL56Ky0PpwCwA3+aocNAGewGYHjDPbOYjNeR1Ddxjd8EUQXY6w7wtfmTm1O7L5+6jmn7sSdrSl4L6YCzm3N/Y2fzwAwPs/wl+8xlfUpAGzjZoEFUNthPpy1OgiIJP0M1/FnduhG3VhWBsOEykgh/SQpvu26EQDH+Rf3pwHU4rMGagHchebRUc94B64FcBy1t9/QHwDS/EK56gJGP7GpQK57ga1cAHBsj63blr4bZyTL/++vCQA+upEurgfbdOySeLilLs9OYEtJrEDV03I/S9pipGNmvHfHuQPWBIBnm2/iOkPdtOct3s2hy8/wz++SDhpn5uoRBaLFjcDfewGlcMza2bm2zqK9BOOEsVyHoP1Qj7u7Y3w3177D3Lxea0wFAIw243dL7SzrU4iNwQHsEJ2AG1Hy978/AOcbvJZY+Nu9OH+/4SxgDQNODXeYGwDmBoruyjWdZgA4arsJSr/nCADuc9EzMgxnb/eSCwDPVK73SoFSoBQoBUqBUqAUKAVKgVKgFCgFSoFS4JdW4FLAWgB4Dv6OPri8NDjKAXypgqfvbw/8+MBSLz/gAD7oIP3Y1keH4rymU4Crn4E666+V91d1AHN+jmfcBo3OHL+s1Qr47umWR2m1vv5wwjODEFbW/tjpp8kZ1UG2r2sEoEP8d0cf62e7ZyA3OoIJWwkOtQ3BQbd31u+pebIHk2P3I0yILjnBEicBcK83n4GcW9RBvLkC/XM/t7PrM3esR4clzsuMc2uWsvkUJKYjlWMxg78RLK7mMNpCGDZz/+LzCIRnMUzIRhDXfvf4pAOX97LNe8AW5cS5keOYsZ3nT96YgbOPCZys7jFjAD6fvXgPxw2a5/esDQaHM2SbQWC0dZgXDvv2Yn/W5zynsTxQg8enR90QcHt725zrcOfCxTtLaZ6dpexPB88Wy7x/3MgQz4sOPfD5cO0bV5AO+gbnwHJjhhbZx5YO0z5/5uOxXQNMd/Y9O4dZXgSjqn9Lxc6NSe6OVyEBz7dnAcfxyeA3zmvqZ3M73OV9BzDF1H8QsI/4xtnadwKlAYK/YEHx9NGcj6pUc3f7BgSH2A2WJgDMPnJskdL5FAC21N/adZ0Zz9igsgLAaJdf8/f//peULxsf5L37+7urPyTts7749dJ26NiYW3ryrv1Ms62m679P8hyKsW1rWge/Nj47cdba7d2Qm09/w+7N3nq/FCgFSoFSoBQoBUqBUqAUKAVKgVKgFCgFSoGfpMCljy9WgOLSblzavo9wAA/PhD8hBfRnQ984pr/70695/w4A4EsD/53uX6WA/lkAmN1ZOT153aengD5T/58JgMdzMQ0y7bnQkFbz1GsGgLG+dLA8exC+BsDjGmFtINzKMbACwKsYzWfcDv317psLzD75KQA4pL2N7ckpnfFZPL8Yv0cAbOmR7ZxeazvP3B1BJd/P6Yhxj5bhZ4JG52x2nBLuxvcziM2gl2OK9xtw9ly58bs73jfUC+DmECqnnJ7FLduTATD7yTJmcHSaEjoB4FeebewTag8A27h1eKauTIFvdAJTDwXd0kc6d/s6SCe3QcoMs/fg7gx6x7UVZ7oaTH8VcChpdn3e4efD44MC4Lu7W0mpbpOBANgu7CCfGwQiHCY0e37uGxT4+Yu4glEW+4L34yumgdaxUshr10QnsL11PgBmXdjQ0V66Ls4zTETQHjVqa42vF7i9mYdVS2QF6FVk6I1xNpe1Oe+ZErm1L6xBg0Coz5faZ/n3v/71XeftraSivrm5UUcwboXzF+szjNO6pgmhZRzamFnKaOuTfC7n78bNIucCYH6v0AGsacjDV0IE9LFsrk5//+9/6Gjf3N1dffvm2F/vd2DdNlr19W0PAPOeU3MgjuWgb/qlAPApdeqzUqAUKAVKgVKgFCgFSoFSoBQoBUqBUqAU+K0UuBSw/jsB4Cl49aegYe7vAAAgAElEQVR2G8fvG88WbsE1Acu/EvjNDzR/q0kROtPnB/MVHu3p3EFy9O73uu6jATDbmdeB7CoiUGhOv52zX1meeJ70n3vr065z1wvo87GDMt4zO+Nyq/fcqZmv23OsDg5Ld5VFl+PM4Tgb855+dIyn7tjb3kXQmc+4nJUfQZOBX3sivwVQWwesXSNwMpzve9KN6w1odSycv6v0y9rOUMbsuyimWY0QtYEbOlDTGcUdtM5U0yStrlMHWR0q9M/z3RHUG5Q2QLM9e9ZS6uIVoXEEF7nsCH/RPqvLz9idAGArm7BonG8N5gI4OejMMRHhWgSes7Vgbz1QVyPqcMrWU/Va2yLwje3Na0O89tSZwGwbshOPL1vftZ3iUu3l2RgQ7MZ6Z3rMoDDHLJ7hS+i/B3/jpoA8RtGxPLQLcFIqexQbKVKm34jT9ybQyoeHJ/3cUkDbeBN45/GJ2mSHMGCuQU5ZpX1t43scI94T14Z4jQFg29yA1x2cwHImsJ0B2yHu5izilJI9nosbxz3G73YOeszHdN0CxNmXvqGkbxqxdcSvwXzw9YLQUz+V92L8KgT2OlbOYLZR/+yT7r8IBX5+epYxBNAVUTwlOs/85ToSYxBgHmuGpuLWtRwAWBOq6yt+l7CPdADHcmJM5lTgvm+gSToA4Hh+r39d/Z//8//kvOc7cf/e23qkMYopRhLOPNhdq6YFN+/k8+NDVoVxbdz+zRXX2xwHtv6a+7en499ZB3fAfZ0BnFWt30uBUqAUKAVKgVKgFCgFSoFSoBQoBUqBUuCXU6AA8PEEbu28NXuOZa9PAMCRDV/KmS8NyN/fAXw8PuZafi4I/lUAMLVpD8g/EQDjkXgDBMvhNcC5ByPfAwDPnIk5luhYazConYG7jTpNO+sTE84xvPY26swAcATBBPGz2D4CgAnCs2trT7fZWZ6n2j4bm6Eu4QsErXTS6hnCDiLoGMzz5HIATMXGjQRHADDu7Gdmd5hj4ziOBNffEf7imhEA8649mNu+ztRFOEJhbY8D2giH9tJCxybuTa+2IST1h87e7kC1C6LjN26eiPG7gejeqe1ZrnDkbmZYc1kTAKuK4qi0/veeZMirsNjnYzwflyCOc1fnpesYAbACPvTR3aOzuc85zDOGrSy0iecMa2P1vycBwD+kLADgdp9c+vj47GAb9VF4cwvHDSuxfjp547ykmzeCYT3vN7z0vrBnivdwo0AGwF/Eea1OYPlvcNgG+22ErS1efVwYB9lFPltbYzlIDY17dawcZkcAnMdilm2Bc5AwmuPNs3b3Nm3ktUDjDMMI6TC+DqUNmNrc17XZ1y4dW8e7qPNZUkfDAdw3jmwdwIyHIwA4mbizFJrmPp2o3NYO/VtZncwPCn/50r6gfwGgt7EcFgvfiDQmOrBLFwD4FPSNnSgAvBnSeqMUKAVKgVKgFCgFSoFSoBQoBUqBUqAUKAV+RwUKAC8JkA07zjFzOwru+EwA/CvFYQHg9mgTQTIZml8bAK9i6ej6MHP9NWXCE9njAHie6pZlvi6eTs8cwPRCRQDcAeeOw1VSpmY3L9sQ0z5HNyQ+3ztbMoKKc8DvrExrxzy++rycPUHvox7Tg5q7bHRAreJDHcDREdfO0DR3a4+Bfs6oLqfJuZvdlNklbODRl2I6t7IzzCsbU2TP9Wkh6YB8DwBP+4975Psgr30d9Iz9jmXEe+j+ncG3CEBnKaBjmS+vEtG76SFGEJxTJLdYDs7vCIBnztDotmVcEmzq2E6+FPL6QEjGzQYzyG/przsARtkzyMv4M7eluYanrmpvm5Yp89rO4c0jbA7g1ge5bta2rAsBcEz1vLd2Ev5yfuiZvKIZHJzceACI99LOgqYTXPrnYB+hb+WHDqA/6JrOR3E1Nge5uH7lvocHOQNYft5KSuH86qmvBc06EI7tv8Y5tPL/IizOAHjW32HtFN15zXXbmGLpzdmX+/vbq7v7axhe9ev0a5jjFg+nN+PkM8nZr9jfGFeot2+2sJTNp14528HqzPJ8tnKOm/x5c58jDN0y29y8GHM4+bWJ9rdGO6IdGqpWY9aALynA8wailQN4BYHxPRvX7vb9pgC4a0lwDkcxruH3bly2DMj6RgJ09MBrTMfNjSsHbtS1wK6LMdq+d9wVzO8d/j2xWfPlhoP/C+JYo+qqUqAUKAVKgVKgFCgFSoFSoBQoBUqBUqAUKAXeW4FLH1/subPeq52Xtu/dzgAuADwd0t/96dfx+At2p0GpAsBxjfhsAKwP/APofA8AHIe7PQCHqyw4Keku2/v81HpJSIFrtimh3xcAr9rBz/uYdgA8gtfomLQUm/nzfHYv3HgZwBAU80E81xtcu/faA8DRiffRALinm97CNrab10RYGQEtYWYGwBGsm9sbNucOCQk18LOnSCUw6imdZ/plGL0BVgGwMh7R5u5s7Q7isR1jnBIAg2DBNUt4G8vMABgpdbt2Bu7i79ZfpDjewiPOoRZjoped2WslAKSBn+FWQEPqEME6nb5w3mbo1QE43KTmGs7fHa3PQXiMJQAwgB4ALcZLYav0AwDY3Op9UwbP7jUXKz7jGbCwY0p/YAKWnwqBg5v7q/T38RHl38jZwJ7WWvrr/xz2kaAvEejHOR/7jffRVryiA5h1U4O4oYBlZQBs9Vla6Lv7G9HE5s05ABjXy14IffXYeB02DTBGZmDWNHWt6VANQDg6fLWcsNmlaXTgfrZB+ydEVMFn2xDjqbHx+wQAP2NsMMYiu86PuAEAUeREtW0kSH+g5fWVADiE5LDhIX53z2BwTtG9B4D7uMO5/qIbEnQ+hKlqc9FSMrfXAgSvAPBskw7LLgAcR73+XQqUAqVAKVAKlAKlQClQCpQCpUApUAr8xgqsAM9HA87PlnbV/1X7LtXn0vpX7Xvr5/IYbv9WeejaHnxNzuo9q85VDudPPgv4rw54j8fXwim4M6hzfaIn5K8NgM+K5cnFK/1XZ/nyPMjs7Ipu0FNtbI6ifNGpB8shxeTwhHpSUUwbms+AxOV7Z/iudGFVEf7E6vu6O7qecjzG32NqzAZS0w3qnnSXFurLy9MAlfxaXJfBUHNStRSt4ZzFlP6bYPbFHZDbVKzjHIraZQde1E2vc6dujBf+O75nqWkJUbs7rJdn/9oDCvH97HyO4xbPIeb7A/DwN/ccrDn9cew/na0sNzphYwrlU+OVY6w74gxI7blhT8HODJU1rgg1ZWiZNjk7eHHf9dcO0HP8AsSaizfBznC2axyzeAYv+9LO0/W0HqfO+r25MdiJV74O8WP9NOieHbx7fyfJXQ2iPjw+qC63N+YIHueUpaLvDtwbg7eYq/4+0zX/kP7DaYm2RAMoADDO7UXbmJIZfSHEVa18vsbPx/jt3208A5j3xXvQdkDh2O+emtjmczwn+Mfr0+Bovr2Tc2PvBISHr1LCPnUBc3ONg1Myw5eQEpobKHzE+j2Tc4RjH4c5cMa1WScC5ebgzXEaDtg1h6x3NqY4FlSq8wXnC0usMIV2nENR4xgzWv/i+AJmxdj7nmE9Te+0tyKeAQyA39ZBbkhpa72poxtWsNHHYXuc09TPvrM9A8jpBBZDuvCoyd545vfzujVbu2f68u//OgP4qNJ1XSlQCpQCpUApUAqUAqVAKVAKlAKlQCnwiQqsHsRfCjg/sWuHql71f1XIpfpcWv+qfW/9vABwf2D3Vg1/hfuOx1cB4I8Yr5X+f3UAnDVrDmf/4FIAvB4Tpvg14KPMU2HCdv4eAcC469QZ46cAcHf6jek1tcyQyjU7f9mu56dnbXQDsZ7SN2qwiqesV06N3M9eHTUiAM7peem+jamyu6t2PjpM7YxPZ2m+eQ4vAVUsL7qC4/3xHtVzsvNEy3NglAFyjku2fPX9nQGwjU9P5ctyZpCX7TwFgNUB7OfHsi1w8LKOuPFjBoA34+26sM5WpsA2nJPMtMpw6fIzhcABABMKEyzDsYgxAgDmHIsAuEFkaQxhNt6jK5Z1EVYP8ezzFG15kjNccSY1APAW9JlTtDttrxUAA4qO7yPoYGOG89Vc92wzyifszeXHM54JkmfRTchLfSPEjdc3J21wISuQljHIZwjr2vBDzi126E2wf39/d3WnJNtKjgCYscUMDoyTHOd9jvXU0XPoOK5RMWZnmQtyyvjZBpgOTfsYjBs2vF++brd2qavbN6T4YkwAnOuJ8xj19Y0ItlnjWjdtbEeSruMIgHl/XF+4UYLznmPAdowO4GMAGHMEc4FnZA9xo1roSchtjdPfdzZs6XnCsw56obONKfNV29bUAsB76tT7pUApUAqUAqVAKVAKlAKlQClQCpQCpcBfWIHVA+XVA9K/cNe16av+r/p3qT6X1r9q31s/XwLg3TMXz6xxzwF80Fn8Xs3Yfyh2Zn9+scuPx9eFANgBgnW/HMAMg5X+awDsiqaD9jhaq/P3Vg7g0VnsdqOJA2t/fqxaYHfurZNLfRxoZZD4GtaHDpndYSX3xPdy29WFddDan89c7eDHwIJnXB3SzRI4xRiIZ/7aFCHVCWl8J2lXs24rvVqdzQk49r6f92ngvAM9G/uoS9fQzim1cYxpiOf2tAiL4z0RDI86jrY6TcE7nJ9swFU1/NJdqKpNdKurruI+DUAkn/mbAdLq+zsC4KjkAMgmAIYwT92m6q4e11eCJYRBrIPR8FX6uQdb4/s5HvYAGdI94zOe0ct24SfBbAS5hL8RCl1fi+vWXZuz6cPys6M7AmBqSIDMaaD3ev5ihaquV4s3MFK5Gazczsy9kjTJaLu5fAmGM2xXmKtxboB5dpavho13KI9TPOdXr3O3MftxBADH9S+D06ZHO3e45XDWcbm7u7V+Ij03Qt8BYWsv3gf4bEJanLVNMMjWohDUIqtvPrGa46YZnf+eWj6eCxzjfi9F9N5ZwByPeF/UGu/HjOV6fVgOuAzEOWJjZOuXgWIDvViNLAZlwwKSLEus0gke+0B9NGOF/63C+ThL5T5AYGw4AI/1lZ+pnBlD2CxhAxBiOGxCiGm0t+ct09kdAbCsfSfOej/Bfj0Oxu/no+sddx3k8vt6Y3FWDuAcWfV7KVAKlAKlQClQCpQCpUApUAqUAqVAKfALKrB6oLx6YPALdumsJq36vyrsUn0urX/Vvrd+vgLABBj5DDTUN4Oyw3WrtM/6AG0OJHN/CgCfHuHj8XUhAB6aUQCYcsz0n8fs9txOfcDqc+W8FNAdzO2O/zulgJ6VH9fE+LA/wxmd5gsQm2EidSXwMLjRgy8Xl2Fsv9/AyAoEb8GzEhctJpY9AsHuAN6Lg+7M3Z77y3tm3y1ZL16zAYENGoxxdcoBPFtJ7AzW+RpjbuueOtrG83TO0uzMnbmJIwDe9C/Erbob/YuljePizMw9/fZWUYLcvc87qBxdwbEeXBN/1zNMNW63TuKWqhogO6TfBbi1/vZ4140MCQ4RNuc5aBCrXw8gTBjMdnCc7fcRTBOCsU2mi6kSHcPmwOybBdgO1IfyxQC7mfPUOOrRAHkDm5hwBMBwy0qq6Nu+GSCCWTp44xm1gIGPjyMAPvK3UQbAdJg2sElQnY7MAMzOruLNmbmYV75xim1uENzPtn2Rft7f3ch/5gT204vbpoL+p5RtfMjrWV+/bEy++qHHfaxNBWZO2APAEeRqHGEgMSQpRXTUdLPpBfV4Gmi0U53uDoAJrHWeyKaOBrBlHsy/YwiArR0AwDjPFy8CYJR9LQLTBc5+coWKc3sPAEf4G9d4AGBNda7ZJgjdg4N2kgKaruPu5LZ51l8zAOxr6mRdY79Off+t1rt87wbwprW/APCRVaOuKQVKgVKgFCgFSoFSoBQoBUqBUqAUKAV+MQVWD+AvBZy/WHc3zVn1f9X+S/W5tP5V+97tc3kQSXCFZ7J88BjB7hLGBvC7AccJ+K7K4v2r6y7t/0Gj4KXVfNr9+/HXIdepxo0PBGdu0GMg/6ME2HPPsL6fOf/Oi1Wex2qabh/k+hmBg+Rb+NbuW4AxrSS7KbXiOZiObRrTA2/Hm23I8O+8Md+2I0IMztMRyloN+1Bk7QQe3KTu1sxrvoKEcNZkBlk2gB2ymHYcq/2zgWfjvpdKegWAqVUDK0F8vAfwFB2/Gg4Hpm5eHzMAnjmK47jPADDKIAgl1MqprFmGQtHQUKbABSC0cRrdt+fMd14bwc/Y9n4m8B4oVtDrLtW8p4lprS0+etpn077DXoJetsPSx1pLGrhLIDhCWVzH3wl9c2zl1K/RGcw+x/OGqU0EZN4iddridXt767c6IPP5E9dBnqEKx/eNOIw7wAb4i45bwl5zWM7GJKZujrAVaaUBoJ88xXqMHdUmWk7jAKd/o5zoNOY48SfXBZSH/uB3ngMcYylXYamAEceOd5vtFeuTpLKWz28FYMMJbJfI5hUHxEwB3csc10lsIELdnIeAroDhfHH+Hk3pTOgYAXBcc02L7kCO67K6ytVBbW3CmOA/xrH9HMe3jTPmR9h409A/uyKx8uxQGuWrntLPr+ootovoED4FRSO01/HU/x/Tmfd5qnUAMIf1h7q0GNucAezgvEHjMRpGIGu7A045gBELsf68Zs82RO2FONeS+PmyPBFz9lffiWlUH5UCpUApUAqUAqVAKVAKlAKlQClQCpQCpcDPVmD1P98vBZw/uz/n1rfq/6q8S/W5tP5V+97t8x0AzPIBZCMgzvUq+20AWB5qtqdGfJI90oYVLCsA/D4ju4q/VXyv7m8HGL5Pc88u5VcEwDG2Zw768QFsdxfN34/zpkNFXtucw7tnCJ5+fLsH3lB+BLv4na7GPEgRQMzOhD02qHMArM/oHTigHP47Psw+BYBxzykX8AwAQ2VCBYzfKQDMvgEixDZ1l2TvvcGVCGe2YzMDwCf14xmaXmwGwAYXkXKZqWL3Hb+zembl9dizctt3hPctQ98MH5kqetDeJ00Ej4y5Vp/AkJZaeAcA97YZhDq1vsW1Lbr8LM5srNBGA4Pj5gter7LjGkAvHwN0pZVNcOvzM/Yvt68BxgSA2Sec8csXUjVT+uwS3mwWUCDX22+u7x6Ls9TQPBd4hE/mMgZoRXm3t3dDyKD/6LvC/fDJD+RwljbcyfUE6WgDYZqlAw8AOGxUwfpEeBrdqFwHAGABUKHH06O4ch3McgwthvY3ucQOYJ7QoTuLG2qGNNNxnqLOtlaqQzrMCYe/uJfnE8c6n6T96rKXewCAv93fqMb4HS84XGNf9mI2pnQGGCVc59rMtTuniEbZEWpmAKz6TYAyl7EGmLVCG3u8UC/OlO6Ocut1BMCxXzH1O96/4bpv00vTMhMAU106gNlfOIS1vyH4ooNX++rti5t42F6Ob5wboeve/iHk2y8jSLVNP1EbtN+072uSjeV5AHhee383A13rW/98BYw3nxcAXklen5cCpUApUAqUAqVAKVAKlAKlQClQCpQCn6/ACuCsANDn9+CyFqz6vyr9Un0O1x9tt6tGfcTnAQDPij8PAMtDw8w2znQAf0QXZ2X+7vaGVfyt4nt1/78jAN4DvHxffzrwoZNrL54zeOJ1/f3LAHCrd+b+1afDp+HIavz32r/tL+o5lT74PAfwbN7SedZAmjwNX6WAju3U81rhYJOfSDkaIcGeA7idjZkgU2yfPpTnGZ0OC1X64CpmO067wbaqEuBHIJMhAAEw7s6AfubQjbVk0KPtdph4yvFtAEQAcQC7CvLki2E2TohDe7+nQAYvYR0ASxaLdM7bvOjtY1pih7FhAFZr3BADfl8DvE4aW+pmrTPFhoNmBaAOgtu8EHBsY5qdmwSe3cEcQSzbBLjLtNBPT+aeNJjYy9uD0y2mAMV4dqm/yXHPIDieDZyjrc91pvBNGxowf2TQnp+flToNujsAtvixcbYznw1Wmr5Icyy/yFoFEKv365nPva8RAiuwFYB6cwNoamcA57E5NfY8PxjgkmnJCeXjfR1aW39RX56vPNNay/EzoQGmc2zpGcUetHqtuk9fZb2xP5j+uL++ur3r990SAIuuVjbi3s6QjWf/Qr8MeVs6ZoeeN7fWbgXMYVMNYXFOYU14jFTcDWaGc8y5VsUNQOwv2oJ01Pw7kPU9BwBrjWH8u1PYy7/xVOj8TsXX1zPiRfoez9WWrQyaKlxj6AQA5t+vEQAzFtlmrvcRBOdvpby2Upc5eLUx1TOtfSODdjmk1T61gS0D49xergUxxmI7BjjvWzLmGSZ6CW3Z9L/f6wzgvArW76VAKVAKlAKlQClQCpQCpUApUAqUAqXAL6jA0Qf4v2DT36VJq/6vKjnn4fGsrMP1FwBeDcWHfF4AeHRmZ5HX8Xv6/g8ZtFDoZziACwD3AfhIAGwPuOcR9BEAmLBYz3AFh0oP6rt7rp/tugLArf3pXPR2XzpjM8fz3hmcDU4DpKGtOw5gqKeAJ53dm89e3nPtEmLlMvbgL8oBvFMopE7QDrwyALbxZcN5Fmh3KEOaDn4ZB6cBsPV3dP8OMDd8PtTvxUeHLj9vfXF4H6Ep69Nrce4uQLUCNsBu6UtL3TwC6xdhpPbRePYv4zq7etXhGgCwlU9HbgfDbPPs3F6Osbl7rT1fv/bxifdQh5njFPCZYBo/CdV0j5d89uwpouPfTvgIKaDxnoFbd7hK/SsArO10CJwduuY0NbD5+PhomodNFowa1ctTN8cVhWf+ckzj/TldMFz+qu/OubgRqsY6AKnj2cKoozmGkWRY+gAArGBfft7JmcCAwIj05gB2ACxFyXW2oSACYILr3D6c+at1ywe3DoAtRrozlBtRCIwz/L6+CW7WBQCOWSL0/F+CRK8vA+AvcoHVZ9rSjWwbcMxRrsBaALBGOdYWLcvugxQRAOOSttcQ66IPxB4Azn/f53jPGxnjecNaV+hfHHP+G3NN2+oO9xw764wPKQW1b+SIGzjYDi6l8bsgt2n2vTmDxr7vAE703/1P5Nmw1XulQClQCpQCpUApUAqUAqVAKVAKlAKlwK+lwKX/8/xSwPlrqbFtzWfrs1t/PjAwNj3BgrdofDTFcn9a1mshANHnbW/he/Es4N0CwtM5r7qlmJbfv5zSJwjyuzydynFydF6u4/stA/iWiPuYe1aAd1XrSp8MwtqDWw+snCJ4v75jaUa3989Ty/K6GYjBZw28HpygG7DlEOMt+tLx1c+UncWYvdeAlvyjX2+Azl4Eevbb/PrxQXuc8/nh9V46aL7f6m1nN7Kd7tZKZ632cTCHItM4t3LSOpXXIwCO/Fo/9N9Gyd56ELkuIW2HA13TCIBX5/ay9giFo+tXRw0gL3TWwA/P+wTgM1dlh69wvNrvklC5u5/T2bgN7PjAEsIx5gfQpVDPwZFD3zzfY3lxs0IDcID93pdhrod4Rd1Mbct25Hrx/o24O6MT03QcwW+E9Y+SsjjCZKZ1jvCX7QR0hVMUvxPKRwCsaYRd/2FThsR51AT3Pj3bGb7XAl/hoIyxlSGwOXWlbAer1v8QV4Bxeu6rrWNwuD4DMEvYE7jyJ1ICK9QDzEOAaBzxXFyMZT/PFZ/HNYtlzIG0lfv4aP2azRUC4DizuFEhxgg0wZDxbF+2cQbu2Gf2IcNBrUvdxUhfLBDYx+/u7k710nU0pBa3tQK5gq+uvt1dX93f3zbfuOmG6xEzvmbK2PYzgm1uxTYApnKttvHu5+xq0yZrXdScjmCmWI73UI/mMvb5Qu0BcOOL+R80hn2DhJXh7VZobwA4OpH7phvvS3AQE6QboO5uWx0zLrvhbGHbeCD6eip+3j9bF9j2uHxT39ivvJFHYXWcH9h8E6A55w+XTqbEns7dQUHOOf97wTN35LjMEFjHLHwFzebPpBqNW21rAeCpPPVmKVAKlAKlQClQCpQCpUApUAqUAqVAKfBTFVgBjlVjjoKmVTm/6uefrU8B4B0AOYHcBYD7LDo1LyMEWcd3AeBTa1MB4C2gXK3lPwsAox2rM4XfGwCz7/mhffx9cBieCYCPOHxnqaF3x8QdwK3dAwgcH/7jGp6/y+s7lLeUzXzFM4N5nwIaP2N1D5bG1M/j2hRSgIudrzunzYEaNzpEKJr7vQEYTlTzRgmW2QH0CIsbWPaNANHRHNvD++PZpnuuwVtxouYUswTAs00LM0dvP+N4fn5xXPsBa5Fl+OFB7MRCbODmjS9cy/CkpviJVMk41xj/VgScYN3oIMRZve4wbufZWi0WDx3+trrluub8DBtNGjSUezJgfZWGzgAw29ZBcT9jllCX0JMAuLvW+9rGaxXa+tsRhtP5m+uxNcg3NviN0LUB7AGMwyNsZ0bjpb852CQAxvt3d7ftXG4CVL2+0UY4518VAP8h1wIIEwD3dOKA8uaAtZekkXbAi2t1bPTs5Q7EZxA7At+4rkfYyfJ0zBPMjGmgB0Dq13GdOAWAY6rsDkZHQE1t4vzCfTyfOP8d1MFt//tnBoCH+QKxNFtC36AU/0xta174kyq7wgmAR+jaa9m6be187n4ud59bs7/tmMo9O4rjd0aE0Nv1M7+z83sB4INC1WWlQClQCpQCpUApUAqUAqVAKVAKlAKlwE9QYA2ATjeiAPDH6vNuAPjMFNErY+DX1QV8rHghP5wY4KzkAsBD4OU4mc3L6HJZnd3Zkx/+hEXoA6t4i0P1nOZQ0z3naCwrnvG7jevkAOaD+cX8sXSe/ZXjID6gH647OH+jUwv35/KOfn/sQa/+Pjoa+2KOLry26YK7MxQOQ10Ogmsq3xM/OzJOw5glJ3dL8yzv55TOQx8dYBCg8QF7dIupnnq2oy9pDl5GJ66BGr5OAeAOU7qbM6du7n2jc7I7q7e6dagb3bmz+ZE/jxsjBmcvzzd1x29zBosOcPY2Dd2h1sbXowOON/zX3IqeGpWxScCpcFLSHpNJZwf3bJ5E2JvHyQDg6BbWOn1oOvDujnArI4ydwrTuqlRQxHOcpb83N3YtYB9gnIGk7k60OLfUzUydPMIfS4/M62KqZR1bT7dMmEB3WFIAACAASURBVEvHMMAnASbueX6GxhZD4jtVpy/LxL2aktiFvflin1lbAQz7OvZV3Lx4veBMX287nMB0Cc8AMMfPzrpN7kOfU3S/skzWH4HubJ6wPMJX1IW+cX4hBTTeu70V56yfv8trY3wxdm5vbmWsrG9fvwpoFbXiecOquesUoSDLipr2eMzj/VVjARsIFKSLJnfSPkihmzHcAcw+oNmYR3KDxtqtpINWJzDXUhiEw1oJUGwvB8DuAtbUz772xTN8eW92B8e5oXogTiWW8rrsecv7XGJbcmpoAmCPGziVJSrFHS7tknv6ecXd0c7xtfXTetXXXXtjmB/i/OUrZbhvzmneD/1Qf3Qg4146qAm/4Q6Or/g9n9cgrikZlmfImzd/bOYFvovSJozt33r2/boPgLGBwFr+XgD44QFO/qN/IQyy1S+lQClQCpQCpUApUAqUAqVAKVAKlAKlQCnwngpc+j/PCwCfHo1L9fkMAHyEDZ0CwEfuPxrDBYCPKXUUABO4FAA+puvqqg8DwKuK/fMCwKcJeX6Yjofw0XTbU6DOBc8O7yMAOD+gR8l74PwjAHDsyXsB4FjmbO3o8MWA0lEAbNpYymcc1Nkcmw52O7DHhgBLe6tpbnE5HIxyXQS9dNpGYBvbHp24fN9cln4mqAdMBlq8du9kAd6v7fLy+O9ROwOxuH5IC639sCufBJhq2mQlMv1MWoJbAFSmc2YdrNPO57V7AHOHzQ+AZwDOCt8NkOP3Z6mvneUrZeN3uFABM3ntrC8+0JYm2M8WtXhGKmF3BksXnp46AL6WMiMA1vNYQwpolKn1ujs5Ojo1Vvza2XyaAeDZmauxjBkARorl2Eamk+5QzWAiQHF3yeK0XQPArFNBpLSXqaJjHMTYszngKYj9j6f4fZ7/hsRZvATA3EQA2KpjpP8H9l3Egcwr+ScA8N2tAXWchauXABQj5oMDOJ6/y7Oz8d6tpJOOULXNde2bFajpxOFeDrSybdKIID85e18i3dR2YdOGRJ8CbEtJre2CllLOy+uzgtgGgD2WZxvWRnC6BcBR96wx0TDmB1KP8wUwjvp5fQTAWt4JAExIHGO3g+z+PUZ94/dId05vU5THtSf/Hdj/3kMfbJ5q20Nqa86rvtGo9y9x5SEd9Cye+bf/w/eXq+/fvxcAnolU75UCpUApUAqUAqVAKVAKlAKlQClQCpQCP1uBAsCnFf9sfQ7Xnx2+bzgj+BS4PeL4fU/wyyeTewAYSQ7f45WeP75HkT+1jPwgnJWv3t828n30/KmdP1DZpQ7g1fzLTsGmP1OX7gbYxPHbhgAP1Y+dCXwcAKf0rjtn1e5JmkH36fN7DwyMz9+5POO5xiitpQZOjlzqNEvFneEvHtyPqS4FLuxksG7p5L2+zTg7SLMH+J4ylW5QBS2extUb8ZEAeH4WJ52gjKN5POUNIbPf987q3TrVtimgOXb4aSlUBUDg7NEvN81xBvfdMH5CqVqdwVFqZThM5Dmc8OCFrr2AePkrghGe04s2ZNjL6xt8lo7FPnPsED/6Cuc/c5y3KaBHZ/o4IwCADb4qwEtOy1d1OY9AMMJflAUAHME1yx9T3FobAOdQHFI391Sx5iQeytI41hOWW3MBuKhLg2Rcp+QyTc2rzmK7hef9CkIy+BwAb4SjBI+4bQaAmZpXy1TntP3ktTlVdhzT6MLdO3t3gHDu9oUDGK8bScUNBzJfL+KIppMX75kOANyS3podZ9pm/czGRl3E0F3OTB5i0d3dEa7rWcmIhbYuNwSpzYiZGACAddzUFeznOjsAHjMNeLpracSdwH6AzGtxmaOJKF019fTcGieJ9rX5IPdqfc/dXW7jgvTdFr9sk8WAvRfv5zrL9V7vY5YEvDk5U1318XbZ+Jv7F/MDwdDHAdB4/PuFZwgDMCtEBhPX/srmBqzPvsHk1Pe7joesRUjNjvI0VjE/RDOcfR2/A/Vzrv8tcsZv8ZiuO2YMmGV4iPpR675BJp7X3R34dp2vb6l/A+DWjTbj94E6oLk7QGOjp3bP63zo3vBP7b/o/PD0evXPfzzYPJCO7HzF7hVT75cCpUApUAqUAqVAKVAKlAKlQClQCpQCpcB7K3Dp/zzPO+ffu32fXd5n6/Pm+i8AwHhgk3HgOQA4Vj3J1HxsSP3GAsCn5VqB3jw/9+OpAPBM6dX8+zgAzNacBsH/PgDYAMkW9PZUxlCsP5QfRxNPoRUAoAxchzUuPNnO68w5ABg10VmMMrWekMIUn39kCmgDC34OJM+k5bmr7UH/5QA4nveLPg0OtZRDNZ8BrBrA6csU0A5uc4pmrSMC4DQpM9SFkw1uVcLU2fmt2lbUj3EKKZIj2Mzwa5YyWscV/wE++waAtj7474zBV6S0djiWYeNXDTbAww5/cc2dOC2tecFFnVJAx/WIfSXIxZ10BmscutZ4H/APgNPApJ2bbKmkAYx8LOW9ZwyInw1LwKx1akrgDvgBWTVtdKM7Mg7UFoDTAXCeRwBlOsR+H0uMmximrl1pA0F220igZdn31ux7MJ+9y3nIM3Ytht2xLO0FqOXvdAazrgiYrU64Yrse4/cEneriEvY00RkAp7DWDQHsh+renMA8P9k/l5ghbEWMPgd3Nd2zWhAgL8ZBeTTExsaL16tvt3fi6JW00v51/6UB7Nwi10Y3WthnAMCMCbwZ4860tOsI6vU9v/8UANabdJOCQd04lmMsIFDHzUENIr+OIDQ6+DXe/CDkH9hAom2S8YsAett9+65xABy/K9Qx7wBY4wUbWtBvWWIhZ2whdY669KMDeqWkpLlNW3CrJdkAq+aMm5ghYQu4Yzk91XM8O33U9WwA7N+vD7KH4p//epJ1yDdAFQCeRFa9VQqUAqVAKVAKlAKlQClQCpQCpUApUAr8ZAVWgGPVnALApxW6VJ83j88FAHjWo3MA8CpmDn1+IQBuZ94tuOZf3Z5wLgDO2vf4SkLxwf5fnAtf6gBexeqe/tFFN51P7mxsxqVh10V8GLtyAucHt+OAsX3ZIbUHrvfiI4PXBs9SysuVXu1zuPk8xrZzsPdpr529Pfbgf9u+Xj7rjGcw07nJz7DcRHjcwZVd0XW0RmdgqLBP3lcI42lMcR3riYA2Qo4hH7XWMyr4JZHpvTOAe4rQDoqspFX8nB6xvRTSdGRTezpsWVqGxaZhd/YKgpqPm6amNVCs+iVXYixfx9wBKccnA+A2bi5sjKcG/wCzvB6CazobCXEb2CfkSg56zrrW3tAuG3txPPt3mo6pfM6zfK2N+B1AGOCuBwFA8uxFuEuQSxifXcXU8EbOO8VZv/a7pwt22MYxvpaUxgqA/UXttC6H2f1D+5cBXQOWBKMaE2y2hx/Obdbrgc4cMHPO5P4R+rUNBiKHnovsrlxC2Ztrc8LGM4FnWsW/oSKIzbAxQt6ugUByd9mq1hK2dl8HlrhW11eBhbbRw9cInHcMlzDiPsB4xggBNT5jOO06Ux18onxLAW1OVK0vzJEY79pOOms1xl4lFfQXSQkNhzMQpqQ3RtvDxhr0hSmX9QxpdEs3zvRNLTwXGecLa9/zmiVx3jdaWOrpEQD3daB9L4WMGfk87Q6BvSJokTdG+IaLdm/7brFNFnCy68YNrM06B/oZ8/O/ATvsvpa50+G2lfcVKZSlXwC8EXzzjGLVEeOvdfWobDr6ezHVuMWRNbyNY/x+lX5j/hhiTg7etAGnAW7EJMA61lvX7T0BMF2/aPPD4+vV//4DZ4irnVj7UQ7g2YpU75UCpUApUAqUAqVAKVAKlAKlQClQCpQCP1mBNwNGb+elgPMnd/fs6j5bnzfXXwBYx3qVlroA8A7pLQB8aK341QAwG53B6aUAOIuR1/2YolQf/PKB/m6q6f5U/BQAZr17Z/F+FSeXznMvJELcXC6zCQNFdSBBp9IIdfO6cQQAM40pQAOgEV69nu7Q/QwAzBSf67O/T4d9TBHNf0doyrszIM/jqHY5fxl4AyzjHxUhBbS8FaGdahqISnTaEujimgx+Z/NicMUFJ2kcnxUAbulbTziAdT44KNV2CIhpcdtcwAQ7mDt2xqnGdToTlm2OAFg1UTdvh0c8C5h1A+Y9Sypj/h61Z9pYAGCeb4p6DDA6iE9hQX3bGdo+ngBPeFlNaJj9AADGGNMBDIb1KuWje/nc3FiVwlFvA1Iza1l+rm78nRB4mFuhoPh3VNu8In3sKZx9jBSLRqIpEHQCgGmcZX22vvqc9+zReY0kDE5SGoAVwXimtZ7Py5TaXMQcLuNauLkBxAl/cz3R5d7GU2ND4LFICHB7KyAY3URqaBDcTZp3+QwxwxTKMa0zzqi2s4FvBjDMfo2bVgyU7gFg3fiAcdBmAGq7hh7/Om+aC5nxrSt4WhfgQO+OejrM28YQ3XNhZakD2BsLebMJ2qq21NEawoG1UlsAYLyEDXeHtLT9WXdwOPzEhgH5Nad4jrHIs5sZ1/nv/Qbw0SjplJYnP+kYp+bcYNTGwAE3N17YvFT07T8JwS17RH7FTSKbD8MbzLj//PTj6p/fH2WTyZ3XYRcVAD6lXn1WCpQCpUApUAqUAqVAKVAKlAKlQClQCvwkBd4MGL19BYBPD9Sl+hwen1PA91QTJzma9aFscnVsijhRX4Qnq3JWgPbSabCqfwWAP7p9l/Zvdf86fuYOM5Yb3St4b6XXqj3v/fnK4ZvPgMz1r+7fXH+2AKcdmPvxtX0oO7ZlPCNyD0Rn8PtW/ffKX5e3H18rKWdgMdcXnZv4LANgggV81sHPfhxn2JjBb0/fGQF2Xyw7ENpfQE+VkVPhst25Hauze6NDTK8NwLU7wLqaWxeffdb4E12Ak1TPLIUu4OgGzs7gOH7apwYOHbZEuJtdpz6GbYwdlCFOGpiJtEauF/+bVrk9o3c+PvE6vW8yQfUMUXXqGnSNP228utu5zRt494Yvo54COq/RAyzWMZi3Nf9tEaF3c5w7eEYbCdfi5pAfEgwKehUsuqNW2i9HxaqTj6CZkJbxCeAaz9rluK42guh5rOryxpnEz21Osvyun4HeBnYFXN3cMs0vUl3LOaw4p9Td9kxPDZcwzjrmvGnzUTcZmGuXLnGL7x477L85XPMZqYCHvllk+JvJQCQgcYeV2zVP32lnBs9du319sroVzLuzFW3mOLEfFicdVPa5BUd2T3fe41/6fi1uWBnmO4G7NwL8ATDx+urzml1r6aR9PmG84Mq/RjvczXytaZt7rXo2L1yqOsACdgUut8/JHkG6/WXgN2wECQAX81DLUdminva9OEBUPVPZrtmsnwrvgzKIP9XN5inMqta3vukiAmDVN2wOUec3YLpu4hBfrbcNGyEeX3DWs7UZGzwySCagjrCdfWQL2S8uO9uNVhyv3if71xhz3ZXcjwfgHXQ/72WToI4x/fYwzqiN3wei3/fHZ5lzAr+VBt/LpgF+b4h20qHV/5TIPanfS4FSoBQoBUqBUqAUKAVKgVKgFCgFSoFS4J0VuPR/nl8KON+5O+9e3Gfrc7j+AsDTsS8AvHr8VgD4nEXj8Hxshf5cABwf8tqD3NPje07fZ9dGMBy16Q/N315/PoeVZe65S2ftO7f7e+ObUyyf+t5DGTOQGx+s49+xjAx49fPgJLsMAAMG2Tqg8MNDMm7u2APAUVPltTtn/WbtI+TQfnsFEaboPQkAs434GdMwR9fmDADvbVAgAI56R5eowrvQ+bgBwOoZ56+mWA4A2Mo14EE97XdxMyZrYdysAA6WXXtRw1l85T5qit7JOaYafzwT2gFwHh9Ca8GWDbQ2oCpdBgAG1CEABlhlP1FWBLBju+23V54B6u5N/J7PPo0AuIFmgXnoF/S084kB5hiwiBcIbj8JKds5swTLj+Is1v7PzwiOTtwIgG8FiOJ3nPHa4pLwEXGqdBRAMH6nGgBuZ34jtbK0l65qDfEANhmHs41JccxbinVPdYzPCIAZoxbHONsXjlY6ZSEOAlDOc5Z+tDVUoS3cv0hjLU5gyWWN1MY3cN4LV3e07ucFd22xQYBz8QXOX42D7WYNu6YDYDhOY7xw3Aia2+YeQPwGE7uucR4yvkyzLQA2Tcf6WCb+/tN1JGSi0DN7PS4RppimGQD3NXKE9XrGL1zKAN2ihcxAc7aL5g/PjwqAoQ8d/mhvHNe9NYFrUluLwtof5xfH25zAfW1afR9tN4uMsFw1bE7rycYf1w/XaIJnGQq89fCv16t/PTyYixpni1/duZvbMwcUAM5Lb/1eCpQCpUApUAqUAqVAKVAKlAKlQClQCvx8Bc4HGmMbCwCfHrNL9Tk8Pu8IgM+KwrfW65WcC2iOtm0FflnOyp7wUe072o9Lr1vHz18bAF+sz26K4nnJaz1532nwy6ve2wHMchto+wkB3FxLCmssnt6Salihj0/I7OxtqkZqeWLwCRiYArXP93FDxPbB+HzDxB4AnkFv1MUU0CsHegai55/xG+Nte3Z0zu4ZmMGgXga7s/GLZ/ji5gzieQ+vi+7fDHT4O8+O5bXUE4CSa/NM41z37MxgBXNpecvQPae+jY5fns85gKwUc91pZx9ECIw0vTGVsyDhdnc/M9fe2oujCKvzdUgFrLGWAOOsPGuXnV3LdoIxoUUAsXhdA+C4Qxe/PzyYkxbuU4VdDljVMekOXC3LXbg51S0/Y6eZutkAWXfvIuUyYS8+wxm3qAMAM16rYNZfbGubL+7o1L7LNHh+6e5iatjBpZ3La6DcHcAC7m7vqCc+88BxoMd6X1+lXPnjgnCZZwGbpn3tywC4Ndz/sQeAo+M3poLGv1/ckd02g6D9MoKWPh3Oaj9fGbD42TX1+rDhAA50AOAvX+U8ZafoSEH87f7uChmhtQ9h+RvmH8Df5I8lOmANoPomE5VxdPYi9tAHumL7hhZ3+VLutBkDJbFeuGWjwzx/70B/pBhnnOJetCufq6utk36j7Vgx0epgTDYdwnndcfMJQOezOH1BOREvqM82BYgD+PFR+x0BcHZo72Uc4RxqugyuZxsbxiv+jfFDH1AenNZ8dflGcN0gu1+w/V4wV3QuZ1jfPDY0q4bU+8/vL1ffvz/IGosxlLZommnbAMFXOYC7pvWvUqAUKAVKgVKgFCgFSoFSoBQoBUqBUuDTFDgONOZNvBRwflrHD1b82focrv8cEDtJ+3xQju1l59Q7qeSj+FQBYBN7HT8FgM+J/bWeLG0fAK9jfpX+GXXMU0C3B6/+5PajHcCMse0ZvMcAeNQ+A+Bc5qlxig+qmfa5P7jnXNjOh6MA+EiMZLioZ3Sqqyo+oD/tyF8BYLQjArd+PfR+GwCenQEZ+5vBbotwdVgG0BOowiaVctgcgPvb2Lr3UOMIOMvPAI1n3I7OyD33oenauF0ASRGyvxUAs8+RgaGtXA8IBDs0/qFglefJ0qGp4wfnpgTpXuxFWB7hZQR/KOdWUiKzPXQC5zW/QTInXILIJH4MUgk/UgDMs4HzWbyWCtledABb+XMAzGsRn7g3nkULYIvXi7SDUJfgCm2nuxVtuBawzfTPDRTTmStlAHTm9M+8n/pyPPg7fsaU1XsAuGs8fi9qnEt8a3yK+1NTPissv3EYnFJGO2DO8DnGS4+pDuvMGU6QKuMUUvtGIMxxbme8hnXGziy2dNe2JshYK8A3WPnji4yBpoiW+JR2fru/v/qPP9CP7vzkUoINNPGVNyrQSQswOkJTc3FrO5HKWz4HmLX00fCdOw0ODme9GA3DD8wRFJA2BZnmtjkkp1QGICYAZpzG7xTdgIA1SjcgGEBtYDRvBAvtiAAY5T09GwC+u7/xb2EbvxfZdNAzGjAe7DvA0kar/OqQ5Yt/p+4B4M13CmNDyuH5wRHc0mnPM7f3v996I6jBbG/VwPzZdvn5j+9PV9//JfGjQSkbKnQDhs3xAsDDlKlfSoFSoBQoBUqBUqAUKAVKgVKgFCgFSoHPV+A40Ji3tQDw6TG8VJ83j88MzL4n+GW3fxEAfBT45tEqB3AB4HNW4QZUNrKNAGAWj5eB3z2gupcS0xr4MwCwPWzPwMRU3Z9f/UF/1F8deXoTz1Icy+0uNLu/O45xnmSHJ2jPRwJgwl20YfaQPcPf2TrenWmWRnT2ymeq9tS+JwC7r/NWvqWjVTAB8DIBthnWoh3ZGcu25Wtbqtp0zzg23gbVytrdoDPgAV1p7sjU+v2cUeobIUwsO2rG+YWfLaVw4u15HFo/eXYnXIHqqKUjzs74ze44XEPAOUu3jHoUCHkKWPRbxzI5SgmM6eI1l5+Nk0JagVQ40/Yr3LlpI4FBzv05NjhFfW9Ah8vm6AV/J0wbtBT941m5Og7BlZhTQEdYbONr7lqOHwEwzw5mulkFdFIX77+RA2oBiXEv/t3iTq6JaZ0HAIz749my4Rxo9pfQuccxxlnq8XFEe+4kBbTFfnBqaxwAOMP5iXYJ2BbAiriBAxsA2Pq4BcBRzxz38Xf+G/CugWyJE4Xu6Ysk6mr1xtTavuZjDfWNFLjenMHiVpWy7Ixa2Zwg7m4CYsTbf/757epvf0oweJwA2GJsWH+LJU9rruVK+9SVG2IQ2qEVjB3MIz2jW7SDsxtzwvG2rwMguQCooqND15g2OQNn3MRzc/ldoW0BEHWHsEJpulXDIPD74UU7ZqmZpQc+t3u8xjqxb0HXOOoiofHyw0CvdN9TaHfdjfLqXgGLC903YGXnbBT4vAHgRF851/JWsC8plXWMsbh5qMW9cnZuBtAWtVsy+J19V7Pt0EAhr9z9DwG//3rwOeLrJs9y7uu0O7ulIae3PMUe1L9LgVKgFCgFSoFSoBQoBUqBUqAUKAVKgVLgQxS49H+eXwo4P6RT71joZ+tzaf1DDswGgLdOsTdLVgD4zdL9jBvX8VMA+JxxeA8AvD/7+IkeqJeatQV+Bhnd+ZgeszbX45o6n9P96bWmydi+IXXk9K4tAG7aKjwygJtT/e4BYFQRAWADyBMAeOo7a2++RBcp6joKgHHt+AC+i3EpAM7wT7kGpnMAwAZoA3CdjMVbAfApZzCrOQW+dMx80CKszHpFNyfLnZ0DjaIAWfQrCXMjQBWClrcC4Cwb3b+xrWM7DeYZzOqpeQGOCH1jmQTAgJIWM55KVqYVnMQAwOp8dQjL+i3VsDl0u+Yzx7mdVQsQZ+2U8pz3xbkanbQ3NwY3Z670IwCYaZpjnHLeEGQSouNaOILRF6TSxed3t3fmnlSY3p3DAME9DnAOcofDeB9lEQg3EOZn5GrKXNHxVR2y5uC2M12vRgCs5tO+eLC9+lPT7mIsLPUtx2scTxvHCKD5u13v7nnvC9qDdrQzYj1OrkWTuBmC5fW6zInMV4tvNl1AJ6pAKmRrkF0rqXljc+X356s/BQJ/+4NpsO1jUSltfvB55YsN6+tzLW9IMn0Qd3d3txsAPDRC6TPi/jQyjABYyyYAhqUdJeB7wwtW/7PLA1aJ7ut7uf+exlnLw9nTDrrNJWwA2MYeFNQ21OC711Ixb/+GsutHABy/n/IGMUvJ7Zq383/tOy3CZNyn67lnl9AxcgB/DgCmJnHus1wtk65lhIwCegPA/xT4+/0R+lh72ae40cxc2u4GLgA8hnj9VgqUAqVAKVAKlAKlQClQCpQCpUApUAp8hgJrQHS6VQWAP1afS8dnDoDfMdJ+UQDMx2kr98HKnvAT+Nk7Dsa2qHX8/LUB8N6Zevlh6p7Iq/vzfYcBMBlFkLc9AA6Fjtj0GAAe2uxOpjzOPwMAR2D71dM/Nt1PhxUeKzcVxnL8wfLOutL7aQ4uvNr5sXg2L++Zzg5momNqluMyDfA5ABi3RvgSvwvpwIvFz85IPTX5eT0ho6YwFUCI/sIxlyE7naMKHQmFFHRZLafO8J05GGdnfkYAZe0wd+8MIqs+4XOOFX4C/BKqWdv6uarx9x5Pfaz5HuqMAAohowDYIV3Uj8Al96nFjk/OrANktBDq8QoIC2DLnxgH/K4bFgK8eXrqTlLC4ez4ZczYGbjZ79ejg0CYdYwAGG3ZAuBx04IBYEs9beVqu/0n+RNTL+Nzpn1G/BAMd4efnznrZcG92sfFwCpdtxEm8d8Z0AI2a4pgKQeOZ9yv7+nBsQblNH7kIp4FbJoapAY4t99xFm0/45fwNINTXa9wnbuAsV50Cfv5wDH+WMYYq1sAjHF8eTYXM9ucz65tY+PgEV5UBdlIAY1+wp2KM17l30jRjfN74wYDlK0A2l2zdGrG+cB1wzS3+aZzBu5un5sWB1/EbQ09XtXVen1jcaxtaPER4t8DKDr3WY6tCQYpbX7aHIDOtze3Ct715T+lRf67AVWNyOYExnXZWW068Dzgdta6wlZpszez6Ru+h7SoUBz10DHSzTOcGADW9v3C/3QOyBnMeo0DYMSL3qcuXwjlmRa0R1YWm8/4VS3ko9xOO0u4v/KmCS0xgv52vIDL5/1GWm/T2zMXaMp3S0Hd18MAxdt3Q3cqa10c4/aH9Bc58/dRNmcghpB6vgPgWewhjbuuWQWAh3GtX0qBUqAUKAVKgVKgFCgFSoFSoBQoBUqBT1FgDYhON6sA8Mfqc+n4FAA+PT4FgAsAn7PwFgDuar0nAM7n/RIUENBtx0ggRnhorrAhAGCDQPagPUIRe7htgGL2ei8AzHIirH8PAExISPDFPhBAGMA8DYCpaU+f3alIhJAzAIz64v3nAuDeXoMrPY1yB1wEVzZWHfwyyy76GuEvrxNs113gfkYrP9sDwLE9du0InAiAO2DskDfGEs/gjemiHx8BYwzOEtwy9njWMfuqINKDMv5NNZyn6UCK4BnpdKl/vi5qZ+WOAJhTp+1T0VSxAF8APJhbdC3bXIkAGJ/B9agsjLAPLlM/M5gANp65S51PAWDW/6yps+1F2Ip00HQDEwBrLH691fTMfZ8HNki461TP7KWj2uJNoZ/CZAe37gwGqdNzUzXdt20imMHjCGHVHxuAY0vlLGMJAMxNERnc5rFBXdfXt1rnDxagnQAAIABJREFUy7MVCIAGvoumPosDHAsZZkIsS2PKub+d+4sNIp5ZIVxr8WRO6aaHCHYtgH3oj4JXO6P3/tudQGFJc6xg1M7vZbzbuNgc5BixT/FMYLvDNocgvjEPeDYxPLpwN/NlWmlpCoLbXIhnhIf+KQBH/+GKhxub67kHQgTAbR1DBaEfUa8BAKPVnoK+6yNn/DoARvta6nutz+JJIX1rr59TLO+ps52cm99T4ftHxz84gOmEVzU8fbTGujucdZ74hhPOY8YhgXvb8KBO5S0AbsL7WPL3vCGOm9a+/+vx6uHpUeq9v3p+7U5rcyhv02ejrdeYswWAo9T171KgFCgFSoFSoBQoBUqBUqAUKAVKgVLgcxS4FDAWAL5s3Fb6XTo+AwBmU9/zLOBPdgCvzv5dAd7V6H20A/ji8V11YPn5aQC8vP3CC8514F5Y3eb2GXTRB68TGBPfZ0E8++5ouwhM2O98xuO2HHvYOtMpOuuO1v/e1+2d/btXT56P+QF2/p3lAGxEGNj1t3/FeRTX1NERx2vH649oktfpFShmmbjOHpD383cjCG7XEVy4y6vHhzvJ/HOW08vr5+uirAwwc98i4F2dWxrvJczac/ryWpRJd2cEzHB2cpwanJkAJOtDX5MIMtRZSKedXEPQRegf2woXcCCC7aO4YaCDMkCpni56Nu91DMM1cGZaO3ut6F+Ev+ja4+OTQ1JL3Yz7cM+zQL5Yj8HGDoCpQXT1Rl1QFu6JIHQGim2tMRClqZ/D2bgt7uQfTKmMM23p5I1uQT2bNpyxC2duhL82rugXgPT2+yQCYUJcczz3mLiV83cJgGNd7LcBdKTilX4rILYU2dN4h+tU+951jvopzPY0zkiFjYtRN6AtIRuvNyhLdzFisINk7Xdzjvczx2Ma7egi1TaFjAScD4hFdeDKC+cME2zGz+HaZQxiHO3s3ehQNWCNsngtzug1R66vIeiLjCV1Uc0dPMpWDESCzBz0VZzAcsuff/6tgV+y2rg+Zwc+2ksHsIFcA4/4f9jwYBs+LM4xbjfiCEaK6eGVM1q4hRZlqUO6pbJ2JzCAq7QV8lmqawfWHoboEV5oq+pFCAyzbltT+1EKbV6oU57jbWWjfksJHcB3gJ9MTY1rsAYxbu7uJCU5nN1ok9cJx2+sn/W2NmpsjYAd/dRzjsMGpjgehL8E0lqm62dHKtiY9HtQ/jhfW53+PSRNv/qffzzKub/fdS15frk35zmtzX7dbCPP9U05gMfgrt9KgVKgFCgFSoFSoBQoBUqBUqAUKAVKgU9S4FIAtQKYn9Std6v2Un1WDVnpd3H9M0BbAHg1LO3zAsCHpXrThQWAd6yoTc05AI4pRd8k/DvddCkAXjWDD7sJgDtgsDvVgRRcviyPbr9YflxrW+rQkFbzVFuOAuBc33sDYJbfQe7oWN3rwwz28r22KcFTOaOM2dnLEejupStGmXRwEojwDE1zAvbUqr0vHbA2yJVAIn8FSGIZCgTVhdoBl0ImvOfwJLqY6Vw2DsPcp4S55uxtgMkbh/esToCxfm1sZzzTl+1EOUhljBfaBNjGFMd078WxyucCE5jla6LTGOXHNuHaDlW54aCfG0ynLOcLQGE7w1PevL292TjjM5RFX3jeMNduAGS8lwFwhul0FWs7RR+CZwVrgJpSRnw/9p3A2M7ddbBNGAhHsjqW8b6BzAiYDZp1EMr6rHwDr0zbzFgaUk47lG3AVcp7EdhtLyub46zAmOmqE3zlNewDxwvjiPjAi/XGjAixfGrCelCzbiDQjSY2twB+OfdiTOj8CwD4/u6+pxVWwK+oVsp5luuerv7zP//Uc3vRvXzMrcFYZBrws6qbBr4xwrki15aWUtlBLuIbGw5sM4P2vA33uHbH7AS2mSaC2bgBMALgXpjdAyBLGP4DqaLRW4e3uqnFC7KYRZssBbZpb23EPzUjOUAqAC6gssZxX78U3gsARm+4QYPzStcqX3agp85DtM3jRaPJ72fb8veYgmy0yK+zmLKyMH726g737jweAXBbJwDMByhsxXTn7/PV//zf/736grXhBf2Sc7lDvLtte9jMQe11nKSi1V84bazqH6VAKVAKlAKlQClQCpQCpUApUAqUAqVAKfAxClz6P89XAPNjWv3zSr1Un1VLV/q9uf6jztxLYfDRenaEuBSwlgN4FWHtcVx4QBjv2Tq2jpb4HtcVAF49Hv1YAJzTEuf1Zr0+jfGTuN0mRPLT4G3qZ9Ojw0Z7uD0DwOpspNMvOeuOAvKZG3cW1ysdcA9hb5txwS04nsHYNesP4q3fsd2xbXBwDrPWzz7NIHZ2xq2Wm1IbD47kBtEtXWvUP6Z5VeiA/wBeFbr36+EII0TJZcwBMKBdT+Uc3aAEbYBYsX46F/GTUC8CiBgj1Cq2pYOyPufgANV+NSfbOB/x/hNS8A5nAOMec+OZttuIiQAYTl7ALo3X6GQPmw8MClsMGfSZr67UoIMhwk1uhBjjZASUXqbPJ1Si55F6umc19k3qfZazjIEGOQeYAlrnpcLRDukIddlO08dAWgTA7B2Bb+zXtec1zmVRG7uX6yLFN2empQ+W9MvUGXGprk3Gm8VtS+Eb5m0sfzizFfHmcc85iZi4FSc02F1cM/OGA/Y9AuW4luBeAGCkY+aaF+dCW0sijPR026ZPB6dxUwJgujmm3Tkr18b5gzbc3wsADiASZ9jaGvYkAFj6J/bPPwQS39xK/MazcwHY4ShHmwIAVkDqw6FtSWfWMhb0TGcBwNFt3aN9PAebDuu+mcAcsHwRTBN0wgEcXz/CecIRHOMaAtg+5wzmMr7yJhjtn8wDJABo7mb5+9fgu/X3K86ghgMYcyuA3QhNkeLZjibwjRCA6T7vIwDOKwDXr9Z3aB805vrxFgCsY5Mq/O//+yDO30edazhyQHpmKa7Vpe25xxd/gBcAnq/j9W4pUAqUAqVAKVAKlAKlQClQCpQCpUAp8FMVeDNg9FYeeTD+Uzv0zpVdqs+qOSv93lz/KTB7KfQdn7Ctunjy8wLAKwB4kbzhZvUKTQorAKwPPxPF6Q+cR330Iezw1jEHJoW3h7Q9/elq/nfQMY7dUcB5bvSMkOXI3efFz7kAmC2IcI/ZJw1C/pz5sx6nOQBm+zMAzu2epXzewvnokrvRovecuHnk3gqAUc7G4eYAWF2ACtMQ1B0Ab6MGZHE8tzfruXfeKgAvtML4K5BJZ3zOADDqJ7yZAe1Be5yR6QC4wys7Y1PLCQA4aqhnj55wjxvYQ0pkUwPnYcY1hemiY2psXVvUaQwgLS5OOAnDxoZ5rPMsW6vnFemPw3qGs7SHTQ5wLDq80+ulfYCF3UVo5Rhkt8ZnAKzw2VP7xroiCI5pnCM41rL9e4jph/Eerh/guFot+/zerkvRGQqQBijn7lCcBU0iyENfTRWtPb7yBqQO9vp1EayaltgU8HR1L+5YrM/PkiJ6NjY2jt0hrMmQY9phD44IgKmVxcLoilWdJH04tOouYrsm65MBMO5B2QrXpQtwp97dwc1pamjqbwfArwKAfwgABvhFDCLl959/+HqD8JLrGENMM01NGUdWn6eEVhAdY2qyZgdQy/5Yx3ieMx28mHd9owL+lLWNFb6BxtMcsz14N46Ndt87bbDb1hfGMc+ADhnPvShLQQ/eaWWYZhgibI/Q5iPNewDAGeS3jRAHAXBMw26aGDjvWtvctn7Y+FkduIIbJOzqFsPu9m1tcwewXeRyy8/vDy9Xf//7d3lDNjlwg4dvlomxBm91fLGPTU+5+Od8Qw/NqF9KgVKgFCgFSoFSoBQoBUqBUqAUKAVKgVIgKnDp/zw/8mD8r6z4pfqs+r7S73D9R5y47wl+2bEj9Z4QoQDwRz0eOwXmYp3nAbxVPJ/7+a/uAI790dSyG1B8jn72gFYf2IaHzqc1+1gHcFxfZmvRnkO4X7vX/3lc9/pGd2d8KM+HxxtdEnCLGg4PpYO2W3A0lnp4fd0ZpA3IxFmX3s4Oe+yhfUvXy7Mxw7nABLm8Jv/eHug72Fqd9Zubm0Hx6vzf3I4I4AGfAD4AvgwqRQeogYh+9iThiiZdtWYBNDl4iXAttjmmbMX7eZzaVxm1BjAL84oxxPKzmw+fKxx2wATYyW7g7efnfuZq/ntp9Z3dvhq1PeY2jWl/8TnTTXMtyGcz5+u349nBFVL/WipjhzHQv3VmvkFFUSjOjJUxYYraeKYw6uNZv3uAczMm7lKdOYJHTTpwi+MUx5nrZOx3hEv9fTirASRt3jE9rzpzA2yNqerj+MEtzHJ5vi/ObmW78JPn8rb63cF6I2lx9cxrj5W9tsLxiWugL8c1bkzgudpju7ob1dzHdu4yNgw8P4tjWCgkr7ezf3saadQTATDaZUDWzg4GiMY1lpacZ0SbC/XHj2edpT88JTSAJl7/33/9cfXtm5wRrRASDFnSfqd5P8SDbqywdMlaP1JPyz0RiJteybLrImIjhI1BB5mW2toAJ8YX/8EBzK9k1IXa4MLl60XPwKaWL6YLpoq0r889gFxo3DMLQFsD8FY/ja5aB9YKqeJRxrSPI8bDXcAAxd4AOIHj9xTO/oVsjM8G+vG+d4TO6PSnxhQAt376Bhlsgohnh4+gl278DtDpQsaIahJw6dc/vz9fPT4hpkQDHTdZ73XBCJsZvF9fZP4Mf0Pk86kLAMdlof5dCpQCpUApUAqUAqVAKVAKlAKlQClQCnyOAu/9APxzevFxtV6qz6plq4fJh+s/AmLbg7H40O08B+OmP0fqPSFCAeACwKs58pGf74HY2bwjAB5C/qwAJgDuD01bKsXdTv58ADxN3dmg5RbexKZ3u89xAHx4fJmmF85AOjT95i2Y7ylrs7sRt8T3Dq+xk4bO6uVldo5jdGxF1+IIhVcA2FLWdsfvHgCe9RXteSsA5r3jmaTWFpzjidc5AFjP4RXUQCcbwBw1JEzWs0o95XA8o1YBnJ8BSidwnIsEPbPvVJ7nGT9TcAaYpVDGwJKd02t9m8HpVazMwKVqlNy8EQBbPPYziGdglTHVU1UbrFGI5Wex6liBLAUALMitQWitw2Mf3A33Auwj1a+lrOa5tlYbz6XVc0p/2HnGmxft+GEeEgBzHeF5sbvzXNr79VXaeW1AnmDOYi+knsbgwOWI/4d9BoCvKgIBp8WSOosBCNE/AZr2ed+IEDcD6PVwDsPBDvem1EHgi/rhfnx6lL7LZxhDS4ErHwgY07TeakqHq9rmAuCdrU2emltdyfKeANfv4hpmKmk4s60dBhEBBnEXz8822Iw20aIrn/sGJMBbwHm+VC9x7F7f2XsKmlGnnRar8xMtp5467gDA4gCGa9UAMp3EcK079PT26byQ/759uxUn8LXOD8YR1/t2f3Mt2ziyTvzU+BNiqz8b3dwC4DiHegp4bz9j3QEzeqmbN6CNOoMR/+i59UGTl6O/7lzGGN8I+NYsHD5ONodQgANqHzN1xPrXGIBvi2eU+yhA37MfYFwETUvo2jgiTJmaGsZqxrOubwkAQ7e8SWUPAJuW21kUzwu2M4r7piyOAYA6wLDF1RYAYx2GBP+UlM//7x/fZe7fKxR/0Wt5BrLFtMWbx4tu9pF40JTrHjeemlrX3ALAu8tefVAKlAKlQClQCpQCpUApUAqUAqVAKVAK/DQFVg80Vw1ZAczV/b/655fqc7R/ezoerv8IiC0H8KHhOIvpHSpx/6LD43t2PcmZiQeH7a34FPEcB+vZjVje8Fd0AP9OAHg1QHuAnPdtASg/2QfANr+6syqfW7vbpgCAAQLxyqmTW+1+JiPbZw/5HQIp7Ns+JF9pMft8tm6zrnjOLu6dgfXW3uTsHc7oVfiOB+8GiwxmmsOOQIDdiZBY66SDLoDo+H6uv4/rmEK09R3pX9EGAR7juBmE0Reu8UU0wg0FNABzCQDHWNLUytIZghue8dx09jEUlGHOPtVgjLURMPVRM/jRQRhAHx3ABLCAN3D/2pm84/Wr+NiLqVPf7QaHDKYQuJrj1oAK70WzDb70Vli/HbRpqmdoYfeCQsUzdLX8G6QsNr0MCAKQdsAKl2jU0nRkCt4R1HFctSy/BucB4wWApef9un6PT492RqoCwOAWF4gEIGbxaDGN1+OLAFcFvP6ZOy7Z9q4JNhN4ea8jvIaBVKGkpK1FWmz9J0BdcM5qOb5OICr7ueO9TYgvBcCuE+NToS00ljYD/jJ99bVAYTiIDSybU9TOzP5x9SjlKHj0GNfOejyrC1va8CwQnkxd62IKZKRbVw2lP4qK7QxWc+ha/dc31u4Xh5v6lS9g/fZWQK+67se00pbG3FKTv4jmcRNKjH0dU+nI94d/Xv3Xf/zt6s8/pTwH7BYvdMqiDm2CQkO+NG5FSID2GzlMOCy9G6DJz7i29XPGNbh1HC1e/PuDrmI4X+UmpkD/6mfUvrZzjQ3w4oXU1miTult1/tnGA6YQZ6Zwzi/tv8ajgd0niXMAUMSGbrBoAJiOZAf6wYEeXd6A4Kw7p9fXusIcafAY2xp8gc36jQCYKaCb/BgN3dyBTQPcQDKuI+bq/uf3x6uHhyfsbbB+QRbPXmBa2BeOdYtnlXvaaeXAAOhcM30zRgHgOBD171KgFCgFSoFSoBQoBUqBUqAUKAVKgVLgcxS4FEAVAH6fcSsA/DYdmZpv7+6ZY2JVUwHglULv93kBYHuQv//6WAfwaiQvBcCz75cMgNGG2Vmtm7YFAMx5T9g6nHMqN/LMXa6rw9mJPwEA44xMvKJT9xQA3huHnk56HwArJIGTTOsbN3TomZ/Q4wIATHihY8SzOpPzE3BgDwDr+HpWYm2fniFKoOjx7YANnwOsAQDjRRA8A8Dxc+o3g7+ELHZOpp9LCsisbeigkmmgn+WcVQLOo/PDxrq7eK3P5ijUdopDk2US7LJPAKf47P7+ViET6uf5rwZ9OySmi8/G1NylfEH/5sQMYJwgGAC4AS+FgS8KgA0Edncfrm8u3hZPW6emnkX7BamJHTx62l7eyzIJgAG2CGAVRiL9sg6zwMsrca/K/we4exR3KttMCM29a0hRjNe19hsORQdO3p82Dgr0REvdKGDwlJ/pTxftizrQuR3l1c5tFiGhFdqL2uCo/cKzrqWl2i8nka/qGLaxxftIMWzXYwAwHpb2+ZtA2AcB4ZpKHYBc5iUgvIHOH1d3cp9gak3vrOnPMZ/k3GgtB+1VFzbiwFzJ+i7GXz/F9UhNjBj0M+rls2dJ44sjoe/v7+HEVJ11LkhZlo5a2iBQ0Nos9fr4qaOf447r5c5bAbf/+Oc/VIf//K8/r/78dm9xrQ5WuIbhPjYA/EUBN+e1bVLhhgapqmUn15H3sOqAdKg6rFucRzZwbJ76nBW2GwCG3haPXr+vV3T4auwAQiOtsbtvTUJzlxPkc97qfR4vSD/9Q+aqjo+OgymPnwD1KMKcv4jnnqJd39GNEu5+lotUE4zpjgM4pi/PKcLNRU1drZy2tngmAw8Ped/WFsQ/04LbZ9xJYv37p7h+//ef3zVWXx3YY5Zc38k4y+9PDw/a5rt7nBtNb7k58G0+cH71HSo6LgWALWDrVQqUAqVAKVAKlAKlQClQCpQCpUApUAqUAh+nwKWA++Na9k4lH3H+5qqiE/gt979T03+FYiIg/png9736vo7vEQgdr3d01W3ve2u5x1uAK382IM56RpcjU3DGOKFD61ivzC1DN5b2L82/7UaQDnjeokcGo7md2UEbHzzj2gxmeX9v5xgHpzZczOaXHseIh+npRv4e2x/dkLyc47XnBJ6NS9SYALn1K50zvFk6E2DN8dKAnT8Q39yfzzHeuQ73ad89PggEZw5gwBWCP73P2xhT3UZ9u9PR0gNznOP7FmtxXDDO7pZDGt4GiMb4zHUafLA0pwAQvA/pU/MrOjDxFaVj4+GV4xDl9LS1I3RAuSyL9802APA9nv3K9LyoF2XP9MtnCc/c67wGZeiZqw7RFAjr/O9QCfDkSWAcXvd3ALQGjjnOBDuMszYvFER6OQgTBW+cS7b5wOq1+pujM8SbjYXBIX7e4jmMsTkrTeM4RnBQq7PTwVaE1gryPQ8unK8Wlwaa4SZV561DrGFNkT4pFJNyY9psbRdS9KoT09sCcCk5aqkD4O1XACmp1+CzORhNDDQAMBe6CLgG3JLFR8+zVR1xAXWwuMe7ei6qhqrDO+2H6YyfOGMW2Zi5HtFB/kNslJYyGiDXynh8fL56ln7j92sB3XDDolrhvJaiWP796BtH8NGN9s+dlgSlLpalwLZU5aa/bW74of/GPyWG9GxiOz+4vwwiwwyOtsleA+ufhyX7xvOKEb9o37OkPAYE1jHwNM4AnQR/lLjN85Zy2uIZZwCjjXaOr8WmxVRPFY0ymE5+Gxvj9wTP+R3gqJ8tzjPIh40rLgDP+dVU3xoMff1im7iJRDdXKKE2d3B3GGMe28YajL/FNlJ4Q8wgNfrjc8fgr40ZYkTYfIPAu/BWN6xsU9Hr3ArfQ20dQx0OgAmYZSVrmx80HtuGEbiyfVJIOzEPEJforQF7W0++P1hw3NxaCnJsToGG10iZLp8/PlkKbr7S12MB4DEc6rdSoBQoBUqBUqAUKAVKgVKgFCgFSoFSoBT4CAXWgOwjav2JZb4F4BYAbgNUAHgvVn9fAMwHrrOeFwC2cV+tm0cB8AygR93fCoBZhj2sHtM7H1l92f5fBQB3p687qfhQPQFg9I0P8QlJeprU3nPGeAahuOIoAAYYJAxQQqR4AA3o8FbPRA3xkh24gHl01QFo4YWYML9yf0XAqGNDUOk67IF2lseSMqDl+zNQG8vUc1LdrZvjP16XNw8Q+OeYI6Am0CKszu0DlNGUz1LAraQPtroNmtlYG3hkG3o5gOk+HBuQ6nMCIDsAKhdfgQ3GNoIbcwjGFNO5fne0K2AyaIZ0xXaGuTWELtsIptHGJ9Au74tBYQfAoLl6lqvAQQG+r19xnZ2xG7+XY5wDbHZIaGlqNVzQHoFTBkYtPTNBoLaNGwkYwjy/1eE4z2al+fUJ2cHdWQ8SBliqc9RBOzgtHNTov27A0HXI03ZL1V8VvNpc07ACABZYi7OIIdmN/B+dDnKfmvSx2UJ+PLkz/gbpo+E49WmizByXkTHq+5if1jFphfZR2wjIiLKkExY/SNjeoR6uR5tQNs54pQuXfbf4s80eCtJxL+IFMFOAol1ngD9nYOnfrdYuxjJc7oC/tj5Yp3QdUBDaz7FmfTpfMTYA0D4vIxTmJgCNqwYgbeOAbbDqmxaG+Qt46XNdU5anTAZxIw20RVZti3GJO03NjADAOdQOgIHafcOCOtq1fwGIKki19yIAxmxC318E0msfArxVbaC/A+DsANbrGRexLi8DnyMNuW5i0HOtI6D1f/tZ23RKIw6Vd/vcs1hGO2z8IYH9btd1R769rzHlgJvjbu1c/SVh99arFCgFSoFSoBQoBUqBUqAUKAVKgVKgFCgFSoE3K/DbP354CwB+s5q/340zAGwp/f4afV3Hd3/4d16PVgK8tdwzW3HCIXleSR1q8oGqPqBMlpWjALjHx+iAPN0mc2sxLaNdS4eaAYvcnva5F/xRjugMIKPz0Nrk4IbtaBNn7H92AOX5pS4r77U+LPcwO9cBrOwIoEIfWPdYJSxjCug4xhkUz+DdVv8tYOY1HUydD6DRru62xrh7CtXNWcA9ogBy+tmw9j67HlM8M+Ux27kHRXE/zuptQFihkDuC9czhkGIYEuuUBykI7l0HCXEMeE6qlg+4440k3MH7dABzDDQ1rsMTBbE8P5O8IgZSmLczMBznID+Pcz63C78DTsd4GDYIpPg6Pcft0xxbbEeOL8y7mMKVZUcH8iwmcx8xjgCKBvxiXHT92W+momUZsw0xWKM6lOpOcSQutrgzl/Lrzt8fM707yEMDkT4aiXh7eRrfgEy+1AA0tQ0iIKwAxQqMpQF52VVoqQGnwO2HrqVSXghVtAlxh/4iRa9CTJQpdOvrtQFODW/5oc5Y/Of3K/tz/od6nklNfazpcv/hzlAr19Y3tMcgoQHbH/I7gC3PeuW+A1wDHginLepT2OaDxBUO0+JJ4B7ab+Ngc1JjBOCTrnB+b8KpqWcyG/QFX47ADv0kKFYwCrdy6DfZIc6sRfm2VcHm6q2cpXujNFCbYCBX+kf3NOeBOYClzdKvdjavbwyxPoQUxhFoqovb1qfxO9sgZHzxNmt7b0c7E1vHycqzfhpch3s2znXEs84HRGYCnQr04QR2Z7umcPasCEwVneOeoBTwmOOsIBUxhlTzLXVyd+9yXLUfcPBy/dS53VOe53VI55OfH8w1Jf9NsecAtrGyEtF/9KvFL/Tf+XMPw8D++N6DEJcFgPMY1e+lQClQCpQCpUApUAqUAqVAKVAKlAKlQCnwAQqsAdkHVPozi/wFAfCYIvdninF+XQWA9zT7PQHwLJVpVODfAQDvORpnkdDBsD4abpf0Mi4DwA0+JdC/t6w1qOlN4VmxbNgKAONsXgUB6mQcz2lEGUcAcKxLVVEHmzVolXJ7iLWhz06X0iDE9Sme92r10j02jgFTQh8FwChLoaADYIW2PPuyAZmwAeAcABwAvToKgVakzJgCmqBRu+4gaW9Vyk7aOF57Y8cxip/rRoQgbgS0AESXAOBZO+jozf3i2c10JbIdMwDMeM39YF+Ui2rKXkDlDoFZp4G2DnZVF0/hHCEwryNMQty9vloaZzhX7WUxh3NrI3AjXM7tz5AZXlK71mMXgNTBtZoyfWMBznjVeYV4FEirDl/tn4FuvvD+C1yLuDlMh2FjhNTxxHTkmpr5q4B/S49MVyoaoUALTdBYBOgGiLZyUY+8s0lZ39ZDbxSbRlCrZ/gqLDTTKQE0+89NQV+kPXQMK4jTlNBwA5vjW13CT0961izPWG7pruEC1jGGnZhrtUNUdb1K3ZL1WJ2eGisGmVGe/q56SD14H8BXE4iby9o0xuroAAAgAElEQVR0NABsYymg+vZWAb2lqje94HDebHbQufasWtOxrPHhRDRuULH0376u6Tx0MI96VFtTNgLgHLv4vDuArSxeEyEp3zf3q23EaEeT08HtAYa+ofprxCCzEsj1T35usjnZx+8TPfNa2x03ZLjuCoAxSa2CvtnCgarHaWsjr3EAbBugPD24r2UZAFvBthGCr3HtaG+3FPJWn0a/tyvvtOj3rDamaPXSyNVfkr3E+lcpUAqUAqVAKVAKlAKlQClQCpQCpUApUAqUAm9Q4Ld//LBLShaPXT4AHM9cAh/lpF2d17uql/f/1Z9OreN7x7qRD6vbzK29+94wCS+4ZeV4XfU/P6Q8en2Pj3Eebcs7R6d4BjDvS/DO0z42yVKKygwYV/rE6+kKmkHwzUN7PmhvrqA4iNFVOAfAe/Mr6z8Dp/lBeuwj+0NnlbrN2lmop4GugrIEgHNoruIj653HIwJofQCezvzt49rjZrsGEVrQK23uNbzimb0RasTP8/jivgg7zelo5XW3sLkE9SXQoF2f4m9w/2qDvBx38OrtACEwJAZCtxl3IS1871YOUSWUwpmmgEwEZ9SLuhIA0xnYHHGqDZ2Q5gKcvSLYNT3tuuhAbn1IkJhwk/dk13o8HzfXHVPL4jO6GtnmDJ33QHeEXeyLOixDymikkmZMRfjEs8dxnqmea+qOcnXLO9jt4yRrVYjdHy92TrG1k3ZY6+WLQLAnP6uWLt883nFOQzdeB6csXoxDpKxWnZuj1D6H0xRAjc5eOeBW0wNzrBBwONMVDli7n+tSjzPEFXidbT54vbq7u7u69TI67DXgCPCpwBVuX011bQ7NV8/S0P++YFYHS8GsZ9rK/1UYj3J8Tn3x8WFKbnxgG1G4k0VP7TVHNECzAkIAYCtf54OC1hd1H3MDyzXKkf9u5BpN0i1jSQhs8Wk6MOU0mkHwq5e7O9eQ34tqog5+gG6932EsylVHtYF6QmmAaE5zTWms89riwt5HW+0+/rR6DWDDTYs+4IX79FxevdnTaauG7nq1TxzWEqpmGG/97VCZm2Q8hbeXwe9CziebC7YO8KWxDvgPIC4/mSKbPBWp2z2Ds95yI/NO090337adAaz9dVGYmQLt07ENMBmxoHXGeedAnesT6tC4xHxzaG3azf9OYVu5VsRNExyH1mEbhfZrXL+R7pwvOqnjfaw/b0oqADyqW7+VAqVAKVAKlAKlQClQCpQCpUApUAqUAqXAByiweqD/AVX+3CJ/QQCsD//T8/cVkD1XtALAptg6vv+9AXB/aMmHzKc3RjSo0sDn5QC4pyP+NQBwnGsZiPUHxf2h/HZuvh8AfvEH13xQjro2DscA8y4FwLPU0LMH2Xvr0UcDYDO5maPYHqZH95al4t0Hj18VxvEVnXVHAHB3fSH1aI/7VQrpvA5h/HDGr/5Myw+daz8cAOMaQA3AkJbO293Z2g8fe0KgBtgD8IgxrP10u14GRzG24oYHdVo6+IkQN0Nb3M/Pmep1TE1rnZ1tOqEjlsAaoCiOSQSnuGbWnrxJI/ZbnZOuCYB6BMUtIJAiWB3AHQAjvl4E7iJsFFw24BacjpD05ckgKGCkulG5IcFKp2NWgTN+b1bKUY/YL4OqDoDb9Q51EwAGAL0G2EYfUAccpMpEu1v7BfBQ2vYD7znH00h0XSy1tKWZfhGAjLjTc10D+NP1AXUp6FbeevX4aO5nvPcDDlCxdfLvmeHvHHyO+Yl2SZkKyqgpOa/PK9V6AH0WO2p+Rr1yweOj9AfOUp0PNp++SIMAoRlnClH1P0tpjHrVpZvWj+YS7suDloH2Qh9NaS3lYmxvbg0A85XXG+hrN6M9uL/DcnW6a+fo8DXwy5cCZKkPTmCNNZwjLD81IkPcM800Ui4P88nBPlNNE1D3v4Osrp5u3OJYx1IBs+iX3Md9Tu4DYAwkyiBAfZaNRDqHw/qMlNi6/ITvqwyAVTZPU85NIP09P5/YU0zb+NjfeFgfcT3SaCsAZnx7v+J8o9Y2v/r8Y9v5k0so6+gjPt6DzzMAZvxR1wLAUb36dylQCpQCpUApUAqUAqVAKVAKlAKlQClQCvxUBdaA7Kc25+2VzaiqPiH6/9l70+1IciVJMxYucat+TG/v/3rdM3O66vSZU5UZXCJGRUQFUIOb0ZxkREZmXvXbWUG62wIIFHC2fRDVA8C3Etj1zn+QA9i3/asB4FGb9Iifvn0kf+iZ5/H9zw2A99yQLw3AtQD4U86f5Xn65tKzxuus0ajrV7Dnh+nxNsEGyMF0IdlhOR7qLo7SlxzA0xmrs/kgt4AZvPcSADZLW+sa+uG8rrqNL96jvHXkTFJ7RBkqlK1t8jEvOYDXZWwFvBfO03z4vkJm67t3L7dR7ZkpNWsa6VengC4NpxOMtj9fG5BEMbDWWK0Aci+Oa38N83bjfTiAZ2yof4jo6TBc77fCYNSerfd0t2pqbgMWXL8CYLerzjnCIUTVKD6qGPExe/3fgJSMqTq+FQSv8e74fQ5HHSCa4Khis0LeqmFtA45D2txd4JrtFvDa9qPG/5qKuvbVwFuxsE2HK10BZybAru24dCQDyysFNMcCsBRQLByuSPa71TmBY4LF7wHOMCYAsTjPL483ohUg+dMnwec9WL37fgTEqFeqViXozDvkejUgHfqLCAli7fbos6xTHLAR689HL8yrE5wuXmgWbQ34KyniHKZaxrhnndXsGJy7Tt9N3ZAxGk5Ng790tlo7jJEBMC+YnwsIz4XRmx0QFYx4phyW4xRjAsM1x/VDuo8JS3HrmdKYGsP9G6mYHSd2zhsQ+ptkQL/ivK8xrTVbkPET0kAnAPY4ct5yTsK6q3jnuMW8GeOaa4rbgvYaQvJ7DPA+Tq96Tk2+BZC/udjckiVtx3wccVfWT9+PqaMX57Bc2BMAPxDcqgxArUmta1ymsEa/sS5YELiVOWcQL6LWalL8g80Ehqr+nl3Xm5sY48d0lAMYI2U2447fS/sAmCOTTnDDbOtgAAtHsNcsf8Z+E6Bv5/YlAPZmoxkRdvn6WMSiNwvU9WOOh9dNb07wRo7zv1BrHPbPrUAr0Aq0Aq1AK9AKtAKtQCvQCrQCrUAr0Aq8WoG/zeOHBsCbsf/ZDuAGwH8O8n2W4vhsfv9oADwerhqgvSDTRdszfegfDYD5fDqdQkd67gMbwYjLVzqZ+cGvBcAe320qTbWpwrMjQFuPwTk/CgCfAuECMAATUC1ylmq8BMCGnBcAdhmgMwB8mdpZWk03GMCa4N+eg1gwZaaj3gPAhGDxX03NPeeNfoID2GNkoOD6oq8BwC8B8dr+Ct/UXwe2U1gLANtReJRGe9UfjlYA4KOX42uvpq/PcVtmOu4EtNRagH1tT4XqBnBnx7LObALgCU0nAN6OueY408wC/hUAzPv4CzgcsXghPfDTU9SmDQCMz2vNY2tf3x/v5RftnHdys2IPDGPItbWzLXCqohcGoQBqFQAjvTNTTH/M2r7r+hXX1uaEucmmptK14/7j2MkQR6f+GOdP4Y79jvlhsHwFAHa8D7gKfbgeY1zV3k9hK+a8QsppaG0QfsPZMFy1cNw6fjnuYNIBgL12IYX0JsUz18GccxjHWGvWNYLjCcaJ/8rGC9fi9f0IhuFEzngnMH3Q9exE5nuAzKEPalGPNNdxg+ht1qbe2wyB9NPZD/D9nJ+ozbzGteAz2jrd30ztj/rXxfHK9SX+qwAY8VM3XDilMjdSBNMFQ95kSxjgXrprjVAfGcOcH9qA4TTucDWrhvJ8ef4jXnEuXrcRS0953AqAPacNdjE4ih9vWpjXhlQAxHuZIVYA7A0i4+8BbtYoG87ysl7j3V+uAcuxNRW0Y6pTQG+GvX9pBVqBVqAVaAVagVagFWgFWoFWoBVoBVqBH6HAGQB67z3WB8evvd6b2/eSQ/fM3fuaRv4EB/EZnEXzfpQj+Jp7vSTHPuB6jYB/7mN/df/OAO6PUm8FmGfz7ihuhrtlcUDVVLy1zcfxNx+q7rVl1Nw04Ci1AHH9o9qxZ3ru1QheawruXf8otTGeDSOGinktu39JhjfOX0AOnFcADk48Gxdruzqn/P51jufFlbq4AA/r8u4E43SXbfs74GYC8AlQLy9i7TYgplwOaZsNVv1g3qmcj4Dv+j7uugcQ3ZoVDoxWIiUuH+xP9+uYAxxDO7smtNkDwxzbBE0GuYyz7Gd16ToO7MDjcQkNXRfTMHIFn/X3+t1cIeql8/Uy7gyuZ5yp/xUCH0Pj6cYlbGTq3zmge7D2IvVxBsMEJzrfIMmajLhfFvIVquKediIbWCqmJoin7uk0BMAV+NxPN+37okav44rvMSUxABxoIZzrquWKF5yNcHESpqUz3DFx+XfUtsbwxazJuHQtYNfABViGUgNkRVsIxuDijf/RmAlwvCxY4/wSzxOGab2oANx9ppaAvHHTz7dIVy6wPMdFP7GdO5uB1P6ZhtqwegK46ZgUyIt0zGH/BUgXQIWzFMARN/F3ijaI0PWMnmca68cAx1isDeZwPVUkxvzyRodtzgq3R8eoLwC1WDJVd1bO0k8YDzpUA4JnCmwcQ2co4Gc08ibSEwOgPj4+R3sBdEMrXtQZL9BuxByuKx0NDHGPuzttpCBETgszUng7vvBZTWBR1ynUDkYXMQcQn+vfl15/mCo94bvSYqumrseDqdATQHMdKSn1x98Y2KCA/xmWM0bwZZf3j3+rykwVnd9BAM6E45ybc+ONNgFkDGYKaGiIzAR+VcBsndTEmQGgxqYzH9QU2B7n8X2VNYZ9Xp03q9vY9+S/I5NGvePlhrGuAbzVp39rBVqBVqAVaAVagVagFWgFWoFWoBVoBVqBNyhwLVB4w6V5SgPgA+VeANTXQNkGwG+NyNed1wB4X6+3AuALkLakZJ5300P/I5D5RwJgrmMngPklALyv4K8BwLUtR25dHFMduEoxu01N6eucweC3AuB6vwqAKyhenVcCN3qIvvdZrf+7B4DRp417rUCwCnI332k7ALiCWVyz1pcVMNohXdD8AAD7OxrXNczZc4jivQqA61ivTt8BN7ItR45TarK4/njd0W+nSJ0A3KBtvUeFtUcO4b02W0PrZpBTAdBw/BEETQe7r7e/iUTHuX+u/ev76TqwSk4AqN0cAHAJ23IhrGuVYx7XqQCY7YduAIQBnQyX+W842AHhBkjNVNBeZ/fSUU+HeKkRazdi3MfgFfdlLdU4DEDMWikWBe0rAN6sEbkGVwBsqIvjBAGlI9rI6tfD7VjuFWvIzf0NISfDZ2wQ0t0Aep/CYQ1AWl8VAE9oP+e5riWYC01ZQpd1mgO0xq3gJgUAJg8dG/8mUAaN1bh8+PA1ahWzDjJfOD8csdSnOGUJX/fn8ACtcQ5SE3PeJ4glTI52IHZRhxZ6al0Q0EXq7zQiBwDGPA7Iifq+3ByQsJpuZ2k9HORFLLB1nMtxd83jON3zBWODjQXSbAL7sb6inHNucFj/vqyAftQah6QJgN0Mh59TaAMA181lgO3rZha0iK7nDAqCU6x10X/C5FzXcB7qWBPqLzG0B4DhqEd9Zb+OgO6e+xfnrI5hxnUCX29wWNf6FQAzthOQS/f8LwGwPx/6LX8WNADeLAf9SyvQCrQCrUAr0Aq0Aq1AK9AKtAKtQCvQCrxFgb8NAF5TPP9sB/BZDeAzl/HJ+WcQuAHwW6L99ec0AN7X7BoAXF2FdgAP8JYPOr/N57PjRmsd3wpUfNCPAsB7jt/a4yPwu6YovgDA+VT9OH62zlDc05qqBubWFXkEwo8iek+zo2Nr3V/3Y63VewaEj0DwIQAedRXVqhUIbe5feGkFle7P1tW6hUM+ZgXCewBy1Wd17+LzC3hbxqmCsNq24YLcAZP1evhKcAwY0tFKSH0Eogxz9oAtjrHzbxPDcV/Dj9Xp6/vX8yq4xbjAkei+0x0Y1xsOVdd6paOPLWWaZB/va815K7fo0d8dRwB+OBpLX9axIChKQIf7rfe2s9dtqZrU86p2quk8x521aFHLl67l0AZgM2sYr5oTsjlV8gBRgI0Cebg23aC5ceEhACTbTeiXjtP9vQLD7SgnZNbvjbMYP3CAAobG/QEaDSwBFA2A6QROCAinKWvL0om5TWdbXb7Wm27RhKArDPV1pxZyr8qheksoq3jWv4aPOM+1XZ3KmJ8TAM4aroLvM436uE+6aa8DwBOAKnXzBMDfg//6O8pA12mDsYag3vPNLVza0tz6aH4KXvNy8R/GE4AX44FxQg1gAHCC4NRguMMjPgCADQifnuDwtkZyDsPZPOKCGwi2OuC+GBu/8LkAOKCrncGXG480DwSo1Sc4tqdzGfccNYzjh/E9RbFnrBJ0enwTlNqBTp2w0QBgNw408HVMOe5QXxg6fkSbs4AxUnrjfLh/EcO8T2bWICDOYKoO4LHOUaf6R4YDT+Pu77WaYcD6+f4czwF/c9MIxpvBW8s51BVgbhp7DQD23Bjft9GRyxHb3qd/awVagVagFWgFWoFWoBVoBVqBVqAVaAVagVbgRQV+9uOFI7fTtcNydfv+TAD4DP7yKc/Bk90U5mcC4LNrXzs2flj1muP/asf+6qdvZymLf5Se1aWjcT1+7PhS/AwIli4wXEsPaPUQdnVe7l2LLpustYlz3gOAV5drhZ172h07eaXHGRCe1zye35ADDq1V5x8JgHnt4jJyu9b1uI47wdwAjnKduc9HwHsP/Nb7ngHgdQxq2BkCGxLhM6d23rjKBljdr+9o5+9R6uXprpwgbcbtZZRsYjgASIWTa4wb8MiVp5hYoW8dmwqACXAYK9tYMkDde3912BtQreBYjrnpZKwu5emwBegFAH5kLBA4MY0tdBKI8YvOv/z9+ZsgFNtf7lHn8tH6svf3QgXbvuaqI963k3d1y44YTEBeQf0eAN+OeNYu9djlh9QCLk7AvQBVe8vlBQAGYCVkZT5iQbeEYvgZANT9GhtcDpcRxVMFwLg2arRKW83dSJg7gDWhJWBqgvI9AFzHZUC0TFFcYZ1rv9byp4ihbzH2vi7nQmjjLMBwWJvFaT7IWY1/8TuAKeb37c0tYZ9q+uKLRGPL+y8AePwZxbUB/8cO4AI/cRkAQ9TQxbpYshkIfEoX6u/1LyYiYCW+h5CeGT/Libr8nimi0VemT0ZSacRi/I6U0nCXju8+bOCAq3cHALMmL4Ak1mBck/MLEBj6XAJg6w7Aa0ct47+kPFZdYcXngJgJTDdjdAGAUczXtYO1K4VfV4hVQGJnw0As81AFqRyziOnUG9fI+fIZrl6Os/4emN8niyM9azePZN2ZfQB9cD+YsTtTTWMm1WthBOQc9t8vAvBjnUqw7Q0fXOuYyn37907dLII+KPZws4iDAZxL1gOvC0tGE6+R/lcbFDC+W0BcN0QYNnMtaAC8XY77t1agFWgFWoFWoBVoBVqBVqAVaAVagVagFXi9AlcD1tdfmmf8NAD8WofvCohf258zx6+e1hxfdTn/DMKeOXzfcv7ZOa+VBMf/akD6lja/5py39+/Mt/HyBgC38c8EgF+KH8frgAR8mK1eqA98epoANVJepiPu6JqnDtvlQevR8XV9E8B6Wfe3A+BtVE3IMO83gAqESbfY8fqrR+B+UG9d5/E71ukrAvtoPTb83cCR1GoPwK+3qqB3dQ+rI1WHjItM3arvCb+nfw2FDIi81lQA7L44bewGSHIDgjQ0hK3gr9ZlnaDyUtOaNtp93gDjuMUTC4zO77q9FNArAKbbd11c4CyFZxRQyka1Bf6yPwnwAJz8OoqjCnorCF0d0EpXq5sqTatSrRK6Mz0rgJiApeuaqi14v8Lg73Jy8r0JgGv8VrhSYfoeIPccWJ3NlwBLAYTjVgdn1WivlrCB+sV4KHoEscv41jhA/+msJai//D5kZd2ETuxLLnh0ygJqhqio3Yo4f3h4gPojzTfHa1muPM6BrdQM1hFGCmewT9UWVg1ppEE2IPY4aIODQKadxgEunZY5YnnVGcfCVXob9tS6DqDPhNgD8cW5YZ8V8NRc+Pz5hrEBBznabQc72uz7aLNBtovkKyB2gNPPn291jr9DMv54be6KmLFPqEwAjHjUvTCPAAzv7uL+TwkZU7KHnK+41l30nbAZ8zj6SQM0mpEgHfrf3d2Nv2PtfnYaZMwZpzUGeBxrUlwG6ZjDyJtrOMY4XKyY49F0wW/VJjb4d3ygf5w743qIwc8RR1hntimNpbXizoBa8ZxQNg63o1obaGZa6k+5fgDOSlfBc7aDGxW0AUXXQ5pqO3P13e769nUtwRpRDbfQta7tA/4myMe9DLBrimYD7kduKsh1KddHzje20W0zUJVuSLGN+3osrdGcn8qUUO+nyTRh8tDAc7ekkvax/ltC15m1wn2fCn8ztDk/1s03FUCvf580ALba/W8r0Aq0Aq1AK9AKtAKtQCvQCrQCrUAr0Aq8WYF/GgD8ZoX8ZOgKYFdqzNUHdXqytD3/DMb+TABcm3KNWfkl6d4OSN87IH/M+W/v398XAFdA5VF4PQDWmd826RnnmP4oALxGyc8AwBNwl/YPl9kWAA/I9BMA8DWg9mjWrM7fWV9U7d/7nlhhcoXINe0mr7UA4LWm8AqAARJYzzYdgmrDhLruR/28XqMee5TueS/dMM7bYa5DNj+8xxvuY02RrPcTvsS/ew5gOgsJbWY6Vd+AABgbJU6WDwAMA+B1bBwHtd90vMVNRg3h4mLjPCyQUuB2AjYAGMAUOhHpJrxM4czNFdnvBzqGlSa56uE+VgCM9/YcuzVOcfy1ALiC4b343APAtV2bTRpsW8KnhNnWyuegmqvWMb3j8w08LwGwrmfoDKfv7a0g6MNjAOAATa45SzC282cH0+Vmil2C3phft8olTWiH+AEsxPnJduP6keY516QnkFI6THOMyj0w1m6bXa+4H1ywa/885gb9gXXpAOaYRns+R11bhMDXryWFOMmnXMoVnnouoY1wAqMmLmOnODMduxUAV30454OoQpObuPFNOI7x3mPoyjkHp2dc8yFSKQOgo92A3/cA8NFEOIi/JRxGTWTI8i2Oub0V8MRHcAB7vNkHtBGxDzjJ2r4a348A8XEo6hoLlMqNCwAMCeaGEG2YsEuVNXXzy1QwVe5dpAkn3E7krhjhiPDeBIsE+x4/D6rGjmm+vZkDZ+Xmg7lJQ9dy5g20A9dUZgBDfblw7XhfAfCYE6ibnK5jp7omoC5/THle1Y0hYwMIHblah4Pdc0PAuDbXZ22MoJs+heNofQ7AHjoNAEx3cq0Jblg+1y+309d3Ey/rAu9vuJprl8bBYH/9u3HA6ozn2lcq7/dXB3EE2dlfkkOc/qEVaAVagVagFWgFWoFWoBVoBVqBVqAVaAVagT0FfvbjhfUh7GtH4bB9r3UAv/bG6/F/sAO4PvBam3IGj3H8HkAeD6nLA98z0HAm29/96dTb+3f22O6KDQXlweDZOLz3c8+z+kD2NXFXAbDizOAwr8In5fmgE+4fy5Mg9GK6LQ9Ej5y5Pu8MGLNFO6ke1/se1QTeS/08oelaZ7BedRsHAzAdgO8579M5OGrlWk8/DEfa0nltOy4vdFwC+MhRXl271or/FhpqaFPvsYJiOwBrzV1B2u0D9HVerQB4dVH5+L3awOu59dpr7V/1yWBSIMYvu2Ddp+rkPYLINSUornMIYzOFraGZa48+0QU91wIAL9wL/1LvA8f6cOvicwARnFPAs1Oc2l3ntrlPa39W9ysdh2xDpqVNYCQXsNroaztltPsOR/SaBnzEdYHijq81LfwmvrJPFcxWjWuf9857aT5MgKnNBdZoC6gVH0q1LId2Hedn/12AtQVASqSHPwNAfo6FznCdqe0rBGPq4azRWpyyGHOPU12X4abF6azzWkCS24W6qbwXm1jbXR22qsdrh6hT0Vsnw1+2P62qji3PlfVvOqXR1eaMGndy9gZwDQBMQMqariB4TlMduqYDuM5hOKEBgHkfus8xOAKoWptwjS14Z4+hb8SenLZKWe7+4PNnjE/OfQBIwL9I7qy0xRq2D99RexfrFeArbh/v4b6s6RtOZgNpfMf5+qMP6dxlIwmTVVOZruzcsGHg+Bz34SYBpFSOY5HZgH7qdNiPuYH00xl7SMXuF8Ftpnj2eAjWKl32TM39je7t6tIHJCbIZiFd9F/3wO/QULV2A5w/CE57/HGf27vpUFc68TnD+DN0hRvWUDw/HmB1AbKX67PGw0CcABhtwKXR5/F3gzbXMJay1AFTUCPNNnY9AIQTwms8cajCGefI0UyNMaNLBgPGAMdDn8/18zoArHFTp8eaUud9cT7re2ibfrodwDOe+qdWoBVoBVqBVqAVaAVagVagFWgFWoFWoBX4QQo0AL5SyAbAu0K9HZBeqfsvPuzt/WsAXB+C6gnu6wBwfRh6LQBew+UI6F4TVnupGSto3gPAl2DzMg4Iin4AAKa+BZTvbbZZ1/drAHDVbN0Q8NI4GIigXXDSObXrNQDY47EHeMXUSk1iumf1oL2wUwGcRe49AIx7VeewUyq7DXtQ8dBFvOzGuQYAAxjBy8fxAyyonQhgAYA6Ut9mKmXNpTyHQGHqAai0vjbgMKHrXg3kY/iqa4IT1WsBoFQALC23UHQvvXbVj849gJmE2wCNFfAaeFWo7c8NGPfm7wpN3bajMTEArtdaYafS7k4AjHGBu1UwNEBRAcByYDp1e4K34pY2ADYco24B4PBPTZU8NmrlODteMc7Qag8Aw/lIB3ACYMUHUkCrd3AG1xiaGUoKwUshCBAB6ggY52YJ923VjeOVIegU7RrDiPMAnUiFbDDHIQd4zNe6MQRvPz6FgzzAHMEq26401/Cnqj3wfeqGmbFZ8D1+geMajupRyzdhPGMArlTQRbhHnbYdo4i+cj2ZNbcFMzEwmnOYrwCRt6jzi/mEj+q8jWNYjzdj+vsAkAEv42DH1eeAq2x3gm02p1xHsdHzn4QAACAASURBVDr1MZzFMdpYMVNs4zpwMHvdxdgjHT6uECZn6nZzU9oUH6Db3yJVNxZKpFKmZqxdLNCN+XV7+zniDM5tp8VWLMGNDG0Nk1H/9wmEPNNzM5ypozY6KP4Ud3vZFny8PzPIRZsNgB8BY1FLOeL5JlKKe+MYXc8JgHF9RIqnIlN6E+Si/dBLsWIA7M0KeI+O67n/htDeGzm2mQmWDW28Yl26L1NA4/N104fSe2vM+PnyfbWEVNcATp37n1agFWgFWoFWoBVoBVqBVqAVaAVagVagFXiHAn9ZAOw+n4HZd1tcy9Oha3Xm06fXn1cdum52dfJu0h3m5d/bvbNU0zP53rWd/3sd9975cQSghko7teV+hYIV8ujB5DHA3ksBjXNqfPpn1/q97NN8kF1dWjhOD0cn1NqDlk6TWdu9aXPq+hoAvGpQ23x0nemkO36Yu0JK6XvdKL/k9j8CW9ddecLj1f171O/Vcbz+7rHjeCaYdj8vHcATYNb7ramhxzJf0pCu/auOq3p+rQFczzGcqteuKYb9cN61hdGHCr9wXnXWvqT3gLYJRFbYYyewtVPN1UyZW+Cv72GH9Wz7R6Z3havvaN7KLagvjAFdSl3NvfjEe/WaiHPWuQTUQQ3OuJ+uOWHV6iIGwKtgd7ZZ8aG4uyFwgsZOP+z20nmZAG+9dh2DAZtsEeX82k6wbSrY7XdzBdg4D07VMd4XgEb1dPGablv1rAJgto8O0y14dVsNUQdkir4+2XmY8JWgMWGsB4+bB+I9xAHdpKhBm25XtiHJmYGvU0BPPbSuzrXuYINKOtad+tn9s1Y1jg2AAROfv8mlyn7FGkwYmbD1Lpyo45UQeM5dZTwgwsWF4kfExccE5N7wMYY142VspMj4xNgpbrRpBC87+zkegPdwYT5/ytrd2ogwNly4RjOdyoCe0ofzLroEPdhffqxU7obeuDb0Vvp6uWORtln9EfQTSN1u4JDj2PdRnV8BeMFi1wzWNdEnAXq2JVNBY+5AZ7jOPcdxrvVFems6YgFEke8aLulo7FyfFalqo0aJ6x5jTXWVb2/D0Z6pnQFRH8IhTJAeJ2BjQr3vHOjLTTo4zsdig4LSVvOOfB/tUo1lfUcRfMdY3t4oftA8OOs5P+o8Zz3sWEtyraPsF1kyAGpn6z6tpVlyAwdjmA79CXa1Zs21w+vTUVkJbnKJNo65NuBvnXNzPs65Nf8+6BrANZL651agFWgFWoFWoBVoBVqBVqAVaAVagVagFXiTAu8FXGc3rQ8Kz47d+/y0fWeg9b2E9Oz6e41uAPyWof5TnnMafyetbgC8nzrR4MgPSKvO1wLg9ZwKkvEgmA+LlxS6Rw5YHLvv/NEAXwuAV6eTH3bXMBGcuC7cz9K9vyc+J6S9hLEbx+1O6uy9dNo1DfWEwNNBuGpAXQts0Bhs21IhbgW3a4ppX/sIAK+x4mvh+D3HqtoGAIAftgB4AwDLQB591zkuq3NygM10Ehp6AuSwJmjGHN9fbWElVgGWDHIMUKvOK/yVxoKtdvIZcO85Pz0v6LGj+1eAaAXA1tDtXbWogH1AccCVcODV9jvN8ARcCcaKztUhjPZ5ztWayEc1g50mdsbLnIie/3AQjnWiAKQLXQGgqnsw4X1Ni74C4BoD3kQw4mnZM1Y3Dxyl7Pb1vY4OIJoNAyhTLC81fBNs1RTQuN8z0kvnxDRYXsdywmNvKpiQGzWABTkTACfAxyUBENdQBvgUIEXaXadNfo40vrExIIDf3rcH4DyhIeAkYaLu9Tmco9icYLg4ah6XDRWspQu4a1cuYCzmgjqdtWfnuM7vJ2Q0QM1ggM6YCw4bgPsE3LjCJ6xfcE6H3obQWgtnjWw4hQ11V7CtFOJK9a25p/Uw5OCLt4qbP5V00HZqy/GLWr+qTax5kvOdY6t01HBgA17e3qlOscYTa12mPeZGCjnTuT5C5/jv7u5uwHWMldvg+KCTONerPcdvnatuG/aPWJ+4Iu/JDS2Y17kRgPePNt7d3Sp+ornwOeMarIqMe3JIBZLpCueGAGs4QponQ3+/mAU7N164LrNT2uM4j4/GAhsB5ncWv9szQNfv8wvnL+eEN7fN7AfeKFrvM+MXQ/2eb/jRzf6hFWgFWoFWoBVoBVqBVqAVaAVagVagFWgF/pkV+NmPF/4pAfAbA+paBzBdY1cCpLOmtAM4FYKeywN4PfR7n9CHAPhP4vx1fKwP9de4uUYHx+/WIfx2AHzkKCKcyTqS1ZH2XgBcx3tdt34VAE5j5xyOZeK/BLRfmvsV4O45gFcn7l7/19iWky1hkFNTZ/3FFfzUB961nRtDV8ILjUvW5iwP9ffm1hEoOwLAvvZILXwwL3F+hbFALCtwrXDvbP64PU4l63izuxNrEcEOIU4BFvnzADslg+9ee9COWv9zzneBDF8HQM0A+Kgfhsl7ANguS1xfoG/WX9249FJf6ynQK8ftBJ4CTre3d5znnpd7cNnQFsfUWsSqh6q12y4+n++0xhWwWpfqFMZ7R9+zvpYBFI5dU4mzPQPkzRrNFZKhDQTgcM8ipTTaHeNisFvrB+MetbYtNU4AWuNbwA76B+iL+8NJ6s0ZAFhaJ58IWV1X+HukupaDeeb8sPu3OoxZYzZdkuxHSWFsUOj4qTHA8QlACEDrOUd9ix0T7ZWhFC5VbXz4vLN+PDw8BnxUXWF+bafzm9fHnBHrzvtMiFm/yQlC0SbA1ADEALaaZ5laejiUHcdbAKxaw0pzXdeh+j1aP1vfRxp1nb9ta12/Hh6UPtr1k5GWGX3AMRinkcYaOiUhvom55A0kM320NrAwHTKcyHFvwXJcxwDWcaEGQVK48+dYYT4CLuf9Y6OA5/D4Dk4nOsHskqramx0Ee+X85/oTY05tGMjabXN///nDQ4wJ+qpY1doPMGwA/Ampq9FGjr80pAMd2mBtjn7dRLrqCth5bpnQnB/f5Dj3PKtrbq0NrOsrVuh2LnWDK7DdloUo6za/F10bOf5d/ti8AMjcJBbHNQCeE6R/agVagVagFWgFWoFWoBVoBVqBVqAVaAVagbcpcA3YeduVdVYD4OvV2wPAPlsOB/3WAPh6Td975Hvnx18ZAPsBL2PuChD+FgDs8VkBXU0BvY4h3TX0CM31ZYUNb3EA135eu26tKaBf4wAWbFo3GGyBuR19743joXOpGXxUz9fpeaVveuN2nNQrON6v2XzsAF6hsPTf9hT3IB9Ix5dr9/K9TPF6jTajzmQBuRXQjHHbAcBbeAPooHqkAALr6yhuBvAcAFvnGjg6fvfbWdKIpmhpmtzcHjCvtsm/O/3zZVv1jsehggylZd32TwBYKYft1HW7DYChy304BT2XKqDVm4qHtU1OuTzPk5vRDtWqk+e9N3zUz/bAcx2/6gDeA8AeE7YR/V1SOFcNDWDre3aD4jPWJKbLWamc3e4aIxUAPwGA4rgYxwqAB3DNVMUDuC0AuMaQ687C7yqAqxS93CTAVLaAgHhPP3OcEgAPZ3KcB6haNwQ8P/l49edzwGvUbAVwRm1ZOSQz1XGZ4I5/QvFM0axUxhmDAK/p7gwVCDhZNxizbWx6QOzAIf9IBzDXJm84wVqaNYvRHq8Pa61vQWo5Xtn+6D+uByDpGtIcr5ynHjs4m3F9OIA5jm4367nOdQspn9FXaQ795Ja3u9Tr6bdIlW2nMI7xa+gR10TtZOipl64FjdxttBvQlNFS4OvDw4POIAxXymq8HgOaz7TSSG0sIKxNJ7lZIhtgZz4hbfyHuEbfn6JNBLNxjlJQq02evwLp6ZaNY5yV3bGpmrzqj/TPX7EuoC9x8u2t9B/1eHPu3ASApvY4Oy6D0udcTpIdA/5Ce3xnIv4BgHm8XbrMLI7x8T1R+zlmSFnn6oabFQDjMAJgx0AZ97F25tzKO2guFFis96cD2BsRfPz4nvA4NAC2NP1vK9AKtAKtQCvQCrQCrUAr0Aq0Aq1AK9AKvFWBa8DOW6/Nhy97T/lfccHT9p2laH6vVfbo+mfXPWnXWWrXV0j0rkPbAfyyfKfxd6L+gFR/MsfvS80mDODDzelae2uQrQ84X3udPah4CYvxkBfpOye0quvOTMmqB9NHx51pUj/39Y8BcDz8HuCi2LziIisU20vx63t9qwUL+eb2Afp74nOvhq/v689WR68/36t7uIIt6TwhZ9VvdeqO/paH8QPQjXS1cgVWCIzzKohencujP5nqGb9XvSv4XccBnEgAes6D+rOhRv13jaHNuRkGYyOPxOEpFTzYPedzCeScsnb5Pq0QE2BihdJn8VE/V/1UNXKCmtkjOAfVzgqLJkAxSESqVkDLCrNdA5V9ZXrgBM8beDaBMwElCE+pMVzBp117Gv+sTVxr4SY02kvvDTC2p4vnJfsR4wI9DYDruLqf/HfdGFFihfGU47uuWXZ+47rul2sIr6nUqdnlXgM2acDZAkI3sDwBdHVgVs3qvdl/O4AB4tJVyvYkCEdcfAu3MMlbADu4lwECNR6qTawXYkl1b60X24o2Y61mmmO5O7mlgusc0eI4HlepNYzZ1vI9OkAt2l1iAA5ggMrHcKkCArofWvsFM90WhiJc1+nO/PwpNh24KZgHcQJAKx3pEdc3BL5y/Va4POv+CgB//ixYCWgL8Kr0zEphbKc9/oV2twkq0T7AYsJvZlOIuTU2Ygg0Qx+nkKZre8SbKKfH0NcGAP5MvRWKmFJI36y1TmO1ceiPpNue6/O7FcdWZ70d9xhP1y0X4Ncawr4uKSzoXMYg0IkcMcJ1YH4/YuzQXvUlHb108+faX+aB030jqPRdE9dm6moRYTvYPZ5Pz49Kgc1+Z03muN6ait3Q1n1gY7I9zibgvyHGGs21avu3hc7fAmCvA3NelBQOOX51w0M7gK1+/9sKtAKtQCvQCrQCrUAr0Aq0Aq1AK9AKtAJvVuDsAfGbL5wnNgDeV/BaAGyOfMab3zpODYBfVu698+OvCoDtPH33/L020A+GYQXA63iMh6V/MQA8Ug6jHmOFestGgWP5jlJrXxfPe/B3Qm0BMD7AXlI6++q1zqkedOsT81tDtNcAYIOV1QVbIeqE6gYedlbu61Hb5Xq/7wXAQwPC0C3c92d7mxTgVqQ7DbAJLuJ0rOGc6nSsIBLXZ0rVTNVq4FfdvgJKSNF6uxl81/k9qg1c4bHGEGlhpaMdfZv+RazCCQn74+dw+hmkarwmgLoLpx7OX1M/bxzJCYAJKy8g6qxRTLfcspFiwF/oh5gD0Ip2G0gpDreORrelpomux1m4mnIZAPgzoSXcrVs4PSAwXLnZPp/rMaOmAG8Jo2vc2LlaBwzXhG4VAPtzxEeNF4+X//2IcSNw2zqN4QCur7rhoc4rX9ttxdje3qbblYBNV0FXHp/CeZoA+PZOaZ0B+gCGCXbTYTvgNM/TRgrX+63phTHvlaaadxjHMVVw/P65pLDGfTHWGnOnwN50kW0EkPz69SvTHX+5/5JO5tkHT1uNj6Ct4l+uVg/Zc3Qc18KYIK6/DQerHLYjbobDG32Z6yAA8MMD5g2co1HTOK/te3r8NDfUFsYAHb9OS43reZ1BeuyoxxtpknkfjosBrwA+9MHEEIDX2ozw9c9Ks63NLZq3BqLujSC84OV28wscyd5gwPuU+SkHt9ryDM2wdmWKcM9HjU2sIQmAUcvXMNRp71cArPVQ8f+RNaYT8ipa2Gj8X25QwUqa7eb4xABr44DAujYewFata2wc5vk3hDeTuVawp379LpkbHSbkZTtecAAL/td1ZKapx7mYA3UzE/sRnT7Y+7EN+v6tFWgFWoFWoBVoBVqBVqAVaAVagVagFWgFWoEjBX7244V3A6Szxx//pA5gg9t38rVDZ5HjZVYE/OecQ++dH8cA2A90/5yP996betjx+Xw2P0/C6qj27nraX80BDE4jp1KkFuUD6hVgJojLVNeXMr0OAA/H0V7a4uHYsvNqAmDf92gcVhA8wNtwPuoKtdYnH5SX9M1rHVB8vnWlTdfumq7z2lVp40ZlewTuhhM5UIDuO69Yv3pGKuIEPRWeVdClvk0Xoz+j/iEvHIV2kdW2A0TtgWk7g5EOVjraXafxB+NgKlgkgs1csitQPaoN7PvvwuodYZU+dX4jwFlpt3JN2e5UugbZbGcAY+pbeSRdic8JGqd7/2js3XfXODUofQ6gBKfj/X0AumzeUZ/q+xW0V203jsAEOrUOrseYXkICtjlvvLFjbFSA6zTjoYJsL4vVoczrptvdYKpuADNArfE2fs40swNcpvPSDtp1OA1ka78I1p3CGWCbcFtnOm3zU6SA5iaAfN3DJR0g0Ncb3xsAfIj5sv7TFR6pj/G6vb0nWH2OGyotd7hj80sDMeb5xRTWqBeLz3KN3GR0KPsv6PAlZJ7prAGRb2JjBGIVfVhTpGPecWNICgfnLu41YbXqM6OPuNVz9p3rRyk2DHCr+agUyBuIzPrW2sjgc3y8+zQB6Zwg69gY1uK2cF6znfwDUJkW/GJN6fx9hZeK3XXDDvHpEiJqb01fTH1RBzdAqrIFwKE8NywYcOIYO4Xvoy0VlD8EQMeYVwDs+eQ5iI0H3jhkoDogcYDbuvZOADzXR7mQXWMZfVDX7EY2gGaK8QTENaZAkwHhBbgT6sJ5nUC9XmuCculXMx8oHnCe06jPjQEeh7qejnILY40Hv37vX6DLsPavrUAr0Aq0Aq1AK9AKtAKtQCvQCrQCrUAr8M+nwM9+vNAAeD+mfhS4/VHXOYr8BsDvA7QNgPcdkteutAa7R05UX+cMAFfo9jNTQLs9AFs1BbTXWT/IHgD4A2pL/jkAMNp+BIrPQPzx+Chdan3V2ru6px6026lmpy7eq47f+n79bGq+nasV5O3V1sV5ABU3AX2Gw5EgVlfcsnJde3VzjvizPSzfqDVf8RbGnzUqCzB0zLovLwFgu/wAJgQdkNpVYO7hQfVJBZj255uhmIGhj/P12IbiaNTvcDgrLa2OV/pfx/JNQNcKgNeU5z5ONUYTuhdoRsgTQFDO5cUxXAJm1QXA1zEDSMO0svHf/f39BsZizDEOFfSjTbswNzcEKA4n0EUQrDB5D+R6jNfU5mvmDgOjui+mOocH+CSkA0lM4J9O4llLdus+h1NVbRds8rjejiKrU1ACaacUz5rO7hMdnnDe0r05HZ7QEOCPwDEcqNbpBhANTtwEqdjgwFcBwNu/MVWTGNd7RDpppmPOGsULAEbMofkVnD4/a+wFH1XvFePv+KWrEym++b7A7gXkzv4hfiWvxnjEfwwa2sU5G5fG5gW6cenSxf2n9r637z/q4sYbTJeN2LeeOUfr+gc969ppkK4+z3TKcNQqrXbA36iRi3+fQgtwa7ahEGDPA8e/9Z8puWeaZW8Y2OyzrOMb9ZTr0objsAEDANhZDNY5U+dAAEzCas8PAGCkgIYDnGNlB29pgGvssv0AzAmi15r1vOYokTBjknOoAGA7eXE81sGnaD+d5CEimmbIzfUoYwarPeKjzmunt/b3FD/LDRueXXYGjzTsbAc2SGTa8ayRrOviv/kXtjcH4PrWvAHwXLf6p1agFWgFWoFWoBVoBVqBVqAVaAVagVagFXijAg2A3yicT3unw/Hs7u8FvGfXPzNYn53/d//8bH6scOtCj79Q7V8/7MS/Z3E3HOgZ/5f1U2dqxpdiZK+W7JhaO27Vo2u9lKq4uoh8PqDUCqz2rj2cWQAEw5mjdJT1tYFGu43cOnbnQ/J1g8H+cUf99vKzpmw+2nhzFM97rlTGw5IK+nJsJrxV/Fy2dC/18uoI9gNvg6QVpPmqfrCO3+s16Crj/Ze61QfzD2MJSAQgQMfcllFvOlHh8arfOk8qbKzzqepovx01T2csjiVUSX67OvcESwU0nSYUTjkc//AguOD0zRVQ1I64TudaA3cA3awhXCEynM90wxWwrM0NAo0rHNW42KUsxy8AdYVmaCdT4DK+7ISfqZ7XtcTXJJAjTBY0VKpbuU99jDUQeFMwAigREmc93A3ADYTo3+1c9rixvmoC4Dq/NwB5Ae5eV8b88/ypULlo5Fq4R/PbKTpwPY69gVhCSMx/3PM5wJo0TjhqR6tT4OYNXJN9zBOkoCeYBJTFtZS+V+l84XzNFLd5v5Ei2oA6rk+gG78/YXNATAjNibmOGTgzXTA3Fcy0v4pzx4s2Geg7VdfFHOVGhwCGeP/h4ZGplOc4f+d7iJm7+9sxj+32tfudbSD41kaDsZYzBr9/uLu7I9hW2+BABZ0TSEec2f1JFymPmym5ldYaYPZmwE7NS6V+9to6N2nMmF3HvW4wcR3hCgQhDcoL6/pPTKeM+uCYn1++3PF9rx3iwtowMud4uOQ55zS+rJ+7WbO9EOog1Cf23MdxgNpaD7zu62TqGf/PtcoRD7exrsKhi5TOTLUdx+FcbBLA7T8jxXqOPduoiZfXTngOgJwgVlptvx+xqcYvg1zMBUYVILoYblmn5Fr259gg4TVXsa/PuCGg1CDH77XmMY8pf5+sG9AQI2tK59HOsRZk28p3bB1rtjFuvPOVOvrcP7QCrUAr0Aq0Aq1AK9AKtAKtQCvQCrQCrUArcKrAz3688Jd3AJ8p2AD4TKG/9Odn86MBsB7e/0wAfAH1diLqGgDMB6oHIOYoSF8LgH2dC1C4gPKZ5nYlj69L7Xzt8nMGqDeAsriazgDwBJV2efnh+gTDo2ZriZMVAE/dtoDmpcXjWgC8xo9jdQXAF+7NUWNTKakNUgwz+TugR3lEv1tfeOkEXcB0f8mJ6evBSYnX+sQfxxlmOnUs+m4AjPTQHl/DmprqlvMzIAxSReM8ANF5vS1QhtvXx2uqBGCL81hzFaAPMIy2Vo3vFshPKGZogfqtj492v+VaASel0/zCA4gOJ1Rzyut1Hhm4DVcgQSLo1XQX1vldQfld1KnFoXJLbh299b50lRKw5+YVAODsSAV+Hi/e/6J+cQFSvOmMG+k665dqrD3mSrs+0s5mG76lG5MbFrgLYKa2zYWXcBv9qrVRFatRP5fgtgRg6OXPDNHVHx0DwPiEGr/xolM1ALlr0QKAjTmCIUuHOPsVvz/HmAI6GgBPzXRdxBIlS6i89l/3XPRTq/AJoo3Q8+7udoBWjOnXrw8DALunoz9oF9MOa+NAfX2M/tyyzq5rXn/PdOTKWmCXNPuXmzMYqtYqU0d7s4Hb5c+xMcOxNGNGmzw8x6czVO/bhM+hBlcGhGfs5vcEAT9+f+K8dPkAjMV9AHBpqHN1/hYAO8bnxhOBbqff1phkreb4+fZu1oKG8/cpU9FPtzTWHsW0mHKmpgcADqfyGA/dhv15QAppriVwAOtF3r6AaM7F+AwA+GijmEsyG5ziGoa4BrjeOOINN3Uj103GsGJg1j73uFWA7D7WzSyb8c21gN+ZXM+2c30TfNnn9b3NXMVYNgBeJerfW4FWoBVoBVqBVqAVaAVagVagFWgFWoFW4LUKnAGu117v8oFGffr4+qudtu+MgKw5GF/fhJfPOLv/O+935sR85+UvYMN7r/d3O/8s/g4B8F/E+bv2zyDJcXfU/0/Zv5ecmoiFM/fKSw5gnn+lC/gsRfQKAeuD22titp5fU/f63CMdJ0DegvK1Ju1FG0a9y5cVPFp+Vt3OdK5a22GK99Yav6O/CSd4HlN67gNgH+9an7wmwNJIWTt/vgCwI72nrrKmgMZ7fpi/1vLFZyu0dVsGLI2n7a7ZWsdvs2kpnWmb8c+n9Lg3fKxna8Smpm1ZF+p5dv8aUFZgb2Bn7fSvHL+Gw2s878W3r4OUywIes9apUtcqRuEUroAHjjmPsQCwdKt6qsavQJvbh1TNnz+Hs5JjFw66rKkpADbPlz5wZaJfchaPOEsqVN8DWKsa4OeZGrtAp7yOwbqO284nAE46BQlB1a/hEEQNXAK/ec1aI/cmABbGf+MGXTYDDNA/+jF1tjvV16deqFWbsJe1VLMGeNXd7fUYAZSZbcbVU28rKNetU+kOcB+ptw2oKnRmedbvqPE73eiAYIT/IQbdpgn7CCxTTjmAI70u9KNccNVrowBjkZAR6wk2EqhtFbQDYrNfmzTJ3iSBrRoA4AKq93fSiC7faO/XrwLWcADbLFpBGuKFacNLinNodhNa3400v2rTBH76HY5fbLDApglCRrqR8zO4e6M9cpd/CzB9P5zCOOIRzvxMRex4hea4JUF5nm+g6FTJhpGsVZsvx6RAdLrBsUEh41baCae6fYLIauPe+mANmTKbKbt1M2wUsWsZmye0zgjQ8rN636JpXVcxxJjP3h+B+EBcICSYzBqba+JnZyjX9b1ZAp1Il3WcpLURaZ0FmYcm2NARv7itWlfm7ziulnuoqdbxGfptAMyxJjTHWqc76LtvOoLLrceaYC1Yxzo3CdCNn6mfN98l9QLl53G/sjHAHzcAPhCt324FWoFWoBVoBVqBVqAVaAVagVagFWgFWoHrFTh7eH39lfaPvOYByEv3OG3fGYD9CwLgnw19q95b18V7R/vvd/5Z/DUA1tPSjfMRDzJfCW6PIue117n2+NdG6s8CwH7AvKa2PNTjYD9NBYY49yUA/FK65wpmcZ0fBYDX667zZnXRCk5tXWEvAWDrZRCtdMn78NyAbYWs/n0PQPr6+LpxCmVf53CsdhdXuEzVrgrA6jWqw8xOVo5FAnHBOECg7XX22lHbaAAMp6KuN/Wtzl8BYAQaiJeAaAXA+ATA1fFBGB3wqUI3tBvXAdBVLeHZXtcTVhsc0AKVTlG89kWa6N2vX1cAnAAUbtkC2CtwHuNXQoJ9KM5jHAMAXF3vSFG7AmD3m2MQ/zMgI4hNB7HH0IB0QjO7keX4VSJs6QBYdxv5fTfxGRcg5K+xlABOzlylBhdQDA0TYNmt7X4bAH8H1M7Ywb/ONzAc4ZliGucBaLnOtJykiBc5kZEamwAaKaCZRzgAcPYd9xigmbGDOQMXp2LOLt+xOSbdMPPKugAAIABJREFUuQC0iu2svcrMyqgDi3FB2vHYRBDQFuBdYyCQ+mAAHGCYsVYgraGl6/C6Xbg3nKWoYcxxj+sAzOJcvOWyuujTE5y2uUECwBDOVY4J6wQLxkK/20gBHYl/x3chaiYbMA5QyP7ZjS44W+Et2mKIDfDsdbJ+/+CYDYTl3CjAPge1QuZ5vO8nYClnuR24iLWo9RzgGcdjLJBlwLAW98WcNqxnu6OxXFdCA2pEEM2wSJCaqcm5FwBaDaTKfqvGM8Z3TkxC29yYwehi0Gi9uWHqd7UZMf2cf//bjc4U3YwNxcj6PVj/nsN1KwDGNbWRRLMG10DM1TV0hcicJ7kw7QFg617Hy3NS41h/u/y5AfDL+vSnrUAr0Aq0Aq1AK9AKtAKtQCvQCrQCrUArcIUCZ4Driku8eMifFQCfQVY/uD3t/xmAPr3APOCsTa+41NWHnj2AuvpCf9MDz+bHAFl/Ecevh+ko1o77u01NPGsATwBcr3kKYvOB7vH6cJwKubp6BrRbUrG6n6ftOInbswfJK3j15dZ+XTqw9IAaqXD3X5f991JTk0b7qGsAsLXYc/ie6bWmbF7XjTPA6/MFrJTm2a+9tMkAinidplgfDQ9QkCmbiQ9QxpRgZN+hW+HrcK4lDFodrqWhGjOCU1237i+yi3SdQ7p+QotMCTyB/9ZhNsBhQrrpitumFK3jvYLoDUDMxtfrAADP8UpQkpBRMAfw5yZAFByxglSuu2sX3nQMCijiNZ2Hqt+JEUaSVwFg1Q/VcThnSWXMsS6wM9ZTg2LrZ2D98PhA0IsQcV1Og1df3yDY9x7uwAJcCKijHa796/TS0AYwi2MxUi6rWqnB94ifiDmn4mZ9U0DBdEETiMX91H6nRJdWj3Bf47hcB8dciE7R8Zjt/B6fP8IJilhLQEo3a1wTTm70j9Aq/sMYfctF4ibAO8F0LtScc+BoSLlNY6NqX0uXaEsC/QlI5ch1/dXq+BYgBBwLQFxqDDPFOOq6pnaMAd00xxw3Vv3dmgHBabcFfxNKsj63HLjeuKCU1ZkSGPEE6E1gR7o4UksbWj9GKmvV+taL4xDHQq+PH3MTRI7v81PoEfVugy+zvQD7SDeN9rK8eLyH+cD7Rx+Z2ptZELTR5Ps3aJ1rOo7lfC8O3Vznoc3NjdYC1+hF29BvOn7jfdQSBgR+ijYBttbXus7P9UJg2fMQP3/9uk1njl4J2mLDBjqqF6Emajdn3LJf6TwH1HZ70U+7kgVl5dhGPLIP0WjOJeiHcYFsAPdsmECuMyYg9hHPALpMDCDpGI+PgMwG47moMF5yDrAucQJmq+O1B2OLdta1mBrlGsTL5BosAK21yevDEQCufweMceWGFUzwLWiuafE9v1V/HOOc7nWF4sahPGK0DHgD4E349y+tQCvQCrQCrUAr0Aq0Aq1AK9AKtAKtQCvwFgXOANdbrlnPaQB8vYIj7W4+DOMDoROHwPVX3z+yAfDLCp7NjwbAlwAYmMe6HW6k+BMA4NVVtRcJPw8AXzexDXTQNtabzX/XdeEIl6+1fY8cvu77ETD/WQD4qHb0WwAw+mBQYN2YOtR0IDtp0EhNEzRwrQWYKimM63mEqtAfD+4ToG3cXXA5lvustXENgIdzlmmw2eKLsBMg3Tp8X4rVCbAFA+vvvEOpQ4vxBzjExoNab5cgy1CbNASpagGqBOsvNjCEEBOib/tgGeQwzNS5cclt6mYD+vllh+sN0FgAsByWcuJCF0AowUBASDlKxS8BvGZt4AqmlxCg9qxNXABwBenjZzrJBTKZnrg4CxlH8TuAFK43YGr9Uh3ORqVENsz8hpTZ6O/HCfgQ83DTGgDjegCRANV8ESAFKIxarGjH3QKABe8F1gAg6VQHpCKkFABmyGGxCL0AMnE/jmOC0Pp9h58B6hVDc5ygP9k1AFqMgePNcBCplW9JUuXgFXiFoxLAS12pG0A8Hw1/mdo5Hfxuu+enwDdcp0ixLMBpwO50y/BlP0eNXHwmB+tcHdFuQNVPn26p63f8lwAZxxKSos8BM58iPlyD2ZtmbkPPz3Bpq3PqowEqoDSc0pAYsQq4mBsAwvc/jjUgJytNWcF5q34AwA4jtNn99PvYTIExZVsKPMU5uC4+f4jayLfp9tf52ESAMZVTV4GAuaO4sbubmyfG9/OnD1++BOSN9jn980wPrw0CdgyPOYN+SxpeR+5kb+iRaDVONX7KAMDNAdGWR6/DmTbemRBi1keq7XB6p/ZOAT3gdWq/WbsT/lonbSywM7mm0Z4OYLfF0LwCZMWiO7gFuRv4yzjX3J3zCsA7ayYnQK5zbv2uagA8de6fWoFWoBVoBVqBVqAVaAVagVagFWgFWoFW4I0KnAGuN152nNYA+HoFKwD+2eDXrfqnBcDDFvTy+JzNj2MA7CeE14G+66Pkxxx5VON3D5bpjosD2A/y8yk4H9xml382AOYD1SW970s1bvccwwZehnZn69QaB5f1assT4fLAdzq28iF3Pjk+i6uRQrVMUAPgvQiAUxGvs1q/FQifRdLWMTwdY9JfZ7tM75ED+Kg2MJyljKqFzFlXwDBf86XawOOYDL4Kd3l9wo4tcGL7U9f14Tt/B3zNz+X7FOwyAK7nDw1LOmaPuZ2lMwbk+lO/4XQj2aFzTqBB4IuOtYRrZHPFseZ713Y7JTTOrzVu7X7FNVwj131ZUx9vUgyzfQI2RJAlBkfN5U0KAYDNpIqMibnm+Tpo28ODarXaybkCaHxWDY8KDUDtWQsV4A61YFUreAJKj8Noa8nIUF3A47iQXmBV4EnORcEnQK2hb2gP8AUoJud0Ap8EvrgCGBXBz3BCl7SxxfGtdSihesagawgLREefyB7lADYAXtPOum01vuDgdew7fpyqXLoGzMQ9AZFHLWb4gRPgLusp01kH6FVspnsW58e481qs++3ayQKGTAMMV2e4Rq2Fzp0ws5R+llM0YRynHTYMQIdM8YtjAfafE4BrToQ+4VzG8gHIuQJgxyxiBNcLsy2BOJJd4x5PCfQRP3SpMo2zxsW1opny2Kmh0zWLY5AKGim60Uc4Rw1COU7hVAb6fUoHtvsfd82ayU6hXV3wcmPjfDjHObfovoeL2pE6/61LJd3mOT4C7BVyAw5robm5uR3zhyGOthNA6rraCMHI4DWGnk65HJsEwPKh9SM2HuTaxHHNa9E5HzWlfT232PfQGqwOVdczfncNYG3ewNjLuf4wFsoJjjF/4Dj/jI0LBsAcu0yRjvPzC2nA5NQXbXEcMg4M0Mv6jo0ciO29v9jsbNbunwKAh45ylu9ls/B8NSBvAHwZ2/1OK9AKtAKtQCvQCrQCrUAr0Aq0Aq1AK9AK/EQFzkHE+25+BlbOrn7avrMUzAck9Szd8q9MAc2Hgn8QN2wA/HIEnsVfA2AF6nsB8KrzcAwdgM33AmA7DX8UAD5bx+RInQ+IV+B2ef58oO+H8hUA14fKfCC96DSho1L6vvQ6h+eAPQLAFRzUa14LgHUNgIZL5ys+qwAYv1cH6nC2LtCY5xVHam0XYeOWzQ9H62XM5YHpmmRbUzoDYOOBVX+AG7V3Oo4N6NTnrLVpcE4gCgdqusHoVBbs9cu1c9W/CRgJ5wJUzLTa041rQON2GH6qbXZWyuW49928Al47QLea4n5TVMFlpdtmXw8AMBy3s5bwpWOabSzjSBAaogwHLHUU+AU9lBtSgtaUwhqImXK5agBALtCElLsCwDzcG1kAMDOFMa8bxzC1caBSuilzeIY7s4A0AempQzZsOEwJGtk/+HoF0DjoBKRZ15gOTgFGAqvU1PFWUzE7rgwOa0x6bOWe1kYDQM0NAI4L0AGM/idkJYCL46Dnmn7Y46P03gLWI5181lKGq7j4P3kdAt0y3XVt1bdVzef8DknwCcCL4wFFMd4AwIzrrMkKfTBNlHoZrlYKxcmq33G9BPvxE4AhPmdd6nTTjlTX8QZrIbNwsOYv3cOZsvj7Z7WNmsBdHXFF92iCegwhnOh4IW3xQ6RtHutUXFcAWusI+ls1pZtb+Zb5cmrpCoBz6NLtqzTPXid4LYNobizI9ZJuXl30/v42U1njUAHW1RHN+C4QmefGeOK4+3s5+AGJ5byfju8Kk1WjeX5W0/wLeGo+urayegwAPF3x2gSDusM3AwCzxjAihH2LNN3cwBDjlZo9IuUzNl/kd4Kd15obGBPp799937GRIzcR4Nr391HDOcfDY1jn23RNFwDswUPsZCxyrS/fx/gZsex5Vb8X0J51E1L9Pm4HsEes/20FWoFWoBVoBVqBVqAVaAVagVagFWgFWoGfpsAZAPtpN772wm8EwNde/vS4s/sfXOAMQJ/e98oDfjXgPYuf924QuFKGNx921v4DjjXvt9R4vGjIL64dvO93qa08Si58naRn8PG6q1wedQHg8pAVZk4Xa3Hllcs5/tZUz3PcX+7/WQ1f17scQI4PqreuSjXn8j4ERjsCYe1gbdHhOCzpeJcHz9fqqxSXW5Co+pq6gtJ47o3D9r3pstoHvHvtWdPB4jZIbeqX69BuALABX6aVhVPQ9X43ADLAHV4VEsixNlOy+j5Il+uH83tweEA4jErq7If6a7+mE8x1VrdH1FqydvCynQUk43eAyvVFSFVSPeu8fSDsa+O6AHGu46nx3A4oHZ2uY5rtqKmoGaWZThU/GygzTssXzZhT5fqjVm0C8nlvQSzPD8ScXwRiMS+sleJwtnHohTUW7kVUGM0v1to3n+PY9PWZAjgXcN9fAEophjUWqHsKbRWT1qMCcF9P3TUElhvbo+e5VfuH90bWhHRsSmPVH7YT1tevqbwNwEY/AUMNo8uOB2wMIXCmA1JjXjeYATRjjVRa5ADPqOGbjcZQAEwbXGvM59rFVOJO1QuPLYF9ieEEYjeIu1xH3Ac4ZjmuCY7hECWIjWvg/nb+4net4Ui/rTWcjmtCaLRnu26N9mYcwdXJWslx7BNgeIQb69CGIPjsITYl0LWMVNZMnRz/wfE9Xlmr9vMtNxygu6hRC8htJzU2SWADyrfnR7YJ97kL2+xwChNaImW1dKaeTCWt2J7AWJCZGxBSaw8q4Sdq3+bYjLTs5TuA8wGpmqP2MeYDrntLN7Xuy3kAeBoXUapl6Yj6x45//hv9AXS/CyCKdMuYC0gT/Rz9Q3tGe7lZQELtfR/jPa+72vSzdfhn4oM8vzqjtU5xLRrX19ziJgCs+bmGe76PlNuE+BAiwXKmlUZc1vnvn9Evz8m7gN3qy0zb7I1F3pBWAmP8KPCt+zkmXBuYKeu58QXjF4A549Ia7sHfTTvjgL2/Afba0e+1Aq1AK9AKtAKtQCvQCrQCrUAr0Aq0Aq1AK/AmBf70jx/OAOzPttKe3f9A9QbAEqYB8PsA65smdTnpzwKA94CbHsbq8ecaJ68FwO7y0X3eC4Avr6uHyRUAz35Mh9Yciv048MPfCrbpHrTzLbXx/VfnkTScUO2ylm/WaFwAMM/jQ3TP0wmAzfX8WX1CfQSA11TQNW6PAHC9FpxYFQDjwby1xb94rj5YKdLRJjxHNVS89gBwBZcEYwmADevWMfU12d7i9nI79ubiTKU8PzUEq3FdU+Yybgg59N8K3nH+CoANcHzN2jc7/nAPvO8aum7RHiw1iDbwpPuRoGOmyq11WocTdJmrE24J6lhTAGvFjVzQbPesHErQo1TM+qS2B3oo1TX+A9mRk1TwT2uG2qrr1hTZmg/qeQXAOk7gtULwNUbsygZoI4RLABrRR8hnFzBjDhBrCYqXALDbXdtRYZBBOLQDAFZMJ8gHEB0AeDrsUeWXfS5Q2DWs8T5QIwFhXBOO3gqAwV0JfAlOJZrnIcbqy5dwROeLMDGFRepoOB7xuo0UxDcG6jFJZ/romWJc/ZbzWIAyQevDQ9a4RcfwmW5mp3n+pv7luH8L9y5jlOPPT6JWckDMHC8AP7hu4UZHnWLNrxSOkDDWEtY4tlVfmzA+fYq6xreK0IdHOY35vwILCQAT6t9wI0FA4wyAp3DQPtBpyyZxPFAr2WBW/ZJLmbWmTczz/du7mRZay4/GQymk3VcBYNzHDvibAZoFITElvGkFY8r4BrwuizjArN2/dXyfALhHBgO132Pi4y5qzrOzcHNrrmCc53qUVYhz7EYwcTxzrcjvJc47G+bLvhU3e26I0FU43nR8S09lExDIFrDVcVxLcQxg+V3OFWubDnVpk5+VcXF7uXmq1Hjm+OEeuVnm8UEp7G8DpnMdy/Vn72+RCbgzuhsA17Don1uBVqAVaAVagVagFWgFWoFWoBVoBVqBVuBnKPCnBcDXgtcfBYCP8jJf245lcM4AsB9onR13Nua/2j5wFj8NgP+5AfAKXutD1dW9W2P95wPgHbvr7mTbpqD1IRX8CRThgXACgnTV4dgZ/0sc5LqiZLHT7evrj9SneY09AFyPXVM0r12pbmJ8JjAwH3yrrROerRB4jFsecwSdKyhc0/f6vnYA78LkWuuSkEDjZNiDn+nIS4CA1L1rXUbDhQr3eBG6D+PhPVxzASwMsQYQLu5qj90l4JVDcqx76cRbAW91tY5rDTff1LnqKn0y9W0u7KuTrAJX1NyFLhUoCtoqpui4ZGpbveexMeh1m1H7k+67hI0CYkphvQd+rZdhak1r7f6M1MRKhpztCRyZX3wYB7klnSJ7OmIJLItT2O3FRWaK3dneqgn0QP3PEeOsZYv+4L/tnFd8CCR5jAZICkmUOncWayX4AWDLt1jPuYI8APgFINVa7Kh17LHC/ZhOOeeTnNuPkQJXkFptAmA2tIrfMZY8ftbG9ZhJA4xzgsPst2tcK4WvtB4uxowxQGu78KEJwDzaCWDmdQBlmgXUMfcyvvhhjBv7AYdsALk40MB3s3EixhmOZwBFuHEBDB8DAAO84l6e4wKYlxs6eN9MfYw0x7cAfrh7bqCASRxIGkMPAPwtU6g73hyzgKJKGc0Zws0F6ANiA/dVPKivqmM+N9eMNMRZxxbxENw25kn0JaHySLFONyvczXIYO768btTa44C/CE3GQk6g6QCO68Sbo8Zu/AwAjO8bzCG0WbWgPfMwRzwGuKDu7ZTNhKMxB1E7GHHsdZV9DgDsjQC4Jp3VI/yhQ7q1ueZMyIr5BgCul+Yaf0Lb8l0DfM05bOjIOKUrHJsDFBtTgfndCQczQDfXuuynnNoRlNAGsZAAmOA/NiTgWAJhOKZjfcN72HzgeOad+B2of9FSf49PJamcfs1MLzgWtcJ5fvaBqczjdziqva9AG3GUFtrr0/wOnnfoFNBbtfu3VqAVaAVagVagFWgFWoFWoBVoBVqBVqAV+AkKnAG8n3DL6y55LXhtAHydnj/pqLP4aQD8xwPguqngbHz2UhO/JlTOUkD/WQCw+zT1uHZczgEwrr2t+TsdwHsAeG9pW+fJCsBfC4BX3a8BwFOjmQZWbqpLrQwGJ1TU2RVEvASAa53KWet2no8H84IgWwAsABiOrqwfa8CBe69ubLxnXQnU0m1mAAwwsKbGrufUvs9+XQJgnLOmcl5TPQ/IbAACcEEoCW0nuKuwc28eCq7pXABgQsIgJzUVtGCZHJrUpThfDVbt9EW/ADrVb8EKQ9AHOtsEWnUd/7t17Nr5KyBsd25JW74J+Alb5WRUfPnagsJ2I084rPvPWPB4rPAZx1Sg7fG0s3cP+ladlWob7vObBMBOiSt4LX10hgGw56bTGSOm5K5H0mo5bAXpkKZbqc8JWgNEGqoK+j4H6FrGcgcoG6LVsXX6bzvHFSd2yq41pDXP3G6lgte4wC1JZyvSF6N+KuNLKYURJ6OGNws0I2jS0Rqfs78J31FTXDFvkKrNF6j/G8ZSAs+vAU7pTo1+f3sGAAScxedznA3zDX/Rxi9R95brA+rDRnvhBgYg/R5tgXs3cOSovV3XGUNkOIMBA7GUqFZx1s7F5gGQ7njBRU99KzHk2H9WLV/2XQAa89Cgj+tN/L/HdEjL9awNFYCrSC/NsWfK5O+shws9FE9xLaeQZj153COcuHBu59yDUfv3r18/PAdw/ce//CNAeI3evEaAdbQPcYj2ag4kCIZTN6JS6c4Vo0pFDij/WMbvY4DOu40rW+mnAZeVnQHX5mXjGo+IFWcRYFu1eeBz1mpmzHMjSm5ggFMXGw1irNFOO+flssfYKHU3/gNc/h7jxFTeER+8PNsScZPxB33Qs6cY/z0ArI0Pcke7prNqZ3tTiP6Fg3j/NTcCOIW857g3kMAB7Bc3EmT677VsBUF/3qYB8IHc/XYr0Aq0Aq1AK9AKtAKtQCvQCrQCrUAr0Ar8OAXOAdGPu9eLV7oW+K4XeSsAful+9ZpvbdeVsrUD+EqhftJhZ/H/V6oBvBdLZ/372QDYw3ZUu3c+MN0+eF1dM+O45QHt2r+jDQcGiQYYmwf7L8bWEQDWA+MJfvFUuqZ+nq4vHhjryHfbl+gq2n5+1I8j8Fv7KSeT9NsDvXw/QcZ6vQpsdZzSy1adKgCujtA92fxwew/+UoblhoJtcqptODMBFTMxb6CyU8AalI7+JPByP+ECNASrqaQN4gC6/NpL8WzH3eA/CXzUBzgm7WIz2FON0/W1guAB3RIKAiYRRBfQ5L6t9XkF/uSg8zh5zHyOnb5T66wJmg7YvdTShsXTiSmY5/ePALD7S/AH2BHxXR1vIGHulodd/0p7AWwB1ppCfIzbcIZOIAhY9RhAqKastuY+zxobuq9zZX2/bhIwAB7tmWFCqEhXI4BVuqoxpR3rBO25ycBtekC65HD24npMqZsgD5/7Oo+P4YRNl/QNwFzWyUU/3SeOJ1ySWko+fA/gxn7Q5Z1rUUnB7fsDjm5e0V6kOlb9X7sgi6Md7cq8xuuaolTRuG+AtABxSKWM100AY8ebtEeb5MIE4FZKcqT8vonzZopxQEqwSuhDJzicqXHvu3utjdiA4HEGXAQwBLzFOmFn5/c4F+29+XzHcx6/QesZ83ZujhhJ5yx+xxyGu5RjAUgbf/fBzYmwm6m85+YXOaO3jlo4wL1Wqq0fPvzjH/fDEQtnKq6H0x4e4n7hUEXdXWj0GPGP+96HAxiyPSArAQEr1t/ob1wbbuW7AN7Qhf2LmPg9RIMzHfAYNYDrHMNaojGQXp/DYV1fcuY/RSzexb1wHaRGhh9Z6z7dvB6vGFe4tfFCXKNuMJzbdglLZ3yINuC6SvVt8M/YALT1jglontAe9yKEjrrHA5Zi/YhjcX/AZkFbra9Mt462JkxHD1nbOtM747in6Dt+xzWwfkMXp9P3GNMxTeAdbYn+yNWvPire9Rn7TFA7SxNYR5/vGBmbIvJadcrhWv5OrONkeNwAeBOe/Usr0Aq0Aq1AK9AKtAKtQCvQCrQCrUAr0Ar8DAXOAdHPuOvONd8KWhsA/0EDtH+bs/g5AnK/tNHl5mft/ysC4K3h7sjRMh5nvmsozhzAvvjfHwCvMi6u2QKA4VryKx7R88cfDYDX1hwB4L0NAAbAhuRHALg6mdQHgUn/vBdYW6e0jqgAuM43s/4tMy5EbpnHhqB4ewXAIw4BzQAU4r8KhmsNYRw7HHOEanwHPeRlADsIYtlRAQr2Q5a9vW4nuPVxSkds/ZRqeMbLGQCuN6hpnfF+df7K/XcJCA1A1ZetO9TXHjVSyzGrm7K6nuWkRMVxQRWBYIAtw2R87rTHAo6Ag0cbUKoG6tfU2LV97VjmMJQgWWE6xs3n1xjxeUcAeL4PV3BJ5Zokh87eBMB0MacrHW0xlH0gAAXghDPxLmH3dFOjXQDA+DPG8Bf3Baj6+jVAWHywcWbjfgbAiLey6WC39nQJFtZMDbhGZydcyvnVUIG5D9/bVOLPMG8INBm3AdzSwkqgHNPTQB9NA1AFKHYaZM0TxD/gJICmNwIIMgJOCpDifaSIlvsY598FkMQ0ofs3/vsaTlgKp9lHog3/77/86z2B5uzLXDMY17nhxK5ipItWHGITQ6TyTUCLNQFQUUAeTl20T/cHaOS10pnKsWcc6q7aCBDns606FhsAAESD2/I6v/8ecRHHaq4EwIRbWgWceZ1PcaP7SDd8H0Dc1zUARo1sHPmv/3JPtzY+B/wloGdMfBvjrDhXt8Hsn58fCIAfH0O/eN1HrWekB/cSN8A75jHSdieIhbtbAFibX1i+INoLXegah5t3QFfA+3C058YHr2922OJ8tjs3Rc209Z8Jie3A5shmhgBsOsD1fQ/OM2Yo0HqNeYba8Zo/cKDL0Vs3MlQADL2U7r7EypLSnWNZHLucK/x/+ndTW7kAYOu9nu+xGG2KC579hTYCuX9oBVqBVqAVaAVagVagFWgFWoFWoBVoBVqBVuAtCvxpHj/8bAC81vhtB/BbwuXinLP4aQC8gMAfovr+RUa9STwQXR7uH9/2fe07A8B7cEEPQQ3T0n2zPAZ13LwVHK/9fasDGA/xa3t93QrO9qCmwdamPm2yQaatHE99DUy3j4GPgG11+FrDOgZ7KberK9GupXncJbC0w5UOLLq7Zi1QudzsXraLcLqkz5zVeEBfX0hDihcdrSPtM97b1wXgymlmed443y7RTEU7qmnOu02gDUohCFlrtDrNqiGhnKbTPa0roa+CLIyBvMDeOrg6TxVHVT+1dYW4NbaqVuv76+9yyimFca0NqxSvgqhHoBT3qQ5mH/vSPK0poQV0HxIAywVIABz6eO7pHrOGLs4Be6saKBacdnn2vtbp3dNsb31z/ILpyJ0oMKbry43o+3mOr3WS1UY5WPdSoSP8PM52KwJ4wn2JECQSz7TCdBsu6dSlb4xLtAWA8DbAKKAYrvs1wPA3/J0Cly9SZQcAY8rzhGwEXbk+oSfSZbuuVgewHJOqBay6vdMFXNc1vw+HZNVHgNtH2o2umsHTBavPo7W6fmZFQFuZ3judvKj9q9TTapMBrEhlwv55M85m1qRNcK2U1JECOIAxZ2WCU2x6uA/HLMczue9Yn3mvraPuw8iHAAAgAElEQVTTmrmGOyTGfMELGzMeMS50wsZ/CYABX9EXguPQFO26yVzM6Aprv3LvBWDpFgDLAS3t4YD3+oH+w839zDGU7qh7i/TPdwlW8d5DQNiHrxkX8fuXqDvre0sPdZqAPd2y+D32HoTjGH1SCv3P0Z/nSPnMz6irY0Fx5Lq2iEkPA1IuA/jKCU7VGYtIy0x3e6ajprsVyc+h9TdtnGDabA6KsjqAURPm1/smfOU6ln+fc1NJunDdTlzGzm3HP2IT93OGAziAPe5bAKzNCwLm2LygDQmjJjHvrc1BnPPFHax2zb8HNn/bxvs3QfbHnCoZOUoYSwMoh1ze8WoH8JCkf2gFWoFWoBVoBVqBVqAVaAVagVagFWgFWoGfpcAZwPtZ9724bgPgN0n9q+0DZ/HTAPh9gPU1QfGrALBrXvKB5iad4iXodX9eA4Bfgsxr/B3F2xkArg7Q6vh5LQA2ZPQD7D87AJ41EDUyXk8EigxVI91r1pRdawLXVM978PcCeC1QZg8ACzJvi1t6nJGS9AEQI8Gb67Ji3J0ulv0wbM+H+es88gYJOIX9qgAYZAPpUCu8BLxCSlk6zlBfk84xgIcJw6yH69oaMK1An3Nljwzk+zjPfXL7fHx13q739nnVNYrzV/hb71/Br2O/1tY1BMW/dm/6fDuZ8bscmRVAA4LCnTjhPOYT2ej44hK42XPo4hj01emW94D6S+8RkNJVKiegIO5051YAPEBgAvoKoZUSV5sU1hdA7ahHzfnznc5V64Mqugb19ZoT1DGHLi2hAsDRX7h+4QyOOQfYOPauYW1lqmQAK2xCCJCL6yc43PuuqAB4gGqC2Tnf2XfoU9JJ49OnmGd1wwKg8YxFxfyqP5YJbUTQhgKky3UGYNc7FgiHO1xuUq07Na15gvnizHRNWEBAvbypIQEwgZrcyHeR0pjgtcA63QPtmvN9m44b6Z1z20lmaHgKAPyfvz/QSQtgCtCpWJ2w/XtAYNdMBtTDZ3JZo5itUkw/B6QG6MWmAEBkjDNeTIcMmMwL4uYRq5gqyDAQ4wEYfYv74qOEls+h09evSpmNF+6Ddvl60Jhxzxq/dq9iscR4qn6vNkEEIM403koVHX0rGwi41sWLdXpzwwTrF7PvcihjTgBmGzTjvZkyOceVABxZAZT2WnMyRzD+9d8s0MGA1d8xuB6005gJtHvtGwAVY55xQuw8NnVg88l285ac3AsAzprDXo/qZq4KgWu9X88dbzBBb3DeWhvYc6NuYvOS7+WvAfBYUvqHVqAVaAVagVagFWgFWoFWoBVoBVqBVqAV+FUKnAG+n9aua4HwUQroP4nD9736nNUI/tkA+L3j/14AvN+/6ZY8u/5723+aAvq9A/zK88eDykvj5iuv5MOvA9Trg0sDg5duuoLbCopx3kvwdj326D7n47vt35rqFw/D9x767rXPD3o3UDdT3K5xSGgzAKpbn3ELwFBSB6sP++Ow5+5dYeKZAxh3P3JSz5TNauN0BR6nc671Z1dN9iAZtVzAb4VH1DOhCxzCgD18uD4A0EzhC7chUs9iXXR6WLUbdU3DWW3NU2p/DRjC1dTPdYwnHJuwUnV+9bvByZ5bt8Ym2o6X2+74rLVDKxDci+sZS+r3ek/3l2OV4FvwpMAtp01NPQxGqu6Gq7UNtZ7siNoEQxMuSxPB3wkBMS5cFzawdMZ1dQzXe1bAu8b2EThf4aPB3gSWSh3sjNzcv5BtrRB4Bd1yUMu16Hs7VfDFHEed1ogzOETdHgNgKhTXUPwBVsax6QCemwKQ5leuYNZEZYrbCf4FSBM24hopGkISDlsC1nTn2/n9Ujx5bDU+SkMcRk3CvLqObjUH7FNcOdWzx16uarcq4SggKFybSMUb4gCKyTmL9uf7Y11EAMtVifmFa412JOD0+HmNY61ebjKacK+CXQBJAFGC8+WPBzlXNT+x3qp2cTrCCcClCzk/1+dw2wbMZ2wFwPS4AQhXjQwlnwL2Yryeow7xP77cxZX5S7rgY+NBwEbWp820yrgsHMZM3Rw/w3nMuMP9AfjjH6aNjv7kWzyW6aejbXDVAsobgEJHZEdAOx1rc0MHYP78u2nGYNbxRRVqjuXMvMA+csOEwCnr6WJNBPiP4xh/JZX9jD3Ei4AyXnDEzzahP9KZL2/UAQzP70G8dXcPh7egtV+CzXaW51gVRzfuMYYXQ4jY4tzSnMJ6gM0I0JfMHWOOlmINTdc1I6PE58WGNrj1c7ME5qBf63pkreuaMbN3TKUaAE8t+qdWoBVoBVqBVqAVaAVagVagFWgFWoFWoBX4RQqcA5af1LAGwBS2AfBefDUAPouL62fl+wGwHzLjnhUU/ygAvAcn6oPXl/t6HQCuD4mZytUpgvEwfTytltPnGgCM45wmeJ6+D4DV/llLtvbnVwBg3H84lPIZ97oRw3WCa1urLmfO3yMADPDyiBS6WUeWMQX3G8y3+S8+JwTLh/qGdTVNsLmUHZiGrnTb7bz23MsEEgmiVMt2OiJ9z+qerZddHbeGRCuIrSCpQgMBcIlvQLqJC6eSJoRJaIOEuwQpAOGCmKpMqjS0GxhRYlrjnSlJ8/1rgAbPgSMa0RttgPvQqV4FzwFetk5urRFKfV37aF3qvJ4bKC53u9T+4DhBWsEp3sO1tdk5AXzCKkI+OYv3xqv2ewW+gvuqyTs0jfsBCNY1CsCLLYBjdgeQ0fmZjvrAlWNclELXjlg7bOVkRPsR83Bm8t/UDymCBXPtvJ7jXfXA+Nh56rYjrgCgNf5Kn1vBoACgxhc3gQOT61G8Af0AG5WCHUcgNTvS/mojAiIPsA0AGOHJjAi58aXqPjMmbN2aextiCBE5L6a713W8XTMWG0TQV4NK38sxAgBs0CiQq/sylXf8H8UHBJ41kh8evsaahJVEut/f3283n6Q79+FBjm2M4T/+gTrL8TNr0mo99b92ROO+DwGNkQraAPg20ggDmKNZXnPp5I3fn5CSHuOEjS6hrQB2BZZwH3+L2sJfIybVxhGnGTOOU8FSbZhRFgXEkQCwj+EGm4TV3jTgfvDCcc2Hr1mvmJsb4MGNuUUNMQZKla2OqC3Q1o7lDCuoWsZLKxa+Ow1/BcW1oUPQWfcWn84NE1z3ZmplxXRc11+5xU2u740c97HezXTndv6O2Ml1uP6dU2OY91rS69fP63qnvwnK92s0cv41u161f28FWoFWoBVoBVqBVqAVaAVagVagFWgFWoFW4A9Q4Jc/njgDwe0A/qlR8N7xXx+iv7ax4+mYnzPzAj8CABsqvPz47Vc7gFf9hyttgLn99rvG7DkofhkA1/p5UL4C3jqW63HrA1E+dM1apPWzberlCXqqA/glAHwWTzWFL45dUz0jlugUKmDXD2ztYNoHwFO3mjpztCdrxFbNatzO8Zmgge3LFJa+zurcPevvBiiOFJhy8+7VD3au5D3gWxmhP68pnzkTdx5fTzArF500cCrfFeYlmERdZIC8uN4GRtoJGNfwOACAoLYqXn5YDzBQ3ZwCKEqfO7SM61cADOfcGh815bcdwI6Hep0KLz3GkKK2oepTx2XvfQC8LQAWwN3MMWqTYwkogs8TajI1awJgtSfPHbVvLyNnD3auINi6ru9Te9Zj1UhwDsG5TRCke1M3AjCBG7gXDVAN0Gt94uridcz4OlUL3iv10nXmPe3WxcBr3NQWOrmZvhtOTEHzNWb2xqWqxrqvCVqRYvfp6ZGAfQXAo8422kZXr66i+Eign1ZFANzhzE047T5wfAJkay2M2KX7EP/a5Rn4OM4BcHNtW19L6Zan+xT3v73L2rjlKwPrEEEZ9AS8XTdIYF7mZgzUlRX0NyRVv7iuhM6omQsXLAAozrm7u6GrOXufGiSgJ4RLtyvHZxufuXRt3sxb6zrp3K1rAlI2o/1KtQy4O+cjUscD4qKNjmWAXLzPPjBeQ0v+Kp2pX4LDJ6w5oSnSz9/E2LveK44eKY3j3P/4D+xUeQ5IDIdxjP3IIJBaiZXzfuhPNIl1ebW54NuHL1Gs9/5L+U5OwzKO9X+YRwDAgMX02ubhTj+N+PsUbYRDFa5rvGpGAsaXa9QG+PVnSgGO2sQPfO/LF7ie5xA4jh8esEHnc9z/Y6SjTkcwN3qgNdgUEG0Lm69qEpe1SC0Z84HLV7Z93Zhjp7bAvOY428k5Mv8OqX/+47sj91WMWPP3hNebuY6pYzG7Mp7mBgo7qhkJCZgNbqcaZTzRa6b+trtcn1WQXK/D6yYwbgfwqmj/3gq0Aq1AK9AKtAKtQCvQCrQCrUAr0Aq0An+4Au8FgO9ucAPgFyX82faB947/DwPAGxUaAI96vwcB0ABYAbMCvsvJJPJwmRpaR146fu0A3gLg9bovpoDeHDwhHwHRKwHwnsua/d4hKHsw2SmO9xaZPceTgW7VpqbQxvu1dnAFwIA8ftDvmpPjvpkCukJJDeDU2YAYb6N279ZxnA/y84F9XbcEBgAmdIzvXQHwvC+JBWEmHZKsXTlB93iQn1DT7bdW1clawXEFwOv7BNUJd3G9NQWx70HwmeC7Ao3qMKuglm21A24HJvO6qcnox7Kf5AgAWwfXcLbjl+0fjjlAPjmAcXuAI2+CMNABAMYLzskL+MjzJkze6FBJj+4gUAn3PoAmjIcJMwGl+TmAINdLb0qQE3mO4Uz7vLfpRPVfBXkAgPFz4LMNlHf/nSZWgG46nl2bFi5h9A01egFJEctsWdQ8xftDi4h/ZCQAYMWaDwhJEBzthssbjlcD4OpqrgDY/QOQ9fIy4pjrRE2XDEBeoDVrvs7PUZ8YLzuwb+gcFaAjxOR4KRXxbdSnrTWicY5TpOMcOJIF86TP1gW+vzEJuvHeAN/p9sU8xu9wvzplM+IOkFJQ81MASQNgpSPGC47m2wTUiI3n54hPgNZQGPN+87dLXAPrwcNXOIijbze3CSY1hTy9fv8NoYaNEN8CAgdwB5DmRhMB3OdnAGhGI9vwPdrIMc24ug/X+P0XzRmnKcZ9XWcXw/XwVfMIDnOlehZIxfHqP/qXTlpueJD7G8fZ5T2CvpQiYDzGcgdHMrS9v49ayloO5+Fx6cenh3gvPo/x/RquZ8S61km58NEW3A/AnTWrsT8gp5n/NcSluzk/VxrmOe6M0ZgPeBHqx3/D0etrck4ifbpqFeOWdeMW74PpUxy6Y7ME1vAlnqkB4wmbLrabkfxehcEcy9SHNbNTqVo/mGOJ7x/ME2d1cK3i6OSy5E6x+6dWoBVoBVqBVqAVaAVagVagFWgFWoFWoBVoBf4IBX7544m3AuBVHBKZnUctB9c/d06+rL4B3HvH6KwdP/vp0XvH//0A2GOmB8vr6+z6s/3lKebmIi8/fvtVDuCjcXd/ro2vs/jZS7VZ5TlzAPvhZ32wi/P5wHuBkG+tAbwHY66dV0cAeEDLdDDSpXgAm3SvfSBRa8qu6Ux5Vnl67rH4BlfdAHP1gfcWAFeQJk1Vf3AzPkuAzpq+s4bvRR1Dpw/OccL16nn+/SjNs2uWrue8NCY+B7VAN7ok+MV71f07Zn0CptF/QND4D84tx4X/HbEOx1hcYG88fG+3Y15DNUjxQorWCf6dRtWQVscYwGpNMqQ0YJkuXR9bweyeTus6u7eu4auKEDj/BeBkk3Np+8x0wNt1rn7lbVJKM5XxcmyCOLb5YFkcWmetXKUt3sZmBe12/GE9GFAyIb0gsKDr6py2Rm5jTbVdQWLVjcAP8ziuOVJtM3V43ocx5jTHM1207+XzZ6wB39rBLLBsAIxjHx8f5CBMHaH/Ot5OVa4at9pYAMCozLjPH24BJyMVMWqsQh+0G0BY66dAtUEmfn4IwgWIasCkusECxk6/rZThOn/GXbhxo3m673wfAMxriiAjUj1nzBP8KhUvdPPmA1V41UvQHRh8zmuNtcAn694CThJ+Pg+XpNL5AtAaAH6Pz8JZ+lEbLkZQ10DENRanPFJM4z+/kH37ESmVR+YBAD3U3VWLCZDzywrtZjpwANr4DPf/HoDW6bKh629f5RgG4LwLdy7uj+M+58YQjL0do9zc8i3hOSAwIDdANcaTzm+NnSB4jHsAaKX1xkYNzcfPAaq5KQKg9wFwM9qE/8U6eBuQ0/MIB2CeoevYjOCpDDhcv5O+f39iOugxptkONjVTfmuOQR/bsLVZRuD6+5I6POv5Zh5rbZQB7L6nvq6l67mArgLyOhM0oWq6knE/1JW+u3O8z0UHLeJffLkx4AZtQZYHgNNsG6dbXN+p5+k/xiajrDUdEfUBGxSwEUFTSf17KvNnhFeNiYS0aOteyQDPPW+McKrsb0vdaccc79wAeMzR/qEVaAVagVagFWgFWoFWoBVoBVqBVqAVaAX+ZAq8FwC+uzs/CgAfNaQB8ItD9N7xPwO0Z/Fxdv+z6zcAPlN4H2z6rL8bAJ5uIz1sBoQZkGkHAOsYOape89pzFFcA7Gu5Bqd/rw7gHwGAXYfY8Lg6ctU33fklAEwnVmpT3b06b6pSN6NUp/DR9XX/mft1DwALIE5nJl2YCYA9NhUA002YbSIMjP6tqbzxfmbgLRB5HwDLjWv33nSp1jYVBQh3rFd18m40XGpKHsHPESN2jcUbwIcEcQApBfARqDlNakIl6k6HWsK54vZ9zjFdMwm4pGvh8puwN/TwuCGdsq/vGFsdwFO/CV+9IWD2cQuvV2Au97eALF524wrOAVzexn9ZDzRTGW/SZWfqWYQ7AakDIDvqmsFMYZ3X55jxmogB1dqtMY6Uw9GqBIA4RmuEHa1sp68f5xMgAwDSKYngDycpnJT3NwSvSC+MOq8AVoaKAKlw3cY7XIKeAiS53i00QZphaAL4BACM9MDSROmev317lMTf4/5Ab2mhdPx+ZlpsHACQizT94d7kmM5hR+ZuQNUnNJp21+mohFpwZt7SjTtT+hJgI0xjyMAK8TPaBhDsNUTAPceMnwdQB1jlmpRafnJtVun37P5k83DP+3ule1Y/oRHq5T6qVm7OX/em1ibXBpeZIhlxZAc2HKUcR6aCdo1c1eF9Cqdw9Fq342YaTjL+Hl5b/RgAGL/FFQnIlR4Ya8MUFi5ZbgaK+95gIwQuEP+HsDIu+fXr11jLtMPjW8YWvq/wwsYDuGI/4nzon7WgHwMaYw3y+D49P0Q94n9EbKQ81BnprGfpA/djagQH74TqBszQmnM8DmQcc61TY3EPvP7zP/+T//7Lv/yr5plTaXuhYSeVyl6O4ecPd+GUVn3quZtl3N1rWVwLWR9glAYIJtTH5oGxsUQOeWU0UOpzpXxHinbu6KG2GBumuM7U19BxdfRaBzuAa4aLvf/vgjadeKPQ/D7ze9JXX7ReK0e9+vhgYm/fuf9tBVqBVqAVaAVagVagFWgFWoFWoBVoBVqBVuAPVOCXP55oAPziaP/sp0fvHf8zQDs6N5/9bfp7dv+z658D4PG4b1fnXQdwpSMlRe2PnJZHKZ4HzMmnhmf6vNcB7D75Abvjba/mLx9wFvfMnh4VhOHz2v46ltfWAD7r/wpuVwBsV1B1i1Yn8Lz+ywDYD4lr6mf0rzq1JwCeynzcK3b5ikA6SwF9NB5T35nCVuPh9Lizfm+F2dv0mltNVujLeBjgYl633gc/rymk/Z7eV3pcAw2MBxxcN+O6BvkBFeAMA9xlDc9MkZrgybHJh/XD8Zawhf2W6II5rmupFMaOfdS01DETeq5DVQFwPbbG9tbNWtPvXg48+muHI9gdIIhfdJPaOZh6jM/yOHozl40N4ytVRkO+PAaKx5JeO9e3DeQFBFpqEa/zUBBSsEtAVPcxQK49vWgfr++WyZWKS0F/pXNWKmamAgYKw5gCQGY/AfXscgUIxecDuPgY1kHNtKwYz7gu0zKLcm2ADcc7XcS1HzgeL7gY/fJ41PTT7B+AaPwDA6Nq8wIux7kc3zif4O87ISnA6E24RgFOUVMX0Nc6om2I/3q/u6jt+z3v8Rh1iQWkDIChBS6faYWdQzcuQPd11uvF6XTj8v2ZUhhvABoDfBJGYixxcElVD+cwHJqWgemI49CHr2olDgdYRkgCaPNerEkuXmdQrLTSCX4RK9D2MwCnHbR4D/3Z1lqFk7amEicoRh3chHKOu/VvBQL5AMp4H2PIFMN0aCtN/MXfFuhT8PRvTBWt+rioRo6OcZ3AeGK9GvSSNlvqPKB9jgvadBNuX3wnYJw/x8l0aD9EnAPg4l6oMQ3na7iiPR/gakX6aIwbtUoHPdbD2zsAa4BjrV83cEcjNBN8QnfA5a9wNY/axN40Md276JWBLuaZQL1iwt+fgMiI46dIB40a2IhXveZ3gt3mNbW705S7lvbHuAbTU+faPf6cipjTOpv3DJm5+SXGFf9iQwa/FzAGtLsHao+02ywZ8Fmp77UewGU8s0XgmkpxLec6UrD7Hmi90257ftVU0M68gGuoDdpgxHbGpgnEg+OH6wLWDAJmzQfHYf2+6xrAYynrH1qBVqAVaAVagVagFWgFWoFWoBVoBVqBVuBXKXAOWH5yyxoAvyhwA+DpqNkTqgHw2fy8ztlqCPZ3BMCbNM0AVwWYnQFgPxDfA8B8sDx5nRxKeMhsV1P8fJ36l2O4V+MXR63Adz7ALg3BcQMY7kPc1Sk3UjhnAKxO4D34y/bkfVzjsmrtXtn5W4GL9fyW67+BzBEAtq4GwAAFcPEBjDwitSuBWwG3gzRoUFYA7LZVAAyohAf8cMRV4DSOLc5ev2fHJX6v4LeO6Lb26fzEsQcATOYWHz06lWj8rLq7SNcaMCOdsT7HertGq8ZCIAQOYjmp5aa2g42Qk0Aj3stmGBRtxobOY8NTAFo4J/U7xyEtjASPhn0ELZdpuyvY9+eCxAl+ImwFZQFxVR9XaYPTMYkavLgnmWAC+vxcXcC5AFWCgoTBBHYCNoBwGpuoWRquUTQYnwEOKS4Emon2CAXVLqaaDRAIPyQBbrTP44H4mA7pTAlMWCgQJP3B5eQAht5MWx1vArRqrBJ8RzMe4z7IFIB1A+MjN6lecADfR21f8F00/+vvQRDR2miDoRzvydTP+texQdibYM9gzu3GfHvGnKE8aF+k0Y2fUecU/8JxCt3tQgfoIggGzIzmgI1/jXq5rgGNqEN7WIM2LiDYjDFFTV1cJwccTmSkNr5T6mjAVOrNdkM/xXx9ARDfhQ4AjgDM0BEpj28SHD8hlS9szBjXaANgtdIF50aP1FG1mjnol/A3bxjm0Yw1tctwlfEXv5O3YknFwh8u4E+84ITJcACrtrji8HOkP0Z/4QDG6/khEG+06w5ubqR/hoM2UzETf2cuZdQuJojM63+DczziEL/C4QqoinUDUL7uDfn996cA81/jszttmsDaAUAJdjq2g8j17k0e/peRwPTh2Xe2GOmfUVuaF4g+5coR/wrsa5MKXgTtcJkz1g1QBfjHK9M8f8sYR5+41mLs4yCmSWc70e5CVumSRiCBqPP/8f6Kn219cVwDTnPcF1GM7wV8X3gNq2ud03cL9of+2ZfvY6OCNhoQ8mL8sMEiaS+yI9BhjObjO58xNz+nJu0A3szl/qUVaAVagVagFWgFWoFWoBVoBVqBVqAVaAV+gQJ/egB8pslRMUOfdwaYy/WHK7Mwx7PLX1ur9agbZw7OXw2AqzOs9uHCPXM2Tgefvz/+XgbE1zZLD6inQ8kPyvcACR/sHThh/f4IvxMH6FudwAPGnHT/qEbu2r6jdq/vVz0NKY9cvji2PhzexA8exlOb6R7cH6stDFjdpAYQaxrg9fezOLi8roStYLwCXgw/052m82foeTBhL1NtF1iWMVK1PgPA1LbE1lFK5iMEbbC96mJ4hPflzD1H2Kx/uYDj9bp740MQWNdaA8wdDe28VKpgOTgNjQnmyjkVRNIxxjicKaA9dwAeJsTUw30ALKRHHeAfqZgHRN3GhK6rh/4V/jpm6uerQ3U4ScEz0l2Ha2FM6RrkvNg6Vf2769wSuDAlbULu1BKgUxBlxqcgBjY/GBQ75bJGiqltc04SHBvC5Q4H1oElNEKa3uJQjca6TuwakzNV9ATwjlkAonVtkCYY14CRMV7gRgi/xwdA2oRMmQbagAhdfwzggzq2AjBOjxtgCcCbgEhx/BCWVWis9MsC27ASwumLewMYCQKD5iT0zhTQOJ+6BqADtILyAGpOAQ1JWAPWzsFwdSJWb6E5YGvEFsAc3L08Jq7/Ka5zW1Jse70UuMzYCkB9Hw5MOkXjANxfznCkZsaYafzgmJQDV30ZqdSz/6xHSxir9fQ5QCrHNFNg6xzMR9VrxfWAtG5DE9zv968PjE0cdxf1YNkew2aOmb4TtR5rXrHmL1yvMT66JmIF6bA/ETTjuMfn33l9gfsYiwedr5jOuMZoIS1wtBf3/xptgZv3U8xTrlHxOVzUmh9wjeNUjD2yC2gN33xNjl+A/BBz0ETxxe/LSKcNre6/hMs6fgW0//R89+G335Ee+j8+/Nf/dvfhf/yPL/FZuItZExjtzU0cwaGfos6w4wd9vb8PJ2qAWm0q4H4F/o5YB7zG/zDfEUvfYyMDXtjYAsCIz3EturRZd1kbFzBudLlibwCBtOLgP/7jK8ceab5vYsydXcDZ1XENxPHn4lTWmXpxHmAjTVwTQN8bImY8zi886o1Y1Yk5vjmHOM8EVbkpKPoN4I15B+ezX18ifbPBNmMm+qsNEAH9Ac8xv+FGhs6atqVNSuHOF7+ctfnAa+twHSOuisseuinrhf7+wPj9z//1/334+p9xj8//oNP4+8evdER/+Hbz4SHGXRkCpMdvv0XMxjFKja73sAZps8THD1/uv3CDBl4NgGt09c+tQCvQCrQCrUAr0Aq0Aq1AK9AKtAKtQCvwSxR4P4B7Z7NfAWh373RGaF9x/QbAlwo3ADb02ZLWvyIAtkuyjvIKJv3ZHoA8gsR/ZwBctdpL8eznzwPoLfByuB53IC+uXXWu+rqG6QpgV0h85Lio22kAACAASURBVMzlw+d8Yr4Heyuk3PRxcd+t96/3o4ss+Twg7N6mkJp6G/dZf098cLHw7KWN3jsfME9Qcnt/pQ01yOKZBC54VfDLMTBDAHylu9Du0HR0ldYZjBoGLMO96wJWrUw7PxNqJTAZhrqEvYwXgLQEZntgGwDW799+Un1UAhr8CzckPucGBYGlAVoBjXBtQj05Rf3ZJwJL0US7h6kNU+AK3t3QCQvYgdq4WVsTztk4z3FJB2O+KsDmCIyUvQKEAkgGSk6tK5DnFMeAKnA8ArDRKZg1ZQlyA7IQllJbAduaopspYFlHVZrjOjjG6aTdHryv+TLXeoNgOBVVgzigZfQbTkKkxIXoBr52yTIOIRAcrjEuugZ3R3z4FmAPUI6bDHKslR44NQfAZC8M6DNm0E/Uks2xgu4AhoCrcHlaA7uSXfvVOoC8oV93AaWeA0wqDAG/aNHNOaHawXRJEtKiRjFSawPAaTMAoKvmCsAjNKUnmDV2Ce0BspnvGboIuD9Dr+9POSau6yrAC2CmOZopozNF8OODwC9TALMO7HT101kabfz999/pgJ0wVK7bAYAzjqGtaxCXKZz9UJwRmMPlendPOP70BICK+zwFAL5nnH8PIPwpUkJ//fr7h//rv9wFAIY+iKNoO+cGNgQIISN7NAAwQDhSmqN28/0XuHU1bt+eBQzFB3FnxRzHHWm0OX2wQUBAVZg80hpH2mdcD5sjeAGmiA6ndkDSW7jccw347TdtcgAg/vLliw7luOlfAGDUHtb4zrXI+gjSYz7PjTD1+8MbN3gcwbea8xjXHdkKmBpZ7vMMM643vz/8Lnc4ncyql43w/xIbCtxOhCeAL0IDLu/voR/qUyO+6SRO1zjE1lxWyzG/+B2cemoDA+6vjmMTgkC94lR/C2kTEcT7GptMfvvt44f/9X9HjWNkgIh7A8B/e4rPflPqeG84YiYBuH+ZGl0jjziS6/8ja1aPbALRqInMrXL/2wq0Aq1AK9AKtAKtQCvQCrQCrUAr0Aq0Aq3AH6jAL3888QpAuyvLTwLAZ5d1W9oB/L5gvT7+/Ih1vd8WzL61NVsHsBxYeP3ZHcB2+h33G5DO7qaZ+nIvlXC9ht1e9T0/PPV71ziAfWyttYf3rnGW5ghsurbGy6xBq8NGquZ8gI739tISr3rtOYDre3Se8iE7HtrrxZTD1rYAXkPfCkQBV3yO4urysfC1AHjqPtPJzjSes7bvqLeZcGA7lhMKrClAt8dNBzCOAxxZXwZ9cET5xZSh1qnQ5g0AJsXT9QGsrskqYG1n3WJDy9QzgJVdwtDcIEAxp/SkBhp2ldaYEny8dD0zpWuC3KrXqsXahwFfF9hikD42FZSaq5uUqQ4TQCPSDrgBBW7xux2QjNWSlUBpkOF0c+pWuNh0Dp2HTNWrizOOA+bRYQkHXlCs6qJ2HwDdCDlzrAxUBASROne6g31OhcB2SgqTCNhWfeRyBRhEnVwBPjTfgPY2auEC/PCYAEpwagMIOrUrwXUB7QLAcEhrlABueGzCnOHMJWAOZ2uAXSjyyN8Nzh0Lime5ZkvK33Qc4jPUb8b1BR5zHgJMUlOkFlddUjh3AVoJpXAsoa5AO/XAfxkYuCZBIFyleX/pJ/IGxyHcz0iHjtdYV/LrUpqgtjKAWmwWgNM0v9weHx9GXwhDAzDaWQzorD48ExhqY4QKzmrcANFwE7hQBYBdC/fpUW5qvOzIJlTG+oD2wgVNVzATNatfeT+MK+okE/jjHLh8M65xnAHwgHkJItEujwtBILSBqqEbgf2SjB8x/PtvGne/5BhOAB59ohs4gC11DTD8+fZbOH//laD2NurQYjoyBXC6UuFU57G8/2fCVvTn4yfon3PtA1y5cu7y2LjFw0PM1fj47l4p2jn8jNP8nozfwd8fAB7LRhbFrOAywuHhAfNmxis+88t/z0g/OIBL5oDckIBjrSviUbWXBXjH30PZPtdgRvIC1bKOjRoRT2HLVozHSTw35UUK668Y1zzBrnvcE+Pjrw7cx25nxks6u+2wVs2FudkHugom61/XBFc/0CE5kL1OsI9c7wRwk/+i6jhrYP/v//3hw//z/wYEDkD+5S42TcTtkHadm2mSNuvvIH1PwKWMmsvz+wupybXJgfdqADxisH9oBVqBVqAVaAVagVagFWgFWoFWoBVoBVqBX6TA9QDuJzWwAfCLwv5s+8DZ+P95HMB/HwC8l/b7EmymM8ggegkEj8u1AHgFUX80AJ4Pov3AXQ+qCxs8mAdbULoHgKs0R6mcz1aveh6WpAFx8/YVAMOh6VcFwDPlbfk8H54fAeA6DtOZhJqFWe/UtQjLPQXnK2BNLdOBJ4Y005nXB/ij3eWhfnWCyuV0CUBx3hEANsgDcHCzAHmqo3IIBvcVHtgDTOXAVWBOpJSuXsXH/gYPAGbB5G1b4UiskLlu4DD8JayEMXMAXQGj2l5DJACHej3VWp3arnG1rpceJ9V8lVtZ/+X4IT1wSalc+1xjXY47jA2gZ3Humnuj/QkB1/Em3AuHmgEwAAqAjfu4AcA+dgBQAy2l4LXD13rZ/VsB8DpHN4A9galTAdshyFDguISL9+khANmtHJ7x/kM4ANFvuB35yo0ITsk8wfIcDQCe24hHtMt6MJV0jp3SQ8vpSUckaqoCcEf7ALLGWC0bOz4WAEzgVJYnrMUc29wYgjHGNK6gm8eDK8YicwfAFn3ajBd4Pa7BmsZIF62xFlgWRHUKa/QW8wyAXPAL8CmdkpyvOC8cuHQxAxQCCCK98XS/yg0Pd6mczXT2YlCyX7+HFogdvHEXLlmkJv4aqbSVWl3HQcebgJAYh99++y3aiLETJGd382dOV9bxjV4FmK11w4fDE+A0+vQYMBPtuA+NDIANRuEAtgPdI64+Asih9u0E9P/n//w7nbD39/+YwUHIKBBqdzvnHVzIBOWBdTlQcZ105P7X/xLXjktwbY1OBJZWv6NPCFPAc8Qj0i57XbLLHv3+HG5haP/7bwGko6bu/RcB+4eA5V+/ogZ0pNsmsI0bBIjUdWO9oFEbmwQAxiONeOjiwcF1cS2kaqY7PZ3wjIN4r252cecxzphPNzFGfGXZC1yLGyIi7hQfAYATzDo+cXmmIMfaS1d8gF4A4PgP84obLKhLzFVssmD6b1w37gOQipTgWAPzO8DpozHvuDcguk5ozk0Lah5SLLtUBPRWn5TxQbGnDV48Hv+6hjrWW8x9pDhPxy/bzo0LqOutjQUazzj55jEAMDYm/MuHf/v35wDBEX8B61GfGeuGa6Lz+4Bxog0HiGPoqY0muCcahJrUqsHeAHhOu/6pFWgFWoFWoBVoBVqBVqAVaAVagVagFWgFfpECZwDwpzfrFwHgs9q71/b77+4Atg5nzrZr9VqPO46/ffCj8ysUfOm4l1q1gsXppuQdEtD8SAfwSzH3MwEw+7M4Ts9qFb81xfVRP9ZaxNPB+TIEvqxtO8db93I9P71/lDr4LD4NeH3cAOYFwBNoJByux9XU2hUAnjmA92r+7tXyfak2cHX+mpXyoXY+QDfLXTmqIbE1Mwxc3dIrDIY7awJRzcUjAIxPJyicDmqDMn6+bHDQw/npXDtaL0qmYUEBuihVx5RQQzffOPgNkqAFU94mZYBLEa+bgI5jXJl8Ve3fAmDAEQDg6aDDMWuKZ6XsnbGNn+2gpeZ5TwBFgJPq+h3O3dJ51+jFW4KwmeKUdTUF+wCfCGIX0ezqxdsCJgGMQGaovcC00z/z+plueEDwvJ6h6AbYF3CO4yucpoMv26YazAIuqvmaTloNU4IY6IKUvIB5goh4AQYqLbGBIi4aQClskRjHCu9r1+Fg3ALgSNOajlqmk8Y4ALbCbYlxjvu5hi6AqWG94wBECcdT5+3XxwDB3pDzFABNKY4F/e3onZs3AugijTEdrmkhhRbcYICU0QGkoGdCZY4UQaqOV/pdAGw7dJHaO2IM6WtBD0NvQDJoLfci3JwaD8Sb1xm4gtFn/CcnpubeU7qpPaauc31zE6mScU3WaUUbNEYAjrjvQ8BMpshNQIa2op9aOOWLBMT8lrWKDXK5hkR/viDtMmrfxjGcF3E+xvF7gEHE7O8BmO8D6BJ4x70xp+R+nRCcOsGbm5sY0FdrbDBtBzDHNueS3LWAqgKbWEceIm3xf/lvtx/++3+P+3wKJ+jv93Ts2kkOqVHjV0vJzLAhWK3as8oZgTUJtY8Feu+/SLcHOGMDIDIFO3h6aEtncbqfkYqZ8c358+HDfwZA/h5ptXGtm3ASo/U3ATM1nohlxI82a+D1NSD3l39gLql9qBGMteM+wLE3FkBDyCjAq7UJf/fA3QoHLK7t7ws6mrkmKn3ygLJxHB3wiA1+RyorAFJZw6k/UnRnqm/WbU83/m3WGsb9XUsXraWTOO4hIJypxzONPVJRa11OfQhzA0I/6H5yduNzAWD2PtOEC2Brc4hSWmO9wVSNzQfReHyF/Nu/ff/w7/8Wmx+eNZfgDsYxn2OjA67PGGbWBt2H/aV9G30HoEY6avaff6X0qxVoBVqBVqAVaAVagVagFWgFWoFWoBVoBVqBX6bAL3880QD4xbH/2U+Prh3/vyMA3kt9O1MKC6P8DABcQ34FYA4G611rzNZAeY0D2A8/N+f//+y9aY8kSZKm53F6HFlZVX1OczlLEgsQIDFYkP//ByxA7PIbwV/Ant7umT4qM+OOSMrzviKm6hbuYXFkdnV1q9XkhIebmR6iomrR9ugr0ilKnzq/CxxvC2GscmYO24DoJqj/2gB4nmt2aYHtAbBeYM9DNPNCVzKpFkJ4W18Lms3hmWCS8g5agcQh5WWS2VIIPwWABRoVEnNTgeoyM+SlxuBxb5cAcN2xBIABDDV27kYpWq2q6hXA6mOCKtk3XqALLHX2ndaVyuE5A8CPFbWBUzrA3XrqfKvqu8KEum4AXIUI5rsCtX0Y3wJpBge2332CVV7mG7aF+lVArQFggxH3v8BZQdJSiXlOWPW4AUJykAgBDNgCZvWhp6tchXCOYxcA3g94MbWBXLETgKEjVub1viiIkXlxawOFgHLxEurKnL74KfeX/aY1KUNLl//3eX8nu8eHowDq1X4D4FIyWt3pdvfzgUY4ryeAxvmdAZb3UgY67LGVsNjKIZ3LxwxFNcYq13OkIBXfA5ILAMMtCdWq0Mt2Y//IxRkoyLiUbTWuUf5dELB9cphmDtuDJMyEAuYQsJXdwH74jkEcqlgANs7Lf3RMKkaFFs9nTQeK9xNalqpbEIpAtcy/DBdeSldypPI9QFC5eBMMu0OZn5mfCURRPMunom42PaAeBVQeR8jb2sxAPzW+GcqZMNPY7vggVMDAReBmgkL5VzyotHGDEM8Bd2/Cdhq/XOPEwoF4AF2U1hnaV2OGXeOeW+YBSux1AMto303UeS8lMIa1LzIO68gZi8/dxfgfx+c6BAqlUPUaUUf1ifpPz04n+2C32pjgnMXcdLA6PY25fhf5alc3q5/97GT1T785DkiLP7EwHARUbbmmY3XJjSPcyzPCyluvA5UP2FEPvA4AVg+i3faXW0JRKySzcx47XLfDUB8GXT4QeHTuaIfiTqV3bhwQf084rALrMatczIT1ZlyAxbbGx49X8kXK9kH7rcBljBB7+xnEOK1Wny6uZf9S/BJqWb6TAJj6pTiOn5zCpg6F7vHGJ8mJS8h5xoE5QHmCzYBYvpPPep28IQw5cBifii9RAPc52es5xrX+nM9UEWoAcuTG1qaAzVD+7Vld601uRsnnskoS62WeU85q9cMPkRf4E2vAUYSvxrfClpHPmY0OlWtbJpcLS6ote1pRz31DATxNwvFhWGBYYFhgWGBYYFhgWGBYYFhgWGBYYFhgWGBY4MezwHMB4Fdr4QDAT5p2AOA0Twcoprf1OrUJFp/jp5Xvt66d8jXqZZ6VOQWyan7MAfhrFLJfQwHcyrTaZX7Mlbe77LOkEO7vm+cH7m2zaz0h9GIBmnrZ+5yxIqRvf/SA0mpfg6QGp+wPfR2PVcG9RtLjvQSAC9Q/AssZzrLauA3u+oW3x6YUgIJhzwTAG7bn5Xr011ByM/Tz5nWbNthm8ykPbbfIPAWADX/9or4Hyv4925RRegF2bX7lHAVkpI/280pqPsFKw1SDggasPJ6Vk9VgoymAqx7HGRVwJj9jgjfuBRTON3YAWKz6NHwAsJQqtACwlW6b64tYqdqI6g4VsZWaBsqGuIAoYK/GG2UZfUsAskGm7Hgb/jv5UY7JNJ8Uctd26NIFS7tYIVsLtqvetGW/5hQIQ1HZh9W1IrQpad1v8vE2dXfNL5TPtXdEdgtg5RDBCdzzJ/Y5JHwrfQ97ABil1oxDYWyzPwDd5gsGp8AoK/Ts48pNK2WeryV0slBxlFlhhJ3bmLHfS4VrgirC9M6Ase3jHKflV9W/FlLfoWdRqhac59wtGwM0B1w+6wL3olSkrVZ+h39qUnCpIxQchN1QimqVlqrS/+5CzVnjpVCyGdKccrEXCuH+oCzZO4FujSlA9CjAovvhHL3kWWX8FV5ZikyUpKEi/RRhmqXK9UQugH8camABZuyc4/iQClT6BNxDzEp568PIq5vArTZFaA6g+AXOp4L4QaDQocMZq8Nox3HkciaUtOzHppBYK8i7jH1pL+3Q8zXKvw/fVPtSAcqYlb0AoufnZ/qd3OSqg/DSUU9FVa8cvwV6a8wJVa15gJJfTbF/fvjT5er9t6cBeX9Yfff96epnv4hrFMpYZFRK6mhqNCcAHzC21pxcbwT9wmZqp8Yq+hwkdQqvHIpS1qfjY6hhrE3RUFS6Aq5xj9vNJgjCWac2Oa7DRldXkZs2rwPiCjxqPqWCXSGS27pPW4Ltyx9PAmpz/eXltebi+sSKcOd8zpzJ2Fvrm/9x3EcIcIHc8MN1wM/LgN9a7xIAI6RX7uRc96+uYz2IeqmDQ/eF2li/JwC2PelTbBJIuEw+Xo6rBMDl84fhB9w/P6bxzXqVnkDrcUFlFLle2+vZp37lRqOKHFK/ax1I+Cu/lCL68+ovP1ytLi9YU5gbrAlpF9aGMNZBqLnpO/9KsW6fJjR05JgOYz3+q+xRd8YXwwLDAsMCwwLDAsMCwwLDAsMCwwLDAsMCwwLDAsMCX88CP/rriQGAnxzcr/326LnjPwegu8DoSz11d/0zsPuFATDKrwY1ABU9FIxeJKD4KQBgt9EA7PFROfR42b4blr9U6dtysDbwQ927xzPf1PJyNdU+z/GVHgDPYdyPBYB7UDlfvuYAuIfTgnKdNG0XAH4yB69evhfkTnUfdt+xu6C39SMfzwHoAfncxjVG2iSRALgft1qfCrTU/VI3zo8OALdy3RdFz+QFfhZIOaWmrWvLz527199WveX/sjd5HzOsK6ATCFNzvfdPgWblC23AgzIdrpRYp823AWhTGFPBUgPgAi4F+K2+LCAKGajQx7lJodTfOYZ9SPGCtpv9NZCbgGn0qx9HgKGVyAEjErAKCKeBcIu5stj9zhDScR7wOAfAFda7X/f92aATXsOvjJdC/mos2vqiEM75awFg23o/ATAnHba4DsI/e3NDQMboi8rLEMr4A6vcTeTjBCrVPEKl69yb0aeQIeI+FQ6YcvlOKuCZYrgAcO+HAESAnMISV6hleoyak00HAsDAxbYppTaGHANZgf8JoQCf2lQS9romPHEMIeGW8XOZSTAsVKepQJaiFdhcoD8B8JRvXMlgHdqcHLnYpeaHNyKEOjdAWW0G4PxtQCgU96h8UWPLN0PJyPUVjpw6vWHhMGAhfpsboPB9+hMxqStEuOxz7bE+2j/WODC3er+VHzGHBO+tmKZslJn4KQic39cpSWWdoF7yLqOGx19pa8FC6jM4dn7ffv7SHqvCtYLI573uADVjk4DsEiriVCp7w4c3llxfX8V4oGZ27ta9fYclvyPfdIza+/f7q+9/7tDJqHSjI3iT1gumN2uMQktPk9WkkWlFFG3WnUupZ0PFGmBXtgvbywcCEFu5HkA5oD1wFKXuAaGSMwSzIe3h6jjUprXGECr6IVTKzI0CphGhWiGkZYfwz3fvuzD2APqAw94c4FDRqOBRp6IKJscvE6aiFdBN6q31QpsBMhS5xixCQkcXIsx3+ASenTmAAcC5nAQgNgC2HwbMD9i/Xlsdyxxgo41Gi3U56kKDL4CcawcAmBtrnAkPfRzt5qA85SiOD7RTkQAULtvhn+u57HXZZTpMdrfhQqHLWZZdpkJ0az3XQqllVkL9AzadcO3+6oc/34UaGFusIwQ3ZbEWodQOu+e8x5635C7XJgjPR+WqHgC4Zsj4OSwwLDAsMCwwLDAsMCwwLDAsMCwwLDAsMCwwLLDLAkuAbg7mXmrJpfJfWt6Lr/+RAPC2dhZD0Uv5v9K2/a8NeJfG48uN/264+HQblgz92nJd665QxS+1y3ye7VIAL5XL+Zfkn56PT2uHQxhuP7qQoqW06y7cBYJ7Ze9T68ocis9z7G22aTv4bayodaIHgH0ZPZQsxV6Dlq187ulVxhr/DRttB+RVV41LPz7zHN9L86UHwM/xhfk12+5veUPb1Sgxtx3zfQyokXqlb73sFpxK48zHs1c5x6v9qRqVJQjcXtDXybm/TPl1ea/egcHJ/1HPTSC7QdLaWNCX14Nfj2mqL7tyt42LgY8Vw/Wzh1UOa9rWl0mlrf4VZG+qZPe1gEKBEwO9AhuGTmA9QwWFU+7aOW06Sb+cHn9Ah17ayzohwBRQL5Wvsl2AhbZxxXYrWytXatRfeWxrbABnslsX0hnwxcHcnV8vpWiCtSm8c6wjgKcp/DhKR8LmpgJaZU2AuGzXNtYAbuY+ArxhKFPsKYUpZkGxW4BdmyHiS8ZGbQ14haKy+kP7NI4J8rlOyjup8gx/yzf6fL9sELBi1ePL52uAKYC0g+bqSdRPeGPayrX3wKYKm41HJMDa3LjRxv06QNBdlzu71P99GHL64dzItlnlmK71rvd5VOcc5CJ2KFrnSKWhpcRkDXOZ5LRdhx2c89T5fgP4xvqhvqwA6MyTownk19rA+VLiG8gD/26sqM/w0YFEDZQZM6kgAZ0o7g0+gYGC5xlOm3ZLQRxhgTkULjrGC6jN9ZRzFTD4KJxDKtroSOWKRSWsGUjI4VTVMigCo1KYeiMM7TmJPME17a6uUL16UwbQsuo9PIicxwGbUbPuEzY+c/6+f3+y+v578iFjUiAgak/vQMMvy9cFZnWe0PyR/5iQ1AFaUddyaONDjI98K0A20JZ5hx9Nod0jpyzloGB22GQ2MFxLfb+OUNjHGZbelRLSOTZ65Fjil0TzbsvGw+rdO8NW121Fr0B5gHw2CNR8dgQEoH/YOsCuNgCEX9APQhxL/89civmmsNuMf4aJZnyohE0g9Ee5p7XZgfFnvB2KmbE8JJ8y5tDGDOcIl0q8C9GsaBbAXbAqCm5KivVGCvg4cRTtEYyOf7Sxnmf0oQAw5qn5qQ0/+eBmkwL5qWXzGMOy1bRRKZ9l/ZrqR17Ymk0Z96w/+5E7+SbCZ8e/v5xFGSwuhEz3On8b9sDfjkMNrA0I9XxUv5b+YtDIjmNYYFhgWGBYYFhgWGBYYFhgWGBYYFhgWGBYYFjgH9kCS68PBgBeAIgvAMwDAL9lpr0W1P5tAeBd8+1vGQA/gtyZA1WvMTuaOb3k3KEE3gaAn1p/5uXNQ0PbmwzM6mV8AdmXAGCVMoeIE9n9MgBYcChdeFLdUe/MPef2mAPbpd9rhu0CxXxfQH2CP1KkNngtgCRQ1NTUdXoe7nofNaxAXSr1svzHgLVXu9oQKis3EOglfQLgOrf0bJL/ASNmOxVqg43DWG+uG7s2PFTo5bJf3VcAt4e3qjehXl3fX9dD4ALiVV6dK9DTVPWbfmafpv0Zdlog1sovDkEM+W2/AaL1d8r9Xd0H2KGmzBDZANhN5a970tunbzPnAEaA6B7oFojr/a4AXuXSFSjMdpfd+rKtKDbQKxg9werofw8ya75XfdVmQGQPMRUyPBXBUtxJrXgzwdwCeQrVqhDSBr0o9oCxfQhrXKgff/oPjCmFbEGvHvKofMAeyulShWZOYQdA9lEhnqkDJa38hdDW0Q4Utlzq3NFuZ7OFleUc14Km0f6NjQBW75fasvIwC6ZG/0BwpThnQwGAkLnMQZutbjQArvGTPybQ5koDb/ziZFJ8G7hCBu2/nt5WtzoEcSokJ4V4C1HujQ7kNw1VbpRD+8kJXGNcClzqoCw2HgiW5/ixDLAOYZbz83Pd1wNgrj8JWA2IfxDojzDFuQHlMGIFXwVELT8lDHipYAlrbJ/XiOW8DDgYY4KKFvsTktftzHFlk19srtgPgAnI3N+jP3cB8g5W3353EmpPwjCHypT5jcJ0Wn49n5Wzl1Dl4SDY8TZALHYJge8GAFZudiIfEOZaCmsr+FGgyx+lniUstssFoAKA8av1yXHkwAWst80yBqEGpPW5BVv4vDo7i0blmqvNAQLL+Dn5kpsqv+aplONRN3a5viasNar86K+AOfWGCpnQ4jwKAOxcF0pXh9QOSK1w3eGz0RfCnnuddq56wHLsK3C/Ev5qhNiwgRqcPMZaQ+2CN6kS158sHQBG4Xt15VzQ/fOxAPA8tYTsnH8DMZ/wFY+h20c507zrALAicrjqHIu2DgCPP4Wf/e63oda+P5WC+uAoNjvc38QGBPJdH4TvxEYLkiHTnQTBAwDbluMYFhgWGBYYFhgWGBYYFhgWGBYYFhgWGBYYFhgWeMICSy/ZBwDeARBfAH7L/AMAv2UqzgBwDcsiF94FgBdvfFZjX6oA/msA4L7hL1EDc19rXyoRp5DCenXpojsA3ELHPstcjy566/rTlJQueg6Ad4Ul5tpeofoYFNo/HqkKE7LMgbNr364AnkJHZu8BwBOE7UI2b6uv7LML/JZB54rx6vc83POksOxGosJb+mW5lXhuS6me2sW9QtfKLmIzPgAAIABJREFUPgNgjgrV2ysWlScyw2JWSGopANMxN4Dj1Bk3oFcK7vKuWob7kNBqVwd/S8X6CF7rGrfdYIHxA6xZjSe1oz/mT2CT21Z+p1DOstUmbC7Q29vb7bCizzlom6qs+lcbKkphVurESXmZLgb4EvxNQEx9ysfqeLVThAnyTtZYAhliNNK2kftWuXUd6tf2JsTwpg+r3CRAqCqdH9mwvzYQ9GpfrkXFSefWAdwEpxIA94C2hYE1wGMdIZyrPkYrDXQNsfCnyT45wVHY1oaBauPmWuI8p8Adh04OBWXIGSnPuYILpKSaMfsELKv8ykDV6ntBIKCuQlTDwTrg2rfP7amxdq7dCvFM6GYAkkEuw7cJ8Mn9SohihZR2glUpWilTOU0j9PA0XrnRhpC5BSDdDjusFK6AswyjXH4K4Hb7bGepZ+Ok898Cnq8FVyuvbIW8Xgc8nZT3cQc5crEj19JmuvI5ACOKWUJNyz6xPqBc5TMqRinMaWFCcS5Bda18sTSQkLl8QlGpML+pQo/vCePMAVB3mOIIaYy3aGMEYYiPIywyeWwbAGYM8UfmPqBO8BubSLUKiMQGD5HDdi2Iii0qBzrjdhX5cz2XkyLiNwmaqYd+Az65D3tsbAIIG6wP11aLPlxGzt915Pw9CLVntDqmHpsMDg7ZqGD/dz3lSUBb8VvVd3mZqtWjUFdrWJ2LmpzBlc/46iqU6SGjJeS612UAvO2nUMeZ69brMX4FeHVYaftG5s4FzkZ7UKjiYpTvTRHtmZD8MZXLvob7qyxDeS9wxxGiGbBPeHWWF83HgLyEqz4J+KuD7lF/fLy9x+beEEToc+ynMMyKDrH5TEI1LB9CXdxIdRdCOv0w6r+6vYo1MsNB459aG3hWRJjsvNdK7LKHYbXH1KCedqC2xn79s3WKejJt2HA7CZFe/kQ5qJ8FztVhFPLYjvr4bn/153//vPq33wOYyc9NyHFCqIfNJsgMUMcvgeSs80t/QU3dGR+GBYYFhgWGBYYFhgWGBYYFhgWGBYYFhgWGBYYF/lEtsPT64B8SAD8nPvMAwM+aMkv+9axCdNFLgO0u6NvX9pLydrfyawHg59vl6St7AFzQ5qk7dgPg7q4BgHeY8DEA5oWzXuwDKcxD/FI+4c3eXxkAzxs+V/4agLartkFgVKDlJwZhzwPABfIKAFcZlQ+WWh02ueVs5Lse3PYQkXNWjRF6s1cwGwDXveX3c6DsuVsArsAvvwMTHC63wK4VoQmAw/8L1PbtqWelw0E7R2W//hX0kwI8QUa8wO8AE2FEDaYAZByE0C2Vr8rPCV0AeALFHQAuP/MobirkDaB9ABQBRqjLOJoy3OFMbT/nsOQQOMzvUVrqnrRz5fwVAM5QugURBT/z+gqLbZhTuTw1KVx+2sUKYNTqLawuBAiQxFFgUPmYO5DvnlXYYqt66R/XA+g04mpzjjtKRwFbYBehfwndDFyL8KsxFqgOS92nELsiTkBTq0X1Z0DZQDlLPd+ZI4JgUSPgvKDtbcC3UrBqb0GGIK7cvkDvslsPtJinzqXcNhq4zADFmSPZ8Bp1L2MbymNy3tK3LvQ3c5DQuQWAbwGgQFkpMVEeBzANUFbzMChUAFqHzj6JfhxlKGxGH0Un0JS6lPM0uPrB58hzG9AKw5Ty+Srsjs3XAYA1OtRXmw7C1gBarZEmq1LmThsE0l3pC+C8Nh1obID2Of8r7DPrgEY3ATNqZBS6HIyvQjQDRjU/Y2zl2x4j/M8hgO0P2I7Q2tR5fIwSmeutTP34MZK1xkH4X8A495CTFcjtecHl4XOXQpqr998crH756/CDAL4Xn6DujBWbEeJaAHD+fSMgz9oDPD5xLmwDYJTN5NVlnrIZ4Fb+fH7+zkr0KKJ8jpDU9IWjPf9RtqOaZi54jqidAu0G7jSBsijb4ZlvIuTzO11XR21EwU4q39M0lddW3WudzHDI+DIgm7ZV+Gbsuhc3okBGec3BXXfy1Zg7Wl/tIwLAtCufSVjTm1AMYAHdzFfl2s1G6l5U7DHW+I2BM/MucuhGXuZ6vtX6XFBYG7VIQlzRFcgBnBs16jnJeLM2yHZbNoDsxXls5LJZRxsAxr6ak7kW4jP283x2Rb/v7w9Xf/zj3ur3f7hUbuKHvZQ4k9c5Bvny8ibCdnsjhuw4APCGf45fhgWGBYYFhgWGBYYFhgWGBYYFhgWGBYYFhgWGBbZYYAnQ/UMB4KfA7wuB70uVl1/LOZui5GvV8HS5S/71+lZtA7hPgd8vA3zn7V0CwPP+P3c+zUHXvN4l/6rQwlxXZfUAuNrxVPv6+6T07cFvNqiFsuXF/uPcrfN2z/u/5B/L9vK4lp/3L3dd9zZVbmtVUwFv+seuenuwSCnz0NFVZxsfgyaUQH2ZXwoAP1f5+8hvZyGfpSYS8Gy2rHv699xSNaEYJPQoiqYnAHDd77yFhqnYS/qnma+UHxjYxUvyLdN1w1cKnKMMAxx0C12f+9e+sbkuWAHn9sw3PPT+sgl/qzcJPrLMHgQ3GFrq0s35QGhfiXbTxgwBCkTBrxyPad4rT21rX8e31ZCDyv2bHNPASvI6+1nGGa0NBqXQM5jIcN2MRBgaQFrnH60zvSIuKUyteVOeUdqSCkDG1cpQK18FULrNOyjqNCsznHXBf9aRyp8qOBz/7HdAJfymlLpuYa8O9gaEJIWCRQ6XbKhmAwmgCjS6/gKQZSfOO+yuAQ7dBsShTp3WFqkFrRp3zlkK8ryebJg5a5WnOcHrsQAwfh8okDDDAMcgeTWmDosMrPW4AJkqvHSNB+0uJa471Py3fAcIWupl1Ju2s2FaHQqPCzBUfeRENQAmR+86lJrUf31tuOmQtd4coLFM29wE+HXuXBSMDp/t5wPGT7CYyuv9AMLYx5DZa4bma7aPsmnr5wxPjh2PQglez6/7Gi81iPUGYBxhpgNOaq6oHkN7xltgOGx/fnau8QH+SvkdILvsNhkjPpAr1odtBMyln4DfywC6tPdUULcWJF93I7Ut7TEk5MDvgaxaw9RcbzpAsfuLX0QZ+ErAYIUHz5DnwW/lB5OyNT5PkRQoJ6qlHIAnfSQ0ME2pUMX8rDll4AgsvnQ/AKOMT2z0QAGvXMS5rijEM1EEtO67DZPCF2ukav/k1EDbKn3PCX5qTAGY+ZP5QL/x3doMUnbhGcHtlQMYVSttJaR8ME4dtIHzbB4oMIrPHUwP9NXq09VlnAu/1zqazx88OX26xhX71Tq6DhCuHL1hv5sA2yihP+MLema4D1zrzQreOIFL1AaCCo9dz5c+t319njYW0Q/8cFqTGfJ5jndfQ7cFijlfz7KDsG1sEAhUv/rD72/iHwrvM21y2AMAx2heXbFGkNw817EBgPvpPD4PCwwLDAsMCwwLDAsMCwwLDAsMCwwLDAsMCwwLbLPA2wHM03ZdKv+rj8pLwO3sZaDbVkqhlwHEJUD31fudFfz9AuCyYD8umy9zN8bvRQri54/OTwUAz4HyiwHwDpP81AEw3fJL4OZHk5IzX273Xd8GgOtFeLsuXtZmcaiLqg5+1hLztQDwNCtmsK7/3qC+V8w6528dhoQAG4CQf6rt2SdCuhaAmgNgh8lsZU19r8SHWc48p67Lz5faQKJuWtfGBUE0tQ3S4ble1z0FgHuQyr0ouHp1r+dGgcI4Z5m226NNDxAXhws1KEJ95QZOmyQSiFc/rAKebUiR8jthz6S8tMKQ/lSOSAxd/UH3Z3AGSI36Inwo4GYOgJ330ypzoFiFFp7gMu3jlNrQwDTzV/6AupH/Zn7T/66rog61p1tPS8krhSXwTLk2s1/pVH0+4LKR2pugtvJOy6ZbADDfA5kasLVSmpCqNQ4eC4NAKWU1PtmAmHhSsqaCtuBUlQfYKgDMcBT3VlhalLyOER4KXxOrCpv+GaiW0B11H3avfikvdlxLuOJy53uAclRwmEBSSlQ8StPROX6tIGz2s/82AGxQbgDL+JTClxDaapvKM9jlXIHXspP8LcqgX3cJqA6iPcBFhKOEuAUM63pBb0IuG+TSfqDmfoau5rz6rZDcAcYjtvFDwCpy65LftUA9kdLli9muHJVJtakY7HGQB1mgOcctLKL7DOKtDgboasai2A6IWAcKYYVwjj6hjKWb3Asw3sNmbF4JwAeYB5QLSmt9w75N1QmwD8ookMpYAUEr9P2dwps/rE6RtcrBat1gXQlgx4KY/aTMb94frc7fRZhmNTLqkr0T9JPnlTy1Urln5AWg9RU+kRsaCAEs4+2t3r93XmP63qcE0DKVDqalEb/QmuH1kd+xAeWI43qR0DWBgTv/oGTnCWf2AIvxi0lhiy1JRsw8UChtPx820xMQongtX9I8Uoxjg2IizhOO3NEAUFUDyw1C+Xd9jc86lzLhvAm3XM9L+nAVuYvZECCfTAitPMlx8xGbWNIGQP/2zAA0Ryh64HWM+wERA9gAgS+wCSUhsOG1javlv9Y52c/zSSGj067lc/Yx/7vDFv0zLBcfAebZ359ept0/TUctFDHqAYEVNSTm1x9+f7/63f/3MU4eKv/v57joOhTK3jwjLxgK4Gn2jw/DAsMCwwLDAsMCwwLDAsMCwwLDAsMCwwLDAsMCOy2wBGjrpfxrTbhU/mvLffZ9AwA/21Rf48IvN/5627qliR0pms73qs+CUf11XVGzr19qg68FgJfasbTBoFcAU9Z8HHbN6/l1i+PXgb2lNm87/1T5ExDsoNTjftQLeJfevwjnd708z2OuDO3tUkBvfu1TfdqWQ1hqoM6nnjtOVc8j+ydE3AXmpvtmsLHC1rqPm7B3M+ev1VRFUvUyW4q0nGsBO5rdbGsr1KwkRJFXNr9VTlnn6OyBskBYZ4gCWm57CzHc23q6HJiicSWPZYUvjTamutKIbfuxbbwBEoaOhMLdnPylBhP0feTXDhG9EQpaDpegbDbQ0waLror6Tm3O9jvfsGFA+Y4AYv6TqFeqvQREQBTUsVJUAlyr7yjEAiAAtEQQa14At+KGyMdZuTR7tS/DDJSRGhD4iHo2/YXP5UcVCrr8s67VCGYo5x40uk8uC3gqANxtMuC8/GJSeBKu1X1pY2T/KN83zCxldIR4VThiQ6gHlIOCr6Al/+QQSMvoBRVSGfsQBlmhYXNqVJ7qyh0tDIbv5fiVTaTci3oLEAGkeiUg0OouQ8Sq9UCwmBcV/pxQtAw/gFR9LTCkHLDefOB2uWFqJ/lxgW8KrQ2khVSxwQDbe84JhnMffqOwswXmgHWGpOaVzHUDbimAM1Q1AFfqzSgHBXCNpfJKp0Jc9pCvBNCivfQPvxJPRpnJxg0TLecWVsBe1cGGhbIt64QVwbTJOZkBy5rjQEflPE5lvEBzwG/WlrieEMaEwnbZsLEDqV2B2deh2GUcaee782+stAwzs1xZQU7oZEYWXw8AHrD4MH2y7ECZqHgPQppqQG673bLxAh/TGvew+ub8LBTClwLTjAltcPsPNU48f3/2s5PV978KcEn+3gLm2mwRNvQkVuHcizKVaUvxhNYmtLF8WdA26vvmTO3AfQg1zXeEmy7Qykn1UfNZNxpss1Eg/iP8cm1iYBcKc4T5F6xeh+Z1tAcbYWNvfvEmCvWnQinnujM9Z3MTgksxyAXssimA4zZgrHNLh/aZcev+Hp+Uu/IDw3naQBj2w7y/AeBoR9gayCpwnYpv/B+/Ihczc4+jQn7zWWGkA1Yz21gfDymQ+Su1MdDWz7uywdl5zLcEulobs12CuFofnQe4P3RdjOf9XtgzatKc0SaUFpmijxSisPWAZgH4tllK46/Rwhae33/4w83qj3++iv6drY4ihzPRN2611nnNHiGgN4Zi/DIsMCwwLDAsMCwwLDAsMCwwLDAsMCwwLDAsMCywzQJLgGcA4KEAfsvMWfKv55c9AHBvq+eCxbrupwyA/SLXircvAYB7O5Y6tAfADRxa2bPr6FWndc2PDYALlumFdgeFeyUv5/TyX2qmTQDcpYhVlwg7OQfAvISeQjorB6vXSL7Xy/miA2kUgdUZAPYrf7XSoG1u6HzJXlCW8+tSOPKC/gkAvD0styEHuU99AAHbhgG3xGFIewA8gdzM/bkNAKv9WW5TjmWu1kewAPwk+qZWAIAdEtTtohjljhWnINwr0CFVw2pg3poA7CDAkWGdy70jf2gCYPt2Au8OABMytobIoVmbYpd7JlAan4Fzyl9dCuMulG/lDjbINXAqWOi+FXRzeNgCyrK14KWBk5SsAXbJiYpZrABOsE4uz4RBPQCWoDOhjBS6UhZSsEOIGyzH91O+zabwnANgzGU42DY73EW9zitqoCkbx0AcogJU+bkwkPuWavP3HgBLMcuYBIEsoFohbbUvRYDJ6xr+KBUqGy46ACx1YwJclLcHEar5KABdzdMG6x1iWnZgftJ7xiT+63MQV0oA3Fx+Vvm8sVvYf60cpwHaUgEMOevBPTmOXThgFZBp39Omgrj2TkCaPnnTgjYoMKYJjnFI+lP24icbSsjFy/UAYGHHsB0gXWOCveWwXAOMtUpUNo3r6R/lSJmsOcMa5NyxzEsiFqBkpX+AVTU+6gAUHh8YTvbzgLy1mnRRwKfLUBtL/Rn5qQO87ZF7NpSaZwFtbyOnLGHFK3oAYA8l6vX11ern33+3+v77w9Xp+/vV5cVtgNboM6pbNTz6HDA0EKRsi7rTYb8NgG9uULe73+xRsULWSmFg9s3NlfqrdpYd1Fw25HCNVdpsujiQyhZVvkOBo0bHRw0tY16TGxd1dQ4q8PY4QGOfNxpgL1hZY4+f1byqyAUF+MMGpezFptehokZtzTiwzhyfkkvZobpdqceJuYYfHYZymHWgDkCp2HR8RRqFa6I3RPtPThzS++JThOmO37G7VMnx3TYALJAc/48I2toEofUnriUEeuZ5pryTU6vPvXZZJVzh1AsA9xuHMAOPv3vWyNxsUgCY8io3/RwAy8vx3wTi3pfBBp6wTa4lD3H+9ubz6o//frf69z9che0i3/NRXLVPJAOvjwMAT64yPgwLDAsMCwwLDAsMCwwLDAsMCwwLDAsMCwwLvN4CbwVYbwWor2+573xr+5fqX+rfm+tfUvA+lbd3qfHPOb9U/3PKyGsmGMfLuifA0guKXLz0KYC1ePMXvODlfrCpsthsykuM91Q5b+tgAbaCH31pu/r7XOXt0rza1fJ5veVz8/LquoJ3cz9ZUjZX/XMwO9WTysgG0DbHrIDZrnb1/dtmi+f60y5IO7VfCkLDEo72ojZfsM5gZqu3KXemXIgLrsZY8HK5h/fiI3rJ7forrOuGL+VL9j50c6+w5dq5Qng+Po/Hq/rnF+mCJd0Q9arhzbGwcqyO/sV2Hwp7sruUja3gXWM5v0Z5DwFo8Ra+zqHkko2w1wwA1xzceNGeY9eD3+b3VpH1w2s/yL51CmCHc3aPJ/41U1w75K5BqMK5Vq5N2daOAQysnJBVYOW9RTEnfhn3S30a5RMetgS+Sr2ZMER1oRZNMOnQywZ6lQeYO6tvACWPsYE/kIh/d4QT7eB7lQeo4RBAUj9cd4HiVpZzoFbO0gLAAOZpyAWaHOa4wlhXu0rp67GLukjNGUao8LfOX+twsxxAKdlXakQgKKTGYYXJ2VrOQQ5Z1pcKgSyLpgqYkQAAV5hy5UAO+MYB0BQ8pgXkpaUTgGtUvalmrVDWOhdlGga7j6gxBVUDFPKl1ckJt3IjgCA4fp3K2/Jn+gOIU5jZLgS0QtOGjZ1b+UZq3lLSauxyzSlwXyF2a/1GkQjEPwpVpcJZUy+bBRK8f1Y/PTaAWcM4978BP4fqLv8BVjIfbq4DHuZ1MHrGD/gMpDvcj7zHAWEF84BpOT7aIBLXfvx4IQUr6+FFQMLJl3OCHR0eJ4i2L56cnAqs0g4AuHwQ0CyV72Y+b+deNmzFL1CwAoCP11aZs7ahiC21MADZIZKt8kSRywYCysG38XtsU3ah/ycnkcP5883q7oaw09Ff9Ysw3Verb749W333zbnAYKDX8NcIGX16rPytGofos0Tccdzc4NNWQwNuFTYbpWo09PAYRTHtjzZEe1eR+5U1oTZHcD8+43DMBvGMNXSTNjtCQ8vBzAadw4PjDcDKOBoYBwyPeXNyWj7g9aXmkcLi9wfuL7LfnoOlXmf+Y49aM5wTeW91FXmbUeqSw1eKauCp6sgNSYxl+EtFRai5YV/0ZhT6xfNzTVj1+Mm4KWR1AmqvkYy//dWKcs9pDoWVntazXNe0uDvCQgyr4S/AWXDYIF5rVq63fJaimHaTtlcphXMt1XOrbQrJlMm5wcebi8pf+2chdxA4QL5LG3NjlZ6D0fR//e396g//HjmmA86zZ4HvNW9jIXrJX8Obgzh+GxYYFhgWGBYYFhgWGBYYFhgWGBYYFhgWGBYYFpAF3vo/r18Lcr6U+d/a/qV2LPXvzfUvAdivTVKX6l8yUHd+AOAXGGtSCG675yWvvAYAxoI/ZQD8VPuXPGobAK57DAv9AvstALjK26XKLjj5WgBc5T8Xyvu51eXuTfV0rw5+SAXpXgCH+bEL/nocMuTuwmvnCbTGq+9tz4Dyxwqf20MNneuUswK48Y8Q0O5bA8DKcZkQUxCgYGsSW4GRVPjN/aipTL2e6H4pHoGHDuHp+gwo1awSQCYAtiK4HVyr9tEuQeEKWRp248V+geMOIBf8qkeNckkGByAU6hTKPQGwFLIJOKY2Q5oI31qxTAVcrBjkAGxOoZYFIE2zK2dpKXlrM8dNgJoan20bOAoMltoXwFYApgfG9leregXHq88dJLHSMMF0AmD6YmhvAKPctoSTzjIM2SNsMOD3LnKSqgT7Bm3j+nJPII4UqglvgEkbGxVinFEocgAEFb68my/JchSWF4WuYFZBuMwTXXAWSCiVqCBP26xQ3lHhmav95Vtut+GWILoAeoNaUgSHHa6uyG3qEN/AsH6eGCqjmLW0uMbmIXOGWg16GGrUS4XA9VwJn8QesqOVmy03tp0HoCuboR6N++gX99LW24CXHPQbX6PLtP2SXK63zIMAcMpzS/ut8gdwMY6USa5YakGtWr4MFGbwriIPMXDTvrYXAPVEoY+57zRUpIZ6YD6vDYTZFmmOg/GpDUbaoBCQ9uLiSvOJO87OTu0f3IdKNcqtuc71tIG21/ylLtqt3MjRD0Ik809q7bjuNuYLy8D+/v3q3Tcnq2+/DXgdcJzmVI5drr2+up3y+BryGyBeXl6053MC1dMz+shQ3QvQ3oRN8fFSw9NPK7iByhniO/NRKyy/QGeuYVozULhjIxTTU9z4cs2w7a1DN+fjwOuWfQCrKtxw/T5tOtjcNGQ/dpH8MIxNP47fpcRmruHPgGdtTCHfLRt9rOrGTi7ea6+fyxldIMO2cz9KdOoqAFwdmZ4rce4owHju7ZjWA9bwAsDegGJlcYXYZ7+CNtPk+q180UD02WahAsCYFABc0Jr72toJoE8bKcoBSnkgfducQ/c0t6LXt2zGwAQZbrvCeLMziLb+63+/Xf3bny+UJ3u1dxw+PwDw5MDjw7DAsMCwwLDAsMCwwLDAsMCwwLDAsMCwwLDAWyzwVoC5BEjf0rbn3PvW9i/VsdS/V9f/XPA6APCTQ/RTlwdM7TdLyOM5APjrgd+pFQk06iVnPxC7/H7XfJlfvzSvdg36vJzdCuBN+9RL0YI0PSxcWgP60MxTu3mRmzBuehHdFdSHBH6N3Z67rjwGwE2xRL3bwhX7u9b+7e3bLIdrytYFeuUX3UvwUrU+VwG8Db5N45ONKug3B9iPFMKChG3eNJjc+lHg9zEM3wbIH3tFryatENHTXElIW78LdG2EFE2JLdN8BoCtbLU6j0Pnc+4p7LGgFy/unaNRY1H1TQo15/DVIsJL92lhqXqda7ZBZCBFC089AeBu2mjOqD3ulV/mO08wYTylmC11Wio/J6tNa0fBB0NvQoAaIgM+A2RZTNrKnz5XuO3cwEBsaDWihVoWZEI4CGjKblZu1TYnDVgFazLUs5S3HYB03wxky/59SOcCyVLDZj0FquWHygPcynR5ZbQ2plIAy6BW8ElZHP1xflXUnB5nVK6MR20MUHlAHKCQAGrlCe4BfobkjmspV6pCyUF9j2yODxUoRmkKMCS8a6p1DV/DD0OCZ3Wy+3ATgHF6BpDDNCHp/LlgmOphKog+2WFyDOf9rcO+YMhJH61u9f2Cgdq0YBsCTFHns6lD4WqB2dEpAD39BSyp3ennguIac6sxtZkh54vzTmOXgI/KPezNH+uAtoS7xYYea5TDVm8TXhnIenMFLDXYx54obwsGUj/3TopiEzOVD7Sua68uQ10b8wdbq27lrIV4kfs21MW5FhC6H7+oNtKHoyNCIxfktqoSeAucp1+ocSkPH72Nvl0GAFY2Vik97SdAYC0zCDIBjTHGlIGS+OQE+EsVMdb4U3yPSvfbgL+/+R8dlvk2+u88xW3NZZzI39xDSId89vgo1HaUy3wEnDMH9iOvrHwgQmrfXFtVvh+q4OYfXoT0PAzbMBZHxyjcPecdTp1/Vjjjw8qXO5FRALwClat+qXezja0Sh/fn+27J9un5n2IaSnLT+nQga88r1iD8TJ33OdyqNsxU2HJtMMq1TM+o3AyijRcZ5hkFdh1sQvA6nVEOpAgH0Fu1O+UQjrqlCW/uprko2yj8dJapv1usrNemCtYV2p9QtsaOJaru5zsgsMLS53pLuXB5rvF1DQAzvWujReWlpo4y5XFs1KhDIdulkMaq5AS+js0MgO+jGLcBgCdDjQ/DAsMCwwLDAsMCwwLDAsMCwwLDAsMCwwLDAm+xwHNBw646Xgty3tLm/t63tn+pHUv9e3X9AwAvmf5Z5/9uAPBGbwcA3jX4f4sAmLbO2/WSENDcP19nnruu/NgAWH3PEM7Vjx4AA2B6QF7XzkNBP1L/Jozzi2qrcl1+ArVUpk7AeAcAnq8PvTqyypvCWxYULOLEDOSkAAAgAElEQVQ5c8JSOGrzQKojS+FbIKugWAFghUWO8ia4yDt/wFO+gK9x7mFaD4C5DmUZKt8CYVWnmjcBYIeeNfw1NOCYQBzZWIFpCYCsAGwAsZTitokFyjIDXY3LKjwyoXwLYFeuUtXTAeB5+3v/ngNgmFd/PPKDTvlLHQJW1JWhhNNNVETlfHW/CSULNAEaZU5WgeIWWrrGpX7WWHjsrIrjEAxMR8Ju+m+CjPbNfr4KsinnrdtUfqZ8sXkYPEbu1AC9R5nrFEjEveRPJeFsv4Ggb1ufq7T8rsa65hp5TVHB7wVgdP/odygLE8IpX2mAuNC+ChLW+kPo7aMj8pgCjqyQtW1tC+dyRTGKGpfQwUAzd8zfNYhesJFzzb8NpAGZfEdoXp8z8AXiUtMN4aIFuwFPqWAORWUBYAMzA2CXcx35eZ3jGABs2OfQvIb7BePs81abOmQybbjLvLvr49NUXqPOJT80YXvpd9K2qENA8QEAB/iN8MiheKy8yc5HS45hQ3N2zQDMKye5VO9xDcpOhTGe8j/TvmhktAcAXONI/cwzgXFB0MhjLH8xHOe7sjtZWrEJdQi8x+XY+TrGl3zDtAd1sH3aYYcF2rPNqGTJwbxeG9Tu7QdwD5uT5/a7789W3397srr9/MPq/TfvpICuUPnycYULDzgdcG96lgHnYxzxZ+qmHnwLBa/nRHy353H+fH8oFbpztjcfsu/giyiOo/3nkU845xHL16eP1/YT5T/mYj8f3C/yIDNe1wKmBWa9lnqOq+zcfCBfVttq0wybO5rqtwU3QBlNfyCiEeIb9XW04egk5pqk0rVuONS9w6a3MPX0n/GsvMMOye46z6N/OaxqWwPArAlszoj1IjYAlML6gdzHaVuP57TfYAKzdhsjWK8XYWd8P+YyfjHl2Y7+aGNFtE9AOwEy99FVsnArFzDRGthAIkW97SNInXZjo4TnvjfM8PyqzQfawBL11nPZ65pzwoOi72NeXXxYrX73u4gIcMH8fu5fQjLfOIYFhgWGBYYFhgWGBYYFhgWGBYYFhgWGBYYFhgW2WeCt//N6CZB+bau/tf1L7Vvq37Prfy7wnTfob1QBvCsc7JI9v/T5nz4ALtjbayS2WSllJV/agE+U9yVyAPfgoq9q1/dL3XsEWgsEzubXnOHN/WRZCVwvgWfgoArucgPS5kdgOiucK3B3gd7nfr/NhobAM8Vu2KNXM21TvW71snSzKZz7wl6Evt/SxGV42bJJvMAVMOPYPNfsK6jbk7y0p0Gj+9UDYANYl0nX+3DQ7pPzTupT5xePx6KVjRJKbdwBfwss9KB2rsYtGFeAtAffS349rxdwpfYnAOaFe4Ewg8H5eGfP546e4ZCr3VObZyGgKY86PE6GJ5pa8a9Csdo+TUUosJa6rurr9LjqQ7TmfUppG6DgjlDDMS6oIduwG05sO/T9Ri5O8mr62gle5MYAlHy0Beh2S47LCL1aILJsDPgBGJWyteqs8/yUWjEPyix7tw0HCcKlqNsci1ySnN85c/VSlOBf2LPyPiuyAHAlfRzlL/UwVzF9gese8vY+Wt9rbicEKnWwNI+EXM7Q0WXbaUNAkHeAF+FhHaaaQXJobgBN5fmUklVhzr2pACiKTQmpLJ8K2HOcitSCwlUX7ac9HPWdVL6EhAWu4j+Cs5mHNBXu9nmDPYB1wSTsg4nsp4CwyCObpgegAdSZ7mWDftxR0cpe2dWC1rTNCtUMw4vKW37o8u+i3PsAsAqjrbkU6mBCQwPuQxZZytyii9iUerGPQnorxLdz8HI/fnkY6teCxOSspT4AIQpS4NlxhIMG4N4Ax6PDhmdNES57TeuU7avcwarb84Lyre5EYX4cYZiv0pu9rhgWOn+sN0s8rC4+EYI65mXMjaPIzwsLBZ5++93J6hc/j9y6x2ELhYPG6DWuWvW9mSTqdrhmGxkzsoGAccGHlJ8bWC7C6fsPI3+w4TmwMzYt0GZtDihgamAuWAz0B9wC4xk3qZD53uG5KwICfaaM61BqY3fq/ea9cw8TbvpO4bu96cCHIbqpt9te9kUVrBzE8Z99yPMhd/CErcj3TI5nz5t15BhWvnOBVvsb7aOdArWEP++eNYQcl9/menb+Dn+w7W5vaBef2cjBRoNU/2vtB5Y657o2ehDLXeGlC4a7Dc6tnmGqaWRcg2/QL9p5l1Eg5CvMN9b+9C232fXXQahz5nzlFvcmjbIj86Ll0tYGnFi3a37LrtOGB68DsonGP8LTE5o61N+xxWH153/7vPr972JjygDAk+3Hh2GBYYFhgWGBYYFhgWGBYYFhgWGBYYFhgWGBV1vg2QBzRw1LgPTVDXvmjW9t/1I1S/17dv0DAC+Z+lXn/34A8FL3BwDGQl8TAG+qUgcAtr2f9kugRX8U5J0Av14sN9Wuw2k75HG9aBZUpK4ZBAZEUnoPjqfQ3Qol7JrfCoB75lvhmB/1OgFkD4D7a3pIJxjKu3aUl7NpWzlv696CYP1lApCgm7wfBZWUaPnyvM/tPLVBKi/goihrZ1srIOsFf3u5v9nDCtU7hRpOAAxgNQSwsQuq1d0A4LKJrqnxTnWhQnwmgFA5AWXvUWpOALj8Z1NF21pnACj9Gfen2ryAyf1nA95SIFeuS+5H/Xd/l+F9E0hXqFWAG8rePixuhX2e+pbKXtdvCDqtP6kAN/AAmtj+5ZMVIhq4WipgQKDHKDcnVLjjDF0M4CSQq+wc/47XoVzOZaj8a8PW2dDyIcbuAGAVJKVyR98JkBlqChRnvtvDaDBg8DZAsMLzJoSWUDGdcQOcR3/lRzF+t7JphhQOhzYQNOhRPl2pNSk/1JpJaMtudB1oWv5WClTN/2jTDcrZ+OVYeUQbkINr0jbBO016YCC5Um13DoWyTsV9/5zowX7N75oHtAPIOYXsB2glcD06AuSGglTtZextJ6CtwddB5s1tgAzjGdxb9U8O4pOwM+pahTyOe9brgH4RVhllbx92nNE/DFXl+mStcb+6up7C9x5HnRwATFTadRgwOucqylDgHH5Enmv8++hwLUUxZVXbgL9cz1jUmAkYK6JzQOEIy7yKf0QI/+b9yernvziOcqTTjPnLpgJDYx/pr1Ee8DpHZ5onChdPiOroP2s3CmMD8swdjkIfGBlwE4h8DzgXPPWGg9vbq9V3372XAlWhoLNWhvzqCmCMOhuQHX5IZOFcp6WwzjzNQNbTM99Lv6/jPuxoqO7cyi30ODm9K1e2N8XUWEv1z3+o81HJelkKABxwXQt+wP4Y25NQApdt8ciT+K6gbss/7xy/XCcVfM7zs3MD4NvIba31AIAaJ9frCjVOL6ysZa3neVL5pwu8Mx2B1vMNfJovYSOlSk5beH12fnCDeW/YqrzQXFc+qjkQN+Bjnv8OJ+6Qz1ZVT36ZA1Vz048GA2qOaRNMPhv47iA2A1i9H/aLNv7lzwG2BwCebDo+DAsMCwwLDAsMCwwLDAsMCwwLDAsMCwwLDAu82gLPBpg7algCpK9u2DNvfGv7l6pZ6t+z6/+xAbBeUG2hOa9s15ICuEDH0nVL9l86vwSolu7/sc8/23/qrfz0hi0/fEUu/JNWAKd5phfG+aJzm/J3Wz/9ktPHHO75y+2hiPt7tvnWfD3pwVp//a7vt12zoQCezedeBcy9m+D1MeCtF7bPVQBXe+bzfLLzLDy0bJkQmHsnOFy23gKBdaqU3lPYYt9Q9/NCvAkxW8jNR0rZzoA9gG7jZjitF90JoBw22eNdSi69hNfL6x2EPNu7DQD3EK8pxVo5gAaF6sXNOmBo0OkJT0he+6XbWePm8X6cn7qg4zReyZCaP5YauoFe+2Arqym9XMpmDuEEzcrrGWUBB6QmI7+mQ9MaAOOD8WI/2k9Y1gLE/Ryzn7qcBpwNiByKGFhhIiQFsIB35e+08t1ghTDIKC8buC5FKqByDrVRxVUI7R64cg/14XpSwKWx+7VbYVOBat2mhAl6oiKNBq0D7pWTUg5hmumNVZOp2swkutQBMG5+WeFbN0F83wblFFbO2lAsRnuw17XCNAfokhIZ4ztnLHsJCCWMArhUyNVnYGAp7Okqqk2vdwA5A20rCA8MfFPJJ38tZXmM3bFy57aNGtUX2knoWSCiwjQLuAaEi/Kv1Qdsknlo057Ubpu1XNkKs5wKx/PzyGkb1wjwBfgv//ksRaHhH6AQ8FeHfXJfALjWCeogNDaAz5DS4a5RJEuFH/ccB9jmXsaP/tIH8hM75LjDDxPqWHA11MKMRwFG8tdC7xSWOUmcQ4oHTA5oexhjQn5efOkyoCmhmnHgE3wEVXDU4w0vrN18JqftkfpWmx84j7r9NsrjXvurDcm44VeMNdCPvvlfhu29J+b23eo01PnfvD8K5S9w1nd/lpo3/CnqK4V4rWVUwbxzLW3zlMe25ei2IjXgbeRAFhCOUWeAzs5OdCfT+dOnUBkD9uM8fuBNAg30c92nUCvrxhg/oOvhUa1VofwPm2uTgdbwoxwPNtDENXELcLgeM1LX1uIZrUHdbv/DpqGQFxh3+HRyliuCem5YqsAVlxeEuHY5qLvXsXFjOqJK7OccuQ0u1y6LAsCsa8wX5UaONuKn+Mz9nUHrOvIyI7SX0lprvu2I/7MpozZ4YCc2XUxrNTA5zvO7xPisjXyHX5JLORtKO/CH8uFerV35zb0+1PhmDmKBX/JbW3XN0UNfzwc/Nym/bD2lTsgHpEL6o/JmvqqAmHcx1wcAbq40Pg0LDAsMCwwLDAsMCwwLDAsMCwwLDAsMCwwLvNoCzwdQ26tYAqSvbtgzb3xr+5eqWerfs+t/JWjdCm2XGr3t/ADAr7HaV7/n2f7zEwHAuwz2XPC5ZPC5vVCMcJSirO4vLv4SANzX/fcAgOfwl/7Nc+DusvdLN258KQA8jd/0Ut7f1PLZcsRW2Mk8/0oAXPaYQHKqk5si0AAUcFEwssCra26wo8HKrr0VDzg7JsVWqsrqpX1B8anvAiPOz0leU44GqxO0JsDtATAv5x0qtUFKzw0rgPujALegctTHaZpa0YDdJsKxut8FFHiJr/akc/UQVcArAbCUXB0ANhgMECHkwIt9wFXYQiDDYYDrsOq4QvI2paGBmVBgtAkACTCKvoUK2MpVh2c1sI08qwFRAHn9uFQ9gtQJhmkP/RIAjqOgZl2LkpVhkHpUwK/tugEYcrBe9Lmqqy+yPWAlfvb5cjmPCpQD4Mhh6GMwje1Q6IpxRd09kG7QzTauMXbe37QbCkDKBAAHuAKUAakeAqpI8Rs2pF+3fCbvbs63CQjGddUv/UxUJD8R4MRW9sWNMMhS5nMv7Q8QDRTEBgmKKUu5bwH2Cj9sAIzKHRtFDzR2gGNB4fQ3QtNKqRiqzhonQb6cB8cAO0I2B+zi+xpzRcaNcqSGjWt6tTNqXEA0APjo6MRhnqP9lce4V4jf3ztXMfOI+inrOGyAP2A6wByhfAugOddttDlclnE1nEeZaZhJe/s5SWjty2jH1c11AOBT+cR1+AfAVfZnfaMzqTT1uoM/BsiPcTw5ORQ45TDsc3hqAcU4Li9DTZz5aLneIY/xLUdZYA7gO/so2w/uIs/v0er7n61X7955k0vuBQlwSz5dFNAVetqA2v1mTnujQAFvNg8cxXdWxKO+terZyxqh2ikf4BoQV4D+YQVQtVqVDQT2tx4A02eHtEa5G3A8+g7MZH2RQp28tjlXjw4jX27Cz2hVnGeOUafBsnNMGziylmAz7gXiUj8qY2PtqCfCO6vVCV9tv9xoEpsrsBM5kAHypeg1/GWcMjR95tCeA2Dmp+YLa5LmDHM3cj/fep0CPkexhqtpS9UPAAYU58LNdZVjmfPYE9+jP9rMwFob/8j7zTiehN3qUcvmCjYyFMYX0A5fN7iufMZe65QjPZfB++gbc4N5zHjLPlov83lE2GvN3bhO9vNGJn4SKl02zYgT2kgDqFcahwGAZZxxDAsMCwwLDAsMCwwLDAsMCwwLDAsMCwwLDAu81QLPB1Dba1oCpG9t39L9b23/UvlL/Vusfwn8fq0cv0/V29e51L4lAy2cfylIeml1ViT8dI9F/5mD31lX+/xsW60wy1X7VkvN21u5ZavceZ7V+n5pHs3bteQ3JdCdg995ORWiuNQpcwVwA4q+c+m6+fnn2LNAH9f2IK+/twdpfN9+3wSdm/f4t1KRqv35crXZfbOFNV8UbLaDk1IW7Thq7PoX389V+Pf9moNON97gD7XoNl+ZL0/z8SrlXoXWrHyShPh97uHQlyiY8sV1AsltSs8CS6V65PcCcmX/+k71zwAwXwF+5vmDq60V4rhUkb1/T6ovtS+xTQ4oYX/JUckhkJVHwakCBBUuu4ei5QcGsaU0zXEhvHHCXPoseCcgA0CxylQv/wOyKHwvcDfzvgogAA8EMB+PhhSDCTMEpDL/Zl0pSJvrV41nv/5UjtyCazUOKFsr36chT0IJIESpLgW1bSc4BpyxUlkCADW+zJFoA/bsQzoDRejORkhohjps0kK8MhcNpaQODUeuMTX0DHAUKjzWb+AMdlAu0DQUthMYTuDTjzfjjP9M7ZcPWgloOzVAfhu/lw3KZ6WcjQVWyuOZzQ2QrXrtofzk08AoKZbbxhsD1wSCckF8pwEt5bcVKPf38n3aH3ZgHdKcQI1amwBSAW/gCsT32uAyot0B9QBHKFxLWVmA6+rqSt85t63BtuBTjnv5cvseeEZO1COF7qU5VwFe7zI8M4AXYGoHpt2AexTDHu/jgPQaolwzZNv4jIpXcyzuL0B3GypiofTwJ2xI+1qkBSbCanURgJU1Yx19JDTwFH63lJIi2tSOsr1IoMNvl/9780C0WW3cX11cXEybCjxWjC+hl08EUDmOArrRZ46ff3+y+uZbNlHcrs4DBB/GYv8AKKZ9obzVfJoiMhjSOzw9xI811EpSxhPIeBq24LCPGzDaBcI+8WXbxGBlKtfVGgYQPI58xFyPoh/we3p6qjE7Pl5H3y5l05NT55QuNSzK4XWMJ5GvC6re3zOuDmNM+etQOdec1xqlkNO0HRV4bDCJPl5c2iY+UIAbULKBAZ9HpYp/v3tHEuIEt1HG5wevOYKkEU7bwN32KH+mTsbhLiCtN32EXwSQreja2MHrt8ul/VadW73Pxg4AMFNeKt2YTYSbFtDm+uiH1x7n7j6IzQA0I1Y3qbk5Ts8CkMfQ8TynDkVNiAK9MQiFfv3NknmNM6IHtuE+wWSgsZ6fQGBDbKUiwP+k6vX8NQiv73O9SLCsMPq0Q0DesBmDDgVw537j47DAsMCwwLDAsMCwwLDAsMCwwLDAsMCwwLDAay2wDKCeLvmlYOe17dx131vbv9Sepf4t1r8EWAcAXhqCJ88PALwAur4yAH7u4C3No3k5f20APOWWzYbsAsV/iwBYL1dzIswBfKl05vME8GII6A5PgGkGgpX3MC96CwCu8X0EcDvlJxB4DrALEO0G9QWiUimbSsHXAODejn1uzmp778NvAcAF8IqJ9s+QOQBuoK3NkIKuk01jcI9QzylnpJWmdXhcDXYL+ha47eec++OQtxsAOy4ySHOIUMoHgBY0nl7oh58UANab/Dg0lrPcyeVvnO99sgCw88n6Xo4Kud1D9mo3/TRUsvKx7gOccj0AzTlbDWcMRdwHykfFJsggYOFLDCn8C6ALNZ3C8AJjoo/qf3yvcNCTzdzWHgBLUY6SOb63qi4hyDRPUataoUx7mb+ANIfybdCyH4uySUF4g23PT4plLBrgzhyj8fdFhWxuPhF9VG5gYKL7W4pQ8ruSS5bD3wOEmqK86mxjFOA/AbAg6FYAbIWiw+S2Ngu8S+1tgCpoS1+wM6DOmN2gNNoCIK/ww4A8Q2r7IyrQm5t79b+tV23tqmunerROUHFAsdyQATAkPLBCQqddqQeAKRV1HLdRB5C57F6gTPaIdkvtHUYAUnKUQpn5gtq48v7i59qskpsrXI7Vx5fht4Hecn54g4X9JzdExJit11aGaozinhr3NjeO5VcOB515sqM+5gTgHIXycaieLwnFHDcdHxGW+mr1/ffnq1//2spzgnIfhhKbfORsRHHo/go9b6W8/C7GtgCwNvngy8yzuB67nZ2FLRJm2m/cSnWrC0yATxL2mvnl84aH64CihJG/vARkEy76VHMTmKy1Ka6l7RyV75oK1+sAz6ny5dx12MF+uBdjGiAWdXEazOu9c+u6chpKnmHbrtpjyA08ZxMEIaMd2eD83OPBofzDd6hcmV+RT5jlRzSYTSYZcYF1K67zxpwyCGGmY4MDYcKzAQLAAN64DEDP9aUyByZLGZ+bDPbkFw0AlxKaNrEBRXnBUYHHmqCVL34/PUUh3QAw/lehmuWTCYBrYxXnvbnC92Mm5p33cVSIaNuhfBpVuMNld8rwpNyAYj/bS42tIZueDQMApz+OH8MCwwLDAsMCwwLDAsMCwwLDAsMCwwLDAsMCb7HAIsBcKPylYOctbd1271vbv9Sepf4t1v+lAPCuEM7Vgfn5oQBeGtq/ifO7/SdfCi62sjDS9gunF5qL5TzvgkV/nxWzNH921fpcADy9PN1R0ByPb8sBzK27AOM0vRKMvgYAq/wZgZ3bpSn/KqTr88ajh7L9HXMg/Oj3UiflTV8LAM978Qh2yvZNBdwDYNpsdbPz8nI0BbUhZ6+41PkEwPPvt1mzD9nr3LJtnCq0stWUbS5W7sI+jHOV3V9X/Sg/LqDcq7XL73rIXqGZgUH92PbQdxNItJ7V90DFAoJlbyvMEnplPwv4zm2zq/y6rtR5fQ5gzhH+eQ61K8ukwBthQyflYObv7Sov+FshlgFChIOewjYnWK7ruJXzE7xMaNeHCOaagnXUDwghDGzZvPJ5Fhgu8MP3hK6FzRCK1zCL3KmG5EAYwFeV7zDKVvxWOPG7CL1a9keBRztKaVh+zbW2Zytrw/6Ad+WXJRx3rg3dpolS9xqiGhY9RNzh/X0AVYwHYbFzE0cfLrpCmlf76A/3W92duZeBNjEG9L8OwotXOQBk2u/coQaBvWK9QtoCjazSTlVf5wOoXRlDyuF6hYMOoITSkQN4D+wzPLKaWeMe9ZXym9+PA1oLwEZ7N5da52+ln1bnOo+vwoTjD2q3FY+0DsDbzxVvCLhfnb87V72MBYCYe12Gw3B/+vRJql8Ozp+fn9tvQ2Fb7S5Qj2q12rAKtSPhmhWSWJssHlLVCgxcK4RzLT+XFwbejOvZOZDWs402AweloqSc8MVazwG4HAVm1QcUu4xzXHvx8UJK2KPDgIen+6tf/uJU7bBoEyDLedTEhJ/2XFDuZMldDYO9Frot8idycqeNAfMcKE+Vxnj254pQZ8JW+vHp43WUHxfiZ4LijkDA2K7XXteqDPurQeSHDxcJHG1LSK42fwQor4jtqMavtRmD/LdN+ep0DwbAD/cF3l3uTSiSDa+pCPtnqOfoDPVcXd7FuJOH2GsFXPP6EujuPPKoWYHgybRrb4xsAsBWCORpkx59fQg1M/OqYHuBU/tlwdJpE0tumKGR+IpCKBc/po5QFytsPyHgo31sduCnInXHcRphrQXCoxlSB0/RGuqZzEYZ7O+xRe2rTSr8h6MAsqV4xs9sQw63P7wkriG38TYAzPhRp/uFMp5NN86ZXGM8ALDHaRzDAsMCwwLDAsMCwwLDAsMCwwLDAsMCwwLDAm+ywEuBzryy1wKeNzW6u/mt7V9qx1L/FusfAHjJxG86P3+h+KbCfoSbf+oAeGl+vNakbwHA/b29f0yQFygyQb2CKptvpp+rCH5u/74WAKb+6oqBoV+8NmDaQi1yrQBm8swCjFIZzZS/PSjfNsbKZas38Ls3KtRL6t5GSwDY/emgRd48B7rkgOV4/H0B9E5atmOQCtRx2uFlewDcKWY7AMw1GxC367/627mRgF8qrWtMGuhPJV2G1Jz6rJyiVonV+BRo3TYOZWMB1gy12d83V2U1INxCPJcdS/27Yf+cQPUdZTcIF34m1ZcVfzqAsFKlZfkzBXDlp5yu7yIUTOrfDhCiAi2fVhuAMQJ9BiJ1FOTlZ4VGLmVwfw6QBZiVjRPaakyz/fg9IXqdo9Iggvy0BYBpmtW/BsATiCFfKUrViYBbecmvKBoBwK6nFLd1oXPKclS7e3cFnNwGKCrILROnfdX/tBVgm8Oh2R3GWddmLt0KuzyBwLR7bWSgPwa6neI/QRJzw8pDq3gFugB8up6w1xk6txJIuyUCulSj9pc/dPA6O60flIGiu5S+jRQCQh02t+aB1p3obwFgvme+oHhFr0ozBHUFsm1nlMwGrT1ANGSTneIEGwMqJ6nyE/cbPygr6mCKAaixh383LP/w4UPAtDOVJUBM3tmwz2GsUxehXJXanE03ZPdO+2mMArzSl4cIGYyzMG8urwhr7DDOlcP36urG8HUv+hi3EboX4Ea/GZ9SPis0cbcmub/20/khXwxwfBLg9/AgwhhHuOfzAIKULz+Ke//0xz8pJ/EhIavjhFS38q1aZwsAh/+Q33YVwB7FJ30FOKbf4L+EHC9/AxLj70eyq90YIf8Pf/noHLrTRguD3L0Ao9iDEMn2F/cGFS0HuZXp412EqpY9I0Q2kBL7HR+hXpZ5IyQ0Yeqd71twWf00wFY+ZEBp9+ggqgL98Pg5H7LnF/NkXwpqwi4DgDlDf4HCq88uX0ATnp3Alf4DaYGqjBt5wFHB4rdS5AtOZ3706M/NNSGrC6p6swT2L0U6zk6/qeso+inbeOh03Contm2EkQGtPP8Pcl4UAK5c1cwRHXm+1kHx7xxPILA3P6C+jnlIZIgEwA4F3/zNuZxTAcw6kvOfzQeVV7igPnm/Fdq+BbAYIaBzHMePYYFhgWGBYYFhgWGBYYFhgWGBYYFhgWGBYYE3WWARYC6U/rUA0HM79db2L9Wz1L/F+l8LgBcUvPHKanfTybs1f9+3S0G8q56l0NRL/crWLYG8JfvmDwoAACAASURBVPsvnf/7AcBPjOeTRnj8Yre//KeqAF4a93a+2e0pX7OfbIOCfx0AvKs/DQhuvtgu9rDk38rvlxeX6iY0kflCtsFUhbfUS/lNP5vqF0viBbP9qX7OQbhVbAadPYDqy50gY8LNnX3Xi29Dj22HQFeemNuhh7d1b8Hg3iY7/SgBWEbqFTSa1L4BBPxCu9nLAM2gnM8VmnpefoFe51Qk3KbLmD8nAEfK2ZtAUzkUc2wUXjk7buXVJqAvhW/V3cP7Cs3c+4/CfqaNC6zMwz2X7QoCN5u6IT0YVAhprEX42QKnbDyI72SnAiu6xiXJZ5Qj0mGHe+BusJuEJOuqsNMalVQCF7zsoXcPq/mMYhTAQp8LABtYt9DWgNsKRVxq44JkFYJbIDmB7m2GmD4MQGmVpfteIbENqJwzsy+nbM59ZQPMJb/ofL7CKvcK7d6vFL6Ye6Ycz4cOndzNr2nDRoJfUFzl2MXk7gthpj2e1KU8t7l+1HySrRgOhbY1WGV4aC6Q0e02vDOwNnjjewHZAstxT4XyrRDLgqypqGV+CHilupMxuQtIW3mdaWfNGWCdVcCeB/KDmIEAW9rPTGU8AYfU4VC5tiAKWKBWAX465/YmxM3cxeRUBbBia88BA325K+tiAWxswXzMMalxuonQyienJxoTK4S9EeJ4P8q9uZY9qxyFaA87KdTvAX5EGGf6hrLSAJm5QihuQe348tOnS7c75gK2OA7oKDAZfdMGjNzAYkdrG1kmxX3Foq65mM/Dh883q+9/drqSUHfvZnWunLDRf9k6xlzjpZmdPpw9Zpz5Fw+C07MEj6rXoJB/19fY2Opx2xWVdUYCiM+ClgEIjzO8tlTdASuBloBF1MO0//LiegKHJydrhb/WcERdf/rThfzx57985xDHMe4312xMiXy4ChEfIcIDjJYPM06s3YeRY1lzPO5GbW7QaYWxlMCh9LWvefydm7epsfm7Ct+7iT5ynJ1FCHIpYXMDQID4deSHtv8YDJPP2uHBDfYpH7DvkMsBw6UqZtzdFr6/Vnhlz2UO/PD9+6Nos8eHUOkA9wLMF5dWomst0brve4DGwNhrcm1TX24SOAl1ruB19FNp2Kmje95UCGja5Y03AZTl30QYqIgbvX/YHlzL/GckamMS6vn+r1Wv3W5nrek4HgpjK+txr8X/hVVTcPwcFhgWGBYYFhgWGBYYFhgWGBYYFhgWGBYYFhgW2GWBt/7P6yVA+rUt/9b2L7VvqX+L9S+B0l2g9UsD4J0OsAM8DgC85Bpf5Hzzn79PAFxGWppHrzfmYwDcT51y400A3EIVVr0F/Kb2zpStu3ICv77dvvNLAmBehPPiuwe5FYK3cgAKQsDoOkhAO7BTr3jjxb++n9lhgpkldczzcwC8FFJbfX8mAFbu1SlE82PlqtqZ4XebvzUl8FYg3AFg7nEoyqSV0I/JMdqLd76y8jFe3qfb8XMDSJZd8mdd1z8nuBWIIwDc1YMNW27dFHdWPalyLJ+RAjGhRd3j/JYOmV1hbyeSrLYD7dwf5570UWNnSPJ4Q8nm3LW+bFL+UleqIHUdbeDl/VRMggiFZKUuiIrH3mq2UsbiEPyfb+ztpVCuyo3bYHgpaav9pSzsAXDLh+scpio3+zflok31IV8r1PiUz9Q+xQEA1tikKnT6XmGNw64CQw0Yq035/4CigEmFWO5Ax16MRT/fDPkdzrqAaYVi1ngB4tJfUMRiY/Un/aPsVXbHzILUCulauXcNauxnBsC2X9t84Fy5QD+PwQR6o6K7hHmMYbUNIMn4GzgFBFaYZbCPj88FpNNHFGo2rttj7uO/2DTtByBqGwq880EAL+xnON4A8EP06YH8xJwHRqeKupTBFdKdkNUt3LPnG2U6DDIOFb4F2I//yPdaSmjs1APgy0tUuc0vZSMa5OkQKtCTAG8BxeKzVamZXz1CQJNzF9Xw2dmJ7Hp9faX5tyYPbUA/1Mm3EaqXtuPnDrlt5SsAGEW6AHTUhaocvyaHrzcbOL/y5Ahp91q3a1106OsGoT9nTub3356ufv6z41ACky87oCltQt2Z8/deDobC2yCYHMLYb318qjX59u46+nEUUNMKZ5bQmqe3ET757t55uK1+BmpajerQzmxTABAeZhj0AsBuB/Cebhckza7FOQNU6qI4fPb8XcBGQPklUJV8wJG7OQDscfhFAWCGi7GAlQOA1Y7JpuWx2BRf8xiyXuKnZ+drg21Zw/D1VmOBT3mTASCb7wnxzT2nsSGAVMEVAp1rjwK4fvNNjJ2cCV8AqBJWOsKYK38voNZ+xUYAQlJbVet1utTVmJTl4ABgijo+183LiwjZHQC4Nl/YZ5sCmb4D5mtDA+Gx8dsaMxTwk0pb48Szykr6ynFdOb83I0bU8zbmVW44ceh5jxptwHerH/Wz1sBSBs+/HwC4vH78HBYYFhgWGBYYFhgWGBYYFhgWGBYYFhgWGBZ4gwUWAeZC2V8P7DyvU29t/1ItS/1brH8A4CUTv+m8wd5P99gJgKtfC1xYITmfOjpl3Zew0qK/zyp5nLv1taB7e+v7nJMTlItLS09YLyB9dxoVwKeXvA021UvWqmUX8H1tDuBdtn8KAJdvi8Vu2ZDRAyRDzs3+UWdTRTeF5T3XYo1OQfglAPBkzw4i9srS3gaGussKYCkEUWYJSAGP7O8T2A7grd8FQ1sfNdqZO3hSF3X3VVvqFsGECcg6vGufb7Gun6Bcvtyu2dcDONWXQyFV2o5FSrA2xwAtmgBNVHTX55ZNB+7LqLrqJb4UhYx1Kn05X2GaCwjLRhnitwfGG2PC5gDgXNY5h/qTzbgOVIvysFyuIPA0PoYnnBcnUz+FTmZToRT4wKTbjXbXZoPKJ9rPZaBXhQBGISqVWweiNQbxH/7icirktv2pYIagLmOdYXIBwAC33mcAkwXbaXzl1N0Yvw4AwxUnWC1oierOhqpyADm130BhrnPsGGdCVJfqtWyg3J25KUPK2wRTPQBW2cCe/AlsuyE8a3zncMUGSS2EdwthzXdS8cYYGFQXuTGgbQfjZx+x3Q2aS8UMHOoBMFpOzk3rnOBbgDLUgPhF9zg4CtjpeYvS1fPG8x7bJTDP64GmCsMdzz9gV21CAEh7XAy5UQq7bfvyl0mNGLZxWO1UbadCl9Dy0xjJN9xz4JVDYHuDRW2gUOhehbk9EtzbI3oAeaY1h8MHI3yv1dH3hrlx7dUVoabd/8N1fBdjA5hEjR5WFWTlXu47jvMAf+fbjfUPos8IAPKurmNg6QOGzHk0KSozF/WU7iBCCwdsBojSv8uPHyPk8+nq3TtUqpHXVbmdA7wGxFRI8m5g8OVoviBwzaMKSY5NUbqev4t7EgBrXLOtbPIon9M4hgoW/yrob18ifLHrvLgE3lqtSmhl9ofUvL+M0Mp3wHHB1XWc3xPMvCYsNer7aMCnS87HmMf8Og17H4VNj9k8kuN4G/PwnvDTBVWzrR8+GPCTydztNWxlg4o3oJCD2JsQgPlA+l7Fz98PJ6dWFdNextDhjA+luPX8MlA9O3dkC0wT4nCH9o52rkPx7E0yTkmg9a2LRIGKdy/aZKX6nWywzvDKMi3rcaqJD/GlLEtzKpdd/AYwrzWBZ1P8U4jmmlc65w0jDo3NJgT3W9dHAbXuTiHj9dxKlXX+HWI4zLpjq3I/oaP7dVUbUXIcKqS6Nj5kY+QjcUP9KZwDNH4MCwwLDAsMCwwLDAsMCwwLDAsMCwwLDAsMCwwLvNQCb/2f10uA9KXteen1b23/Un1L/VusfwDgJRO/6fxP/e3QAMBvGv4GKqKY5wBg25u3oQ1q+KWk4UgdPQDu1axfCwD37aENBZD4vASAG2RPyCR5byo9p6CLrb+6vpSQpeBNcFT9X1IA94DT7W05bTfsmG+e53C2B8DN5ptwEKhTOU4dknaLMncGgPXSWS+qXSr3KMRmguSyyxQ2u3tBbTUXL61tR0HLzHE6f3FdYLoPBS3wmm+rJ14vuNjnZG7Eq8ZNLhnPCaAHbA8u1fL+1rg5HK/9IdtHuQnf+F6hmVNlKviaiuCybw8xbZvHr9b776Q4y9yrm7Aj+pTduOtVrYpX7RyhZIcsAOy61HLBhfIX6+nSbwTNDGv7Z27lBfa4NEVZH+L5OELlFmiqdqoNAGHZJHxA8MrjKQgYVd8F1RK8I2S0gJVDHKMIBQTLpthRUKWN2+RL9CgVw/g3xW6kwY3zwFwgtEIAp3q8FLiahpzrxgH4XPWVLaQKzpzHBV5LAQwYtnoO/4gwsqg3EwBLLco55mZ0kH4XtDHILD8yEAJE00vnIrXfoV5UyOzaiCE4VOsM2CfVielkpQCu9u1F7mP5P+2MPhxEWwCaKIABScwfQ3eHzPW1zonqw6FwAcL7Arn+ltDC2oAQQLHy8HJeimRdVKrJ8nFCggPW2WhhRS0KaKs9DZo13hHaVvM4F5LKwcu95UsVelo2jf6VbRRqOvwfUG/bYh3UyW4XAOwolKcoUoGpH374FECPfh8qp6vCVMc8uA5FKHMZFexFKI8JTw2YtkLdoO861Mq0fz/UosDTen5JwTk5IdTOClv6AbgkyPSeQO/+6rvvzwwlAcAxpgfk2T2OcNvaKGJ7TK7JuhSi2Kurph6tjQQnJ/TR114H3JbaN58H/U8BbcFGQ3E/46yg7QEwNpUPxPmzyEvMAei9DDj87jSUx5pXdxkG22GUb6NvUboiYJD/l7XmLPzJKmADYMb4EpA/RS0I8Jx9/fDhKiNnGFKevzudNpQwrz9FGGo6SH9qIwDtYowoHBXvcdiOXMSTTDjOsyECRfLp6Xk+k53jVwpmYHIUi03DO1TW+oSV088AhVzPjSO0SRsdoi/URYjqo/CL04DSewG8AfMPsdmgQpg7jLTHEJW0lwhU636uORpE+5up/t5A+BxbUNzWBMC0tcryZgY2xFgZXc+I2ijh567/vuoBsNuxudbxHWPNvdyneZfTvtb6AYA9huMYFhgWGBYYFhgWGBYYFhgWGBYYFhgWGBYYFniTBRYB5kLpS4D0TY17xs1vbf9SFUv9W6x/CQAvNWDh/Ftz7D7KFfzc9vyVQkT/1AHvkjmX+/e0/mEDim2r7I0K4HkI4Hlo30X//0rrRwut67ecHZ/R72XXghX+btOW+n0KBdxJ0bLN8772Xdlll6pjad1oZVXewU1DPXoBv8WOc1WoFTV+Sd3AZIVmdFjWCaukKWp5mrd3qR8TPJqB5Hkzd9mwt19/Te/PhsbV/gZ/e5j8+PpNXzDoSUWT/GRznAsEA79QEz46Zkpx+1qqSIEcghjNr/oxqbyS23yv+jXlNFX4V6BpvQz3C/O+vaVepLx2XwEvK7l6Fy+g3be5+jcHvdVGIFTZt+rGZKX4c1keF0BX72c111CzVZ1VbtUHfCmFmYBsgrq6zj68qeSuNk9hbeOLm4CHGgdKQLFbULwLIe1yCF0MQGz+cxhKSA5COwN4jzJ8MGVyO9/1uYANCB0CtT82N4YYANOMCrsraBsL1QSloRuVIzfKXJP7lHsCDhb8nucBpo+Ve1c2BKBm+9UHKV6t1Cs1M61UXlnlqYXGWaUr2yYg7iFWweAevgsUZyhv5bsF0GzJod7yim+GlaZtlXt5E2A7rHGBQSsKCbEdis0AYPfxO34LGKrD92fI6ARPBZV9jYGWfWi+TtiX6C8wDlgMpFYe3QBoKGopy1CrQjBHe6LvBq8O/X0V8FHKWGwefqIQzLQVKiovC7Acfm+I5Y0GCpccfVmv17Lf1dVl1BnKVaBhDOXlZShJo+8cR6hd1U7b4/zdmcYP2Ae0dh/wE+d+ljo66yJXcIXIxkU07viexsDr4XEolK38/CwF6i9/QRjiyCt8D1iOtSOuY94CojU2GXGhxgDzcj8gXGHayWEc4Bk4KEE656Ovnz5F/uLo+7QBI9dbgP/9A0rXAyldA+wZ4EdFZVcWU+XKxaejQkIsrwMuc/zww0f9/O679+rPffblQYrryKt7tsZC8TnV+1oII+Ry+NFBrKv8nUve7KuwJ9G2BTzj5yGh2GOs8Tmvv4Dy8JNoJ4r03AcQY3Utvz1OcMtywjkByyj76irGLZTIp5EL+DiUyVbGt41IbBqgb5SJnbnv9sahtfken1mfhj0ZCPwp7nW+bPvzHhugmI9x41VQY20tiGuP12xuIsJAQPP4580gqL2dI/ou+qv9RUpGX3ODVBFeO48CWlfkCfrk+qI9OfBaV6SA9hc30Uf7XQJg2hQVefw3/77yJgpHZqjw9+W3lRPb4aVty4LQmgj0me+isqf/Ai4PHT+HBYYFhgWGBYYFhgWGBYYFhgWGBYYFhgWGBYYFdlrgrf/z+vmg4+sMwlvbv9Sqpf4t1j8A8JMmXgLYf+9vf5b7NwDwNgd6LQB+NF+fAYAFqmbg8EsD4Mehst3rp/yjKUhTkdcBYF52++iUv91v2xS8vZ2XALDblgrCLXCsynoOAO6v3QZwKpSzekMfMx9of22f57cBTNsPYDNXeNd4TvmSubB2w8RHqcT0RtovuguSFUibYFkqfEsZ1o+JFFvpN4/t6bfcVCt1ZLw8B77wIl37EgAWGb637EOI2clWuq9XcaIE3FSxE3a24GAP96ovVVad2/W9NGFSRzcINylEpWB1ew2bgAENAE8+kr7iEN7Y1qCmQEAPfrfNLecLtqIX9R+/V37ajQ0EUrGWbYFOwI9SZLrHBYBR51JeAWDAILRESs/MsVxqxo25kf5eUKMHqKU6bgNlRSB+5jH1hgRCuK4DBk7+Qe7ulL9trDVAHPpbfYhyaG9dA6pBCQpEErQK8MNnh0cG1aXCNe3Pd1hH9k6IY1DsuTyFX1WO1oBj2RGgnAFbW2s4VblHXV6pbg0hbRdDPbUfdbVysjqsbtkN+GqIRF7sAJ7IScnpnVCfsrCbfcvAyjmwS2nqtajm6eacS8AUbbXdA6rGuNMWFJSHB4bRfO91wvNdalyFtW0bjAihTO9vlAdX00F2k1+mb9K2yrV7GblgybULAMYOlUf4NFSs2AEV73X0nbmEepT43WpDrENAfud9dh9r/D0Obe1l0wU5cesahbCO8yhICecNRCUs9TpUp4SpBiZ/E6rawODRTue25h4rs4GhLdyv1qYMjU77KYvfPTci5LFy8do+VxGOmrFzeRlqvFOJsjPiLvIMA1HJGewgyPafKVy9oKfBLNanPm8Wccj2mpvffXe0+vgXrnAu9s+fb1en58LnzG6t2VrKwzaHuZmEJYln4kWEiL7/DM30QrsnNbCh+kkAWMIdw0ANfAmPbSXtp0+X7m8CWpZDvle07LjeSt7w41BknwTgVv7iXBc9r4DYn6KOE62PimBALl7tOQrbh5L3JPIo18aW4/BzzdMUFNM1/qcECu9r5R53mOyjaO9q704q6M/3p7LpXvxez0DZmbUHYK182A5rfhUg16cMgSnczzwrf6dIFun/fu7xjHK7NB8T/moctdGK/kcIcR5iefQb8CrqB9eSo1tzS+7jsa3NCrmMuC8DAE+2HB+GBYYFhgWGBYYFhgWGBYYFhgWGBYYFhgWGBV5tgUWAuVDyEiB9dcOeeeNb279UzVL/FusfAPhJEw8AvOSBPy4Anrdu0d+XujM7vzS/dhX3MIE1XzHjs5PY5fNM4t6gZcpMsoI5dKp657mA6/uqrwDtpECcAZJlczQQ2F87L39bOdsBsF9Y320hx9sUwBVieW6/5Y0JblEPhAz0tvsrvezP7A6l3YB1bwPA4RS2GTikcJYO1VqqIvuBFUkcZZ8CFva1Zm9f1gEVwqWmQrCUoKVQLVhVoEkwKq6dh4B2rlarMiuP6yZYbf3je16E13ngA20qcObzDfIaLrVwnIbHDq9LfQC0/jwv6fvx6cFYhR42sGnhPPv5bahnWAGwbL7fK4Bbbl1e3JPPtH+BXz6iviRM4jvCzAKoBGsUGtmK08mn0lkq7O5csSpwkUpYwMM0XxMEtr4a5la5E0zqJtQ29ajVuwW8DaAKFDqEalOWKocvAKODX+WLBUkE5aIZABznh7UyroUibwBT9omxLFVwhU/22CSYLSgGTEoFsf3D4Y0LAK8StPcqZCATvkvIZfqEqhO/LcW6FLgCReTgbFBYvl2guPqvvpc9+vkF/bIvMw+rfuqtXL+Gwu2c544BfctvbnUmY0xbgXKVZxggxwFAdp8Nt9d8H3W7T14r2AxBuVJisuEixtd+12C663BOaEBstZk6Tk5OJhgM7CwQWzlMDw5CTXx/IwAPNKQtF58+KVf5aUA/yrq+vtZPxuj05CzUqNcxB+ybZ2enyv1NGcDgWhOkvNbGAfrIlfidV3LCALOecS/9RGHMnPAasB/136zuAH0R0vfbbw9X335/IgUroJJQ7evIL1x7RrwRIjYTZBh2xqnC8X6KcqYNB4TUB9jHyeP0H2zNXL6+RuF8Ms0sr8UBl8kBDZGOjpysUa628MR1MUpgxhFFLGvCZ6094MvacABARg2dOZr1nIl+hp+uTwGJ9BOaGvZXoOtUkKaCFgDM35o/fLwKGwfIjTb99rcfVr/65ZkUu6jb6S/wlpsLdqPYZk1maboKYE9f5M9S87LhAlU//Y8w1Zc8k/Arz1/Wc7FNM9iAyFfyRTZ+OI80c9e2OI7Qz+toxyU5jOOG4xgYbXChH2ayofYPG8U/wro/sHEt1M4ff7hY/eY/nAtss5zaf72WyL/zeXeXGziAzBzXMR+8pvo5RiMK1uK//NnkZ5yfkMrfGzYnVLtSEcTC0OYoeesdkv0w5kH5Tf83BGUXAKZ+hazW3wvt7zA/nlNBr503AwBPk2l8GBYYFhgWGBYYFhgWGBYYFhgWGBYYFhgWGBZ4iwXeCnReC3De0ub+3re2f6kdS/1brP8rAOAlaLrUp/78q0JAL4V/1hueTcC2q01LfXkuiHpJn/+Wrl3u3wDA28ZrDoDrmh7qbbvvawDgp0JFL/vaEgAuJW+V1Cl6eYHaOVDBT17A9tEY65oCwPWzX9v+WgB4KaR4r1ju2zSFwkxF167Qz3VdD8fVz1R68+J5m6/IRiifonyFdQV86e13UwBzHyqyZmePRa8+tGrPQBYYswFdow6Uvg3KcnOG/ASMZd5Gh7ylXCuy+jKoT+CwC0dcgNblNmXn3Pf68a42z/MKz5+tBlEGf03hCfRFVeYQ0M5/izrXd9fYlMKrnx9WAG8CYK4z2EnQkECRsWgKxLYOojDT2Kgu59mcH9U/jR8q7W5jQt3LPaWUqz7KfgIRzlNKH3VdAmDGdoKZ5BaNRtfGB9eZyuacm8JU5X8AjdygIHV3njOUdv+mshMA83wstaz8KkAO4yDgj0I383Oqmbh5hnGlLco9nMC4fAllImFcqUcKR9aK8EmaaGgUcCjkjGUvIaSciJRZkQUYb9S4Nd5W0BIe1vBLKt60W41NlTPBxGiD7/FmCaAbQNTwkZDW4Cvnxp1CkMd4Xsd405bTk1A8qs/0NeF01K8cw/H9lAM75jX9leI6NzQQ/htoGZ6n/qGMpd11SCmcfsVa8u48crjK38glfGMALEgmRCdwiCrUmzZuJ0iNhhpAS7he5W4VkCZccIR/DgBcmyzOIkfsTYR+FjwklPu08cN5W70OZYj3BMLAWso6Pz8TsGcjgNcx54T99CHqu8W3rlf/8X/6ZvWLX+6FCjXCIIdaFBp6Ekrc89PayGBIKRV8HIwf85nigOeonvFRvlcIb0FyoKDXU8LPX8U1htO014pu2zXWVHL0xqnTCOlMdO+ydAqaBcMx6FGolJXvF9tHGaiF+R7bnAaEB1rLHakm2vaXALr0g9y5zl0b12MvFK/KYetNLAbAkXf5A2O3Xn0KO/zrb/+8+pf/4+dxb5wD4EYbzs9j80BCW3zkIBTitSEAAFxrION0FtfKZXCFqO/6mpDg3tzB4TDSbcPORQBg9+NUmyBYZz7GGJEDGluHe0pZy4aMGE0p/QGubKrhT26KvomxuNVk51l1tPp//58/rv6Hf/5m9atfr1cXF6GWJpJAPjOc79sA2ZtOIvx3AHiOSnZwzVqQanop17URoLAxINw+5iXRG0yk1s+cz1rOo/x9np3kS89levqzJGNls1xrYwSh3LUe27c4BKf1vM21lyzOCjsf4xeVP/0XsMsYx7DAsMCwwLDAsMCwwLDAsMCwwLDAsMCwwLDAsMATFnjr/7xeAqRf2/hvbf9S+5b6t1j/M0HoUjs4vwRLn1PGdE1C3J0AeFu7nwK/r+znUp/+3t/+LPfvHxMAP/aLzQ0FU7TeMM8E+/KFL29WH7vqJmidQ9vXKIAZu3pRv7RO7J6buwDw7nEXZADAzZyn4FIPTutFbw+B+762UI+bLVz2S8MOjm35UbF/O0+4yA5k5lBujkED29USQym/KHYIyl49m2Cu+67ukxowQ2BP45K5fCcAHPaz4sh3EWp0qrdfFKf7wublggkDZe/sZw/JgCiEIVZO1hyMUvo6tGw7GogFllh1dxP5LUtxywt3QjsDeVHA9SpfIBQv7QX7JjDZwpUbFLbfq40thK471MPkvm2lPi61MCFkpzFNMFzZIpXzM8OlStkbBzCHg98LSvTlA9qnXJCpAFb5gh3NTr2fOx8l/bLfcVBOr9bc3NjQhc1OqEbO4OZjTcmLOlQwVkA252XeU98Z7rtejX+C6Gou3wEv2oaDOwFJQb9QlaKIRDl4I7DCvCjlcIU2tyIWX7tXDmiAIGFXo8/xH9/R/v1yxugK1ySnVrtKASwAGhUAV2uM7V9W1B5HaGK6qfy66q/DKhOql/4oHDP5XCXpQ5WZ+WXjJ2NbCmGNQbRLytywF6GVa+wrb3AppsvuBc2neRr9Y94I9CZIr7GgH9jwOsBlqQaZx/MyKbvWIny3KGGNFzCxIK+AdbQXgKu1Ka7uATBjJR/LdQTfxzZVJzZTuOZoN2UpJ7Dg711AuitdXyOqFwAAIABJREFUh5+u43vbNeAX7YsyCb9bKmY0ngbxtbZBLtumn401Xm7nsWA9oQyrlmlXlARZ5fNBKFWjXzeXhDK+DTh4uvrNb5xv+uNfLuIerid/b4BTbTrxOiL7qY2ARMNDzav4eXmJujnXIoB9EECH0vaInp4aaHLtdYDuUpRLYQ0sDjh6E8D4OGwi4X5cR05h5fvVRpcoM9oiBXE04tOnC4Hj8/ehno7fr0N1zTgdaXNA5XsOW1aO2zCsNiQA6FFvi0SGj8jqzGfuiTy58RnoenX5WWGr//d/eRd1hl/HknV9HTmHA5AqB3jcfndb0RXwe69V0/NDY/Swev/+1HbSMyr6dG0VcB1SWXsZ1PHhw5V8AfW68uZGHaie7a/k63UOdprLRpej6FPlfmejxk1cr7ZE2GoA8X/7L5Ebee9m9Z/+15/FOMeYxDV+VnodO9SzyvOW31Esy1+iOtYeYDJwny+pj+vtC6iCY9wvrrK88lOXxxW0O/8CUFjr/Rg/1g1tzsvNCVystA05B/r1Vc/2hNpaN5S32CVWxIcBgJvvjE/DAsMCwwLDAsMCwwLDAsMCwwLDAsMCwwLDAq+2wCLAXCj59eDj1U3euPGt7V9qxVL/Fut/JRjd1q4p72mBiLjoOWLcrX18EwAuDWFX8iv7OQDwkgcOAGwLNafn5WwhnAKVAgMJgFH6TKFVE+A1pZ9LWwLASyGdN8MZdpCtA0dLI1tKGLVnNsxT7rwOBrjhVpABgOeHoYphqxSZvJjmJWsHYx1F1FlSaWoJIzezxz5uz7a+vAYAKxcqiiSFJ+6h7m4ATN094LJa0+CrP2qMK2RuqTYVJnoKtZw3pf2aarW9tO9DGJfCTZA1A5J+lqKs5QflXNNMAc78sr0PRd2Huqw2z8GmXqInAC7oWgBYQCIgW6l/C+RhC8EfQQuD4KbAbaGdbUNUVQ7XWy/iH4+rwxnXUTChVJp9SGquiRInyCwIHGUXAAZsFZBRiOduwOzDLcep1KyZO7jCWrvNDYZV+RUWVv7e/bPaD+geSrQksr3iu8INk4MWLxAi6hTlhLadA+DePmozoD1+VrhkA+BUtiU4Rslaoa2BeQBb6sYvuA8gq5C+WU5fnkAhyuoE7PicwvoKVGKQDE8bIIhrAUEe/02lLpBImwKibYR6xl/E8qLjKIDpC0pO2bhgupSytwIx9AnAuPdgBTX9Affcpl0nAEwbsEvAIIH+aAvQi8sME8nv6/DeBqSGU5VvV2pfqVcdstljzjrGJ/dRauWjAMDR7lIC4y993u8C7oKjAeAqZ7VDmFv9SGhlwkDz+20oMa1gpu5UpacCmPOMD7l7q35gIXPgPJTA7gfAMIC0xuMmxtThtO+DJDJehwFLpYxPBwIuPsTfXMcnxwGAQ+kc93rThEHrkeZHKnxtBf3/+d+X/p31O3I9qx8AuvCtUIZSFn3c24/PrG8RIvg08tr+U8DfWuf+/McPAQ4D/GuRg1qS//khFM4BMqcl2GuA1tlYNx3COxSq0Sd8R/6bOZOrfd995/yzynMbfcSHtIyonPClK3LXhp3YFBN5clmLAMCH+2wkAAp/DiVulBt+dBiQkvoBp3BcP6NUkB5oG+uIIHV7XgFtLy5KWY0q2Jsx9kItSzv+7d9vVn/4w1/Uh9Pw0//8f76bIPZDwFNy+tpXZRpBYer2s9Whor1weJFEfSz1d0B1xgG1dPmb8nyHvPjszBtWODgPTJcqPJ0DkKoNIVNYeB5uDhF/FH5feeEFXPE3Qp6Tjzca+1//ywfNy/XJ/eqf/+fvVr/+J8A898czKTeXUK/y87IpQRsFWpwN/32Abd1vtpnYD/ycFATnOR3zhBDVpB+uZfz6ivWCzQTxvEM5HHYgRLU2p8U6ougVek6zIa8iPxA5wGt9rUn4Lr5canHVno/pAYDtN+MYFhgWGBYYFhgWGBYYFhgWGBYYFhgWGBYYFniTBRYB5kLpS4D0TY17xs1vbf9SFUv9W6z/lWB0W7uWYOlSXzbOvwkAb6nplf1c6tMcjL2oj3/LF+cLwafxLh14JgCGqs1hoW5/DNZeYpalkL2L/v/K9WObArh8QbnopOpphfvdsGFU3asXj0k4Haqzu37iSrZv389S9ZaymPN9vjtdn28oq//1++7ctpsv8yeVYfnBo2GucJ6ldC1w6U4TWbHy3/agEZgBAOZQbr88DMiNFbaNKUBzwz5p7AlETyc3/anvv1+Spz23jHtBUfI99opeAya/dC9FmcekvQjuQztXPdWPsn3ZgXKkeEoYr3oJJZsgo5pm2Ncaygt7XZuu0oNjrroFFKGQijfoBQoLQFbORK6zTZqir1SLAnalPM5q+1DWKIA1tuQCJSyvxs8ggKNX6hbIm4BldsSALMcgQ4GWfYAADk0dYHZq56Zf9u0xBAKKOCepYZhf5FdoakFBgT+30X3MHJQZ7raALcCrDsPftpHIIWc9GP3mDF2XYJBrKMv96JXOrW62htTGhupL+ehcre9x9L3KKd2pe4G2yvHcAWgBduL85tGUxAbAUnwLnDps6lHAOAN34+ZqB7aqPtV3pXhj7ZKdgW85RqXuRCEZPFUKy1rX9NhNn62wy2onYZMJMx39U8jeuE6hnlFjEtpWqmKAlsGa7MAGmvQ3vtf5DEXOBgpyjzJ36WcpfDGFgH/kMpWvRMjcyomsPMrRYOelBZLZLigNdU5Nx78A5JXLN41LbmjBUStEBRTl1lZeAsEMTGshT99igwzYj1Dr8R9jqA0ZMTIC3ogTw3+kXlUc2vIdbwpwfmIDT9SSNb8/fvzkhsVFZ6cBSxPtlhL4c5bjdS0VuWEnQkATslqqzfj+NMI116Yb5SYOGEy3bgnLjL3VnX6zU7cBIsYOsKyQxmFn+kYZhB1mXSF/8DpsCWS8izq//9lZhH0+FtTEBSn104Wh9RSqPnO3fvvte4dRTrhp+Bk5isOX8UeAJacuPhGq2RstSlWK32j+kuc14O5JbDgg1DgHYBQVsqLqoxwOmx4fR1ujEddXUfYd/kLe5gjpfUaOZpS8frbTllqf9XyPdkthir9qY4PcTuNVwPzm6iAAMOsRbQwPOCAaQ9gqgPkf/xhhn//7J+Xy5bb1en/1L//5G6leyderMNE8V2P91waGKFYwOcdD8ztgJ6CWc+QHZs2mLPp5cxs5nrU8YMcMnRx9Bnienh5700DMFa4hzPdJAGjVpeeeoTgbo0xjsbnXafVQ4+KNU6wv9zxHAvD/t//rz1HdkWy3f/Cw+tWvPq/++T+exUYNvN8bOATgBbKj3igXKJ17bQRhp2eg1p6pSvk+AFh5jvNQP9ngojaxyYmHJWtC+GbY81aKbm824vs9wniz/uDrBaETAFOXn9UowTP0u2zcgP4AwG08xqdhgWGBYYFhgWGBYYFhgWGBYYFhgWGBYYFhgVdb4GsBnFc36IU3vrX9S9UNANxZaISAXnKX55//iQDgpQ69df7tml+7AHDBoQLA9ZK4ALBASgf+XgqAq/wCP3PwW/Z4LQDeUPsJfLrE5K2TuQWk4kteYnNMdprlsu1f2Eo52RX01wTA1fCnAHBd08IzJ3xBcZUDDgDRy//8Wf1zWOfNnMfzsXgOAFbu2s5GPQTeBYBrgG6eAYAp2zlba1zd7gJNhvYMeLZegKuNsRWLBlAed5/jhbpCgyoEqsE1L+LrO/tQK6vPHyyoHfcAdDgKAM/v8e9NeVjt4voGLJtqWxAIAEUY2pxzG76abWqAfjOfMeCq4AqKTgBHnwN38hegGtCJHJLx2WpMQvbafxTiGNiN7YI79HNC4Zi7Y/JP2TCBc2d/Q2mHXa4uNWUqYN7gkroFSONetxm1XoCO+ASg4TiOUM897OtDFvfgt2AadnTp2g+hw+NNP1F3hr1J3wrcyXbKZloEvVGglNZWuQZcDLugyOVAvUmfC8SUk0oRLuU05WT96UufM2c1bqGtBVEfCmorcA3NyWtKKGMB2cYr3fYAgtiFvK434X98h7JWdpPtbqXutaI2AFqsAwLmAGDdb0PI3tNcsSrRh23fNgSweNhGBVTpL8AaAA2wc45tVIfMy9y0kOvPccDL8isDKs8pQhJz8J0AWuY4Tn4+zVeHwg4VKGpv2h/9ADbLxvhr2ENwUqAL9bHznd4GlBSPBm4C1dIBtHTIPwOChz9J6Z3PBOXNDiDp/lrRi0775uouIPXR6lf/RPjh9I04r5C/AeguLi61GYDxX8cmBfkZwPEc4GgfEJBHpe506Ak2naMWH6L/tV4eBOz1/Av4GyrQWlOt8Py8+vAD8xXSCOyP8Q/VLEPMRoaHG2+yAFKfnh0KMLOxgnbR7dqMIxvE/32I3L01L1CkHp66f7ZRgM7LA/mabH8YIfOj/wd7x6vf/+5u9fvfX0af1lJus9FhL0In/2//ch4A2D56EvbFh2lLRiKP9jhks3ww2n52DrD2ppTjmAcXAdRRWnMP46yNO9qYkBtlcp1CFS0fJzx1rheUR+js6RmXwBUfYn4BXv2scFhp7EkocjY/3KHMvjtY/d//9U9xAbmtPYfvHv6w+l/+03er/xAQeLV/u7oM2+vZIz+PNS2ulkI9N+wQDd/hq21H8v9ic/sdCmA2X9QmGQC056msHX6qEN+A47DhQWxQYemzH3ujBn+DsG7R+SmChZ6BziustQ2wHfNAoaIHAM51bfwYFhgWGBYYFhgWGBYYFhgWGBYYFhgWGBYYFviCFlgCOEsA9As25VVFLbX/VYV2Ny31/831v0I528OxnTl8sw9LCtsl+2wtXwk+O6nAUiFPnN98Pf+GgnbcujQ+S+P71hbNwd68vB5WcG6pve3+p+zvl/gqr3shz+9Lit6397fV/ZyyluyPduu5x6Qc3KKEfo4CeFvY5wYWNlvRQ7un7PrUeLrv2/tXfjNX4D4ub1ORy8v0DZt2YK56wJowD6H92MYzxyl/mhw6XwqX4lcQ9/HYT/4mRVIDjC2f72b7nxrrguI1T3q1Kd9thFyeCGyDjpvzq5R/DXjxYr7CI0/zp4NAemkteZ8yZG40tQ813FSf7ZL+O4dpdr01VlbXuv5tPlPfCfIlFAPocfS5S/uQydVW/Yz/s9oQBaYhjcrMMSt1scGZQzsbLAG8rMwr6KbQtQVP9fI+1W4zoNobSGByiy8Wn+1hq9TFCfYqqgGwtcKuo26VAjTXM4dI7sPnlqqOLkTbok8VDry3bcsXm9A3Y7KKp2qYHUa9IDL3FgD+/9s70x/Lluyqn5znqnqv23aPbrcxYEAIWUZCBj4g5D8a8QEZgYQlLIwF9icL2z2axkNWZeU8sX5rxT7n3JuZdbMq3+vX4LhP1Vl57xkiduyIW31+sdam/4AqbzhxzArOSwU3UwA75xxKLHoXofF8TDnuQiCVfs6/s1GQAqMDGgMjA/SbFTz3N0wNQCkwGRt0ATZbtxYAjjrc/TBUzwaDMQdH2Bxr11gjA0xjK44i1/MMdTQtbcD38iobC0oVTjuoH4xqF3UvFq+GoqgrlQfYFFvtaBVw/gVgdbZ+ZuOD+oEleINUWSOJb+LMqxTTlR+uhd3AWh0fCE7t1kA5+rmtWFzR3lZDGDC5qfkExGTcA/5q7QuM5v0zAHDbSEGM52r25PnULts9j22hc4A88iRQ7F4QWJFRW7CNBoILyp6qfrJqwPJKzWjF0Mr6bYNz2s+Ggprrhqy23mXuaW6rpi2q4K3tOylLN4dXgqlAuS0pa7d0v4LkAD1UqHQRa3DUrxdtYwhwljikfEBBdXI8daKdU4KT9IXxOToCqqMmjuIacAg8L1Up/WKTCorkig81dlEBB34rGrilk4sKH6Dw+PhU8+dmeP3myPMFZj4aB6gbb4/JtdQBhsFv76VeLtdwDekrKc3r36ZSxErYPPzgL86Hn/7oQrE5UO1fgWW7Q9wMB/trw6/+OmOpTrBEGlzq3q8PWx5oDLBbzlIoKL0x7MrO2fnqLzPNWcF24gI8jx1/8uD9uxONg6y2mzX7pjqBrTtw+mZW33xL0HRHcNiwVe13rASUUzuZucpGBTYUJHcODmVBzpqr4y+v7of/+Yfv1XdBYdeAz/za27sevvWdbdV9lt24YXfaWv+W9+aW1k73huuh4md+OMeS88B+/uQ7MVluW3kmieAvNaFRIvNiaeAYPvLs8XeZxgeFdDuXa5Ef3vjB5h+vV/k8a27sp+ebsroCOHHvrx6BHoEegR6BHoEegR6BHoEegR6BHoEegR6BF0VgFXBaBWhedPMv4ORV7X/pLVb1/8X3/wSQ2gHw80d11fisGt/n3+nxI/9fB8DL8VsVr1XxXo7SquutAsCPQcfHrLCfC4Dn7Z/ASJ5gPnqv1qGnwPrqeEwAdL4Z4FMB8FwB7Kb9nADwqnlCBOcAuI5HlfSh17ye7dye+EP23KUUNuRcrhk5QrTU3oxdcKk4JyA7Kl5R6zXF0tjOBoA5ryyBM14Bc86VgsX6eykKfYQfksfmNMdNva+6qPM5MVepBvxF/cufWA1HkZuH5hOUrvvz9VIA2DCjwZvxWMAbcMoNybWBCFYr0lZZgAKFADxuf6nrq93NrvMp2+bqHdcvhSrXBXbkJSA0gwCASQPNBsmBINW3UsPye2DJtYGY1Z3t+Iq/LYDdpwYwbAlLLc5pY0OpfW3ba1tdYGWATkFWACbQo15Ay8DW1LIc572V+QFtAE8fA6Q12KTvUc5yCH3EhphrAYiwSEVldyk4xwBkzFpuyOOWfla8gM70t6y+52NfYxr4m1qkcwvoawEYK1Npt3OVfElfK18ydzIGCZUx8UL/2RywLdiYWGMvKxUkuTnLQc7fQMEoEBzL3abobAC4xgFlY12dc1xDVT9tJd3mZcax1axtWy8qT6wyBBRiG6z7Oy7NPpr2x3Y68az4XFyet/4zbwKavYEAHL1QQ1vmwaglFXNUs1WbOteZrdv6bXtbttCsJU3pGLAVy3dertPbrMs1OlKlUisZJXTo4skJCmPFVfB2TxbTvBh3rLMvzi8NUnd2pTxGeW03gNSj9ekoS89vDI7ffO1u+PrXdqQoRmGper2Cqlumc7e2omZzApsCdnd3DPCoJYCinnrPKHSPXh0ZugayTrb8TAGrpoHH+o97AXMNR4lzq3tuS+SWu+fnipkbyAWJsWrmSvGaeuXJ7zvGpwF6wDC20Dc31FTeMeAFRpfYmla9PT63Ypy8Iwe2ZDu8rT+A1YuLc0NwIW/fj6y5vrwY/vwv3g47W5+pj+uyo1bsWItkDb2/fz/8/X90wBaHrKE6YQe1qtp5enrudmeZyzzGZhlIXfbUcNwLtTdgFnvx1Ab39wLjRe1tYtFixD6RG63958wX50+gLjlGTOebSVB3V97kZ1MUQ3F16s7ejjaM3A1/+sdItLeHYwHne32XrqnNO7vE5XL4xq/sD1/7vOz+NU+UA7y8nrYtYG4FAF8kHojOZpFd1Y1mXJk7/DSoJRc4Frtm8k/nkz9NSN7W1ayTpHxtkFj3up/NO541Lae4djYx5Npul+Gv/zr91OSffUXmw/7qEegR6BHoEegR6BHoEegR6BHoEegR6BHoEegR+LgIrPq/16sAzcfd7Ys/elX7X3rHVf1/8f0/AQB/TJ++FAXwxzRgxbFdAbwYoOfn0/RQ3lcIv2mv6ZHZhxTAy4rX5wzrFz0fVl3vkwDwvCNNDfwcAOwwLqlYn6uY/ngAHCXM/BWAsjwKi8fMlaaPjddzADDn1X2efro6Qa/5fab8XFQAP5U7E8DlgXaUhLwmK+xYSDr2hgLN+noJuiY2BVenY9KXqRbog/7PamCXgrL6sFUP2RsUzrUWLaJrea7rFiir2qKVMxVHIKP7pwf9tuVsCssCt9XPitcI+vRGLJ3THz90bxbHvt5MqVvnFJCqmBrcAuJm0L+6T9gLXvrxf6vDeC8oCGiqvgM9/GBe0KvuM29j5U5VAyA+HrfZvJnX7a1+LgBgvWlVm2GvIJuAJiyR64x2yyjEGqAc1ZYjKYx1qFWVrqkMaIxarpSONcYFcl3fdja5DPhnU4t7ET9AC0rpApoFlEt9zPXHmsRY8Oq6VePZ91T83IdGHQvQRyGX3Jrgd6LjsQAWAxAN4APLLqWExIK51K6GqtTfbZbc1Z9YOLc5pFszngHEhKMBTscLqIvd7nzOLcalTpvmbfKgXqhngTdR9wLaUvN4spuf1o2y78VumFqitnnXxQBHvr6SaG5TT5sLkm5t7aof1M4FpDM2WOWm1rJViKWi1DVqHt/IHzsxkrIVmI9q1ccK3gk82hpYoPjy4oKoL9R1B3A6VzIBDcqNnXU8sJS5CSQF3G8L3G5v73qMUJ2SL2zqKPcAhn7arJCBKfBllX9b58uynONdY1i5tKO6sqUIda173f/47UnWk5Y/mwKGG6ZlytcrrKE31YaL4bPP9obPvk77BfvoD5sndG2g8f292qh7n52rDxqzQylJvQmlzVsg3PHxe4Nd7IoB8QDeWq+Ya5eqU8y8ZT5SK9l5pANovzdg6Fq7e23d0P3fvTsVGN235XLNtX3ZP7vpYFe1x5sHvB4xvgDac18v9tapJ6yQ6DjGA8CqGsdVh1sHsk6xeYJavbuCovesK4ytrvGjn9wMJ2+VEx7SbUFdKXAvUL5jp3wroHs//MN/rDgYwm4O+7KUZviP37I5I3WCC/S/fq1G0Fdaq/Yzxa9kYX2ueLKB4/BVVPbjPLFN/f1wIGhvYNystC+k2r3QJpOmk225wZoiWK82sJ6w+cFrGhsgDFwD0WvDxt26eqhjeftP/khrhIA3ZS8uVGuZPKWUPIBboRt++ev7w3e+szlgFiEz8qypXuMzthtNgV4bSoDwewLAjAHq+dQ2x+I6tY7ZROI1TRs6HIc2/lyLtkfF2/4d4/WG0U2t8aj6EyHUwL7/guVzzq3vAl+zA+CFvOq/9Aj0CPQI9Aj0CPQI9Aj0CPQI9Aj0CPQI9Ah8UgRWAadVgOaTbvoFnrSq/S+91ar+v/j+fwcB8BxKf9nb+1eNz6rxfWn+rOrfMvBb1d6pPQ9I4aypHweAP9TH5fasitfz25+7Pna9xfz4UD8fAtvH1L+5T5ke574TGE+sCuA+FwAvH/+pAHi5xvDHWj6vys/lDSAFMJ8LgJ8ez0kB91Qbpg0GPBh+GgBnfCYAnN8DdQu8zgEwnwdENBvauaoTxdF8Utl+NWNcALgAXlnjGo7anlWvJcX0vP9WJAIddBjQDvjjU6z0bCqmdu9FAFmfNdWb7gWUMmhtwI/rTCB2AsAFfkfwPFMOl600QK5eKHeBXO4yPLKRl6pXm9hOik9qyWI1m7bMFNOGirH1nud29YvzCloW3BrHELUjxSKXXlGSRTVbdVjheECnGjLDzjZWaWuzPDYQacpUxqBdC7zA2HEdgGO4IPlW8Aq712lsSrFdcShraAOXBhWt2l1auKd1Kta4ZcVNu4FfAdDJj0Ur5thjj3miv9Pe0a6cvLcCL3U/1wVHAzoF3ARb1+4Yz9T25adzn5rLau/cLrzaR/Qqj9LHtiGBGAFHXZNza1Sz3olM1YYArgEIBX5Wftpqt9XpDBS6jHJZ720xbmAlAeCp/nZysWp5ur2omFGr1xyxtS1gSRip2UrXuLsfxEjxBLgCAq20bk4BN8DtptDmHM7H0hYwjTqV+5JP5AWQaQLA1H69leoTC+hYUheVTPyTrAf7u/55LtVtRo1ar4KdAm6np6cG1NQABtTCTu0goL8ATF1zuX31lm1u/R7QBYjNfWoTADWPHS+DZ/Iba2YBOL3PoaXkRgWceduO92aPKHh3djfU7nvBXyAk6xMa3wDZsgTnd8b/QvbUV+rD4eGhx/BKAJMFbUOAnTE5byAVG2bWR+rs8jl9vTi/cJ6mvVkfdhULXrYu1nF7AsC8rPrW74dSxp6fsR5EKbujTQM4CrDcAoYBn7xevdpXjgi+Hl84pijdAdQooi+l4mV8Ab17+1Ja6z/gJBCf9W5HCuAzxYdxWttk0dsYfviD8+EnPwIm7ys+yjXl/NXFmtpy5disCaLqUqoBrFq56hMA+GB3XdA6Vt03UsSyrmGn7dq6WFwrbxmb2mh32eyf6cfB4Z7bvS1oboj8N2/d3/29fW+UoOYuts0XUmpfzzbL2Hab9doQujYLREXNn5MTqdWp3aux9hqtdt8D9r0WrA1/9AdsepBNuDY/XLCRB1DsT1T/mPms97///TfDL/+yxmX9IhsHPH7Jn3wn1qYn5hMbHnIMoN156O/XcrfIppvAaN2FNbl9d2buxQKct/w9y3erraSzZnH72tDDGNdmiNSWxma+lOeZkB0AOwz91SPQI9Aj0CPQI9Aj0CPQI9Aj0CPQI9Aj0CPwsgisAjargM/L7v7ys1e1/6V3WNX/F9//FxUAN4nXkzWGP6Hdj6mRVwHSl47fqvFZNb4vv/+qKywqPJfbs6r909WtxXnkZosA9THA+SFr4+ULrgLCj31eYKSuVbBgua+P58dHAOCx9u+kQhtB0NLFx3svXX4ei2X4V+cUQJvHZvW4PQSmBcymn238Wj8cNz+A5f2plu0yNP5QhqEA5fQR3M3qoT7cfDAdV9eMqnKWZUsg/cl7+6HyoqKXY6PinZTApbCaq3vruGUAXPcaLZ71BoCjYOOoiJyB4QIs47lWnQZAAQx4lQW01ZfAt5YThq4FdFqwHtRYbheeA1/emltPl/qXeCyoF1s8qt0PrjFbHCclafKg6giP4JY+GRoo7no4X6pR1m+uC0grcDeCcGyKa8loUuGpDWXNvTj+y3OCp/08yOfaWOWmj1H3Og4N1vL3stq18tFWudRnFUxoYLPAZ41V4OwiAK7rMq9TKxhQEfABKCRfq41XWEQbVGacqy2eV01hzD0Zc8IASA+8jTqxfk8+FlCeIG9UigEcgKxsStg0TAKO0Nb6U2NQYx196TTfrDilrcBOLHJR/vFeszCKJ7AxAAAgAElEQVR37ABFBVZm51ZukLe2f0ah534ACN34Vs83+VFW2IllxgmrYc8FzgeA62LEjnvWxgBUkVUHm7GuOq5YCy++AuBR5gLlUf9eS6maOGY9MwAGRguYMX7YZgPCUO8yX4CpgLXYO6NAjCqRWOeVMdqy5XBU2VgAo4bdFGCsdQWgmWmUSX1wsB/LW9G4yr9x84c+35eKlBdAin7V+jet/QBaoCe1nlHE0gbaBiQEcuU+1Ha18hVI6fUo0OxS9Xajcq5Fpn0v6HOuQz6hOK4XvJVLMlRA4OSlQB12v1xdw3Yk9enr18hqsc5G4Z04o1C9Vz8Zq21Arl5wWmoU7+/tGupeSnFLKh4d7en6AsBSkQJ+PYdQV2tDAjzdv7K+NJve0/dxDahNGVgCoxi2lbng8YVU1swx5t6+LK1ZRznfewkAhIrB27fvhj2Nxy4qWX1mK2tZVwPfa4MFltGMLRD44upsePPm0DXMz85uhtP3V7K8fiU4LxcDKV8vr7G23hp+/OPT4c/+7G91k33l8I6tmzfUjnttRDiVlbdpv+yQd3fuh3/6zw5tOe2NKdpscadjgLGG1QLre6qlzOv0fRS9zPP9/f1YQavNV8pr6ux68dWIUN96RwCVeDFma1ict5ynZru5NUfqPeLszTNkE2DUqVDzJHnx7t2Z5yuKW/LaqnrVdM5yvTb8t/9yNVyp31e32iCgz7EVZ1OEa6i7ERsai9Phe9/bHH7t+wLFbFqybQNzSuul8sH13dNYjx+W2vVPKd4G7gN5t4DftNVrctqHbX25DfDWlq6JjXZNU5TP9DuOGFnz8n2YGuq2lm7fiwnMZEnvXxX0x/5Vmyj2V49Aj0CPQI9Aj0CPQI9Aj0CPQI9Aj0CPQI9Aj8CzIrDq/15/2YDsWY38wEGr2v/S66/q/4vv/wkg9WP69MkW0F8iAF7o8sTqPqZbzz521fisGt9n3+iJA1c/vfqiAPBTLV0NgD/Ux2U4/GUA4AIzI3ibN3lFAi+0z08teZDJw888oBzhmh6Ezl+rAHBB68dg6zxnlqFd3eNh3j0OgNPGPKv1k/jqA3UHeeAMLLFiCHvIBOZDAHgZ6hK+VQC4Hu7Pj5v68WEA/NT8cd3DltrzuqsFgKfr52/1QLneD/SYFMDV74K/PodYoKxqsLFgXl2rLIbn456H+Fl05hbQfo+H0fzhwksqUFdNBbyW2mkW6MfqEZcSNOA+LQA6pU3zDQoT2F/Oq0XYunhOQb8pXqbXgb/kUVlGGwoLouknD/IN7Qz5Mq7pF7mZdgAiMx6lVszv1ZZ5vjsepTDW3wEKqRu5uKgXACkADFQEwrnuaFlONyjwcH2ZALDbZWCQjREl448aEGtk1KItMfQD2AbI5P1aZVEAF3wsEOncEmgEWBlKCuIA2GPJnXEvtdx8/MtGG7gBRAKGUc8TcFr1oe+UTIa7ajNwpuyab1p+kWu1KYD5AiMBABvuoW71taYMrtSptqNaHnMNAG5IF+V2xg29pNrgfrd6yE3tnGuk/mmgMGCUHGnqUs6TkjtWtFmbXHO5bZzg+jcCQMQ5OdNAJyBXQLmUzs4JgbVxLW4LA/mC5eyVpJ8ohBk7ar+iiuTFuGYzAX3hT5TjB5JuAlxdAxraqT4yVvQP4DgCfV3XsBWkB0hnnKV0NURr3w+2lJ7lawFgasCSnxtqS9S8xARAJjWnNxpwT8E3/bEaemvHuV+gF5jtuDAvrGDmpmwISF66VPFYHzfjS18A3lgwV8LWGsp5VwK3uoKgrVSyzFxUrIKbr17vDeK5Hh/Xs1X4iC0K1WuNz7qg8P6+rJSV11wPIO+5zhwUWOW1uYFCmjqwAO7tUf1Mm2P3DZxPO7n++Rn5xJ+siZxHuzmOjRfOLcZNQd9V3rP+zAHymj57L6h6rfwF2lLXN9bQqatLXWLauLu37Y0BwHTNMh2rtsgi+f37m+FMAPizX1LN4i02EGAfvTH8zV/fDD/60TvlE3mh70yBeOy/6QP3v5CN9bWu7X5JLfxb//yVY0CeKLO9EYI/29uCqYpp2ZiTD2QQ+cc8ph1cD0tk4nZ7E6iqbLKFMnldSljTb8UDBTrzhRcxRgndhLwJLK1qqV5GFCcniYPXAuaVzrHKWQsFa8vv/975cC4ITb3tbcUKdb9hsv8dpPkDoFbd49ur0+HXf+NIEHhPgD7fq6h9yV0cDGzYoPzZF+Slz+NeOs/DKNOtVm77guo77Zp1UvN0/u8w8sybT+iP9gkwt5M4UVA7D9qfAuXjv3Nmm99yyqp/wY+h63/pEegR6BHoEegR6BHoEegR6BHoEegR6BHoEegReCoCq/7v9ZcNyF46Mqva/9Lrr+r/i+/fAfBLh+iD568an1Xj+8mNK/i18gLPBcA8Gv0ULcSHAfDK5i0d8EUC4Lp0AYyUiFxq74r58SgAnrX5UxXAj+XNY7kyATGgxTQ+zwHAfsC50N0CwOlAga5cq4FC2y8+PWrz6/nhqgHww7xZho0P494A0pw+0d4li+Qnr5Nn3u1PA/JW90QBPL3SmTnQrIfDtnBdgKVTsB70yQrQ6aqTSnh6cw78OHK0nzUIi4I2T+QDn0eI4einLiVWpssK9tib5jWHXLG3nFnwzmKZ9ifGVfP3qfxKuxeVYcsZYPgGxGzgnHMKiANcAYsFF+YA2MARJW0pXGdDYwVqG+9S1gKMeVVt3Pn+DKw9A+0X1Z7Vr7SnLKoBwFHuzm2Yq5/VfnKlzhtt19U3LFkBq8CaUqC5TYaUASZAHXP92YSpHDCUNoSd7LDdL8PLxAogPM3vqu08jXPUsZlfpY4F2AauBbJQLbPyaUdSSqxgean5UfMKGBmg2d6a5id2IGCsjNcFXa4F7KquszcbeF4BNQN/aw3coFhqU9lVzFHfAb/uWq1nAGYsywsQZ05yvAGg2kGeb0v5eaV6pakbnYlMfwFM9UI5eCNVMPVZo2AU/MZp1ipRqcINBokFAHg5Y5si3GHNMWkzyuKqpxub4FgrJ59pG5a6hAlVYoF54Kuhk8bT9WidgwBvQCnQE9Ut70UxPOV75hbXB2Cy5hAZ6gRjcY3KN1A3tZdtUUvdVMCn8utCMNcqcwFgoCXXCfwiR+kTsC/gn1fVEibvGF9+YmvtKOiYTSmgS10KeON8YuA5omsyHTfVhrP3J8Obzw+G128CbvcEFAHUGln9ZAyVNxqfc0Fg1zHewyo5quFzKX0dP39BUO+aqGwajjKfSqnpNnkj4N1wJItj4lhfJYZ+3hgQkEwuYNcMAD5X7DgvYyUYiEtAQT+vN2x6YH4p9/XLleyi15WjW0BXgcyA2jbmbIZgrrJ5Actw54YA8DtBXK0d+1I+A4YH1fj94Z9fDT/5CYpUWYK75vSN5g+WxgLAqLTpuxTA14on7dKwDL/5T7alUGa2Kf+lKr69AcADgBUTpTrxps+uWe7NCNlIw/mok2venglIA4DXpc7dFQCe7ZEI1SbUOvfsbKrzTqwYa893pQxq4kz/bABhzhBb5xTqXx1aANix1zX/0394r3xfGw5eaVMEUFhvGi5jJz4IjKvNF+91NY3P7v7t8L1f2x+++e2N4VRQGEAs3Os557VH5+9tZ76UM4Tfr/HStVG2Jw+yDt3pQ+zCnU9sPtDvqMa9/gKOb9lY0zYVcX3Fpl5ZVmodajbhSxv3OgB+uG72d3oEegR6BHoEegR6BHoEegR6BHoEegR6BHoEPjoCXxkg++iWPn7Cqva/9DarAOGL798B8EuH6IPnrxqfVeP7yY1rzO0helu+4uIRT4G48SniRzeoA2BCVvUnp/AlLs3JcHooOYKRD4/LosquLBGncz4WAOc5aFMvz8b4gQX0LxgAnqfjQr3Y2br2kD9TgzHxr3FZBsB8xsPrCQTmTrZobsC27u05Q+3D9tR6USX8OAC2qqopNd2OBoCpaej7AMnq4TS22Xovyr+CttO8CsBbfH8cf7Vr+bMApZxfVs51zxH0fSAPS0UM3HIOGzRHueyajEsBB5QZcTSQ5Uwr1bQf8NOWBh0KAAOSqW2rn64BC1hSm/23+YN77j/bFDC3PK52GQxXXFvt0EDTKAinPqTuc9XjzflAr6bmH2MmcETNXcUIYLWoOCa3AguxhQXUMZZVK3auvnb8BUYqxwJuA7YcQwPrnD+CfGoNA+NmmzByfJTP8w0A7liTzAH5UHiuCdaQTPeOOVFF0xnAa0hYwEcHYceKlSr1ags0zVW8QKl5veJ1Acob3lOfM2ZcLrDq3jbVqXVq6Cjb5YLU2dAQRS05BeS1pXEDk5WbW4JDtNOKZWpHY/Er2EMMre42+WVcZMnb1OZlLW2xK7nS8idWxgJ0GisrqW1BzaaAxH+8nv4eK2aO1Ti2msCxRp5q4pIzZTU7n2+GhoZnZUkfRXTtCWhsuynSr13Xm/OxhwekkaPnAru7Ow2AknOedonvmeoCA4aB0meCi9mMkJ5WXtmWV5+TI2dnZ77X5qZAr+4BsnX++3+ZW5PS9vRU6lzFk9q7WFczFzaYD4KM2wJxn32+O2yrvu2lbJvXBUABvWsm7VlfqfN6IpXstqyG7+6vA+91/XNdL9b498NrWT9nLgInz32OfzeQZzNFAKzrKqtbwM0A0UB2lK/kAzkAnGR8Lq/U7rYGUdvX/dM5LT0MFE9Pr4bDo20peWNpjZMA93l1iCp8TXGlnjNSVNb7UqwKzCpNEH2rJLBvsbmHdPVu+D8/ux7+158C7T/3pou3b4/9Pvm8o7FDYcyovHt7YhJLLu3L3vm3fntPY5vYX6vZqJKx4PY+B6ajQTlziLkUpazVyLo51tWoXenPu7fKT/1l72DD1+NetG9Bva/fqUFseKsLHxxManfin5rIyS2vebpecndqB3MQBbDzTMf83r8/Vg4cDnuHmvtq58m7U7Vrf9innvHJWx2nPLzdGbY0APuHAuzbt8OvfHNvePUZ1xcAlopcXhjOi/V1qZtRSmcfTdsE4564PVHKA+L5Hga801S9j8Lf6zibozRHtW6NG1UUL6+LQs1clHrN9crcm9ZMb6TSujNfRzsAHsPV/9Ij0CPQI9Aj0CPQI9Aj0CPQI9Aj0CPQI9Aj0CPwVUVgFWBc2a5fVAC8suHPO+Ah/HneeX9Xjno6fxbB7WI8VmPl8SHbXGz5JQT1xfm/1CZDmFnXx1qJT7R9uUZtDovSi9cE1KN6ewzgzS/9WH8e2yRQ75V7aOM57VKTqsWtaZNgUTk6PvJ/AOzKwnoBZDaFZl1j+ZqT5XAUOzXvSgE8V0ovq3gXwG31YEn5+1TqLILwpiacq4Tb+lbtmcdpeW1Y/syASwdFATolRVSPi/OjxsPH6UHzaMvcFEXV/nq4HHgElagayznCYIPsmd1zVBO3NkTZO1nazq2ql4F1KR+rfQbP1HJtENWQoGBsu2ZBtnkuzu93KwrBZ4ZKLQxTPgbaVu3fuYLa6ltTmMBdn9NqzFbOoNZCiUgMlqGtD8cKmHlVAV1ShBcAns+9wIzUBq73Cwozv+f1eN0vgZ/J1hsYsph9VjCj8tR/UZpRezUWuwtznvaixHXNT0C2lGmyxs0xKNMmO/Cy+A38Chy1NbKtfyd4/tj6UUCnwCU/bzh/1vCCpAWgUVz6742HjBC/5XvyJP1G4QnIAtrSpgBa6fuwSG5gnThWTd47HVNKbdZHVKul4CZnAK8AdF6A1bxSt5T+EtNbgfDkZX3XSEkpIMrigtoZaEebsBqet93X1NqBmtR22K0TBVprGqOOxT459tNpOwDa7ZrN2diFB3QTzy21v9S05CkqXGoWA5g4v/m3uz+pVwx0EtCT0hKFZe6XNZLhoSQqNWtTbzk1myseQE9gLe8FBgM9Bc3UrxhKZ52lH0Bgrnkp5WqAddYtXii/edE++oBduGssUy9VPsOeH1h1N4UtIBvoy4tNA/v78iJW+wCrd/eyPf58XzbYgDpBxD3aL1CLhlexEen3vHBaSZH6t2/PZA+9b6V2Kwg9tou4o3rmJzDfY6DNBqW4Bj4CQ1E5u4YziltBS+yRDX2t8GYMiKPmoK5zJYhJrKp4+iuByeTw7XB8fOz6uY6Jrkt8bjwHAZrEnfsF+p4JEEdVnhhmU0jWPf/ORgVUvAdrgr+Xw09/eKb3jhRGXUuHoMZm3mzILrpU4tQpZixtHQ4A3l0bfudfHVid7HCpCbh2X10qnobZ2kTCPQU2Dw+33AfyE2vt1ChW/mu+oLY+PcUael01g3MxK5z9XTL9W825Os67e11z1/fghRs+mybI9fQ3Nc5R3KJUJrWZ72xu2Zby+Eo5xD3/+x8A+FWTWHHjbufnyS1/B5LLMFWVv8Aa/NXRvnPt6ubt8KvfOxi+9kua67sC4reH2pgS6kv5cm94oTYwENj9iC08SutYxtPmh/O+1My1OcbgWrnB/CyTDPrToj2u8XZN8LywL3qrpZ2SFx0At3D1Hz0CPQI9Aj0CPQI9Aj0CPQI9Aj0CPQI9Aj0CPQJfXQReDMA6AP7qBu8X4M4dAD8chEW2N5PaPTJeqwBwHqby0HFuezo9lF2Gu8vj8Rj8TTMmAJB7TI0rVUtd6zkAeF5Hdl7DeLpqs4psN/oYAMw1lmHic96bh3u5FvTyUMwtihcAsy12n55oy7Vs68i6XoHteY3gQMY2Covkvb05U8Eu14IugNAAMMvvHJ4b9gILJ8Tpaz6sM9xUt+16hoCcO7s+5wHUUsM0L6tHG6Cv9z8EgOfguGCIQZdeALbl/R2OzRIAHhW0Ba25f2vTmmvwpm2GXQBgveFrNOVuQTznTPXFgDOgOBbOuYZBHw/8m6VvncvnAIwCYwZoPgcFaeBRvZYB8PhB+0tZ9nIB17AEjOo6AOBRPcYYjvCxASY1zspSPJ6bMjux597pAzG+E0QzNM6ItXELPF9eH8Y5PoP4nFAAeATzzQJ5DoAdr1bzMirjxc0IFSJqqgKvAf80EqBIWwGFcwCMQhTYUwA4bWtzwfbr0/VR+DpWWOraErlqQLdccH3XyR65wDPXQPFnAExtWyIEQWOe8x8bGpRDAEHAq5Xaem/K4wAmPicfGCNf0+ckr4F2JFbNmgLs9HlDiuqybif/uI7V1apha0BmkF2KROrSqr6s4C/wDihIPVqCV4pqYgDANWTV60JwLzWbA9pLoU9fDM5FtLZdTzbKc9rM+Sh66deO1LaXlzdjXWSuidIXoAfA3ZNqlGsYTup4VKSGqa6RnHW64K9jIch5oLZdnJ+rbeeq97s/fC7lr2aTQLQsdQUdUS0L5TVFcQKnEHiDw5X6Qj/OTmVPjUWvaweXnXYgpmu+sjboP6a3ZwNzAUdt2iOoDRQF9gL896Vy5XPmOEMGcCy3BqYc4Hxco7z5IPW+a4NEm1BSAAsuy4r42uMe1TprGvdnOnFfz4GWt2uikjt7qMWTBxt6/2d/Jfirmr8b66/UP40Rm7z037GUvlHyAqABtKf+mTksi2ydf31xMvzb3/08a9eYbNw3c8vQU/dc2wAAk19qq0B4NmRQK5iNFt4u5DhqKMedMScn5+5mAdPK//mGtgMB4C0B4GwiIJcmq/+cm3Eip3KMakdrc8qOCj7faT5TyviP/0gbA5TbR6oD7e8yjfvx8elwdHQQpb6hszYwsDmgSZo1orJivh++9Z3D4Zvf5UZaM9o+kABgdaMBYOd/fVd4nY/bQW3AqnWb9aHUvbWRYfxO0Fiy0YLvF873OVzDeZba8dN3ouaj5s9YFkFB+MA/H7JY9VePQI9Aj0CPQI9Aj0CPQI9Aj0CPQI9Aj0CPQI9Aj8CXGYEXP57oAPjLHJ6v/NrPz4/5U0iaPSOKfho4f+s5j8QaoHymkvNTA/X8/j3vDhMIbeB3Wf734DITAguwKIVi5HNzJdaybbOjvAQQnwuAl5XJ9QCTa2K7uqzU5f3l2rHVvscUplM3FwF43QcgWW0vW+Tp+gFxvn5TlX0o+vMYLR/3nPHNA2Lauah69P0FB5Ztd5+XCe2oArgtDCMYnu0SSP8zSdxe6h8+oRCe39tgaTbN5irjOi5WqTOVboMnjx3LcaV0mit9c35sfuegtOo71r04xwByplSf5+jyWGDPao3mLO/rWgHSzc66wb0CKQubAQyAW7sUulLp2vrZcG6KWBOWBQigbmvxq/zB/jVj3u6twzZlEVz1Wef20FPOZWPGBBJoS5Sd7vsj87+sr6cxatC61exN36lXGbVoKUgLtKO8DDAOJDP4RoGpaLrGJrU0m8IxG0dSF5d4VKznMV/YvNEaRezr/pUX2HOvtXzCEncDO+V2vMFICzbXdu3d+BwbNDrHW15UTVkDyNn6Pm2SyHhmrYhaOvnYbKGdFq1OcQPdADXADbf02LieaM7lxbkFaz2+tqZmjCpB8v3lWEMfdb+D/T2DrQnYV66mbdhRl5q3bIStHgSKe94HHsdqOGPqOVJxmlLTymA+436AsljCC4oKkHKP09Nz94txTB4K5EqpGlt32ph+UM/0SrVL1wV4UbLyO3ATmJiNDah4GTvVmZXF+PU1YDO/s7Gg2nF2djH2zVBTlz+VxTJwlPrKXDMgGzh9afhnxbFCB+gtVfUbarvq+je6DzkCiARKbm1cDyo77Lq7tuUVxNtUfz1dDAulVLUCFjC5MZyrH1gMs5GAdqZGb2Ljus0GtQGvCJa5DEPvPFfOvj+RRNVzJlbP+/tR9TMWqSl8O9Z35RygNMduN8BPP4kBOYw6HAv0vb1tnctGAPVFMaL2Lo7plbsn71Di57vFm3S00eDoCGtowXYB9Z/++Gr467+6kiL3XuMrWKyivWvrsnpWn7CzZj4kJsn1LChSkfOe1c4nw7/53c8MPIkZc5L4X14SO+oBK5dlt72vdh1IAUxbxIAFrdMuzsOKm/rCxLKmApD4/fsAYOLMfK25Hdv7fDnv7cmauSlio/DNalDzZfy3jL8XoPR3qlesTQkcQz4Jnv/JH94MZ4rnthTh9G3tThbc1H0GLGvchOjdLEC4axgrz1DFHx6IVq9dCQKvD9/4ptTt2Xuh+2gNVFe29D/kZOznUdhvyF47ucLacNPqg7OxgdiyPjDXPDVZd8Z1iQ0j3gHiDRT+NwLfR63ON/csAMzfE3+cDprCuAPgDEx/9Qj0CPQI9Aj0CPQI9Aj0CPQI9Aj0CPQI9Aj0CHx1EXgOIPlg6zoA/uoG7+dw5+fnxwoAvNDWv9sAeNGyeDUArtDNYe/84eo8tC8FwIFBATZ+oDnTr3wKAC6oU5f5FABc/Ztfg/fm0po5mHxsWjyVx9OD3jzUnUOsAsNPAWD6xmdzBe6Dey9ZOBsOufHcbzo64HU1AJ4vt8vg7ikAvABMrZhc3JwBjM9DcOnw9KC+xmi5L8tSplIAPwbg6715rWD3sCniFuLcAHBBo4xt2whhuBt72bnlMcdEeZkxG88FMjYVcR78c27Ugff6idjTtuKuKRsIvHwvrk0cDIiwhRUoW4ih7jedM69jHLtnxxNo2eBv2VXX78AQPirGMK8bXOCW97a3dxYAcLU19VFjMcoLQB0hcHJrE4tu/mtgmHj4fYGeUgHXtW7d/6hh/ar46a9bUl5OtXizh+eu1TsFQgFaDPCxWm0bOgzpMVvF3rl2E8wSCZvXbYCSsz0bLMa4uDtZf6pm8XIO8jtg75bxQyEYwqp3AwOtRG4WyY+thZX63Aq7XFTJZXPujReAOs5v1wpQntTHtQkgysaoZhdfyVtbgxtAA/c5JsednJw0hSr9rs0LqEcznpyNDbEtsU0SOQub8UDpbBbB3poarrGozsaIbCJhjmCjuyGYuCvlJVDuSmOBcjiK2ECyqtkaUI99MhCwqZO5RymfnWtReZ6enRryct+xHIHah+3yO9VuRR2MkhggPNwHyG8KQHK/IwHIz95Q05ceok49c21f1L3EAZNfcsE1lMlB3f/2VmBQkJH78ULdHLU9cz7WxfSJHN0AYHJlwW9qHu9o7iQPWAMAqoJ3XovJmevhVQPT19dRCAP9d2QnvSsg7Zq9zQFgXaphWuyNBPrL4RGAEmVy6kefSplMDMkD+rIrhS/Dxl4ShMFn6q8thPUfa8rBKzYnbAw/++nN8Jc/BrKmXjVrxq3rG8tG3Lby9DHD7zlY3xt0si0ce6qT+zv/+mC0mAcAn55hQYwNdsYVy2tU1hbQ6nUtmHmmOr43ynus/A8EsXfcZ5I2+XH6PhsDeGGxvSdoW/OGGsO1dqA6LwDM+eSBy+A6fllzJuV81nAAMMPA192FVNn/QxbQ/BTet6f5+n2sql2mgHV7g7VJ6lwBYOZ8beh43ay41zZPh298e334+tflJc5GBsWJtXVb51jxTBFyzyAUvtRnbhtLvAEk5RJorzeIKIeswnfddoKfzT3cE3tyPnOd4AazrT5nTupchqjKZ8eqPWtzt4BO3vVXj0CPQI9Aj0CPQI9Aj0CPQI9Aj0CPQI9Aj0CPwFcYgecDvica+RQA5mnUh17PBMdLQrife6SWocfPvQFf8Q2fzo9FiLTYzMfGfhkQL3fs8eutsu59aXhemv/Lit8H7a0agPpZn82BGQ+z88oD7Pn51bbHLZhz1nOB73KcHp5XirXFsXsJAM5D0IwrD8HdyyWwPP99lQL4Q9D7KSX0MjQf7SANb/Pwt16xbaTJgWf5LPay9XrM8pmH6XNlXwZmOicxjJI4KtmCmwHI8+Mr3o/lZS2ZC2viUlyncUY5Oh/LzL8A2Qla0x6r3ZqSlgfhPMx2k9Nsv3ieP8UqSt+8X8BrEaRynQLJXMvKMQNV9Zm50BbWqvWLHWusfANzl22lec91OutzIK4vvAiLyy76vinVrPptOWdY1wAhYTfIaACMv2OrWjUvDYDpvgFwYIh/b9eaA+C0aar1SzzJH1tc60ap8RtQML/GNFZcN0rfxwCwgUpTB9f5tq8G3AoE8yI2tXkDZeYEn/NZ+iIQ1FTAGJhWjrvtrW2G56SsJiAAAA4fSURBVIBzKwQtFR1jTp+vG5iqjQIA9WtBtwCzHOv2AFab8rf62YS7w6YgIhbMXgcrf21JS8oZKQfAk1+1EaCKDfOp3uP8QLkasSRtVMJRC883WBS0mgNnWgq0KXvfBEnjJnpXOVgKwqggE0sApyG+1aeASB1vr98J/qIKZcwKDNZUfA8AtpK+rfezDQgAZZSKybeyeU69Wl5R2GIPjfqV+ruCkYLFrp0brGxwiFoYi2dUv6l53WCUVdFYKlO/OdCe8+kPAHp3b2+0m0b1aAamdtri2ItP6srW+VeChK4HLkj6Vra9u7L2xe4XiHmnLqyvaZzvTobPvrY1fOvbKDal5xTEPZfik3gxRmwyIKa2OtY9LqWoLQi/pVq9m01lzbDSHoCrnQGaBTqAMjbgienJyaljDojOGhLlNYh5d4/5bc7Y5oxsiOWXTC4xhls6Z1tQlXNQoRKXO+W200LXBnii8uVF/K4EGC8ZZ2+eQa2vcdGfHR2TjSNcg3bEUvxWKuedw1u18Xb4wZ+rdu39gYAzNYWB91hnn0vpjJSVtSTKfmyiyb0o4Zv6Vu+Tn0cH28Nv/ObW8LnAOv0ymDaE9ewWNN0UlA+IB+ie4w2tNjDR2ESAgndXueC1vAFmuXxr/FSrWX0iH1Fsp/+J2ZnGlvUMBThW4lvKySix8x0BBK65DRAnBnUu5wPNtxRjosqc+K//WepxK30F+21Zrn4I1vublw0EUu1iM62Z5DXl1qp9zW3/oa733rB7eCUV8N3w7W/JWhqXeV1X3TL8vbIal8Zjz80GB9Tibe1XvlHDmeAFOGNjPf17IOOcfwPQV9qbudi+x/muBBbbkp+1gXUwgRotppXMK/6fUALbXz0CPQI9Aj0CPQI9Aj0CPQI9Aj0CPQI9Aj0CPQI9Al9WBF78eKID4C9raH4hrvvFAeBV3fn/AwAv97Ie/pV98wOIOVOEPji3PTp8CgA/NjbLIPSpqD8FjpfffykARpnG89eXAuB5ux6DvU8B4Op/VHKzR7Gttu9jADgWlvXgPw/86zUHwAU4nwLApQzmwXFuPQHgZahcwHgVADY8baxp3p9xH8HY0gDgabMBwGXsxVgTGHUZD/O5f1nschRvRXUY2FD9LgBbANi9QmlaFqXtFgXc8msD3jTAYA5QlViM49IgV+BOQPG8Zi1/BzhxPHBwArsNblXX2vN7IIDbQF9GiWc41h3XAB8YNEcpx9P9soAuiFyXBIAttJUeVS5ZyR2LU3MA3TBAPRbBjD01XnkBCrBlrb9jWzzPP65ZoHduAT23IOZctxv1a1NtAwO5J8o/XkDe2OSWKlJQaAnGovz12DVAHhtTFHiBrveoijnGsDJ/DJmBswLbgKlqC3az0J+CcKMqlmvXDgJnP8pJqT8VlxvOmb1QWgagopBs9t3+rVR4AYPTCwCbtcX7ALBYtpJ1sgR3/nBXq/gSA9ILtbNVo80+GQjqMfHmgMm+m/uViBkIV/MDQFuxzrpDu4hf1KaseXzOuLEJAJvjavqZarlyD2Bu5b4V2rpOavMKgFG/lQ0B7leuw/UBr65JTD81vrQbsLe1WfV9A7ICsWLtO7f6p33Y+29tk/0tNzSmAD9ycV+qSmJIDV9PfSvnAZ2pUX14eKD+aB5Su1njSE3go1cHnlTvjs8FDGX3LJQHVL0VCHzz5s3w5vO14TP9sVBa33XXGvcLKZSdGVLxkhXYVBMnVMMJRSCq7a9blXADP75HvBGiAJ4zMPlppfIg6+IzKTlRZsYqm/6j7kURzfUKdHLsheJHW20fbrWnYqZ2eKOD2g98ppasf7+5UpuyCQDQC+i+EKy+1NrA+YHsN1K4po4yiuNLWUsDfXW2xpHr7A7vpL49fqt6yOeqqazPX39+5P5gK31u6+z74c3rI6uYyaEdxXtPYN5tEHhlY8Gt/pCrR7JB/nv/AO00sDawFUt1ajSzBqC23RVArRdOBq6XyxooALwv9W/9q8u1cfXbmRS+5DcxffVqf1S3FsSlHyiIaQfvEWvWY+7P8m4ILDBem0FSH7qsobkHdZB3DHbJ0v/479/qPcV5885qY+bqxdn1cKG2vlIcWEPJkSupwbknts61WY5pt7kmhfMBG0aOh1/93sHw3e8caFOPgL5yK3bqsdfHcntTdtWs0aWEny8n03c5m3DK2D6Kce4X9wQgL/dv311KIjZEEEP6zb0qHzsAXlje+y89Aj0CPQI9Aj0CPQI9Aj0CPQI9Aj0CPQI9Aj0CX2UEOgD+cPT79v1nxofnYiPD/RTNwxIAbpd4cX6umFwvvf6Dmr91v9oYgdpkppKsj0clYauiWcqRSQUbhWoeQOa1rD58zHr4pQB4Hq6KzYcUyBxvcPXkRJmUbvM+LNsQz/tSD2Pd+8f3BTwY1Ql05iMA2fJrXqeVh8cBCU3lg2JXgCLQbH5utb8+y1XL+rn6n4fMaWxsaRk/4Gl7AD/OD5SVDYjOJYpc0xwy0HYCNwWiIQ8CfxYz+Qn+2D2OB+ksjl2UgwHwUDKgGknkFhqGLeSKa47mYbaBWlPITtectYPL0N+S0un3UilWPObQcrxPU5TS/ls94M9D9dSGtfVw6zsQmJYYCrk96StgwrabKNgM/hJnGh0Fpn4VNAGeUZ/WPeW6BkGpl7ym868EbWzdCUjlfYCa49MgaBsX2rG8YaPaWD+NkkdIGlVu5WKNvW2DBRWAJawFwNqqrzuPU2rTTnHm+KdehpPqq4E4IFMHAkh4Vb3bBC95WBCmoCMA2POh4JnBqVKLsQfaFKj2OLOZgHq9giNAHyn1Nme5Cyyjf3MATL3TUdzexg8AfE2NXROTjE+BkvVmzwsgIj/H+se2w42qcbJ7Zh+BgJOhdcYYAExOk7xjvhW10nulgq6xAQJH9UetUNnhmlBG4buBf6/OAXwCjngVWI7yd8otACxgDqUtakiOr3Fg/BkLK4TbMgAAruvtyDKZS3E+7SmgnzFi44CgN/c2gG99taI3cPZcilGgU9ad2Ndy/8zt5HK9kscoVQFgwGEpblGeNpUsilnyjz5fXkoBWgyMMSKmrqG6ZVUo9YG9qUF09Oi1FKwau5N3V2Ay1fUFomusrs+H3f2N4dvfPNLPZiltuhvlpqGn1KRW2bLu6c/21q4Um1IDSyF6eChrYomGWRcuBEP5HAgPAHf8ZvnH8lFLEXWKUfIXJKzjiQVK1Y3NrL/5jsmizE9gq9Wz3kgQyGgY7FLA+pyNC7rJgSyV2aiwKzthTj89ZWOCR0RxxXI5Y/72b89sWb0uZfCGbLDv7naGn/3vu+H4RP0T0IXFvnt35vN2qdVs9ShgdxBU3/ccZHMKztaTzThjfjZcncsuWe3fFnz8rd9+47EY/23gr4ZYUmPvjP0zKn1ejCl7Axjas7Mzn0ON5voM6EysgcFHR4fqC/XPZ9+Riby/I+gbwHnMTcVmS/NRKe17+HtEf1gbGOPUkc4k2JFNNtPdAPjfHWsp0HeP4CxW08LJw9XFrQC4bMuxp1YOAfDPlJPMzel7kd026Lqpu0xNYPJHSuBvbA6/9t0jA/dLfV8wNijka85mE9T836fJxZoq3MPzSIp4v+yMMdUG5lziw4t84rysQbGUrtIOtfZ1C+iEsb96BHoEegR6BHoEegR6BHoEegR6BHoEegR6BHoEvsIIvBSA5WnuI69uAf0VjurP79Yj9xsBF/eeP2B7bluW8qhd4sX5ueL2L73+MgAewWZrP8K2sV7irC0vBcDLULYu3QFwIvEUAI6aMbD1OQA4dX4DfJdVu0/V4DXEbYDrYwAw7S4LyqcAMApgi/cao678nSuADTsNVQIyVgHgAkh+CO6+TgB42nQQIlS/PwcAL0+9KM9AfAHWAWZh2VgBp91YEAcAUyM0FrZ5PQmAW7tc97ZB0c1ZLWMA4hwAX2Jd24CfQW6zWk2fogydq9YC9wMvUBMX/A0UFMRuffDKNyrHc7w/A56qXUAQ4ByAcEcwraggoKfWiAkeT5bRy3Ec7YN1LbfTECKqU16PAeACy7VZw8s14LpZPBcg+TIB8K1iUwB4rVmkzwEwoEc9cnIzBjtYHgOsGgCu8bE6fNxssQiAGesxR5sauAB8xqcBRGA/d9INUOMW5C5YxbEAJIDqYs4LUTW7bObXjTYToKxEoYqFMkrOUhACi1FWu72NwhUABjxj0Uw/LluN6Wvdb1M5gnoTS2HyhObGTj0getxMpFynrQA2K4oFT4HR1JMFOPM+k5k2BHBKOSrAyHuHh3sGXLUxwJsIBNSTR1gJo4wF8M42HbX1rDZlMCaBqayLm1KOQgoLAF9IPYqimPl04X5uqT9MDaAha1IpaFHgom5mfm1t7VhdiqP1jsClFbsisEBP4OWu6CJxmc9HYvIYACZetQ7WnMKuGjYMkF3DeWP+Tw5vlBCUfQugJ/4Act/e1wGYvnlzpBrAbVNGg4bnUvFeymaYeO7vp448NZexrwakX13cWdH7gx+eDX/5U/Y9SMktsIml8fv3+lzAW2ja48t91jdudA+U2AHLG82BgbbQb/L1Sgpt3BDuby+Hf/EvvzHa2Lu97lO+HLYEKD97LdUya3r7vjg5U81iVNFtA9G+6itvS40LyCafGCvAL/l6JrttVM9cz3Wd9ULlXWHDcjqK7WlDBGNOqqKO5oVl9oWAbr1YZ7alkj5X3d87teP3f++tAfDaFjWtFRfl7d72gaywBY6liH71ORbZgs36HiCH2/4Yg1Z/Ed5G4b2zIzgvpf3J8fHw/e+/Hr7z3R3BY3KT75LaSFNjXhu8anNWXBxi40wcUHW3osmeT2yAYQAcYQPgrLFjt54EwP8X2b3WgkPHXEkAAAAASUVORK5CYII=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25969" y="6069868"/>
            <a:ext cx="14877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dirty="0">
                <a:solidFill>
                  <a:srgbClr val="0B0A25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Что получаем: ускорение обучения и объективная оценка навыков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1325969" y="7309623"/>
            <a:ext cx="1486814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dirty="0">
                <a:solidFill>
                  <a:srgbClr val="31313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Платформа сокращает </a:t>
            </a:r>
            <a:r>
              <a:rPr lang="en-US" sz="3000" dirty="0" err="1">
                <a:solidFill>
                  <a:srgbClr val="31313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время</a:t>
            </a:r>
            <a:r>
              <a:rPr lang="en-US" sz="3000" dirty="0">
                <a:solidFill>
                  <a:srgbClr val="31313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 аналитических практик за счёт автопроверок и реалистичных датасетов, даёт прозрачные метрики прогресса, рейтинги и отчёты, формируя объективную картину навыков и пробелов.</a:t>
            </a:r>
            <a:endParaRPr lang="en-US" sz="3000" dirty="0"/>
          </a:p>
        </p:txBody>
      </p:sp>
      <p:pic>
        <p:nvPicPr>
          <p:cNvPr id="6" name="Image 2" descr="data:image/png;base64,iVBORw0KGgoAAAANSUhEUgAAB4AAAAIVCAYAAAAwMeKRAAAgAElEQVR4Xuy9O69lS7MlVI9zHejmgng04tXgIHDaa6sdhIGEMBAGEggbCwkTBzwskJCwsHHx8LAwkPhL9L33O6eqmBFjjIjInHNmzsdae++qs9Y5u9Zj5jsjIyNiZER+/vzP/os/Pp18/fjBLP17U873U6V+/vzZ0+P986cvX77g8/KH9/r9a/6+pLU0/ocSlo9Ia39Wjsqqv9f6vEbWsSSOvF7mF5Rj/1kb2vbgu+r9seT94V/ZZsuzvGy0fuBBaSP6ueqvt+VHFovcJe/yeXker2WYl17G15ibUpel2Hx5MZkX41ha2X3/0X3/UsZ5azxjXNlPfffx5Lj6aHHOtxt58teujSdzPye5TdnVkpe8ZYaaUpwyLhd8tUEi4ZZWbpZ2MHu7rg5mekgy0fdDCjtRyHo9n8j80yX9sfDJnt91rG/Qp+FYfdR19IQ5ynHQeK4rOU5X6/lo8w7ma7Nv2PeuvB65BmtZ1ppFSqAMoP3oWAuRd7s/y+gv/HkmXu1x9yP1D3eGIwU8OM1ZWnhw9e9Q3HVqHjf2nPT8dh1/5Bpct/oRa2FGg7PnbzeWo5qgj1xoy9K9GW+/M8oXWpTt2Wmbtdf+vvP9x4/vn75/x2+SB/RZ79++fedzvbOMJd/3798ir4kTP74v5dWyldf4s373fFYv8y7fPyNzKevbp0/f7Pkf/vvyYRmO757OfvO8Sz7/nXmlh7a6o8mxqcN+/vJ1ebz8mb7qOhV1VtNF/W959pW6puunln5J4+/2DHmh3yKv//nnr/zT7/ZduvFvn76yXuljqS+jXssvfU17WdBXry8u5erV84kZTZ6mK9KS77FBJ3Pab9phcxWv5As1TZZtdFBpodXLmjxLmQv1NHLO8f6nzNbkObCujWFAR9/X9xs7xI6+39pdUJbRVWVIQdccP+nwaXOh3YR0iTLsNxOYjJZ3ZjzsPUxQbRTeNemAyG/iVWNZWfVd3G7G92fPT1PoiQxrKSLXT7UTZX/TZpJ5jT7t1dNalLWMDWxR4pHkdQsPW5iXm5mSF4sXLjS/PPPfyZPB55B3YazBA8EHLT2ef/+x/CltlLE8cx5qz5a0f1ja75++WfqFL39bnunPnn+zvYD7QcOfvQ9itdbw9XD3e2jDk0jPStPar9Z8rD6XLdJ5s/HchTd/Wf78s/32taXR2jTn3cGjzT5pPNZ4c10vabus9K41qN8aeybXF8yhWrP70ukj5bg7ZR3niyeW04Gkd9o8Kt7n+orcdqDNwyQdH+zTvpudsNsH73bzUP5De+Whkk4lEm89lemV+BcbgdSunE9H79a26xEP6p8ZJrTCZuKHO9YC6BwuN/SyA9WYOkHi19j7LcMiU8hm29m61GSXHZbEkp+xj0Pe2Hq5TK/0i3zhsoHkB5dDvOIiq1DOcPknhAI+p6zi+SHH7LFnqG0p50BOanVEl7GFe0qWKnqBZCjfBop87fbFguTM9KNGHimyimTzwCFRkdNGlfOik9QHGv2OMjTkiA8KAEtZcKHHAcNFYWZnU3nmbutp+NmhWgpQFMhSwCogMicI2RJkzs9Wpwl0RQFaAcBStiBoCSA1EsNEVWC2UVNQJ2aNijuUo1CSetBX372YXDm+5oa7+74QiGJeAPDTd6CJcDasf8n7AoA1Qi8A+Om0+q4VvADgRwx/CigvAHhvPKsARhNbY1w8aiBwe+YLAOYwv6cR9REr53wZA+nqfGElxx2V7lbFk8xH18W1NtyBJn8GQ//xUemN14dzHjB+3Rnlw+0oCWM/2mmbDA8AH6Ckw0gAPWcLBJYRoQeGobAbCFEUdzdAqEw8S0A403uZkRfArsBcgSYLSuHgxYJcJMjLdhvg4cYJGissP862pp4onQ8HjcthYwGtBg643gqQ14FefvY8po82ALDSLkCCdMkAfwUAV/A3D0RXcBh6p4CITK82OD1+sVEs6ufyk+u81kXvJnVcvRUw7hmGfi+zgFYAg2sD19Q6A4B74w4MTevDBlZvY0jypkgvN6ANYFu+1LYjK6jIbaWQ+RhOAGA3Xql+GI0EFst8ImARdCbbh3a5/K50PvdhfErgCoAW7S2VPlxgegHALRWspYjcZymd2iCT5rTi6hyI7mNNkPrAb7hCvQjwQRyKgVFURlPk1UEaew5+FkZR8lYBsX4IhgCw5QO/JPjrADDA4O8LqJsHa2SQRdn+bAF+7b2CwOLFxqcrAFwPYcAODIPsam0ETWKkw6AqgvVxaQ99ym5Y50b7cDyTQdX5JcBbB3zJz/Vda6dhl2Hr+/Lpqx/aEZ9FfvDvtHEIFM72Y03ZhFq6cGxR/zq+W+mj5zqPlOPulDXnaUf45fk0d9o8qs3Za7MxnG/bpRwTG+MLAL40qqcyrQC0U7lfiX+NEfj5AOAKU6cMzdnYAYGF+RI1LrIvBExngVgQ/gGyBmRpgbnbADB0Nf+PQLF0PZWBMq08K74cVNuQZ+K5H0SDVWWPPXt5nd7YHETeGYtol3cXOokqwtgSk2TNs70H4lrKAThIIEyRcnlglkiLLHqW9Uv3rPJCKzc8DQA+ZwxsDLKlQwJSBQSjpxDcALRqSgmoxuCZQkyFNoQrKNAhDPogcgALCBygsw9oDqyEPAyqmX2lJJnipYlIZUltBA2IMSRBsPJoEyYaFFp0Z62kIKqgMO7q+05GI8WCxb4lACwB14ejnYeHSU2cMy6Bj/E2Ec6GjVzyvgBgjdALAP4YBP2sVrwA4EeM7AsAno9iI4TJsNbLHTvF9ODxCwDWQJ2T+eaz9PFTrCWsx7T5BQCfHccXAOwjRkBsNHofDQBms91YAGA2jQSwHwBaS7A3nwMkbsFeV9oFXKyeybu49xzm7zwp7sAG2xLlL0aEBIAN/Pi2gB4ox8AQABUGEANkhl4m4V9mB3KM0Dch0/6g967lMGDWPXPNq8yAAgeHpbsWr2CBwwKMqRe7gk8P4erRa59/szJZnn0XEJEAcOd9HDp0MS6Y3mlgUlFSoXYJgShgMAlxZvQ4u9rDE8HmutBGWl/WJa7A3eaAgagwwaQ0WIEmRQdCUcOQ5DafQFYDektfAzwrjgOT7ip9MSYdGqAZANwf9k5TmOwoAXjJmLTUm0BSGpoAROEl0EpAMAxMALQagNkTO4Hvq/tlXWDQyg5LW0wjf3W69ZrOfoZ9YU+KaPVdTxVkVm1fYWcNIFT0mDOMNA4AO38iwFu9V7B5gJfFYRgDZzOCAg63iP/SqBrgL72FvysaAjx3wBMJJvuzJZ15ATsATBDYvH0FAjtAjb1g+ZR9ajzw7XceaOD+0BiUxYqqTE9a9SGUDa+ArkHHAZqTp4m3hX3O6Ddti3lQh0AuIzKENJxsMUDjni+Hh04YflseqjWoKA9qK9ZYtrOyiRcAvM80H70fqSbQ1iFm/dhEExvjCwB+7HBvlSY55Pk1vWr4mCPQ7uOB50BKKnJUyk17/ej50/M8gCVjpQzbyKkd6Blyt4BO6jjtQR4KKZ0eBv0u9S4X7wJJriMhHbAc2o28OrRmmXHY1vUugb/xroOblD+k1w34JM+/eZsCpGYbY0zC4znb63qChI+iC0gfEvyrjaGZW8oUiWOKNrSnW246wVIuCeyM8rVk9gAOA4tkG/m9jYasw2ZXAGDMXGo0m5qNJNVUjEaLdk3wVTlh+Cui6YGOSgGVkOeKqTqmEFhUmKUcx6BVoWnJ5zIdFJdeOBQIvPUMSnBVvDhhXPBxQprpvH1EePG+1FfCTGeXitTIExGF5GJmoRQUiaMRPkiCek4FKsrxqXmmB3APtnNurM0vAPjYHrbM0QsA1lC9AOBjRPOzpnoBwI+YuccCwL7Z8w+tW5/abp/v92HP0HWs149U2qOsIp5o65RxpXCdRql/AcB783WUDo7N98+Q6h5F7/fwBQCfnf2fwdB/vE+p1B3PA+a8xZ/bMj4iAKwWuvIdIDB0zDyVDi/KFiA2npNhyODd1oaTrl7C8iyWJ5nVa4BxehQjv+KLVuDPvNkAAFuYMfMCNi9hhBwD+Ls2Ngi8TvSPHMM3GxjvHSikfiggVp6/XwxMcBBY3sLyWoNe+1UhouVRrFDS9Br+Si8zlGfpVRbyyrvY6pXnsXmeCURWPnuHbo1mN8aG7mQ79NoEMOJ7AVZOUvVm8vBMDJlkwxOwyxnegjRgtR6T2L9klGrCv4V3gVfmpYaqXYw+XII5PmrbMTNI09rz3nEjAFi6E4+ryUjUg/iNUSkkos54KRsLngv4FeDk9FO8f5tOWWL3Lt6hAKMxo7U6wjroHuBw5v11QkCrT/3AlDkQzZGWbCgBOjjZkizBI5uDEE6fSmMGVPAwA2bTIMuCnJ/pMAuB3uCnOPRSvYf9oE3wS4Z/9nD4BQw2kJcgMH6HV7A8fH74c/yZFzAO7xCs9mFBh9Wv9Pwv/arrMYZStjbwInnYxuqll3pcZVZsUlkEGJ6M+XLqCNDX6NxCQDM6QxMxgYWEec5tfyVEv4d/zrXU6h3gtalrlPXLdWB5sf62F9MLAN7hMYMx289x7InT1h5vO1bEtVQDYMPXznu0CdT59gNyQAa+NsjjXODFFzb6ZzTmVeYbj0Du00H1DV/+aACw5ITcV7HHin7Rn4rPNuCvHsZaa+UOzycA2L11qcuFPqfvXlCZq5TBLc83RoJKmYNXT3g2yioEdyHXCPj1BoSco2uArE0jVvj9e+qSTWSRaGKNopPNbg6XmkZXDnIBaaQsUnQl7dtSp4hIgmu6iAy9EIctpf8BOxPOCfZKHotM/F7YbmCi/ZW4Jmv/vX/pFMeCIMnJCwrZWmtjE9aZ/SiNteio7tltZ5KCmo8ew2gV5VeKtU7M+btG2rNwgUrRtQFXGKQygA7YclJgpGG4J/+o8CwZpiUnRxNawlB7WSUMGMHhjm8sacoJg2aoKQA2ALAIjd0r6yuIUoPvk3kdAI4QZk5zRZA1MbdZAP3zMt7MO5KaqoA73WC1CLZI8r1+mwhnw2YteV8AsEboBQC/Fwm/Tb0vAPgR43wEAD5eD61LzHAd/EUBzR10xxvBrfqM1HCi8I4/7wHAIbBVo6lLJDxo1VXpu/brDuATE/HzJX2WeeMFAJ+lhRcADAY7N0K9JQDc7BcbbeuN1wB727uXEpRD38LDNwwHtgrpBVzA3zzFnR7CuDu49f5VmbrDF2HAdJdUMV7Ik42GBwHAKC8BYPNqUxjoBBy5/5U2Nztro/RRLyRA6/dL9iGj6RHcAMCRhqFJlzQG+DrI0ADA8CgGACxvYaSJ+4UJaFjdDkKX+mVk0NzBIbgCJTBECIBIY8YarLhzqOssAFwPAgg5c/BKtMODbph7gWuineJ5YAae3mpCwAqzTCBWLOzAmhxxu9EYtfLYGgBu8+KAO2xEy78NEEtbguvtpp/r0D36U8GkNEwpD3tNQ1QbyrY+86JY744sFyAvn3c2iv5gzCMA4PRCOW4KW/GtgeH/HI2vJQoVHU9KXTzHUEBg0XOhqGJ0xR3lCMnc3pVObiTeqPCLztdoVI3w9ukhDJ5JfueGWNzxq7t/vZ7guRX8NfA5w1ELSK4Hc8Qfq3d99IrrEyGgi82z8lHa05yCjdx5iAZLlHY8/hZhETeN9kayyd+IzAZPdd5a7wDugOTWPIc1aJEXsj08WOPrjD2stkB9DoOw1uOan1Y+8gKA97nquTV5XBZ1DvIkNXXYiomN8QUAH5/DqymdX70A4KvD9275Qo49MHdjvpF7d7LxygzySoxZZ/t6HusBrIO0VVaQnGtEjNY5VOqyQ75CVgKxh77Zg8MCfB0ENpmCIHAAwRFtRAA0atQfIMY8mCsPX3v3NhGDxJUT1QuY2GRE7EGkEx1IU5vX45/ypvrremDx7CW6GllXuFToQdgDtkDgsBZKzva9Xa9u/xfOGAfQEDmn9QBOPYuocQhD4fc5BID//r98XOr1OcpTtsHsNhfO4wDgGB/2CA3e2mWpePqAMQwRFdwEKO135paACI2IAysP4AQ0q8CX4aERAubHAs/hBDfLCLTeisyypCJH6GgJo67IFxA4lC322rs5MiRTMG3Gg4REoSBIrCfKTrnKgUHdvbJVQ35VAncD+AsA3ufpE+FsPyP44QsArgxyrSAPx+9BD5+lMMya9+cSKF8A8Iwejjx/JgAMEaARCSm0HWnZBwSAS1d6iSJP6NHgwv2z9rQ910cZgAnouzYxCNyBY4Y7w7EJeWgqCfAPLfRDF/as3egFAJ+d9l8QAD47BNAU2gPVG2XcptkG7DrQyMJje3mm1zG0vzR3LzlABz3I/hewuyUb6Q7fesdvAHwEj5GfwO5SqjyAHcR1sGKpz4GS9n5MgBS6AzgBYivfPYDdq42AR4RQFZgse0kOBrildp1yIp+GfpP8HUxbwIV6UDjACvfUJZAgDzS7H5h3U3rIr5UH8G8ELmxPW/LKe831N1ybVL1+3bvN0yAUdXidUWdNw3ICJK4LUieuRpAqQwc47IomaEh5DlBUyCAw0kgmSdtELWPLOOW/uYcCDV/yUuDdYsrfehSU/a3T6XpaxLyiY3dl+K01goL7snsAOA1KCcbj6qotABhzJb3fP2BeCH6pPzmneq7Roh2AeZr5preibCm7IMmjAeAIIW0TVtbeymb1NrLLMT0y5br+AA3MQeiH06bew3aKD+qeDLbgaTr4orDLDFdPrxkSVBhe41CL8cpvznjxTN7DEfEgQWAAv4sHsHghgWTUTf7p4DPCSqtM2BVzHZO8i+dimNRb9uB5ZGytgGgxphq9K6pBpa8SMj881kPGFw/j0RYhs1ggsHeRv3qo/ii/OI6QtwXVBaib97DnuiQHpHESa9QXEpdKaU+zLve55QsAno3NkZ3mXBqf6y3T9Llizqfu9qO+gBcAfH5Iz+ZIOeRszlf69xyBswDw9vJe70/tXk+Z6yBzOA8AFyVrYzB7cUdyLVSqPCCLA5FgYk2JJR2FDyo0CRynnC3dqByelEzim7wO1XKX7yqSzKIDYgJvBQLnoVp4AAdQHOUKuIXu1QLA6l03SIVBenM2ZOuesa9kOYcBiUFKRgjlJi2Fdc9v9/8WNPZrVDwaDmWAIru4c2rFHX3KEoeMXpY2KQR0Pey2eAD/A5/a9ZHW/SUZKH5KmVskh1HceY32yH2FibmGtE4BjSBwhLKScqNB47BCuWIentzz+5gEahrIW8FNPxlbTu8taSOElyYoANEMJ40lJeGxDeMVnrQxqcVEA4k/TyKsBo6K9wYAzKyp8FXh1h7W+3XQwFD6QE8kKM5kM+zLs3rSdwQA90YAr+ZECOi60KbKdGnzPgW/8ZOJcDZqTX/CuaZ1geM9hM3KbN50KM9too9s2jHF/ZE1oqwpvT++yncs8QUAP2LwK81ImLpe7tow9l4A8PU+THLu8OeVIbvIDipxBAD7+t2N3oENt96ld75/LwD4/Jg9NkeR1B5a8AsAPjucvxYAfLb3rVwIlW7r9RB6pTHgcBsH+loPbgnohVKPjAjDnPJQgnal4PLRwV8DHApwLKPBKgT0ki880ejFq/IVYkyHnnVvpu7BTLe7DDXmADJB4ACaBTRSixNw044fQRtrj/UZm0eADXFNEHVMAMMAbJvwo3vgL8HeCAHNML3Vu/eLgccRSprlEiB2oJleaxUACZe1AAnTiBGAIvXeumcK2GhBYeyJB21koI1yj281ZDXroVi/RAcA+Aso5rSie34zdx4U6OQgWHt3l4DZBAaPDy8dDN2OksfqUx7rrqLyvOCLUO15xZV/Xn7pPICrDl8Pg28DwCl7ZPPSUBUR1lRX7ceSYU9vrfYYTLD9U+tq6WPkAezj37hf5hyu9aq1nNtPUj8PV3Szlt73lPfk0u3hBfJ1N6LSKuQHGDBQ0R55rohPyzDq0REU1plewA7KwpAaIOzCgarXryIj2IEJ3bencPcK5RyHY+weX/e4+SM8gRWx4TPBY+ePciRZ3u137wH7oXHHjNh/5dDCDnMQ3egAQx1ZgbUAbGlDUOQ9gbgB6lYbA+ZBtBx7Fe2F4r3OmwvAbHdcB6igxadOMUpg6yVPQFlrpAC82Y8EgKOoPb7ABC8AeJ/NPsue4yT8Hja5iY3x3eyE2HmO73ePSOlb+0DofEQdG2VAJHj7ep/UnT9FsU6Z5KNH5g42oe7lIonofH9PH/Hjmayx7wGsfX/HYhAyQNbA3RYHyHDqivu9DkNaCvWDn3n3rR85g2AV1+RABM+yFD0JP2eZqgsnvQoIvFozCUgjUokijkBGD/0svIpxmEyRmBp5yAFg6WfoeSMzRjdz3joxhGPRz6sOmOXeDdUF8mmNjssfEv8jzYn24rBXwRxTFofsg4YXfVAyQvyu50nP/ohlWl5d7YNDvjrE9vf+VR5CngvAaIWEtZzwbU1HjHCbIXqXdnilCLRfFFH9eoaYNAcKg1Y6yoWrjb95d4UEE2rKtAmcUnLroLvQZgCwQnM5GJxevgYcc8jj9B4uF06hMggjPH/x3JF+n2CBw92C9WOOOQNYliLCTkGK0ainDgoxgJra4XX+hd+87GBqTGpjVHJ4chN0KSBXt/T4LfqdSqwYaALAGpvN2d5UfncZdenDdmnv8+uI1kct0gyNooiaYPfmIsdTx3kkLI5p5Zmz+yyFYdbmI0LJrIyf5/kLAH7EXPU0cw8EXssFV4xn6NeDjKKPGCSWYX3RLql+9Ua6vbUv4apyrIZ7GW8uzH9djjPS3d7Mec7HA4Dv0dqODFB/3trsilz0QNJoZ2aj3tFOdasdZU9/87190vA5TV7peUg6FzJv5R3rHpCYPtrItl2/M84zmeFKzAEo79nGBFfnUwZxMVeLAFD/hf/oqXS/PFssYK7ULaNCNRzUtsmw4bOMdjugHEaC9sR7egsrjDPlEAEjSwHwLAa4K+MFxpmn0HnnpU6rf+Mdl34fsbzg2C6HGX3facezbWfBF7lNNMo8dVGd6sbdkzhQJK/gOPHtwC68hRsA2EOXAvR1MEMAcIDAfOZlL3kVttSBQ55O9xPqUh3RIxgvEGlL311P9ukuadR9GdWog8uIMtobkVWgOd5lnGqBf1VCOmAehfmO9wDQEkjTXpbAlPjG0sKgtzUfeTr4G1V2O5Dr6NDTA3yPeYCUEwfOnH5cyedLhqycHweINWs+mXV+17JLrPOq9ydxpE1kZ78OA+kK2Kogdm3z0qIy/C2PcfKINvtcemJymE1DfT6PYYGhJV6P2DV6G1SWnu0Nqg1wFG2Lgwv+1RkbDbn2lKHL7XeFsa+GWd6nZx4xHskgPHEthDPK8lLcIJyhFR34dV4IQ7E8amSctZDPuMdXoLJCQJsnMHiqDbsBvRF+X4bkzXnQ6rZsoLO8Xk02r27UwnZG2rd8HjER9AK+KBpnxD3yOdn1dD0c5oe2PNK9DLJYDigH5Zk9UMZU2ieadZXbJgBks5kp4p/2RbWr3SdbGWAt5xyXEZ5rNznejnbO3vPbs9pcWM7bds/W16DG9wGA13vEmwwK5b03qatUApb8iB3irVv+56wv5BV2f/tgZqgo2If6ofK9pfDm3YWWGNCR0W74k9exT1d5cHEjjdZC8wjHquIwZNWn7DMkjdyE7ZOi74ZuxQNjcYWK5A+TUfKKHahflFNcPmnlGFTjiUp9aJ90rgSAAf66jlXKhBhUAeAq4xWZI5RKVEnRAB9iZusM958he2C6cz5T1qZsQvkA1EL5A0II+ug/SY6lLKErKaQDSYeC1I68INgsRxTJZ0EzQY6oP+UeO8wmOciFo0+ff/v7/xpHf8a4XIIDcRTB06dvk+ktk723I3lRy8PNKjH5Ow9JJIVgVqupCjs5eFUZ5fxxOefghpBnXr2ulOoZJzGUboXOgoIMEBh5MLXouJUn72AoX6Z0MTS1C468k4cnE70chqxGESinGV8Om4YO5W4DwGpLbQ8A2J2JsfaWRwJrRbQ1BLQly1OMebISQq4E2pyLqvT4KIUHcKZdTeWVH7RQruR9Vp6JcDasdsk7NPPvrbFn9UXlPnWcyTg3+vAswX02XO9V73sJlO9T7wsAntHh0efj+Usj57y89V58hzbu5PW9cN7gcykou5hZZgsA1j4+AoGDP68Ml7bRtcx/bdTZZ+BznvPnAIAlCe3pQE6hT9oHfSd6ONHNSfRdDnbNm7V5IO9AtgNJ9vf8eeY+70h/mOgW88reJMV87W834wh/da5xgqYDRFWVNBKcGQioM6a8hGmhye793Xgmxb4m3j7gxBQyeHSNwynwNHrIMFFDTSPkKQwG+v0zgV+FPQXoYqFTi1Ejwj3zdLpOrLs3MP6+lTs1ZbAIM4va7P1HGz08qre3ThaNADaU9h+9ziLKVQDAAGcTCDZPYeieCOWs5wCAERJM6VOnjVDQBIYjLe8URkjo9voiGTfWgIkOR2NievqWrtlehzSnMB1MgPFOcyKDUEvkohvlkYd2eCPK9CUjFWWDPNRUylsYNLX8VSPDRjJvfjsWR/awLmpXBdptfVXuJpAKxiqrSp6JbLkDVWmrqPPi86OIZDFfyWdbI1gxijFthKhzWtU/HJDOiNUP05r39R7AuxYMLyr4Qxgtg3HZ01hjUW+MO0bPv27o7JXvhC3kyJyVDtaWb/N4FdgeRAjaNoMr7zkXAAy+Sd7GkOYAgJNPCby133BIpQOAyW+QLu8zT48bGxN54tArh+CuR0Ywz98oE6Gl3QuYxmCNqQDrAovurxK3dbmliQdKdNhE9Fx4CYxKsCvJ1ubkXe1RxU5VwGDjjcFDsQhg04PFNQ+08JloX4ZVAMDFcUNZ2bOw1bHcBIDRD9BB/bw/JPvWoFEeLMCrMsW05C29Z5bpnZ8/ayx8rk/yhHYoxGNPyqkTG+Oz9COuwLudfiw17MiAj61kXdrZff/Z7XmVX/aHqxTKtQwsaHtEjwLAfQEzHpTPyQtq/UbjVOL2AGDJuTwdGbuRbfVxl67kBsnOknk9tVeCFzHkevcAACAASURBVD9Kh0oPXjyA/E1PW68Ah768lf6OZ/E95A37iWWoMvbNZQ+PKAJ9TIdrE+wVVqh6it7kP6VOoI5AtI9JTSzMpxeyhuZ5Ld/3uBb2fcgBVmHu4drTm8I6WTvqMfmD0XmkN4XcEvt2yuoBJFuNlB0gqlC6LAI3HqPduhIovH/tdwDAnOGg71ZxiudvAgCDWHY3URJLNHXzQysgqjCMS05rO3gkAH9OAJiD51X4+BfANhTnrwRtO6GReQIApoCYE51gb06MyoIwKUB5ZfAoNGwNszL16g3MFIfZhTHY6vUVJtMAwKzTKAPDQqKK92II4G/VCKB2paIvgfQFAA9peRnwPx8AvO+jMts0x3zh+tP3qveIQfd6r/Zzvk+9LwD4UXP5KwLAEDIf/6KJabfgvbWPvbVsmdz3akEWAlrC52pv9r32Dq/78wDANvHvsg8O6n08JWaJHtDpliHpOa177j54xTdV/VTemeFs9vw54/aWpe7xfpGTv59kpAAYSi9O8OKqd03HYRME3g+IvuprMYxgCRkohoY7sBqGCX4nKAzDBI0M9pvuhvXP8G5TiDE3fliZBDcEjAjslYHi+3JvJvISBDbARCHJeAcm0nrjAqCOtjAsq8ZMoHPdTwDUZaQrAb8GpH71P4Z1bkBegMFfLbxz8fr9+uW3uOs3I11Z2QSI6S3sejAPKocHMvVb6dQBjnjjYSipDK1lbdIBoVcKkJ7yP811GIwoP5KGdg8KKH2A/ZzPQieaA9ENxrwsAP+49GJnHZ1ZXjD27K+M4LlRaEodDfBktN7o76mne2sLqOXfbwHAMjbRnrJhANvbK+pBcrRrttHt2Tf2xyx4VfFckQdwGDGVParHHMfoDua2mYopU8sEDXTt077ue3NQhXxL9Ajg1ngPDqqQsTn/iND34l3kWUirPx5KaYDg4rHj4erpzas0TV4BxAKSCQovhtoIC+3AM0NL03Jc95x2ukeET57BaAMRztzl7DLociYI+ZvXk9GxogWBaebVwZV6aCaMqdWWpzWUYZ1Frzr8AhSXdOz8eJmf0j7YAGU3SzA7bWLikS0hbe/j12Wke9fNHOBPJ9bBeyed85xrLdS2cC235Toqx3Y1tCS3qv65APB1mrw+ToOctr83wupTalmPcfDqt6nvVcuxEehxjL1cmzyBfHzEL5pn/bWapbIf3SI8xYOKHQl7PgFgf6c3biO/cg1QtwgwljSaB1ghR+R3NrjTw4DX+j9FD6ryNp4t0gD3fl3tAP1GhyhDh5FuE+WyPxqv0LuoMy26VB7YrO1Nxpe6VI5NjfqiceNOjJq0b/tHm+wKAGvylVR7NyP2Epytuk6Dc0me8HpSxo95j+J1gCyjlADM9cYVkLcT7tl+6FfxhbKG5PKUTRT6ubkD+Le//6/3Wg2oK0crSZj32eE0YhIE6bHky18ycytN73sAK+9AhRqAwHUcSsM11xTMODg+L1WS1CTJAxgTpzXtU2ITsijVCAMtQHhRshdlOsLUUPqDMJCTiAkopxn5HfcrSRlHWcjHdy327AVmiJ097AGs9u8oXCMA2PlIpT9bKkXpN2MDxqYCuiLeHOenAsCuuQ0UiiSIt/00Ec6GjXlXwW6nZU8f5zugyHOm9tRm/cAmvIcg6xz44QL0MZOYBIXNIZythVGbZ3k/INu4Q0az+RuO86piGMb0wjAfm8++qFm79voMOfZanbNxhNi3TwDba9/aMgeAe/fRNQh8h9eNiPbRY3WsvHN0NZuZ8nyp/gUAnxivJyV97j54x5BU18KIVlte9qRhetdiR3zSRbdjSzn5fc97T4C/KgSqynyT3Wr7mqdM5pr6EhTonIoGWIEK60Bu/T2MHAU0ce9hgrfwqisGFzdUMFyqA72uGIfnm8BfnWAPkMTDpebdWzBuMK+3iYaUsuepXj9d761n/+qB2+rdq8/UTRHqGV67X77C6JAewaaDAgD231w3pV5LsDd119aLWOGldUBa3sau60lHbY9KdetjCwCm7rhHM6JByiKSDxpwr9B5S1ftnEdIubMA8MCqfmSJcQYb41DPOKBqwYbgLyr+Ag7lMe3POiAZ4898MihxFw3Qmc+r4SqMTs0zbwmryfc6PapPhis0KSOrqG/9sI33lKxX5fVjtM0zJJ35csTL7FcydvaF2MAWxtjfLVyTB98oP57aFytx+BJOJgX65Z12EV5RhlYZVy1kM/mFbHH87gdcBOJG2Hrd70v+ElENLHQzgVzxNPKwDPOcBl2NnfMw44PVA7hGOPAQjWgfZi/7B/tP5cvlKXkFJwv2NDpdRLjlWA8+oVgWYWPLtWL1IKx92qRkVI3IdQKISxQD886Fza+0nGVhXaje5FnVxocOc4LZtiA/9v2zHbqpa1N9suXd6Dg6EF2p77qM9AKAcxxPrdcVr9j/gez5RI4+6QsAvjF4yOps7sgOfLumpoBn2ige29I/V2lDAFjiUacraIQOA78QMPi3Pb4OABeyPM6DXEsBYfMVh0ZB7HjOd9nnoE/YdkR5t2QOnSd0DeQXDFvXT9YlzA/6TsjaOhDL+k02IOpLwBiLMuyGnpdyCuX3ALRrGynHWPQkHaSt1/hoPCRPxpInE8aYUXSWCNLJzx69g3VCLiH/7eQUYH+4Ksdli8DxUIH0W8nrvezd6L6hE6lilW2yilkiKe9LthFup5aGTE8tsBXCq7RF0USyCgFmyT1W7td/7t/oOGUltPpIAjKHVSAsRx0pu/Qr9lh+GPFnCo6by4hK8q4B2pq5w99C6akT3qWV4BdiqwmD1jOfE01MegIrTBbCz0B4bAR6MhbF3q7KNYRbgr/uUWyKdZ7YlvDL5ROtjtujJDC/gQewxkDDZVWvAOAC/oK5PQgAbowAWtbbk3ycqe4QyTN+HtDkM6q7WuaZU4LPHec7oMjV3o/zPbe/+3W/hyDr/OahAnQrvIxGeljvZB09ts3PoaO3KvXYWBxVknL+zoK/s3bMnmu8nqlc+V52BgCO05h1py/CXJnknm88FgB+M2rqZLt34FcLAbwA4Lea7/16nrsPXjduHh+Z43vR8TI/VsrZHnp2lHvee5Rn96Myop15mXWv2tLw5s8bowkbp/t4BQS33nLFK9cBDtx/iXuAYXQRYBPev56GQDDBFIRDxW8RClpeduWO4ASB00tP2o7qScMKQWDvFAAVgLYAPHTYWKFN63v12lWY6M/u3SsAWHpp0UcNRBYQHKBMhpYWuKww03nK3AZ6aRMNL/6t0efCAhegiAwsvS7d0lPRA8uBBHluj1ck5k3j7WNbDGw6cCCazAMIhcY8wt2epWHOD2QLlOFoL0eAqgJjA1Irc07gtwKvGGf+U/LCOsF2U1+H3gfbRhiyCFDlVEmXL+YyTV3o+pxrlbfRqRjBbuiOgsDbYG/OS30uG0Q2o6zn0rbIQ7kuejgQj29d0bCUW1oc8yE6dGMngeCkZ8tEAJv3kIsXwCTGQyriObzf18rKcI1ptI2oBhEOuhplFQKafCsOo6BdGY5RXr/iVwVgl/5Ik1nSF4ydOd8AVVs6T9tRgsAln5M+6D9A2aBX0rGDtvQEdhA4w597fcU72Oum4TWNrxmxII25XANde2MN0z742TyA+YLzSF0zXIGyJfbW1xcAPGeeD0jxLDm2bHMXW3kRAL5Y22OynZUoH1PrbinOD4/aNh7XlmfaKB7Xyl+jpDPrF+LRjqwW4if3k254zgHAlKM26iK2CjnrwKunXz9Q1QDAOhwkuYDvBWgFALz8eaAQpvfqKQcZwBo6jMrT4VYdnIOw4nX7Ix1MLfICD3ulTlSuyPFlSPBXIaDLIVkWTn2qkdSWA2bQpeohWvUpxsJP6uX+6iXQY1O8GNeR5Csk4Coz+OMq4wo0RV7IAIpym566Xpbk6/LeAsCSV1BWRqBW2VZBPRQGmcgPoqFySO2UzyETUf9o5AtSV9Gv8Jh5qRci4jDlpK9//W/2IohPWP5p4GygkVQnC/JoJSZ5F5QV8TXTsPMFXHR/mRwEgPeWGXWVzcqBaWPQMeAgihT2Kc2Gol28eXUPCBUpVFCIZ3n+1U4QuCKNE9bLFwDA7gGMvwSACQTLC5gtxihDQEYVLs1Gf1YG5qLwBREVAqkDcdsD+JkAMLs729jPbAxHyPEhaWzpPKSg5xbyAoD3x/e96GpG78+iiMfVO9oX1q2fGa9H6+hxbX7WqL5duY8bi37+JCge68usHbPnquWZypXR1AgAxjYrytug50KUW4BvVT5+PgD4gev3GMlsp5rsofcNLzuNG9T7zD39FQL6DrGM8p6j52e14lnlTvnpFVm0AGzW7mkdO527BwBnoUdksV7F0cGl2vZKCQBY139hOPED6zqJrnDQMIjYfwrJCmBlKdnCP4cHHkFhgY5+X2YbSvX74k3n4LCfjNcJe3obc8z7Oz0N2MEf9UA/f1wMFzJarLyCeR+U6Z0KAR265wICh/evAcIEfl0/bSNYxdVFlp4RrHTA2fVZtsUNGJXu3JCROqsASNgkqqFl2yi3SV60YhyjzfsAMKLvXtsBnO4GMkPtX4BTxQgkQxWMOwVMo73CxjEMRwKaKOOkLGKgF+wZ2ZY0PDkI3yyiNWiX9o0ciyNrc0vPHOcrtNIZ9pv1zPWr8dsrc2VclXX2jAfw0alvrGsyhG4dXkiDbhwYsf4oEoFbYe27GV7tAAoMtfpzwNg8cu3ecffMNXA2D6uAj1UAWM9hYHWPYoHFPMTi96DTWwd3qNc70vM76mF7yv7g4x8GSgG9OFxSjabiWWGUNJrWgQSlZTlhhJVMTpoXENysF/Kf6vHb14tnPDijer3uAmpVnhr1gs8Gj7N+6y5AbxMnvqw/0GUacz1Fb319AcDPEo2aco/wqSsNua+HvADgK+Pe5HG22C2s24XOC3imjWJe+58rhcCwI72OfWgn8ZbNJnj10X0+yt4+DHEUAO7lGW0RewBwRAViBc2hRZcdfEMGgGtfeMit6jp4VOQDAbpWuYPELEPyh8sSuefHwTWXRxT9w+QJlzq4x/VRSJbfPVIIyu7hQ4e7Cf6mHMI++Fi70oP/Y48VLkbg1LdbyLkxjSFHC+Mjphd4H2UPyh+NDiMQljhX7v2JFTbyRQGeRa9x/YnkFrWRkUdCnGHfsJ+gTVW3s8+S8T2J6I8ye4ru6HseCmZkFHdWXf5fA8BJcjw6wKJFPE8GgEl0u+vuAAA8PI+0G//MCI7evuwxhFB8ye3EgFsjKntPl3ApZZR4/U0wtk0WwN9WiQ4A2L1/F2W7AYHbu5t0ysHXcwWA7bO1RW1ulDYKmwKiCxFFhvLhBQBvjcoDfqvGjwcU96wiXgDw/sg+S2GYzeV7CLLO7x4mQINjHX29AOCjIzVO97z5+7UA4FGov+09tcpHISgUgBi/VX6xdUqQqXAQbOf1TJ4zoo+23vX6PUNbZ9KOKLra1DbTyej9mOWT8pSme6Nc2CRPa4iHWngDXzhU/tVEz+ov2vMWngTn9qOr43Q33511M1zbA3rebXMHAF/t27MA4LUBZ7+FOrxMk4gnrNKJDCMOxNozP0FPwDAA4gKkCBiRcYRAigM39ueho6sxg95yBrLEvZkAfr8FaMM0y3OAPfIqFiAMQ0iCLgIbTNHIE+mwYTBkGUEOefxaSNUI98yDyAj5LL3zNx5GLuGeqb+aQUJexBkKjQeZCSgj4pWAlXoECoaXZq3TgKPrg1qjizPZOckdFzF9xm1e73gA3wGAG95OA1Y7QtldAVoAYzW3nTFIRgqfe+QN45Abv5AXPo1IEEaz5XkOHQ1qfC6DE0oEUIZ3fNer/z6brAzZh5pHfAHPliu5BsCv1ukZnmlpVS/ypX1LA3g34oiFXtTgeg0CqP1nPMM7vHvEm/wePb+/N0PE53rH79XwG8Zc4xfGUxwIXt7dgFpC1ivMcz3IwkgECunoxtgOAAYvJODrfKfex0fD8fKb9zeIArzH+REmGTTISHngS5j7vMcan41vKL2A4KB992Ih/bNcpTGeJv4ng2sYZOPKNtBtlBHRDBTBj7TdXaYND2H0I951SEIGaC4JdFVjQRtiszDLgYYwkG+tmi1d67qM9AoBXcjzyJ4yY2Qbz8F3L2SMLC8A+M7oiXef2Qtu18cCxOMfVd6rnP0ReAYA3Nhsgj+kTGWtmdPVWlZRL/oQ0Jscv+yhAFa91vgPsqs3pMgTeSVNlTEErCZAq6tjWGbIIyqLh1cDxIVcVOvzw63UeRRZBPqN5BccUGv0J3cdrm1uv1MQcsA4X+wzZSAcjE33TE8nvaGTjR0f82eQL+pBxpRhMa/6juJSVo7vzfUQqLOVHao8Tfk6ZHq2kWVLpqEAUfq6ZAg53RJzCxENxiFPyj2SRTgGzXZTdAB/zMJSD2T4ajlrXgaAsRqK9jw2rISQfYSr+UTvvaD8giq3XyUCiyfIlJ2Q39CbERwBYOnTm40gcbnSXATO2mIJhFS8EgDWnUu4Q9gAYHj/MvQW310JD0W8eAyD6qOdaL4RzwwAZkedeKsAWTroQmvb4Z7J1rBHrpaFS/wCcFdlnwJ6CO1aAHzXwsO6LUrt1nR27Zox4OcaKI8Q73aas/euXa/pYs5lnM/YUObjfEcK3snrjPFOuRfHptDv9RKu5ZzR+7VS57nO1zuinuOUdRUA9hoeBlrPx+ejpzg/f6MetXv7mb181o7Z83aLlkC8busWV5hRXb2qK5ifF9Tn7JSA1mQa27BaVQ+O+Q5NwbKeDsxM2/ysN6qu7RXX+eD2mKfBal1XkaBOrrEz8zuiwNn+eebw0pm1O6t3vg+eqS3Tzmj3Wqk3c0kxedoefJWm+3yz0Zs9vzlOD8m+z+uGxWMj3JXlZvTc81t8L8bsSLDmkbNuPxMADgqg8r3VFg4NjCd1lDqG58CLGzkStAmQRcYOG+NyR6e8gxEKGsAvgBJLJzAmQ6sKZLH03yoQTK893Ssc9wubUcXBnPT+y/Cw9L5rJtd0XYdcCLKk8SDBW0Wcwr3Anz8X0Dc8gpEG9wYLHF70PX0WGGyRrORNvLzbgWfcDYz3ahV3Y0TwkKJDx8l6gEMAW8IasklerfFjRoGFvxJEa+ZV5jYCgtq7cg+r+2AuiyvcRJ4AAHgFKq3bb0/gVY0xTFA2PzeeujR8eZvsM8fe9fVlk4xIJ7JRLO+9Xo9HqZdLVqnexnf2PY2XuFSj0622ANFOO8oQQ/AbzFBbNiEptSWvFdcUhR/EEUSWs4OBrUS8QXeyUbEur6H35g3QNw+UWFvcoEqekXeKE2hVCEYZYr1cePD6gQYBwAztjEMOjFig+uJOvfQSRp0Yw2inPIY5to0HcfEmtryWr1nlAn/9vcrAtIGRvgQAmw2rBYOl65M/kPbdUFrz2tBXI23I2sX4SYOwwtKDpdi6Eviswyq0jdkC6AHgWA9cDaUNMjaLCrhU+ZX8S3Tt9LDv0Y5MI3n7BQAf5/I7KTn/t8vZWvbOd6+W3O6TRE2GhW1JZldrv5avb/O1Uq7l2t95BVpdK/daLt8Tyr50rZS9XJeJ6rHNeIfSvOedoHd4NAb6QPJrlLYHALddHkt7DvIKNG0yQhYZmU8CRO3lGpQYMsoeAOz7cMgULhRhPw+dRQhrBWzRKI8CEnt6HkiTXBW6kO7vrfu/7gPmITEdWo286ngDFKN9KWNvMdMWBLYMkMsgE0BJkNzgEwhCKe8CgHNuU86ocknOf5FGDS/T1RHcMxrZw2WADnuLdCl/kLiWH3CAUjhb0HDI4hgD0HtSOCKU6PCl5HKm7fYyYJK5YCTLS3fwazFqn7789b/VUTRFWxvpZZKzGTbyJakr0RQYvS2YnPFrxLDLsyEALKJZl9UYdKMh1RiivvGhmLWEdK6ZWS+gmBbFloNUpqworzwxoDDPvOPXwN8AgM3797e/CjDY72JyENiUQ6RLpRm1eE800bsAcMfUXIiGQJ6kRubXEZ0WRM9oQ+BwOk7jwgwAjvJ80ZjMXhaDxo9EP1YIp7PTMPJ56jdKMV0b++04vNldXn3iOufGYmwEuNZqHcLYaknwtusS9rCD11p8bszOpn4UgPLceslXz1aykf5yf513DxaZCw6vl0bg/Djn2K4B4OPM7Xy9aHEIijtTuJI9aOTfn/F2s68H9ns6wrZUJKFGDmrkLa+u37/yFF4ewErvk+0W9nX235GrCoktdZ8b57p+t1bJQblttryeuAaHAPAT6511+Zd6LuXmaZ26w6Fr3hk/mj1/WgdPFXy1lWfW/ixty+uhfG4fAGoV02357c787g9d4+3VVeFj6Ab9djQbQ11Rtuv+aDn8zLy8eQUacj+C/ou9CX8AfQHGAJjJ+6sM6IWXrwAbB5rp9WvpzGuvAr/y3vM09AbGc4WgRr0WMjoMP2gx/7hL+JhQVwtPOAM9fgN4Yrqmg7cGADPss32PiFR5cFl3Z3q0KoWWlrfvAiDLI9gPB3vI6ARZNLYB9MSU1nS8u1Mhyraktmocsb5qzjtjiBXf7wu+70pWFCBXQX3ObY4nGgnqoWQg0YH2g7Pr1H1xKVOEhwL14p7Kq8EpjV2AcQEe19DM9iPp3ene+u8/+M9ffizzqMFiuvDGZcVoVgXZ1KK2nnsA8MDQgunpXnt8g+suUlcZFeaqzw2Q15eclfnM1hDQqza0P2jtbyVrDLRmWCVNpSHW+i+PWoC/diBENOffnZcYQFsMuBGGmRECaIQVj0F6eg/zUIkfSJFh1stSuSjD+Y4AYm8Hjc3enEL1BHnd8zgM3FZerg6QnC1Cp7YIMV4PoVgY+fQCLryhGHMF0PYHJkXr/rs8ZvwwSbsW/NiIN6PIx40nTz6HDStB6Wo81dyq/DDK0mCbcn1Prs6I8uWfSXu8n3CPvOaHa38uABj77/5ianSlyZp72OPniCFonm9HVyto84F17e8uPxZ+paezAyvzsXtMm+f1PCpFK+P0pT4PiN1vv7NIEcGjuqlyJnzjzn786KY+ujyKSm2x3bLY7f8Bsu7ztt/LHjIoqwUytS+WHUTsf2M5O5IW+2vNm5+11ptDiQW4DXnVaLCTJxC9I4VWlwd4UHUlc1RZmJ/jwKwOn9nvvPLBdSO7BCee4cAZ8nhj/F37WshGni+4FxcO9mXnekWuCNWNvDVsYZQZAsj1bVfyh723h1+B20nmQDrJCgBI280qZW/bw1gWZfcAlqs8rTK8XMkf6BCAWf8V70zTyBvI1O4euq8XQlF5rnL5c7RjDRCjb/jDobdM8/nLX//DQpJiqhSGRwBwM6koYg4A77EGEQifHwKA12V5/T5O2aW1gSM3jl6InxlDskYQDiay/FroWZNuwq8rxa4w489B3eW7A7uucP+2fF2Ub/cA5rsDwED+PT0F1UoeOLm7/HMQAK6EkK3e8x6mUD3g5lUgPwQA+zoSIWJBOeDHMWwMORd3kV9uI1xo6rrIn4PoVH9gMzw67PNxvtbqWehL0cjRdh5O55vLx3sd50mPbfvxeseC+NlWHa93XfIw7wed37Pj86j018e526s7Y/OsfdfrpWC7L0I063dWT/O80AaE0jWxBGCLp8ksDvBnncqDsJl/IyMi5JiqfPTcicKkNWUDwJjNQ7czHE/epZyNc5P8SWswpL09Bv6kei8P2k+c8Wn77+0x+RlD5407vWErmI/S9OBLWflVs94oecuIlgDwOgP40L4UdY9P7Xe90Ru66sGrBVonr+z51lbbLK/DHTSq4JR87n8O6PhzGjrcMELAhgBwgCzm6esgr4Be3aFZvPDowSeAV3d4xn2eZmRxYOcPgkMow+/SKmHZ2GoOGHVz6ol5aJeRpVy3lCdwDfuMa4mgfy5arHv84rtOkZsXsE6Tf6Vea0By3qtpuu+yi/EAcwCLtrOVkGfYH+EVDCMFw8CWKW/AnGLAwF7NPvb7IGkh1PJKn43BDYY2maTSWFXsCDbPKi8tvd7CNGRt02hr0sEaqeCWImnBpLBeP3FiP/LBQ1pjFWtOy6+UoWudDAi1EQ4AmAalNQAMm0Y1EtX2qofX1nIChsF6+iHr5mzG8LbGPoydLpthXwi5rinQDSh4eb09x93nwJtyD2nIeYTWfxhUxSdgjNXhDh0cIZNBE4ox1QHaAIETvEV4ZxtPGXMB5OI+X94h7uHnC9CsAykqn3cFAyCWEZpj1XUd4Z3TkLuaF8m1TjwAVbXebXBFw4gkgOegMTg3VOOoTwXlXxllsXRpS/PPWkeYX4WO7vcC2OnwvK65agureVcG2Eoe0TD0MddCP1ioM19VRx7vkXN5+ppdRWM0W09Xno94QaMrbRR+jY9caeUb5XFd4/ocNVSzL0phr+oOIt+r9V7uNxrdUk0TL3ZV/XwdPb7FIQs+vmhuTftz9HH1sscMhmwoXhrl8Vpy8/xklT0PusKTWmC2yoTk9yEbtI3b1CEoHMk+JB6qtNJB/LsfMLPC7aCXfUwdBCgqn8X+rb3e5AQMJvZ+grb+WTKAnknPkZ4hWQH15wGy1EMkQ6NJ8CjGZy+cgLDGIvfEsLOFgCjpmQe9tJ9TzqhgarWzQT6g7iLvWWJ2kDugb0BGaW1tkgNd14l7fCWzt6ByZdFRv4O4KDtezW8pY9vzht4CU2R9apuKguDfiBeub2VFnZyDB5Ln0R/02X9/PAA82LVAAhvLszMqu053Uvhmqa141Rurk7CRnCrfflVNW9ueaQRLkkaZAFH55DghQaEG0AvwFwAwQeAAf+UJbACwFHCGjCYRVYKBgrfEnVdzOgWyZWYt+o+WvyEALCVhaasUghcAvLEc6k8uUHb6xCTL1mPfCmZL80S5803ymkD5AoDbSXgPQdY544D/di3c4ekniKmy0MP1rst/AcDHx/z4/PZl9ntqNW7M679e74QmySfVglk9LQAMoTTyumKdP/S8rgmZ2NW7NQJbxutQWPZkjxAvUs7YMiRbfbBLFRFww4jcbCmrNTbu7zjvidbWfgAAIABJREFUCX51YKzmFLSd4r08gOf74NUefcx8H9fQICnpHD/6mKMMXndQLdnaCA/nrYr61li0IHAqjvt8bl/IfNZa6Y3+Db/qpJNZGxrdyvPqWiAzbnBeihEjjDQynAhICa/hDPts4Ix5AbunXgDBAIAB3sgDWO8wzOB3AT3fljJ+X/L/Ed7DAICZhoYcgcA6DG16IvYcGT4IADv4Ig9g6Zz2HWCwewgTxIXXb3r+Qq8VIJwhoOs9nwqzitCt1IMZHrrhJQEAp4FF8yjjRf+O524siClvjSmRwj8EGMRsde5klAL34H9ln1zpT93iHK1WtCksOGqJt8f71J3Kr/QbxioC5mm0qrp8sUXQgOTNC2MSeu8A8LJRIvVCGa6i4VtjuoBAQaNRzEJtVmu0ap6sv6SslbLjCAA+w/c2x93XKfVmCgYJAHdGmubruua+na1cWWVhyJCennfkwlCbh0bA0xO49Xvt4uAGMzuh2WesZzs0orVvIR4R0hnArrx9BQS3YejJZwgKKx/ywnAbf/IQWhEC5tKpNwbCBpY0FHImbFyiVQ9Jbt/78POkdT9MYrzAQdkEgC0/6LaVaRPEJQ/x8mFk1drq14kV4+2QgbcxnHI9hj2KPI79CXnaaQjzqoEIj/oAgNfyxloWrWnuWnOu2VV8WAtoPVmypx6P9lTN516Bs/34VEM+QmKnmetzVLsw0mm2AOB7lPWYNr/dFLwA4DrWH1cvewxFhL2Ee9TmAc6L9u1H8KAKbGK7aGWJ0KNCHkGSTVDXQVmU0QDLLhpQzgjgVt693GOkh3jkD0uraCF4nhE8cKeuN3MlpyRgm/f7JnbmB8YsIw+0Sh4BGGzrUlGIbEJYr8aDfU6qaLnWei50cEt3+absgUg6kjsgOIBOIECEvuCyCEFZyiSQC9Z4GEVfbPeSzbX5q4xBXtXfr0fJDb2dTrJNIrJsExqwBn5Cj5MUD70mtIvODihZBsPCPNRHoA6OPICXiczQiL2gI+IUsbKtk1AFIojVAgnpGaQBG+yGQC7KWT+KaQIpJMHWurCu1BeqD01ZOwWzzCRclDriOU7ayyhDIV7uRTKQl389AIywz+kFjBDQOpFNL2ApiqrVBGZvAE+5Or20RNMuqJ8TAN6fkTobVFTKAmif/rzf9jzrz+x3TvGTDI8d52sC5QsAbul0BmQ9i6qP17tWgNdtOkpZmyz/cBdnbb4eoeJwE36ahLOx2u/ILwgAe/i9FCyak9Xcw6vY0Z+83mSrKlJ7MguQIjNTOrb28TUAnK2WMItfqqC3sRobuWq9ftdty/FpAaGtsgdLwI0jz3m9AODnjGtf6sc1NFTKOr7fvM2onasFqs/1PhzPuz4g27d009Cy050W6FonmvG8c6NETld0nq3yezPhsA1Q2IJHgTMuh2utKgdvqmHGH6ahxr3xaNDBB39u4IyAGQd9Bf4GCLwAuQ7SyKu3AsEJ+oZnn6VdwN9vBgATBEbo1wwNbUYf/zP42t6XfnmkKP8fRhMYF+ip9wkAcD2QjIPJ8g5exsSjUeEOYIv2tAr/bMBweOgpZDTAYa+rAsARhrqYLnzcAfAkqNPuZbpPGB7G9lcphuulGDq02+RWrDEo+WgwA86DlDwWTuNc2ftU4cFNLOptGso+q782I3Yqv9Bd7RXu/xLQpflLQxdO/7NBpN9G1ytGJNwBTI9J62d51nMb8Pl+jJuWnViua4PmXuYj2sSs4uBZJm+sAGDyjaaQHV5Lmoin5AFhy6QdCUsd6z3v0bW1Cz6Qd+diTX6T567AX4+7rLTGNAyg1aEPhIFGqGaUiXd4+3pIeQd0UQ+A4ZI3gGJ65xTDMQ6OkNrRfH+BXHOtOFn5H3/TGgvaW574QREaY/1QSF7x5eZX5jE+gnVsach3incuKmolXS30AJjjwATqkEyiAymaYRSlNucawvP0UG5lZ40BZWjycfBQrhmvdT/iSCuLblH0NdtItHu2AHaevwDgiwN3JpvxnPcAgI0md9jYse3qDk2eGaBHpX0BwHUkP65e9oD5bmQ6llfktd5WcrbGU3pJqRf1aN/mR3urh6VCpsznEMgpE/n+65lCf3B41fcdHjotegeqQ50RdtkVDW7gXo49s1KLt69AXggplBmI74U8Ih0He5b/y/alnCB5AWXE9RNsj8o2ZoR5EVPi92Z8oJeEvN9hV9j3E+ClREr5oD6T/Iy9XuBugLx+WKx4/DIODgBekwOSYiT62C8BEOOL/RMysWSRFL0ps4Re0ssbhtVJTqdswRID6GVeyN3ZF1JZ4I0uZ6nJhi82BJ8ye8hrkuMlV7Ev3q0xACzhxXc1UHAh+k1EaYYygaxEXk3TjaitmjAy7mxoW7YRNc9P7JUJXZ9wl6SLwiW448uWsNYRR9vi/NZW67+HHE0A2EDd377+FYFdu3+pKN01/LOHgV4Uav9NXsLLpPvJSQnmeMc2WEigCs9cDLUHa2H3bTyA6+kDtwdQWZh5AEPo3hv09vdcosfS/+ypvL87a6Tv22wcZ89recfG+ZpA+QKAe5Z4cIIfTMxnjMi5L2w1whjjwT4sC/2G3fuW0fxoEx88zO9W3PH5XXOS3gtiPP/3u9ifgtwssdt/Z/1rnp8CgBeJoQu9hfZs0fgigq0uISyGtCqodJ3qlZIQCEu6aibrAeDe2FPLm81fW3e7fh1X2OwrJJ7h+t2Qke5TB0d/JCM8sd5TyuOjOvuO5fzShoZ3HNdatRTvq82Z8b4s9+cBgPfWWepY2wxgBgBv3hFbBj4AYPL40ID9gxlyjB1iHGWYARgjTIcAEEPCmgdwCwKb96+Bv/TodVDXwF0COX4vMD7jNH96/joAzJDQcUcwPQcrCFygHRoyFHJVRhEAvQ4MMyJVgr8Edhbgxrz6APx+/vSVHnzpEQxwGF59CRA7yGwAZ7kL2IFi3QUa4KiAHBpz+t+9viWN57Om9gYW2A5a8Eg0QYNL1Z0xe9w8BP2akQb2AfuFt7fG7u5e1Jz2DqJql6rIgr82lBnAKr0SgIztSgKxr7txiJoXPfnCQBVjBaNVo8sVkLcCwN40PqsRTdQRq6mYmTZY0dZ625fzw6aD5WL/brK3sQXmOEe0tah7MYXh1ToxkkEA++1hW6sMWr1w3PYqUJWGVO+gY70AbBWm2YM0EnAFv7C1Lw9hgsD0zHXDaqx9GHvjPvEGACawK2C4eAbLI0d3k0coxhj/PPIQvEx0BrL0UXKYlZ9Brlyr/i4QVutcPEB0LZo19pHh3ZNXkO+E4VSLpqyJYgy1uhUyPetGe3QwBOvJ6kdbQeqcbX2HpXj9fIvEbLyYHftFSz3cBHaIs6foPu9xmkbKa3YVjMH1vKNWjmRgbZN7+X85+dl1jceM8ykP4MEEOcVNTTCPafNZar6e/gUA17H7GfSyy2t9S9Qonb8LAI9osNelABGFFgC5IWR/Shj+U5eG2fArOlTliNAdCN4KxIXsAhkCSgUKgmeuQi5zj/EkVReBp+46XSdzWB5eMwH5BHWg1AoEZ1/j2ogCHjMjxsT+KixlXDH2Tow49obch7HNZxQQec26HOp6BcYugGBs8CGPxH5e9/8muo50jHJwLOTqmJaQC+OamiIzoLlF/lFqth1iR9FlRFyUyyFzJ0GjSwBtq8wiWT/kjlKOH6rlK+Wb+CX0oBjeIueA/Er+L3/975StQdNtp4YluNiOhs/tOhQxFrF6Y7dfrV1XsKRedbuSb55VQdjYtTz7Nkdwgf9zuzHMjJ2tIViu6zG+zYchH2rpvS3AJtgV598+/fbbBgCs+5VWdwDzTmCFkObdKVWw7QHgFZOV8IyZL4tFTXwBwNuz/XP8KiV31lpfwQMCnj2v5ZNl7xotkPaaQPkCgNuZPG7MnVHAuefH69U+sVe+9o8D9Q94+4HcLwD4yCAxzfH57QvtQYPZ/J9o1E7SDwcA85BZK+RvNN7DLa6ZbvwmoW8j6yYAjC28k0nwQxqKKUh2RqoKEM9kojEAvCGTlRb1splMjPVc3kSfO00woWptFUyZcmPoTteDDG0ll5Xai7W/d7Y/W3/fZbylhF+ofMqTujJH+8DWs9H8h9K60+47tFOV3r74rcMxSvMQAHiDr4DP8UGgvVYrDTCKsEYvO9d56cn3zUFb3AUMbz2Cvg78WohnePdauh/Lu4dqVYhn9/hj2Gj3IiYIrJDQDiYDLMZf3Z9lfFDbTUanR7C9u8evQGCFZl1+c+9fALt+H7DCPgfQq7DQyJMAMAAiAMAAnVuAuBpKqFXQQBIGTTfmqEzp0fCabejJPQ5kRCkTRgOT6ME9E2Wkid0ZO4hO6LsRDTPZwJQ25WmwGexiy6M9qSjAM4Wi49692tgLkTdAL8ej7vntOKBdoetR//excXmEsK7/0IHFrFPUMQS5N9b4UZlyyHN83B/worFUs6Q5rbMGUMQEhI5LNBYxS5JGVRmAUV79Pb1hZKTFmk/PXRlNG2CY9+PBwAuPfzv8IQ9g8AmGbTZw157R8GvevwkKqy06MMJQ0fLyxcm98pJeFquG64nrymjdPWdk0AS9YF0WA6i8d/Uu718ZdpXfz48IAOY69rWIv0rDCdaKIMG3ch3QwziMt3jmTgWRpZOLsWDYGv/iKc/sSdvgr4Z0b8V3/HdiNZlT/jW7Cvp6Pe+oXS8AuFtWF21f/Rg/CgD2uS960PZcPoc25vR8NcULAK4j954AsLbLmV4/ktPPUsEZvn22bE/v8BZ75p8J2OKBYFG/GiEOf3qamrcKEilN6gBcfe8BYFzZgEOIKD8B4AR5KTP4c7YvwFxgWcqbh788IWUaHTqroLHqQ0dYCstS3xReWvViLTaHTCBwUtbGPhu7M4Rol1EBekrG50yFXNrJG9o7QwamhEp8DeX4RpflNnID93xJNZ7PfjPet+gPjdrQYmUBzqq9BG2Fc6wA3Gp/S6EEHYy8rfxRbXR7AHBNg6KklHAsWT5GOP/ZWy+fv/wL/25QuRN8A84SEHUBWQMUIrXPrwTrRuOpA7m58TBu+Z6oL4W6u4vPB8/r3Gc1ptLo3iNPLiFfmbs6G2UkFGYSYvc2YnCi9z6nle+TxjuAv/wV7vi18M7wAGaYZ4aGtlDQ8v61NPIAxslrO2Ut4sbko7fZstVEVwJxwqsbvVQ90WXbw+Gm4usWgrsL9iVUVRJpKukqK4R4XkbtSiirrWk0js6GZjuL+IbT+1m1dXuuf5Zf54IdejIbx9nzOh6hFA4H6ZpA+QKA20E9alR5NL0er3dP8S0reH78NIh0xNtnfTze5nVJR5s4a8PP8vz6WP35AOA6p+CTSfMYxyLol8S+E21sXrFDSQDeIJp+H18ZxWLPK4Ys35O1A9ZNE4Lu9s64bn/WzX5pcUjJGBB5s35lJFVbp0aI66tny4tJpR3dI4/ULoXlSNpfIc3TFe1fYZCe0YfbIPA2T5o1dbYvjOghlNadSu7Q0nsAwOD12wdkewA4uG0YYwzP4Un9xZhTAWAHdejV697ABurS89fB4eWO329/GLC7vDsIDNDXQ7xaWRUEdk9hAcYMC72AwAkACwS2SZG+p/cC/joAzO8Egl1XDEA4QxFDh4MnsMBe12+L5y8iPMETOMGbCiJXA0s12Ago3gKaUGcNBZ02Ie2D7KesHxX06QEsHxFrh31Iq8EeAOxkzT1WfYo9xp+hDUOJmHt+1cNH6yZ0adXrLQZNhi7dWq6KyMG+cea9t1X/V3urvcbSatvXcxhRYG/g560lPuMdM94zHbsjBdQ0y/qrUpD1ImY55DbMVrS9yigm73ijWgBYBlg3gwpgLaHe3eZjeXlfb3rgIlyzgOG4O89/E2Br652h331t4+8bjcAq0+8DFiAc9cBQrFDR1fOnOcpAmyGmVzaaXI/hXR+GyroWYffJMOxWiIDc9M6t1lSnWE9CW1GEgAfPAZ8pNixfZJhIga5uxjJbEw+YKA8MoJBvEWqafAAUC3w5ypPlAs9Gr22bk/jmXs6tla/fZnmPEvc1uwrW7/W8o9aN9nVfP4OhviMTHB2xN03n/OMx4/wCgEcz9wKA6+gMbfVPXACB/3CZT/WDMds93NJH841edsE+zT3I5QPfjYiPQSYISS/kg8SbVrIQbSFeih/GYpmykdC2klc56KqHCjCjTbqXN4FcHi5VaGfhZ/W77u0N8Bd9CQBbugoBZG9fQuD4HCpl7nNruSn34E9fIExBvC4AMDajohdILiVxLG/QvZAOEgbT6+oG6TKS6VmezxhtYNJTgFOhDflSaGmUazVSHEIRbLOHiOZ3yEr2pY3eE+kpf0iuio2vyDKog2PkY1PkHv3OuqOtRTfJflDOKWJFb5vK/uwvus9/9a/8I5E2TxZC0QQYvJwk9jMA9AguDfYipexyYYAg1exYPWXQ6zMQIF6ddzEXVwVyayEQwNfFZjfbh7kYBQ7n8xUAzH71pY/4ViPabbQLAqqdkl7+fjPAFyCvvRsAbECw7gbGvb92HzBAYoDFzBunKysxtwBwFaRBaOqJiE4/iPRKz6oQ3hFnMx5cTKmAUjHXae8qiEsgZ1tacBiLQSevXwDwxlKZ/HTUuB0Mdae82fOaDfS+DSdkumtC8FCsEw2dH6Z5DuxVH+71CKPKlU4dr3dL6e1rPJLG8rxCQF+Zqyt5js/vuvQR6Dlvy1hx28svo9tu+d36nfWveT4JAd3IHiatNAAw5JdNgeQAl9zrDwzTrXC4lbYCwzJ0tYIgZIAVt6Zg7auuYXxbAkwnT3l/szWQFbF+IRfWZ/jayEhzIjmdYo/DPKRe9me1P0iw99a283W6Az9NhhyMdjweMtI3RuHoHnOmirft0xxc2VqbW/y5W4RnujxJOzXwDKSoO0abRwHATfd8enekPindKwA49SdJjGZEqRxW+ukKADbQRnd1KhS0vHgJBLvn7x+/0wN4eTcg2NNQLzcgmICwl+X5LI95Di+Asd0lbF7DFQR2chDtWPtNNuef9882CH43g4eAYEdPENo57vfEZoKdLYwvfK4Q0cUzGABNGlsAHAk8dkWSZdELsJapOnTAmPkEAMe+pv1Neik3NQvfLWOL9sRoM2esAqyiBa1DD9nLzQx3lXGo+CGMruyDSF+5Nler0gYh7u8bAWY13s7Wk30AOO4ZwyTlvpuN7/Zj0nP7dppjyKipjNU+s7fEkHbNYx/CyWmL0mp1UNbrK7PDNOHnIqNu1wDgszTEEiyOte0GU3roMnxzvftX3r66r8++Vy9eALYAbqvXr0Dg9ADO+/xgdNcdfAWEVjkySPvdwrb0acrV+gibDOxI8LA3GxXWpkBVp59K62XdKwoA5s94BvOu5CDxCWMDS01fFUEgeYqiA4h2JMcGfezxG/IW2bma+7CdtRf7l08+ae3INrop7JUfaxlN2i3qlQR8elltZLhmVwFLvJ531PIXAFxGx/XQG+NctumfBgAeracd8er+SngBwHUM3wMAdk7XATG77Yi95P7Mg5fdJ6wKXsqGoYNSCfgSCnUa982U2FhiVrJNqTzZx6IM2kfi8Jf8almm/S5Q18vyQ189ACxMjhKM5BsCtpAvGIWEckACxDWyrQ67Afy1u4M1j8jP595P9D1e/K2fQVh9qp2J++5X5AVN4IqG2NPtd14DGoCo9uclGUaZZRYMCfoCdZZGB4Eu4TstdQjdH4xDqNLWJAdUAFitcuaNNpeyM69k9ZI3epRyPJpbLG4sMw+zMa30lo6eQ+4vAnxsC9G3HMpcCRiDzZWxw6M//zP/8J8s865TBjxNzNOInyycFE8eRxjopgIAsS78+ynnctoYVFWIRw2uAlIrLMXJUzfIpidv7RBOIjRkOeQoscgZevozT18oUw8Aj9jKWlUZVl0eSuldlOkFADawN+9aIhjsHsBLeGgHgy1MtIG+BILd8/fLEokLdwBDQCcT9CFOgUOnJlS5Fh+p2gV112Q59M25DO9gISfWs9fLagD46uGpiwKh6S6L14srBCxCd6WVv6MJ2QZv5kFeTza0vQCOTtVPlu7XBID3V9pnC/V2kB5OTWXy/lPZnp14BmQ9q/7j9W4pvNdbdbzedR138v7ZPICvz9Ba6D9eFgxdDUJ4PHMoG5vz3K3fGS2cBYCrxFFlqQQ/9ztylV3JECaRbkvp2f2NQqi1SvyyEQ0pfIawGY0cafNUCBqxTgoF+o8wk1d7fIIY3irpZF9oZZNicHyr9r15PWXyV8rGdQn5Xjceuwe1bZn1aecwall/+33byrtef2lImI/SjO/NSxin+KUAYDHHHXYFvSR1K4Eh5HRh2NCIOd8LUAlzK4NK6NgOEsHIgxCuCOMMIBefPQT0AgIrFDRA4OV3Dxe9HMr2kNEwEilfho2GF7ABwKa7h04eZGWdrQAwv7v+pRDQ8uhLYFcn4cHkY0cKsMjBhQgPDc9fhYNOPVH3dHYAMI06Ap8CiCpGGIC+CP2q8M++r6kt3n7pl/IopEYYALR01NQxG51V+q7sCzzoFWYMB7nKbBdgGwYwRLPSUO/vpC1PiTW1QYe+m+LyNL5gABO41dOk7k3L1DRFscoEiAMOyxNaNpzd3u0GNZ/zDb5gth//2f5Ng3wYQneyneOvY3404vw4mIHmAQBWar7TRuUAMA2ocmro7J7p6UvjahhsGdbdv/v6tHevELKue+3zGUM8y5NfHroK4xy/0wM4IwXwPnD2J0yzstu5EReTgXftK5odjgNpwGgGnrQ0dIYhNj17nU7K/XmyrRgd+BoU7fshC6zDxjOmEEzQqpXnIDDz+5qGzQgLK4ms32cqD/HPHu6Z/Jn143BJEuscJJjt7Tu058OpvCYgthrBXL/Zq/eIHHMdXHwBwGNe8pCnri9cnKOOrvyg8Z5sYiv9hNFibid8RJv7EezXxkNGmIW8AOA6mu8BAGvnT37XSQ+Uxx4x63NefqAW7Y9KGvsl5IOUZfi97KMJFkt2SJ6PfbzIGrEHUy6i/CEAWPBmYlmQGSr4KzA3QkEXu5lXpS29AMBIm4fRBACHbGa8xDPjYBhko9RBWwB5PZ6a3WoL0x7scmqD7Zg44AIGxQNiQyq2YEXAs8qfd08NjAIS9+oBYJeRvzSOhJDHE6gNG5g+/CiHQ8ljXT4s4AJEILZL0gm9fwEuQ+4Ri25oVLKVhjn4OMpTRL66bkvVXpvksz66XR3nzVlqCxqG///8z//7/zHpclE+XVjliWOeLP5e7hSS4Nl45krQDQDYwGAIoyA2LYwq3Ox9hiz1mR45Pr5WRtnoLgPAoPalKBmgudwbkPr70HR5UVwE6bjiSg9g8/JdAF6Ef8Y9vwYKu8dv7wHs35m3Kpxirt6NCgBzwZAydgFge74MxVJy0pAU4JJ3NCB1gSUAjFFKwzIovyqs/bMXALxexkd/mQt25PNG/TvCJFbG+HltD2d4Yua/JlBCrNvP+wKAj1LGvXTHDclHlNbjbTle77rMO3lP6FLHO/OLprw+zj8nAAzloBp5WhOPP6lyRJn3AcsdUgcEaySRcN3w4E7IWz3rKq7lxX7MOnQyM2Tjnb70DZYs1tTdAcDXaeX9F08MYTv12TAqAO/f0rdrwT7ZhRr0do2JmkKbfXDdRyT+5wPAyV72CLHt9p01NzO0/KkAYEc7zgHAWgU4GI15gWGHBh4HgXBSX569An4RDpphnP1uX4WCNg/fvCfYPIA9NDRBpwCO405gpHVAiiAUGoLdBJdvyQPYPi8Hi82gEXcAAwBOz1+Au3v7T/hCMAIUwN8EKsPrlwYi3SOchgwZaxQ2WgBPC3TiGqRq1Km6JfZLB7fkwUyQJvXU1iDUgkoCo2TdgFzbGLvoSVB25QCvVFZIwxyu/RVbeIt0+Q3upX071h31/RkADMATxilvik87xiiuXLKf1eAQN9p5tsfKv2oezTzUHkVgSfPKO+TKR3jsfgEj7cNtR5LdaIsqgb6xQGm/ynDNWKe04aJi92vQ3buQYXWwA8Dvngcw0sKjB4cxtPbrvd7f5DnMEO/u/cM7wtMo21+bRvsV+UsYhEV3EErbgaPjDLx323UEI2x6Anvoe61XX8uipbx/G4AibT1MA4OogFhVT+MwQ0B/NgBYB0TcSCyv42zuSl5lPdVw6jyMwDHstGl3GpJcPLxmo8CwKm9rn8y1MGrBXr1HdOmLbbaZenkAHyOLO6mMHG4BwElXPw8APKDnpxlWXgBwJdP3AoBbI/AaAHbRg0rjHb3kzpKMvL6tlz2R32O/t6fxWPK63rGf4lAZZUPusTjcCTk/BAd+VqQOyBmULbhn4+AZZEzpB9r7ITOkXOHgbmBp7JHzGuRVFBHXBeIwG4HesgZd/nHZkPIDhUH0u3gA+3PI5WUX949oh+a6B1oph2u/po0kZW2U5jyyw7MCBOYIh62BIGzIwJI1FAknIuS4EMB257sdGA1jmmQT14EEWid1VfsGqiXQS0KHbCO5x4m7jE//PeWgIKuiA6E/RUYvRA6ZG8/OAsClGCfHkcTw+R/84/9yoUsJtYti6acYAQL/4XcQIRyV31OkE8V0Ycc6gGDsJ439fiJ9pnbggKs8g0F8eFVhRwsH0xQAMAm8BYCpUPfCbdPr/NIynXYBOyk3AHB7f3Bf5HVVhUKuefC6BzDCP0e4ZwOA/XfzAK7hnxUq2ryBW+UX9MEWVWRv+S0VvE4gtuTyALYCngYAZ9sq2LtiAtoYygIHv8hF5ZTR6qQ7M03aCca0m+yXevACgB80nc5rPt7rvYSm4/UeUVqPj+vxetdl3sn7ND3leNd/mpTXx/nnA4C3QM5qVoPcXH9pp/FRPMUMdmJQnZrVVFj3zilYE0YziKEBALuScIwce2C89wC+TivH6n92qilfoFH92e34KOWDRraIYyYdP2olbI3EY/egMyt4RN8zMPXo2jiaTu0+m772d9bmKU8ZSFGzsvdovNcJWobX6gt9GUPKoHFir16BIHoe+pbpKAI+wjCQJhHNf35GAAAgAElEQVSkz/UQhp+lMTqlbyFe/W5Pu/OXdwBb+GYHbqlvu95t+vcC/hoADH0czwEAowwHk7p7gOUtDBC4jAJCROHP9xQzcBgAbDopPID95L5751nEKQDBmlat/N6o55ozDRYtsAuv37wzlB68DkIVY423QwDwGugFsFuBYutCgk01RHV6EstQA7Db83u/ZfipYBbvFqYu6v0sVz0gW45DaJuNF3BSknTW7bvpW145Aq5kCMqSZTTifi0bgGjOvnvlmCnzkwy+YI+WMdAc+uisWHn7A771gB5K7G0rdV8AhqrceyusXSejVFvPqiVp9TzAXdE+D/678dNbD7ktPG9g3wKgmyAwkiXIK09h3euru3j9+zekg0EZMhScKsympnWaa9auWJOXr0Dk1uuX5XkjEJC8UJhmpiUNzpVEUuzXRrxODDwggXWkwxSY31wXsBFltLlCcbTRLundAzdB4qQR0ErIqCQ/X7+2Vgz89Whx1fvX2E4rHzRyLNtXbUmYxFr/eB/Ypq2LYKpPxDMAYNLlrvA9k7HG6+zq/jtbl6NywUf3S3hWm2ZtftrzpcMvAFija4NxUJE8PSEvALgO2dMB4I013B/S6aewX9t39JK+7IaqJjJM5C0yiUwcko0F4gITAh+W3J6QlT0wJ0FUmM8pM2Shng5XqRLkrQCw2uHgr66AYH0e/YOhnAUCOxBcvIzZIZfyJOfoahkdOKuOjg1ICdlE0/mjA1faOUp5GWy8EIFA2Ppe5GrpR06XLmhWLEpyex5Co9Dge4W3jiILqoS8gRfllNIWeBrXtkq+L+UHEeQeqjWTwLIVExpOd6CMZUb9a3ljbXtrZW80H/KRy0KUebxFHQ2PMLCqh07Z5lLuEAD+t//D/wZnEExQtZPFBH/t3RXOP/7y6Y/f7Z33C9ndQnQ1x7vCTFloqg4Irl7BFGKxuiggV0GHArPfaFsMqrjhNkfHc9eFjKU4HQeu2LKA1+BvtG2ntOviF5Vj3vWbd/sawPtX8ADuAGB5BLsS7vcHMwS0iIaL2okhlHoQWAWAm664EoDF4q8HAsC6EwaKhBaHFg2+h6JblAKfvaJ8+BgXhuXzPRAga/9SUTlGDr9CqhcA/KBZdMH9470eKTSd6d3xesnPzxQ+SHu83nUhd/I+TU950Lj8CsVgfs6HgNa87s6vhIITdNWUNbgDeAoAD8Bfa84tnlLknGokXgHAvuXuG9D6YWkEXogMFLglddume4ziKgBMsb5py501eawF26lqvTMj014bMaKr0W4rpLxzp60/V949fj+TjqsC+Ogej41Bd2qbLO87RTd5Z+tk9vxRDZmtlbcCgFsAoF9y1RAx7jkM0PtcuNctAtj0YulhJn2Fyn/ydXqusQnSP7JF+CXmztVe6trLnb0B9gjwdRB3AXz9nQexPRw0wkKbDu46+e+K0kVQya5pshDRDhibdzBDRi+flx+KZ4LYuvE0gKJ+FZGDPQB7AfwK9MW7gKIaPlh9jL3ZtfQ0ntlz3eHlUBH1vwRxBebiHYYRAUMAh+UlmCGfqUMqNG0HXPn+o/uCmxDUApfTSKT9NPRWlalwuAxfFxshDTdJS65MN0ailnagt24DIC2vHAHAQWsNDbMfpO005xUKpD5j40hz5afvtA2I5r8sH9w4RNsL5gy2mWauw9aQlA0zDoUEXx+5L4QB9QxTahbiQalJ41vqQfvTMArgVPamxXjbHIbg7/TQTS/g9PB1gDg8gLF2ZS8Lr52lTFvLbg8zWbLco+cAMcO74zmNuQrXyIMg4VUcnj+685d94SzWkUl7CmWUkEVgZHTZhe++vvy8B9aQe8n7gQiYB2Gw5TqUjajYbGwNI00aV2G0Ld4wrA/pkinKpuN1FzsWbEU0hIbNCPm8R4XvVpkVZK815BnPUFpJ+/EAYHRlT/ieyVijYbg6RvOh/RkB4JmcM+r1UBZzvvsYunp5AI9m4QUA19GZAcB36J0MeTUZszJDHrqhRPVrDd8l00DmbNnlnn5K2VRtoW2lgr0oagsAJj/2oov9yuUm3r1LgFfAMYSGGjUkAWWk0b6ufZ7vHvlDd/nSC5gyQbW1WFuxVdT2MgS05A/JZA3rp7QYWwxlxo09FHtwkS183015Ifd/7Nh5LQT2/7zjl/li+yqWIsoTEE68GOznpc060JkE2NkSXLbJfnj6XjdQeRUroxwBOQQJEgCGjIE/1Sx5ifX3MksZQ8k82s17PSAP36FsP6jpiTAxDniLHrN6LsVW5pntR0MA+N/7T/97AsAQVEN5tM+Lwvm7A8B/+fT78gdv4N8RWqrcXWR3Bbui6fcTERBeBFv/7CCwQGJ6AjdewewzFyaIuoZiBgAc8wea7yHhFXPa+gHu74MQ0NbWgeXzuvhFANiUbA/zbO8G6tpdvwsAbL8dAYAtnxYMiVfkE/0NwXhjBKwDzwKAuQgboFcKgxN0Kg9Bz1wwLwD4EPluJnoBwNfHrsmpDfVBxT2qmLcy/PbtPV7vnsB1bQSO17su/07eFwB8bb7O5dKhqz0Dx1ZpeVBrOL8NiDunjQ8PAIeCwL4UYbMax1I2TIlZild7kApC0/oZGJ9k15lSN5rvItZHsjtr8hxttan7eodGqoGCSrVivymdsnKnzR8/74zXjyXkNNo+uqcvAPhRIzpb/28JAO+ZrKGwH+sxFO/9xHsAsGX74QBp0nRrZJMRovBdwBbltVa9HQDmHcAG1ioUtHv1+uFr07EF/vKdAPAfdgibf38svwVg5QYiAsBxj7B5CycADH4I4xn+6MHXAMB2LVECwDUEtE6r7+3c9nvciyoQsdRGiKnc35tAkt89HN65vIfUgWdL8/XT16I7+hzUMNACm2iowjOB1qZjw7u59XZM447C4cZ9px6mNkEp7I2c1YbuBP7SINbR2L4HsAxNLV0N91UZ4SJR0lV/56/mV3qhpdTMOyC95QHsCTCzohOtG8331rrPPVapKnV0B+x3OrguVytovsDdWNuVG4ZVHrSI/tAgW0M44qoyGmmLhy7u0StgboRvh8eOlannWM+655dGX4HA1r7lc3jjc+1bXtjLZOAFH8DhEPIHNxKzfzEJBEbZZwG5K/p0eknvdgl4X75C0MMass884EJuEEZTedTAigvAmGXCIGxl6HCMjKH6nSu9TB+Spv3na9ixtM6KQddZu9YbOrop7y7lYVgugm138nrFz/EAHmxVmnVy1RHHeNtnLwC4jLerUxdpsqOrFwA8ouMXAFxH5xAAPN9Sdwd8b43n77Xwdle+YwPwvIH35OcSxDjOoVX5pe0IJCBv1VKebH1xeLHKPgRUAQRX0FYykhtmvDwAUfTYdTnCK4hDnjh8mVc36NoIle3gLTGpqMsOhMmLV1dBKNJPlXaMz7C+/Dm9ib0xn9drpNdQME5bnrJrWxFoTIc1oUMArMXc23WidZ/HgVLIBZ7GMV7Kv5Tb8Qz5dEUJ5BUVm/JypcGGHqtMI9lE2BPl90gPwTb20IqnhdhRvIB1+BTjhHzqT7PmOAaxCjqZvUYCaupsSsVhYQwp6pKMW0TA1EdI5CEnbq3eJeMQAP5H/9X/vOTnyUYHgC0MjimjAID/CAAY4aDtN4SmMoWTgLCBwv6He4cA/OLvsymhfkIZ7+EljGOVaDKk9hjiZwDAEBexYBv4WPV6E94WAP68AMAW9vkFABfFxMi+SME+awc3rrI8t5bCL/nbCwB+0LS64P7xXneEpzu9OV4v+eqdykre4/WuK7yT9wUAP2gCh8X8eQDg27zE5ZFWkUq7GATk+moEe5O1eVJTaeKkrATiYmTrTz2OpnAIAFE4trao7Up/Z21eocxHAcBWdw2juWrLCTDqSj8+Vp4jvH5f3fgVAeARXc/A1DNr4kzaOzQza/OfBwDmsePuDmCZL9wQ0FnraRoow79eCyZnJNCDENA4TG0gELx/4ckLXdrBYNe1oW8nCIww0P6cYWblOexexB4uGmXLCIXtBOCNDC8W6lUgqXkDmzEGAKj9WfQpfl46Plr99syD1Aq0Mr1Nej2NeF67DCVhtHG3xACUADYJ/EVba+jn9AzO8fcyC8Dkedyz0N6Xw9UKZc2yBYDJEBPh2Aj+BlgM58Y8dO11YAzxIT3Aq1FHu/a2B7A27tzAj6y5drs/AgDD0Cm5wKFLA39tHlnYFxkRy/zAgAlzaat3q+9J3msAOKUN+3SEZ637nsa5Si9RcpGJevhX4C/WFz3fw4grcBY2ns+yPy3PEV4xQzTrYIWMuwJl7YCD0ze9d5u79+x3D99I4Di8fwTy0jBsYaLdHkabG9cuQGeMfV1D7bx3hkujxHoYIg73Y23g2jBaRWzeG2BXIDBqAEegAdfSOd8TqJvg7RYAHGuP6xsAMSmPS0VGzS2v/jAis7M94LsFADt9seXX97vHAHVt/Ma7MtKsNxfbPCv2xvMXAFwGz3nuxTlygs6DBS8AeESULwC4js4UAO5C7J9d7rvgW8h0vcVDtp65HDCSE8YAsAsqkEsbW0lnNxGMxr2VSHAD2Aq4jb1XQLDu3o3ywd8l2+rKBx3ggtwjeYJXPwhfkywS7dUYSWZQ6GfIBjgcCsfMBJIxcz7a0c3sL2Sidg9q5m5l5ZZ8sKHPUKYWrUSEHv6OUM0JiH5hFCEv0X4vkUQ8XRymBYcMfcmFgy+LfJJU2dMb6DsEhEb30hU1si/gXWB0gqmldNbeYk0JOmM8IdOnjF8BYDwrq6gDfDEu+ao41lpvDEkrMkCnwdc6m/0qU4b1GuCT5cEQAP7H//X/hnMIPI1owK8USVM6TeGU0hnKJ5VRCw/9fflzIJiff/ip40V5XU4o2/tnA35dmcV3AMT0CvYTmOwe30HYGWcdxN55APsCKqNbT0bwswbK+obPCC2dCwQjKyUC1/3Mw1PuTcBea/A7F0rnAXwLAA4Cy9HRyYTaluazEVWEtlpatWh49qcmthTNxbHXYVemk3nkHU+oIxYsF0rz3MtEwVLe47N+Kw0/CgCj1Hbh7Y7FL/LAZ6Df7zb6FifSB/2u4zwqcj7GoIurr1ztbQnYWK6WOs/3xKLnle+kOGJEuVz4iBZ68GlYyYwAZ8+z8FPVNm2i8eTiYNRrBy4W8co2HYErALCEe83vDi01Rsx1Q/p11HyveRcm0BoWabhbFYl2yFhaH5/iI6OlUYzpffUjPihjdBp/vaUhJYU3h/0M0SRfKXduz2Yv6EYq1KZ/9bPKxro+wAf2kmwN6qA4zg6bMZYJ2rRtt6d7XRHUp+T/SySYzeGuwLgCzB43HK3Ce7fco3vQmKbXgElt11Ze1duv7cNr51DHx9xpDEaN+rQ2IDTNcb5ykDN2aZtcnRA4K1H3SaEt69RrD2ClEwCsPOh75W/tWK0436q+KqsHqBTgLwBg8wLWIeuMtGVAr65kskPYDAe9vMNbWMYihH6Ou4MdTKbxyAAn8WcHgAX2MPyz7gBW6GS7p9OvHkLUKRu6xhDRDaVrzuTxaZcyu4KALle2W5Jwo5BQVmuP7UUAoKu+GPuZg9XpZeD6J41RFQRGXitD1ychvLVAYYFjCQAj/afFQ9IAs+hzODignaGrFr3XKaK2gT3c9gDe0ou6VbEiUdFd7KhBVzRTFbJm+ZyHHgA2DwszsumKYH8Oy1HuzbSJrOSazX2/5OvafZxniad0QgjXK5Y7nrn1hu11au7oydZU3LFNzxvZtmp4Z7cveQeTNr87KMswzvzd0rnXTrnXV59F17oz2I21vhaXciu4G9489ASiERh109CrtkoOLUMBm06Ze7PZcC5gZC1eNwHw5m9fl3WMoeQa5ppxG02529u8d5wr8OAE7vPm+iKNY61ZYcULiOU169VTaG2W6s1mRO/6RkYtUemyq5UeeplD9LDN0w9tg5RWj6XtUxkzZPv8rZc/tmQk/bbFA7L8sX1jnPdaX+7nGssMOVQbo/hcg86ga7M2j0ZlbJMpNtUrQ1voygHgwWv2vGad2whnktReQ8paWE2w2j/TGS4N1GhkOnzgSvnn88T+dD7rPIcP4fYc1T1ysyBnxVfnV/wb+bOc1AX8ifYL54baW4m3UKZo2kaSgKiyTR/Y6rHP916OwXF9D10/j7rEn8u+64cwJUsEmJtXRXhrHKPCHh0Hv6rAoT1b4ZmjfNv+cTUqDoPhIFr8UW6JMYqxMtkD8gtkCl0XQZuZlRn1pxfzar4lLlQZosxNO4eiKcq/hU6aOY2tztIpCq3NOWFcgqQCiEkoEfUVW63qAL/gEVRQtMmlRp/lkEIl196eBdFCjaLeye8VBA75RTJPQxTU17p1sQoBbfKK1h1lH7S5w5r4494qU5Tbfr6UvrEzdev1EPcUTXcVmJyrOraW2ed/8t/+725mhPBsf6ZE8j5gCze1CLUWbsr+3APYvYBNATUvYQLABgL//nceKtqA4OULPIINBF7K+LQoto2HsAHCy196A2s507Gf4XqCPEXUzlzWZkR1Mbx8fX7IhEJRwDDWO2DWzKeGnl4trX3zJUfWBrpnVLHgfJG0IaA/L3f/ZghoegPbfcAWHnoJC23hops7gC10TjnFaURjl3iHaClFdM/QwoWonoHopCCsx7WeQnA+XRaLr1fdH2OCfVWCuzZi/eVC9WLIlLSQ99693vVU7P5yb5s7UdEHSdqZD/ZbdWBg6jgP5A3WMSrwQGU7LR0JqtdLvT9ZdwWo+y14uxLOg86zFTp7jr7tyIGHOn7c4LRRHDaCo+bpQ+35lROdpw+NxtbunSM1PQnKnWA3XSGzBsSFJrE7JVIyPIEUBqZOg2PJDqspabaFi6MIkBT+2a169IxrYrfV7QnoZh9weSnD+/VFuMQgg24Y9ZiqY7IpoO4971OkYrhSWIswutUtDddml4sMWId2vM5CMjqwHPcmabDruBzTzPiBen7uJNftCM/evY/tMUdGX6xiq69rNnKBbqIRmRcGAjxAvXW88pmy3pmH/bwg6JGss/8M7R3KSUcbvcmD+OPWs2m5Rc0u+WP0V6SJHzIENObD9ZiYl36cKt+zzK1k3kfqkSewQkDj6iUDgKFfK8qWG4LcO5j6N3Vv6eTuHeDP8WcHrT06l5XjB7WLF4JvRND64B0LYPTz4iVrYZKbkM+8psj1T45P3b2hw7Wryc9P+7jh3zDMhbGMxqySTQYbVIIxdS9fq5+LAeMuwBpejfXwsT+NO3+pizJ8tLyYcT8ZAOS8UzjvGvb9kKDYCqQqz/LActVnYdwKHdenPwcnV7noqq7vNUE3v3B/zt9YhjOL3BT7OlSDefn6bCxJfXqqJ5AAR703RlHO4Wqu6pwnRWyv+yM8uR7vV9laS2lXSMC0HMhz8UkdpP2qePN6qGWCrO5NT2DWD/rHM4Kw9LLxe3p9PGreYoRlOGgHmumd800HMPzaswSMLVx040VcjNlYHxg/2YzsHeBume2Gt4Hmcv3a/AtUraEZuY6cnlkaFpHTpXvamLc/nQFgBVo4wPJAhydqiOdmT4Axh3/21od9VLjoYiAVDcc6QlvQy9bDpt/7ACH0dNTy3j19YKyzr5h+y8x2v5HxrUTLEa03nBPr9tLraj5U9kwbxqjsoYTkw3mvX5eG8pmZBqQwtTIMVJZ+jNfrYr9T4xG+Of53ROBb87Bd8S1b0KQ9dSWvktb96Fa/NjJ38mRNsTV7Da30Ika33nr+OZf/tQ9ZK4iZaN+yurYAz6I4Sc8HCFr28NKpFE3aNLWtmv2UM8viafqY1ytQKPWatP9KRvC9mnuyt8vBWEb1qLsQ00gGQDrLIDnBQOM8mJkAcAFxnZC4/1PmSHlFAHDZ+0I5HFIgZAPu9b7z+1YNAghZOzZfyhoREQhp8Oc52p2q2+shF2D/hi6BvRHX7FKq0GePPkO5wZCjpRsum+q5eQBza0XN7bZQZWvdQ8xOMaH6yHZHPyhocEz88BrJBOPT9bHQYFxbyt9y/NBA1oin/fd+CXviKusomy8Y/nHEy3r1OieG8Wq/bDkiaFKvrWI+/wf/3f8BMiz3kfjnRXE05dH/HPxdgGDeL+ThqgwIdmV18RBewF8AwHg3EPjH8vsPA4P9swHDNVy0eQgjZLSDwH73LkPz2Lt/x6CIEDQm/mvH0JjKSI956O2rBRkCJH6vr5b5fd91l96q18vxMUaZ4H1bmxIXiinT5Q7gAIAN9OUdwAgJPQeAnXBNmP+eg5GLd39Db5k72hUE0hGtGEk8j0WEvs4AYLURcyjGgkUXp7f5zMevYVT9Cnp93xqBZwn1bizYJyM+HCa4NmG2MVzL+dRczxrnpzb6RuHXQb6+0rHAskp9xt2/y3y9zet94cbQ/fJZ74xzSF8bozQuN43HR+pv0oSwvT01w/LK/o7cyw/llIoL7XsvT7olD7CkiWC3WSyLc+NiMYyt9/UiTbOgTKM2V2Vhh+EvfaUusGpOkTyazWJ3H7fxGKyO2bzWPs7SvtkiLDLRm9X5jhX96vvgzBjyDLqTgaBO68rY1/GKO/Own1eG9ZH+MAvxPSDOG2Ho5kap0aLINq/GdcCQAAC3eSvPawwCxgGr0anjdRUAds7MfcX2DwNuAwDmAWsBwGZksquUwgPYQN0/oJP//ruFjAYArDDQAQAHCAwdPumW4JBCP+tgssDg8AA2HZR3AlfDTkOkbu4J3l9JNI1exfuhGAZVDNqFvarqiK3BB3uTG5qqx6Orko5mwXOxPncAmOGrzZOZYabNu9cBYAeREXra62L4Z3zGQevGqzHCYmdbBYS1Yaq573LMtjY87L7H19EW7YfNgQQpKRt7df4oKSDsFw2N0kAkmYITqLLXvHBrjdH2cWMfdAnDi6mWL6wn97+gEczaE3fvWnKjp2JEhkEW3vARhtHSENwNAJjPAb4yPfMJ+M13pAE9y0sHYRm/2X19Af7iHl9vk3vbc0ZsTAkaS17LdVKMc96ftJPESBuNy9ToNhQ7wGD0bHTagq+gR9AV6Lk15vowL17u8LYxj/fF6IqVtYC/S/rl76vbZgxM1h/oScZS1AEgGUZP2HO0Xj18u88bxWQ+Q6OszSRPTjX61vNYPBT4u2lRK3Q8BoAfbaNYy9VbqyJ/29J/38fCcUdmGPXxVrk3+MZ43D/mU3PYufq6Nc5XK/1J8z1DTrehGAee3rP/P2AQT9pFe9t9bcEd3SLlMu1KitYq3QH7MsBM8vDO/oKv4OoCXBvZEUVgB13JJNgZ6gvYazlcKNkLiMzyX3rzAizDHz4L9GUaADrcxyGbu0eufmftLos4TpYHxRrgO0I4J/isdnBzQz0ug+gQGMes1N901FlHd4SkYye+U7tMa2nL/q99mF67/jRk1C35GzXX4l3ekDymsh3U5B9DPEcQg/AQXgryaCPplCB9CPID5fgiBmKHTNnS6Y5pIXWk46J1VhQB+kQK0apdfZHrwYWXGNZ2LbSD6eVQztjivf1vc/4sALir3+kLnAXThuecQkbpaSiBX3gEyOmnf17Wg0ZynejT5//of/g/Ub0RtAm0fppYgu3y+Y/lniKeLo545Cb8uqcwPYMN/P2LAcB/CwDYPIGX9x/uEZygMMJEAwj25w4SGwi8hIX2AdDJTCwqnA3lpcjR5Wb+SCYkYB8EA3HbhZUMYwwAq77toV7XKxq9BAATDHYP4BsAsBGz5rUq0Ft9yEWvp2AWevU01G8ieUk3iDMu/XaazQXnhyzK97oYUSYVeeaL1gwW215//uy/z5nOtRF6AcDtuD1rnK/NzvNzPU6A3lKA99t/R0G63uYXAHyGou6Mcy+813pfAPB4FqCwME3xQt7a11vRPQVZ5JZg7Tn1Pz53L+gIWyY4JCyiqhpGg2HKBFGkGTgHXZzRVeXBs7Rn6PlW2j+ZAetX3wfPAMAzGhyNVZ/3TL3r9X6OgvfbJSPO/iptTl+veMXEuPkuAHBrsF8Zv0ZN9lPp1wDgnmWGwcP4hfFBGn1WALDpx37gmuGcHeA1fbx4APNQ9h8LAGy6uQBgeDkiLLSHkuY9wPAONomeOpqZTyz6VIC/jE4VgCnvAfaIU3YvMPJV23XiL4CQKmevtKy70Sog7DuQjF6uvEKH3TK2UF3MtsvAQ+OVjE/yQAiAWFGo3NMZoJnCS8P7WZ7CfBZgWvEQtoPYMpx1oWtX9xYH2CYjD41dpK9Kd2cB4PnqLr5gBRhzPlG37n6vomFWIKrq2QeAB3LAjX2QdtBW/nCDX6EJt8nSLhWG29bIHEZZhV90GpMXrtmxyj2/dmM1n0c45/AChmFYBlp48fLPDb8/cP+2QGDazDz8czEUY02kQVnjG4bXcniieSbLn/cfxkz7X3SMQwzF4zyMu7CthL3FDzpoDL0ArGF7t/Xh4aHB3xwAXnKa3z286zsAWIZjeg270TUslOIAAI8BAHP+sFmhe2ITaCZeTlLnAeD5mij9PpL4VJqW342zbum/LwA4xuwG3zg1ZR8k8R37xq8uez9yimay+dW63gsAnqjhq+48HwAmS+cBePBz7He+r/LKkZgHAbli+wX89G1AooWjUdgWYjv1MtVFfKjzi328GwJ+x+88StRctcBoHZQDPutAPW0s6IPJ0QrhLHA2IGVGAIFcICBZcq08h/NuYAFytOE0DS7P6mD0nYpttCgtkg/YfcjL2J8CDPXDnfzdI4IkEOvD0+AulF9ZLmSwlEOibJdJ/NKIwH4UUSStQlbPUoCDv0ifz3K+AjvivNctQe3WcQPJN6FvMHGYxSgL6YAcBajQLXpdpaUagMelZSm6dHK10hznyVVmKIclQM2QN8tc6KP3u9r9mgYnyCs6r4+dFtsfukWyjMZ/8j/+X0s6I3a4uzsIXELa2GcIu+Ukgy0MF7IZHtoUUfcAXgDgBQh2EHh5N5DXPn+z3xcg+LulIyBs3sIAiZcQ0Yuiumix/JPgjXtaAAB3dwA3k6QzEctQeW8TAA5mVBZSDQGNtUZjKCcizxK0Y+VMqas35rSQB9QAACAASURBVK6Usb3xEGj18FMI7ewhrjzM8z0A2O7wpR7XgrCrqRZ91U48CQA2muVC7EFpnVoNBaYut4YR7XTg9XMzAscZ0LmBewHA3dawswGcG9WfJ/XjBOgtBXh/HO4oSNfb/AKAz1Dm9XGmsNOd4FTdTwOAsdHvYs/Det1+V8Uos1Tn96d7AJeq23Ys8ljZymG0q6/WSNXuE6nG9icgN9nc/AIprzhMfsV4W8v3Fu7bkKck+AKAp0P09ATPkjee3vCDFYyA2Blo21dxBwDuy6rLRiv96lz8bADwrJ/j5yM+uKPTOTNjPgOBnbclGIW5WYPlAWDGhqaUuWV4Gt9CoLw3ADCvWDIAGGGcDQTOEM8WbUugrnkBWxhoS4d7SRkG2oFjeRQDSJYHsEBWD4Xce/6Gh6y8Zpd3AsDeZgecNC45PEmnpMpuvwyDmKv1aeiqAPDagNduEoEfFf1QeiXCqikMnbW9DQeNMG66/7f1/gWgRvDbdfP0ZPDy6fXre2t/dykBZYHj6W3pFi96ZxZjWtlY7wLAu3yIxrBYDzIMVNr1adJcbRtTg3w7uWekAo0Mzrus10UyyGWtASvMfSFVeLpwTJCHb7bfTbzF+zcMrwJ5bX145Dp6EdNQHYbbCKFOGnWjrjznEe5Z9//GFWnumZ8exK1wk/IYOEmYKHno3i2ssNnUY3FuN0lpyr7g3Azo8Ws9yEAbi2gwjKMsQzQZFtwIw7i0VACwpSX4ax7ARusefF3eOqqb/EHhHckQm6twCT0jzLp4JnmlvaVnkDFAUoUPy88GALdt3qVvf7Cl/749ADzbQ8d9GD+9VXa19t9pxE+S945949Y4/yTj86hm3rNR7LfiPQDgkPfFTmaDxH1lL1lPRyOdp5bR50O72msz3cyCfyDvGQfsgEx9V2SNWodkQXDNlA2Qh/u9g2J8XsrPciMp2iFQugGArQBEzrHncX1obXuNihvAMOo1OkCkXOBm4c3L6B8u20ckEtmeJOjoe9PzZrq2oCbJBZawmYsimDk79f0f4Kt9VhQVyLTc27UB+1BSFkEGyCO04eAAZKv/oG7IyqzE85h8Eom9N9SRQk6xw6TopqQh6Fblqg+UGH9sCutCXrUvBgydjq8h90TmXnfb339XNL4p9CZQbG0RVTYTuJrNOqNrANgPKjrW2aXzwdqiF62rbo31a62sj632ff7P/qf/OwFgxjJ3wl0IO+42cRDYhG4qcZ4OwrEJ1X/4HcAGAv/Fw0D/8RcAwQYCO/jrf7on+G8//b48/+P3v/n07e8MBP5bhIo2EHhReAEEY7HbqYzwAi7DvBsC2mdiDQBHx7m4W0G9DMsyCc8CgCGkZwjouOP3AQCw1AtfhJ1ANTOOPMIDWAxJSrk14QUA77ODRz55llD4AoDbWXrWOD+SFh5Z1uME6C0FeL+ldxSk621+AcCPpJ3B7FIZaA28Sn8UAN4qfwbO9BhmTf9RAWAoUtujaSqIzve5wCwhO6ViF5X1avnXlhqbQm0ru1ZRvW9Lq6b0ADCUAxk52Zqd/hzhrzXNbK0fVWohX+80it0dtu1PZsC6wyeOzPGd8h+Rd0YLs+dX27DiXyDMVF1KwVrve3XNxnn/+RrUXK344hG7frZltiipTngAj/ow618nuTXGg9WY7a5fmiEWowaMFHi1dbd3OjXPCsbhecv3awCwhX7Oe30DAA4PYAHAui8YHsS6xgkGBnspXLK8fnUPMAw6uP+WfwKAA/wEwKpxcFtFnXKPRlVoVkZA2r3Mc9LNZ/E7PDTDrtABxJqr3gaTex0hJ4JVlg53/LZAboZ6xjOEgJZncBmPxSMyw0aX8XDDGfoeYXfd2IV7z9zIpjBzroNj/NzrODyDc6AwCseNUGAF7bhWOo5npOVKh60HMI1n3SJIwylNWZv7ISKxDXnOZPk3eWVLoq0nZB3/3hdEmjEbFB0VMiwzpSACvXJeEFgLQ7SFcbS8djAiAWCFZvay3MOX0e+sDX6fttmi6PhQHCAQappOEfx9LahpnaTBErYZwaSSjdqwgJg70FQYc/27ZdXBgvS0DXCXdFjzwx5L46gA3eIFDA9gtNMgW/f+pTE2DcGsVybZpTwHj7EJrcjB10L0cYNavDlF3vKPfyYAuGea7Rid29v21+NbPrnV5neSn++0+Y4MeMe+cafNb0kPH6GuO3M0av8zAeDZ/DqXHKuqaDp17lE/VNfWOM3aoTzOyRpglviQ5LgAX9uGyzsY4OyW/g2PXoG+8dn73sC16KLXhyeSLf13lzdrm7iXMyS07/GOJAN8iz9e2YDIOzhsBtFVVhfYZeAcmYfRtK15G7wtDC/NfqqtnrmbR+763I5hSdmeywRkBdLWyKxWQEStkVzqJIE92693YPSQnBXJCEVWsTyxl4OowKqVlvsYD18CeyoAMGUD0ZIi9VghPpRLdo24lRTXrbCtVTrubVvqC8aHI1VkEclOXAidONnuvzNa7+vWpMRYkGrGC1OzWeWl+hm0slkGab7SlkijXzubPI/rYo9vfP7P/5f/B0kWCnfh2Yic4W4Q8tkWgU4zwCah5/iM08bfCAL/YUCvAb/0BDbwV3cD2+ff//I3n/6y/P3xd3/z6fe/+6cLCPw3EQ56ybRUYCAwQ0A7IKu/ogCReHIgIFQncJwnOppBmQLA5SSICue7iLb7GWuZCpNN6fbGQ8G/AMA4XW33/dof7wD+7a/oEYw7gB0kdiUSIX++ep5cgE6ciOkTzYLAn60cEzgXbelj7V9f1l4IaKzDVml5AcArSnnKDzMGdrXSFwDcjtyzxvnq/Dw73+MEaG3zx1p8R0G63uYXAHxsdu6monfFjjTyAoDL+Ba5YmvUF6ksBEbY4vpThSYPSTim2OpC8rn1OLiAxAstqgqFcTMh6gVZxNtW0lbRdyVvTEhspLgq61mldsY3hrz/nQxYd1fie+X/6PvoiBZmdHJnTBuAx1bp5FDC2uM/a5+N8f7zPysAvMuRVncAl1EmGFy4XQVEFjbbGDGqwWf5PAwB7fo0PYDt/t4FyP2x/PaHe/MuwC69fz0ylz/HXWURAtp1crsfWAAwjFTOr50Xy2vWAMxjADCA4QKAUg0Fs+cYDAHgNOrhLtaUBVpAWL9nxLGtdRVAVwBTNFgR2BXwmqFyCeiaUYtAr8DiAIitj8uzuF9VYbK93wbymv6tkHcypJWQ0b4H0zMigOj23mLrC3bg1hB1hHf0QO1mHggDnBHMyx511/wjgBnpHgQAcx0IdEXJLuy4Dcq/0+ilAzBOH/ZMHjl0PpDRF4ZkS5PR6xCWkeUuspLbqSI/PHoFAPsdfwSIBSALAA5wmPSKtmA9mSlzPScwlOoFuUwHJ2gjoRFV4Kzu1kMehmCmPOd8XoCqvfNAAQymokVLAzAXyZEHdFwWqv3uyezd6DelMuMJCt1cDcjgF7SvWY/NgCsa2yIs2YGsms7ILWL88wLA8zU/27uP8Im3TnOrze8kP99p80w2G43/HfvGnTa/NU28d3135mjU9ncHgA8O7IhW+mf9WG3ljQNa4vkERHF1JwBN7t6+J0rG891d+7n29gBE22fqGuRB6UApG2g76S0YjfwYHrisLPbtGjWEZep6iAr+WuGUNUKeCEC3RA+xZHaYTAfAljT9uSaBeu34QmbwYWSHAJ5yLw55mnKE76chTQQIi+TYl7Ef1zR5IFG2F8gG/PMw0MjgmI6LHVl/tSVJQohyWIbJG9aLbDexJLWDfB19o5zioacp/y7v3/nZyoCXMmQG/8zuxNiomS47lUVAWacuC9Fv2IrK2PTS8Iynru1qlK+i73NdPdvWCkyp4jvRbev8EHLzxUwhIkt29slsBa741pdRh++/+F//X69BQjYWLxoD4FeAsITzBZLVc5fJTQmlwmonlOkJjNDPFhYaf/bZPX8dAP6nn37/23/66S9/+/99+mN5/7b87uGgDQC2Pz95+e3T56UeAMDL585o7EwgmJGoIwdA4aOx+Ph7MK2ehXBElp8jFMCovuBU+HANACbAKwB4ef+8AMACfi1EtIeLDgD46wIA4wSoL3wtRF9RSVgQ/gvJJfeoa4QcQwuY/ehT1LIk+JeFGaEFnH+UslzBsHYUpuPMyvQUMINXCOhusC9+nTGwi8XiSvKWX23Sz9Xyd/P5BvDxXs8a54/X05an3W/fDq/dKfiOgnRd6H8BwPfn+UgJvwAA3N2963LT3vE6kycGQM6QXkMB2h7XCgA7q+b+itTUCCQO+VZcmfmJNdn1t29NiureCDNfZhIqKNGipo1s6a58su73iAdfX/tH6LZ2qRPih3vkubJ/9dR39tC9vEfm/Q7d3AGEr9YLNaVV5ipt+OoerJvZOO8/T4V+mxZbfWHFC0ZrGY0+TOJ3+teMVbl3arPyDQNC8NDuWdum9Vg1zzs5tgFDuC+4ju33mvIQ9XeEePY7gD288/LZr1/Svb52hdLyffnDoWsDiRGtC+CvReXKtCi3vb4J+4SMMgUAptesg6EbHsAOlho42oRC5lZjA0YrVA8kVmOejHrxTmOdA3j1L+wRbHsB2tp1wH0OG2DooAHgct+Le4INxA3v3OINLBDcwV+Adein7loFMOy6eIST3gKAU7c1A5nuGoY3cIJ1WNppaTi6KKYgrav+Vf9vdue2mo697MowzOWtHSzf3u6w6hONugBrjb/ZHXx5iK0/BBDgbfWiKQBvlgNZBl46cFaQ4baWEess1gtoTuBv2rxsPS32J94H7J7DAfq6UMauwVnAvoKtVRtMfoetw+whbbhE0asDtbLpUG4LQ609k12loW+rE3agtKMkANzbXdA02GNw/Z8+yzCL5+YF7HVznUCeA01Vg7Et9V3+vCHjrfeuQnyt9TrKtfoI6+9J19NlI+P0NOHpBIXvTPNK1j6WZ7Z3T6t7hwS32lxtjG/Y9jttPiJz7nXljn3jTpvfcGg/RFV35mjUgZnmfKfeoczb7DDjIQa739+s+3pqmyMvUKGoKABgbW0+EDhk5f8VnKUe8EO+Trooab2GDeBK8oCDsbFPL+WwW8iC9gmrijyq07PW/TtDNaN3lkCR1LzDaKvXqYOVcIqUrCCszCQXRBUhoOt5c79EO+vYaChRj/ZV/1Vym08b8R2X0TGPVb5I+b38viTI6xUSi9E+LxAVxf3/7L3ZrmXJsiUUkZHn3luXT0RCiBckHpAQJar4DIQQL0g8ICHVrf9AIB6QeKi6xV/U6aLPxM3GGGbmPt19rmavvSPzrJW5YzXT+8a64WZucqkmEW1C3orV9Pxd3F9yiRfgjaLM4dl5yC2WHeTQqm+4a4C11epsWb+3r5hByDlWmpfo44OC1Pd+OQ96KMdJI4x8uf7Vv5kAu6WpkrlqwVF2acO4vof0ub/6PZnL3kbhTgB4Yi+IPTLI+t04/af/w//BrcSNGopYbiwI1dzELZlvCPcWhjewAcCmqOJ0MkJVfftiIZ+/vPvKu4G/WnjoBvSaB/C3BgB/+fiXd58bAPz145/dG/iXFhLaQeASDvp9E8IB/hYA2CVuLJqOGE/oXYQnKARHmzxAYWyBHBOORgLOJDKxUWic2QzqSNCwuaAwKvSznybWHcA/GxgsANjuBDYPYADAuDPYPlMZLYokKQTabu05COY7g01PWDQA0a1aFjdTOhSBfCESEDY1NjpfVCKqIqON9gSAB+pw59dHCYVPALifmEeN853T/7Ds9wiyx0Z1lHrTZgsheHuXbm0zZLVL23h7+545Xw8AxpTmYtqFgB7TjvMUyk8wuCov0KBZM5W1lGtrsit2i93FsfVmGAHgWnqa64xNrxRBlb3fcBs90qvsS7eaCQAzo56nMpItvRbk2aW/de+/2J6kTHpVeaupuaqQReI6rS9az4pOQibcvR7LQ9ku9rtf1fN29Ws7c/TbblTa+pJxAOT4gk66H49dXqdJN5Z77b4qOxJ6yvR1Av46MVj0V3vjwnW4V8rTOHC2TRIAWLXLdJdFf9WX0qe+XRMAWJPG/i49gMFwEHWLADDu/OUdvwR/AQJDt447gS3dV9O529VLfGbgr7yADSxGqFuGgFa4Wtfrq0HG2p8AcIZNTj2zCwfNCFQCgPNOXHIB337WcdQD4xde9j08QsjXZFRzG1wY7GRjIKCnkLwE4zxZlK/Zx9z2uqb0Uu7BApSpnwbKwQN4BHnpAdzWxQfXzxP4dUC4C++c3sAB9rruq1C96U3sdYXhjOMSexx9uFT0PeN1udrnAHBYNA48QjlpTOAQ962btBImgO5F82r+5usD8l8aann/HtcmfpfnN43L5gxQPMYjxDOJtO7wg5FY9/HCPgVDLteS35GdHsIBFEd7aOg1UJoR8NAW+Hx1huyWJ+Ua0fm0p1RRwNalA7wEgBUZTTaTAHFlRwlDbD0oD9rqZUmucuCMALDyeBmWT+sen7FB9FuWJVsMHveOBW4ophmWOyzKgecPC62zfiF9T7NvaZyaeVhH/bq65ttjAOBjm8/bVPfTmYx0XtqPlALL4OKJ75sOIelNunMmm+0adUZ/93lv7+89bX6TQX7DSu+Zo+388eGaV7uQsnztePxqfi+mOCbfBVkuVPuw5EYiC7lrzCvg1nm581JLVBQs8laBohrzOFjlB7zSjhF9DwWLkgjlxTpowJYzigcOYkn+SznR8kTUWiQAMkS5srsyIq5rkB+3AGxvJaqnXO4yNa+GcLmBcidkFKTGb5AxMCzwZI2XcJNhQYhmOvnzbJwrx1CMD0uuTDk2tB5PI7CWeTlxPj0uApBzk+eLDyYYq4rZUsoWXkeXRz3h78R8OgDYQG/KInhH2aN3sI0LroYwz9/m1tk+6I89GgDgvm6OVHnjOMcgcvpCNuFG0KKOxc18XPBHasx1wL4EEO3FozLJPuoulw1nWfpPt5q7Aa/7JJeGC8iRSToU1mT809MW2hllR+gOaWRJmWcmuv9n/+P/ieJDoC6NcAUVru5hrLDv2hi+WeyuYFNQeyDYPIG/tb8vLRS0gcBfGyD8zcNBNxC4hX42718HgR0Abp7A7bdfGhD8a7kT+P2vX9vGSgBYgG5F9H3YNjxVnsAajzipokFNqtRNAJYwBP0YYP+SY1WneP9ZmwShnR3QtXDOBvp6qGcDf39uCqdCQjOdA8AKAW3pTQHNe4diww2VJyM5GinGdnYnJbTGmej4zKlDFKEN7cqJaxhShvD+twQA/96EsycA3O+U39v8ntGuRwnQZ/Xe8/z2NsMDeMNG7mnWMq/zrh5teEg9P06hrwsAVxlod7LgbA52zxW2ECKa+hfSRsgQvfyBb9t6T+SMHQDsbPzUsCLBZyIViv9P5IAQEShAD1SyMxnWdlSlx/NUQ+bJAj3vy2UrfDbel5Z9T95p64oeclnrL0vVKyxcZzFpl5WxTtUrKcd0gzY2KejS8b6qpVSEIJxv9Z2u2NMtgoXKv+OeXQG4qgQK9/x1T96z/X02xuvnJrPTU23R7jNwedlfK++F7gCGqkFjw+lCEZAxaxlCmm6N0Ms2TwDgSkpbsdUYNDuA5GuA4Zt7ANg8fekBbB6/8gBuHsHu0dsAYL/bl78jDDQMVg4A6xm9gj1KlwBgN2AU4JLerwIoI8yxvFYVFtkAYIGlH6xzAjkxftY/926yesIUkpNDO1l6aFb+RgNagoO8d80PmaNPuHZKdog0soguh5HLjV/l5ds3PSVxVy/BtQbuWp/izl5esWRAbYDDrqc3nd2BXwDAGqMuvDQ9qH3Pc+zq8wCA3duzHxc3WV5GjE7lxSi6jS8MVFlZcPzBAIvWMGXL5GM65AVVHWUFEluvAnn0GvllzG1ElzPzqRlgvfe0q2C+Mc/0EC5eNnlNmbwlUp50ozMBXoG/MiBbPXBU4Hsr0z3nC7AMekxDN8NHQ56jsVjdYx/hIIAvYefwvdXbQXwcuTbg7Iq1R2NJeNuqDBgYuT7LWtJ8VPorT90xb/AHr5dzE+3EfuhtM/TosbmngVPewPJqGsnsjA/s7HArMi258JSMLxOIPx/XZ4zzDYWf8dD74pSt5aQuPPYN7X6LLDs5Z9eeM9vtI/tyPr/r2s/0xW2fb9kkLPCeNj9yLP+Wyt7aRY1HLOw5ok7VAzxo8yCazuYZXpGbl1DJyVoRjZ3lD9xH+UoVsk/5uw5TBVBqop77wULmK/XHQSxnPZLVJBXit+7l7H/8jbyXMrJAZQHBKBqjmofCUHZwBF7VkHgVD4WFLHPkGZLJdc2Dool4/Wwlumq19GBf8Yc1Jpt83hpbBj/mI4BXe06erCgcJrP6ISw8Q18JPkZakzUhb1Bgw7Dymgj8SnnE34HT4OaHcdEVOSbalWlE440/Qcahv6658kpWpLwR+Bz1X9SZh9fsOUBgi+8rOZWhn7nO+9YN/NK7clzN3QpSGunglMu8sZUGH4rJUo5DBF0y5b5+YrUet/bCirOO4nRsirquXFHytTbSgJBZufem9WqvLejH+//8f/q/vBm5J7NV9pvLwgwFjfbpruAUoCFY4z4if29/35oC+615An/5/IUgsAHACANtXsBfzfu3hX82APjrp/bXwGADggECf3zX3IRbCOgCAPvGRsignD8IrHsAmAqGlFL0ll3R4Grka4T/lwWAffO5Zy8AYHj14s5fB4FnALD9XgFgA4RDeU9lI9aNb6a6oq8EgE8Y0WgsifBEpV7VP4K/8fvvNAT07004ewLAdVfNGU6f4vf17R4l561G4vY2PwHg15mzJwBc1+gjAeDz+ZSct5RCIeoOUnCICLR/jvLG4ToKNuRgJKrKz0ljX4q33gPi3pN32j0O5Hr0z2dwlmIGALvOc1txk1xHpRmJtDJmZgamuBDkuLqpBwD4YE6YT8FpewbFcyjFQLXda2cYvSevj/am7Wf7Zf38twEAC2S5bJ0YlLH2an4YANwaV+9pXgLABnCGhy88gE1vViQteABnhC0AwwCzPAy0gb/tPe8wBRjs4PAWADZwKP8qAFw9f/UZIaDpLdsAYIVHTmNTEplxV4QNwu0JCtNLox+sjCRQBHjpeelpBwA472tV2n6vQ++0Moudh2FvsR9paGOY2w+miwvwdQBY4C+9g10H11VMDOtMILx6DzsgPgHuwrPaQ0cDHCYyi+Vr9yY78Hb/C9SqGO1KkYcDJwWoB/WGgXD9mskLnDfPVvhCGLn0ezoN4JAC79LTqQDRbxqSAfa74Qnv4cn7K9a7t70YnmmIleFZ+cNAXDx5vlu4dILFAKW1DtE/NEXAr+xE5F9Od/sR0rgJ7K+02dPaPzLIynDKdQibEEInhr0k7ueGcRchx2UcRnneBP0Wxt40IGN9pbFY5mrtDXuPO4Q577jbF7Y02EpbuyKkZayQixbptRjXGb/aVyrafpRLflwAeH3J1RMAvmiJ3Z3onjV3u53BSMuOxu67dU+b7x6wZwE+ArcCwOCEcikjP3H+sNG/xWyYZKmNDABsnaqZDj9OpWSDcWUKGAKbVmQO5ZYtR166AmTB6/Nu3JTzQlJTl1Whl1/HgbSch8XicJfkwiJQetsU2aM9F0jmIiAPkqEtjACCDD4bdewpMkK2oPyBqDXqNw+ISUaQvARm7IMi+SvHUYe9Bn3NeSwA3gBPg2fz8JfLqQQc1TjyffF2yQwdAOyNKJE/JBFSbvA8Xu0oyEBeEM+MspXOZYL2kizt39qXBgCH7AjBgX8cDf+J4Z3ZR9z9Cy9gj4hSxu6nsgz6FpZvMxJ6FMwwJ5K/Qr5V5lkhvQxxLBJ93av92he5y2aHIY/nHeZ0AOQBe+ywPynD6/DFDgBekZn3/8X//H8vKZAxK2wI3AUMIqY7gqnIuQLLDW+KLENamaBuIPCX5vlrXsD2/rW9f/vWQOAG8lrYZ/MCNiD4cwN/v/z1Tx4O+nsDg39pIaLbgwYAf2t9/9aWWfMCts3dAcBYNj5ls7nk+Cdqjsnt6YxTHhAD9q5+DrXMB5r1HIhVTvT6k+8s3CHkHr8AgN8bAMx7f9371z4byBtpqvJZwkAXRfa4j+tgnADA3Jxqdz+OVCD0kApCfOXmqoBvbDgSklRqioITigtOt1ShZizrkpH9UdL83oSztwSAV9t5s80fvgx+b/N7NmD3KDlnZT/q+e1tXt8B/Mg1B1vTWgF41Di9XblPAPhiAFhrY7E88jzqLbN5NJatShl5tPP4KqRL6O+EiNw1HX+HgOAp/V8ZM2eVHzbeII9c0W1ssdU+Y3sWG/2evLsmxgy8MIEBxNEreHfYnIYunK0bqXLznt/PQ49zaPMDDzLqJyaru4J52WsLpMZKnU/SPSDuPXmxddYL52ycXxMAjnkAIblsUi7p38VFefCx1YJkmzaF3eoB3Gp8GQCY9wA72GvXKyHalnsA+2cAvRmyzj5bOOk8jH3wABbIJO9XM0YxRPEYEhmesLzDVgCwgaeuwwq8Iqi5IDQgv7AlANQ1mwJIMp5x/1K3dt5GIyLaDiAw86aBESAejHP+0oKLKXUCgf2C/8F3aIBTv3E4mx7BCg2tq5fKQewAiPlbhs7OELo+hq7vl7Ej2O73wdLwhwZf7v17tnmS9vcpIWeWwfFxH2n5ia2A6Tt5NWRXjb9CIWJiNbe6n1fhGOF9Sy9eN2yhLb4+igHWQzG7JzDWhz+nrYkBGPE77ToIqS5DbzHc0ovY6k1wWO3TWCXHQLeKMwAfgRRU2caWkrzpNX6FNovm+d7i4lMYcF+DzCsQ173Xy8EM/o5Ia5J/BOzCyBs2FqetKDMPGKTMpKYgPdrzgXngRAHw14yyvk8c/G3/Yfvg89kC5PNKBkY+PCvjjF+tqx3ljbqmcz4ubHaXbN+mvZyzr+9MRrpUcrmlV4/Jg4M1R5pzSW0vJ5teUlumuX3N3aezPwHg6+ZpTH3J7riUTt3SkjPdwj2AF41ElA/RadZ+PBmIB4OsvPUAFoMvtqTahLPxqIfDlBZFohQATDpw57+UOTrNtwAAIABJREFU3wkAM53kMXjq0t4T8oYYhEaeUluVTbx4yQY6rJWYkwG5OriFNllyyYPg2T7C3oEqR5rcibyJ+fQTpT7rkBrAX+8YZIzoueYOvLraMcQr0RB5jKb8iaktET40zypHB77IcftDTI1HE4BFOcJV0B5EGLF/EgDGT5hVHCibqWHklS6isEwIzUwM2UXLF6IMI0VZg/gwljcaF2WFvM3J0YFHvVf5Yn0egitztZjjcZ9OADBkI2Ve8eDDDGuhcl2hT7nNRplRyQcQeLL+j3bfHpusLY31OtiKfUUW+Vf7Qa2IodrQpPf/5f/y/0zJlRhVDwBjG+RdKhUMxknmUNza568NAP7qYaDpBRzhoA0E/ivvAv747vNf/9z+/vTuy1/+2EDgPzUv4L80ALh5AX83L2ADf7+1Ydc9wGouuocpW5O4euYGigLyR+6ixEAtKkqMx7VCLTFIPuaXsKG6drB7tgBwA38VAvq9g8DFW9hPHOMvlAYtaC96vSt6AjJJ61lXmysVCEuTBCZyJHEhMcLgijDhPU6wSgkncRDhnILI3db78b/cI1D+iL17MwB4MxjB2N9gwH5v83s2hNfTuLMSH//89javGf8j11wVsh8/Oj9CDU8AOETEExki1vJE1JAqUqSSw+Tu90KNdHK+LjoDT2tPlTZkWI9SICQcCoWYkb/PjEZdJk+anR/lmPNW1xSDQD5k3pd9T959K8+MCdf0MYc2DbeQxfpxv6bMY9q9goT0O++WtZx+3q553VLQrWQZMl7KqChleLaerb33gLj35MVW2ug8m2f7vAQQdvrUSb21VVrf8dsm7zhnblKWWjLQwAPN2S4e3Kk1e6GOlTGAOX4gANgOVMNb2O74FQCM7zCMMQS0gWAEhqGrDyGgA2SCx6vraHcDwIMnwDjgbifkPa3cygCBk76CZ9l3ef4K+DVQG+AgvDkYKtjz0khIkA9hf0cCb2Hr8rcKmiGiFgFuew/Qlzq3f5cHMDygpZt3YLlH6pK+W4DfAQROAFiLW2vwnAKepRBIN1IG2jB9bO0F0WOkp+u9j3lh9DXZQ6IMFuiTyS1Lg1MAs7Ye23McSqCdKO7jY0hBzqW8hzz0HL2AuzuA3YOXf2EAQxvcs5gHBqyczIdDBwk8Ywwkk2i8Vnwj7BOkSYK7YM4wu46Mi/Wdo11CjoNutT8/BEA+bc8VqtntJrYeyzVf8g7uDLOg/9UAjDbSQ4X14C5AvGTmkazTakDq9iBi67X0kgxjLXGcYgxGWly+a/zq+2ErWltm9PxscasfHQ8ZaXdd0+j5S+ntx3JO+MaF/fk9JBtl+ZeUax81Pvesi9vtDEZ3bpeB72nzo8bxNcu9dF35zrzWRL/pSHc9wzB9c6+7RWGye5PuFhEXfJn8jIQrCyk6d/CqwX4AwDM7PbUtETDtWzfXb8HeBdAK/BVIxXfJBQShcOgLaeUBDMC1IChsYsh6Aw8PmNXy6YqGAvAmiMv+WrIKALN8rAEBwJA7qjcvxrgyr5gByBKDx7NsLQniiwfTy9fnVvyG3NNkwoKtxP7lOgAu4pmcGxv/zgivpSzqKI5zMb2wE2AtECvQG8ogwlrwE+SUkrZX8djKsQ+UR1ABVw3r8r4I/EWjovxYv2x3V69Nm4SR0ogcu/soSgV5Oz2xkxtWNopRJu7b4qPEJJSkI0EHCs/Wu5SSbv3XLW6ZeqIVEgb1ovF54pm5H2sRQap2APB/9b/+v6M41vXa92FxxQddsBPIPJEbdw9R0eTdKibsf6MXsN3/+7mEgjYP4K92H7DdBfyxhYFuAPCnv/zp3WcDgP/6R/cC/tW8gL9/bn8MA+13Ac8mqA+rMC6fMY9OC2Nw+/IQ034AgL2/PaG4XgCgwL/xAP7ZPYH1Jy/hqng+CgAum3sYvINhtBKCIHbIJGVEm79XsquykvWpfAmQoWR0m/U+gvBauX9vwtmPCAD7OivC0GvNrdb3a9b31nVdT+PeusW3HMxRm08Y/4PW3FRIf/thfGALngBwHdyzPbZ7LlllNlnn6+rlAGApF9mOywxjBwD4wPO5J0NcoLJ0w+qUwXsQdCGqlH/XRc+hduW9RVwJinO7Pag0ly1hQ+S9Ewna75fYnc6bglZrHOfpzwFgGReW401FNJ/jYGYoQOW5DAzWlpcGgKk29+NcOn22fw9rvJT0eweAfaWUsYLOv15hBwC4ph3470sBwGEs6a0h/bJ8MAAMj0QAthb++Xu79qgPAT16ACscNEBgAcJ5B7ABweYVjHtzcS2TAFPrMT0M/X0PAJtHrLxY/X3qAVw8FgU8ySLFkcR+x/5EWL38rt8B/JK+hPevPECsD8pLUFggYAEO5WHq99V5nUnxXdcHkYDBrfsr4Zs9JC/07w+HK5h0dZMdzrbn1Mk9D+4HFphu4/Wh3KNcPalhUAOdDFDwFiYyEFCa4Q6reZQHNM599hkALINvhlsWqJvzxTFl+MU67vIAgleurgiDnSg8gEkWkBa/ywvY3cQVAtrWhwBe2zPkB54WFmbmlV1KgDX4hu0BB4CLEbx672rQgreJlx6MmJRvSMpkuKzrSR44XpatMx6y0FzHvX2xBtOI7F5DOpRxWKMsT+WO65iGWFmEO5sMJ1sUWAAwtybgfQeAUyLyvnHb7ABg31aF3guoWQLqM3o+rOXV14NNSn2e2AZf0ibT8ZzFIccLu/C7S1blnJHv/6idvWdtnMl9uz4/AeDbVsS16+ol7YS4JmTe7mvWAmA2RYw4isNzvsx6B5o51ju9H5QArtJCVxJPz/6s6o18zuLBf8V3VZYQsVpHpCVvHp9J5qvXOATwKz0vAGBcNToe/HM5jjIlPIDl3Yt+gXcVALh4JKs9KXKB67toiE+471dyZPtRvJwxkGPw8uoHHd4qh8DcYS/lhaoDVblBALDJ5vZfvRJCOlPcbCzZ2pck1iXA3Wwjkqhe9A1LmHLvQachiKzyqszjMZ81oChIZWGoKHUq7LTqzUqjfSbyhkzACCOaq6NuuNYV1xTE+io7Ub4f5ZDrAeDYb9RdDm2QykFZVM/HfSobRZff9wlDIpUHsaelQBUZp9vT3J9hmMkP3J6pB43tfv9f/2//bv0U9CIEZ2322Ixtg/ipTt0BXEM1tU35rf0uL2ADgS0U9NevCAX9xUDgBvJ+/fiR4O+f3n36839soaD/+O5b8wI2ANjvApYXcPMADs2x60VdKLNF089YNZzyBuEorTeqKjTRbxQAtlVPBaEO10HwWRo4ChFRAQMjrGU9AeBbCNaalL31kycA3M/APQrDW8/lLfVfI9jeUv4j8tze5hVXZyvb4zWscXtPRsPc7SX9VnI+AeA6U2fr9UcFgBOIoxISnZKmcL4ew6BYZYuDdIp9KWXpvNSNakBl+FCF/3DGu1cA8O2gtNV66Yn2835L6URKnCdOinVpPefjzJPgVDDm6c8pJfSZtdoRp5tLx2UsQAfjXDVSgJDmx2E6z/ZZHd8Dn++0x7UhaDZHTwC4H5WdDPW3CACH54Ld2etgbgN7DQC29+bt+93uAub9vwEQ0wvYPYB5d7CDvATPHAjW/b8GpDoAzDDKZuBy4NF8/wywPAGAdT9peL3WO4BbGeX+XN0JnIBmpasI/wzjIwyQ7qirk+kVxAOS190jp3uDBRwmoF3D/Co0II2FEWIYBEIGRg/RKBpSAOsMy2djQmBXUbgCyLVnjM7V0hhAXEFgROgywK+NbtwTXO8Uxme7Lxj3tFFHZ3t2ByTOeYDsdANtDPI40tvxu4imeDhltTpvAuk1jwbOJtUFDaZRFiTejKh5/57f3ysvYHr3WhoYYmlgDmCfYaI9HQ1R7V1exAKXjS/4YZpYWwoznncTWpvifmB6KvtRCEZUQ3hm0HaNSh5G70M8jzj97CBBeMwwseY8DMBgnOi3v2st8J0ho7GWSv2V9w3gL3giDbxuyO1lAq2fsOU2gltvzwUA/FPxAE6piCbeTkqS85SMlM6CuYReFwA+uwP4kp1zniYA4Cf4exisJwB8vn6U4gkAXz5WNWWlL5eU8KMBwALkcAAv9UYH7jpdSDaS7OXMm/kIAIP3WtmyK/UyV8peWTJlsQoY5ULtfs0rGwqvpqwWB7AIfnXhnyUHFNkAz9MjV7IC7gVB+Yr+ITC59/LtgWhLo6sdTA7Q3fV+TYQfJmR0HMoIwQtDT0z7n/i+3zph7JmgKPK0DCa76ZBU8GDNKZ5hfuHN69E++JriJboGgiGVEZUjQWCMBuUTcWBbNAznrHZB6oMMU9cXvlsJ9VlVkMndlU91QVgZZNRadmH20We1MzocwwZZJoYOa9X2Qghc9mxsV67Uyz5lYdhXrG8U2pbW3FwHtT7JmgV/PTaHVWsvjPn1fQoA131UMvrMwFgyxT77gx3QcrBoi2yvQwyLAXz/3/zv/zxqAp7UBy/kbrjEexW+iXLzKuyOC/fl5K55CNvft6bAfvlqoaAN+O1DQX/+RA/gv5gH8B/bXwOA25/CQLsXcLsz2MJAv2sKLrcCunJotRZPXURKVN6t7TGTCfKizB6Fj7tpNLAYAdQ9HbXVKEsg1x3AzbPX71AyZdK8fpsieaEHsCvtobhafdjY+JSf82QG07Bp/V4wQtK3uWyhbkNG2TG81fgpopeVVMWohoCuJymDKdKgl0pXncPFmP5gP//eAEJfB8tpILO5Yg6u2S6rYpMgXlHxCyX9vc3v2bBcYzQ/K+u1nt/X5g1Rd2HlMa/72vyYNj2uVIzxqs8z4am2BfnmlAQ61IbKyNg86dzZHGyB2EHAgoCHdoBK7tq8p4q3AsA+EgvAE90/3m8XwzIsdKoHZdQo//CXI128jjcc5BHV5O3Isav3ad6yPs88Lldl7vf9BQBwClSHKnrQq8huV3YQbcyWuvLJ7yH5XkjAIOetEh8PcHRK7dCObu/qiy+f2bo3jQ2JVL1agZ/HfTXI+dz/q912qfzRrWfXf/qxuFgO0HSuxnKzP30HLedAY7Se0H3e3ZqF8WHF7bzGVbu8vwk+BRhQFsGLAMAEai5czq32dQjoMHDsuPsDPIADvKLhKkDeBv66F7CBvgYAGxAsANju9W2A8PcOADZvYEsHkNeNdA7+fuO9aASGHSCGsQ/3kinMrEBgu6aHQCU9EPXdvRUrAOx6K4EpA0gJIqd3sJVdiTi+hD1B/J8bVUbKULF9X8jzVwa8BPU83DU9ms3olzYJ6x9AYHg+I6+HEQyZo4CJ1iga86oeGqCgh3SGx6+8n/27A7umrzfd3UHg9uf3Bw9guj1zAL15AquMEg7a6hatjX0hIPKU/s+pGSHA6WoeZYklPeQDYKoYQ9xrSK+YArbaGOOF52Fwlp3IrajpsQ0vYN3DC3tRymwAi3X/X9iZCABH+Ebz5HVbE+fV6+rv6lPEOokP2m9ueGaLYZ9gSG+NO2lLrF7/nh7uTgoGNo2sAnHTezeZGG0jDvo7AaVg2APAAoL93e7YrsCvvGvc0Ioy4r2EiLYfISdRIpjQan9KfUZ2QhsT8/yFBzD5S+ECKDFpu7dAvLospPsB4HOq3vOQ7Gusw5zhtRhz2F8n9VZefkkolen+3QiCp/v9B05wAd//EVt/Jl/t2nymL+7znq/xVf572vwjzsGsTTs5/Zqt92IAsKklBzo60z2SAs36BdZCPkEeMOo3ni/0oxyJwHPiJ8pyVY8SPUYRxGm8MPBHj5rBh/7GZ84/80E3/gWYdm9YArQQAYgFGceIz6pPOBF1NpfBvFHdQSxc16FyIENYy3xcKAuIl3vkGJdxKWuUKynyoBnK0iG/LB+H0KpNpNNlCmAmmUzhljtMhfNXo7fAW7cAv5pjyQTtufWqL6fKDJQxyGH7A1+UnamT66pTiCUueHCpiQ9CLugOGJBZQyyghNjJOeTsesa1aWu+yhpYu2CEgdO4dStljZE++ZwrvZobi55toSxy8LJney6lW1pfnl7jYuuJ8lInFIuQHPY11h83RFQN3QlrexVa/rCHqlxko8R9XbZUbkbfGkcPYE4d2zRG7ct9i21T9nEX2hztTjm7H9H3/+2/+Q/DnucMscBAv0kopJxBsMfA1NMZCA0NQd/AXwsD/bUBwF/8LuCv7bN5/35q3xsY/Olj+/vLu092B/CfDQD+I8JAf2xhoD/+GXcBNwD4XVOMAQDbfHLJRavrJlgtF+UR+AsF0w2hdfObshNFcDHI8CSDTbxzdSu91tqsCSQGUKT/ACWygb4GAL8PAFhgMABhPKcSGncAt99DIUkCkOuZyka0YRSQx8b1xqDqKTIaAkEASv4gEBiH/tRJfrffnwDwpWTs+nSPFAo7wnBo2tnaqmtlRX6QZqxnJSKP91xcP1q353jkON/eqsflvEfJeVyrHlXyEdh4VE1duWTM+312Y0t2/Mgo9sQ4dGNNV2SDcfew4VnCHvDUKM1H62Dg7CWtg+BW05+t9WsAYNAztDHF92zzi9W7EBjrZMxGCoKs5BwJhz2tVsuzD5dO8RU8wdfgptx4prHcJd6372x+z3q3CZLiusJq/3qLiw5yNCTEIoFyVhWzk/1b23wYGVeeysm+k6E7ANGdtjSOjuTi46gdZMTY13WMMGAznm8nt8vGGSrIHLU7IKFJG+Zz0Q/A5Yaklu/yxF17pXCv1hb00vnEhEaz2SBn9Hv3fP3MaqYX2qLhNW831rAN5IKedG1VL1ZUP3PzgyUo/zrWJQPNrEPcc7v1/sIAsGiR9Ooaxtm8f+0PIK8A4GMIaAeITbduenXkdy8HA4Ib+Ov3/9o7PX/9/lzTfTW/AIBxmBgAlwO+AoEJXPozgr1+3+3PGQL5/c8ICS3P37gPN4AurQXwhLD7cL/GvvXJl4EQBDMMevaZbcdBc4bLLiH/BBQqKpkbGXUnHNOHDYOApuqQN3SsDKObDrzZWAj8BeCte4C9n/QM9oPbEQraAHQDFFFG7wGscSOw50CwBeGlHGYGRNH/yVrsSdBwaL2nOjIjrshOGIMG8UiUOgxdee1XAWVlNLb54lVfWM8y+Mojm6CvGWvd+Ft+Z0hyOQsg9B3XgB/0Bx3wFRHgL0BezWt/JRmNzGHQtiLSYCd7XkkVRtIeZKU9BYSbtBnvWA/FAEoqJxoO2wfT0cM7DxUYSR0ORYjP+3pTHaRTLKczBHfG2CSsWW811q6ZfXpGgVZDnwaLAwCcRwMlyY0hoLWwdndsXucBLBos2n6NnDdLKz4y4xMzqeManlLrO0gh6z2ngfaFrZGdJz/j6+tKXu/JtXz/9Vr2OjXdo088PYA3rMnE7ReawmsA4KleFoRubFClV8E2I9FubbhWJuHVdTTQHrzIoWIABj3LgU2xb8hLITOPg1awG08VoGnRvUY8Qzx8Nv6u5JKXQ3AD/FocAeNAFhViP5zHtJDvUq7zKB4FP/JywmZi/aS8oCsbIgR0ygQxXl4ueT776dgUZQ4wuKzfR5xzEDoYPhAg9QTxBxykSLAF7E2d3eQ66NzB900S4wFDyG89P6q8W9FglF8RSaJ9RL2OOA+vdiqHdl3CLywmZRR2UW1UnykxxnKP9Yk2V+wG/VVfUEly27KU6xri8g7bRix3rP+IIEKZKE0AnAOWdZQ3kv96Hl/al1GP9Dp2i0VpreyTpSTuEx1urLaxyBjga+5kNQUtwl4QCOw7SHuj22+55zs60tZ16a03Qe2B+qQ1jr0Zr/d2ALbOUleZf3n/L//p/+tGTQxKiHcFgFG8hGue3iibU2CwwlP5PcDfGgDcFNqvDfz9XLyALRz0ly+f3n1udwB/+quFfzbw9z86AGxhoL8KAPYw0AYAG8mB4bIT+7z1Flz82Dn9gvSWQCeGQSC8zE44+6UGzotnVcnB5LGyKszZBK+aEEL94AHcThLvAeDjHcCptIMRufoUmwzErRMiLxQ4fSENHRAxi3EMpoVfXHnhq6vX9y6IxRMAXq/Ll3jydgrDYScuu7OzoR7WXfthGUQS1O4lhu3qMt5unK9u6otkuEfJeZEGvGohbwQAV17y0v3d8SOj3QMtf+nqZ+VRDCcvPqaIO1cWjdkDxP0JuTHtKEC+GBC7DbEyGmu1ztDBsz123t/raGEKi5BzVuXfR+vmfOEwHyE6XNeHW9fp2VivyvXeDHullnU4l1n403Ek+rt4pRSF7DTIbit5cilnlk4A3MBrN5+hcnSFXn9HzrIuGRqYIMdumHcLSbkSFJZrBcq/Xq62jfKBz13pnClPSwrUrwKqqJslt5+JDtCflLLzaj/bg7cBvFoPq/k9B0TV5rW+sB6u+wDgy9bzrPa6Fw4zLMBn1ewHAsC6o9f0ZAdrDfw1D17z9HUvYL4T8LXfDBx2L+F2oNr17KZfx/2qdvdvS+NewPQcFkCKfWcKmYGNDHFsIKcbpgoALI9egcAENO0+YB1a9ruBGxjsICbvBfbPESqZlM+3Bz4XTVGUIHX2smcF/tawvjqBn/clZwjB7m449xKh1/B3ow3yis6IZeFJ6vYEtjPUeVdYccja+28HsfUZ/YWnMw5o/9S8gMMD2A93H8M94+5f0+P5nCC7fw9QEWGhR3076FpHZuoh9XHRgtb1Rq0hTZxY6umvaCfG30Itc8zklSuAlcamX3x867iWsSdYG4Zngbpu9IUXTw3NGIA/PYzSXiOjsYH6yBceQfQewsIa+jKxz8ikJ2O/2yUIzAb/dYMt12x7/qvuyw6Al3ZhjrDsG1kW9hfofgnxLcAXzBh//rG9+/4i3Y18Y9jpESQVHc/fz/iF19f4a4UdegC4jWIxo0l2CU9fGYY1QguxzX8Wj12wxx6cAf3Ra7UH1lxl/aQfkxnXv52npJXiTJowRawTUlqD19dkvIVeds3Y3sL3ryn/t5D2Vl3CKdWNBwqDXvwWBuiGNs7W1Q3FJB05sX/Usnd3/B7bAPlg9hIQuWq3kcNe5h8JZCWqha6IZwfQRNCz8r1Bz4JHoLAa04t6fT9xnfxdIG7XftlcKRdgDYObtiNZ9OjN6zeinuDBliMPgOEQlyLSSGYQ8OalO6womcAPkLWyMqqHdDyMj4+Y+k7ZpEYRqdpegMyV//qk0IM3mRD5N6J2iI+EPiidkrIx2Dv4WMhePFhpT6rDaT63KsjnPa89Sb7vYCs2vbcqw0CzLh4cg1RPud4/dyIGekQsxlNKlkHHmAOjVOvzbNaikH3YPx+qzMdc3sKleywKi77EVy53q0cwFX6q8g67cJA3cg9ifHvbmqZyhgv2u65+w6oO7FPrEIssihw/+FKvOoznUyqt1xwe7Z85lpHrWnymc3wLeVd7u2Cy3gwNKso5c5o7AMC+YFlGBYG1kfCInRKR4SbVRrXNasqpef+agqp7gM0D+It5ALdQ0J8LAPy5eQArBLTdA/z5r7gL+JfPLQT010/NC/hLq/K7nwyJxSOV0htkEmddlLO5kot1I1YGm3r4KIaJCni+Asxa0AkOaHBfHAB2RVIewH8XJ4wNHM6wUwpXpFPb2CSVcVaFJDfAZlyKYXPGgLcAcCGMPgPVeMlnas/TA3hJO+5+cInid3cl0wLO9ltmegLAj5mBR5Z6j5LzyHY9puwnAPyYce1LfQLAIwB8JljuhM55yJjdPEJORYgkKVmz9FvAcHsAZ8ETRuUUEhv/Wffx5dZkDxSO5UoxnI6FiYHlAQzlOW+/DPoDhkdqTM07BAN32y/u+kFUF/+hKJvr3kOXWlhXmW0Neh3LrZFfoHytAWDwhfmcjQpk1DTM/6wMN05vAeBjnTkXYQqYAsBYalSkOWyXrDokXRtrZ4pqHd0nANyvtd8cADwYLYbeHAC78ZBRNfZFuNUAw2DUSg9g89odAOASDtpCQtvdwA4CG/jr4aDtHmDLZxG3DPjlPcKmd/MeYD/kHIZDGIqkU5oXsK1hHSoOL+AAQA28NIAK3r6KSgVPYIGj9hnAp73L8/VXebX6oIXpTEQfv3J8MTagqwjvTKMfDXoyVsLrNL1D7N5jhXvGHchpOIx76BgaO4yCUb6Mkqza6oz5BugrwDeBbQHALUqX6ezS20toZwC+458d9GZ5Ah5p/PP7YTXenWEtV1uSRRp11qyBhkTZQ5Cw0snwQqh83H+sYCvDNCt0JL116GqTBll5WpuB1vMnaIw7d4sB2huCNGZ7gbd6e4/w5PBSJ5UunUekOXkMhSGYPYPh8TggabsoDwOILYZQs1tUABaWSp+TLtRjBYGdR2L9yu4BGwfn0ssE3xj5ug8DMyfwjPJgqC1lFOMresh07G4Ypk9kAY1OBYC9tMIETY6p7Hf0oBtp98wDWPlntqQ6Qz8GANzLqmfyVL/Cat61PKTd1xvGh4Eelu4TAN4Qtx/k0T22kScAPJ/EM5px7dRf7QG8V6ei+g7kGxoFcWWtWRy147HSmlefhbWgbGEyydczT6cPiZ97o8B7C1MlKy8gcYBWJR2rFt+ugDKK/fXdN5Mz6bErOTPaEUASPHzjcB6v8MjDeOojLET+kteyPIXl3esPQXMjLeuBGCN6PNr0bKwhK4jX9mgpD0eRl1Y+HAAq5TPp38G/HUepkZNQCcoA3/Z/9bnIDQB6+Z8+F/kAgxGNZrn2XbMpm0HWMeqdwdtM9mQdUSb7ZKOWTWVZ7TdLHwcivdr2j4s26f1b19VoG4jVpCZLVhnFtpDNcrzq9jrKG+cAcN0rXVnDvs3BtNZKv+DeiLTzfR32Hj7WmlwBwNiKSjzb77JlpM0KV7CwITy1N2KR/XcOrtv6tF8OncbK+pf/ZCGgKyHC57FjyK6NxwRuOUoiglOdOK0pL2DzAP721cJAIwT0ZwOAmyewA8AtFLTdA/y5efsaAPyxeQAbAOx3ATevYAsB/esX8wBuAHAjNIjt7ucy8Z93TmRVfZhRcrbblWEDgE1ZtHBD9AT2ftHDOObEhoXExA1YooaawF6Q24XEETHAnUI1vHNTDP3u3+EOYD9p3MBfS+unh3G62u9HyQzuAAAgAElEQVQS4skS7z83kwx4cbqjDsEKGBeh47qowjtGVUQHCbA/WTAJmJZUB/4qLTe0PXsCwPPN9xK/Xqe4vESNMevce+dlvhgATMK0krEulOHOGzxJ8XbjfFNz7850j5Jzd+WvXoCY/ZzJP3JdPWycRwFrGNO3MDSAi0pAP07y798DuCoo6H/IWZM1v18bo4Jz2aYRACyJclbH7QAwJIeDRVaK69hEaumP3V8+yqksjm1w2Xq+7/GzhGjp0SkH+tPS+MNcDnswxFVvAwzPLhtFyNU0TGskj7NK4zPLcDHtkGgH4vaJfTd2Bezy3rbmuNKj4um6bg0xuX41FbPTxZ0y5XtpQb+LgXwx04vN0yvXs0Q7oP0JAJcRo3Vho511w3ukQbd7a93kARzq5Io6HdfGpQBwAJptvSKcswG3BtriDmB4/uZdwB4O2gHfdoWSvRMAjvt/AwQWAMwQ0K7vMhSfiE/TJeFtivDNtutwAMVCQkOzhmckAF0DgAFoVgDY9FZ6ABP4lSew7rv164v8/mXojZj+/v0gg4S3R7EpuOGwGCojdCA9SQhCKjwwwEV4pqTniEBHGSHzTmGYFFC+g5jeTNBA9AkHr3FtE0NeU4f/0HT3PgR0Ar+u90pn97wZYjsAZR78cbBQYz4hMj19ruHgJtxBY8xMYbFhPyvYnpwPhwTcdmNjQKAdYGv1om6FlDR+n6/CNfr44V5fB/Hp5Yu1Dj4KqzNB4rgLOL2I3evb+K2YHw1f2i8CgcEkLJVsNHVtkbd6Ib1XddBjGVrlgeMiS93PtmgJxGrdFjCWyWF/oX0jwjZqHqsRN8pm72Q/0bvliXpwKMx3jcsGYXXhb8OcF962YGL+s5c42ILiUApJnGQBpD3WUymhfx7SyA610/f7siHL1ENWCdzvenPZsyMPke4RxD0Kuly/P+aVXXTZqogyWIXFidRGWnlZ794oFUW0OvWXj90btfmFq71HZ38CwPPJOOoht09a7NBLhH1bzxfS0ArWzVoX+sim3m10wyCoASNRNjFaC/6Z/BQt6AHPJMpqC0Awho8O/Qg8ucqh4tEJqrKHzrLLFQ4uH9CKY/KrHeSKQ4a08FDWkP7sPJ9lgIfDY9hh4egXDypyDCx6rfeX8p/AZfCy5Pvaiz0/Ep0njxKfJQAMZujENnh42C0qCGvyg+74rbQZbD/kRPBqeBGn8ELePRymzkNbllwewFYWvYdZT3fHr69PygjCfWpkogrqoljyVYwW2of5FB5T+xufmbxKHH4AVLIPJfk5pFTGPJYONgL+zTaoVfGQshKzTd+uBoC5vg+FSRad1lL1jL1NWNlHm8/IGxKEHu8BHolE+T7ayygXZ5Nlh8n939fLudA+3AxsA4D/2XYTF0qfEmumCCr2UQPo720rFuUsFC6ebNYJ5a8CgJvi+rl5/5oXsL9//vjuU/PyNQ/gj39pYaANAG7evwYGmwfw93Y/8C8WAto8gJuS617ArVbbCgKBs+2UTJadtQYb4cFJaQuThdjzVJIZHjqlWi1oDSYIabzY/xifXShIKZQbAPhnB4L1h/uBf/rJQGDds/TBT1cDANam5tzEReMiaGUQRqF/NIYFZRgHLpV1rYI8SYK0VfCbgcAisE8AeEfa7nv2dsL3nGbMevOSALALLYshu+bU37Wj/nbjfG1LXyb9PUrOy7Tg9UoRMLlaWY9cVw8bZ3L11Sg+AeCkImdzsHu+B61X9/VRMF4AVjZn523aewBv83v0kyMVDWVqoxCftesgS4pel75GGVsAeKNFX0kaep4xKddEuxlXoQFach++SmlFI0bjvNu5XTLmq1bHH/25s0+GAY1QUgSDacQ/mgjnMhcOA9ZBWYcTHYfOpdsu7z0AsIz9UylgP2utITtf21WJdT2er03O2aYlPZ8/yjijHPAEgHMwx7EZ5b5rDpa8FgBMS85yRazbfD8AHOHwHABuIG/TSR34bfouQjwzlLOFfXbw90s7TI0/3ROsUM84dM37f+296cry/gX4Bnpj4Z895J3u/6VOCSDY9GoapXgoJbxZ3QMYILB5vzo4arqpQiQrFLSDowoHrRDTsJjJaGaDDflDHgnO8AjCWrMLACyjZ3iE2DOCvDIqFsAy7wnOsIRuoFRIYwKd1dMYoKUAYKPwmFvve+uPDui4/k0g3MDf4x3APQBs4DDKIIDsQDroq0B2eP8ScC4RIOqCHDnWjC8ofZXrYP+h3UK8TGtBwKzz597A6+At70/WeCYozHly790CtNMQ7Lw25kOGKthQwtgrT256Z8vjO4xltKOOtN15dMgRTJQxitMoiwWGYwdhWE1DpgzAYdgs4K7ly7uyUYaA3poetl60AV4yqAtRPOwwhdZ85vc5IqMWGF3Lxh6p7YQNJnn7bub37DVtefsyOtmlFimDORdjNRJX2ekoT/TtouWqWhVbgnUI6Hv17swve14vJ61G7bxetXlW7rB7p+7Sx5o5292D83bs5/2ln/bRYua8/yrJfaMDvXTbX6q8S+XMWX1PAHg+C2d0o9LO4HVnE7pYiFWqv6peJ/cuIUXNFQAKSlDrLet71CaSLEhvYvhZiEPOM/3fAEkHUKrqo0hJ0BTNq/m8KAKqarzLWQ7mQj4MO5jq1rs79WUYZoHO1iyAuDrEZe9VR7YEbJPLGyXyh8BdlxfUbrTAAd72vyJCSS4Qn8Ho93S38qPOtuEybZEV+FFyv/gtDgGQSxbAEyAt9enKOoPnS18u+oCn4+/B7/GbXqN8IFlCcrHkg9RPsn3KG8UJfGYN2RX1J/lrRCrBhgosiV8h0+jlIoxkENVPz19PZpOUycc5qU+8tpldyQUO1lqxqVO+MFoLEhTV8pjaBsraPtJx7oCoeyhz7BC/b0Fg7gc5r8Y+O9Cm8oNvorxcTPszqxdd0JW2mIu+HdwfU6JUphgAsBZnziYEz0FY1ESprdi3/oq7WaSUMfyzeQK79+/Xb+3PvIAb8Nu8f+0+4M/0AP7UPIA/NtDXgN/PDfh1APhjuwf405+bF/DHd79++5wAcKvQSLBA4A4A5ppU96pgimVrBAjKsd+TRBAYlzTLKKoRcwrEgUVHMYnlVcHVqwFgUyztJDVCP48AsO5byhDQzUu4A4DL/Ax38Xab8gwAjntvjqt7BAmCKDHpEwAuG2ljNF/QjRf5+e0UhFGcWXfnpQBg3407xtASXGtEvnQS3m6cL23hy6a7R8l52ZY8vrQQfGcgEHnKo9bVw8Z5lM2GYXwCwMnLz+bg5QFgTIaHQ9y8tvWGvDIv4HUA4FGKJU+osiw6mjsrPlPOqgpZL1y57LV6zcyY09S17g3/6MaLSkIYpMlz3Lhd+A/F8L7VpRFTU2v70ZMUQ7CUUHiaEYCRrD3Zt/pJIEWvpNnTGo7KK1uOo89C9/hWAPgyZSmmdGzSDbx7lAfO9rEGYb2qZkpqL+eMcsATAM6lNY7NEwAu+jQXnWiIvXchoP3e3q8I81wAYAN+LfyzA8AO/n5ufy2d/S6A2O8PVhhoA4Eb+NsOO4cRQTRLYW0NBI5Qs/D+ddOmDqQIlBQIbIBWAzM/+N2/BgBbCGTe/0twEyBpS2fP465cehU7mFqALSd/AwBM2uxGRXcGkcGQRs8S3rmGDox0Ckdsh89tLBxkLMZJhR2MENI0fto8yGOYxlDR5wgDrb6Vfu0AYNHlHgAGbVe4/w4AtrEYxido1YF096bOkbBXNTT4FQ3ItM6CH/ufM+cEgMNLh+G0fV01kLe9Z/hthOg27194+tLT2r1/aSQWAKx6ArjlmHNeWiHFM4j8w9rkMoFfUtF3j+0F+3TrZONdEHSDh9L6CVqUBs4AVv3wg/2eefSsN7b2B+19TmkYTlQ21zQieVihaTDu2jDcJe518h6/Wn+0kzLCmnMvWfrmweU6+1iI7sn04eb8xBodZKJTD+DezOzySpVpqrxyj97d55U9jzX5Wlprdef60Z0A8GqWZva6l10EtyycyEOpvSvjjO/vhc+dNHZXUx+W+VI5c9aAJwA8n5ajHjJJx0MoThrvWTZF17imXlBPIA/1FYCoc1P9Y+/ZyAPlBduKNM6Py/2j4Mt4rvUWsiPBz+DfVS8NXTXzAkAqf2yiDtoBPEJ9Y10pKzCqh651IODktjPJat5+2DWibBfoVH4FipVPfB9WuND5fXzwH4ahTnh/sN5TDPZ35OoPUxFVRpmW3mUu6Xw4+CW5wufL+T34OYUMTHuRHXRoq8oaFGAyn5fLjGxq8HnJFKwPXcl2oL5cPdFe9TeescfsWjQ0ZKAcD1xNI/ko2yW5C3mzn9EGCMZ8wLk68KYZh2BxpR9Rh6oa5u+cxlb+q21kiw8FYl2y8CLrYiuwjZ68X1cJpKKU6avb5MOej9prdqsItr66v45ls/3evj59nxZ7Wfs66ATr1giEvL+zoyUAjA2nxaZ57Zg7jVIROoY0RR1zQhAAMO8BbsrrV4G/4QFs3r8WBvoTPIAdAG4ewC3ss0BgA4K/fvrTu+8GADeltx2J9kF834iJTb2TYW8PN6dCHtUFUDqO7W2DKi9g3pnk4QgQusgGPW9qMwqEhQJD4AkA7Gnm6wVEAgpyhoDGCWKcpP67dp9Qev/6KWsPAY0TxwYUm1KtE8gieEH46iakchMtqQIl5y+euQK1li47ITgIpXKLqOXm7gFhKgokZpXgyR5ZFSQRXCvtHqF/MQMP//mt2vxW9QYjuGBkrwGAd96WVUBZEeZHAXVvN84XDPADkpwz4AdU+kZFgpVKAJ00oi28R62rh42zC9Dr17mB4+UnI8d4zih/kyGgd3zfZY6VUABFafd6GADMkE1j3apvRes68FNCdFcIlYOhywe6TWVT8tVMgYMwtR67cf1KgZ3zBSnTo8BvVeSzVLrxez7rlfBaxyX7N/YhlcCOH0qmllfYAgg4yGImrev+YIHGITv15gbJWbOx8VHuCMVwKrjLpHEY5yXHx5LHOoJGGS/I0fw6ypOkVzua1Y07KurVt85IsN5Z61U1kz3rWPYyL04u7+Xn1eMq785aeiZv7J5v827bvJv7ieG/daKO5ZkheNeucR/1aWfr+VL+pD5NR1lKyrKwdZv7sfJVUAZjnF89PwLACgEN799v7bojA3sN5AX4a+8GABv4ayCwAcDtMwFge4a7fxnZyjx//XojGREqHYXmLPA3w9zaZmSIYoWl60BghEL+YGGfCQA7EGy66c9Nry1RqtxL2IFgA4wNAOb1RQagBZ2CncHGFjo8xi5tlNU4KMOjgEZ6ybitgRJF591L7+AIMWzpoOPHPbKW93s1XGboY3dG0UQ6fVXo57wT2MfCrm3yP90LvPD+FYhuQHkHsNOwKDpY9OSRpXZ7rDPoLSk6HtAw7HtLd+iJr/l4S+bNe89wr3ICvh7mOQB1hXI0ULjcE9zKyTt6Bb7X8NB1gs2Mk/UhJLTuEGZPO7bR09e0fTCRg6hpa0gPlwn4a2O8AIB9PTL0Mgqkob/aL4K/+odYw76O4+BWHuAKo3CUm/OlAxEwQrMsGYq1J0Z7zWS6L5E/MltPRy+loD573sZk55XzjW1YeokG669ccy+rnPHBXR/2APB+LM71o1cAgEcZ6ZoJe1DamVR+xveXTYFi8KCWPq7Y6/Zc344nALyelxXd8Bwg/Pj/ziUz2hh39YrfRBOGawXIaHsAdWifOJjepQeJAlVg120CBbACyAP+CfWpyD8jj2da4DDYqcjTCVf43bcedVzqUWoHigWWgyJ1PUQBdlUX9XQdyotoHoryUfY42q5oI1XGI1XpbAqCf3v+r/GWsC05e6RBwrIE4mINod8CUQNojcNZmBHQfsoDwpj4m3TlzFtDN5fYy5Rtq528x0cU+SX1E/SU3/3qB/Y9hoD6J2WSbl8wrcM5vk3qqit1SJ7x5yq/8OOat33OpTyuYtYz3YxTLrHFdQ485JQvNMsa94UoCpYPWhzrm3uEP5TftfaVmqXYGolOzwkNYME9EcoiJGOzXVzjffa0n+i+X49MzFfYU1oRmIWW3hpBOuE1hC0kx96TaO9Haf0HhoDWMqUkjWXYTxhXViwbr5+dU2/5G0Jb4S7gbw38/dqU1M/t/l/zALbQzwj//PndJ/MENgC43QPs4G/7M0/gz+4J3O4BbsDw9/bcAeB2P5IptjZAFhrABP2menGh50pV90nigngCALanphynB7B5AVs77Td5Ab+POzuytNRQywCOwdBBbY8vVy4UypnhnXnHrynPAH8FAptnsH0nWOygse4ias8Y4B3zQ2qmGsfvohCkepWUSukYln+0HfJ+EqDRIAPcmCTLiUrpNpdRJc4imKgXaWWYlLCtOu4R+hfr/ME/B2t/cD0as3k1rztuhYGc9HoHAGv9+RKNFTUvsCPqsyQtwaOAutcd24cvo9MK7lFyTgv/wRLQjJiGv7F9D1xXDxvnEBbWtKKS7NeYEo3znEka+z0RqjZC1wxMrWM7yqkHo9W27AvatUiSB8qOI/ymALAT3mOjbVxE65ZrU4pjdIlyj7SPUD4kIyqhhGGr24j9elwhT+zHvRvREID7cU7QkWZ9LzLLDaU3JfYclmIshzJdhHimDzlztoGKDCWl0oYmxGU95zu86KSAskApo9UY7PJVMTrTsyxP9pbGVGVx0kbnqTFvlmBPFbBm1/PSgbwXEpW76FBdw6HwoGJvJceqNmW3qtbA4yjjVhP4saMH2bxOiTWrE5hn+dejss87tLMWzbW0mhaUO5egOn2A41rUPi+ya1dZ54dns3VY5vE4B3Vdbvp3KDdBoGmfYQlartLzccZYRQkcEOk93dDzi+iNwuw6uOuelvYOYFdgr9/7SyA4PICbzuwhoN1T2PKUK41cj0W4Y0S1MiGgzpL1lyCwA8GUuGnkAkAJGmTvcS+t7rA1PdTuvW1/iFwF3dTuA4aOit/gLUxw1O7B9b/0Bg7Ay8Hm0CKNEBEEpqRAI+QvDtb2ADDCBg4GRffyBZ2GBzDCFONOYICa8lj1kM8CIi29jCjMD9oBwNCBboZy1kHsBIF7AFh0OUJnj6G05VFCwDDoU1mH/T7K9bmjk6k/OUWPpRfG5fC6tXHDn+w3EQLaQzrbXdQ2VvACzjDlAn85jgSAcwwJ+NZw3KpDxmgnylk3bFP6zs+xobJHMDVgL0foRNk/CADjMI459WANx+EcGTw5l9Xr9gP3f9gkKgDs5cO5INarLCLiqWqTQnirrgoSoFGVSgg7hqGZYaPV/rSBdJRloFF1fpfka/LgRk5bbDZoVTEYF7oWFQ60v6eDY97Kbwabo0/7rs2zZxgbrZnaJuwLrSv7OC97Rr+Pg/kIAJjrhE08kxGumfmXSttTF5R6MN6Pw7oTuAgkvVT7XqOce3T23wMAPFsD1457TxGRW9vxsFywmXNfx7esdaQqcYhrRQVrJSf0qleJagBoFS4wE+SlqiT9VmClrqeYaIbvwYcDHCo8klYpgTngly6tkHciv19zob3E0M4uCzEdwipz5qgrdwAweXGW2wO0kCNcC+55NuVMPJf8RTnL5SuNh1ZNLVdgsM2uxqa9Uy71OfX/e76A5SA6j5lPNgGZHnlK+OZYX7BviOfXz7JA91hFkQHYHsgEqBR4jGig5Gt8r562WMHZH8iWg66fwAgPo3F9cQxIbEt9bEPdGbUt/D1xFpSn70Vzid97djsS8iO/RHrOXfe48NlufiYb8vCTCprIOb6G+ZzrMernvgoQ2LMPdh+uc5d/fS37BvTPhcxwoNQ3FkwChS5HZdH6FZtLfqE6J969pAVY1rI1kT6wvhjq+FD3Evemt0Z7TVMzEKUy3u//uwgBnYsjF2qGwalzpEZi4PKlwXTC04jQ90YAzPsXIaAN/AUA/IlhoAEAf3IA2O4BFgBsdwEDADYPYALA5gEsALhNlYeBNmHfhG2fGA5udL9OEMBf8wC2P90B7Eq3hYEmuDwCwDLeijh1BkAf556NzcVJS0hiZCGf3buX4Z95n5J5+6YHsDyD7YQ1PIQ9tBaBYAvXJWNiCF7ctdYcLOJNS6T0axtRcZrtwVGwGw0zSUhUZTHOtEUCGonfeqKaa00KltKi+ev2H9r5qj/0811Wvnbaw1tzNjZnz1+ugauxONZwBgBf2ibQ6hWZxRQ8AeBLR3Of7h4l52Va8HqliHMslYYHrquHjbPJ0ZshBA953VfPoSd04oUB4KiBQt6qt2dzsHu+p0cSvOY065EA8LavFknljJaunqdG51X4nonu6f68njPqG0411vSllZPFiIN4t9OpBHdRZ1EnKCPD8ygVhqpw8DMFfcxzKt3ou712gKjkISp6NDh7ttpfyjt9SEjTcaUw4n7O0D8tu4E0DiIAsDGQJaLh1CGrdY5DGXpUnbcdVcBY7YwrnUIwmbrZfrmXDh3v0qpzTXmyVLJbVTsZ16etyM/xfdGBMxq7k9XO5LjzvCc6wPQxDScbziDDSVExY5Zrm3yMhzp2bR7XxTHtCBRMKpiSChmPlpO0ZZTrNg/lkt/227qvM8A414/hRengL0M5ywPYvX8tzLM8fR0Upvdv052/2V/Th/3e4ACA5fmr64zqlUaVzlqbBAJrjuAVrPt/IzyxvBqpe8LbtQG7P/8d7wG2K4wI/pp3MHXbCgBbHqNN7hUcYFzegdsdWjEA2OiqgMMCIMq42IV2FgjsOj1ocwDAHoYwAWCBvwAsS3hoAzmjzuKNai2hgQ/3/tLDl5EacP+v6ej43fopHbcDf80QyOcZ4h/jXY2Qo85e190ZLdDegQ5NQ1YZRz9sYPwrQHPyPIW+tneC47+0K7Lk8SsQ/buHe5ZXMMNCB9BLIN3noPzZXBCQh+1ZVDf5aieW+dwfjXCitxE62w2nxegqetw6r7t4nSfCKpvGY5sH3lftXrfGLWM90nBCXgm2y8hybruRrkuZueRzQ68icdTypIliUg42mbSJgH/X+T/aXZLWncmqJ+LSVY/P1t1VhS0TH22M57ytE3BIxI4cqee/tp8L5/eP91gLXgYAPvb1crvKy4z/daWc8X0rrbP3kC9eV8vjU9+zj+7Le7u0+zr7cT/2Pv+3d6Er/BDtrxHFS8vGLik2jLBnuGa7txOyFTGPG1vIUY7lnbJdGZQ93H7R6l8qGEUJ9Y/4DgCYnr/4IUBhFVaBofSi7b1pBUqJb0sW8qa2MuMwuuos9VSZK+qP52ojykFxamc9mMfPPGxmckekxaeYm9DNi2KuOfWk/oV8Png1HvjyK2sw8So+IP+vALDtHfeatKwsoGISgnIoGVBuaIld1kh5Ihaws2wByXrPQ5UuZfu6Ep/IBtd6JQMelSU0NKCQiomEnKHWUH7RoEQ+7hDKQTGuLtOUvGXTreTOmdm9NgllV+4guUn1GPAeo3f40MuHtoeG2HmyO9S9JduMNpz2FJcaVx/qKvtNpxIgf6ZNJ8W0yrS0ZmmPye6QxnQNOm79DiPlnmGodFIAbnFzbGXh0Q/+IIC6oyt1L6GDhJX9cySdANV18AMAHifel47PWC8kVWNLouCFKbSa/Y4Yu4unndz91k4p+92/DQiW9y8AYAOCAQB/MQD441/efWQI6I8VAG7P/A7gFgLLTjajRbyvyLdXa2eEf0bH60CI6OAEjABghX82Zacp0g4Af+PJaVuoGNz0Gu4JWSzWSwBg1yYEAJuynKGfPbSze/+aUq0Q0PiO8NDtpLWBwDqF7ErmcDcNKVoNTbDeZkcDFhTwfMU6mGzWXgBBn4KMsJxMgw2ff9UIilxSrCSoK++PIOjMx3ClMFTCtxv9+5+djc3Z8/tbEDNuM3hRcZcKdWeFiWAv07UE96h05/vmrIW/n+f3KDm/tVF4AsCvM2NPALgf598aAGw0QaeWrScjjZDUVKXgTmZ1wRRC8OFFhWoYIatluzjPwHmEm/TW9kUNIMPYHyi43kmvfwYAo9Q1AAwZmiqrlEWFdpJhuLBT88SFckj9lzI45CPKkcZ1lY6eR26AvgsAhrSL1wlP/8EAYG9t0ddmklgq2ejhbkUdZVyYJWKaXM4t34e7Heti7Q3QkyW/0YjP5LhzI/l6HhHqdPYiYLJZA8q7HOdS7Cj37dp8DQAsvWHRieHnXk855NFmW43Ico4qMMSdU+0G3Ke1WBkb3DBnHpQO/jaPS3oA/0IPYPfwVRho9wDGd7sD+Ks8gBUC2u9nRYhj9/w1L2CnSRsAuFvDWs/QKwG0GShFL8oITY/DyA56EgA23dU9fw0EJgD8wT2DMzzyz7oT2MsWfSMgXO7EleFUMn4aJNNI47/Jy9e9XOQBXIDb8AIW0CtQknkHABiRkWXAPQLABhbi6iVrs9FZO4yt9utzH/5ZALCPJwHi+E2HduilCkPnQgefrKFxD9V9g5nMnQkbLaKx1RDQCDMpz+gM8WzAL+5P1p3SGDt5Advd0ioPd07T48dDRdbQz5qbNMQHDw7jo6gwW+1fMQ7VOClep0MJGUacCWP/Cogtd/UyQlzwSwLAMMnQdlT4cgK14rVp/6o0Z+TpMcdhQSzQhOZ3QkeqAXlFcs/4wGU08PpUr1ev7lgkDd1ZiSf7ITX+I0fq+a8R58L5/eM91oInAKxVdaBJlZwNPPH6lfiYHPfYN+7Le5nNbCqdneyNx4xUX6rvstu7EIUJuu2k6falXkm4G2dQ5pVcfgSAbY0e9FXqdme0buyvHZSzF+SGCsKeDI70Xuqjak+CoSyLWIVry9w/fjyK/Bx1HsFfHfIyb+AKAqd+RBrpqq3xaI1TkXuo81ZAWO3ox48gtV+fiRDROlhXgefk+5r6fm6kV4MaV77Z5tZFUOokkh2T6ORaIo/FmiLo6ulZonh8UXEDNLZnitDherdakeAu8BvIBGUB+3fo3XzGiCGenrwqe9SvVcmGEHjwT9VLIaIf61P9iHLCb0rHcmpetKTsFKatMlbd0KOcE7M2VZrzR+SrPHZGJGZaYw5prgUnBHSfHQEAACAASURBVN14xLNik8Em7O1QdY1im2UbdeAiAODYh2VaBWJH89Fm34eVEES9fZ9mNCvqpWyO/YR2denNvqY+Rdtzz6YNi23iCHlRvqexr7m7y8D245APWp/kASwiWN+1eJShc8gYjYFWBwdN3r8GAFv4Z/MA/mwAsHsBG+jbAGCFg5YHcAOAPzUvYAN/EwD+Cz2AP+EO4AIAW/ge+DwAANZkQ+2tg1tPvrQQ0qYYe9hn/X1thFBewP09wHsAGIu0G8zuG7+4tiGlut4BzLt9LwKAoWi6NzABYBgXnWJ1THNrGBKhKnRDjNh+Gg1lY3eOxrERAJZRBKvYgHQ/3Kp7boY6RGwkqI9rcDacb/vbEwAupNJm86LpeAmBURW5YLKo9XCi8KLWXZboTEi8rJTfTqp7lJzfTi/R0icA/Doz9gSA+3F+OwAYMtHZHp8pfFIm54KuCbTrW491ynm12nr5Y64sdAL+DEhORhGG/RHM9T1fAWB+75SFenJSSjEVgWy/2liUjMKcpMNJVpMSGR4/xXjtbXI9EjzV1TYpvdDoqAyPAHCCDFKAO7481DGOfcjs8aBoyYfElKtXHHjFmEs5s3VzmRSRhVSZVWMVipPJw0O7R7l218yjjIux16sqyF73EwAexqbsjmFidzLUuC6OaY+6xmVc6wcCgEV33PsXANroAezArwG+5uVLz1+FgXYAuF2HZO+W7lf3HCbwVgFgA/jeCwAe7pkPw1Ld56QvRmMIysL7gka0CIOcB5Xf/6EdVCbY66GgeT+wAcAe/pnvAICh/7qHJuuI+4Glz5LGHWizG1oGes0D5mGAJagrT1eAlAMALPBYhkoabyMPjaHhaWy03g18An0xFgnoQhf37/bud/yCRq88gP15RG34UAga9Piexlz2feTRNZZDGGYdoI2BpPG4Ar/4bN7kAID1LMM9+1rTXcBtfM0ruB9jgMMeNtrHWvLFQG3J44KG08CL0Kg2fuKBhef5OBc+xzy099JQCkNud8jA08H46WPf5ggePf4D1qKMu+GFK3qRdD/ScEo6u0WdczSe/KJOKOpbzS86Padmb6V3Pq7evqOo5+hIsKLta75wlBdlV0JZbsEtzMk+3goA9zKBTK/TNndeUccUx/6MZV/G5V4zVTfSvsfKayZ/XSAXvmb7xWNurfNMb9qV+1sPAe1zf63APhkQX/etsG4HDnSw2vpQpf2LxZTAGgqf0iutO8+MvL3+CLpwRusOBxnd6G4sVR6vGcqYzOVAzq1ebwbbJECrA4F5Ry7aSSQDwIYfvO50VjtwFSBwc2yz9igKih/M0uEtjZcqT76s9AKksnyrEk58aAttZLGPYcmxB5kHB81qGYXlHVbAKLfYuBFKBa90WQl80bm4g7l8kX9z4nuZ4VfKYYGPSG9mbrFol0OFoWh1YVV5S6RzUy5QX7AWWGaEcKbnrwBgX49co8MgVFtAlSt8aOu+Yn4t+3owQvmc8rI96QDIgqK76E+8XF4p0zE6MRY5/DBpww+awyhvG7Ft5M+0JVSW7Gue7fc1x4bS5g87zmwfIRe2imwU/EX7TQhpIqUT+9cgIxBMRbFWb/sv9m/ZTywzgd4cKO0TpMYYzMFfpHAqxT2f/fXBUA9ZUqVleR9yYJ9BaHJMZvO5BoC1gapwVhn5DgBuz0xB2ALAdi9wA4IRAvpj+zMP4BYGOgDgP7772n77/vljuwP4U1N2GwBsHrytbAN/BQAb+OsbQYskjHQ5QO7R64sL4G9zKUbYLYLAFgLaTlHjGbyEMRkFPOYi6Aaxbp6VMfKFAeA4oa1dJ6aZu7Df4F2DKawxrfhiKmP9EpkxxvwNgmr9XtMrFFUcdFadhcl3ipSVVtPMVuub//YEgHMKLldUXkJgrFM/1SeMdjPRC8inb77S3roB9yg5b932a+t/AsDXjtht6Z8AcD9ubwEAhyF4AuKNe/7FAWDdU7RYPgLqUrGQkpAUX2BuFazH4qQISBmlBgvltCQOZdXAApevh3r0m8vtXL38HMU40DLOq8wA+D0UPSqu8mLC6Tjy0aLUUrIKJZKFhKLrIIOAk2oYdw448GXKW1Oe6Y1DG9NM0P1w7NswTpdSgrQdzFsSPHvZ0KypkzP5s+e3vKYKjEr3aFjaNLqXeSXfpkQhmVVFPAHg+bz4dAyC2M7Q9rcAAGPrMDRuAMAEcT2cs+7/bQAvQ0A7+Nt+NzBYALCHiHYP4Aa6dQAwvYADAJYncFnwHXmoX0CLEAYaYe/0h3uBDeQ0714DfhECOgBgDwNN0NeA3/L3swHD5kHLq4sQplchk3nnsA5I133rth7QXOCXowGU3yPcYN4/B8MmAEm7hsrvC3ZgsngD2zwQBA5DKO+w83RGTNxY1tpr4Z/lCW3fixdvhCZ+RQC4kq+6b8BCZEQCIXXvX4LfNpDymobxGGAvwNzvLaw4QV6uKbsPONaYQpUbCDwBgN2jWGMsPmrvslEGr0nQ1Q2TPsYMt2zJB69wHXh3YJfe1AD2WHBZwjYvuLea8+amTwLAZqxlOEewSID7vaGX7VD5ZI6qq7dPpO0jvJJlUAHDTuZaePuU9Qz8qaY5Aycu5b+XpNvV9XLt6JlC8tO51n5e79oT9x4A+LxezS+MusvXCQB8zNfLb+ftuGRmXy7NtLe+X/Ca2nqKbWZsyVvZGe6p9768t1unfoS14PN/QxdWAO0OAPb1xAWDKu3f3Guy+49rKviDHpAuC3T1cqHwXbQxDnKsZBPJcnHYSW3M/RA6ZadbQp7x+vke8k2Egi4hoQUaucxS+KxHO2kyH4ExL86v3lQ0jv4QVh767mUpgFKQFarOLPlL74kpZdtR9VjehKqRB2pkcjg4s+S5zgrxT4cHVLAURfGgucqNaKQEcalXQ1dGeT47tR2UPZL9Bvzra83bavKEDvm2rwkAWxI8SxyD8oPkhtKXbimy/TqA1q1C7i3Vo2UvGcRVXMmgUWgVstBJbVG0Te0KvBg5veKe3/SYjtbpJdvEiDytCDY3sa6F6yTnGPehgNNKV7E+NBiETlnmMVQy28e1GF2bYXIhm3IIahqfrzobQ5vbVxvJzCKb0ADqliICFKYcUO1XnezeXX9Hmd07Ujiu7zMblrL/PE06wFqY82rlQtI1nVsCwBj+ITxLNzZDOEC0A+uqVbgFgNtdwB4S+nPzBjaPYAOAP/713cd25++nv/yxeQL/sd0B/Kd3X5tX8PcvHxsu2wDgpvAmAPzuXVMpGWNdlaKjIuy9gdAabspw8wD2u2wY+tnvTwIYbO8GDFsoo/c0VJ4CwNo8u0G+GAA2pbop1z9ZCGh5CisEdHoAVwA4iGDxQhgNVOPW7YViEdv5Bh+Z9tE4tjqVP4Z/FhHo60vCCYLVK1iXEJ3XTvMEgHPER8axnotbBMabZtZ40E0Zn5nGEbhHyfmtjeYTAH6dGXsCwP04vwkAbE3gyd6zPf8mADDlR5c/izCrtowK6mrlQiSjYO5aquTDFI/9eQF/XbytwrLkSf4G4T2FfTCbIqAPjQGHJEeiESLv7jXlsii6ReGVAldDnLm9m2nqe4AzMnx7GwbebArZijGW3wEdFHl6Mrga19sohuTzPnfX2pmuMui3o5Lq+avSNRjUYVDIOtfqUMqgSP0EgMd5foaA1ohM1sYgf86MnqI58Pw18G0OABvI66GgHQBWCOgGAnsI6AIAO6gn78tyD7AfTBkA4AiRox2gnUc65NRK3g8/NZoBEBg0xnRQXlnE64o+eOhnhHwWGOzg7x8AApv3r4eEZtjkBPMaAKxQygR/ARL3RAr0GyTWDZT0eMH3NDpGyEOn5/Y7wxu7gTQ9YXRHrUIUOhhPg2qWxzzOf0hzecdrAn0JWgYwrDD8NM4p7SEENPvrnqixlHr6tNe7+x25A4CDVjsADq9zWyu6ogsAsEDg4gE8AMDuZd4O7NtBhAgPzdDQWM/gozAk99SVbG9qzAUAzOhoYaDF2hAoDF6HNSkQOPlfYXXin/auqxFoxPVV7b9zbYvvhgcPJtsBYvFAho8suz14SBqjeyN1PzPr+T3wzoE/1eevCfrs6jqzK10jDxzrWXvinvf/gQDwSmbyJV7qvcrz6WyketntvP9n5b3s85m0K8BGNY3y1dImU2Xpl23maWn32Dfuy3u7hepHWAtrbWcy5KWrs7Z3Efs2NDDZJArU+Jt+NJsLh+6qPsUCet3lyKtWi6Zfz9AlddgJUTCQogOtyElS7/QUUYV0SeiTOoCMg2fp/cuDaC7v5HUXCO8M2cX+3LnN5R6kQwQP/PFks9e7AoAlZ+Hd6pF8xcs07ffsIHtBXVjfpGNHD/t1LlmKCKy3Kw5xiU9XHk7ZSzpY5A9wlWvByWUvi6NcgrlFZ05VXM/zsJhngfRLCQDf4pC2dGjJqGrfFACmFIFGT5eVyzNpHej181FfZ1+sYTYPOESZsgcmN2XIOU6zoDs+sclzZjL4KTHF6g8l3HGpoO3Vw157rgdMtd5Uj0TIXpRMbC+2USR0ybNuryldUE/ruY+OfvDwZNoKUvmwTwk8F5C16iWiTYVgJNhNGkEZOfZ/dDoICH9R1B72rQwOdqP2H+cOG7T7L2YchG++Dv/Vv/0P8WQmmHmscb4uDgHdKlsDwM3rtwHAXxsAjLuA4QH8qQHAnz62ENAN/DUQ+IsBwOYB3ADg7y3slQPATaE1ImbBk6xVEe6HHYSyWIiVf5YXr3kPAwQ2T1/zKDbl297NA9gUG4HAVwPANj4dgl/G+iIA+A9NUcapatwRDGXbP/sdwLyDyH4vCtOLAMAH8Hi93S8DgLGcRPvyHcuxGuOeAPB6rFdPzoTAs+fX17hsic3mRcU9AeCLhumHSnSPkvNDdeSCxjwB4AsG6QWSPAHgfhCfAHA/HuJdQXvqqUkX7RLQTQXjuDAl0Lrn15hHyQuA4GWV3/1jyJQStNPwEMK0sz8K48wvOTuglaoAyuA8CEcwTlOh47OqHEo57d6LYpsghCm0LmW1ZnXWF7Ruxa6pPJ4BwKHCzHWJEwoBBW2WVc2K4RxLSt0W3RgUfiu0mpDdA3g0PpXvu+YfZdxUjlV3LfzpAZyTdTAeDOttJ5segKOD4WR12PSMMQmsW6Q7MTyu2/wYANjCPxvw6yDvBAD+ZgBw05u/GyDnOmsBgD0MNL2ARwC43m0VirzoBA1ibpRyzRpas1s9BP4KAP67pqsy/LOBuBYK2j2Defevgb8EgOEJbDqs7srFmP3UvIEdAA6vWtypuzQ+xQl3mji6UIPgCREOcfQIljHUPILNaFruAE4gmCEcFb6YHsAyOiK0MI2FJeyfm/A2wK/3dbwDOEJivSwA7MZ0n0ZSaedv5JlmCBZg616+MBxXMNcOJHz3w/D2bs+qNzAB4Lbm8HsamJMnO4OOTVa3r5tiaWdAG+X5rXWX3M5sHVobMOwClMW6kfc1CYsVFpgt9yPB3zSwMgi0eCxDQKM8A6CdoQw8JetNmj/Sud4AuwU1T2hMNd4eWN+BDp7Ru9uf7+izbDW3l77mE7tQzOf2jCcA/BJzcmkZvbRLsVLyrGTgobCllegJAF867CH3XpXhhRKPstlsDcyqkq13Cv4azTWeVTMOdHIlE740AHyprQsYCw48Sd5AmGS8OgA4lNDKFwViETR2zCDv8hWA4+8R3tl0U3oDu+yiKxpw6EoH2JCHslCRc4BL1BlLeQlYCdsU4G+RG/gcfZPuHb3V5mfnCy3Aaj1QAdfbnFyb3CkAmLyXPD55MfU8gbnk0QWscrbpImro02wDAU3Xq132KPKF6hnqY2sclEXqlCdCn2zl9Wq1yR+pc0ckE7YJqvic+kHsQD3jcHkfu71AfZZlWY4DALzEcXpZZpgUKuSjbpWpzvaGPcf+tgntNesEP+uaSSBXawpnB3rjAGTXki8em+MplxwyxmsFAnf0x7fCxAKwjNSBvWORh1UX7EVZRvYDaWo7dJhDmQX8ognqSOlPdJkAsKfKdPhcn+V+Qkv1bwTQDlvWYe5tmf2rf/vPHkQZ67BfrP0ZheGpz/cw4dyQ1kkAwL/wDmC7//db3vv7xT6338z7t3gAf2oevw4At78vDQz+whDQDgBbCGjz4G0dFACMDcSty4nFAHOSQ8BAWGcP7ewnZuz+JAuhRQDYQWAoN0ZgEwAG4FxmvoxhbxiKeiMFxxIXu+EUqym5RVm2zwB8DQA2pbp5/PrzphzbM/MGFgDsoHAqypiznjBIUZpNdNKUMsckqmOTsRIGwqUlUghWxJb3Z5keYaisz6R/Xo8VmkqTiKMIIdqHMs6F/lUPH/l7P9/HmiZE5QHNOdMHX2/s5oxt1uUeAL4833r4FmNtNOkBY/6oUh/S1Bcq9Izxv1A102IesZN26+IMAD4oKi/YecgBj+jxQR7LVg/0+gW7s91/5wCwD8ayObthOgNTaQ2dr7eT8d/thf0+oRS7KP8oIPfN64TEoeVneXfjuPYArpVIUNdvVACNP7sAfFy3FJWXy3l7B3DIF2y5dd48gDl2/m7G/aLoDtLnocvyBpPS3gvmVJijvMMAI3QoZcheuSg1O2GpykB+rdfDOl+W5xGrMsUyDNsWQtSN00UhZrqZXOSAMeV2eOixLPdian9sUsj2SwIoIa1l8TRrbxz0lGv6BqKxW8+j5lGLrzIifq8Ge4x35Kec2eUfDUuLtleZVPVQcI0coyH8bQBgytOzflSjwuS55PBpVmpTK3lnzDtS6nsA4Kr/Yx4OKyDnIPTVQ8JIo7aFnqS91C8MTvNaOrgKALZmR8UHDcrrchpJz18PvUsPYHgC4/5fAMDm/UsPYN4F7Hf/NvAXdwDXO1ktDCCBYPf6qN6/7XOAv9ooOTqhufnkAphDSDHdK2UGNIK/FubZ9FWCvh/MI7h9rjrtz+27AGA70Ox6rXRXNwBaHQ3k88PM0Itxj27T6qnPa4rAY3KORYNFR+LOu8oTdA9e5/07egTLeCqjqe7yy+9u9OGykAeqk5ECACv6AgybBIm9L+yn6+v4XUCwpUWI+g0AXBe/+GKn+JWdx0HyKe54KOh03nGse6cF4PZ3/QLUNS9f/a7P5qne8rgHcAV/AaiHHGDVkemE7s9+wA4A/dnHqv3BQ9p+V5Q5DLaDvxYBLWwFMMmG97WPpyYGff41ImnYsIqHtjxtHSuKhuYIPBarfg4AY73BmIs5yqFHvfiO/uCHkWL2z1ZGYOWdFKAt0Nth1mQq0t/z4ZzWqfRZQ1Zy+zFtb8MoYzU0Xvx43aeaV/XjHSy/1O0fhzauTqbHel3UXGgSKlvrLCgBkvHxNRvH/reXtOdcPkPrEe9HGQN94PuzeVwNZW/pv2f5XpU36NZVuTibd+jrv5U7gLu1Umj7ZBfZIpiOYtD9wWjpu5Y0tJ5FO9BJ6ZmqgeU46MTfZvp3AGtDveEcRh0m5AmXH1YLYdDteEgsPGyZLfVDjgXHLMEqjBzAIgK65T37IR03PX6lczngG4f+eAhLGIe/gwcHQE39NemP6mcb1G8CWvVQNbaldGR8Hgcp933hi6F/HOlYALWcu4g2Q3qLq0eI6ZCuSH9VXpDeQf8RDYoqKVeyLR3QSt6ONegVx5/kBQHAWGQEfcFQIgS0TzvlPsgL/gPlBnSQGnq/sEJkIN0c1yjL7faCllTJC3CbL/Vh2CdsETdbzkedmZ4eHXUWrP755pAczq7HTogcnqDmTXkRdhytK9kVUISe1fV2OAzia90SD/uzjLbydEPsTZr153iVV7Yda9/2MrJnv9IehXKFAyY9EFhb+o6Gd0PT25fscUYWUFqUwL9CG22lae9r/LpFt+FX7//1P/37po9gcZcV7vm5rbuyYs3Z84kAZc2zwAVzABggsHv+TkJAGwBsXsCfWihoCwFtAPC3z39990tTeH9tyse7d9+sq01wb39sHzaZ7Uy0zNtcDXeuEAM4HgHgAIHtDmDef2Np/Y+AcQWAj3Ke2JAWRV192mZM47HkBezitLTAXw/97HcqUVn2ZxY6SyGg7f4legWLSAbBsU5rpjZERWNDwuQLpRCOcZKlxNXfO0GvI0C5KkgzSTsrYcy2+ZhyydUyXwcA7hnTdHEvV/w69YyOX1727Snfqt6bW+wNFr25spQgnEtp7coCL01+VHIuzXlvujt0jXurfkj+s5mD+PvyrzMQdzzV1dG9l29OlLjrb3KXGxuwGshbSeAFzdiN8yg8jcXtAKKzqrd5Q3lZCbLrFXd2EGL73OudCZbozQ7EPRuLLQB8QifPwONZ3fkbhOGDwGr98b9esK3z1j/TmK/2u5RyCtWS6TBwqSRgJPE3TCNOaSMEqJ/9qwqvd0Mht1SG5gXfBTp70STE/dgNiqg6q3aUfZbKZjYzjOGuSDb5sNwjGYoweWVVYkc5KYzbrgjH+eXWGrYv5PvZLip3KfljKsRTo858nLPbe8p9Odnpx5UmgdL4nh9DFC7aymhw2va/z1vLwiroqfCjAOAzQ+/4fGesl/FhSjN9enczAU1pvlJyrKbPd+We1SsvT6zA4dX/Mh4onAHP/RbM/H0Tjxx2N87HcRvWxgA4HM0ppjPDC/WbAbgeBtpC7wJk0x3AX5t+LADYdF/dAfytRc761g5DIwQ08sNTRO8KB7gBgH2vjKODfuRdrPhuqbwPDgALBG4Arx9YTq9f6K2pw34wEJghoBEamhGsXAcGmOdhfuO+VwJ8oReU+fam2ncZULA0xEuMHsvJJQyWDv7CyClvV/EBA0SP3sJM63lsLMHjQquWwZGkMQFh9icO4Aj8LWAwAWOENa76+drrolv8Uqj543x3Jt31NvOr8zt6A/k4KNw4Dcm27tKjCAcI3CuYQK95mPufH0DgenWPc4SJBI/Ue/Jx50CkubAj2HhgHjUG9d3v7iWd/UA7CfLYgJOf0QP7A3mkDwfHJuwYXgwmCfwSILAntfJ0nx/bEl40LKfu1yMA3DFzVh6TcqBXUdaElJ7R+qGw/DqshVm6m8see9ARypFO9vx5L6suZKSorx+gA/3F5C2HZPWAUwz6pbXSCYjt91fVj2aVzcbm+r5eMjiU3KZJMVY31ntrvtqSVzZygGTdZmU40wd3c5FV3jjWl0z0Ks0VYfgsaTc6rlrtxmu+jmNpyFZct6K3U8dzenIaXRirrMM26NY93diMr+uOFg0U+p101n45pKzR9duvOmA+56toYP1X0itAXvaLumbokdRfEY0EspvWo8pyoLeEfZZMoogvCAMtOQe6r/qQei1/BDpEmQn9D7BXei33hIbcf/bsnjr03xznyZwH3wXvlalXBBhyk2a3yAI2TDy4VfVe6LKgTX7QVusSH4uiUOQqf6b68z3ZAJ5CPvCKSfvgzmYRcCQzeH2tXomgPp2UL7wXIWuwT4oowqaNuiLySGxR+GmWE53LOjRWsUa50sKzOYayyJJeQa5/Sj+xpdDsfD7y7o42aoxK7iP9W1AG31+5O7RRlLqWkwcNQnD1NZokp5f9u86ksFuSo3/1UEXNY3vfUxQ5GajlgsbFxoL+pj0qW1C0nzQl9hoa0f6hDTD2YG1bHVx9Vn+17xJ8RqO5ImLvenB37vFhzCfadDcW/30DgGNR2Kg4o7iMQRkAPCq53t3WMAsjZArG12/tz8Be9wCWF/DX9r39fbZw0AgBjTDQDQD+KwFgegB/+9zuAJYHsAG5LbSVAcBqJbdztDg8uanEwfiHE9IAgBnq+ZcvfuLagF8LAX0pANyPTI6V9bl71XF0wgiFV6elDfx1D18qzukBDJBYADHCP0sB5904Uq64kcMgWBSsvjH5TYoZlokRi7nHh/dsEO5qXqyZYy0irPVd6ysUYFusTqf61RP9eAmhcjUAJx4uy2wnD15K8bq2/v7S8mtzv036jokmHY7GLKmPCOwbNHts86s0oQh1r1LfK1QiYWpWlbO1GxWz06a3wne+bQ+rd9MwN9DtTo+ftPm0z2+RYNPms/m9Zw4uA2LnAt5Zvbvn5/VKYDtOxr7eVLqme2W3Tyj7rCxct/YX+eZ3/UGe2O/fvt4cl1V7oPSyTIba6oFYjYzvpINRR/c/wmANhaSWKa/xURnxvhRhnhmPCs1BRtrIzfbIreDl3irKQOHBq3t8414hykhSrKlRq5aQOdoP8pCS+iu52EdICvRkIYke586gMr3UAdbr+YzcXCMjjbIh1WZWoTbi61ROLY0Z5daxnTV/rRc97fWhUal/KQ/gs7E59nHNzc76Gx50w0DM+rsbq2ue+TxVl/gx8xV652jLrHPifdhtw4NRYza/2bhxbfTNPss7zhFolHkAGwAM4FcgMDyAvzcPYNzzKw9gA4BbWt4JbOGf/VnLHx4hfpBFRsSJB7DrW9zhboCqfLD2geF2ufddO3Ndk4eX3wPM/eD6qQHBOrTMMNDtGiMDfw0Qdi/guBvYIl8hglUCwAU8jVDQQdmcTh6WyMDzQMt5RJu0vTfG0GPGaXm5N0/3BMtbWM/D4ApDr69Z0RcfCkS2CsMfPZfNy1e6Ld77cNHwcJbBT7TrQgCY9DuHo9k/NoS2ipMaiwjZzBDO7nkusJd3Avs90vyTF7CDv7b2CACbTUe8NJrgLJp8musqxqLYIwAKkzuVQ+yWNniXeezaWDnIy7CNvl8xpvCiLsbeOjZmqKVdpALAclJAPdVQrDnDLPf85nyO4MW9JjQ7en5G67d8VH1cJLqr7JFndv1b07ozefKaNs14+WXWyOOAnPHB7Ti/0sNrxuaeJq2PoaLUN7Fv3NOhe/LeaUc6W++7pt3jAXxPly+166/kp12fexlJXFP2Yezeo0m3l+FnfRtNI51c5/pgrupL9hHkBeov9a7bVlIFf6qOaamBKRD4lZxRAGBvu4Ah6670TEFFqrf8risYEuRNmcxkOfBsRnZR/ri+wg5qQaZRhI8q9LZf2R7wZT/Mpnb7DzXsdI58znHqqVTBy/iAj4NnDrNmPFZyDuWkDsxE8gAAIABJREFUSOtrgFcueO6kOZIXpB+jdoG3XDyM8iF9tcqwkrmsUMYeZZSQUeZCe+OAmtrkbeXvJWqIS8oeEKfUhoaz/8iH4dAHDHn0aYJlWHodRkvdxRqfe6XTMy0SWgB/GhuN/SiHXLCvig7U41ZHm1Ov7x6fx5opKkXsJf4W+4n7xN8oM+pz2FtiSdXQ6lVfGdYcv/btUPSiBGt9ZL0Ygb+1wXkoYla6ypZzC76nzcnbbv+NNiMvDPs0XkVe7u1z/WaKOrgBnayIdtEVGfWmvrum0RtbwasAwE3x+Mywz+YBbHcAIwR0A4A/tzDQDgDbHcD29yd4ADcA+HMDhAMAbiBtePL+lB7AVBNCVI2JFtFuyo4pNuHZ658B+vYAsIWBLukWHsD9NOXmezkAOE9We4joUwA4CXGcbNkAqJ1Q3AhyPe3fMfLJTqh5V1VIkarvoI+pJPvCdz36CQDPydnlvz4B4MvH6p6Ub6IgSV69p+E/WF4JcFNGG0zuAY1uFT8B4AeM61jkZpzBktfC3H2K9UZIdCEKwOVOwFuNzs1tvguIfQLA1wDAdW5DGJe3lxuuQUwxJRleZwX+ujynEFpS7k2O2W6hjfLlWl9VrCkDmaIrw/QBSBiBBYILlKfUFJejVAYJLA5n8kXledr0UFyV2gUzAB2HF9q82kdnRpiz57W6UTakyYBJqix5bOXMiLybuN6AlT2Hmtcr2L1CbNjYekUc+9C3dax3t7SOfXoCwHX9a2dWhXg2nvt1RaNUybifo9nayMzwIqwv0CAz7n1v+q/fuxog8AwA/uzAr3sGOwDc3i0EtN0B7NcWpSGQVkc/II39SVDYjaT8TTpYaRI4olsljKq0P3hdeODd8Mqgb4SuMTIPXr+6SCGecS/whwYA/2R/DgLbMwDEDv4yxP0BAPZDL+VOWG/PaNRCg6d8uN4PLINIGGtLGMUD2AuQt78HGN6/+gvM3JVd6axoix3oNmD8CP4OxkECnC8JAM9Hh+3q7FpYa/Hnh91tzd0AAHOdpnF8trs0NnoXeMvLxMKbN4FYG1p5AMtG4F6+Jq0XY7I9w1jbwQHwKH+J/h5+Y90ljHMYZX3+rGLxOtkiRPs1h2sa+wSAk++dye3X8v26ss546HoVCmDYpXj7Z9eMzT2tfQLAZfSeAPByKZ3JT7OMvYwk/i0SLToBxpRp8fty/dN+X+vbAcCneyOAF+mB2BFGu/gpDzLRRiH9U+BL4Li2fnioWKASRCiUlUCzfZG2RH2ehfzid/lWL1/PKMi4ySV87hFMab+Ig8zi6QlKR/8JRoWOpnFU/wkkVpD7OHYpYfQAsPRbzR3ASE4kz8UBdM251eGqwf5vc099OHRXz4YSxb1VNq52YEuZDs8K2MoEwkG8FMpf6qM025AFBOaqzgIAK7KI1h3OqGYjXHXW9ykAXNpcBhnXhZjOrrHqOtb3Paqc2a7stz7vmYVC80KJdpCpLwOAR36vfaIujs8DG4u1yZSxJ7Fn6iEMrN/s85mMob2cegxtPSzDp86Lw/6fld/VwaorUA0VoAfjq76gQyJZh/Z0FFY63s/nPOqWaAZm9TYAeKcttHIFAOMkgxKncHckDvnLxR7ADQB2wJdewAb8IgR0ezcA+LN5ARv4yxDQLfyzhYIOAPhbuwO4AMBNP8AG4qatYnpMtM+xhT3SSRqCuxZK2u76tTt/3QPYFGkLMf0DAMDmFeyKNUNFNwX6AACXe+I6Ikti6PfaJLUjjRSRrlSIc10JWp3sSmSDCCXhz6S5kIPwe3rOTwf8imBKmX4CwLv9dcmzvykAWERwAyJdMmZXp+EavjrfvRnEq+4t5wfKH3bGSZsgq84EnRfoQCv2CQC/wDieFbEZ57P5vWfut3mfAHA3a2fjvHqO339MD+B6D5sr9eHlxTBZCgPtxp9U/jUwVSGGjk7he/A8PjNIjgBhJ4vZSeImQnUKk5RIKpBxiO8EDI77CyW1W3opgy5epeAfxu7V3i3KK6ikFP0xA+Q2KWZex0RVWBl1rjF2PgHgfuyfAHDROIY1V/ec85iN+vq2ADDpioFwVwHAuAvYAeCmM+sOYAeAGcYeYc3s3toW6YphsGCOzINPUOlsb/sHH1DYRHQwBr/bEwHABtyCHsALGIYzAz4zUtVPHwwAtr+/b+CvQGAeZOa1Rh7e3kFgeAIj1C89Ph3oq8aw+QQe+ZIR09IXGVA7IDi9XUDTcRhIh4B2ADAx32rzK5+zzTImdrSfdN0NkByzPt3tHsDj6NTvnQewwj8rFDYBYNhECAI3Q7M8ey1Smhml4QGcn7956Gh4nIftbCcHii3QBpBeQeOYwZ6aoSHBd+x+6KMHsDyF4Tku9mZ73cdd9itne/4jjbUYZy35agBGGu4Jrvy0SGCdz1+6x3nxNGwqtz3fDW20edWyk7q3ZcfDkf+nLKEkIz/ayZTX8v3axjN5a7sMO7nmsp6/dqprxuaetj0B4DJ6TwB4vZR6lirK2ckMp3uOCaqckWBOz72261/oYxCdAgkNHsCWZEeDQp8TAKSDXpaP0JMAFoV59mpD5ZGMhHeEb04wCQAWop+CRyboAxCJtaheP5Tc+CqvnEizF2QTB4D9igbLKxBYgK88f8GPe5OZ7GcFdGKCAJDYMfw82ttGWs87cAWuUpYpUwKZ0mVE8HJ8t6VDbuvvNeQx6kx5CGmxyApuUJRL6bCS71P3JK9i3ihX7aEum9gE0qu9qDNlBLY01r2iiqSYmes3gOsYDAk+3oqQS3yUY0wkr7TnVWf3MlLegGMj6oKI0s+T1puqzrxn9tOUcDD7XK9RUILAGOPsb+yPwUbbrXdf+ljrll+f+/Vd2mjrl6ckYv96lT7TaJXSZGenn2o7sBuzbz6G3MvVjqWCQB/iW4/hsn2WwMpR2Wib9mS+q+2edqBh6mO9Wlbr/tgptCnvEeeY8IewWWm0hnlJ48yoMWRN7//1v/l3iAQsiXqw6OwI9HUA8PdDCOgvHgK6gcAW/tm8gEcAuN0B/NVCQBMAft8Iod//a4qjFNVoe+gEuXYcAIYi40TU3hnuGWGfzQuY4K8DwA0c7u4A5r3BOkUgZpDbMkbyRTyALwSAofCkkK5Y+Z0iJMrhBKQSJjZZBDM2eE8YQmOK5IXwdespN3NdK242YNki9N4k/w0DOQr3Nf3JXr/j8Q4Gur3Y1xLkxxb+rQHAIrq3z9QNOV9Eqb6h3oNwd0MZP1iWFKRm7G4vxN/VlVbxEwC+awQvy7wZZ+hFawH1DJjcNeAJAJfRKYrpbMzOxvmtAeCufqeB7Z+TENAVAPZ7Hstpadyb1IRpKe3DOpyBvzZu9vt7y1PSnxkkOxBgGPxQJsc9QOu0G7MpI0m5rKDBEUiwxFCsnbZJ3rJSCgrWeUwdBYjUE/zZeCp5yBB3rMzlyioHjTLRNTLScZyrYYJK/IIvT+td60Ahp2IIUw6GutUbRMb5fXoA5/o4m99nCGiMld/76569l3oAAwD+3kI/2z3A7gHcvsfdv75KBQA3/dh1q0bvwhuYBjeub7Qi17WMozCgYP0brXE9m+F4PWSdHUy2PWfpbJ/8ZAeUDegFAGzevwCB258Bv7on2A4yt7x2l7CBwACALT/D+jK8bxjNBhvEVmZwZKMYqUC4E9gm7c4+0lCjcIpubBUgLI9hGl5KySI1YWeshkMfKxg+w55a9FvQ8BcKAT2JZCKe4SMhm1kYmnHnse4Ahtd4AYD5HcC4wpH3HsIWrhw8VHf/9jxhToZhELa5+UBbhe7VrYZfX6vdlQc8XODgq2wcGD/3AC53BUqgVz0wi4CJethG2km03rXi8S6bCNYODMKVSaDO+Qv2l2ocXSSc/nxGJ7dlsX+rNPeUnXlHZpnzcE0/a9pb23Umb+3ao7VwS5tvbe8tdb1GnicAXEaZtPHWcT/Tn3bl/qghoGO996pDcMCksRtBeui48uBn6f3IH0DIxrZ2CAHNcrwkAsB1Lg7zEviRwBmv2DLzHb9Xr13PQvlB4I23mKAW8FjplwkCA+dRRBH2F4pjgkQEpMBrwW8hwwmCVj3i1/IQJvDD8iDL8GBbHdpu/IudhbiFZKB+mkZ7zJEPitdJ9xnt9MKOqq5qdWR6gcLS22j/jzSQAXAfL1oX8CdlCBetKs/VujF5VXnZMckB4OnS6cT12T/X8/RZNaperXGu1QXPBX+RHKH+euPZA332jqpjKTtIVmGPvXbOlQBg/+5NF/iYs9fb0zLscT+/59+6gwCytyyyBVhbuhaydeRJENl/4t6YffbHtIesAOCufWO7Yo97QQRnWekIAJuOFPJxHozN+pWPZdGGgi0sa0DuZzXFaQif4w00JukGU5ZxgL6mBWvv5UAolo8GjqRTV4fZgsg9K7oz7uJ+mDbRwhwAtvqCEEtMRhErQQhrsk+r4TvcAewewBUANm/gFgbawN/mAfzFPYDzDuCP8gA2APiLAcBfHLjtAGDfwEM89zJuILzwAA5C2xRu8/5t2jNDQLd7gFvZ7v1rQLADwLgn2O4L9juD6wlqbk7MTs8IOwAYI5ppXAHa3QFs4bNwHzDuCN57AIvwJCGmcqn5Kk0biXW/MFpCU6imr5ERjGvBTpuvcoroZp6+HWQAnMPYByzwscL3EwBeTPir/RyMkzUeRZBXa8qPXRF4ze/qFaRx0qteoHnhbrfCnwDwC4/prLjNOJ/N732K9WajUBZIJbRv+Fm9N4PWdwGxgxA9jPU54A2BdTpFJ0TltwAAu6wZ/UihWGE984Q2T0srDLQrBf24QAGHYt+Dz+3XFwSAvc1mmF7Ni3TEMJi7QOeKqkJGAQSG4lmVWwdoXOyk3DkAwJKp1PNOxvIsEuZkeF/RirquoPxCErcy+LaQ466R646G3ypzy5AwF0DHes4MwTV9rVcqX5X1ZdQImfUZAjoWytn8PgFgDNU1APAvBvw2HdXuYbW7f7+1+4G/toPTuAO4GQipn/r9tHY42lQ6Jw/cpw4C5/aMOaq6e2xfhGI2oM08dA38lacujGxQj/1QtRMS88Y0EDjBX/cENgDYPIEtmpWBv+2vKbjtDzow7sSl9y89gusd5r1ufcIHBwBYfQ2jDhhFHOLpgeASIrqAwHaASKf9EyhMfdfGEHQUZhynGfTm6AzbPg80jz4QAAbZJxWGkAWjmxumePcxPXoFAJsB2u74RRhKM2jjDmCzl1QPYHkE273VcwPy3EYkY7CtEZ9r8TRnGLorULZQ8RH7DgA4vYIFnMNj3AHg4UqD5IPil63vLY3z2pbchkQGZTeoUglJ+8XE6H0AhCs/RB9+fwDwmS1oYfBZiQqiOytD0Um+bl1fkHZMcsb3d0We8bIbmvOmWZ4AcBl+p/W3G1buy3vbHrp78Uxs9R1Fq3IsgamUGshf7tjHY/ttDHd7bAX+gp3TMMboJ87ffTo5p87+wAPxqx3+rYfCegBYIMrs4FgUozVDOcEjTJVIImpXRBQBA/ZrhATwClD2736Yqslw4QGMxgpoUoQOgb2+amLJMsLVQo/UWHd5LlzzFQdKgJPcU7pnoesCf6GPgs87t4Uy6nwc7/rjqornUlkpuPpjyUxRkeeHSkseJR2T8oR4MaoXuCu5yDVolkx5perRLMPXnOQ1pqZ35Lh88dQq474J+YvbG3JhyaYvRddO72LKkVamySfeS/bBvlP1HS0Hvq61xinur2wL0w6U/VGX0pm9q6+DXr7VFqP9xzXbpS9kdwR+81G1MeSe2PUBeyev9qq2Lyw10APsCdH/uufsd9GNSjv4e4m0BFIDqdJbqnp9y3Pfu2ZwnA2ne8xZ5c+6WLg1euN/XHVjnRhGivrNdHz8x4sB4GpkQXEzIq1FiuHsGZpOwdg9M6ZIfLW/bwb+FgDYQkHbPcAGALsHsEJAtzDQf/3zu786ANzuAe4A4G+tG6bg/orTwyI43GgyQsXYBABsig3vAbbQzwYCN7DXPH/9zwFghYCGB7ABzfb37n1Liyn2P/T72GcbJwHAuQ9yXCJ8lp+ANnCXQO9PDPlsSnNRlu1uJQOBp3cA+53AUD6wUETsyvcyJT3wOiwRhmvQr/1cHwWVo2Gt7OZSNGiciDjK6duBnegtv7St69V95ZMnAHzlgL148hAsWPK4it5IRH7xft5doHjJ3QX9OAX4XC8mGMx0TlPu7kEr9rcGACefvbv3r1fAZpzP5veeuT8HRNd3AIfgtxilM4F4ObgnAHAonNMCzgBgy7TYKyf1no3zHgCGLCRFtTb9bH6P/a1lZUk9CFsV/lTilTraYR5vFMBN3gsP4AgFnaem+7z4BqW8COzoTPvLcNEu8kvumsyZ5LElgRO/awlXVC5wW1emJWELZKC3b1Gyw7AeCi0UbrxS9pISqXOn2Vb0KfFiGcNXXFjysA8G5eGs7gCmboxGWwPQYZxT7obsv1Fqhjp3huA6Dj5ipV5K/TmeQ39lbFjt/91aUV3Ke2ZwPsreJ/3fCFEw0hxfh/7O1viN8+n93YDlWICXSX5jiGeMDfJ6HzbFHOekr/c4zlWPGws+yzufI78D2O/xXXkAN6D3q93/+7mdewYA/EsDgL+2718dAG7P6JXpJ80J/tow4HokW8cwQOAAMwwb3lqCrx8ceEU4Zgd6m775h3YI2f5+bp/t+4cP5gGc4JiBid9Mj2+6+zePrGUksmnlfh9uA3jf0xNYYaDdC/jvAP7+3NK0d4WAjgMt7g2MttR5zKV3xgc3xJTrYWbYlWEV1wHQSOvewHlfPKknmwLDS6UXeYa/AojgQ6BRoicGXPbG0LrWz/Y+ClIz5nJMUOIwVGPOkw/Cqzd4o4V6Lt6/ns6vxUoA2IzTAIPBT4n6H6jCsf1pn7GG+6EC8qcwBEv3D75lKW1EcUDA78ejrSXCStoYehhx7juOCewIkZpMsx3fN/DXgOBkT7DhwPzgNGPWdhgnZFGaUUo87y28Ky5w/P10vndF1bVwnIlbm7QYC1VwJhPs+35Pf8946H6oyr65fHqwMjZ87sqifojkRWqbtme0yfwQjX5UIy4Ew1bVn+lPu2Y/2gO4A0KjIeIOC8GIfCqTY99Ufiy6/RJTUsfvsM+cWJveZW9zAAX8mnyQh7UEsnpu5aUtCc/iAT8zfHLRZSsgpfTSCePwEwFgRJSS3OBQXByQckDI/mMak8GUP0FgRtxwADiPZ3QAsANLJmSNGh3xhhPgx7lkVTR9WI/Ae4LxaY/HvOi6BWEMThjLMunXlfQyJBHPoPev67NJjyVHgXe7wBRgKnLjH+fC3hEc6BKXTw7ONkm3YB60oRweKzm9VIQo9T+B1qyt9HEmH3B9qn+SQTgu9oYh7/vqYG90zNGk7GR9wL7jOHfpbQw7So/1yTWANY/5vfil9OV9lxfb6shJsLaVE3u37vG9PQn5Yo9GA0o9rLP2TMNRI97o8IWPbjfc2kBomz2K/cz6BNz6+CEkQLakA4xFS9huk1orAOwnY+vfcUQxs0iT9A8N3oodi/nV+M/1XtS2erUQ0P/eezpXvo6C0JlR2gqz0zF2r4yBwEsA2D2Am1JrYaDNA/gj7wD+61/efWzgrwPA7R5g8wC2088GzAYAbJuWIHCcLo1doRm18W0E1OLo+2kbA37thGvz9jWF+ntTrl2xTgDYvYObUvTe0nbevwqx5SN1GMuwtzoT0ONYom6s0l2+AIAN4G3gbwOAPVSWg792irr9znt/BQC7Ymx5HPg1BTpDSWG1UNEkQZHiiVaIoPdtFvFV/ky7WSjDytwtVCsFRogs72hYyfbFZg0ium7HciVf/OAOAHhFW12JvbgBL5rw9xYC+o2G8UXn5MUKc0b6YqX9EAWB2cybkgLGA5raCv/RAGBnWQZcTYS2UcB5wIhIUj0Wfc8m3Izz2fzep1jvNoptJJ36XYzkQrjyOTrZhHvw+azetcg+E7Zr6+fKPlOc9PcWUDvbg7GeKwMnSshBaa1loe1j2yScE+EtynxNX5RwAcBSwB3cpbdXyGiS1aiwWL3FAzj1LYSAlnLVmYXLPoFMdeEupZI4XbH+rKq5aUwPIwxlK/vuhvVQRquhVhpQkU2ikVZAr1yj5RND79CnUc456A1F7tuBaeNIzdIW6TEGV/UtDbTqlyoY5NBab8jB/BHj2KcQjAZAoMqz1qSNvOyPr5GnL0/rM3UGgC+L01n441r1vp4Istf06TDHTwDYh8TANL/Pt4G47k3rf9+aegqw95uHeDYA2Dx9m47Kd/MANgDYImaZTmyGB9z7a9ciEfy1sM1t7k1Xhg5rXsIymJoT7od3f//3f/fuH//xP2l//+LdP/6Lf3z3D//w9+3vH/j5HxpW2/RQ97a0AFGgCVaaH+j+8q1d1/S5Hc7+/O7TZ9PhDRD+/u6vn762qF52aBq6bXMDhl7bwGD7/OsfzAPYdF54d7pnMUM/mz7s977S6DWumzQOjbISF3mxFR3WHH8I467TcvBcGG4qAIxxqvymmIGy6CMRnJB+UgvR5w4A7pnFdWATx2CQSaJJbhBHUzujdPBEgsAeFjrBXfdE4nVZZrfRHcA1zeiVFSSWdgjQJcxJpdM+z/bX2ShKOvsIluT5qjc4RpE2D3kA26GEYkCNupBSBb37xXhpy2PvGvEKAHe8PGbXGQbTL4goDcfjWrv0+3XzXUrFAC2quccGMeH7XS0rQ/h5j0cee56j32bzObqglA3fP899z1iel/4WKUTHZjLno8DftUTTj8CbmDiWIDCJ0WaSzvSy3fw+0p7TYzN1VG09L6wf4z5x2gZqWWn5zTRrNRje2LpCkm95ljjIdOTAyaPJq4uXbYDG9TCvyz9Hvtnzx3yutAKS/VCYG/kNeIU+79/Ja6l5+m84cFWvlUiZIvVLGPZ012+AwlAyQ69GvQkA58rEuFFzxgijyHjVtB3LaGnGuRRw5Ppl8GheBeSRSxCaGc9yzrBUKh8vYKr/DPBXa6kHgJPGgv4ceVtUFfw2auPaYRnMG+V4UfI8zuioXNXov9Y9dejEQrT+kRp6H1++ZCFsaiziWR3k9uPUc9h/L2Om0fN5K3uhyFP+pB92TjYmPcA/rk+XbK8gqLkvaLc5yas1Z9Vli7WeYyliMRY5tLbpsG7rao76jwcde4pW+knC506YnmiId+ENxbzRkMOGcr+x/gCFPZnKEuBb7EXaeYG4ah5IF7wNpbXdYAH01djNxLkpre3KrGV3PRumPmrRCj68NwD4n7H8FoJlB+J1k96T7xhiI4Lt73sjjt8MAG7ev1+boptewE1pNA9g9wI2hbYBwOYB/BEhoA38/di8gD818PfzpwYA2x3ATTE2YBYAsCm6GVJIykJvnrF9CqOfKde417ctClNwCPravcIGApuCbYCwhYG20NDwAAYAjBDQYQKaDCLirssQO2fuPM3qIaDTA9iU3gCAGwhsIaDfOxhsADG8f38ywNfDZhEAZgitNAQmcQXPFkEE867sdWw85vV439s1Bp7lmvGmlBjni/WVSiJObPTK43LN3vngRgA4iPR8VHGK6c6m3ZD99wAA39Dtv40sQVt+P90dZZ3aM/DdK6SXa4alFXvjzr+mlqvSuuKwsqqRoT6kzUaqFuMsMelmWrYZ57P5vWfu93ktekfPjzRRUgJ3E3cLWOrlWZ29Vh7VnI0Fsq/2AgXNVaNDKJnnPxvn2fP8LT1ij9Wv27Xrb1efK8ZZMhSa/NNp6RlIHAq9KeEKWRl3/yrcpxT9fnw74b8jSlDAV69BV9vu/5Vnooo/eDaa3EQlUTJfZ5Rh2NGQB8NoMyrqR6XWGhoyozyqtOk7ZTbzVmU3FRjIoPXVKdjlwZkRqdM1OvlVBqysJ/s8GXJvcmn30miOvL2sLMNEnNHt+leNDMe8fVuu6e/Yi/O8t3oAGwB8nDOnN/Z3IsNeox8c+vQEgH1IHABuAO73phv/EiAwAeD/n703XZPkuLUEvVgb1+IukSJFkVdX9/b0Ny/Yr9RPNPNj7nRro7ivtWRWVlYDODgwmLmZuUdkZi1SBhmVEeHutsKwHQNMwV6+xUbVz2qzqp36mADwowe+KVqjf3GKj9rEFrH7itjIRrGwX2/od/PD3ZDo3lvLXQF733zrzeXdd9+R97vLO2+/vbz15pvLG2+8sbz5poDCAggrGIuFUaKGrd3CU08VAH54Ilm6Hi337z9c7svfX399uHz3w0/Ljz/fF7tenZ9Ss0YGq70rG5v1/VTfCgzrmcEW9VsiPdXONZtXnY3keMbyHah1B86W3FpxgoGeE2AwI3VcRkMGJABYVoRJu54c7tjXeW1YpJczduMvvnGbbWx5XYeLdX+yFjXtyeMCddIrjjF0ZzPP8TUwmOAvIpAsOtgBYEb8PtGI4Dj7VwujnxZMouYFhR9l3ozPAIBtbt2bWeQY6Iwvpgenb8AJ0SgaKaCRAc2uBz+hv6P2Amn653OLAE5yw6tzz0kluWreRwBkZO8fb+xv8fYpLdBZPripHre9VGWzGaB976mLtHnLFzVrZStvD+rRhtzfrPdoI+iQVj6beweZ8qPyi8zRtAcbbrEtfeMqRmfT9pr6+jZsr40GHyzDdgwAQaCV8uYsqvUElzVFHgb+G2u8QZymuvaO9g1voU0O0RJyLebHzvktL27Moq1mtqABrgmASeXgyQTgWCQuADXgZHgOMi6XgQbheskmReA3R/yxDlSLsuwtGAKBYxxLVEBkbkbPwLGVjeZWALD5EDA7kRHKbmyASbtrYKdCZDgVwOhz2y+13oBQxQO8bJfbzL4B+VCugV5QFl9KJyWaVi9pdpgiaQEAU3fAU2TRLLvMtn9iHdaeFgD2vni7zOSjQe73+5YwVOTjgGwkfNbLjbahjcUWQp2hojgA7K2P9vO7VlLZ8wMZxDLjL9vtz6/4YoOnWH1OMJl2V+M3+KHowE73WWecOTxYXhBrqsD1Uhs7nBETr5W/JtWHrhSdFQ9NMvZFGwi4Wo0pjyX3AAAgAElEQVQBhoeiWvWjKS8mic96Kwj80g/FPk380uibLVyo5une4GtGe15p0F4Zn5U2meimQEtejz9W7CNd+35GcKyXPPrTFNBXAwCfMQLYAGDZJexAsAK/j+WtZwA/1jTQks7KAGA/A1jBXwWBNfrXUkD7bmdLyywDCABYdX8yrBQRm8fXJhIAsJ5t44cXiTGNyF8FfZ/Y5xMHgOWc4Q4ATDdQfx3poLc50LNjkczFwV8DgNXYxbsFgDUaGBHCfgawp8zaBQAHY3VGlwVEp/FglL67x69vKfnt9dH94Mf/jADwzOmmmsVe9nt5910DwJc3li9cSZAp/1Qv685gnYTifxU9lsKvBEy9QFtfRACYqtfRvGwyzlvzexHj+FgA2PqbUjD1pvMqAGDUO1/c83qbXY654VcAAJt6bO09DgCe9bcGgLP+hE7B8OfO6379lUHjTmuc06TGPTLAIJ1XceDkeocAcOOEaOkj7LYdfGDm7CoGZykImbHcAKUB3Op5DnQC8HT4JDdqZRDQ0es2sRm+nja6MehpNIfRzqYlY3zkcA6n0YDX93THFhRJrgUDEVpnw1D/dGO/NHeumOWUyLk/MLfgwKjKSsWN0imbmBsY/3vatf3sRQDg/rM9GlzT+3gsN9t8DQDbcGYAOKKABWzTqF4Cvpb62dNAP5EjivR3BYDPTh/ZpmhkxQIArHitndurALDZXcorzw34vfvqHQF3X13uCch7795byzvvvC3vd5Z33n3bAOC33763vCHRwK/evbu8JlHAd+4IYGtrTZkPIh3UMUj+faa2vET+Pnx0Khu1BQgWMPiXXx8sX3/73fLV198tPwkIrKDwA7n++IkqAwL6Kvgr5wI/vSnRwHrskUcAG9inm5ttY7PYwwEAo/qrAoCzLIs6XLbRmdM6yFbsfcO+Np5RQmvAx7NTZ/B5S4xE6ku/caUjhOxPstNlKFNAMxsGz/oNJzfPAXYn9hOJSi+Oa50QcMIC3mZeUPgzfKnFsYrzfAsAXI8FCtVntC+xoZ8yjAaDfteN/5YeugDJ6CV4NMRXapN8PNdFkF55n/acXwG4Hr22eN1sHi/ybMjkQQWzNs9p62r7e6xr5BoA3uII+65fA8BlnLbsUPjpR2v/RQSAIS8LL6w/tgBwBZTZrY0dGmCYl9jIrn0Uh7tmNmxsQjfRAvnCZwj20gEGU7mAtABbaNvVNl2p0zf7olDvKStx/YKgbU7j6oCOAbrcHKX1Md20NtRtSW+xt1t1OwC//MtzgtUWJYDsKJF3t7SROFIZN7dAzA6EhOvzUV4ZXAUkgOddrlJM4uQV/I7NV4z8dTkfdhdAU0YDaxthcxZqyAAwImD9zS2nBJhJnrycSJc9pOpEylxvQoge2dM8FtNaBUWg2IzeR/zquonrENbmNC4KWCMTkt+sf1zvibkuaDDq9vajrXhwy5ayu6hP2d8if/lsWZWgA/23mmEwstgAUeimzMnsU+h2VgzW3xqI5WQ1Jfl6REd5zdeYkXrNU+bfHTiNKlhow5dyE+yWsvkDLccaqyYlGujjl9vFPrD/GMBiexAMng5nkgdpPupHSpti/mo11SmGFFYWRgv+6vdYGzr32mRTnh0ANhKs12Uryyo75KoigDX6N6eARiSwAsF6lpGmi0IE8KmkgNYzgB/JruZHDx6IUanpnxEBfCq/PRaDl8YuI4DV2DUAOHK8O2PLHjZ3Gtq5NgkAfuqpnw0AdgP7qYDABv6eI9L4hhzOzgjgQwHgmtB7ADCjfDW6l+mfEQHcA4CR+pnRwyUFNJk25js79eSzRYbwlT5V3CMxSK7xicMqjL4oFoWNHoH6FOy7e18RRi9TBHCHG7SCbMowLvfiNQB8ueP5QpWW5NkL1a4LNMY4wsAbAPk5EfoXqFdZ0TUAnAZwotzM5mhzCibjvDW/F5n7awA4z4wzjsFa2hrn0fWXBgBWxdiimQAAh+ObRr4PVQ943nKoV/R/oNw/CAD2ddQ62zOwGlqe81OAxbRci05II79ohMVIVl0ayhmM3vJ8MiRcyXO72u7NZzr2GDpBgKGC6HprVlMrrbUCWPq66mUBwJVuS+CBNBLjiR9ah/TLCACPk0AX43LE52fgxRawcX0GMEaVALCCqQayeQpoPec3AGD7XNJAAwDW7w8tDbTeq5uiFfAV8xBRtXoUr4C/aifflF3Sr7521wDfDz54d/nthx8uH/7mA/n8wfKu/PaWRAHr+w153xXQ97YUclNTMSNcOKhfyV/tbH2pM1OPdnp8Jm+z32Ujt7wV8P3u+x+Wf3z97fKNAMHffffj8sOPPy+/Cjh8KiDw2XJLAOBXJSL4LgBgrcsjgC31s3VAU0AzArhUT/doOKYaZ/WWumhO5kalLM5mOJqwKchmJvTPHhBc1sRAgW2Fgyu64ThN10dg8JZ+NQWAG/DX5oyOb3Ng8zgsj1KyKGBEAocznRFMekaw0CainawgGyvy6Hqt187WcAS7PILMKtnGKDsq3m9HoRRfRs2jXEbRSa1RvSGMGk9a5ZGWFicAuE3S9bwAYPPdbE1073pyZI/587FWTnFAd6ue+IZmXSFwcUx3gSEcNVJFVh9Z8UXqParKK34IjuJ+JSCr48d52nSpeFbyixsB/BIAwIHiYQby+cJFV6dOXwmfZr4bsEZvpc6ffMuHkmhtSzUgDwU3q04ArT3n53Bm+UV5xg3BSI9cADBs5koAziqK0Ntgz2QAmNG6kHNoCgDmEtGLKGFHhwIwW27U5/eqvfnEgGkCwd4+3UjsbeU4rnQaBXH8YoojdQtkLTPKmh0AwLQLpcwAOWkjEiTy+S0AsNuNnPdkDxWcoRRMHz5Jht+fMgUzVz/rie8NThWYFcpeA8BWQ5BgTksNINoLiPYSewEtx7g2/YXl62Pr953bX5Q3Bn/RlJzAD3UUvpGSwKyWjtXrvBF/aYfj1niWtNgqsVgMAVbG2uDvrHHAfEH/PN4q03xp6pRvSwF23Qe22nThbWZJXE/leyx69JVlRB+j0NW4xQ/E97j+E9BbP6SDW0DamK9kOBD89pFHn4IPsJOj0ajLhi2xtjkCp0lrMrcz56nJ6cMLfWk2wUIbnG/4bRylZJ8qWQ4KD3Lw9cFbriwFdAGAJd2Vnh3ECGBNB63n/2oUsIK/YsxWKaA9/XMNAAsga2cAY6ezvb1TYGzZaHWiJIG4kYMIEilHdlPbGcCWXktTQD9anopxrSmgbxgIfHYhAHhNsW0K6BQBbGf/6vc7EwC4SQOtBk1KJ0WHFHaQOPjbOM/K5OunhomuiKO/5uBcTC9jpIN7sawbxa/cT2bxUgHAY1ZkY3pV+vO0Wq15lkJ26+HndB00W4in8c9sjPTlNfqFr9f1zcvr8fMvycZ8pJQo19jy6B3bBan4WNfIsVVuPWfKwvNIAW3suZgfW+086PpknKFXjVfdReb+GgDOs0SltDPWrtzO5vSfBQC2Hdwp7aWBwSnau7srtRqy4jDojlctxta3NLR+WQAwbNPERK0d+F5+T5ZGZQAzKRYNZLkvpdIkGOyFJSvdyze9r2TdKaBz3X2I+MkARZvXFpH2AXo9y6QRUxsyxwLAxcni5bvzgCNYKXN5K7jpWzb48XoZAOC6v9r+4yXhNQCc6bxnXJfro2g85UmP7bxfAdlSCmgDgM02fRzn/vIcYP179lg2Q8v7TGxms1cV7FUAWFNAS/SvpoFWe+CWgL/37r1pYO8nn3y8fPzxR8tHv/lwef/99yz6V1M965m/GvGrKaE1NXQ+S7z4b+Ch0vVoaQwtq5e0WYFg2eANu/7cQOAHson7p59/Xb755jsBgr+Wv98u32pa6F8eLPdPBAS+eVfOYpUoYAGASwpojf5V+1jTP5cU0MHFzI9S/uvx4FadWMsu83RNeLM70XKkgNebHbaHqaV9upjyq51K1sUAYAK9TPtcUkFnABhy0zcnuOO64sSUNdno1XSPzhgJAJP/GzdPDuXijKbj0xRSMmOjDxRFRlv+8kxqyCf8znPLe0coZF7Xmh1XCQDPZD2cvTsnvLltC6h7VhHAW+3I9LLSV/Z2/cgxirqPdsok3WhvW1/g+yp3e2dMLzjML3DP+03bskPBil48AHi15hpHPwBgzHbwGPfbVm6G1n7wYaJHoD2/dO9a3x/ll0CSIM4iow3INRDYNx/FBq0C3MKf36R/Johszyu4pYI8AbQu4yHfCMwyyrcc/RAAsOhX0Hl4fJCmnEY7uUGsUBj0jLA5Uwponk0KYAj6RpF3IfYg77LZli/VFp+Lv2LzRYakeB5lQYzCKiTISPtN5SbtNBzTkPADB4rweM/u8sKb+woATCr0daS3Wzu8Jfa9Xp8tna2PZChSJewwVVG93RG5a7X4QTe011iZ26TQRzAmckpKvM7lNz1EhQAsNTkerVGgZDxStbHDN0berqzZcBZ94UZbjA6pi3JjA2r1yv2P+/KCJnOl1p/eK60lKxKrv3m0ArhzKQQ5jeME8Mg1kNqYr3vbMyAc4G/4I9kKrpOqq+yw6/RlzZXWK0G0/eVAOm/09VeWYul1Blx9yH1UdCB7kjIBwA7+xti09F1mdk373Tna/hE9a6lSfmxkQ9alSfvGF640AtgMXRiKZiw+lghgB38NANYzgCUF9CNJ/8wzgB9ZCmiNAJbzhE4emLEbEcAyoBb5awAo5gXAJ3YOVyvHaAM7cTQKOABgifINAFjAXwWBn+rbzwC+oQCw3r9IJLAN7SgXOVgDeHohgnrKoEiqEWIGrrY7UkBrumcxvO3c3xwBjPOQLEV0OgfYIoF9t3QYVskQC4ZGQ8sbQobMdtVM1tuXDLcZybUgcOsMy8+2Zx+WdqQF48LD0kW7gNAy9ioc28ujvYPs/PAnt564ujbPa74GgLdmZnx9JJx7T/RY/7E17663lcjHVvgCPWd9HwymdfcwT9v+nknhx7u991dzyJ3PEwB+HuO8Nb8XadM1AJwpbwIA623N+Swtzf4zAcCIAPZUYXsA4HoYN/mRyd++XbACHi4CAGe9qNU1qIc1W/TMAUJdMfQ/muDUvap0mjDq6VC3Z2hA44uDv3AWcCOi6YVJqMHp4HrcyAk7uW5GeTgLSsvzQAeg0GG4rV66ciykZ6ytKTVxqy9XucBsODBGfL1MALDPoNkjx75meu6WDnwdAYxRBwCsKZ/xZgTwE7FBz/X8XwGA1R418NftXz22iACwbl7WjFU3xMmo/Ifpn2/furncvXtHInvfWH4rgO+nn3yyfPbZp8vvfvfx8v577yHds5z1e1fSPd8Wu/P27dvLLQF/NVqYlhFkdNHD7Hf9btG/Cv6KQ9Tf1g9562ZvdaieyJFO3/3ww/K1RAJ//e03lhL6H998v3z/s5wX/PjG8vipRAJHBLDYuJ4C2uxiTQHtEcA1bY4BYPpTy4Js7fCxAq0yzpYxO2zOBDAxRBJhIMJB1TjdttdPbWteZN3kui4HAC4O7SoC2M5U5DmGOteIEM4AerhwKz8DohDodLKe87r5ZuoNQxkAtr5RRuhgu3+n9LmMY5fny/3mrB3YFPANDV7Zsb26BbJu/OjYIpzZOOju8dbk1rPPEgDe24uZn2h7HR1/x9ZYjUv+5wKAyebGC+H4MX4Zn9yyQ18qADh4SZbgBewzfuNvirDRuqDd10Yu7llHxWakzCyykzKV8JLJV9qgDsZk5En1ChfEAfQUnYTAVT7/l0AwZbcpLF0AmL56nvuLdM2UhxkUA4iMCGBkkwKGQHFIgyf9dWBZg9V4TjDQA33IPiSdAj7veLV+e8pQG7xyY3mG4C2OXoBvnv78YqfAFqNlCBkd2TjclmHa59jYa1mh2DJ/1suIOtzIs0hfvzdfw6gUfIE6QdERSlujppmtaAal36ltcZvN9LPWlkzRx6w3IorjXqwRGz2fG9L9uZ1djHmm/os1tIbaegCwN2k3ayzdSgRhJJPWiZFO0U9ZeOipBj4asZR6vQyz6XutcbLkWmvvoU3fyvlY60H6QdyF1r3Guk1Fr47223rK/YK+nztRXMKpwYG5oW6U4Xyjq5jgvhwBjOVY97p151TXm83gaGPxtSl9BBaotJN9BaQlZwR7eOoeAiJFcr1h2bUDEBQWennghVcPAAP8VSPRooA1/bPsGAYAfLIGgAX41XOAAQA/NAD4XIxkZaq6rtXhoumjdPHCiONZwOgkdk0UIUEAWNNlMbr3qUQBIwJYdlPLW1NAGwCsabUqAFjPHe4BwCFSLwAAewroAIABBgMgJgCsu6URAQwAeJ4CmiBqJq4xAIw+rO8dk90KAJ6c6cUdM2Q9uR0wYmkIaRueBQBc5mzPwjr0nsta0IfX22XthxbzTO9vndKH9GCv0bmnQy98vZSrezrzktxjYz6YxJ5AvrRuSeHHu70vrRVVQdcAcD2u1wDw/vGgDO1T5jUArCmg6WjIZx9uRgA3AxqOigELGALAen8DtB8DAOdqR6Dn6HcDgJXZup4GtkuDHp8MfDGngJlHMB7cgLAd4s6vYdTqNXfoK3Acz7rzwRvLZ1o5Xw1ha7Sni88SALbu/QsBwND5j5eEFwGyrgFgELmlgBYAWO3iJ2IHP9FjijQVtEb+prduTiYgrJHBev7v+dlDs1f1uCIFgJHuWc//lZTPEs1rwO/vP10+FtD3dx99JODvR8uHEgmsUb+vvfaagb93BPi1dM9iV97SM3jNnnZLTZ2YdBw5/4CDDFEzBgJLvQYCy29nCmKbg3SR452eLA/kGKeffvl5+f7HHyUd9PfL3/7x7fLl1wIKf6+RwHKTbHYWQ9eifl+xTdHYGP3KjVvOW4Q+K8Vc6nWnSY9/wldMhfIwAFif1OiPiJxIFRcQGHNWOaWyj224YbG2Ny+ybjLf3AsAt7oUZGFK9Ww+EgC8jFpCRBVSXcLpXdJDc5Tp5K36YzJjfQYwnM1ws+asEbZpJoOvlDfqz2kc4Qm+6AOnDQCcSUdnwJzb/uOKfvzZ6FtFd3M+OZvPmY1jdV0DwJUqcFVfjh9np9sLzNNV9enYcrdo8thyX8bnNv0MNlgvSQRwAoCh17mmnvkrJaTztxaYMPlGEIZ6gAFgDisM1kGWMTUAnDZONaAVouNcTifZWYFKWabqvRWwUp4PeWa6CQBfynLKyRYUo6wzGVcBvM15otb1dAawyU5TjBxjSHpDoLsKJno50RZivyLbAtfmuOrEUOgksDTAVlprxWGGqSj8CTZZ5zvljF7ODje5V2WipY2BMIId6HNsGTY8wI6gEusM8JjlmYqTnHlhL9aAE/WzLNvZppZHr3h2bj9VqpDbeVx8HKxPPEqE9mwCQEMtQwvsneS+oT3yvCdHLimg5R50t85s2gLAGoWPFXiYnLee0A51fZu+hwyQgizRYP7bA4Z5Q8CpaZow8SiAXc9rOWav0ofiqag/no/1ag13ELg8HGvQkXZgdN4E5wfoFrTsTQDYCwi93Y5uKSOy9i9HL3GJ45u6xI+9I2PyeK3lwn4AWG21Gg/rNGD6Uz2J3LCAvlOnxnru+9jxfKxxferSAWApVA1FM25tpzMBYE8DrcCvnh9kKaAzACxnAD/UNwDgE/nMCOBzMSwtItfsjAIAo9vO0LzHOKjdyVAFgxjWAH4FzBWDRw3np+cCANtO64cGAmtEsILC+hcAsO561QhgRAGThWNuasOOi8AOe68pBa1z42gdAayALs79nUcAKyjsgLAby3CksOzE/I0GCjMPxpsZto8ZCSaEQ9BMj1M4fcWzpLfBvXo5FiSFXbkXwL3eBMcjPlOW4LfjXrMHg62lokcc7vDajzc2Dq8rP/HSRQCvDPwknDeG4miyGJS7d/afV73W7CQsL0YpL8bTlFXd1pBvX0FTR4F6V1DV7iL3AMDH0t7WcxcBW2cd3BrncKz2CnEFcPcAZk4+dMRSyR8vpAwK9ps15hTTcVQ5l7XdpnBLDTV5zcq+EADshuyo6tix3NyA311F7za9dcDXBWDuOw82805DW2kYaoTWyx3dqY5sCLEMdy48tbRdJZrJnAUHRABHK2djZTrLZA7zs3Lvlrxpjcl1Yh/qRljdRU+iLpgXhH92nTDcAM4YXIOsQFzwZlOy8bDdhAfQNjjz6XAw4MgjiN2NEI/x2aFeRD0gMaqioRE4yDpbuXEEeLPyGpyInsfgVPPgOig7XLcXo8SJs6FoHWsTZXVLJxxf39KBJ+BE0qPZ4Zrusn0w4z79a+P5XI9zLqFyOq6K1jHekljpoWotrfszOnsL05fr8fnNRTfzme+fP1vPGR1zvVFUvq8AsKZTPlPAV23lAICRAvqpnweMFNCaGlo2LCsALGcAP5XMVYvYsOqmuiXr787tW8vrr7++vPfeu8sfPv/D8sd/+7flo49+u3zw4QeW9vnte/cMHNaIX4K/SMOsIKyCrx7FkezmInvKaazgp9JmsZH1nDsA2dp2RIvqJu8Tae/Dh4+WX+7fX76XFND/+Orb5a8CAv/1y++W73+STF9yJrCeUnxDIoEXBX0FDNZNzrbBmZEb0g7Okrt/4VbqkAiP5Su0Dvu/vPpyP5zbxtzcYc1QEH94LZ5RMOVTfO7Rc+OBuXwAuDjZizcNfem1y9pcRToxssk3SpmsSpum9LOdYwjgWMcUYK4ymGath4+jCBfeS/8Ho4wKKFwtOnzRpru8StweP/Zezo9thv2WPPVat55f3QWAg+XgQSuqfhh9HdQ7vJba0n+45UGju/oVz30jE7mwWU3NR6uetzxRx+oAJ82c9282rLlhn5zIutHBNTgNDunu0AJfgPundvcL0L5n3YSpCbQ1WCM7Zkcn9tvdDZ2D7RZeGLoo7yvrt9WPQ8shfwv67suycv5oeiD65vJFv8M4c8DHgRuCOD7AYfO5bgETkufholCCwqwCNjP7qnLOQVVP2wwHP9M4p2wWfp/J8x4QpUUyw0U+31flnG4Ydmd+/ms6j8lC1EkTuLQ5Cw397H3zHvBq6Btxu0cAxzS7BRWALGVsDehkuWq2V7LHrKgG0F3prG53KcgbryzXVWa6TUe5ijIcVDVZn2gz20NoQCpW70U9INcam6hv79k8/lsaI9qVlPfUR2K0YKTFhrOsG+T+mp7hemYLAFsEsNNCrC7e29r7qkewYCcR9HfLhivDT1rnUMLFonpXo8v5GioUV3wh1QYK0h7X4kxkcl2m5tSRv4m+0xq22339x1/7iYOQ+ARBMik4rnuxee1bt1mGl1/KQwPjfvJg90eVuY2GpR41a9Q2Yqw9UTZMOs9rxd/LCqWxUg0IRDMCGN1tIvylhEg1vk+FaQgkuHj8Xuu8fp3ZkDt1cK0g1TuyKG8AwI1S6IuALWjXQoTQ+07hSP3MFNB2/u8TB4AlEjgA4EcG+AIAfiAG5H35LhHAj5AC2kBcBXBt4wpSQCNFXGJKBGaljebQ9R0752KsqiHzioK/BIAd7D0jAKxnAAv4q2m1LLWWpYwW8Ffr1Il0suRCLeu9jDLWKo0ykjIdc70U0ArqOgCsIPCtOw4G6++I9n1F02XlNNB+XhJSSrs6YOfllCgOKNsuNNY8xn6Jqzl1tikYE8psrsO4mnOWTmZybxEWJIUCv6BLPcaZFzCfbDs3ejaotSzisoR6hVRtLOx9vQAnD1/ZpVqgk85KdYcYZlfWyKbgavZMCZjN4bxVh/DOlmou0t9nVW9rINxovF77DYiL9Pb5PAsW2oWILtygQ+bvwpXtLGATAN5ZTpcTNrK6vWcOXB7v+tgzzqN1eRHavhgQW84J6o3lHIidcBmh5ecFACezZNWl7MBe99fX36pb6fdW6abEpEEwoFs4A5qxbtZ7NmSgkLNeN/T9Nzq6rSo68F3/IvBb0j97JFO1S7w0knXGXy3SL5vUH01xAxh0u50L2ljPUU2MbzHw1nK9yFHYvGXl4VMx8GsQK+t/xVAOVc6d+bEzr3L0qhLYAMB0KFidyV4wNbTmBqGz8nfTU/GCSuA6rX3M+hbLTX0050fXyvEC070zfaNqp9ff9rl4GwbtHE/s8cDPzIFQ9H8j/1w99fQhI65tug2SXF2e6pczG6JDD1F4N7XWuGXW3+hfPWccix5YGLTWzm9DR2PQt6Xp1ibIc1aPc54jtU8NNHXg11JBKwDsKaDtrwPAtlFZsmZpxipLAX16fzk/ub+8IgDwLYn8vSugrkb3fvzxx8vnX3y+fPHFF3Lu7yfLe+++K+cA35N00G8ur7/x2nLnzh25H1G/CrZq9K2ev2t2dESEg9/kjTq2xpKjx9puwCDSImofAAorACwbu6XdJycCAsuxTr/+en/57vufJBX098tfvvxm+fKr75dvvv95efhY7Go5E3gR+1ZTQt+8Kbav2MKytdt5QYmy2AUA1yugI/rK6Le83iqsZNDManD3lP5pnHPtusB5jOV1WXZZiQAeAMB0tnnVle7i5/laaksH8xEBzOgmnKtooK8DwuUzeXOP54LWw8Hrax1OUPlizmasFRMv5n3l2BQ+rlXCfVFfr9lbqt8/2qyUxR2327mGLSNIz4SMcyZar2ZrSJ8JRfPG17f46vH0sF8ubLWhvt74+mrirWn5sIKb+Zw/vD0uQ8HWrLdKSBzU4ov4J7YqqmXX1t2XeH3DHhzSeq8JkykI+evPtRKyLe4iNt90dHYM9JjTzzpI/8Q+79JW/+rrud7MA519WoedX/b4KPXn5i9XQgo2rYauzXKEnlEG4NYyr/5J/mAk9EMLAuOaiZCQJeke+43plK2gUoZXZnRj/cC9SNPsdSVwmVkrSipnRO1Sb6g76pHCCiT70UDQXwqIHN6n6GbSiSj3ec3tNI4Xel3bt+gB+ld52F28ZBuG8jL/tWfM1rEBCRmb0zabMK3IJclify7GwfU9HduyqRdl49byLNVy1O56YrLZnBzTEDcypAWZq2epC/jjLvPrldf0y9qMOwxgo36BwUkmLDKOkG57mT9svJwnxjBCK7MAACAASURBVAYx1YnkQnUEUsM3seG7Xvv8lv0EXds0E2PoK/6jHj7sDS70omomaN6ulqVX0Xel0zZsKetGPV609m34euS0VH11nZP+iWod+AOhS5dxquv1NRIMpa4PT/X5CViNZ48l/zkAAAauy/rWfuYIXpkAwOGPzxNCimT5QXlp0si3QapHvOShji7rOd5s/Vo6dl8T5BcVyRnPybxBPs8jgLNxWBYMCx0CwMnA1QhgRgE/NgCYEcAwFHEG8AAAtjOAZUe0AcAC4vrOlLx7OXYNF/qDQWO7hTzFkRg5dl6SgcE4X0nTaD2xM4AlAljPALYoYE0DjSjgNQC8njMsS8wmo3m4GwCr1RmiAbS66xnn+Or5vngL8CsGvEYBmxEs5zH1U0AjLXT3DOAAf32nDSyocL7FzqOOMw4MtO8o7FFo5RiRG3R3bf/VPZY63VpSQFcqD4VA1dY1w50lc902INjmXrm5N4fVe8SKPuqRXQDwyHA9qsaLP9TIpIMMwrb2rQhD3p8F38V7sOZ9ozIvVK8JuHq0IHC4SgogcBl9ehHL2DKYXsQ2H9smU3NmEYTHFqzPCRnNEn1uAcDHJwk9vtFbEbGzkq8B4C3ZVa5vrbHRdQLHZtQOlOQ5WK5yvzaQjV82ZYXO4sYXnAgpxZcaRPmZxDfpcNDsMxH1awY+Df01D80GVCv1M/cd6TodxOH4RRDj4adHRT+LDEDhdAT73yTz/WSjCoDNeoOZCXY/HfRJC0sAL5wE2bOgnxMAnIwJ6JJaZIke3gKAAxCmhMt98PaVvqaZSIZMd6A7uu7M6JrrwDUFmAGVKj0e4OUc9EmlBsDbe2q9fWUXbuh/2zrymHw3+zsxbi3SdPTaCQL39KsV+DZpw7r96/nNTZyBwdDLSmXtnPF86LbNym8YNWsOSD8L+IkdTQT79FxA3zMDf/U3jQLWzw8N/D0/+WW5+fRsefXuzeXeW/eW3/zmN8sXn3++/PHf/335/ae/Xz6UNNBvvfmWpXx+7XVJ+6zRv3bWr6d7VvBXaARn8GI98xUOW/0hq6LuaIm0iQ4AK1+2SGaxmRUAfiztP5W2n4rd/vDhw+XnX+4v33730/LlP75Z/vK3ryQS+Jvlp/uSznq5vZzfkChgtYEFDNbNzogy0REtFW8DwK11MWG9dEY3MmdLHqJEFUZwHtn9zxkAbjOAZJmZR2AEABsNeppnAsB2TJa6sOlop3Pfxm22qGrHEnkk1wNkSO1nSKsGskhTJxoCXMrqzWSP/1Try/0fLiHHEcDa00q2dWy82RFXF7CxL85/R3NRy4XJShiIzZqXTWb8oKJrQH/+6NbYzOViXfZWWQd14pJuNm51WQN7SJtclx49cshYXfQokyF/OqQ/W/faQF++FduzV2ZNKf7g8V3FlKl1XEf9Vg+G3rzSl4tOudK9R2TX8TmZtHNZCenqcs9BXTSIdpRbTHaLFeZ7c/E3NhD5/VGuA8Bxf5LNtkTM7ND/HNB1wJY2KCpxu1CBO/P5+5m9BsMiEpcvzpvVr9iAZCsh+FttgmrAvRgLHwYtNtu/Vh7HiMCV+3SqZa43uWwDCyAQU6YX/fXf3TdP3pmBG9vYZEFw5diFTCSm05HJGEk1OqpjBhydlY7LI0GivaBLtGXNvFp7yOxGTqI3rLSfLXU7yh+2b/aZf3Effko1sOysK3R08EMB4KAPpSrqKiue6TpgHuz8WS4fwnHSvmLoP7YnAmsN5FYA18QZ/FDSRNumr/V9MrzLIdWuqyL7Uux+9a8ETZPwvaNcpwP/S2k5n6t5gvfK55btrgc0dH40JjaScKOJjYXzm4JvkVqcL7TrOPgS61r7gbD6JuLZ6CHhR43vtgW6y2Cn9TOinULt1acyy+uWxQYO6te+PumLWW1CMDW87uUzBoD9DGA1EC0FNADgEwGAGf3LNNCPHkkUsEUACzBrgKwkjpIOwGi9iTOM5C/FBOjVWXFE//o5NhrJqyCwgL+WAtp2WCv4q2cs6blKCgDrWcMaBVzSQNcRwOuZ2waAXSBXAHA547cCgDUCWHdBV2cAIz1W/KZnBJsDrqTeA8NMEcEkAmeaPQAYMoHGQiMcJgSaBQWz7Pdv3wKAsUi7zrQkJMlM1lxrzGa3FdmLAMBT9jBd2pd1se6fK1+p8JGQvqz6jymnMDE8fYhB2NZ3DQC3o3nMjLy4z+xzxr247T+kZdcAcD1a1wBwPR7bYOqI2tZyId+5tcb+2QBgOLjdOcCd5GlApgCw6pxDj112ghyy8uf3FqdRKd9tIdObXIqGrVzpBAZQlp2gIW/LU0nvcmPbHeEwwgnwQsesoqSq63r0Ct50WsB6kvRZNOoHYGkABD6u1EDNcZCeLaYYNzSGtyB2snZH8hoAnhLYto48fnz27JZedw0Au0XjG1rsHF2NAjYAWNI868Zk25ysKZ/lN8l+dSY2qYLBaqNq+udziQB+KgDw7VfOl7feeFUifz9a/u2LPy5ffPGFgL+fGRh87+23Bfh93c771dTPGv2r4G8BgGH7WfpnP8fb3Zpw/GozV2omeBEifxmRUz4rmPhYQWBpK0Fgte8fSTroH3/6Zfnqq2+Wv/796+Uv8v7mxwfLr3Ie8ONzsd89EviG2rlPHQCmHS/LfQsADifZHvZ7mQAwPIaxealdF1cdAbwFAHdluB2YjDars3wFALsDH5PvvpRw6o/zeVHG1E5tbAgKT8AVAcCrdO/XAPCelTAQm7UvKDv2jy5UVYIGaJ+VtSWbrgHgI2diBWbU5WyNe2U/TAjDOEe+7vWOHtmyRY7srbOvQ+CYfTWB7R/qg5nfj+Ia3yKctJt63Aro9Wd2AcAOGmXQKVfYgremFlA5cACGsgLALAEdB33kftu2yw1FLi9RLrJNQNQ4yOMyJ7ruw0b77Ykd64PzPstZnZqxwvURP+LHslswq0UzgqbD6H1Slr1jE5QDRwp+dcadUw7/o8Nj1FOsjiQvU5RonkH77PYZAVHqXexzkaEqPyXoK/FPPkMMpAsAm1+fII+TFcmLNNZs+iNgZN3QvsfGJ9p/6AXswzVNWhu1+7T3VO53bDAN4OOrAL74peLrfltYuqRpb18B3R3HiOdT6QdEAJOuyzooKaAr8rHuT9ay0s4BrCFsXWeaWCau8TYAa+ZkBHNZVWyK6NA6fyJ1rnBRdj4oWD+0WW+9FGtTAaXt11ijueOphfazR+/j6XiI2fF67BR8w1kKP/jTRh65LSA9o9DgR1MA2EejqZiek2YYK5o9HAAmX4c+HBTa5e22cMo6KiNlXcPI1RwF6i4wQV23ZS2zPq5dDJJVC8XcXlcLAKtRaOcc6V8x+DQCWFNEOQB8KuDvqRiJJ2IkKtj7UFNAP8A5wI/k+4lFAAs4q2fySoslY5UZrLf8zCADR9Ej75ALHjdwYKhqiiOmfxYgWQBeTfOswK9G/+rbAGAFg5+cRASwAcZVCug1WfQAYNAmidyFiQ08I3gJAMsubKZ91ghgSwOtALD81RRdAgRX6Z8tSlh+U9A7G+0B5FLRprMsEVuhOky60UAhTPstCHLN4HGdT+JzEjGrgUEJTZTO6q51jnQaClsg5/OLAO6PDUb02by2xuZlBICz6NgayZmAzc+6TJ1OygtXrysAudE5AhgKygEaxrMhyUut5XDj6lKrf6aFPW8AuKWkWD9y4fJN5+2hvQaA6zG6KAA85BQbPOSfBgD2XeE8c4ppxCKdmA93BoChueBNnWe8FtzQuWSenPVHa487TrjXvJIPyZCgqk/drvwt+h20vtoYUWM99EHbXOgZa+gMIGOwukoE8E35TgDYlUrbPd0DgIvOibbomFbAeupHaY/3dKWruuHfNaJi4mKYWgf0Su5rn3k3nRjlaRuxcrneV7sJiE7Y3vazY30zRy1vRQBX/XU9fkvPGjV7s82Tgq8BYIwqQEsH4SwSRaJ9HQQ2AFjeBgjL5meN/NWo4HOxT588frA8PX2w3BAQ+I27rywffvDu8oWc+fvf/vP/Wj777A/Lb377WwN/X3/9jeWOgL8K/Or7tpwRzNTPN+3cbmwYtjTQYUuybSMHdwGAsZmmgL/KTxVM5JnGtPMtEljs+18lCvibb79f/i7nAf/lb18vX3770/L9LyeSClqiUDUKWKJ/X5G/PFQoHEPOhzWaxzKlFL9FIU9zmPmN5OeTNUfeWrFsOnK3+Lg7drUM+nj7stItYDpZRnxq0s7RJaaAvjAAbI5wSTuezgU2iDd8F2xBcfqZv6OnVJg/AHy3OHYLIwB/6mcaK05lLRuF28ajgU29AtpbfgOPmLu6i0vPIkY69+YonJVteYEI4JHuxXE6Yuobv02vBGzsOPaVxxYgwiW8bDr2lzS/d+3bmrXwkHovoaf7ihgsoX0PH3+XzcDEdXDIWB0UAawreeay2OK5x3bZ6jx+LQz5rw7jzja7qjXpwYoh1XxvRivGc9frivPYA4DZENICwaYAcYxGfLJUPjgYhTTLIKCQtZS7/ittLKI2htnIfwRy7Juf4UtA1wBgjmfj+9I2Rp266SxAXgLKuAG2EY4xAEDs7faMUXnww46yFNCeDlozsPgGYZJpPaqdMW7B+qjE7cEUAZzniPYk5qYc26iP21GTYYcB1EGaZ59n56N2jwfBRQbOlhaYFRQF45+gpbKx12xce4cAh+x0uWfjEbZXjQGgyxibIq0LwIRn45aQXZWMifJxcysmCp8p9Ri95EllExsbLa/9nty3cU0FmZYDorW5Mdpq67FmQg/tvoSmhpKORXuplU0GFcvtArf38QPG1+c3b9Rgn1bqmjes5lHQ62LtpsazTLZHv1P/Xm35s7WW8K1gFeVpmx/PJIPP+i82Hpbv+Bxn5jaDybmI6fB1nmce/MEHzksj/dS/l8LzmPR4eKwFf2TNB7iarXan1zKT5FepRusl11/NC8rvPsu+DhOyFmsWLbHernA68APiPljuuZ3+3XlL+EJIW1eaAlqMizgH+EwAYD0jyMDfU/t7Igbu6SNEAEcU8IP7OANYAODTk4eSMlqAWQVjDQCWU4J0J7MAvxr9aymVGe0QI4TdRYz4eKJpn+3sX30TANZ0WgkA9jTQCgQzBfRFAGCfqkIHxlS9vQpeWxpoBYA9BbSAvjcdDEa0b478ZbpoNeIVIHa0n8LCo4uxBuCQIydtmVGr4FesOzH6Zj160aU0GgcjZgfSBtPpv/LCzcMEQbQFcj4/AHjQnaFCMLr/+N+3xuZlA4BbSkg6w8GDlGUzmOW4iBey3hCuud1pRKiQ8/JEFzl48F6QB/YaVy9Icy/UjOcFAIP2+wouHZuXbzpvD9U1AFyP0UUAYHWYj6TvDU9fOZqRfwYAmDvAcRwI0oHF7m+PAm6B31AhOTAuP6YRwLa7daTmTAzCjeWQjShbrY1B2jdgml2fbiwAcHXdKgxt71zY/vpBNhdGtpomAjjplTDWRRf3Nx0ICv6e89wnWCJhEJsUs3bgV8vmA2WvGgkbSvntaQYBvKzscMDZpQMB3/yeAeCu3E9nVRVnCJpVH8GAPuRaNwHRyTxvPzvWsPcCwK0exHkYarIjWvYHNts80bmuAWAMYshfdVb6OcBnCvIKCHyuaaD1PGADgBUI1sxU8lc3KksE8I3Th8vNJw+W9+69tnz+2afLf0ja5z/96T+W333y6fKunPv72huvC+ArKZ/laKFb8razf2/dtPN/zea083+xtusIYHNpQGcOGkgKpvFPRNsUALgBgXWzt74lu9djjwTWv/fvP1h++PHn5atv9Czgb5e//eO75cvvfl5+eSgRw0+V52gaaJwBbPTpTiOu1QIAd2SaM9/Cg/M9dGFloqQjTJVtJ+ooY0b8jdbkQzOKvjALmE6WlscNBca2jnSZAHAckQWvHiY+Gp2kIYdqZNKDqZBDdByk4REAT4VHE5/DdpYftG7a/wPe3vLndsTAn4oDbAqIpjq6bOtIAHhme6Ke0v/tGS93sGdjaPbZAcC7AUPO80hWbwxAXc9EuHTK2d3GS3521iXoN4fM+iXde4m+gk2/ys7+wdbcUDiO7b4Ve/lWLJpct3lEZ6G2Dvqwpu31wFmGg94QdQrfrZemcScoSm5PALeAq/noHfgN7GUyAd9QHCN6ISwILsc9jubYsTyuRwCUKvejbg4WwSYc32MAL+02tV+9D+Hr1zITAMxzgGPovb3ol/xqZeCoSNsENbCWGyjFAZgi61ZAuxB1zIOx+RrYhPwCXRLwDaCNIE2+ZvYG5EWAPMzc4vRdxCmZrW/gDV6D57XbqBObeDnUFS6QNgQyxSzHcE3nWdZa4Y4Xh3CnMufjUNN3ZUs1dpWRmLd5k2E2ywZzpn3sL7zWhiPttwDwiiSsu2NGOvKrsFyjdht02PMxrrH4/Bfa+jFBaVnwltS1CgetfmcBvko7/LaAyri3/ItP0MXTmnc/St48ksvg8/UGxRIBHM2TcnQ4oXr2GFxakV7nehTywOXJ7pVX1zPycWV736Y7L+aGnNYqTb9ePOZrJeun1XpxTTindccjZpeZPVHNvV+kHyTWD2y4MhpY72XTr/tNXH5ccQQwAWAFfyUK2M4A1gjgBAB7CmiNAtb0zwr+6t8TeZ+KsftYz0AS4BYA8CsOACMFtO5gpgHBDodAi5R/eu6vCJAAgHWHtZ//K+U/OdUzgCW1lgLNLywArAayAsAaFawGM4RIMHN3YIFga8fYWkAV4WXiKRtBTpwNnRdG1RhMPONqfT92kQz4L5SFjsClYbgFcr54AHBZ4KOxu6zft8bmZQeAdZyOVtuFQ1YJvkcE6NTXsuvnXm9XGDqjd/FcCa6xLnJZ5PbMy7kGgC9pyNNaaEuEOtg3eajf7k21fkmttWKuAeB6NI8FgDc3Fsx2qiptDJwyNGSguG8r2Su6M7n/bM4AxplQ3Azoxr4bEiWFqZsrqS+2Nhq5MdJzYNC5cdVbCBvjPFs7PQCY98OO649/pc/ZAzDK4UYoyv8ayNTIXb2uGxXdYIgU0FqAv70R+jwjgDE+angAAC5RVRMAWOV8o6vGSKpzgnXHIBU5aOZ982w1lo1lNgOATd/IAHD7bHM27csOAFt/J874rRRm1wBwprSsm7mDLlk9wzOAnceYreqRs5ry2YBejwA+FxBVo3/1HGC1S+24IgV/z0+WV288Xn734bvLf/vTH5c//fGPy+eff27Rv2/de9vSPuvG4lty5q8CwAoEx/m/tnla1jdtR3f2ZWeB8oDid8o8RrldnUpf00Hj3D1Pq+gprTWaGQAw/j4U2/6nn39Zvv72BwN//yLnAP/1qx+WH3+VDGBPlF9o1iuxbbk9xJ1O2MTE/0oUcJ4B5fHV9xUvr+fI7k16ttqp+2SZKttJXrjuPZTRkzOtL6LjXhkArG6mVqZY2CwBc7fYe2JHnVRDnlLGP+iqeKwhn+jgSgDwEFSZ8C6TduYIKz6OGQC8CRAeCQCbhjOxPTfrHSgG7kJM/WtvfMYA8KSPFZfcmLOZHkRAf3bP6Nqx40w6OqbOrWdsDewct62yDrp+ib6CywKAlQ+veM5BnZrcbAN9tEdnWHBP9+4BSlaAqcz9yR6BaVXFyldVXDnjpNzgs3keWr1tSvtp3OkvL4CO8nxUGmmUCfpkn62Dt9TZCQCbPCaw6z4G1OGgMKNtmaLZQV/YlpSv+V7YcJZxxPQlB5P8ftvUm1NAe5SxnQGcgSuX+xD+6B/rZPtmfAR4SdlQpkUUXzvmGP734vfm9bhqdpifz2uf1Y2v39FvikX6cMvzXoLbYPT7lzmmjRetCB0v+qRtRydg35m9hqstBqDfszxfYwR5pJJ+5fRuz/tYZF7X8vItW8qm6WBeSSnJsfCJSU3urddY17Y2EAG8epme02ekvc0sBdwsOmbecFGNolfH7mYdcWscEEjfDBTXoJXrq7TqU9HrKizGlocNQjxWrSP6UPL65ZqymnwNs87wkXhvoz0ke4LieTTIVfAbml3/tp6c7V84pjP9e2vDdzVnK97ONhb9s24V/C9cB1znJiewErFu+YPxf1xBUu48x6BzW6eVPo178TOPAvMNIbbpF/XbZmy9ZzsCuCzwlvZbocMdG8qQ7WyjiABuAWBEAWsE8IkBwPJ++DCdA8wI4EcwgDVyV7p1U6Jf1YBV41Z3MluahBwBbMSCSTDnn6eAtuctClj+ilH9VHZZIwJYAGBJM23nAHsq6HUEsA0zqTXNZz0hEKADItZBVwPXHGv7IoBxn6eBluhgi3q2FNCWB9sNHeT91u8gnyyU0JZaEfAdOm5wgeBKm2fKdhCl367fx/bRHgCYi7qp34VI+bUd+yRwOmt+W+mvIMIJ1ziU4czbtc2e9t1R92/dxmAq+4p7Jne1ohRtRNWHze5Gc6WwYwHgC83eBerVHoWZojJ3pXjkljXOqr4u8kzm9KoquYhz7KradFXlbgJ1F6h4BuC6hGzklcuPtFifNQj8vADgAuT1B3wOxHYMBRYja5npdHolo97xJG/X2394i662dt5fLQC8llnwAZS+aP3G9fynYjQh2lbvxRlQvKHwTd7LNM8RAeyGiDkM4gxLN1bSJFjrsk600qGyZjIHgMs5VUcs5DaFWThV6L+YEE7oaPqhOAcAALvib45yvMLhYLumVUclCAzjAlgGPsN49r9uUDC6WAFgOwMY1eK+1BYa3tQdwxDC7UUX0DoHADCkIQ2pwbg2htmmvvGSRQBj3JJz0wzF8so64pqea52/HcEpAOxzOqLmPM6rcn3OhithApi1z5TIgES/vKkZi1U7VkZ7rfm19sNu51fwicI89gLAGgXMSGBN/fxUIoA1DbTavmeW+lnt1YeyUfnRcmc5W9557eby+Se/Xf7v//6fy799/vny0UcfL++9997y5ptvScTvXdskfFMBYHkjBbQeH+RZp5qMUYnV+RrH+sXvmaoIANMhy/P41gCw2v4EgDUa+KFk+PrllwfLtz/8uHz59ffL//7bN8ufJRL4h59l0/dj3filfOOW1yr0adVKPRkAvuEAcDOhcH5l2VG+g/Y7mn3Ssw8GgCmrXPcuzqm2YROLYuUrGK6K1YXLBoARQYU57YMxLiNbckgta3lM4kRdSqr5BKWERkzzyKzWb9HnbXMe45JiAj5OfQWUeYOpmT07Ho8Ov9o/9e61yVK1MwJHpoBe+XeSfrBq4spHM+/Etk9m/PzMJ7U1dBevd6uGw68fDmgcXsfoia3NXXtreikAYF0tVzDYtraTvdADk2IcfZ306HD9W9aUvQTXZQqQ1MxQdvw3cnBK+26XstwM9FoNblutAGDvd5EITOGMMSE4a7Zcsl9YD2wxAssedasXve3hu3f5nO/PNltONw0A2KN47Qxg2mTI+uQcVz66hbGyGU2gr3whHOmwWXys87GP2R7S+wuAW/i8zWrwUk/V6gBP9tUaxiA3G2QTthYidQ2Uyro37bDQbYqNh+rcziudgB1n3xWLyNGxyR4gOFWDAjXs1MhT6lfRT/Y1yLnoZi0vr9dObZdsydA+r+qv+dYu6a3Z4ldQ+h8YEVa8K365Afwp+xGChq0nwTOGALDOzMCkn46F1YN5rf02WIOFsLPv2CtS/dp1bSc/75WvcDC75KPiRg5mAvLKsy8mhi8aVvl20B6v3z+nYUv1p8EIfZkU7IutTwT9X72MGQjsng0bS4zoWA/lOhs2wf0kq+sG8Kb075mHh42M1O/Ga7Cw8Nn+smUkUxMyePOVgkNxxE850gvnh5fvOwDgVG5D+4Vg0QCQuhp0MwD4zM8AzgCwpoBWANhBYEkDfSLpnzUFtAHAYhBbBLAatvZWANg74gOTOTgEEEBgBX+fikEKABjnKz31HdVP5DwlBYBpXPcjgNl/9i5IYzW3NQhMAlajBk41A24dAFYjXXdqM/WzngF8Q1NCewpou8/OBFbg946n7yKIXCYQhz+XXQMt0dYOjNx2ONFI7DOCJnMP+vKFkUiuGgumf24h8SBdW/ENt9OdU07Ea+WF90+Mam/BttJ/FQDwdruGjOLAC3X/1uOYlYoDi76y21u51grk/bO70UQpaC8ArCU9j3o7lH8NAKdp/VcCgI0G3cl5mYsvuNFAodS61PyqXo1sj2uTMg5t8xaXvDIA2PWBKdqalPS1YDcVftjd+Y7CbIiui5iCwBuOYhrMvYaN6Mpkdqgm/T7NAOD8fO+++fptNrCw4VTOwzBwNZcOB9cXrGz7PxkX0RdP86xXecZT7DbX++nongPA5jfyIdoyAGjYjfUcH+yj1hCMtyjbyjBqsVGjwbq1BrHmAMRS38MuUH3S/7oeiB2jDgDLZks7C4qOj+R0gLNYHQliyvg98Vtz1mPWEWF4w6jJOmWYW7yZBg31Qer4bV98rlZ6aOOkyPpGK38xLgVMXQGAqW4bsXDmYORn+uaWLjq+Tt18PbtFZ88GH+4jmVXl+hj5bLPRXbLB2h4Qq83ZSOOn06pPjQTss63R6dnYC5dvTv2xluZ2efNGy621Y9zEj9K3HLV9p20Zk9aeGgHAnCs4LwH+EgBWW9cyVslfBX7PJEPVY92sLNG/CgC/IUfmfvTum8u//+ETA4A//+yz5YMPPlzuvXVvee211y3qV1M9EwC+dQdRwNw0rVmz4F1o7S/vBzeIdKZSTux1sDDxU9UkPAJYN3zbxm/L9qUAtkYAny2P5Bzg+xIF/ONPEgX83U/Ln//+zfK//vr18s0P95dfJQ30YzXPFQRmSkPyOteNzgkEW3QNZABfpRvlx9y1HNFcHtL6ioyZbniqxgHcg04zBkmgPXk8tzQdrLMtsdBvF9PprZ82ANV/bp+F7MS8YZkXAD/udYehS5j+Yu41OsnM+qFg6IU/kfeXVVfx3+p5EzM1z1mvwbT53fhBqZMyrt+RCe922Thhd1O+H+fzDbhs06VR81a/28apYaPW/py9BRfwNyRxp38+8Z05mdcz33C0/exY5mz1u/CjrwAAIABJREFUb0v+zp6/yLPDcjfk01Z/LnI9RnGL6eypJMngDpGG/rynKFdkZ0ttVzFDvjPp79ZQ9FldmsQVL2taEYBa+b1d+yN+ZjzaxfQQtMjgQSRW0lZ31lwIRe+VZ0dCVC1kA+yqYl8VGeEyL8Ag3Fuf9cly9HnIlrCPvMxIt+yyJ2SpyyaCuQSdYnOSgcZ+3EREHnqGJ5Nl7uvnNbflsaGplsVZRo5kcKwVt0NWfukmhXNoxvJgOWrHhBHEEeVJADzJ7qLa5fdSRwWIa8y2HEPDe9M1JRLo16Ax6qC0eYKj+w2W5cnwArwQQejPul2XwaSK+5aBiS4h2rDYK63tQcpnv/L3fG+7Luo8YXtYQD3PVK5afzm6Gx3m5GAsVH+yD67NtXqdPDzkGaYaQj+kLkgbvV2/ZaOD66DsXhGxFZ7nWm+/blfrqINSN0WRBIDzumaXS1sLHEPl0QfBu1SbClj3tsb9aC10mXU437Kf+rNYcEM2PkYsqdFlHPPwHK8NkK+VuoI9eAWHAcA9vQZALda8H8daka6vZweAwZpKj8Ct6k0iZQOrZw7wNRujY2XApsM6BB6o+KgGy74ifhweKXvLvgNDBQgs988jgGsleRUB3HSOhDoGgLEz+MTOAcYZwIgAVgD4gQHAmvr5oaaAFkD49EQjgE/MGNaXRQBL42HMopMtg/eVjEXsqSMAAAuILGCwptlCSi0xqhX8VRDYjWtNAy1f5L7H8pZzh40hbKkJ1SD4F5+emFtERsjoGxCsk3BD+2Bn/4rBnt92zq/eg+vlrWc3lQhgovhxZpszcjK3FmTrG1KJ2LgIJtbJHucXtwGM0jxrNcyVX6qS8Uor+yLK9/azFwGAGyHTm/or/q0VaLXjgY64i7DJy+9Au4Ja2ry0GqWiQwDg51HvWqxdNAKYNNkr+dJ6+MwKel4A8DbfuIohEGXqsrZlt82rWWqzO7C+GXruMXLu8DGZRRVfKQA8kuOuvI44Jgzd8dhsAZ7DCGDTTybl2pQcX++YrqTMI84ALk5iiOr9TvNCI91nzKlQ+pnHmxvJQJ5uYNBxXjnQ1fFdzvk1h4CcB1WdA2z1wHneRgBnKraW7BafGzx3Y5xHqwfjoRFZxWip25iAYGqcDa0YP/PfHHZ18NINBe0mjX/3UiA6eB0BHI6IZOjDkVDe+twr4ozQjDw0ouFPKIOpn23E+FPorKF82uDn9M6QbpRxdVn6MymndlTUE5j1jXbG9M7qbFrtVzUxtc63Rwfm41sypR0bPNcnvlpnKlBAZQjGMM4IeAYUbOsQM90NYzOq+3iAol2fM32yxzHHowGDfLbg+3MUM1w9S+cbr84AYPI0S19o2bI05bOeASwAsG1WFoenAMCPBQDWjdB6VNFy9mi599rt5fOP31v+44vfL//9P/60fPb7TyX69/3ljdffEKBXz/tVe1I2Deu5v/L3tgDACgoHAKw2qFq1PdniDkc4E0iNumZBF8ZXnc/aFrLKcavHPTkArKmfpR9ncoaxpoE+OVEQ+GT5+f7D5bsffrXo3//6yz+Wf3z70/LTL2L7P9YoYgLA6vDELHIT07lE/1q8kE6Xjnia5E0Z2kx+liO22hr5U9FaV/7SGT6Xgy2fYLlQN/pyvQvaVryITrWBe9R1mV4f0G/fjGayk/JwfT4bHZStbdn1tTTta78WjjJeZ1M+2ZEhpQ7ywbVc2MODt/jzJMXZFADelwJ6t5IR3aUsnPGz6ZnH07miXtCMJVZiveh03Uz8RG01LV/cIJnq8iH19Os9pLZEWZP+HaYjHlf/s37qEDN01v9Kv9vRiczz2IbDV8aoopQlJd2yreUonx3rYVbq2DRb+TJnPrs1fZc2s52VfZRlRwLvysk6bbsJakVpIbdpB4Xt7zYV5Ly+seGLsl/vY4RtDWKpbHE7zj4m2WJjhWvQdXzjEQfQy1ebFGf8epanpFsUmw1poKl72EbfJE9Lu8V28vnOGqlNWVaYfQ7tXv7jOkZhuq63ho0EnRGga+GZXf+6lZUKzD76Vq75fbxfy0OaVrlRQd7SyAT2+LX8rPfFdE/nYXw2UkC7nWd9DLGMEUM17SCkxRPkVbeJY2E95j1mv2aeihpibib1bAHAY22Ca5N3sAV5ssfyq9LBrP1VD+ZuMqfZ3GtfPaHzsXza+DE6KmJ7w2zd6eegtdup8/m6K3XTr+Ltd+K35WMV+QhT12bbeV9qS2Y52CTi0fu+ccQGhXOta13J0tZlKqT5aFBpugHl8qZYpNVTvHyMfMh8woaNvpFKztdUhTU40bZoO/otaHXhDbp+1/Yy6gidCEuYQ+hPe4R+sscE/cRYWJ04ZsvGw+5RLLSAu4oxapCs4qVqC6pNeEuyCN+2gFO1DfWa4omXCgCTUG80EcA4B/ixMP5yBnANAJ8aACzRvxYFrECwAsByBrAYjRoBDADYU0BnAJgMsnU6mMCBsaRnB8g/8sUjgAV4fiIA8Lmmfxbw98xAYNldLQZ2AMASJXxD7i8A8ISSuzSuq5kLDxMUALBGVniUr4G8mt5ZwWAHgW8Y6JsBYI3+RdroGw4AG4iszjc67CLkuxBrS3hdAWW7DcbRD23X9ju/wCSStK2L8rPx0KY0Vn7X1Sr9FwGA+wrlmM1d/pWZMgl+UAT/5dd+XInt6pk5EY+rwZ+Siv71AOC99HyhkX1mD88celfZiIvwnOPb9WIAwFkhOr4v+5584QBgbfbkrNYrA4BV8k0AwlZhbUd3vk426Er1oclr6qB2Q2WvEztX032mccCXfpdTT2jYY1NfbfSj/D4ATEdECwTPAGArbbeF0TdUos+XAQB3rCh330c1PVrJhoubHKodwN53kJNyuOgMvnvUzwFWBzivhYHvBpHtTL3pALA5QgAAi2ZaAJrGwNcyrK3FA2DGaJxFRaeK/DXjRNtq9EadJm3HbMvOhNYYbVnfaGfMzKmpDrw2CitDfdNAHC+0LHO2nOS1zgSgHZS/pte5LHO7odusDXrW+dg4F3MOAF9cf+61sNUnV/rmcAoKXY1uWc9RRWi2pvhq53A3AKxgr0XOqm3qALDarowAFtv0TDYsy47l5d037i5/+v1vDQD+zz9+sXz68e+Wd999T6J/X3NDvxj5dg6wAcBIB61Gv53xrfTe885wTdFx6H3LAHAAv3TYuLNXzwHWyF+19bUPZ7LROuz9UwGBZbP3L78+Wr778b6cAQwA+O/f/Lj8+IvY/Kca3VMA4NqBJo7jAIAxs1mHePYAsDuPNuRgaytnqhltdLtyANjkPp37DuYTyE8NHAPAx61faBvjZ7d078xz6nuvAeCab814+1gO4YoDDn7bys/QIIRbc1aL46m7ftqwQ+ppC7qqZ+F43RrPl+v6QQDwpO89fWQ2Ei3Pu9xjh7YBYNNJV7JwTK96f1VqzzWcxqcCAJVsNgfa9TraOcqxm/bZ9xY8m6QdKBtp4Zc1e8iiakUGmG9cydnlQtroVUDekj3JjlW0tpkx5npEkSn4mUBukjX6hB+9o/VbpRy70CFwnEQ5lsA6H4DyE79GGYYi4OtnYdrmYu90lmnMVzE8MrhKdT54h9s2wFjhy6ctFDLebJUEfDo/BT7kxNDoVsZC3MaJ9eHlwNwRDd/sEjzf6v9I6+rX8j0kDbsezNw+aNdRDp7lmaJVO4O3WYcnr7q/eUzwIOY326Ztf1u9PVd2UQDY+hZznawGG9txx+rNFoWu0DblFUFqnbFJa8KrwO0EY8tabnUsuz3xktzCIQCMweUgY46jgb5GWaivkbJWvCMNAFytpbaHLAMVpTf6mNvPYeqyR+M39QzXPG49yPT7YEkdJ3wzLeautTplrDmrK62jdjyMNxRZwR4hipeplrl+OTxY0+zCuZKpDSW3Gjh/MXJzfc5TNgeOaAAw1qetKQV7dbOvArx63I/ZerD3NMBUNwDr5uDbgjXGZmAFh7UdlxcBrB0EU4kIYAF9dVewvg0AFiAXEcCnVQSwAcCyyzlSQHsE8GMFgO3MXgFjRXAq6FkigBXB9h0yPTYlA2qCynYcYUe1ngH8VMp7IpG+CgCfGQB8fzmXus/FyNYUW3pdI4UtAlijMMDCZpywzwhWALCngFYj3AFeA3vtfKYaAMZ5TYwAngPABQQmMRp9VYukEHghRhChEyN70AqkepVU8qAIyH73kX6gzwZWO/3shzLGxy5wrJkt5rAXMOvN+3EG8IHEM719ZZg1tAmhujUGl9mi7bLa1TMT/NulTe6Qiq4B4AuN4HN/+BoAvqQpMCWrvLbGdev6JbWqct62ZT6XCGBtxDUAXE3FCwsAq5bgBk8x/OG84IYz2xVujg04HGwToDsY9kQA60C8CABw6J2V0ZXWM8xK+8FvKRcb293dE3YddoPDdG7AUGeoI4D9Ln3AgeCsW7QAsJoTdrqNpHINvqNOBvo/WHkeXzdi4p5wpCDVpZlWxseo0zgADCuwotnqW3uNzhcfq6yP6HMvDgDMLq31t9YBdA0AJ3JP8xvrIVHHWBsudDWSb1nfXtsWxfgHedffDwKAxd7U838rAFi/i636WO1V2bR8QwDg9996dfmPP/xu+Y/PP5U00J8tH3/02+Wdt991AFgdAcgqZeDvCgCWDFIGAA9GJK0rX322YioAmM5ftfSNr+odiOxh+mcFf880ClhBYEkBbZm+BARWAPj7H38VAPi75f8TAPhLAYB/EAD45FR5tJ49vLavtG6L/42jMkqaY87ZUHdR5wr5o99M+RHeSSOY2kIBP828tbFg/FqkgF75B8bbILTo5wYApywZNq/5iIS0APoAcE3bo/XS+30KALs8GpY39GXYilOJQ2lmRbS25cwfsOkr2NjsMmrzPAI4+WkOGUTrracYHTyH/hznowCAMQkGqHw0Ldgx68jx/S089cCB8ts353dS7PRZ5yvHterFeyqkwV4356T/xm8PcD/tAYC7IMKuYRyvBbbT5tlkWPI/4iTWbg16/6rUlYNr3LhtANhBJpcTI9CiwrfY1oGrOo7ks4hepG7FubmGPBT5F3aSywaTg541yWVF2UzrNhftMdcLYH8lANgGFzrE+RM/q9dTyNoI22XYbGVjbjnmAC5k9eVrUxB52IJFtfiOGLzBDLo9AevC7ylzHSAlwZ1sI5kd0gDA9ij4YWuDxHezg1zX9B9Ze74HBUhZHtwVOhhlZDxb2oEnchvAb2EzBSMsBElQKemAFa+jTTZdXzVPR9e8Xu1rBSomcLCqc+6rnwHAW5oIaCbPRrMwBvwp6MrXc+YJRqrTsx28Dl8PHHsetZbLDv2qSmXji8H/1K1v4VKfnABhsUYKH/OWV/gL2lfWiq9fridfh3naK7bGfqGUssmbwCWU5qBGjng7hjZ3cW+pbS8ATHrflu1sfT3ZLVC9xksKdUEnGuk6WM81AKx1gj/oUTtYx1iL1hpf37Ew5bvxNZ8X3EMAWPmAH/VqmYORmc3SPXv6Zov89aNk9ZifO3cU4EUWKEb5BgCsEcByXe/T7FAWnazVPRsA+KmAvxoFvA0ARyroSAEtZ/YqGKsAsKDWtxgBbCHM5nJasSrtGNaGGKV6npLuclIAWNNrWfSvpoDOAPADAYAFBNYU0AIAy8UrBIDFCDeAV4FgAMAK9jIVtP62GwCOw5xh1LegLL+3jgnwYSj8lalqxNp/tQtuE8SLVGFrraQGgP36qOKpIFpf3GYMVwMAb9d7YEd23d4ZWyoau55/Njet9OOVtnRJ7ZCKrgHgSxrL51TMswIi2+49r/X7IqSANtWtcYJe1fRfRwAnpfc6AhjOgUR7sPch17hHuTIoeR32jr2QSoi71FXXcwDYHAdweAAI3k4BbWthty6ylr/VujkyAhg9K+cRhXsqGab4WCRrtXwbZwRMkOR50DGztxsoPA/GNlS6LmnHq+hNcqelei47zjFG8luOACYAnPVxc3x4MSis8pIozy3RwLhOg4mOGLaTLdYizMxsQKxqytprSd9oZ0yfq1JAVxNYG3gYjlpHvgjAMH527TSv9e3rCOA8Ta0tstI3qzmtngR9D62ems7W81U/29pZewFgtW/VTs0AsPI0Pa4IUcF6DNLp8sr56fLBW68t//nF7+wM4C8+/WT56EM5//fe28urr0oEsKZ6tnTP6gQgAFw+60bjdh2v+hROijJOsdHEHU6ZP8OppOCvp7LW1M8RAVwA4EcZAP6HAMB/BgCsEcAnj5VP33SOt3bYEAAmX2zx1pnu4snqagqgA4qE0ug+uJw4bKsb8XsQWktxFWteUd/zBICZ8hpOp+KoXy+RmlOiy7sFY1VcCwD3aG7oeaD8aHg6pcrLAADX/V2P4V7bg9xmPFaU84fPE8GG3JbyueejGTlGW0pCW/b2cciqBxcuUu4hz+Z79+uHh/bm+d1vs9RhY70WzfofXMNJcMuu3AKAI9Vl0xBbC5vtnQDAEx8U1wKBPeqlbEL2mmZAoW5Or3Eb9oKJHQycAaIEV1LfY7xcD+a03cgD1ZNn6gdXANijcAHsEpyjDeZ/aZMF+Ku/a/pljdBNMiPpAwRmAeZmueKbxLQ/Xnc5RoJGHMDoSEkdIK8DVt5OAsX9VVLGm/aO/Q0jsfDEkBkBlBZeZnNPHUg/JsA09LsEdma/exZRFR8FAywgsHfAaDge8jbQj896ea81K/WBdhrh3wpcHWMBYMbcBIi+ruVxbadtcSU+X/HIFQiMUrI9uLKldJ69iyMAeK6tex3VDqyy5vLa4RrLfat4EddGtfZSB7qDwqC3cjFZ6GCvWWd04jS6RoO8Aw0nmbANfdb8H/p/rHtq7PB3RN4sqyeUXnnA4Wlf72xDq+4G1XG9KwkZHcU/3mEtQRlT4WE9AJijEzGSue+gkoq5W/e9j2V55vXcTkYesA4tx/C6vyGtQW1/iYz3dcSqGsEHu5MXM99AlqXKLrVncQ9UaY4RjtiJdaFH2+qzluXXg0X96Ngbrzh2yGNk9Uhci/AVG+/O3eVO2H8AgPV5/XtLMEUFfm8pAMxMUL658QUCgB/hDGA7C1jSPxsALLufNQLYAGCcAWzprCy8GecAF2GdFpdPMASKgL6eBlpTSZ/LLupzPf9XAF89A/js9L79VQBY00BbBLAY3QoYX00E8AgAlkhfmcw1AAyAWN+2e9t3AljfHQAu5wGXhdAy5dY5we9gwiDGLYW4vd46XqJ2ZxTIM98oQljNSZTVi73LVw/4casPDUQ4KbnHdY9PY3VAFw64dd3GmikdUNQV3tpQwGqX9qVVLRW9bABwpdCYEHcBiBXpb45Qs/tRl07d40sbyudV0JbBeFXt2uYbV1GzCv52dVxSPUYb5bU1rlvXL6lV1xHAeU6uAeCDAGDjjCtjx/llOB6E8NVJwUjg5LR4eQBg7RPOsdJ3GEBOO+33rbXZGtohWdzZAP3RU8OaUZOMFzdyMnAEWwbGEY4i0Td08ZBHfk9uW1d/1P6F7eSum2RYYQz4bwKU/6kBYOriycitHJbXAPCKrpKwW+mbwwVCAz5LyvrmPiDCe2r9rLWx9gDAcPRq+ucWABYeZvaqvsUefXq63BRb9oO3X7MI4D/+/uPlD7/7aPnw/fcFAL63vCopoO+IE6APACMi2FJANxs5us6/Zrzo5Cbw2wOAGQGs7UUEsLwl29epRgDL30dyHvDP90sE8H8JAKwpoH+SqOCTU43yvSnvdeQVXFbqqEIUsPGuNMEzvcWe7DjRrZCVHYpOr3grneEtDVU27GrAphvqrgHger0N/Qg+rGPdHPKmdozXDr+ZXr+p819SBHDLF1pS6snnEcua38vx2NIIetchw4OzVfJ17aPZ6tNM7h/Tutl4HFve5vyngqHjxBaUY6t8YZ9rPQ2jhva8Yvleu55lcYsmtKyyuV6l92/KWq2bxsZdt3k/AFzJ+dC8W4AAumiv1FpuNH6aaNh89DL+Q1CIoq7dBEsgge4iG3Ivvo1yswhaC4RSENfP9WX0rz2WUjxbI+CIssApk6EeNWzPFxAYzir0tQaACQKXccBxjHw2HF3u8CoAcHUGcOM7rn1jAx7mPzNDTs4g5F5u2C4eqUc7pvBV1wmdhrHu8RvA4fLmObvhQ49JcOC4ZoLl2eSZafVLAtD2O4/goRxMko6ZXEL2Wd3047v9wD7wd6JnPJLSnoC8jCVrQPXhbKrlpaGX2VQDBszlwjzMkrvodXpfDwDe5FG+WEAnhD0TPVu3cBNpaaQ/5vZzcLg0omxfsGW4fN0UCLGsfL+pqK7kBT42aS2R7NmGsrbXvkKsf60Xf+sNKQpI8zzsslbRqLTpw9a7zxPLakgg+pj5dZ6/rC8kAHhISQ3vrueh0Te8bVEWiKf6WupZ89iaNtNzvrYDQ1Tazz53W+oFH0MdBSAGXXDx6Be3X4JfpOsOAFsmAPuZ7cDzTz3qX30xyAis+KbbbMT/HBSOc3zVptPUzm73WXSvAr1+jKzaeloWNgOXrFA3dXO/+xNeDAD45JEAvgIApzOAFQA+OfUzgEVwKM+6pQCwd8aiZJkbm9LQCVmH1gxr21UkBrQBwCL4LAL4FACwngGsAPDJr3YWcKSBTgCwhAFjujeUmDWRFwIGQUnjI4y7BwArYq8AsF7zlNCRApqpoDMAXHYJ6CRjHDIXL2Auib9W2LlDqD7kekshXjnwRgbSDADWwapSbjaLfcgx9l3Y6sM1ALxvHC/zrlZsbRn8R9ctFb1MAHCl0ITQhHCmsKnH4hoAPpo2Nh7c5htXUfM1AJxH9ToFdKPGTvSOOWC/QVcv4RnAHJnDAWB3frxUEcCmJNWyLNECbL21MTjiUCtDOxluqjsWANiNGx6t4oYWQSMtJ5/fqw4QO6vXdE/qoJDAsI1qT8JKf8zXTX0tzpbawCv6Kvu4Kit3vldvMsDzyJl2nhzf9Rj26829ugjAsP1sbawmL831GcBpolp9cqVvDkW3Wfik1u5drYOupY/kOvMNtGXO9gLAGl2jEcAKmD45Q6TODYu0EXtVgGH9e0PeN+X9wT1JAf3Zx8sXn3wk5//+ZvnwvXeXtwQAfv31N5a7rwoAbNG/2AGum6X17Cca/zgDGH2u7cJqMFfjsBcAVvD3ib4d/M1nAD8UAPiXBwoA4wxgRAD/IBHAAgDrfmuhaHC82r1+ZQCwsdi8ERndXvHWawAY4+JO1eFSmlzYigDesgfHfPIaAG75EYGPw+fpGgCejRmAINyxdT7l4WP//J+YS8HSvrV7vW57C/Rs6ant9QwAG/yYxEG7V3r7vOBtALink8aGw5CTGWzoA8AQJwlU6ern69Gr+4/0z7Z5FVBOeILK5qta9289RcCRPO5O/pov3FI+e/QvMzMaqAKAqAVvvRFWO4/QAXgrALD/hR3mm7OafudzfDPQhLTTjA52oeLtNaA5A8ROVsVvzTkY2z2EagjUlkyTPqO2gD2tqut9Wn74z73O6nxN+Q1rH/U/dduIv9F2qOjIVKzayqDelfXNkT1U6WheL0yxApji+Mu8OIr/vwV1MS4JeHJ7TfvT2oYEhvZbl33eddkA8BZ/ighRa46vo2iaryQCpEZ66OGQP2UgVAE60oZH2tv3tMZtdAnidgDgasMG28VjFbxdBpSnercA4JgjrsXAXRL3cB7gnXW+4mvX2xu9i/pbrpIs3tznyn4vawR1leHZE+NyEACs5SfsqfYyrHlsWWegItJ88BY4K5JdxBIp82vqC5A4PWfH12ifq90ULJcbW5O96XaY3aFA7S1N54xATwC8yAR8U/FABYP9mmKEBIAj49Nt3/gr9p7eb2mh3a9jILJHDN/S1M+8xo0fh6eALsRRDzx3XOAM4DPd0RxnALcpoHVnsJwFLADviUT5nioALH8VAD6R6N9HDx5IJLADwJr+SgSDnf8rg6TRv2bQWkdSKgMuKi4GP+T+XNqhILAJOt1JbQCwAssKAN+3M4AtAtjOAZYo4ACARTgKAGyRGHkRtbuSvN56LHRWKcB10hFhYbm7ZUJsEqoU0ASANQLYo5sDANYJxaQiAhi7uFUAWP8ZCZwXhBMm1idaVgQpHG1lRxM6UITGqie8gXfF98bPxhnAyq+YSyNOMnO1ysuirfcExaSWsjc+zYGcvJCDpU9KPMCVNByM3U0/8sbE8JKicmRhzWMjNWBAI3sqLbx1cPfxZbcGwSh90J5mHnSPDFNu9dYOula8wqvuJbRLxRqSfqRyz2VT17yj2RdV7XZUcYFboF88+zb+0wPAvjkqT009yqa9XOnLqHxSB3eKHtOILUeDu3b7Rat8H7QL3DVpsz0O2TX2QcfYPNYvvDZa1k2DYT4YjcQHencgWmrwsEUejyeiP5Z0Kugcls9t3XkH6upatzO10YNRw3iDI5ZdrQFEkJajCz4/nrLM6MgcDSibToeIANZ0pX7vaoCTsVfaP1sYU4I+ek3FGcDeiHroQBfrmleSBftZkx6oxWGvIIwbbCD0tM/c3Ro7RItRRKdEPq83A8A4Pxi6Ll9TwNfa0ewAt+9MlRYNt+IQneS6rP3gOmtDZCGHO+AyqAmvGCl5gEBdLcVRSdab0Y4i6TG2c31lG+RtOoDeNuW6IVo6FwCw9SXRLKZ61qa27F79fZoOJ1bnke2xqGmjV+ve39rWtQDS6vqwYND3et7LAzF/Da3imUwLLAvPco35dFbOXJZO/mTpFTUFtKdRVtBXjFWL2NFrmtHgFfl7c3m8vCdnAP/xkw+Xzz/5zfLpR79ZPnj/3eXeWwIAv/H6cufVVyUNmILAuhMcO78BAOOz7vwOZyZthYqebVFVr1gvwXCKkxs8itFBiFjWM4zPxM5WMNvOATY7/0wigM8sAvi7H35d/vzlNwCAv9UIYPEBaAroiAAeAcDc1FTL6pm+aFJuJicrJlqopv65yJ96YAp47NJwPXAD4T2U601be3LYnPYjCAodbpqJ71oWdZFMd+F07OoDRU+I8+8mi7RIn5qIUEq6kW0SAAAgAElEQVRaKw1/OgQAbiSGO7a9bFuCdd3H8V9f2gM+Sl/JaChsHBKvzvy4x5m3ZAjrocxO3KlqQuXo38tMo3CA6eRX1Th3dMlWLs6q29u/Q5s80gF2lTPQH7rPNnQ10wb31H3R5/fU0d4z11JmEnBd21b7K7+L39x/prYj2EbaYueq16SGZxvNpK8VOmpNR66nNYlys4PfJbrJRR53ggdWOl8rJMFgYWu4vTeyoXJ71yCUSNTIXKTyzu82XZ+2IOrJbJ7dAvtXUDfZrO6LzambA7w1GwgRwXabnbGr/m6MK6JxEQFMcJYgMORQuQegNW0uyBsCxPiL39AOXvPp87ELu81JjnZL1v0zNZbpTMCoS4Twb9ssu63g9gXnt/xNOrHRXJl36ktFFAB4Nb87QZT4m1ong1iecQBWfshlr/iX0R7pUj7zGB5vP3RKI0ivO1ZMtYB7NgtO/ETZUE69j15etNzr5+3bfpU8I+VzRdtGj81aZp/ykPnnXgTwfK272hOLQjEoFhwarNNr0YdSa6uPWowNQ1Foit3oKlHW4YIO49hLJ7rMJ7iWWRPTP7tlANqPwt0HkgZnxeYKP7D1bpv6PeMq12/rR8EidI8K1iBeTCNNTTZ3fCI5KptobVfaOG4JixjnRotOOgfZfADisRCCohsiLJVyPRU7zzetc836OuAZ3dCxSp8LZwEXwQwpD/C15OspA8CVzDJZ8optHEHZyU8i9SiuqdhejurFOb4O9PJ4WP8b9ynYy8heSe1M0BgALwBgs/c8u5v5ahwUxkZgtP/G//if/2+M1paihviAQhzBWEFCTkpqrz4VI1DPBZJdzQYCOwAsu5sN+H18KqmdAQCfnp4aAHyib0kBremfmQJaweEzBWxFSOlAKYJtxqyCwJYC2tPWxUJz4ciD6OXvE0sHCINaz/aVcF8Beh8JDixvA38BAOv7qUQGP9VzgAUwth3YizzjiypPf2YtaalUaoEvZXCCDAAbsKu5vT2yV4x1Tf1sbwN6J2cAaw7wyA9eIjeQDhr12LQmRQdcLAsWn3i/cZXvvFlK8ZVCx3/QHU6FFtr1R+aSmW9mZm5UV4/h3r5xlRY0RnT62qLjjcdzQ9PnrVr3l3qRO9d9K5Q2d/wdWmsqd/Uo6enQMvv3V4CpfKmN/P119GZoJn+2gNqaPK9u/u38lgFV9xxcmefsHx29czanh5V0FXfPnHlXUd/zL5NOzWfUkrQYehyYon1MjRdspymEc41wul43nh23bk73cyCWTopBy2ZtsmtMwbNu3azeAnYOeOakXj47co5Akc79mY66NQBl+n36EV6GTqfGfHK1y1PLZVtK0WhbMk6stQRsrTGuK7AJ7lCAQ8IdMaJ3xucKGEZEMABgOEuqV1gsuLDFk3YZOMcsGzfUuo9y/NPFup21fG51Ktso5QBQnUHGV34Ch8IwotGVnCMrAFhlmOiiIZ8qA7HjSEs6JamG6aUjVZL2ke1JMrI4NJrp8/vjV3OabBixSV+u9Ssag/3nbbQGIAGaMdcZeJ0Om1pvz8+2+laduQfrEy8ro6l3ReLDdm3odW7E9mhyUztKzq8+Tc/lwky3PQRAWtftBvlgjVZz2Dg8ap3NqSw51visc5LKaUv5CxmQzsxjpI2mflanjr7lnlfknlvL2fLOG7eWz377zvKHj99fPpMo4A8/QArou3dftTOe7t69a+9bd3Ae8G2LBobdrA4BRuwHmA+CAe20a8fpirweeir4Kyx+bzuPWtLN1jkFtADApxL5e/L4ibzPlp/kvN+vv/95+cvfBQD+yz+Wf3z78/LTfQGAz7QkpIBWR0q2KzFOHqVkDdwPANvdHV5pnbVJgQDBx5r+IHPyyioEUsnPTvn0hAw3lRlvb17NbyPHawsAV/eVRkfh9XWXiSEn4djnWPTt+SwHB4ukUIPTkTHd9NrBB6csmvTZOhlpK/rD/JMdeDt5cLdng2djnUzaXOa3vqm3xobF4OYYS5D/WC60zsvxbHWuZDnpPKHUtLYWLgsAtnGazf384rSLc7lfP3rIvQeNa7vM2ym8SGEHPLsdLbspwQ+oba1Wt74Wro9w6ufSaQt0mhQ/qQ474M/g2sEMSsmxlIrMA8PC7Bc9DM7y0Wul15nN4baMy8Y1uMvSIDvjm9sr/CnbLOgH/iFrL8BTjKCNA+Vc0ScAzvJBPOeArYPMjOaF/oFCDADWKqMfDv4aCCwecctI4sCw6yY5khimW7HDlJXQdgSY7PoD5V3oFGX8rGqdK+r97h/L7BgzaDcVW8bnMKRFEEvR40P/8c0uVof5zguxBW/Tn5mGOdsgsRlV9XCCQWRjifNnegOBVbZR2DXO5ykbzNTiGb/VNVJNy62KjMAd9QaGssHVx9XHrVpyl7v8gwZAu67v5DFGU2IpwLxEIwwAbvSh6VrPi8SKxHpcv6jL1H8rbuXL06Yr8aHCr2xxOE1XI8hFiB993qIZjV9Br6Mq/RdHVnHtRKmpD2tW50/T98F1ZfoxSy5rzcbVfy+fSS2cB2c0nK9tpMW09ehwS0Pe/l0+Ep/vWk5I+73MrMfTFcFxWm36KxNQcF9rJ2w98nqsM3ASW5t2zb+3xEMfvYK5Nr8pXXTYULjGzUUGuHrQpmUA5tnbvoHEgFo7x1fsM03dLH/tTF/bwOvH9uhvigt6Vie9F2CvPotgUfuu6Z8dWzQ7z8Ff8Cf0S/tKrND4nnaDAPCWswIitU6ZVKAaDJrtWJIRULlQA8Dny2NxyGlKqBEArCCwpYCW6F8FgDUC+FRTQBsAjAhgAMA3l9syILc8krbaHRQCppwBp6m17AxhFYaaAtoA4IcC/upbgV+AwPpbGwGcAeC2/7UYTwvJ11ISAypFbPItAljP8rUI4MMAYH3GDoH2yF+g+QDA4zzgvGPImW21a8Lo1sVjCKO06zOEXId3xrNc5TDXuy8ypcF17h7rP1zaiOtSR+Yg8nWsmrXPjmp4eX+vDa9mbC61W/NER2QgF62yMEwvyeZ3NsMXrTGo6rCzLiYg7YVaZP3tCx0bm74mc0SVPY51RDFX+gidi1dayQtUuCo4Ax56ha3cpKsNHnt004xdHdffzTZPGzXnk9h5OX5N1+A0nfKOCOBRtaqLT8ZqK1327FnIX762+IKPXdOebvkrZl53bg0AY9zb3/N3znvZcY5n6NAKED05XvQ3jaYrjoj6jKsqjdlKR6nHY4v/XtXy3aq3vd5+r3axNo5sxNKq4wMbBwkGFWPIHQjmGNGbaSTxM/SsHgD81AHgMLISCdQ7axF527oywuCDdeZP+2fqrmz/YO2sDMKm/+1j5gBiTWHMGZUVA3FQV+Vcae7ZsqnK9eLEKkXUOkFb1ma9NJx1fR3QrjmYqprZcbqZtWFypuYWvW8C7a3zYUB39VCQxsYPr9ZRpqVGJ2x14qCrlnfanPh/dLz6WV3aEkQDq63qjllh15ogWQHge6+9snzy/pvL7z96b/ns04+W33woALBEAN+V6F8FgF8V8PdV+XzbAWBE/6oTQd9ic/q6Dedqtc5q+wkWf3F2KQCs7SsAsEf/alvtiCUFgLXtOANYo3/tDGDZ+P3o5Gz58dcHy1eS9vl//+2b5f//69fLV9/9svzyUO55IhEb0jsFf9X9nP0MawC4MQc39IkxkOqrYiBnx/pGraP2y1/7SjLd9fSNXn29smvbudGXUUhF4pUsjagtPIezHVnGRpsn4wyJOedXA/ZpP+/dwEEnVs0L5vVu8o1Jw6b8u1k3s/6t5M2GPMr3r8ZmL885pEGV7MOX1s/Q1y8mTHcX/3XZdBTv3u7glvxdjfN2kRe+wzTvfcN24bpqRjD3m7mid7l1ptLabGyO+4Xu3xuSld7StK4ChfLNofu4/sohz/okERindVwqG0z2AsBcFwRXHdUxjhhrJkQNbYvSWKRLNiFkvaPNorwZ3+1fB3iJMRUbhfZ0Bl0B0KYNrgmQNb7vAVJ2LrDJAAegLIIX9QU85XLCgF87UrFkT4p2x+Zc7QcBOHzO2R3RxtJHLoQ8ToXPODDriyWAGZokBDTcZ019BjKiXmRh48Dqsf+oPxuP6Oj/5Ls8/gbNIH2o5xu6I3Q+Um8dFEUbyCbS7aiYefrarRjIsEyDOQq9iIt9jGMzgj3Jnw2T/Wh+YHNtUeHJvm/kXu4NpXgP8ONCmKt6e/Sy0p1CZ8ne94/Y6FjYNOeMwDL1X5aW6Tf3yZ6LHwiDl7WP6vRfj9oHyhnwa7Q2GpBLd9sAqHEBd70MlMKNHUVnzxOq7dYSPZbdh7lu35wANGfI3B60eW0ZeafQ4KPyQFkj5TPYkvxbWDrmqF3rXI8xVFinnIhY114Q1y83usd9PnFBHSbAvBzjF1ouNw/jMzA+5wmedllTMOtbM/ca5ueYnW28N5sMgO6tOx7cGumfsXEXAK+DvZoK2j7r2b7IImzXHfgFpii/JQA480UbL7bP+c0lAcCgdB3EGgDW6F+8awD4pI4A1khgiwB+sDy0t4C/CgDLbwoAq5BCCugEAGukrA2sTwZ3EDDaw1JAl9QVFtF7/tjPABaw1wFgRgGfaxroJgX0VQPAet4vo38V+Z9FAF8mAIw1g3ErO+UgiLYNJjJHCrvO6t4AgKHQjAHGug266FMd8vEaAC4Kxy7uOufig6vXAHA1MFcKAPcpulKejprDStybuvFiv64B4GcxP5t0tcFjj26jsfLjaHCzzdNGNTKkufcaAJ7NiY+d2RnJOOjNo03S2EitnYihWj8DABh8Je9ch/OjtKGQRP3bJjB1HDlvLqGtetvr+fuWDkcQyJxc4YjweTPHdkoVa/dAvzcbzG9rwV+CyPosh2QFiCUHgBmelfMEQ7IFAFMVbMvOA3oQAGz9L0/Xju85AGwa9MSZv+WALtevAeAtet8c5zHbmcxR7RzoLcpnBQDD84q0gXZmn21cdieaymO5fuvp4+WtV28sv3nnteXT3767fCppoBUAfvvtt+UM4Ncj+lcjgG9rCmg7AxjHJREAvulrW+3p4vwsdl/u7xAANocV3pbSUTZ221FL5iQuALCCv5rp61QigB+ePlm+++nX5cuvvjMA+H/99ZvlOzkP+NcT8Q1Irk+mgNY6aZUCNKCtWKIBKnMQnqEhP90EgPXpcJo1UqCrq+xxNF4DwFu8b8WvB+u3Wn/ugH8WALA59Sc8xRbqAUDuTD7NlIGDAGBr0qzR05omcnBtl9Vycq7OzNpkK/co3r2pQh00FseP23Y78h0tEHrY08ffbbrKVFctTvLja5k/2ZoHx9p0JJfqb+6bXwBIhzYVnyfbqMLFfZmu35IG9vlBiz2UbQtHvGogx9vmcBjkldtT2IgD2U851EbJ0k6xekzc5c6WZwN0M7lMcJe2D/odALOf52sbt+JcXgC0kKfIPGIwkoF5CvxCHzGZ78AT9ZbcJlxDOaXPpdm5+QH8xI8m9H3twvYoc0eotWw+1Qg3my/TZ5oIP9cLwKrLOZy0PbRkY5f6bOb35O1uGwEs9rdiHA2g1Pqr090hI3Q4Vrzc6ynALyiVthRT8rcg19b6ZF+Dnq1Yp3V/WK+Rngro2mcQx/DGLgA8aXiIAJ3+oB1/wGlj7DpCuzf9E6zfyHO9hph1mABw21xfab6GuE64ZrBsVqIM5Iz2MUWzrwxvtK8ltp9rhuXz4cKvyD+CZ5B3cE2CCRUe47+XtV16ZuSftjDkPm/xZ99KMZzV7awT9aPeahvEVi8gWyrqTc27WRKWZl7Pee3irsrG8bVcrTHLdAXewzEAiyYPkGtx/KqPoEX7EqD1M3ztHF+AvsD3/CxfS9HsaZotoleOtvUo4ArwZTpnntsrwC+Pj70pnwkiG8jswK8Bw90IYOdgjb/nEgFgHR9lKmLMaQTwmaSAlg91CmhGANcA8GMHgDUCWAFgiwBWEFhTQEvErjrulH8j+pdnAAMAJnN2FhACjgwIEcB+2L2kdtY0z+fyZtrns5Nf/QxgjQL2FNCyo1msWZn8kgJaSaHembw2OwnjBCGD3Nyhto4AvhQA2M8D5lnAZSHUrIhCNBxnTvhsqy0ZCsLekrZFlRlH3UuyuKi/l15xxQh7AqdlocpV033y8V8XAG4B+mZshqz4mAvXAHA1atcA8DFEdOAz1wDwgQN21O1bip1qPcfFeW00x9hV38jY6shmm6cFzPnkNQA8mxMfO7UnniMAbGmSWL/uXPUm598qp8rqDOCXCwBWcp6BYr1rtqN3wwGs12/quTM8xyo7smkM+XEi4QhLZaoY5O/6lw4YqLolna5OTxulmttG8LfS9sLwK2dlucUWu+RpZG8CgqGImkulzx3MGMqXWv1qDADDzhyU60XubWNxONYadnYntGVdRwAnW8RoeCwAxvNgxAwbbfCqAKi8VmyB1s+GbcX5Z2RJyzv1UbpGuQnFI4DtUW5WcQDYaF4BYIkAfv3O0+X9t+4sH31wb/n0dwIASwrod959Z3nrrTeX1157zSKAFfy9fUfe4nS4nSKAzRGhTgRdtzwPmEBwgGtF8tPCo0O3mGFwDlsqfT232ABgjVhmBDCAX40CPpVrev7v/UePl281/fOXXy9/FgD4r//4fvnhl5PlkaR/PjuXyF/ZPa8RwFonT9pC/Tp47nDmNDXiqufY4nTuAYCD167Krd2EdZnl5rYOUEXPPkYJzysCmDKUIADAh5L+s83w1i6JsTyqDweDL33Ec+tS6Xjv3u9FxDXKnih7vXZX63XMFob8+yrBX23Oltxgk+nMTJzOeQ5+AduLQdpd7npItuSgUW1gPIcDEjPmvPaj5fbtHaveNB/y7Oa9G7J+QmarS8dZQIfU0JvhredV+ZrrM+sSDu/JKhKYoKYRdE0LtrpzFXBigvZ9AehfpiHNrV9x35WKAF91WWteLoGyyXwTPLNVQVltf1VW2Y+Oi7YyArYU7wMAR4C2ALW47t+9jgB7XF+IkvmdvNwCnUrgU5RjTUP71J8eWZD8XoDAlLg+em374nxiAsDgC/bq2PXs23pWO7dD8Ds/47wouIviCyiK2dfIQwNAVIfPuozTh2kxVh421bUAMNZ72niZdUi7ZA9ZvS0ADOoDQRXdnZSE8WAPyFese5mmvA62gw+Ve7It4lx+9/JMkJ6PaX402kRg1dfdSL5v8sZYRSQF0pnD/z2fT/NbxXpsCLEGYlT5W6G4qtaq7aT1pl1VWSzbUV8bHyzPqUAyyue4Zd6lz3oFLR9C0XwurzG94Dpm9ZeNSMwvIlATnaX1GfzB9U70hzIb5ZQxKuUqZfX4pw8HpoFrPI0nKNKB1sE4b0f+1lofUycHLazonTzaFlOpNWNTDf8umzXSs2mmylFTZDRatvIVbBjhag5yUc+ogr8OzgJ30+y8SNVc0jdrBK+/bQMuPscZvQHuajSvpoH2VNARzVtAYtus66Cune2rNhzP9/VMwDzz16KDHZzGJl/P5uZj1PKr5wwAy1nAeh6wnwFsKaA9AthSQHsEcE4BDYNWzwCWg489JfKK/pzwTdBpGi3bDaUpqgAAPwkA+P5y9kgBYEkDfSoRwBIVbGcAP3cA2HcK+JnAunPAUkdHymei/CC8IIa0KFpDCPImCRX5nM9tpjNvsJYr4YWlQiaSmFQoA750eozfnnUFosNYnG+lZpAr+0/y9UUEgA8VkqNxnv/ecsRmbI4rdPDUNQBcDcw1AHyp1NUv7BoAfgaD7DZq5ttNrRs89ug2Grua1Dsp2FTiI58tmv2A6q5TQM9H3g6Zqse/Oxc2SWMrtX6mWFrt7xXQHPPOlGhoS0VH7njJhplFpLkTxXasJ0fNy5ACup2QPbS/DwBW+wYGToBAjTFlQG42Hlx3pNYH30gCkeAJ8XetnbV6Eb/b8y1I4I6I5PWJYchHvcC5M/eGtM6WMcCQnd80Eit3iVZm7bB/aWB6y7b0vtn1NVjRrxfV1v29BoDLCoFzcMzCxnPgNDt5eDVHeR4uAQC2Vnu6RnPGeD/okPWsveaKUAD41VtPl7deu7F8+N6byycffSAA8AfL+++9u7z9ztvLm2++IQDwnQB91VY2e/m2ZM4Kh4NuAElr3wFgbOSoz46r4ncggPUfGy3yUE0N+USA3nOJ8n0qqZ7PZZP1mfxmKaDtyKez5cHJqZz1+9DSP//5b18J+Pudnf/76yO57/zm8uRpOf8Xs1hqppMc9qa+64lu+eIWn6xkS6tPuGrSlz81fc0yWNkY+Vj1qPJZAsCsH32qj0IgEGzpRuV6nGrW4a2zcS1UUeZmuOaadWo+idH6s2WdHX3Nd3fgZ5oYyZsRd9jLn+vncdzZ3tfRMoJsjfNh9GmeHKuaPp340pETe9to5cW8b8lW1r6/9NEYRJf2F1XduTW2s2IPmvsNfePQ5h9nBR1aC+7fJlWnqYMbtf1Aj29UHkPqfNLOp6LYqZZvXN5t0FdU12e37V7IbOpicZxJ089iXQxXfoVZHso3tNQW/OU5ngV0LdAJwdUix/h8BoDr3wAOmeGVwFt8z/5X83N7On+zdSK6tymbZSlY7FlGcL+njDY7mLJXP6qf1noa9p9lUUp+3tKO9TgXmz3PeJIRmZdhQv1/3lMAYOP84b8uG08D/I2sRYlDWnHIKZKBVn6m7IH+6Mw22uFtsTqZBUnL80hiyiZ71NvbyjZSblwufBtdr7MrVQs1g1oxLnvXP2UEx7NskmhLyDN+DADcXd9ujzvlrPw2phsRRHVKPteNEdpcJxWLHmU5ID/QnfOLvALaVPCZZnv9bdcPxt03lUfBfd4GmmapAFj5lT6JNMtlPdl9XMtMtY56UV7+y0ZEyagwlA7vIfmCPVt4hZYVwYhedhkHG9j4qtHO0zTOeaCrwfReHi0XQaP1Zjtfg826KV+5kOq1yiVrzaM+6e2ivEDTfZ27VmmjYPehXHzH+q42yOvGVHvUz/SNI1xxLCsifDXq964BwLdvCTbpZ/i+or9bhG5J1QwAV5/ViF79LPVFWmcAuPhdsb3C9yyy1wBe2m/a3NJW/h7P6lj45pjgreRb1CEv5wxg0ufeCGAAvycK/hoAfLKc8AxgngP86IGcAVxSQGtHw6DVg5IVHG0A4OC/vkp1UZSdTg4An0kEsJbr5/+ePfrFzwFGCuhzBYAl7bSgxQYaF4F92RHAtwXUHaWAzgAwzgquAWAQAHKLp90AHQA4O9yM1J3g9a+et5QXVxGw1UovzKJa7PZ0vFpBoMywHHlfl1dSIayZLGRD/r1mWLpKX1wAuNEA+sN4ib82Y3OJJUMVH7+gPF38ZUu1IqR/xTOAr1NAuwS5AMh3cVp89iWo0ttXNK+yLRCPk3o3eOzRbTN2dVx/N9s8bdScT15HAM/mxMeukcsvFgBsBG0UEE5tTUeq+p/rgP8KAPCedWlyW40GZo4Jp4oph+md0kCH3oga4hwZBXEDNLILnh7N78v6qD1YTGPomrXcKzt/OxFJSevr6R5BwWHg+GhYPaORybvsXRWubi7GYdGdS1lbzucZ8Fi3qW5HcmFhvDsduAaAm3mYKKMvPgCszFXsKadV+KPcqeMecU0B/cqNJ8udV86X1++eL++9/cby8W/fX34rAPAHEgX83nvvLG/fe2u5K+cA3xYngWXLkl3llgqaZwDbLnVd+1i32ACCc8DhaBCHA3kAuGk43swuM5PABIH8Lxm+HOh9ohHAAgA/UQBYf5MN1GfymwLAev7vL/cfLN98/9Py96+/W/725bcC/v4o6aBls/djtQRvW/rnJ7L44zgi1upOrZA1thGpnugWiL0QABzdK/JwpHf8MwHANmZhr/ezSBwFAA/WZA9smVmTcz5aeHSPVx4E8jViAlEg69fKZt0QvLvkxGSsqkudTSfZEN+qa9bUVh7ney9W7pg5w+m6MYCTy1fVri4geLSzu3TgOOvn+PGp5nBWzMEb3Pdt1t7kGz73DHCT0wCg86jZIX8NALbPIh9kORqc576n+OsO/caN5BKs3+kc/du7Y0RXeZMpbY0M+EI8FuAV4K2KTeMaTuu83rk3yTw9q5fyFn9pt9cRuCWi18Fc3fyaUjYDpEopnT2Sl2AxzoFPGZaqs4AxOtHXDBDvWLoApvISB7/GUiozlsFdp4AVaKs6Cp4ttgmfAziTyvPiDc5JIA/rJegb4DAfNf3HHrJ39okDrEo2Qbad6u6gnfZbsXniN/6ezh62MU4E3KO/w3hdbbusNts60YPCXM8b+GZm9XY34IFUSTj+2X+BQhUzb/a51i/N5TMAf/2+/BjbqV3jugoq8vFO663La+M5XvU1puXET2MujbUcnUsAMDrdaCPe4nQWb4DAXhD5hRXZ8IoyIs5DjAvizgT4Yv4KAFy3gW0tbd4NANvQzIXzYTTJNngLyQO4bo2v50WQbd/EM7KN0jQv1rqvU8tKHNWy/F79yDrGVPLA1RCFCxuJ3xXoRcplO7KV6ZcVkxTgF2+N9k33eTma3rmAvsTw3B/jKZ0VxDUg1zI1lY26sNkIFPvvznPogwGQXFJAEzymHlvsy8Qnnx8A/NgBYEkHfXpq6Z4jAvjBfflMAFjO7fUzgO1MI0PYPf2zAcBksGDcZRHrIkEa6qcaBSxg7vmTx4ugzWKsPjQA2NI/WwSw/n0gUcAKAD+SCGC5T9NFBwCMxRlnEyXmmZfXrhTQ2mYN85Y+8K8S0k0hHDsPmDsFlLAib/idCDNHxK8a7HrYM3YRAOWHIV9o3ceF4+OLC1+Rqs8Whj9CQbjfaVUDvEXJQQugtBXmmscpdsN18i2sAODmnq288scxpJZJHv49KxmHP33sE5SUxz4/e+75AMCY3ytJQFt1dodsqwfnYANp55xIQ0Y7sKADjZWRnTUkbnVZZR1W8/679xmV+8t70e98cQHguRJ55LgauzqOBi+2FuZ8Eg7QcZ/mYLlp8IOHNyKBNkD4ufOEO0b7VU+fpTMiHu3LaVz2sXNDhY+g6U2/N5jquuIwT0AAACAASURBVE2ot93wlb+Xefc20qGQ5ww3obXufOHOdkYBm4NDz6/iuZW2wa/Hb+qx2OK/z2r/xlY7Zisy60ThMOHOUTox3OlhRlA4WFwOm98jGWf+Pc7fCoNMLuiZwelV1a2/u/MunCtp9222NeHs4SsbbviNzr8OFcIOKIqt3j0AgWsd2cr1Nua6s+Om6xieDP4+fbo1sgkIj43vYwHgdf/qxsMxNuqQairH6Wa2OhuHV65li743gZyJn2I2B9mh1/a6HSs6DeO+vRHAzpfILp3rVU4yNt+yr+sX568enGlnAL9y43y5JSDw3Vvny9tvvSrRv+/aGcAaBfzhB+8t70kU8Kt3dXO0AL8K/tpbon/17RHAFQCsDgW3H2NDSKSERi/Jf8Era/76xIHes8ePxWQW+1rA3idia59pFLB8PpXfH0kE8A8/S+rnv3+9/P2rb5evvv1p+f6nB8vPDyRC+IluGFEA+BWx033LqfddtyfTyXWILOvKpTSxlWzpyd9WznHuGuJ4MQBg2gcuh5McbGk5bG6Xt/qd6Z8DAHa9oLdeZuMKeq41xhkf6fHQf1UAGH7KMfPKcg4LMo2zy+EsqyZFTaQUJN8mj90oYXR5CiCg6qNfF/H37O5vC/Qc3dqpmXGBUvc9Oh3mI/wbhaeM698FAFP3JHl7cfT1WbuVyRCUs4/gGOG3bMio9V6t21HWUa+NmTYy6MueGv+0owUTaMMUydrcdE5uETNqS6EzGSRWoJc82GCcyFjkHWcaEDNTi1wk8Kx/Eeikvm4ceQgAGDZPAYs892KAw14W0z+zoUxT7cNumJUDVwFSufaC8Z/Tn02d3ZKB35rfFKCV81Jfh36iDK9kKQka4Ca2piEgq1wOQVnX6J3u8tGHWAawN+JZ11vRsnLMjfUo11l99v4m5lZJSOrZ/kxY0qOxpN20a6k3stjXSfgpvKyga7m92Nm7KujeRD+K0XB2DRCsTOua6yZ0PKe1oBVzO5gyZk+xuGKdlzowhM4PKlqtmwkaJi3HSkbp1Ln3+Keom+eGpT5z9Kkzlc0XWhX9FOVhjEHr602R9tStvN7iM+HaxrpG51pNrJkq0xnK5EwjgK3I/cJ5JE/rIjJtamOw3qh/kKs7uyj4Xtyjt9ZHTdlIejOL3e8YV6wv6zippKoTcoUgr4Kvnn7ZUjcj8y6OzwGoq+mcNbKXWJ1G+ALwdfDXMDxE8TJDL4Fkns+Lv85jLMWzvpneGRjfTbfPkN7ZN+7q74b7Fb6rzWfEckQB+/Xgm857Kz+ODuX/+J//j1HDFhPHEsu6mqdWSAxu/xnAGvkrALAAvxYBLO9NAFh2LiP9MwDgW364chxhbbRUzAgKaDoCLaJXgF1N8UwAWIHfxxoB/EhTQUsaaAGFNUW03if5rAxAdtYIYDk0kS7/K2H3iWHZQya09AxgpGy2yF8lLAV4DeT1/OAEgD1knNcsAtie9R0EtjNACdLDyJ14YyqS0AuA3Ce4ODHqhQ1hl1Nu5D66+F7xgsKO425nQPY9GBauKpsrQ0gVzTh9NaB0NhTSwvWgvyGT3lZG+jO39WumrMG9+/nkVmUHXF+P3QEPb9z6bABgkgmXF4bxOCdjobl9oxDUuzl3NefbV/rOu6QRFwKA89KZ9qOzVnc28dnddg0AP4uxXiubnVprlryrWbtWiTuS2wK3nt3V5mErt/kkjZdeETQcusVTxnVkEmQddYh+4zad25N5WBlauQo6JgZjsnbeDPhD4il0UrDIbts32Ez9TLl57ZgvHc/O69qAU4PHW+OAMBwocIjQyVI5Qpj6zNOu2hSt5q7uxGyOnhUA3LZzNMyrdeR6sSObpudn4Jb6IB3RdiZOSgcL+8ydKIkW9Le2HNPuEgDcd/T7fHmZvCdrG/DzZWHWB4BHy70FH1BWXzhm4GHtzILRmF+9Pk3bMeRJI11bH4AuPnvtBYCNbvwdPRkYe3adjqlu5RcBgJU2xj2arTE0a6zczMCm+bOc33XZvbG6CAAc69f51Wr9qogSZoL15mSn7M3lJVJiShpoiQC+LQDwG6/dWt6598bygUT+figA8Ee/kXTQ778rv78mUcA3lzsZABY7UcFgOh3Un2ln5/kO83BGeFaAnjNA2/FE22P8E+f/IgL4TCJ/BfDVCGBBcQ0Alt9x9u/p8uDRiUT//rj815//unz59fcC/t6XiODHy8NTuffpLXHc3BJHtQDAUnY5iaHY3XByl1SUJXYkm+NZjoR06hLbWs40t/mY51J6tPmiAMBFLmTCWisNWYZm8KGAA9S9BwpHFN+7vuavlwcAZ5u+XadrEKGd9E2+MWGyowhgG3Npylg1y4JyJHnog5zwtRXf83HWinsyclzUVJbQ+Tq76aqAVu3HEaaGNfVS25TkSzWMyZeWx+fYNm9MxHO6LOvoAEd/NQ6+aWTWcPAeU0TLKxzzKvjKz0jZmb7zq90Gbe3/sPdmW5LdSpZYJHMiWbxDV1WvpW9tfZJa36PWg170IKm66ta9HHOKSAq2t22DAQfAOe4eUybdyUgfDmbYBNswALor5l+f+VzyEPaklzNe27Uyayzj8ywLtDXmRy0NiMthsF1M6Xd4PNMaha1r80KXUsfZZtUAdR1QIjRkQHON4FW0bvQr3fmL6w4FBmOza22P1R7X4qS73wUSA5zSmDlXhi+WPUmmAeeUo8hJGnlJw/YMeSWZXd/Fy9z0KSOxynauPzjvOqKVzXQApVtLVJ93baH6FaRFAuLaxiOL2Y7aybruyf2zXiZDdkPTDHvarBOcpPv6RekgqZ4PlAe/55WKctV3pyqfg1YRNN+cFSMnyNM3MXTF2txvNkIEOY8lIPmAJWptrLahvFRHANC+dq/c4Z/CVzSyZ1gPQT2+xNHOnv68jjB/12aL1JAmapDjMX2RRa0g/8tvHJzooxdDANjLzYB2lFN9EL1/pBfLASonuVtBdL/KoxGhacTBg23P9o+ALhkWw1FLa7GXyILsrax140XMFrYM5YenjTc2mizg8iEWSKxdY8Q6PX2X9ndtavfn5H0FTjpQW9ZJdr0so3sJ4gLIjSOc7ahnxx4DALbnBb+ztB75y/VUxefCVwJQ1iN7cZRzlV9xzy8ifz3aF2Av1218FwjsvgOfZ6Z3QNk3yvBoaPp6dKoTRVtDHAYA/x+UPcuFvzNYEDeJP9Bkn4HTAeCyC1gA8EeLAP6NdwBbBPC7cgcwjoAuYGypy/xKuPu3DPIbG2gHgHU3GJ03pO66wNEdwOV4LQOAP9tdRQYAl3uAy72/dv8v/372u4DLMdApArjkJnd7v6swFHm3nLEfAewgLi56HgDAfucvdw/w6Odvyl3HttugBYAZ5g0A2MFg7WKiA4/zaX9qIeeKTFQdYlUakKfklOqkBEd15Bdw/ndhaGWMhEXjjC7lYKU/B4BbEZW/UfqOWqdUK2ffvNwDT0ADIxPHFehjeoKjudaoQ9L5QAf7JI8HAG8bdyYATEnmf8e7DOpdEdXxok5PWSo/GwBu+rtHC8lgOb2Vj5TjCgA/xkCDEqabaC5rwd4JDXtg2owNL2vzHm8s+gyVs5CxRZfNRYdlngPAe3Mwfb7Tpr2xmoGwK72LEUjjMAd/52N1BPxlNZJVySntNlizaEwNzr8TAK53ANf7NA0c5s54e17r6WyMtOJZzhEHeodh8rJ0L+0x3uPozJepYeh7cXXxRBuG4E/9o01oapPHIGmXvWzq6gip7YtFTSrnvgBgaHG1CVWmhaH61K9k09CdCgA3dh3M58rRvV1wvwDw3FbZc26fAgD3VLUqW+uHMSVeCgDP+rsDPjk9zLhjb+0676/zwESC07zKayQ6F+J1QgRw03bI715rVNkQG9zlAPNHBgC/LAr2zevfC8j74ua7twYC/6kAwP9y87/81/9a/v65fP/h5vtv39x8W+79VQQw3nHHlByptk+DkTRyHPBOqrQ2bPjL2moRo7z714Dfzw72EgQWGGzg7+cS+XtXIn8/3vz67v3NT7/8Vu7+/dvN/1UA4H/72z9ufimRvwb+frp74QDwyzIW35Ry6ZzmYps6U/KZ7zqisqWhfvmzp9u+RgC40iMIqyW1Rmfncc1+kgpUTLWKAQnH1BMl9sKfNJKhc/d29leI/TqeXLRrJev2Zex8HbqWk9RZ4Qr2jR0zQzF8M5N+tO3s6L/Tg5f4Py4ZqxVpLPWNhuoE2spJ9+bwcLsaJ/O6MafwwZndWlF0pat7LPxyN5LJnp1mwzHpaeCb5PGv9r+OqOVj3rFtx0HraOh8JLSlrUf71jqz/7d6F2ftsusKt+3d6gcmIjZLnaTjacPPbNrJo4EDqHUQTFWo21pHIa9H4jJIiScyCKCitJWlz9/1pyOfWQZ/j9/8Tl9ugPWoYIFO5R0AMPrDPBh+le3DEYCK/LZsNPJpLVGnUZANbYvGD++5Ygzke3aAI3z3LsN0JQWbsZX7gTf4c6bRWiFHBlv2qlHq+octCZFpHxIIw1pTgmaN5G0KL/Bg1c/GOOBVST2oDFnSRRdeBO1MX3cYzUeqpOfQrEGdmrPkY4eGsLSc6Kh+9mG2lsfv3i5tZCDYyH70L1ZVfXgVAPY82RaJIpw/WRXXteUz7gT2z6zL6czSIUuuv51rtZXt84K9XaT12nI0KQPALo/Go6a2ii9j8MlHKtbHgT/wQS1v8B3JWGZ+jUa6HZM83tVe7slkaYsVZl+d6sSNQRO6w9C2Ryyj/S63m+Ggg8F/0sliFbMTLiVponJkz4j3DcilaaV6WWZz1LNpE/Cun4pb1jYl6jLuw9XGV0TnGnBr735kM6N8Ge0rEFjHPFtaCzzlM+ZFGpSjqN98BHN7h6/8KLbmypG6cVRzjgo2GQkAmKc0vXSAl0dBl+7EqQT05yid/CYURQb+unwEI1cMUHNzBgBcCTUMVyeS0wDgcj9QjgA2ALhE4L77jQDwh3IXsEUF9wAw7gF+XUKtcf62AaAkrMZp44ramN3uJDJF+8KUnUUA330oRz3bHcAW8fvrzad3Bv7yz77jDuC7jyVPycfT6UWLfS0bhn0wANjAYkT72pHXOou8B4Dr5fScazKXREpmJBJCy9RKv14EjMUihWz3zK0I/ty5K20+zgKAraj27uFGYkIuLARWn/iU76Ufc6Cu9O9yC/qU1njawbifUco4y5cKAJ8HHucdo/c2hEcKWtKVG+ezcsBbSeosaXBrYBxp3uOmqcbj49b7VLU9jdwAJRxYGJw1KqDn+WsPUJvlvazNF8hJs9dXY/UUADDU4EwXa923eN7056hcaHnzsQDgWFBisVHnoq+/AYBL/wyYCAeNooHj7iu7I+uxAOCxVXgWb1Wt31tUm+Ka+7DSinAGAMtmnAHAMoJlHwo8ynbjlwoAZ7uut38fFgCeS8o9x/aXCQDPpft4M0Yl611wYu4bWzjOnhMAnPpahskW7pRfWD6R/cpvL8uliK9e/l7A3ZuyEfrFzQ//9N3Nv/z1r+UuYAOByzHQf/nTzZ/Lb99/+/rmbUmkSOBXBfx9VdLraLF6DzgdJXRCaA0Jr19aIfrglrfPJVTXInwV7WsRRgb6Ggj86dbA39sC8H4qkb/vb378+Zeb//j7jzf/3//8j5v/+//9t3IUdNng/fF3gL+3n1/i6OcCaQP8lYO9riWlbwT85jsK0xrP9YJG7woAd07E7HT1zWi9rrSxo2OXeUe6fWVvjHTZ0uk4AC3XAHCVG70c2JOTu3JjoYjXEcANgwxKyW3uiLRLHX60QSnb9rf+je14nLf+pXyZC9G9cV7ZM0vgAhWfbw3dV7tIr8caMresz+/H8Zznz+9yjs7o1GbsF+sk2lGJZ+CbdJnjQIJrH6Sz5nwuPxRVARDYspfDL7C2xL3AA3pVe+D3hdq0xVt9r/130GDQZ60Zqhx0HSy5KADJfczNFTN4Zr5m6q5cvChLv8cVNQ78ChAWMOswrY+E60IHbQkW068N8Fd3+CqSWO9pDYT+2JgGqOuGRTcG+tqAT/ix9iePPdYBDtbq95gHy9WxFK8r9C2XcdWMf2+un3C/fkVrI5KN80jCEABsIEnwL+hl69/W/OMIXDY2/OQNLSs/CieQojrR15nAQvoFf6JJNZBqs/L2NtUpqbJevRnJu7wRofaRrYwNC/7gsN9n4PcQ7fa2esv2GQCWPcHKN4Cm8yamI6lIQ13wZ1Ns/5VnkA2eDrO/I68qtSaKdt7NALFAbrXQBUai9io1+IwyhX6J9p2/Y9RTumxPSe6MGi9qGHcs8yVSxqDnfOO8M1uMYw6PQO5k83kFADvXGkUHS4oHNyekYC4rHymd9K5kAvwPXl7IGciLzN9+uajSFp6DnPHx1zVWOsrZrlqNo5h1FY4Hk9rRzXFnL6J4HfgVKOwgcT7K2Y52flkAZZX/0qJ2PRjTcDqCtDpxKYGwJitd5tSIXo/sjfQQOBgeAruM4NUR0JC3wMAtDU9hRgSwg8QSP8TJXT5idlxuofgqG08EgNt7X8NwPRMA/qjoXzsC2iOAAQCXKOAPFgHcAMC2gC07mQv4+6actY0zt9MdwGFFuuCSIrWdygEA272+tzoCutwDXEBfAsA/eQSwAcB2B/AcAK7c0Y6FWF/PGyHeHAHtdwAfjQC2u4ER7awoYB4nHRHAIBA7Xlo7oGyupdjES1RkIAJf5JMGEiEgW3nuOwtGEgFs1yn0PB7hqaB25VoeCWTo+ajASEoAI7fUTYVQ8+BJAeBx59H6PY10rHcnpkoa8cSc+8mvAPD+GN1DChg3YwXcKvpBXWFw+LMrAHwPE/KYRVwB4Fa2z8HjXV5YTtsFctLtiWnxBwDg1hWQStoB4VeLtSsA3NoLf2QAeGOVYMFUX43BnxYhAm9lL9o7VUp20tCWjBdsRNqKcQQ0vST+t3bWR0nJ+WJl99YG26Za5XRJ9mpuU8ec/YKX7R/bbnkBTJO4HbvnCgDPHN/s6qyvshOmRrzP4Uza3UcE8LjspwSAF4uaZiw3IMEgAhgkpH8WNGoeiyz+G37V/U7urFU6405b/BcfQ1n7lvuAiyf8+7dvyn3AP9z863/5C46A/te//hlHQ//p+7eIBH5bIoENBBYAbHcBw5lQAOHm3t9YGzaCo7o7wd8W6VQA3wL0Guh7h2hgAsCfCgD8oYC/7z/c3vxajn3+6Zdfb/72j38A/P23//jPm3//+08lIvhTAX4L+Pt7AX3L8c929PNnH4dGn8GO7YHfvAEpjVa3JH0uAPAooiNGdrB5a2TfDIHY1ZUSRNFbk2oHALbEje7MoEljqljZB23jzsnU52r0EehuIY86utwCnqu8rbMrtwNSflktgY3hy1wbyzZbrisA3NgME9Lpl7AHKYzJMIXr+Z+WN7KRdueUpR1lg5P6cijx3I45lH2RCKN4tGM+7r0PUeDJphrjl8xvPmXh9SsyShZebJcsaQz8JQjElwG/+OPU499Gb/r8EQAmQJPBHs1ePn0ji8sA0vzHLBcxPJKvAboK6LV3RtxapQSAt4PNtngUrr0Xvam7enUMNMBcnTxZ3mNeBP760c066hn1NgCwyk/3/zY6YLoarQ3WmGv8/Il1KShQ9nv5RUdyZ0BVhWX7uV9vIEIP0Xrue/YymRc/+gy7jmh4li3Bv1iTVP/3yGbPlEIb2Y839jrqEoF6gfpBuqlSm1o0ZCV0ZAKmSd0kRste7yoHG4pOc7KVdJnEgjYxdEwrm0Lg6hL87ei1bp7Q5PuWBNASE/fl9fwSTIDkLd1VHJXwofF10IyDv7GJg9MVoC+HcMhgaVocc2BL+XvwZQfe5ghgbZBoJjjNVLKxOOaOblj7ogPJVmp4yBhrxn+CUX1shwRGnMGHs/arbnfZ5EKb3HbPD50F7CF4cPbqAeDWduN2iKDdpD9bAJi8ZHU1G4HE35AD5LWWdxnB61yO/NVH4ZLIwF/wvltrfnwSAFvc16uTdD1wsnzHNbJvyp8FktofrmJNxz3bZz/CmdibIopLnX5NDgFey+NALwBgx90UtWttgEjw45jRR8qryOdHNBuoDDmKuiyN0YNHCpfvOi6aaXxKCy0R/LU/q0vlu5z2+RBdihYaCXP8CGgqtiazBPK9AcDvAP7aMdA4AhoAcAFtC4HbALwqE/PmtU+cQFHtWm6Yj4oZytWPxADgCAD4I0De24+/3dwa+Pvup3IPMAHgzxYB/PEd7wq2tCkCmHyUe08AeB/3o1LQHcCF0vx454NHQAPs1h3AvENYxAfCtB0HNga+A0oLm3CgSYlx9sufK8pGmXLwQkFPpIHuqOofU2TpniY9LS2xHVqUvHjuGsmFd47kTdLdUq8c408KAI8HBuohk8ZUnN73g3bc7rf0KwB8v+M5KQ0LmjMB4JMamM3NkzI+YuLs5HvEau+5quOy4GnmRAuDe+42iwM9z197i5B5jNiOXlh25gI5aQb8Sh/tAMC9DRHakZOwbvXi+RUAbsfujwQAg81sLenUszE9BrZd0J0WKYN3LK5Q2BoANgaPO0S5WgmHSXaAjJz10dZUv9X4lACw2swlpfVnzpanABBrYIOL1tlrndcaOm5nLPgHBeexH9U7cxbUtJcCwGfqBXR3Pik94N/XMs9bHRObPJVh4tEeAKw52Rtn6sl0dBroji86Qnx+3VkklxDWm+EMsPXT3c3bAu7+8P23vA+4gL//+pc/lyjgH27++qfvbv70T98CIH77xiKBy/q5OBkAAPtx0NzBbk4WXxP6+p5qpzrl4468UrkFHSHit0QXWcSvgcEfDfz9WCJ/P5TI3w8fb3767d3N33/86ebf//afN//Pv/3PAgT/VJ6VE79uLQLpVWm13fnLo5/NGZ98iqzXnFzu8KZk6O1CH62BDn1OAPDI1YeWPyIAjJkMQGM7liOQo293jOnaXKks5NMz3aSSZKw8BEsededgZckdWdAx85F2kOLTK3TooK5Da/0/FgC8WvPs6dS5VjAxOR5subNCZ68KmT3LdlJfz0LfnFPV/eVhjx/kdZC/OTRVT6k1U3tUvHWg2VFW+QBpVd61DBL4G3LA9SVbU1/w/Up3Qo/kjgn8YY78SD5jRfkJsM3rZYI+3Jyku3MBNQUA7IUOgB6BdLyChtcTCgDmtTW+6QmbfKpFDEtBffJ6cK0NTjEi0Mu7h3liJTEq73d00AaSY6TRmPFs7+fWyFo+ATXEYmj3K30AIImvmnWK1grxvl1nyMYiibVQf2PnOeYgM5jHvdqJIgP2MJAk8XPIDrez4H8LtnIQRf3yfnYW2pD9BBpXoGubDNHHmVZ9PjoK9TmqVC2eS1Re138xoYOyHaS0kZz5MQRk9q0VLYlqgqY84RwAZl0ep+kEt90UkXmvHZaStpKrV29E3Y9cw/Sb5w5Z5yEjX2R70hqBYZaVTV5rRIY/Fx/WdjivEQXGH5OS90KW+TM+rdaVfm4lOn9tbZFOvm3IqsgKyMmxAN/aP7Tt+SIAPBXNaZNrxodQJvAdMIgQR362HvTzh3SZP/ldcoSXAKgcddB4UZG/Pkrmo/Cy8MxOAS64oABQXmXjV6gqmtcAXkX+GgBsGGIBgN84AGz4GrE0na7rxzj7HcC8GtX1HeRCiu7FXb6ez9NQvNV7e7VxV7ISoK0Dxy9dNmlseRew1WHx0h5J7OUqephQn5XGTSxxVDTa2U6HezSa2c6TfUIE8CUAsN35Y7uEb8sRUZ/KTuGP5e7fT/isO4A/IAL4He8Atgjg8vlDWUzaEdDmRLUJer0BgHkHbkhvLQidAU0h2lFVTQRwAXfvCsh790kA8I8Agu/sGGgcAf0eIPERAJiL5FL70nAioWcA2ELSbWfCC+w8MOIsdxr7Oz7nO4AFAOcjoD0CGGHnvoDXtgAShjVKuwFcQUvp+v65kdNkHwCugpKiI1SDi6xkArp1wd1H9o+EpBkr5rwIrdUN4A4IdAWAs9bbI76Nqjj+w1MBwK06PN5e6fAV/DQv7Ys8AvrkwVkKqpNKe5jEVwD4Yca1LZVq8oFooRR7BYCzXqTTdfR6sTjGGZr2CgBj7LRAxfIpnNndYjf9bmm+5iOgtcDKNLULGMaaivZgs+CIVYMsujkAjOOVtACJhZGX5wuzWlW7rAzbNOzT6jx6KgAYC6QExDZtHDDtswGAVyf1LJzXWhvM9MwaTL0EAC41Ltq8p48eGwCO9U12HIpPNHhdBHAG5ffGeXsHMAvN6zc4kpqJIgBMv4ltqL3DncDflShfi/j9L3/6J4C//1KOgf7nAgj/5c/fl9/tOGgDgcv9VWX9/Mp3rQMELuBxgMDG15ChdIDx3dvj/bY2m8rCcc9+1y/u+zXg9/3Hcr/v+5tf3n24+YdF//79Hzf//p9/L/f+/u3m51/LpuqyZr2zqF878tkigIuVYBHAA08f1oY9ANzqQ60RbC051gPSwL3uzXQ2pDl0v5Y5s5UQ7TV9yY49rvdH9Yzax3onths9/8NW1fHc2thZpzbO0VTSHn/2le7xa3VAksbmr618XiTelHW0HRj/rhmHdeqwQX8cABgUt5jCS8ZxddeyVblwXa/IJGStHNabxHJq75byiAkw0PMTVlYtOZV/p2XBRy+f4px3M3+3ZY22xWxrE4CALrtMy1GCIDmXG/n4WOmJBgC2XUshNSsALKBUtRPUFQjLetXaDKhWwFd6ivqSILDL4F6PuE61SF+7fkbBSfko6ABzoduTfxTsVdY0AHl59DPT8s8RX7Y11kG1x0SHtgyaf1Jtjf0xYuu0dqh+ZupjmglaC7iWykCQP8O9uwHi1LWDAA7fAedl1nYLcEbPWDnTGFdEWFyrHdVGAMBelIAm9TVAJqdt0RZKj3zMTJob+yizzTcG17dc4ZSTvOEOUA4YsNa91eEjHgibwuw48VEyD/iRdt7Gagjb01OV70a7OWUjU1CGlyLalx2pNXxTCwlDZD7VERQAKWdwZGvrsLNp1Crvqs3yI2QbJ/rAIdCVGwAAIABJREFUAfLx6AakeZar8LaA5/m7JZUMEOVyGCodE4RuWRIU5X1FfxPfBB0OaII/VQB4M49Os6l272el4/kdwK3cqH4DAo2V/8oXP74d18DWyjSixKNw5Yv6TWC3Yk4Zp0plO1870uZ5LG+6gxf39/JKWBzhHJG//B1YWwDAtg5yEBgAsOWz03XNr2GbSIip4Z5e3yybcTF+ZrQujoIG+Et/iU5CYDymn7AEuehR7hgm/93v+7WxR5mOczdRvF4mgWDKTIC/fkKUlqMAke2+4PDHkOFDzrngq9LSp87eHicCmAvGCgAb8GsAsAHB5fjnOAK6AMAF+LVjoMcAcNnJbOh9AUXtMmaeu90JZBNSAQC7IxBK0iKAi/IsxztblO9tAYDvEAF8GQAcpDriPImECQAs8BfvZwDAIOpChEa0UpqNAneCE6OJCamsq0KUXMmEPpQ1offYWQmtUDQhppMEQDrfDSQhfQWAp6L8tAfG6FPCO62oTeqnAIDHhtXhjmAorgDweLxa4+3wmD5qwisA/BjDXeX1A9RWCr8CwBxXLkEWDttl9LAvJCZTdI0AbvVe48S+AsBzxs4OHCw80iIsHPHnAcC0K+cOyisAnKflwgjgMwFg2O0LwGUKANuq3haaZ9pXNM3adUEejT0H9Vlt9grmedmn8AwOuCbn5dhk70aXt1tTrdq8AoA1R8MxwdGFXFMZAPxNWde+fPG5gMAlEvi7tzd//eH7AgD/cPPPfy0gcAGC/1JA4R8sEvjbt2XtTBAYG4ztziiAwL7bHU5ZW064vgrnXXXoAvwt/+iuX4v6/fjxDlG/P/78283ff/61vP9a7vr95eZvP/5Y3n+6+amAvwYSv3j5pjiGCADb3na8K4pHSw2/CijuUEQbqv6s45HG3Z37mrp2zLY273MAgA207jlhZJNdAWBwwlKn9Czb89ye3JBLvnfI7snJfcv5CgBrjJ4tAGze1Nlr4B/bn/MHTtH5N04Z1z39eqTlUR/UoEdVDmyJOfirVdG8tgzbRKoErkynC7qLT62vcTdvRMaybmiTjPPkzT6WVvfqChjrNpY6dBNgL8eV4K/8znxnRXzziGF/z+CvAGBEEzv4TICIfmwrWxuiVI+Oi0YkcgDW0ikZtNEaaWt3yc5Tipwy2znEeWr+AIHwM+0hgSImqwNoDb9k52fGmahWXj1WVRsK4h5fNMZ91D7hXDvUdjR3haodSNvWB0vBebnSr7fbnwH4CcLica0ZJM724QZvSASZbeexV7b2oI67KEr+grkPrK6tzgCAHRPJGCzbYHQW+GXLXmkDRNCcUiCPGC4gVj4Fz8n2En90I6ITcILwWqkR8xFVqLVJQmTA1/mNDVCaWme/cbz9XtKpwiwc1NfcmH5indexedJoVONMSmRrYrL5ywgA5r3mGrOAoknRJOKNzVgni6evDmWnaDwS1zp0mP4wArjf3OrlEOw0IFd8bwXrVFk7jpl3uycy4bfS/mz1Ir6V5yO7DPEywL/izwoKM+rXvnu0L6J7bT3zGsc44zhnA37L+0u7NtWeY7OrYWsG8BKoBWCLAEyuhSzgUn0yLA0RxQCABdTyTt8K8NJnAsA17vv152ijr8/KR93fC2lX/jFrA+8CfzNwrG5zxjUEZW3n4K+BzhsAuEYA455gjE+iFckxn4wqy5O0AwCMyuuPlbDqJ5QbTE0BySzlHycWoP9ltk2HWuQtjooqX3BcFI6MuisLRkUAWzTwB4LAH/0O4A/vtwDwXTmKuSg6G/DXZSItbPu1TbpNnIGfmyOg2U4cqRGOQAeArSy739cBYLsD+Pa3owCw+ptHpzJTxuGyMqFCIuEacdkR0IoABvEJ/N0AwAKFed+xEa12J4gJLGS9/iYGqorZqqZCduGB97rzop3nzNATCgAR2DOKGtIE0+Kt/tMUwGw+VmVOXmjXmnI2IKZplixCulZmoT9o5h4dj3q2/o0drMdZj1Nvjzw4vaazcpxyf/JJFfSarpMFa3FxUk1MHMR1Rl7PMlBaRwsDdd57n/Zr5869ccXVppnNxSjffN4mZt5+Ix8xRTUcH7HSe67qOB1lY+yeG7EojnS1opML2lKK/doA4PkKCQO5YCsCwFNttszLsqezdCB6eJp3U+4eLfB5dUpoUTPIt+jTlubSsiUVVdPl57xugybGdgH8cAAwez58Bfuu5HOW0ffH72dHK5kNiAVNcsAAmKv2fLYR89FpVNG0J3kXDcuB9ubKo37njzFsdb3An8Jp5EmaEezWI9SP1T7QQqbVfumbO3xUeXXajGaxOprYvZ11UPO85h2WvCpLtvi4SVObgIPXjm1fxLoPizbbuKv8ptC6xmvoYcwV3a8+s7Y2XI3HCXb9ilY2TUKfZnNKWvZeD3tzGAAezMkKeJ51V3nsnWlqb9ULkreuICrgarmuyO4DtkhgOw76Lz98hyOhDfz965//dPNnA4E9EvhNOQ6aIHDd4S5AmI5Pqy9FMtHVA3vhrvzZmt6A3w9lHf/u3ccS+fup3O37AeDvf/74882Pv/wGMPjHn3+5+bls5jbw965E+tpa19a+dvaTQGD5DriEMUOY8pF+BneUJUdiHbM0n9A3dYz6MWtdaa3dM7OBFCkigsBqtxfx0KFzvbkXqdvv25Wmy0VS37ZkCQhjxSvdeETu8ns5cNRtirbckXN00zdk2bMTWBv4rWG5rAeqrqjyeSh0/HErr06Rz9t2pLGE/K2SQfo0c9teXWvxxz7viJc9Ud7po15W9T6ptT5atnclJ5cydH/dfPY4Qu3M9bE9OTsCGKJ/slLZ0a+H1N7eYJ9TCIgz8dKOrdJXcZR/R00TpwQAiPHLc5PovfHltDJjtb5P1n404VB8g+tJtMCrA2CVAVWX1xEZDFHoI+J5FFkrADevQyhWfS3nZVFPpN9c9qJcgL3UawSkPWoXxz/X6wmnAHDJ0wBCKExAMtuCoCathUx9hvTNdB0P6pi6fNb8sft1/loAWL/7XPu8C5AliEO/MiNpJbZ9ULPsEF9prWDyFxvP6lqkrhlcOke17XeywpZ/G5p0QCTWHvjuMtSjkEXPWRcpfWiHzTrm/I0jmRv0OQBBaVi3eVrOaa3YbBvEkHsnmrUweMJ87p3tg5/JcfnVmha+znYaawBf5znkddsgSvIgPJYtPthKFWcPUh86Ue0G+EXFl14JLS7+uNno13TF7de+b25PaezqGLazYrw11zrqR2oH2mr/cI7UNpURbXUjA2LC/kuV8Hj72o6gDQ1L06C+dTrhYCzht/pXpUuD9lq0pyj2GSDoBgC2OdPxzaUH5Wszmv6d0+O8J971snhCrskCL0f+iRRdi4hfRf16xC/XMQYA299b4GT6jLt7dZKuHQmtsvyd3x3sTZ95HY5H9PrpugCDve+K0EWEr0UIAyxul+Q4vhnp3XNRnpvEeIXfUhSw4XdO/HJZcIQ4/kzr466oYy9DYoxz4u2jKA77e7PudfpsbIj/9r/9jwDml4aaK6RMetWEFrqfAGAAvyXqt0TdGgCMY6MMALYjoA3wLUc72zuOgC7HP/MI6Pfl2Of3EQH8sTy/dQDYBtoQ/tdlst8oAthDt5vVhjYw+y6UO4v6LX/cLVUuIcIdwCUC+OOv5d7fcvRzuQMYdwHrCOgCDn/GEdC8XwHkLCU0lAqtAHV+deFVM+4BwDoC+kUcAW3HQttOBgO6HQC298IE2s3wAmCygcCIC09OOCo6CdXQX/itAsXk1NzGKoC34rouZsjkdMg2Q5KUQksnJvFcBFge7NqWE1eGDsS6//VqqZa2L5hHLfff+vbuLWgTuNpfhr6pxRw2FzVu0e7pIx+vB6t3S9uJYs5p8CKPdyLT5Mk1XDYQ496e3IiTMqxaXA2kWcuSQkWtjRV0UjueV+LHn4lTANH74/OnmS/S1QONMQzZ+WtZ7yLvZW02wb/o70YvnMANtObjtVmYlHqzWd48lwNiVJ0z/5TzdwBgSYNh0Vtv9k6HvQ+u37dOdunXdiz6QjdjowXdcPzIG80iTWPStZ8OFxaiz/d3BPTanuDcr+TzZhR2Chw/zra5RianXNnu2YmKBYLvPK3OvOoYYTlcmHBRltzkUlZarLlDpYJWbVSrFjfWTmbNDmsvOzlXNIrMl3PZd5MqKkWPRzZDrILq8IQtzJ/ybNHZU8tFralNo9moz1cOd+rmeVHezmEFuaeDBMi6tnVW4ONe3m2Nqos7o+trR4c0mxNBeAvanz/KdNTPX12+1HY182vVLtw5jVNiNNS5v2CedmXTLKa7Z6s5WA8E6arKWbXSHQrgUO40t3eLAv6mePhKEPDN2wIC25HP3759dfNdiQj+0z99XwDhH27+UqKC/1yig78vQPDbt2VtWfgadwLDmUJHhv3GLqQjJt2pbU5rW4vbfb/vS8Tvb799uPmlRPf+ZIDvL+W9fP751w83v77/cPNbWbf/Vo6F/gDw1/iNR7Zhg3iZCzv+Gb+Zi9tVM56ELK2ynOtEzvrQZIHuVvqeOigp9eptj5EtUp11khXUaT2lL4EMJJ6f/NEDzKmmVFELTtRO7B0BveGQ5KDlvI7slQ0I3PX4VHsRlCpWyffIUcB2cnEtJ3s+2pNf+XmvN2Mce2fYRpyuZPueGGsLW4lqqbllmoXM2ejUHb2wbPksb0zlROesVRGq3JuzUbvAvYuyoWHP7C/zzk8rOXuD3R5pQDYcGLBhOafl68fmYgDY7Y4A/5rmuA21mI8MqI5kcrL4STOuGyKt17eRRa4f8NhFPiMWTXA7AIuAoAK+CszCu2dw4Q6QtjsCuspmBhRVcNiAX23GcWhK0cOqw9ug+4HtXfXHHcA40tnv/43TK9muVse039W3dv3hNmdj8UBBNhQnEBTmDB4SuCFlehSvD7rkON/NZpf8dvkom6gUwPUEQWDQGo4+zZVnn7Tka9pAmtcaqi+1fMPra6HJfqc1Sv1M24NN55jpVcdkzGt5vTBiUZQ3YdPWGqm5N4AtHrUAIYfT7ZzKPFNpI1AZRO58lPkGFJvWzdsinSm0yQBN6m2SbJt1dpaXbUMxtnfcDFE2n4aIYze8KRldFfyVPZb8Kh0fC2sYrcsD/G36ktruxl5LFTE6/qHyYtik/gHzv/KtUYTQs5HoRPebo8/gH9IR1YXaVwcLZBs/O10ofaIKVFH/cSZXRucDt8XF/zW7GijhkE59cL7X8ekRiOltSFOHTZ/sB0cV10gZDuX39cZn8SqidHmcM49hZqQu1yoW6VvWLwUH5O8eEewYGfIgn3AzW9cQAKY/wwFegbsAcBmNLHA75ISnzUc8A5QtvYgjngFaMxJXohDrMvtzGYPVjoDf8hBRvbgD2FembotK9pBnFC2sCGCeTBDAMhJ7BLCVh/p9naiGhGQL4b6RFy/+238vADDmZiK1Igt35uZUMgTaCOCywCuKDBHAHv0LINgigD/pDmCL/BUAXI6DXgDAdOT5HcCvCwBcJr8eAV0A0K7dBtTxOA0pfttxRQC4IL/1COgJAGz3AxsAjOOidc9P0H8m66nsxYMGHIVSJMHbLmgBujkC2IjavhsAzJ0LAoALCBw7GXjOue79tSOgIwI4jtaAVoszw6G01dSkDPETuuNGMLIx7/AF3q2CJorcDIl2pmc96FLPF/ljAHimHiXB9uhzPR/qbzX5V/X54LQaqI7VqKqF4j/QsjOTuGY/M/ezzJZp8lk28PEaBQpdGRNoiih6j54fr91fXk0VQDrS9isAvBglM1xWj3eM41neY7wwq3hHTu60eUUTLaDb82tbrxZdKm8PDF8+3zk+etVmODIOv7wPUOF1ITJsGydpWvIIHMd6q8sTjg8P+dXzfLxSs5hNC9mHAYAntsdOfw8PsYyTDcxQS+gd2b0zb2W/53v0xg4ROW+07NWO/OpAiZbEwq/mUZl0qrRO1X69EFah25uzdre/y1lUS+Paw1+dzcD+tmnzwiVTqKXKoObeOmjbrrm0651LG3pA5PX4dVo72jLWeds5Oo1GuVjma8/e6GXuJfXW9Slq7YZt4+hOzzG/E48ceyCaPzAPm/VRm/cU2liPO8eqOoArAAzng+srLfkIBjOu9nVxLLwud/sauPu6IMLfvX1bQN9vAf7+YH8FEP62AMRvSpo3b8pa+o0dn1Z2zmM3O3mKDmu7p9CuTOI62NbwWrPbfb+/2n2/Bfy1+31/LmDwrxYN/KFEBtsm74L62pVPt+Yfh3M5bRAv5RMALjVpWYg50vKy0tUGlBzpFiOzGMzejtvSaK83RvOw1unMsdah1o4dAHhQ8VgPdgl98/SQfsByW/0bzl5FAA/1bdXDI91u4Mgpr/ANSVQkq7B3kp8i605Ja1VLXh2RG50UbXTZKX3v0za6alCQOe5moMG2vyOZ0+m6cxt7gT5aVbk3Z7O8oznr055+IkUtoeoyt3P80em0csKAd7bKCTlPTpr57CTv2cQHKPCr2nvV3M9ZGlt1ImvYmVZeU1pXkMnYIltX+XnIqGSDU3eZUuE7qrZ3AKwEWe/iOGavycWl1g2Q2765NutfAmoCzazYGiCkdKzbQGTWxzLz8c8OAJd25CjgSAMAWOOyHZ+NzSVwD2OpGabt29rdFYiNVO4LRj7YNQ7Elu+6y1IEJ78wSjUbAcCI1wlxJJkkUFjNsc5k2cS0FURl+kiFQCbWyh4ky80JbBem0FhYQivO+wmQJ/V576qaqUC2Vi0a0eu2zLQzDdrbOZz5zs7FtYn1tfINkOwrH2A89V1FlO9Zp09tD4uGdbB01E7ysFrMhouXUJXXGy0P86RfwXb9NazJ1SJ5j3XU963PLvsJWN/W/lOTAszOE+TjJhtqLDMlN5y/o8AVxfSVbOe3AYAxYcaTHBP2urXrQMsad2egHEqXiaXdhKGRcb4Hp9XN1a3s6NZGzrtCOlmuyw7xlvOz6kebDJPTYgXpiFsBB7N3400HcnG/Lq6msaheO63I/so6xQBfA349+tfu9c1YGMrxqF/Lg2e69zeBvIbExulniJzl0dD1WOaSD/0SHubXzJbvvGvX1yr4TOCYALCDs+ifNudaMfbZI4LLs7ivF3V6PV6fxz/b5Hs+ykdFAVsdzM96RSYxtMjptFPf9GtHhPz65ACwRfniHuAcAfyu3AH87j1+MwAYS0ZEANtitRCD7Qbwc7wR/ZpfJmX9uIN614IAYB4BjTuAP/7CCGCPAv5kUcAffr0xAPh3RQBjF299wVA/+ArhhcmtALBdOC1AF2CvHwEtABigsAPA35T+IgoYhKzLqnmhNfpt0b/YSeBRvcZ8ScHKAQUehZDIjj5Mf5W6QfBjsQfKsmimyeNmnLBRwJ0WIaQqMIwzwsP4k9gaC2sn0yURH5wSyNDLAOBOILbEcYIGONzinYSmIY/T5H3V+qDloDsrCOlBa39WhYcht2yVaHLFP8+qW8+wMVcA+N4mpZGx21KXoOYi7zFemPViR07utHk1NmtncVvvFQDOusrHxheMeYyvAPCW4q4AcGt73ScAnMvac1afAvJdAeDM71sQ/xSdo3GHHujWIHsAMF2OA12EVcjCpseSKeXEQiqXtKXJWsslgHcul3Ydf6Gr5mUZAADBsePbajUnw+/lKGiL7KUT16604slZ3yDq14Df7797c/NduQ/47Vt7/xZ/9tmuV+JS2pzXAn9v+dk3b1vk73uL8LW/cuzzb+XErt/eF9C3RPq+/1Q2ed8W4Lc0t7wVR7tF+nI9CirwcYMzCKtD+bo5nlcA2J22iUyHttIVAF6vhjrn/BUAPihlIWDmzp09vbiq5dy8I1mf69kD1vfalLVCLuuIjjk4qmOl80j+DYFRnNoDjjtv7cxuEYAWIFey3Wflrze1DABgAcb+nvdGSGfwGGer3JQIGtGMM8EvA34NjxUYa6CrA6+IxOW9mfHyvvAOYOrBBthFjQ7mWjkB7mZfJsFf1G0Am98/jGOePb0+CyDW974fPdjG6Wv7KdefQwE2y+hOP3/IK1vBrAj4gcnvAeLgGGb+xmgy8w1XQCFAYD0L8EfWiQATs5HQCh9ab7NHq4VPGjUrrdl0CTx2e41WDos6hX4DoHKApwK/dWymx78Pxq9n4nMAYPkv2hlsS242p9lsZ5a9AACu4K/A2krf0w1xYC/nLd/8VflB7WZvegBYkfKYuijHKSINQGz2UHGicec/K7j+VGHQgIEbvq+ypN0E18sGkeUWgFZnRpvo6kw5L6PfXnZqxxEpG7avJ8ZGF/vL6xSsNVgrxin5+bWe6euyzZaEHBP74XOj6bxM5znukoh8lDO15M0Vq2JI8b/b+IigdZzLEEtrQ8gl2wTq5xkD+PW7eXHqrX83jAtXo9pJRHY/LzanMtjT7vcFABzBjx74KDBU4LHnBZhrvxWgOaJ/BdYKA/PvLxGYmUHgdEJuyDhuRPEu8HP5h5tKOHz2V7871gXglzRiJfA+X78b2HC7wOM45gJ7KzskABjPrQ0EjgEec2p9bch6spo/ovKfCQBcIoILEMwjoN/dvH/37uZD+Wy/3eEI6N9xZxEAYI8A5oLV0fnKndSRGwCYO5pvdAewHQH94ReAv7fv7Qjon24+AQwuAHB51h4BXQs/FQAm89oMGaHo6OYdANiAXiNe7HawI6ALCIzdDgxpx7HPFklcFvkG/hpVGlFgZ4OYMZQ0FZ7YOXY+BBM7s4NbS7rFDlAr5NgVqwJ+KeZowFGRxDFfXyIAjMmciHdJgEyHj/LZBndlUjxKI+63EnTnCgBTdmydQtvBzjT5ldHC/VLWorT7BYCPzkK+4+fRunqYrs5sEQzZ+euPCABXeugcHp3johk1qMwFJV0jgGO48o5jfb7fI6Anep8C+kxG6bPFsnBY3gbk4vKcltye/WG2W0qbHXm8x7eCc7QWuSjkosZXN1YPK/NnNV+T/wuMAM5j23wezMSXAAC3C/6uE1gVzmJi90j50gjgmXtk9nttz6UA8Kxn9wkA59U323vuOFtrUyS9w6UBABdOlKsHrhs5AeBw4C7xyrYFhi2/MSL4ZYn6LX/FmWKgr/19WyKE7TuOVwsAmKdm/V7Wy5/LtUmfLZq3nN5l9/5+KCCw/b3HPcC3JdK3gL6fX5Ro3xc47rncSIwI3zuL8i0Vc8nkG4flL8NK0OWXr6kqAMz0+Ndl6zjyxGVfI357O24rU6cOz0Qg601dTHiNAF7LCvodnK+7NV0ASEknrUqbyedRnl5Png0AX8y/Tp/gzYV8gzqd2xC9vsnOWTkNNQ4ngSR58KjY26I3amNfRg/ncK//y4n3NbDoBO/eDjX3iJez7wtKqf3V/KiH/X3QZ4/rqG/37d+YuqRk07mDGOPExLMha+zJNNZRBWi1lqsow9UUrgFgyfi0QlK0n0cAVsxTAJDu0y15untN0Q4UZeCvR+htAGCCtwEiq/FuyweAi2II+vLdFmRlM5QDu/lO3yZdAMNsg4KQtC6pEcGl+Q4QZzA7T2cDrA3mjTOqHDYvHsXr/Bx0K/vAKSDmMAwHh55cZuval6AYzXnMvyIGgwnrEdLpikFMRcg2RsXVtUqCscrvlpZHwdYRYIrE70d53dM16xzlDX/43EvRA+g9fS9PHdCYDpiiRrKOOea+AGCQqv2n9anRGci54zMmINt0z1QGNyb4HbNKL7ss8Y6XQl7BHx/WKNWtjos2NsORtgemMvym7RAH7VjJ7pOBaW2e61SMzuSxwPLJDFG2hF3qsiaTufPYOL/rM5lF4svSlm+K0imojg9ay+xhQzsv9BH6URcAWOfaqKOX+bowxdrCaFjpfg4J1w6pIaEwMmcC1bHNnF4nQFQLSIyTbimP6D+wnagWoWtp7HhmHuVsxzTHMc4Rrcujnw3wBQhsAZ9+7DMCHdFElin+BnjsxzzjFCMDgv146bj71/gez+S3qKAv2h6RwFW/cVxcCoU/xOWYrcFCnin6V2sxpWH0L7e8alMuwVteueN+FrdFUFM1Syj9tJbTs/Lc8lFGk/44Jpo9EeCK/it1PiEAXBaSugO4RABjUfm+AL8AgAv4W74zApgAsIG9FiX7xnYDWHi4IoB7pQDedwMgFLDds5DvAP4NEcCI/gUA/DMA4FsDgD/+NgWAt5febtl8Y8sb994HAIzI4HJEtM5Nd/DXVu0AgH3FT8NWRFwJiHzj35PRACKH9s3KuToMq3CphuP6XhYKX+6iqQAwQWCjUzPcvsAI4JlEd6EZgneZ7r4fYkDvu9CnLQ/duQLAFO2tYfa0E/M1135/ADDmLK/iFsPGDTGPz78PSldmzC76/EcDgG3nZtCDL45ieK4AMITc2Enkui09vx4BXRmrkTHJKTdivVYepUWFFkWyHcNJKIdQ6/DD0jKl3TpYqhMq7M3UoMaxEs6ksbDcAq3hjqLFFY4cV5T5bBdvo6ruAYde4vZOp+Rz2phXzwUAxupz8srO7W2Sdo7652tz8hIA2Gln2OZ2bkdJzgWARSvTwdrZ1drMd0dXWDTFWsr0fl29c/F+ph1r9+nJWY8a6uLeagR3oiq/Sbf6SOlsUDPwOx0Qigj+pmwcts3U5iCxY5/tmGg4YeBAYW/gpEa0lK2b/Y7CEgV8a3/liOdPJeL3tpzvXHBhgL2fX7wqjvHyXnIbAGxOoc84+tnXkaYD/Uhkqbx4Zv0zUe/veZ6OgLU6rpP5nhEAbNFi4a7sqM+PGO1pcg8sQfprBPCUlUe8fgoAvNWTY/4l1x8z8umcW6T34wKXnYqHvUzJzkomugisXAUAdA3M9dDTM35VkXhsvJpSPIvK5lf/tw7ssaFLqaQfa4u6tvVfjwJPOy2pgOmZemE0B5NhpbM89VDjlWmkyyv6j58x8BUQ0Jzbe41+q40are0OybQAoVz3AHRyX6FPPsEzg2MZxcvwXkh8d5RU2qhgq/mBGbFnVxLiDl6PAlZ5eUg5P/Qd4yUwCyCwRw0DAPbPfk0ggSzWgxaMuC4JAAAgAElEQVThvmHWjXuHcSWhooA9jbe9H8et/VWpP5NhpWEY0pzrDqwIe7uxD3xbGoAbEIPb9LKpKWPIt+K4mjY2hHpjVK+1UvUJtKAvRO0nCFJt7eqjDhd0Ao/Zl/rKtLfL8DBimEq2P9cLucSHA4Bn/p+l7wPkVqXoxo+0EwGc6QalgF/8fQcAbjbY+XqbLSE/YLteAMHOIz4JgJ+cBX1HhvON8vtUoJyG23i+6sAHooAx8WA0JVlUGTx2jqqT7nw810rDakkvLnvGNKaOSj4wlcZ5jy4hNy29BiJ4qPBkGYwMACOtP2f6JMstAjSPJnjVXhUHQrtsajo+4qohzmctXwmkanZYZRRYy8Sv0XCfGm8jjm22oEUPbsQptw72AqzkccwG7Foa3uVrGJ6CGnnPL6J1/c5fYHy+MRVY3yseFR3jbe1x2RVHOCOqluBoPtqZR9ZT9tR3gtX5Ll+UEyC6xCPHgus5iMtYX0nOKZKXUcGkDYpWbS/2NZkBv6UAA6lXADDpsNpy6ifWcqgj6eQQdByZ1lSp8mRGm08MAH8oi8lyBzAA4A8OAL9PAHCNANYR0G/sziIcAe2XQ3dHQPPO8qpwbfcyFrL2wCOAPxeQ98sCgG2nhB39zOhf3f2LLduKAHbKzEpYyj0UOYg3Kd6sqUCxFCvzQFft6J6Luoj29QV/LO6lTK4A8J6eOOE5rOQT0n8BSdGd+1kgfQG9XTYRxsITAIRf+rid3v6nAYChsDeG8emtPzXHg9JVKfwKAHNGsEhpzjDr6OwKAPsas9VhcqT4+VEhA68AcOX0EQA8cv5ycdy+YldpWhTlTYNwEWlxGvYiy+hB3/ydzsIUuTh04lRvVLVFtxLsyQDgztmb2Vf9r61dg3zhgJsJ6BWIu+d0PjvvTpuX5uRDAcAYWf8bD9aXBgBbf/Idk4d1tAPS1dlSY5TDbeN8Vb87b3oleY8/nRfulJBDouQHIGzvtmtfRyXCQUInmMlgRgH7Zl2PVjJHuoG/n0u4rwG+diLVTVmPlzO6CP7a0c/uUKIDSu45bfq1afaIFH6sbqWO9g6BBw2Y+jwAYEEVUwfkFQDO/sxd0DLrgj2As3/+kABw69Cec7hAiFmK4yfLSXYnZ3Cvr/b0xkoQnQkAw5G/GAyCL/fz6nXq8tS6nSpXtLRHZ+f05qEA4L6tdD5v9XyAYY2DP5TGEMSH+Ja+SbS18Us4cNSPyyEZ7ggSgVsDSkspAmIEwgLQUvQuo3IdeYnP4W53AIhRug7EAvjV3bvSE9t1h8Bjlc/21D+WYZHA7e8ClAN8BgjMOqlLvc1pgFS7PQ9oZWJ/Zbqnq5f2Uv2cNm1CL4/nn/F+GclwUAQFOd0oP9pSAeLwJ6tu2WwJNMogr2e3yUSv+z4QrWDPdQR0jEOitSXdzhgxjWOTP9I/DACcNwHu8cLqeQMUWsITAGCMp/sWSP9ub2WA2fkKXgqlVdQ8fkMp+KvrbvEdB1dQV8VMlVabIZRIvFrVBG0kB6mrCHJe9slTe/XVa2SrXE7gc3BSyISz/KZL8LfKpJEuO1Kf0WEzr+I585lNAOAAf0OHkncjCjj4pNtQ4XVVRND5zFcDkDioXxuFqjyhIEhyQmld3rigIGjswY3fFID2JQBbgroG2OLOXkT+WtSvfwf4638GAHtAo4G/iGzV5lRLo3x2JLRF+YYvosoT+y3f4dv4J3BUsgHHkofWZa13KB+b+3+1AcXHlGKtyljqVV+pelvM3aENuQJmdbIj7R7XSrb2wjpLALC3C2k0d5K/VTK0ul0AcEhNl6tiII1L5c6ZeNTvTwoAf/xEANiOem4B4HIkdAGE8xHQNpE8C/zNzRsDgI3AnCjYGSdwyKik+AEAt0dAf7kAsJ997iHvFlbfA8A01qS06ztpWYIDK/OWNkDdvtNrRDWi/B2K0pEPL+zyeFceMTtm6BgwfI0A3uPLg8/Ne7L02B0s5xklQ3euALBE+BHD4hnN3hfalCsAfG8TZ8bsorAlPS/y0idwrqxby8ke5DllLIYOjrRgWQLAYPJJn2zNtASIebrGOa+8e3Y/v49d154AaXMBnKRpkW1/xuVySLjEuwLAdSh7J1+zd08Lo+Q02UxL+oGLpq2NWB003YKkc8bMQGA6i75wALhzjl4B4ExJVwC43WJdHZiQW80a6RwA2NdlKQKYy1rfQQ5HsX0WUOur3k4RxLF7/e8pGoduH8mB7BSxCt0Rj1OzkjOufLS1tIHA8Gf7zv8X5XoiRP0a+GvHwpUSHO6FDBcILIcipbs7KyTqB1rjEHjQOe1QbuggLzyV3UTZTHRVU+9ED6906C4APNGTx/q7BRKie1CZW/3LtmrU3TmbkmVncdW/7YQI4Ni3F+g47DfwZH9DD4iuwTbSul5L0K6X3e4LUd4cdW6/NWUZ6zWd2wIo0QbLSxjl0OsKAB8fq/WA9nRlLqujs7At+WkAYOqMmW1/CvAcwJYc1uG4ltM6r8ScjwQk9MO2oX8fL5Mpzisz+YR2zORkJ4/GZVBmE7et9+iqTAJY1EkFevVoRK1/XLZZXmsp3lkeQNp0D69F4upvtH5pwV+Wi6jhcvQzT8TgZ/qTa0Rx+JtdzuZ+SPaq7GbYs13tw51Vdi9D83fYAIpoQ14BOBXQ7U8gqXI5+YWBA/mGT3yu+au8c0CoeSYJ6ECSZCLORWXORp7Gz/5QaIoSl+88WpnP69BUAOawwN1U3vE+eOA8AFi8MJNTDwIA+4aGTDs9HzURwAn8xVAcAIBj40IAw5aRNkNEAMu2ijSKJgXTMa0/M94L+pnZO4wBbinF5UDjR4j+qESeBED68n+D2PR9awfN5iy3k7JjnrKPEBZPHvFNNQCw0z/eSn24A1j1Oh+aTY1rVDLwCt5IPAq+Ig/q3T5z1rwrWJe43sm/g6G02du3hihtkgVa11PfuOxAVK39+d29BY97VbA5Re0S5C3HPAPItdN7GfWLKGCdOGRXmwKQJfiLUyv8aGRee2qnE9nvJb9H58q9gKakSF9+TjadyzVEApdTj9A7f456gIUxApjHRxMb4zgGRUAcxXhbGT7+PHSXY8GTk7x+0aTkHd7tpCau26yOBrBOc0fAOMRnaosoXWAyy4xWioj8h+MbCks5/+2//w+UtG94bKOV2OBSu+9aBrHaIrAIHOwULooSx0aVz5/K+6dyj9DHAvh+KMDvxxL1a38W/SsAmCBwiQC2+3/ftwAwiUhHQBdC8wjg2m5OW+x4MUEChU+FXbYsl++fbj6X+j5/+q0c9ZzvALbjn48cAd0Jq8HXLKSllMk0l9wBzJ0U4whgI17bhuCk44xO4vQz3hNjVCWreSPVINvMmFan2s5tpGROBqAXgK92t7lIwlxcj4DeU0bHnmPFfyzpl5IK3bkCwBItRwyLL2Vqn287rwDwvc2NGbKLwp4MAJ5Y9Y3BdeYgTEFgqNh2nyvS9k7alSN6It6hazvn9ynNPwwCsyIWrcUZv6RuxFLDffzjRl8B4NUMpTEcJOvt8ziuzz0lWpzNalDpWgQ1i0hfEDEvOWLsCPJ1QlqAtulap7kWNGoT++BWYrPA3LZ67PxKS7O8UOtsBjph2rTZedRSZwYY8uc8GrV923ad50jCOEyzbtuxGaFrBHAMyYw3WrqbcMYDHQFt87uMAN6IyKyJ0toMpJwihOjmxgvkE2SeCoQPa7s2cM6G7JYzGNnl1InyXEe5fjG5rdbhJ0Q3WcPMCVM2IZe1rW0etuOgmQXxGXTGewRwvgtQuiecGNbU2fSgW+4AmejJrAflKpmBwCyijtXMHtkAxQOVtgaBi79h5klUWSOwNv02bluam5GemNgEAlDYpgqaqIgAP+zpwh6Z9skLqiBDcF88QdXJF7HPn5KDnSxv+s3BpPOzPgjfVGpGDLvTebj6PF+dYndyTqhSfLTjDqkjsmNkzh1224z9BqueBPb9eBNGg0A52KOkWy3b40QAa07SHLvsil+ONb8m7/qRR+aicZwMseMpoNZDAHDTn0QLJi8zH4H06/jQJnMit9oaG5GN64dqem3RVObO5YS6H32EyGnXQZLPdXOK6ZUaMYu8cBM6EGs6RaCryzj1oQWvvHbkyxHA5gd2ANh9w6M5gHxLgLOuQqjRvHfl6gMHgD1i0hrKNrj/GYpP66Pa/qxHwwzW3MjuTrQztoE5nwRAdBCs04ZsYntvnrmElL9etIJCVJ5LNZTbyh3Z+GQ3B0rSOkHUFOlK9qF5QyntBCh5zV8aeo4kelbTTFgLP3eqXb90WUYyteWGZp2S5yPx0qwd/SajPt2YnbJ9047cZhw7+8BV6sYN3GzqCrps+VC2UA/+1nuq6b/3RX0dYOdJSRKyN+09pc1+DpqAjfb1+XJbpqMW8qDbsCgy85JGVAAwv2fgttqAK2pZPFNfkgwFjYrKvCuZP/f8tCwqRQAnm7sFgF12Fx7E/bqmKzwfi0g8S+b133QCAH/jmHjeWHeT9jEd4FGBvoZg+pHIKs83lxAsdaAXcoWyxUBZgruK+C2fXzNql2CvAOCaTmBw3LmL8Nl0/64Bwx6Vi+OgEcFLYBgAseQeZJTfu6vftRmmESsJ5MXY2VU4Dvqm45/ZHh/L5J/wKQupVevnxtnmu+p1QpFpISgeaziXnepj2Kg+5r1kqvQliiaP5fUg22g/ZnoWz+7T/5MBwJ9uCxBc7vgVAGwg8PsC+o4AYJAq7gB+Ve4Afos7gO2vjQB2QaAjoAsTY7cydjGXw6lwnNWnm7sCPhMALvf9fjDQ96ebT+94D7DdAWzRwZ/vCkhcAGtdfh7D2BmMK+ytmQ8Q10MAwKVcMIqV7eexc1VOI0G7O7KwkREQQqESSW84bshnqzvHSegloAgK54H/BgDYCLTemVH3qmzUnZd/oOJ9WgfzVJ/bHpMYU83a01e2XjAeLeVIF9o0p7Tx9NKfJAcG6xIA+J5open8Hq08zEiFYfUwxV9Yqsb5acbmwsZ32a8A8L2NZyNjt6U+FQCso1jurZ+TghrHsS1Lkg5p+k5vwbI507HyBVW7bD3YM1R7mkYK8zNlYxk931R9r6QbR3o003XXoD0q++uIAD4qJ9dydOOQ9IWghnMJANfVCJJnh6Dux2lAINe/4eyRY6lW1gDE1UH0pQLA1WbgUImzPOIysdb9AsBzW2V3F+8VAI5Z+TIB4JWd2j4TLYQDCq4dRcz4MNgP9A/gNQaAfcN2dsRu1EaSQ52aCKscUb7OI76OhLPKHFVogzvDU2vatVTePMR2z3WZdMxYZw03XyUdUyNiqxNRj4+AvxjLXl/u6FBCHR3gkfXeJUdA+7p6qO2hUrtx8vmgT9XW5Ol4RhJK9K9xGncVnGozbAG0dk2Xn6/Btu3aunWMtf3tgV85TEfaVc98GLoet7qsH+/9U2OyTlkSOB14zSvnFWfwfQ+Y3Hs+pBv9mHTKKeXcJwBc6923bjFKbptgfveztKOc/Hl7/d17vhzXLENMdo5E2aDtkNaNni+JUifVd+59sH/GwK/oZt4Ht8V7nqfw23bNf8qbRmb9D2BI64UqfPEJZbjiYrAOgdqoVwCwA7q8W5c6gf2hXNdRy1VOsYyI3PVyeR8v7+gd9Q1dM98xoofTcc9xn69dJ+igbgBhFfzdronYYdsSVfUcT/Ro5i1ouT1BJ49rY7cH8JPkg1/hV0GhRA/5agkHIrRRkksJ6XMCwAmq9XF20DnACnUgpU3PhryIetq6BFaRRvFvdLmn1xUPZgBwjxf75+N62nYcES17MoisVNcWogy9r3Ss6LKyD3pcx6pTMeI78RfZr7VJNnQMlsAt23Fnte9qcNiQZYhvWXnlQZWvfkTwV9RNTsj9jrV+9KQtX0Ayq237XLO0v59qqzT0YHKlGdjMCQvKcvt7Q1vdD0BFqLgcWC3vpb4aAUw+A+gLxlQUsPmS2JaQAwnr4eYtAroMha3gcQgb5z5FFasNxKYEvvrmEUXjKlo3HZeMY5otINNO5EWUL0Hgb14JGCZWZwGLOMYZp/XyM45dDtnlOJVAX9TlgG+ur6RvAOAyWPRNOAgM1SdglxNB+cqx1HHZ+CmByhGNSzR5I39E3XqPOtFG2qWK/qXo8lVRFaUO1pKgNHcvEfWsvjOxdHkvZ+z3Rqc1XE/iagHgkaU7p9tnBwBbFPC7d++aCGBrPu8AJgD8xkLN/XxwRL/6SzpdBgJ2bZXoYwOAf//9ttwBbBHAH8rbuyYC2ADgTwUAvvtQQOECAP9+WwDgkoeRqumVDEaf7+nIunrUDJVZIgBsdyYhBB53+hbGMeaxC6/BRHYmur3bhdoWLv+mvBcGK79vI4BLv+MOYLsbOB8X4MLF1DiESF1EUXjoe9+98e+RqunUuOtI0gDAVptH/+L4Z7PWjEi1EOVR0VQMI8s4WGdOxUefmKCt1LKozxKNjeJZrzWuo+ezXh1t9jzdKW28vLZHKQGDdQkAfEneWQ9PE6r3NU60mx6Oei5rp8b5acbmsrb3ua8A8L2NZyNjt6X+kQFgaJXMz7190Q3XcqyKDj2yKB3qo4kDekUDvSzaA4Bdgzb9bfvjuguLzlbGfV0A8FE5uZajG+cHvTbxkp03nMNR2pIQiw5F/4aNSP0bC5Lmdy9djp7unXZl68DKNNrYSDBL5/Zm298xCBBldzbD6RHAM6fbQwPAq+jhHb1/BYBb2k+Ev7ndplu3NTzyZBHAq8VU+2y0wOc6C0xcXYrOEJVyWhoiSKCooV7Z8DtdaVva81Wj11W5Os538nWlF+KOfTVyW14j800VTJXPfQHA3ruka84GgG2EFjp0DQCXzBO9vwazfYBOBYBdEVvZzwUAPsWxP9IplVS2tEq9ValJANqIqqkz29KSRm10WU+e+wBw1ilLAqcDr3n1+ij1ZyXLXKdPWWnvwbMBgI9ZtpaKJ9q59+hYthiFTId7AO/e872hjeewd7uGTtot+6jSsxK2TuPUoQAH9NuxPs79SEOZ5ORKAGnWc3KcgCeqlO06WyCUjlXGvfN+b25MrOfTHb4ChcS7kG2I7q1BJQKuAGjF/b+8Axh1Iu247Tz22cvzEyRrBDB9whk825aSC7a5olaN+yClY2EDm61tJbjcSvKrt+mhg53ew3ZH5SiIf9LQAbLoN8kUAbm2YQsFen7vxcAup91Qwafc5vAlGwml9cCMLChyE8HnjwPZdpTv9vxk+fme/ul9uVoL7fE4KH4hg7YAcB6ltQ8qt79fi4MCOhWTAWBsdljwnvAS8FG62xqR8DrJ023Cpc1kso07ytyETGBqAz6r35IfWTvzWfBmbLJwnpuKm+Mg8JKmfBzzNB6iQbJ586rcWNGN6KnRukDA8qMAYEgBA/2av6zfKi+Sk7jxEkgk1u2Mqq3ywHAhB4bBnzW90n5jmJQHEgKAtWOXAfLqrl4915HM9rxE+vqdv4bFfWNHO+vIZp3O6/f7oiwrHxG+vMuXcoPyp436TRG/cVQzI4Et3zeIpHWMG++SZ4rINZ+GFcuJlMz0GtMRzIriJZhbMTKXpzGT6cQll2+MSOY8oa4ubbNhF22ohGGrL95JLABY9TVScUDlIwuWyb4CAJj3AFv0L46Bflfey2eLDr69LcCtkTYA4HIE9Js3N28LKGqfccF0UhoUjLY4s3cqeyp/i+a9RQTw77cFAC4g7205AtqOfb4D+EsA+DYBwAYa3xsADGLnfb22K+LhAGCcNM7/kjKuxN0DwZ3AktEwE7JZok3SIMkUAC6TAwBYR0B7lLDfGHUFgPdMjP753HA/taRnkx6y8hIQ95K8U+tiq90fYcBGht4jVHuwiqPAxsHinjTZ0wDAISunG18eZlAelK7MmF00+woAp1XCJQBwv1P1BFJZOa+XEnDjPO/5pr0mpKezhwKArc3ZIUOHUDpOrnH66FoQ7uTf2hztb+2ifTA6sdidjdxROTk38Gnkd56F7Lzetdt8JZTKCfA1OYqq48PtR08/cpjIOdXYmY8EAGtRV0e8/JI8LxkA1iIzz06zTodjawwA09xt52ULTK9A3JXBrEX7mG6uEcDtuGjcMRsbVmh/2HvelPyFAsCQCU7IMTYL5yP7PN9wgcfy201EWThC3UnmWbr5MF6U/0/rk84zBnmt3Ew/b/olALCvRVPUSeNInSAAR4DYKwC8Nji2TtPZJpuBbmuK3m4qamuu8ll+j/z8IQDgkOpbsvaqW7lPHZQTV2qnnO+f1fxU+zn9mskPOatHU0elGk9OKWckk1UQ52RNK818CZCatTH97odexi97x69u66m/rPrLKTihE4vuOowmPHQq+LIPj8Wpfr5nIBDC1Nu3sdViIlbtn/uR2o06KdIVgE5Hus1XUwIuu13OjtZ+vKbPAFcG6ijytkYashLZ9Izepd+Q/7NN2d6v9RIQzgBwlDOx21mewF/WBVBax0lv1kDjye75VjOo4zsDoEj0LtrQ/GYAONu8rc0t2jQbP8nYiOK1nA76OCIC2sKJkd6q5p3lBX057W98yoRWmnQ1zYQBYGvPxusy/joFAM7803/eft+xmbruPEcAWDyS17saL26GqJsnWgCYkcD5JNTVOEf5XPhT5bmQQAT85pVtO+lA3yzhXyVj0M7Qk1taOWLXVVE4p7UeSN/Vg8Z2zlfVpmVNvX5yqRURwDqp1bplAPDLQjz6DwCw8WhhXQ0jI3cz4qi7u8nfvGbUAFZiTY6E+runBdDLe3dx9DHwKGJSCDL0+3gtatcwNuJsBvDynl5E4lpaKwdHQHuELwDe+hyBmX6sdI26ZZQxx0t2gQOx3i6Ljg0gWSfZCngFAEzAk0AwyxAIHO/Cu7NotM82vh4B/NLKwnHWBKDDTun1vAgQddejn/WZAi3bb7zvt8qRbJ9Sb6M2bbxnyolUzD9PjU0CwEHcvT25LvoZRAAT/M0AsIG/H8px0J/K7wYAG+MbUbwukb9vCwBsEcA4AhrE3g4ejAEzDAL8lQI3APjjze8WAbwDAH8uEcB2Z/AVAO6IJzsdZ4rcIOgrANyMzpx1D/D9MsnccL+05CfLj8G6BMS9JO+s16cJ1fsaO9pRD0c9l7XzKLBxWS2Pk/sJAWCo//EcP9TcPyhdmTG7mLQrAJzm+iIAmGbjzHRcLtS+sghgmODubNJ7HAnnDiPscvYIAR01dx8A8OiWiHbsj8rJtY45AgBPF6uTyJ4MAs82CQbo4zxNp5QckHWjYXUGJadQ5/CpADMJN+ofyIst0FqpfetoKs/c80LzIXEGm9s4cBtp6w64kWuKTrdVpH0LTvTdaPq76aOtXFfg8Y7ev0YAx4hu1oCdUFw6cb5gAFgDIAfUMVtp5Ww44ojY6pyWUnMZ4bqaRFvZc/LuvObTAOB24WWOgCxXWztvGc2SCpoBF/PVAp2VbUxKSn2NAN5uaErD08v+DDRsZSy0P34eynCXkyPtKl2mMns6zqdZ5Hod+ljQbGuZbe9oq9S+BYDde5n17YKxR7Jt12k9K48Kb/h0VqbGDO+DrPzpBBAYNsNEGnQ/PxYAHF27BxBY17JlWpv1t9pnPiWdrspzwqlbSdGVdpj7kST7zM6tNraxnMs3AcFgw07iBQBcgdraCspiRh/qTl0/ctnv4A3b2suB3Z6A2Gzz1whg3furcvkeEbzYGMrfhi/4j7lWwDv+dMevpEg7zisezDZua08KwAgDdSPDsn2e51fAcFOvovwkNzyqjVLRwSB5Gsz0NDAp+3NFO2gOjHPa6AJrHOSysnRfZshc41kjofKDgSmzhWlvh89OUej1ZtBgou8jm7Ty/PbpG95Z8E2MxYp99GwhP509kpDsNdLaB9UAnGC1Tlv5+Icuy5suMu/6Bge2xx7wXevlz78zAh/fAf5a8FxqW/5cBSOrRXlVLlT+FfSZud/rr4msgEggvRHFBgzqlXZI+woAPqwjvfpWey8mHmxCfYXmIH/tA4BFEr0PDymbYpzHAOvpi8/lmGPModdenn0GjzJ9RAQ7H4rJakQvo2sZzWunyxYQGNHABHr1jkhfnEDLU2jtD/f4FoCXUcAEeF8BAH7lRzw74AuQmABtTht39DoIDIBZ8sI3pfDeYP/zMdPYAEzV8c8AWf1eYMgg+hMQJexiSVHABH99JATQ2vfY71JBYoyqAGCfNwOBcZoBNstYAtbNObFBT1sOPA/u/nV7hvJ5y8c86YHgcoXvSUcujaNeWa795oEF1Q0epTagIyNrd1zi0wLABYz99OkTgN4PH2oE8EdEAhso/IEAcBkdmxgDft++8SOgsfuAOwr0cvlDgZZ2tnz+XMqwPx0B3QDAP24igJ8UAMal2sacxpQ8X10XbePYaGNo7NQo/d4cAf3QEcDOgUuZaACwdg1xF1A9AhrW1TUC+DTuXqSeG+73VsVjFwSJeAmIe0neWWePC9T7HC7UegWA73NIJ2U9NQA8atZpbTplkB6UrkrhVwCYs4GlUIcQNvx8IQB87jj/USKAGzD4EQFgzH3I7acBgFvnkK+SOiExB4B9t7AtWEYgri+G5JivdfmCyh0qw7xy7mrxfMjhLFBZboEMPKtTddneOLa6PsQCPMZCS7KtBKU/5woA15HhwlzSLTs7tqO3tU3XwMTa7aK82/nbOr7/CBHAcjNlpyq545LXvuurdTuyrnm91W5uN9t0OTzyYdzyKwDcjMtXcgT0ShZsN/+sNsqs6M+cge58hT3Wvi4CgDu92JVcHblWa2cDthuD+rVlq+v2uLkfx7PBX6vozE1FGNeF8Gn7u+5RPyd96g3o6SM90gunjt0qfV/vXtnj59k+SgM2GbvqRJbKrfI5y30N/wqkX/sRxn6kyAMfXuEf2dD22TfWKM0IgJFTm0kFDAkncRBW4KoDrp/v6h274ctG9s83d34cc3NEs8Bab5sAYqy+Enhbo4wFdvUAMKVD9iFngLmVHnXCRvwnYEP2tdIIb1Vu4hvaHBG/pj0YsnNdzwpMETDS30Zs2PAAACAASURBVA8dTFjKAghiZSocLoXFGbueBAAnQAfgh2RUAoiLDkcN3rYqD8q4+looxsq7CkCmEx0Yc85EzEcde43R1jey5yc7FwAGb2EcD1pXmuSBAOAw1D60NPUwADBGUidgOQ9mng0a10ZpRbwbAAxe9GPVBfyKQTQ/MTauXSsDwe8vULS1/zg4nGsXLg34K56og0ismnVUqnHd3vlIV3OtEqd6csd/lacVfKDNxh15cO241eWh7UEnHrlrdUIEE0zGq+A8to79XJIIMMa6FmAzBAdHAnX4Hb64KtRAXd7Jyyhfx4t0l68d3WzHNTsAzOheAsG4B9ijeO13gMDpDl8CvUyjvgHkLmPAyGAHhpN8IP9YVz0vIl8rECqA1/IDJPa8BM+rrGmAVwNYTcT5MGisefWx38vru0skk4KDUbeihmv5HNJ0P7HPg9GcjzSBYth9/pt/3th33r5KY6JbTi08Di4n/HLUyQbZgRDZ/NTbj2NdPivp2QLAHwsA/OFEANg6iU0rAoDtvdwBbACw7WT5/bbcAXz7HhHAnz6W+37L0c+37x4XAC6Ibtp9sb0DGPcCizkL4M3dGc7UvrOjAYGxq0J3AD8DABjyPAPAukfNDYErAHyEqw+mOY3ZDxb6tMkgKy8BcS/JO+t6L2QfZ4i4burdFo9T934tRx3B+yU9fYrTwNblMT82Z0fXCjAG5kuL6S7lCwfsQelqx4Be0vMi72Vt3t7leeEQTrO3O3WvAPB8Z67rLpgFrYyLxSLCDupzO1lk5HCyycjOGth/Hu0bn68A8IZmY4Eqh1IsKs8BgPOClAKQi6X6ahwpWHBVR1LfuLp4quUqDZbJm7xpI2jnhMntgBxp5PMVAM5jP4por8+vAHDyzm60d7vxgLvW54pipfnbZ/0dT7apSBLTOQ1GBHJdZC6u2kS+GRVf653ZyT2I29WDNeNsrC4BgKEY7J/4m+ujOlNjfdTO5PoIaDorPd5jSwLXCGB3qo+5o3XOEjSbvRb+duqgJwOA0/roZAD4+Bp2BECdbdt+gQCwbjTf6vX9UZiCAIuscjbvl97bPaDG8ud3DqaNcHPadkexSy8K30obkP2w2fbhKd4DOntt/UjZzlakJo9fph8P/6HIrU1OW5x1hS2vfAJ9+DCicRV1qOhbON7VZPhza1SigODmmhfZ/AYkw//IzFoXRIRjHDfdr/mlI6pxWIes12u9fq55MmjR26gALXwKOG0EurKtW8FigQ1eNuzdmofAiQFImlM3AByeCCDWqSMiBSO50pOGCC4JV0KjlJPUJTDG29x8B6Sh/K3N7ws4LzvVWX7pI/iJF/qaL1kaVOHV5uG8tgD+np/sCgD7hoiOX7k+5mYMfrYI4DYKGN/9LmDZU3U8Oadhj4r3y3ucbJd5XvQXvyW5JFIPWpIM8fcGAG515N78q1rSeOXX/Du5q7Whl/oVbKFjmNuSWvCX9WndybZaZrufl7zDO4BdrkAoFAC4YDs4Ahr8Keb08FainYyMBfBLLAlHNpc/RPcW3OiF3+9rV49awKQ9M2AXEb8AhT1iOKJ/CeIiuNJAWz8aGsBvgLwOzrrA4HHIdqCVInz5zjHgeFsagMRx9LHD+PGcADDSAggmUMpuE2hHPT4MkKUupigWeTw07/MlQNwAtek755lt0xWyIbcFQjeeC4nADgDGHLpu8PZqHcYmtTrXZ7fKQicZcArF3hmvXjdtdfmqUAeApVzmSckYtTI5YSpl+8XVhVJNoNwV4PW2KNvbsovktnz+VN4/fbq9+Vgifj9Y5G8BY+3YZ7vnF7+Vu39x9DPeP9x8tPfyFxHAZXfBm9dvb96+TRHARpQdM+P4Z3cUmsFyV+q1Yw0MGbYjoD/bHcAfdAdwAYB/GwDApU0lYRgRzaioPixax6880UzBXRrgEttpAaZyUNeYNZj2dXmmXRyFYcsl2zxn3Xd0NBHAvrvDL+825rHLvrVfIRjNBQwJsy6mWgcb9X3joOu7FgJoj0Yg6sr/n8mATjPcDcTfHaWHUql3rOWFeq5jO5qzFszFes1ReTKsy/kknsKSoIt5C2bMfaTNS6mwOYLgDBlycpaLW72u8SiCtinlOK2c1uUdWjmtsJNS14XWSdkOJr5kHnPePdW19/xgcx8wmRYeu1WUbu/1Zku+8xwrih3tmtxt38EE3H25EH075UzzLvQiNMPKEbGX1xeHB7sYyTjGe7OWS92mPfILSoAhlxc16Rt+zt9dJ8461JeV0u06+hfj/KVGAIczQePiw8xh5RcBvkMAGPeM+R3Afuxc5Iux7Q1qK3QuJ2fzQHmSuXtQ7mbeJ2m0uFD6zhZrgFxP0yxcuRravLiw8gVlLGAIiBI0rU4nZFYxYVNmIJYVcEHMqmp+/5ZsJH7M6462gSyD44dlYHz3X1M9SqcOnh4BrLq3bWhlRz+I7P/4tXqmvi8c/XsMvnLW51XodtbXbV6KST/+r+GVSfcxfZmeV2vMfbstj3MGIkkW3Rx0Ono1R8vdWqDzYKiunq7NVmfTjh0A2EqeypVUtpF+ogWMaD+uYhUf8rm0WsyVGFzz3xXCelNFXVG2ztvo2KClHgzt+A16P1eYP+8BwKM+NYrBDTbSYrbzxjaf6+coAspm84IdM+EV9ZYJBpYDnKl9kaq3PhjbShXcGPWc1y+1T6QfER0HcMSeu77UR9mD8d6XMe/vsB0bWpF+2JGLYOeWFnpfRbBkR44buod+4a8akiDvYLHz5Hfvd2rHQK5LyY7cglH/2wlbAd5NPVCLvc46k/sxHvO8K6c5Wr+odulXylm9DV2P+qGN77RU6mu2QWVEn/TJjZ/s/drbNbvpG7vHbS70GxM4H7pMv8HXVXaOzLqJ+HYH80q5t7KK5jSBXG68rH5V/u7yo3vPYFKMi/x+ni/nVfp6T2+S9yobmzl5JO2dH0/L9MW3K/DKwenfLdAnAU5N9KMBXBFxPAOArdUJZA8aySNbCWcL8pK/4yjRRGSaL+hJ2RZhA8vOtbJ1J2Wl0aAVL4QAb7W1MdblN94R6jLGTAw+aHy7sr01PzWi0Bl5Iwuqnc96KaPJB8UmlB2T7aXg60xXLc91UrKunROZBiDc6aWqx3xFnXRaz48jPboE9roC9uRXK5PnDE1ybm2brKxX/p7RprSGInudn8fQj1RvNkm7L4V3bme+MJ4iAIxNGRYFbH/FbiAI7PaDeFNdEp1LTvlzo8i27b19U7+38rjXbHWk+KQdZ8krzkUQ/ka4uhUSv29UgLGmz1Fdg3qpIXq9FOkr8IQ/dFkvHrNfhckEv3kbDa/R2rWgOeB63ZsLALhgXrGWVR041pk6hICr4Uhvbl4VrOiVTowFbsQrUl8KBNZxz69LZG8cAW3rOeFIHoHr5QbgG6CtAc31eOYATK3dpdl0I/hRzvauo5Xx2Q6r7fLGGBPYlcysvgzOA3Q8hkUAMGUI7gH2/S8VaK5kwZO7UqQuyEWyiHYDx9tlkrch+z0kc4MiIN9SMInPeazPUEemy0Tb3hbRZ6V1gr+TCwmcZHoq7fV49/0ETOjF//q//5+ee8cgAmPkRV5iUHd0YafCAQD4YwFY7ehne8dnHAFtgC8B4Pfvy+8OABtobALEzh5/U45/BgBc7gFGGLuj9ZnLIeTSkQcGANsOFhNcdgT0nUUAGwD84Zeb2/c/l+OfDQC2v59LNPAvN58/vivYrwBgn5Zm1eBz0o859G+Il16F7ALAxrAM3eduDmNcRP7uAsA2Dn7eOwBgGgLcTcE/0qQr8dxOe5b6FscZ9Bo02QVzaxWSjqIZ0pgL1Uoz5TPDswnGx1FWPQg8qXxZsdhKnekZJNTCdNG+qRVTOS6nTwuxspN09pg6ZKOGRoOw+O1YO08sdJ48jNd7KzEVlJT3QxT/BZVZd0M+VKPPpbs9hTTikGN9OGUn37ESj6VaHfTZlHBgyFpuzAugbVvWxa3zrnp2ZBynMmlPnGgxNmjA3vAcaddyxhZtm9XN3/c6lWvtZ7AHyyfz4tmUeqhCNmM3aVf5eQ7RU+Es52+hkL5kALihH41RUsBa5MLug+OqjQZmpEF7l1g70oO5Hdh6Ri0MUF5QfNDDKfTX2jDtgqJfYLjtIIfPzJZwp03PVwKA6dThwsX32NJ2lM246aIcTFozVAeTnNfIEnYnv8iRkhc/sV7SQiwaWctm7hz5ovqVuG3gaQBwtr96p0O4Gryifo2kPo0klq8FFrbd0qm+I0iXNmPniOv119mAKBbjexJ+ovs385vTtXM9HE2vN7gzNYO0Vn8AB+XnszZHwnmfYqxsbdsNZHYMol1NMWsAeOveyo3uO1crrtIptSYpmtm9esEpq/nLoq83w+37YupVr7DqGbiaJaF6wLy58NF2rdrfXu9FTshj6ka9qCVbmaqvbONWizab4yZ6GNlWi76IUBqVn0eBn/u2VD3Xtr0fV6VrpiZXGY5z04UGABPMaR3P6bv3t+9an6flXn5rySPLyu5JR4N7698MAI/SBv7QtyLpxZVMGT6z3kw22ag3e+3WqEgXjkapE120Jxr2XzHdtuXH2jTq8doPcZ8A8AZ8Sc0habSyYNxa+bTap1tuq883J3+cqsq8KDqJ9VrZADkN+6VjJDnvYy1Qi+Zzipqt1LNnmZWEvWgEGzYDbpPKaIrTE/8xxKKA33wHLluX26PPvIfXowVDztAfSCAogU1eRgaALWiINrv7CdEOzxcRigJ+eZcvN3rqXt8KHkf7yqRTZlpccOsbzv1oo7UwsuhnAy7wl44c3a8aAILPc9jT5Gfa0qgxTy9tYjxACi+fnwMM8RwNOBKyzeWF8w3lhwPQ2WZJxEC6YTq2pvbXPuK36GYdB4Da0Re2r8BC0aUNX0d/Q9PXvmMoBgyY9a0+b37zcYznW51GJZfsgI5/clu37W7b1dh5KwETDHmKYOnb2CjvGK+R3yRGVV0dtA0yATYAeSP+yve441obLICdJADYgueAn9h92DoO2oLp6qq3pRVvbpgs/ep4PSe9j0bScSglN/Z44q1uh2grrUH8LR32350fWjOlpwmxjfM3+Mk3U1NwOI/Z+Dt/NQUyYI+Ar/ERrzPlcc4GxnrAoIe5Bp7jRyUDEEVUb/krwO9rOy224GK8MlR3++quX8eT/PRZRPUmYJd+AIvwdZA2onftd2+fyxRF+Sry2boEMNUB4Ca9joe2NI7VCezFnLj+Q/+F5SWdKHkXeQACU3blSGCxXQvEmqiySGD7s9oci1KdvpalHPT1h0+xS7yQv2yrRCJpOFOD5LrK6hSEp8/M2eR2/b7nocx5WkZv6VS1rwRVbWEAwFnIbTtA5qIiT5mjLhL4yQAwIoANCGbE73uPAAYA7KCwPTehZQRi4O/bb78txG67HQrhJ0KNpujoPweBtVOMAPDtzd0nHgENALgcAS0A+GMAwL+Vo6INACZojFdIWu/9YGztydw5YsJgEAEs0NejgM8HgF9BkIDEMRUKp2/PUSejuJnhRgfI2voDIUCmnL36kPZROt35G+CvK2JGAHv0L47AckMPrc4g8LBUl7bTpvmDwS70vSz38BwiYeGQ36tidyGwV8ATPJ8LuydozNdapRtvD9e940eNnd+G1uhblSM+Or+u83Pqfo3zS5jlXO/tWtd3ft6Ljo8uE7FawlwC4l6SdzlWpc33Q83W+bQoc9le617Tc9+/3iF/tP9asM36vCwHXZgbgF8LABzyIvV3FwAGIOyL3LQwPjq/SlePp9tf7B+d83auyfuHnBPhDNqm90KGDM2Fn46wMhu17kimTbJ1QkX/3X6MBVR8z9ETvpTqbM5Zn3Rc57bf3pYklarjbMsh5wPAg/HO9zIN52MudVZOc2v1bL0Aut4hq1XZe/Xmcd6MXhO1vh3b5bHGO8pzVe9um31dMhqbbD/Pnk+bttNfRMj7q1t2x4YGe7ytdwcAnq6z3Fk0afBW+7T6yhqy0oPLcbbjs9Krp8Ger0IWGF941gCAV/oH41XryuAxx3F/DHI7g1U29rIDqxn4yP3rjpHEPA5s7qHzdQn+1pOvRtPYHsfq8+fO2Wb85cTO9kiuN7V1KC7S8wBW0MduntP3mQ2+ZzP0M3aKfDrK+9ILcuju87p02piZ9tbdl8irhj536Dn3HzOTJnNvbPqenZp+2875WM1kaN/mcZtqpxrfQSevtu1fy4Kj/d2nlbnykkMYKcIRLNtGEzZW2BLzrZ3U++HmdUMmDXi2IxMU0Fv8TYtYSFPRcDOlp6hgEUvO4NG2tXWjJe/aJUikF/SRn7jD554etng9kYe+Wggt/KF9AQB3dXgkcL/BU6MQXXUlxgjGDBCzdfabHPjkuwzE0h0qIGI4SwZG6BhYy+0T3gMLFQBOM+V2O7Oo3s4Gj0l0WxxJ/TPPSUXeeBew4nb9jDcrDypOrvYu80peA2gc4j3aTOIb8uIkGg3NBlC35RvRZf+uFla6FY30Os1p6LEBYJ+blQ99SEOkxE4vt5be3np/dj9HBXzdRx2850c+B3/RN68N0or+jWhgAcCGi7j/nq0OgTgSC8kWHViujTzqnhs9NZH4LZ0s10eJgKE9Olt77ztiQ5s8xm+SF1t2cyHhgG+N2tUalaiZytSJWzZuFfD95oXhWX4Pr9/bi7t2HfC1IL8XumNXvxUg95UFCxbw1yKA7b2Cvxaxy5Nmebcvrx7V0c5WXgCr7gfgUc6KLOa88jQwypgWIM739VL8EP+uPgMcTw35yLyIWvb5qPIwPYe/IZFRzpdkpfJybgs2GOKv4pOQ2w761muaBQa7tO3kr8+wN6BGJguoJptKr/FdbSDrj3hhS/cto3hcsomsuXAA/dT2tSmP2kCj4p8WAC7grkX/CgBm9K9FAVtEMKOCBQAb4Vrk7x4ADIOhAX+5Y8wcop9LBDCOgLY7gD9YxG8BgHEE9I83hwDghVscLL5Y1I8A4BcJ+OW57edGAGcAGBZLigCuDKk2tgaN7+DCw17wZZJxgh/buaG8BAAT8BUTGuPYrj5XHlcAuOHFvYXoUi480cOxsHuixnyt1cKOXauFy7p+P5DZug17CrDmni10L+vjsdx7TsdjpYxSnQ/i+tL/rKqvAPBZw2aKqnqz+W25MOtruQLA7e7gPB7t2Pg4D2Qc042et4vkmBskpZwcAcD6rd4DdjkAbHXRtzExiBJhnCfDHxMA1rFxPQA8d35x0VF3OdfvVwBYU7+3MLsCwJVJ9sZKz0csl+3n2fOpNnh2ADAki/9tWz1wozX66vII4GpvHgaAXVRnSbiSeeyDrye9Q4174woAhy7b2CMTADhkTiaZpFu/VAB45Kw9CgAz73qDzlR7w40y1+178ipPg3TjTAY1ZRkmkhKeUg8kx6LNexbxuf3dM4H6/mffQS+vtm2Yy8JT+tvrBfq06/wu+46BY1o5ww/peKch0WsP7Fdwrc7McLOJycu8ScM/99TZewqa5zSWU0VVBrurDlLZXhUorfWOAWBPb9Lcj5GFje1HyFp5uueVpw/YkbICgHmn751H8RIY3gLAqFdBPQCMmY5XufSg7mAEEgBMkA09HLBC/S3LDQHAWScH2Wh+BfrKHvbSWz9rBjccXAkZ40E5hEf4J3BCRKO0DjKwbJdtRCFUK/LXYB5TzqJeT9cQxhYAtvSyM1RPAxapfQCA/WXVbGSP1nETyYM4oK2Mna0Zt4DwFQAmw/o4Dsi65+W6+SIDwH7kszGHbY5W1K+flsUTOz0CGCdrWXCceJ9BZyP52cr2geW6BIC1IWJAOw29b5+/SDb9SIOPbIpaSlrXgl0yXyXZkcG+8jmOUbfPOobdAFwc2YwYWQdH7bRW4890hadF8X7jJ78CrDXwloBtgLa4v9cidxMQ7AAvT4z160J1Mm7c2ct6eK8v7/cFECv5kj6/BOCq4MGq66gr0x2/kUflMC3N9nbjOOox8Bh99nt7XU5q3abnXA+7vNIcO5YVx0R3IPE3iPAVzkSajHt9DQD255SBOoybslj6l+KM8ywZU2V3TdtuoPL1S97ImmmiMuZE+NWfEbZotvoy5VcIAMcx0AYCF7D348c2CrgHgBEBXP4UAWzMsQHPIGfqkSAmzMxQwA60z+UI6BJtTADYIoAL+PtVAsDGxDQQRMgap6zISW8yIuTMG4lMpiSPjMlUhlUDAFse8LNRt98fkHYQ6RjoawRwMqR2xcXzSJAXcc+jRV9hK5ID52F6dwWANa5XADhRGG2w6es8QIvFXZJ3yQOlzfdDzdb5quPoN8k6b7uQye16LAB4byxHdwEGrXeRXkdkSz8OAmn7scmnxIzzRCs4zgMZdzIADDujlmX5N3cAp9/uIwJYvcBic225n0nz9wQATxbLscCRIykcSr7w1gIRC7j+5bYibEJ6l6qTt3vmadiMdnEdYygHWjpys12k+6IynGG1jkHTYKhqSmq9NWVzQljntMr1otbOQbV1HlwjgI/ID0tzSURdLNBNHncEmdeA8oXlNi1BkWcJAFvr53TVaqCqr0DrO7JoOhaNinPnXjPOfrpUN9laEm7cZChislbUE4u+8mTVveHOtAVR9aVGMze65PQIYOnVBiuZbMKc2zIeATzJ9xARwCFLG2OkB3CoU/p2Nw73wXPkWdgMlOrta0Zna+cry+gBs14mR02ueoMe3KmHMlzXzCxZOQCHZJYcgjMynMuUdiSoXlY+lfQsfbQ+LeXWoGGnps9F7OWdPvc2T8WOO4DznKmskBkpc6/3D4/dQl7okfQ+p0RU5vaLU147Jv5NffAG03HcpFzP1WD6UbvTWbWw+ihA1rG2o70dPob5ZIVoIQtoqBA8H+PuEb4BALPWkAuIEszAsDJS9/DEZt4jStvaT/pzZNm6TyCKzzLYyzz5DxXhT5tW+K4yHLhK1/xVULenQtcq0PHSBVtC6UxAt2k5aQIJcjSi45987nZype/WNpUPdsRrBE3wj9cluJwSdZPXI+yCbgQAOz2zDi8v7ge2OfKf1YgOqBAsosftKDoopPWA062k9NreqLbJdtTLLwcAYFBi2tybvweNDvQ+wZrak826PE36vk4iv7MZc1nuBJGS7KRtBuXhIoA1ZgKD78BPdSMGwN04OdVOSq18iusztakDGIqBv7xeiTyViKtTZVvaaClraz9pzmywFz5xVOn1doQVXDtRSDHXSZbXKXW+S3wSctoTVVsjCgjwl3f6GpMS9AU+ZSAujnOuQKzAX0TjAui1E23LX7nLl7/VP7uvV1eCAgBGeV42onUtv95rfTxSWff6KrLX3pk/40I5UjfAYeuGj4PkFO8d9qOiy4/1OGdnC6g0yp8ov3zHqMRvXNnU+pmHz1Wh6ypbx9vvOPrZwWZKRmc10guigPGLU2Po9jUATG4W7uV1a4Ilk7N8T0efu1au1CdZHr+08mco/1KVdkz41IZCuq8MAL69veUdwB9LFHABZQ3sNQD4w/sCAiMSmJ8tnQkKI7y3b0sEsAHAfgfw6AhoGA5mHPhRI3AEYtfKBAB2EPjrigCeAMBi2jBgkxAVoffWUKLcxaPYWaf7PuJ2CdgfpqGvAPBMCGQH1kpQPKdnVwD4EWZjY9jed533A5mtW3WqIlyrwfseAZX3VADwyvFS70k/vdfXCODTx4w52kUrfSeZJtf0/JgAcO7hKfXuHec4Grl+HJ4fAIyJcqeR32/ki9oa+Svn0f1EAGMB0R0RHPIk0cx5mx4uA4AbuRIL5nZmw8HkTigdAc37fwfOLf8tO0FaOwBLuQ4U9nJS3pnD5fAR0GmBOeRy+A/kCmCKPQBxVE6FneeOnIjCGBSw51S/RgDXQdsbq7350wxBTnXT9bUBwK6lfPCqPjrF3TjWjqsSdkp3P3NbbnbAjp7MAOC17u4txGjZyBHceSHb6KL56SwCHGYtWYGodEQZCFxz5/RfJQAcTrdW3g7l6sL5Dlkt12M4FJOcSA740d6r1sFLfTSW7aio1pUTybe7cnh0hVYZ0/IJi1jpj8Ez019JZ625oX26J0dXZZ2SN4/zesWGQW7nNI9rydzP0EOAwL1ekH3jjZNLORNadTT7xrQAroPWMxB8hvTd0N8EADa7Nk3cUPZ4gmqXdzMte3Rol9ajkZVLoGoAxQmQTVKNsKrLXQC8BiwhgpAgE17wySpytwOAdexsAoKJLaHQ8CvqM+tLdTrI7Amjaaes5+14UtFByJ8ke8KmFUWkqQ4QN2QWARCUAzrJ3xvpxudxfqm1QBHABIIjb5ZHbsvDdsQfu1xlJsuowLKvZ72LbFdnD3sJkDkDWcX1QDodMuosGaYq1O2SFUJ8IgBMUiKhN+vPkd6/AABuOafd7MH7XOurl5nt43YzQFtu/+1hAGCNlcBfe78L8Jc8GgCw82wAwB4JzOPbHSTuAGBRX082R6TheF1MKoQbZjZgO1gF1+TjV++33uqaVC/4uJXxpL5gSF9rGFBpoG+N6gXwaye6WkSu38n7wiJ1ccorAV4DfV/aVaYG/vofjnBGFLBH/5bPuO5U9/3idx7TDL70o5XZrxThm0DekhzyQEc8E8jdgsAWAcxnDuCqpy5m8MzrRlkamzocIbM0zrLA6GtAHHSILYLA1c8QdoBkVTxPba2jz1l4wetDEenrU17tCY8ORnluk0uuNn2rcjQWj0mGByUV3mnFGWXcGAs51e99PgC8livrp092BLQAYEQBF+DXIoA/GAAc4G97BHQAwLM7gGVUwqCgwQFh1wDAdgewRQD/ijuAP733COASBXwJAFzpdSp2CpFs7wDePwK6MDuYn4LkhZ0Rb7tK/Kx47iQxgdEfAb0FgHVPRd1pkSwCMFI2GhbCc0JPEuYtAEyGuQLAO0zYLZ4vYejHynsFgB9hpDeG7X3XeQWANaKnLBhPm4X1EdBXAPi00ZymHjiSzivZF8yeuQc+Nzv/ukpOAWJX7ZOj42gfTqn3DwMAy/G0AYK/fgA4g4vjuzvrLl1fl68CxAAAIABJREFUhWFByQWvL7hgFo4cHvW35wkApwVd14dTAMIrALyVPtc7gDUmcu6RF7Z0de4dwCr/qG123NFwTJccrbdXfCuYq99EVWNzMHpJd4/4s2/3FwMAh3HZ9v8KAK8d4wGc+PjNTg4YUX6vj3jr3Pi1t4Y9HRDt9OKq3hUzppMwjvFsTXVKm/uyT8lbAaYcZ3dsnJt6Ort924bOT9VVcbjNxBQIrIdTv6fD5OyHCSGfmMA8GBMNSHa4/kMTuQWAAdykvGHnN4BvC4gF1psicKmkEniGj0RZWEeqxcFeZkF4L5ISLGpa4wBwjta9u7lLADDKdmCJx0MrUtjKaqN/La3dARygc9f+DP7FumzkI3GbNcc8z+aJIES1F1vZI4BCwGxrDwuDpeYTShLe4AS0UgaxGqEl/l3gM1MAaBWASwDY5Zfy4qetrzY2mgRolex2B0AAgjiokrW1+KLyhts0PtcbADjT8i4ArMQDaX0AAG43bFXau08AmHMz892z/XrOIZnL+fHmw3XZrOFxAWDgIrGpg+AuN2rwMyL5PXCOR0D7X/ktRwBrdvfGbyT+lhujKZrGL9AwUM3Nc/0SQF3mOZ+63NYeAG5KxJfMR+TtHPXMtbUf9Wz37QLkLZgMwF3ey2uf+Vfu6nUsx0DdDAAbEPzKgWJG2fqRzQVwtbuBAQB75C8CH9NRzZI9XLc7SOvCCaCrNdH5Pu74dUBY8s/yvbRIWx3vjAhg9hf/opv1fmAe7VynIGSbsIx4LsC3+hsg0VI6ta8xe7zwDBBTNqtFlAUG/NouFL67JPYTH/Lxz3xmMxcS2PPnGZfsJlltaBo0SV3Il/3gAPCGEo+vy6jL/pAAsEX/WhSwHQFd7v4t7xUAJhic7wC26F+7BxgRwH6hdVXgPpECgP0Y6LiTwgTY3W13B3ABfu0I6AsAYOlW6OqpEjHiPxUAJvj7jYX9435gEy680BvvpTwCwdwxQkOBF5DbbpR6BHTd7SEQeChYdwBgGiMbKm9+MIHeHgHNo7A2ALAbldcjoKugOWIirEf/cZ/uLZ4ftzVfaW2jxc29dvVMZ99JbThVEeYF5kkVXZT44QDgdf+vAPBF01Yzl2G+H2qmUZdMvK8vAtgdOqeMfDhcYmDoMtJCXAbx6ghoLDBzpbxENzl8vBTt3h4cEd3WJ9+U78yMBS3LxH1Hfrxc+50nwvA+pK1Ta9+lWTvxXCOATwWAqc/9CDp/r4u61F93MOmXiwFgLdA7+3m7ME9LN7dVp7IzOfSsnTkdKK4ztqbOQV8utkvGlmuuEcDHpcj1COiej1Zjd1SbHbev9meqdYDsp08pVg670BONusYXsGLS3SP+7NvRW4iZnSt44AUvI4DnY8cAtLktOozCS1ZDc7NiV9ZlALD3y9/QwtTORrSleuXspb5NZXRzs9Hz6hN05Zgi6KtbOdZ6mflAAPDGB2NwymMAwNv+rOz6XWf5cweA5Svyad1bsW1shOxT7+TG/QPAdECjjVEvfVnyaWXKVVvjGehawHCaZy9rZRss5WdvCyNxBwJ5miEI7KILFrXKMpvWHdSZx0MECgCONBp8B3AbXpdt7vZxALlptpP9LoBIR0Dz1B0DfBWQQ3u8gsBug6c7gCsgxYao3b1vjOkcuM5CKc1pe6yx5k8dbL9DdgXPVcDC4QQHT9QK0Y63seEF95HKRpad6oRH93ClGNCaRwBXaCIBwE57QUcO4rQ+7+qXDd5pZLE99zVtko8bm7hWkuxljjNl+0SOLs0PRuCFktfqj0oGhvhIp2Sgn+ot0Zxli1VkXTv2GxNYcM230uV78rhfi2RHeJ/34QDgVmc3skVG00QQU0ZwHHHvdooAJp9u7wD+3ET8kocRCex3APfr8L0xHMnC5ZyslAr4YAsAk73Ks06nhKxPOqC2N8uCTpo7v4ZYDL4mjwLZQFv86GUDfwvg+9KA3oJR2edXr9/i+8vXBcPBZwLDjPi16F/+4a5fB34B/vpdwAa6Avj1iF/e4+uRvp0eDpAXaaqO03KYS3zPX74oGFDHM6se4kSUVGHXmajKALHLGMo0CmtLy7PDxPOuL/G7TU2NAuZUUTZRDOb1vUtJ33fT3j/uZTt9AFtyPaRqqTd0/HOSj5AHW0m24u+ez3J0MQHgEWWLV/csI+alONwDgCVIlwJ31pjp748bAYxjnw30bf8AANv9vxYFXIBgHf9MANiOgP6Ms88DAC7MBMaxcHgxgSgxnWUPg+OOu1kANn4uAHBzB/A/LgKAs6CR8ImRbgijAsAAb/3s93UE8AoAtruPHQyG0LAI4AICAwCmYOQOERdOOD89h9EPqDbGcUsrnRxcEpkcwLiTD1qn7M7AZz8C2i6Q124j//1LvwPYBgTO5JPZD1PV7Uk5o5DHzpIMyceu+tnWlyd/qhRObL0bbSfmOiH5USfjCUVukh5XWFSE53DRJe2zvPv3zp1fg/oz7tcfDQCGs2I2xZfwTSnzfqhZBmU2znKD1/Tc02+/GNnQ90RunBoBDEPSBxamYjfGQ4f1iazGNlVOaBfqcrlAaEWiDU9nPZkM9+y4zwv8ChCLOHr6cSeFHzcnJ9IG/FUUsEcdcNGryIUuAoIm+S7LY8nSr/g912zn+m6hkeCyI6BPAYC5EHMnj79LLjXyKfR+ZdQ9ALh3nm7K842FvRzsF2XuhuXoyLEWq89uVLXi9Z9XAPDKgYsRyfesDSbvywOAe2do7lR466ZkujceK/q+AsB1dPYdZqdos2Pyai179ud+mX/lCxnYdXTFSFh2N1zt2AG7khnOZVXQjs0YuB2XKKBh1O/HA4Ch2UMfoaX1HzQtf+3dSNKr2Qm8CwLP1rIT2y2chWmg9gDQ3efJs7aSGzEywzXpYwDACRQ8of9zXjJv6HEroU+5L1cWNc/0aaMitv1tuadj3m5eoG+zj9jYNBUwBoDHbWYxXWHxWwLyINoSZ6gJ3rZczgYAln0SIF5tP2sfCKvpGidLPcoodr3azOTlbD9XsDNSR/IKGFNWGfzLh52IqGX6g2q7+73gyBkN8k2Z9ovAH9Xl70l4R3QgAKYSAez+1th8WXywjPwteXE6I6OAuSmzRiJG9K+vM2hfO1CQSIDgL9c76E6QABL7d/tRcAR/S1ZrgJxh5yYAuAJGbnUWX2rLAk4xzi8VJFFDXJemk3RAKYlUmnrL71o9NRHAne2ZaVM2O8gFdOzU2PEw67FxcQWdgZY0drV/lb8rPSwUskh1oELbplBSV7Ip380lzNbVl+vu0FfOD5VPcvpM69n/KgZJfLTwK+3JzO3ziYB2OTOTVhtZ0Qxr5WXmb0cmmj/sBwhouWTN62LdwY3fAAhPIoDBx8lfr7uAfXMH5jNEWisXYwwGdFGfjX3mkseNfHdajd8Gm6SkW/Kwcu4S52ceBKNnqdDJmnikdPIT6t3wFgbkIUK3ALyvDPR9U97x9y3eXxsobOBvAoAR8etHQOO4ZwG9pTze8ZtA3tLXly5LIl15LkBV48mIV4vidd0X8qnKB4K4lGs2hDjKGXkELPtduy4nsji1si1KmPKuyjMXPWkToMtbzyxoV+2NGXGSofuhzlN892FHnxw8jqkMunK55gyAUvxZRAVnEijPMveO7Y2JvGvyukwdM7v/usOUkYobYVassqzmgoePDgDjyOcNCGyRvx8LAFyigHEHMN8NAK53AH+zBYDTWeZi5HyZuXac6SiD3wsA/HsBgD9//O3mUzkC+vbd/QLAMgQw7Q0NPQQArPPmdQR0AoDjeAA/EsCPBkD7nNFGSi+OFhkQFM9ZP0BpTslN1G/5zUBe3gP8dQLAlzBv60Q9MMbXJM9rBGIVkozt+2ihL3Luo6hxGRd4GqCJvb9L1XVMCYbJ+6AAcGsMNmPSgQb3N+brI6BX9Xx1dwDDZhpLyqCSIzpmNGidYXf+/LWGHdrVtHlNzycBwAu5cQ4AnBdds3EGn53KYzBOq4Wax6Qfm4h8CicU53s6jrZ2bVBlfec8xDMfq7bp1Sll/dUiNxa7gzuAGfWbjoBuZKxo86A2X6wBvjQAmLZrPQKagLCJ+M5twdVZkNoMANYibmVzhhNsIHsfEwBuwOVOcOw7h3YizBaC6GnuAK5rgHNk5BUA1qi14zha863Gao+uLkKBzpnYS/OYLFyUsdQ5SXdvx3Fb6EHpTK0DhTGxOYZ6sHXECmjoW/G4AHCtfa27x/0NENjHYt32rX2w1d3bOek3uu0CvAtnghyMwWnJ2ZvL3aeV+wOAa73HDNS9/s9ZBV5ZX1ttqG5KyzFWh5w049p32zwpm9zVOnBbp3s7Zo3NMLDb+3bMaN7PK2HdqgLNsH907G61Y+iTY0I4h5GNeZmNfcj1NzZKFf1NGvwsOxI2YbV580jnDZpKwaT+rZNHeYMlgFPJMTfFCYCS54cAcFu5V+Ppcz7Vj6YIPJYczEfFJvniXna2IYG4JUIQADDu/C3vDv4K+G03aLIurXUMAMY3HwcCwJl2nMbQ/5o3NhWEaSpadOgB8+r3QTroQ6rwsuUXja/dMwOSswxK9EYgJIMhbAQiA1VX0FXLd0iRI4ADBHE6HNXrRTQ8FDRfAawYNe97y6Kp9wOeJpsYKNHqzSEfIslcXnmcZHS8knv5hPl23vEPVFGJfzI9KrE4JrWvX4fye23/tO3NnLfzE+y+GaOF32zpR5LEIj22u7QPAMCTzcaagWHrXS7ltTHu6W4C5Ww9LB5mlC+D5hwYbqL5bTOHB9QJAAa5cCDrSXqUFTPK8Glv5qhtv9+DnWQ2ybLVJUHX/oGPKz/6t2bNmuupcr/+GnUYD/jgkpcL4FveGflrgXYEf+14ZwC/AIAL4Pv22/JX3t98V/7sNwOCPRoYwYt+F7AFMSLS1wBOB34VZYurPrmBhQAoQdAAgP2u3lb1lZZ5YLTW3/G8FITVvcBhW+2jTDM3vFwHlQEGpzHU1qnaDsq4+juGHPKOcolz1OtRHRutOXOK8T07KR/ayfz9HwYkyYgc/St+b4Mf8ikEzPt4APBYnvS/sjvjzRDHSjg/1TMBgD/50c8F+MUdwO9xLHQ+AtqIUhHArwoTIXw+gM5qtGXBZoOK3S5+lv1DA8By6GBCGzn1VACwRQrn6N8aBTwSpuGsG8pYKtPZ+qJ14rryRdR1jQB+cQWAh5x6BYDPF2DPIidYQ2qlN+wuaKEbbxeUsJP1EgA49feLAYDPNdwvmYErAByjB9ZoF5V5ZDFSA91zaPQ7w+5QnmGiln9lnNWk7cJyY8x1/VtGAC/kxrMCgK2TSRblMZkCwMjTLmqHR1+68ZtpJBbvyclEEVMWYB0Yr7QjADjsvx4IngLA3tGlPEszvhD1XzoAPHR8ygBMRuDXAADvHhO6ECZfZgTw+Xr/CgCLGK4AcMMWJgsXfHIFgKvdc9oR0O2gngMAS3dLV+459kd1tG3eTvQfAwA+bpzugqlTXjGP7Ew+r21PqufjbeybsNvmJQBc29yXM/yuZu46ZOdCpQGAtXZwB7TAXIEBcFc3QJnzYziuWcAI/EULPJ0+b1ol+zitceZOXYIj1Y/Ntgz50ssVgEML1ezqulGy8rWDOCysNVQhBPh7td/rpsma2G122O6MKM7gEcpNJ/cQsFU0LyOAP9tJi3H0swFKXka63zf6gP64AzytF6zONQBsPlbLmQDYwBAq7IRNjQkArjyiNA5mJOBItAP4KoEQofk7+5d+X/4JgGpAkABEgkhFUABhALYG7+ayOnrMGlZtcD6q9C4frebfyk+0AADFARrUqTZVCuBvTpOJLucA8Fxewec7WE8F0AtCZt3czFD5AD9PAOBE3Mw7WRcq3Yy3OMVzmdk+0/ye60cyiTXzE+4AwDvOkaXtlU+6MkzkAADMu4AJ9DKozmUL7vc+AgDbpHxeH2axVFUCgFOiLIMzAYgHMhragMAtHw2ybmjA5h1yKaq3Dzxh1aJ+C2qLazm/eWnAbo36feORvwYCv3n7XbmylFHASqMjoHF6rR39nCJvcTyzgbJ+128cfewyrkbr2hHR+ZhnkzxkItvYxP1jvuFF9O2yUcCwVKGNskUX16OliRdl4DgfxQ+MKOQGR7KCzRpnB/5DLtY0rX6tckZ+BJbu0hRtTifXai4gJqhDXXtQBogOsurzMQnRuWtvSP72EoZVNUdA98fsDbIc+Sn035HE95zmaQDg2+4Y6I8OAOMIaALA9r6JAC67KOwOYF6g7UdA42x0p27InHbH2l3sZikStNwBbBHAdxEBbHcA/6PcAfzTzcd3P93cvfulRAe/KydFf8Rx0YhYrTTqZFlnoD8COhP3UwLAPP7ZI4Rz9G8YS2OByKMDFlJ5RfC9wQnFzovleQw0I4BfnB0BfIzy905SP1bK6ak6mXNSAVcA+KThen6JMfl/NAA4y4kV9UtJ709bXZjupz0vxTlH95xXU130HJEM4zT9LtZTWsLo4TNftsZfZF07IXfqTAu+PiVGYbkoWDVqnvW0IuXgqKq/X1yOFrRqWT82VwC40vYVAD6FHx/3CGgu7GoE8P0BwG6fG2tn21KL+YkDplko0hVYhcPAKdeMLNYDyU5P9baLerjs9u+JXEzbJQDwytZebPZHa447rfrGm41/BYBjVIgKTGfY1lIh21si8zlg3p6urMxrBHAdsD0AuLEmdxT2EYsqtHcXCZSncNamUfTQdt8aQZiR3idFJbs3ObVJK23eAFS6DVNygB9p87K/Xv9DAcDub+xE8IKnXH6PmE5ARva7tnqjK7d8ndEDtcbc5l+DpV0UUXJmHtHiZ8tn6K6VfF6vp84GgN2xO+zbYr5Iz60MHep5Fdzp+/HGAXcCr1xRYRHI6wul6IAdNCTnXvVtbI8q9lsQrJ13NHtiozRjJR7H8iGDrA33uswQyOqObE8yAqky+IrnXdnMU4FfrPuCIUQr/oOvvQRM57xJkgW4rKOda4Rxjbtt0uOYaAeBAQB7RKGDwDj8z2VbuzGStKPmNiC3AcAygrQw7HyTgIjDFvR5amgx+TNFJnj3c4pA85Vm4vP/z957IEh2K9lizfZ087VgaUvSfiQt4v+Z0XtsRwoRJ04YuHvTVFU3mUVmp7nwCIc4CMB+U9qWNHpkahCw28ZKcnkjWPafwgZ1YNbrJ69YWssvXcybFpg311yN2vSN/Sh2jM39RD6yL7Sqe55ndDznCmSj/yRYmERrDJIKoV7EzJoPuKsEtCwDzHK98KGucf3dt9iwoKQJZjqcubxu++HQ/2p0Z1Jpbz93a4/a0u8RABZAOIBePZJdQV5E+rbouQB/yx3AMa+kI0T/ZnoQHk7aOclz8No4j8xPXmSiKqNrvqi2cKmXr+3r67Jm9fqy/y4iCGTKyN8G/irwK5G8iPjVY55bxK+8C+Cr4G97FwBYI4ElKlhAYN4FTOxKrwLlnbyC2dhdv3Lks4LB6RSL1gGlHnmXoD6755cHE7gGVuAXL7+X12iSMBlJFO8GAGsUcCtbyk32h8+oFGeykxo/xCTGN3C4DACbXO5sCBQl/2IiYF6FtMNX9Nf1eigK5OKVB5RKlLHZILTsTjHt2XNGAK9s057y15vFVjxyn99fDgBu9wF/acDvZwGD2/HPEvGrRz8TAJYjoNtvcgS0EInsihDw933bbfGOl2c7w8DJ5EZGAoEBAAN8/Ovbl1d/fW0A8Kd/v/r66b9efWmg75d//S99CQD89Q8BgP/V7gk2ADg0Hka7m00lUgoSUvFUqAmDyK6RRnoqPLB75LY7gNdHQAMAxh3B+e5fZXc3mGpDycB7AFgMognhgRv1hfEQZS6vewHA9yH277WUQwPke234o11JLvzTAOCzk89F6HF6GFpnVeaJ8gZZtXasXO04mTbjfJ/rbupUmInQHdi4G4HvGQC+3wwf04Cq5aSnj3PAcObfSJP7uX0AwPWepzweDwD4mPoixQ8KAJcduwGCFUCXq3F3kNVx4eKPq3YV4xmoW9iwXkrnhCkbM1mUJX5OANh3KEdDN06QPa1cDTDoGuABAIeAd9fJdMAfAPBJmSVqc5N05uDYpVeWP1n1OhmNqHlJe1uzRuRUs3QN/qItPCjQvs2inKqFoXmwdEZb82e3RSa2ce8cX94B7OByH2k02tyzcdlFAIODKlQhbV7JqABNZjNHxzCoA45B/YTEiWgsxZLw0KIFzMHiBs9wblN2HPf+kiPqXfd/NzaGGtHb2g3QuXXF1WuZ5IAtFYtvrWvJWEeVo0sQOI978p1xNAMEM79vN+GDwz5Dc+ZExvjaHYnm88rRv+zKOPWJ5nKPj6faXF4ib2T5MAOAa7Stg502BnVTSPDoAADr5pGQFSMA7AtH6yZpBm0rALKWExGaFC9RJyL/DBEO/yollIxLBqAtsjAA4AC64RKsVASxWAFgJzNrdpEqIQzQAtqB7tfsBIQJDKcZAUYMeGoe5eUxzQCM4vhXBSaMWPgsaIgbHJ2Ck9yjv5V+U8oTk0tmK+uosHzvY+QN1qvCz7+ZfORYhQaxTxO9oRbgQsH2ALDY3pk+jbrRLCOrXFYBgLsIYDwz/ZlAYKPo6CrLLY1cyz+WywJmmyn8GY+eth8O/a9CC6aWMMYHfqSlvPg+AWDhcdzFbcc7+12/uK6REcCahs9sXg2idBU96In8QyFf6nmfhE63YzMyfxxkdfphHG6UnThytBuoe7qC+7Ui2URIBkc/CwDcwN92rPM7AXs/Cshrd/0q+Pvh1Qd5b8c/v9coYAOABbeSSGGJ+rXoX426laOe7Qhm2WiC45gRBcyIYEo1rFXbv3ZHcDs5GthoP4QOAjt26nZU4DzQUwooO7Ac9bp8Y9mcCQNti752nS6yECOmM6fEETo16/Yk8lCD9sUkWOK1kN2makyHQfbYCRXbSNwO/G/5nwsAPmetofv39HuHED3+9CwA8Jd2D8TXBsR+EdC33f/7SUBf+yzfFQj+HJG/EgH8RwOCBRT+1tLJQCoA3I5+FhD4nZ6h3sLg7fLsvKC47AhoiQAGACxRwF8IAHsEsFtnNkvjgCqhSzIj4PmQVwD4J237EwPAAjTLGfWdQ45MOO58MQbcLIh0h89UudFgBQCM+3/l9QCAj1nQFopnFhlnCnukef4RUDHxAIDnA39eDUK3L1YlV8zquFnlOQDg8/01b8GyZ3Jv0rV/3ysAfM/5vWRs+kiDdV5RYDHuI03u5/cBAD8A4N6gv47mf3wAuG4+DI5zZ9rCnlSbOjndsEIKZwAdcktH93cOAEt34LO73uh7AMCVnjiSKp27Yd0CIo8I4EvU6F5tLp7u7LodB1xv/bAhtg5deLovAYBz13RpO4AZubUVAC76YMgLe2MYIwds66BeUq+XaXUyKmpfxtwGvxQAXoK/DtasZ773M+wc9O40nNLefrPLEVDaOyxzFefyzhlin7eNy0seAb3QST0vljkp698R+O7nr/Q/OWRD59NpHA5h6Mzqf8rlUJ+GbSFrPTs+0nRt1gsB6GGOBllTjjneCDZ7xAhJRjT60bVWcgZyCYY6CCz1E9RleSpfCKAS9A0/WwGGDcQlX5cIR/ajgG1aodXZA8Dc3ELAGpG9BIFVDjjC17cRQJJeu8foX18uhYZ20ekbC/CsyCWdEGzeyLo9bCYDZRU0CIA2/JMhXwrdwLg0MCfuZAXuGmXJV9+w57Yo6C9OFQC4oBvqEkDsoIcWqQnwUwJ3QZKQT/mYWRST+kR+nIhLZ1XmUaCW1JznJuhX6FTXwlL3RI/Bj40yfD6kXEnrc0Sasfpsjh3EzbrRjg7OHFTp1ApeodGecb3uPq3PjMm9fh1p/FM2GuTGtmdZH2UAeKbB9mDyjwAAEwTGUc8KACvwK/QgfB1HQCsXEbRbiMgylBPdEgAfZTtlPwHgecGX6N8B6xD6T8XuymIEsLji9EBrwVRaJO9bOd75wy+v3v/8KwBgjfqVSF+L/m3vH+QuYP0O8FcCF9++kzuD27sGAdq9vzKGBHzltIH2GRHASa4pTxlYq5G6EtxXl5AhYiwK2EROfy+wi6NWpnzWkdZ5BPjc60ZjkZCz5h+jrNKh1LaYPDReLvqZfbGB9/Hn90QbmSczyUD+tH/aZKh8dgCYMo8trTSzsjc09UCTOopzoku2yqHvViXo+b/rfETny1+lfHIA+EsDfr82AFjfVwBwA4E/p6OfCwCs9/daBPBTAsASDaxHQLcIYAWAm/AbjoC2YexmliSzFiRzAFguD5ejBPSdn2V3iR4vYGfEt3c5N14jhuUlRzvrrpEzEcAiRCQtmJoGx6ydsFOSwJlQzAMAvp3hZiXsjYanqfNR6h1HoCyAxbq4RPRv2jEz0O/Y7N1OxvtVszbc+zpigXGf2h8A8JXj2BnIwzzdANK/mKFz0KfoY+XfkSb39PwAgB8AsC5HEo9cR/MPALgu3NLCLNmzUwnHFa49zOUo96b1nS17l4Ly2NFwflPRRcDkgejetWvf5j0ocqQxHncAc4S4VgIx9XSlzppNpPURXT2PbXY025c/701fpfkDO7Z3t9zJembFNjtjX64FgKWkP7vNebWsDQAsrSl5YW8MdsYDAPYJk8iY1d/eAX0rAHxetvftu0U+vxgAvASeR2dm8VmU9e/oVO39GzOHrDudDSTzeTW/lIzvFgD2fEwHzd4DDJQtPd1UmWM2fiK7KcjUCao5CIxEPQDsgSoWQpkjICNKUgSnObrp7E7AMEBjTZAiNHOEP/ohWSIoI0UQJ5CvgHKQRt7mPgLYtJ3pvQRSax4Df6VNQE0wcw5+Bn5MP/sg7/UHRd4qnlsQz+qrHH1oYS8GDRiYp70TwuKVJ1IdQFeCgVGV+U2B4JZ+aCsVQbG81lq2Gm0CKKJ/+iGALW9z6lceJ+ZH3g6WsO4FiWK8IjrXaDgtV50+rRU2gVV0eYF5s4EBwA7mslCzffjVNzHYjOqbbSBItZSNSFB8IKm1mLfhC17KjZ7p8SN+5YYLLBVYPwEcAAAgAElEQVQ2FRNl8yQYZ5uSAUDa+3J/VAAYvPxXOyr6HgBwlv9FFxi/gFX2ALDzXqVeX3cv65CyVR7G30xXx3HWIM12jbne/9uAmlevJfr3I8DfDz+39w8AgRXsbRG/evyzHQf9Qd41+vdde27XlzYMBwGMduSzyIgWzqsgcPssIKw8w8YSa6eAtcoidgy0AsaUWeFzoZjlElhUOoB6KwoiyYqNyxu0bNe1lHkpD+DfNHAokz8EfiS/1Wecq2zHpaxoS8eCWlv3G0VFBYBlXpKQs1HKZDGzN/h8nHsTrB1dUVaWC4E2fv7collR/W/X+YjOlLxPYwDwHvhzYWfGRp4vJQo7H11mTGS5nLgsoO/X9uFLA1IBAgMA/ixgr0T95ghgiQrWO3/tCOh/t/cW/SsRwJLnHgCwhou3e31xBPS/2rHT//3q679TBLAcAd0AYLkf+BAABo2XPzBQKIb+aT4CmhHABfy9BwCsu8ns6Bs9AhoAsB4nUJxmo8LT5+Wui45wdJpXihLGggoaHRcYpbz/gff/CmHEXcAwFvVeYDM4s2F5O2n/OCXsjYYfpx/P1dJhwXCHig9sz30NfRTJmd3DZ9qsbPQUvXX1t2jFTaPRlcn2n+uHLmW3SU+2TeTV0Lt13mOH7KCyNzN4rq9awIZWyk7uM/SS0tAxcGE2JO8M5FwGxHt2V/Sa7oBV7kzPHOkjqni+CODov9oE1If289D9ci5sppvsqBlm4HBa9e6dBRleJVOSLAoejWiBkCgJAKaDyToNv3dqlBnQ/c5//44t6sih/+Caj/gLJ4Ueuzd5eTRCe0anm9x5pAtZTd/L2MtM9xX70okHdrlAHnjnkCcvsvA9UXpZsJkjQ9doyZ739czM5qNdKAVbNIQ6wsxxqp/TX1qgo3Fde3RxSvszHGe9bKW9s5K5tFWDpqwTzuy2WC5cYC2d9Lcfwx4AXjuAxkVoL+2WesPmwdNP9NHlOifJlqUtfqbN1x0BDaf5kaRdiKaBVrqRXPYH6fJYcVe+keDghMvPlRuWTe7oqmt6ccDaM+dkH4sovLZL6r0eQPonAcCcRw7/GWl5Tu9zHTov8Ugu01E9o+iZ3qCYB1VVPVI2BPUnuwgAPHGez+qfOratgat6abMheo/6KMYk6yopauVQX82L1Cvao6qKOdO5H2IlRzo/Axyai7J6fThM1I4Hb5CTKtt7qk2V97K/DMxR3iNf3M4+qX06w0ehn/bySumCidl/Tku3/l3pe8+e5hM0a1rFZCpoBONLh3aV40hf9JElhHNblU1616IG/5W3c1jP2Bhb/5wfbADUIu03gIBxsHbFP+Aj/b+CqfK72qUUGDPeR0azUS0Kz9Lpsc0E46z8qAf1FV+atUfTSEQfUFn/i/7R1rb2J/sdAFDY29mOZ329/e3Anp6fuwB0pqxtxlIy1EAOmFf8cY75GT9VJCHoQKfO1b19SDQDekEdAT6A0BWUcWAh1xttCpqvNlIFcfnM+gBi9b8Cepm/tj6vgxW8IdPNzpF2SaygI/7BT2s8Yg/q8iTy0YdAXVfnHyVCt8graL3Up7TqtVt65QjwC87WjSllh7WrowSTPtfNCpaXfBBdHfqdW5H7vLPDdYx1A1Kiu5ixopqcflY0jQN804RXWT7q3Xgud9Cu1vMk7dz18jmtc6WOb7zXt429yKDYtJGOePY7gO1+cYsElnVzu0vTfPcEFnOH+zmLZ0Wmq2zPY2G85PZ62ryz7Nj4gGNYAeCcznRH+mlY07R2BTSKPSwKAEvwXcNV3kj078dfX3385ZdXH375TT+/0/t+2+8K/Aroi/ePEhWcAhfftoC+t60ceRdcBsc9y3rW1st6DDR+k/t4QXeueFzvEdMJuWXi0YhBhvY1I3VtaL1XLnfiAH6ncNO91K1O9TZXMa6gTce8irxiuSHfIFP5Hf1ZmHVhD0xsRMgNqVr0GGQE312I9PmyvdESZ2q9HgCWDpgcW9DnKL3WhHy0FrmABS5K+tP//n/+3z4ke4dEBvhiqDH6IB9N0QSVAMDfCP42gQHwV46A/mYA8GcAwHIUtAHCCgC3o5/5/rndC8w7gHsA+G0DSyWE3o+ATrHwOKNeFAsElzr9Wv1QNnIHcAOVG8j75Y//UgBY7//9/9q73QFcAGDpSJEdiXQ6QqoiphIZjNe4A3gGACPK913bCXJdBLCUrztUrB7c/0vw15xyZFJlvk5LCW8WRdfREXl3wrUgXih6pQT/LswqoK88x3ES+I6joWEgCwDcg8Bg7ERlRmPHtP1SjHTcsnWKWwDgW5yIt7T5qfJWk2hSy7BYu09LABBNLbcTFczybcT/2QhhtZEvUSMnmnoqybFzJCQc23d7O6nc9yXFWG/TDVNy7dzOBuyQSk+NsmrODTJJB8LpwlLCnfNSpeu1dKX21wYA3ujFw3q7vGMEdx2J4nA/qPdpAeAFbUmblEhXlJoWdd2Cl46kkvNos0Aanr6/xQF9zdy7LMLso1vm8Er9i6UyeCTT4QAAW3sLLQ4yj3UgcaXbKP/lAOBRa2B4MXNX8xlyi4RICyWMbjHBsuNKbTRbSNZVziBCYkHGhRkMPL0yxK4zoPPKi/IFnP0ykH3saI7jq7qFvso81hXPeg7JNhFGuNm2lkgXpx51wa5FY0Z7qo5ZrsvHYSlkd7qw9q3yKjXkaqwmNvggv1eNGsc0Uh7r7r3Da60nj8dqOYjuSN2kGNckWZ4Z0bu10Q0r++SaOXVj3V+TVkvxvJ9fwF6oaGyX5L0OaEe3b8m7G+UXeHZnO/a83s83TI793snmeDYnDjjDWWbVUeoYI+hiSYr+nVztAZAoUxJ1R7U19/pkrJc6SEsxEAdNon6a1Tkfq40Vk0CFJIkWHj7cq72QM6qDpIxg8BX/soQdf+95cCcr41jXGcds193UydOM+3VmATWH/G5QTpkYw3ZyfZRkFrJ14ERXw94Wr3O5A4BV4qr+Rx7VKdZu/aSPOC+JBpjP8kj+Zm3Emh0Fo8zyvta/pYu9X6GztfNaDBH8iRuYNwEtbvua7BP+Fl8kbGYDVQpoFuXFOhgyAUewWh54vwHA0L6WNCY/3EFe1hxxjDMs9x4AlqIW/ZFHrJs+u5w/TT1t/SobWwLfILC2LUaCtrQp2tLQD0sKGgLNcI5BP+aFdPqS37R3fKbfjdb697QR0umzo0e1j70rmVadmtFGq68CXUqo/rw+S3LR+WA+Zs5HPnA5XcxlcTUpneJZpBa/OAqh/rEbf+2kCqyx9D+lA02J9JqHQT+Jhqz6vE5kM0GfaIWUp1+9TakP+rFqnKxOBhA4leNDslBYw3UGvq7xnHVUc8VOC3UU+a3orlIc5n3UGyutGiPmxHKQdMldCrJjHqXvAgDjzl/IETnNxE8kEHBXTl21u38ROJfuAbaTUSl/Bq1RCI6MZ33JY+dYRJbxwb/QAdGjvm+zoci2keQNMFiGnjmgb3LJ/AV0iB6RS0ROCHsoQiGyoeE0CvQ24Pdje334FQDwe4kI1rt/W/Svgr/v213A7dWif+WzXF8qR0C/a7iVAMCMANZ7f+24Z5pFAsPob7zkl9xmXeDYxBjJuIltgH5h7Q3+SSJPewXVW1ctESGMMWcaluf0J+PmA5dkTNa3Xb0cabYDZRm8viBYn6EFved760cpIcXXGa4bvsfNipXra97yrLUnr8qwDtkx5RFvR+m3+YlGuXX2lwYA/z/QjQtjPTURBERetpHHfPNOhQQAawRwA301AtjuAP7CCGAAwJ8NANZ7gdMR0J8bEHwEACsD2S6KLCx6AFi/OwD8tZ3sbBHADQD+IgCwgL9yB7AcAd3uAD4NAGeZMhntQkbKUbiPtzUa57frexz/LKB2BoBf2xHQOAoaR0C/lqheOf5Zd6LgpUcSaLTv21aHAcAiqPR5PgI6dtSEAEkNlzZujlqC8lqRVXbESkoonAB/AfwiAtiO1k7GpADCmseN7p5xNkyZm6TVnme6s0zy1OkeAHCMsJ0YNB/yp5xfFe7P4XQjnZ+gqqfs70H1W5pUFnupO49Rry4glvLoxNhenURrvjp3n/EQAL6ypv39wZTXlxeuvd/J2M5I6ms4m/dofofnB/U+LQC8kBvK6lfSysD7a7kB50+t5+kA4GZPieFL51Vfr9hF4E595Xat7hHcA8CV3r5PAHhcnt4MuBvjTJ2pefnaLb64uCuL56nhxsWergjd8QqnWrUVi+G3cZaoBk13F6ENo9ODuqXY7Z2gqPoHbfLFJBex7FfRR7aWSVNytLbZPWcfVpIy5730iOddvXs7dg8u3tpfugdmfd4dx3qkTY7HeV3C2XGe6Y0jECi7g/oWiDNlbm/Q2RuEVuf/nwcALzUdjIYj8jj1/DK9fz0ArHO+aTMcoPgDSJP7dw0APJYRm6ei7KsAYOsLbcK5Do3hn9VxtK7uoI+1P4mO3Y2/qV97kAen8mjrtzojJ1eLCFEyBxH8m/XHtbJOHbhJv9c+H68dKeuO7GfKNJYPDTvv75myvBzOh42Ng7rJngm7QH4M+4DOZ/c1FQDAbBRLD3pLVCc2abaFpORDnyb5F/zlNG5O7LLOMx6H3Suvnl/M1mU62r7te4At8jCCHwIwxWwUmxHImIPFCh57GgLAaLM2haCayaGQHZzp8NEN69eJfM4AG4CieNG21xEwz7682Sh2ol4nhglnLDz5LXmZOc5aBCwTeqE9YtaehZ1qdqe2z/S3tbM6sEl/kow2L+kR+VB0tmFhL2cbKehs7OdgP7KtiR8cpbHGSZdrneMQaQscyKl0nMVSL6IyKOb0B5K0P6NvoTXZMKREKNF2toGBqTKdiVhKNJgJAGvT1H7SkdP3wi7oeHDGy84vg/618VhQW+UNyJWNc3uQI96Wifzv58SboFHw41roJEMcJtvGlCQAWPouAPA3jeI1UNju99XvEh1MANg3nqQNKHoHsPnznT9y8/J8xgBRD3jKzg7gmPbvmQdLLZR7/cgIsZHnjfB6H1udo7DjJXiR/KoyxnAthKi1P8FU2v2/7z4KANwigH/7vYHAv+tR0O/lt/fysuOfG/D78f07BX4VBBYAuGE4AgDL8c75CGgCtoxjFCCY0cG46FeEXoIaW/8C5DWZo8kQkUs9WvA6ew6RSCwHc6XQT5I5usSf6U5rysBdWQ75lPMY6BnpQoLv7LqdzugB4KGGpG9620XrXdpXTm1zfmuFJa/3gf9Zaz7kWyY4sq9PF3RhwpcDgL8BDGYEsN4BLEdA//Hp1RIAtp0UApYKA0kYPc9NJ8Hi3okU/bsBgL8K8CsRwAYAf20A8NfP/9ZjonkBehnPjil2QpemgJKAcpQBsgLYGgAs0b68/5cAsIDAcgcwAWBJyzuA9R5g3gGs4C+OJPCXRv+2lwHA8g5BUY0bFQA8coAdpGPvcEFl7N8teKlU4Ximkczo3wcAvOPLfsF7CQ+fXeRcUuZLpn0AwGn0F4btc8zPliYh1OwlDH9e0W3bfqq/DwD4zPw/AOA6Sg8AOHj0KmPTefMIAM5O9wcALFR41Xgb+fb6vXco5QVzXrjlfHMb4QEAh+k78eSU8T96bjZxl+zINts9fwDAnfxO65Id0N4v+LH82m3sG522ueYHAHzG2iiQwJAB+3rvYyMO85ucMmNLv1MAuAOQVEcMemIO2OgoLsdyEQHMstXhuwKaY/S+NwB46VRX3l7LZgCJR8ewr/KLz+afBQDzoNuej+YydaMTUyDB4GxPIEhx9pvTuaSfAG2epwOAY0maQIcpbXSAVOK7JQDsPBMgr6Guxood+Ov39RpAa0DLDPylfQigDTKSrn4HXe34VQDAlmIK+Bpvp+MxzTJBqZp5LodnS3jW720s4DINJOWyjZIQIEW18DlFoqmqTi7ZdU7xykCcgv+cbwMAAnSS6D22lx8wDgGYGBDUgXQEWlF2Vy/zs82DYTLKJ7QTbamyK/osLZvJtT59HqU8V3uLBvTDOXWaErCLesU2KSCNHFWOI8gjD8oAOQndoj9OX/zu9djYG41nHeQbGGx0mdIQZW/rACBqtV6RZ/OaVgAhGhp5M90MpQR9TB7pPM7WZxvJeGCLTms59ePWBYcB9xNAAACnY+XtGeeZQXNx8oAEb2HTiQLEhq9wK0Yi6dRWpeI0nUH3/qNdTSnfp8Cv8fNqPAdJ1s15bHZoKVMhrmMoJxJvK8Rnx9X/1T4LKIwo4PYuuI0AuQ3s/dgA4A+/NgC4gcAAgCUC2ADgBvh+aOkAALfPDa9636J/3797qyfXytHOb+QYaL0DGHJMo35NhOlnvRM4gN4/TYxCNiSZy8/2rmCuA7I90Nq+u0kj9cbz8B0EgKzzpON2bLtjePM4M89C37TU1wHA5N1Nmx4A8CmZodP7EhHAn760COAGAAv4q9G/cgx0ugP4M+8AbsdA+x3AjXE0lF6Of27M9LYxkzCRnoWeI1d5VwVB4BZ9rGCuCK9WJyOAv+oR0P/Zjn/+nwUA/tYAYLkDWO4Lxj0fidAuBICdddSouBAAFkHR+ilAsADAbwT87QDgMQK41dHSKJercMVxfjRyhJvjPuBR6GbjZEZBdD5iRLq7Hcy4fDoA+BxNm647l/hOqS4xbZfjemUhR07GO3Xx2Yp5AMDVhroFPLhl0g43JZRzNY4NhFNt8YX2LvV5APhsqy5jvfUiOlp9sua0Zp31+Ja5/54B4H50fPzbg7M77HQW8sSlvFMZu5mSOv9ixEZirHFz5tn8PyKAMeZ2TYhPwAMA1lG5Afy4BgCe5+m54jsGgAfHirh/fvwI4CxFsJRYu04fAHCl10zTDwD4lDX1rIm6y5LGuieg57UNPK/3v08A2HVCZ5NMo6UADduLWlaVymT45gAw63NbprOze2CIIFNfwUomGSxSki/XpQRYNsBtv/ZYlaX1PgDgbtyvWx8B/loD3kuZSzDLUa0RNAGIZvquB9jcgY00cIYXb73qSc2dwTMp033MBi6Yk9w162xhR5DA8gKAEoaQ/3sphkSk+wJwEdT157G5Asepak6P0NW8evod0+WwS6ZjfZEXmBnBmgrCse1RVwLh0HKjjeM1a72qJgYuA4t5LFAwOP8Y27XyTh/ZZeWSsjmvRkOwmwwA9mdshwCZpIC0wM7prNygyQQEe5+M5pTu4jh4AJHRvgLGcCDKsdXd+KSuDaCmgEy90PXvnBO+2zGq9hynK4GO08wY/eZCgyYwt0EiAQAr0Tn9BgCc1sXU5/bODQwg+5QubVoALRtsO/CPtXvGswoshQxhp4o9nboIPbccSAezY2gTnfTZTCZNLXUooEL+u81KSrc3XQuy7tNZAFjoROaTL0T9mvyhnJH7ydMR0AiowwmegqXg3mDQCGV2khjrRqYnjkm4TE/jSF2xKGlKIqB+l+WRVWgnvqFo2+xhvAx9I6/G53+R1xv4KwCwrTv/lDQKADcM6uef9e5fAX8/OADcwN93AgALRhUAsADBglkJ+KvYlZTR8CoBfx2/akVnAPin161WuxtY3qGWwTcQbRgrl1CJDlWLG6BMYeARrwL4lsED8OxzyIeZpk8H9/Q6ZqZzgilVz+8Ux0ZXRCz0jMlF0FdqfIojoLV3K0KEgIpNJmc44gYf0ZniV2meCABuxwy0W7NXR0ATAM4RwJ8+I/I37gL+/OrzZwGAcVSB7JqQ3RTykrPUJfrX7wBORqXfV8F7gDUCWASYHG2QAOBPLdq3HQGt9/+mCGAHgFvafMzT2UGe8ssCANYjnwXctZceCc0I4DMAsIC9PAJaAWYcEa1RwAr8xt2/kBsZAO6o14RIJyFqtyEpQN7pCCxIJjC8HHl5/wjgc6OvNYcNdC7THVLp0G0MjqMqDsG2TQEPAPhodE8+b/P3OAI6xuoWmjw54mMyWyDs859zcBwr6NTXi/h3ZtjkFovBeVYYcFEz7/EtwNH3CADTQO9Hx+Wn8iD+juZveJ7yXkp/NTq4zh9UW27xbP4fADBnLR87RAcY5+NxBPSllDk6uLkJjyXlndPDQs4SzW2E7xkA7nYhy0Ix7eod+qnsGTx4FkDox3A2O/1492muBSZhbi9WkG5Pr+hl70g6sgl3z+HAWq9sH0dAO9XYOCVnQ+dcuc3Z9xzXkVwuj1Y5zgDAZ62ii1q11fsvCADrZijTip1zJxzt0dMAoTyT+fJpb2D0epuwt02q/q31q/7tbOzIz/JpfdVZOLJFe5P3FgDYQly0ATqGi6up4ATdSqutw30v28XX8feKAO7nJEffXQpOhAMfdEKQF7rXwDn7PSZSplIc7Eiv+ewzAT1gbZhVpcgsU5O+5M9+a5j9QBkzgmvKPA4MAcAwN60BGg7wirkhycFx+iLI6r6ulDfKJZASAIke3Kzl4xQ8r1c/o034wzG7/CPAApzFAGBtR5IDCqZF29hGFonhYplV+g6bBFOPddBPgbXgwGGevBf2oSTYes1TzlS29ELpxAjG4I88xzz+WwgqemrSIdtZ9HNaTXgUmw9QZtpsqFXS70m6TlKH7aqE6oQbbXbXqc+Jz0EaktnqMnXIKRK+1mAPAsA+9/osy3SjBZC90TTpNQ07gT0lzaBJp2G2wOjf+SEHSxnIS/lSdFvitfj9yDKwo21ND7he9Wbb/JHcNJq5J0LnrEGHGgI2z6BTz/kfk2Q+Amldr4/60sva4gAgOgKAuZFD3hX8FZBXgWAVMEUu/ZmPedbnOAJaNrD82bAUbAiI1srwAMyby5rZwFJ/aC7jwTSdq8nT301zDGlcfhpfUFYOyyzqKGm1Rtla1K82BLyvwK/KAbwkAliC6958+PDq3c+/vPrY7v4NAPiXVx/avcDv5O5fwagU8JWjn/l62z63458NAH6jALAAwQCDgcu0Go3MdDxbtW8kCli/mA5ij01n4isEEGUhemD5NMI3b+tKADDlnsk+K8aL3E7A9GEvuSaSzJU12nutv92gpkUTq37RVqSfOD7r/kHvrLp43j/ZqPGkH/ieJyRdOm/3A4BV8ULwyqXiAQD/OdwBfAQA/2F3ACsALOfRCwDcOEKZq+2wUABYz1K3COAVACyCTfJfAAD/aRHAf7YIYBV6V/wN8z4BgCWiNwPAuOf3BgBYj4JOdwOb8OLxzxS4jAAeukXDaOWUUlkTivBaAFiUiNz560pHROvhHcDnJgH29G4X3blyrkl1/ojRsfRbwLYjZ981fXnJPI8I4DT6apsdGcdPM1u30OTVLTrV3/sDwCra0mJq3/7pEq1O2knFD5G6MDZUll0/9z8SAOzj37p73sDqfBQp78X0V/IKIcS4Q6fkeZjN/wMAxpg/IoA5DplmbuHjwVGn8iJkxt8bAM6esej33wEAFjpZHoEFobMRYw8AOA9OcZTJ0HUq9XEE9MUa8eIMRyvlW2TgtjFbvf99AMCqGRM/T8eis33D7ujskc4ncQYAZv0zALhvG8CuUfYczd9TAcBqG14FAENfHG12WTr7HAiaU9/R+ui43kW5ohdWDkhxsB+sLXZ3AGdwgvQVM73XKb28hT9JFzDF+YzfAfLq3CXPsoO8tuZhGYTTHBTgmqiV4e3r1klavD4UxtnMkT0iAOL0bvzm40BwVsdYz7djBQ6OoC5URrA4A7XkncxnAbzwGF0DbC3qDs2TMgVss28OyFjUV3dcK+uvUZfMy7FAP1wV+nzYvAzjWShBZ67+JZvTZpZpRN/uV6pmu+0TpeosvVWJbAnoIARktrDXr4Yhi+GHWpbTZd5MkPzH4Nu6mTA2ikCeOMSXadzHxNoqLfY6kFDvIrX5ruBvHes+dmy16acCwDU6vIAKVm3eLED/q2/KDeIDPboOSK2xDQeFB2irEkh03gCPYLVcN1AQhCQdO/H4MGRCsdnnHFF2xDDbmCZZn5vfUbHXmX9Pfu0hubq89Z9JSdV/A3F4bwAY9R4Fo+3UQgZ/CeQLiItjoAP8leAtPfJbAGAAOaADbl6R6F+NDq42AtiO/Q4anw4YZytjNvOh3WUf9HrhEYg+t2M4J6BFmSSdKNVTAGEbbmJ4yV8SAawJDPzl79LJhtm8dQAYxz8rCNwA4fcfPjoALECvRPwK6PtRQeAEAOvRzz/ZHcDEryAbBPTlPb4SxwdgGM0BmGivTq5AtpiuVWA15CB60smfzEM2Hhs35HYe4qGPrv3Uf5dG8jdQy/4u3nW1iD08RzRaY0qax2Neg+mL2cNW2Hn/5HkAGGbdaeV4cj7OJbsPAKykOQOAG/jbBMaXBsAKkPvlC+79XQHAn1IE8Od2/POLAsBXRgBz2ItAVmFTj4AmAKygr4C/TVBcBgAz2rcByX4PsBwBLcIM9wD3UcAQKItFkQnFlaIza9/5jgawk5kZAogADsUBwrY7gE2RiEKhsuFnhW110HTP5Dnq7VKhCQ8A+KrB+04yPQDgNBFqyF7HC7dO55GD49byp/lP9felAWBp+cS4yYLwAQCvpheLwe6pqh4b0vMGVufoT8bZxbRZ8lIPoRTolNzi2dy/LACs7eTi3Drfb2g4dEAfDRp50yaKi3s4Epi5AsB0UMXTuTzrF28rhwf7mZuKtLQnuKM93mWxiiP5sNjFzue4x8iPs8r8e4H98VOzN/ol/9DvG2T4CgCWvsAvgQWLOMnzruo8RnNndKS31aM7OnhtiJQxOD+Kk60SjeZrK1a9g8gX+KO9Sd0SaTqLr+S3Ov5mEcDSqwcAHPSzA0ycDjMpJNJ7KgCYDj3XA8Xn4LBFSI7++U3H/f29IoCfzI7d6v0DAHgDHs10TdE7GQxS/ct/QC19JO4Z/QswCbWE3VHtkdg4Ha2Jssd6XfeK7rPyd/qVIFaV7MfrkGzyZtCvLweO17VDnc5Zz+c6bigJSQftq9LCXzvHZgA7Y9nwd7xEBPD2IGYzlCfthZAso9EDczsAGA7wtVOVMhbjmeyNrl5MrZw8xzYm/W9z6ZE/7TvuK5Q0Bp7kCRPHdyGE6HcGuM7IFqbJgDgXIA0AACAASURBVC2AKYAeARAn0CqYxxpitn8CwrR9tIGNxwJUyfZo2KCaRSImDSCL9SRWR4al2XO2z6KHE5hW1ibaEEY+2qgFDqBTm/VZ1bewYDlla/5s6SIU1ycjHOwr+pGJXNPW6OHoPPZsndEeOZw+SY8gpA8zsYeew6BtllceF9SRbWh8D9nB7xX0Db2faTxRZlBsB9QEAIx6vQGlvSqBY2zT2oE+V+iakHKkY5AiFQgihFc6Bes3iewMnWNKB4WbbsSQx5qX5eX1HwmWa1A0IdaFzmfWvsJrRW8aEaa1LOrv1iqkVRtDm8k0qNb8kbDSSKePvqaZ0Kjrq1XWyEP+2khRAxrnZdVf67pp8Ld3RWwBYBCGznU9/tkigPlc5wIAsIK/Shvwx+NkVbsDWOVdzG/wEOYdf0lyd/Ngogq6aj1YZwapplFS5tHocac1ZZ37nrTBsk5tekqDCBuWIviM4CYqQwM7ERtAThfQWFoBgN9/fPX+lxYB/Nt/vPpZAeDfcAfw+xYZbMc/v5PjngX0bYGKHw38/SD3AUsEcAOAJbK3BjAK6TICGOt6HAFtMI7qQTL9mqgBquoRGiHLtUeQaZA/MeaOlNxlDkJGxPzP2oo2SJXbO4A3sy8Yz1kXjbaqUyd74Jnyf9KAInO3Kg16/KwfWMq9wUd0OaNEjjsCwLbsaaONCOAG+rb3HQAs9/8KIKyvdgS0AMB/yF3Ad4wA/lMigFWYzY+A/pKPgP73f7/iEdAaAZyPOb5wlHsA+LUBwHJM82uNXkYEMAFgOQZajoM+fwQ07gSW455fv255S/Svbh+BkLPdLWV3pQuIiaFF+eCGEGTG7K+wtzgkGcmrFqwcmpB3EJkyMRAYz3CvgB8ZnXe5OIf3lWfjqOgZbed+yX/hJJ5M7iLjrMGRy1Xb9HoJfEvek9171mQPADgNNw34Z50BVPa3BIB7G8XG1e3/0+M8GrmeVVn5vCDYsf4Zx8aqyd9jBLC0VQG31OhibrUH/zgAuB8Mjs3A+2olbimUC3Ad037R1RmY19BWLEJReA8CQ4tVJuvBUOYbOpLoIjstUKKu7Pxv5sCGAV0B4Az+VhBY7jESuzClLw1aCIqu0VxYjba7Tp6bTdeM9Xqi4SzFXzhGuLFvZg/cHQCeNA4yFABwsTWtjTnLDAAm5Wiv3OmS7KInA4B7+D4LpxG87rtewMfOjDsCJh8AcIzmkR17yzhfGwFsbhNbV/QL/gcAnHnhe40APrbFqm7JfSIYs5LFWbepelK1QQdkpwdP6t/qsKetlJU5dMugA1Ub0JHU2wlw1pbjHlOnallj2dq1AwdVYCt7p67ysYa1zJSICv8kFPZrYzg8Z2tnOjxnzjzOy0a2dyDQ0NKDNfslsqzoRXfVLijO1hbVgjZLwNqcTAN94FSo0xK6jr/DYa4dMgoy92yvy1SPq3Y20Ix63n6zJofuZx8kPebbn3HOjFTy79ntxPanHYY+MGaBAqcy2jyi0d4+BNBqACsKsrIUGjOnu1VpvG0V6sgWoMtBEWy0ALAG/xc2GRJklt+STet2rwEtZuuaNWvV1SOgIWt8BDDPuhERf/KksJENKu+6rIDNOH+cq8pa4lyzOoZFK2te+bFmfBht3a9qLK++RfmZZuP4ZycPUqNRd5JJxkN0amIsMAa0p/mZ4xB3hFIeMW3QeK05tbPno8V3jkHMe+VygqZcg6Vg4uAJAqekVVNKWBoFvfg6jjQr66BEU9BhvMpPhqXXZShvKMfqB1+BEiutBnA4gMBpgZfBTs6zyAi9DzWBW6DPuf2Ou1vjbykbBudP0gusq6SpE1jVlcnGngz9e8jCZRJ9MNFNKjPWf+5DXyRx+nEQGFG+/tJ8IrcI9MI3j4nkRgG8R56gi50fy1kut20qKvaSoE5o39HNAFld2lplXbEa7HpMxWHaywBggMCNdnTTiIC/cg9wBYA//PLrq59//49Xv/zeAOBff3/1/mM7/lkAYL2i9J2eUOsRwO3zh/eIAJbfAPy+DgBY17q45UIB38Zr+gKO62pZOanjwzqc0O5l8zZpiQmTGFxhOnu63D2tMgIpZ7/hCVp6zR8m08TLcQGitiw9ch7Vu9ZVUbFVu1J37Plmvnpa/scCwA4CN+D3j0/tDuA/8H6vCOAVAPyt3QH8pd0BvAKA/2oAsOyWufav3xErgkWPX7Z7et80wdADwB4NrMBwSy9p5K5juSO4CSkBfBXo9fd3TWowAtiOf1bJ8UZ3rYhEkfS608Wcang3FlwsdGK3p1tHA+3XcTFj1yJx6h3AWYkY6GvpeLTE8RHQxvRJP/ROYhc3G6a8di6P8qnIyIbJUYbu+dGCcVfcLXkvbGaVWQcOgWvL/nEBYCqOtdLDmFCRnxghNaQvMIpOFHk2yd8OANZhzy6QOhK6O+6U7Dia37MjfEwLt8z99woAb/vUhvYfBQAraye5kY2GgfcvkRu+Ap8S4zV0FXniqDHlhCKfOt5w55Ym1FfPYmMZqUxd09WF3Qz81VHU4iOSQ9LhqCoeaYV7j/R3ucuIx1zdMM7o0kRomCOEIuWa8T6SIoxUoF3XA8DHdkGAx1hpmnNL7RjYizqu4SHz70sxKXbmhQCw14EPLoPZPx+HJwWA14u+3iHdz8stwOQDAI7RPKLXW8b5FgBYXEVkcXcggRMGuKaKgrPOvhWnX+ceOZIbT/X8aKX8FDJQ+5JshrFvF+jMLvNML4UsGvUe+wdJIpuhw25f6ay+vSXdxPYHJLWxP0W/dvqYzn95bxowOe6j9rsAwJ0jHuvhiaaQn/RI5+yN7Eaic8qvZANdnnMIQMrU2/BQ12TdtZc50r44yngn92c8tSt7+8xaPVuM6Oxv1in0Q+T2uIkpo5CXkm2Ma2SMeZwtM4CX2jMdb7UTcHdiALdRdgA2Nux09Zp/BGXUgqut0Y/mKFl6wJe+oBEYr2tnHT+zAQnCVhAE9qJandl2VTljvKegrgmeZJ9GOTgi1XZcwP5UmxO+L+fHYteSs62v1mxUk8Bj43/KJh9HTmQBx5L9plMBfRS+vy5KOw+7uA47u08fmw02p9+1DYWi58/PraYpL5J9CINVwRnQaXq3vmAYkddJbrKJFl2N9uFz6F/4T3NZtS/FNpn4a45sGw49qYB0nOWyrF1Il0QCtUlOK1gneR5dnNj3BP6WMhIACLVCfsGshC7pZimBvwRrwS8Z4I3GRT+wMYK8FXmRNvM1W4LThLAewfWFMp1J4ttn8gpp7aJAoKm+qUBwyEL+Puo2NG1c4wZrVZsw6GKiJzM/+lCueGxj5xCNN1rg/b9/yQboPP9GSozyVXmlGwPsdC3KtAIaB110Ir22XprX98dUMn7OdNcntBQdXxU27mX1pC62FJtFZB5wIutPLXhOg/EUR5EoYIkGRgSw0pDJGOm+4DMSASz3//7yHw0Alijg9vmdAMAN/NVXw2wkAliPfW7Yjb43APi9gsJy/LO8XtsR0BKgB3pqP5luNQAY4k3pqQK/VafFyHIznOllk4dr2SPlnKC7+XRMft1J8nF+zctw5zaMzdJW5W7KPG77dKTHzg3IUO8um9vt/dyeq+uWVC8eASwAsLw+CQBsR0DrHcDt/t97HAEtALAoz58sAvivr59alO+/XikA/K8GAPP17/9sgHBEAD8lAKzgrggd3vsrAG/6DGAY4K+AwG/adwGMCR77u0YAd0dA24XmsnNFFlozAFgIho692X6IlfNvTZ6iXcRAgbKoALDkiiOg1cBur9dm2OIIaIsCLhHAmazBlGHc9AvwUCObk2Zu4ZNjkZGNkgtrOmsgzoq9Je+FzSzJn8qh8+MCwAW62gztxljrc2WD/pbJuiLv3w4AboTlR49NxuMBAJ8jEqwTN4bKgYF1Nu+RAXW5YbdnyTAKK3+O/Z0ZulceAa3DmOTGdwwAS0sxdxcAwD2t6Gkf9W9GTztH+B4ApgMigGDcWSSL3WcEgOnMMF54Kl3pDlg96SUBurTvDqwW5n8RANhtUDrfhBWCOp4XAN4d9amm5/LvFmDyAQDHsB7ZsbeM860AsMo++afRQeidBwCcmeIfBQALPYhH0P/CeW0r1eFIt6wDVvrgCACW6hTEdYdpr0x7AJgAAN6/KwB45zG+KwC8sK8OdWSbyVWk8mHepNMmmuMYAJ7royMAWK3JblzV4W3O9t61+VfRtzgC2lVdBvDtR4K3sDUMBCbEntihrh3h6s1/s/77b4OuHe3tDPhiKWL8l1nS0TH8SIAKgCr5ldG58T0/Y9loe9iWAMeAlxH0ItgGAMWAZo+WExA4AXhokOPI0CvG11pm/kNF4F/UN4wlldMEGCPyyU19tKvqVXB10B3kD2KwISAh9Fsudk5zFjIaUbOVVGWXLm+RC4aQKEgjuaxNif4DijMesHmciR61hUn9BInsu9vJ3rjYINmz9y22/goAdpr0TQign+Ev+YvAI6SdSk/kH6Ur3ufK8ui/DWRZqa5SJUFc2zAhND+Av1Yn2wwWilMoHPCtwK/zqnUP97RC3gAA5iaUtVGO1vI49HGYBvlzMQA8l8/KBRcDwCdBuOIrGKiu293TPdfNAyYDRY7IelivQuKx8sbe5pPX3y0SGDTEjSkQThhfzhuepZWbVx6/DULNKgRRcCPA0q6xtpdeQfjGXwKB+/nlicG+KUA3FFhwnGAr9gII3DCVVzhBNcXBq+wVXOYdAeDf/0eLAAYALPf/vpXIXwWB5ajnBva+f/Pqo0T/vnuN7w3LedcA4HcSASxBfXJVkr7iuOcMAgO/bR0kJrKMJoXc4n8At0MWCmmPm9TJzzu5PfLN/pcjaV6fwyp4+k2uWmtmsfbDAwCOmbwrACzE96fcwdqY8es3ec3vAP785XO7Fxj3AWcAWEDgDATL869f5ShmuSC7MZKE2Ldz1mWXRT1DPXbrcIcfFdsMAP6zAcBf//jvV19bBPDnFwKAEdFr9/8aACyCKKKA23ONADYAuEQAW7SvAMC2e0VBYd3Vgvt/EQH8nACwiEsAwNASAQgz0hc7IB8AcC9Ij5xfO8F7S95LRXxOf4uhu6v3AQBno8YcOLdM1JV5XwQApqE3WdugG9Vg2V0F0St+jf5d7Q7RteSy0m4EjwydSwacBt48zy089ogAvmAeilFY50Rnuyy2Z/P/TwKAbflnY8Ld3GklBv1vf9WpPTqoJRkdaSlTlKA+jFQeV6Bd+XDIPS8AjLbPHA3aGB0G9b1q88/KlwvoVhZR7hx5AMAcuV537W2k0UGdZ8B8gctJuQWYfADAMaxHduwt43wPAFg5WB31dCg8AODMFP9sABi6J9/76+vgiR48BQDT7ujUBg+nnQokaUMHDDhYpg5SOOoBKGWNDV1VdXateKfDYJX3IFICVIpAbV/sKM+NUC2bblayoTo+Z6XhqEf8jbb2kV740QFgB39tfsrqyUAPmWWCghkAw2zav5ZWNaVtNBN/HCLxIBR7V7JECHPY+ZR0PwWAWZ9my7QHWCz/wc5TBjF6nq2TmY95K/BL0AHHM8+f9XYnTphBBLDwWeRDm/27HLPafJ/qizR7VfM6/01o9acAaYanyp4xCvHJ/J6YROfBAbC0Z7znOTYOsiaAaphxK9NR0hEkqPNnz5fm7R5kWAdspHzaP/TRQV39HuuuoU2adm51o2tosPfXh6LqdZZby19DCLs1O5YB84Ei+IuZ7tY8jFq333U4qgAHq6U1GQohTbFzGBHyjkZ4Gh1zvSLP/W5Qb2/wEEpK6yz9bECi8WXfRdJr5jPyX7yzXBsBrRI0gPtQAdrlja69zqm9LL3gI38v89ltLChzbnQXBQCMnv09LQB8ANbtjpvVtSjpCnIpQN6gR6VB3TDN+8pxYoj67U2OyZjn+eSGcLjPqg0AENMoptCrlWBrZJS92djW8YMxSJmCnu/69QI3BODEAMFGgJW8efveTlh93+7nlas0G46SAWBVb4JrtWwNa3nXwN6Pv/z+6tcG/srr519/1d/eKi4lILBE+r5rwG+L/jUA+MPb1zgWugG/bwX8bUgvNzMobTfI5k17b9iwRf124G+RZL38SFYQN64kfT0XObmMA7qaUvrsx5W0rVzJbw8AOI2h2+1LJXp6Fi5NeHcAWJml8fK3BgDj/t9v7S7gdh/w12+vvrTXpwb+KvDbgN0vXwEAM9r3j3b8MwFguRNYI4AFAG69EoYRBrsLAPypAcAtAvh7BYAFCBbw98cBgE1gcRGswr5dJG9gL6J8aSjg90cEcDIpZlsST3LykePsZDEXJ7sFnNpV9gCAs2KYLWwvnqqrMrwUAKyN3epBGCxubnQ252BuKAJjhujqCOizdzV44+6lqNWTsJyfW3jsAQBfQPZtCv5JEcBHI7OmOyz8yaDucPAC6/NuhWbZ6hFZdCw7F9hC1fnYFokQC7JQjFK9nfCYvAgALKhQf+gXnO5oKNh7zuO38DdGAc467CQOAPicTZAAYy4YEfqhTvPqBAkh67uLZ0R0yRHQ0vpcr5T3iADGqBo9r/l07YRSqjiwJ3fPMb8LpSplpzk6kiP986N6d+U9AOBLR/t50//TAWAyrlqnyr9zh+ZF4G9SHZGvOWPFKTkDEtyRVOfenfx01udyVzo16awd+MuaejN2KUdkgB4A8JI5dXgWMSrqoD+4qiZvKiIATMCPB2Jr5cMx3N2GFjUFoAcAbMSRwbQ53L1f7OfQ67CD9g5mahrqHFhK2V6yPtvPUI1mgxJAcJsxOaHVVOR3K9XywY6EvZgBYAJb8i7R8k73mlxyBQBMwAy8ZSfOEFxrvs984gxlg8bwdvZtEEJqu/ffgNlk9o7XDGB8OUeckwoCW5oEEPQgcNavbv/p5MQMRVsDMCZINxNHOf0ADrngWLGCAXh+vLW1xZFqA3JS9mIjiI9gYwflDd8DCEwQPNlBLDvM+XQiYWpDL5frJoJRbsdzQvwJHLNyKb/9DndZcfRLCtK70Sp0kMHK6pcNBsr0j7uqLS3XLNQJXknmK2un80PwktQHfgoWzvSaeUVbY+0DL6J90TbMN+gU65sAzSyCc2WncqPAWb9qWYeYzKPsIzhcyjoPAI82b79pYWNrs06f65UsDdpZcVOmBW5kceCepCHzZ+AvjoDOG8aqPRNrcUVIhw1A2g4zhnRzduYRAYjSvdOYevk3WZGdQCl8ZfSa+7oHgM1fqO2Qz20O7BTWtxL9++5DCyiUSOD3jdYQSKcnqKJrmkcjgBs4/O7Dzw0A/u3Vr+0I6F9/kzuAf9UIYEb/AgDGEdAf9fNrPQr6XQN93xUA2Nba7e3Nm59a/TwGWuhdBrTqrhjBnvE7AFiKjcEH14fQWpDHPSJxs/6aVVOff68A8PRKryVT7R/sApRyTrDJ0fhd2YiDbE8KAAvw6yBwA4IFAP78uR33LADwt4j+jSOgMwDMI6C/KgWL8H/7AIDtDuCzEcC4k62/A1hlc3L29TSycv71oqcnYhWVamyIoVsBYBVgqlweAPBqvK9h8SNn3zVlnslzu/N6XssDAM6W0sLRc2aCbkzzogDwqu0qgGCsqLpc285Ik5+rkboydC5RvpekPZoEGnrzdLfw2AMAPhr7ymfXA8AbB5dO70ZrJnrGKiql1XV1WTZtNwuU3qpjbKetDwzXTV7ekcYSqoNjAwBLhrboG1mWeVAi1na17RnonT6zBSEdJfku4Kc8AjqETO2V90FlznoubuFvjNYDAHaiSbK91117GwlL0dWf+Uw3z2Pue31UHZKjvnpEAMewHtmxDwD4An32AkkfADAlMmW+Rc9M5uJiENgUI/JdDgBrdgJVClLt7IzZmqPLM+nTAwCug3LtZhfCeb2dxBk7DQAn4MIBYNksZjZD75xkdCh7UTZ6Sb4EgBCUkXehpR6TdrDM6SxsZPZD++eAE2wZ2n9hu8ImLlawAahaL4EqAS7czqo2c4DAqM95yPhAQWA7zt2fWXkORtEmJQ/RvjYbnfYmADpJDN4nuOz9kb5o8zq7Pno+cFbQETz7OSfvRqUdiDuv7c/nLANaFt3rwBrKJPgeUwyfIQobLXaDm03g7SMt5wDyRkGZEYVIvbG/Xh7pO/W3LPcJAs5klXcLo9nzqtqDmd7ZFptfggQzOV7WQ91cY8OBUmrQO6N0nR+UgAovcKMCfiRImmZGyc5oTz4pVpfXHVam8RvaKOnAD/rd1lCsA8MWbek/O6/Y3bCx9jL9IWU6gMZJSPUp/6X1nrWjAsAyDRH5y42uAILb9YiLSFzVwObf3lBaPOoA4OL/BoF0bPDMADCnYuO/KnJu2mkbex13Hv2cjoA2WQYAGNdmAgBONOfXP6FB5IP1llG5zzbmHkWB7jSk1r7He6LTlQ/AyTJLwtFmqesFO85ZqtWWg37k2s23EgEsALCcwioAsEQBKwAMgBbVGQDcIoDlDuCfFQD+Hw0A/k3vAwYAzOhfOf5ZIoAFBJY7gN/g+OcGOL9rkcAS/SuAr+tkjfwV8BfvqJZ8Z+/1wmPwpXaf1gJk+OCzpSytQzWhjgcA7FR65FQ+JVBMrh34p6Mo4mYnC79jsicCgH9qEcAt6lcB4Ab8ShSwHAfdonkl+vfT5xb9exIA/taOihah8QCA5chouQe4gb9NmOB9dQS0CTA9Avp5AWAVl2qBGACs9w/YHb+iUBo99BHAfB5xfb3EgqDbOYJdL5xmuvtxkbZOIyeu+ztyfu1KvSXvda1Frtud1/PaHwBwGhczym6Zp2vzPgDg1cjlRdG1o+vmxhbUu4XHHgDwBXPTpvQ6AHgD/ppC+mcBwNQLCx75BwLA7TKOpa68hb9B3Q8AGMaI/NPtrE/G2AMArrLwCJx4RACTu4pL/XEE9EalPgDgGJzY9LO68mDukVtufDIZ93IAsOj1/Qw/AODLZOyKlai2+vF0v+SBySlArct38SaLD0gsBQUExRdkNRiowS15yBNgYfZl8Fk489PpIdKRqV2Xexj+G1K+ll8AYH7NvGFAlSSVDAZ0OYjKpA7sZsc5mGYEgAEB6H8GRihw64CwHdXMurSZuhC39NzYEWBWjswkkOZ5DOjCaIx924hUfUSggM5+v+9WgYJ+zqoNFM8z8MsyCfASPEjyy0C3PfhLOhp7FtpTe3DUxfTc+mPDlDcp5L7YwJSie5tGABzQ9lh/RP+iotEeSifg+MaEAEr7KLEK+nYbWhOQJTTnmwK03ADBCLQRaC2UQtozOi1gLcmK4DTXG60A8BgjN7n5ABl004MD2hkI5hHQzlw2P3lNxz4amJfa53cKSy0mxMCD+COvlGYrEG186bwI2uFmkwz+6mcBgPWO9hl9PQDgkenSnKkgxWaEQoM6j/DRYx7TKQi2GYC0nq8+WnE49I7PtG828KhzfZTaRfpWQqn2Rr9pLTYJoae97bQGgCEXBORV8NcBYHx+rRhLw1UoW1WOtFW88JMCwB9aBPCvr35TABhHQL//yDuAI/pXAOD3BgBL5K98fivgr0Syiy62PSZ6HHR7vRUAWE/xkkHLekwq7v0pFJDgEVGO1PEDO0yvqOqp4wEAc0TuFQGsM3Za9f0AALCZcC4wnE6dlnhptvAuAeAG/ioA3MBgRgDLkc9fcPzz+g5gOf65vT61I6ATAKwXbMtF23oHsNyNK0BoNUZjV5MIMrmLA7tZfhLgUcr6+ukV7wD+8p3eAXzuCGgBhOXweFxcXu8AJgDMCGAcowFlSsUK6TyNfmA6fR5UPC5bw4ipqb41mQWgV5SIRwXrriJGBlPpy3MoojhMMQu8MOJ6Q6vY05SFTqGjCnyqX7CWuhIA5nxc0zjLe03Wm/PoTsT7/2mZG8HpuxXvXDUP0lgWe9jZ3OiDxGePHFY77bDiO48EintKAPjqHnXHiR0p2DECeKeRL2lVb5DdMAUbWnBHxxXFw1+37hN3AV9ctDpG4EKZ/R2cULel52xTcO52s1IcBFzwXsPAfd7O+zbyIFt1YOE5mSx6UeiZhn7qALdIu0y8gO7MaXXx/MrcbmROdQRnpwLoDU1eLFhWNKm6JMYo073+yn8m8jA2henDsshUZ4veadRsQLNFJP03WeA2+6TsgPeBmszDbhAnRxxq723uCAbMKcCY6ZpJ0kWsyGnYdbKQrM7Cg0LNUexy3m1DK8eiHmAjBp3nhfVg8Uha2Z0vL+5Ipi5hc8xW0uK5aY5Oa69GH+Za62pKndlaEP7SHGABXflyBngGBy9sYOO5rqhhUKujoT4enZIhkX3BPpumRO/zWYQ9PxfA7safP97YjHnOVtTzQx4BvTQoY20x1WVCZ3n9Y2RFJzyd8sw7Hs95i2Pl+ryXWDJXiZ5JppDT8xKfZrVgM7DqsM7XtaNBXbYYIdU1/bP4gUe6eZQiBBX+dR3Z5e/XVOU7dQWicqY6eqfz6dz1MrO+rXqols02r20PldRpLCDXF7aRCFQ9AnoxroP8ToBmlwXcmzm0LzPdATyhBfpCIlfpRCt8HenV65i+5vUmG/pg9pyX7Wi3c11HL0S/61TTnzrWBPigM31u+nH2OcPE0KfBmspYWT3eimbXbS1hJS9JUXnGjz20YVcZUUiR89GekMRIv0VHRjrUAVr1NY6eQWo2ptuaAMHi/lJJYndf2vHPyGFyQMrMEZP6O49+BlOjSVYXhYP3pxcWE7nUDaLrYxg1+gr9S7+nz1CxuQI8S3ltjpUG0jHsNAmiejtid2r89DoTubw3pQ8yaSNlUBfMZUSUr2V6dvs9f2fDYwicJP2uz5WY2RIsNkvwL+jS6HcylZl2K3CWly9cn2DEnGqLTM7yFi2IKF2TwVAA0b72WZeseqwu6dBmxXiBjGWl+9rH10yWN3iy8pS1hBqs8lPiC2+rz13oDTSbfIkE4MHMn4yQxnPygAQ8VRBYvjf//0zyNLqtx39vJtvXEaFn6oYX01WJ7la6LS9JnCR7fvD2rvVa5M2ZJQBqQczOgdsEIQ+VRkx2OX1wbkwGV1BKVgAAIABJREFUJgCYgVlFPlOubarMnIx5tyPwzXbi5ng+03cqAEubiLxacra+dh5Ng1N1L2gBtGcYlerBhh9J1O/bFv0rEcANV5LX63YUtOApqvvbi6iEFA8A+H2LAP711e//8b+9+uX33/WzAMAlAtiOgBbQV6J/5f1dOwr6bVsXE+QV8SsRv0LTjAp+o5Ht5BdlaJUT+pf9hGXsIWNntBdjsxN2vTzf0djRsyMdF89R63VrnL43e6rvVJDM45aN1idazPLt6j7yT+dmACM76snR+F/+/DACmMxEIeCDoA1OPhhtvggp3gEsEcAjACzA76d2DDTuAG4vOQ5aooI/fXrFO4A//fEH7gVuv+kdwK0uYRS9/1cv2wb4+0Yv8qYhZIaIKRjs7mvOvwY+y7sCjy3q+K+vn1/9KXcA//Ffr358ALgJqiasHABW55vcJN4DwGHQ0ZCP9yBrEqwqOPnfDU+TQYNBKHkz0UKRS/QvAWB8N5BX5kEA4XzJPJ9JOU3IKU1pkSy3st2wEyjRfH+s0eXscH2OcTF5siyzLw7E0rywrSQ7Wf81yWx+nl9cWWNfoOKf7k5c5zpxNVB3zbymPE8FAMdyYNXAI2Plxo7dLftW9V9Yy7ws2LTn6KSv8DCvLboubKg5OfLytZZwsxEzF/tayczpuUmeNUNZMB/3+YIx16QbmlVjfVVezrfgDO9gfb4127MzatbZ/UpyOTwx/nTk1X6hWC7g8azQoaj/2Vhw4ceauzFjufDj9XXiO++8AtBrjhZbxCoALLagPQMgLCAwHTJaYSiX4YKtDcXsAGAfgDUFrEjjeFmGFBrZo3cABwBcQMnoVekEwWJ39Gpx5rhf3MULuzBolnYiC4ZjEe2gA83XD9l2dNsSNiaqzmXTSZ75I0ZkTC8twGJSc1hfVrNWN47IMnQNppZFzqTAtaOf9nPNlOXVLu+G4tDPqXPWctmYTsuQDQMLebUEbVJB9wKAj/q+e94vrHt675+/XorzAy5zUGSkKa5+veiB5jYg/dHk6vPrnCOH9tWVsv9Mk1di0wHzp1qvLOYXLDK7duC4N/CLruV2b1/132M7vDbB9J7pxF4P+iV5qb5cP51/Zg/O2oauqoKcqxQ+U52HcVldOeE6Njsd9cjGtR2TnXnuP5g654W0qx4ZZqPw0gZMFhfiTtYpOGx8ZLRQ6+rB2K5/CxnrenAjg/fybQ0CY2rMpoGk1//1F/Y18VGW2ZTNodsrqKG+MrMZUGynyzu9grQcMaEXyzM1W+OENva9bM5LxcRH2F3i/FTyVEap9JtluQMQpN+BHkGjAeTGd9TJ+c1ABO+9pC1IENjANG2S8a3Zizy+FHWh3KH9TOuTZ73u6LDQSS8fFagg/SNkLNtr/UaL7K/Lx0PrORY2dzCzwk6bScLIy6edniztxDNXK6RVzWrXNWWd47JwQktOb2H/lYisvt7Ef5zZ3b2/ua8780mhCQOAlQo4l17JuOJjGpy+bHkSfXJDKEk3r2Mg6g38YtRsGjPxXzO/KROlOV9rm64AmJv4qOh68Brqt2hbgq9avvFHpnXjx7yJCdyZeSV4A7yLZxRdhe/YR2sHVBJBP+MlfoekMpq30wvk3lajXQF/FQC2iSw2YKFBFZxlv05BLlymkbgoM4MGK62ETNWSM01CVG/+cl6kPGsHk66m/JpFyyRBv6ErR1tzPil3CxhLutI5z8C8koBNLT/we9YpoDXnoRxVbPYIaalftytOEAQbtKvVkJDZBOiN/CfrUEtpnGIyqk2Y3O8rAXMS8fu2AcDvPsgR0B8UDBZQWKKAAwB+zfNLNY/gT78oAPw/GgDcIoB/+eXVB4sAlrt/3wnoK4GK79t7o1cFgQUAbsc/ZwBY6AZHPzcAWJ7pPddCD60felUAxpwDjVE1XouOKW2TvsnCWxIE1aUkBxS7F5RdVR0tTPUzs+zr7eezVKQRz5H/CGjtW3VQ89rKlalJDbknJIANf31Lj2fy1hSHAHDc/dEj1DlsmcudOQCsxz/LMdByB7BGALeXgr+IBAYA/LkBwH8oECwA8JcGAMvnHgAWEPjtWQC4MZFEAP/V6pcI4L8YAfy3AYDfJQDYjoVWALjtXBHGNUB4eQewiIJsRBl1V6WaBDqsSJO68iYSCwYB5BMFsQC+6Q7gBABrtO8GAFbx1DFaJvIZCMDnqSW38sXF+W8BzI6MgIsb8wwZdvPwDNU/bxWqkwer8hnaQEPgBRRD5vU79vToqEAaNHes8pmLup8UuoXHtnldTl83NPt2Hc/wdbWGI+by/NRLT8BHWuTaWX9+Do/oBgsD/2sfdxDBtt7ueKWz41mcFt2Ci0ZB3rCC9WO0eX4seXIYWEPmIK/YFCMNMC0BYPleF5MRAYz7jeS5AMLPBABnh8jZgVZb6ggCEkPMwNYDAHi2QNJlIx2MvRNlAQBjoVmdgb0DE8ez5Wjk0clBWynbmWhPd4xzGa+x3mo3JW7Y6C6lybSKE73+nABw7tItdt8h8Lxc5UpvrwMXpe0/HAB8io/WLoESaZ3oCtK60mTdhv8yAPCR9j2vjy4RVsfyCneqXVjmHZJ3M3S+xImuyZlxbGxSx52zPU6zgjDP4847R6kzqdfL3Hj9Ve87kNA7PLWaUZeyhZqv3Ls32hMZ6FIFlO2Nrc0g7ri6sWS5HhYyAAq1nItKKyh79uc6bElYex6sMnS0v9Yy1tp/JQDc69C+bxkCJZiuaVgf/TQJMMNj8BhBXup3Pst6l2PHujnVc/1u0q7zD4HkhFDlPdyXxUVkaw35TTmGAJN91rRG65X+jDv6ZbeBXAN9unMcADBPnwtAivNr78YrahOaXRjAnUXZk2/RRfCXvHdHXud2O0jtPG8SSDI6yXM8QZ8+Xvzg6epdvPqzAcJhuyXqcbBYfmNe1F9srZYuH587I2OAy6S5KkV1DDL7pk2QsK9Seh07k0s+jtZmqoREz8D80kAUYy1wp5mf4BIXzZHtxedOE0YvK98k1hXQCdLfOOrZ6Nhkr7r5B93CvC2nMkpaM2laO3Y852tpGJQFTNbyWDvBl52O8mTkj1afHwUduoNrOIKzGqnJ4pVZGfk+z5NnKVEnRoZ3IFuRLj8M1Kv2SawjECkJwJenDAEABv9kfTNK8vH5cGWME3QGgEGHPa3096FfYtfs1zh1tHK9gFHXf+d95gEugjxCLoKMyKsGyLsNsLAtEm24UPCG2kYbrruTnAUTxB3EeiqXAMS+2cFOBXWy7mh5Zn/xN1vXcrRyFK8Cu4qLSPRvuwP4XYvebcc6y7tEAPMYaATRCY4iADD022u5x7el+aXdAfz7f/zHq18bACzHQX/42EBkBX/xEiD4/fv2krt/LQL4vRzzLMc9a9skoLEBwB7922hbZbLQWuvnCgBOQxDdDxo9b9tXeb4hq8MNCuu8My7c1dRJim5+y9NWNNew0Dfny70ppdZr8vzO9e7496Y2H2R+OgC4MbIc+6xHP9vnLw0AFrAXIDAigD9nAPhTA4D/eADA54+AzgCw3Q9cAGBRlrJraowOqSCvEXVn4E8XA8W6T+xgx+zA6LCIX4LADwB4y4ZHxuhTCoBryz6vbK6t4TvKpzq5X4k+R/seAPBzjPJ967jN8MltuYXHHgBwGUlbDO+WUFdSgRb5gwHAE+fAmd7fCgBzh3pn6hfnuDybA8BYxtFhwDK+fwCY/bmQ9tJiYz43Yog9AOAYmwcAzLHYb0Z8AMCVn/bOkAcAfEYziNA+2JD0AIB9ICsAAIffoPfUf2+2ZBdaHU7abm42ev0BAI90vAOAgUGtPIuKUm1B7MMNOquyS5VAyPynxEMEPTJY1oN8rgfM9KgAsEWXsnAHqNDvof16Olt7TdBCkJ2sjwOkUBwLVO2nswBvSECGOXm5sc/p2qaKFhMcvFJJzm+Rgw6LgFeQJAHAWh/XZGltZifCYFMgrosjIKLt0OU+f2ODUNLMWduDwGHDmn7RjG616gcZS0SaOgLqR9fW+aWTn3PTXfdh8oE0iw0AOfp9BICh16LcDN/HFJP+YGt66wdXSNah/daXAIAxv04YTtu+r4EAtvsYq25Weuj5w37wYlcs662/7IMCuyUC18V1KYjAJqmw0LIRMmgCDeRYCA1IXt7HOqwSZMwYqWv5OIiIkAy+sIJdb5R1lCVDFt5zHWAfjo8mf6Fc/cV1SvAHn5UNG1q+/JeOra0jFPoM1YClXc8hceYbbHKINc69AGAF4RMhVT/3HgAmX7Jre1u7p7U+enhPrHcDgCk7McL6ctvCZaPJa8pnA4IHeuy6FKZJSglCwsmrQttyFae8y2msfkIXNzXYM9uIo5vjNJ8QhkQBR7tc/hQ6yTQTjat6Kk6n1Q00cmqqHPXcInXfNOD3vQPAEglsEcANN/lTQGCjFaFqiQx+146Llgjg/2gA8C+//a6f3xsA/FYifQX41atKAQArCCxRwCcB4Hr/b+IlHQ/Sy61CrsrVnUS8HpvIgv4ymVvlwCRvK/oBAF8+prMcdweARbgK/0rU7zfe/dt2d/AOYI32lWOfFfzFEdACCEsEMI6Bbsc/t3d55QhgEf56B/AjAljv/tU7f5sQq0dAIwo4IoCvAYDz0RdV0BRlp0K+A4BNo2uUL19iEDQgWH6To5/190cEcOHF64XsfYTANaXcAk5dU9+L5mm0/gCA7zMD+wiV84bJfVrzFKXcZvjkFt3CYw8AuIxkrDjvPeVFD46Fn5/DI7pRIRQVqBG8/tvPPxZo5vE6PSJzYLaOcyws8bs6OipRD9W6o8HS0RHHbFKG73a3MlkonmFo4LDDi06bfAfw/SOAxRM2X4z1/e7H5XDQt/MLOdk7SPC9OhmUqiZNzA7GYTPgIwIY00N1tFlvHzv61zN9i913WO+yzQ8AuM7I3uZ4AMCHksoE/QMA5kiBoqo+H/WiOS6VT8MbnnVl6NvRNrgUBH4AwCMdjzIU47wHf2VyBRg7khtrpTFurE+UQ3BNqlAdT0VkKsmjfAEglj4kAM1tgWRTlfTaBa0BKboI73FssHLLv2ewRiOAC7qXKjYQaUbbNGk1L0EHA4apgz0fAUSDmlhfALwGbnlkWUQqOo9poQAZ1E508Dci3Fgf3qv9SltzJhUdEHPjFLTiYzzJNBy3rLYX7TuON+YIJIeI+LD9KD+QDXWFbRggb0T0OkDsJ64YzRspaMpEdyyTzQc4Xuk7vle+ACQYdjk2CnhJXg1pcaC7ZLwad3ajyHYQtJ/NzOW/gR4hoxWctc86D2VBE32hza/rEN9QkGjI8vUbCwoArGnqOs/vqVZcLFMnTuF0kFYHqANyo3mgZPZJ/bIBALs+0SKkIEZnCq8k8Jc84Qgul9aAf3m8MAiWPTFO6uQDvsbR8XWWKhCrVz6ejADmCPLqCZBycCFpFa3qN7vUepnXujNsgDkPAI+bao7s/yJrlSq6tbQN2E4mBTVh7vEHTgq5mZ+ZxPN1u6TNPNvPUv7uBA7a0k02iOzVK5jshQ03Ql+4mklpz9Lo7xqVbkFkbHHWCUajzgndszxnyE6LTOSaHLXcAGABeiXi1wDgdxoB3I6AFlC44Sp/NRxFI4CbrFVu0AjgBgC346J/+bkdAd3u//31NxwBTQBYgF4BgBWn0khgA4AFCCYArFeWtlIbPcp9wLj/lxHArSY/UTXxucmi6Eudg8u/7W2XXN4Rja7rBo1d+3fkv3pSAHjTbI7cbb0bR+X8jFw7ovN8TwYAf2tMzAhgvLdjoAX0teOfBfwlAOx3ANvxzxIFPLsD+AEAW5TvEwHAWNhAYM4YvwLAmWRDcOll1mZAAATGUdBtWwAWGQoCy/GLdjdzdwew1i7FLeh8JxjuzZSXsNp5Q2DC/JNdtZfU/RJpzwMbL9G6O9ep5L02gu5cWyou79R7ulpmJd9Cz7uWHgHAvXPkuXp9P3q+nxS6pU17A8oWjVcO7r5dR4dQXlmpmJOdoX++JPb3eoN0WZcW+aNFAFO/zsdjq2MnC7EYm0r74RBDCi83VUunhLsK9FkkiLYYXSXHjNer8tmWsw4A2xHPuuiUO3+xAIVD515HQNO51znDbIzGBWod7+NFzorqsDM+HH040u8BANt4baINlULTdD2OgD4vRSXl4whok2Uqpbple6E78uhl4xuprzum+0j7Xq9DD/rRGGu7IelvHgFcR4dr4F6/4rvrRfWtms50h2unKzsgmfkzQJHrVtGWdHTU1ep5HAFdpqn3cejxi+lv6fx0AGzlpahAac85eY0Dnc0U8L9oK+QjN3SZNyTAYGTANYf02USdFfxF2gHU1myp/YfXgoRkyTIE5lqUU+QLASagToMAkbS859EBKE9mvKLlG0+Qd/xeSbuXUnkHdSjc6FFm/L2LSuQRm9a+DIwNjYzqMY6zBLPfLKGPsUyA963OSQXmGZ0Ym/mKe2gAgKUsAXBVmFhL0uZAJy2DcW3zQoMe4OMLl1/0TYtJ13F4/xgnnG4r7N0iCprYn0yJzRlBT8cNM5DptF6Pka/DCl27WgLqHF7gojlc4yg5CYCFTuT0IwAcAKn3k0crG/04jTnsRnrVAQLNKoCK7xhE4wG7O1XbgX+cnyIKOH5HW3vQtuod8An8Sw4wp/oBZhvfWH2V76U+AON8eb1OAa0M4bXMwEEawdedaKB8zO8C/ur1Mnp8L16rI6B15LIvWxnXeA4SJ2jUZWvmbKylkC184TPeP/KThQ4Zcx+Baz0AvKJvXn+U+SXn9eOji2yNUQCp5Ukg/aRtHumY91KPfqkjqt/V1S8+fll7GxjcPn+TKzl1LS7AMABgpBOQGGAxwWNjPFSX7aPOViK/CJ1x80rWbbTTcfdvo5sG5EoE8BuL/H3/QcDfOAJajoYGACy00uRZ67tHAL//iDuAW/Tvr+3VA8By9LPgVDgKegUAy/HPsma3O4DlLuBW1+vXIsMSQ3GgXR6MI19l5Opbx2D9umVTyBGNrrP2NHGupdHlvs0pf3v0VAAw7epZa7vV3kD1l/UwUkNU7baJXVvycb6nAYAbwX77Jq925LNGAeM4aAGA5YUI4G+vPtnxzwoAtzt/9Q7gzRHQDwBYAGCJ/GUEcLusXHazyG/66iOATeCdPAKaAPAKhAllJ5ZWVmghuBQANmPcAWAFeRsQ7BHADwB4payPWfb7SPFkjqTvo3u1FUreF6wu7taHBwB8t6E8KOh+9Hyb4ZObeUubHgBwGUlb4GyMymsJTYv8UQHgWacpc+YD0tNV/T7Sfn7e35uIhV11rsBxUecJ3+04qIlDRn0/tiikU8Pv+H0BAFi7lUDgOS/ux1n6tKaqGQCM34ozEcP7iACua8cHAPy4AzhRRL+sr3LvEQF8UjFu5VV2yJ4s707J9rO7qWTQSzXtVJd5khUAjASIkuKfOVuTzvAnREuSu5q6ZQsARwEJbBanLPQqHfX9iSIFLIZSjWZuAUKLSkzw2NIxbmBPQj2HSbjPHcCY+Z0D8wgAFgft7A8zdiQ31lBhDwB7Pd0midDlAUagPQCN8xhrWn1krkRzKrL9AwCcO6Y21WgbV7sFNItkQUf4mvrKcminaVrLm+nYwCfNaWXOnK8OilnlDlo5gIUCCFgR0NL7Jd2WzHZp9LMAWitkcUoB6x/LnJAfELqLTGmYY8MeLT2dVE1SN/Nx/jn3AfDO5pe0QZcy2uTfPHrYQTF/xmbGfNZP+MYu6HvulvUzUxLJJcBGK4Mgjoy70fLK74g+9j7HmAOdxwvcM6AVa2VP9nkdYcAr+hAJe84mT8Q7gVW2kfTJDQlKsUb24D1pk25nINiTeMJBsRjMmAXnXcmLdnK9VLqY+tkDvw2CQx6tvv2jx0Hb5gprU/BK8H5tK/UK8xlfTgFggtOJgDjHRvsYufEO4EsB4J6m5Du6mii77rAwnZGA38wfQXZocSezu8deVv+75509sN9mAPA0uc17fjYFgEvmkIlZpiOJPQNb2U9HllSWCqAh3q/OY/b/bBiQYEIaFSzvAgA3bEhBYEYDa5AY+cCi1I3/vIZOVuvav5OrpCztic6vHXkvV2JKNPnb96/eNjD3XQN/33/4uQG2H1v0b4sAtiOgIwI4jo/+SSKAFQD+5dVvBgDL5xwBLJG/5S5guwf43dvXr94p+Ay60uhfgsCHADD4uv4dzYdPnM1noQ6h3A3lxaN/FABM+bcZmXIH8KkRPE6kM7mRMcclXJ/iTgAwBKoymuyWaAMpxz/LawcA8/5fPQK6AcCfGgD8h0T/yjHQ8r1FBH9tgLEoHxH89weA//PV53/9z1df/vW/2us/X335479fffv871d/fv3c7Mev2P3VLb6Ohnp2PIia5O08eSgv2X0ix1ngCGc9iqC9RPDI0QO6M6W9fnrbnrfX6/aS70hPADiA4DkAjN0ravTpxeOiSKlMIRq5IKi6T1cNc6WlO6FMrE7PFJSxEqC3B4DF+McR0Br5qwIeADCOHUpHPdjuF0YAXwqAXD5bR7N5/vmRIbAr6Xohe75990556dzcu/5nLU8MoQcAfJchf0QAnx/GW3jsAQDncbYFxYW6/NRMqV3+AIAxVqMGfhIAWGqio8Sq7QFg7DK2ncUp4peLTe567+/30j7Mz3ibkMM8AliblBZscDj1f3sAeHcKCuy3LgJY7DM9XgoLw+I8mDjH5LkcQ4UIkPqenfPVgRLlsze5HtYPe7M6ULz3dPapKYnxC1t05ZTRxPYK52gd0evvANYjFWfMzio3a+VLAIa+ilvsvsN6l22WvdNnnQfjoPxoEcB7Pqp0NcwPFkPxc3L2QdKlccQqPhVBHj2lRbpE18/P0RroFpti1xNt8SjkPEsF9a4Zk+vyXD2SB86gAkxNZDtOwZoPCKK48jOk7fWEA7VdOSgaEAI/uzzObXEwgPoS97E6ANJdKbEHgHeU1QHA7kOYzBmfFV4pbOP3oOLXdVRgOM56YReCe1WNcn73sEYAS0TOnOYG3h+SUafN84eOpi4TfWnyo4xd1eNF11K/Wtf5DI7E5Ks5YhsDkJQaM00KnRS6CxrVIu05aAkGBo6jpSDAZ4BzAdA6T1h+J0HaSIVlAjhzMMtomryBKsFP4AeCWfE9+LDy4wh8LObL7KPN0+RPT3NP20ozjpKoAMDaNPOhpjnF5gAZ32yjQbdUsNnohzVl+wvEnmxD+AP5B7XGSnUC45m3nX3AI5cGxkPWfPQh5cfc2Azo3KHsAPJRnvsWZ4O8iD7MSaN+ax8IeijNZR+fC3laKtID2tZyy/rB2jqV5an46CdoUaMei4xPGxIsX5a3CgCbzmBEZwC1aA+PeybtS7sduHWdko52TrMY6sj61t0DzLoIIOdNSuArzngGrjMhYLx9fDmmP3n8aRnCGJtEa7Z2MYrwjQq6VrHoXz0G+nQEcCc/jdAgM/p6OVjjGmoHzuz9vrX+nhiP7P+rAeAid7D9ZrYCZXsynbpKJC2CO/XlMmLGo7RFfDOB3PnbatWoXgN4FRMS4LdhKwL+tiBArL9zJLCdDAoGNPpOtpHpCWmzS9SezTswjZG8kIGNfhoNyXHPAua+//hzA4B/0c/ym2AxgtGI8scR0IgCliOgBX9539JJ1O+vv//26tdff9No4A8f3rf8EvUr15TK3b8CArfoX34WEFjqbCCwgL6yhqoAcIsIVho3HvMoYDKRMno36mctW5fUlv9sPuPCnQE1pQOnqqn83WZJD/f+S7NxKH568+9sJX062iub/By9flSvrdK5q6PZW8q7JO8dAWCxUWCoCLOcAYC/tAhgPRL6s7wE8AUALEDwswDADfT9rOBvA4H/TQD4jwkATI19PLQzWtTlkQiemwFgEU4iwAIIbohxExz2u0cAEwBuhl4CgOHPQAthfKb++PfRyZedhDBGSbaJ2VVorQBgiwDWY59x9APvAi4AsJmVWBQU6+p44O8tDE7VGDL1SJmvitMpuFrIXtLIO6flgu3Oxd5cXNaTd1QMLwMACxfAoH/Wv+KEWNR85Ti/KAC8GcadgXz52N/HPLjJWTt1qOSeYKF6zd++XUeHUF5TI/JcPx7s63X93bZYi3wOAJg6Mfpwyx3Aa9G4Byb7OajfR7rPz+8WAWwTQueHqlBzPtKRgismcH8XooHTEdB2JLQfFag7/W1cdWDO0sl6UUyHEGmnd+4bQU8X5lhot38XzehBXgFyw5kIR6Hmp11hJhuLo0PDQVpPj3zuC0wAmFmNZquEDcn+0Z5UG9ed0CgrnIud/Sm1mdNndMYX4xTt8vRRTvDmlQCw2rNzTlLH6MF6+RCI3QiPa23GPA6z4vdOKR6eNc3p47xq9vcOAGcpeezq2Dm17JmRIXzQlSZ5Mzn5LXyKkzXUVonkh6zjuPWzIsnjawlmxzYu2nNW8q1aPBWd6ha4lzF+eiBvT0hAa1mSAbDdc/SUdyiuMvf2F3SnA1ryze2zqlfpi6+gA+pJh7Pqd+hIWLcZQCAw561Lzq9pvVyTa+UUjKxTfsnydyafraYOuCyjY3oo9peTPy16ZzLOuolp+DP9aeXVx0HhFVBlKutf+xoBwKETI1U/0nzSg7+d2zz5XbLO9rakTVw6n7l/SZdSxvc6JMZjAj4YLfTD5eAPCAZ0U/8xO0WIxB8obQHoEtpKmdKx5gSF8F7BoGojoWwUn6SQ0m58B+0H0GRfUXmJ+pVkjFreScWRfgbJm20YnZQ8gpP5dhHOuU8lpryY/0zbia/MISz2VFRoc5rsvbDVlFi0YUb9DhC7PWlgMu8QdortTK06IlkfTTjJDCQdYau/SiubGgLBNhWc5xwvOje7VXl4xVk/9TPX6y6QUaIdApkq60Ab1cYO4NdBXCfrTgaz6EyqBsISMC1gs/FErFkCSPWxIH86URuda0RkyHL1nRae0IfKJy7jOd5GEY7f6nfjRcvzpx8xbfVN+IYsKUc6e93yoy/3K4+SZ+0G6Eo4ysKSvqO0CQDMdYwAwG80etNIozsbAAAgAElEQVSOfrZ32Wya/droLjZSFPmuP5tm1uGMulXL+FfyoPFukr81HTitMwlTPyfytxuFi9YOwgbDKKYfaKtMdR7yLvPzQVFz+BH9o0RhfdlutpJBopDxQle6+VpAYFl7I9pXwF8HgBsYzChgHgnNI6D/kmcaMIYy6kaI4AWXqr0NUOQ15tMDFBsOI8F0b9v9v+8/tujdFv37vt3pK+8KALdgO8FU5K7gAIABAstJq3IH8MefCQD/agCwgMlSphz5bBHA7R0AcAN/5TeJANbAvwoAy3cR8SKaYW+0/hUA2OZhmLxBS22og7N/SZ4dsV3ybEu1BwXN8lofdorgkubltJSx1+a/Mp/2yPT9lUVcne1lAWA5CloAYAWB7QjoFvUrR0E/OQD87/9W0LcCwP9fFwFcj2rCrt5zf9VsEmUwAYD1uIExAlijggXkHSKAsTsljoAWYcUjoHH8sxqMrS7suJaIY6vXF16h2ODgSorQhP05pxwVA4QW74uICGAIcL48AphRwDwS2kDjvFAoewh1yM8JLjWBTkfvnJvHVarsXJ2lucS591LMf+0IQNGf54Vr65nl2+8MyrRCRXqH2rWonbPwDnVMi+Di92XGetmrwpOXjfOLAcDSTJMkfb9gHt0XAj5HEVuz/DYeO3Rerlq4BwBV2m95/wEA55E9Lyf3tDCbrQ3sbHO0kBvGC3MK+HEAYHeKkK/NMUiHBhaOdgcw7xpSpyVB4XCE7FfXa24ewDZdn9pq2LLNaOBQh7YEfaTmzKbowdzcHtpxuorvvWUyZskmdCcKaaN3oLhzz5wB3aKbAHDcRQzqrCAzBoT9yG2no2c+0iOgNo7FdQCw1rs7bJv+oAUJXOTE6cq4xEbsqz+sdzLfNvqI/F6K/72t/SMAwOd0L2Ye0d+b8VBnopWIlbp+gbTuxqrwGZ37Z1uT051b78xKVu276o6aanOdcLn2GWtf6aN7lH3NKD5ZHgjvzTBv7PYhL0eHoFbYV1O90dl1wwas6ukHrTqwoB4ud6juj4DOo4d8WUe6DJ8qliT3Z5PgIOf4EEuLrK+EPwmCVcI+dpxxzSYpx3XKkfzNcjIc4eFMJydRnOaNThUcSBJG9Wr0O4PA2nX13zBNx8idvwZD1Y2JfcevXX7SQTfsDgAbbVK+GfGAfopfBfQAOyvJE+a3YACCUnwH6BZ0PgK9pNU0PmhE/KtVGx3bEwJunm7CAz2l1WGb0FWXQWfQkuXPGOXOSMjz63MUSqRscCh2Fsux2cv2GedTI3/BI7Cf0C7NUeqVoBOAY0GLATjjZ/oCc2dhAFadWPVR0SBojL74ux6W5ogh6p9tHIXkw7q7B2sdscrgb54mCIqF7gaQG/SAzxlI6kFUEphsGoX9HlG80V/7RFGYZCLzIHd3pLJ1ppSTyiAo7HRM+rWBAaBmGfRZAMAc1yLjrf3IjkEral/K8z4SYOPd2Ui8XrdCFmB4bZyXNkXoQaeNkpa0kykqaJ8bq4XOhZb1HmAFfgkC26maxYdt/YVz2wk7+1gxlCEhXUuYrZftOvIJCwIIHPyQ9YKxVOXDna2tLNjJ6MSK+ZmRe2bU8vm8X7QrYqieugdzEv3L82JjoKLCaEVZBrSEO3/lJUc8I9r3W4v6BQDcvksUsADDdj0TwGLeCSxgMfLKSaG8P5hAsEQMU9C45KFNnuyGKpPFhre7yQkAt/t/JfL3QwN/9dU+v22/CR7zl+pgAYANOFb7AwDwWwWAf273/0oEsADArYz2m0T+vtV7fxH9K6CvgL/vG5aj3xvtCgj8ptGvRwDL0c96DHSDl5XGKbPAY9ngGmGNKpOXhPF4cH4EaFucz3GXlFDn21XoXeqZFfJdAMDlDuAXAYBbFLBHAOcjoG8DgJP6GQBgOdpZwd8EAPMzfsfxz3EEdAN/5WhojQDmHcAZALY7gMXos+ML1MBLADCNRgh2WI11kTMR8guFhJ/jRHRGKlJk+v2/BgIDAMZxD3oM9BIAlrv+oIJh1FRBt1OYam48JwC81t1bxd4z4ksx/7VSBYZlWQZcW9TF+Y4NnXRK/71oQfXxAwD2ydKpv26cXxIA3jsobVFzMUXekqEaeX1JN/GY3fd2TevqHXVjCQ8AOI1J4YVLxyqn39PCbB4fAHDoIaydsBh9UQBY21H14/UAcD6mb25s9AAwfJHVjrsGAIZ9WB0o6BrssZnjWZIDAJ4cAZ2a/wCAwc1HAMROdh86jja2qTqGV38Hxy3+swFgrJmMxf9WALD06datW/8YAFgH60oAeMhLvX8SAO7sujMAsDv0CZzRwb89AroTEN0dwA4+zeSI6aCpjKJ+2ji+/bhwPfY2A8C1smPHWd7cQ6dqlHEkf2e+EeaGc5hy3N4DITQdGXK+uPeSjqYeIKig8rWAgqnPO38DCvLEZgHUAVsBwARygerAjvKO8nPYp6A5gD/yuWwqsaNlCbj17w6OSQnJh5DLzGhV6bICN5oxyWCH+dD2k38r4JzZh6sDkoPW81rjBgC4m7IC5BiowCS8LkO/a3kAHipdWGoFdAP0HfPKYwNu1EZDehRNXjL6UnKZEBQM6QSPsWGRFpgi56B96SJ0+ZXAZg8AO2gppch4GJBqUHCMnuKcrFdAHKtT57/1aHYVXRr7nk4pB/H75GS19rNsDlUWkP+ML3rPQAVdUWEAwARSg0eYItM10tsTlcd2dLMWBh60gh1YA47MZ54ZbSUY7bxJkJZ1cGBkPE3XWL3I34PWaSDLx5CjFeSPvkTy6o9VIHsoNtNgv97AWkP+NAJYAGADf3EUNIObolDSNK9A9F4n/r0EAJb8lU9sY4UVPMoRb7KmOLTTV8Pc5dVx28j/835RFBRrsL5gwQxAI2i/yY6k21zeCSkUABh0JOtvXL9kgK+Cv3y139q1ngCA7QhoXgup3xElDMA3ngMsjiOhpXkuGQjIxw8mJ61v9lyQBZGJct2mRPtKBPCHX35rgO5vDQQWAPgjIoAlgK6NAU74QTS5RgDLHcAtHwFgAX9//TUBwHb0s94BLOCvRgA3ANjuAX5rx0DLsf56BDQB4CbXNAJYDWjTs53v+gEAbxjlXo/MnrlXcWfLObZjz5Z0eboHAKxHQD8PACwcLrtIBMB9MwOA5fx5uwP4KgBYo4x5fIFIlMsB4Lq7KWkcVwSuUpNG4o4xA2/dSJGjnnHccwDAPONf7gC2Z7ylwAwzFbvOjGEEZGU+I/UHAHy5ALgmB+zQ84uta+pY5Tlv6ISheo/6cQT0aIFtbLI7VBs7KO9Q2P2K0Kn/8QDg3VxxpO83SGdKMmNvkfQmHvvHAsALuWQL4zOzclGawgtjzvNzuKeFWZseAHDoIfik0u5jHkX13BHAtoYbnZt1Bg91aEuQD+tdORIGAFiqUR9f2qmedkbnVngae6512ML6nwUALzSDjuHW73I3B89FMkemeAOgcHPnqswHAIyRgSt9fbwsEuUI4CAGSOtubVKIhdFWl86sMfDO2zcpklpv6yikA3llb1zT1JRnb1/dWPj3lv2JAGCoMTrvR4d5gCoYkAwkALmY2BEEfIWc5bNejcD1UbKXNF1fpg18Bx4WP0E3N6FXJpNmuimDlX2qAIAReZPrKvrL5OCa7vYAMMC0xZ+4T9LTXh+qXLCs1MGUF1qmFZw3O5W2d5u0vAwDgC9kf1Q9dCX/ohMbwFKZVqObDMR14GyAc6ARgEgoD7YXqVFQuzi206A0AFwEC9K75vLyWHZ0JAOxBTRj+72L0o7JbE705Az8HX7Ly4gC/mKkvabBL5YmwQgh0kJfkEPJJ16a6g8LfzD7reRNNt2YN+H/tP9sjR4ANXnJ7MPc1DJOTtmk8ETQJh8wm+hPEjn60Ro9A4B7EJBgN2mpgMBS2J+hYysALLIs5nt0RxEUNZmmMjVoVn2SHRwpZQgA7ABvinAn7eE9laUjRP8nn+V7qEngxn+ePhiwArBMhznAuAQ4KxuPCM4xATZVILG3r4j1Qswu43UuvL/WduPFRBrjx4RGxTontzfVl9NqE2tbbLEy1BEyH+sYeREAJvj7WgBgt7lgm4HWhSzjHEn76nVgqIJ2pAxdSxtQiBHGc7BFTZtPDCpyA+xb/g7t9M1A57w6amtFd+CPbRnTRgqMp3kPTFagGbbeSZ2AXmLFHOOu0UaSCv7aVUsC1mqkr4O/XxT4/SpAcHtXkLd9RvSv2CQC+trdwA4Op6ub2rHQAIAtArjVmYejzoPRgPbH5Ed713t8G80I9vL2Xbv/t4G+Hxr4+/Ovvzcw+Fe9B1jAYTlVVeSSSgjNj005gsnI0dEf273Bv7UIYAGAEQHc7gDWyF8cA633/9oR0O9aeXosdAOBFQCWI59bFPB9AOADotgy8ePhMAIqArN8ep4xgnza2KJP2IwHAPzMALDc3/taz4KvEcCv31k08AsBwG5QUmAa0Q0KzsQu+IQi+CQALOaJ7exp0vwkAMx6qhKe8cQDAH5CSZGKhgH1/IJSmvBSAHAfic7hUOH9ZEPxAICfh6Jfip67xVxvV9/CY/9EALg7NseH0xbHT0JLyvsbKPb0HO5pYdb2BwDc8a05ukVH0JHD46V0QWo7iJ/0CGhVUrVdM511qENbgh0AnO0yX0DkhXu+S7AAU0FJfycAWI74cp08cfrymY57caTA6TH/M+fTRnDcy8FzqWw6rHfjLHoAwGG91TsYE28ENcUyJ/FROAnTQBc+ez4AWPcmniEgdxKfSfxIsx2BJwSAuc7p57SPuKrgry6O2j9jHDeAmHjB8W/2hi/hDXoxELD0XYEFlm9Psq5pP2U3sfrgF0LVgdSdM5t8pHez40SJmWzfFKHJGfWIvF1//Xnm+czLZHs45lxXasHQC5wfbW7X36Kfk08FXTNHesmDelQ3xeXD55nQ7EztgUx1n1PnfCzOacHpw4A9zrnNO6/4Im0C9EJlvv61O3gJiAHYksbg7l9GXkZkZo2iZ1vYzvn8WucwKTbPOpkB/vivOjEp2q2W2M9RmcNurGpaqwtEFrQ2my22y9OWC850rv2qD+1T2pBkbdcq+I8DNwJm1LyZnHgKS6FuK5vO5t63tyY2bVh5TDA1NquAbvKwxTOl7AAeFxWRnvSxiasaXYzSQw4GoZe8mgb/kO7iO2mWFURjaJM7HXZHnAfd2l3Whc8AprLhfhcqidn4K/gzZKoDsQSXre3eMsrrFKmfDtwGiIsRjn4P/JuIVdttOUwP1DVKJf61f8vGlxPGcZ9YIyzDpLDTc2xOEBILXjUUF7wl4JsGT8VLT8HUCPcaFe+cacygh0gY9ZI/TGz58Dr4ojK92xbg/EtZYzIFLUObWdJEYB3a6WumKzpF27xReP0ak/X6TLaB4BYZuWaAdi8BUo5NrAnRMM5P6v3YDJtUXVdzw7Uc9+xHQAP0/fr1i70aMKxRwAB8/QhoA4zxGyOEJZpYwGKLBk56Koa9W8NxTqh37V2b2YLk3r59r8c9y92/GgH8y++vPggA3O4BftOeCUajR0Yzn77L8eMtrwDAcgS0Hf/8swHAPPpZjoGuALCAvwICAwDWqF+N/JWIdjsC+qoI4Ex0G8LY0NfjUTcCqhImRtITDxRMmQcArHf/fvqOjoCmYsX8d0fdHBBFNZlEQLXIXBG8BgBrhK8dAS27TgYA2I5/lnRveFT00RHQV0YAhxLICnixqIEtZ8Y/Bc95AFgWAyLQHwBwENBLMf+1co2G8rX5b8n3vQHAaiS1AXkaFfwAgG+hlUvyvoTid6fUoqE3tekfBwALEy6Mt35BfQlhHKXVKh8AMG2k3vWYaVijjvq/weimLREJ6ThU0yOX0eUNB+IIAOcjpB4AMMb27wIAqxs5AxIXAcCjnZtJtO6AH8n3Xg6eIzHTPz+sd2OQPABgjiZB2vlgweeenn2HADCcWiep54UcHCdb92Mle2oAuNd1Njo7/Rc+iqpnfb2mVy8RlKv2kqdZ0MjOFp05sGbyyX8rGyUmJsEBAHyW3NV97eDxaB/uQFvXjwmsZXoFuzuQVsCJQUZbXrQjWu1Y3kJPyfGT+nfSF8mNAPkoZgJeuU0OyJWGArgCUKtE58BumFoJ3ErAEYCUHAFskb8OZNn6VcEoRlbG5gOp10fFKoMNtxYFMWS2OauI5zTOmpD3KTNtmoMJYL/TqaQH1xwn7Y0oU5Ek++uixxNQYdsNXKZnuorNSihLaLACOLV/FbQGsFzB39ymjfidoE/yk97PaSArpjwAYGBCRlMCqtmznRzpnymeaoPGZ+XdwCCCv0sQGIQa7EQQqetyXj94f9CI4AnfyNCvU8wpqmPCY6BTNLERNXk06NzGUK7GY39YofEB25U38fjIZJDbeokgybF9iHo1By7BYuPnzexPltVkUIeRXV7VLQBR6rA0V1IN/nTwl7ygWW1bkZr3cgSvRE7KHaoG/uppCdwkFLQCOrcmGYlXlVMFTOFRodWWJ6dw/6yiyTMf+VojHdrpm4HPeScsWHKuAGBQvryon6ATcVUPx1e2oKAPuqmEZGLQOWWMzdi8xXaqSADAduevRPVq1C/B3wYEf0E08J/fvuAoaAV3EREs7zwemkdA/9mifzMg3CuI4j93IM06AePEgX3BYV6/bXf2tmhfAYA/NgBYQGCJBH73vgHAeg/wW1yjafSJ9aXdAdwC9QgAC/jLCOD37y3K99kBYNL9eatox+v/6GcvtD6a2c/PNQ+PCOBNBLDeVSvCU3nrPgBw22KiO0kcAJbz6AUAlpcAvIwA9vt/5R5giw5+Lc/t7oNWzk/yvR1XoMdKy+u5AGAZjWScqbmhBs7BEdBqVT0A4J65HwDweXH3PQLAQtabW/XOd25I+QCAbxi8i7LeBLZeVFNODNN89XdTm/5xAHBTSCsb2BxbV0/TLqNO3wMAxhCN9Pw9AMCxyxgOmQcAjNn6MQBgLOTXznoemRhMunO6KIV2cuLISbPbm3uUdyc6jhzO1+bVcjf+gAcAzJHdA8DkEZ+HBwD8JCr0hyz0AQAHW1CXpIn8OwDAvGOV8tQBYEMX6vcaheQ6QwGDTOH2ZOev1QwEz2KFsFopELxFkSkKMK8ttLi+hNgM4OCTO0HDlgM2bNGNWoWBXNZGhTMdrAobiz+ujn+WOpHX4EJv3qqntAWU4FpeccqPoKcDFh7plmwdm4oKjo72RS+T+vSuQTabzYr+KMAWRsbtLzliFIkdoK3P2egE4kraQGqm9lEPACvlsY6Ddpf+d3f8gsrSccnJcW4ziZWAbSrQWU4Afy57AH3LBk87XtoyMC3u6W018I7eQi744sUIjZE2nT+YZqSzDALjDuA4UQHdIV8kgBX31fkron97ADinyRsteGR63qDDUbLj+r18G302Xd/t6hsbc4xT3kjRjUmWEyC7/Z/NYyQqlfvPaMqKd5Gs6AVG7xJU9TurE08ThJTo3wYAq++c6dQey9cEwLYP2cs60Ucv1caHDa+6CjJGR9AyhH92XItkcHQ2iPdaH0A+rKdpBwCDghcAcBs/PS3ANivJvfcEh230rOIke4dmKGOk458FxJWIX977K4AvXowCZkSwRAILAPyXAMIKFgMMrlHAjT8sAlivlHQ9lueDetWAbA6WyV0c6Sx0IEdAtyObG9j7TgBguf+3HQH9oX1+/+GXV2/aHb+vG/bSCE1pi3JZz+NqGMvbDgD+uUUDf/jYookbAPy+Hf381u4BjiOgEQGcj4C+bwQwJ+NpPNAHkuHv9Tjpsefs2IsDwMoyEy3AhoXsofKDLArjDfl5fMJf7d6Gr23XxrcGoH5p7/L5a2PgL43Jv3z5+upT2wHy5Wv7Lu/2+vT58wtEAP/Xq8//+p/lDuA/P//71Z9fPkMA8d4SKoJOcayIBGOT/8SwQwSwAMB6BzAjgJtw0AjgDgDWO4IdBA5wWHY/iRJUwPdKABgyEbt/YIRihvtjY4aFS+qY7iZzXQ9jKCjADDQ11L6133HXL4wk7ubJR0CrOVnL4G7CieZbKVWFy57uPN46owdOtkucew8A+Ly43dqXPa0c0sLeWI1WCa3vrK+tbXa+czPDSpccZ9t5Q1WXZPWdpJZpdfTuosxVb7hAfarR3HXxJrD1krEraUOfTougDLym/BcDgA/6dE1fLM98jhI1bSOApZAn4KOeF7r+XUZXR+2L56ONkSuOKIs5Xe05jA6EWd5xl33f5jr/uf+zsXCngRUTTgRzWvi0pePVUsPoZOJPAfCaU0WPfrZjpizSJY6DjrvqVvN05BuZgm15IYG18Uh79vt6x3zMMO3z0hbf6aymW3OKpPTi7FD7xBybCw/PAABzF7gUafk5rrRneO/pDJCVLHAe2O5yq7cfo+w4jzUG2it/FXC1fhRiDJtVVyFmv0Zb10LG76ej6tIK57NM+3gnsu7l4LlILMqQLLxBR+Dvvk9GQ2sFPTiaL2n3yok+K2M3rgOAb86rS9qCtH8DANhI90hzZPl4TzXIeo/k5OVz853nSMDC2FLY7GvZ7krBskJnFl3pDvw6s1PAJK3Di08ml66ACe7PC/0eZSNiDHoq3Bzp+WbhRRmeaWDkX5PZvm5eUIwutfgMIB+d16ErTtKG6si46zDbf/R5ZJ1BJ3jWedIPAA4BXsyB4AzsJumc8p1sNZLZXPDj0qp2P0miKf2N340K9WsqhZOsYG6eeyUQyx+WC8ojPRgAbHV7VKMAZn7/L4Ezq5MAoJUDeqsA8NH4lHG3eWGEd7ZlQCdtzmYAcNL1Xp75wZb19/q2m9OebvpyuK6tB16DnmhnhV0VuYt9ZvpKQAmYZqa7cn+SHnQ9b6yE7wH0wP+X/9YSnNij6xDhUaMbyq0sOyj5YJsbmFZAySxX6mjV9YLxAWnXZJff0ytr3G6NnMUU6VLxWWWkJJUna2vvE3lC6TnTvDNmldf0f9hARQQwKiYv4p3rklijab12vyk3YviotGd6clKaBI5ROVaZbbZ+ktt9zjr5ncd566tU9u2lT9VJmXJIB1NeyusBSSD0qCcn9GuVWMugnEar5vdWENgAYNETkO/GR74WoEnvxK9Rrco3OpRYS3q7lb/5x+h8ritC7ntbhisJ1rxzr/WBjvjGyDoNAJvcQBQwZMJrCRyz9Z6MrUZZex85FzZHQZj1k9Bpo2HBfCRaV8BcAXsJ+vbvfCa///UF0b/fJAJYj462yOBWRhwPjXJB16A/gu9xnHXMYeh3m/g2eASAXwsA3I57FgD4w8+/4wjoBgS/b3f7AgCWe4BxvDjXlrrZSO8AbhHALZ0cAf3zLz+/CgC4gbxy/+8MAG555Pjnd3YEtNwDfHgEtPRR5zv0+l5eb4hjyowxVsv1wLVFbuu74GEVMxdkvD7pZf666+vJOWnXvsRw//R//F//b8iWzhFSDW4ogWikAX42ScADZcdWezVO+9aUpwK/TSAI+PtVAN/2+twAXwWABRD+/BwAcBMcX1tkqhyx0Y4c+Ovrp1d/fvrXq6///u9XX/4tAPD/cgBYflMA+CsB4JZn4I5MlXNFOE7kHgBW8JdRvhYB/CQAsB0ZQ8ARhikMSjpDAhDuiZtOtyQ47COYhkrVIqUV8JXfZOzlHU5YAYT1XT+nF3eY6qJASC2P7TnWUNVwCPrdiWkfAPB9BrIv5cjSOVJm5fmBBjlLK2o0nqPB+w4KFzhPpQmv7dMs366N8WxXI5akvfG/HtGjKSnPaU8tinsJxY9l6WbcdNF3HUXd0p+863lW+3HZVzZ6qKyWM9SbNx4cEkOvU64b1zHXtTw0HdmDRtXxWO35DH28Ivb1WjLGeD6He0C30vMwX+pQGQV+UfXumKFhCWcT7QvmL2WrmMQTOnHk/iE6VriZT4+BtoUqd/cDMO6d9UleHciNLQBMXabvHS3bTyuQIIBNSsTipQAAaKTndroDqAHguhNxQgp85k6K5BR8XgAYThwefanOSm8vP6Vf6DjVNN1zWYdslYxTkNUAsHr2x1bcy4nT17F1vB1IgmVeJYtKK7moY1B7M4BS7GKszkjTW8ZxW37nzD5SBVHWdQCw730dNsLlcWfZ85bvxzFsoJ5ah9IO1M9UVydRNDgOUwVHWjzvAX66a1DOUNbLpHm9GCDIdNzLOJUrw+a8AOBchylApgoNXmv728+nKMJ0rK5mN9hPyhHnLCqwtiUdy9aqyan/SEKtld+F1Gb1U/9kUqz0TQd9K8BBr/nY+HH+XpiAVrB0zlhapd4MAHcFTAHgTo5Qt/d6MtdBcNikLrCM3FLq6IncXM0lQCAbf86fiOXZkHEulaaYL6UlMOQgTgZ3DRAzIE2zW7o4shmVDvaW0qfQk20qMLDM81s56D79hsnOYrt5b2rXt14+0h7xuTDQJwPACvjqPIPesBHNaEcd+hmYj2NPhznrx7mbUz16OacZwNShM0q9BHn5VF1IWhZAp6HP3mYSUfbVtd+0v6klpX82Bm4kujUDGsVApYYuuMtootCe2ctucxt9ZNkS9njY5CpJlB7L4JXByna8L48TDbu9rr+B9vIf8+uoGktQ3nFtMOMjyEmAWABbjeYL35SawG/+x/ZYFC8KMOq3d6nDoor/TNHFUqdHGzNQhuWWvoOX6vhZQjutEhWy3tK62tqukKU9omPBgewZAzSrlFMJZC6rmDZvXlBCNBDY/NN1owT4Q4KmEPgkPCDvtJHwTptXmzGxgWWDLPQU+yN+afRHm5DIn13Bu+muJL/znfR4znHhh8pLt9jMTgbWr3EG5r/kOmER2IuyUY/SBpj+WsB1CVBrz97oZ1sTccNI2UTFvqUJN16UjRnf/Ehn3vn7OUX+ts8Ng8ER0PbePv/VggIB/sp7e6ZHRgv4G3cBtx+BGQj9m+xS2jM6IBjsM+FrRNoeDQCWJsvx4W/aHcANAH7fQF8Ff3/9D40Efv/xFz0eGhHAdr90ogEBgN/ZHcBy9HMGgN81kFfv/rUjoAUI1s8KCLdnCQCWCOC3cpx5e78GizoAACAASURBVBe6fNMIUWgIh1kYr4XwQgsGodXL64X8PkMwqwWT6okbyj1T9yJN2EA3FPKDZIVc6myKZ2p7AMCTBoDPguHr9eiM+ERLQbYtbSOmP9vr2ywCuDH6swLAci69nB/fXgEAN3DXAeD/bADwf04B4L/kOAIBK+eqLBg1TdQyCF8tPbu3IEcAE/QlAFxAYEQAKxBsoLAcD31TBHAGgGW+VahEtEYVpiMFroUBd7P1R0Bj3NV5a8Cv7uJpglx258kZ/w4COwAswm5moh1zxAMAPh6je6RQXr9yjg7rN5o8THdzglbRDwAAc0F9c3enBTzHsSHj4mFdqxnyJ1w9WuqBbfLDA8CbYwaP6GF63+pRJnt+OwB8sqJtspFuqszp+HcnNyCw7tGoFyxj7O/m4Gl35E0bLEVterKT7T1tDHPS2Uvl+SIqva+vOhvDtlDAgc6NPJ+6pk9OlvZ5BgCro6U9E+cLP/txbT4eHd21rzspeQQAi/N6NZ67cS43bLS29QuEmYM0/0ZHqTtDJ/O9c2zT4cpsLPtpIoDlqC1ZAcdIDwuiDLbZwtT7m3lflyA7Au/likUULPjhaAF8C6h5VPZO2PR3UOa0GLs1h+/r7bxhXSNuavPGmXDPco/sgujSBQAwVulY5/qSuBsrXec5x6QoinEmz87BGTtnRydbOz3JTZZBDhy1b61laNeBnHxBxflkVV+tf7d6MEASt/2PAGD2sOk2rJ3D1skAsF9p1dlCc/0b5dAZJ6T9/7P3JoqS3LqVYJVqld5i+4Nnumd+yDO/056PsPv5qVSrhjgLCDLWXG4tUqaUlTczSAaDBAEQhwDW6GnNgDXSdzkMYaPiDi+AB3Beh+/NqTmssrgbhLkgwRGH9SmgVusVzzADe6woMNGg4shX53D6eQ9PwZH9tKilCbwLdOE0CaTVCMxaLOemHBaYRipBL0ezS/qYop8I9CJYBiis0xFvMdAV9xcCgQtIZdpzecOe7BYN3Z1cBZoVejXdrH62ykNYbs+pQRjltcS0CWSaAeAEhxIU6UbubZIUDdEgOoCnS/BnnABeJ/i83IEQwEhZbfFhmhQoU+85jIu9J/W8vLP7auBDv9aH8xqsXd2IZGT6KbM26tqFKmbdvNOeeZp1+XrjLkOTt1guVZ0ekXxGmu28KAWyyQyfP4Uzkuh6AI7HKSK9ZzhpEbtoOgEZ0W/SLtZH/8a1W96Z83q8GaMP9XWTz4RDGHSYoZJReLj7hp+97iY6C94/PVfvnblI6XFpf18XsUPPSuOg1x1Ns651UCb5et9b8Dt7HoBk/U5axuGfyEsbaztAYHun4mBHp50RADbPV5+1rnTMVBTL56Ls6vuFpd4jWbQBAC/HrvcJT3AnAA3UcCRLyhT1+4bnq/vUxx/gL94xpnw7N3CAwcw97sOxVf7WTpgWSc9x0HoGgD82hzuDvZ8+CwwOwLc52X1qkVaRC9g5geUxbDA4AGGAwAB/hRVgcbQ+iFbGPWzvW49mavqkB3ADVQYA+E0DgN/+5V+QBxghoFcBYM7jFgD8OkJAbwDADAn96tnrUwCwqS/osfwdT7wQHiOdbSz945/R7o5FdtKZjhu8Qwnz/zs09SM0QR70AIDvHwI6AeBg9vYANgD8j+YB/PQAMBl3MF6dXgIDYgjo58Xz12Gg13IA41oDf39CyOcbQkDPALAA+2SikwI9b/a2hdmFAHCcUg4Fy0zdig+UqGB2S1X5zEJ+AMBnRun2MtRPr5ujw7sfCKTD+qcLWMieqACBdIH2daLJc0W8rp5orE8aVs71davUUqV+AMAeq+XYDKP4AICH4TgGgDeU4mlDfRs9f6vaE79qX682QPf97urDPADgwm93x1kb/Fk0eAODcf4TAMAyKMKMc1UI6G8NAG9vpo8MOA8A+Dw/vGWs9u4yt3teVTsHAGd7Yawc7F8T3fzJAeA7maTOE9Q3Lnm1/L0BAI5H3pTPBwAwgcIlCHMKAA4zxoZhbs2ANaxJGLd6KOYOAKxP4B4AvMlD2Im0kS8AYAEP1cyWbS1t/NmxamD2354Dgw7x6TGMMgnkupW9raNUDXwMABLnmZe7G4K/G2+CwST1DV2dQCJ76gLkUkVGSkNFGO8NlCWYnACW22Q/cudioLjQk0OrsoxBGCeG06+LsSA9DvikvnQQV0CpDjZ5bvscSw+TfQt3LwAwwswW3kwaKOARym4zk0pz9Z68T3/WRQsGuzQWi128+pjIjukQRrD4Urzfy5gItdIBI40zrushoqrBtkKDFWhe9PUEAJwHUlQ5D5eU714b/uwHFBRpZ7IbzXaVpMMYgwLK9rQt6zysPo9Ju6fmHQFoUn5ZUwaadT+vw1wXpns13MdhXA88EME1RQBXBzNK59xmBbOx5uTBj2iJWNKdMSBCUbZX12NveKTocXbn592m9OWVpKp81AqyeaVvLB6vjfaJ6uLP5pugV9Ht7wjr7IMSpmlCtthTIAewPYB72c6S2Jbvg56RqQZ35qf4DCBngL96XwAAL9f//OyjFnS0fzg7F3yus6Ur8GwA2PI3eOkS/KUXcIx1AYR1cAWyOxlkfz7qEkyVSQC4vRHCmaGcPwXI2wDgjwB6Sx7gBvjGtc/lE0CwysRn5AaOMNKMFioQ2Pl/owuOjjCkG6q0yX6SBPk3eE0A3Q3kfREewA30ffNL8/4NADg8gBsA/LKFgH4e2IxlhoZ8CwB+GzmA30QO4MkDuHn/Rh7gLQD4hTyAX7S+dQ9gyWSCICJgLrwHAHye9n+0kqDOBwD8BDmAFwBwYygZAvrpAWAvYZ56Yg7gYC5IZF9yAEf45xcB8LbPGQCGF7A8gJ8EAA4m6c3RlLutbgw7I11bXucAYISgCiau024PAFgK1Dda/NcyStD1nwkAxvNai7121K6p9wCAt0YNNHigEM/X9xy+n4yed6c9JcR6qQcAPIzLLgCMvd4OQRwM9TWr8+vW8aZAd21frzZAR1M7nf/hAGDJI9pIaGhi2OcwrETYZ6adeHgAj5M+np6uRoOul6TRxptomVNG47kMNq3aNwGAMe0dYMBueZPAZ0YQHsBbhUcvmrUlcwuoeYtx6OEB3GfjFgAYRscNYknjvsiDwFShgq8UAvpIz9mTQ7u8HDIT1uZ8Xe0BHKNY2ql9usBu+XVF6o13u1r+HkTCGL28Rn7VgQEBAaOGxMPTC5CFtRL8nUDgdQAYxIF3/Jdzi+bHieayKNCqvqNrkht9jRLM23yFEX/gx8UDGDb+UtegWN6nXzcA5gULCBod7bJK1uHEIWYxYJsHns0goQtpDNyfYUzKmlpfEktlNIdU8+f2OgjMEeNsaM1qqjvoFNcdgtYYVOg/EaqZdfip70DIaLzH/QGA6S4CnDxP/fnUg1LOdUwvnI5ugAfQMkzbPP/RGEHYCrLD6C6nhPFaP7gzgJrIKar51d/pCea5162XIPBS/xl42EST49ct7x3TG8eC62Gi/BKmGiBVLWq7oavATiQZhGslVyeJtTd/qU1pBQDudp4lACliTKBS5CD6EpcCnxG/EM9hupX+ms1IBoBRKuhR4ZGDhrv37HL9ZItW/QLgy/URQQfLMwSpl14May14cwLP9oI3XCx+aDAWa0l8uAK0HDiu1oEBeO2wXuXHYtBYj17eHGPlAEZb9V4jHfXVNtGXvvoJ1q9u/ao1mXS1rg9v67GmVXIG8tGyCKx7Ra5Vg8H4GytBPIF8OxyfwnGqg5emfS0Ytct2Oq/znpCE+CWO42IH8xP8YnWnXHMaXwy7Fio8Tb10y+KM3i32DV7cfZGPRebFf3420LMLqld5Sw9gaivgr5FHWUAvQj43p7QE2QEOx3eHgm64heRftzj4kFPQJm36DGMe4G+AwAzlHB6+Af4GCMywz/T4jfy/8P4FANw8hOUBHCAxwN/2vQPA9PyFF/AAAHf+h2dd5c/ml5w3pCcVABwhoF81APhtAsB/QwhoeAAnANznZxUAbuAvAOC3rwUAK+xz5AJ2+OcND+D7AMDu3wWEMZMcCOvhAXx+Jd6/JKjzUnl9p278SUJA2wP4+wWA5xzAAfz6/ZQAcM2hYmV5S6DX32djPL/vh4AGIy/5fx8AsBSLb7T4r+UhfWNwbQs79Q4E0v3uGDuFQTvfbRrKw1YJbzru1zm19ACAd4b8YgB4c3pyw3b3CTxocGcjGzUfAPAwfocA8CaxNBXrYKi/9sxffr+JX7WvVxugD/jVjwwAh6EDRqa2YeTJeW5MHwDwkuLOAMDVIItNdLVQauNSbZvfAgDm0q7ho/cIfGYEAgZWF6QNXtsb7AcAfJ6T3TJWe3e5FQAeAad+J2/M/cv3CgDvpbpYgHtlIKHPGsiScnsLALw1RxjH86r2eYL6xiWvlr8bADCnwwNVwYPKszq4gvJ1DGTknrmVgQaE7RXwkDQ9ITD1/oYb8yY7enI17MMeOwBeMtbGTQ0MbrBUmOeHawSAaeRlr/vhI/7WwV4VSaCsG+xpYBM/rwb9bHOyr/t2uTevQID6kWNfATJNisYq52cY56Uymr9gjjTyK4BP9z7k0vXcGjjD/CLXs8E3AbwCqwgo9/DOmQLDgBXiZHawqdIJKY9vdo1Ph78xjgFg8otpwAcDKoC7JgeqLnLmb9IBD+9wCtu/U1jQ/K55j3bN6ztAncTAdhagTk7yAPgkEKvLm7IN9NMPGWHECn3bu471pbcMdO4wrHkj9JFj1D3zfP9x3XmKOuiadNIfyw2PHdP0ko6UexO0I4ruhN2ZkOiWPMa0yYYqnZJ0+JCipuwNy5GoQJstfR/S+AEAdjsMv5yccuJhNfcvykVfcC6i320GRId1BAeVAtDiqb2m+lgARvY60PPyZp2PL/asXJnsfdZxJ0NO8np9pO6JzGHa2p+NbHNksHt7upkUKniYwITouPNe1lrQ29BY55ngCgu+HOvRNKy1WfYXFQQGACwv4BeKoBngJXIC575E4xPjhzQ/pCHLPaYeDBu1geA2l8nnK08OsFAPUs4HJp8xx9nhFfOYerQuQnFLIzPfWMxZrkdMSuFjhLsdIBxA5kt7+Tbnsurxa89ghNo2CMzcwMGnzDNJ8n0txmFrHM6IsQb4SwAY4O+HBgIDAG7vwQtYAHD7/RQArNSRz55z7TNcuA7vrgLAfe9GGmVq0iUA/C/yADYA/Lp7AEdECevHMW5zDuArAeCfWu7fAIBftvbbR/MA5nT9VL1+Dz2AKwV0PWed7nZ+xWQ+AOCLx+2OFbhcy+GtO7aNtVL41OLw5v/x7/8fectKB0aFaAzlAmUv2YoFeavxXeYAXgLAH39rHsDI//t0OYBTpEBZ2/cA/lEAYKsVY45JbxjWAOBg2Dq98wCAV5f2Uy7+O/MSNEf9vGocd7zLgUC6351is3XuGfi8o0I99COaul/HSkvdsPAkzf+ZQkDvDaA2nE8zxoc33i7wAIDHZTYb0U6uXzKs0E2+/gzf744Tv2pfrzZAH/CrHw0AtjzKz0YnEYKKRh3mJqInwSMHcKXHPwoATJPAtQBwbLy3VtIDAJ751x6Ie8TrvkcAuBsg13tfvcP/iACweb2d5p8CAIZ94cl05COqe7rrV8vfHQAY+6sdsJBgDF+LfVirN+cAdnvR5hoAvLxfB0rSk8pG0AJsrPKFCmwN9iR768iEPh0iqm1ZVeu/jQBwAl02+tJIlUYuA8U2+npntpB1qNZN+gMoNz3H4lmlR7oYAR3nJ9XEaI5T5RT41NsaldE6l+kZWADWBK8KbXSQTcZ4HK7X39kfAWlCwQQvqZMG6RQCWrQ3g4QEpGzNWlOixwEZwF7C7sIkwqO3GOZz7mR/LMAm52v+3cBnVKzAqOZRADCnFhZ1ecka+JehXABJp5FiJEVT8zMW+tIEzrJsW7YJqC1rNgYj7sD7h8edKYloFMNz+9mnCBVE1jsAXMCoTTAu1m3Oodb3YhqXIEL3OK3gZ6Hgwheidi9fAWDSzQCwYojtfzkCuQZUUR6hXxlWFoBeCVXO7us+db5MpjF+KOS+oIOuRV7IUWbtAmj1v1VHHvOtJ3pGr3XxYoG2YgPDOPTRMl3J+95f3Q+wEPVvWONLG9BZ29ue4X/sV/3GdUeeGuAqCFEHcAi2VoCYAKrodzCCEUTt6TNYziCwD5JC/yJB53rl9wCG41LJUxueqwB/Xzx72cA4pFFU1EoDnBxG0k4cHIBHKt49jyxAYADBJQQ0nlPE4057SVR5IDBxe/yOrmxrDXs1QRnD+I6lF6YQ8QnnVzadE0T/CWNokNcgcGAU8A6O6KQNAO6/91D0vivllQ4X5RjHeBMADrAXAHADeD9+EAAcXsEBAofnLzyA470PACP8M05v8F44ySFySVpMXaAP0JADOK63DhMAjtSbb551D+AOAL+CB/Dr7gG8AQC/efv22S+//IL325/fNs9hhoB+HWGfw/P3wAM4+P2Lhvq+BODeAOD2DhFwPQAcs3IdXZH5PQDgo1X7lNepjnwdABhip8gXeAC7A/NDmvnz9z8eAPyh5QAGAPzP/3r2qf396d1/P/vy4V0LP9DyBEf8+QgduGk1LpqGBm5eRlniuwCAyWX6Rij4KJVon+xxuJ01Yp9phCdJB3EAwmJ+BYYhgkcwNqzxXaEcfJJHnjk8mtdDrUS9Rw7gp2Q3t7ddN6u3tza1cCCQ7ne/dqOTABKfd0f7iqbu17HS0lMCwMsN35M8As1U2fT+XdNUcKorR5je6dCJnOBT97xvoaUMGdq/AQAe+fNlva5GxrWaZzegl911Lr0cm4Vh9OT6fQDASx67x6/uBgCHAaDqTwehL1ObqGtRhhm01Oa7G4iok/pf03samkrIZ3oAExDuYeQMBsuYM+ky/noEXNjgPIxwPDf0GHG7QVfqJXfHOZ6uGh6mDUI17nQdrredv9moOpFArcNnWG5AZqM5jAjFeG9DEY1A1Vhb9UoZVxfPUg1NvD+NQXwtNkQlRGF/NpZ9AMDj5NrItsV/90HcAwldThNfyt9/NAB4seeRUa2zijJWLNzp10bMjUHaAwy0Aobb7GknA5+YC048uF62Ho+uS4etcmFPOznSvebHPuKjl9LS91D+agAYlvHtJ9gHgPusdLVVjWFL4+tld57ghuRxylT2YZZDCfY5lGYBetDqiq48ykGBd3U1yFAv5t5BgzIMaJu22lKzgA4QEzPYK9llMNcAWRrqSdFRL+wbflXb1sjSwoYhgbYyNks6lj9feklGJc5Dn+a1fdxIAIkDaf4yX6/6wJ8F37pqfu8AMOoJKOuf1H0MhnGErTu5vOmg61geK/atHzxYUq46xKkYQFdySIVxjblrNiiH4vY425Dfwz17TjVvCQxbT6HXIOsXngsglXOHXxMAVnnrLgMduYesyleZGxLKAHKJokRXvL72Sv3I19XXbD1oEr+JLiVD4jrHseyHfQs/b+p1upBl1ZP4OdmC6M+yIGmp9lpjh8cfbXuddmrg5M43vCY6yMsxBP0n3XUQuNIVLH9kKvxEH+OwZvvDnoURzScON6j/Y3mvLc6Dr2ENou3OG/FU6lPfH3P82AWHQ3c52zG57hi+uoO/w6EI991jO/FYPrPWoPqRo6863s7O/L8fCFErN9oqKn9b0m1ZV6Kp3B/IW9f2Ymn9wxrk2lO+1dZ4UozoNQ/Uac+RKTgQsj1SJDK0c3j8Bj8gGBkpExvwi3SIBIQBALfPvv474ByevwFCIh9tvps9v/3mnLL2BLZ/LJdoTERQpGiiLy0Ok6Mb7B293p2bssaWA7/7C+hznc30rpUWqBP6fmH7J4/JENoAgPl+YW9feFQrPWX8FmUaKAy+XGSiSRlHGeTU1fP/xpgbAH7/7EMFgAMUVu5fgr98R8hn5wieQ0CH1zbXZcMPSl76ZIOWAeL9ps2Ka1jXBgD8vADALe/v279EDuB/bTmA//aMADBDQCNdJ2iZ/IP6Q8vp24Det29/Bvj78y8KAf2GIaANAm8BwC8DeAdNh+dvA4D1+eKn5qPd7sW1IUYyeACXFByrVHI9XfHxHgDwhcvxrsUp9r8eAFw7//z//Pf/SF4x8hdzv158vP7jegB/fv/rM3gAGwD+9b8ABFcA+PcJAIZSNkx7V6L98y0AcIR5ft5yAP/kfL93DwFNIVAVSzLJbqwzo5yNEybQmepHkIEgbm5AdcqKGpcBYBpiB6YuBt+VbrVxjZLTOqot0l0X6KIxKedbN9k3sC1rPeXif4qBoL5aNkn3vMmBQLrfrWKHcP4Z9kJAp+54v85lS87pdN+mczd5ZbNrmujeWJJXHt8VpoJzfcJa52v1zuX6qQYPjHKn2ri40FKGDE3cAAB7E7+5THc2Ez8GAOyZP7OGRQxnil48h1+zwkgveyvFYdtWeyfjyFbPbwKAJ4Ib2togxnUDtBd3N/CkbKe1pq972GtsHJWhRt6+PfQzvQjoEcywYOkRvDDWaNOnLmzmtoQesD6KNmYlijsY1cS39mRoa9izvaZ/dTsgOzADwvlbGgp7P2c9bwEgl83IeM0PjJ1x3NUfaYxND5800Pa+sQrr1I06H4BGWuvZow6lDW7QLXflw/M+AOCRBv/0AHAdjh05x8XL8Hgi52EgB6MXibboGp0mRdBZNz0TNi12O4yDi2Ga0DQLLZmNig7701nOiT+68nBZX6zD1jtv6lflnmdEKkbqqfYL6+z3q/x6NQAcvdvQN8nzMWF48aPI/ZR9ZeSHOYy6s14pMCbkH4y2alVtpSzN3+vMU86mPdJyt068lgIpV8SRHwQUBjkiIG6mnZSlSYRcJzyoLiOZDgmlfFClKhdSvqUB3HU7eMy+yig+LLk+8B77TrpygljoTwoQ63EXqsXhtZ5SQeD1VcPqHShjKGfutTFn7f/wQkzaKGuqprhIzyzU6yGgu5410kcFmJa0ITrUs63pGZ1S6eFbgVzLevNSgDoJJIliBAqbRhJwihnKnL6dhjL0s+jILHOgiUIvGSpZ5SstSRvhI5gJlpXXD8ZZzzJrqd/XhQxJs1wr/cWakm6WZQSKQR5JRGT/yhrzOuNz9f6w+0vaqjylz2/nLDOLMcdJ7mO6Fi1nTfMPsBzzlMpfCi2jzOhpHvdRxHF1gTQOevQBToG/eSACRXo5VojnLvYAjwHWDHme2+Wf0b7Ll/mBp6/66Gdy/bK/wHOYj5br2Y+yXut8jCNeOuwpLOPpnzilmsEFf66l9v+WL6/ovIINI+3GAc+ky1wv1JNCR/fapO7kN/P2Vlr0F1Mj2sQ6L4cxQOTK5Ru26QxBHOBjA9sC8AXo6zeB4OAh9E7lU8U9ELUbcxLm5S/PPiEMcQMjW87Zz58ClGx5ZQMAxrt7AzsvMCgxN3qtkdYw8wn3yfGfm1CNCyyXYBmcdV5xOJPoz/Zr2KOK75CcOMZ5GMZjbLA3AGCD7AZ9nRdYIHF4BmeQgtIFUKX207E+P0cOYIG/9gD+GABwvsMjON7hBRyevwKAlfcXOYCR/5eAsA9udycxH8iI4Yy7W8kI2uohqsf9rWW+cgBHJNbwAH4dOYD/8uzNX8IDWADwmwYAv+o5gLnV5KgnAPwqAOC3DfwlAPwzcgDbAzhA4BUP4MgD3MJuv4pDDLEGEviNMNDFAxiDLGa2CAG9NfuTYDgkpKkAmj1pc7207Uf5UyPQdaRTxS8qdIRFPf8f//6/yLtXLVlURJYvEmklvfzlBwgBXQHgDw4B3T4/Nw/gz80D+PfiAQyxYj4zrEEt1DI4a8tIg9sGWPkKIgSBTjM9b2CvQz+/CPC3veO3AIMzBzAEIYHhn35q13Ua6nm0g+8M14DvuEecimoCOSZOQhX5E4rgpXJJhulTsXWDVhnoGXHVQVeCt2Ca8uxNb2Aof3ECawaA6Rlc1De1cRGdozD68Y2Omh8ttL2neQDAk1Zxk0AyV1quz3EOQsnbU6nm0juClvriE7y0edlV/a687c2C/8pxbvfdOW+WwMDRU52Y3d1JmUGnmRSe7IDD8GAHT3EjALxFNrjrDsH+OADwEZXoOncqJwv/CMVIN/sA8NbzhmzuhzFWtbudsZppYz6tXg393ID2fmytqfMAcDc0ud9pHIF3MN89928HfHsIaIK/YSSwoWk8yDaNyA6/ouK+HMs04MdQhza0MRW7QDu6UWQOdLa+aJlrr78WIC76hko06Exl0Xoxno9GH7HOUq/fm32a9Z28lzbiawZ5d8H9YRt9g+5T6kuaLGV0sd7/AQCPI8bx3Wbw+7rqvkHhVj13i7s+Vbvcf43rhN/84/i8i34Uy5dCZdWVNDQ+1hVwtfrAynO6vrk2hWfb8zO4SXOAtRzANCV1Y/xaNxb8p/C61Ew2yOgiafqHk78czT0AeM9cuycHc1whpudRpuxeG3tQsQCPupdmEzSME0TpgIKNjQtQaE1goYGt1TvqkyCZKqtirBLs4rXNvNsul3TXvT2r3cL3cN8tv6rcYTc6J7S88VNEbmHzgUrm1lsMKHD8crXBvsFW+2/UObRqNHe1DnWCXFVYm/N48rJAW+SwVJSSBJQ09wkEdU5AvYeek4hcp3asC9W+zjeudGZ62eMXw1ibW3FCMN7hpZeOBaIFzxcBYMlzfGqOJkeEQUcobeOAGYCZ/plzqHK4hsUZ7fe+8GZcuf0ZDI1pPtdsAqhWdS+27RdJfZ1RLq4F7Q91ebgB9dW/nvvUXmFbbRMARs+1zrdWaOZBFdUOvGWV13T+MwOQcY9cGwWUJPuxHk6tbP6tX9faiWcuPCq+ONcvQz/zwCY8gvWivu71o89hTWgtoj/22A3Qt6/jzuI4tl6f8ek9DJ7b9+IT8/nwXPFZAKmynrmv8Hpnp0/ZEzZ47Dz+ledtzTd/7/b7WSPkGkoKRlmMsNZkgr0Afk2fAmthSybvJEeD9OFz5lrg99xjCHgkUOf1Fx6/8kQNnoEyAUi+evayAW0vWjhdgMCwicenvIIFJJvXA3zUPMP7e7hKtQAAIABJREFUF0Ck3gaA41MgcACMCQQrMmXkBU57oMbFodjNL/2Uh7r1+nJVM9eBbZyb7dleY1ukU/EVjTtAc3n+5ngDX6hAsMND0/va4Op8e8tJH6YG+FsB4IajRPjnAQSOnMAO/fwhgODmARx4i8FfgMPtOzy4P4XSkm/iCo3aYq8v/SLWgj3GvdetdFf3l3DiAQDc6KkBwK9/+euzN7/8SwOBGwD8S/MAngFg0K+oG1hJo0cDwJH/VyDwm+YBHO/X7domANzG91VDe8MDOA5CBBDMMNA9DzAPT1tHaJ8ZkhwTOU1+X3P7PODgKpq9jiZvuu+jco4AZnKy0dwyPEd76cGOtA8AdwbeO9SV2EqCKQh+YAB44QHcctfW7dbIZPs4eGw2lxEUOzLShuwSAI78BQJ94fVb/gbYG6dymvALAejrBHx5CuoYAJbHr0HgCgAHwclQV8M+V4OgmeiOzEmSkGpEVSD4Fhg1GTcBYIVxQBhGA8CK7R+AsENGi+ERRL78hX48AODLB+7CGlaAL6x2rvjNAsmrcLk+xw5YwJ7t1o7ABc0/xUsbnT3Ly7W3/Vbj3O77NQDgGJZ9kHNUqP5wAPBOnjmsjB2CfQDA1y6qr1nvy5UAcEx+5D/afu0CkzisVbTBYWOyTN8wGhfnTQzbme83GqeK0WazLOW+jUsJAMsQs8gB7FPLuD6HgJ7GZYdfUXFf11VoPIr/22G8xeZt/bmHccWXzilt7HCZJweAN0BjSrpzAPBsjO99pwnlAQBfrzWEEWHr9QCAC3+KP8tQzSCQ6bnS5jCuAwBcjaZuuDc+A8AEmNZeZwDgXvcg+8goywu/ssF6k1BmfjrU3dcRwLf3Gp6Z2QYPPNvE91jungDwYk8FW+dyhLd0M/BTARZ1Ziq4uwCAEeK5giK836q8OspbPLGjakuQxCDQJfBvGwCOIsWzUUCDeZqBu9VVVcBj37/m8K51CIgQxNgybFeQK8cx4Q7J/TaGCE8LcIirgnqIx7Hv4awT2LC7AO1cZwB/CX4ZFEuQeViAtFI5RyryX8J7OPphr8tKS2E0H0dwJrU9I+IMAA9zDUN5ADn2yCogkK5F+dnxoLZZ57j2YwgRDVLqAD64MdHkBKzYjkPK8lrqHAaRDSSbnQ9cjWM2j8X693V57HGOOmotP912tuf+867s78r9t3jhHgg86OHzGl/hNZ1vBP10uq78ofIW/85DC4X29bcPJCwAYAOHuEnX4aNc5HCtnu2emmEN8MbJ8mq/wy2UhyJ82LOvy2E16Ivb5UySNxp4qTZO9bTzybp4yMjz2jxGW3OHGd8QqOcB4A74WunxciC/q7oKaawfUFBG3OShQX9aX6jG77GekKolPpXH2feix2w/3IH2FYY9PH+RXzYBSOX2tadvA3u7p688fxMAJvgb756XmCNpekKu36CXNt/x9ycAwOH9aw/gyAkcf8vDFMAjgeBITwgwX7w9h2nywtQoxPGRzWmc92lDQczvdWAbqu5sFzZpB5U6FsDxj3lU+OfEFwywKwy0vYANFs8CQw/mww6xzmKsPynPb3x+VK5fhIH++BvA4A/OB9yA4M/xDvA3vH7l+fvFoaFjnpocew7ZOuZsxhKrY2Ev8uTvlWd3np8AcOAtDex9pRDQb/7ybz0E9KueA7ju72PO4ZXeQN43b94A/H3bQGCEgQ4P4ACBDwBghIBuoC9yAOMdgHDDo8MjuN1sAIAr7YmnjERHrerm1w00efO9Hw1gBCzj7zCbhyO60F0uA4Ap+vyqJMgr7ZdLAOCPn8AkPjZG8L69f/vtt2fv37/H54f4rf39qTGVYDLBuF5hgb3WqaBwpw9mxQXuB6sKBpSHz00Yt3fkk2hcBt69owcwwz+vhoC+FwAMQdtOngQAHMDvFgAM4FdgsABghsDg7+EdfA4AflE8gPsJHgtnzNsdAWAobj4LJmWRylNj4AMArFj+An07GCyQ+AEAHy7g76EA5dGGtnprB28WSA8A+NQUfKtxbvd9AMCeoVGeLubtFg/gBwDch3NVgT61Sr7jQg8AOCYnDSwAgKvHTDf6PADg0ci9etBvMNxwAz3ssWm9z03nqhE06hQP4AcAvL+l2zOyHzGeBwDcR2hvHGfD2f0A4NEAQxtpMbDCTLhhpME2+Wi7fzsAbP5YDzHPdFX1+Pns7FGe39M7gD+k/H1iD2DLtmmQMZfT3mugMh+m1kQPAHAeShJYmR4mAl5IMOt7uwKyLHiTSNldXZMvdMgsXpsbB1ggd3xNMsfgLwGL5eGjtEcl+NcNwFsAMIFf2qvQNY9X6hQTiAOMiU/I8Y6/Dfx24Arjl3PncRVklPMme8m8h8bUSo/JdBUEsewFSR1nXTq4LlNcOJ+po6tFpcKf9GcMGdsbx7Xy1DVZ3wFbj3Wfmy0AuAK4ZwFgP+kMKHc+rvmr4CmZMcAiAE+mqQJK5/xrTJbAzWTrHPh1Bdr686/NCrvVx31MnCc9q6PEkiF1no7kRL/rnk3mGgC4graWJT7o4EMOBm3NN/C7DkNkGfGUUT9f9rsCnQkAN1DPBxtQQ+sL1uacIi6IFDPgVRU8rl7AxotVR2upjw8bxahXYBlPpfWONQOGML68MAufdYFT5rLW3jzbuIUqz2DysC6DzgzA6qZkh52/+TqKxQpJHd8cLQ6mOcxzAL3idtb9Afwy7y4OtqJrIHDyltT/CRDHXiCALnua+pNhnOkE9TJA3mbXf9WAN3j9hncmnJxa3RY2l/Zvgr+Z81f05KgL4Hf5DqCXADDCQCP8M98GgAN0/NyASHqfRqjhwBjCEUkTivHxZNTolBy3HwkAppbSel2jgQYQHwCwQ2vHmKeHdcML4GDWxrvly3We4C1guwLAgdV8amNLEFh/t/EN0Ne5gOER/P4dQkEjBHSAwAkABxgcoDBBengAt3mt+Zq96KpuygNj8e4yrK+NLQC4hYBueX/DAzhCQL8OD+CWA/jlCgDsY2JBfy/adQLA4QEcOYADCH7TfmvYVIDDLRfwIgdwhIAGDRP4JQBMMJi5gBss1PqO9Almag8AeF3J+e5/Pb0ryieBJiqevHy88/J/d2hS/RvbOwgBXZWXUSGSaBgV5wsB4E+NOQcAHGBvvAP49ftmANjhcxr4GwIBJ0kaY/r9U2P8kQP4fcsB3IDfDAH97h+LHMDtTIvUCg7t1R7AlwLAAIHpARzvHwEAxuBYfmoTQw9ge/h2L2Andc9w0DrlY43u4QH8fXO53OA+RTdBQ9edkmN3HgDwqWn5VuPc7vsjAMCnxlCFrj8MsZSpw30fAPAwHFePc1oGLpnV773sjwEAxyjO87Y1j2u/09DSDdSrZXQA7QEAT8q9jKLrYG7X7bsx18Yc6bsyEK1tpr06RiPUAwCuXOMI4D26vseBHgBwH51vBQDPYDLtpTa4rnsXgh/CgHr0ug8AjPuVu23K0G77xJ4+NZPCUhZ8/OgRfP0PKX/vDwBzriZ5WQiF4K9LjYMPEzwqjwZrH4i3HDZw4QPbpo4qZxfTugf+piDoeMgMAEeRHgLaXmEbIBdAur6O1oC6XO+TbYwAx9j7NQCYdFwA4ILOGHDxWBvMIvDUJwNGaRlpK1CWwFCCXgbEuKKyjWxvmOA8xAZdRp6/CQBniOe1hUdQH3dApDWmuqjzPMumSVuQt+zSiJ74jvgbp4ehLA3OmxfGJz31OiBc6SH+XnryjmUHfUSdnn/r9yu7SRwcEP+F7sJrBC/ad4Sm9lOzbB5zQxFfW9+XjXKmg8CzHBjHmd+iTG916mcFlwVkrM2w1/DWNf9+tE9a4zHmE3yWfqBhoG3/rlDKWDbWz8Wbsjwu6aBJWQvppa6qfCb8Wz55f4eATg/eXCrcE+CVZkd+T34X1/MQRQGAtUZQr7TX+1DA3xzovnZzPZV2XCzX08q1nJsFxFtms9WraxIA7NBW+yEBcAO+vf5yjQwUrnXQ63Ed9/XAJxd4C3oVP208mX83pAqf/M44Ulpb8Cht66uhWQwbTNAWACIARebtzd+VBvHVy9dw7HoJ4Ow17N7gEfAWFvALz0m1H/2KqR1A3wIAN1t/5qJ1DuD4rQLAzSP1UwDADXMAEPm5AY8NBLbsxEG4iOzUhWoO8lGAyS2g1LR6rW0TpDrJtsoHjE340x6yAdSDy8nzGjwQ81A8rgEAc54wR4E5ILWk5rKE5595j8OqM+9yAL966+8I9xzvAIEB/n5onsDvf2vj3ubAADA8geUFDE9ghYSOOVHKSFJb4ctBBzkepMk1ANjyKcYdUdkbnf4eIcYjB3AAwC0HcLxft79fNzA3cgAjOmuMF9YHU23FGBIADg/gtw04lvdvhIL+uX2/GABmCGiHgg4P4ACFHwDwTGE/0Pd+IumiTlsLWV/eXVe4qNEqVnxaYuUG3wUAHCCwPX9vBoClnDgfCsJCNBA4gMjfAQCPHsAf/9lA4Hf/1cDfBwA8b9xmw+E2AYbEpDbFNcBTrKsAsEJAI0+N8wE/AOA92X7tun+yeosNxD3vBDJ6AMAc0rqBv+cgo+lvM87tvg8A2HO5bmjImX4AwAPRHxk2NleIDRV3XkLftrkfBwAGJ6tG1o3j8HvAMIxAUzt9FdnIuu4BDIOoc4mFYekRApq6msGqYqwdvRhZphqJFqDXYLx8AMCVJxwBvEfX9/jLAwDuo7M3jrPhbGmsHzfYi7Y2Q0B3zwL3ZNwvGWxY7roPpL6aux8APPDJPVekopuhj1PXHwDwuCK39dj9Gd7TY3b3VgAtErUYOkMqjgI1L6V2EQWAIfCh/kXUDMtUlZll9VldFB7thV7qOprBwMHOUA8ZCagb2+lhfg3wdrvvjkUc41EBDmPngmBhsmD92ZsvPe0qqDUgRk51QcSGB886yESEQp68Amxw3QZsgzrVoK1+GMAykIbQzwY7QncJW8kqCRQADWBaCf28ER8050FATs/NOYLACQBruAHQJAAsgEGF4poB4Orla32jgr9r+odpxXUH3lr1FDhVyHRqHYQTrpnHHfNvlA1eXgAvhpDma+T7y/U7y4UqR9jnkTfUb7UuE6iM9636FV2B1hs7u/854i8JIoqOeMgBREmgWva7ToudvpnvswPE6wBwOfRgWo8l4VDM5kdB81hAtHS4X7iv6D51dwHN4mjb+wnxtzzQUkFgLRyzP89RrndfGPaLXOPh7Z98UxXXxjkBOI1npYM5P+6CYnwrUqTkr9e16LmM50iDpP0gHRx60VrREQhTeScvsGvTrfNSc710j8rQAQyuRUsEhxm9hCBw/J2AL5yV5LjUwMSX8Cplfll7/RrYBdiIFIcN+G1v5/wlSMxQ0X5HTnGAYxEvN+4tWhpA4AB7xSft8Ysw0Mj9Kw/gBjIG0Biep58iF63DETcwMvIDwx6N9Ejy08+lWPjBMEfLNf8tAOAEf2P2uIxTd6OHtkJvy7PXKSQjvWSMP9JNOr8y/hY4rDDQVS7MT4yDGjnuLaJreAADBI5xD/A3QkEbACb4+0EAMOYhorwOHsDOCxwhoPcB4K4n0HN9BoAtH8jTGoQcYxP0Gw52rxkC+s0vLf9vgMDhAdwA4JcNAMZ4rADAQedBp6/fvu3hnx8A8Lbg+1NdgUJ51ROL6+5gQOMedfcmKdNLKYrW1dd3BwAHEPzu3burQ0CnkmEgGABwKM0MAY3TJeEB/O6/27uBvw0A/vgVAeDnCgHNHL8M7YxP/42E9z+oB7AE0AMAvowPnAfaL2v3qUqn0eApbgBG9QCAObQPAHiLxJZb9GXJW3IAX0LaZzfmKz3EHG++HgDwMDRXj/Owob9kZr/nsg8A2LMjc1MaPZ0DGHoIvGgeAHA1KQ4G+NDZvhkArLPVNtpu5rVdB9s8/0uj6p6VZik5wpi9sT2SYXjbursHPh4BvEfX97jPAwDuo/P9AsDrdHVGd6k68LU5gGf6SUP/jlI1xM95AMC7CsBXB4BDW9xJ7ZEAcBiwi1pZQcWvDQDTIG6wbpI1kj31uhCMHPea53WxT95D3aLtMnvesybYW236VQUHYDsMXh5oz18TQeIvHTATSAS9QxHPcOAsWpwBpA7YEvhih2ioc87f8GyjgR0gcILMe7siG/tskNzeX1juszUCudu5e4EY4UWQSbkko17RHwwAb7UD8HhOE1F0kNk72E866CgF/E0QTOBvf9rRaGo6rKDBbQDwDOJus4qvBQAf7Y9Ap+4mQNjeZ9c1AEw7qkKPTwccZiDXDXlt8T4dVM41IjoGaAQqj3/o0Una1zqAwZprCPms5fle98p5L6LH+UrgV4DxcKACa5BF10FgjglyqYPQzSS8Nvt6X5vtuFdG1Z/65YUj/+Ksvq67GBLwo/kBNVb5vB3ApQodays+tCaxNnWrqIO/WSfPGYTuW3P54hpBWFQI8EwgcHiO0tOSuYDxtzx8AfQGoAjbtUI3C9iFjRtgYoC4DO8M716FgUZ451YnQg+7XAC+BIJ7TvEAgjleopVyOOazgEiCvRF+ON4MA/2lfUY4YYCSBoDDMzU8gAECN2AywkG3MhUExnmRmQ72thbiY5tIDubtOtsmqq5sQ6rnb53qrjNqvjyeAIEF8Bp4B+ApD2vMj/MBhydwRHPo3teV7uvaStDdAHB6Azfw1wBww3Yi/POH8AJub3hgHwDAMR9IIykP4L42c3IwMKTR+eASDwhdAgBHiGfQcgGAubR40CEAcwDA4QEM8Dc+Hx7Aa/zwz/Wb9a3Ln/oYAB75xrqc1+q3fLNQtHiETF327WoAeMakKSLbr3s5gBsD/vChhXxunx8j/HN84oQIPYDfIwS0cwC37xs5gJEXAAJESmiEohF3zJOYoTiHUAgAGMq4PYAZAvoTAOB/NAC45QBuQPCneP/238++fHgHkJhhdCI5/KhSjvZ6KwjkzZtmIhiY3NcQdD4lVcDfKwDgn36KnMDBvCNkwSsI4y6kgyFKkEPhDkHQN2AIyYQQPj0sTm6wdJIsw+Mc0TQeXBSAj6A25fUN4D3UPX+XMfYpPIDRizjVvDkRRw9y/fWDvehuwz8aAIxxrpuJ64dtpebuSmL5zT1tretCG4WTZs92fids34FSePYOy3JPCQCfGOd9qi1XNyeEZWpojJ2x4gn/8/06uOsetDoaedzFKyfqaOO91+xuMMiVU8Snu7hXN8T0YgTqdO5ezQ376b5cXbDLV/Kc3cW/f5dbxvLq/t9S8Yi6se3ZvsHWkT8N5FZdDvFau934MRhIhylx+LS5W6qh+VufxskgNRlh07CTRtJ+Y1JJDfMWbTGEIk8oEwDOENE4sawyMtBuHpHc5VdiV2vzINLlWXJr4eO4bP3OJytKjPSxWnvWN0ZjrthuBXZL5QoAb4G/YNux6a03ivaqpos9eOmnTu13o7+uy/DkLnhDbeNtGnGvBIBz7xF9Rsf9x9byqHp79XCeyy+B50WJHcXvCOA9ur7Ve47v+lUbPPY4z/Z9DwdOBrjr+NotYPl1zyNVMcdqnuvl8w59HMZZYz6tB0+Eabr3U3uujY6TL+w+VV482s8M+dCC9KeGh68JNq3ce+J1Rx7AA+s/IgnvC4/K/SDXj1fK9uzu8X2DgJu1AdxsXe2eqXV7YzCG4HGt7+/UB3lwm3s7vsp9DG7U+SnraqAVyIkgxL7emIu1/8Y9L9dUlwP6O9EJ8/Puxzay2xMbfesc7dMHwxL80ePN45mefhgeelSPc+bv0okwptIvpFdEHYNoObYd9uLo5lwK0NC4U2fpbVZdZV8HruMRi3mmk369y31PaMmXm/NmsEgAvqoTDyJ/yxy7qENbUhjPA6yB9JdAJiulzQkeg1U3adfGdkQXSWudTjrdVM9jENsk99nZUY/qxDsfLOAVj89I//kMrr6gzwNLmZ7dK8p9WupsWAylkyMz3FPpTU+uMfJ83jnoP187fCSKhc5sz76RtqVTzx7vomeykcJnrPra+9ep+fS712JfI+ZFsfRCT1c4c0QJnF6+l9d48jA2Pu4ZOq8jYRT5mzJRe5DgdaKeartIPlFtXzmkrouBSM45cigBVeUxUvcdHo10YP447k0MmJfrotwMyV7WYtrF1SOuwW4Hdjhn0z9pMmzUthljsSuHbKzbqEy7MgHbZosPe7zzyOYn8/sCUHNeX6z7qEf+gDy0yvebecMNEju8vPYg8Wyw90uGSFBxfxfhndunPYCR/1fYAj1R2/X2Ge/wCI7Qw/FmSOLwUu0hiaOtwAoCaCQAXPko6WpT6ogFbRaAkDwhs5aUztmbqs6ev7Va1wkJAAPQTA9gzll4swZgXz2AAz8AAKxPh4E2fx7uEaSOg0lt7BN4p5f1R3gB0xuYHsDN8xf5f+NTYaARhjvCcSv8c0RnRShohYAeAHkeGUF6SNNAbvQKAKxxspzo62vLAzhCQDcvYHkAB71iTAAAx1rgAjcAzBDQzAFsAPjt28gB3HIDtzDmr1+/bLmAW87feEfuX78XOYDPhoAmPyEBmNnMNNS+z6J+hYa2f9qiyeto9aJb/2EKr+lb5x6OXOEIbYuDOpQrAymUW8DbH+SSpSgHQ/Z/WZ/LiwDgumVNAcnloY4FIcZCe94YQsTi//LsIxKyMyk7QN/I+RugL/5eAYAFBL9vjLkCwMH8I1fAq7bIEGYCOQUMqjJeux9+PpnSAeB2wkc5gBMA/rUBwPFuAPBnAcARJhqMbVLYyYDmSe0/bJ3t6bkVQvgG+Esm+9OL1/L+DYbMv59f4AGcAHCrEwAwwV8q1xbaAIUhwMtmLIUrBYMZnD/JX62En2ECBajyRnECgCOGfyR0jw0VDbL3DwGN+b9exp5brVulrnT/r2N+Wwe+fu2bZM5Gd/fbFC0eWcTODAWaGu+2Semz/D3T/p3KDMz8Tm2ymTPr+p43PKaWIxG4zXnv0E8brYocuUOrh03kica1kluS/rBV6oyboJZof2tG9mhu3wB13LHLwfLey+W9j2nKPbqBPR88VFG2jh//VAk+lZ5tg/dgCjfAJ07vUb/q2JW/pTCOHe1t5Sn9UqBuRMFXxubyWYb5q2UmOud+Zy4QP7IfDKfIMXKbpncbu+k1YyBYRlzkxZNXgw4IUlfsngHzBJ3jkht06Lkr09nb1xNuV+00kIbUpObF1B8BwGvgWxph7ZEz0ZT1wFoXobYkOzo+plGyoaEa+0Gm3piw/7SfdnB1BIJXlkgxuOYITLTvYUyj2eFKY41dwHTlvgv62FiDfM596rkaENX4rT2iZejVbR+j55sje/S8e1NyVPfo+u5058GCpeFkzQCb9DqsB9Hr0ET/wv2SAY+o2NfJTAvkYnu00a8le9gonpy5Xh94SjFG5+9Vpp6XoWtjfKq2gYdThQ8X7g9SYOdh26XNA1iY0EH6Dc9roMQ/zvqUg3niuuUoZFw0q4PY2WIHPHjbLk8pxCVlt+aPJgLfivzUPC/5u3lsAYBT3hQbA/7UGoN9oj92NrmY+YPNvgyntgcB0MIzWpdYU5HbdcSK5DyEvYL+imU880sHhvFXppmgjlHDxnbTncfU410PrulvolfQgegJOek5uyvAsjjmotJgMTEaVDHP0rhXOZwGf/G0Oh8wjsuGFOVoQ+L82lAennuYUSqqKe/TZmf6KEAP6mafUE0v9n2wSaE+jfRZSvfKtTGqosOoLQHgbX680HPmg2oHSuKok4yFl3KtEv6o4oeBd42rrB1gmEQAaLge7PBhEA7K2CeuE+VVbbZb0LIAWABuqTN7LUlfB9mSb+ThhrAHYim13xWNB17tKot+qrOkd//gQxDUz7meysvsSeuE67Tetz1V3sM3sJ0yCIP0WdcleWsu9NxjVF7Ipc9yvTz7VZ0iPNbVy3xpc+nrYpwH6hIEgcsLA2meVyEDPV/hodUDfyL87viTjkHRpj35i6NSrE2sddqr8SknI+SRBahl8JdRK/mdHqQJDDe7fYZ2VuQA8pAp1DPyB/eDI153eGLxC/IAU7d5Iw/b1BDQgS90EDhASXkCIww0QeAP4ZHawF/gDC0MdGATYftHtFDQbYCNy6N61/nwLtfZSNDXfdvLSYwlIm9tA/Z1zl4q5zLy/Zbw0ATjhbMEToE5W5O1HP/gFQEAh7d1AL4dAG4gsHIAxzjHeNP7t302T+DwACYA3ADfNvYAf+WhDSe8Nk/dI9sxA2I++t7R66buS2PRUI50nSLGwjmA26kEhoB+20JAOwfwL39XDmADwDqkBNrjXeC13oDdAICRA9gewACAG/gb4DByWUdo7RfP3hgEDtwK+ZXj8NME/Pp7u0fNAdz5kp6wMkqxoGScsLkcCKGryKtjRldV/1NVahN0gZFxlvu76xhzH3NcpFUR8CmyiviiDKbOz+vrytDFAHAnM0tgdk7sEjc6BIDjdMjHzw0I7gBwMIfI/+tcwB8mADiYEgDgECaZsFzCqmw2Kvibp4PSA3gGgFsI6AUA/BuEAHPO2dCIEdzctIHO23BsA8CsjdAZCL8ggVpCP78UABwgsMNpREgN5lRQqOgAecWo4UVsD+ACAMfpLR3xylNbERekGyiolNfTmibG+mmhu2unyAVeNlVSAHFSB4ZVegBneCqcLHxKAJiM/+u+Llv8c9+g3HzdDn+3d4OavzcYT4jwb67f3Nh8/WG7HDD7+n38I9xxFshfa9z3Bf/adv/caO/3v8ruZXvDSfHFZfH6c91Y1rYx8Yr64zPtP8OCxwaLvuKex1Uax7pjw3iqOkabvIcGsPVXyVF3+ADLcdwb59jsrb06HY8bxdrWKk1Oz7d4fhl1QoOKrFM0snRjFo25fcys/32G54BoFfofDUnQCdNQa2MWGjgcqUsLHPGQvesLw/4EJi42EEUHdj+r0eQUALyih3SgloLZobaGe+TAMLTbYKyJWup7N4pR36k6KY3EO6aVboXF3a4HOJezeMl9F3xlmpd6/Qi0PHyGHb6yHbZ6f2yOxo7M7DqGdvS8e+vnqO7R9d3TO3p0AAAgAElEQVS1qUOuKzMvOurPW+/Dffcc6nNjbLz+kh7GcZzbpVn83DhfFAJ6esgFHyly0AbzS/naNeWPeOE1bf6wdaAybMibg73GcCh9pewkfRPUpZzkPnxNv+hy19e7XrA3d2u8PXmM5EkzexLM8Fu5WCvg2Ot0Yz/nl55Y268B8h6LEWVaynx5Ic5tcoxkRdPf9n7sZUeQKu1NA1hL78kRAOaz2Gjresu8qFFmBJyt4xzTe599sCHYeVzLgFGfhw4SySZkG1UAsQbp1UAFk9NbL+eU3oKe36xLC3wa7Gtez0xhYKAr71nlFzvPLnRjdNdJRlCbxTYslAMNzQAC+zicOpgGuw9jty+d0RiP5NaZ634knktYLgavT4On6Jc6R5Cy681cUtt7uKofp56sw5RsVm3VPMBokjdMnTvvob0IDjIIVHZ0RpQZVhZ1ebaUbfkw54L+E4hdycEdpCD+SLM5x4R/x2yHR5W/c11mOZd15+YIZvVZa6dWDPTmcWPfTdfdLisKx3qxbkD9mDWlMYtGK/irZ0CfuOjpZR8etqYVMwPxVgG7XKfy5hVQSGBWOXsVqpnpChsArFDB/Tpz/Cbw6/DBiNAZ4Z7p7GSHLd5PewSDv8FDFBUAYaCTp/hpOsX7aTrJdACSBxZIY3Y2SwC4gYvxd4R4Rk7gAIADhAQQSczhYwOAA6wMALL908ZRNuuObOQUdnezBUV+1R8wqwdMiLlxC6iP8NzN89fhnwNbEABMb2x7ZQt7QIRRye/p6bBqlKIg9tsMu+0cwDHmfMfYAvSFx3X1AJ4BYAHBmId4Kwcw9JYOAFsWdKu5cgAX3ugDSlg7sQ5aZzsA3LzS3/wMAPj1L+EBzBzAr1sO4Bev38gDWN7qfQnS6dAAcAv7nB7APxMAfjMAwOEJ/IIewAUAjnXx4kV4s+97AK8DwJ6ApQ53bWjxI4Jd519Htf6k16uc2B2CJd5TOfUkUlIm0vZlFZU1KN+lWVp9VaFRp+camF/fFAAOD2B4A4dX8AMABtDLUBrMp4A34vELAAbQy5NXASSHtzA8ih8AcNI1DZRfmwG1lXUkiXe69ACA++A8AOCRUB6Gs6+zlh8AcFmDu2DYAwAeKfIBAHs8uCHtRkgoqIWWrgOA2YaPGPJE4wMAfgDA20rekVF1sQm6AHhe1r2+Hw8AuI/m0ZwdXd/VEh4AcA5PPXD2AIC/jm65uMs3AoB9CPtrAcADUCcei9/uCABveUXSOkar73Dgqxz+WuojPjDWLWk+NEbviyWAW3UceCpG2rApPC6NdKMzQdSr/SLgRZPebKmzkS+ursn9wkWjRF/rtNsT7BoAVObW7GCLgKMC4tZrBFZpPey/1zZGADjK1JChFfivILAaRCeH+wnwTb0yQWg+W3oXl0M0BMtGWVxHku1nix1Q00+n5UuxLx1gLzlet3AZ93s2/NY2Cbpa1xaMWTqX9IhUbIJXpz1e3KeCv/CmjNC5OjxZAWUfWiC2XOA4073AYZJM/BP37fS+PIC5HCEbrzOKT7al1REmNy6+khvbBydEqzCMr4EloCLeVGWEFicIHCb6kT/IxoeP8szuegF/1S1T1sphxaDVfmCio7wFBsjUfAKLfUAh6Vz0bHAfz4EVCuCXnroCmPUb7iMvRIZvJjAIh6RwTLKHr0DAFy/jGj18aYsmQBhAcHiNAtiFfZrXop2ex1eHSJz7V31BGYHAjB6gtZ9gc48kQK60PMxsWqdneMyvIjvYG7WBkYguCkAyvH0JACf4G98bGPk+3s3pDJ7A4Yka0UENAEcYaPHiesRohN5vWdm31d1zHBhb7gBwm7RnzyP0s8Ff57st89cBYEdabXOetDi2jDWantcGgDvwC/C3AbkItd1A4HDqixDQkXM5gHfkXw7v6/QALgBwyyFMML45kLV73AcADqC4Oci1yKsEgP/SAOC/Zwjo1z//5dnLBgDzwMIDAAY38Umy28j1T1T7lFawGI9VADgPbhWAlyIvsdzkhf5dSk/IPQeySRm30rVvCgBHknYwBecAFggcnsB38QAWc0IYAZxiC6YSOYDfIQfwp1/lAfyuhoD+dh7AFLQCgJ0nGF7A/I2A73cMAFMjhC5FJUkewD7BE95DDw/g5eKPzcmfiEXuPeoDAJ6UrF0w7kE09xqBBwDcR/LhAXwJVT0A4DpaAQBXaTYbWddA4NnDxScds13wQGXTXQOAofxSK7YHwsMDuBpr10M5dcNsN0bNekg34tO49PAAHnnDIYi7w0oO6+4ohQ8P4At49NcCgPM+y+38ONc+znLuGe7lAbzmMUJee8Zoca6vW6UeBxnLyNwLAC5yj9x5efaZ4y5wEdE7uEePV86J5WaWq2CnyrJCf4iVPatp3GAccTyDi/2ze+cI3BCoBs1BYGDfEHcP4AWVFtAjjVzuIRGk4nW4jP7hsckqtGjzLe9hh7s1ANw9Lrq+4bHkwTQBwALBOPYMTzu8AFyxf2yzju32WlsFgAWY2kuwz4MMuJirMv4AiGKsRxBqBGELKGviwnTOYK3B3gAaApwtuoTuW+v0XJ/ikQK0RjB6BLo7eOt7V8N0zw89AMCt+TriddzSm7K7Vw466y6nwzCy70/PNcdxkG13WOWz5+1sLkgPdaz9GgZ6IkeQvj10GdK1A72VhyiXsEBnmaa51pKmyW9gA0z+w+vZrsKx8x7rI87qJWz7Yg2Zh7FthLjPiWmzjCXaR63zvL5H4b3R2dw/kG05126ZaboUa+LZae91zCX9LOm3an6m0m47D2QYYJk+o34AuT06jQ44+BSD2q0AAPoSoKrCshvgzVzdxfOXIX/DS5ceui/htSuQV3l5hzDOCQDTg3eZJzbaovcww7wX/hKgcwn9zL8JLEKPxUEV1scbj6pVWmgoqUR0Fl6/oNnPPATgdxxe+NQAYHgAGwQOALj9FiAw8v4G+BvpJiMsceSlbZ+fAQA3EDI8gAUAp6YWdu3zXGKXhdzj4rUAMKKKRu7fyHWLqKMdxHdkVXoE2wNYBwVWtAuATIVnEGhv7wbe2vs3PII/wAM48gAzB3CEgwYQDPCXIPDnVtfhnzEHrZ3fIwdwe98FAA4IOULoAwBuOMvrn5+9XgGAXzUAGBFXg4ad1kAT9vAAvgflPtrYHIEQQ6lX6OBS6uYpaXXYq3zXuS6qvNbtIe1Ttqacm27+zQHgAH8NAAfw6/fVALDC+6QhEIpMxPRvwxEMpTGjzx8EADfg98Ov/9lyAP/vlgP4Hw0Y/u9nX1qIgq8VAho5fwX4Rg7gPwIATC94n9oKymQI6L6xeoSAnhmAlZ0Ha1Twqz00/BEC+kEmTzACp0+Ar9z7FuPmIwT0+clcnMi+wARzfsN0vj8s+QCA64jNALCvXeMJjLoAKOLT4StHD2AWmZTlMDQ9QkAvjLWrekcYWqrRdt4gTAasBwA8DtAhiLvDTg7rPgDgHL1b5HOkwFl/+WBEH+h6H/CdnRDQQ58SuKqTNt7X5blF2gwCvOjqLQDw0JiN8tMdzgLAt+g5t9S9VCJ/9+XvCABTRvYnrt5po+wNS9LoITeDR3mAKhvt4Mli/ioAPIHB46GhdluAfAycGddq6GH3kaBxBxj7E0UexqIH1MkFFqP1JkNZfeYAB+AhKJtQgE/2ckzPXg0edQyBSMXrEQCDPRsFJvXDZrwbD1GUMLSor7QTMMIJQJsWI9th3eFlkEfjVa+NPKeOl8DRzOXZwXV78RAgoucgvfAE1oLPLYHdGZRFsXhP4HHm7VUbMwjM5gmf1PzB+SzpjSwwNw8N8MkNAFe68jPZk3MhHzpZZBtJawlmFF4N8tszPKi2iwRAOM7aqW+38EFS0bKPPjBZD0FmZ0BfpsF1ABjtCsipnr/9gEjNUy2aTaSzf08A2CBp6uUCh+GEI5BZ6zI9jMvodRC1gMoJBM7DbIO3n1E0g5yHNKd3+dZnDPRiLFd/+HAHW6iyu/NBV3JLmI3+D3mxDx+AptINPw9hiNERUNQBCMCLaofpAjuAqlXH+n4sgb16WpZXSGcesiBw91MDvDJlYgC08LT19VYGHqEE+14i0qTqRRmFb458pvbwxfotbRBcDjBZYacB7PqAifh+fFf/Mvevc9Pq+SEX3K7lAIaSfLRSfdr2g4Z0UOFL5KqOXLTxDscvAL+fCfjG3xH+GV7BDW/4wIij4f2bAHCz+0ce4M8RfjhAx9hvPueek5Ez1IdrFv0pznBZodmeMXOF3s0SAjpA/zaXAH8jlaY9gEUDpBmC+0sAeKlDDwBw5ADGmBMA7nmADwBgeV9/aeMedQAEKxR3zAMB4PDGvjEEdMyiAODfg85fhQfwL80D+G/P3v713xQC+q/PAgAGDtPGgYc0tLyDIzxCQF9GpH/a0sd6xKwHjLJHQG6Cv1zNPJPIvPVFxA5nkgwC9z2my5KHza/vDgAOhvzu3burPYAzp4qUfpxQgeIfygcB4C/vf20nUMIDOADg5v3b3p8AAP/zqwHAzu1rAPinBwDcOK1U3EngX8JHHiGgLxmt76/swwN4nJNbNozf3+x+vz26xcB8yxw9AODzNPEAgOtY1dPhS6MIDcFndqvLcnvjvJUD2D24FwDs9qzQPgDgcVMx86vZ6A671GTUXSj/vv4AgLeZULUArJQ6BHF32Nth3Z195MMD+LzcuBYAjjsgh5pe8xq7BACegeXvCQA+M5IdRDhTelnmFh3pujt+x7XuDQAXYbkGAAMEgcUoDNoyLqnO4vBUXm/lS1ojgKnlZeBiWBvT9ShDDYSAhkHGOaSk14ZBYMsu6y+GcfIxqyErDGIylPG6DF4BPkWfFRa0eiqRlgWGReUAVQxWJfgb9qICXM0gMHCJAj4NbcZ9OV4E5zZ0Metoc/qocmBlAfgaCjFIImA1xpbj2kHUlP8CPD1n/n0rV689tNdCfw46xRRGem7X82jgCiCPw4mq/xik1XDUFH5H4G8dn1mezgdn+vVE0ZJiK+2d4hz7iak3m4iQtde8koJQfYDDSF2gX/yRdNnXg2jQYcinLjCULoEzA2oGldUoPdUVbhfVfXhB9/P6WR4qiXXIPs3grw9jVMN0lRNuk174W+PW12COaw6Wkdhp/Y3DZ64xbZdmwKu3kV1RO4uDAyAv06/WJIAk093IDzsgTIDfYDAAXQPIBovjOppWXla4ywrUVehaeHAWkDdy9BLkDXBPXrYoE/lg400AGG+Fjo4IAQR9WxhoeQRn+PaWw9T5fB1FwOsa94CHrw+kEJjuALCB7Xg2o2tRJvKiGpymuOCIGYAtqyaAX7xHmuX38DKPPMAN8A1QUp7ABIAjJHFLO/m+gZIRbRQewA1rABBMADjyAAN0dNTKnBHR35Xr95o1v1UnhmYWGfhNFUZqnwHgRgv2AA4AWFFHgz44v8zbjJDgmEuCwv3ATe8VD3yId4SHNUDg0Qv4YxtPhH+ON8De5v0bb3sAJwAcoHHNAdyA4MBrBAB7/+8TFpALkmvx5FxvfWEvcgAvAOC3z16+CQD47w0A/tdnb//y95YD+AEAzzS3Nu/3pOU/ZltVwFgGSbyErjocSkopvTyQJD5XxC1lfcjT+OxiOP+G1ol7SESrckpP66wa+F0AmDy4LCozY4lML0YsQL3jzuFqj1M4jRF/BDPuidmR7xdx+XlCZ/YA/poA8McI/fzPFQD4cwiBBhpLdfcU7Z754z5iUM1M3JwsCurI2YvQGgjxrNy+YMJ/Hg/gCMlNhTI+6Z2N9wMA/mPywwueCmul8s+57hN5AG+t3c58r9u4XfDoq0UfhrNbR/Bc/QcAPCr229S+txk/Hutb6PnPAACT3/Qz6zx8vDIb2ABtebYt8yZtz8zSOLkPAG8YM61QTiGgUwcqz7D6PBvPaePWEgCWpuvx0pHIbjTixtSGbxvGbISyt8IY5u6Yfi8pcUTre9fna2uAr/uyBv5SdR+9eua+LwzBRddfb3sMAU0PhiwJ43MNKzkY9jVPkLMFDHA/edp6i55RaVCuD8HT0xNlL9CNCk8FANsguHnb8XlrsfQc2au7+fx1ztYK7WlC+4N6iwzdnc80FJ6e1F5QtLZe03MvYy2JsRTVWGgPvwcAk6YZBpWvySBV2iVPu8CDrNsQFo9xqC/XGrFH3TSk74/tAwC+gva2quzNw5a8V1vdeLSiE2y2awDYaRSisV6f4IxAGtCmZHwFgAX4JHVP64oGWZO+jf/8PnoAKy9lKb8AOSebUzWqVICJyO0Efgns9jMFEAvwN4xp8kCsADDaa55e+fzxHa4WBfCSkRuH36SbRXmPIX6uADA7RQC6jPOKeCWn+MlzIZ4vuU0uUkCSZCsa67iEsgRTLHsBtAswqtcJwFe9QMCMjOd5zSFc3UbliFWnWAWAO/jj/ps2utyPB/MzoEOlXzOAXfSF1DeC0gSATX0b2N1gR7DcC5pZGhguAoCpxFzOEEyrl9Y0zYFMlvfNQwbmHVXXLusBVDrxf+vLETEHXpSKnIN1q8MLBm9B8wZj8dnDM68BwGjDdapDjtei1sgM+np4rKO77fVhm/gg+iXKy3k2AK6ydQizuut5ze3oouqImzf/8tAGaThSDsPIFj0j7te+x3XWK174WOvSC3C9eSF6fesz6c66tjxyuwfvS+ThZY5ehWRu4N6riDQJj157ecqrFyCwcvjCk9cAcXwGKEu9hl69zNnLt3lOP9Qxeh6Pe48M/a52Kh2T76hthIAWPxAAPKCdye8jyhM9fu3gFYcrDAATjFQO4PxktNEAgCP/b0Qbff/bO74jNHH7DSBkhh0mj+8JO+LmWBiXruC7lQfrWbl91Ta7ZLL+ylzPQRfIASwA+FUAwAKBTQP0ACYAnB7BUz7qcX0KAG7jTa9reQHDEzjA3w4Af4xw22cAYIWAtgdwYARcFe0AG8be+oV4eeufD1ywb3GgoMtOg5ijB/DblgqYHsA//+1fWx7gf3n25ocFgMe9xt2IDazq6dq+Zz+/ZVu77AD7vKBTLlqaqWTfw89FD4d8Tq2yH2w029GhQ6ioKZ+9l9RhRdcvrKrHT/A+gH3ASvmf//6/YLJbQy7n3/uW1Z0uimsBgaODPIXT3wEEx+kbhGCIUAwfyaC/BQD8GR7A/2hevy30cw0B/dt/Nw9hh4BmuCBN2yZ9DepY0S9mHWMVAI5QBM77i3j8P34O4GUIaOYeQSjo2CnN4C8UQ117AMDfko/d6d5bAqOrJXs3slK9rmI1jrSLDtft9vnH8Vrd29LR/vEtFL++MTn/RI+Sl47ALcbrW+jie/QApqJSQMh5MGUYOBrjW8Zlre1le2vrcYNztJ+vMNkcPSJl2xM0XMefIGbpShpPvwYADGrQm7bR+n0cIPLnteHYMvJk/Q3+yv12XCwhoE1/2RfRqw1W8vqxxwI1aeUAtPGppApJEPjEbF9a5BKQd7nM+qRvAcAzyOo2KsiKEI3Ty/WqYYZFetkFsCyjv7bggw3Uxqz0DEBTExDg1quBW30j+LuxkCaD6z6vPgI460Acgb98hq3XkczYvI7t1kG7m0Nx0Gd0eavtYgTffqpLSTzLH43HXsNbdbf2pqc6aePF7lgWD99hH8xK3Ld1Wu737XRmI0l4HdQ1VAMXzs93BgDO1a9mVyVbGBFODYYKzbLkgroJNFxQJ4tChF3U02vu8uPU2dkOIZfl5lDZIrEsADIxQLMYiUaNAi27TFJbqmM9ox981z0kZ1PcprmIf+C+ycdJrINcwk8BdHQwL2pRjvgfc/9svLNeW7xNQ1VXSE9c7ZMEKtlr0CGc4XkpL8ZmsgZ4RWBJoG4Bs0LJwe/2eBQA3PP1dn3Dw1xBOEyex1QAQp2OPjYjX6G81W8a2OQbA2Da5UeX8wJkwntY8sXyG9EiDCSpXXvkEZydgOEMDV1laZcdbnf4DDDYhnkBw6YD38Mij99FM6AJ9TnBrj4GSTPuI5lxp7dJX6njXE0FospObFX+dpLr1bdFaGnjiN1Menssz1yjR3XH6zxgwAaWK1+HN8TbwWdLoTy8k3pz5cSsi9y8EwCMrrb/Mle115Bom95/XCsdAO79tt7uwxgJ6BoMxloN21/vrLkb7o0lqJzDawxxIcvIUcq2IMeBPI+tV36Vvc0+FLDWbQ16gWpY7hZdrj8F6ZNrk4cinala/qxdN87DG6Tr9BzGIYwAgAkQE4Bt4C5y5kbbyqPrPL7hxYt0ggzfC+9eefwyx29co+ORQ0IjD2+Eta1hn52LF+1OIC76oLd1e/dNazf3E+1ZCOTW8M9z+P94Zs5ZB5YDvKOs6PuWSViClSvUc6OfAILJ5+OQDz2Ag54/h4MZPFIDZ+hYA8I/Rw7gBgC/a+Dvb+39ob3DU5UewGH7b6CjaEYQjhafZeLX1WVGzbKN2HT7mV1Z98SnaCkA4PDuZQhohYEOx7MIBw266aG+w1ENADAOBbTPlf1KdMGRNeIACcNt1/y/8TcB4ADXIwcwAGCA7fEZ+X+b53XLD4wQ0MgDHKGgmQP4S2svw3EHM1AYaNgYJLd4mEcAcFEmBlmq3ysA/PxV8wCOPMDpAdwA4F+OPIDbgYg2Vm/evGlg8dtnP//887O3eLfvb9rvce31q2evXtHj/vWrF+3gRTt80X5/hUMZ9HJ/oYMVw2frIzzghYGQQxeOMs03eas1qC1hdZmMWSv9AIAnOZzzsLTLB33x5UL8XuV22vXaPGOGJaxcA7K23hK8TsAw5C5loqefsp0yzzooAt+4DTRmmWiQmLQVbTz/v//9P1hkw2jQf4/StWuVQM0iGWc99ITPLTE7krELBP74KbyBW/gF5fz9PgDg8P6tOYAjBPS7JgCaEEjvkWNGv7b8qmGfI2WhrdNWYLh/UABYGyAYbc24ZwAYJ2yb8le9gB8A8MUc+/tl0NqoTYLs6AGPQkBvhhgdxOXRXdavb5/51MmZ65q9uhaZ/DH/ufoGj4p3GYFb5uh7BYC3BsaKxqQWSdHptHrLmFwzKfv3o0fs06jJTwQAS6HbHAsM9dcCgLs2Gcrn3muLnu8LAM98USbrYsgOT4YMHaewjumxIK+gbrR6Gv5+tAYuBYerjj7o68UYU+eGtuRuxJnnLQ3EJQQ0y1h2u75/Q4O21LOkQTZ8K3kFZeT1PeKqn7cbrWWWVRv38gCGebwYA474yS5wOT3v2hhutX8EiHIc1mungWOj8b229+9bDZxHI3PZ9aPn3eUbG/tP1zkaj622ySbXB1mQBYCLep/42ne34rFcTMM+udK+DU7xuairxuv4dGPBsueru+w7Ca9dnhRb/NKd+azlET/bnoOn4a9nqPPaPp9p+0nK7On8shhtkQKlYLXLBNMF56XppoQlrhTuMUoAWDKedLg0dNXnNk1Xbziy3gpmdjlh3r91jtd10QT+8WqIgSEglfsiA0AJbPEZaZQ2KMbckF+aPYpevT4IFsBTyCSCwQ5lacMqPqE3qHyGwJXxjEOjl8eo6L/opy0/fJjkMwUANcBpXkKRMAIvxDspk/s4c4T4M73w6PbU+TvAl5Jfl/dX2wHkCFzyHKauMKWEGPQO3A4dom4BT8A+3+h7ra++92f387n/aguehuNzdxHufs92SnJwc61KO8drc08OBiMc9dxTsk30We+9yn+u2NenrlrJLslPtM4FQh4w0+YA/hYjMwBWrRkAwDVPMBvpAPAYFt3gj9fUILfMQ2SpJgg8eQzjXqOXfB07GLIrADxvPYa9iPkeuWPBe7sNRYwzaGZ952TOSrrKsLIixMqz0BXpLJT5uq/mJ9dwhM/VmsP6xXWWpddrgLC0DZNJiNbjNwC5ApAdnlfhmOGpGyCdQTuEce5AnkFeALLI70tAODyDGQZawF6GXTbQPHoAp14TY9bWBABjh3TOtU2wlvyGOYBzbyF+keGjvc7hwd/1DfOq9C4Gf1pbxQJBAnAMbKF9fgrAFod+g8Y6ABy/f1LYZzqaNYCy5f9938DH8PgND+B4v3v3K7yAtwDg4AWYFUwe0yh8i1fndJ09bfUlpWaAQ6KVNnHM+SzwF3mADQDLC3z2AOYhgUrD/clxoCPGXTjP55b7N8Y7cgAzFPQHjn8AwBECuo17gMAdAG7gb4DA7bcOAEce4ACA490A4BYGOuRw4ghEUvK/DgAr17a6Z7qtMpIAcAOL2zoBABx5gJED+F+f/fzXAID/tpMDOGg/AODX3x4Ahvz4OhQ47u+/zj2//V3q4PYV5jEf9GV1lteK7AGnZ3oSi2P8KTmMv6P4BPgOALDqMoiGwVvL4+B3nQ6iqL2CsSZx4y7PoBU4pYl02ujX3QBgCje+v3xpIaDjFE4CwL838DdO4/AUDkHg78ED+D+XOYCbB3AwH5wWjYEq1LgWesGXZ0a8BQB3ob0EgB2PH8AwQkTzTcHemFa8gxlDeEeoj/jOdp7/pGsIGyJm6FNkUsi7gk3lg0JXIZkkqKmYSK0+MH4VUZCbHfyWxxPotUPv3zhRVTyAsRljgneGSrIieJux/s+WA/j7ZdBWsa2Yn2Pr1wLA0Xqeejl3q0WpBwB85cD9yavdYmT8YwDAYPrDYYVbxuQacnoAwHXU7hkCepyN4xzAXe0celR2LJcYxaw08zBZ0Bh1srGNdQA4jWYFAOamtRu6Kgh8Dd3t1TlaA5cAwLMBcvheDC61P1WPWzNgppFmAQBv5z29CACuemSZs2pAtr7Jjfo9Q0CfN9PsGnefEgDeySPIudt+hr0+7xurD8b5hkVwyki+0f5R3b2cx7trMC5eAQB3fbIDwKZb36/q3mkolVGYuui4jkZ+uD23gyE91s15Uj6cvQcAfDhE37aAjD2bnWhGnG2j7woATNWM3kwXAsCqunsI1et2DofKtdIBO4MCsBNt8NSgzRls5MNyD0kVogDAaVmjJQxmB3uDpYzv4C48emXXCT2Gsr+Hejb45TJytxBIbEDZ/VmfIS5/wfDSeQzqZo0BAC6gZytgmVb3wNUAACAASURBVFw/CZQQHCp2xkXZNQDYwArH1Xk3DdYw3Gq8qkxGnapTuIweYC5rPWMB4E6AbuWbxNQEwgJI7uMQTxvG9vHl6/VXgWVXQTJ7chAL5nI+EPRXLYbzd7d4tMZX7szw42x/Nv77oMG6YVprA2QZtYPu+w28BgzkcA2MlhSDt78HQCz9OdYIcgZrvVmPrl3vurv64Mg8MmaHxWaWR/W7DdwwZmedfoeRQqqdqa2TNWOQKozHBrboKbwKQaT4P0PM5k17OhTY8WNtYn5slLdXa+RP5bpDmUKrGWJXIC8PTuitUMwM50wQ7qXy9AK8LaGcAewqj2+3LxPkBfCKPK76nh6+BILpSSx+gHUfHooMx5y/45BHA8Dag0Y7Lw0Ae3iiXnAXANriKVjb1IDAebzHABjZD1/kCkbbkXe426SFhQ+rIYEQhHsODKG947CvDv2AjsP5rISANubwIQFg5v4l+PuuA8ANiAzQ0h7AhOo7XcFW8w0B4Lo72rMbFTbTaFIAcKMdewAHiAmPcAHABIJ1PemNhwsiDDlzAC99gDsA/DtA+M/NwQ+gb3oBGwBWGOgAgCPnb8NYPrbx7x7AAQDPOYAZijvDcVcP4NMAcJVtsS5HAPhFA4GrB/Dbv4QHcAsNHZFYw/see1IiW0ELOPwAD+C3zet36QH8+mt5AJMdfpXX94svPM3jW5auSZkKAFsXTZAX8pW1KAfiyygTLA8RiCdkCqoMGoMAYt1degLFX9itdCAqgVzpmbgnqdR50JmiRAwaHLgfnPFhmejo8/+reQBbGatDajnXFfJZKRoF7kUAMMJAR/7fMQR0hGSIxOwIyRBx+uN0SAON4+Fj8cGVvrnYO49BnESqpw2j/6MSL2MfQjoQcPy9nUTpIaDvBwB7qD2GRwBwhFwIALeGgGYID/0W158SAJZAzvBAeIAO/FL4nrU8mCPVFQBy1GoI8Jdhnp87BHT7zvAvbU500lbL5+o8VaDz032+JwOZ18ZlbecG6rJqXN5rWtIV7dy/ymUAsNkVPnfIjiGg1wvcKhN3qd1Hee4/UIsWh+eQYeMr3PZxiytH4Ajo2Wv2/gAwqacriFur4rrVYiVm+UwPAPhK8lmttj3OKn7AKB2+6rhPVY+TBN7ZXTwA4OMRdQlM0c5YPgDgskHHZntLAscunIY4v44B0LO6awcpFjN7Qp887sc2vfSQwcsyDwB4HJNLAeCUbjtzaD8CE9a852EbTwUAb9GFQJ7C5h8A8HmeO5e8RTe7/q431JSxZ7OFWwBgH8yGWLLct77Y9Tdc81ae2iS/VpUR7Fg8thuLUHoGfweA0EDmCnv2XI08VWaylKMdCDbiUg9xBUgFT0O/w87gEM66lqBXAYEj/K2BX4d/puzugPMaLVFk9XGoXzmHI6hNo7Lknv4eDo8YNDUgmkZoyj9DEgBnNNasr0P/FVR1W3lPljO4nGGgOWk6+F+AH8jcPlG2E1YAGG2U+m6nAsv4G/cdZe1AJwNY7D6aTrdkdNz7OFfr6lpCv3cNDduLWIthsYPCsqkLZzTudgPxZXsvgr4EblcBU99X1+tduZbLAcmyiG3E7kAOgbTxHvIcAvgrz3qtrQEAjnrTiKEf7rP6wag8dPbYBH/VENxCorwM3iMDWrMClR6s2YlymWrtDP2lXSmv6DAim6kHL6SHlvXWISIb/Fkm1lqAt3DaEd/jeuI6zJy5yHtrwFZevwBhnY+VoZsjrGy8A+R1eGd4aNbQzgJ6AfZF+N4AZ2EnN8grMFgAM8IDi8fEX+yH+pYhoDky7Su9IAsAbLUcIarjP4HHeNz2pD8FyKCxiD4YCCZPIO8keKxoBQCBtf5FUXNaONMr00wG6EhvYISCbveL6KORFzh+D6ezD83r90PzKgUA3D4DV3D4ZwPAgTlEmGKEgA7HpJSPdGLCrHFTju/f4nUdABwhw5X/FyGgG+0E4LsIAS1ak0c5aAzA720AMD2vBQAH+Buhn08AwM7FHGB8OImd8wDustgylWtNaxgA8At5AL9pY9AA4J///uyNPIABADdwFwBwONKl7KUeMADAbwUA/9JCQL9lCOjXDZv6KiGgydK/yut2fOGaju7I5Sd86jxANSq/0uJAAh3ctQ5QmBOopBw8Ersg0CuVGlkUXLc9ZkhN69b87ONFPXUEf1NWByAMuU7wN17RFg9yyQM4m4LiqMNbdLh0dLzn//P/EQBsjq0BppjSgsIfM+PjouCLpc96AL+vAHD8jbAMZMq//RafkZSdidoNAIfQCQAYp1V0SuUpAeA8BVoI7uhQYCXbWwBgePvGiZwnAICpoJcTWdoQcPrFLAvTPLfeTAsKNZUbzSMAOAStgeDexrl7Lkt5I3Jt/evrtb4fEcdO4392ADj412kxsQMAXz9/Z2ue7uXZBpflxNTNVVFg47aXGrfuZUi8gdSvH5fvuOal81Af5a4AsELoW1Hhfe5Ls1Q41tp8AMD3JNHtcT5xF4ijs/Ne9ThRzJ8JADY9nx6vE+PvVbfRZm40LgCHZ6Bx+F6MpwNvkXHWBt+552kI/m48gLfGFhak0Ri9CRbbWLy9iVzNDbhRfA/ghYw+7Mc2vTwA4D42R+N8CQBsfTKndHOOuidK6luLsk8JAK/x6NFLCNz5jvaQXV0l5EYh10cI6HO8/q6lZPDZbPMaADj4VBiuYZwizRn8IRDTQZ+kD5GmSqcRy/2agU/bD3A97AsTv64AI81FAZaM9L+lV45g0dR/h3pOb0Qa/+3JCCAYNgYBvPiusM/KX5pgMcoo96M8Lv28MMbpi7qPB/U4xFpJYNe2FJbAGRICQBycyusC/rActqGa2JIAWX0O96LgSUDVoC5uUH73mCcoK388gEJRbpD7FQAe+2SWGM/fn1HlCxDtZ5v7PngTzzJTg9l1FD/3+goY5QTtjrtA7tZCOslT50MJ/XDE7LvDfVGSdNLLxONjfV+4J6sHHLh2Zy9g7r2IWbn1cZ34wMdWXa4X5VOt6zL6a895pVXJvJ8+bBGf6aE8Dzj7FsONe0db5CbiKSs8oPAeg85riMcoqr0WfX95u5fu5IED8MOxn7hm25LBXUlDRyxAFfE1/hZPxYMXfCLZwbEGHd45PHi7Vy8OQsAL1tcJEjtUc3hiMn8vQTt68RIARh7RkuMXQKnbskew2wUAPK9j9SvWP6JIEhiuI5ZevK3t9j/Xu/hZAMDwDtZhDkRz1n/wDgaIaw9f6xIcFfMbewi73bh3r+uQ9Y5K2Wl52KUG+AEP4OZ5GiAvvE8JAmce4JZyEt7BDV9433LMvgcI2YDgAIPhZMb8vxH++ddff4XTGQHg93JMCuDad6VdGzKUi2yLqzzp75cAwNCB0U0BwBExtOX/fdHy08LRDF6/BILpePZ9AcDIAZwewGcA4C5fuUw78JsyGrmCG7Ab0VJfvWkfMwD8t2evBQA7JDvJn3O+CgCXHMAPAHgi/1w/ly4L8+JL650tD2k0iRRLJbbR5Xz/7qVPMWs+0MM8p901ZKbYKjxzIfMF0EK/78AvpWEHeq1v97aK52/Ug5znQazPKet5M4DLCsnuPMFW3HFP8E3rvox8AwDYC2YePupmFhDXA8Af24mcCBHgENAJACskdDBmn8oJADiYcTDtYNQLD+AHALwbArpJ9jZpzgUTzF+C3gqLNwglJIcByKrcb9HE+hLrSp0FJVfXMQAcSmec8OHRidsF65Eh6SyLuKwctIPLqpTSf2YAGGz05GaMnJlK9h/ztTwVu/W0ECoXghYXjfPeAAe5/zEn4KqnunQe6k3uBwCPPIgn0a7nSVsD0ZWfucQDAL6KeDYqbY/zibtos3qipGhkpJM9ev7DeQDHCFzIR0+NKxT19fX3AIBtqKYUmfXO5fjK2FYsfsfA67aEmuXgcVvbM35T3UcI6BzYI739LAA865OggpMAcKXFPuNPBQBvy2Ybki3B76a3HfG6Sa97AMCnOP19Cx3p9VcDwDRgd5WQBiyDSxVkXQCzoptKsasHksRybTdyGdSTvQFrTCNW2+v3nHWRdW9BAF0YKxqyMhStwKoABMK2kLl9EwDuv7lOfEY40fh0qgkMVKwH8Q6DWABTLbMEgMQPBoQS7Gg/2juWYIdkHgbA4TS5u0vwM4oQVcFvYxhmj5x2hOxEAYH7YZYEbQwey8tPvn6qV0KtoikGa00P4RIWFnyobVRiZvgY7ANBnQ5o045RgGu34d/EiwfJnGNjo/3+znIGgHfTRly7MkWCeGKTYyHa9GCdDlNQ3WOF+nftxuW6ZjEOS5/sIK4AsqJrbh2qGOoMALIPgNBrPtbBoo9aUz3MbvGwR/5VrkGDusOwe0zEexKIjjWT49QZQr23vZTqAZXadqWFesAC7MaOLcVSketsxX7R22ogkQ5SJKcy6It1gEWKhVBB4MgtmmtcIZsB3FawV6BrB3UJ7hI0DWCOAK+9e6sHcPz9Ct61DchTHmB69goEFuBsQNj3jT4lH/I6lIcvD4D0sTfvSg/gDMsOztCehW0R0OboZJ3gB8AaCRATNI4CDTgDy2Pd7gEcv9o7uHgAm2ehY9pDCejooIpAlMAVGu0RBP5EADiAEX0ywmjzAA6v34YnhCdqAMCBNQQA/GsDf8MD+Ndf/7kLANvjF7YapFG4v13lDKs6CwAPOvDvAoAV4hmhwhP8VQ7gqwHgDjgtQ0AzHDQ9gJUD+AIP4IsAYK/FXOshl+Z9JYKYtx/lAfxyCQD//JeWAzgA4DY+9EuXfH0AwGfIcyoDI9QV9cA0LgQFzt2m9ybaHwHgemyKIqtel7ctRZz0zt4aPHAtzHQdjxBHB1QM6QxadXjpBhCL7+Rv8ALGwSi1rZtQv6V9Kt6N3bGeDjG6TaspAwCMw429rg9ffYa+3FOg7QLAFKRdQqwEp9LIUxSseQB/DAbdev5R4RhwCscewBMAHEw5mHMw5Q8rAHB4/0ac9YcH8HoOYIC/FQCGcqD4/WUTAuHsENAGgmMGNdfHBrl5wV0DAEfo59iMCQBuy+C819L2gj8yJJ1jFZeWuoXZaeNz6S298rQZu7L6E1Y7FwJ6UFbO9OYBAOcohbJ7yetuhsSVDdQl/fijlb18U99H4OkA4Mto4+ycUElZa/sBAJ8dwzPltsf5RG2Io7PzL622NPsAgE+M8YkiSG2x8noAwDKGn9Y3uwHdw3kMvG4bkh8A8JVhMw9o/hbd+6jutQBwdHm77dEDeL3stwCAoye878X68cEc7eoqk173AIBPMPl7F5HRZrPZawHgaFD7BdrlKPfPAMCsahMZe3YNAIx6rMxGpja7V0V/+tVwsQVMsjciDVzNuAXjv7wc0tO35CptNocAh78A6CpAVgGAo18EOLpXrHtE3JX9j0+HiCVmxPyX8R/MxwIzEgBmi/KqUxsJmGpceIPMk0lAtowZ78z/sx/d08/9wjWDswCc4Ws89H3I10koR/edwjXDmGnmwDacxzNBteF52Y774vumRMYY6VUA4DW66pTAv54aAK6ePwkAixZIsgJMc/3UHs57INSYH+HCA4d1nY4GYRvY3Wer/JXHVyNwX+/uEvuW6yAOTMCbd+wzwN1hrXQve6wjHa5Ye1rMcx48sVFd94XNuIzQxPuwjg0CLkZxSQ8EgWmLBr2DBr3e+Cs5UBB0ecYyv7EGOgAMisO6DoC3r3UYUIVT0LsX3xV+mV68zKHqPL+wWetdvXozNy+8fMMLk7l5EX7XoZiVw7d6Eof9tkbAJOBtMNieuPQ05mES8zPZftOTt/Ni8maCuB245qgBvAVLodewzqlwNON3jTfy+MLmrJFuwqb/3cNRkydwDl2XQ2ieO4EXQSfgQ/G7vOoA9tK5LD2B4xBDhINu70gzGQ5kBoDh/du8fOlkdgIAFqLhdfYjAsABesLWnzmACQDXHMDXeQBzDix/CQC38W4g+6fPHzHuBIAZ/jneyP97MgT0aQBYFMQc3SlVFgeT4hrXdQWAfx5CQD8A4CWT9WGvDfa78/OVmMhF9v0+3xQz+zav6pW7CgCH/CnyGs0ZoBUgbFA2ZV1rNGxtHayVvINcY/8o456HO6TA3wCAlU6hXWkSVHoFC7MtpXwQuhv9IsDb11z8FqCwAeC4V1xHagbowwKuFSVniHSjg5M3AMA5BLnwtgDg8ACOMA3BFJyQHTmAVwDgmgN49gCeAWCenBqV33vlAP4RQ0AnABxHsbD5YP4Jn771RqJvTKzwd2UdOoCVqHF97fKAOMcAFsxVIyqmBzBIH16+DOWAXMzYgHEjFr+znOpdzm1QgwrFBZ2+8j6LatRy9b6sUW4IL6vTS/cN3bUtPE29URiTrW4z5/PApJX37V7XodwXB0/z5Le2Wo0g8yjObfdTvSfuKuX5RMlTRa4+3HWq9R+r0JHisfc0lwPAO1RdJoUnsp/mBbpbaxq/26jwdPdfv/Xe/Ri66Wo2uzuMVyq6J6Zmc5wP6lIcQZs9+aoFx5ORbKBfZ5/WG6b8X78ldfN92qjGt9oKDXEyTEHZVg9S4WefWM6KLz0ZbBimwq8QYQpZZ/55y/rdG+BvCwDL3JVG6LmnOt0MYy5zhXX9qWykVT9r25qjH8YNovRxhIXs7dto63Ee9ct+3z2gjlaksV9bY3+0af1jA8BH+iQNmk/xOgJxd+XggRI8A8C73H5i9Jv9ElgzGI6GfnQNrO6d6lpIKAPG0U6j3gu77NyHPZ5TPYBhqz6YrPn6lpwjC95pbach1z3qy1ZX9+TGU9Ci23wq3v7kfd4a6NBjNiehyMGVDtoDuNdXeYRvpUwdZXC/EaAYf4Vxv1AZyL7w5tADitxAtbBJDDJjNNgtwN8i42EMSyuX+iHZngBw8VLkM/RQd0M4aIG/YXfAu4SLNtjsBZfgiUAjij78wxfYg74DIBE4GmAIygnMMF8IY2H9DW2wXraTcpNgstswbtWnVXy+tEeZa8BLn5DF8v0Fv+M9CQrZdoYJIoAU14BtFdtC2jdK3fQOLPcs958B4D73GjMNIpoukTBmuprJeLxOPSPn4tpFKbpO/gjVeY0ZytCLteDDfdZp4+ajnty7U38fyx132cZh3puOtvgHb68Lr82qZ+NOUIm7HlzU8KwLYzRscf2gxNAvLCfq3/EJA7M8f72Otvis86a6vSp++lOUkfKP7SdEG9raa4KOh9WQdktRL0Eg29eSH+lgVWmXy5gef/mmwNdaIbibXv4K6fx7HrCgnRVgb3hYhkelQjnbwzfA3cjfay/fzN0rD2CAv8rn2z18Yy0GH4hwztTbCDbL01betslT4lnxG8FvhHnGoRQeJ+NBFNZNADl+K/soe/Sjv4U/xGgA9AV/sH9kNBcAr+6nawCPc9wLm3S/pXdZZCS4DBy9668D7SbFB9W3uyq4JAHgcDIjCIxPhYP+1MJAE2/4hHSS4VSG1JLvW/jn5mTm/L/hARx/IwR0Ay3DNm17NGzSAWLH+IE2dePjhbsosaWXnW2qih2Q/54qF9OK2fHBhOY5XnIABwCMdJqg1Zbztnmfk/76wYUXcYghcwAv7g5+4JCzAH+RjznA3w4AEwSOsW/gLwDg5tyHHMB8f4p3m5cvDShG3t82X/hUCOjfW5tEvdqcAEKLp+r/ceziIFbZ06RM5LXcf2I9GwB+20JAPwDgI9o72ktv1+e6uewVRHvBKomDICkEIOg290pYumZ1LJqvlPugLgh/vPw3PHal/3L5RwG5w+oxyausP7sfGTsATVYAODxxkbMc7S49jBPHVH+inD18ue5afcv13uUhB3CCwAsAOGQ9H/IiAHie0Hl+jwBgA74fEBZgAoBxMqd5ACsE9IfGqPcAYCS+twCkZOKkKRyJFRYoNQgHJOCxMaPP739tzOcfzz69+89nH379r2cf2/vTu3+03//ZGNBvjfmEEFBei0LBR/RcSbca9qnTUID7ZFiE+njecv3+BOZbQzGEh/N1OYArAAxFAYqKAOBysgohiCy0tTHrp0n5FJeAwH0BiQK0AeMqk2cvPH1j9cRnA4B/j3conN0DGCsvNrhafhz6WfDssxSSwQVM5DIOtV766lj37mlXei7rzlM/57Xtj/W8Vdl8tqOFlRW94dvuV71yJH7m63tP+3UNSb1nUDzLwC1O586CbGuQr53KrfaOBvcyQs7S2yL8ygZdLQT1jU1sDsWeUfXgnhcBwBfwmacEgCFn5+dKAyINI193vRzd7ykB4NXRuI7SVvhgH2f/5c+ZM/RbjqEez3Sl3IXCfKpUr8votNKsuz+vs2qU2qKL/H26dRq4QgXXqUgq+kXrlUHOyjQV5A4Ah95BIxg/oXjnbyDWzY1DPOa1fGMLAJ7Xx9qYzL/NANLwfTYqYwy7F08Hd+ukUeegTloNwePTVkM+atvgrabGDWI/4Y96KF424OKT2wDwFjAp/d4WI7W7Sdk2qJ8h/YO2jkDNveuHda8OAV2M84tnPNIl9+qeHLCNYkfPu9f6Ud0KANsT5GxvB3Cq0BDrdz5qevVeclotCs/a1wcoXF/xdwmHyuOwIz2nIepAXyAL7J7HR6rWaT0WPPDsqM3lDH6U308yRvOye+t2lUd+bX3j2lE8XW9rnkKP3ZhEjm8YlZYvA7s/QWzWTYNlqYGmer1qH1XectlsgW8Lvt+KB3gy2xiSLvA8pk3t/93PlPUVCGsXYdSiF8Xo2cByaC/lvD19BfoK6PrSHBDSgxHmuXiuuLE9XCUXZUSmTIsHZ/ssTx5AcEWgqg3UVS6L7xCQYrscwy57nWuUZQwM97Z5Q97X9Q3mEuwi0Ju/DXoB2zTPSvBXPGyoh7b4bJXH4af4bwJ/uzdwl/fzXJsi3W63fNQogxPdVhpbWzjuHzt2lZ5mdbfrmROd5321aoL0NAfzoYWq52KmCrDmZi7nU7yvwVf/zS6QFrLv+m1kD+LbOCDR9WYWtfF5AoBn/iLrtnMBw4NeebUz9PoGT8J8x5DmdQoNNBmfkiFd/+/XO0/g/KLPGzKHa8YFcPxiWAc4kBBevL6vnp3FCLImCIyGqD/DVqo0elgPjqrYADOHX6bnLYGzsN0SVFNO1Wg7PHqLBzBtv87tqxDQ0MP5Gzx/cV28IoFs+MrKdivnneiPOHHkrLW+PThHoZbWJszC7BN4TBlQ108PYIHHHFWBoGQvuCPaVKjdaOtF2pR7tIHcLnD4yfs0V/Yipmex2s1GTZ88CEDyoRdd/A1Tsj4/Nbpmvt/mYNY+w/sXoaEDYwisQXmACQA3nKGBjr+9ayDwrwEC//PZP/9JADiuB2BZHZJ6XFOQbXuFPdt/X/Z5Ul1abXS1rkWQariMpRPXlgBg5QB+3g4h2PuXAHDkAI6w48wRzHzTAoOft99Fk5hxLoi82wAAR85lAMDhAWwguHoA/9Y9gJsX8AcAvw1wx2fDXAAAN/C3zVf8XQFgAPIDACw5hL7wbdnJzknWiR+436MHsAHgvz1789d/e/bzX//l2cMDeEl6TwYArwK9lcq3V0uVFbkULfuCP+gxqp4bv33RxjF/V8FZXqYGDLnF9jJss0I1C6oqgqz/SbmqeqJH3jq4SXjt6hCVHBIY0tnyufE45DJnWoWul4jfwbYlRwbVpyks6ss72Hqx+yFZh4Nb1onBR1uP9nIAg33khrndZeJ8VwPACgEdJ3MYI96hGRgC+rdgxhsA8CuHgBYA7FDGubl+AMACfjcAYDFxK+02/oFtepMyfJ4RW950SVEA9eu0Do5M+N08gBEyJsBfegDjPeQAlidw5UUXhAVYN3ZeJqgvL22Re3nNPu5nxvm69q+vdbunyPHILPnKdn9nJWQq2Zpyj+vmYqu9WY/bnIFhA3P9aF5Ts6pc3BCta5/H43zN3b9+ncs3yCf7GGR2suilxW7p83kA+JJ1Eiz3yl3KpQ+fypaMFDoZf8uYXNOF/fs9NQB8TY/nOkfzu7bCN/gzil4//+NYjvc9mtf1zfHItw5B4EH2k66a6poGq5kPGtz17zMA3MFeAsA1bORonFqfx2v5xh4AHHcaDeDjve8DANMotgBxdas0FuVJf1h2htdlALC9C7wBpyF5Br46AMyb9e8PANiDn8b6VZKkYXDrdQSmHl2/lpvd0u5RXQPAZ/S6uf8LALjSeNlbmFZX+zKAKbzDUA7rjN45NFR249SibFn7a2MNzn3SS/sCqTAZ4i+bZYqUUaZcdFj/Bnm0PkbnZMplT/kDlG5icEzFVfvcwc/xV82d9kezfKf8nOXRUh8xiAywbXGQot/RMsPLDNBq1hkFTIK1pg+RWJTitX6gMEEw23iqMSwP+ndAG4Y4HeRnXkhHHVO+0wYWMBKZ8jqij+wsn0EgSZWPehaa9wi48NlqJDpCMubhNU8u2zYALKBE6Ee0mPVw/xw43aevdl5q/wpUyXC3mbuwh2nu/Ef3bT9kjlR0v8th9FkHk1Iue2oBuAZrKvIdwBW7kvM+2ZHmVVWNytFetzEu19+RXFjw9kuWcNCH6KwblavZuDSmsvFLn4XODxe8Mfndkf58rKf3XLha34WXorb7Vtewu26gM65NeQFZ1eEoS27siVfzQKkOYGgd0fNXUXn8uTP2aJKCDaVS921fPQK8bfmhDr/pfWAf5YsOA4Bv+FZYIjqUIa9dDVd6dMX9MmxxesE7amIAu0HrAcoKqEWYZnpKxm8M02zglkBaz+NLkBiAqsI6M79u/51Ar/kM26Y3sQ5Taj0SOO08JtYv2ip8OEHaDA8tPoRRJT+JtZrgMMBjvqj7EIjl9XCwMmcoMUnsDdvKg02ITxH8jdDR5A2ZvxzMMfgkb9L5Ygd9DQCDnyYSzEkkfZKnI/Rz+5lhUJUPs/0QKSYJANsD2CGghS8YAG44g/P/EgBuOYDb+5/wAP6VAHArg0iVgmvQJ4HfHKkv07G+HaKfL4VIvaD4JUUXDme60ZYHcBxSAAD8qgHAcEQTXScALPA3PYC939BEag3zAFYD/2NueAAAIABJREFUtQC8t/FG+Ge/GwAsD+CPzbEOIaDD8zdCQr9vHtftOwDg9h0AcAC/4QE8AcA4wA0AON6mxZRaIKyej1v0LH3dspxaUxDg5AH8SwOA//KvDQBu70cO4AXJXQ8Ax7Ss7U50i0NMp9NZCgjzdUSEiS89xy6+qiDvSp3WvwbvgCZZxK1l0iDxW5+rTP39i9IUSEemLO68iaojG5WYFPgr3QJX1EZ7JALJ9N4lkOucvFxH0QYicigVA3RePQt4H+S4DjQaQJZjg21bAfR+ltdv1tc6pe0rZD3vdQgAU4nVyD0A4F2eXJn7d+sBTE29hyuS8gEyvQsAHOseVBrkipDP2wCwgOAEgElniw3uIbPo0/IAgHdJ9MKLPx4AbLEBHn2gbc1br83iZWN14QDeXLyIQQqzaXPmG+yI2pv78DUbOAKYru7LEyrft/T5yQBg8OCrR+viiqA/KBV/Rg/gi4drpUIQ6N6Era3wkTtko5yMqzv1RwGAbTibPYAvAYBv2rDb+LYxEw8AmKP7AICXBPIAgMcx+bEAYOx8aFHV3mUGMvZ0BtrBz+nea1Jhs+YNeqzle52VI/16KHuDPFpjnzSKdBl3iw52taD8FhVvAICta14LAONxY8hXhOJM37YbJX1mHR/iNQhUDHXSWcfmVwBgGcdsQIPhrBjF8vkE/uY1lGlevzK+/d6M1tEGHgrLlfTUwcwSFlkAE0GMPgbpAQdoI5FQUYZAl8EYjTinA1iaQK9locEsgctGT1hOnsq6VbflyPsXQM/47jJ2BLQ9j7Dw4fnrwS3yr8GmJdsRwRzbkOgp6QjfMwi8tkSeCgC+dDlyv7IBqo7MK0nfS0Am3+GW6yDwyKFtlO4Vj3R+Go2zn2nYdk+6qj8Ypn2DfD6Z4UT7HTQmwNZMxt2TfuLVgE6inTAiK8e2c2jjmRmXenX483klLGrTI2+QMZ/CL9cPF6S/jr8HHfXi5ivN0O/xin7Di9VRbrj2uIrcX65xg54ZcjlC4cIbt3jlAhyLMM4M5VzD5UY5RKQsoZztzQtAVKGZ2T4Xb+b4FTjN/LpOo+JQzj1NXwWB+UzRt5zoHCqGgCZ4bYDYPAv13J8Sbjkq2/mWXp/Noxf11T5YZJ9nsYBiR1Z5P2fyPNZ/HqEnMJU6RIK54eEPgsXmwd0O3dMOiEahv3Tw10BwhIFmikl5/8IbVXmB0wM4QkHTAxhRRpuT2a8TAPyxAMBxI8qDEQDuwPAque//yEd8ktctADAikPpgww8HAJOqEAJa+AV+OQUAv332OgDgAH/j/cvfn7168xY5kh3knCKYdIADDu3am1bm7du3z37++ednb/F+03579ez163atvV+9Ci/rl89ev3rx7FX7DKfFV+APsUbiMAjXyvDZ7sOItrxXhQ/xPJW9ah08CSFNjd4EAKOtPbngm22tCtm3ShP9wKCOAuhajhq+c/TI46lfYhXjk13Kz1J+7inK4235W75HM4pCwIORuk+W5z2yzfYosScM+2iAv/ACth4LEJhhmcnfOsDLQ48dBDaA3PVd941RPJj/vH0aFHYeYMj9yJkeaU8EPLcyCQDPyp64tdg1R80Kck7bNGJnQ0C/lwcwQkJHYnZ5AEdsfjPniNU/hIBup52wkOwBjBNKFJh9scekyHVap9IeIaDHENA8saVTWg4xUoBfKgpS/L3pOeQ0fTOOJeuVAwA48ilseQDfGQD2Juawv/cuMCz1ixu/nclefMuTFc4ZofYaOx6Z0IrWhcSy3a7kb92zNnVkoJrvuqeccXN1tp8nh/eg2Gp/vMub6h6P85YovryvT6XEQso81RgHmV3+qKdq3NLn+wLAnT77xnvtEe4/ElweDwD4FMGsFjrig2srfGMezzCDnY7+EQDgzzshoAcA2DxnhbXfZZXYALcy3g8AmCN8HgDOnUfd60cL4+jKUL1F4nWqq/F9Lk8j1z4V7F0/rHtTCOiHB/DZ+a0wBuakTmk9XCqDpAsMM1/2TUmFlTaw97AHsGAag7jK/Vn7u6fmgD4fAPChKPXpdhe8RQ87vNn3UuAKANh69bA3KgQ4GNXydysRRafcGYM1ADjnZcGe+cMg/2Q4A+kP95GXocrDvrMAgGnzSY+KbrmDwQ15SzPXL70f4L3Y2iEQRjCCtg/akWkjGYFaCx2D2xYz3astKjJXqEP+BZeu3nDO42k+hLboSjfIwmqDIT7rDnZvut5X9VPgL0qbX6U3b+TldPjVfj2HOp9Z1wwK+yY5Nr2fHeyN7iPJGR4Dz7uz2/qaAPDmgWnR+RoAzDEZFcKkVV3h1blM/y33X0OZftjheDfO9Wezg9OX1HXjNsK7Cb8rP2Htm80FBGq55pD/T3Tvz1gTn5UHmAbtcbEnACwPIhugB6v6xB/QBJqKv1ofs82+wvnT6GPJZvqaSFKCvBX9oQgXK+Vl/N/WnmYlnodFFN4ZIY8F9sb9oD5p3Th/r/LxBrALr0h5+tprlyGeCf4GwMM0hMU7WOGhE3CGt29NscK+9rUpL95ihzXfYRtTShV5AcMXWF665kEcY4G47Xq3jeeQYeRY19dlTxNrid7RA5hgFe+vuWrj2R1zukdwgrgCmxPoxlhzyjltTu3nmWX0BPJGlTElaE4FeySJIQdmvOEBHHTMvwP0+BjARwK/BQBuWENEGg3vXgLA7bOlmvztNwLAfCsHcHikNiwi1pr8BUWZpCpTra9N5H78tTUzicLjOidLLKKxetoUAvq5c/vG4QV4/uqNENCkdYd+5uf37gEsmWj+UXRvyj+uM/6Now2cwfQAftNyAAcA/HcBwC0ENADgnx8AcKG5e2MTFgFwFIFsKHx+pnUzdq2a2V4yiyl+N+DLvL1+SfzRhE/xJ9napeW8J0PR9KTtEQcqIIxUJFEObY5AsY7qoQtRhuAt3xGiPj1x7QkMYFYROaCvVnCXfxPYZeoT6gSCudUew69/ah7Akd7E0e56rm5ca2XCYx987n/8v/8h9cEKZp8F8JDc5M6hEMDTh9dVADCStDM0gwHg9+10znvF648Ox4OHYDEA/FKC91oA+ItyAH/cyQFMr5Exn84RTlWZ+y0ewMgLjJj8TclAfH7lBY7cwFI4IudE5BBm7on4fNUkd4C9PXxJHA+bcwAnAOwwPsohQQWKjDMZaFX+9wSRN1zSNa4GgNdCBkxMYK8bYCUGr08KzvsUs9p5XWv3ZrLX9WKt1tcBgH+fFsu2kmRNcVniGsVqYl+i3q3Rk8S43+BmS7t9x0ZtVTJC6rjuEQXi+jWDtPK8e6DlrcPzZEa8J1S+b+nz/QDgkQK6AWJtRmJndidikHIDJQcK0MMD+Lo1EAS6XOm9raMVXu56aZLMqcN/NgAYj78z9NeulBzHaWex3MiscPipzp6BvR7q689i43U3OM10mQcBa/jK6WHr4UrUnwC0WXex50EauaSTmT+wCW/MebNjAHi+r/VUP9G0idwBgGc5OO5xxhFSL3eNNg8AuI/ZEeC9xxeP6p71AF6b3zHP3bjPrQYI7x8S6Kk6wy0AcJAvN1h8TaHL5nHhluec7r0mFf4MHsAeswiXtve6RTfbbfhbXbwSAEZ3V9KC9PExOGVg1pTVDWS74wyaZYk9ntr5ve+jTxnQSjNcKgrPnF4W8vYlkEVPBuY1qyH17NVJgNdh73gojICy00KkyqXlaYypg5sFLJVcMa8C+AHYSV5tBn+bbeWL7GYxFvByg20lPkevYsjuehDI8tUgquwyNMUwh5wH2Ubu2lePL2w5svEQTBb8q37VENAccw7A8NzmWaoTd+7gN/fiMhel7po2mLQbLtXapwaA65qfdbDUtKRf4bv32FXnWujixcMnZ6E7PqAZNFV0ObQ763ZcV8d8qXN2G5ddr98HM5IGbT6K1mt+smP4qvWfoHc1lpf1ZKP3sN5t3MY6i9DpPFjR2e+6Ak1Du6/xYIBWC9e3boIQrslAJn2uMxXZo013ZDhZt7RhGQq6V15dOgs1cMvhkwXY0utWeU8zhDNDOTPUs4FagmSwP2cO39Zm/I11rLWNe/L7CADrebl0lte5eAWMyoO3ODhhzWol1zy+zFuebAF9oW28r1GrHjiQAk9l9VH3jAZ4WMXXHULe2hPlbIaZ1ryRv5EvADCOT4G/iR0E+Ftkg/ti/tmnbbJnRTjWpGPCriMATBCYIaA76Ou/Ix9w5P/9CAA40kw2ADiAYAHAEf7515IDOD2AERWigSNgiQa+NcCwue3rHMO6qV+qPrlZ6L4XHAI6AGDQaQGAew7gpwKAI/9yC/ccIZ/vHQLa6rQOcK7nANYOTgSGsagA8OsGAP/8AIChV1AQLojvFmyimxi94itQ2vN6+7Yrd6dM6EJb/VQ76HKXLpY1lo+StClnEEJeshD6Y5GR9fF9uyH1Ajxp3X/K2cxNrt/RHuSkdIEyogxZT+AWuXilt/owIsFgg7sMAU29Ne5jMJhevs4BTN2YvAhtNqz0UwvBHgddPgPobZ7AOvyIz3C4bdci5S4A4PYbAGDKgD5JlQr67/cHgD+gQ8wB/L4lBH/fGLM9gJ2wvQLAwbBet/c9AeCPv/7Xsw/t/endP559fv/PFoO+JSSPRPBPDAAzfEjE3uebydj1HafPCP7eGwAORgkl3rkaDkJA753kTDrxquJyvdIDuHkKbxnAT4aAzs3HfWXoida6sn6i8F2Z7DX3O1/nnBFqr73jkWkM87sBgLee9/gpzo/psuQ656X02N0o4qQiX0c9xPXNG13Y+9bY7ZSxfs/jjfGFfXXxJ1S+b+nz0wHA6xvyzrNXNtkXDm29Q9+oPQDgC4exr+C7AcC3LfY/JQC8NWk38DpvMIamZUgDz56MdbXczFMeALB3/Byl5X6lSCQZ6temdE0Obu594j4yV26RxwMA7iNzBOLu8cWjul8DADZdZV/q2ve+qQIbdc8MI+iGB/BMr9DrtpUxbsjPaVhret8DAO6Udotudp0cf+JadwaAqxxiz210HylrVZaVR53J+Wg901JQDfyymrELvqoyRad0hLctAFiR3wgYGwCm0SwAYIauleYaxvz4E6KleKJhrY9gqH5YHJCXTy0AXpf5PQBgoCJYyM/akfwV79sSua4iIjRiUPKoXxVoJW/IIgvAllUFs/mQv2Cj/owF1JaMyzEodeb7YqjEB80rTTN8Vnr1GSQ2ecxqbR744qNs2h7He2yvq0prq4frKtjrZipQGz0fvgcBjvsngqYsx5UhcNekhM16tVWvgb9eX3sAku/b72/Alvf2ffLGXLWdpIdn4WEHrqkZ6OZP9jLyAQofnhiha5br0RV96GLtUEkOcfYrFxlWwqhT2YNX+9HU3bQo4nH1J+Y50ULSWS4GIqp97RSwFzl1na83AOAC4NIO2wFghnIO8LeGeFZoZuXxRajWDJMcADDDOsOminXbQVweiDQYy/mPZzDQ6pDQVCX4oAZTea22F38LBE7P4r5+zMvsxQsQelCbeV+0r/zB9TALPYDt+evQ06Id9MsYAImtsy1aiTsA3J8jC8oDeGR1OgqAhx/lDShda5C5fwneBClHfksAI81kTEClAsANCAbw294NAAlsgR7ADWdo78AZRgC45QD+J3MABwD8WR7AcTM8b7wrbyjewdscaeOK5NrF9W6oAGD0/2fvTRAkyXEkQY+MO6qqa+bHvV/q/U7vH3qmuzIi48qliEBIkEqlqpm5x5XmmRZ2KO8DACEEwJjTsFQPPCGsf3sAONZ8dQEt6/bfLooBjDHfiQH8scQALmPP2L+PEQPYFuUdANxk6sanTCfgHQCL/8XDnzCYK7GPf3v5dgCA/xEWwK94zaLxYK3NX9UFtCykzQMz3/PYnVmAiV+ZMpThzpSi458OG5CMFXqOG3V6fs33Mp9L/KXxZOXLfBpZyQLJOg0CB9/LFrzK2QBcypiJP5L/6yWwNkDk+G0D/oY8oPS+iChgl4Bt9lI8AMDVY01cuDJALOBY4C3CNsgTRwF6GQO90DnsLeyzAvTa2lfx0XEZA5dgipeDQgcRaxv5LgCAsR2yG4hRRkp3ZUrgZHTwM1wzlPdPuKFTiLEB3490ywAiLQCYFsAJAP4WFsCf//jvh0+//9fDx/f/p7yXlwHgQqj+/PIxboiGmboFkOkKbZujkR+Njb9rcQbzpsWuXImMAHAFg58QAKZQnwBgCieS/qsg3oSCI/WXN6l3QAj0FRA+cgGNwxgWMdxEGwCeDPIdAD5DgR85TQjXj1BqL9oNBeKWXz5sLYWkfADYNizvvzPN7lfaqr/LHpypajfNss3cViui04RTp9pLfaNRYNf+n9ECOPQTN83VXuZblIxPBwBLmNn9O0lTd/tcBcY+xd0C+NolBsK33uvL+czVklxdSg1bAb8CANy5g+SNbgny2f1zs4TYn7NbaJ0PIWPpUk4Pyu8h0SUAcD3sGpBKcUezIntsR1VUDWFUcrqs8OXvnUapPyBW5a+VyFREN7lSfWp5spyp3xeg16berpUst/5VReF2XsetIb3bfK9IIlhfgbwWAJYyc7HuQok/T7EeqzX4IqXgU/wdgz7r/u49FaDQGr2SZcb5DTVOWhr9uHcWwAnc4LLAyyQ5KWJdWNdf541m8qScBrpLy+2/PwlSVJ2bpFEyXUrth/Lk/vywnhE0OddEFnqLjLRaqxUU2Un0VPU+xf45VSbFhF0pP8Z557k0YJu/kd/re7+ylHVfPjkDALse7wV1w4BTWyPec4baWhqAWY13nrcAdnxTW1moTvH2AEm4f8ULKmku35ulrNw6G9w0TdK7rOQMUAEAFgsW3bIFcFCUXv+SaVvkEakLPQ0/BvUrv3PIAufKehtZB7r9onHqWwON3JYmL2gp5HIagCsaFE2pNm81beiMlJ8DWfmZx2JPnM30PMsHp9b/kGjLc6TA5crq5Kxh9a5EbfanJejA3wCAHV/QW6ICszXbEwHA0bnam9rX6DNVlv4xFOHe997+tYw2TragbzKxFeGxCw0U+4JFgHBAl5/NzpKxVjUHXhuW75LcyE2FNW3AJdJUWTaOMrEXsfjFVw2ORjxdAl34DLBV1rx0z1wte1s8X+hfaUREN86K9evYvc1q13kV19dgbLXsLfXZmhZgsfaN6YNdG9uFM8BUNDn2VKIrBIijr23vFdoU7pfltlrlynuAaIqe+3umS+FxoLq8bmKmyQtB5QCAY/cHvbAFsK1/e9mXGn4SzdFxq9Jx+E1Pg/YEgRGNIHkKocHT7gS7ALAIi8HfZgEM4MMuoIEvCPjVC5hDwhsKAPwHAGBgDcXT6AwA/lAAYBid/ZoAMPYELIAVv/o3AsCvHgQA60W359wHAIKxXrMLaFm2m1t4Rek8HbFFy5jDtSwwHVghAnD6DOvfYkxHwJfgL0DgD7QGxme8PtPtdjG6g9UiQClaL34sRnjlM7y/ljJljBehJAOD0mUEEJlYH915qu1F82CuIaZ5XgDgAvC+gAvoOwBsOaOx1cwYY68eMOYmL4bUKEGq5uIUSWzTLicv0W/5NWfJYiTkppFeZbg819OkRfL+SK844n4WPA0XShwuIdrCdJZFkZ8Wu3iXW+ZaXvnNlsEGge3RyTIA6mfe2s4e/K0xfjsQWDKq3DvLcldhShCzF9/xvLh1pmtofIeLZ1n5wm09wN3P9HBQ9hj2FuOZAwTGPjTOWvZiAMB/lt9wg+bZv8MCeOewmYWr2GYxqUHM64xpEswWMDkkyBX8FUHGrRzG+yVRSASa7hmaC2gEaKevfiLZcgENogQX0CBaj2EB/PlDAYDtAhogMADgD/96+LMQoz9L++QiqLmArjLMYjPk7TIDgCWc6KbNdweAIVBE7AkferwOHhcAxk7DSyDvM95eCOAX4O+fZX4JANdrip3wrYXVE5S9KagHjwOC9fiPTcmuK1njfY7YXlfDpbnclmvb1OcTmZioD6LbmXQz597hLAT/WW9U42XtzdU05zN7YzWf48tq7Ms+k7ceoHanMDhher4ZvqjotlWqCupK3ZujS5fakN5KoRuL6bJ34/wE7b5Fyfh4ALA3Tuw293OqLLye3uyBWqy9SnUa/lvG5Zr5369PFyXO7Ldr6n2cPGXClgBwP7/LOm+87fGzAcDkLXbtGIoqCuc1Tgol+Th4RPy/EOxX67RywRtoxgoEHoHgcU7zPIyKzh48hd4rH9BDEWMFcHYxGZU4f3ZR1yh8fDKo5YZ1ZCMp8cAX4gBuhbkVYvmASaV7UnaRn9TvUgBO/yTYueXDcWWgZdKW7W8PnSfrnxXaswwqeb+sJeCJZuzk9VjtNdKK+73BOJIX99sVIMeSEl6/2JfjsSBYyznIAAkXTJu/aUvjuc9rUpfWpdMUkPxJM6y0SWnUkusTSDPawX3U1kNTZkYddZ8FAFTLzus3Ct91A82FE2fpxaClR/16Pshj5cu5ortUVQnjodPQ1JFcFbmSG65oSt+uUNDMyvnWMsitfTnMj7UYa3KbVnxw9wDFyQrN1JC5jVO7mNS0c7EN5lljAbTzXaYDR+NfASceY0JGi0U1AtHml748he9SjAEYDpd5ic8zbinlALvTk+u9CkR7LIPP+RhuXTJBl8pPtC8FwJhvCVwVv0kAkPOUn+362WmQLrtfzmBoFFz5V6unY3/8UttqHl/7EO0cf8/gERdQK8NLoQJQLisrcWPPV2oaPFnUsB42BFZlGunCSWTbEzUhwKy9RR8L/TqOFIuVbzojd2txISK4R/2eaOcZ0bIAeOuesIK6bZJ5u6Vqnv/h9+0zK6axjtk2A7g1aVNs5+f+zPS0dAKQpvbVMqK+fLHCe5KtAcgT73WvJqso7tkd/VzrTePGQSy4/jTOXodhZRsWrnrc4vtCdwpZVXF7Iy0A3th/fN+4cg4r3gCB6QLXrptLHF/G843YqHYDXcuOPSzr4T6OL6tCS7C/o13UpbJ1og223K0WwMUNgPZXs/xHFXxOwmIZxFa65Xvnwj30tZt9rfFzLF1Z8MrFcwWL02ijnuauWnPQ6J0+t7i88TzWiEC3Rou8hXJ+zZrT5DNC0PbI5D4vfe7ZpDl2xdeyznT/p9B9ukg9DwDLBTQA4OJlFK/3H2j1+3t5wQIYADBBE4CO1EfvWADDNfSg59gjX+Pv+3z7uIQDcrUpgKShZJLHT11+kAWwY/8KS6nfeRHCILCs4GXlHjG0zXASbUcVX4pxn6yxAwAu+I4BYIJSdgENy2uAv/EiSAUAuHz/ghcAX7imLWAxPLDyO+aCQJXwA1IiygjdtU3RCS/CaN/2/JkB4GIB/OLNHQAOWnK8+lqKrONrl1jFiMhasOZEVSqhCE5ZeQ+e2gCYicMhhliTmVqs+LhZaJ4brDwAYPEH5gBPJuFJ0gjYHnVDwR+xgiKDAWTKjvy9AcBOz2VnALjy/HBDD74YMkUtv+OrDSimHopyagpVUsFfgLygZwB0ddEBMi3oG+tmvF68fKlCoC6+f8FFC3pQBlYqcBf7insrLlQoXZQR8YEBIpt4Pvv3//hP0YodpUn7vW08L4fBcE8bMQ62IAyw/hUIjNs5Xx8+lgYQAIYfaoLB4QI6AOAPcAFdboQAAP4IALh8xo0STC4IEQgWQODnYN684RXuNUJg5TqIQXaMF6Lt6DAPAmWQQWBKDOAOAB5cQM8A4DObJBPpUwAwb97YDXRzAY2Yv0/lAlrKp15AsWBuIvpoADBvB4af8j0AOMBgAsTezqMi/A4A7y6/a5VuZ9bz1Y5+LX2QVYMwB1GfSDEk+JdaAM9oVRB2Hyn59YTUdC7d/GBW6aD4znV/6P5Ofh/AtkdCDdmecuVMv69rbOSKNt9UxjTzcEh/5Ap2x3kxlmeacKTkWpXxuABwq8kH/TPtP5tmrsRtq/OWcTjbhlm6XO+8Db8KAHxylEQ4TibeJuvHsKd9R3M8x7D7fb1Lt2Ztjr0JhzdNiTfSCX+3sK84K5YBG/jb4v/Z/c7hKJUE55yxHo2jnpumZ4XkbDxmv3UXMhMPzIrbWgnNhKx06sHayrdCbq6WBCgz8e6WHzmq5qZjdp38YYWWFedJWcW+x/zOQeBQpu+t2nrAV4ItCJqoe9ZSndgFKxnqSL46zLsQDDrl/9DOdb3rsTrOu5Q4TozYPMnRWC35YIAB+9OPxVxPCLtF1eWbUhDESX9dO9PZQkej+V7RmmvWOm0NRsHMx0T8gTqNZNHOXwMAkfJhf2GoD9dSncUoX8gXurEclBuopevCkRy7gD2uXXAZxLiIp1xb4Y+Qb8mPGh+cNjVigI7PGqAkXn/E4zf58xlveDgtK5guz4Y5LimWvRlylQVym7gISQQMRmXXegZ6q7JQGjyBWHEZrFltqKHasrHnQ2eZQd5Ko83+Yp8LwLBbSSmXBZ5AYd4c3ZLWhOWfa6wgUK57w19VochJ+pza2INGjd97CtwvAc6mXaY7YfeRyFCVIwa+nad05Pf63suIIx/ozjhBA3Mbw3Z5s2Sb7mAtpW3FRq0R/vE9rWl8X/BkN8KgJ3NXwFWFtjUd6moqh+P3A4Ey4NRNX9sP/Vi6Pq33BADXPZTbp46N5yHm5foXAJz7w5anPUeZWYVU4JdWl6EAr740q2J9T5ZoxXrAVU2WMZFGC7qBuuFOOfSUBhIEhsqyt1r1BrDL/AA8be0LICsAXgG+2cpX6eTiWSCwXDTbyrcBtNriLY5vloflLtnWtnCVG6BwSVRB4DCwoXwNANgGNxwFXChT/noRAnIznkW5juHLUQsaleUTArXpGUDo56jDbQ6ZqpGQOgPVXbVxGosubFelMVqVhlmqfBTTmPet6NRwyRrlmHbFIutpg8Du2R93QXqG7wCAsRWxFq8DgIuFXLIABs7QAcAEID+FgdI+AHy1ZBYy0mLz7z9ayFcj/fXYcbbrxYiyzh1S0iEnwxU0rYANANfY1hETmxccEMTAcnHb75wLgPAEfwUAy+JQILCsf8MC2DF5eXHDAAAgAElEQVSAEwgsC+D3BcQqmAwtf8MCuFoB9wBwOPL1Ibqufa7QehEr1qzl8dpurCcsSFgAZwD4Hw+v//6/H97+/Z8Pb98du4BmGNLXbx7evHnz8Pbt24c3fL1+eP26/P7q5cPr8nr58sXDizLWr14+f3hZ3oFZvaRrecXmfv5c+7R7L02ja3kKQBUyreuh06uEGHTVOgp6sWGC3Kuxsflu3qbP/Lfy0nieNmhrdfCgjnI0vhlFBIAbRQfLC+6mbmnxStZz3QZyK6Crc5R5WL0EEHSDNIMxdG3F6z6EGEkr3zAIqPxM/FGXS8JyN8kPaiouoqRyCRK3djI/6wwdVNxUwT4RL7Z1b6SBVW/BQxWzF++y7DX4S0te7KMAeWVRDyA4rHy9x/Cc1r+wqi97qZRDC+IwuuQlME6ieX7pyWMBwJozEYevcAFtC+BqBSyXz39kAPhjiwEMa98ZADzGACYAHDEcLgWAC4UpN0r+KLF+y22fbAH8HQHgZyS+AIG/IQAMISVul2UXJE8DAGPBhYvn0QI4WQLfAeATp5IJxb9F6XbMQK4UdUi8I66AlQO73UsAcRD+/ZEYJNOxA4Vow02O+ccREHreUC6I5mLArhwp0uLlLcg4XE6rnih0jvp8POcnUtwiyC6Lv1z5dKK1NcnuOFOgkpByzd8teZ8MAN5R9l3Tv7qfhjGqwsS1hT5SvjsAPAxklZivG+BfBgC20ow3K6VA6wTwFW310C3o89HoToFdyMlCgDaKxVzemHejVE2g1h4ArMt+ScE9NLgqiLML6MS7p3kHfd8MAM5xy5rioNHYpwGAE3WPfh/Nj58fgriLgg7zLsQ6x7WdFX8M4u5LHNfnPZZzVmN6iyy6AsNRp6xvR1XXvDWjDJQB4E0bTwPAUoDl/P3aPwCAE/Dx0wDAee0OMpKVjHUGjuTYOwB8lhyt0y350Y8PAIv3qYtVcWc+HPJldQFtZVUAjDVvAuSqAq9aAMcYsJ4GADcQuAFpmf5rbwt8MS0y3ZiBnhUALhmgN/mThsCI91sUvIVxKu6vCoRLaL4HEpMvkqCc7oLKwLt6egNCmNpo4MxAS9qvPfi7Vd6Tpg6HjzMAsPLliqKctGqXAPCQHyXt8UGpwVcWs7GOZmc3/+a1lr+fULU0ANiXCt1BfG+dzWegc0fIUvJKF1LXfF+H66kAbt1DTa7ypaLuPFRl31B6JyU692AdlyaTVoC4PC92PASPbUlVmXAokZst3rZTbZiqA+CYMH/nagrEU5aG1SMNZdLB2re6cw4XtQRVBNzWOL81xF6O4RuWjTYYovtjW/aqTgPA3SWv0jTGtY0YvqILsf/i3aArLW8DwMW+15Y3eAxQFoVtL5fZqYjpgDwGRB0pvYDZ9izvQ1khh+Vvch1tgLilNXyhxnsbB1nqwGQ+C4tfLHilkQcfWwgL3o15Jw3KOhTLkk6hZ6INba2Ml/PaLnsCALgYlREAhgVwMTZ7/6FYAP+OFyyAS2xauIAGCFlAE+yBaQzgshNu0fWdID2JkqaPB3w/j71lM72HZTwuOkTYyec0ohtcQAMc5sWIFgtY1r8CgLcuoAOMJ1BWwF8CWDMAGBaK8OQKoz4AV7BOjFjAHQAMq8bi+pmWi3YDvQaAvZ6wwuYAsEbb/GgLAL8pMYANAP+vJQAMq+9qhAgA+C1ebwMEPgMAF7mgAsAJBDYQXJr6vQBg0nvu36DHQeS5Y9s/FQAW30hgaiQTZJyscv2Z8p0vSSlxFQNDCa/yRDP4r0kJn/cXrJzWxqYuW4Sz9YHSA10q693luu14rxcIrY8Ji2DwPQHACBsStCsGiQAwysa6D0/BjEVe0jmPXDjb261dFYQOCs/KfmHZ8GRAABhWui1WLwDc9kLc3uRKnW6cBQBjr+CyBS198cIlFtMwBUmnHMzLY0n2NmX5rgAw3DvTL//CAvg0ABzLVy5/hLJL6A8LYKLwPw4ALAtf3EQRAAyCTF/8BoQjYPtvhTDzOW6t4MVg7hB6QNDxXbGEn/32sggY5djBV/js53t8D2HCDPhRAeCgCJ2bzTh80V1GWP/OXUA7BvDoAtoUAATgHNuUcFZFkjkjfZJfLexcV/goFF1Syi1Kt+N6rhR1OHXfAQAGH8NJPP5Wy8ZC0vEYmAtm4Xab68qRelQA+OQ2OdflVSrJC0/wdweA86BugLhDF8Etty0rHmuSJDz1B7xbgO/HapdYT2vXvE13C+BLxvvHB4DbYaHS+nB9aQWZBPNQ9t4AAN8aA3gc97qPfODY7CvluBgApis5/0nJIiV1yERZactkVialWGJIk3j3NG+vv9kog6U0yGBZU3q5T3cAWPN0B4Db7vgrAcDa31Kgzf/CXd0lRPts2okSYC/raOHb8Vn0IQuBCwWl1TprCfpsB1q6ke+HzUJfEI6fnWL68np+qByLcWZPJwBSbf8pC2Cuzp21uT+D8PI0G+eNbJaKIH9OvI5Kd3Ampsl9UXuQWvoE9Yj6HZRhN33VrV60JZRfSqv8rJPygMqgzpDuW8GnWogCWfIOpxyy0wSmBrgrxbJ+R56ikSEA7LQEgMsB0WpEhgLzf1lfsQB/1VYASYGX8UNTbuNZ5q8sH2BQ57WgZ957ADDqIm8a+p9HoweBw5o4Ftq3AIA1f16n/br0M7Y3VDN1bSa10mpfCwC2DOmCkmI6Ml9+Bvr+ADCU1P7Llyo4RrEnMXay/LX1b5K5a/bsjDVWx7BlKkBM0TLWX8qvfYO1JqBJ7pYbKKvPtuJVfFJY+8JFLa14Hb83LH2tH4UcavfONQ1dR2NfSD9a3SUPALAIg17cuqw/5GXvQz6TIQ2AHYO/AnLjGemB6iT4a3NXlG0dSnWrDOvfBq6KpDSQtsrr3JzRvABTBT7D7bPaYzDa+7fRLAx88coYHczbu4LBrjM2T6YYsE7k3o40S01rWDL2Kot2FvD6+6YAMGJkhgUw3EDDBTRecgFtAFguoLH3NSZ2+awWa8VfJ8lcoL7ZkKbVOVRzFISukTxdTEInuL6FF4wuoI07MI51WMTXfXUIAMPYL4CwsGCkVWLEAIYL6GYB/KMBwIgB/ObhZQGA39ACuADAf/u3h5ev3xKLCVv8iinC1wdpCix7CwD8egMAvxosgJ8XC+CStngikAWwAGDSC3wue/WFLYFjz35bAFhLzLyyLTgT8OCYwWdb2pClQoDyqtOOoITWcMay9qprZdYVcpxBX2aJ9EkforpcPxlHfA9+j+8JzzRAK5rt3SAZUPF2k7vm6LOteGusXfmWr22EP1rH6m08vtFjAMBfCC7rhXLqixa8epGWGIiF3FmQZVjl2q2zwF/F8f1SPSIjHG5Y+RIIlqUvLkjUzxHfFzGyEQtYLqZLXbi8EqA0ve9yniLsyYRsfVcAGAHbBQDLhzUsgPlKLqBXAHBTNiX4JZR+cnkCVxHyvY3Ys7QA/lIG8gewAAYADPAXBBkA7oufHAD2oY3bj1RBNw/02rEAZgxg3FLgdsusqyFMXLT9wWXDHdMP51OuSrn0WWO+l+Zk74JoXZ/3mpxn8lwJa3LOvg8AfNZhJ2dsOKxs11lmb2uh78qRInN7LAvgOwC8XtN3C+Aze36ehjvhDgBfP4CHOaERuO5guSlak3VY47kE6WB5VOZuvf3Fjj2l2fT3EP57F9BueRw7DPRawQu577EAYEofl10qG/uxAU6ojd6/7HKoVDTA6mEIxXOveJUkNFotNnlDcpUvAtZ0iXffAeCmYN/bK6sLeFKW7e+yOwDcxuavBgBT8bGzOETVpGh91D/TnJOs4VEB4Bu6sqKHPW0dOgYyu1DWHtLZRx38RypscV4QILY4iy68wmxlu1l75wtHNc4tNWu5wcdzqTMAmCsfolDtiy03Ylfwmf4IAOeL/pXnxzhY/xBpa54AkbW9fBFKZeoobkBnwj9rHgGkze1gC6v1HGBMyAzkAQEARQ1hTaVeyOIvbY6qxOxpo9vm9om1zPnLaP2bShJdib8ZAKx6EsidJkxNU/6e7xVK1jng6Df7CF7kvEh5qQWwxKcsP40XFvS9v0iQOnLiYzhCrmceK69PZD1IcjkA7H3tPlfQFusaLyvjg2CPly584cHjNgOAOyDAdLO8d1o5bsFMA/YAYM9/usjEBRKStNcQVr8tfTP427mhjTi9nRtnAcWy/g2rYbp0hjtnu4kO69sEEjumbo3PG3vIZaAtvpwhlaMATwIzAQCzF9gfXLdlzxN0DTA5ejgDgKP7dd/kyxrexgJutUNlQdz2dzuBiAAKh/XFlRzSLz5n6+ForxamAODNJQ3OSSo7zbPqaS7jRQKPGLqlmHx22ub5lgDwp2JoZgvgDx/eVwBYFsBwnSoL4AqgVFDVkpo4HcfvUkIQ2+bifLHl2o6aVdyH57QEUByxhmVsWLg/GQCMGMC2AEZ4T7iAhnFfdgH9gwHAzwsA/CoA4L8V8Pcf/+vhTQGAX71+R0M8+fCQbCDKJQAYBnmvXr1+ePPOFsDv5AL6zavi/hkgcHH5TLfPcAGNz+EG+oUtgEUvCP4GKKwLJN/OAnhcQVsQOEBeIq9aeT1PSQBt5UGil3Xtcb23awn18h14SiSS++aoq7onVutUn+sGjCRAt4LIgJVQfvAqpg+apOKVlpa5yQuGLnY1vpkBYMmjkh0MGiuUmHul9QBZt7mAhoWwXKDTNT3CzGLt2yIX9ASgrF8Aaj8B8A1Qt4C+sNr9VLwT0K3zH8BDES+7AcCy7hXQ+7VcroC18FeWC+CXtsieBV5cEemWnTK/VL1d5t0a5x8CAAYIzNi/FwLAunGZYjZwcunYux4ObAFMNLwMngDgctvne7qALkSBworj/wYAzNs51SU0LIRh3SsLYMYK/oEtgK27ltyERTcDgAXEIxazblcKGPZ7FS7j9lglVMlN2xHfvYo5HxV6+NwE4jDhNMEdAE6ESTLozl+VfOfPWcw5KJYz1lW0t3I8t+s5PlfrpNml2DsA7HHZB0Wu21l9rjsAfP0oSlDLAsTTztUlLR0VHtu8dwvgS8azT9vTvaXS3NL8prKnAoBVkQ4FuETmA8IeABzPeVsyrDsOBobKmMuP+8OBqe2buo8WALD7tM8Ge8W0FTq9Uscx//aUPU3Ra4Uv82ceaiXTRkHdWjYqr+8WwMPYLDQ+dwC4H6vVNYtfyQW0iNZc3qzU9kliABsYO8cNfjYAeOyVlUB7vb0DwAOnX1zwWoLwVJt9HwDYIHDl58FX7QmOeogAM0bAuSrVA2gRH9U/suiT1V7lcQG4CH2RWlhgTFCusOShG9nyX3WVKjSHg83f04lvA7bWRkx4LIuRLLF38YiQ0Mby12X1NGcPAJbie2ut53otb7QW3gYAry5RzdaV4jk3mXIr/0vDyxHPCuJzZE/kua4aZXo8WnENAGwZ1xbJocF2O0O89PbdAMAYK1tMhVI8eiXdMMdypAVOkccCI6qEGh+va5+sY31pE+kV69nunL22uMdsvVutfMMCOFw7S/cJ980Rw5dWjAJ8AZ5U1812HU3PiLAQRkxeu1+O2L7Jilfr2E0LcLe6nFa7Db7KAthebZynWdkSHEZbUpn4bCtcuadOl0yqLI0FGnSjtsV2hwaAo1COeFArWgwLjG0AsOiK9r7cVuc445oGzR0hF/RpAuCatgj4buvBF03q87oC+jWz/VZbtZvwegDY7laLWr9Y1X1GyEm6UC1GZfhcAJeP9jBa3uFllAAwwJWCM/zRAcC/E3uAi2KAK7YADksm6bPr3+0uoBdHgv0BXepFJwBwqUQ6Tl1qgGfQp7MATgBwWP8iDvDHHxgAfgAAXC2ABQDDAvhVtQAGACw64b0tK3tYABfAt1gAMwbwO7iBLhbBb8pvNQYwrH5h/YtYwPpsC2DHAH5B+hWxgC8FgDGvt0EObQcHfyQPMGGHNFeXvBZSe0Yti/hh/J6bYilQ6QXwSgJT4upRolr+mreBR7V91racPJtsAGAU5zLUotQefYcDGLllDq/AaAvaEP2EjNjcODeZQvCVdEjEDztdjXRNyPulvMvFNKx/pVMCAPwF8a8B8ALQdWxruGUmcAvrXwC98So0ie6d8R3p8T32DfaQXUWbJlGuLcBvqSRws7iqFrfsTFtM5zGv2TvASGC+GwD8uaDgn0Cs6SbgJACMmxXlloVjAE8BYCv2BhfQz6Ag7ADg/3n49P6/Hj6W+L+fnjAGcIszqkODXDY7PkVvAUxr4AEAphuTsBL+rbh5lvtnEHMIRT+OC+jzADA2IwBgbaIGAJdFHcKlFik4niXb/uCyEjvOpzwSXi55fhs1vgPAScDaFXTS4WJPgmIx56BYCUd5jlcrx/O7P8/nap2sqVLkHQD2uDwtqHgHgC+haX1arvw7AHz9AB7mTPzuMO1BAk3WraVE/p7m/XwAMCT+pjiTYvgOAGNyM/BbFb6Zh1rJ9KQAcLM2WimCq8YuVuVWZupMkKq+7MwmWNW7bFOM4V4d2YJjluYOALdRsTJzdyzDfeIZSftHjwGs482+vEkFxR0ArkthCT6uQEsrqnYW1eOBOmeozCOlWZwXqGZbaQYXFsBckj8xAGwguAKDVto5/lnqnyWjfPwzrTawUgEc/RCAUONVgfwGxiV4pYIuARpX/mrXr0iT/vOK6OKO4seU3nxaaZuMuAsAT4wiEpVlC1q9/WG7lfm0AHDeCXsAkNPAtXjWC1ULoAr05zNj+uxJjjV96V4/w2eu29HfGgCOfU2FebNu0rAE8NspuNv6qEMYM9A7vw1HuIVPNZvIvFfCBr6CkY7pa7fIAFMcc7SAvGEUQ92orXoRk7S6f7a7Z1j5yorO8X8ZozS+lx8l1xK0VexSxxW2FW9A15w+7ly6Zw6Ql+6VNQba07DyjTKwNeOBLnigDQFGk0ZU2Jt5FZdXbRUNUXl1L3M/GwQO8NdlBEhLMWBzlBNA22L8YgaUUTpxvdgv/853rWq2wPVGa9Qs0YMe6A2K0enKzu4OjlIdz9l+uR4AdoxOePlsAPCnAox8+iwAGCEmP8K6rgLAxQU0AeDiYhUAcIDAtAAuADAtgEtaWusBL6hurPME3AYA36In3FN7ak6bP5ms2wQArDjAvyIAHHwKvQ8+3Xhbu8DkPZdjAB8CwCF/cx9jBXNfyK28AWDGAN4DgGEpXIDfEQB+QXrR3EBj/Z+yAE67KIt4Z/hatqbN/N9ArlhBAKBBBgJSbaQKhCG2QdUFsiHVztQwbMSL1/lGlMLgagsrEHaa9SJXD7IK3CWZihjAiuErkLpdZpKai7/TQjg+A/zl76IRss5V2A+13a+I8VuxQtUgADisfAkCC6uqLqHD3TJ+JwiMd7wQA5vgL6x3I961LXlJWwDoCuj9VGgQQN8vBHzL7+WdADFoD99h8avYvaLXnjn0Ve1xXF9ZAAfdHogEZ8ByvctIaR4RAG7uQDD4GHTcyvlUvvhGzqfSMRBkEuXymQAwCbR8838og9JcQMsPtl1Ag9G+KEDoy3LLQrfC4gZYCLyWa+X6uSn8OKClHWVUBxfQAIAF/n56/38fPr//74fPH/5VzLPfl6Qfq2l1PhPtE+Ata6vYZUyebss1AFjxKRoAzPi/L1/xN8UEDgvgiAHcLIB1C05uS8IyuIDKJTOJfMlMQhVXwcrnuBXnm6xxmPGhwy4AYwVVbi9hhlRvxrc3v9nNj1JzB9UA1NUFtGPyFAAYzw0CywI4A8BBaToA+LgZIjnf628jpZ1uyJGScb8gMaan+TsezWWPrYUD3zhybTo+nxYca9HUcNZp5lsNSHvm5vVVrfJa6N027nikFjMomXv6V5nRXnZztEpjHnsl7Mzwos23tkA3ua7fS3v1H82RD8fXtP+MELbbrlVXfSvPmUfPCKvGxmF/luRakmELCpe5VDZeM5BX5jmyAObcP8GaOtfck2uZk3KU9uh5alGmDecaOqTKdbXPh2t9p968Vqx8Gpu1V7b2Ztwtnaxr3UYNVzjlI93zhPCs26MzANgHHvdtvitWdGPJLdJ6G/tV91GneOtHYzMWidGzTZTxlIdqnlAw+Rf+GnlG+SL/XpXWZK/RWx++KLKmEZiJg1mRBFmclhRZgdxklHoOUQfiYBMKokEh1Y2GNWv1x9a33N/2mMJrSj2M7bDwrgaAWc3Outm0ua/UczbfmkdyHZ7vq5LW8uQ4dptdeBW14Dq8Vhjl3O+NJBd4Ldu7dZcSxnTkXZ3b1beRwmlaNlbi1o2VxiLGzXtKG6+12vsvnjfrqNih3TLxPpsPNRVVBycZqTsu/KNohX9O5MPQdMkMFsSPm+fgsTvlRtoz1U5LWPDuUSbZrOasLYuHtR3fTSY4NwWzsVjFArQKbFd+Pph7yd6qdTNX07FSKp2MBgvgXE7kHfm+eVzmh7GtpJAMPQLLjzK6NQY+b9mAfN6KxgACQw9k5SbVg2xXow4mWZV/Bu+i0S54WWjeOp5W96f4jGCOSB/5GXcxeIBovWezfC40p31tSmymCN6YUvekwBbAdaB6/mP3tublPUnu045kpsoFSXaobYoP1gt15WZ227Peln1n868B4DJfbHIvf3IZh+wkeqYVqKn1utGw7cmaUzpTf1zZzKxzHj+9HADO/aoXHOIyRwVlvXUH+biea2OYdFEijRXz+WFdgHXNcWQ5B7DEMugb32MBiV95r9AEVZchaP1qPa2scqt1OtyfFp3nC1v5Egy2G+cWB1geHg0K43m8olw9t7tn1Sew1Va7eJe1HYDcWfxWAcbxivXrPStA1QBwWN7G/mC8b1sxs06tU45GyCzID1216YRogtZoDGulMdWKOGQJ1a3l37ebPwjkZXFRb6Q3rZKM3WhUZdDjHkVZ2i1i4sOe265p7bejP9UenhJmidHeRSHNeEq1fU1Wg0WtX0AXu3gFABzWv7YALiAwMQbiCzAwEzAjF9AAgEsMYALA5ZVcQAOMEQCMfRq7K8kQQjmO+z7trof2aOBmzxd5Z23S2MUT7kMZjT2LUJPPS1zaF+WVYwDbMO3SGMC0lrQL6GQBTBfQBUvBuH/8WAB2xjUtltaf8Pl9sYL8wBeef40Yp3ivnwMQY4jIHCYyLT+u9bKK5gCwdqN51RIARgzgv/8jXECXGMAJACZLxp6mtX9vASwA+O3WAjgAYLqABhAc7p5HAPg59gAsgUknTEMMdWohmGtn2UcAacg5w3rpVmel74m2Yy8Z6AzavwVghzVu2h91+RyhfRn7Ey0i/w3qUC2ALZeluPI1hm+LzwudTesx5CTz8BbqI/DgIuvJ/bPbTb5GqqrG2NVzteKlq2S0I9xGW3YEmIswsUmeMIZY8zKMbIC8tOItVr5wx0xrX32Gta5dnn/8CHfn8CigtU0r4PpCrN8C+hZ69KUAwXAHDffOAH2hp4KxgrwVh+ca8hHIlu3crrEvNCrGm1hbtcAc5y3xDtP9JAbeBgDXxdnAXw8wBo/ALwHgRJxBjDFYHLAg0AjOXpDyBgAXFw1l8BgIGQNTOozN97IIDK9AtCwsVNccEAK0dOQeZgSAATBiUDHQZULgAvoPAcCfaf0bAPAfBQAuBApuomklEovJ+6sXn/tdN1VeSnITuwhQloBsIQoCgAX4wtUzCHG2ACbIXfrKZ3YBDZAYYC9vyckCmPkzAAxCLz8gqrMKYO1A4sOJb4tVpQiJKdqa31uvx5v1NZ9WYpxdsHExByDaWsyO84sxVWBqvbIVcJmcIBsmapczWRJqt30gir/m1yNF4S29Xq12HQqWM+SHk2K2isJW0n6ZFmRXImNaq2ZU3RBkyjeOzXJ3m6Wl93Nja1l6PZo7ZZl57z2OfcfHBxV4XPO0rOmZaNe3/0Onl6vg6ibllTOj17naQ6ArteKStBc1PoSpgdMsikjjNs2rrKSTV05tFTpqKy4r6JaxujovBcl2Q/aiObg58cnxOTx0X7AfKSCebfhIGdZKs6M5mK2rlmdUwLY2rsBf9jxuPIZIVRXCBpZVbztMNNAXNzclE+oWKBTFus1ZlWncFJZ5zo6b99H+QGcF91jqEQjcjYeVylGIWtqod1NOuxY964HeLbVXPsc3S3kqkwjldNL2bsFkjZ3oisqzQk2/z2SU+I0nmyZr7jOxsYx2GGoUrY3wHuDtFLty7M7UXwUQU1zxiWtbsMZqxYHXz64GWw/qXTYpranzuySl3Cu8yuw7feYyOSlBRbJOztnNGwrS2EubGrp6tVaznFXPGqFo1XJPB/VQb7Lcrg0H817S7lIVnyl3ZCSdNfdnR7rME8xhKKMCKWlgcykr9qV0Urw89t8GAB4qUZXn5KLHbttueQvZ7LANZoCzhGUSZhcD6lTuyAVdHooO21KeDdbD5ru5GTnXVJZ22yNWHBdEFVWabID2GpTSxS8pFjWVbS6ZPSnuCP4FX4/EqiKZjPTtNl8p79VNq2iCeSqUxmJT8Zut6mJNi8TnuJuhewna31MY7YOOe5teVB7qFDGyWZ+RMmIUTFe6rep2sg9trMyLWlrRsj6veXhrp7tpEJBP6ni02a9VTWjPijYMJLWfX0x3V15bI5LjMLnjxQODm26b82w3zD5L0UDvkavbyNgBADzbfbEntfxDmZ4AYJM40fZGA+p37gG/rIzXuIh+em8Fqaw8DJZ1Wgscj/hcwZb6HfChgFrqFqlzDCOVHIOXsmaL2Ws9rkBgW/jGO9oQlyiqJW81fAlANoHM2SCoycOCNSuAWyzv3J0sXzv9GOfXvLxeqogzpC1sEeub7S5tlcWt1pjqAFgMYEdAdCMX2DyaKO0jZRKYG7ShPG91eiXmVRcumittKOm5L72nQwYJ2uRNzlYkC2fviLYPSh2NWaTNPe6dWGjbLdX9ot4sAGA+zRt8u7NYU0mC9woAEx8ploflR1n4AQAuWAKtfgvWEMZnsv4NABiGZwH+4v0DDc4CAP4XLICBCcj9qgFg0c/B7h28ZHG4XulVJqTxYATnj5p0WWkAACAASURBVFVOr89oF9w1htijfGHwsMa4dwAAF/ykGJrx8gWwlPjMvQijM1jdM5Z222P4zTSgfwf5xTyUOQAoFhaQAMP0AvgLgz8AYXKxXS0jAQAXrIVYTMF+YBmJWKcCgGH4Z5e5xTBsFwAOnkzaFBc/uPf0T912MfAVAAZe8iK7gP7fBfz9J11Av6QLaGAqEQPYxXG/wgjxOWMAywX0u5KnvAIAfuMYwC9LmgoAIx4wxlQxgA0AVyA4vAQYCG48e9gL0y1nrCRWhMm4+1vlKwtZ5mui/eScvAxk61inG+TI2IA9BUo8pZRQtmDlJwaXM+Vy2AZinKU8A7TsFnk5Ll00CTIoNUml3DCHK2ZMLutSJxWrN1v4qgxfdKp5WUbmg6EDSt7gbOFLQNjun2E9TKAXGKbog90683u58ACXzrjYAAwTngVgxPrHH78XevKBz9g3eL0F/ojLJZBRywUVGqaWF79rYErvgJnFPISsW0N1cEFHJ4IGVR2TKCTHZEpndgjTowHAmmwtsGoBXK1/AQYHCAwAmDdDEOy4EWgEPVYM4D94KwfgrwDgciOnDMQGACaham5FrCBoir1Q8GGA40YPJ6AAwF/L5Hz8AAAYwO//efhS3j/BAhgAcCE+sgAGwq7Dh/9Wt29BBDd/IaxJ0vbNONzECQDYrp3p+llEWRbAAIQNAMsimL8jOHnEwXiWwF+BwrIAthBGa2O7fqhAeZmjiEdThZ6ksMgKQy4kaTRqt64DgEFsFFcBhJyuuONAJsvfAIjHQNYLJrsdaP3C1lIoeixWu1fTj/P7acXYIzbZQtm1Ra5Aerm/25/h4fi824RtG13oNWvDe3uyx08MwopuHGVfAS5HYEwuezMe5Yfl7cun0NYddVasez9VeXTN7LnA1l8LTvOqfDA+bG4kuGQezpaJdJeV24/dUd5r16SFq0v60dKux/2ozKM+rfJf29+jNq2fY8FeRzO25R7sjc1mP1vvttxbaM5ed3sQeN62FQhsC2CmoQysdjuPzur63t3mDNc9+wBwGzgrUM7PeZF4S317NGkJAHt/Vxmxr3UGAHe8PrmQzQrqXMqlAPBWlmiKcJc78u5+zJC+WQCHhmsD3tV6rLCqGqjzVq2jbDrr96zNM9nlKoA3Cnds2tmaOZJFjwHgfW53i9x3U3/3tebH2waXUnf+jvqzGuejivfLDrBnIVXkeqdWBqVyr8XtPmz9PTpLJSqEEve7tEMvnGEtP18qUyxo0tGgD/zICptLsp1JO5671zLCbfLHmfacSXOLHCOxfJ+309vSZPmYP87al9uzK99ROeW/y+Tnvr8hE1Ue3lpUwVk0Np6PAHDX1rQXJBcYFNyOj0I/yOyEgDD/Gn8zGCO9iB9Db6MXAZlkhZH3KwEgu7ot77aIVA2spZuSTqti/Uuiqz0oYvpSm8z2VLkn6W/cJvFkAcB5KUx597AgnGakmUnc0MilcWIdZ8XNoT6qo3JmTWNMTyhzuzwNwJTGWXN5jcx6Lf/16jmz17dp9gFgQbFzOb9f9+h2pPZY2UIrjZ8V6jbK4Z7SYAnWCuU508Wg4w3jwvAU1LUHmCjksOox5c1Qe8LGLbbWFdgURioB7lZAiRazAnz5CqBJrp6TdW+SI21NTAveAJB1cRH6znB5XAGr2HGxPvFNsTt90VFbui05drjG62Z53rNJPo2PfEZQN3SqDXiOzZ4mHHlqHPD62PRFAHF7Zf1lesZ8pul1sgPjSmWhn9qY6p/1oNxf7W8mRzXSs3Mu6/jJdn0upNQY7J0UpShFTzYB2a8fTwwAfy2gI7CTHgAG8Av3z/AsKu+jFQAuGMIfxcjsIwzNCAKXd2INxQo4LID/eF8AG8YJHgBg0NB8xjsBAN+iozpLUzraTpbqecF7gL/kE7E/bQEMHCGA3xEAfgEAmIZpyXV67LO2isy9QBzCK0CpG55a9wBgWgBXAFhgcLMALgAwLYAFpNkCGOCxYqbuAcAaZZ+xCACbVsUEtPOv1pVA8ecFA4ERHgDgtw8v3/7j4TWtf8vrHSyACwAMT6wdACz6qNjjBdwtMYDfvCkA8Lt3D+/+9vcHuIJ+EzGAX71S7F+AvnovL8YCFgDcQOBwBR2/gYxmF/XdOqjbvt8fWRY0Zph3UtWVVMIfni1CthJQm15kDRPZabI9yT+CnyDOLsvhngxLXBbT0hCoJb8J3hNc37pWXs6nla7+6h4iiy8gLIBYInIGf7H+VB6scw0QC+QN3sg65cL5S738H23wM4C9gQ8iHdYx4/QSr4Rlb1j5wmAVrpthyQ53znDlHJccDAp/pOtnGa/ycgMvk8DbLXoFrAsYWPkcSDRlcqPSvNBlWmNG7VXADZ6WRE+DvQ4sP2/lmjF/4gf//h//qanaOdi333s/856k2Iaa7BB3MwBMN9ARlN0unysAjNs5AQI/DgAc7k1CyKeQhEU1AYA/GQAOC+BPH749AIzbOI7va1cM1wLAAITpAjriYVQAeHAB/X0AYNx66AFg3HSgBTBv7ML61zerfECbCwMrBim55w4Ar8boMZ6R/Nwg5YwH0dymOwDcz9A1B9vZHG/mjML3/t8tSqrr19j2cNGVBT52feGpv5cpsI6qfKqxuqzcUShY089rAVHWMhESj8ZIz29TwF5fr+SnW9bOuf6NqfYFr8vLO9gbuUBN0skqtuXeQnPuAPCWfu8dqqrSevfQFXOYFEW19DsAzDPH7G88y2R5Yya73ASIDvEac3uOZNFrFdCo4wgwXW3+m/q7c048RWzuAHC/fXcHzUq2SYKkrJ/KeVTaP41cdzX/pVLmabjvHQAe+M1C0BmteJ3zDABcrRJOyHFW6s3K5+pMAG8ntliJ3QHAkk8amNVWdwauKF0iP0FesYYMu9aYaaH4Y70B0DhsQVUgR6O8ZAVebS9DqYwGQBl4VQt1ugo46jwAPMipHa0OYCeP2ZTXPSIAzDF1vdS5qndmA1XJflbcHEhT0xq2B3U9lvp6EwylqfPOhXYMAA9V1q/X8t/bAOD9M0GsdK73kYprHoKGRrer8p6DomcWJUlvsR24dzL9bbwF+aEYt3K+qeZb3FrtoubOWW6dEYbOADAMWwD4OvxHWBrCQ2GASbIqlOWvAFwAvYqfS1AldJTZ9ayA0XaZkEBqWAk3y2B7NYw9CJCXAG5c7KIuUMNmALiBLB4sQtxxz0PvACUr4As6EuVwr2NnE/yNugIMliFvbAJPQuQVHfC+8fgL5LXlcKUTzBPPoh+imal8aNpp8GjtuzXvInwGlSsY7KyxfPC87WP8uD5bjlb449rc5+zsTFDByS4s1Z4BgN18RMMU6DsDgCPub4SWFAAMD6MyNvuj4AzAGAwA0wqYAPDvD+9tAVyAnc+IxQlDMXivJC/9GQBgtbHNy48CANst7o8KAL/pAeBiAUwAGN5YjwDgAgK/ffe3AgD/jZbAAIRfl/CkBIAj9i/eAf7ye1gAEwQO2qdYwACFdVEkvNd3dLzfNZjnxAMTwTcYazas70H7493J27MG/mJvmZ9Unjvh6VVVYQtcW/MaUA0g2KuxWuoWPmOX7SyjEDAhivrPhpsOT2CagnVta9wKNJOfabVXADgsiAUwq+8EfumaXBa9ssSN8sIwgGBvecFCFxbouEACN/CkG+WiyEe8I04vLpDArXOhIZ8L0AsAGBcevpY8flfcXn2nsSnr48iipeUVALAYcojC0RF/1+wPdiNpb5OtJxkiito/9aW0ExL8tBbADs5OELjczqGLhmYBrCDtGmABwCbKJy2AKVBYUIgxNfjLhVgmO0yucTD4s0wOLIC/wP3A+/8J18+KAfyrAMAQsJr1b3bLIsHgSQDgoCxViLFgbnfPsRHoyqFYA4tZgczA7F+bRIJ8/H5wy2qyjvmTBLn+tu1e2l/l91sUgdeOAcnRDfqcbwEAQ2DuxdqFIHpqICbcsMs3f15rPcq+04ZbwJhc5GbOKHzv/12t7Ds1lnuJ1geReg66so67BXAbuGsBUc7QaXBxnKg7AHzl0g3eeJKIaJJOVrXdc0fzu3r+bQFgrUUqEascrTWWPcE4HvDcBXTaE9b6nBw50vbu4D3POCqqKS6lfWQgeLtbNI9ZoaM0YG6NAds6acyfLQw2z6ght+XSjnI7K5OigJF3S+nt0u8WwHmc7wDwsOp+IQBYiuVQwIaSU7iLLabQ92stgGOP79ChPXphmdf0ZZb9iLavSN9teUMgP0lbzya7DAC27HKWN55txWXpbhvH1eyCLUDhs9Oezoq3pRnbY7C1UfVgWOBaMXTKMx9H6bfas778UEgNadgrlzkAxA3o2sqPLrvWEZYU3EHpMrjcQDsEhMrJ/FFbue1dn5fsitUgce2VwZ0AcaiHioFXmjUAXMfW9CKBe3n6Nuf7QUZ5bAA4jxuqagCwZ3uc85Ad9pbdygMOi+pdrI4rdw8ADlST+a/dT98HAMYym+8dj6xV2B4Lfe92Y+0+90bySksoMFkDV4srFtHrQLDdBBCHC9CYD631AF8D/G0unRUHE1aCCFArULakJSAMQFduZAkS83Pv9hlpZO0rELW5moUs2iyA696MPSnwuFn9+rKFwVvVE3F/nYc0IABgPCNAHMPgN54fjFNqBzdwN999kJxb6ysFy72zddBptuq6Vp52R7CMddJPVgA42libFnlYdt4Q3kth2W+S0WYWm7CX5b3Ge8A3zk21gPWVhq2ur1+/e+xGA9avuW5/l2KuA4ALlALgCRaH1QW0LYBhBSw30B+LO+gGAAvMoVfRgjPgPVsAfwgLYAA9BIDLnqguoGONqO1xwWjC+3QeHCnY43/Xes0VjQCw3CHbZI8r/IktgGkxCRfQ1TJSbqAVF/UHBIARfvPVCAD/cwcA1n5hrF5YABdXz7IA7gHgN69fEeyl1W+xADb4i/eXBoAJ+Nr6FzSpeBTA5RnuedOYntc20LXRGDAA6xC8t2lMGkn0TGChxSqn5ypmfgPA2RBVlrZNee7drT2vtoRlOX6xK3boXMBHCuZHEYyplZYgbXl9gTdeyn0iuFyfIWNUl8tZrqTDFvEnWgADROb3aD+/h/vnAHfVK+WzRS/diUccX7tg/mJwGAAw40/rsghwSAK/fEfsarzK8wCBBf6ivIIlss6wIC4AMuVLYlroZLhyRi8pz4LGygMNhxc0xXSlktO2p3s6kvZ6eUAZv1sKB0RnR97g7DypBfAJALj66Kf/bNzIkVuGPRfQLxG8nK5DIETIVUnnposCUSgBsQgAACNiPCaAiL0A4C/FAlixfxsA/CVcQMMf/bdwAf0UFsDfCwAmmYD8IfIQfsx164LgO83fkwtoEhOZxdsVdBPmk0R7Ef+MG38X5fm5E//VAeDc/44MBt/qSeNCGD1cBisiu//M7HMfGGmsctaE1eH2koMveUyW1MsPdwB4PumjAutoaVwyD0dl5eeXlVulCAlfSQE3q/MOAF8yE9emBUM8EM5OF93P7zKbpf9TZV9Q7tG6WtTb1uO+wm5vzfoQ4AOLBegmBEvesOAv4T+UvY/gAnqPxxr83VeA+ACjNdApxcexHPbrOBZWeKnPVjar5i3w1Ca+B6Qi9wSwmqWzQjz3/w4A95vq7gL6FJFRol8QAG57I1sRmSLsA8DVxGh3+ObSWaULM/5eqh1VuUdywNHz6+WRsWPQ9Kwo5f46WrVxGnopFTXPu6XHF6zim5NeMuZjZZr2fZniGgDYdYz8yb9z1qzVix+VtrWjyxsKrlm5UhI0Jdh2fW2fi/9btacc4xhKoRZjk/VlAXLweQW72EBwTpYl3sdPPXjOC1IBPLmcPCgJbOkuQrH+tn9lkTj/21zSCh1KrSajPGps18ZdANhJU8VT3r1qV3qGddUDkRovN2dXzLViaGfNtnwzOTRcVg5tlIKVizLmcb4mjnQj3wMAZrPrmEwGn+Mc/dFC7xLpmybVynSPR3X1HDeBLI7rvdqgTsrzXEo/UvWqEbZOMXQRlg5xQgXSUs+Id7pWBqCRAeASki7C0RkAJtgZlr8V/MX+MdgcFsSOEWxw1Jc48F6tiGNPxO4VyFoBYFvvGszVluHzBADHCNbjWbsAEtZ4sbfpWBZbbtiHcl0uwBlAsEhH2iFc2LJGFg6q9U0wLvYkWti5iPbvTG/30Zl2tJXRmuM9GCvDYzO01/RyvuYvBYC5+uoi3eXqGrgdCqMirgKASz66gI6XYgALgKSX0eoCWgZnsgAGCAkrPriABtawDwDLY2jRTcec9WF+YNG38xe0+zopZ3+Ytk/6SzPatZl+hgUw93z4WDgEgOGmWO7Zr3EBLUvLAgAXYMwxgAX+/rgA8LOXAoDfwP3zP8qrWgAX99CbGMCiAaBzwKDg9vkdYwD//eFdcQUNQJgAcLUAluUvwV+Awbb6JYhsK2B9VgzxAIAH6mwAl5TFbM88wXJR6D4yAIxi9N2gbWMlDfwNoLSkc9gsv7flZL7R9DYW/cBTCGsGG6b1bmBvtYkAgEth9DJhADh4GF1ykzdJX0M3zVVvY90Jfos4v0gTL1/q/0L8yDGAYw+wPwCNQQ/gZRigbcH+gP+Fy2c/g8U/XDoD2MU7MMgaqzpiVn8pNITuyGlMGt5s7bU2LIvFjOO6Gi/ohDwanzV5TV7xfPaiQM/rZ/t+o0+kKHuUL9HrodAfBgC2C+g1AIwN9UoAMG6eUYDobzxhYfB2RPgb50IJANgxgGkBXABgxP41APy5uIAGAPxlEgPYw7u+XDuZhNigkgC2MYB/OQAYjIhMcAcALpuGMYAxRx0AjDmDG+gQkobD5SWsUczwr/N3dMh5ipHgLN0wyONBNLfxUhfQ+eC9JoNPuTLWAvRqqOTBar/ldwA4rY4QsK9d03cL4DZydwD42lV0ST4s2DPC2Zky8wHvIL2k6jOFVp57MvFa2FzU+zMDwLyZO/3zzev90bPymlQ+zYkPPns56RUl/c0A4KoaCgXVTBmMIua/W262AjxbLrrirWXwHQDuZ+wOAJ+lHCXdHQBODLgpgucjuH89bwmIdoXtX7ZxsnPKA6W+JO22T1fK3wcKjusAYPfnNmeuF6z8flZO8+ZtDd8KAN7UPAWA6yrqedswZ/26CZloMq8VVF5YAI/rtrNwqyCw1mrP9wwAx54YAGDxSf+Dd/5SLRTN9yxVMbRigESVxyJPFbvaetenfRAY4BQrT+cbSxyb8/0AAI/8XV1Q7hF/YQsMMrUPSpueeYxb3dWuJh7VQqKU1cX7MW9bM7WeOmaDzGoFMYmPR8QKbS4gDnh9MuyrI93INQDwBVL4lDws9SZ10qsmrBfjY3haG7RmJGNqOPRqBWlI9L2CQXUWuYg597LahbwXlrTJuyJcNDNubwEznhMggsUvwN8AcAGsBhAsC2CFoxOIG+6haVFsELa5dqYVsZ8ZxA2drsBRWcESJKHO13ljr3kp0rK4PfOlC+Y1uExjoYZJEn4gnYgdoOHQeHBcZL3b7xsNnvdZBarzbMfWrxSAFaS1rWlr9bjeoR1qw5CXlXvNp33uGd45qzw+ABwdPtLJTOhVHaqS9zoAuNjZEfyVFTAsCwUAy/r3EAAOoOdDMTb7UIzNfv/9XwX4KbFoi+UfAGO7b70YANbUfAP98wQArmtCo6sLH3oRsj4FAAv8fQoAGHF/Cb4jhuqjxgDWTgeYyB2V1lvjg9p7OQbwAyyAOwD4nwEAv6MLaFxwiesbdT51ieW3AvIWANgxgN/9nbGA3yIOcLUAfqkYwAaAIwbwC4O/dgMd1sAGgMetYh2BL76Ltgf1L28Ga6120b2oRmcMAGs9BP0nWNwuyztmrkLTAjfzxXmRLK4hFumzRPBfGsJrbTH2Lx2s4BkAW7XDdeJbc/8c+WO+3MdmAYx4vsbv1Ba5b0YZcOVcLhoYBC6Y0Vd6kNXv4oORltbosEDXhQ/E4wWQC+tduHimu2e6eZaVL4BgxvKli2enQ0xqgL/hpbZeOMMmN8iLQQrM0XNjDw1Bk2NHVnnF38kDElvILGT7WXVu/uqaWOfee/pDAsAgyh9wSwcIfJkoTCw2Hk3qAwCWMNBc2PmmUV3AtgLGrQNbodoC+KMtgEvc3/f/RRfQBIRhAVwI1NcvYQEcExrhNJbEfXoQ/UEBYB9c6nsI/41gWrCoIkwQ0H4ZZQG6ipxkgCsAWNRCt3Ft/atbHBKLtOk7gemCtd23+IKMP2nSo0POU3SLs+MJv6KCFQC8W3bEPOz6ywNCa0Ajj6tVkE5ZlUCfpsI7vV2v19VQaanv178EgM3ZT8yBaZiTHgmqtyn7TjRomuR4359nmNsKzgDAnopL+n9J2ktG5rJy+7E7UhQezf9eOy2wXdKPvEMv61Nfyy15r+3vdf10rh2h7apCj/dGLfaApmyrP1/2cg4W9Xbg5w5/3yvbgr0PITqPtJutVOLwYGNlmA4rvevndpMUMqIPGbVOKmG2lNqKnvmUHQPAaqracwkArP4ljtZpc6UYskqZ/HQSi3aU5yrtD8VSlf8i77b/BwDwZsyszPNBXJqtKQCtgWWT9HwtufVlzMDqNkOz+jyzGz6oBuzuyJV8lZUNswIk51xX9mXjcRlBOezTTnEzkOB0zSMaMWRcyrE7e/NM3dKp7s1Bv4+mc5j2FZVMXrOxbvMe03qouzLWtEptazxqWSlGD/bCkUyYpUndNL9OvhzH4xb+e7Sed+fyQMFhRdNe/jW/sirszEp6vDRHstmqpqO8j2UBvGnDDQCw+HYq0dZw0hDWvz0AGAkqD40MHgfvPwK+LmtnvdtKivWMWyKdJb2PqRZJcUgrFSlpmT3oUqaLrergbUEF9viAeXClK9SftL/6PH4az917vK5y0yhMZKuVXPP5+UAne7op+dDK5bEvq/N8yzcOeJM5V9bDSlVaM7qvsivWBW0b1/BUDtnZbKuY5aO0fEoHgy6IE2zYUV22WE+hi2t16CmXbPyYRi7tHbnDVTrNfpsn862wBsRTrnfat4YFb7huTrF5Gde3ALj0tkijG8f1DQAYYGq4f2ZsXcf3pftnA8AB/Ia7Z5WZ5Up/HoHnls4grCx4UW6MU1rSslKWi2ezVkJDHIqI18s2Nk6kpa8N5+3hslVnjGKVHwS8emfXdgTt6Pet6cN8gdkVNEFxFhplJ5m4uYDu984ozvi7bfV2lvTi5/X5b6XrO9THLOQcncnzRbf9dghsklUj3clWAFiuZeHyeQMAAwxmPM/BApjxPIsFML2NlhjABQAG5kBLwBoD+AoLYE3jQuK/fGZ2Vg/15/7j8hkAYNBLxXUFOFrirXKfYv++LMDny4fnL4shXXk9x+cX5VWevaj7G5c2sJ+0/3lBqfbKO0A0WV4H5GmVLqCTBTAANVsAGwD+IwDgz8UI71OJqfq5vADSfaUb3gDcws0uQLo/i+Wl8JtmICYil2R39C/OkPUoGTSOJCIW6RIA/vs/H94kC2DSMp+TSX91oaxaAFcX0LIAfvsWMYBfPbwu4/myAMSy/IXBolxBv3jxWxlfWfwCCLbXBLl/No6V1g5FFP1Xgd6QhSvQiXEPvsDVkHQi3klZJHI8eJUc7v+r9W7E06U1rQqtXiNcboTQ0PPgJZx/YaAEcZGWZfYyHy18bR3crVylVRx6xerlO/uGz/llANhxfQEGl9i9YdmLdVIt0cteNviL2L2y8h1edO8M8Lf8DgtfrDcAyTAYjXd91jwoJjgXlHiMrXujX5VB172Z6TYnVPzm4j/Uu5Mv1sTFRUaG7wIA0xUDXTM44HIh0HTLUAgy3UAnF9BA4MtiwO0ubai5BXDdOrGAqxvoEQAmsYEF8L+qC2i4gv5UYgLLBfT7shDsArpNGm98Lkb5ZwGAdeNuK4D5MCOCGSJOpqZYusMAZMHXj7hHLK2SEsj9NmMqMAZwsQLuLIDDPXQFfnmV5MqN8i2Y77Vb7WnynTp8PEHVoyL1bBWin/s7SYx8RiaHQ02TxE3K0ntffi8qcYXHyzUN7DIfMKJUKdK2vexbOyfSK7rBFizkbz6qxW4TnuIpqQFIn/fq3rzdcgnj7FqYp9sfjNqNa3hoqcxHjVnfRoHlkj7cphjdr+nyctvY9Wtmsm5Dlrmkn3W3XKB06cvvQa2L67663m91MJv0KJSdl/Z1f2+cLKlqjM6kr8eEM4k7YHKTYaZcDSLXicMToqfp3W5u71ddEovDhcuM5JY5uAPqQSQOJLwp2m6HNmA4CeUTnnTEq9CES2MAj0D4kpSxzWHJlNqno2/EGAwFy4ynGnTKXWPekP+qAtvfh8lsymfLg73ibQPK1rLh7YYnJJbYyYlVWyWBuj3bMPTUmqw0PQB/VWHNO1MW5jE/Ah73JMpD8DfGYm9DreW21Vis5aejDXwkL+49vxn8rVrWGY1M62p83K2Ro971z7kKFrKmVUirU0MXXsjlxX6xZ4ANCNzJl9G3bhO2vTHv0VpiPAKARyq6AoH3aO6sXZfLIy5lvZ6PZnUK2KVMSxAYNHSvgspvWoorRcujLmyeXzLuY+ZdMajIGl18sDHjTgxgJ1vO7xIAFk/OvFviR8fx2zkmyUR5bttMKd/mWafgHGQW11WPaQkQ7sYh2pmaW3U7Vvhie5J/OQ5q1omoMLty3dBF1p/4D7/1+7mjsZ0uRkNY1NkxlhNeR9BOfyIpPa9z7dvjcWqFZYa0Pbs2Ts6/VhqPlGlBXqORGq2Y0W6N2EZttXmaBVKu2eMTa2C1abkuhhmwXDLMS2vjGkoz2DBMRPuaxjVXwZXQIRStZay7dLFb1dFln03tQZK9JwtJwEz5UQr2eFjeACDqQpLWMtezhC6ub1nTwir2eYA/EZu3WvNG/N6Shh4XARDBwpcWwHK1TH0igVmUqbLkxhlAbQCvADgMAFfZU3PSdJHRFpbTu2FGGoEkzXJYcqz3gca1xQDWnuNOYX1RXr3omHQgBoATS44RS+1rK5RdDlnGe797Z51lEkZAbeHw+gAAIABJREFUrm3YqLz1X4808/2YuCWuP9IMm07DMNDD1abaPDvIuxZH9jGNgT7laht9Gj2d9HwkZjgAqxEA1qUHuYDeB4CJNwD0tQtogEMFb7C3UQHAvxeQqFgBOgYwdNXBp067gPbUXzT21yReWABXWhjUtQLAEZe7gJG/FQzleQErGwAsy/4XAIdtAVxdqhsAzkQt0x1YgIYLX7rcBZiW3UAXIz5YYQL4DcDtUzHAA/j7EZ5Yy++wumzgr4BgxGWly96CESF0J8/+JG7CBp4BAI6LLuSYdsPutRr7Pu8tAcAAw4uLegLhcAH9bw+v4QK6AMBwAf3y9dsyFq8FgAeN8QoljSnjQxfQQwzgt+X762IBTACYL2BVAIILbS3WwAKA4aWgAMA1DrBBdtOvoAmhayb4y94CYA/9Bb4RMAUwKnC4xty17iX4CHcS5TBtUV/hqrs9nrEMALgsyxbAcZmogrlRf+gkBPzHLnY5YamrdiX5r3wWmAtwOMonyUJD1Z/m5rnMOcDiMueM74t+Mn6vgGHF7i3PYMHLdSZQ90u5ePDlE37/rLi9MB7FGsO6swVweab4vQJ78Y61agA5mTKXmWej2wASAK4EugLAHNkY6CoDd2cOyR/tbyWs7NGCA09FqzPOAXn5bgCwfPP3ADCCsjswO4O0c+KaBfAL3KooxAubCrfSKMQY0NSUkVD4RgEXFgBg+vTHeyEkIDYAgP/4vQOAP78v1sAFFMazP2kBbEvUxHwX151+FABYrldC2KNrId3m6VxlpzGTIisEZB8MLCBnYTX2a8fEkyBS6W5QnAYCR/xlXhFJMYBDIavrIrjdw/tdEmRuAICvV1Jcw4i/f54jhd6TtTDWyjXlr9osUrc5vkY1IaUvTp3tgBX0YCO8gum4/CDGz7YXDiS7tswrQPToIGuycenaFD3zYXQrpEvncSSd78xQybtwMrhR6Fwzz5fnmQn/fSkX9TaGzOOO/s7B31FZdVnLL53Xs6XfUu46rywXLxrLaLTW5DVCDAr46wHA9dbg2Ul/jHSW+k/dNjzec7lJy7kvRQkQbX/8Ngio8zLma8Np7SGEMt24Bl1vPZzghvhODOBwU1RjBKe2Uhk1Gf99frW2AG5t15iM3/emerbHzI/UvkGRiF+sWBsK7UHgyB39NIjZlHDb3jclogoegc8tCBxKOsqezLC58FXzDPLmiiN1ilO3Y2cA+7HatnnMtpJHZPW5vym1ZuYJjmSzHxEEPtPmvf6uSBd3wMRK3XkOAfWFzLeq12t2dwqrLDgvZQYAj/tlBIB1/hrXRRo1KqL2ZNyj3qz5L2lHp2/ob+Ln0lfA8KwVIu1z3r+2BJLcfrXUsJA3DsHhlXIkAaKbcTuehitTPJ0MpD4slEVPCAC3wfB6M88b12vIG9T9pRWBY3/6Pl64tdw+punkeZSRV9lBf91mlLHZw9U1bQPpZrRxj15a7unoW1oxmQeKnsRDnsssk428M3+PDFVmaefDTFnG9rV62/G26m6uobH7hDXkhZ7i9PTjrOw50so+X14TtX8SovYlhIE+j/O1b/Vo6+90eraMQFGhjmbrfx0j0cGAEJt8RKpq+/SmsFdRVviHQp5rvPwBjCi6Pevu0FXrq8EADJhK/oJMFnrAuNTgmLkCgAEAwT2zLH1pnUYAyGBugKt07xwuYguIIS14yJ60rlU9jvtLq1y0k9HvDPCGPBYyrGYWhcjVs/WUsj7UeifwwqqaHrNa50nYCzfPkZ57yGJbAMBkyZZ/8aytDZfvqXObomgWxNnGOcP9tQwecy52jn8Wa3ojS3rfK4+3nySH1nf9vrvRYo0rNu1RqvmG+D6hENSWfS1UTzkEhtkCmK6faXW4AoALIFnwAwHA8U6Xr78eAAyeUZdfpSfNAhg4QDH1DQtgWP6G9W+xVn1BC2BY+AMAjhjAKaa2LID9F/QLlYUVkKw/BcwJlJML3Y8FnJMFsKx8FVsVQLDAX7zTEjgsgAnKwf0uLDVhDQygrnwvBQcmIEMy7pWwAJawawC455fWvfQWwACAMRYAgN9uAeBXb8sYFBfQppOx97W9Cz2DRW8BeF8XwBcxgN+VGMCIB8wYwAVUh3toWf/GOwHgZAHMeOnFEjhoLGOnk76JFjQSIfrE3hrwrWCpgNEv/L1ZCHuGTIEq8Bs8wwCw0hkv0x4S71AsXQG1qpdza1DYF+vZjqA2oZ+uBpe22I1G6PKSgF9b80pmB8Ni5ypeJwtgvATkyro3rH0B+oaFr2NLE+jlBYLyogV5wROxz7m+sN50uYAxgEt+WpHLVzXfhRWG91kJABqVkBvMkXuOnmjsgBtU/Q5L6uVZ0fM59R3TblOtafv1+tjSl3//j/8MeWLeuiZAhs/rgRQES40FpUWBxSS3DL6Z8/XhE/zz4xUEGe8wu64uGgD4DgAwXUDPAOCIAbx1JyIzdG4YL7wMAMOdANwLlBsonz8GAPz7/yEQ/KkAwF/gBpoAMEDnnwsABkET+FuIG5VvErjwW3dzLqhMVmLsKeRGpduhBTAEJG6e5gLaFsCiKGUhx+azVXAPAJtqxG2fQ/8i261yy2aYb88f+9cjhd2TtX4jzJ6vadVmiaJ7QqE55J6Y2yvGxaMS+Rali9eGXWLxHnRi7/mWNpKdmJFEtkvXphhDPqq4fr2v3FQdzkYckvZY0gwoPSzz5gSLw1OUffEBh/xc4wUheTYHkkeO5n6/c7fkXQ3ZLeWu894B4JuX6skC/uoAMOlUooWZLvZDuK8Y1yEi7sJeDADLtZAPN/kwYjDZ7RCYt/3b51fnAGD3+SwAjPTjhcK+becA4KzUzqohl2XQbQS06ngkJVQeozxI/dhY2ahDbVYQ5lHdkzcfDQAe5vEWcPEIACZAvvN3JJutn6/VeUdlr8jTKu9Ruav+LnkZGfA+975ljo5I8X4MbxCmg3HOLqBREdYWXU22vuR9pr3UrJla2xpt0TlKIPGlfyu+3kmH1EUHHLYj2lwi463AX+vSV72RxeQj99cyW+rfVL6LQd48+y4AsBRt1/4dzf/3B4DJ7Tp5GgrF9kclAb92fZnI4B3YG3qF7rdaTyu/K/MkAJx5W+WFtjaMh2dp5jg/+D7mzd9Zny0TXZd1KAF+9bBOO882PtoALSkwVdB+vcmaBekMZl27KHM+Nq9Ror4N4/nu+LyX6WffvJ6oTcd5eaQTnZ79qVV9ZvdDvwbPaIhdk3Uqipj4Q+UhpoEJqGCydoWcarIYQfGJ8s2WXvGM9RNYlbEH2mZdgfWxz8OyV+sLYG64eCbvsrtlG4cAlMiAr2P6KuYu9Yc0tmngroxKPBRqD+piGuax3jFi8PJZskDWAo2RbMpx7weCyAB2EzAiizwDwm0MWW/sI4qdIDFe1zFdLqeOtqcQadl8lNfmXPMdo4nn3pvlPQPTbk9dFpuVk1ZYKWRYVUnnFC6gY99qWYTMEGtkHXft60kodbbir+dHt5OMswCwXNYSqALoKwyHVu94zS2A5f4Z3kZlAVzefzEA2Gv9t2RxLvqRLICxMuCWvYC7dANN8BcWwAX8Le+/IbZ3je99BgCOvdcBwLLazNa/DQAGjiNQbh8ARqxVuYDeAMAG7ugl9DEA4DIejAFcAOB3/3h4/TdYAJdX+fwiAGBe0in7DqSbl1i4HeUJAeNWYwAnAPh1AX8V9xfjCtAXn0vYUloA45INgF+4gDa9FRBcjRgrrWtUIgPAxLUKpkZL3bIBqoWssa60GTH/zluB4I42mWd4T4UFMKxtK2gbOC2wMONqtPKtGGnwHX2vIK9B5JDp6u8wxGR+4EB8yM/kb3QRLZfOAP4JAMdlAlwqEF6od1qSF3AX7sQJ8gLTg6dggMVx+QCGowKFdRkBrp2BPRngrUDvYGzYqH6TTTLt704w8LhTuXW7wBVcu6P167PRkf55Tdtv0RP/tQBg3Cgpi+frAAAzBjDjAIcL6AIA84ZAN4Xt4DJloTMAITaSBDZegyNA+yziaTwrhOI3vAp4i8Dj8MXPz4VIkyAXQoPnupkjX/24rYf8z37TbxLs5NJgBIBrfaGwqMJKCFEbxR8loXZwyEIQF/WwiruDTKz6OQCsGzy0OutuX8RtjGoBLKKgGxjl2SEgt52JWzbD7cLMty/hSGF3aYuWZyYLwaSSK5K2rnXV5jmUmipOgrmE7twO3ZzsfqvPg7TvdrDs9s5d65mRULsiGgLFrvzHQ2k6kM9uJK9qsSBnhsKyQzmgz9dbVaBZ+zPoPXh+DC5dZ/P0jenulXfxqgshxPPkORh7RrpxRXeZ5QbweDVut9CyOwDcj+y3ic2znc3HB4BPLFJpgzb06No9N9K03TVLEWnbPjWn/T5fm3sAsC0fTgDAkNho4buwAI5Dx7e0APZ4Ccg+ZwF2B4CH/Tvw/SOFfCcVhFy7y1MWsswdAO5H7dcEgGcroz8LMQU1Qs0trHL55n4oi6ubSim7K+zbaw6e1ALYgt1Idze9TLLRsfx2QLdCnpzJZ2zHKLcfV1hTLEHPzG8O+jOOh5RQrSHXhrW5oCtMegeANegzsLSbj4nMMF5a4EX9PlOaUMtBxzOUdSEbvYj3fhQzW+MVIJy0uWcvvSWIADySETR2E0PSAN+2B8rUjrdxcq7rebQ4yd+1WVu7glKljmUp7rIzl3PGu8hoOmxmufSELFs7nlvR59OQj66255f52jjuA8Asbey0wbioKU2aUIJI3+kfFNy1A+KrTq2WD28Qar1iaoYKjL/pr8mNMZDh4c8WuoFgckLNdRi31wBxWN/KhbPi6MqSFyBuuCEloNsA32whLIAirG+Rni6fw8DEazcWMdK6bgMbzw3+ht6Ra0//BFAbOpQYY7mX1iWroumM7ml+K9jLtPEM72Hh6zX9G5d48GTMQjik4YDG2s9NV2mZibW8FYiNzAaA3T8VOKzJGcnhnI5XC7x2dSmjtjmtj1rUvlk6V+UxlLq33y7Zh7OO3fLbzAX0tjy0MAwGZfX7lwGA53NjzR+Wna1/vWREYfcA4BYDGFaqtAQmDpFjfDsGcLsskulmpWkS7GRwV4DJ8wDwewJ3vQXwYwHAqaWxwZcWwAX0ffO34v65AMBvCAC/K7SxYClBOwj+BjDryzAvCtA7uoB+8/q1rH8T8AvL6hYHGOObrX8VT5gAMMqvoTlr1aL9Qf9phQvwl5ce7A5ZIa6oy+B/WgHK06yHZUQUepQYnsxbdKki3DSXjVV1I+ZF1FnYgrfpWCqwzHSRj1bCAHlt+Su30nSzDAPMAIEpewcYXGP3woI33DsTwK0W5B8ZIhaWv7zIASvyYiyKzwB/AfQCNKZRYYwNvqMuXP6nESJA5wBrra8Xyc7yiGd99ptocyeF5FAmtfS2/s5SVc/xvgJ6Tdv39GlnqPJfDwAOC+AvdgFdLIA/vcerWAAjBnBZXF/DBbQnxDfxVnDL93QBzZs9IFqDBfCPAQCXjYlw9Loiwvi/+KwbJTa/twvoSnHE7u8A8OEefkwA+KwChHz1AgB4lra/UTuSvgapdgNAAbm3nHDMYKXTAaEp3TK59olqdpwVwSfBrmsuk+/KLqM5LiMOCXHobzJ7UpZlELgDZXT6abW0g4H4Uj2epHSxP4JvtbyzPm0VLIeLyb2rlzDOsrCzJR+l6xnvLPW8p4tyOWRp/uLzpmegSUfNmz1H+dfl1IpdVHoHgPsBv2U8fg0A+Hh/cMR8Aji1nk+WGWUt56AU9bgAcNDluofjUIEudop/W+K2Q0dzAR0HpHBvRGVauCPi5zRG4h3bv31et7YAdklu6wj+rsbyZwWA7XnGB1rSuEFWqN+HC4d3C+C89sz/55v4EvlrLOEIPF+RjV8OAN7trMa/X6shX1qRPdKOBA7X+IwgMFQ497LokwGi3HBqWFMs7HSyk42OmMUxALyngGY7fgAA2GOiwRHYVml0jFdmALfIG6vRvAPAGvjp+MaczC6MdXK8prD8XQ8Au7xqVRj7l43TITfv8LqvgjJMZYVZu1WMF1sAsQngMW3ISn02odKZ1o6RjmTwGAPS9uACAHa80Q5kkptdz0snF0VbjiiExm0lT+Znl8mds7qrtDY7Q2U9wLThPQC84Yklf4un3YO4Iugx0rFOmJ/neaVlk4LuN0vj0Bek50Yj1QWAKXIAznnw/GTFTHXnDJDGbp0NIAiwgfVvjsNLAHMEd2mIIgC4eVKU50ACHRXkDZ5HEzg/kzVvMwF2X+XqWVZtAS4HgFKBjujTKGsDpNFQ2t10uI+ObcjRLglkkTexJI4pqVoTnEWSwn4LAGv18FzIeYpBH95VntFjPdQ+8f6S++mYsXUMdszpdC3GXtASGv7co2nG9mMpYg0A377fDlpw5ePc6v02NovGcPv8VwCAF7TUsgvO27JObWtHo3gAACOUJgDg4rZYhmcFoER84FMuoIMeSrALANgWwM0KWBbAigHcWwAXANixWasL6McAgGMfd/sTv4W8QZr+PLmAfvPwKgHArwEAvywAcDGmU4zbMrZBG3zpQxbAL+j2+e274gL63d8e3hZX0G/eFAC4gOkY0xdhwAfwlxbBsABGPgO+YQkMi2DSS1+uCaA5UwFKN3FpnK6aw1q2WgCHta30BQ2hgmbD7tJBdPCUlr2YMstY+EzgV+Aw3T8HAOzfmNcAcPcMehTnFUAMIJe6FZsIRz5a9ka4VwOzdMcMMBggbXkJ8IWFb7gNJ+BbLH3xvXw2AIznAHzh6pnWvQR6ETcYGBJ7yQ6yp3b3zN0gAwL8zwsTHbWaUWXvohBpzE02uEepiXy/jauLntP6LZlUaxf0+YC2b+Xo87T+LwcAf4G/eVgAAwD+UKx+AwD+/HsAwMVVAVwR0DTd08LVsrRN3Ljs4zTHxq0C44UWwL+BQFcL4WbxW66O8JYKCJUsggUAQ8jLMYC/OwDMzaibGTb5pxl+5389xQj2JjABuQPAh0LVLYrAXHjw8sP6nGBPWT4rYFcBHCS7v9gogXdOPH0Qa+RbFjpNapdrvnbQqu05QLdJgGOfK09uAZ4NLaqNjrr4ONKE4FYVDFQ2kZP2w8ODYAZ+EyBhADj6w68ux3RpeSN0R8FyZoZTPWeSP16aY8a1PSAd1B4CjOd0T6l3i7Lvlrx3APj86rl1nC9eO+ebtpvy8SyAj/dGo3WiFef+LiiXxS7KJZncPpdw3H7fu7HY/97alYFTg7ZzANhxf3EbuX1mTJsfBAAml/AllMVY/tQAcLWCnPBhcGfz6zsAvNiia8XfLXLfHQA+Rxml5LWi34rwcG+eisgWgx1ok+QzAwTKBkXUScXupKkrGkwqG4xupLubojrZ6GhMfg0AuOtlck08O//cIm+sRvMOAEsWOJIl1iAwSyBfn8IqM41cTMpYL/ds8pJmSSUfrzLN1M6dXxabA8C9TNTR39irlSX6GBp0otETbexe/yitfwWYB0XhmLYdk9WeDZjs8Zmcvue9zURQ87GZiyp052dR/84p/4gSteelVYszsPq3J/UHbSdQPBnb0Px75jQPrtmX0I26BOhrLCsSIq/yIVZvI8y9/CMws1oBE87J5qrRNk50eBAkwArwF3q/8EjBmLn6nQBwgLiKR29r3ez+uYG/1cKVY2H30GHxy3q13oGGyA1q1Bnj664RvMWL7qTD5XP5jvaoTW291vXOwg3+BpAVaWkBzPUdYG0MNy1vuRfanHQxNLs9FHs1L4Xoj3/ie527fvVFzdor3qvDAnU7qi6H6c6ev1zYKv0JWWHY+30TLzvjnd9/j5HSA79uI57Shq98aBbAz5IL6AIiIcTkZ7wQfvJriUH7M7uA5mF6d4BtvdgA4EahNZLXAsDAFoApBB0gTckgfXA/7IcQmsDz6H4XQB6APrruLZaa5QWwTkBesdqk+23E/MXn8g6QD5bAjAF8AwAMPappUd6nQWS2FsDwmAoX0AUAfvu3YgEMF9D/LK6g/62AuyUGcMFSvobVrFxrm27JZfPLYumLGMANAFYM4FevXheXz8W1dgHSXzBWMMBfuIEOABjeERhrPVw/+z3GWM3N/MqwoIBfr33G0oULaMTLxdjHyx4hDSg6Jjznp4K8rUyrpP3uGL1859kAC8mX6iPucL48H4C0dCsCcx1XN9DhFhuaoC1cMhdrXVgCI95zeXecZ7l2hpt2vGDhK4tfr59Pf0RsaYC9ARrbiBBgsiKEz2WMDIvTC+1CKmgbru09po+D1Rg2Ip8bRrlyb/duf39MAPgyWv+XBIC3MYDDAtguoMvipHk6fXw3Br1jl8gE11gA2/0z3ycuoAEA0wV0gMB0+UywF7f34P5ZADB+K9SsA4AV/zcJjBSWAkBLn7sDRhXQQiQeBOhjF9DNEkeubwEAN/fPArAMAINY6OX4wHUD7x3qTsgbT3VoP1H1d0lyiyIwNzgTsjMdeRoAWKR5IfbEobUxyS0AnO5AtxPv/GyaTshrANgCfW6Z2xDvWO4jAxIH1S3TCgDXIyX7YucdtYau8zz9hHAj/mYX66I565m6ei/cAeAzW6BxhtNg27bYOwB8fqivXs8hwGXR+nytt6W8A8BBer8rACwwmK6JcKD5ThbApPH1UuBaAf4zAsA8Koe7wSxX7l4AG+TNuwVwpjXrY+otct8dAD5L06XwrkACzk3hqq2bqThP0erJMiVls0EWrQzoDgCfnQHTzL30/UWgCy893gHgbliX8tVw2FjLYv1lgVMxgMcJpgIyaV+ml6b2AWDI1WflxQqiBdDEsxX+SQLjYwLAXVd1xOOfcSNS/lAGG3iSEnorwTalsRTVnaq+aS5Z+qhfdp8wToYPrPGa8ojd8yYOptypkwNO/t3P9U592qRPZ2hDq27f7nEfAA4QIwDNjOxZ2Z/NQpssIyBAjQ9tIKcl4vCmAQ59MdO1OL3KD8hXoGziL5SFbFUrgDnPvYHk5tZZoeQILjNepcBQWf8mEDeBv0hA61ledgiA1zJYXV+S4bq4lJ6QzOeQpq6ptrYM/MqCOADh8m4A2CrFqFb9RA/SQRg8lm6jXV/sB+ZxmTERLoczat4cy7FKUDE2e0vN5XYAb92TMQ+LRZnLFd24TAl/Zr1r4S1OsKXK/Z3wFO051+rjVLcCwHKJqxjAn/9CAHDTLcoC+HoAWFa/iA1cLo8QT2gu4uXqPe+BoJ1Y9KE07gFgAXWfSxhNgHlw0UsLYMRrRexWWP4+JgDMBVZsOoOwdBc1YmNWABgcp/TnKwzlgLcQAP57uIAuAHCNARwAMPhiIvmin89o5QsA+M27t8UC+F2xAC4gcvn++nUpbwIAw/r3OUBgxP8F6Bvguj0l1Bjrw/7ugFxol21xS1fQiJcbLqATwIvRsJ6DIHaZI8f0FagbYHDw6gYSjy6gAfgmfUXoTeR+2u6e0Sa4WVZs5j8Rv5dWwHqX1S9emH/N/efyzni9EbcX8Z5p9fsHXDsL9MULvyO/wF65j2bZlFWa/CD6YgwppBfgdvZykgiQ9fALKrpLrmLVdxLWaFN2BgC2AcOmohXPWNL2Uc69jNYfAMDthpUGoBWuO1hVMgjmpBRYVF/KIv1cCfPXh0++nRNB2bugzuU3mHh/KH698Xr//v3DH+UGAM2+EcC5TDo2CQJq84YFY+jiBlwTEixINv/lOoTgpoT9jmshlQXIGMD/KnF//4cWwJ/DBbRjAP8ZFsDNBYz6mfs/TuD0sFGVfSHcDRbABHQdB3gCAD8DAAwrYMYFVloBvhEDeACAaf1LK2Dd+NPL/vwtbDaBlaRT0k/IFybu5CjdDGOyN9jUsAIEdpHKaKwqACzgdx8Axgbmyikv5Z8eJo6lidOHvhNF/RRJLj1ArTDDA4PSbjyOAeBEZruPmaNqV7W11Uh7R1rSl0x1fEhzn9QmikPar/VAFg1Iy8pCu5smIDkfUDOb6A+u/cKINmOvZwC4gr/hboJ153WtnmwjjeumlzvQu7hGE7E/9Dh9nO6XLS65mv2hV7bC/+a7YL33zzLv2lN+yGM2L19jdX588rCcVTTNhvKvBQBbWLl2nK+bI3K166q8bfWTtV5a8ZJCn2tPpTXnkk9vx+xkPbLaudwCuPVXZef+6/MMNO0F6SZ3KC0OKHFz1bFrQhZDbBofJHwwIq8gv5hRlyYDT/dvlVf2x3pUZPv7aixz/7Zt84HcfG6mpFK7R8Vx+y2UBvVwv+1nVVC6a2pI7ajYax6zHgC2cq++13KirnpAVxl2YLmZhYks2skBeeijz7WMaPOKb+zKUCEX7+1ISsh7WsXd9dQau59Xcvjq71K5rxuinTZX5fdOxZKvznLgoZBh7XRPLaftFL1dZ2fp2mpfH5eh8QhQN/ZJUzClkQjFEC/m5rG1QE0+0O+Tp7IA5j5KVS1pjIjrKbFH4tGBbLa7UcIa5XjIpymWshnl7vQ34X27HHUENcu49WX1OS/l5Hvd3fK58wNzJKfq0vpOS0t/V7v32wDAIG1aR9vzibhAMIP+LO95TpnYTygeJ/1VFbsjUQe8Krc7JXc87rZsz/f2KGEbw9a/uQzY5qidRfVbcPV6fpVue6dG83jmazQp9OF1PNtZWH3rv8/Wy7hSDla/54W0bljPnQzsctzXJHccbbBULj8WQpd67GXT9a8+7/a2+Gu93LPxD9zGW+qx4PPWk1lnkcGR8rlrftSn2LlhMWweAi1F6OVabF3wjtDXsZ6Uh80Jt8rMZ52e3otP0+izxoMgrIHedCGPa8gAceJrbTNEv8HPqheXNpceB5WhumIkpcYp8yzwGfrZBv4SCA4Le6+9uuZj/WbjGtqumKfyHcXrkoIB4LZngsej6dEm7yHzXG0fFhKLn4un73Z14xzJLJvWvdKv6b2lyt8vPvMN+2X36z71hiX8/tM13z5b+9Oky63eJwB4MrcABgBcsAZYn/6UAPCC6C0tgDWnSMKLGGl5x5OwYsX4YkPBSKwYjxUM5TnBT8SnxXuxhAX4C/fPBaSARl+hAAAgAElEQVTEZ2ArciFv9/D1qgfpZjvPicgZZ8kxgIHb1BiuAfp+tFtffIclcPn+OX77SsCvWIcWLEjgn+K64jtARhuJ4WzP/ayNVjc0gF3RN6/S9tm/cf2UL38CI7EFcHHhrBjA/4wYwG+JsdBpMOuQzISP4gXAoV4+vHr9im6g3/3NLqCLG2jEAX5RrIDhBjqsgPEOF9AAfQn+wuUzQWCA7XEZx/Q6+iO5xrrhkGFinAnoQocBYBT4Fj7jnXqOpivhd/TX80P9h0R4PLF+QfljDh0/NwG81JFEkGBcnDcATOvbsETGPGHuvxTQX26ZMX+y6MULAPAfBdeD1TcBYFr/CuSl6+f6nqx8gfvZhTPewyOv+Af4ScwHp1tyIGVK/DvsG86d10z5sk8n1xSOvLXOUX/OYiuGrbzZ2ZzWmUy6ps/isfmvlTw/DyxoytDFZ//P//v/1dQzpUL+rT/G5duGal51O8BA1SDKAH5xM6e5Z/gYALD8fbfXCAB/NAAMAlB6ic3CTVUI1goAllm4lX/hCrC4hKBSEAuUMYCL++fy+gIAGG6g3/9fxgAGIAz30H9GDOA/n/E+1/CXBjcvtOEwaRcN2mgh0O0BwAB4C1GmxS/BXhDpQqwPAGC6fY7bO4wBHMJhBwAHIW+30yVEdS/tqtglFo713WLFDBxsayMoSzAkgb/alAJ+/dqzABYAbD/ttxyQ11v4r/30bIzfM6M0AsBb2mGaoNK8a6qSMQnYTEBZopPQ+aPW3Zxk1zrzaSIA4FjF7aBrgSEa0gQmcASt9V6mmNXpXiQaQFchZrzZHVkDJXg8YxYx9pGUj0yhMhK2acIwMr9wkRNtynbP9pXvMkLv3TML4VHTrBnhXlUbxdVM8dMx/n4cjpRqqy7eAv7Gwtkt/pay13m1Nq8RhLzWb5v28wKK67lljjDOWyHqth6cy42KL+nrdet/0xZN0rkm1lSr9O3Z4wLAfX/3+P4MADZJdR5fPKsAcBxceDitISfisMTDi4Dixpc0EEcy8HZQ7fVk8iTmYA8APqIr67b1rmj7W9ouOeQ8dUz9i3+qcizJgiHw1Wa1MoNSDARDZYXcyLKtVG2gWZUhU17LALkNXAnhh8+8OzWkGyo+Z38mFKw2p7W5tnMy4HimsBE7f1AY7Dy2QnI1j9cDxGuK9RQAsJZGm8+xX2f6uz+ObQ2uxmv2bDV/R2W1tXKUMp6PayGflXh+czlJ/Y0ho8Idrj7jxISEwwb2nOlnuxE92a5IdkYmSNR6JnKmCvdAuEmbqkw15xMclh0WQqXbVdKG2diCN4Viq2vxwPu63BlAnLjQWXLBawSm6VBez+fXgL5OCz88AMwx2Y50lfFovqszlWgSks/WKnqaAGAmV15VMcj5w1xk/lM3djBIsbX5hB/RlD231OhP5b+YJTSvI7eDe0K3obKyLW3O9LpBcpXde/AGwNfPH2dBc3cnWufoRW240zy4SnQlfq7U4UhkJZ1tbYYNamPOGpvaDNLhxEPTMw16gLpBh1GuaVS9txNpaIlq61LWL9oNuiZltMrrmh/yiWLspli92TAjgbS2upPMFWAG8laZKmQrar510Yjgb+1j9BbtCeve0RJYQKplNLXZf9az4KcG/vaAisess8z1HkE+vKp1WwN9Df7K2MR7oGoWh7OZ4m4+D+tsZWn7hnWzD213ypJca8O/ep+xx3Wuo7d82GbLw9DpuuPHNquJq3ZraULgFz9ddBy8oOhurW/yXc9vLmjCzUn3xsZ6yx4ALtrir9kFdMEZ4P45QOCfwgX0DZbixhcEAPsk1IgwxwovxBTn5oDHALh2hlGZAeCCNeAzjcsAAEcsYBvXhacAWO+3P9FZoz9cWQFIygW0rH/5Hu6f6QIa1p0Ee+Xy+SPAwPIOAFhWoQUQJD4j61Dkp9UnvbEWfCCsPx3jta0V0Xh7gszyOdscZK5iU6DTBIAxDgWsfQMA+B8VAH756g3DaRoAtizFd9K4gkMVXAbunt+8sQUwXEC/LRbA5VV+fxHxlYlXlbGk4eJLXZohAExX0ALZAQabt1SKmPCrjEBZvPlajCvp/tmhrRwbGLqO0HfkeL8Ge00F5OI5XDrTmjjA3PjdHtII9iLuL8DmlIYYG/5DG8qeI9APC98yp398gItvWPRqnjHHAP4/4nt5YZ5hIcwXXEajDL6rPbzQF/qaGjpUwmCVA8kCKyl3r7T2+S8vQSbpA4k1ffLGeTGlihyFEHX+ChYFdfWjvgQNTCTfaPmRAFS5de7dRNV3tpwyFgaA9xQKzee1t5Dq1rZrTJjTwEMvbk4Uwkzgt71kAfy5uAWAawAHfD4GgHFDAAsYQoRuU4Bg7VsAVwA4LEC4WRgPDj7KEwDMGMD/8/Dlw38X8NcA8H8TAC6rVAGtpwBwmoRLAeBQElDYI3AbFsBnAOBwA614v4oBbAC4xgCGO5gqbEaMj/KbbvNkQah9rkCw5y8EKQtOebeMywqES7tOG5QQHjdYfDcATBN9/Cb3z5sYwBHA+w4AX0yZTmfQ/jyd/DDhMQAsUjkTPbvbmKAjwbUV5xa5gsxKqt/TK4kGVY4faSmsWBzOR/j+QKi8saJZD1dv4iyicO3PaftdoKUft6u87n0gJtNqe2IDYiWlGsupIxbbisMxUeiEaw/S4ah/NmH9fGNjpravGCHaHfv5cCE8aoKhjWfKnvR/qiRbMn5dGLr27+q83Bz79V5dLotd9ed7A8DXjPRtc3Sd4HdNO3OeS9bzjFJeWf/Burqs1L5djwcAj/3dn9+rAWDQVx6OfCkwXEGn33pF0JxBjnFfMk/Y504Qd3R8uxYAzvPUy+dWXrb2zgBgg6RTXl3lvFCchZKs44HBXw9BzNqMUD6GdYkO5VbMtd50iveoQ67zepe5mXuPa3YOeCvV2N5l+0v6IwA4K0pn7djbT0cg7fr5KH/0tRyVvdrjR/O5HPdkKXMZHdnOyyX5n6q/q/kEhdIZJylpkrxZFdFWsIW8OmvruH8l114pkFe58XgEj2SIo+cdN7taRrrVAnjBGy+UoTpafBRDJXX+Mc9Pl4z5OMOr+MEN/t2R/X4UC+CdZVsvgA0A8G87Z5x2Nor+huK0Fm+lIXhwvDY8NYFDLKXyq96d8iV0fwUAiz+xQ12RIitqZe/KNYNw0cDIOeNzlXaT9eIf1ZOwvvi+J+tcQZNKFU0xGgetvWIqW1OCuD4deqN13exDBeYCCMyjlTtpMDD9ZiBJ44LC5HK5fqcOICRCzE+sDVvCSW+R0wtMBehJAJnNNzipOgT+SgcnMBiukcPaN8BhAgHF+s4WYaqnyXj25pfdRvs5V2nqo3lSswAWEAuXyh1AWuU9LyavfRQX7qFDH1L1vNGuCsLGdHhaUD7B3jIeADmqC2haBROuT+vRc50vPTQgt8b0VbO0jCVOyjV0bRsmrOXLmyrLmZaF9Xx7Lhv3UpMJh/MPcl+xRdyupz2H7jmBfsSzZR7gR/58BAAL0JQF5OcC/k4B4IIxAGv48QHgS3QD24GuqkuS2x6bqWAnxwueCcqCdcxw4AjwKhog5fNXAQDbCpjYBF4RLzxZ+7dWmDZZ9d9iANPyNyxBEfP1E8DBAvrK/bPAXrqERgzgDgCW5agtgAEqymNrAYDLfMoCVOf3BgyK3nIEFrK3LutYv1vGg15S4fK6GBO+fldcPxc30H//t2IB/PeCLxUAuOAxAtBNLWzEJwAYFr6vClAMC+C3iAX8tlj/AgAuvyH/qzKmDQQuAHAZT8QEpuVvAMDEZIZY6ehC0yfbslf0TX9oU9Np2PoX+JZA3QEADuvgCgCzfOlD8KogMvJTV4LfYVkM982K6awX5iE+hytmpsM+CwtegLsfPvxeAODf6e4bYD+NLSMONNYCsTxga7TW7Q0Dg7w3LMm68yS51Ytmwb6bjnqg0Yk+Z7ldfKSs3R3xeE3OMHjnAWBymWgH1ywB4D3GYR3/mYZtafkt54kfEgD+kFxAf0sA+EsBhL8WYJiL9BEAYG5XHtYlOOpVNj6JQdzGCWD30AIY7p/DBTRif1QAOGIA0wKYhM2uZJrLmO8LAH+OzR6EOwBg3vRgDGCY9wdATMDdiuAzm+GRJZBfuLhMCB+jm48JAOv6ZhWRG6EMpt7dVE0HZx08dAjLQoAL8xGTrBOHk8E9dJzXYn+6DaGY88ParLkQbfC3rtu8bANItdDfWatV2qByGzjcCuD9dtKPyh4tkfT6AxaR8k35TC9wLpngHQC+aItczYCHeRsrvbpcLocV/bwDwBdN8NWJLznkPeIh/WBdXdadQbherSt2d7vu1JxEn+rlko5Y7q7ZOwAs/tX+flwAmArROwCs4/qodR823h0APk+JjsZyVdLVeanAjxhom9i/AUDEWpebzzFeWt+qvh2OW3Z+DJjypwN/DapIUXfpX+MbO/LMBbFpMx/RWB7JSa21j3l+uk2um3kl87GgQcDTcf4JAWCvGil++14dAcBcbSF3bKQrA2IDaGgAGHXtwSlHtP0QAA6lptdBA3+tzE+cfjyH1kdNCe+fKuDlfQZry7TlMv3Zo4nX0MoO1KKedHH20KE99UJfVcYIduf51koQOGq1f3+pu5Ub5cTYGRzQ6AYVCp1BA3TVLnq75Hkc+6wUACAzAEzpGqTLEwApQFfALQDe0DOQD0AXJwD4N+joEtir35RHlr8GTW204XGwn8vgKzXWL+p234frAqHngBzGdtEVM5K7DK9rDWJnrV1VIA6tx5UeOpYGIEstwxEQlhpNqK6eA9iocXwD/LWap1vvyMu597xoHejelergC2niS7vir/XBWZ3IWtv17nW3PZfNL1NEBxPhuZUPPC0AvMdjH/FsOWUsj/PjimygB9UCuND0OwCceAQ0mHHZCQAXAWCAngSAQ5+5AIBrDGBYAdMwTZdRmuV+722q8T8B8gQVAyz8VEBcWO8q/ivAXwG+HwECh7WvAOCwEK0WwNcCwEEB7DVhduYaAWDSZrjDLq6aC2j7CjF8C/gLIPh5seAFAAyiVkWO4CPUIQPMRQxgWPsS/LX1L4Df8oJVMcF1vOBmu9RRxvQFLsXwBRDY44vyFCvdxE28J1w7O4yVNNT8404uvxu8BS5ut8xfIvQVrXtp9Bj6Y7zXcgvwS4teYS/ZYBL5KuALl84Rwxeeer+UWL6w7P0IIJfumzW/esUclznFHBP4haUvQqmWcoilhQWxHFvbHJaLh73StAU4a5C/0t18wUGyReN6ekauHYPEFOlz/v6sXBzhfwsRZZeaEQBWwWf4wAwA3pX9T3sD2NLyW84TPyQA/Md7xQKGW+hvDgDDBTTjDpeFy4W69zcIERMX0AaAKaIEAMyYvLRgFgGS24VjF9CM/7uIAdwBwFRa6IXbht8PAP5SNloBd+ttj7JZBwBYJv93APhxRKjlar3p5mJXMg8KcQCIB9uDYybR6ezOQ1QqzacC/pQEWJ7UfOBqGTL584GsHhN8QgCB9gElKtOhogky9UYoDkE8zDUm7HbUCzs+6Ww1EGI8VsrhPQ4zjUvEDdc4WPK2KtOJ+bXbUMHEIpZBZTIVHG6Mh8/IOM3lgpFG5bu8LZhMHc3dhGEBvAQRL1mxecIX9JRL4PLDyqgc2mOIuzdMpQkcZ/d8Bxd5D3s+UWy54lsY+x0A7qfvaQ/eJ2WE5Yo6s+5PSq1nijq9uvvCluuKItG2jSzhKgBYZfWXbEwZQwhnkkavlDZutOLz3QK4Kesyrw4lHklu8FlasVi7mtKulMJWyCq5LmO12HrSKO5dFssWGncL4HFD7inzYqRnio6Te/poPnvJbqCjv7gFcO2t120o+b2O/TzUCFrr1LBr3VeZdZiL8QJH1WafnLMqEwy09Cj7kQxx9DyXf0naLp8oNOnDNX/LenGejEJHPjOrawoCryQ/szOeEzYY5DXdObicty7y17cAxjKJkQ7ZuM7vRlaeAN5Z/vDnOCp1Z8fgewNCWvkVJnsFAM8Apzpz6QzXZrNd8rVtUb0QXM+XSH1mp2gvzXXd/R5zmnq8TQSuo0k+L/P5CoidrM9hrLYuoNu+GeUFlCaLTp+6JTPMaAUV8KSxLW09x0e7+/nkJA/ne5dtAN0ga1LsxpmetWQAOC4BFTW+6H1Y9EKhbx2bY+AqHACAXVv/tndaAVdA2Gkirm7lOxyZCgw0AFdt8oiNvNp6jgxa826SZTxYQLUh4F4jiUvLhvB2lQlbXtWb5DnrOqLNBIDDBXS1/g19j9df5QKcQxXgPtQ10MmMeW1oONSGnhgbQNAOorKl/xs3S7fn1Kf8138fzkDXsTGtUI/ZZBvd/tOqYSfPjrc34uoSpJ/ZTBzLw69/PQB4f85GXVYGgLmzgu4dAsBdDGCBv6ZZBIGD5u7tjwoAFx0+rEY/hftnxHntAWC5ApYFsCxEr7YAxkroZAHjKzt8C2Au5TfsD3wuBBGAeIkD/JxuoAuYW6x4X5d4wM8LiAsQXOGIAlokbZCcD7pKcPe1LIDfBAj8+tVbuoV+iRjAYV398lUBgPEZcZcZW/nZw4u4/EMX0Licky6YCrA3AAxr3NAtQ2fM9R+6kLDgdfxeAMAZBKZbZbuHdnkElVEmgNti0QuAl66Yw80z5i/mUAB+zB/j+LZ4vpxDuOsGKEwgWMA98/A3uO6GAWUx/IvYzaLrCaitO1q72gZOlTeEbrzRgt7CHb9n2ew0AMxF0Kx4LwOB+7zkCAd8YAsAR49mevXTjdmeQrbno/O0/ocDgBkLmBbABQAucYA/0+T86+O5gP4MIlTi/xZT9c4FdHEFTQvgYr6OANVcwAEA15gg3bhS29mY3XcEgBHYne6gwwV0jgEswbS8kpKP4mP+HgJ4dtmnQ4CFcXVzw5oPXUDfAeCrpaFHzniKYC3q3AgAJOrtbwkAZ+E6Mo2HT59KRN7IrSnlj8pjHuhSGa0c3wuN4zW5SdzXiXK8B3x8jGumch8St2tbr8KtCE8oE9VPEHGBv7ZaHzZJJhEuwswtx8ami3S8FKs8g5Fmmxpps1ErE9Rag8lCn/eI//BsOIj0TCQau1NUZdSn1+iZE5PqlDBwnoHVJuDMtwCs18BVsyU43SUnjEPLXouPDnxr5eYV4xDtugPA/UwezcPF834qw2o/jgUcrfuj56k8+7o71cajRH293w4AjrGLfa2tnT0ljAAwCWEcoO4AMLkF+dqWh1quywCs5cFbAWADYS6P7LNTLjdl2x0AXvHFNZddgbhHO/oOAGe5dSHkUOkTFxoS8K31nPZWBX7vAPBs7VWZvjsxHK3S9vwxAWBykUFOPOJpzBNb1avlWjB8Vv/5kUDbf10LYI1DPgfoq7AaCALj3ElG6HZwBwBHeUgQR0qnZZnjuTS+kz6WhJ2SMaWta2CHfOOSe3eGgfBZL4nispplmSxbqdSAKy9ZEkpLVU1rUAbEeKLuD+uh/3FWMumcO9KP5e00qxurODen+rI4Kt1TNFjNDvkgySm1LT7oq95eh9XkGwGlqf+uO+QfW8QFyY7hkr4gX9yJWQlANNpDK15b+dq7yQjmwqIrLHkJ7gaIEgDwM1ib4XMKz0ZwmBa6kZ7gMvrkBa9OtEtFsjqWXKXxm+tkoOC2hbHiEws47+VAr39Zaw88sKaPuXGdXd1SNbgcg/MCNQTUG9jX3KDJUNy7/cEVvOdiadXnJUPYWXt5R581Rlw3udnWYaI3oWPZPz1Hg1bi1+ai235pl2zWGs/4kkx/kbQGcvrughbryV8LAF6f97cAcOyxSuROWgB3ALBDU0Z82tMAsFwHw3oUYT47ALFaABsAluWvLIALcHiNBTAB4JCDwFyoE7Y8Pm6W9rwBwPgtPDMUAJhWwAUEflVA4BcFxIWxHSFGlKsDrN7DU8OL8hzpYQFsEPg1XEmXsmAB/KIY9DENAGC4mS6fX5YXLYDJSwKTicsy8h4kdgTSpfi8uLzeW/FWXTMvtQOwxTu8Y8ud8xeDvEWXLAtfyYvIR/C3gL6OzQzDSoK8fIW1L0FfhGWVu2bH7/0Eq1+CwGXeGK8ZrpwRw1dxfKG7ppUvw6zK2teCG6Ylu/MXrwHoS0LNdJ1MS56S9Omk9ZaZNLdzGanR5wzMsoZK5zHAB55ddlHdPm9f7pxAbwDgQX91HVnf0oWp7v5k4T8sAPyxgL8Ag2F+ngFgBtaOzaR4Gg3M5JpyvLdJDOCv9E1fFnABgD8XV88AfD9HDODP7+cAcJ7oXomMlZqEgu8AABP0hXuZPQCY4xPCaicEPjYA3DazBBwdeEAY7hbAJ3fiEyc7RbAWbRgvA4yAyiEAnITtTVqdfFi72Ho7enfKY50Wa1oyA37H+gsAGLe9qDXwgUfp6yEIhy6sUAsNpOt4jvyuN7hxOQQktiKmlv7MxMyYxdDEoqTHSJ023aaPKTA0AL0CffWOOBcGgdut3DgmsdR8N9yASAU9uOeUyik305kPe4kRMkenFHM/+v7W8g6YaF+vx2B12mrtbu5BNq1f/8Bh3Wnvpn99UR2Af2G1bPmi3iOB4w4Anx3wJBSezZLS/bUA4IH2XDFeLUsvcB6t9cezAA75Kva16831Z7ol0nYHgPNU3wHg4Mad9nvLne4xgNuYNHBzTjQUE/e6v6cCrY9aswa8QWdmJVhutGVvKMNL0ravLHOG/Bi3+ael9QhMyLCXj+VWVjsQi1ayyZHsMhR9LejZJNLL+3soX11oAZy7dNSfDVCcMiM0y7V/R/Wuyv1LAMChVxGQo1OZP2/OKSvLiaSTOTz/xjmy0orhjJNpyKosySEZAA45Ju21LQBsGUtram0Mslh3FUzTPsskZ2SB+YIW0wZK110K6wDlxd7txsoAsNL3YxXXZoZ2WkHMVvhZbbCB0aSzyjTYZ/YAAKUfUI/0pwvj1Q10fSaarfriPXQBtPoleCvw11a9BFOrQQVCuBn0DQA4QN5qBQydW8QArla/1RNgXC4yCFDVGo0fzfiMNBQBorKrbV6kHlGoKwHOaG8Cf2NoNASRb7xAwcsCWT8YfE+FN8A3RthlWb9id9bQsnRylUHbPDVRl3+KKhqExfpiLXtGY5yYdrEVqJNZ6QPqOollMr7dIOfslMjdcAeA90anN3XoUoUb4zsA3Ebl8QFghKaUC2gClKZtxA32XECLLwtgnAHAwG/kBvojXgR7rwWA4UnUe9oAMOQDEYQGAI98ygTDxjN6pydW9LNY6MLq91Wx6H1Z3DoDDAYA7JCdUuE2nkbvrWWcYO0LEPjN2wICAwyGS2jEAE4WwHAV/YpuposVMEBhutY2+NsuDPFMRV0zXi0eL6x6aaFb9RoChR3Dt8YAduxepo04vnDzHK6gYelLd84F4OV8FPCdrpsLsPuR82PA15a+iN0Li97mzvtruIOGcSTiAVNXHfpqau0RvjPkNXJ90OYaEkH8Cpp5/MlDQ2/s42t8Xtei3eBFI/irElYniX0AmFnXoT1m7ku87YI1o+6qFdtpCHsaz9iXkEVvkf3VjFpzJQZPBgBr7RsU6c2wyYCT+CFBj5JW6euzchvkKwOx+4XA7Lgd8rEAunhpMbYXLX/D7TMsgFcAsMzpHag8BI0QaC4FgL8EAPyJAPC/igXw+7Kuw3c5haMmZfxoALDiAMOV9I4F8LcEgLk2LeCYGPQAMIUf3A4J60e5fs4uoDHWEeh9ANv2har7kzMjcHgADtKyV9ZlALCoQ6Wbg7DdKeQGQHd09tADwD7BxKEgH/YoCNhlkmrOcW/aQU6HI7lICczUB7+gdbUNImdRmM+VQQ9wOEm30ikEkVGngQyXEx4HgxQVAA4mCjDYe0FWwOI09caXmRJpnBpkANjgpRmm6tremqqTESDwCIiprjpj8SH90s6Lh0y0X0NpAA8Xqm+DNaXJYZbU5OWBrw3apsgfFgCuAtXpUWgzuFRQXn8Q5fK+Qfl5eU/aBN9S748PAGvfBkWaDNPq2ZD8DLE/PRF9vfXiySw/t+1WK7NZM5XWdMRyewkFk8azQtAm09dMqeLZCABXelzdKLWDld0jjUqiOVC0tbRoXV8oLYLe5LbXlXygnFLWfhz7trlNjQ/O2n4GAG6KYEnz4wXY+nw23zxb5xOQeHDlu0mp3qXqlLw6HFYrnahnBUQu21Tyj2OxBgCbS6jplhjkkzHNUdmrbbYGRHsZ6pJ6l3WGon8vzRIA3sz3aSLChD8DANzaGONPZXhYmIUCXOtPFwa7/TPIn3l0tvtkPb97I3sx/+3kum2pl/DUS9LmmkKVgxVw2YKJ1Mt648xZaeuEdu6O5YEcswKAe3n5wm4dzMmqtF7O71Paj81gE1sTPRsuqY/1LMf5gljLTVGrGijGnpUZ0yVV5LHcVvN3ZR2cE04AwNJx+XAT50v8pCNYG7vE5/bEK6bnw4kFcFVeW0ayMtsykL7XMqaL4EgGtFYuMpNe6/OMJ+YzPbk/sxuk3Sr93aRuzGJXN0BiDwB22wRK1lNhgHy1/qEdrT0GbBPoCZDTcKHbHu/R6yZRyw9y9yJUSloOd80xRgR+5ZZZMXQbANw+I6YvXnb9HFZdMLYI3mDLW3nlcxm+TNRCtMmNNMYkFk9aAJUXhztSPOKVozyn/lyzB2AzWP42kB35sY68OEZ5PQPAGhMNaewNvulzN4dh8SvQuYwHva8hhcvXXnXevJZYdOg8rFP+/9l70y07kiM9MABkAonEWguLO6ubpMTu1uj0aEZPOJrRA2n0BnPmz/zroyP1ylaTbLK4VGFL5AokMPbZZ+Zu7hHuEXFvZgGoull1cZfw8PDVts/NzJ/pMmw0+qemjFWNtGtGtLuiPx7tcHKb4ccdANwcmuu5cB0AMPKWAm9A7lJ7F5wBeUwRgvhUUk2eCtZwenIsUUdPNNQtQDF4Sqo9LtnKIuCUU05MjcNyO8OcjatP66cBYNLYTPsQUti9V5n3VlNOCjB5y8IU30oewASAb6GMYyuKH3jUg8gNM1OmPBIAACAASURBVD8ZAcDIDauOdvQgTQCwAL867gCA5aWhoNWzlGGhATZ6+GACj5gHhhOWC3BzVVqSgMGCx4Ln5MOY5bxkJpjtuuAFoLvoM8YCXsAC6EoYZ/UARg5gC+FvCdSTfqoHagR/2kfo6Dt3khcwvIE1DHTKAUwvYOYCRhho8QRWnpL5BjyC1fuXSdoVa2KuXoK8BNYD4Kt2Ysv/qzl+7Zp81pzAyMMsYK++a+TcS8XZPG/vhXnwYu3r3GA+IgCMPWJzoWGc1bvX7NH2LAH2gq06yy5RYHIWhv5ktsHoD84PeGcWssrVRUm29vxVOUZpPutt/fUA4Ln9iRzaTT3F5FF/bjfQXpBD3msA+P/4L7806lZtcB1t5YTaX52MQHU4TFmQo1Asv14TAAxBQBNqwwNYc+iWuW190tzlHRvFNxDAaAWGQZgk/vxrAXnVA/j8pYC+R8Or0xfyMgBYrnsIaNuOaZ29rwAwCFLMATwVAtpP6LlQ6YaL9O7z54KwCuJByktb14fDFIawCxXgVUHLYvRr7l8h3kI8CJbZyR0QbwWCLVwA5iYkBucp54501977uyuNEWgprbF4HPGCGuiX/EtNIkfGrUwxeFuszBQKFsnMme1gQfd0zQbsvObU0dduzVqIPwT1ZS9eDbGkZbmWNaeF5bjAvQrY2glYegTzoI6sSiqOuEatmGGNPJeOKnRG+3RZCwMGE7aXC0UQvvCfnqBL/6FiWd9Kk4TBCkMFAMx9wz3C01F4A2MnqOxj7OZqzhVpnAPF3DKsJw17mtQscNJDnzQ9/k2DwJwWL+lASwyPVlQy+pIF0n653J8ccrumAb4+pmtSRmu3tIxgNVmhoKGDbbM+38q6RN9A2T9xNmfcTFO6tlk7ALgYsTnBb+3wLi4fDJrL7ukrfsvq4Hq+OhY6phOtdpDPj3k3D1mEu4r9lqhZvte1CL8vgb8oMm6PA891/l+XAZOi6sqV5cixrd9QKHrgb+ZWvYEmTcoANp9n/V0BQNQ8lgBU4AuVRkRDG2W0LKWTlkcAVT+Dsam8x/lJtN745uRcJznRr/rz3FBr30Mbp9qbDHyqAPPZNAaX+kh6iv2+GHit+x86k4ybzcVcyydlwTlAc3EbR8+vhaZ1z212Rye/TUG+DeBvvRf05PpoTQSZxb0fKEimvcM1GoxOZvjPhKQc6GItmEzZnon+FcqGYxrbvKsDOK6pZ03ZasWaOWfDHnfa7wahyFxKmakpCc6OYQ8AVjrZaddsT7e4tw0C02JR8CMTA1zG7bVrDQDs/W/VV7eRbHBmzaYtY32w8qVXCLtXzmpVrz8nLAStsaJ9rht6HyIopNdCtTUtn4oUmEQWbWDQJ1wGdFnAdL08RuWcuS6YHl+IVNMhwNm1YJEz1pW6rHq3fXO5wPTvRO0Cby14gRbwJ/hH+x5ZijJvPjhpoPI1wSdaP3VnsiLyObVN6a1eZ76ebQDW/vQ8Pif1yuWYwqZgB9oS7XbDP+4N4IaBw+mQeAKAzRPODPX0bmXoUPXkumHG/JT3FoB0PhSUxtAA4HwwjmC0h4UmABDXgIGwOuw2RiafJesGf856fpp9Gxd987F1vpVWeilfhX3B8MqZz6VnBIU/7oVoR1Q7h+dMDvYOGvq5mostGNaOS39pRm19xPJRJORKKmpLpKhFZ9LvWJMN+TLTgjalnJP72ndufvB6lp988AU2AYDVjKY2MnU0Qw5aAb7gbIbvF/geAWABtwCGKRD23gPAymHtNZ7cMQAc6LveZR6lBmi91Zy3iFoggGcDAIZnKw61JOc63NMAgPNmI1/XMMQC1L7y/LGeQ1aAXAKPAIAZQlhzANtnAsDIJQvPUnqdam5ZyyWrALDmqgUYmeUCsd6GQUFfs/PPeH+S0GSeZHwA9ArjAXAWoZvlRUAcjnU8uCODQTnfeSXeccAFHr3i2Xv7ACAwcgEjBzBAYPECjqAvvH8RGhqewHiW1scx5me2DXKbhnBWBzjDP6S7sFH72L5R+zI9rTHWAGh5DYCvOVOmcaVX7ysZSwd51dMX4y3gL/P1witYxhr5gDUMtNSHcQfIa9EpfZ0lW7EC8e7gx/lgGoFI3O07yL5e4EG+9EcWZVcmVFK9ZvQgymBWgbZlmvSzzuqa7yJjmV1K2QSAzZ7mVat0t4aHxMOIc3LwVAt97U9cK/ldm2ZMVXvjPwEAxtw1DS7ZAzjOYhZL8kReBwAMb2EscrQPybTxAggMAUw3kJ10c+EWbu+qmBUAMIFGAsAIAU0AWHMAnxMARijo16fiAfyeAsC3hIDcwAsev9pvOcnjIaArAJiCpoWYsVOKKmS7ASMIeEmA041DYhSF7rjRSjXLjXRYCX5awzUVDdahwNZbB4BVKSLQ5V7AStT1pIuFwtXdtZ0H8KyS2d3+39yLUwrwqLc2/06ZewSzphfx+8ibhwSmyN0bKbjfq4Q7ncDBGtYbTZHxVUbVPyqLJMp2CswVJlcOXQnS9W8ne41u+IkrHj+Ql3ApZb2oUJVAYfT7pDd7e2D6djrYcwKhbjBpWcMqfL7Ci6cO8Z15FwzANbqM8kqLwEghvWI/4CWPJKU14wEYv+eCKBiGzYoWw16JxhA+JM1btCAEYZIAsB/W6K95VmGANEZZfxBxazETW8J2vQ3eYIQUKamNjUzsXWr4FCA0u5MLA1yeAzcsraEj1wUAr2nDqL9db4/NFVFdYYvnfnYWVhTgQYdN/94VAGzkaEGz1wlu3QrN0LjgoauL9OfAaUqYJ6dPWSeweXSCaE1QkuT32TsO4LixVPU9nGgu14BfBw11kFcVUjst68qpX/Pf/YQtlWz+JTCyGpW2wSedKR6NY9on1q5E4arvrQmYGufcjih7cVxcjov1KeV1mc4teamffs3qMj5Zt4feOpQLp/7KsUE5M4BWh6+KdkVDr7VHuVa1WeYA1Lnrxby22i+FkhfRdAe7yubSNsyP3WjkdV5bf5sbIc0w3Kjb18t1PbfZoZkL2/Y3rQVby1jThGjKw6YF8KH7ysOD4rMu1qAfTQPA2lZq1XkOk15lLSmAihWjspB+oMY5Xr2Wn64tH3sVpNIVnZ3vA05stndJlhkSZwn8Y64/cwDwqo5Y4bk5mauzNvaMjT8+87YEt+hv0ZaNvYfXym0GnLp8LgNGe+C07Ff0X/eGt5o6jvN3/VQtFO71/FcDwC2ASXd2z/hXh4A2SqNtTfs32jli36zN3pFCLuqvjlrTqmWCKN/oNTvEHHVpPmEsT0zp+2nsCtpmrbAoW6wuAsIeUtRoqdFj2KaiN2+iwyp6VLKB/2YkNgGWBlg4D0sGWrURuj0s28bUHqBALr2wUj5eB4A9ZCcA4JSrF+Wz52/hBazryeQfa3OyrynfMA9gG1+1xym4rIaP0eSSReRZJW5OzuUiWb2Gfawo9tk8cqhLOpm+44NvMjaBYLzZX7TdJpqFFrptht3kc1LeX02FUAO05TMKuVtXXJDDbQ3a9KanxjXIUSn3b9r5tndQforGT9GCOPiJdTe22+ayyOZ6d3/nfxOurgWAYXeTSKOTADAij14GAJhekPklAOQHAQC353XaA5jlyUG4Q9QDGPsAIY8FJ6DH67QHMEHJ0gPYAWDnCUWLsKVRv+w3zUHrOWYtt2wCHwG8A/RF3t8IAAsWwxzAAIAFm5HIq2/w7iCw4DVv1ROVTmTJkawAfxP6QIpQ6ZbFvjZaSkDXaDEO89ySMNAIBS3ALYBdRFSFBzAPBOEdmAvpuuupGuUAHr7wApbw0e4BjM8KAIsnsXoJ4x3exagfALCG12bECAeAIfFcSv9eW/hmtUEaDWPIZ3jy4lADAFt5aX5egOTZ2xffLxBB9+xUIumeDq/kswK+Nhca0jm83Mv9jYHrao922USfTU/3KB/lQzpcZWpTKfhWlreKca9kN7cn1Lwr36MLi1xgQuyjMyrbNvXEqcN5SylkCwBGX1NbfG5MH2zVXbRjY/kZnezQRr08IT8u7PD7DwAjJAMAYNlwAGIUABZCtWdhoKOAhT67YS8Z/OyEhCapxkmHDxgA1pMpCvYSAMbpFc0BHADgFHJGhVoLc6CC8XUAwPlwAAFfJ1wtAJigcAEAx/C3Sm12APDCvbuq2JzQS2obtAS5oeflOaUQeoOUdUQFudI+olJTPNfAX/esYJMyU28r8RRylKnbSbCcG9y8b02LuaUhPEA/yIjl/JQIisIc4ferVchBkzv7w+H9w+H+g/vD/YcPhnvy+e5dnOTigROcYNbwUMYgEVL09Ss5cSivs7NXw/HJyXCiLwkxc3Iq76fCmHESi6eukEMBTHDPPYPRR/UWNmVXiXoIWeqGA/MGJvM1wm+0n8OdRT8dVy3ks+Ks0n7APjQxMT+1XFJ+a8HmzahyU6ub4M5FFbUIMbdkvb5pAJhn/sarchMAuGaaMTcPvRXn+pb7sgOA5+b1Kq6vm5P6iTsA+CrmYA78nwCAjSz5HiHZMFoUpXunZ6mZrgSYorEJAAwFRWjmlEx43QAwuqF5IivAxuXSudmoaUrJbzMIxXrGBlv9VQ2SZkQMmlyhJDt/DXw2tS0Y91rtrduVo89E42NUI92oWb5Tsc60fc7IVhu3Y/smZZOyCbGL6rXT/BtZTsuSvXYu6UPnwTqvy8Z9bjWV19Xg3fhz4/l1PHduPHq9uKp7E7AAOrQCAOa4UD52+bXlAazXVXyo1nNhTZmwqi+Zxoqe9G7JtLZd6srknJm2v2sAGM2rx2Ou79cBAKMdV5c/uJaJssTu0xH7sLa/xZRuYcDq5S0eLxvKBmmuTA9ttb0EgCv5JACxbd0xt+BaAeC0b33OxgCwGhmDSZOAcTlCsb9TNDFS9ppHRr3bwcXaYF5+z7q3tyJer2UL12CZiglplnCX0016aZX2OpdbgL+6nu5sz+A9lWHcLhGFGLYIw6Owq3pz0btKn4Gcigb8ZqA1g8AZxC1zMdLD19LLeR7M6AFsgDGeox7BCiJbCGh7HsIfO+/O/WW46SSr4ZOFS1aThU90sJsQwLUhtH7qvEE0xnfnRzoSAfxI37MEkUBjX08q7yUqUZprUJf2xe7Xd//Ce+Lay7ZFgtmpz9YOvtX6dPm9BQDbCio3gY3uFDgwKog1UuvyYM/RPlXdpC1ri179wx9TDUi/7QDg9vBcFQAsThiaehJ2PQ8B7QAwQ9xeIAzxtwUAloWs9lgHMg0A3qtDQMMmuge6FwBgdyTzQ5DV5Cl9cgDYvFIR/tlBx+x5CgBY0nrGHMAKBLcB4OkQ0CH3b2hLtnpmvbipL5id2BLUEj+BMx3GRfAUhMHmWPFgkILm6j1N3pFkeuApAMzhBQwAGDmA9V0AYA0nzfd95BfGO7yM8Qyt26JRGi6D6VHvX3GEQ95fvNN5iKGc8YJntaZMxbuMo4ZxVi9rYFr08r0QgB0gsAPtyNsL3IthoflZvXsB+qrzEB3waCfOXsdJ6MCymSCFII2k3vmAvpP64CqUrMutPV/kiC8K9QFPlSSMPrtVO95+XQAwOp0izaHvHR4yOnG1hfysBx86fOWbDQAHD2AFgGVDKgAML2BzoY+C7nIA+Fg9gPkyD2DNAXwmp04kBzA2DSOyp6EvjchuoLTL1QSzrG8Q906EAAxiwpM28OjVmPwWhgCx+fUzwG3k9cV3hGvQ67wWPYBrANgTm7sRbiMAOHh81ES0ENlUMK8AYDu5QjAFRAWhBCwEdLq2A4C7MuI1XZxSgItHUaPIP5ni3WrOpJHVCtcewCUxrJTK9FyVypXdxPCWxXPMrpbWoSmHVITCqS4wZ1VwstLlmhRDOQv4CvohXr1Yn69lr9+6dUPCeewJA7+tgO9HHz8aPvrksbx/PDx6JEDwIZi57F1TDixtg35XZ17hpRcXb4dTAYBfHh8PR0dHw8uXx8PzFy/ldSTfXw7HxwCFAQafK79VQ6x0huktIEy55mHKlhoNTIHRk2AAM7CnaBhguDdn0s6Wwy5VmmTfHXRJ9CwrIy3mEtdMYXgAa58wTsS1UvSlEtam15S329pchMTiHeMzafx9WwBYV10aHzMM7wDgyWnS2VkxNldHznYA8OKxTAexFt+xuGB/7r9dADC51ZQKYvRqBwBnQ2VYYVNG5x0AXG9Bs/w2duY2gOgOAHaJhx7AruPR4B6lIcqQSb/8wABgl41q03tcUmt4+Zqy5bLNRw0XMxorOCtvLPQA1rGoZRfI1zMNSn023aMoPndzo+6rA4DDYar0rJIfXRkAPCPv99ZGOvC1aPLZfh1ae6ZqNg2ZcwQAJ33HZlwNm/wrDIN2OCpdrEAhPPMqPYDTXvScesk2lCMQ5HFSpW8E/nodcRhrPrApAIw6ox0tH3IhPUxUUVXTfLgLejVBSgNqFc1E+EyD9PzgjP4+DQDjXoV/i7qKmMNlA/i4tHcVjFVjvXlsmbcvDnh7WGfY3DQllP+WvHiRl9G9vXAd9oEAChfgr+fD9H7wu6aW0rCgtDeo7cHAbhstM4F4zmEbLwOqObhqMDT7Qh7zEQDsRaVIApRtgjgDfi8ry8AqiZXPY143FkEhPZultG73wnKjh98fQWqdM3uZ7ZBs0iuMqzV8XoLeckiaf0sO9U7SDVuvXb7YefDmstcOAG7P5lUBwG8CAEzQDFFE6f37zQaA49h6bKoUo6oFAAuA6aAvnWKmAOAMrNbzpx6TspE8LPF7DwArXbIXaLSNC/sNpzqCvzmKKg8EJf4h9B5mVUgoKINw2sgbDOD3toSBRgjo2+IVvL8vADB+k88Ag5Eb2CPX6oEZPTxkNFLeNQS0grUWzhngLnJSA/RVgNcAYAHNAaRfiA0ZOXyZa5kewQDN1TMYTpMC/qqRWdNrWi5fGJpDuk0446UoKcH+GTgrsxM0Nq0eZg/XGAqav/CTEtrmlv/wAGB6Aad++/xN9TDwGB2BHQDM+PxKjDVEqi9ovp/Loj6DC7u8n+NdErSfn5vXnGwKbJoIAHsMdRXqTADRcbbk2e5p4THSowewhn8+FwBYcwC/1Py/CAF9Kb+9DSGgNVzg+wIA6+mUawSAnSgWRo5qZRfGEVwbA8AOpBAg2gHAHfn1a70UwTx/8Ajgj7RabqiVyV6DY13MxwDabxUWhLJiCMqLnVH4O/c0/uK7K/CJzei+ZyiPHKqPiqYqYU4bItN3JdMOKNy8+WY4uLM3fPLx4+Gzzz4eHj9+MDx+eG94/OhweKCevwfD3YPbwwFCQYty6MyNbbMRgQAkvFQiQMupwzfDuYWbATM+k88vTy+GFy9PhqfPXgxfPX0m788FDJZQHaev1Ev4TLyDEQ1djiwrw0xKq3kzqxKnJ8MIAmsI6WAQ4VDjXzcc8N2NKHhPublTk80bn0/kWOfuKN1z5s7Q3LyYwoAU3+PKgEBIMDvXmsetbXIzw8+kIML634zoT7ki541QjRWMAyvFc5MJivM9A3h2r1f7qG7Bxm1udCX9vAsBXYzQEmPB3JBucj2RttmbS8PtbPFegR0AzBDQoIHX6AFMumsGtDAfvqev0gO4oLDG94I5r5CBvazKxdrGUosreKvLzkGGTs8y3twzeNWA2c4DOM/UnKGwf72vPM/V3SMPOwA4SDoIM2/CTZKDCjnjwwaAVX6ZoE1r+cucDNRlRypDtQ1B8/d2TPUrAOBiLBaAv4XsB7F2JLy1W94br6sEgNmC3LKUP65q2tz89WVYtXg2/5bJsD24pa7a9JukgEzfO/XcEhBGu0OuwDiHxhv9ybV+jNUaAeBV9HYiBLSvJbYv6m/ZE1ivBU+cuTlDnVcBAMc6si0tH4bJ4gPngeCewY1Qt/XwtR/czgexFRtIdiXTbQtd3SguDOIJAPbn0oagT0w6O5+uLXDZRHV8j3RnIZ0tdCcAYPXoVRA3vDvga7kY1Rhv+X0VjMYhcQOU1YZgL3j2pgNB1l7YGRwA5n0OAFs7U784bjkymctl3l9TmKOoZv2O1hGtxYvqENlVvS99S2OUN67pF66X+7yomR5gRqbPeQ0w1KZNenjLjdRnpjR8nCufpTbFqA5jtAomG8J0ga10Ol+bE1UnarMZy+p0ewcAd7iI2ZamJoQHyDRmnUwO+KeY2RohoL+dAPBo1OCZy51NIK4LABP4JQBsryJvudtjxxvigwCA/bBJkkHJvzAuzMPOtJqMpMrDQDjERFqfI0JQjwYAbFHFEDvKvIDp9WtgLwBg8wD28NDqESyhoTHGftBJ01ZRGlDgF/gYcTHPUy34l9iPNZQzQGDPq3zOAw2exxfevW/E81q9e/FZU2uGnMmWszdHaHVbU4g44vbccDBHaXuTBnIvZqsViHWQQ6Vf3zgA2Gyq+VBoaVdJsiQGhoYXHR/9OCP+9uXvD9UDGLkxLRwDwjIgP+ZSABgnHAAG49QONsdVAMBMMu45gOkBzBzAAIDx+XoA4OTdoIKyEBQJtaAewAbqLvIA3gAApuDqJ1pmQkAnQd0E0qmNHw2JuqC3B4BVYVVihbCvqHMXAronOG96rVZwVUgPSvDouvywFQDsMRr4oKQYjNpvipyWKfL/krj6SVK0NdkDkmIIoDee1qIimk4ax8Mh6KsydiwyhJB4I8x4GO5LaOdPPro//PAHnw0/+v5nwyePHw4P7x8M9w735dQWco2Lgie37KmSygNTembbmJ/2xz4DwwWPoGeuwuAa2uNCfjwSkPeZeAJ/9eT58OWTp+IVfDy8eHGi70dH4hV8DtooeR7kdSl5g9l5dDSzWIYTZWhoPsJHBKPkCp5KyNY+lKOQkQFOu8cMEUFNtanhdZpFx3AtyQKNKmRqJWdToYGav6vqSdtjC1sQsF0tjCflarEosM0tsMwQNXH7BADspbS9OwA4DRqX3Yw005yhbS7Mz0Ov9q2MBVs0W8nNIkNC2OdbPI+bl/v+Ov76c/8t9ACeAIA5BQjpZPQ3zIUfTJybm/44+8GnbJ2LhyC97h0AzJGoAfA49hjBXQjoPCK9sUpjObd4G9dXgShVHVd1L/eE7xvZn5VmPn7Ohw8AZ1lmO969Kd+nzLCICY5Wzqy8sRIA3mYsYhfmDv19vQBw7lULAHae1Nu63T5t4cGwbt24HGTyHrao8dOptjfrTjJQloN6S1CfGpYo+UL+YRX96QDAqgGZTpffGdXJv6theKH8thwAzoCu0/FkiHbQTgFH9pnvGZysffhd3uAh6+zdS90b4Z/lRQVe9XG+XG7xe1y/JwBMjyi3P5n1obYd2HUFWjU3r+fjrfLyapQ9996iod5zOhLwjffhO72yeICNbSCwiXvNkzhEFHMuogCweh7bPfgeeIyuozCm0dNZ+ZCHElMQtgRcaYB3bmXzohuZw6omFrfQm30iSITJ1pHM9LYVUk36wcz01dpnXmL++SN8O7hNRq/5HHfBgvHOTeHBuwSprzptpdNFW2ZoQ9LCNmNXvd5wrGFrmCn17by88wBeM+9zgBKYWRcAFs9VAJLwYHXQF2k13QM4OaEozfPDO1UL1cYHW1/wAAZIKWAknPrgkapgJvL/ygueq68Qfhuhn0choAXQBIgZcgArqOk5gDVM4iYhoIOMn+zL7AcOJynnUZzEQj0LX2DkVDvso5EcLHoECS4PIAiepSzacgFjHD3n757nAPbw0HcRHhpewQIAq3cxHu6OPGLzRf5fSQt4YaGckSdZvXwF5EV+ZM/3ixzASB9Ir1/m/9WIkAr4uncvbA4cKzyDkVj93eh9WjxkCNmyTsA3UP4kD5QzrxZl84Se1qVIRzlerb8PzgN4DQBs6yvxTOPZrbH4BgPASF7NuPwZAPaTDtkLuPYA/iYAwC7sRwCYJxE91MKKENABAKYwC29gywlsOYDrENAkYgYA2+lEN4AkIdeFXRe0kwA+sVQjdVDasTkArDHoNZytAcAW4HUHAK8RA5aXrRVcJfxJuTAVIdJqueFrB4ATZGjKYlIgc8M8T5MuPz+h5WvcFUhVqqDMBYVWFTwyX2T+vX94d/js00fDD7//sbw+Gb7z0YPhkQC/DyQE9B1Bhm9IeGjcT9HH2Jg8FDwA+Kzx24x/ol7Tc3GT3kfZSBi8eAYLDTwVpn0mUQ3O5HDLiQC+x+IBfHQs3sEvTofnz1+KZ/DR8Ey8hBE6+uICeR+QwwTewSL4uLLn2piCrA4wEFhNJ7zUgGDGvmgIUTDYDSLpbGAwiFJAYG3+uV5juGKn6hM47XUS/L0hnsx8j8ZW1lPGVBjXnQ1Y2XDjpd4FAKxtjl4EE1tuzhgY99Goxx1Dz1Ij0CQV2HkAF8OylbFgOZkdlTQ72oIakulhQdmZIjsA+J16ACvl/LYBwOBHylyDAdXki9pIXRqZKYckGdmW9pzBfQrw9l0x+byGHqqG1ELSqfZWw1DYela8e0kf2ju5rzzP1d2jEDsP4GmjBcZsBwC3V86m8ohytvcMAKZcN5Yxe/tmBwBvtjbWrRuXg7YEgHWCc3hl5ckd5KXWj8kXIgi2ArbZBgC2fG9Lx2wJAOxgbk3fHLSMvGwxAGz5a2MErgjyZgDY5ALT1cm3zaPMPkNuSMCo6+zKd02WMMO7tlOrQ7hlArwK8iI9muj2BHzp0eVevQpkmFdb9uaVsvD+9Vy/9UFxB38NBHBwONnOkp2Cer6nldLx1NCe2XZCLp4N6xQn8spSkNnWmQLAdHzmXyE/RbN8WacV5tikLcpnsh4/mOnXeSFdN5AgafE6xln+QLsy+Os3Wh02Jz262b6G1Hj9TdnbdVvpdB25bs7OsFlflQLtAODm4LUB4AhkgmUjCt633QM4kYiWCNMEgMWpBWGLhWZmAJhhn0cAcIx4MLFPCf7SyIlIq6/hwXqJUMSeBxjgL0BgAr/Iv+wAMN41bDFy2cIpD6GL5f43eEfaTwGPAf7Ss1XCGV8FAOwMpDjppUePVG8FD0npM533GADufAtyLOyBzNULWmiHkDRtJ1N13jJgfU/GGV7BB2Jrvg3wFzmWoeuqnh3r5wAAIABJREFUbRY5fgniAtiFd69Gxk0gMIHfNwB6NZcv8JLsAPRWjNBIX0MUGsA4bcH8y3l9y8iG+D3SfbR/zDNKHlLpoSnMcwCAPUTkzgNYR99lN8cq+GOJp9Rk8AMFgCmIWP/IzHWD4EQIiDTBX5yWeAUQWLzbsgcwE7TzdWGhn+n1i1DQSGadPYAJgGgIaHmBUI1CQPvSt9OT3CzMmXmJ0xqaANs8gM9PGQK68ABGCOgThoDGxkOi7MkcwIHiatftezS4h1NeerJTd5mfLgS4RA/gm7cQf5+Jx29JknAVZC0ZuXoII/+v5gCWspoDWMpYuAJPXo4k5foSMNiTl6cTmQp45dMrCfRVgZQvDXWje9zaqL8X0mFeq5EWhNM0/JmKWwo1qwQJAK94b5tCpEE8HDnTEI1MeO7hCliHQUQrlXNv5FLFqSmHvIcXWjy+JxyPukE+neA/TnFZQ60gJ3quxXynTwxQdR3KX9AubG01WmvrMGsuHm7EvXlzO11ZSEpDCNFx44bsATVAq/ZCrqYnudhentS9peGcH907HL776cPhx9//dPjxDz8dvvedxwIIC7OWe/ft1ldyDzx3X8mJK5zOeqX5GOwgi0if+Iyl7IYtPGdvT+7fv6UvhIWC9zC8/eFJDAHrrSVUwDp/JfcKBiyA8Jvh5cm5AsBPnjyT13PNG4xcwggTfSz5hM/ORVgC/VQBS56re0tq0YNeFESoDNkcJWDYhAK8mZKXAd5wPitNja0Q33u68OLq4/W34j3tJ8vMH9oWhYG/bwAAq0o/srq0PYD5rLqdcbWZrNneoUprG38T9CQpvA5kj27mD13PYhboUo3Wac3U2sbtHItiBJZTJ10D08U5d/Xcrqu6WfnyalaX3JS2K63bor+rG+o3GClafn+k0M2FPF+dVtNfk/OVTJdwL5XW/aXCYW1Iy40rnk0zouUVKamaoDXcgar8qJRR9av2mnFPmhQCGjTBZEGPnoADNSwXQzHmw0J131pgWxKbJjYaSTBl0Dhm/vvc/tF7EoFCi4Ja5jwz/ZblubT0lI+RmRXtd16drlu/U53hWXZvFhPGPJzXXDCkATQfLuS1XIat8++1sdn5Oqssn1V/03snRIr63vS9JX7Io5oAsE9wZ7P0gNguSOvjP1m3j+f0g31eN9nDbsRuPXYOWJ673mvTu7g3jhUN8dVCCHmruOzqhRI8gA2IyOvXPSNI6HMoVJs/F6hdpyo2Z2NBLphU0obl9L2kqm25oPdokuzlz6zrUiPuhrczCktjL3QqTXS3I1/NtynfXALAOiDNIXORcqpArz/z098eC+WTxWHFsn2z8tOc/NyZv66MPDnIvcXAa77OIa+2xLc5w1lcOHNnEGoP4KTxTrOa9lSNJt/lOpMHTBfz9QkbSZITVgHAAeSz1jhVyTzYtUKTBQIN8nDEZMqkfU4jM43jDSMPYPV6NS+p5OHrOjtK8zQ0w2xCLgiRuqC3m57utqoiZZOWJz2N767XI+oX7X+wA8J2xpeCwKp30+lB2+dR8KyuFA4a5fTguHn/Jg/lKA/ZmMBOljzC3BKCkaLHLm0L0aZmJgiIuMpTqnfT06M9jrzHPICNB7loRR6W+YUfKK7lgPK7rV69LXud5loi/8H6zLKwtystcH18Fka34ePlpin7NdpQHRKRJKRNeMqMXKe7tSMvztPodok61dQ2dX2z7p0HgFMIaNHnkHLtzZsb+n4JQBiRRmGnE9scnM1gJ7uwNJMxB7B6V6qH5dlwKmkmT09Ph9OTY0k5eUqPS9j+Abglm3X2ouR4t9upy2rNepwtPF+Zbe9qKbj8ydZi3JT+wnEM9BIApQPAijnQPklMgrTV6TV5hGEEzij8ado8AzR1zOnYpyCweQAXADA8gNUbGEAwgF/kqxXbpny+FMC3BIDp/asAsGAxNLZOewBnCmdyuOm9mX6FcbQ2O1fLtNXwGY9oYTTXgd/srWr4lqcaNfBY+YyNL7yoidkIVqUgMMBf/Cbtk+czjR89d4FPYd3C+xn2XfXule8KDmv/BR/BIncZCnwgLguLQKa8KMlZJm9Yjt9Eylw2DLStpOWlrs5ice450v5nVuBMLLVpmU/4GMfFma7OyFTZK3lM5ZzvFsswFCt2zRQdb24rl/jGNyWdS+5NfRzpikYhbB7i4SbuyOkHu2xbW6/zvE1FjQh6STEt/nu+3mBl3M3/6b/8klui0RkV0PSvInxBqGG4AawDrADZILJeX8s/OCWRAGAlzgR9L+w9AsBweT+3sM+aC9gBYIQEMA84B4CxuVK8ej1xl1dTMvYlANhOa8iGYogBITQAgC+ONf/v5dmLIgfwGyFIOH2iG9SCufra8qAKmXjorFJRie7h8t0HndOA9jmBicTWPIAd+AUILIDwLQOFbyI8g54qAfEgQOyEXIFgAX01cbl9BgCsILCf3PHPJuRmwc6BXwq/NNLZabxkrBgrF6VQFI0pdkYrGSbsRIqeRGF4ZxIoI+B6moUAMJQfJkD107rYYSFvz3j/N3+ZVXBn6tr2/hVNXVx0ThhNSupcjbYga/Jc3BZoQE1EeXtbKi6uaz0FlykUmLERjvtX16Abk3VP59/5GcKM7T6lS7LecUIL+8AUPh0vGDJQXENEcR1jmd8Rr97vfffT4S9/9ufDn/3gk+Gzx+Lxe3h7uH1HTsNJWflf/7AaL6SOlxeXw5Ojs+HJ85PhxfMXw/FLydsrdOnslAdVcMiFaiDr37+9P9y5e2c4lBNfBwdy8ksY//17B8PHjx7IO/JDCDgs7QEwjHvgGYw6ILDC4/dccjucCdB8Jsjw2bmEjT46Gb786snwBHmDnz/X14ujIxFeIaCCzkKQUNKs7VDF2MNU6V70XFrOWlwwqL4Htk0Gj3uxXzEacSUwtAgB4CiM5VWlwO8boUHIZ2w5jaeWZosV5lNtEyVUwGj8RcY8VaT2iA3GLq7UsuYEUo0vjWrvgWLN9lotY5A3VK/zGmvo1VYy/gJAClVqX63oXNsmRzrdu9Hd6xSk1lyv/d3GsSdUrq1ycflZJa+uKY/rmB/Z3lzw8NWPXVCnLp0qRHu07ZZCLtsar/MwnP9V/QzLqd5PcY9sBwDTQI7Tyko7C0Nt5ldrQL2uYK96mxt9ybkiANwDH+L+JTuN8lgNZGXjo4+uy8SU6/Cr9S/J7W4g9LryezI21sCVyonlQslGR1xwsIxeMLnN9X3xmWwbeT//pqSMOCfsjnWkWrfpWqyrodv4s7KOM9aDRofiqrrmjKFr1lI9sk15S7vfkMVm9jHmq3mvL5EN654jIZuPxeb95VJx6XQ8ZtG7abr94UBDCtcZ9oqPpwIMfnjRnqnyjy/ocv8mZGBu0Krrif41iMeYQ0wciou0ti1RlU+ek6+Ux7b/5sLBte502t+WNuIhnnEtLTlIS1ZAXf0Mfm9IqvrzjAzUuLwNAMxpzyNd8kOf/YYMocynv+Cal2eB9ul6Y/vy5+VyDOUNjzg0Nb/taRjL5TOdrzwdk269ltQWeyHPCecdc+AHw0yf0u9ZV+uflIiNGfNjHyHQPIKWXj4CgtQXkz1IVetsR9N7A3t1/SjVZMBqAlgV6CX4684OOeodAQT1yMUhbQVn5TcNl8V3OiEY2Ku2KgOXrf36HAvDzLbBA5h2NDe2A7RQDzYHfu2Zytv1NxuP0Pacj5dtTHxC5Z48Xmyj/0bvXV4FYGs5g7U7HCEfO4PBU11uuNaxRx3WF7V96LZ2uyF/cFmG1eZ5T8tUy4T1MPpeXO1S5xoA1rlJiwlt7UlnfZrSvhr56Lo6Uts2UUMX7OdWtbV8ua7V3PuzRHhdpYtKbyovLqq8t7J6Sk5xH4hmi2GSrlwJAGz5VeFgBlueAsBwsjg71XyrCLkL8E3t0mYLo+3aG9vJx2l0f8HyssoW8KNQsi5NOsRm1s9USuK4jB3GUUcxPSxDT1WAk3iPNBQOK0pXlfYyX20ZMajkP27yB1B5CWe/1wLsKogJMJghoAH4XiD0swPAyGsL4Begr3kCwwMY4Z/1hVSd8AC23LYOlvYAYA6TMjLSxN4kJFKWKLHxLRtR1S0ZiiHpS16v/KI7WOwHcMQhn5MXbLqG8RCbcbyH/IH8BKcWYLMlDSDPt8Po5t3Lvpp8QA+janexY8k2q9Ed0M5YjvXX9ltr+ag+tZVrpVwz/se+27imX4Ns6fzexj5SNh3JiTmIXKQ7RVpwen+w7nx3dxehS3WPN+EZ2pwJXUp/XlJhvwydm8oy2s/J20oe4jSg6maYx9YVqX9jAFgnwU6sebgBLAgDJgD+8mQOvYAv3JPOXN0z+EsvYALA9PolAGw5gBUADjmAFQwN4V9i+BbdmHFDcZNqWxBeQD2AQXToAXx5Jl6/AgC/1hzA8AA+HiIAzFye/mcgZ/jFF2ECgE2wHw+3ERQVPgMArMTXQWCeynEAWE80JgDYyqGsevxCiEY9BH9BcORYjwrXMXm5hzPwU47TAHAWfOmyng1ESQi2rdg2hs0AwBaioACANQQ0T/Uos8ULqz2ByEs21Xikl23G6Q2xzb3tLbbdlblwNHGOtntSSVTr584JkOX1JJqwSbauvH2zALCX13drF2iLMhysC+4nev1CWMkAMJ6R2g7wV15QTw8l1+93P3k0/PTHPxj+6uefDz/8zkMJ93xDlEaeYMOjQCvOReg4EoD1mZwO/EoA3z88PZbQzJKv9/mxnBSUU4ISwvlcXhAWUZ61k4HegrcvQkhLvoc7Av7eEU9gAL+fPLov4aXvivfx3nB4sD8cSpl9nAoTwHgP3sEiIKhwi+2Adsi74MDDiXgGP3smwK+8vhIA+qunzwUMfj6cHIvwKmDxueQVRnvUGxlosvWDawJeuHFFoIVZ8CAzCwYJKewMSAUF24dks14RD2oApCUUj9/5bmKJfDQAWEBg/axXxnt5+oRtBGVKJje3trV0jxFXueLm9npxXQWs1p+3efr63P5d3ua58Sivt+r1NbFpSEZdDYsEnunxuC5gsr8+eDqyJ3DOra/NrmPhbMbHqCCU8scaw8HGj53p6BgAnhBajc7Ua2Uy5KaSmrKf0yAvG7Y9AIyoMASBm3tkSnOxcal5V8XpitHLnseZtjogPLePqCT6Q8kDCxC0aGMw5totybtHdTrX8HixMHSm78EYB+W11d9qbMrxcGNubVwud158vqrYnfGO7Yi16D2NDT2ao5n6rwsAnutXzLM32nYhws7UluyFcZ6jVb3nzrV5ru7e9V7dc8+du957bj/kdZe5S7URADajkK6n/OJazABwbmu9j8KC7azfuTHu8d/y6GxfNpmjQXU7unx/Zhh5Gn4DDjziD2WrhJKDK0wP2cy9ELS9RSo9Vc3r9XcbGWibezUSYhjHvozgB7BsfGby+PbW3VybW9fHAPCcHFu2ogCARwvS7KOt6V8pP9WHQTamOdKevPNN56K2pWvVZQCmwaIROMl7nODOX7mPWm1Uw319ICXU6vKE3+9l+XsGMRP/hfysj2a9nhcX+jfDbCHv7xgAJngKex3oI0Jg0uuW0bkYdtPBXwLKACAY4pmgMZ4FPd5BYR5y9nKwfWlZiwpYAMCFB3HwWIb3r4VeLmQh1ZuzXOHkwEFqTSmlu4+podw2QQM/R8qGSA3yDgCrLFZc83K4jx5Werv+w8Vcykh5y6c2Jat9fi4b5N9TyZn1xGfmg9ec43Jd2dwvqGldEQdGNuAL6x50paU3pgtJp9tUJ9y8G5u3efNn6spabCvo6MqGL1wlAAwwUsFf8wA+k/cuAOzDYBEaWqMSzhBtN3BqzMvrpGVHSs+r5C8/cAc7j7qpWFQEAsAEgQEAM7KoRVLQQzVCJwECW/TQWu/Mci9JlZvrgdFcqgdwCAGNEM8JAKbntYaAVk/rDgCsuX8dAEb4Y3jBmpNYdQC9HmSu875OyTVZHj7xg3U5uqRRbCWpmUAb5TceTssnVTWzTyvtZPQLzx/IMx8YLOId+RCID6DRfS9XdYrUMdN2/apLw3GX+gbKGdEGlKWGkva43JvoQ6V30pY8/cc1SUnHnsh22r+KD4ZbC/l6Tl+YoRtr6Nma5/Y27RIZt31/W66b0j28njE9GcvPXe5ZyKLj1u0A4HcIAN8wz18FfcX7dwoATr85WOwhoBUIzgAwcwJnD2AAwTsAuLedx9eWCyvr6t2m9ByA1CPQa58bieo7A4DdmKZcBJoojW7KYJ3veRkFfxkWXfNi26nfpG3x8K+AvMPwvU8/Gv76r/7t8LMffTZ89/Hd4YGAsQzb5EKMgL+Sb+GpgLxfPH0x/OoPXw2//VJCMkt+3hPJ1XsJkFUPBUorwMO1NUHQSICqsUMozMLsBQMe7h3cktf+cE+8gx/evzc8evRwePhQXvJ+X/IOH8g1VYqhWOpJZYNXxTMYp+HOxDv45ZkA0y/PJV/wiYaIfq75gp9J6OgjAYThmcwICjh5x5YZQC5e0vxsXFkPqfghGebg9pPyb01iyPkkXFhwRm45u+EjrYc1LFy7egTjJwym9AMewO4FrILLUqNPBIBdrPBV3FeaKDu1y7BPeUfM7fV4PejlE1uqb2TtMXft4WLQem4My+tzxtpuQrQZwjE3dr3brwuY7Dd5BwCv5QWt8vMAMJWStGvD+t4BwNzvvn+6AMMOAC6WYC3n7ADgDDGs3ds7ADiP2DoP4PcfAK6kgFkD7Bpe3pWvanGtWpTXBQDXaZqKx6p9rSM3qozO61Ny2tzYzF1v89C+LNvbzzS4ZpPPKgCYQvJacjHJy+tKlhjHXM9oAvaTLcv6yeiyjoVNXqNXuV1z8jNUzNIqucbIGB9fVsPn+n/uaZlAYHj8FADw3PxkUy6eOdVGN9qvAYAdMPY6b1bGW3qviiaZgFg/8OIAsKQ4sjDKtDt5dC4DcWNYZnVgIPirQEPMxZvy+EIPZkhnDUsq0bsSQOxewwkwZj0aDlqdIKiXM6y0g6zuhWzgtXn8JmC2BRpAfbX6HFxAvaqt6zW/jh9ISaQF+k6zRS6rYysvPTJuYDO9hYNx33Vw/70xx25o93Wnj87/TBjty3UT1yttGcHbzNHsUCh7AG9MPiZu3AHAVzmavbo2pWXbtm85j8SeaNC+HQCcnVqmdlFgW+mAvxlBMwDMQzMKAFu+WvUABgjsIYvVwcwB4OwBnGnNmIaAdSGalgPArzSUs+UA1py2AvwCBNbQ2wz/jJDP+F1fCP+MHMAAfN0DWADgtwh/rGk7JfwzwN/EJzsH/hKtXAIAO++kAxBNFgRzk1evjXWWtkCUGQFCi9tyddlWIpLTTm3vIyKcwGu/0QSYIJdNbQGS9WmYj846NTcoZR3OGnlMrCV0O6+qVQCwMUAbCj904KxoBwDHzboZAKxjWczvWI6dXhl89tyBlG8hACzEBjk1NQS0eP2eSghoeYcH8Juv2QN4DgBW4mw5gQkSW7hn8wBWAFjD3jActJ/yYfiClQCwnWBxYuPCayEoKnG0hVUQpJ0H8LaCUuv+DxMADsZJ15JCBwth1Jil/0Zvpex14VqW2zyUQXsZ9fxF2HRT/FSJM6VLDyW/Fa/b/eE7Hz8a/uxH3xv+/S/+fPjhZ4+Ge7clXDNwSjAuWdDI83skIOpXAqr+XsDf30ke3t9++XT4Urx+jyUX72vxrvWctjknRvZyMr1PPIIFsBXQ9tJyO7wV4eWmPOW2PAtA8J4osXfF+/fevXsC/N4fHjy4L0DwveHB/UN6Dcvr8BCAMLyDb2q4aLlF23guMtCFhKS+OBUwWNr6QkDgly+OBBSWd/FUPnopXspHL6QfJ8OpeilL5IUL5Ejh6ex0stsEF+ZER24NO/2b4XXOlAHafsrMjRiWeFgGOZ9cZ+gqCCIyJgYAq/cvvidxKQr3LSOHnZIfXY5Mr20goRw1vu7zo9QryV5zhhbWVTDXln7SsUJRoGz/7QDg66KcBefaeQBf0TD3AeBxlJS4vr9pAHDbpGYkNOUe3s4D2MHOyDdLg07mRT7NOw/gvODnjF87D+DlY7UNGenNw/wc9dTcfqu+TR7ALmvkdzMydWWQJbPKGpvyFYwNJluGN6uY3hGb/ukzm0JUBNfGT+jdy/ba+JicVj+mjZe2x2NJP5cbxqvaPKxjmuAycByBGm8bZwLf0txsCACn9gbAvO7nEhCYQ9434pb1sj+pl9q1MEtTURLrIUt9jnpEWSgdkLW65+hRa459lZeGXO+DHZi1fKuMEEIAWGUjPVw8p5eUUscSANjL1GUjsFl8xnoJALDbgvRwsodiVpDXTli7F7B596pNyr10HcRNYC/DOTtgqyAwnBksdLMe5EbULjvMDc9hehwTEM4gcPZqY8ho2MEINhNcNWDWAGCvj+3CvdSJ3VLhmqrOK41gaYr1mnn54jM9ei1MtlpYcd2LZzN4As21LbzOY96cY63F7BW4rPvUppfFg/fVFvSzAHAml1f2Tp9a1/nRc2uztSvau4UH+zbnDWufeBXlN6UNSsfmTqxcRQMn6ti8zds1aDmfwz5qGViuPgR09AA+OzlhCGiEKG6FgE7buxMCGjsW3dhuyOzucjxm7cD23HkAGAdlmFaSIaDF8czy1Xou4BwC2qODxsOmmf8oy0IoZERY1fDPlgM45gG2kNsAgNPLvH9fp/DP5wL+4mV5f+X+t5L3F2Gl3xr4q9436nByxQCwi5bxUB2wkGIOIzWeml1bn3YqKFU1KuogoMkhLsuYU1HbnmAUsrGw1PGm+ItyjvFCspPRnzYh/Q4huCxUH7zOFTBqZawzHv0n/60A51j1zD6Zoxtr6NkH7QFsAz4lTzamNE1RWk8dtv3tAoARWx6nTqocwK8FBH6NfMACAL8V4uQ5gK87BPT7BgA72ObCc00t6lCC8TrzJLg2lnP+MpcCcwLvQkCvlwxmGb8pO+trpoLU+tvOAziHFU/HjlrPMgUoHafVU1jBoJ2P2drpLAOA9fQv8mVb3mxRDmnskWxEUqfokQK4DsMnAv7+1b/96fDzz38wfP8TAVwF/ZVUvPo4RE2+eP1GQNOz4Tdf/Gn4n7/5w/D7r54OTyX37jFy8kKwESBTZXYZEAc0ydi8jYEMK2hqBg67CeseIDAEGs1BrvnMGUbrtghg9+4dDg8fPOBLPII//uixvN+X3/cFCL4lYaRznm7IF3vyAIR8vpAXwtojrzo8lF8IAPzVsyfDl0+fKpD9VPMWI58wvIiZL1jHRurAC8IVvItpcKgMI8nI48IWhVH9L55iM2OTe1HoWlIQmIIEBROqtmml+WA2Fl4w9VQlHFya5mY68i7MVXfqszkx6cqcgKG3OADcYaClh8G4U27yae2zHQC8CeVae8/OA3jtiLXXa6mA1R5IFgRwcp99IwHgBv9VD58rAIAd/PUBnTLiKgcyy6Ff3wHAeQXPKYs7AHj5WG1DR3YAcJC3K+vI3Br1cZ+TW+pz5ksMzssxweloJ96rJGeZuJXarB9U0F+9fDLwOH2rGwRdRJscn5b8luQ76RdE1olHXAcAPDeHvUFS8TtBSDUg76Fao5xL+DTPTUNInpsZvY06hMrGk2PVkM2LQVwLglA3mQSA3Y7akc+1rYsB4LKipXtyNBRSTR0COvcBaclC7j+AvyHvH0NEtibDPZvyPurJAwiN3D40ZgBp0LWhk1KWMKAyGIZxTcMmp1y8BFqZ95BevExLxpfn6NXcvAb+0tuXnmgEdgWEsPIEggH+5lD6BHYRBAz9Ng9gB4Td+1ejgHnOSnpnJTpjtgWCvsEDGEB26jf3UwQhSaZK8FV1dtP7y5DOYbAK0Nw9gPX4tQLqvnOTYdafrG3hnEcKuXT9zSz/sJhwmpxfR5EDFoVmWv6kOXLivW0DDMtq2LTU0rHdtP7p+9bSvqt7+rvpb73Oev2hjWny75o9gAEAnwsAjDSUHzoAnMbPbG/uAQxCqvRXwiG2AWDL/6t8w0LzK20aA8B+sC57/76x3L/m/Su2ToR/1hDQAqpfCO7C8M/mAYxcweoRLB7DCv6aB7B5/8JeqvlwEwDM8MlXCQCXa402S/+rJIHAD8YyLMUQsbEqPzQinoh8rMkEFlJgJ8R8l+7pKGMbjDaBMp7OwYLIUeoeZN4yT03qJ5uNe/JGRqmsG+W99cNN8dY1QOycjLyGnq15bpdCzShK/Tav8wAu+jcpT+aWtrQql/l7Wte3CgBGaAINN2AAsOb9lRDQl5oD+MMCgNXr1zyAIXhfhQdwAoBbRs36SEfYLUqCPMY9M5rq9x0APE92eyU+VAA4el30Dg7QLoR/HDR2ABgLir/nhDtkOG891zUUTveQh3CjaxAs6I3k4L01PH54OPz4B58N/8tf/Pnw+Q8+He7fuTUcCKAqh4kF2B2G41dvhifi5fu7Pz5R8PfXAgI/F2/acwGFL1ULhpJLABiAqYLAJgo4y1XDUcgnmU5Sa/PBBnFCTsBWBYDhdSvArXrfsjKAwHcPDuR1dzgUMPj+vfvD/QcSolpCQ+vrnlwTr+C74h18TzyD70kfoIAiVRQV0rfDmYDBLyX889HJSwWCn8nr+YszCQ/9ajg6uhiOj8+HY+nX6cmxCGQiWMFLWcOtiAewgeZR9s4mHjO+GNCbAWCXVNwCE+QAs6Ql5hPkHzIi9xyeXvWjw2ypGJ/FjMsTioL8RP7cUiLs2qQCPLNHZ07l9xg/ctT11OYdALwdfVx29w4AXjZO86V2HsBZnFYe8F4BwBkI3gHAQUGaAZ52APDysZqnEO0SOwA4qOIbAsAqxXQMEYW+oDLRVRnt+6kuIOS4mVAltOq5G4eAnulv5EdTz+2uV5HrfEYaUmXzdj43/9X9rdd6vL7NnDgA7JLu+LkOAvuZxzD/ob9r9zFz0gfNYOG6Gvd73UgXBt96Pc9UNQK5+pL4CIBYY2QsF8M0AKyHaHEwTD1+LQ2PRY3KaXl6HmbLAGDXQWMIaLRvCixO+qodSnZ5huSxoyQZAAAgAElEQVSJ800g1gAEALTmZctQmQYAW0oy9SyDTq4vAX/l9z3k6TXwl968HrLZwAiNYsfcvwSIPV+vmQAUfM3gs7eHoLCDFRPGarMtwHtXQ0mb17J6MhuwEY2jDvnWMp1+t5zBCfw1uc+vqTIedFPaB6CvmpevTkD2kVKVWseYban/1qy95fSEFJoqf+QL8nkRALyWasyX3wHA82N0FSXWrKereJ7XsXxtdtbgNQPA5+YB/E0DgJXawKDm9lXNlY5w+sEDWBxo6AEs14R2O23WAz0xEqPWZbNqRjoc6IYdU6MeqgfwK3FIEYxFPYABAMt3eP5qHmCCv8gDHEM/v1YgGGGjCQC/jQBw5f2bUs51+Hh9EHpqLTfXZBX+uLzXLb7jGlUMgU0WYxSLuRFUaX+S2EyMCsILK2B0iIa4Pr9/I0hftXyDg5eswXnqmD/h6hJsIrZkDRA7RzfmxyM/ec1ze7Rvrk1fGwBcLZJu1AGQ1U6nFgDACepIAqHXp2FisLg8LBFOQMhnPRUC7zl5fw3CIK8LCbP6Wl4gEBcgDNULxPf87ExCl55LOAZ5R05L+YyyIC54zh6ESwiUKljaaRUN+2JEDvvIwBj3vgCRQlveiKecEqarBoAhTIEgWTzZ6RPXLihDuCWRBdHd1ANYT0o6AKzv7wsAjMHAQIAUwut3BwBvK0wtIbK9Dd57fo+IGk9Kt6ty1HhQeY2naaNRtQ8Am1JrJ3L1IapM2e+KctqDFZTFi96/uu41bwXDP+GEMsBdrLsH9+4Mn0vY5599/v3hpz/5bPjO43vDvlzbQxmp/VjCKf9BQNJf/e7L4Z9//cXw299/pZ6/CNqMenMbkONCaBly68J713m58XMo7gR2aRCi8koPXz1RDfoDQQYHIjxEiP2mdE2ueEgpPBOf1TP48K54BUu+4If3h8ePHmje4I8eHQ6PHtyR6wCB4UF8U+jgDfFkxgtUSMBl8bg/l7acnV0OxydvBQQ+G54+eTF89eUTeX8iQDBOO8qJPHm9voCwhlArAKlhmGCn+J69f3341ZNAPYGpQPIUoJ/NB8hmKrTVEz2Dsyzkp/jW7wzWxzYUQK9x+AwAj6WodM0YYhcsrpumU9uQzGwsWr2hB/Bm92JsW6E/xs8rx4RT0HhuvblXTsWcINSlOe2hWNmKNcV3APCa0eqX9SgALOWe9/6t5wGsNGOicj9NnGqswYPwfQQsOE0weuR0Ce/JyGr7V3+DLOgyotOwqk1LgSrlBT0AWOt3WpkBg9jG1lj7mPBwVC41ZcQlr6QxER/8s99b899s5LXyxtv9/hDPcNJoHFpTOfUxBGM0KrNJpeAQlXS9skBBLcZ5os44jtPPa420G9V5fQTcVDLPmrrnlNReLt7SkjBuey+s8dxe/9ByAPdkz9m+6v5sS8j9HMBZDvVcknk9uyRoRhLzMuNBRl1J9orrqtjI3X3d69diABj0WQnQ3Cgtub4cAFa+UNH6rwMAnnput2cfIgBcyW4ui3s/aZNxTloCPSo/b7gW8jpiBfVzu3zMLmbbyNJGuOxs5b35Lg9UakDdhu0A4DWeM+WTxwY5a6gCwDwAmwFgRApxmcQiqE3K7UEntsfNAbrOh/PayPQn8mivxwFj6qTGC1XlFt1awVl68OqhaAN/3QOYnr/MKbm/jxRG+8FWJ797iGfo6ZayyVM3KQBhwDABYACukCUMuyBjJoDrOYiVruc8lQ5W+MonXSdtzvo47RIMFa13p+2QSLZSbXIMl030cwolbfYNbZLR/mSjCACvtrkCgEcAcSl7xFWUecg8bfZ1Pq+XBb90k00TpdgBwPMDvXWJnQdwewixX1v2iusNAV0AwPBEha1PI1eavYnUzrbK+x0Cmo2U1jomozSOdO+GYyYGAO8jBHQEgJWGe152j8TAoPXJzucIp+rXSM9L26cCwJJSDg4mAIKZBxjAbw79jBzA8ARWDEa9g5n/F17CiLrqIaAVBBaHGeT+1XnQ8M94ZYbvtK6nWy6RScZlOHbTf6VMn5YEVgpuw1gDA8uLxdaQM5NaYLHvuvSNrzS2wJwuGY+c1W2fv7c1Um0AOPWkrVr1dWn0uUNP53jZmj69HwBwW1idMsfG/umqS+vCBy4vlC0B4H/i+Ixmw8SgqLNWE5aMTk4qrxsARjgZPWEIIBggqod+MUkR7ZgAgDXcqRAnB4BfXwjQcy4veP3OegDniatU+jRkpEvUTqaVHLRPY9lcKQAMgZtAMAFgD8Wjz9ogBzAth77px7uzHwIaixQDQOCIALAR8DUhoDmIbfAik9Rp8tECPTrEJhHyLe5dUP1GRd4VAIzG+sp3RSh1oKAJWDOZgOgeUe3FlA3+MG13cOO5nyjWqkwB1HXIMFNev9YLhFcVQQOANS+25fORS8jte/f23vCdjx4Nf/GznygA/NnHkmf3riikRiZwIOSLr46Gf/j1n4Z/+e1XwxdfPhOv2TPxpJUeWzir1Hso7CrgIF+uCYVhr2O/oz7QHR0FMwCqommWGHj86jVpuxN2zxfshpUICkDh3t/fk/DPEgZaFOm7dw/EK/iehIaWcNHi1QxwGL/dE5D73r27w23JK7wn5Q/uyCEZQbdB0OHcK6nOxev31XAieYE1V/AR8wUfS8jrlwJ2Hx0dy/vxcHKCAzc4vScAsvQVBgrL8KCrQDF3M3CiSzxUw7IQ/pzmaZ4lp4ourAWhTccghpDu7oia2rqwJM/T9RZXp0pfpL/p9wlJyn5KzLQhbLFZpOf8mD5MtpiXpyvzVjYfpWFtOg0pjHb9dozbEPpQt7wtj3RnhcPRHbjm/WnaZp9wtQW4kvo85WqfaLUV63T9E6YPk83Xw8duMcHdR7DeuAYcBE7jHNbzFGA7uXqCQSqGmszbL981VacfNiEdhUHVvW3c6Jq/KwiMfWee/bG+rmKhrCgzP9DCRO+qMYtGuRrwXQIA+z7rAY5+rQZUHfhN4HHgv86f/R4HjLVnetEUft0z+Cf0t/heG8gDEJZ4IO/NffB7Mh9coshFPWMKUK6Xa1lnz5A/NsD2AOCptvbaP9e3HQCcZ641VtcJ/nIttXiZr12LTGN6ketH3B1hHVtI0rSvCjpRgdCFkSjuj3naPsd/J8OybQH85RatA4C9nRxdCt6bSQ19eWMqn2wJPmf6pU2Jspp93qRdtQdwPS8jOlLJTJvKUCrJVKyd7feRLntTyJbe9006rCJFKU8W1agcO/4r5ITU8LkG5A6mkmH8CnFbi07Xtw4A9jFEXdQ508ohY6w6Ny1feakRWUmHViMIXIK/LrsEnLB4ZtSrM1t2OmUUSfU058W53bk8nTbiyx+SAGDT9wCcotsZAKZdSeMw6X4mSACdmeAv9FABgG/fkZd8NoeNfQ0JTVsd3vmiV7DmAk4hoj3Mc25fPv8NUNhAYLdTyfMZtjr2l/PIIn5PBoEdKFbP3JHgQPnOKHs+yGN15bDRBI+VsukzMC6sLB+A9Db4pfEapSw2sWkmf5pag7mgy5T92kovMd7jS/u69IV2i1wWXToCV1luTja7ymeFWQr24et5QqvWd9Nf2oqmqPN4NUuprxEAvhDj2Nnp2XB6KhH/ggcwvFaRqo32PLTcoln6wKptrLOm0Y0rm9q8J9/MVJpBII6s32mB6C2yQhUC2iM1gHY7OFwDwEbRMs+V+m1C1Q6otlF4AjsA7OAvAWCGgGb453N7V69fC/0MIFijsgIARu5ffUf4Z9pbEQZaMQW1odqcGN3SIUn/1LplGLBaBGzarxL3bpjzGjRYhwQhoI0DpCHylW/vteOK3kXHGYxp4kgTG2Z+/16PB3B3NdtwtaS5+TZvvlHW1B3bt+3e7MntfZm+WgtV120JUIaohIK0oxOvTsSIskpHnNb+9q7/n//lH/Xy9IC2T6j5PT6gSnAqAPg1PIGFMLzC6wo8gDWfiAiVECjhBRwB4ASs1ACwnq6sAeBTAYAlHKoCwBIGejIEtHjGVZJ4uf2zUp8B4I6SrNbC6wGAEQ5apO8RAKwAWgqpUyoF9NTwsDgq4aaXCrUTe3MMAPuIOCGTVaCD4R7AmwDAeHAnXnoPfOgog0tIzeZK+ZLaNyvzLgHgosXVmijXAplvXjUG3loFPDTWIr1cd/QQQDnzIrITt9GYTUVLyuE0Mrx0Af6at64+XwSFO3s3h0/EY/ZzCf38lwIAf/797wz37wqYKuiv3KZg7QuJLvCPv/rj8Dd/9+vhd1++GE4u3gyv3tySVScvnJyDgAGBQ3NQ8DSgCoQW4lyNP0LbVLj1lxPawmCOPrGccfhkWEg02U7UjYQZbQMA1tdKm/cE1D5AKOj7d4f79+8N98Uz+KG+BNwWcBihoh8e7g2HB1SyAU24DAswF6AHIjCcnr0WEPhcQkS/HJ4+fTF8+ZWA35IzGKDw2emFRF1AdAYRyuwUHtqAtqkRwPI0oS7QdNR3KS8AKWijXnfhx4AYPxCSQaJ8Srq1I7JOWtKXnAOkvhMP5bxxnCc4nikifql/aip73pKkdDjozHUy1+meqn9DAsTHZdYbsHzDaaPaisg7pJPdcd+MRC64a37NLahkgyJZgdvg5tl1167zejye6Y9D/q5/yu7j3jA5wJfhAqP3aH8VdZqBagZQ1i1m97kRFTQp0+ccbhHX9fCNh+1fq2w5n9P3bDCMczEN/tqQGb+oQfR6Llug9Eg5MH4zAoE1igbl+pr/unzn94D3usGUPQqwdsHXtcKCnmXAi4QuGVjD86fbXILAc4qZywE+TnMKYLxetnG8a7p1Vf2t7+7dO9tGG6PJfdwNR0Z+vOnf++ABPDs2tRKs8ufcKpkekXrtxFJtANhLZY921aUMPOFVowC6Rtxjwte1yy5ssx8G1P0I0rlZV7Sunjwypy+kvhvdm5Nt8litB4D9XrcNRMKx/LnrAeBiFdg+Ynedn/AzvVr6sl1rj00BwEv345q+13WSpbYESte/p/u03XM74+RAUhjNyAPTOlgEAJfyO29pCtAB/LUZjkBxJZt0LWETkzfiIUlJ68t1kx7AAQBWnVAPoflhNR4gJsDuczhuUOZjztvLteC0qX7XUmkIOU6xjD/Jf0shloPXK8Fg8/5VD2B+JvhL7989gL7yug0AWMFg2OrgCWyAryjgiOCH0NAKAof8vTf1M8JDMwoW8/5muaRor/EC/saIC8od3IYVAWCry+tN9SRuUq6tVBdHieOGOqxu6sLWNgeB1SyhBgj7JehewSO/nFGbB9tWNqNNEsIV5zxlutjUnitLtmSGvJ59l9e0wmXGpTTufS83J39cT/u/XR7AXFVtDlvSyZLuF+Ov3qwWYleKMcIo3m/oOyON0r71StK3vcJnjTrKSKOIInqBPLQS8Q62LYC/iDiKSKMRAEau2pgDmHvgXQLAeRTm5Lo4lpFlagho0DE/oBhzAGv6PE+jZ/TXc7F7BENAlOZNrK1xXox5AACsGA9DQSOaILx/1QP4Et6/EQBG+GfLAawAsIHA8lnz/yrw6y9EW0R6OgOA1fZqAPCIP1IfTcd2SLALPGu9rN3RrSb0smK89XAU132y+XLg7OVzWlF0zQi4uU53PR7A5IFNeTMshyl6eZ009jrrXkv7a145LWfnyDx1/XP6oB616+iLvvf9ucXYgKx2OnSjDwBDsOmfLPDKXckDgAICDSPbayEMHgIaADBf4/DPSqQXhIAuAGCNZZ89gL3TKbyfeYAw5J8AwAgBrXHpzyT0KQBg9wDuAcAlEFluhXxWUAfecuQ0lSwQpusEgDUkLvOhMHcpY/irYULD91wHAOxrowUAWwhoPTUFo7SBaEbQHVTTMA94JeBmBwD7np1l/KoMbfa3hojWZdcBwGTS03+4ZqEzlNXYoYRgbMtrN584VldXvNT7ncrXTVlf9yVP7uc/+N7wbz7/4fCzH302fO/jB8z7i6Uqr2fiAfur3z8VAPgPwz/8y++HZ8cidNy4LcGT92QLAzQV1g2vVg1Bwtfbt3jZWjYgOAG/vvWNxycFKjB9t0NoPqtiKFxYcQ9mO7ChQhcBYADR+hlFEf5Kwj/vi8fvnbuiaN8RD+GDOwL+3hs+EjD4Y/EQfvzgUHIHHwoQjFDRN4c7kjP4tuRD3ofntDTuXPIeH5+/Hs7OL9Tz94WMx0vxfgYwfCoA8PHR6fDixQsJF/3V8PL4aHgldJnhr99SYRcagz5C8POw0QoZyDXkWUrGDTVouGEjhn1W04H9lSCl8hCzf9jIBJsNLjC8fGnIMaqs94XRr0DgxBxd4e4xRtVFvC4j7R1DYc+wprU01v61AcB4Zi/fmw/0ZmRjC2CSJH5TerVhc3W9bO5/tPlTx0L/uro2N9heDwCsy0r33zIAWEli0yDLseBSzHttClTu1RH3dabJRjsNbI359rYFgCOY5DRqaj0XbUkGcvaVbe4DKpPCPEjJBDCmJCYovtouk/d0jCdAW9o12QO/TiOfcuC0UEcywgwAnL2ISoA3rvzYVm/7HE2oQbye7DI9Ru0ndOWgHQC8jmh1So8AlYVlUez6AO9AeybbE0Ka2wHE3I9gbJoEgLmPfK/5fXMK/9yAXwkAbMR3OY/5sAHgKV7TO3w3PwdtHXX+3rk1167hfQeA63Ee8+7aEFr3VYXv9GPMeTwalZEcW67Rcm3PPXc85iN6lXjvuK5UNsi35DhWtvD+scNpHonEopHMAcDZsJ15Wd3GCJT6Z+9ZfdglXo/3ZQCYTgKpnB5eySCwR8sC+Htz77Z6/eJ1+/aBvAvw69H6xEHBI/Zp+jb5XQFgPTAMIJh6PZ9r3roO3JoLMAFeM/SrySDbs/zAWpYRggdwqIfewlmGImZr9pM0pJSBopil3yFPhTb4uKtdS2UtVJz1z0LaSMAwZ0J1XCtb6kOlhbFekaQ4bXvsVQDAU3RSn1rJnXM07n2/vsb2dXV92QHAxVjKPoi2oK/NA1gBYHF4EEeQHQDMdJLuTKchoDXFJB1xVD9Ue6RSTjO9mX1SfksAsKXJU69fA4HdA/i15v6tcgBLOff8vQwgMD2AkQvYnMc0BLQBwGqDpYGw3L/50GWtWyo9m1MuRxt8HQCcaKYOD+9VALiwQVYyg8kD2rRU9MMCgHu2zchnr45+5preDf2e7sm7AIDR/2j7wjpaCgAXMiMB4FLgCcM8MjjFIaDBiH9UagX8BQCsJ0MqANg8xurcv/796wGAGXeeIaAFBJ71AP5wAGDNiSoCNYRyBX1DCGiGzL0OADgoIgrwgjjHENAEgfBbDQDn2P4OEu8A4Cny8q4BYOxrneVSIyq/R+VMO8GTuf7XzQGsiOgcAOwHGCCUiHACEBKIroPAqoC9lfy+w/CxAKB/+bPPh7/86U+GH338cHh8KGCpeP+CIb+U04G/+eOz4X/88ncS+vnL4U/Pjoez13LvrTtCr26mk2zq/Yu8vSKIiDRCD2APZ+4RBohUKNG1sx8JIsysnmWSQFCFSeO4et5EKr+aZ8nGBJcJqdJz+TXyDeMbyqFPUjf047sHki/4vuQKltdH4v2M14MHEiJaPILv39vTUNEHd/aG26J4w8tZfIq1YpypvHj9VkBhOaiDdwkDfSQA8JMnT4c//P534hn8TEJIn4pnsAhwkjNYvX2FviPsC05cEgAG+Iu222Eca6uG3bfQ2G907HwsMuibA9UEHpKHzJRz/JA4TKIvaXH5OjNjEIebElUE/RKTNh290NfzSk0NibIbq3blfrxL3bt5av/2hM93BgDrEPm4TrW6/9tyo/G4nqsGgBN96jZ5BwCvn+XpO3YAsFoh9c/gn8kDDTsA+BsAABO5626dNUB0XdG3LwS0j0Ctb47HuB7XbwIAHNfSeqNUXj1zB84W162yVluuqdcr5Zzp8tPylNWgwFF5BGvVc3uyVyeCSiLUNiAuibv4Mz5MuIxLuoy5fORCva4PbHSziae9e4mYxgcmmZb93vzB3XUX5EnKtfacpP94M1w7arUja096R/Q+0u9T3cvPSpdH40ydYOmfU6SCDhkvKIBdFQQCiIjHjB4S++xtoJMEI5W4ncRk8uYcZacDfYQBoelx1o4MjuY0RCxb9n8KPNYDXA7GGjBr6Cb1dD0wZg4GOHztHmQCAMPzV71/DQj2ENAAf/dEP9R3A4UZBpr6/BQAjN8cDGY7UzBT9tsP48gVDedsh9c4+A4AE+ylXl2WyWCuLYtgy+QD8iRyPBkVJZ8H8zYRjKgB4LgEogiRQNpgOC3XS7168vftAGBKq9N/5Z6r9V32uy8HLd1X119uyR7PsunVtWfJc53+Lit7dW27+vlb2oNujA2p5L0AgE9PxMZ1qt6/758HMEe6bweW9VxNSHLUnfQARhQGHtAh2MtQ/DyAI+/4XR1wfHYMAPZoKvYs4DzqjQ0PYI0wGPP/wtmOHsDAXBAC+sKAYP8NYZ8Z+pm5gAn8OgCMMNBMIwnHMQ8FnUEuY4DGCEvgt9zfi+XhtOHmAOCCuqcvSjeNTuoQ9QDgABDns2HvKwA8RYlMnu+whevkGddZ91jIjGutwUErma2WlbkspqkmPcbbf5aJI90fDxtSLmIFHmsho7KsMy7DdIjOHnfj//q//8mePQUCzxs/ghxTAMCvcSIkegC/dwAwPICPZ0JA7wDguCyX5wDOgO8UAEzPX0/uvgOAe4LeuwSAnTBxj2elSL8XCgFpRyY8VwgAq0LK+gg0SuhnKH9yoOFt8gKW8MNy7uFAQk5975OHw1//4qfDX/30R8N3JD/ufUGFxQlWwjxfDr9+djb83b9+Ofz3f/rN8Mcn4t0qIWTevIVH6x5zWYh3LIBLPXEmwoz8oJ7ACfwNiroSTQDAEM7M+BENZIUhQsuBQtfisI1bFfZaAd5kbCCjBcisd3vYdhkDCF/4dU+EudsQ6ER42xfh7a54Qd+VsNcHh7eGe/f3NUz0o0f3h0cPHg53xVv4jngH3z2AZzCn1aNbA9Q9lzA5pwL4nrw8Gk40R8or8QQ+HY6eH4lnMHMGH0tO4WP57UxA4YsLCZUPb1N99m0LP42u0rjB0GYOFrv3LkenBGjJ3xJObOPLgyNknhzD6AGsVo2s1oKsKCPmy+tXVT2NfQikFbjuyOZCCc4a1duh1rIGB3emPFUDe9TIAUwtPNzm/eq3JV3teQDbeLRqmrOTbWNEvEoAONKnfptXjt3CIZ4vth3wvPk47zyAPaQiD+hcXQjo7GWyA4ApBkTDYs7RV3sXxb1Sn9KOB0mbNClbXsk7OgbJ+lrZRsUU0l8t29TPn1M017RjVPc3PAR0L79uOX1j4/Q3CQBOQM3EmvW1OFLaGxthFvz1+xqq++j+hZbcfMitfUOLtzsXXPiooufj/notABkpF87+RTkvSlRJVpytYVSAIv+CZ08Kft729c/VHjcfW8k59fiofL1hmzsyYw32+qzkQ5/sJ1uX5fN276Pdxb2PrHTd/NDH0XqAzB/LF164/bEfgV5h72a9xfSYmjeNhjj2mRddTyEIbDpSBZqPW1jq1apxF1hl1iczCGwcLpULbQ4PKCJ3OBCgICs9gD25h/ZEo8ox7DOABOb+hfcvok7J+x0LAW05gBH2mR7AEgLaUrg5AIyoUarXA6hNoK+Bv5p2yO2S5Vg74OuyQxmWWcoGlnJTwzBnEJjj5oAw7RYjm0agnwSYMVhWLi2qDDTHFV7Mm00QNclN9n3uyFIAeBOqMvJiCpV8KNCvU5j5/rt95ap6tly/3Ib+zverXWJOjl1T9xxgEevq9leG7b0AgM9OhnOxdcEJ7b0CgAO/ShxxaslOhCX2OZgOAQ0AGGk0JXKDRg2NERg8pL9FEFVmlT2AIz/NobgtxdwrAMAeaTXnAH4N718BeBUAFs9r5gBGZEHP/QsAmMDvGwGA32oOYOIDNxQEzpFEPfWG02M/1EKwOu/ruN6vFAAebRSAb3lSyB/rQlP0ATyqFkzfPwC4PXZjna3u9VXSnK+v7hYt7+uoI/5Zy9kdA2WWi3Mv49jpytY1ZTKQWbwz4CslDIvwGnwJhtv0Um0LSQBwfWEJQ4iGG54MBKBCQGQHAFcjiBm8xhDQ78YDOCxYJb8W4tk8fonmjD2AEwCsnoFyXRO97zyAp/bcuwKAa0Y2bVTN5ObaAGCELzePdj2hBg9geX+LkMYCAL+VMMcATPflHeGPf/K9TwQA/nz4xU++OzwWhPNAmrgvRb88Oh/+5l+fDv/9X/40/ONvvhheCni5vy9XJewzDqrAu/UNPFyRVETeNfQzQkAnANiAOgMgaXcwc0Z4zxYHtbaYTmJKv2UV56jhNyqUWZmVLxb62jX7BIjaKeSUKwme/nq3ndQTTv1aBDAYFJDvaE86fev2WwkVvS/ewIcCAD8YHj9+NDx4+EC8gsVj+MHt4b54CN+RMNIarktDcrlPLgKZIHz/2+Hs4i1DRb84Eo9gCQ0teYOfS85gBYMlfPSJAMEnkksF+Vd4Sto8mAFtqoewgS8aMloRWuu7jwm/0lhE2JbvHlHAxxHlM4BcsEKMjWslOhcWhUA+m96uYLTfPyWflQy8YvbWtknZW5vfNgXOeQ43AWAsEW2z/y1XMvWOLQBgjH9PNd5Gib0qAHhEn7ptXjl2S4SfRWW+bQAwD3VMet4ruYzrOVPB4nenBWHdx+stQRvrSg95+MsjNewA4F0I6AKkHivoW4G4K4DommR80z2Ae/l1x2Ne8twPDQB2IxoPiHhfzKCjP/nvFUc3RlscgtiC/87pCxvz7hFdHjPAlvlKua+JwovYZlWobHPJyzfuT4MfLWkf+zPmZUvuTbLuosLjQvVjx54GZbsyOGuTsPFzG/VafZO8PSkvrgbZ3HVP69XziwfYJlmwBtv9xaZaN2e9g0mT3rQuNBf71/uT++Vt5LsfkGVOYP1rrS2lKyE9A0Zm6iC2HxJWnTFPuN4Zvqv2GeiPg6jwAqNXGAFgqmQBBDYA+JYc+N0T0FfBX8K8CvAAACAASURBVAWAmQN4f59AsHv77isATG+zfbw0BDTAXQK96u2rADBAWvf8JTC8l9xfCLZqF4yWZt2ZmrS3X1db5X1F8xvBbK8Dn/WeBByU4xOHK42zEzNOVBjfto6RxQ8cRuxpVq3NSX7ydQLAG5KJd3jbGh3vKgHgNc/dgm9sObJXBcbUevdcs3YA8NwIta6XNGxOriPqOKYtIwDYUmcmANhoPQiZh/7XnO76O0FVyizlQSywKMV6pGGITsgcwAB9BQBOuYDF+1e8qpF2M3sAC/j7GoAwAN8zegCr9y+8gQEAi9MNnG8ME8gAMJ3G/OBUXs/st+NX+T1GoFw7B2uBWIxRHvvygESLPlQ8Sln/2ufGfrXv3Wbv99nV9JrzVm3z3LkZu56652h5X0eds/X25E+1W1EyMUwgjwABYEYxTfIPpA+TE/3wg9vQ0/hXg6gr1OSdVMY9gLcDgD00jBGFdw0AW/5f9zy7RDhSAXMYcsBDQG/hAexhFUyY1IHfIAfwTT2Bg/wpzKGC05R6qlJPVoqQvM9r+O6nLRGvn2EbeAJT3+X17gFgqggYc4qqyjXIIeS7h4AGQXcAmJ6VBgBLcNtsOK7DWOWVPCdQdI5Hz9GUzZX62Zo3LzDH+HtK6txTe0S0fu77AQAzZxABYISAlpfkt5Xkvxri+IeffTz8/PMfDL/4/HvDj7/zeHgoAPG+DcJvvzoa/t//8a/D3/76T8Mfnx8PrwTjhcL6RkIfvzqH4CFrFKAZPICRf0Lz//IUmtIRDd9cerA6UEnjlq33CHBGg0Ui8G6EwLsRexfd7LRwDCOSAWCURnZGKOQUeG753gdci9DMoEH4XTyhb9wSAPftKwkVLUMkLtD7yB0s43H7tngI35W8wQ/uSqjo+8Onn340fPzRY/l+Tz2H928LeIzUysItUJ04+MowCO1EnnbxDj4R4PzkRN5PJF+w5E8+Eo/gJ0+fDk+fPZfPLzVcNAD15IGH7Y2+674ng412DgdsME0+dDpC2nECxmRspCOGDhsrtBFUAJiXeMHKW+4lMD6lOUaHRvsizhPZb1nEGa1PnV3NmHN1Idw9JxTsAOA5KjV9faSIyg9tEXhOsNusDfN3fRsBYILAthELnroDgDNITTo4Tzf6fDcbgKMCrBRslwM4bc9at6mV2h0AnCnZVSrW3zYAmICJA70BrNGf/HeOde1FswOA29z0fQOA0dIE1s0LAWNxszjYt66CjQFgNnrdwzpybOsgVvEAld0pj6tE4AL+1wEAj/oL3Whd/3t5T68CAObIUMdJnsD6Y6OdCUk0ENMGO9JspSMhby8AVvw52FtEGlD811FV5nn1NER60Bg6ttRFaS4DwKJcioIooK55/SaPX7FXORAMEBgAsEamkrLQVeH1q3qoeQPjwHEJ/lr+X/cKRj7gBGJb5CYHf9WQyfbTsGl5apPqVsr8BQCMfuIWo8scs2JkKmC92AhZx0w/9/ULThvnlFtwMxAYVjRtdMMqv/GhlLQ3NyYP78GNa3S8HQC86YSN9O6ZiubstTsP4NYAlvxqzg68DABG5AZEYpAX8AXgDQYAK4gkpIW5gA0ABv1X2uAhoNlWgsoVACwOIAR+zQtYwFzgLcj/C+/fVwICIw8wXpqGEx7Alwb8WvhnAMBvAQDri05h8P7Fyx3JMugVaWgEgA20DnytOAW1aOFvAsRWILCS+R5NKq+RO2zyXO/QuwCA+22+Sl2ynrbrqXsJDwkH8PxEmjWuz39LA2XLFhYkMq+VKS7gnOVyoT83ffc1j83p0rbVFERJFUPyaTStf4EHcNxouTaemtMq7CUEQX5QmMROhQCQeIXQzxr++fXwSogEcv4iSfgr8VYDoKDf5TSI5gC215mEYzgTrzJ8x3UAuHiY5xDBiUISMcs7aQKcEiUDGhyA0NMpAuIgvMClEBYNO3Ah8f7PTyT8M0NAvz59KeGgj4ZL+e2tECqcRnn7RkAhO3Pni88FThfAfBHyICcXT1JyihVrgpt6ADPJ+i0LoUPwF4DvbQLB1wAAAzC7ocK8CbrpHactdXlRsEx5UnxeQycSfRsLr/wFArp7SZrhOxFuXnNirmAM5gkZTQECI9RDyh3sm3BaCZoVconGbfQ3W/dGtW53Uy/cSt7QGzzD9m5LFRnpGIHYJfUz645ZkdSlE/NHuL4SCpP0sNHaCRM07F56+jIsiRqy9eQuQpI4ABxyAN/G2n4zHB7sDT/7yQ+Gf/fzz4fPv/fx8NnDQw3/DFD3TADJf/7i6fD//M0vh1/+7slwIjlv3yD3kNR7CTp0di6yhqxRBYDtQIIBwbpODfz1vV34exqwy1Dn3AfphaVoRo906lu7HOmohzjGhZxXwUuksFF+6CQpjwSAcThEa5Rw1gCOlbYIACyRrYX2Cg27IR7BiBAhe+2NeDPDcIET2IcCAj8Ub+DvfPrx8LGAwI/hGXz/ruYNBph+IF7BEBIRW3tfaMc+EGH5/xKHewQUfiWewWfnlxoOGrmCkTf4q6fPhhcCCJ+fk7ZfCLCO9/NzCIKk4wwLTWqRFWHWjV/cRkQ6bgdE5EcdGekLr9fgiZkBVGb2/R/NFrjFAOAE0Jd7Jv/sO6Lke7iuLbaJSeAvOW7zb5ofsDg9hzv+wwn99+rnCFu4jjGbbVe73d17Z/rcqjWO3wYUq7jF6ZN3cb7uJcLdtq0a3x/B0LW1b86Pvs4Q0E7zAjm31U15KF+Pn9OKTtvHN5bbP/PijXuoZXhO+9Jog9IP/czDO04z8Nsl6Eo6JFhtEqVDDa6oYlK+5vLgVOl0sMV4QAYMgpdyDwAuj7ikwZ004Krx0mko5fIEOFFIKJaeGzuTMqA3sN+8lmlgcauVy5XVhrQ6BDRKup7gd0VlPV9vjrndxv6EJ1d9qjqYvuotRZ/G9tNrAYB760ibVPanpA1yrXP0upyjlVSlWsPluHE+lvzNltICUc4JtY7GhjsprJDRXM+tj2abe/3Veejx1BJMcf0prydrM+QulVcho+oDS/kG6y+G+8b0htHhFq32aI93d/hv78Q+SfGcDDE9kunezu2tNWEi26ZqWXVQJkvG7M5m/dliKHSAlL4v2ShTZRIwur6CFg8lmSvHJvfReWtfVu21ppZjy2HPhzrLOvzwpgPARhNmgdi8O9zY7PXyMGi7pcV6iGUretRZ5XqJ5Hl6Reetag2paYz8nO+MO52fy33o8r8fms0GvNTGor+xTWPeWoRyTnYepy+kTdo/76Q9BH0l+OuploSWIa+Slbcj/KRreghb8vnKAerbdw409LN6/4r9ah8gML6rV7B8Nu/fPdFV98RepyGg5Z3grwG+6rGcAWgAz0pPla5m8SXaHAna5jkiDa1FnTwRWj7kAQaFVpKcxqic7ZZMQD3Rdf20KnVeJ/9Sm3hdwZSZbT++Tv6ov+NjEwC2/dVqSOe529DRme5c8eXe6M2NrDellluXNPEqnrsdv1rSylaZtYBJt7ezwp+1goSuud7LaGDYq42n6p5RC7KKLzn0MJwe4IGKaHXIQSv4wus3YveSz2JrulCcQWxQ6ryAdGX4DqwB4Z6BMZxLirPT4fydhoDuCVT5Wh8AhkA5PSnuAczIgkJXgwewYhAFAAz7oeUBdg9goY/qO6G0ywiQA8Bqxoc+LTq2jH0Gf+FsZwCwgr8GAMuYAwjGdwDACPd86V7AYlR8g9DPyAHsALDhAjcdR9BoGdO8i3zK93UEQ5VJ5L/m2l1SaGbhj04WT81t/C1/pmQwAwB3yZvd22hivf+9qrmtPB+wolVDLZvUlGnuyX1qt5aeLaedUV4bt7m0v5R96PJQLs/w15KZ64KUU7B3CwBY5QDQVi8f72PKCz6Qh93KP++FvPc9gH1D+e15BbIvICokChw2+n7C2AWioERZNjGI8Ss7GQKCDPCXLxJoJdIAf4UgKwgM8NcAYBBtzcspzwHB0rAyfopFT6t4jlAi5AQYaPgD0HgpAKN7AGuMeXgBCwD8+oIewAB+FQCWlwLAQpCQlHwSAJbdUBrHOApKGCsAWIEIXLPxUZBLBewJAFg9fgUAhsfvVQPARsgdTNPZMqHXQz4kwpnyrYxVH+JPNZH0775pYHjOXpI6BuZ5p6vD4vlDgCa4wxfLyLuuIF9J01u2f6JM7l0qA1bVzwnAG1Y73Yk1v4K3N8r76DeVFR3R9s28v02I26S9XAu5nH1STSwzpJpo0sPVGQTKYp9w5lVIMWElg78GBjsALO9vEQJZvH9viMfqjZuXw33JeftXP/t8+F//4qfDDz99PDw6vD0cynq+FIHwS/FY/YfffjX8f//tnwZ4Al+KW6zAokonkPPjldCcN+ISrACwHU4QwsF1acKH0xTu9yCsGuBQs3I3tHFdGRgxmg0qkuFMEWlGohtxdirGoIJQDv+sO8c1YIC14BoIn413PSCEvZH3KcBvKOS3Beg9uCM5gw8PJDT0IfMFP0C46AfiFfxAfj8c7t2TUNoHKM/1orNs/UbobNDycxnHU3m9FK/gFy8RMvpkeCEho588eTZ8JeDwS/UORjgYANFgXJ53BMYAHujR+ZZ6Ad7gNCEAa9Bw7bkNkppLUm7hoFzoeOB+ts3VbNTnNIUgPcbBaVTcG77R0q5KF93oxn7bz1acNqY2degBwHpnz4Bpaye3co4KheudENBztC4twknS4QasFmHpUBSdox7FGfe0R79GLWgW9nU/3ealbWr3uHUl7rkN7t7YuH2NAHC1d2qDtEMf7O0EAFz1ybZr2FiuaAaKGvbB5NrNlRjoy32VQGALs+jyIX6nx01jwShLmuB+ib3lazx7WZZNh32cN+i7zT/aZWHxeysiZgY3bllsHH2mt8cV32DcdSCKrLZs3xQArCXcqJrKW8/S7fbM8J3tUAau7XHDrRtoM5/33mbjm7ct9a8ni9Dam/66CiBkiTQ2Nj/VGBSUP1ybUyxHQF2nXk7RxDrSsaYcPk1i+xSJhvDGvTNkZizHhxtWVMmiHX5U1YWvOGqaJ7Aem7LPk+t7PQntj7O1vz+UBCIUjDAPX98r7nVBsYugiAP7lHHpPedzjWv+PY6ej0oxpx1eppfmRIHphbUp/hto+fQk9JaOqoGr5i7Sfu/sdIcXyTKNZ2/MXjEaKrpvNAnFoahVw4LnTky+94PrOMs6ddk58NTbMtkv1dFbczBekP7sfADW7146Ziw3OUehit78F/1NY9Mb8VwxxrKgV5FM1nV16WYte9r39CiMtu8Oygn+SissDIJjJJlWREOrp0vibwroklglGuYoaaavbDw9bakvuvcv6BmAg6RBGRCD7wAOAADfOZBwz7cPLPQzQV/1DDYwGN6/+2LT0nfNOyn3ia6H0M4a/tnaSO9j2Phy/l+nu06fyfcy34j00ucr7wGbMC9v/Ja0Oss1ynWMvseVMcXn034yudHXXn2IqFjhaW34r+3F4itlvEMWMGZXNbrWogX1rCVIW5ZfR7/rvbTpw7MMuqyGq3qu2Y6WPfRKS62RF3tOJ6NGydD0yV8HAC4qa0fL8ugD3zgAeEVOenKI1kh3aIrR7JTn17AThHkGlsJoopYHmMQxgcCQafHd1WTSPykTAOBLwXgQPfE1ogQKToNIgR4K+jWwFgHcHfRFGGh9AQAWjEWxGHgBIxw0Uu6JvQ/gL3Aapt+rPYCDXY/KYyDy5ffIH4tlxi5WK8/Hdo4+xmdssj37dKQLANPQ2PjL7aodI7RndYcxhT5yPXGMzHGTjurc9G/tj+UcvZq7vlmjZ+h8gf+lbdB8VCkHjMcji3WxZLWuIX1VAxkPE7PFwD55X5aZ7MAHZBs7fKxlzUHWHT9nAWAYdPhXD07JRL0hBQAMQ755AAMA1hcAX32XUAHmAUwA+CJ5/QL8vQgAMOpAxwASgGip968TMgeAdRD8FCVBAnj+AgBWD2AhKASAhUBNAsDiDXx+bB7AAIClvHicxV2HPJPZoJP7r0LMBACMKSEzBdVxj0aewtHQzx7+WYmxeQBbyGd43wEQ1vDPIQw0CDdOZi4OAe0AsOZSzYYjKgfZY4PGP1LHJqBI6Tv8VWsDYIuu6toDmOdHFZixkM8E6BnmgcCM5wB24/U0ZeoDJnh0j6L1yUJXmXQesRlluba7eoRwLmxIl4jKMPbOI/UJMA47tEIlZKAy1WHrijZk86Tw07q6vysPYA1BlQHgm7cuBfDdH/5awN//7S9/Pnwm4OWheAbvSx1n4o36u2dnw9//5svhb/7un4c/PnspYZHvaC6eN3oIBQAwBBWEfkYYaIaC5lFDvBO8pScwmbCdZ9d1Xv5W0UnQI6WbDgBHBcD3ifS5XrKJQWcFnguIm69Mb0TCr7WZgVF5AcZPlG14/nP88r5WOmn7UfekXENorgNR5u/fuzc8uH9fvIHvCfAr4K94Bd9/gJDRBxI6WhR+AYsBGB8I+I579jSXE9skTsECAr8Wr+BzzQ989OLl8Ozpc/EMfi6A8EsBgc+G05NzofNyChNjL+D8a3lhWF3xxxcFaCBYajh5kE5vu4E6GtVBeEuaE86LU2eeLHUPWKdFZmixObVTO7Yvp4SR/BsA66nt79PWN0K1DWe6Wnr0KoW9XkI+Kv7cAYBnnzvzuDka3BMZl+YA5npe0u8lZWrZZXzPNsF3mi1IlrzNeNI640hsxXUDwPlZZRtdVZ++PgW46sxUe6Cu0w/RNNctK9GHKm0rXgb26m+kw0pfAj2v589BnKl5LYyOSnmzRFjMQNUO17hS25x3NBZPBICV9rjR0ilWoRQEA2+47v2YMmZSt8tKgz9D34O34lh5LGVAr4MAcM7DF/nN1PNdWUngmE7fTBirQA968gcPQuWB5di1iUkxpzMK73Rfpiext460t0m3mrjfFLoWbenmD24SJNNmojdqp+zcpb73bHm3iiRhDkZjU/W3nrNN+xvX9fR+nqPNLjsRmIjrOgPArt9lD2C1kwEANjHC+9PiaX15umz5Nvx3c56yufGa5Hne8429rHl1/5Dcdv3R1TG3zCevNw8PLahtq/DRXf12LOc4AOvNWjJek2U6ALDO2iQPz3M3xecXDNWMfNxfk0v6mtsApSHTgkl6FRu8wng/WtN+rz7OdUR/NpU/io6up6XZMwLOVZt4b/hchn+OPN4+a6hPs/Mo8+UeUFuQ6ojUv9VACB3b8kC66Z05bFkeXr93Dg4EAIYHMF4MAQ1bloK9AIMV+N2Xs9ryOQHAojPCnqdmAvPyBRgsB5cJCjMnMGltdjJhnylz8S8bVanyOrA7VqhZl3fH7jfdV2uqjayN79nWl9ee8sFARuY4Smvdc/cupZNVLbZe+nvqWrScJdu4WWb5Hp3X4ZY3pLRd9++7yuduzkOX92265FL5YrXeLTf0VtWa+W2tfNcqCXTQ61TMRvL+IXsAl/xmbn4JAK/fvzRZOl03794UQZUAMFNIsm6lk5qHnTbXZFNMxi7Sf58HAMAK/GoOYPf8BQiMUNCI9kpv31cIBa3gL0FggMPqAazgr0Rchdev4jSWB9gAYNhdUxjoRB2NNwQ+4E5FPo55vY/lu1r3KLn+nDxoAv3chI2uL6EjjfldQdun9m+99wsdpGRd416NMJ/lHZ+nOTP6fudR83Uvb2dZsjVPkMuyN+0SOpnHuY2pUXDgCqQIHWSzugs2FwzXbvsQxwftPt/nKXoqZDqR5W65PCe3QPeAlJQixfQ8gNVsYg8aK2YlE3XhpQcAp9DPCQDG6RACwfAgA/B7Zh7AWwHACv4ydCvC/WnIPwDACAENgqNx6GsP4AgAIwR0BIA5QZsAwDqxOnGYNArXGroa+XsRgkHDPmcAGHH5CfoyRn/KC2zhoQH8KgBsIaRncwBfKwDsxNA2jfK0IMY6sKtADrUaEHMCvzEXsAHApvzTi2h6I84ZP3YAcKYa2wLAPVbXJ8CbAcDcZBkA1sMIenCBwoieTB64/tUdFd6/8trfezt88vBAwN+fDv/7X/x8+OjBoZ4shrx0dPpq+Nc/HQ3/+Js/Dn/7y98MTyT/79ub+zRIgQ7hEArCEyOusUqVdogBVDWChbocDVzwtWnfdY8ng35Q4UyBpxqvklgAj3mXjnGtMSYZpPQYIcgZdU0atlmL8qe0a/SzxtVyT1sePKGK7A8Iog8Ucrl+W8JH44Q2aCfGcG//poLAjyVf8OOPHoln8KPh0SN4Bx/K646Ekt4f7orijrIXUrOkVFYgXQFcGVMAvWcyvkfHrwUEPh+eP385PBfP4OcvXsj3I/1+KnSfXsEgCwSE8Zke4DRGYC3gmgO/iAqhkR30QAk9e5EfuQSBjauC/ihdcjCfYJDmBNbfp4S+PE5qsKvnKDDnHQAcB6NvUn1fAeBNxfpaRiu+7wDgwoC7A4DNqOt8oWPM/+AAYDLvygOYdHUHAE9TiR0AHPlGJdlE0F514jnDTJsS9+6dB7HXA8B4HmWxEgCm0j79t6Z/czpQb6SWG2TH7dz0XorOS4GNWu+bAYBNru7y4faob64uLjLKTT+Y49ERKGc60763ZbyKBqbxc/sHsKwxKsu0/bjnAGDUQkBz/V+zvwvmYPk4q/EiNY6aRP4b8zBTxma7M17PrDjqg2FczWroALCPmz8GI0gZujQqup3OAWAFQ/3gbDAc0vidDYjaFKOvBEnhXGC6okXicuO6e5qoxiR1APC9c4cewMwDjPDP5v1ruX8Z8tl/g26JA8PUF9XjVwFgeJ3x5aGhGYra+mi8wHU7jkXdfwa9mtTk1BBKm2mcx7g25gDgYppNH/T7PxwA+Fq0nNkd0Cuwan9uRD2mnr4DgFtzotRqjag1skmVNa+Z36aEYF6syQNY9t+3EwBev3+TLc3S8jEHMIBf8wAGPgC7oIXcV5ur8g3KvQoAY/wTa4Rg6wAwwF/Y+hDl1QBgTdmZgWDm+wXO4wCwpN9MALCk47RQ0cBbxGBIT2B7wQMYMscNzQUcj8bMA8CBc0/rn2GNlzLJ3BjPXe/urBlauQOAfYC6OpsKLFuxnZmbp6RUGtd99hfRyQSeT9tBXI5Jsp3ROd2DFMuM4zkOYHsTkVkQElqve9QY3sEIqpTh/DMO4fnhOwLCfsBDygMA1sfVJ960MpMO03DFgRkzUWxRgVrVHg/DPIgDQkC/kg3NENAW/rkCgAHAAABGLk4HgGMI6DUewGUO4GkA+NIAYOQAziGgrw8AxsS81RDQAGPowayevPDyDQCwgr0TALACwuYJnABgJGp3EFlP8AigrCF7uDg0fIM+zxbDtXgAx11IhWY9AAxQhp7ADl9lAFjVn0r27iExKL6JislHdIGceitcJ/1ZUXePUG4FAIOcNIZSSU3XIHeNALCsc5xYk7hSAgJLS26/FY/UW8N3P74//Me/+PPhP/ziz8Qb+K5Sz0t5PZVwxL+U8M//9Ks/DL/89e+HZ/JdNhmFGoSmVwBYDoVIKGOVKiFoKPjr4YJtTbvxwk9luwIfjPl+2j4JshMAcIJoM3WvQN08+T78/u67Le+6rBK7mUENj9iK8o6c7Lps9TR3CK0dcy6D+ltbIPjhtBC+Ip8H9iUU59t39sUb+K4AvuId/EC8g+X1QDyEHz7Eb+IdfACvYJkXGADEO/hQPIWR50nDo8o/aNv5+dvh+ATewScaDvpIXs/FK/ipgMEv5PMJ8r6LJ7bmDgZojINBEC6VdppnDT7jcA/GVcFg5PIEswH94Mkm/KdilA0IcwI70It55XcFgN3TO9EYjnQEyZP5pgEC6x0NmsPabB019nTfmEuQetlfaimLL/AAblHKOdlqGwP0+wwALxvnslR/rLDW7LVB5cuV57rynQewGpv1tfMAnjJuZh6eDalebiMPYKOcZQjoacUnG6upyKnhWYnR1+MBXGgxlY4Tx2pqb68xFNcnzetd+m0BgF2ZjZDKeGwguPh6cR6szJgc+ZsMAHsfF/KIHl/Qqnoq0jXpR72mq2SyGAD2DuROpGg1LRlqKQicNrR9sEdsPCSq8m6gb1JV7k9UU160C1ONxhZKR0DbFYxarHzSy1vLRvW7HBPuripKY5HGlTJprJvy8sKFzrtZ2CoZtz2RDStXPWDVHLG96RCpNXNEe5Rn1S3pSYJZNidYGMZYP/pxL1+XfPd9Hvc7iid6SkRTy7rOwrRAls/XrzuPVduQ3Z08a53E8vCW24yYWo1GRFXibGSoBsEQKQCw6Ht3JAfwbYDACgQH8BcAsIK/eBe90L4j9DMBYAN/g+evAsA4iKwHf+3gDT5b7IguACztUwC4moYI+sbP9diu4etci3ld85mRXi1f37Gkr74V2yPfrttz7s7WGp3T+Dbrz5K75tvsteQ91K439r/Xpzl5It679rn9Xs9O0ZJB26DMUvlJe7tyOXRTui/ucMf3fQcAmxUoTszUJPn6z9f80JU70agDmgLA9g47nXkAu0zuh4QUAI50X6s3/iGfmaoNXrvMuexev5q+Tb2BkfIN4Z4FAEaqPYm8ynDQ8ABmCGj1BEbIZwOANTVkDQCrowajATqvcx3Sf+EhJf8rx6Ysa7brUGRMNXue1is3R7FX5+jzOwCAMaOtZrmg0aQ3/bGYpznrPYCJVW5AADe6pX6QR5VMC7EtygbZjPqr7518r6/dINGpbOUAMK6rrdtkLh7OsJDtcIKzZ2BMUkpFOMmFCC4EfhmZRdNzwPsfe94OeNz4z//1l5BITc/OHZ4a42Kh6OKgSJY80EAspLZL+YdhGpj/F/HhLwAAAwi2ENCvYwhoAMBi/Nf8v/I6EzBA3wUQRvk1ALDHuO55AO8AYM8Ps20I6GpXqW4TxNhFHsA7AHgj2uR0pGMY2xYAbrWLfCGa8+qSmwLAIH4eKt0IYfQAxuEJAMBC0HBq7Y14/g7yQo7aH37n8fAff/H58Nc/+9HwUPLZgqDBI/VP4vH7t7/8YviHX30x/Pr3T8Qj+EIPSyQAGPRIaI8CwBoC2tZwAhWNh/QTNwAAIABJREFUqCUmqdTYTt74ZwvxbGs/jUYAiymIqZZWcNylgNj0XJQcOqoq+Jzm32i10mt9lQq9Ggws97KHhoAW4LYCDctl4blwHV7CBwL6Ht47ECAYnsDyEkD4UEJGP350b/jkk4fD4eEdfdZtuW9/j6eVkFZZiLmeGHwlr9Nz8QwWQP758yPxzBav4KMjAYhPJYfwyfD06Fi8hs+GYwnhLdMif8LwTPjkMIPruPcvQFa8TDZwLcbpEcrqC4Ik7rXoAwYA0xs4j14tMCbv7SllxtZCa6/kuidKWD+a+/+aQkCzp23TpXsY5HaVEuL7AgAvV1TNq38bQtu4ty8ju/dSQ8L29dqoe7lxpK5gBwDvAGAzcikbHSvEZAnGyd2InA4MBT1g0qKa11utiL/vALCzBu8B9bKo92QFU0en2rprDMXfdgDYQRIdXT1mXK2rsCzjoauxSJtllk1IePc0edd6iaddrQdwDAuW+qJLrtS9WzaOWZ5Q8ZTZ8gsHdG09NWhlsW4WPC1KsQYA6h6MGzF/7tuXvZy9p4VlXNt+XmyjnhLhNr15Rm5sy4Q2Ei0AuBeaOPW3ImoFAMyxHs+3zUt8bl1NnCP0z0Hboq0REF6wHFxObQHAJC2VqOod5c/L1y77OAsAm6JR0qmeVTKs6TQ/cfEFaTx4AHunptqvT1OQVBmYUQ/4LbvnR+b/qNL1Puh+mmtQgVW707YDQweaB7CDv3og2PVFP45KQ6QDwPACRmqg22ZkdNBXAWA1OiIsNCNLQY/08M/6WZ6jumUK/8zryQM4pf/JNgeOtI83+bXL4fxV5tDGRUv6GIUpmlsTPZ4x1unquW/I+zPL3VffRneH/bZkV5VlfPTW37ntHXPzUG7s3siA8YXrFqq81b4+OBHHo+RH4/qq5/YGpPCk3Hbk1t0/D8YYrcTu6ZGycH1OdCKpW7qadwBwb0ZHttx6fRd8XyYw8RGNGWH0n+BRAQBrOkmj+0p3lVkknVGtbDqF7gVsi0N+01RKYje9FMeZSwFw4TSCFwFgRFUEAEyQtwgB7QCwh4CW6wr8Sh0aHVRsgwSEPQew2frQCmw33Z4VxVcwzEawGpurBYDX7bt1pd8NANxrY324aQ3fmKc5ywHgNXp3qz9LeE2pn4WkRRN0jGJFg74VADD3T7EOk3zC/eZCjOtJkM4YhDR4+GJfuvOoefEzhDsdStW7F06k9l1lLshfKpfZC06nChDbPv/P//Wfub0VzJ1kb+lHz62oP1REQjugSg0BYORnROhlAsBi8Ec4UI8Lr7k34Xln70IkNAdwAIAB/gIERohoAMD48xzAMQ8wTyqayI7BUs+wMgR0ygFsIaB3APAOAJ4iEjsP4GXsyhXHtpx4jQCwKJPwiEd+28tbAuQJAAxP1M+/98nwH/7Nj4d/9/n3hwd37yg5eiWvPz47Gv7b3/9m+Pt/+WL43Z+eDcdnr4WICgCM8HygTfAAthzAzP9rALACiiaUBkG2MGokIw49zQqjV2H8iNdMocDgGe+YkbenJyXxnays+E8O7emTlCy7khKFO97n5o6YN4CcgHQ15QpAPQZwIzTXnoC6tyUEGLyD7yAUmADC9wR4fyQA8McfM0Q0cgrjt/vywvU95BmW1754buM8Hzx8L4QHnJ6ei2f28fDy5EQP/RxJnuCnRwICv+DrWK4jl/O5AMbgBzhxyIM+DB1PL9/MiCkLkx9p1y2sN0FglMW99o7vWo+BwEm45LCzVmNsCuLneUsT01FyfMxKA6bdOacgvSMAGJ1EOO08AqWQswOAyy3ZFmN3AHBBEy2Xdhw9boHe+vIxpCf85Nqr6HMGf3cewGoc3QHAyUTurCGuwTg+o7EC/wiF1yiiOwDYDfEygJCrgod3PTbUP1uS0DcDANZwetbF7jpS/tv+W8N/lxg9lkn9a4C0sizFsCyn9p/nsmoWP8o+lNc7UYlN+Ct5SzLCqDF+I8m7zYcWDuQ2c9LLPawwYu9E6QT/5ZnUOEZT4C+G0g9JmlTYM+yHOqd0ooXDZOOcI+BMyQr0gsg1Fn2Z6m/z4aYs2HXTgJqlabMLOkcySNe3lPVSGyvH0hUVDql1RlUO0zumWmF6inp2pQHwsMnZe9bMcuHgLyPEFXKB2fKY/5eRoqj38btTo9wTB4CRA/jOcCD5fxkKmh7A9DjJrz3k/9W8kwz/DP1R0wsBAMZvCgDTJnVLDyJbPmJ79wNa6Cfslm5r1GFxeqqt9IUQ+A6KjE8UzR4KWA8A52dP6noLFr3TyZJiLbgRRUb7eOF9qdhS+ry23n755bSw3kcT+6wAgHF9OcAwbmVb/y3LVvyq112do815zjYjPw/GsPYp+Xg00r7n5haqDs1cIa99BwD35rcPAMc1CLtXXmNq7koAMIHeDACbN2EKGUtOgtRxPDDEex0ATjNlYQYTAGzp2CIA7KGdkXKTYaDPxdYHPIdewO4BDJAYZRH+OYO/BIBvKADMdZF8kVUfI88v8v6O+G+mZ5MAsHVmejv2pO9tduHcve8jADy3f6+Cxo7HZU7P7kbPmhhmlY1naBHFL183+RAEieLEOCTRs742Xp9cs9RxeT5h4jnQDxPPsjRCFv1AD/Zhn1pqWE8RC1kL4K+ni8U78VEAv/T8dRAYZfWa7nc7FNIDgNWQZoPpbc5x+itEmztShdYSAJbwAHJKxMNAA/gFoVAA2F4XCP+sOYAZAhoewMgLCa9ggMS1B/ASADjlixSAYAoAvkw5gF8Or0+P5IUQ0CfDWyFQCE1wlTmAFWh5n0JAy1R5fhXPr0mCb4t0QmBW4aBStkb7LDF8B84I0GgIVkqoEzmAdx7Ac2yhd70n2L0bD2CuIQ8bRZoahV7mlUgHSNKaMoKIdWiHOtQbWJRD+UeKM1QJThPf0tDpe8PlTTnssfdG8tIeDn/+g8+Gfy/ev7/48XcFAL6tTUAI6D8+PRr+5m//RQHgL758Ppyci1AhdUA50NwVAgC/RgjoV7JOAwAMb1EHgGn7cC9fF5OdJ5CxqFLvSrsLFwaYKuPB/QnxpWK/tSqQpJeyJv+Z58rtdHlSjuIeN0OAtsSEvreWWwAeO3o628LFuFAIYcxoBU8R4cCeCHCCnO8LuHsXQLDkDGaO4HviEfxQ5ueh/HaoXsH3xVv78AAe3DQsICQY/s5xSMjytl/IicKXAtQ/f3E6fCXewU8FxH/2/7P3Zj2WJMuZWNS+r33vbQ7FZRZySAKjGf1LCQL0IEAPetCDAAEC9KIXQYIGkKAFAgSR0mgWakiBm5YhObz3dq1ZmVlLVo1932fmbu4RHhEns+p29+081adPnhMRHh7u5rZ9bmb2+fLVm+nN0Qk3C72DHLF5Q1kB1Q12SYUPgruxKSgAYDcHOa+elpnppANIDvMbBFtN+OqE0ZzNlAjeVvde2gymboXx2ikKI8UiFvyFAGDB+0sv9abK9jkf19glM6I8I59mw/m3Rtd7I97Zx40FsnW8PteXiwDGPS4B4EKwbqylkU+08kOpAawl73LBP2MpFnB6wyD5PtQA5vJMhjd5RqQWShtEl4250DelH/yiUkAv8ZVLAHhRTGz+uFU/F8eL6gd5nBj29wMAlk6KvtaNcNkxUI8LLAGKoeMBeNJXRpVLelfsS7sEgEfklZ2ZUjs+HwCcfBYXjMbaciatLZ4LXzvwyW0CwPIGz9W95vcRANzqsCHjRgpms1HWT1q9ZjBg0r/V6eh6M35rAPDgeZdvFc+nowQbVyax8DUKrsQTRgNSey9bcTYR8XQyPpbA3/L86mABdaWpBy/yFNC0o53nxBNFOmfKZp0Xtg7rxQ0BYCnixVxh29cs4hcbf21zrwHAtwkAWx3gSP1sxwgII/KE4C/eSk0daZ5ZD5ggsKesRlpo8tr6LgC3uupWSbZNYr60lTleAxdWOb4KruM+Kw3I1s8LKca/jNLa8h8eCwt0sLzX21yyTQ/qRX6Ggy680Mn7eWG7Puc3ncuNSwC4jtKXAICDKQzNdE7JXmq+BIDXFtI+ANiVzdRQ2XAQPJ8AMCIGBQQTVCLfl6xwwVIAogK/5ml0XoNADGAzfBvGIwDYawCbfw44CgDgM0v3zBrASP9s5TfxNwBgHPuIKOCSAhrpn+GHTRHA1KSLNq0IYOIp4d2CLMMDV2mdNxsW4E3G6nyI+cj9798OLxzyq128vWbp6P1i/drf7zfD0Kyt3/VxWuc5h13bt3VeALj6YzMpVLovuESzhlz5cT2q0TFWIoDLBgXQLNaf020Gf3k/+sDlbycN+LmqaYG1iahdlXy9btk3r5lORcAX0b3XhYcEAIzvBHxxHLoYAGD+rTrAWPsAgLH+2ac1ABjhx+VhfflUVVC79GLxhBKKa+C8Yk54RAF7uk9EAKsOcAv+AgRm3ccEAJ+cnFgkmNWEPEXxcADA2gWqfNaoK+J1dPkgvuvRO8rUz5ZrFI597lAxABKRyMgrD6CCTAc7UN4dW/1f1AAGAKy3AGDkpn9rGIExMIQDFuc9hFl2i1djkkoMt8nUiB/tXKmj910BgEXgIkiCwCA6d9YFsDNauPsAYDxzAL6fHwBG6+sAxLKRuyZc49hqu7LLvnOv7w4A7NQegpZphvVb08fCM8KiS4pHGNKl/pAdQwpo0ijy1tvaNyaoWtnXpg8EgM+mJ4/vT3/n134y/UMAwPZ5z0BI3OaDvX/67NX0T//l/zP98V/81fQ39vfxu4/GMxwAhtJCINHWuvEZ1k0t0aIOFNp3ABeK8J2DvNVB5ZCavBx8bu06Ar2Kj5C+isAAKLWokjQ0NjJ7GoCus0WzowARAYL68NaY0yHJv33PNAVO7CSXMGJNgdh1xB3hSAUm3sF00S640CrSv4DPXrn6iTu6ERmMlGC3DYi/a9G/d61+8G0Dfe/Y90eP7hsofN+O3eb7gaWNvm0R21ctKhgkA7wfw/TuwyemiH5zfGppok8sHfSJpYe2lND2ecQ6wm9YO/jo6MjOsV2FmEPIHiqi2DmIXeam4OKf/S5qxBM5fwAww2wRmlfMMVVKJ+OYxmbnWP1RAE9BdTRlvNQHH8cK/y800XEQTkuNcJgxl4MA4Li534MRV6lDqXHelsOwxNFGiploqDxj6AZVyOkOWzR9CBNNbc8u6+87G7z8wyUAvDo8BxyEXtWMbGPgV2MtzvkhRAAvDZ82/VQQuPCF+K3oisuD/50GgIPXhax3uUAOewkAlwntQc5+pr/vNYATJCP51zlShC+43iGNQ/KhA22kV4wYerWzDmBT7RysXDh2cITuGtEQXiPTbSdJV9fC+Fuk0gtHlMct8DTXcV20UpbNxqoVdp8rAphDvuKE7VTHdSm625nrqkA5v8ZwbM9h1pFFL/P+V614s0tpWH1Gg3stbupf61+ri0uPDOrur9tST/YDH/MeSbYs9JS6/crWvqy/9pdTLvm8adCXbqwJ8VdRa/m9PT/6mIE2nVHvs00LuT/5bG+jqKqpT7lTa8+7eHO1E3QyXIO+nKOJLbCx55P6Htp3S1V5KKltd9Og+Q2HIj7DznZ+lOVv49T3c8mLYE9Xvga/Dm0jggHit7kGcACr7KluzuM3DOBV+mez5QAA3zAAGICvp34WAGxAMByQTFUY9X+V+rkFgJnRugYmABQOH5XbrRpnf0764hpKTN/3UJaP/xKdU26V2S0UUVuFdlYGY+H4wpzu6ZKdUytd+gWDpZ4INRbJZoTTehdGdt/Ojp/ztP18cGtM53LjFwMAkxD8vTUIkUZ367zPf/wSAEaQGYLOkG30lG9kmwPW8Pb0eHprQWfvkHEUwSCoQWv+LNGmfNmFH6RatEuztMenVxbsVg7tdIPNFNAzTUQ9FnuTwAq+zrSxvilHvtW6Gaic67gANfjQC0IWUT0wXxtr/ypAT/V/HQA2QJc1gAn+AnNRBDBAX4K/jABWZPBHYDL2Bj4j4BcpoD0a2IM1OP5Y3pyH2OijQJXYWCn6jjhhPLikt37O2tiKrdHZJfP5/dI8cqz1RyrgMWdI13bK55cBgOMmY013zabTcyxfu7o51gfgEAC4cOfiewmeHaPZ6kO5X0WbdpW4aB1LtBJ0FvqD233YhCF/e9Coz5Wc6dSlYlMGdTCv4RvrlMAvymgwmtcAX9OrAgDmxjrqVwCI8be+82+UzGTpjfg9ynBo/W8CwFXJ8enigwXU66pYKGWuREI1ArGWFNBwyBuDQPrnOQAsMJjgrzn7VfcXjPnEGLMYNFKEEgC29lVHBACwdq9IqYwU0Oqj0oO6c98YyFkCgJmXHgzHipFXANhA4AYAPh0DwCRZWln6Kyb0ewoAkwBKugc9T7yXGM0cAO4YIkDvJDQVafd5I4DHDBBMv0i81dNGBzcdJWNed0Hl+1zddQE37tTnjACeMWUK5HgJGKy/0JLz7zorX1/+DgYZDjKe6YBv0GUGgI0xIp0U0htctZ0wH65adP81AcB/14Bf1P/9nd8QAAxSMJWCoO//+X/9xfR//7kBwBYNfPI+A8DGHxgBLIUFCggL1bJWrD6xmUSphkcAcDUkw8FRrHYoSe6ECGUyg2571ImRadFcm50EPilFV+sdQmBfmhD5JUM5JEQqEFh73wUCY+NKFl44xrpNnjaGdagM+OU/V2jFV6BXemovpvf6ZM6A6wYAP5iePHk8PXh4b7pvEcJPHj/i37dvXzdHwrXplqWWvk5PAJRSrekzm4P3FhWMN+TEKwN/X7x4NX3z/OX07PkLixB+RaAYwC+igyE7UJeE8DanUcB9AYFdUFOJxTFPFZejFhTVLes7O7FAFxHF16zaWA/JkaYV0e5snUWzOFC0yAEOBoBrK2v1d0RThzviymrPDsim9ozma4VNnovRHbJjcXSDyEBxrg6sXLS+hn3TR+/Fi/Y2xmq/c6TtYDGFNr3jh49GsyECl8f6KNy+5VgNADxwXPe02K8RfXeqdX4667m3XSJsyzr1DR7+PTYG8jxu7MnMUw+x5ixp5Bh1wIUxLDzD+Yffy4fLNxPF+uvu781hTDLUrh2kZQU295XO1hqABVTrnke/izPFswQgJz4/kNW6onvezpimQKmO5ab90nVJmDDMSauuRw9D/hfmZNWhZe2VVLvpOcv4d3O2qJsEPffk0U34Jq2sMMNfDgC4DtCS4Z4fnxuG/VVobZcToKPvA9nW+hwtr796i4ioczvTbSQez3ZgrqMG+iPHkpOKj5hqWcaljdqW6cp1ldFjrm+AXZe/jSxNvFvPs3HtOeWJxqKVlONnQCfSyKCPK/etskGjVXjJDho55HH4DJmYqR/6PXXnMng8rZN1mQbPK9fV7Jhesw6++Pjc5Ni++Fy5zcXxXpCTfTtNG71NpJOlUx/46vTp5uq0mbaOTUs7B6P8aU5HfGPTT+yrP/raZELwH0UertcwO1QccFqKfiS+wPFrJrD6oJzJVB9O8JuwraNMGmWjp3cOvaHI7AgG0CZf+oY8MxTbjz7bdQKAsdHXIoDjHRG/DNJQBDDLBLEOsABgXIesT7DxmP7ZNv4iGZTAYflI8Y5zudE4TXpd3+pP0XUPNDr2rcG0wp3X66ZLVNwwhwGRd9ctrrXKJ3n2YL3P+dE6b9hedeuWzPb15ztj3zxwIPw9us9cbvziAOD9z77/efe3uefMVX05NTCjq4XGex1iuPQ4JXs5/mUE8No8bgPA/dVpPWMKgsfTJ1cBYDnq5KsLgEo2YN1YJD7kfkP3V4GOgcucGVgLvxveAHsB7OKTADDBX0UB63eL+kU9YAN+8TfqAwOPAQgM0D1H/hIIpt+upoAOILjark55bncW45QdzvZw1c0oXYtMXaBc94uOucyX5JPLAHDoaOsraX5tYwPnNb4iK1s+Mee54Stgc/04d4O2zXPaPm+fX2+wFwAm9WC+sz935vPhAmh8F6HrzF1WGjzZr64vYSj4c6KzsBPDtxHnJ32Ka87B36jXSwAXgC+BXIG5jOplZK9tsAP4ayDwVUb1Kisq6/86Fhp/K6OL6gMLJAZ24m0y+n9HBHAdbjffkjIWy0COKT04PkETcLIpDTQYAxz3kQLaduBgl0hJ/2x1gVMEMABfpX9OALA5/FErsgGA/QE0ANXhhP7OAGDrQ0QAx26TZQAYKaDfWATwFgAcs+27ZvDMoJLvSQQwd3uSwct46FObHQYAd0wHzJqLaz0CmIy+pF49LAX0qrIjTrl6ytrBSwB4PDr7AWBwhgwAZ4Gr9lvHs6fzKELZc927QoKi57FLjczsqtIb9BHAGQC+7wCwJSYmAPxP/vDPCQAjHbQAYKsRjBTQxpsEAEM5MQWE6UcECCIFtEACfO8A4ERjYaRVY60KzerwCAdKWyd4jyoxMnvWrm1WAGRfD9KFAuBjXgEEGfwBlYKjy4lZuD0VQ4HAXj+EAL0AX+1ODyEoCIMwhmdSsKk0oPe2RQLfsdrB11k/GBHC9y099P0Hd6aH9vnQQOF7lipa9YNvWbpoE3q4kHLFQH2AwDZfAHlfW+TvESKELTL4+I3t5rS00YgMfvHypX0eTScWKQx5gg1GSFHDuUTv6YhARLnLDncxsHa8z7kig0PrFV/hsDmPyaCVwEVfO43GoNnTdQt8yZXpenFafzxfvPTg14bhVcClc7FKPWvNKJ4oNLW3omPufpzS3IUb83k41/Nud3e0FmPTx2ILG2N1MUeBG02f+XmbDRG+FlqXbhsBPAN/Y/1kMve1U7qanMT1es1f7+wvzfiai/MDBC7R/bw2+Lk2feA7M9z0Y1RsyjHRFfkladaAolrm3i6d195vvw/XXgGelyeIvMVXfzwjaawBH/N9pcs1x0PHYxcT2Fv67IZMkgEy/NvfdXkYPf3z9ufCoJFhFP0Nh23tutsKbks09ytO1m7FDOZkaDBS5kWf2z6Wce2md6ktrevWAd2v5R8uADzXTA4CgMNuHLDXOa2Pd8dvceiLAMACQFxPiLpJQcx7AGAXDnKcaB06N2tYT9NHO2HtaT8bAAwek/USyPWVwTyvTKpaUG39cwHA6m7moy0fXAePtyinHuczbOghZQ55MmRA7Vee3/OOI590xb79cgAw7ruuh/b9Gn0/SCUJXWB40ZKkLIL2Qr6AIj3KnNfJ51KeKQ5BKz1fNJ1IS3/2kn0IOomI0izt69/uv3StgELJX/ij+qGki0Q0F2yyynPQAbEryDN3dpKf+cZffEYqQorxCKwICZgegH6jaw0AfNtA4JuW9ekmI4Ct9hwBYL1vGQDM1IPI1kegV5t8rxv4yzrAzDDlEcAFBHY/VSd/g4/G8J9fKuxZ+0FLzsQ58MEkB4rjjB/l+3QbKcgiltrZ5pMzfrTY1p5nzLS0weAOaW7nuft54VzfaG+BeUljyT/H1LENNsS1W/fd+aB+2v7nPazdrbO3n1ct7JFzlwDweLS/vQjgvk/Bs3xSOwA4SrvBViu2kgSbC6t0PZrwZVB8AMB3Uu1fRQADAEY2RQN+CQLjM9JA629EAevt4LADwIgABuiLyGv4YSsAHBHYbWLnKgRduDJ9Ll7Ow5xIi7xYZG2dzRwteFm6pVnuNzJurbvDjn8+ADiv0d6GXdNjWz4xsPFiLD8bj51jBFvjtg8ATlmYyNwkH5QW3f8Of7XrQRnDDTVefLEqcdKxWsCYrcX68XOrzeeb6ehzzmCtA7QIbL2J7MYCfkut3hkArPTOAH9RC1g6WqR0R5pojySOtO60NwME1nloP85jl9dSQIfSGqkx5dZxHuGKmQDgmEANLNTZqAOM6F/WAPYI4BoFjJ0gFv1rtTff2U4Q1Ps9PUFKBgOALS3DMdNAv2XEV0QA4wGQXoZItoPAUCiz8+sSADawhATKsDsSCHdyAqihEfAFAWAsEzd8BYog+reLACaYdgkAbzG4vcfXFLtvJwLYd44VgbwNANM4hUlN9rINAOcawGeIAH5yzyKAv7YI4H9r+t3f+HrKAPC/LgDwXxoY/Ho6dQAYKYLPLM3wGTajIO0L6lAAALZo0xL9C6DAAWBtbGgNuAB4A5gozn/SfjgnJD7qOckplCZ5ST+JM5f8H+GWbq9bMFbshBB1/c5l8QMJLv4LZ0CJABYALI5fgeBwiipdBXhLdTYIAPBndgA4XJ6QJxA+4NlUJFEj0P6+ZUAwooEfPXzACOFHDw0QNjD4kdURfmTRwXftOLM+xK4ovwdkzAebn3fvP5mcOJuOjz9Mr14dTS+eP5+eP8P75fT69WtLG33MmvIBBEdpA9U+Ue0runSA9dtmI5UOcADYo4ND7slCCkUiHASYb5/M3vFH4HgQQbEGAHMIfSPNXmZQzrPOpH73lzslD11Yq7fjtGWK7GgOxw/u7/IFWw7X/bdZ2V28v5FBJ9fcDCugpZbIF3G4S12dR/sc9KhLTIekn/la78Ca33cRBM4dIausN9PySt/L3ymN/iJB1zUZoGts4LHV7EBs3dQTGzwWeeuSt9bvGfpudCEAztolzLlPrgO9/fPk/o3mJMUE8ZQlcC1TTw8Aq66Mrhv1uQd7ZbC099p63h6oU+aGVifvxyjfp9oO6O1+h92qQ6vzuDfgC+irY1CjtuQCuQSAx3yj8n4OaVo37bz6OKZxF12NJUVPV02E+0GMbN25sFnH+AIAMHUm6F+xphoAWA+hLXOhM+m3LSdi1TPnA7GZVbDog37/DFI621rVRVcAyPG09HlQ/EbDCypdBSttNxp1FyYmHrylnEHVbIHL8yds3t5HTEu6SG63oWfX66LtZfBv333bszq9s2+Cc9vK5+YU6KJLQxFAa5yM7915cvyOB2uJJrdA4T0jEDbW8rnq05A2+Lw7J7jjRZqzWAl5s1X4vzq9tx1orux4kcd0vI8roNiUFwOAxXcd2MWnp+/Uxlwd4/3KJhTf1EKfUH1zPfhjM/K2EK7bh36cd4IvzsBdbOhVCmgDgK0GMNM+m52GqF+mf0YUsGV+gv2maBSP/kUUMAFgZZSKjKOrr8BKAAAgAElEQVQBBPvqnMmI4tB3FnJRAHgk+1vajfH1GXX7dg/91nO0pupGiljLDan4XFViGQGGpL7MqDs9+rC+Ba1/Lstt/933A6Jr682J4RIAHg78JQDcp4D2bKPEGZAG+mR6Z3gDUkQzBTTBSNDc9yUFdD/1le/TzzCLADbfHaMAAwD2tS/FvTQm8elBbi7Swn5FllekfQb4q7cBwJ72WeCvQF8BwgjCMADYav4y/TMBYgXeMALYysgR+AU24HWAayZG80LCV9g8Yno+yjXfOSRBV2ResWeHNv0cBA7beWkxfR8A4Jl9W0fD9YB4sgV+T1MkfvcJz3w1j2MoC137an0ZXG/HtErvNf407+VW21Vvk5zsW5ARJL1Rthf93MQh4ie/xgaz1JvmxnbRGv3GkQWTupJHA+Nvj+zFeZFJpaRntgA2pmVGLV9G+yrKF9kxo05vlLoFzon0z/k8Rfiidrdvskc/Iv2zZ1VRKY/ww0jvIugbALFjgZyjHgDOBnF1/mAXo1eJxLhQn0WNjmzYVyWZbNM4BxkE88S3ADCA3/dMBYAIYEUBK/2zAcAW0YWajgCAAQYTAPbIrQoAO+rNB7sEgBEGfsUIC2CvUYMI9BcMAHMBU8ON6F/8PQCAIwLYc/xz1w/eQlfceR0G1F4DLi4/4PyOw6/vrl7kcklQnv++S4Jm72/fewBYElpMljx3DABzt4sz0KvGPM+umWvf0kA/eQwA2FJA/9avFQAYLb2z918bCIgI4D/+MwDAr6ZTqwF87eotUZlFkzIbAVNAOwDsdYC5K9sjf1nPuwP9imPCHRAtwBvGXdCEAw9UTlo6KaJpiXwkpwavMMrlMNSZUfi1XTutsehgWHJGBgBcd4e7AgXhV4BfAcB1x3gIPQgbsBz7HzecYJ1QQLA/cnCGzJAzNtL24wCyM+ATzoSbtgvqtu0iv2X1gm9bFPc9iw5+cP/OdM/qBN+39yNLF433/XvmcLCU0TfMgQCHARJEfDDg/oOB++9MXiDq9w3qBh/F55vp5atXfL85fmNA8fH05sTqvtimIwC+oDnyUPv3Ec/MAfPoPU9D43pBsrqpQdT5JO/z7zHH7uBZckKRXuI9muVzA8AY+nHEhrjsPMowCE3zlZSmzrC+BIDTkrTBHDuhvp8AsGhzLIFIO4uO1c8PAItlOm8b3Tetwwb85RqumzlqFHDU/l52Ha8aIwSu6msOAIvZsc+fEQDOs1HB3tqTJQA4A7xLfb4EgDWqlwBwT8/jtV+PSIo0dKnB1Jj6gUJj/E3Gto63Rvm6gzL0jj39mp+zvp7X9faLRAAHACwFKcAY9S+cEsGBytiE6pTGMD/REtBWjvuj9O6O5vo8OehH4uPU+lb5fnv+/tkoWwDTJWvj3tKW2PtGx6LltYfvOxy63p4HWdDFGwC4o2fpdk7rC33ajUvO+jaSvSIYbHZafOX+5FkIuyZ+oz2DAa8nCfztfmzaWD62uflrY9zj+uHMs69bz7t3I9waP2oB4OqjWHqAni9qQQ/9z9QV9AyVJlq5Xo6BBptuRsPawCqe6tEm4RDn+XLgx2ZfOgQRQMFoEEWEEAiwM9tag75hwB2caIr17Ow7fXGeAhogsIBg1AFWBDBBXwDABIJr7TkAvoz6tc8bAIMJALtDVyakvesY9vzocwLAvc5Ul0BPca1MKwatZm0P9yjzGzpoXFfmvEwsuXBp8xIALrOyMdZYZw3T4loYvbYB0csI4NHYfe8jgN9ZaUnDG96i3CQBYNQANhDYfkM5ONak/WUFgJ13E/y1TTkzABirzNmPbOns4qrri3Y1sJ0Af23M4EtVlG9KAR0AcNQDBgBMENgjhA1sBwBcIoAB/ioSgz4sZGIkR3QAOJa49OcwJiAHMwAMyvX1SxG5KoDd/ksy93seATzf4DzQzxaUkkW+mEttEOeZK7St1JLOIX1kTSEfA8CLmHNpytteAfXFu5bsjkoLlZr9PALAGU+U3alSiLousqdQZ8KmNqZe9myYxCPxG4Ki4u9IwRzpnD3KF2UxTC+C/gU9DJvmBPQqSpdRwAxyBbYXpW4RQexKEh3t6JJvoMO5BKUFTEeglSKABQbrNwVghf2dAGApqTGmMXX8jTcC4OuD40ZqAYDVE021NwBFEu8AgKMG8Htb+IwG9jTQBICN6SKtJ+r/HhMAPrZPA4HtbzjpEeWFBc7BsQHhwJQH/bYBYGeQKymgRTyRdgeKN4jEAFsg916wGTm+ldfba5x6+LcKOut3XgOgAszbdwfg+wwA5nZK3wXwC4oADgA4UkBLcuwBgBUNvAwA71eupWHjfeA1Scu5BICH+vLMSdpuag4DWQYoOcYXiAAOABjgL94fr5oSwhrAYwD4r755Of0ff/hnBIB/+s2r6cQA4KtXb7KPSAENpSVqAGPnGcFe1hD3yHXWAw5xIkdUdkhJScrRaVlJkiGra5YdN+StO31bIUtxepikiGRmn9Wr1Fg1ovlXEZ76PYxf3po8HjzDvxTBHXGEEQkcSpanwICzIbwbdHA6AFwM+GTIu0JA5wGAfE9F8cEUQGzw0ajaOMIBAOcAahYYIIzoYDgXHqBe8FdPpx/Z+5HVfH5w/9Z0/44ds3NwXzokIBso3GzzkUV3v7O5PkVaaFPuXxj4+/zFy+nV0ZEBw6+ZJvr10RuLDLZdn6gzb+ejJmhkAQf4r1ryymgRI1Ocej2/CQdbqzGzL6wbXJxooiV9T+/FpTeKYNjB41ZAvAr+LgNgVN5mAHBSl2Zt13kmCY7ZyEFHPl8EcKiCMWkHdWP15O1orXBQLszZxljt3x3fdlG6W5qTAx93DQAeg7+uJ3b33eME7u/XR/3E5hqtmmSR5udy2f+LBYDdcTkbX+f1XZ984buTNeTB8lruI4DzLQ4BgEN3r9fXPsswlqkmNt7q8GvXRnutwSi5H/1rAeZkYMd9/X61jb0Ou94hn0ZnwdjvjVpGZTaXLHMsraMequzW2tiz746H8eL7LtYA3naMxvPM+UuhHz8ltxW0NBrN7yYArNk/bwpoAcC+tkqNNRCVW9comeH6pMbO6XBVLqwAgC7ewnbvKa/VAxfo0u+7tBqyznugOHGJsFcraOlq675bMnJIV0WM7O1X6/favO8OFe3QcQxbYnSdWxmuSy+ctVADmCSTbObF8eZYrT3QmCb3yP+1cVi3yddlKEv5HDDIPa2sbwxa069aULqPAG67VNvRs45Wr/MNl104S07wyNAEPgN7zCN6vRQDZ82bZfY3Ar81Ovc66snBn2SnoTTFe8/Yh/SesIGK7RsOdvAIBxECAL6Dsj4AgO1NABjArzsxBQDDb+cpCB0AxvcSAUy/IrJBhQ+yjsnMNg4dxQdxrjHsm/GioyyzwUWqKeZxOXqYji1zD5sPYy3pU0vL5738rZtcAsAx2FtjDcJMPIp/7tUnl6b7EgAeypm8xNZ0FU7JXkG4kqWLgQjmr4NVa80RV2BlNsviZ59ntp6IMzDTqJWc9KCzd8AamGXU3oYvAGdAhO87A4DfM+DMAGBE/1owAEuF2W/IBvhDA4Chj4akrJzJddPQk/DptjdXIrLkobwmonxZBxhv1f8tb8N2FOWrNNAIsvkAoBjfve4voq1RLxgRwCXy1wNvWgBYPg0tcQUMlVfBV6r+fAkA5+GZr0HOYbL94+xlnafjrZBVmyDwFgCc9ZzWj8JZ7PhGmEzqp3wMPK0SQWJXrQ7VRG0X/4DTCvWp5Od2P7awzsii69gdMTWBvShBSRwiNtJFFG7U4416u9SDKvjLWrwF7BW4q2zGaZNcucau4/3cBiXpY9J8bDl/AnQDm2V/EgAcm/t03H08aTAXAWAZ6z5sdrJsV3Pc+9/h5HX3v1BpXqPOkbicUSN9M5RKAL8CgQMAVvQvwGCAv2DQcMYTALaUnXgDBD4FAGxtEOmOkGkPZxbS/S0AwEGErrSRVgcAsJxNrpwTIEHItgBgvjsAmCCwh31fZe0UncNPvh0AZvFnAcIAgK0ytCKAnWgJAPN++oxdAF8qBfT5AGABxAUAJncX6OHB+CMdZPn3ILzDripnXwLA44GbGceN4nc+ALjsOAHPKAJ9PQKYOfSxLoyRnjkA/NQAwVEEMAHgf/Fn0x/96b+a/oYA8JkAYFuY2MF2ZjwINYCZ9gV8xmjvKpkXdqCBPudKrMgsjLcAgNv6vpJhouc1ABjtr6WxkjD0eXHjP32VMORcJBC4gDAO8Pl1akhXSwZEyovW8e9n4AS/se+C8jQZogX0OoBgF+AuZKLmbyueg0+bgDLeRADY+CDGRhuFjA/YP9aIcvAX31m/3f7ht1uoC3xPEcEPLT30V08eTo8f3reawgYG37s3PX340KKGb1oU8TRZcDBvD4Pg1AyDE1P+T7Dz0+TPqc33kdUMfvUK9YINDH7+cnrx7IXJHOwCRTYKy07BnaDYmALDI71cAQ0ZWKOvXTntgGCOMDe41DZ8C4GEZAemBl1hjPF38MHWrTFX6PqVG6CaS+bK4zia8W+w3klPnQEcHfD+1v5UmmJrDV84JyNOJH+QB2/tdhxLkPT22B3U65X1W+VJN0Zxg5Wx2nIwr/cxNg5c4FkHlwYvK4+QFHVnKYVmRd712VefqZyrlsvtHSCJbAI60HVODJnv4CcVCP6SEcCt7tmOifVnFAGcfh9twfgcKaADVJKzM3qXdHUsB+rs/unfC3A7I7Ll59VpbnQlffxzA8A92Jx9ALWrep70wOpdMhiDhZcRWW5I123wszXgMsZ2tFZ/aADw2vN+9wBg0bMAYH/vrAFcaU8AsPxTso19sTmPq3L4cwLAI32SbLJVJFrSXJNlZLHnkyeSAGs3zt1oZaVY+/nuO1p3hU9v1cjpGti9Ic27O3riizzPWi3eTc3uvAAw5mClpEjYOEvj/WUB4KxfLNAIEyLtp501ALg9tqVfnQ8AruM3WMHFXnPLjN+dp7g9FukJFdklucyoFviAaFcZQAvA9u5ds5vuWN3e23Q+Yp7oizMfHIARACTYHP3JMitxCMPpCHkIXyA26SJbk0X93rl9hwAw0kDfQvsAfT2tIQDg67gvHaWI/o03Nuxi4678i4j6pc+xMXi5+JP9224fiidv6a51JmfZn89bA4Bx3hLVLNsP++krdNIKAOtOFQDW4+rm4h7Zz5BpcMbLO/15i/fNjy+P5uHtHHbFfl7YyoX5XUCYaS745yUAHOO0rl/V0dzUEUCTWbCt6ceckr3rY+zzDYCGnzCrAPh+BgD47VuVmwwAGDyPZcJ+YBHAYbvVwADxXW32DtM6NjUHMAwA2HynCOAw/xrGLGoAK+0zfhfoKwDYPxn9a8cCAIZ/j1HASrvNzHXwu5Xsix4B3Kxm+IsTB5CCXW2+vPbDtl2z8RIgRs77SxcB3K7BtQ3QMz7hmMyM3yqdSPNz+WXhWCuH87XVxip2k/txqhSm0lHuFmUr2uewNluiKJiCrgxfd9BJ2GOStZ8ihbNjZiWKllgdcEbhbYjMZZAmMAhP26wUzMLmCOYGTonj1H8U0avzlJ2X+gfpTACugqKgD1k0MMDgUu5Q59JHo/9VmxQ9d70MpwQWqv4i/TR0K31mX0yzdP7d//rPpW648oWbhK3KYUNElv9GAJiBYhrSuvfQDWQ1xDcEO3bmwInOFNC2wKFgYjeOPq32Lz+7FNC2E+fIwN+jIwOBLRIYoPAHcHu7Y60BOYgApnCIyC05/gAgEETwVANgPGfvTgz0OZ4+nL7R++TI3m+ms7dvLC3sqTGtt8aMjCFNAh/CfO3JvRBW6CbBLbks9KOWnjMo1mTx9DtBNDnCl7sxOwC4AMIOAEcEcAaArS1DxZj+WWmg5xHAIIiYG01RDQsvynAQSvugWuROhO2i14lSjF3/osAH4AHJ4ekcmMZB4BpSOgBYUyocL/oOxk+Yxcc6OY118wNeHaBywJWarYG+smX8bymyIzVoaagP6fOaYremzJWZ29WBDPA6OaQH0vwHV3DG6ikKdKi7SXGEBV0lgeD59WXIWpvYnUzaFTAsADhFAOcU0L/9a9PvsQawIYD2QgpoAMD/+7/40+mP/kQA8PFbSwFta2z6dNUBYEQACwBG+CdjXUFDRQlZVkxFZqIX0bJHAcfkBXDhilRRqLrJXXMwx7Ga9sRXSBlOF56uaFdnh68lRJj4/T4NBHmkBasLORZzK6TrLimfi+D+vuu8zD87ndZyeV7xQBNxFIAQlBCGEFDoI6KAAXowmtfr/QIYRn3496wRoh3iEJI3LfUY0kM/NsD34X2rEXz31vTo/v3pJ189mR4/ujs9uHd9uos00nYeI8XtXhRq5mzAOFiwL6OD39hmo5cvLTLYwN9nP39ugPDr6diAYQDBx/bG5qN3Fh2sjUuqZa9yBNr6FBugAnwvc+mDfgWyyNPc9zvagteJ5fk8UfHx9QV9xuVKnokCHm85tqKdpIzxWtLEOgAsUnEi40dd7PpKok+U3HK3z4Kx4vkPYYQb59a18TlblcxbczKugsC8dvnFXi4az/v6v9/wbue3sK9Zt/y+nPraB/FAfSeddg+kjQg6viZf9bjip/ml5eELIfjt7CQ5ZOPcAv5y/WGDidZhdcBlULi9X+gySzOj56sPKD0qr87alp6l3rMMmRs3FaBenk89cYwrblTbliGQnKGutyWx4EZDC2BFCw0wG8/AW7Tttu5WTW7z/A31+rWRzhGt+VjlMaqiv+oUOm15HHmku2/8Nlw9RVfVE686TrvjPdl/SQB4VNc27IohAyx0N1uk2z8sLdJ81YqjpDnNV/T40phfnwP7uBgAPOKUW488BwTmfe7XYKVFriDSn+uj2Q5iOtRYF75xsbGTqs0F47zYxt6BZo3ncV+RC7h0zdZgdwYiojpMRieM5ZHuy/9vDfjseK9Bb7cQ/F5NzcXgdgt7Ool0trsf54BTyXNWurglB9f6Ptow5COlbDWLesPiQMp+yYPg32dNrNjkQRezRw65n+hmy05eevbR44ga43kXBnztwoUbVXmnBVi++9JtLkl6zZwz4frUnxVi0LVd3wsv8B6kGyiYwHviwlQgcM28pXp0NW0hbWdE3CJlswG/d7FR1uyl+w8eMGoXzk448U8M+D16/Xp68/poOjXf25lthmVgA4cj6z0CgG8a+EsA+JYBwHcCAL7lAHCkgIYzEwAwnJsG/hIE1vdI/2x/uv8xbWLG7WJY8lDmfoj1plfrp2g2ssWJfr4cp61u0M/vklS46AZS2LHtGqg2HymBxxNVFH1RvWvEROZJC2O1n0sWghqwnv0t7eG7+Zz9S3ThAfubzQDgkc7Q6ibzPve6aCuPtp5xc7Q2T9i6wzmOH6A+bfo6c1sbuop8Bcv9bbu0DQCXCGDgCucAgJl1lMFmngK6AMCqA0wA2Hw+5wWAC9XsmV8+/J4TNXY8sxn3tQlt13Ok7Q87SgFoyCLqARwuR5j+P9vYPnV0YRU+FLb0GSOAge0gAvgMYLDXAI76vxX8dQDYwF9EByMIUHV/Ve8XwG+JAObE2o1z+b0q3QohLQLAvT3qDHNtI27YvKXh4sdeoFny2543nGMtDrnseMOKNt6PXqlPS3pqr39057Q+jY6uGr9xPmYj1xFl0hAKaUefNc6hR+QxxI/up/D5K97J5ABV2/5/12+IM9aJs3vGcd8YR1usZiSLOr8lcKls6I2gMwd74ZdGambPWiJAF0DuTUvbfGu6ZnoUMqcIAAYup4y8AG8D5GVEbwDEntpZtXn92cNn47YlfOHMaoxMlnZv6EzQlwpYzGGSzhIpnGVqVh0x/FGq9xu+H39+riHNQX5d+ff+mwCAdYy78fBGWLF/R8PynwOpVsNK/+xvNloHGr8SAEaEnTMJgL5M0WCA71sAv/Y3HOtvmaLBPo3xnp5aFLADwK+RqvO11Wu077gOC6+GTkeYsyKAiXDjnvaPChbfFwGA39n1tvuRADC2kcayL8PtXFkjIDpVBFhrTDlD5cBrEDmhnFwQiwBfgBTXPAV0iQAGQTHS0YkN59rfjOj1HQmo+xs7DwIAJgic0k2XHaGemk9OPHRHzD8ig8O5N2KW+j0rTpmSPPotGWOMmyPYC8BEgBDz+eNNkN4Lvkf6ZwfQZJEGgHRO5jrglOvGs9/rnNeuGbZrzJsUtOF02zq+NkojocHZW7mvDM3E0jvG0TCRYEPZcB0CwGq3RARoAGpzEbXujNsWigBg0rUz6JQC+tMCAPzAAeC31upfAgD+5386/bFHAAsARgQwAGBTXgxgBAD8yZSSSDkCAJg73qP+K9a287tssBRlyVMYZ7CnVaQSwMcnrQZFcfZ2kxiO56uW5iZGB1d9tKHg1ZpA8WAo4daxa+gn21FKZYCd9dzWiIm1UI7HA/J6d5qGsPLfKghMSQEpIAHrkcHOFO23FgCWozukBUBgT1MG/kNha5HA6LWdUiLBQSP4ru5I+JVNfpoPx3SRaNGcEDcICD96dI9RwU+fPJqePHk83X/4YLprdYRv37O0ZLeVoprbUZDaGTXqkYUCacCREujkvdUOfj+9fnXMyOBnFhn8DaKDDRh+aU6R17Yx6a1FBqsmg7355JI8eEJukOLYiaQxDFBsoSCD50n++vEgA8xlAakqaWjdSgMvq6PIl3YuO9IpX5ke3K8uTjoHgEfXxO9FZ+zXvStlvRMjTuPnfrtm3I0VfpNvsXarpk9L3qR0943bDftJUl954Ape7hmY9DS9LhH0sDG4Gv9Dn6Ybxd7YyEYA+tUwQek47VjX4WLL0XzhT+1wtu217Uu1UgN9HXa1wg7xM87N4Cr/diBY60zrXrWB49q2PyN5G8ZiFlcjEao+aCMc7xu3cNkiv8jy/fVYVVvpZXXwkOAMofiHHI3z1bfMy9WJZQA4dLvg0y5dsg6giwtDarVhMb2SLtdlR+1DHeMwZKo+6X1sp6H51s/JCHj3B0xMs9Wvqjxs+zO69ZcEgHOZjHz/ohOM1rHLw5XhGh7S9B3KH+bNOWm1c9Q+hMu7+mMGgA/VaQ89P82u7KHBa3n9Vm6mtSa6lv0W9K9zuFp4HPqJ9CFXWIpeFMcisiBL72CN8xm5wBytCEXnkoeTjre5y4ZaaD1Exj7NBQ2sSfZWTp5f32jHeFVt6abjPEBmMywX0pGWLw6dMYvndip68ElH+2dZ2ohV7fJl0inyrD9M+Rc/Lt9/nRjdv7J4ksv98QO7bnAouVd7T4t8YbyLfK66T8sMi9LTyKK+J0vrPnhSOSbRSr4Sd2Pr/LHaVohiYcYBWETkU+BZ2DVrtgpq8hrYe9fsocdffTU9fPJkuv/oAUFctHtqgRavzeZ5/s0308tnz6cTs3c+mq1z3WzuG7C9fUnivuBnBIAt2hdRv4oAvmulegQII/0z6v4qEhjOTIG+iPZVqR4HgC1Nk4JKIvq36nJ1DKo+onUeviYfySILg09rnDQ8LkmdZ8de2GxR93oE74tu0G/Fpy1TtiTzknJbO6S7L1NsWgtxQl4fyeVA2pWuOuaaO7nkYAFUOTc4odn0M1pmIx141OaX+z2Pxpb8XDu+dGzfSC/pl+3zWtsX4v3Lo5dWyeyEwom2huRLTAz55PIDt7q1nbOycw1877MAwEgBTaDXagDT51NrAOv3iwLAO7XrYKgHjHk7insmU7QW0HrYiYpmVABGcVZBtritWn2X4IPODzGL4acq9nOAvwiOUHrnMwueA/D7kRG//mb9X40rzkMabqZ+BgYQb8OKlAI6RQA7rwdZSIP3ESDh5OePDJL+G/VxDWzo72OTx4VrFrZDuysE8Z6xP2Bi/cnkRTz8pVHxa3s9VV6RNp5DjsjF17KdFePutO2C8AoctvnVjKFmK2i2+AowMeZ7D1+oW1BBZDFpnLnSQnZG8triCPbznPtFv0joUZe3ZsHVdYF71eMCaz26F6CtR9CW1MwOAN8A6Gs43TXTewD+Knuv19gtWX31nWmYAeB61l/YfrJ/HSct9XjlAw+wWRG7kdbZgzSDRKErUV9yHzKWgc+lu1tqKmieS8i36kELk37l3/9vHQCG2kgbF0qZnOu4WICwkSZ+R6iydyLsYJ0XypemmQzHFjKipVBLhBHAHkGlqN8zA4EDABYIDMe6AOCT6ch2HwL8ffXqiGmgARCDkISKI0I2JklFkSPEmQwqnH1w8J87AjgDwMaUCADXf4XmXaMMg4kk22hJyeDBgBGEFYBLANijf/kJwopo4MgfTgAYuw7sWAGAxbyZ+jlSQCOiEWmgIwKYRB6RwDICSIjhqCBBLQPAcsotcAdeM3LUKQKHV7myGgAwnKCM+iUzFwisCGBn/qX+ryKEyawuCgAPeOhFjPata9eO09G88ioO0cE553d+rQuTtXaZeCPRwVYf9AxBN+4w89u313bCGucEM+HfmWFbO4zezPWsPfe+MeCPBv5+sjTQT6MGsEcANwDwzwUAIwX0T59FBHACgA38JQBMkA41gEWHNAC5G9cj15eGkvaqziHlFkNN8x000X9qQ0S8XHj1v7g+LABY4wp2cwb56W8OF948VwAwo5epcgsAFqgajVeRXPpcpizNt691zX+dUz1VTjsGx0AVaroLzkoAsLdRUwpTqrAdbUCRwISgkQMjNp1D65NTlZtUYgML+YN2DLJ2CFN3f7Dav1eZCvre3TuWDvquAcEGBj9+ZLWD70/3HtyZHjyy1NEPzDlx21KUmQCHowK1qbDrCnqw+SimT+8t4thqBh8fv5temfx59uLV9I29X5gz5KXJomcvUT/Y5JFFBXNDE2uceO0SjH/IQeo3mjUquNjlyCwIGBt3SrikpOMsFO9wlvlvhSREXD66msNmSocWpd2rTH6F/KOlRHKzP0eqKOlqwJ+3wJK1+x16jKOwIKb6dmqE7joPPp/qDVJfazfk//q967ppz+t1iT2eg0oXc76yPMZZTfeedDpMNsxn4K+f20zF6HFDR+g6st11v+8AACAASURBVAsABjvgMsiN5/EdAMAJ/G0BYOmKSy8+y4IOxBGVFV0uY32/hVeRC8WormMb+uKaY6+nq7mjMvUB/SqRt7pPC/Iuy/IAs+KZqpyuq2Htvm57lPEQz0uRks4Pc3/4dxnHrp8rTOCHBABX6TFmcGtpytZ4qaTvDsa5gyFv64S0UMvruwkAr42F23yxGdGjeJdoMUBiraWq35S1RR2m3mvOdfsBP7dEWpm58wBwtbktG2iNZMgPwb930NX6Ka4Yx0mhCFy84V36RO7bRcbjwsNwjgY0B91AQdfMv/W6p9+HuusAiIq5nXUp9Nly4HD6i2hINDE3o2VrbM3D1vH5UGYAeJlqe1tvzgs7Oj1AtoW8LPEtYY9JcpbZCrCXv4VT1D5labiTlOCvAbGW7vnOg3vTAwN+H3/11D4fT3fNNkKQATZCHx1ZOZxvLBPSz342vfzm2XRq9s8ns29uml8JAHCVGRgbRfMCAL7lAPBdA4BhU90GAGy2OYI1BAIjpaGiWQAAK/o3A8DCqJWBsNKY9KqwopKu4+TbcG33SzHLgguc4uvSYFJlg71QeXDQYnZqu3XmOlslOL8bP9QvvvjnEn1E73DTOvEBwFShOF8PFQCWD6L4M9MC2EPPe+0j18aWqbPjBaP7bukB52BVv4BL9tpHW11p558Wxap69bnu2/XL7aOl3u6nha1nPfT4hv3b9HmFX9rC/WIAMGsAGwhs73cWEXxhAJh+0O/Qy8aubGUJ/38EMLjfLezZ7IcSf6vBbaQhYirme/OMWqwBzDfAX6R89jTPTP2sFND8LQBggMT+xu8B/tLPGn4ylByg7zUyhmosi28p7O1mGc19ysHnw9Zc41HaLJV4+hCI9fOW8JELTrk8EefT+SliVja5KhBIgqhQ5wKRrh2La+ujZ9+iHr71x7mfmPpl2PlJnvP+LpT5ie+18FWZrzLfmvAIOorI3vBRK+gR9/HgIpZG9WBJ4GXEwxS4g2hdpGSGjsK0zShXwahelasgGOubJLRxTbgjA1DtHOF1sYkCdXzDRx1lV/U9Mly6w8N9Mg7Mwu/swU/IeKnavQ740m/i2o9/Cod1rNODXsOcjKGkzuQ4DMZPwUkaZ52rdjODuvIf/OO/cPr3XNS8kQPA+BScK/CXb8Rv1eNqL5BqTbCYRQDAKs4OBgEQOKJ/3zIFtL4D/CUAbLtvjo0Ro/7vK1NIAQC/sVTQb83hDhANE8FJIAjsUVjfYwD4CglJUbzcWfC9B4ClwFdj0aOAC4iG4wKAWfvXU0GXVNHuIrgEgFtp8qUU7O8+AGx8ZQEAZgS9gXdnFn6HCOCnT+5Nf+/XfjL9o9/69en3fvPrqQeA/yABwCcLEcBnDgBT6XDFI+pRyFmvXcfBaMvsZOAOPG8XANwbjHODgL9AObalchVRnC5ZAeaeAagMuekdibrFFQB2CHgGAFNM8x3OoJLp1yVD851yOTSF+qkWPPK3AYCD+wfYKYHUGpn4HjuxqoNVADCknSROCE1tmvF7+886LJOARjrBVdvojs3uLlgB7mIHOugEKaPvP7w3PbKawQ8fI0oY0cFPDBy+a8dw3tXp1o0rk/032TYapgZ/Z06RE5M7J2+RseKMsunFi5Ppm2evFRX84sX06sVLSxV9zN2kAIMVtSeNpzh+fayr88yVnfBm4dMfQz42n5ugJT6fTzT/1OiXWID0W8c1JPDj2kq0/GsVfNIMLb7WAGCqGLFOBtd/rp85CkGSG41yrObew+aq86neIJbZAKd2f/EAcJ1mp7NdA97zpHwRJrQ+4wgArvdN9Dq7dxe90R0PYLS7u2gV/LDQbZyxDgAX51mzwcKMWFvbTHcVjr50Q/H4ZcKqG+jy8XbsgldtA8DL92+WaYDrZePduF8wDhrFPq5Jn9F2Cw4nXlWeewwA57kRa699Ijd3sEyfHMxmQ2GMbxg4Mtrmz7Wmm8Q8NA/cdyw1mdta4hur99rgZ1v9zHMyWw5wwCy+5o7v/rTvGwAs2ki0cqAT5fw6sGhy9Fpv9zAAOHSVyIgSdjGNcgeAcT/SoAOio/kf0vYufj466XAAruHFGzJ0fNet5z3koVp5RBfHSirnPWBJkSY79YlDevtdO3dpPPrflscsdO1lfWc0zvvaXh4lif2sx4B+e+3gCwHARbTNdaOQ7VUx72VYS6NbNDDiQeGXrsdd6y+8k8LT7SXYyma9mL1MHzrGDkCt+ZRueuTvQwN+Hz61yF/bGHvbSufctIhd2FywX16hFM7PnhkI/Gw6sk2v7y3wwmrvEPzF5triTIQe5g7PNgLYsizZfW5ZXWAAwIj8hf0Fh2oAwNfNxiv1gAkGK5qlSQEddo8ezZV8LUxZkvXv0D1CH4gaeDOdgzqQXcx9Ob7I08Y86SQiLPETt496UueJ+DHaiD97GglG0urguZ+F5zQELcBFQEsHAJf+Og+PPg6I6xD7qLXPU4PdPS4B4KXBbuf+EgBu+fOqn8FtOl2xwjM/OwCMKOBTRQD/sgPANrIfOX7ZzlNARUlJ62xqZg8HaRMI9lJKzKyqgAZ8CgCOWsABAFsEcIC/nhY6IoAB/H4gIIyav3gr0Aa+V9jlBIORBjowA+fBjV8pvhR97YcNABcdYEXRaADggZ5L2beiAxe/QZLGzWpP86HftRGWU9j4gSXJyytSc9C7qZ6G/9SdqfxeghZLdK/bVcQfI9Ax6vV6iUFG4gKk1acy6lrwj21eu3ETm9UcewMAG+BvbFhDXV5cQzDX06YTGBYuoXTPykIc91fQEvQaB3Sz/9qfi+As/dQKbIsIYEbscgqk5eiZ9V2Yq4DcqO/buHx8I1r2UWUvguZuAQD+D/+7/5fbHUuEr28c1A3laIZLnuk2sYuPIcopQtgN++L4ASt3xUERwPZG6mfWUbToX1vkb62mL9M+MxJYEcCnBQA+tdqMFgVsAPBLS0mDWsBwvqMdDPYlAPxdjgAOR3t8BgDskb/UrFsAmHXyuhrAlwBwy8nP7/xakQjBZAenfCsRwM7kI205PwsArIh2poFG5KYx6zNDSAkAlwhgAcCPYNjacyEF9L/6+YuJAPCf/OX0M4sAPrHar30K6ACACf76FtyyO83BhwCQst9SCpMYXru7vjrawmiqxhMu2IgApi4s8A4AcACAyH4BELiN6sW5ivyNd9jNbQpoV7JdwAqntH+x0xpjj0eRNVxt3PieBHbdrZZB4BBauD4A4CAuCZ8wsdW+uxTwJ50YIXhcOaDTlAd1bYCr3j2lf/Z0GKFfFGPaNVf23XiPya1bRhP37t2z2le2C95qXyFCGNHBd+5bCjOrIXzv7s3p3h17M40ZdnqpP4G/AhRGZPDrVyeWHtqigs1J8tLeRyhTYLWEUboANbSO7Y10aqwX7GlmNffuTHZnCseARr6U34JlF2Cqc7gFWMVBrACwAOeFSEZHRzl6nSND19RdgT0LCPVsWRcEbSvF+Oi6hUPrjOgcRw9zcKQMFYN7/VIBwAcNTuvAmA9PXUuFhyWnVQsIixcOX3ZsaF90zqZoQ+yVzGobAPY1ksFdGq5dFPAssqLr8NghKxCrHp+P3V4AWLXeVsa+2VgQ9838tHZajuI5wFY2oYQn2S/5XAAwWXFrhSjtkPeluU+a+fx7GDo9YWwCc93zNlPY9Mn76CcsLY1LAPgcDDjmfnBpsfcpq1raLHRzwG3PrwP/ggBgz1YiJ0roRZVfqIyJvmvV92BWv7aHnPKAUVs6dXTfrWbF1/djwK0cWOJ0SzrEVi90XK25RlV/WrhY/V2RSemag8TmWrPutNl6lvM//3LLAY6t3Ve6X3vGLpC25IIcj+UcnHXZncd4PwE5rdV1ML9Uuuja/B60ASD1U7BqUG2/cWJDdi9GhY5nZR0AdqcdL+8c3eAl5CdwyCEzlmWCAwCMLJp2NhyUNxGha/V+H1rE79Of/MQifx9NtyxDEurYwZ5+Z763E8u498o2tb589mJ6bZ8nb95MZ5aN74r56a4bLxMAXONJ5AvExtlIAa000IgA3gSAPfr3GtI/IyW0B5YoAli2LDPu+bTXzFFygIZTU8OR9aJIjSjrpXFWhz4Q5iT5WNqAl34vu0oLwxK9R3/cPd2S3FoUMMOOZU5XPW1sbSDiPfrWZjN0uyv1uwA2C0vyYF6mHnaMoV2/lwDw0hpuJdslAJzHaINPuk1XBPggmxIjUY02P08KaCs5aTWAUe83AGDUOwcQ/M78NvgdqYqZnpgCR76ssjI82GCJEsKW+VKa25Y+MTpOmiQfCqa6BgDz5DIlIQIFAMNfpeydiAJWhlXV/2Ud4BT1+4FRwIr+xd9nrP9r56DcGo4xcx+CwBTpC/CXpZpSDWBt3FdXWgB4/oNKx9WR/8FEABeHdPhX16ikAosxyzNa3dJdswO8kRetbqLT3IfKv2UXuSQsn6xPndqRTzr5M5gRVIAqwVJ+dxwgUizzt1qDl6VTCfYiu6OBvwCAvUYvsuneNOD3BjKV4JPZdQEQx2Y0z1ZCgFZgr8qkRmSxgpeuYvMajpfoX19fbuOhj0wDnbKSSA+QX5ugMo7Tz+0Rw36u1BVpPvSlcCSlB0YKaNUBrku6sYmiDz6y0Yb0JZ8LJ5Mr/9H/8P/Z2hkDwIHhX7MVqHSZHoYcHYxORposn0wwjKgBDAA46v8CAD5l+mf7NBBYnwCAPxDoPTEmjLTPqLcIBzvrAJsy+sGYh1BzhW9fRgB/l1JAS3F3ES0l3oUnPpn2uRiQlwBwz6LLAh3w7vM7v9ZVhrV2vw0AWM5k38nDlA5jAPiqAcDzFNACgB+mGsAAgH//n6kG8M8senMNAAYQd9UBYCgopQYwxVU4BCQ6w7EkUndFt/hWwlnWf+JaqGM9AFznifwZNrAbZI1t6QBwb9yFcnS1S1cdEZLeCzXsr9oG/nJDOo51DvSsWDFFM88LYW5zRCGu70rdlZ0yrWKm6F79JmdpSDEf4ST8A0hgXyFPuPtQzwABCMeEhCxIJTsA9CDxtDTaKfxwPupRWcoP26V+685t1gi+9+g+I4QfWk2sJ+YgefjwrqWRvj7dRnSw71Qn2Ix7m4IKWfb2rdULNkD4+Njk1clbSxH9xiKDX0w/f/7cUke/5CYmZraAwsuIQ9zf60VAgcCDW3MAlrUDUmAw++o17Fk51HmpQDA3NhvgKH4XjRYnGWmoU5zL5Os+Iwdk1A72jCJsN3S0MIpGAHA6tRJ1+usQh9xiAzP6XTurUnspUTA4/RIArgPTzhHmPvGNQocLA6mFOp4Q6giDl/PR/misfdDVZgSw8+FfPgBYhkB9tYBadSwmAzgA0vQZ118CwC2VXQLAibIaOtvmratj5wIoDPyL6LHnv/YXDAC7o6Ca8G7Ee721CgBvje25JdJGw+cFgKVR7cfvWjkgB10rY84PgEoPKnS1kgrkIABYKtn+19rJW440jeb+e+04cwsAXtK9doG/uHepierWxIwQesneg6ZzMLhoZ6tE1doP7TBsAAxUR/aN8lwvqZvZoYf30VG19EOMR6Ltxv7ZnrjzAMCxUZcAMN4OAMPRiQhgRP/ecPD3waPHTPv89Mc/Ytrn6wb+YgvnW8t8hQxGr19ZoIW931iJmxP7/t42sSL98xVrCACwgj5Y4IYPQwDY7oe0ibfMiYrI3zt2LwHASgF9A5G/SxHAWwBwgC3Fnxp2pvgoqxG7E1MfAQK3Nix/96GPTWqcKf8xNt8V+o9m3S7rl6bY14j/tTpyy+h0T5m5bveuZKTgXYourPtpE6MD1hEdzDSsCcTu9GdyyKGyvUSTC+usb3OwTs8vm7fXxpc7Y42vHHJXt8n9kksAOI/d9wQAtqyjSAMNABjgMKJUUWLslwoARhgf168Yq8qvydeajfJGzoW7KXgP+BD5jkcAewroDyjHBhCYZdG83i/GEDWBAwBOEcE4jwAw6/8KGwDwK0DYbsoIYA9ycBXphw4Ab/PYmF/JxOWXfK5xONh5PX0BIOTBXu5B50jCNG5GuRb05AJczgmnswwAy7/vkrH4N0JGE5ME8OqZfgnGFiBWwWBRGpBYIFM0K7oX+g2zP3qK54j+xXEAvor+VWnV696uqxLCNwnQelpmllult9b1H4HaBHENYFYfXPcoAUsepYt+UQ/x+Qi9pQDA0KtiLYb+ImUhttvNAGDir3FP+Xz10qeG2yOJXQeKOZe/vbUSrvzH/9P/TwCYD8RBl6ONUb7WaHnbj0jhggGq7n4Nihz1kapTDxuRFwCB4QAHgPseaZ8ZASwQmHWATdGsALDtRgQAbNFUrz0CmGmg7Tuc7ug/JkwAsHJ8f6kawFbF3J7eGBLejISu/8ri8tD1iFDhUmmUpGQE+SLINYB/eVJAB9DgIDABXxCk1/W9BIBXNcofEgAsNuXRnkVwiOmtA8BgTL4LCDnzmQLaawAzBfTX0z/67V+ffvc3DAC2WrBYi6f2FgD8JwYAIwL4tW00qRHAUDjODKT78P4t68hC8Sg1gH1HmtILh8OpdX5k8HfmXAnHQ/MZxsLA8RPKjli5/p+suJz6OQKDKZiKktQqTbWZ1khpvoVsyoIKfMx+j15KQaiipgDAOOCdCu5YayKVq8uzaLpR57cqKFmxYe+dDoqwCgUkZAoG3QWkdlG5MKQQzkZ2KLreb99FGqIcu6uhGNy8e5vvG0Yzt21n/IOH96fHj+5OT6xm8H2LCr5vNYMf3LMawnbOvVvm8LDIYMhAzPd7oyXUs0dmiyOTUc9MVr2wN+oFH1lUMDYuYSMTwGDINWxwemvv96hpb4puAOccuzIpDgQ7z1SkoPhpiRgk4aVNBA4IVwAYx121avUDp6otw0z1I4IKSWMFBNy6trEnOr43dwquMsaVg4c5OC4jgMdD2fIGnLcKAA/q5rJ9NjXgbWo425ptlzpnUxxUk6LnSwC4Dlk4E7lGg2d2fFXyVPp5NgovAeCW9C4B4J6u9nHlLadER3bdJoZ994iztu41bk226ei13m44TNy2dQO/vybsZ+gTYQvLMvbr3L6Otbgpu8hCvxQAfNi457P3b95akPOJGLj1bD+SPNMhGpiWek5SVs/5eJtzstBuyKXZoaKHnrMzX+gyOldHz5F+X5ybAgBTkM/mL8ujfHwPwDymBZddQ63h8wDA1RpJfNA3rBegMJ7Z7Q89b9Wd5DjX9YKc53rVoTyoyvXCBSnHQ4sK8PcjfUvmFDW/2BVzhAL8vWIO0Nt3LdsRyt189dX02FI/4+9bBtZiON+aY/4NfWwvrZTNi+nkCACIBVqYfYL6jbCFr9ojEPzFP+eh4e+D7YX0iYiiQd1fvCsAbI5WAsDw1aUU0NxMiw24qn+XI4CFQ/gma1dX6AR2J7FsEAWfcMWHI9P1m5kPJTk6m003nOyWbjBfjVt0gRlEhHKeZ85KIZ7xfEffNYtbNO00lPhjAX+pI1ffqvrSAsHBkw7nZxrX5tXp5KN1en7Z/IUY3a5mF55313X9Se28XwLAeXy2fQVVy4EgH9iOXzgCuNYANgAYEcA/CADY9eIEWsX6LuvcSTuyVTHtM7Np6a0U0Ij+jU/4UlMdYALAivgt9YBZJ9gjrJH5MzIuBgAcNYA90rpke86kEU7Pwq4kMLJ34ZctAjg2MS2yKLcXYt6W+bHzO5eLvMTHlIGnRTZloVb9Bpn38zKXw7UZnJswQCov7uul/QM/rekoIc8Z4IXvgR0mTABy3qN+EeiVgz4R6au0ywHQItLXUztbGVXU8RW4i9KqOR20ZQ8GdshNaQCKETEMcFcYolsRJbuxUj5HgJFzKfQVDx/9YwmLCsZSfoYvhsFJkQ2tjql0uoj4VTld2Yyu23B+5MtGYx5WxX7xdwePqzmVFwYyp0Q73q61UnUmbyOJ+Sv/yf/yl14D2PNLQ5fE2y5E1C/OvQYgOCKA9Yz1XSYwlDK1DoJhxJYZHQUAZuTvxwoAIwU0UkEj+hepaCyq6sSUUADAR+Y4R6rNl7YzESk230EpRV+MAIjufy4A+OTN9OHkaPpwamlv3r6xnY+2+9HSFXxyABjJdEqaVE1BXYOXAHAZCzHqvQAwAA2lkkA9YH46iMFC4Btpnc6lp5EmE9c7sJEth8XacSrqK/f7ZQeAY9dJ7ECLdB1FUIm7uYNQu9JU1D1HAIMpKfUDagAzAhgA8LWP05PH96e/azWA/x0AwL/5K9MjA/PwihTQv/9P/2T6I4sA/vnzowIAX7F8yh+RphcKiu2Exm61KwCAsWnB0/IyNblvZCgR7GkeY7dcMQq7eUbUoWMXBOzo+NpwDGQdWDKgNcrWdvUWILiQ+dgR0RuINLRdyOiqSrMhjOLRVXG3pvwgSM0oYBcMzTP2htYaAJwEi3NaAcG6cwYyQpDGcfFoSufihKUApoCPT6UJwTUAYRmZa7SH9xmuN4F/w6J+7xng++SROU/s85G9f/T0sb0fTY/v32GqaEQGw4nBTU82bMhS/sEm+gSbmt5Jpp3a5/HJe4LBz83BgmwWLywy+LlFCb96/dp2mkIJhqw1pw0kbBjbYdTTWSeLX0Z9ikIIQDgcJjw1OAzO9e8ZcEsMSOnM8wy3zAnzydTjeToKKWajboGrUQ6MXhdx/LZt5g0KK6zVD60DwD2FbrdXml0HPDtH03q7rSOBS7hxks+Prwwz1+O+14775gjgiwDAoNeRIAz67zotUpYeimvJlVIbGiNlHAh+3EcAZz5NA9YzCcTv+ZZLPDeOh6JeDaz52MWxcs/UL7bjzxnp/ZqHyR1p1nTIxnpCCwBXpb/v6zYALKNC56F/7WpoHfsdn+Cplc5kuITRE47O6Hs6z+8VvHvJYF0FZd1gGnIaCod+rPS9l3tr843zm53nCwtqq59jZgh9ZrRGw84Yr+EvVQP4EGfu1rnVSOVI9qrMPvbkZ23da9SYaOwzAMDhKCu0pztqCWgNycHhjjVqGT9UADhkV1Y6xGO0Bi+iB7Q8N7KVNKwzyc2eblbtNKixB1GlM5T+mr2i99B7XfD8EWC9B6R1BbU8sORwjFZ1WAWXnTmTB31ft8kli0Zrv8r+5cZLHzbGbT5d0relasRzur7MR4aSi/Xd2nOhw5dn2pkKevR84p+Zb4Zs1kbZAgCbnfMJCCpqAJsT9CrSHN6xDawPH02Pnlrk749+ZFmNHrLmLxyWCMZA5O+rly+m58+eGwD80lKfWsCD+eaQfQj2L8sKwTLJTl0+tubjutnh8MPdtJq/t83hikjgW4wCtnsj0oY1gM1OsjfAYNT7xcZZAcAo5eYgMCNaPECIYts3Mft9amCJ7l3SQJfjpBCfjzTRnB9fz26Xtyrxgj4dF/RKAvrk7KtRyeN2aXPsWA6Vk11qzHU6UlZ/A1d3tXZjM3PSdYsu6/ahR+tRB042PGVV50to+9rqfc6om/5cAsBLs9vS0SUA3Ejiuml9MHSV6sBcBtL3EgC+kOQXhZp8IE9wRhZ6rNtKEmsa/+xKovhD1gEPRAjwl2mgUeLTcBLVAbY36vsmsFcRwBUQ/uDgbwDA8v1L1pQI4MiIZ/KX4JeTRSOjSTTeVxlwrluKP/Int62Kfr7C+xwA0xiz2ZG9UMfuQhOycHHNqrjc8i4A2Cev8vk8ah5c477b8qyUuYFq8Yu+UxfW6tRn6OzeJsezRgJzC5VHptLecn8yNqMxZTKjec33Gn59+mU9ujb9DRkdaZWj7i7KvhK0ReBnAXvr36zr68d4LtI6AyPwNMuIIlbGYGUQ5t/sa42UDT0TAa/UMzz1cwQZBYYR9ER1i/5l+YCLrqET2L7uLz0x/CsaawHHimiu4x+6lfoiuuZxuzyAYtX/9XtquvylVV7aIKlqYxuDecLnEtHBmujpyn/6v/5VieYukb92gNHAAH25HBwAxuS4YuXPWZUvN3yDmAh3kHEgAlhpM5HuGW9E/qL+72kAwOYwP0G6TADAtgPxjaXUBAD8nADwK0ZQvTOQGI8IAFjE0EYAxzC0dTPAoMScEOFHhoT8/u9ObKfjsb3fTO8DALbPj+/sbQCwIULGmGoEsMyAuvuwjrkvAkd5SASd07Z8x0wGgEWCtMVgz4G6LQhfv2aKOwiZfzN/OepQ6ncS9DVT7LHD03dA6DO+o56LKf/Yge67LACUeW5U3bfsRnCiIiEEEQaBpM+eD/FQZ4y5vNYoxDuif8889TNOilSmngoaxhV3/iDNhnYBlXSnZDSoYPMlXgLkzmHmi18uav/q5x6AeEm9CYYyetrzOr72jN5a2xdNAc3dP2Jhs65IWOh3ftJ5FudFpC8IbgkAtt8IAF810A41gD9NT58AAP56+oe/5TWAAQDb5e+s/b/8+cspAOAcAYx+fTSDVxHAqldBANjTKIs+KwAcUZjuQvY517w7nubOAvnQlQZdtKYNAPWzGRA+djIigkggM/L4dcM4G9X0Q/FRiDDdDGypr+wi9zloaMHaGuNHoRDUzyyGxnQXHII3LHMfelksrSayOQRhyBym4ohrOTiaB42ylEn+BgEbCoYLe6ZfNp4KPmnHzzD3MJ7tOkiWDybryOWNDm/evG4pzVDf6sZ01z7vGwj88IEA4Yf3706PLF30A/t+1yKG796zusH3jRffwNYBKc94f7CdjJRxqA3MKGCkWrMI4ecGBNuu+9ev7beTdxYV/NHeBhifmvyzjQjYQYn6M3hRYYFzh3NYHVJKqY8SCzhPdBbpmoO3UaEGiNzxrJiFzK+CJwYJUYY7/XE0gxhA17xf0GsiVp/4Qs4DQrgA+63rpJn3McXFET5z6XN7fn3m7XbKWk/POuduuZ0Mlm+1n3iAnzqXKfNzFls9CB3fuq8TV/RpDQDmYgy+N++Zxmp8fOigxrpMpDYCgQuPJU+G/jmPjoBjLHREfKrLalysYzyj4YBsz6njl3lodoBn/s/7lZRa6t/yHBYiYM9yt8Lhqe6KI2ZAsJGt2dAPui2/JfnrBh1bK12aO9/jkE6vHewPhQAAIABJREFUYxWGjXRE7eatRozzbB9fXUpmMnRKjp3iwf8HRnrXrxijMsb+eNJN9Axra3i4YSGN5fIE1mdcPu5W4+JBH8NRw918r5w2O4RnjewOS9cdom9unetTnOT9IT2t527dZzj+YfiuzfAKOCzyiA0NiaaL/uL6LelYNpboXvu2qb+6rls3WTgX7Iluxha/TATwgNtwCNdl2baN08+DeBvkBweoORw88XwUoatCl6n8qraGWy+x8i0AGC2sjdFF+vtduHZNxsaDL4+RE2iSVxqnwknnI8dLDgT7E5lkzjw2vec6bh7nZR2qmwmJovIqoK/rMvzOE5yeiy7SQWyhdzTP3OpPPQ0kyThbgDKNc+ckZSNTklI/20ZmfzMNtIGxt++jrM0TS/uMyN+njPy9Y4AwnJEox4Yav0j7/NI2o742W+TN0ZHZwZbyGRtSrbvgWnzTPxSrTIIzdCCmgDb/1C2Av15XrwLASAENAFggMIHgBADfQGQN6/N5STlG+zib4NNVlkGe6laf7p14aug+2ZfgAyz+ginzz0UrOGajrvjQLUMPqjyknrMsj5KCuslJR3qPU/wCA0oaqlad05rqcqoep3RerTfquYzS8ytX9NqOmzYk2vOLJd5wXvn87fHDIjk+UxeqDbAOAGMNrUjZLQG81luu2+UXe3eRts89SjvsX6d1crVLAPjcI7114ScLeCkcyhls2GcfG+GX5DlEK11NzmN883SNADYfGjAV81cxBbRhLEwBzXq/ngLa6wAXcJi1gnEMvv+aIVQAsDZnqySaMlCUCGBKAX+VZWT9ogyo+mVhnQcAwFAU29xkGwDwiL9fYI2tAsAhEOvjJ10lBF7f5zmPq3WSa0fDbkcrssn7qNWgm8BOeGYYzy6oFbTFlOKOK/ET3+M3x6aYJYll+/QW5iU8TBG5qK+LDWKqv6vavjjPcD+cQ0xM+J8yATsQzHq9AnoJ/kZbBH0DDFafBKJqfEIsyk5zfDM+qZdUjEz6h87RJ45VWa698+GPcfDX/SD95jUCw8X3ECBtDGvQtDQfNFsAYNy7YHlZf3Hft09NPJdSTNd3CfQKnek/+9/+uuz510Ppjd16BH8JAgsAjo4ECCw60B0ZrOyLETek0GG9CjAJ1QAO8Pfde3N6A/A1JzxAYNQCZg1gc4CfWgQwAODXpqQ+t6gpRAAfmfMcEVOaMBCHg6SRY7sMJPhGVYRUpLwFgAkCOwB8ZlG/7+3NCGADgBkB/MEigAEAIwIYEYYWARxGjhSdtMp/yBHA5LS+iET3qgPM6F1FUkp6+HcaU0qnq7z/yPcPgC0igBXFQ5Nx4KzfEnLrx4OBLWjXOxreA/COmtm6dkuB3jq+o/sHn3JRAJg7f6qLZvH+ZEzOcOozKlpT22rsOMIrPbUefwPjBJO3VLyI2gQArAhgpYD+PaSAvmspoI0eCwBsNYD/6E9UAxiAm6JAEQFs/CEigE0pMUblO59jg0JsXACdVvrEw7QO/oSJ8UnDUVBpmUbZ4ihU4yGuDNCugHAhb9OKIxdKfC9aEXWH0Rv9nN/Z91nXHgUvr8u65XVxJpQvd0Lop9DGsvaT11j87rzThWRpLhmmvaES3IW8JYRY8F826/zCPvmExdj16FzWrfK/UT3Kv5M4fFepug9HigaZ4L01FXIQRgnrDZvCcdt20D+8f396YhHBT61W8KMnD6dHli764RNLt3YHO88sLVpJeQbpKXcNdjpCLr2zDU7Hb06mI6tr/8LqbT1/aZucXp9MLwwMfvnKfreUbMfY7GQ0SeUY/+zeMvDVBkFu55GQbVSWi5IQCo2NhynTKL/Q21QcU3lGqoPEv8fU69P+QQH3Yc6zW1K1Oa1pHvzl14x4XlVC6yX7/mrXyb5raqcEAI9fc5W/dVxSfC200WkE3Q0OkWXz59uSG8OnYVN75dzWfd0Ki+ndAIAznTT98z4Nj7PLXZ8x5qAt/5kRwN05FWRwx9cC6JuB4IgOLnri0pwmvtqPcWyk0+/zsaPu622Gky6DHeU3d9QtzyF4Rj9/sbY1gtV44GIt/DHaazdYeSSiH2yPuQHj/FWZHMLs0AVxfs+fZ/2gfl4jgKWv651fBbQmY6/tz8a6u64eX263HD+PjBkspq01uKabBci93LR7vLM9kU7c0vm+HxHAiY5gP64s/s3nXbt4zNadkseQt3b/rzTgUbw0nEukvIzyZq3RoF8AgJPxLXC4rt+4XuI3NLdgd18IAF5lwOtDsbUW1kbxizmgQ0dZvPl+8LFw8pXxOegZHDxcG5PvyrE9IM/W3I9A463rlsYg84Kkmi6c6rrBUNfJTksuMn/Pm5Jrx89P8ruemfSgaMZBOJ3jm84IOOqErJuM5rrYOIWZoB+VCMVS4jsMFLe/it1idqzZw5/MpsXndUvx/MiA3yc/+dpq/v54uv/4MdM+A2xFxqu3Zl+8tohfRP2+tgCLE7M53lva04/mh0PxYEb9+sbTWmvObXlXSeD/CwD4JgFgi/5lBDA+rb6eAb+0g5AC2sBfRARfv45rpgngb44AZr09sGDyT/kbQ3xXd5uOSZp0AHDw026AAwAuupgrkb1WpamufEL2VadfzSYvdLF8INPWqkBp5Ia6X89nUsg11d11U6cwArwEZJo6ndrkmAHg7XU4tmRGqeO/K/xr3I916+xL9H8rAniUUWaP/FntrzXwvQSAy0PNPFKJ9ZbcklSTEI3KQFFDLvF5xiyjCjJ7bz6991528p359N6bLwX+lHeGLeBvfrc6v+B5b+19eqr6v6eoAWzffxlTQEtmIPNeSCqxnILTuMSinAl9yglSMQTwJ8n/BLu0AMAI7rMgrgB/AQYrBbTAX75LVHBEAiPznvm3UHLPN62oBjCC9DIAbD12kRurOPjyzA7t7D2yzwMA4MB1KgcfA8AzDCgtSt53H+ufLeUeAC4yP89ZlRxFRaiqDye0dsD1BF3iekPImrzpNex9ymAoGyqzCHkcIKlLSLYTUcGybcMOl88efnmVwRHwG0Avf2dAos4hUEtgF4CuBTh6xpBrSMvMCF+AvQHiChSuNXn9HKRzJujrwLFH9RIc9dq8JY00onmtr7leL+SsnkGzTt0C5zjp6PH8Nw+gpN6Dc/h7MQe9HffCxrhwCOS/Vbs+VtBgcL2Pr6Y36Xs+R+pP6Dw6g20QlO78HynTTF4KVY+KPteoZN3S2vnPf98igF2poLvcOk7w1x+Qn2AfVMyYSKC6h6KDbKx1/JBowDiQJsAW9vscARxpMlELGGBwAMAW/csIYCipngL6xcvX/P7WAGBMlaK4fPeAI/vZGXYoAIzUz+8vAeCymLOTouFSaUHwd3HZQr5aSxsAMBYaldVvAwAO5/Gadj3jy+WHLQV67fjWtV/K+TV+mu0jFwGAKSQWAOA8DsUxnJikerUBAINXYfewGZhnpiEQAH5UAeDf/U2vAWykiS0jjAAmAIwawK8qAIwU0ADJAADDAEaKeQPUFAGst6LZIhI4AGD1snHy+6nxu29/cfCiOhXCNVCWT11IsaDKxEQEsXZG+q5sF1DFgU6OrBcVNbYCMFTvuE9xRNTW/ahf73w8HW6cEA21WB/UcuwMk3Kx/nLFJOScKyq9khOgpEDYVgDyF/4er3jaevuAvdUu5JEAYIEa+i661B730qArB64n+bhR8/URlXKE+hGsdWUOlTt37G3poO/eu2Gp1ux9X5HCj1hD+AEjhe9aJPpN1AyWriQjHUaIAcFvsNHJ6gIfWZro18fvppdH9n71ZkLN+6Oj4+nEDBK8T0+t/MG7U0YHw4jBLku8pKvLJVKUF5fjOEIHAOqphELvwxbjF44P7pDnY7aTWFPvVGd3gMnk82xY1wAkL2vb7/dDAYC1EkavSwC4GRmkFlxhFIs04wYo6Sz9XbiAr1E5bwcgcAcK5yjgRVC/rKOus8XgKauI/CG/CljqfSmAb/Dj+H0VALYWO6C9Nzyzzktx632LvpTv8Tt5ol4NCBUO5jgP6d8TRffO+B4EafpBHl3tgOhzr98U+eUMfUn/WdeJOgOop6lWUCQHusvIRIRhWA1X8MZGirV+ysActazd0qPXpk7oDo6V5bR4aOt5t+67ROtrz1ClB7JrjHu7dd+t48M+UNKvcOjVOcL0xWYyN4iDB6Qbsm8dAKwsN2kt+K7tPfO1Gg2wp4E1HrvKgFfIFZxu96aieQcOAk8PecZOv2kvPRAAXhsbPP/G8WZtbOrEhzzklzs36224S95wFXfdmvehrifPc0gd/+wGZmFMK89Y7k8djWL0LAyQ2z8NzUqfX3pRh+WB2ue6jRa/p020bhaWTRthJwQYF5ZY0k3G/Cn50+Kk4O1FrtcxpA4E7dt4Dmr/fjLn5icAwIiMuX1num2pnp/+5CfT06+/JhB8+/498iE45U/Np3Zs/rTXz15MR/Z5akEW7y3Y4qP53z6ZrcAIYGuT/r8SqSM+Js6gycL/EVXDFNBDANijfz0SGCmfzWRnCugbjNSJKGBF07jfVH+7zetmYqGfZO3M9Z00wJxHAvHJTk/2cKXr6hPK9ryedG2xS//QK+gp01V/7ZzuQj/Lels838iebmQgbwE6SBsPXD/Gs5wh+jfpvX22mzk91vntj31/AeAvs4lqtJYLl1ghnREAvOfatfuCZi4B4EsAeJFGKDMSANzRZ04YRi7grKy4Px3HifJJsmnBXyy4joEJnl2VYG8CgM2nSlCYaaErAIy/EWCXy5oJAEZQmN3c37sBYLLCamux++cAgMsaHK6k4PvLC5z3PUBHzHO1CACntqp0cenkxyRZnHdngZlVrwhUjHFKsjzkukDfGjlL0BK2DjNw6MFK+mbaQIqmjQ3xiOZliucu4pcALaN57ViO0vVMt8hue4NvRfVesw1jxPiYgtkBY2RvZDSwftM7QGE/j/qK99nTNwdYKrywBU65JZg04xtPSD76V4N/RFPKlOsZUXgc73nEbWR5CgxNALD7ZmRJOnCstho/TBllnxEe93F3G0dmZgWQNZ04yakj/LG+HMqy4DWebcXBfW98uvJf/MFfWfBTPJQQbiiAGATUAMaDUv2Lz0TjjSPHH64qi1KuALJ8MEWEALDtMkQt35r+WWmg+Ub6ZwN5TwyMeWOOb6TIjBrARyUFtAgSucMj3DsGMtbKDABmoXJPAR1pCVIE8CUAHDshnLl1jsTCpIoxkjhPMQgCnHEAmNFrCxHAYFWXAPBMRm85t7aOryqG5zz4+QDg2oFsixfDpwGAQWRyuA0jgEGf2OFjguKjRwA/NQD47yAFNGoAWwTwI0QA7wSAUf8X70+IAAYAbLyKdYAzAFxouYrhbDBiRyL9BsGHyZA9vacbZRiFsiuZSygbjHOnhDZTyBjmBhz7y+FM34RTHfkQYYqzt7ddBPAXuQukHPS74DUf/X7LGY2tOEYZMRtKxCFesSqRXIqIb/DlwquMRAhk/2zJeG5Q85ka5Usgr9IXB+Ar8LfQGGWW3kx1Vp4rxkiSF9Hs3IXGuvO2cYDOBUQGf0LJLdv5fpW1gR9aamhEBv/4R19NX1nNYEQH371tThKmQDOHib1vox6W3YsgvT3zB6Odt+8/TUenH6fXR2+tLpeBwJaS7bXVCUbd4FeWAePNmyN7v7GyCFbD2mQjahefOXALymAqEldSRFqac9Io3z7EPoj8yp/9WAaBky4h+msBYA2xA8C43hUo3VYXy0mVNdCY4z7VTjur29+W533PdVsRwIt6ezjwNFw+nu3d1vV9jX/rSGznorY2f7Ytx+vwudXZ7WHxuWx5UZ3HWAU5jJybt1Zeq+NxUQA4zUF5uksA2I2U7JR0o8O9qgIi68xcAsCVgEM6jEh6aw1eAsBjZiD7MOju2wSAB1wJ8t6N7NFTCAB2R0hZTy1AsAkAl5Rd69Ii+rASC7OTp49PW1XXpO6MxcpumdI1kU3GCz/BDvnbiL4l6bvciTWJeUhVhU6lvdgTQ/88oIWZabFxbRkdv0nobf2oScwu90S/Luh75d7oVeUDRa/w41v27SoPTvrt/FH9KUq/V/TH8HrHaOfxoA2VrnW1ukwM9Wc5xWl9JUCY41LanvdQI9PBjWlzT0TGxpVXmcpT4O9HZAdChixznF6x7EQAfx9+9aPp6a98PT226N+7jx4ywgYRcKfHZj8A+DWb4o2VoXmLyF/bgPrRMu8hjO6qBQDDVqLvj+/kDKYTuMJLmK/rviGWKaAR/VsigG8x/fPNSP8ctYAJAON9ZQUAllUJnyMdr3jowpAq/KufW041oy6f8zIXotDy0nyJboutlM4YT5nPWLl9tJpbz31bOl71swYIDkqISzpmzGdO4yETPJhrBbzLRkhQIzYC+7tsRlxcx3mNtnR6CQBvM+BmlleE6AorEPXtUxGWWN267D5vu8NH3yeV5sEHowYvI4C3qeycZ1A0LwPAlGqJNsgFQvaBRzLo18smcUNJZBtQIBcA4DMAwAB5kV2VQK8AYQTVBAAsYLimhkYEsMrqecZWk0GIMg7wl7XoKTqLp1Hc0YXCTB9L/kp2fwMAblgsG9Ug6PfPGQE8WiftgtwGgItWSZ4fsjFGZym9c3kmHyydo81cNV2xfhOYK5kvgNVBXvfHV8DX0ykHQOtgLMFavj0aGJ8Efw3YJbiLcqcevBkpnxH5mwFglkWNlMsB9gYQ7AAwn71urI06vwCIOS7UXXQ8QN+oxSsQN6JhM9H7KIYvmOTjmJb/FoA4PckUw9WeZa3dwM2Sz0VjKBEtYFnzpr6lbcnxO2fGtUFc68vdNY4i7uM5KC44p05jXLjJp44+er8iclljg7FS41f+y3/y1wKA7V9R/sAu7ASBvxGBpk82KP2sPJg6URcnh4dKMuoUqgbwe2MGSAGNz1NEAOPTon8BBp/guymiJwbEHAMAPj41JzjSZCIFNJzfFgGMXYq8Z4SQe2HnhKRzAfuut2BaSJ3JHPVeAxhAT04BfQkAnxMATrKoquYOABv8pAjGLgU0aOkSAE4j54swlPjZkX3HB5dd6OfPAwC3XQi7o/ILMpmSJkG/B/jrDL1LAc2aDxZVedWANABoYL5PLQU0AOB/2wDg3+kA4L+yCOA/+OeKAP7pN/MI4ACAP5qRfIURwBEFDG4Tob1KXS5grQr0GnFGDasAPVFvVABcBVQqAEy1y2sFz6cplDC0Q/DXlKGr+BvKEGtjuHLku6DAiOkMsM8zu1iJ6+3tYHDtchV6w5Qj0R1XqEI51PPX6yMXBCXByKs4A3VDUFVFpOpeGhOn+DIoofA1o8R21wwQV2okpejYqBuToAhz/xd/K1E6lOqiuaZldMCVGgDAoFfINNYpJ/1hJD+Y0+OKOUEsTbRF/d67e3e6bzWCAQg/fHDfIoMNCLbfHtjnE4sOfnD/toHGSCstPRVpjKwMMGXgW9sIhXIHiPZ988ZKIViKaIC/r16/nJ4/e2ZlESx9m4HDr00molQC0h1ReoMWuMuL+8xKNORomEptF6dpgrbpbynfIecl86kwsMH0dmUIa6OOnDtXCuGFtqH5KNrHQRyqc8IdeO0SvawZ47V5X/fxQyIOPlU4mhb74+t8YRJijTf36c7bAp+GQ8Dbrq2PfOV8LbX3dULwS75NAJhdAI3G6ucj6lukReemwz4N9GUEsJR1f10CwJX+Q1KM1tLWGrwEgMeM+DsDAFfS7zobjpD8c6vPVAe9Zwxxw5zz7npPAYDDuIaMc11iHhG/PF5BR5Ubn1dOjuejSISl8ejlWtfM1jpYlTbD8T9IiC+e3DddRALOnh1cl4lrRw8FgKUbXPz5qF4f0Mx57ps36zUAsI9fAcigCg30nGbc0zlJ6lAvrbrjOt9oNJSky2gzUygjVR9Y7laGsddsBj/G7qUndH1YtC+LqayDcKrqVznGy/nVsc3nPRAALjKlU5flRJQDlxap8ZtPCKtF2uV7Zmv8+EfTk1/5lenxT3483bPUz9ctSxEKmL2xEmqvX7yYXv7s2XTy/KWBv8dW8uzt9Al1f80ndxWpny2dKp2bjLKxOyFtY2TYYwpH5394HJsDAMAlAjgDwLesL+bYvRnAL9NBoyYwNtAC/LVrWeMP33Uv+B2pw7ktEZ/aXNovYvFdzGw7rHXeKr1WULRfR5xSvyQ2SRf/RLCOJWIv3ckH698jezVTIu0qtgO7NL/9t2iu8wtVABgDpevyKy8LbEWo/okKAo9Ln4zlzSUAvM6AD5ENB7Dy7/Cpa7y07faW3lDPvgSAv+SEy5OoV3bXcSY7Fht+H9nSkHkpm0CpAwxwWCU2P1o0L8HfRQDYAmwiDXTUBkYEMKJ9CwDs9X9TCugrHlRTQk3AM3uMKfc96QV8zhUAuI94pkIRvFQXD6bCz9vw12eazhrTjFtDjvmP6wCw7lug8J7345hnNizgcHkm+ALDM6fzFMAD8ZNA3oisZSplyHu7JwHMqJ+bsu56JG+p3evXXsmgsOklAH8B8F43/eS6RcpEAA11DOgAFgUMHYLneC1gTmMBn0MfgS7ioK77btV9B3Q9Ell+2oj0VdhPAMIFDOY1ujbrWZJ+wjCJffrf0jd1rgJt6F0l7lAylWgoq0z2vwsATHIUxqrmXOaHbhO/oQnXr2g3OiGpbxWkzimgdU7SRSKjm//WPBfHIyKL1fiV/+qf/Q3LHzJEGJ10cFg3jAjgBP6is2kxatBcTSuLSA5oRMYhwukD8vIb4EsQ2IBcRgAz/bMBv/ib9X/tjdSYjAAGANxFAAMAhiOfk6ydBCzu7ABwUX5Y+wK1h6WUi0FdAsARqi/iAxEK/IjdEkWhXFAsRSndokksshAZQSID0Bw4E2gUkcC+YDoAmEAK35Fi9yKO/gHf9p/370abt7OlyKwd37p2zYkYjG79yT7/0S8DAINRBeP1zxwB7MatnGdi5qwH7DWAQ3gxBbQZlh8NfGsA4N/69envWwpoRACDjyEFtADgP2MN4C0AWCmgUxpo0q+M/yUAuBpT4MEe6edWJNbEMgAM4FcMu4CrRTNzpgyBgTdAX+Nn14yHXre+XLfzUI/9mn0qK4Ozf/vgjnB7AwDGVpkP9ml78Oy3DJFopeLF+U0iptFpXIBV5TCUczQWnNbTgnl6kdpWZgwaE39ad4S4hMV1zot0xZK1HW2JZ9XXmgFSxSZlkz9nfFKMSlq73PKdZdxB1gHAfp7qBPrONihQ4G/YHEUlE2nE35HnFYFvvyM12p27d6Z7VjP4vqVhu3f33vTg4YPpKesH29/3b0z3bl+b7hhoDIdI0LjrGxyN9xYZfGrI8LFtiDp6fTS9ePHcAODn0zPbxY/SCC+OTqZjSyX93mQj3qjxRX8TemU0g+wb7ajWQQwAmKnB5DGRw6DsvNSUgFS14y2mKIBeP+hzp+MxLz7jDQDczkuezX1/X0QujOllGwRuN33kvmofQnbt9E8S1L9M22FoVfpvz9uSG8Nx837tHdd+7X2XAeDYRBPPFjI98+dLADjpaqHPJQZ6CQDXlQGuVE2t+YrZWoOXAPCYy3w3AGAZ36PXcg3gqudkB717Dqq967pPBYDlOIFdJT2j7lRvHA4Lncl09H1MAS2H0jot7JNHFzurX6/9+txaz0M6gahfeb7+ula2n/+Zqg6+r43z3LcfE8lYKZKcV6qH8qkMx2flGDdgNsSxpr9Xu6a5F3XQUETTEfRtyXbwrrbH1u7bGWHUifXcUfOQd2qakJ8rLCyNUZS4qpHAnw8AlgMSEospoJH+2Ryn11COxgBfRP5+9bd+Zbr/9Ol00wBhHH9rtsmrV2YvPHs+vfzpN9Ppy6Ppo4G/5ogzAwORv/ZG6mdE/+ZMQg4AXzFHLn1EAQJzmQvEZaSv2Tk3zYHLSGArj4MSOQSGUcePUcCIBoaz16N/GQms70wDbYBwRNtgHMPvWKxWe86gT82QiBLDnrP6ZN+OpsRn3j+TFVoZVXGMu62eyGp1HW1sQM48J7Yr0tzlWhJd8UlcLlUZ066ulne5zer2aytP0KDG0ZerPu1r6MLxeea1PAMcrndU+0uvSwB4yPY4lYfIhXFL35cj67y7f4r98vYSAP5SFKAZq6DmKgAsse++HPmRhOVIruV648RV+Fakr6J/BQTXCGABwO+RfdWjhFEXmNG+3DSFEGO0DYzG/sbb7lcBYPUnByM49yS/KmAuHWd1BAlqOUfLvHJpvYrP+sXkzZ8DAF5YJ8kfFr2TnTDwx0L2xVMkX2RgbsUp6v5y+i8hnR1AZcOhL3CsHCjmp44J4I3o3fy37JjIBALwFjV3gbmxdq/X6uXfeHv0L1I9BzAM2R/gL9I7I7Vzic6lPmDHESEMHYbHHZwsfYt0xx7YUrAp9+baI0RtX1wbjkrOpp9bo4BT9G9Ky1xoxK/BkBUAmONY3wJ/AwAm9RF/YBu6qWQ6h1Y+6/CdcixxreuxASzHtYGhFilfaDJgf30S78z94t1Fa+E77pzlZVno+lbGX/nHf/jTUgNYKDc6L3bRRv9G52P55YeJYfQFCMXK+kQA2HYXImUlUkBXALimgWb9X7zfIhLYUkCzLqIBwBb1RCe3pcBkCmg7h8/pxEoAOAgqmRdF4UkAcEkBjeLj36EI4Kvc9YDQeLxth4R/LwsMdV3sd+RJv3btJs8D+I0Fps/4fsPGBeFkWshyPABUcFDDd0hkRfPzA8BaEIqarIBZAMBcLGDsbiAB+AXTLwAw0+6KkC8C1FYRMP/rIu1uKTKXAHA18sP51c+AxqgCwMEwa+78iLLw6N8A3XoAGIajCRcCqSUC+MfTP/jt35h+pwOAUQMYAPAf7wKAbUe0p4AmDYNeE03L+q/GYhhR+ZPKS35wdyLEdXStlHBKFxZhFGLXG0fIAWBE+xrftNU93bE1f8eM8XsmKO/AuDZe/cGilt+9RxSoAYBIs299Bvh7Zkz8vR1/Zw3h0/Z4p51fYWJng68CrLlvVVFMynkBfI3HxN8F+A4nAAAgAElEQVQdCFza0Gr259Vc8UXlzFWgTiCtrd9DjhVBWkY0PS8Vq/qd0bNGT1QiwgXB7im19hnAVCrC+MlkJHax21zA0cEIXpMpeAwoPBCwcJSxVIE7TZCeBH9jp9tdqw380KKDEbX+xN5PLUr40QMDihElfMecKbegUKWdgSY/ERn8zoBg1FJ5b/PNTBmnqCP83uTjyfTs+fPpm2/MwWOfpyY7P9j5kLXIvNH65fyZ3UGiTVICfZFyR38z548CHtwYcKjfhz8BwOH8omLkCm+6YXW+pRXhzsBWDdkzsxeRC+tG6zoIPAaA2Wtfs8tPsA4AY8iSWaYBT68tmTMcNZ/fPaMayuP4vmndooffYgpoPdbSGDlNOj1fAsDVAMob+2KOLwHgSu2StWNutLUGLwHgMZf5/gLAkv3wLl0CwHV+V20cH7IRNWxtct0nq7bPugSARzDOeOyW5rVs3ARrpHrY6kFbfLFVZMBjQ9NZ18WWelmcau4s7dsebsGD7dXoVHvu7ee4Pox7BQAsO48/dHq1RqvYgebXiNSWUqJbnSX3v7VTdKSsFXcqVlsJx+TTwWZoALyGvE63bGPpwx956mer/3v7wQPLknWd5daOrWTMS8uk98rSP7/++bPpnQVWXDFf2hXLunfVAjOuIPqXeqgiXAgCI9omA8B0+iq9Y/BEZBoKAJiAr71v37ptb4HBsIX0O6J99b4Bpy8AYHyHDc8MVtXnSCem2xThWC3gL4HcsF+cFpOeu6wXJlu9oYRqB41mZn0jBTYAb/OiOIN1er33MpPczncbM5zF8o301JF0FdpZWkfhQM7nR7aJcgXt3JoRJ1JBAwRufBZq0d/z57oEgFd4J6bzAFrYTzXf1TP38NDa9/1y4hIA/lIz3m8oHAHAmKvM94JH0PfVRf4yKhjZVbmhBOCtUj8z1bNF+hIANr8k0j5/QB1g24gUIDFSQ38y0LiAv8AEWAMYny4D2BfQhIN97otyCekyUgtP7sf0txikMiw6rwyZSurt1uuXBoDLGmgA4OC3DmIXwM9/92cqMs/RPbogw4ceWTkC5/HUyARSM/YT0cHmR0fWkEAKVdpONXcDBC51d5kJRFG6AGe5aQupnD2dM6N7/RgDMf18pnl2oBjXCNNyYDkiaOFDhex3vSLOjyDFCqDK/gqQtwQxYgygswDzjWhhB0VDLmv4AIr6vVJkMKVoAWvr1kTHbgXcRns+1gJv411BWbqMQ24zKthVAweAA/Ct4LFok+3zQR0voGz3uS006xzBlRQF5ALg9ywtSfiH/zXofYmXLEn4K//9v/wpoeNYQ4osi7q/gYbH+moVlEC0W21It1EEUgWAPxAARh3g90znzNTPjAC21M/4bgrpyVukgH5ngO+ppbh8Mz03xfWFpYAWAGzgbRcBzN0GjqzHA4sxyamN3ZgRAYyc82BKMwD45I2lwzmakAr67O0b26VyaudYTVBLa/DpChKpRmRqKOaJexQABFxFs6SPUCvDaMJEg6owfkqtw3D4Av5+WQC4FOsWul+Iv+R1D4ZSiFKE2Lx4qT9HR12JlXG8AuxVHVQH0rymKmurcifRJQAcw7jlHNk6vrTYL/rbPAJ4rcUAdeMc33jQXSJjPBif0xI/qlDK0b+2UCSYcNwFF1NAw3g0QdMCwD+Z/sHftxTQDgDjkhwBDAD4Z5YC+uStRdRi44StXdYn9xrASAENHgH6vEpaRfIsV0qdduvmBD1YVZBq+i+JA7ydB9AJIcbgHEI2YAGB7VyyGHhZdC2WqW3fsMhfAMAfptv2/b4J3ie370w/MgDxiUWWAgR+/+7UokPfGG80YNCUsLemVJ3a5zu79sT432sz8I+tDXtk++2qAcOmAMRuMd1ptsbZS+WhSGw9xqE+3RWrRcXrG/A3lLBqJCwDwPW+DZ/pWM5FaLhuRyirzGfG5y7xN9b35U53jHqBMvk31sGZjSHAVMg0snE6MrD73ZQjmywox9jNjtRnVwDeQmEGJ7RhiBIIisW1XfbmGLltO/YfWWTw44cGAj+6Y59IFY2U0ZY6+v6d6ZbVDYaidRPRwaBzjjUAZrvewr/Rkm3eN9k5sVTCz795Nv385z+fntnn0evj6a3t8MdGqhOkiEZ0MGSv0fcH1mQJgiR5yy0SCgb37uA75Kf/7d9jakgW7qShAo81QkXE5zyU3JFnBePuyvzSdNftE30D6lf7Gt5kgXQqTS7R1RoIvLpxKDZvLBKr7jlyUJJPNI9Qv5RrBsc318Zqv/qr27HJNMEzU8QDx2I2D2pva/lGxPRS34M3FtXJTwreWdlp53wNZxrp2HW/2NgwAIRjN3Pv1OYzuC68SCOufM9pMBZQ1Zs4hrGpgrzfn5DDV53Fo7Fsxpl9ake36Sf7lc5wmcor+j6TrYu3l53R2RjqorV63aPsuPb5bo/L2Ip0+6WP2VDp7h9j3oypOl5+mtFVGGJLFMdFNR+r3H7/DKsAcOKPM5pYmJfc6XW9DTrTaKe5z9tokfvcbfKAhROkmwxWahH5Wys5hnh8Xhi+ZR7Z53GP146xx9td6hrXegtjf3Rn1cVaGWi3jeoO87CVIcf0UMUxwM23Ma9QFFSOgcflKRjfKfVjxRV6nimv1/ijrknNVTm4uhaq1dt3MvjQxTrfXh3PsKhDFIBlfnS/Q7q7346xiyvmcv38Tx7Oyj2aznnuO5S73fNmeSSZvDTfg14eGAGcR0suB3VmyLcGwzvXuxZ0wPIcoVckPdZ1KDw7I3td9ymgpA9CgL/FPuTG9vNFAMeT+gO7HSabRHxEm/xR+/cjav+i5AyyCn39tUUA/8r08MmT6fptS/1sNsmxbQZ9bQEULy3698hKxxxbQAVSPzPt8wfz8bmzHZmmCPx6QAWjZiIFNJy3eKM2H4IKnJ8RvOWmVoC8iAI2APj2TUYAox6wagDLhrlBANiBX4K/9rZ7CPzFZxBUzE/dZFppLeYHfDcAYPn5Cg13dFDUVLe9W8c/2lnhx3ZsLBnmB9fWp2x9l0e9/hw6RND4ijziJorQT3sdIMshKXeSmfY/0m+UxvN6wC0IrNU1eonuz8/Dvp0rpel8rtf6/H6uu3yX2ll94t0d3S9vLwHgrUE97xIMTTja7wFg577hqNSqoZ3qG78S76hAsHz4Kq/paaADADb8hGmh4W9C+mcDhBG8gL9ZitN8UQCNmwhgAsDABIwOwucEABh8zNltlf/Jh+wPFZl8yrOB74XMDF7oXLiXA2EPs6niz1yaDTdidhkjlecX3YlyS7xWWIqXa4PPkezKfapSesS76Y9M93V5oShQBfvRznC/rkBSz+zKTVsRFOgbuIiaeq1ellN1HIogrekTlPcB/ipoBT5IvBWMiIhd/56if5UlJGr8KssHwGACwwxIdCvb+p+jdgUOazNYANd5eDnTBG+9DZhVrglGdC+P8/nln5WsEtHgu8rj1UwjASpnH0q5J66Je3IOtHkxAFx+52+1/RAzfjq/SvSGDNbffQSwaCAAYL9Gd3fZHcQd7QVZeCYY76vOqvxz0e8w0Geu/I9/9Df+JAnsteZULFlPonzXVREXCftAFRmbwtUBriCa35zmcDgjAjgAYDiiEfGbAWBGAKMGsEU0CQA+IQD8rIkANoCGEyNCjfTPBIhipjEMfQ1gT1MwAoDPHAB+b59n7zoAmJU0MTyB7PcKhQ9Q2Ay4vxNfcZKzBS12AcDaXdkAwNxJYRG+iCjD3xFi/xkigKMwNx0YTqEiTKUni99jUbCr+l/z4m8OINcDOkn/1yCQCsC4CQ5EelGAwJ7aYQUALlLHAYa2Bxf/turI32h+S5FZ3R0/cJjHLbcA3q3jFx+ZeQvcNZbWdn+GGGa/HuK3BADHebNTQwj62gihBzbpu5e0QcEFl68fCHoIKALAoDXbvqwawAYAowbw3/56emgpoAMA/usUAQwA+NQBYNsKRcWFALClnT8zvmS7PxQB7LSrz6Bl14h8IPLO5L6uTojtdtqrmRp/BdBC+5BZhbXjzTDE6YY95w37ft36eNe+PzKw8VcNMPzNH301/aoZ/E/u3bbuGsh3bJtXsMPOlLFTO/eNPcdLQwafHb+d/gbgoBn8L5Ba33JBv6fjQDwG4Pon5IeO5/FdyknbKsfiebTMXUBhnjoQOJyp1eAV8FG+80HFd+or/U12ukfNDRHbUuXmpelWFWisQlX9ap6W31lSIPcY/NOVDtaw8lpWkd6kwj3ezypIySW1+w1Kkr2t06iPdcccOQ9tfh9bKrfHjx9NDx49su8PLIX0Xe6qhyPF/DoEgbHsoDAiWw4yY5wa/b41Okbt4LcmQwH8vrQ00c+f285/Sx390jZRvXz50uoJv7Eaw2+NbmxjgSufXLGupMVv2JCAnZhwEpyZs0j0ndg/WT0hbl8fJAy9ScMCuZZf6Pwy52ArzWX1S8iYlo3soZXUt0GPOAYLTbXP4E6nhTbGdBdjtHLjwfOq1xjPfG07Hkvcl2cf5LDxefPbLN+zTtgaAMxxXHlUOe5GJwyOufNOY6zxKE34sax3ZP0vA615s07h16DrrjsSVwNXM/Uml1saaH+nRmIAyNMr0FsB/fTbynhUp7L6k1+hdYUMFttyo8GNBxk34BV9nzVJxalOPd8di2QtaKwFq+LcGKswoKNXlZ9XvTLAzR4ELuqAP1O51r6XueiISFw0y4l4tmVa6vWlJf0p7hVjt0a2MyKJk2OMly4u4z/oI+dpvFqCDhebdhpd7fPgIKXb2iId0X7f3tqzF5JNs9asm8N67rOdLtrg+9nhznEeg68LK7hZzLmGrxwtwR/yepNdGs4XUmtstEvrb0uPz+ssp+w7bLRWzpboXX+t8edgeVttdMdXZcJCW1sRVc0GjhVd4pBuFt42uuiQh/A+7bnk27+vS6ZFQdguuTUzNvwe8+EbjUK6YW64CBW1lFfuQCofMs12br2vVAo9v3Q96bP4k/4b/qfv0h+U3Sx0pJDRoVvoWpzs5zkIrI3KCyNT6ERP1p9Gewp7bN0moZ6OTaYGrl4x39Answuu2mbgR1b790e/+rempz/+8XT34UNuZH2HTHooFWNRv89/9nOrAfzK/FvmmEcmPUT9FvBXvj5G68AZTB5n/fGsRRHdUx3LSnMvV5AcxbesH3eQ/vm2UkAjFfQtgr+o74fIX48CLqmgkb1PTkw6Uzk2Pm4cpmpb+Nf6ocni96YE0wZn2+R7eXoOWL/s7R6+WvpHYkp0mPUAaTqjFzWzLMuKLMJlbpdneaOB1diRflsguILAcZbA4sWXr4Fh577YgT1cdOnm571u3ta++f0MA9CxiT1ysE7whu11UPfWtaJDmtrym9a2LgHgtXH9fDMifiWesHRH/VhkHqN/E+9IqaCV/hmBEQgs8LcDvWcEgJUOWuCvAGCAwowOBgDM8mMCkuHMYgRwyUDnQYhgbXhzbYQlSOHD7+VZICvLksfvHgEc/BDPtMinezts1TgKZ+GOJSB6LjoG+G9kEcTzEH/RhlGOd7EXBALDv6iShwzJVMrmEu0qH3n47aItZu1gyUTgOgHuIuAQmWIdQIWdQpBXwO81ArzIMCtgNwBgZNjFd2ziyoAv9I8c8asU0rJ3KNMjGthB5KJPUNbLZgr8SfLfS7ly09ncJuaMu06i66veoLbiuLfrM1MiYouegXv5hoLwkQRFeTucB/yPQ605COCWsxC6EXyc0Vanr0plkx+/AsD6HlHHOuZTn8mWM+++mc4OD80gxo8+HP3Pn2J92/CIqq/8z3/0r7W0vEPRgTpZWn3SNWoz0aGy6rDgfIFipSFaCuAvI6DM4SwAWLUKAwDWpwG/Bv4izeWxARWoaXh0fGwA8PH0zHYv1hTQqGgpQztyjmuSYneB+pbBGDEnpSjYAoA/AAiOCGDbscIIYESwer3HxHoKifHZ7VmDkVZDAqCRWLb+kUr5JnDABZjSPxPwVYpnhMxTEceOiwUAOHZpLKWAVvpnpX5mpDGZRHw68OKMMgPAQajh3Fx0VIQDJ9FANc+qeBIAHCBaNYYKmBZM39M/k/kzraRHWocBte2q2MGE21MuAeD9Q9YCwPPrxs4srJQAgJ1fNMI52nJm785ngYdYJ8mRBprLALAzqQIAkwkLAP7bv/61AcC/tgIA/6VFSloE8KlHANu9mLLEjOL39iYAjAhg1AFmOvIM/kZ6cvU9g789yFDN9XpeHj0BohI1UnZE+nx6Wy7YzmJimGmfb9rauGX9eGi7pn985870G189nv7e1z+efs0+n96/bbWbLDXwuxMCwP+GvfdgjuvK0gQvSDgC9E40okw5laq7StO11T0TszMT2zEx2xHrfu/EbuzubIypma7qaV8qoyp5URRFAxIkQIAg9/u+c841z2UCBCVVNZJKJTLfe/fdd81x3zFP8N7C8zyEA81dZFC4/Wgr3USN2FsP8YZDzQZrraP1PdGZFdwdbMqCnAXQWr9k+bDuaqxtX2dIVIc8qqUBgCshJdrR/q3a5fcMAE9FPnW0oN7SK5yne2g6eqU6e4Ab5vVMeu7PbyNhJxdlrDVDCQD2Oln5Dlko4Pp1Guz0M1NKCYTmPck1zJRprBl88uSpdAop3FgveG39ZFpjHeF1vlfx+wq+I8UaIoSXFB1MPmJrycgy1jT47Tb4KMHeDThQ8fMB3vfvbQgIfgy+qshgnPMUvHcP76f0ylQqY3qpEdhnFDOWpaKeI5IhJBXyPDNiKLuDFlAoDf499ogxxGrgeW5vQssPOj8GL04sF7QzX3jORIt+aPa5vSWhx2r7PqbMjq3mAuJNPfR477v3bwYPTY7uot64T41QtedtKfWeu0bHZyn0I7ZOdYBRNKOv3n2rZeHzwFSF9f3tMQuNsjVpdDWnN4/fqs9IhTcGZptn5rDIPAsAziAO+xXR9DIyxx7xPnp/xvaDm5lHh6sGcLXzs1xn/c4pjrIiUsnu1blFUamVrypDQ2ccukaprjNPlBapxymDwP403b7y+zzyRk15J8HTTp9nAW9ugZ5NRnpnONA3cqXdd2Qd+RyN3XRWn2cdn9poI0tbl8TczDMYNq9jqmWrL5qOOR0FOzoWHKt8n1m0vEPPJu47qyWNhxzWXHeiZ17oQT5Wef+4p30YN0yWLTpXSzf6T1rPp8kfBxurqXmb53knrx8DB3gRh32eRTPHOVOG70ZE8Ps2IGGXXk31udOXwzL0hyw/x6PqlG/Cfaf4ehhep2Z4llwwRY9silxGqsRMbYNDXFdDfZC8wH/qRMi67A5tOCZfWPecb+tbyfgUxnHZioKnu+O7nNEafajtQTxbUNEhADgM2bIhKaoGdiMYbRcQbbt0cj2tnj+Tzly+mM4h9fPps+cAviL6l9n1kOr54ZcoC3P7TroPAHgLzsA0sFt5F7NPSVPHflHqZ4/otfSC5qAqY7DoHcmel7Fx+1QxAh9DxO+SRf3ikzWBVQ+YEcD8zk8Zki0KmNctNkZZrqqgTEVGsvVQxj6PnMu2We/W1BxMvp7an/Ouu0xT5yZ+JgNHn/t8fIbMUFFZS0BhN64/aztet/0uCGyycIz79FiavDwvVTus8w6fD+6nZz1+s5+L93subhZPO899Gz55aHTyRaWE9qHn35tHAPDUcpnQnPe7yioAeHwz5+xYAQCrDFrUAWakrtmGmAbaAGCmg4YtKVI9E+RVxrk+AMwU0bR9CfwNPMBTQBsoTB7lNlHSNvIpre/MKUXvchAHTVKNjdlk7+yo7Pr8mFw5pad1OLbbRecj9mEba23E3iKB0wCA1T8He2n/DgxHGRth4GOKDNnCI9rXonQLCOxBkYy4BXZUnLeYWdZ+sxTPztMF/hrmpAjfpRVL9axrrW3JA8rWwfNK3d+6jm+j63tAjNI6Cwj2iF7pQDV/KrYJgaIhbxBsFeAqblaZXxxIrewYbXAq4a7qOl8vGQCWk5odN2zTdUnJmVZQwYBUI6DcEaHDWbplW3Pm8BZ9cVol7ELc3D4oS+mjwkt1nQPC+RmiLVsLtprMhpvXeIxDtQDDebvw+ui775UJOWhsxS78x1/cjHrQBaGuHzQmzx+k3hBlQ/oG1KMQEI0IYAeBAf4KAIaxmRFLBH23QRy2kfb5CYCXLgD8CADwgxkAsDwcHPyNyCWTDV0Qd4L1cgBgF9KcoowBwPIAoVLgGzxA4GPaUEwXSqCXQLBtRoG/FQDMY6z/260BLFDMPThqINgIR9T+/SoA4BBWi9BgIEyJogxv2ADUDFmIYvJkAsUTyDUuMYZQAPbN3SYuOAKA5x/NeQyy460Zo8rpNBrmHFe5wVmMz+kGyWdO9eAeOB0AmFuO+16pcQUAp3T+HABgRgAzBfRgBPDvUAMYAPCXjADeyymgKbAQ/DUAGEIJaJJSQEuBBzAnJdkU/gC9ovfG1Ct6k4lAXDMkXAUg6oYFCldUynEtBRyCv6AKaRF/L0JAWsU+Wce9LyJl8PVzZ9MbF8+l1y+dT5eRMvgUDQBMB0wQGN51WztP0oMn2+k+0n7dAwB8DzVj7+8+T7e3dtJnAP7uwLHmEbba7jF4jqOeOGn0HtKACfAhAOzvZ46iGpOxfV1iYiVpOcPk/Jq3WnkbI3tuOa0zsKx2MjobEcAjLGlQ8w46M71+ZwHAWRmpBJJ+i9Gvck/NZO5uEU4CKApPMQlpOtdPVhNm+Fa6Ev/MqTXULIUlRhGbZz3flnLNUp/TEHMCob8EhM9hDZyHwefcudP4vgZQGCnXVgEEw1tgCW1QYOFrD+tpl05XBHfldAU+yyjwR0+QEm4z3UdphXuoGfwAUQGbm5vpEd+sHYzzVGaBmwzR4VlscW9DjYOTejcZuPMOF1FJeRcgnIxmuiYu0oYZn8TGEhrnmSGuUI0iMM1vjZit1PZWo7pa9zWMhG3369XSfbAjALgdkSMA2Ol+BUYfAcCmDM0jb9Rg4xEAPKbSTfPIUDTHzvrDBICH5YfZXMH481cPAEtAmTWR+z4+z/NONTrLmDslf+2ns/sBgDWztXwwAwAeoxt5bA5j2M2WVEE1EyKPi1RznTxrEF/gvpMAsOTaeZ+o38mQASckv+qiSu6LMZzvwlmjM3i8OPM6WOtybF5TlQyYn0OlJgLwrT9LmmiBxF6GrE4BXHdiGAC2BWiicEQygT/yZxmAoRsAbF1CqZh1ZIM6dxUZrwAAn0TWoGWAv7xwG86/j5D9ZxMA8CPU/n0EOX8HOqEprCbEW3Oum4S9D58CaD11o4zs7rTHvxkNtApdZBXOyKz3S6dVne/vqOu3LMDXAGBGAls9YDqsumG5juJx/dLGxbWKPObuOFfL4f4Med541dcFALuzcKZXcxHAWVR4fJ81qrHWBzeI78yK7vUBYDdcO20bBoHbcRwd055edKBtN+dFB6c5c95g5mmarcPgCTPvZMv/CAAeGCjtMyvHJWyQwWUyI7M8F4NHmWU0gsyepV3+DUBxBxGnzDjK8pE7tPPhU99hK9tl1jS8t7e3UDJrK23jvYPvfCtVsWrUcva9pGF0S07vwy8z99RayjyTPt85XwUA3DhXh47aBYCV3cIBYPxtJTaZ6jkigC3q1+r9GgBM26pF/7IOMH9jimgDgKMcZEQAm9O0BcbY7rfxjLATI7GVbc5tbI6e+WBSfvadJFG6RAQPjfZLA4Cd15qtOOQEt6sJ+ATgmqN8PWiK+I0AWxwjNiSevwiDcKRzJohrmTcCAD7OjLhKy8xoXkb12ncLJLQavjkyN9I8q64vo3sB/ioC2KKCZYcUtmaAs8BWZSv0UhC83iNhw7Ypm6Vsm2avtHISEaHMCTAQlK8MpOqb2zs1FgSDHRMwtlbmstpXOYrWVSRBC5JfCu20PWj30/rhEFo3fB3ZNfzB1pUDqeqg3TxA4Ny2X682/e8CWEfbRebP2LAv13yN99WePXrIbya8Bw0pT89f3Aaary0BP2rX5f4xSjLFvhb+swPAGqBA4WNIOkh2906xOWNDRgSwiPUeo5EsAnhPEcBWizAAYIHAiPrVW38DCK4igGcCwDKYW35xS4tijxkbLQqXv3wAmEzJBVfd3wS8AI/su4Xz58hcT7ezwI05AQAbIOwAsEcIE/C1qEgL4a+B4BoArr1Icg1g2y2+IQ2IKSH6sZHKJmwWlG+K1jBRLy3fcKFg5BTQRuhrADh7/WQm4MzAXG4dJAgQeGxZ7//3IwB4/jGbxyA73poDwE6Ch9dMrDMHgMmkPXJY6zuIsBgS16yly2gBYGMs5xgBDAD4hwSA3xxKAV0BwIwAZqoLAqANAMz64ASAUR9JgG+dCjrWZLFE1F5dEmKqvV8DU2WHFMVPyr1d4B7ZAJ1xy+P4voSfltDeMvbGSbR6Hn29CsD3xoXz6eq5M+nymfV0HvViTyFl8NIiIzXpRIOUv0gF/fn9++mLh8iaANB3C+Ds3vIa6gA/RxTw43QHAN8GaS1TXy8sJpBk1Wg3fRr0Ggh0gMCthBvMxp/d3I6dUxoI7OYEWw56YMuc0KZ+rliarh9hS71DE+fWC3AGE3Qn53zFVBdcbMh97O6FRsgvnN1FierRjJtnOhvebraew/gSKVA4jsYv5X3Jf5wcnEfhawWGl5OoG8y00KfP4I01wXrB6+tIu3ZiMa3BIWAN56zQMWCZtTsoVJlwQFLMTzpgPYYhiGmhGRH8wCOECQo/AAjMYwSKmUaab/JqKlIEhS17hQudLrgZqQ+PTXfq8X5nGm9MWW9l06iMUMawq0n0LZJXRvDSznnO6XXxlHDT0qey/4bo1lA7XY93wdlVf9tr6geJOwRoPHRsNi3uAtDNzdHkUQRwJW9pbmy8i3GWfxuNren1UQRwyIDuwpkVnljRRxHAs3enMbupqNYpw4I4aNFye7ebArh154lrp/se/Hz4rD9cALj/vOMcoVD22hBgDLVS3GVocGPBoUUA297cD2ebb63aWdNccNbKaflffXbh2QNt2CPN/cCVoSMAACAASURBVFIfJy6ouWl72rDxNc6ftWV03n46OvZEM2TRocsO9rydll7SfQv4O23cnpZyTNeY72WrtJH85752vjvEXqidFOsoXsvgFvKFLQv/xWSMcGJvgGCLpowsaNkWJX0oHiCvxmxOy/C6FoG9GwAYZIcAsGxItB1Bzj9x9nQ6f/VKuvzaq+nUhXNpCU7CbPkJSv9s3n+YNgn83t1I25DxdwAI70Guz/gk2gpja6nRZzwl0j7SeMwLqCPzeXn+ysoJZCE6KT3kJErTMNqY53MMI1sQR4kRQKz7u6RIYJavsVTQLHmjaOPKYFuci50+dRaJxjCmNNuGWgowDQB3F87ABu+cMp/GqQkxehpNaoDnWahj582+c40xNxFuPka5K5VM1weEbV2XusAR3cfeF1l5lLxlHW7+vbb/M/OT7P/SQ7xiFi86xFtp6RwYACbVmGfpzezwPGt4/hvth+ZXMZ1tL48A4KYE2cwpnHFC0I0u3RwCgA1H4dscmpix08osWermIQCYWA+B34gAtvTPDgJ7RHBEAOco4IgADho/CQDzAd0KJJJJAdPfenb+PT8ALJl+HsEv32M+IVG2N9FTCRLZ1mo6BEFWD9gTWsi3gb+qpet4D8uCEgda0HdL36woXaV4NiBY4C+CepSu2VM2l2heAsOettnLOhA7UhZdvXGNA85Wys6igBtwklkOFdVrIHAEvkSGI8PgPJq3BoA7gGWAqXnKXHcyGYRArdslNIWVDubIaET+hv21TLvpZHZF9TfGnL/nLCberEBfzXlYekOnM17e8kv2zQDkeFlEL941YJ3bMtpYP2tekrmPvlz9uazdVi+v16PJkzEk7Gt1jzno/tRqXfgv736GADxOMNdgRGcVPSgbGjRarYaRj9WCqw2NAGACDLkGMKKLCADTCE3wd6cGf1kXmAAwjM6PmAJ6yyOAWQMYgAZrAtOLp04BbQvRBEqrt+QEwVNWZgFHBcpLCuhn9O5h2tQnj9PeNur+eg3g/aWAdkHNn/ufLgDc5zS2NgmAEzYxb6EjAHhaYJplzJt1vD8LL/7L4QHAwaAz+XRmG8rOEABcoi7o7RSpLwQA4+qIABb9xPssQNE3Xr3kAPCVdAqgGEkCqh0lqwE8TwTwQApogVsGWkVKiSEhyVKYm1Jlij7BVHteI5vDQrWYBEkqjQagU8cB/i2irRVG/uK+58Hwr0PRvgbQ7yoU/rNIA3wC6X/PolbsaSjii4j6fAq6uLmNlM8PNtLvbn6WPr17B5HASOmLtB5rZy4g5fMKvu+me0j7ew8g8GMgv7usB+yekwT32DsZGMKPhtHAegp/Be3PJplQ220OrVqHCVz23HUEPx+wXf+THncVLe+tYjUzzs6mFCCfofxA08bA4gSTx6Fz2/zVBYnoa2PIcwkle63JK46CjjvfOO8iL4sIYK2hEE643nEjCeFuhKGwJ8MK6mytra+nNRh+mDr6DNbEeTgInDtDkBjA8NpxeOlbVDAFnhUJZvScZXQweDDWCMsubIHfChRGirhIG33v3sN0D0akhwCKGRm8jXOe4jqlf/EUM9ko6GtbkQIBtCn6wZQEW0gF/M1OOLEkQkPMn9Vy8X2nsXZhOv42iSjM5MVEOUT58p7sHMxzOKWl+n3zpdUatL6Eaa9L42PlBE0Y6FkrTvWXe9OvDg3B1yMAOAy0TmM4FxF142Cw1tsRANwAhgHymRLkypAbDG0RHgHAQ3Sk/9sRADxlOGnl1umxmhpv0tmDp4A2ZXyYL1TG++YECkNuTqgM6eZGbinNzNDApzdebs5R4bjogpTONSE1jApxm26f6u/GYkap+3xLc5jdmEw3ZREYab3rDDXaiQFVpxhn5ut6kwhk6BJOj//eynyV0D1w3azHntbS5uv7AYd3HDaqnjWvHf4x0tlZz9h9itFnbu4butpU6wXi7N5jf8BEkXPibtN3nX9emjP9wbOBVoZa11sC4HLZruh8/oySM8IIbteVNwVG0xn5G53R5JCWNaq8cuWEbCMbVNTpBnUy13W1FwIAps0L8v8KUj+fRvTvpVevpcs3Xk3rZ04ruGALeuBD2Mw27jLyF+Dv/c20C/D3GfS/5/T45XOhvQL+umE39BF8KoUzdAvqI+zzU9jLTPc4pnI0Z5Fm+iyijemIyu8EgGXTQ81hRtYx6ouLkwbjnA4abfI8iw6KtIuuG/tC5jiMAxI2ZhGRV8/jbJeE7gr3tZxl7/4Gm28PxZ4wVuE9tI3ZWfDDe2zo17lgiMkFn/te6ZDBe+p6jDGeBQSmnhkgT9FZRsF1LvP50b3RPs+2bcE+dAj3OSCVsF07Y0E0x2fpdCNthe/AiwDAU884Pw3u6Jm9Rvvre1wWsIjd+V6RaW7g7CMA+IUA4DGZb4ze6nw5iDhvCwA4+F4XAI76v/wEvyDPoOMQsRaLBI7oXwOBxVMi+Iu8kX97DeASUFCBc+hOGwHc2ZMFCRQ31XsCAO7u50l7ZLMcwy44H4cwpsWhLJKMLFYKprB0zAsIxonAPQN3mbYZ/JI8EzZcZvs4jje/s14vweEFlZwzMNYydsDBitli9bYo3sDHqJPk3yoQlzV+BR7Tpud/R1Zd8Qm3eAdGqWhg8u8aAJYOVAIJLYo3gjJ9rJywcQRySmXKICH35Gs6ALAGj2Nl60ByC2UH6VKuwvBTvxcdz+wZZpX2FnoAcLZ58A4VEBx6UQ0AN+BxrIUcGKsGTL/TGo0XwVyzu9aqZwC36ldXJ+04jzWSgLIO8HmivdKunmUGkZ1arQs//eVnzw297yupTUe1r1ru1gWACwmvI4C9DnANAMPwzOgiRv9GCmiLAEaaUgiSm0jHsMEU0EhVybqF/P4ExzUE7rmQF7gb0aMvdQ1g5amnZ8kRANyE7Ws/VRs3eysMGCrymg4D4YgxpdobonpHAHDhHLME2FlC8KzjDY86pC9fHQDs0fGu8JYawM5cAgAOSk+Tm3s92ToGAIxoyNcJAL91I33/TQOASY2pin5+QAA4nBYMxCppYEYBYFeIpDplOqkfRbxbImwao4Fz+CQBBz08DsFoBX+eAhM9jzQe11D79Vvnz6aLiOpcRYTuCryoV9dWoHyfUUpgNvIItPEeaqXfvHc3ffTlF4oC3gBg9wxCxPqZ8+n4yhrG4Xh6BOebB0hv84igH2jxDjMzKNOKO+ywS3obd+0pPqL/9hR6Is2X/+3s3I7xFQlryAi7CkUIUUMLNQS3YZZlgml1LISDcuPOONs9Kli+kDMx09KWDDShrNTt6pZ+3ggnjZ8bXSd+rGiq7ud81hyXNKjFcBwp2bwGR4xcOBbY2rOxP45U3kvLTMNmNbfWkJbt1Kk1AMF8w1BzeiWdOono4BWsHbxPr60iQpiegEXQIqj7FJ4AdK56At5LIPghDEYbD6xu8ANEjvO9sbGJ3x+DX+/gXJRzkFMV59gf0g1mYSS2aEt3npBhjYNoeyE7SThwnDVEP84JqrdPXmUxPdpP8aq85rifRmhf3pMDx9VWNzy8c16ffvu86ZFirXcbt9lT1POYtXaWsaAn2FV7aeJ5bWM2q3FkZHzjNGEFXcMOO1namsnLJp7pZaaAZh9t3YVxtv5erT0ptlVt64FxCtBmkEKFHOSUpTu3QVMCeG7WvKal6lcYmgdudFQDuB2UAKvj1ymZaApcG9wItXvvxE7pHzIZZew1ZViQwjghS8+S+WYdH3+Mf2oRwAPKtg9OT8apB82de2tjgFsaCt+W4v97BgBPWQNmrH061xzkZaLjfODG5JxU8zZvPw6+T+a9w/B5+xnmqVHtjccU35+jy3W/5r+vyTtTr0m5YF997uoL03c+2Ipsn8RkUjLnoreYvOq6Q8Wn7VxzdpSRvAP+BhBsqS0dBFZ94BoEtvsbABz/+Et44JpTtAIpMOx8I54iLTC14yrk+nPn0qVrV9PFa1dQ+/dSWkJE8C4M7ptw2Ny4B/0P5V2YAnoHdYD3thD5C0VPGemkPpjeo8ySuSyNpWzMKZ7RHuv+sf8qjwT7GdM3r62tofzMOb3PwiF5HfrpIs6jLW8LkcdbTKO6sy2bG3nbMqN/oXuwRrBqCep+9rzZAKyRcJm+I4vVwLvOCp2h0acrutLw0/46KrNuym4xZ3bX9jy7t9oTbE5P4ffM8nK7OudZq/PceY5tbusr6G6lg0bZvBgqjmk4GEe0X51BZ2pfz+0UNNFhk7VHTtCAHQHAY8M3C5iur/t6AGDu2XlX9BEAPLWvx6wM89ACbaOBaejubWXLMkJb6dJFn5bNp3J8yvV/YVu0OsAEgBEswCA7B4NbANjA4PkAYKPrxi1mAcDG18w+WZwvgwiSxoifhrmqMxYvFQCmvU43tn5FOVClWSbYq2hffhrAe9yB3yVm18Cb4O9xOGQt4pPRwAKAda2ldbYSDAb8kscqy0Yum+ipmR0QVhSv0jSz/rD9zTrEEURpGQot/bOWgS8uyQvkITxO8NmDdDQz9bGcxtmcZM1p1/e1Tg2M0aZKAGmkmfbsw7ZO7c7Rvn7y+3jyRDvNp1z38T5rpLMcYKFJgW8pV6XLHw1vjLaq5631PpNXWu7tplvX/1v7ftT8jX5EX31z2bN1df+endw7ww/sOUmDfk3zKfPctGQxRYEX/tuvEAHsguBQx3JHNWKtda8GgAMUMPQgIoAhuCIK+KlSQDMC2OsRKgKYUb8WDczUz1sZAN4G4It0pY8epXsAgO8TAEZN4Ce41qL/GPLODXMUAXzQFNBGK8Nw4Z/NBh1YMmH4nDBaaf2YJjUXAAwuYQZ0eQNpJZsSpgU9YTiv9sZ+/iwgzzyieNuy7bHx62YKyhMdnWWkmHV8P2Mw77k9w0Pnwuk+SbssVzRCfrD0WGNjALB7SXktgTDKk6SLiUEZDrp/hgDwtYvph99HCuhvXU2nuwDw3yIC+L1P022AwU9UAxieVKBRlgIadUHgufwMIBjr6S5gLcp5QZHrsR5Nge7OfxjzFQEse4BBjZH6mH+LcDuBzrsqlE+MC/A4pH/GxejDIvpzGoz8MsC8VwHwvg4l+1sXzqQTz5+ijtNdgalr+P3kmTNpFdGfO6CpdwH+3kLU7y0Av/dRz2QDXuD3HyFqkxGbBAhX19Li6gmkeD6etkGLH0Gh3wRAzLT7u4yWsx7CyBDCiUX0aq9kLmsM2DVK7QLF95sNxAFSY8ImbBZBMmKFYzEYUx8zmovJ6D2002wLFtpkpKj6PrGtzWxTTtAqrK6fAoB54pQeEz1obp+Xt/0RAkUYYGpAg2PI8bR6G+6xRwOMRzNKMJPXnwmRrH1jAqVHHXFP4CdGhK+uLCot9OlTJ+AosIZPvBEdfA5riX/z+ApTRC/b/lLNX02dOWoR4GX9YBp1Hm89RRTwVroLo9KXiCq4g0/xY/BmOmQpXbXANKaAo6JQFAclf8iCnG0dzmoBs6NemtP7zDe4Gl34zwNqC60WdAIYzuuqFU0aajUFANtyZfvjlLGl7bFG/XxdO3axA+F6+IFzJvqspT4h2HVEsarzsSknHqj7qLXw6XQsn9IRTF8MAO7T0Hyf7n3rJ/JxYJ30Ia9lo1XjAHB2PtB+KqnvLIqnM04h54wsh7yPdbx9noae+Hq15RHrwBo1o1us/+Eb7QsADtnNCI3tH/9NalTnmcLoFr+bomLnBf3N+6oj73X8b4wv+Ctoe5YtK4Uln5X7FUqQ9VUjOSB21v2oIaQp+aN7bFJW0SNP3HicLPiYHQHAY0PUjjvn+WBRrcbt6jmaoCMDivTY/M9ac9oTGeDVwrX9Ve2XcOSiFz8NM3Zc6bTKnvJr6n5MrVFRpAOO1dRynf28k4td/P0gL9ti9e6dcR+nB2Nn7acXX4fupOnbx0BNPU9vzvDDwXaRdai7i6bG2OhxR94ZuWBSVmErc09anGifRYzOfzU9mG62HJ2pv0s2ZdNBW8i4+dV/l27n8kfYKMjHmxTQPNcDDgIApt4h8Je2jo68IPmv/KuN10z3TN2MwC800fQMsv1xgKknkPnp/CuX09UbN9JZ1P49gWhgztMWbGYPaS9D6ucHkNO3EAn8FKDsc8jzx3GCqBHvp2jfoo8ovSF+Y+rIVRia16FXMqMQDcp8lm3ok3vMTgXDsjINQfc8d+4s9Ikz0jMIANO+x0xCj+A8ylqaBAF4D0Yl0TmVkcCqIRiRxqKq/uyiCwZOm34Qc2DT3B0zV7QH9pfT5bzAJ3gEr4YONb4mg8aHjDK2S+xmFtVlur/32jdbuzrj0cp5/Xb3QzcGe+XrtLt3ZMR3AKDIZ9aCAcCVXEo5uVq/ZR4G7ujXjY3QrN9DFh1+FqM9s3SOWfd4kePz8MyjCOCREdbamHdFHwHAU+v0ZQPA2TE5OhE6ajf61x37TYdFCmhG+nqWVYK9Tz3VswBgvT36V9HAjAD29NC0+ctuaqmk2xrAWDg4ZLvf5MbpCGCe6PL51wgAd+1EJnt6hkvZVF0vEMhqwO8iQF8FcgDsXYKddgllFpbhgMVP/mYRwB79y1TQXqPXQGCCvwSBDfwVwCs9JHihR6E63Zfd3CN5pbeID/unopItI4gybvor6HOkeLb0066NZb3Ga/jyu64v85YDOHSsqNrmCMbvca1dJ75VkYxa1zI7ZUT8lnONn/n3sB3qu9kSAzTm93BAa+0jLnkVYbPYUKI9/ywDQ1kqZONOgJcvxdBZTYzuS6pFNwnZYUSaZQAa7UmVPSXPz3DTDSmZosALP/vN5ya/8N+AIeTAADAELEX2owZlFwCmkZmRv9uRhhKghNX/BfiLKDVG/D6EkfkuU0DXADCN1Vz09JToAsAhErpALqO0UpocpYCuawCb0c82nv7mZs+/9Y2FFSWw9THDWDYIAFOVqcC0nPefhF9zJDhJG9YE/ACBp4T4g4l1DdCzryb6ykl9+SwhdVJBnhjTr8uAkb2lRsbocAFgW1dtDeA+AByp3mlsYypcElUu3zMAtm4IAH4tff/bV3spoH9OAPg3nwgA3t6BNzMAYGrNVGyfAsh6Si9nCC74nwBgrT//tEjGcGho12MYBGQYcxApvIBz/Vtf+2IVfrnYMhVevMlDjpNmwXP6BEbgKuorvXn+fPrelUvptbOn0gWAdc8eP0x3b99CS89gADidltfWkeJ5KW2i318CAP4cAPB9OMks4Lc9DMgGIjk3kDb/IdI+Q3pQijB6k6HSMBxtdvA76exOeoLnB9yNFGMQTmi8lJDiSpcxBfbatnxwX82TpRJmrY+n3LtULhm1ytrKXschg+P+3Pn5XShql5UbW0Rf3FPOTwjAMJsPfaiLQXGAvUXX1UbMSPlLoGdnXQfrNRDDnlv/r/62H8oxa8L7XrfnjYcBLQsnTj+D18bvAQCHki4PPYGzJhjI6YmR8KwR4v16rnzdFDHiN8H4mIcF1dtaXl5Mq4j4PYFa0WuoFazawagdvY404qwdzGjhNUQFL0PAJCi8usL0bAXLZJ92wbu3mZUD0b8PkSL6HiKDyY83EGnAlNGPEGHwCOuMxqctrLUd8HA6emXyrbXjQicFT5+NXBuNxjLVGDYHCvN0Y0R8PT+mGNpQG48ospRtqPg+ZWRUfetsoOlMPkd1AgQuPCNLiKWBbNUZFt70bBmUaM/RU47IfHrcEQA492Lw2uChvlH6j9r+4oJyXstxXzaTN0mH7k30a2oODD+o+lVvQv08Nob2+xAAHOMkepuNsQYGq5a2NpfdU/vJo3/zsTiHDblCMzZkXSBVl4TM4jJ0FkNjPcV9q/tkZdsdJobuZyM+vmJzX8Q6g1aFUmU0PM5peLWfH/TTzolsBPZE1cT3dQJfsn7HfKrf2ZVPUyqzXBmD0umrDbkvAm93aAV0dZNZMtEUuNaMdfC1WXtk9LiN3dR6qceyPs+U75GXy+NT3Zo1BuPX/n5FAPtK7vDrWCWd1TJAr2aN07h9MhprHWVtWVuvsid8pHRTCugqAiF0rC5d6cgQwzLGi8B8w7MvmlLT3H2u+30DwGVrm32h3QCjdx+Z3Xz+BMts9NMXeNR9jkz/9P3ce+p5enOGH15kZdT8eWot2H1bXjA1KGMAa+xf0cHeg04/eb6789ash1QdGWvBfiffLzLtkLBVRA7jtvwX8mas94h0NDkw3pEulymezcEr6iLm9NC0beBfHwA24cpAT37ak6rGL8eJsr8A4GPI3oTr8fNzyP/L68jug9TPF1H795Xr19JpALG0hTH69xEy9ty7cyfd+/Ju2gQQzLq/TP18DI6ZpiUYverKDRxT1eyFkXkdEb6nAfCegg66BP2B9rMtlGPb2SWgizIyjD7GsTNwJj1zmhHA1B9wHu6xjXtRT9iCHkoQgE+0BH1QaaDdXhepJaMsTdAEf2qfVZuzmKt5AeCQN/LSGHAEKsvGx3x0+YXO2674dk+3e2Owqa7zZDyVTX+hZ9XzzjCvjdPMWJdDZzj/sagvA4L7ILDJ39k50Z0la+fFIfk89oZmbEB+H+S/mS9oY4+8gl7YCbPsay9MsEcamIdn1nM/i+4Py7dl6Qdtn+u+s25WPdP+HHAmOayv4lnn8OYE7+edmSMAeGqkXiYAHHvL7E0xve7YHxG/ng66iQBWhtUAgA3YtfTPjAC2NNARFaw00ASA/TdlZXUQWDaSSAFd2VLDyd10JdcwfT3pI9Z/6HHZtki6EmiiyetNBHC9L7IsPsdmcl15aJ669MmwErfZqS8I6JCDqDmKMnjvOFI8L8Muu4IgnVXw3pUT6w4CGxjMqF9GBR8j/8Tb6gP79QJyLQKYaZzt09Ivh45iOn6kTTb+b3V+PU2zS+UZXJfo4baAoNF6DgtOiTTQmXdUbVsQKc8Ju0OhaYqI1XC4DkC7Pe/tfEl2T79PTEfoROXTeHKke5bM4Cw4MC27ozuXqSEPJsn8xkDUnO04+uBthdxXbMAun8Xaqyfe++u3zDJj+d7qOzP5+pS8ogykfVaZ7T6SIw/2Wvj5e7dsL430sBi9QBw6YSf5GgiwvQjgWQCw1wB+ouhfpJ9E6memf35EEBiRbEw5yei2+3izBjAjhRUBTACYHhHcDBRo/M3hFtMMI6ADwPRSqWsAPych+idcAzg2S50CugaAR42gYcSYWCc+Ab7xDDSTdw9hJoFonCEHfANkE4Nx0E1G3NDYwnB+sIXdu0rNzi2NdC6fBn9FaibannXfWUaqWccPaYSaZiRwHJSq0ESxrwhgcocCAIcXE9sw54WqtprWYQDA4Im4lNGON65eSH/8NgFgKMZIfUs+GDWAf/43DgDf2YCjCQHgJT3cM2YmgCPKUyi4e3gbAOzRv4pOL1HAsXZrI0I25MeSDQEqQAFRLM/fTyKtPUDlkwAwBxe1ksgMcZ8FRACfRpqt71y6mP4Iyv0fob7TFTzX8e3N9HjjLpT720jbDE9spHTexXg8Rj830Od7TAH9CLWe0PbpM2fhPXYiPQJod/vevfTRzVsAeZ+nU6jbRAGDaUN2ANqyZjAdbR4zHQt7iPE0AJh1n0IdN5ZjDNmNB4zwxd972LuqbcW9S6ZMoQITUadKjrRSHIpc68qlttpo3jpkhBHElqJTi7IuXSvKct8UV81r1yZHl+o9RgNaFlvvua5AYEyeCuo4PcnGtSxg2mM0YI2WvXXUvbDUbh55Px4G5xDobF4iA0bxrK+lBDoLkF8bIIyoX9QKZs2udRiRLCKYdbxOAgxew3slnVwHWMzIYEUgu6CovplxS17+SBdNHv0AwO99GJnu3ttQlo4HAIUfbDxKm5uIAEAkwC72GKOIuQY43NzPEjyz0GTRj5k3hxMQzuceCWE/ZkzjoTm0GWwAYAfabMxq7aBeNsW4N0YrR42qPb7REcUmo6Js7MyddWCtZC1mgNCaMDPWXf0+3Gdf5Q6WTzaQd1klQfbuGzvH9+RUn5zGjd1TQ5UfSSc3e/vAALAbbjPImw2yBQAuoKsZbHME7kBnp/htkYdj17ben1I2ZSguBjW7dxm/MKpNyQUyKk9MXk1HQuEL+qIV6gqw+ivFyxS5Hg3qKGJ2RruyZo1H6SaZQRiZzf+1NjjHeU3f/ZxM/0aeuduHWTJRQ787fKILfEy1NS27URZ5EQB4SK2LOar25D7X6PSe/2YCwJNrTCsyaKQTkVHZtKVX9XqfTQsbcmT7z0GTXLIhjBa26fJxqwEchnVzzgoZOPagWWaGe9F//heB+Ybv4eLTfoahOXc/ALCep3rWjulg1N6QZ29knKY5oohJllmDH9QPYf0aXTwHHpvehVOAzMBdxp6LtKo+ZrLQwbqpkemkcJi6r1Oi6mZT41a11DmtBjnL08z3EEEhbdrMaFgYWUiI3fFo+e0wI7X7F0dVly+dUetbJfsF0GWOgjxGA7bLsfHd7R0FABb82wGAw9HdQMgyJ2ZDI72RsRr0ZA+fqqhLJRcyPB15L127htTPr6QLly6lE+sntZZ3oO893NhIX966ne5+8WXahnPmHmxqC5DBmV2KDpXHBf6FHm17M7YBZfMVGJtPAtw9B+fjM7jPKsBeykiPmX0PuiL1iUU4lp5AdqqTrEF8CjWAkQKa6Z05vnT+fIRzGQFMEIDUaxF9ZhpoRgEzUinmj66gpOc5Ckgz6nJULYpqitpMcDU/tpXQGlo1qW5MHdvmalYbq16o/DXWl6+NeuUPLn1fi2NL2a+pD0fLRR7jSeWMoqnOv8dtbY7vJz2ZdHg34vPvzKtsDPn/cIqcFwSuwd/YS0O9bmRmH5NZ8pva6xihZtnR+veuaEVzsC8jjI32i/LM+WfRlsHvBwA8/1PNP2dHAPDUqL5sAFjrvLKlZEfpqpRBw9fC/kcA2COBc7pn/cbIX48AjjrAHQDYAm0MD3ieAeCSES6XSOC+CLuY202DZrrvlMvi3O+VA6Z4gdG+GgDujnMjUxgD8ffAjHTk2jij4UsuY5rdOjIDIaMG6v0SxBX4u7iiyF+Bv8i6sQZevoLAhVQeLAAAIABJREFUnmVE/jLt8xKycRAgFgDMjLde/xeGtJzJIQJDhIkpqtjwsCwrOd23pzHnH4LEARTncgzOc0M2Fk/NglcZw5JBwvhkC+JyjmirD2A3j4yNqIk29plH2O4T/KHYBcrwx9wE8Ov4tvP9Glj2hqvZC/5v9zT+aDV927eNwwD/1HXBHe15BqSNSt6Yko99TAc3+Sx+RFfA/ktjU8lLvXU9eK/2x4W/+u0Xk5J4Yd7zA8DPAf7yTSzFon9Za9BTQCNCiOkln3j0L6OACwBs6Z8JUDyEMKkU0Ig2YgrobaZoxfAT+F2iZwSjzToAMB+trgFs6SmPAOBeBDAXcqTjqTw+MgEYkpxD+RqRqmMxmiDqzDwAYHkwuGctf8sgm4FtuSD8ywSA2asDpjDjuup7orYb6QgArsfjBQBgMSpPY6G6AJ7mtuIgAoBVC8HSO5w+uZpevXo+/ZAA8HeupzMdAPhnFQDMCGBeCw17EgDOHmqRfkEMoq+MmrJkymNZI2UPcD+IuWTwl4q/RQCz9u/CAqPjWf93B7V+V9I7N15N77z+anrr6uV0DpGZu4/up8cP76EOK1J7wRFmE44zrPF7n/V8cdcdKO/PQQsJ8J0DALwKAWIXQPHnt++mf/ztb5EO+jFSd1laLyr57M02FPRNgMeP8LnDSF6MOUYFx+ihRndzT1fC1GG+75V+WCmeYZSAgMevp86cUi1ieovvov93ATo/hse4jQXf3N+1ocNZaGU0b/dNphJaTMEWMxTiCvug0t9hdoVMhUpdAJX+Xm0FvgY8kARp/Y7/z1JeJXB6f/RZyQVt2yb85PY11h0GnS+O+9vT618IfZ7iRZPiDXjSOROAuY8gJLLG1woESxp3VllXmhHC+GREMKPozyBC+DQAYb7XsadO4DjTReM/vXYwnU8gqLMWsBy2EGXwGPya742HeN9HveAHiBbGexMRCY8ZEcDIYKxZ0nx2LWoQywtPdNV5tCKHqRB00rEIELZX7K+SCtoNHx5BnGexI9GUKIxxUWc+AHhAMXhhAHjkzqaRdVZ1+3UcIgjgeZZg6busA8S2923bmFToKYxO9FmJPvJLJzdfvxIA2MHflwkAx1otDkJfDwActKUxwJEcOY3Q71L2ytsmpKyseWhdmUTsjya6xJWnjtJc31/kUfSyKHBDi77bj6l+zTr3mwMAT4HHE5pdNYeTBGLw4B8AADyJgPVp3qw1PDaGJFfmKFsi58pekuVC8pJ+q+RUcwowGbjeg1PAY7+Pv+cAsNfkirHdFwA8ZUchW5xY9KHDusDQc8xtju9/88x9hS3Raf4djU2d1QWARS+nScN4HwNw9DNa2bQneHZ6H8eHJqez55pTnMc0wPO4XNI1sGVjYcdoFw85ZBjPDljGiF2c6Y6yA7wEeiXDWbRuDaZl/q1mKGu6fDMJALtB2+0cTP1sEcAWIVxD1hH5KyFd42MZmFiOh065e9hDT/kz0iwvIlvP6Qvn09XXbqQLVy4rUpfRv3t0zIR9jGmf7wAAvvflnfQUICxSM+XoXwNbwzhsvF4vp6PU7VaQXvokjNDnL1xQimcCvdT9thGM8QTy/i6M+NQjqEOcQIrKdegIPGcZADCbYSklposmWEzdmUZmppHm8eVFAMB4BrPXRTSXp2Y0SpkNsF3SXsasv6xtxLrrsciVPV3Kf8giqgJXYp/yr1httj5bo373/tV9exu4UfiGqYDWs9F4m49yz2nXv04/tBbbDgzK0Rz3vIfqtJvWjzBz1/V/rSZwRLiHTlH2wlz39ecreq4vvc7k1Pwv2q0B4PmBxHp8xnjoPHqRtaMzZ/Cj/so84C+42REAPDB2HmAmKzLGiOsSZgiVwuKnstHhDysz+Qy0Cn/DBrYD+9YucIMdvknD8KnvCLbYBZ0irRJ9A72k48oOvvPNaFXWtLU1F7Zr75dH4w3NsKiHdKrDf311ALA52PPZmSExO4O4U3VEAFuGVcvgxrFSDWBmBNTYWfSvpYG2ur/6HAWAQVsEAEfADSeZ/TA7qeh86KpZrnLKXQQEt30dBgA8IXt3dNmY6aBPGUOJwCVE5y7gnQj+HgOvBJgr8Bd2WoG/iPpdXTspZy4G6RAUJgDM6F/ydwK/AoAj/XMDAFs9XwuuYG3eoPEdEFjjZ7qMyj1EBDDHNI8vx9l0GrMJ+JNV4xsRvsZHKl5uC9/5S7Ev2EawedL9i3kyc1rTnYodwvih87PYS7pf2Vuxx2Q1iN+dh1p3Q75xFc26p77UNo8WDJ6W1WMYBnf2oWz4YZ4U/R5bkdUQ97oW9GiKGgEAtghge3WehINbLYa5IoBl+DfwlxH+An9BmA0AtjcNwqr/y09GAPMNg7Ii00CIN/G3AOAHrAHMCGB4ISoCmA4US/KOWOSGOEwAePtRevrkEUCh7fQcYMZzEDGrGmnRO7GwbIR8OUTqnuw12hqpFQuiYx7ZJoMABGHP274AAVmbW4XAEdUs4oA3vURwzL5DeGYKAHyKCIigEBQzTxIWBdcnf2eKUEby+X0sgtI903Nkhot6XwkAbJ6y9PTRZpUS5YqQ0j/z2BEAPMtANev41AY/6LGvLQK4BoBJ+JXywoxwwUGGAODrV86lH739enr7u9d7EcAZAL77QGnnjzMCmDQqIoCbFNDFKYE1gZU+NAuBLZEOA8EQABygr5hONh6QlIBRZsGGdGVP8OsiaM4VeFT/2Xe+nX785o30+vkz6eQivLsfPwDAhijLzc10CwDrx7fvpM/vb6S7AN2eEtBDKq5zFy+m8/DcPs00IviNKvatO/fS3/zq1+kWDAIIAlZ9p1M4Tq/sXdCzLey9TQhsW6DHrA38FHnGnj23FCUWCQwaxzTDYuyM8LXxJw9g1PTyylJ6440b6TWA1esAEJ9sP06ffPZZunX7NurGokYsaLoZTShktPSyiQCulFcb3cJqXSUuCrQ4lQsLHX7VVZqN+bmQSOGVbfORRgGqlsW3QK0YYeaRJgPaD/37FgNLMNbMYHMzFZ+N3yTImOAWHCZk3cJzCo/WKNTpvGpaj0aee7R2/dzilzDE0DhDwwq2ltX2Agh8Gl79ZxgZDO//c0g9fvYsvfyRKhp1vtbhiMAo4me44JnuY+YyKl6KBmdt6ce74NVP4KiANNH3HqQNvu/jvQEHLkQMPwFvZ8pw1ULLgpjxRzlpYS+aY1BwVz61rwb3+rSp8/0Uq0LgrzQWMyLlLVrEGjPstVVV62UwKdxZ03nue/RUhHJMeKyA2KEUL9l9dYBK6zmmhdJpANjo1njf4p4c8Oo+vfv2ad4oT1FT433+JgHANTjbfZ5Z4GIGMEWN2vGJYy34ewQA16rFEQBs/MOS4g+/xLsmFMuDy4RHAPDooHcOfFUAcAFk6gmf5ErzPkLvPPHCg14t9jrf1a38VBllRDMn+Ck51sS6HwJE68fRpTW40OVHXVTooGMxcV2eufmGyuTSkfaGxuLAEcADAHC03zNb9/o0az1WfLCSj8vMe4OaoJZntvNXZG27Y3EiCueLem0NAsBhj/FBLTJ/X5Yx0dEieQ2kNYHPvpu+EG8tLSEQZtfoRwC7nOlZzeRErAhg+wwHxphtm8cYV3O8paVEADB4w1PI8HuI/l1g7V/oeedfuZSuv/F6OnfpAhx+T6iZJwyYgI1s4+69dA+64SaA4D2AsUz9rLTP8a4AYBvvIvdRLyBQuwZHYeqR55Axah36AI3LzI7FFNAEUwgOUhekLrCMPtGRlHV++dqjbQ/nPYOMLyOzO5yyXZ4TNYANAK7mFf2YAoDbtdISBn7rc9D6udpNZevHHl1DL2DJ5rvltWG3m7WBRwhVtWnrrFix8rMO685FlizNdaEBQHeSRA2cP6bjBjgR2SwiCticcd1ZCTdrQWBLdV7SnNuY5D1Rqw4jsn92mqrV3gkAOJanb8UJnX1yZAZXR177c/Ix0YAJfjSrB/s6jpsdAcADI3YEAEuTP+grs5lOA9nRosPjRBKjVFJEAOdIYPI943NyonYAONf7hW1wD9iJQGECwHUU8B80AOxip4OjViuXKZsJ/BKTAZ9EOb4C/jIoh6BvvGG7BSBswC8B4MB9GP2LdoQTGXZkkbiM5mUq6X5EbwZIHUAlqQ2w83hcJz7stlSyP55DJugAsP7keqHY5iJKacd4BdukjFFAWDs/k8u4jj9b0419U4f5WwMAsz1nKrkPRQYMedJssMa3wzlAtsFa9ox7qlOeYcTbVP/Vd7NnZgk8Ot9h/S42HHQLznHdhEyMvk+5A0/pAzbG4wwMKaBRA9gnQoNbn+tfBq+P2dPYeeQWTxT4yze9cmDuzdG/Bv4SCGYN4AwAbzMFNOv/IqKI4G8dAUwA+KGngMY5igBWFNMqNsnhA8B7O4/Ts91tCLH0YjwCgJtVK8JW7eDOktYx05i0mQLwHQSAIwJY4PARADzLmDfr+BzUZd+n/L4AwMQlT6EW0bUrZ9OPvv96+gEA4DOnViVJRwroAIC/FAAcEcBQrqm0sgawFNddaLFIxVw5JTyHAENBR6mb3WiRmZOWegBYXPMlAjiDArEXnLbLpksAGGCr2XfR7jGr9LQEAPg6ojD/x7e+l378xmvp6mnUaIXssPsUdVafIOUu0jz/7ubN9O4HH6aPkOZrA5GVC/DEPn/5cnrjjTfT9auv4HwAddiHdI65//Bx+sXvPkgffXYz3b17HynAFtJ5ROuuoiYsPcqfYLs+wt57wBqvAGufwNX86XM6kSyBhLf1gCPSlEA8AWBG+54EWP3P3vlh+tEP306XLp7Es+ylu/cfpt99+En667/5+3QL3uhUGkuqLdIHV/1HIoCDcoQIYd+LydH0ywCAK1okhb4o/i63OBhlnDzW80EAYOOPwRhd4PH57poIJhmuS1Q9dpybrgWdsmULFlBFFuvxCQKzcxRiDKCXcs+Uce5uZyTZACjWFStpXLj2THhiVC4NNMtMFQ2DzYkTjAZYQSq4kwCCT6XzqPnFGsJMVbOKSITVNRh0lkwk8ZLP8rxlevVt8nOszW3w88ePkMnjAd+P5BTw8CHTRW8ALIaDAD1y5ZULZyvtL0sL5yPgnzYGkUI8eEt82vaStpINc2HdaSMHbBXVxuvGVqH7j7zYfE+Dqs4eBYB99TapmIdWy/h9jwBgG5vYs6M1gGNuK0U2G3WzwbYYcussMXX7DWgxIjT3gI1QLDrTeAQAm7yY6WG1ZY4AYONiRwBwxeM6+62ReSvDaA1cDFPOviJ9UPn5ZQLApks5f7NdUj1O9/sYc9rn72iWblAHfoWcNUcD3TGXcSnsOi4HjTZTTu2dMhMAnjB2zNHtQzklz96cQz35TJ2x0NDN2W73YSRd1eAUm2rWYLliGPQYXpca8oGOifrzvw7w7IaCucY6R2nINlWcK2MYhoaiBmwZjFDu154dsrEBviUCWNc36Z39OsmabI6g2EEAYHPI6xvsLGMAzXx6QzCH2UwA8DPI5EuQu09fPJ8uXb8KAPg11f6lvE/5meDvfdT9vQedcBMlWXaQdYfRvwH+Uu+zyCCDgm2inEZ6Rziu1BlPnFhLZ5FF6izKw6zjnoz2pXMmMz7xzcxS1Jl5vUBeOpMqtTPbNUGZ9yHoy7TPy7TVEQDGp9UotPmTnO8CuLJghW5NFa5DBZtF4vKEzYbJ7I1htONkWUhBN1Io9pDr7GywMylGJ+v1Mq/s3m5Y20dl35gOYt8lA8i53Z4yy4z+91wbZBIAtoZD1zHzXewjN+LXgSC+x3jNrEjgGgBmm+Zk6/uj0/EhADhOMT4Rfcq/2ip13WsqW8/0GB1FAOcRnZtn9OWnudbhyEnj9pbuBW4zHmrnCAD+ygDgIIVdAJh7UHxSpfGihNcUAAwQWOAveIaifw83AljBiIVckLDZO3hc2Bid5u0vBfSUY27NoSg/le9G58wWx6A+gr8GADP1M6N5Cex65O8aSyig1AIBYEQBr6B03zLsuUz7TPB3iYF/4J0MAmQwoL0tGEol9/DJsg5K5xw0vKKjoqoSv0wHj+jgsP/VmTiCG+Wn1nM4Lw7e5MMbtDxnhiQPy3wlrimCfh4dnkMTZeZ+LU8ufMD6rJfm2DFJyQ3lWNjh1V7UFpZM0MqItWwaU2UyiLflMoXda5pIzktCi22xXSvjeujUve3YQQFgDqNK7428AADf1HN1jTI2AeX3wetzw5G60z5JK/YYVcYIO34y+lcRwKy5+dQB4L0SAZwB4G2BwKwD/CAigGE03oQhmWmj2VEBwNgs9CrUZgijty+ag6SA3tvaVPTvUwAt+weAi4CVFQoJ+cbQJChpN0UEo0dhRfTuRAQwI34Z/asIYBKQOgK4ivz9vYsAPgKAm+00y0A16/jo7n6BA18bABz7OSLWwewsAtjTE4s5lRTQBIBPEgB+5Wx6Bymgf/DdV5EC2gFgbLubX24kAcDvfZJqAJgp6vdAk6IG8BQAnCPYua8rWjoFAJfof1f4qdx6NOzxDAAD/AWqcWxhLy3BO+4aQNV/9dZ3058gsvYKomqRgTcBmk2P4ZRyF6DZrz7+OP13RPV+8PkX6SGAtkUIDJdeuZLe/v5b6c1XX00r6NsihDM6yDwGqPvhzdsAZD9OH77/oYDtV2A4OHXqZFoEwLeLMX0IoUw1hB/jHk+eI8UvQ0KX0VHUq5AxwjIXRHpDep3Rk30XDjJME/yTn/w4/fOfvIN7XwAIv6x6w79678P07//P/zf95r0PRLOtFrAbHqQNF09jLs9aQTBWFwMcZoEuAOzpqsS4HRB1oL1V4oMG2yY4bADY+q7/d3ZZAYiHtt88ezmAk7i+y75lMCySVBZ+c7pKz7cS98rDE8KphEiCxzGGFtFgQj6MR5iuZeR9ZhTAaaT5pkGIdcFOIgrhFNNEnwEIDEeCZaT+poFnGYIphVLeP3ggvUTJ/7e3niJVNLJ7IIL9PiLXv0RE+gbqlT1COvNHMFYxTTRTNDGK+BnSAPHTXibylDppMeAuLLl1wIwOHgWsmsNhiLBniZcpDG46ynYK/2MUALaRj/Er8xmDz4U1Jhby9zrt39BqmPjNBnLyonGhMCIY5okA1iCXddy7byucTir0onHjff4mRgDb/FqfB2Xg7u6uFT5dM+w8cAQAHwHAodQObeIjALgdlS5f/GYAwK2xvBjPnf67XhdGH6v5ZUagbgpoCo6N80jU5fZh6K+Visfsk3WMnd53gzqkhmc0EwambNipaO3QpZMRwKTX4/aMXnPzyFsvYxRmBPDnW4q7znie5jh57EE7rGuL3Dzzvs19fBa7xqTGUFjzfjfcca75LwusU8Yut+FW97UojXbv1N0aAs/D4dHEveKY61pAb/QiMpef/ehHhwId3KJ8YwBxxxBOR3bPblZqJdYRwJZOcxYATGMxda5dnPuUTp3I3HQC8vd5OPi+8uq1dOW1V9Ma5HICslvIrLNx5y5SP3+R7t1C7V84WUKYhoMx1DgaOaVLW/1f0ylMYsyRyBUAzKxY1BtZ2/fkSRinmY4S4DP7yyw/ewSCYdCXw7SnBmWbZoC2NJTmRLoE3YDlY1DfEIbsFWSKIri8KKN1iUi2cZC1UHJuZO9pgnF8rTV0U785jCrAOaYzNoavwViXLvPzMkW6RpsaiFgb1kbOGKU71JrdkEw77y60fVO3ECJ2y080MZobi7ZVB6u1OnK/mQBw9xljDAg+G69qPisD+qxIYEUCutH9cADg8oyaJ1PnpJdKN9336wgAjiGbP2vENH3e7xQcAcD7HbHh8w+y+ivKOCg0jEUAc63Enst4So4EPmwA2J2t9pkC+psBANM+ajRLtNzBWJUwVBZXy9Caji3DpAoMB+mdl1cB9rIk3zoB4DMCgBn5uwJ+qehfZXwN3IefBIGZ5dVsbPY2pys6VImnOm8XhxdmVwGtDnAK9GT0L+k927B4X5fNKmBVD1PZQuh1bw9YAFzyUre/mlxhsl7mxTna1iX+6FPmycYR1U/7n8sncd9ynfqifz7G+kuGJuuWdS3b5ePcWPB1Jq3MXbzNvvNYl+eWvZip4ijb9wPiWcG3bYQzDe7KzvlIeZ7B3c/MKxNkZBZt3xcAXHpbFsHYA2TvNhfuSaSeMQIYz2M5+c0IbOAvwRaCB5YC+gl+e4J6nNsQKLcYNcSaloj+tfeWAOC7iADeQATwo8cAgCF88hURwPQqVGTa1wIA56XnQqSNkAl2IeTbZ4hIAQArbac2M0P6Lbd7pIDm300KaG3+FgC2tAJVCuhIBf37lAL6CAButvMsI8Ws4xO04cCHDg4AO9GzvEb2Co5kX4Kcx0F3kAhmGh5NBigtzAsAX0YEMADgP/reAQFggFBMSd6PAK5SmPujxGO1AHC19/WUAcK0APAxAM9MAU2+SubE7CCL0NiPA+R9BcDsv/jWm+mfvXY9XUX05Qkguk+ebactgMP3n2ylXwIA/vkvf60IYNYChnSAmk0X0w/eeit9C7WhVtEo4ndx3Qk4gS+k20jH+7v3P0q/eveXaQGRljcuXUyXLiC9F0DgXUzPPdQ/ufVgM91GhObGNmgx00CD3jxHuhJlcSDboTFTziZWl/k56hXv7mylNaQN/uEffz/96Y9/lH70FgDri2eVev6373+a/v3//Z/SP/7qd+kB6rczzb8AYPfibAHgGCOjnqSYhqcZOOmUNHtGm2QSALCvLyrA+cw8M2qvNsL9PgHAwV3y9ql2sQ0PnYrwqTTPHFr+6jG0LgFaSi8X8twoLSGQJQgaKdEElLpGGUeeQiJreC0ukVchQoDRwTBG0TB0CpHqZxEVfPb8WaSNPgOjEWoGo8Y0I4eXEBlMAFnbn8YMdwQjyLuNaPMt8Pct1LAmz2dk8D2krOP7PtJFP9h4mLZQV5jOYyHC1hErjZOe+KwBrKrhNvA5gNz6s3YMLAUht5HWd5cqw1rT2IAqwW6yBnC/7ls1ldN/xn0nzjo0ANhHRRumd9/WIPCHAADXdc1sul2ZGDA4doe/MUZylRwBwNUQUQt0utNV6irFqQu087tg9FHlarYuUs/TJJjI+e7cZ0q+mjZgBdg3vEmPAOB6oOcZqzKOXz8ATPmngE/FWB8ObMWqMS8ALNYdNGYmADyl8s/NRZoTjwDgg43bQa76pgLAkXVAXH2CDjbiTh4Ad8qrDVlBtntWqACA3UDYRbF7jpN2EzVdtR+RGkM0ulhYOjNUGeEYAZwBz8k4Kt8dlFkj+pefVQ1Uszs6AByAr2ohUs6rAWD/m7/nFNAVABzPnsfEHEaYeYn2HSqFO7gXnXSPr6+lk4j+vXzjOiKAr6VLVy+nRaRfZkmVh3CoJPB75/Nb6T7SP+8h885x9AcWIjP0OgAcKX9jwnsAMO7NsmPLMECzrq/V9mXdXtYuNEByD8/CaC4GcPBvytzUI5iGktG9PJeAMdNCr0NHWEMbrCvM9xLLmSlYww3UsgB0AGAHgbUkffHVwH8z/36SAOS8/lx8aBqo3IklmjjtpszWWeC1EZmNDq//RsrYB1moMjdpbVLPde3WFry9fe3VALDNVQFtezfdJwAcPKgGn+cHgQ2siXTQKn0V+ne154ZkZjP094csZKSuk4cBCwEA2x6L1/yg4hEAHGM2CyQoM9Pqe/tY5IOnzj9XRxHAU2P9sgHg4jhvvfhKAOBst2Ek8f5qAI8DwMX+HNQ/QMYxh7e+njYuexc+5PfRh0f9kl8TkxJgizcC9xZUnhNvBvKtrKVlRPueQOTviZN8MyPjOsop4Hev+Su8h2VOCQIjuIJ89bgybaA9D9zIUbzUIWiiDRBWNsACiJqJ0MFT5yGUBciLg766dGY2ef1noyZSbQ34734fb69E/UYLZio2JyofedkAJELoZWMXxyhMhX4VbcezlJ3QA3/9/tlFS2pYYSy579Vm6pdTcoC52XDB8cc5f/ZhHNyowcN/TwHgMkH1yHUGtxroZrhk3EfUrwSbAICZKpQgMAFgA37rFNCWBpogcKkB/JjpnwH2BgDMGsAEER5D2N0lAIwVxg2x7DWAwxPC0ts44coemiY0qL6gipUzJz3TEuANAIPRvnuo+7u3hchfjwDeYwSwagBbCmir3SKp3zdFV4KJSafw5nCvBsaEW/vLjfW2O8worw3tALBAYKsBbGCw1QCm1wfB7i4AbLV/v6EAsB44gBcOiClG2dNTgwRW5gpTUwPYQRx56XLs+J4jLH9wL478KKDggK+iRA43MCXozBKCZgG8s44f8JEmL5sPAB6Q6IN9FHegrN84G5gAgLlFSsRva1hzMJLAlqfYkPcTfmad0msCgF8fAYB/i8jUT5sIYAKcFgG8k54ilRbTlSygbsWCr1nWtrAU0Fy/VsNa+7qmgRWtsW1fCc/5b98Piv4FPwXIeswjgcmYji8BXGMa6N2tdAHg2Y9fvZ5+BGX/jUus6bvkAPCT9GBnGwDwJ+ln7yIC+PaXSN2MlCoQNs6cO5fe+t730rcRNXwKEZlKAY3fSXPvbm6ljz7+LL3/q9+kFey571y5nK4DBGY63z2M3V042Xx8+2765O5Gur21mzYB1O6BDj0TAMynhVFC6Uus9oRSCwMA3gEYvYz6xN958/X0P/zo++lf/Mn307duXJEh4P2Pb6b/6z/8ZfqHX/423b5zX2Afq1GZIYbzazUsooaI0VYeMJbOurJ8Rc1hfrUoYleEhSyaWcheDgDLgGDf410rPWrVdGw/7j/kXVALEf53/qiVVxdJ1NaQslSOd+9giny97Yb2Tzmuox2SJcE3AGAaKoit+42yMBcCoXv+y/CSgRkfuzByuGJepzbXnLgESC/wXfJM/KPguATD0Bo8/E+z9jQiys8gOoHr6SzqBxMIXlujEYmRweDTAI+XGB3MOUN7pCmcX64tOoc9Bti7ASPWHayTLxHJcPfOBlJEP0L6aOxJGJooO7CGzK7+Zj0ZVxTQRgigYSWw+sER/atF43ykqv1bjWW4DdhJIjBBAAAgAElEQVRot+pVXmuxxrp8o9YkxKvqOa3/5l28H3ldjp078LuW13DjQ4JuaaHsiYnOVTf0ewS/7d23rPNm+/S6XJxdhp7S2Hr1PF2rhOavHT/bAsWZwyK+u60XaKMbeas1IXnD7l0bsHKkUG4wPE+HFAS7Zx8ALpu0XGXPofb5T/e16+271xycWDsysk0slTCU2/YNJS0Mhc5HXTkKBTiai72tNRQyqStrHWbdPG+/O0U59MGRjG6ZCFy5izGrSN3LBoBrImtkrENnndfoUGdOeytrahKyYXZoospcjByVgX7s1dDjgZNeRCYsbffHxcm+33GcP5VxmzinaWx8PPJ6qJ+zXi8c55iH/MfUxLTHutM/sa2q53ajva/jDKL4d7OKuD7HeSR/DcNKFQFs5/gaDONFtTecqnT22TR1n93/4TOMirec76BtTV/XpZ9hhMoUyIZvpJHWUNeeFcdGZ7+/pKu7TMtbhzUWcZd5jO4zn8eJVG/5T3Z2RGag3lGNejd6tktTWszW1mQ+J6/lWMH1PWs+ZKNRO/JNySS2V+q1YVGjQ69YzzzWfeIsZzgALDlM9gc7sz9ClYyDc8IAHqkwS3sFABbw6/UQo9QVI4MNEC5v2ZHClkRZJu5eAcBK8ifdiLUCFxEBDFmZti6UYDmN2r+Xb7yaLiAK+CzAYOpGjxAYcZ/Rvzdvpbsot7N55x4Q470EK1JapJEXA0l5nUBw0KoMAOen5zPbXB2HnsdoIxqel2msxr3NUdS1KR8TOmfGWIQhWuAv3gR7VxHJtA7Qer0CgBfxPIsCgMOe7PRAQGwpsaSprwTAUQDY9cXIspfXTJZhSJrxbFo2NtNsy2i4H7NRycfsXvGDLhhcc64uNcc63KZ3Xcx4qIvZcTye1dcBv5YMhkV+LA3W8oL3zwTNsp7jb3Uq+EhXlgzDu+/N0A8VTRYRwYUH1fKq7QtbA4oQjshAbZ++zBpywqC8orkodKUMeZHDZTfoRADPsqcNj1c9LWWvD05y58ehLAPzXLfvc2LJ+oVjgFW0O+t4vn+n3el+xWqeFHznfrT552oMACYBqoMBTLUHXqi3BZux3CSxBmAM+BTuAPsdg8Z24XhO5/MdlZvaVckplZ7aeZKeIOhsC8FmT7Yew+awlXZgd9jBb3socSbMwO1+cXc9tOxMI/xV5HJcdyzUaO7hq6dw/xfFOhq80vdqphfUUX1fiA7Z/jYe5/pqzdfC8Un8jqme+YZNErYifj4jfjKSApq1geXQEQAwlWPZW8OZnx3gOJvcr7J5Lm+ETFVndHOiXhF0OlMZlNk4loiX9QXErnTal0yra0LuEb/GlW5XM3DWcBsF+DGYD3z0GDMqCgxGhC+A3pV1BPacPCMQeA1RwCsou7CMgJ2lyPQqXloify0Iwx2oFGFstjx9Mouf01CNFem4sy5xCl+P4UTHn4y+lyyMFk4Tunq7tkWbvUHjn76+dU+j3fmeft/guUHLg4tojPMwun1R8oD9nu0FOsf5UuZghR+UI1oYtrK9X7HMdU4WmAu/n28DTfAGrqlhsaAYYSUwBR8sJ7fPP9STcSJdSlAOP8G0nlHJNQOXL/zsN5+ZqOAz1mXUEgJHXoRFJFPjOA1W3M8EgUmYd/GH3gECOwBMYIKGXQLAT54gErgCgBn9uwlQgukh+Xkf9U0eIM3NNgDgpyAY3GzcYNws2mj0tshKt3XS7L5GzAYBYDCAPYAprPdLAPgp3wSA8fksA8AALUjAUJszKw55jKrxqF0CZOALA+aAeqGdYOlULQKYhCJyvEckcA0Ak4AYESFYTCCY0cHfdADYNp8D4ErNqbhwMU0K+1LAAgAGmGSGe9aVqRS0XDdxX5KL5n8SiP2aAOB5CM+LGPTmaX+/58wGgIfoQvxmzFGvnsZUEUUX/i1FenlHymcDgK3ugVJAy0vamC6dJExxZQro5XQdKaANAL4xkAKaADBTQD/MNYAlRBJYglBYAGADe7lm6SxCZV5OCrF+bYuLPYnE6z+jNfbdCH+OKBMZcOcRB30J/h4H+CxyAMp9TBGT2B+gR2cRwfuDy5fSj+Dp/YPXX00Xz56EXLSVtveepIcAXd/96JP0l4jmfQ9K/5eglTsYm1OI6H3zO98GAPxauow0vasYG0ZR3kdk7y3UPL6DaOEHSLt7ER5mP7h6Jd04fz6dQX0nOp3cRxvvfXoz/frmF+lTeI9voG87AQADWYz0z8+ZxgRAHqwJ6DVAc9DPRfT1+isXkHb72+nP/8WfpLe//bra/AAA8P/zH3+W/v7d99LNL+7CeeepjBqKKMZ4SKAB/SOw9xRjTCZOfJBGDY4e60yRRGh+cUBCfiiA7hwQii1H0UY8wL6gweJMReBwHlX2QCUdhLBRkew+sy6M39qt1365kP3uHrd5Loq7L3nvCvnnOH/t71kTerKIostNgAr5Ku6fhToHY5QSDusl+/dFR+L2dTe8PUv57Ws8eqx2WDfYwN1lGH1OwOv/1EkAwACCzyEymG/+zUjhU6jHfeIEBVq7wd6efXLOub/2wP+34czwCA4Ijx7vpIebTxQNvIFo4MePHsHQhej0DXME24JcQCWN64HGLUYpCFzm41eGI+0/7kmsJXNCkjdDEQrF1YvwaI/mT+p71g77oDTX8tTOgqrWTmsC8QvD8jOgOI7OvtOWIV3Tp6e/PPIv7IWBntVD56P96+MB7NNA6zi98/DVs/Y6IBI4cYLLSGMd7ztUBF21K/Icd25hZ0UNP5f/ckR4GGz90xXbDAR3OmNj43vKh6/ZGq70tJdZh2zP2ZCrRxq6cn9rzvlF/D40wb7Ehuau3NfvFYqxPo2HFmNmUYAbkhW91ek8JwDbas37jfqgQEsoGjqr56/A36pvtd49BABX2mF/eRgRbX6flJcqRW1sfzUcoD848fRZLxpesza+Y8c0mqPHx4/N3t/T7Y7tr/i9dGlaOdSKHul/5jOT7Ktuf6KtvN2GaYevbCcCs57ON+08p42eUzNF30M5eiyewz99/xgAHCmgeb2BwiHXkmcWWdiNLvn+7diIR0+O6wEfztnW/EbZg92nGN2qh2h4UdCu6faDqjZj0W2y00RvvQ7d92CPtf+rpnhl3ozzNVvTq9ErMhuf2Ee+nzNXn1hnXSA+UghnHlOxizbKo+Whbr6b60FDDQzel+85cnUrudhJIcUYHw55IGQJszP0R8hGJJ6jBwBXxnE5r3rJlOJwZrqiObZGfWCeF9HBlEXtHn2R3yOAWblXEcBL6SnpCrIsrV2Avgbg9/y1K+ncZTjvnjujezyAjHz3iy/Snc8+R/Qv0j9DXj4Gp8oVXKvagLiejsD8NN45ZLx0TkOZXjV6aU/jpxuJXf63+bbJVuQvjci0YbkxmRFKBIApj5+Ac2hEAK9CN1AkMXQ7iwA2AJiavNEIsxNZsSFXY3yMGsO9n6/J9QmyZevgcZBWRUSFbh0iQy2bxXN46ugs/5hOk4lutSf6/C+cY8uCbNfSEDxU/Sbw1LGPkAGzcyDVlY68qnN8Xeuz5U0mbFZgTtC7TrhSY9p3uSxkKo21WBV5mAMMIecGvQinRcnPbZR8OEIM7SvjhMNEJs+xr60QNUKO1bO6TqGIaR+vuQiJThpzsMvUb+6mpkh56ygzzbr3pe7P3bvZJx4ezx+iuLPvP/uMPgCsvedrnkdFud2OFCBwBoAZaCbwlzXLma4eGAPsSwR/BQLDzhAA8A7A310AvQSAtwEAE/x9gk+Cv3w/pcM7bQe6o9uu4wEECo+/RG5HzjCH4AO+XuTakVvWNkzbZwb0ksQKP3EAuKSBJi2yTBZR5iAC7KzGL530OXb4exAA5jEG4llQnu1nA4It4KYCgL0fCprxEa3HPYJG8rTYwDtv5d9WjqzWhbNRsNZpcqP54oHR6vIG13Mdf2LWjgz+MnAv4zqIAAaGAxDHavsi/fMqa/8i8lcRwAEAIzW0AGCBvSyXgE+CwAH+ktfW4C/ssAYE1ymgnX/iIXN0rriFjUvoUFG7Vzzdjxf6bPw4eL35jhUbgl3rUcW6ONrw9M95mFqYXSB+yBDqi+8CBf+EfmUgf63nqzleG/upt/FcZvO5j4nTabHRpjbr0EzP8Noc3r/cMNUaqW5f+jSjIxOH7dDBKEfreNl/YAeAi4BXn2Jy43jPRJBdmDGhgKliDAQm+LsjzxwDgSMC2P42AHgHADBTQDPiZ2sbdSgJALMGMOoCPgQA/ABejg/xN1NH7qFhCancHARG6W3haUlrYXEWALwHAPjZCADMCODnigCuAWAyApESN4ZU49EAwDZBY4zWTqWgFfnc9wcAH3MA2IjNNzcC2DbfGAAszuIovXnFEvwV0FYBwGboxXnzuFBXC1bkYMIA/XVFAA/Qmeanbxr4y85NA8CxB8ZoQ0Tr+mN2CHQmilkxdcLvDKAHADNtLd7y6hIjIQBMplgBwDkC+LV0FqATZf+naPYz1QB+zyOACQADPALtEK0CAKyaRvAIfA6hhemfAwB+Dq82A5BKCmj2O3ughTJfKSUh4MVnOCEbI0O/6clGAFh/W2PU9xdQA3gBEcCnMOrfAnD2R9euph9/99uI1kVa5WcQViFMPYbQ+ptPP00/RzTvu598mj5DHdXHeP5VRGFehXf4dRgILiEqE+JG2oTjzP17D9I9pIDeAv08Bvr62pkz6R1EF7929lw6BS9t0pF7AIp/+dHH6R8BAn+MzAt3QeOegM7swWuNnreR/pkA8PNFDKg8zhiViVRjAIIvIE31H3/39fQX//rPAL5/V4LP+598nv7Df/5Z+rtfvJc+/fwOgL0dKP/0DEcqs1OnUUsWXm9IbfIAfbx3HxHCyMCwB0cQzqfmDMAwxQLSON5fgj5rw9IBSPSziv6N5efKoSnCpkBrrrLyOsU8XQySoFFe9Z7s7oWx/dq9b7RWR3rp2vpGHcFhnFaYsBPeyFkNc7kjmg3hLfhV8dIzxd7Er0ijHVFOnbtGm+Fc5RG8oYyzH+H9TYMBDTxM/XYSjgUCgpFi/CQ+TwIAPn0G846a3ASBec4SBGHO/8oqIgawpuD/IKAMfmEJ4gDWw9O0AeeFh1gfrA+8ufkIa3lT6aEf4u9HeG9BNuA6YX9ibXDeQ6AV4B4GA/MgKEAGWVD8CznUI1/z2qn2tB2qeb4LPD5kXX7T5z82b30Brhgbh+e8rOPu8VbU7F9d9sDIupdSFa9u39xQmgXOzvEpxsCxneC/5tU7+rSda7khNVn5d/Z5qP0yn7XxzJRZ0QQ3uhVjrdETS2XXHyPtmWp4unRhHlCv3Ku9R/49vKrHxmNqHCvaVoOpJmIaL61l4q4xtea/cWzqnLqLVvOojEh3LF4KAGzEvKGbU3OQnWLGiWlzZLxGzoDM3yWVk1G800rflHNtDmAaeYYXkRnra2e1Y3th+Dl6vKw3Nu114/cdi/4Y5sdzTuuLn+YyUN4jDuLac/jaCIeH7KjosqwDwCavOjARIDCvpgzY20c2XqJI00vnQM8WYtKBLt7HRTVNiQfq0tlZa6fmOmPnDnG35lxTCJuez1rv+3jMb96pYplTsm4lE3NoZq0xHI/WPLZEz1zzmFiqPQC4Yzead9yNfdXPMEvaKX0ce3Ljucbvqdna93r6WhlNt3f5oAaCQxax62HEzpk8aLiuwF/ZNDx6ygFg2TlCZ2zG3Z6PMrlVerMU0M+hSy2h1u8ppHw+e+2VdO6Vy+kUSq6cWFtVRpx7iP69d+uW0j8z+ncXutwiZDMDgA34VQRwjvZxADjPS9CpkBU8g4GsxUHbfIzwXYEWLmFTVzP924Bi6tOMHGYEMJ1Bmf75xCpSQMPpeJlpLGmwZhtoWgCwIk1zdkkBwNZ6MUD35Yroi02ciQNuZ2JbMjmYQZzXevBynmQNech1NDzr7ef6NY2tM+sG3W3OTWb356sv2Vumq7FXpsGMaox16QCwY7n+u8mNIaP60vG14jd2JpHlXL9vobVl7wxx2DzGPE0AcIxfiRIrcmELTEckcDdVbPe5remy4BsdWePoa60QGj1j7lsep3F9aHy0Dw8AHp1PTkW9nxvdqr1Ka2UWzR1/mBc6crgA8DSPOVhHRwBgbTKL5hQUS5WONiHDDfGJTH4KNvMIYI8CtghgB3+nAGAHfwkECwCGnW0P50cE8P4B4MBS+qOglOkHfB3e/JUORJu1rkqKlgFg52EBBJsuHZkt7G9zhIIjvyJ/LQqY0b/67EUAG7BOEDjakYO+AGBLAR20jAZolckzcpvf0ftaRghsxZeK0+VwvnQawzbCHug6cm8qJm1xzqeNkcgeLWcp8UKrc39MGVstmM8+CQBbGuhjsHsts9avav8aALyGaOAVpoAWAGzZN6KcgsBftqNgQXPKOs7avcHjMgBsgGzwO9Hb0DmCYzvfC7BV/fcxjb9tLKo9qDY0aMZX5ezlbYsB+jjoFL9uQFTTaZxD5/eNYcWad75TSutkEcXnfnzLuD3pEGmq3Xt/+3SI3+53m88rH++3XY39xEUAgG/qlFpeDwHGfovJ7rci/xicbGkdLbWjRQCDIONtADDBYAd9cxQwiDMsvoz+fYJagNtMxQCQ4jGi0Jj+WRHAMPQ+2HyYNmEE5nmsO2KbwdMj67OOALbHnBcAfrrbSQHNCGBE4T1DLc6vEgAm0ciRwJ4W2lJAtxHARwDw7KVv+v745j0CgGePYZzxdQLAiqYQ6EumY+BvHwA2ZmgRwCvpOgDgdxQB/Fo6AwCYdtldkIQaAL5zd1MRwKQhGQD2FNDPIcAsEChStKA5JQQAHJHrjZy/HwDYjX0BAFsKaJJWCD2I/mVa5WOo87uO+16BwvwWPL3/+Q/eSm9euYSUzgCHcd4O+vPRF7fT3/32/fT3H3yYfnv7VnqAvh47tZ5OIwr4NKJ/15i2C0LXNp1mQEt3d57BKLCQTuP3711+Jf349dfSq2dgRODzgzbfAdD2iw8BAH92M30IBxwBwBBU9kCHlHqJWiFobADArMeMHNYCywkAnwKo9/03X03/65//y/TjP35bNOsDAMD/30//uwDgjz/7AqAdooXR5rVr19N3v/Pd9PrrV2HEWE6fIFL4N+99kD797FM4+Tx0Wg4hn8JgFtD4PSKA3TPNBYaykqkR8K3N7wq5fYaYM1t4NnC+nt+aIb8oAFwb0XvGzBGhc7jPJhFnc5ULaOLSLrgUPh51Poy326l8Ro82iNRwHLaOhFALfma8blO6hogUBi32icIpI7slEEtYXYBgu4iU0CcAACMS+PQ66gafTRcvXEDa6NP67SRSRa+hzjX3MVY53nAAwPwzlZOlgGaWEJSKePw0PUZ0MB3DLGX0nXTv7j05EfC3J3Dg2MO57I/Sw9Mz0yHOZ5A9JBS7ASuUnVgr2YSjtVOBhlxT7oMkmFz/tWtN41DxG/uz5j8xU0NCZVmzw1R52uAxIGvnZmYBwC24VPfR+llWWJ7pZruNWjE0PBPC81cMAEfUQNCHxqAGwqJadlwzoRh6322f2KurDxSD2PCs1W21irWd/1IB4DCmxV735xrrcw3UTJ1TP+k0AFyA59y296UmrjFG9lkZ+4aH1Cei1UOmFKYjAHhqIIshROu7VvwGLqt5V/dwj5d1Tugb8QujaY/9/gLAxeGBJTJKxK+FVHnGGu5LOc9JeDG6MgEAc6/szwQxPd9x9PcFAO5ypO46mxqb5lyXCevRmbXe5xvJb+hZEg/HR6d+dg1NT+5rf1BL+aeQHctvmX6Thte8s0NTpuhAn6ZY/0sT45JOPGnvibs0TUCaZQlSTV6Psiz7gi1YZLDtTapmDr5VRvCIzpSMJEDZjNcR5WuggUf/MjWmjlsE8DAAbM9m1A8AMPrNTEnPF+Dkv7Ka1iAvn7txLZ2/fiWduXghrULXY9pHZsK5g6jfe7e+SBvQCbeRIWcP9rMlZG2KCOCo9Se5twY4Q7Zx2hQ8QE6T/C3mMex+kikCELQ6vgEAx+9W/5cA8EpaxfsEHIyZCnoF0b+qZRgAMJ9SOjtrFFtCKa0qfOpdGaD7a8YnxidN2bN8nYis0j8Z9Nf+rtJV5gXssrtIMCc4jNJFv2nW4uA+suvq9dnbRy7WD1IIgZnegMvKFjEe693Xuh+rI21t7TkAJj2kAM0GmpgazFfXIM2xtGAdA51jznMfpSBZH8pcO+jvMqXNRx8EpgMua0OP1ei1pjuEJm6s+wmW6OsNvk5l4p+lVwwONn88AoBbGjc6UPs40OXO+7h08tQjAHhqeGbbsPY/D18dAOzpoQkKZwDYHKZeFACOgIhs5BKV8r3vhq/Q57NuXsnhvVEbBYELrxYoSierAH/J4xig5xlbVcpTWWpXUO6TaaDt+xKdogD6rgn8dQAYoPASeCbLLohXKoL4uH/a38yOuCisi45dtGXVEcD+3dXjzBN5jltA1V/pG0GJawC4EvHcslhEPgN/Mz+lXa+yMdRjJ/eMjqiWnQJxYm/IPeiia4NQX3m+GNnsNa3zRtjL7KvHztgfjfu9BoD/8jefu5xvK6hrxBRz1ji1syGR2RmzeeMYEGwRwAYAMwpYALDSMeDtALCif2Hg3WYKaKZhAAj8GADEFiKABQIjwofA78PNTf1NAJjtU5g1rwgHgQ8IADMFdA0Aqw7wE0sB/RyReASAlcNeKaBfbgTwEQB8FAH8TTRKfF0AcKR4DgDY0urF2yKA5Y1EZY9KHxhU1AAmAPzHDgBT9p8CgKlQEWTa3UXKF0YAqwZwHwBeiAjgjkKYvblpVMhgsMMnrgRm7zUXKhoAWHSVlVVZZ/hpWsR7Dfc6A8PBG6ir+qdvv5W+9yoUf0ZKopYqE5x+AUX/1598lv7h/ffTu59+nL4EHdtdgacYvMKX4H3N6N9jBMLwXM9ZRAopwU7Bu+waQN+3r11DbeEb6TIiM4/jEFPi3EKU8C+QVvoXNz9PH4P+3sGA7uD8PUb8UjajQYCRuHg/B61VDWCF4QGwRl9XccPv3Lia/rd/+6/Tn77zR0r39cnN2+k//ezv09/+/a/Tbz/4BHR9B1G/Z9L33vpe+pN/9sP05htXYRg4lj746Fb6B6SJ/iUimm8hlRkZv9UGNsOU+AuVXk8zYUBNKK/+6VpvEWT9uszXLQ3MXILEoEHWGpoHAO4K6PWelkiTDQem8JZXR2pid2tQMZ8Y/JcAuf0Yn9Z+4c9hBA1RSndQF1zT1/mReM0HqOmS99ENR30A2E6OyMsQ7nhfA7jM2EZBlREANAydQFTAKUQGEwRmFPhJOi6cPIE30tzF+sUaXmQda6SL5r7mi0H48NGQMwO9c5kWeuPeBqLH+UZqaNQMpqzwGBHsdCRTvWBPASWAj8YVir7KOa3BtTWWreGV4ln1XSdJwPGh1ZwEQOztaP3ZOMT/4x5lfoekWDs/gOXm2mplZIC9+o1/xlSNy71uqBlY+MPCdS3wdgHg2ED+HJUBq9MtWxNujBo69lVGAJfonJhDl2JpDJYxLSJ0yvzwr+7OrLffTPBX+8zk5Rr8bZ0EfG4OMQK4VqK0PgJkaox37Yxkpbhy7hias1Y2Mf5bv8pxdzSp7hl0bxgAKGDx4FppbqKHGrlv/+ojAHh6RBve1AVLurTGDbSja2NC+T4sAPhrk4/niACWUYVjVEUAP5c7Pp3lCiBsIAy/Gz/S3nBa2jxfNZ5DnGPmXplxQgYgXrShiesH6WT9MByDiXVXcyOjZ+3+nxyXavz0Z3VyLYe9xMf/6puu5MU6ZZ7JJeXVfX6NczNe7eDFPNhUhexYk2Kn4ThqUIvxgPZlP5Tf45xhwtGvfT5BYChBcRs1z9iuFR1yHc3GI+oZhozEwy7XhQG0kvnqCEcDkUM+7wDAjIIKx2Glt7RU0AEOq+yVg8zWX5PEBHBJZmAEMJwgqWzAYLy8hgw6AH0vvnYD6Z9fSScR/bu4sgRb2m56CD3wS+hM91X7907a3dyy+r/Qk1eQ2YkpoAPIo55sZdIUvlPSLGZrrd0/rLchtzQyhDtkK+JX2bcsA1dk4hIADN2PEb8EgCnv6y2DNozZ6oOtEQOQkTWIn7itlaZxEFjryGXjeiGpe2WWLXrXuiwQWeTW2lUEcESzFhN4kfez4dmuU7SU6xpZ+DORUeumeTV9sCPdPVQu61Ipo/dGf0MWrfUQMYasG4aOIhVEwTVW0iV+L3/H+uYx2ww9g7R+tn00iGvbUtSABO2O0nqlxJ4dk67i+ymigAMAHnJ4NKoxsoc1d9GvGHQb11quHOxzOzMj344A4BiYwwMQu9x5romY46QjAHhqkA5v/spdvnoAmOmf7R0ZMw4KAIe9K8svZuDSyxIqeESp0xgjb05rMr8bGHGR5i7dyAQy82sDgMFrBdziDd63yDfr/vJN4FdZWwECqwYwbFsAgFfB19eRCVFpoPH3Kn4zANiiiI1fWnCjSjI4r2XJU35fHAB/jY+Vtz2ehUBkHTzbN7P20aHKznfrIfExNf7K9i2jSP9l10rtyaS+0HP9JN7itD0kNgmr3p98LzvJ5NgxSX+En8xBZeY/ZX46V/jTwfv10nRcjeP4a+G//toB4CwQci7DCNgnFvFLCCAUUCwVA8FfeIPxb7wVyaP0zwYE7yglg9f+Zf1fRv8CeNkSABwpoAMERgQwUtpsCgBGagZYgEmszDOCADBD7A8eATwEAO8RAEYE8HNEAD9DilPWAGZq0q8FAI488lUN4KMI4NlbV1t2Qlo8igCePYZxxjcPAHYllsxBEYZUQMGUoPQRAO5GAE8BwEoBTRqluiCHAQCb97hhHw4HyYjgENwAAGzsjTQTtYYBAi8j38kJGAxWn2ynK6ij9M6330hv3bieXr1wJp1eZ0TzAtLib6dPkPrr3Q8/TP/44Qfp5uYGooCRwppKr7ysE7zAF9IKHn4JnuTHUWL3IjzNvnP1anoLAPC3mEYMINszgGSPAPjedAD4l0gl9gnqsN7DuD6F55RObLcAACAASURBVDkB4Geg21oDrM3LGsAEgpkGmso1DB2ozgslHmD19cvpf/m3/yb96Z/8EBGdK+mLL+8j5fZv0l/97bvpH9/9tdp4443X0zvv/CC986O30hWktaYA+PFnd9M//vqj9Hf/8Iv0CUBt8o5wQxY/oVFGNUEsgtPkA08EZKiwcbbKuGNRy4HbBVhB7Xc2Yx6OyLHdMAYAd2nNkHd11+gWHs8hCk2x59a4EMLQiFBUPeIQ8FLua8KsGZ4katlY6mUCmYmNflwGEvP8L331Ne7CtRlRSh1RF+HcmGD34P0jZQ5Txa2tExBGVDDAYEYEn4HTwymkFGfN4PX1RRiSGFFMIZa1o83bXV2AHMF0Q0/gPLb5GMYwRJhvAARm3WABwpAZmCqa8gPLS2hPMqqC60TRHPyMFNYRe+HGKe3XsLJg3ZmHm1t51JDzF3f6CDnJPxv+k6dpaL481Z2bZTSautXwuWNUuxbF22tNeB1qTXPTCIV2brzCSFru2R7vbobBPlc3bo5/hRHAPQBYz13AfzOoxXzm1d8Iyw3V0Pozej5g5VYDcX6sgyGDWP7tEABgo4sVkOp/Wxd9F3LfDSi8RSkr189WQrThm+fvg3xGB+yebT/qdVxAojAsjq1yn5sOCZ8EkCpjwHSrdvQoBfT4KLX8qj1PczDBWl8EAJ69FueZ2Rc85wUBYILCJvpRPqszcpCOuENStVcbItJQ5Rd8juryFwGA9zMnU+fObIciW9XnLkDe4Uijg5MlFm/M2pktCx7eaH8VLYUDapbaCogUcoXkDKfH1fN3wdOmtz4HHLoybsFT7F62Xu0vRZsMDm37+6w5sDZi9qfnKmTYZq14n+pnqQ3dBgC3ILClhjansHDKs264rBhRwNJRXMdTGyUC+BlKBkXaUDNulzTQTJOpCGA3TZcn9CxLeGjTbAACI4qXaSNPwGn2LLI2XXrt1XQOmaBW4DyJQ3B0hKx79266ffMWon9R+xeOkM9gPzuOrhEAXmYKaJfFlQmHdEfO0gYEi9fJMUUDZbqR74tGfvUBFP0fAIBNlqcjtkX/LsP4zYhfftIRmAZtZgBaUkYgc+iUkVrRv6xPbG+LBi71gY8pnWReWv6HViG6GRvZAGAByBa43ERF5ZSVaslb06XFudHEGLvX0LodlqDLSotrdF5nmZoY35W+rS+21IKCxfd4YJ8Tv9xaCN0lHBfdMTr0XuoN5m/bvMvt/b4x334ra7vaZz5UtVw2CwSuHSmjFE/UC/XbZNoQ33ufMXZDyko9f6MNTB04AoBjdA4PQJyX++53wo4A4KkRO7z5K3d5OQAw+SBLduJTKaDjbSmi9wMAk9wrDbRT8YbMMhNe/UOlixwuAFzLjMGvzbmTOBRLmi3DZsr3Et4EgY8L/LW0z0oDLaCYNYAJAK+ndUYAIxBnDX+vnFgTv7RMGcS3IuWz8VeCvoo0ZkpoHlfdYfBSOTuR90UGDbqQEYQ1eSt08DJE+D3s0C6zNZU2nBf0eGF+fAvAJO9uZWinB+Tt4qU83qcRWYZn34LveD+Ny+lAfqkW8aAFK3hkh+nOS27EZyaubQZlkCn17nRwB6XqeYeF53mfavw83z9jJyz8VACwTSr70ArLnMthQyIfOtItE/C1+r94428DgFmU3WoB603wlykdBf4i8heg7jYBYIK/SgFN8LcAwEztaJE9WwBpOgCwF8jmpqg91PiQ86SA/sYCwCQaSgNdUkAztYCliKY3CY4d1QAeXexDCkx98hEAPD89+foBYE8DrRRW5m0MVVEPQGYS9b8DAH6VNYC/jxTQb5UU0DugZ20N4E2llOX+Iv06fAC4xAJKZSWg5FYWQWr6judwbywaEABn4cw9eG6jfhOMBEvbj9M5MPrvXLmcvncdwC1SgF0GQLYMwYD0887DzfT+5zfTrz7+KL3/5efpi0cP0hMaFgDOSrHGjY8DOD2BWlLnltfTjQuX0A5qBJ8/n86vowYF2maE5EPQ2k9hPGAE8K/gTX4ToPAGxnmPADA+n+FeMoww+lcAMN/uxu0JexfxeePqxfTv/qd/BQD4j9N51Hx98OBx+ttffpz+8q/+If38r/8GXm5r6Sc/+ZP0o3feSt9681pahVFg4/7D9OvfIvX0L99HGuj30527992pB6mn8Qzs3y7rsDB9L9Ncc75pPfD03KZAGzBMYUN1kmTAKamuBBGHsOKCz9Tq3w8APNbOEAAc6zWu6QPA4wJJuwdDGJktlLTClgs7Wb5yg4AErhDmWoGtMfjpNPP8L5YSlwlcgKsjhE2OME98WWbCMBEp9dyRaxnRDHyzLvA61uWp0wB/T+PzFKKCT6+ijjB+R/poHqeAvMJzEe2+hHVOQZN8fgdR7lvbcGaAY8SDh8wYghrByBii74+eACCGcxnWOWUIOpI92UbEvKL+4TSBT9WVRltMGE0jFKiMe03abBEAjvTvBh56yqJsMHSDEg2BWn+VvORS4bB9IwBgE4YjGnm/Sl4xbxQjcFmbE4p6IxR2zytGssG2Ooxhss+a+2q9fo0AMMdK4Gt8ukNAALL1nm4Ah44AnUHgCWLS3MMNdXH6VwkAR1+LUa/ttAF4hwsAk07E/QIgHAMCg87MBIREywf6PjIHRxHAU5wulHSncTMUzyMAuFrP7uJer9upCGDKreEWryiz2GsemZZBNPKaah5m2SimZ7c92qfPXQPO/K3Ns0/HWhujAUPnT+110dZ92H7acgcxzvtoYP7h+RrObPm+W3HMmMZxCtmi6pnkOB2bMY4Ut3Ve5Qzo7eo+1Xrl96g7N8/8zwaBWxl31GmBfZzTcFb2gclxxoe70cAFSdMIBsiWIzDdcZDjaoYmtWORvlYLkeAv/1bqZ48A5u/U8awP9mw2/ho5mm0NAGZWHth3FqGDnTx/IZ2/AgD41evp9MXz6TicgneQQvPB/fvp3pdfovYvyuuw9i/0QSiGyP60gHJBi2mZtiKP+G3A36pmr2iSXk4LKKehLwYitmM/BABb3V9zwqZNitG/AQCrliF/IwDMaCZFMpluehzW/ACDF5nNT3o8jdwGClsUUweUVRetTEesaqV/5rlYygYAmzG8pMakrSASYLZ7nc+XaxZyFloreF6+IQW367nMX6z/oX00LhNHqmMOtLXcru22r7FPbK1S/bXPSGGebbCe0tyihQsQnBeatAwOWMx53Ns7YRvaVkTeT0WPq9NCm2wX9yh7iFHAAQLXMrWt8Beht2Mg7hilqX8/AoBjNParW46P7oReOc+UjJ5zBABPDd/hzV+5y8sDgB3szQCw1QQeBICddqn+b6cGsEBALLeIZK2pyPO+YJdxvZcFAButJsNhNkTwNUX+EvyFnYpAroPAFv1rNYBrAJgpoA0ABvjLVNDrAIDxG+1bi0sG8Crlswc4GfhrfNaO8RyLwrVMF873xA89AtdpeAaC83S77dlxvpYTZCrRLkHJVwUu7YPK1XW6v8uKHQDYWEppaAgA7vJZA4CnXgfkC2J5E3xhRB542XvzRXSryWHq2K+65y7851/dMn3TGX8LAJeIie6F4XGm+r8USvBDSQEdtfwAAOMgawELAGbqZxAFRv9uEQBG1FkGfwkCEwCG8fYx6gDLaIt0j0wLHQCwCmPn6N/Ilx6h/i4eSgCKmsSehkf1POl9AiKE+woARrQvo36Z/nkP9X8VAYwU0FYDGJAKU0ArAtijzfIYVcuyBhacWGVDcGfAzNGSmxZ1Or2WseWGLzWAFxwA5kZXIXEVFQdxUNTzwQFgqwNjBvxsFMxeom2qhDint6j82hE337x+QnFSTSA3mBtYY0Zv/Sblybxko95qrsGjceSSZO7OVhmZJV+E4XXsvBcBgM0RYrw/L8KgX9rmnzVgE8e/LgBY68sVWIG+ipyIFNAElLiGPQKYSp9HAGcAGCmgzyKKkFgxU0B/+uVG+vnfINXwe5+mL+88gNMJaonDS5rzpTqjoAe7OQU0KpE6yBg1gIdTQDvY4wYWAUPxt/2VV0oGgB0MDhDYrFg8j+v8GTy34cFNABi0Cb7e6TIiJL/9yqX0o2+/kW5cupROoaYSmegj0MNb9++hHjBq6N78JH1894u0DdpGTVgKMIkxoiNPQzB58+Ir6Y1LV9Jr8CQ/gxS8TCTNtfYUz34f7XyMVLrvfvxp+g3qSX0BwHcT9HUP1z3D+D8jAMt96BHABIFJt8xmwOfFOMKocf2V8+nf/Ms/Sz9BhO+1C2fl3PPu726nn/7879J/+el/TRcvXUz/81/8eXr77TdVm/kx7vvhR5+nv/6bf0jvvvsbgb+c3/MweKydXHdgD3wBvICAHdP+kmbQQGAe96QZLhxQQOEIumFFadTEi9ygEQYOfmaFu7+HTWyphZcCigRNaebUhZku4CvjgjHTvLP6300QMnNGnDcs6hwUANbNs8HEu5LlL7tvqeVp6zAPkC41kTvkAlP6I4LJ2ovIJj1LZTTQk4nPGc+JcbXobDfuUIDFvuX3PUROUKBdgmPACgBe1oc+DSCYaaIVGXz6lADi0wCGz+D3EzjHhGQTxhXJz1ITKi9h/P4pPh8/eQZA+Imigu+iXjDfDzYfSr6gTGFyBSKEVSOYoDL+uWOG+kyDlJSP4FcB/tYgMJeigb/BH8x+5gaeSoiNVVcbInOam0w/eOn8PK9eQbVxsZD1EWW9EQq75wwBwP5MfC5EU9evfQHAvO/I8/WN1TrZhtLHUSt14HrrsRlj63dEAYeu+FUDwLYmrM91vy0S3Y3PzWhWMzdjHdQgq9ZBBeY2+9aPDckY9TXR3kh3KiKiDZ9P67b7TQCA2b95QSIN26iqaXSg0On+6BitHH7Nkuty6smBy7v2je4ps9qemscGvJkBoJi+MMyfbP2M32kK9FOb+doJ49/0gny5R+eJAHbnKEuxyjefS6iE6Vw01EimtX1j4+k6F0eWBKKzBsUBJsZ1Pw+d+VHZsQdu/LDWXNCnsed4eQBw7Of9jOA3/dzCW4xSlf3a5akh18QTdSOA6/kV3zLh1Vut5bx2TCSJhX1gcLgMNIrXbJpay0Dj9Lf0cT9zFDLCSCRwZBcKe07IFOTZ+jtSPxcAmHaMPYK9Xu+X0cA1AKxoYI8YlsaCRxLFc97yHE7BKrdDugGj8jKMxGcuXkoXrl7Rex3ZcWD4grMjav9+eTvdg752//adtAXZdg/yLMv+wIqUlmBbWmLwgCJ9iY5aXXKlgZbNCd+lW+eZsD/CcZZ9CsOen5JleehodUSoGaUt+pfpL5eRxtLAX9ro6Khp7zBYE+RVAil8LsmoTcDawV8ZtI1EWl1gFzGCRbjvaUTsGlBsur8Bv3a+/e0ZSLIrZ2f98PkEMrvcK/ldg9AsomH5IWTlsp6z9Fyt72mZ2OVrVxE6YWwd81rpu6u4Lk+6TEnVhO24g4LMavoN9+ABn1tNaebVw/tp6HlD7yvzXuQh28NF3ubafwrbbpZrTfBVF/4pAcBTctvB6NV+aNv4uS9in2xbHdEpD6Gb5qZQ9mHmE7IduBVZ650ZRyPzKNLmK8iM6482ALz5tzKOMsPfLnAHvJXtj+8d2ZR2gTdY+Uk4hgNv2MZ7B995bI+2L2VxMDuXu0/4forAg+EHtj0zfIyOGwd9Hd78lR68NABYUb8M4Kijf7sAsPFfEjDxRgHA5TfZ+JwHq3SeeEIZWALA2cqasQmfIlGmw0oBbfTS6C9XAnkoeCF5G6J6BeqeWNd72dM5G+hrdX+J8SgCGL/x+Anw9jVk81gH+Mu/VwkaEwCuMtrKsaoDAiv613/Pjk7B/8QPPZud1IzggbUaUUuHwwu0X36DsoqdGzzZdEEzIJUjvGftpNXy064K3RU/+nuiBEiM7DLv0QF2k7bgPyEAmCM1QXYW/uMvAQBrMm1aTAA0w3oxXFWARywHnBPG9pIC2sBgEmcZZT361+r/eg1ggC5P8DYAOKJ/+emGWQLAMtISBH4MAm1RO+yWhchb/V+BwYoA5oashBr2y6ONrEaFe2YOAcAEfvF+ivczgsENAMyo40jbEwu+K0xWC9BOcUNwx44bwpc2pnmPKC88gV15injk7xAAzGLiICKLBwCAJexL6CeAJsrgBgjaJ5xI+KfWQMeI2GyvTGTHiEdFDpx4/6EBwCbwDhOdAvntnyi9iGFl/3eb74qvFwAOwMnXbwDAItxctwYAS+EDJhkpoBUBHAAwju3izQhgAcC/+STdvgsAGMAQ95PolABgRgPC4SNqAAtgNE9uCiV9ANgE4DCstTTSDf5FNDHwIoO/JMYEsRkFbHxUpoBjz+ANDQAYwuYi+rIKA8IpMPcb586kH77xBlI4X0tXEMG7hAemoLq59TjdReTvJ3e+SB9/+UW6u/kgbUFwJb1bxricgTfaldNn0xsXr+ATKaQB/tIbW8YLjN0Wzvv8wcP0PlKI/frzW+lDAMF3MSCPOS6gN8/QRdXp4EPinlYHGBHAHGxX/CQYIwX0KxfPpj/7yTvpxz98O715/ZLm572P7qX/9ld/n34KAPjaq5fT//G//0X6zndu4NizdBM1gn/xy/fSX//3v00ffPCxHGJeAUD99lvfTpcBePOe24jS3gR499lnN9NHH32oUgAccEYEqw6XA3QaPYybbUkSMMF1DggHvTMwM0AXM9RYCjHVkhZIaamGxfN0zCLMxVtwnpyc3AAkKudCUZCCoPvRjUY0cnLJc1ujtxvrJgCE/h7crwJRaHWrlAQfq2m5t+3SWihfJvi54i/jdXl+jYMNs14O72oezHAUxsi4j6eGdaM4K2DTK1TiOs7n8qIn5MoqUuChLjDTRJ9A5MMqvp86uZbOnzsFcBgelIgqX0N08Ak4RTCKmFHBkQrH5gJ7H81uwcFsE/XRHjxESmimhkZGkUdIDf1w8zF+28Rv+I7jT5CFZBfOaXuIKH4GmYVgteqt0FDFBtHHBacLwdMy6CuQr6QSzk4B3g9LG23yVMhVLj/7oLnLfjZIWf9tvbTzbb9NvMJKNHhKJ6VObjoTouqq6FP3hhSu+o33lNOq207ibGvEl+axypfGYN0sTQ5I6f+QMuwx2Fl+bVJAK/LY5VkObw0UOxBbP1XDj0Ou8xMMwJn90qhW99FycOEhfu+my+u2Oqb012Bt9Kcru8U5zf7t3KCRCScN+PnhtbfjNSS3fBUA8KS8ZA+sLs6kliJfU/P58gDgho5252XWPtcjzrMKh9fp1wEAV9pBy0OcznWNDy/yfLN355xndAHg4HeSP9zBKUe8BwAcjrb2PSJ/AxjOe85XXj0uZWPN2b85T2t1lsNZN3PeepBWzJrbfQPAIbqIybQ9K8aPPyDwtxbVgtLlMWgHwJyePI63Y4mLcc5ybE1T0IxJBg4pZ1rZXz9uNhhZEl2D+PQ89Mna9HpV5OrcizHOrEDgHD1ZooJdYPv/2XvTHjuO7GwwiizWvnMVSXERKUotiVq7JbW2Xm2/hg3j/WGDGcyHAebLAAMMMBhgPgwwr98eu+223d3ubu07KYmruO9kVbFYZBWryHmes0RE5s3Me2sT5XaVdHmXzIyMjDhx4pzznCXJDAaoiUzhdX2zCGAHgEW/Ev0iAcARMDYwQcE4nRHtu6aVZPrnhwRCAaT2QWebgE60BeDv+LatoQ+OsSyRQxn2Gsr13Lp2LdyG4+w8Mt48ZPpnyKwEU7sZPcwoIQNr6bwrDtRMKylOl3DiFX2n+JfgUJ30KLOpeC97fg4CeikXr/2raZ8VAKbetEkilwgAa8pKRjER/JXav/JS2VrSQIsun6J/N4ohWbdw9ZlJOob/JoCvRQ2LTzJPcSDYFBJ9SnNkbUE3+cQe2JHkwsKoGP2XRyqXKqJ8VhhQlz0aqNLWpLZdupEOeHZbEWgKvzk/F1oS/1QtbUMgjH0S+6cgw2qnEOfb2G71emoFgPWeCQR2m4z/lmQQvSd1OXeC8HTVSkz1LnKdLNyVXN1g6F8C12jXS9egirPUepWct/ztt103Go+vLoBYpTOuqHu+EsxBWDXd3FGIvwgUazS/DgCvfLwfFQAse6hkyFDnegWA9bv+RjuDA8AqgcSVTAKwhRbXknz3heWblsvhiU9FudP23foRzPkG+bPRnewt3ENT9G8vwV9E8xLMFQAYATQEf+UleA7PZwroTRLtKwCwRADjHdf2IsOd7JtS9tPSPcfUzxrtK/unHLPvMQW075u+X6Y6vMnylnOlsj2uOAIl8ZDcKp5gu4FtWSYZ2p7idk3bqu2abP+z/TzdTdd30199Cuh2XLbNupBurS4AzBZXyl/b6UTLXe1xlGvEka7fHgUALONhp5rQICbLmCrHDJjyoLqLyZstjEX8qNG/BgDjoNb/ZRpovAj+4n2O3xEhRs+cuwBeCAALCMz0zwB66eEo4K8BwASB53CMXj28odYA1oWSAOAknEqfxHZpQpAJ5DT6t0QAA+xl1C/B3wIAPH8X5wJMgQeL1v+1SFQSsQxiDQHytBqhwhUp9QovAsASBexAsKR/phCdRQAvFwAWYNxfKUo6GgzXAeClrSkHtSuu0vldPgS8Vot/aQ9YPPu7A4DJTmyHsHd1ThAtTx0YBADGRurJQCIATKDuYRiyGsBVAPAlAMAffMIIYADAEgG8gDXWI3xsEaCPAsBw9gBPojDiQE81AEzhQ5UaZfi5k4wZ/DNacGca4axyKYUJgr8EgbUp4SYAgJncmimVu9GPTcg+wHrAWwFyPbl9R3gKacAO7n48DMFT7D6cYmhkmMc5t+7cRjTwjXD5xvVwa3oSfHIhDELI2Lltm6R+3gkQeAjCBeum8maLECDmcccpeEOegQf5MdSR+hZpxC4j28I0+jYHviP1f9lNZD+QQeKcRACYILDxfkQBExwnKHf48NPhxeeeCk8/8XjohVfctxenwsefHg0ffPhB2PP4tvC3f/vLsHPnNqT0vxPOnrsYvjl2Knzz9fFwDZ7sfb0DYd/ePeHHr74Y9u9/XHg7p+L27Xmkhz4VPv7kk3D+woUwAxCPmSPYH0+3QvqgpyfLCTD9FL+LopBZPNUbjvsCHZIA+JuXsjgRgM4ku4JFqqoXM0B/XOD7Cz+zbWlfFHfdA1KCkubopbLSV17rOdBaXq/Na3Bpq7uVxzQJUqbsy5O6QJ0E6WihkUN+PH9PbatUYbKFLHMDhqPjkUsmOrZqzFHjOj38Pc1NPwRlrRWsUcFjo3jHa3gINYMRNdzXi/pnm2B8omwgEQVKp4wGpvzAd2YcmUVk+W2AvpPTM+Em6wajDjbTR9+5Q6cz1BZGSun781BQuB7pBMA5R0aQLoLAkCfEcGRykc6AcX4zgjiNCJsQWcoiDCL4Z8xAHpsncR1l0lkcDvvg30nDNuURSO3YiCGdyWZCeZf3Pxf0TbDLjnFSsv41eTHLbRoEewFi/c/64D9Enpro2leb8lrzvC6iGTYDznudH5sM6PMkqb7XBgB2QCc9lvWa9CDzr6/41Nlv5WP5im4Cf/Pz1hoALvKNbJ+uYT9rBQC7s4nftlMQuDCmTtUZifJjc4RKs8K53AhgabVDZ4KqoV6JzPioAOAC2F54dhOGsgddyfPVkObSf64CgH3eZB+z0iTiPKEAjmZaMn2rDADHPU9pKv239K41X9G5kWQphoulzEm1nNPZcy4JAHYZOjEG22Ma9qHOuvH9PKvleTMZrGIPLTyErLlEG02yqexYBT7pQHDJZcbEPnd9raaRVtC3iZbqjrXQqiN/bWZKQXD+ZXKP7cMpYjFF+JqCZ2KRg2jmBCqOsWaojvYxjQBuBYA9ylgDCbwfbitQEJjgr6V/ZqQQnHUHxsbClh2PCQA8OjEOw3KvRLBNT02Fq3CKnYTeNDs1HRagt3VBh2XZHwKpBIA3ysuidR0AloADc2gVHlScXAFVODqiKFXwDuFvLot7+meP/kV5FgF/LYpJHCfVkE3wl7L4RqC/AvYy6pefIwDMzwSBachOaSwtWYJFBSuBCfhrEb76rtHEjCzW6CM9J6kr+J2O17QZxGfiCU4DaRbK5BOpxOjf9fgo61sbKr/5fX2xlNZHcRmZlSiTpwtz4auIE2KaU7TK255B8CLKkwpMCABM52hGRso7v1tmLKP9qKVWyud1GVMc7DUpyehA0o/aZ1lVxnd0LSkY7e8C5KyIk37/AeBOH6/Mbzu9bjXOW8o+vxr30zZyPbN9q61ZfYva4joA3H4Ml3LGdwMAMzW8p4BmVLCVSbASCQoAg1/wXVB9vpOh0C5C00MMKyjYSXSrwnWOOuqmZn8qj3NDUPbqe0iZp9aNlvIcpV7yWH3RSYvpn4nRMGqX9Xv7BgD+Dg7LOwFeRgUT/GXAjAbfKWDczTIJSBXdD+B3kOmfAQT3Y6/vhcOXpH8mrmX1fqVsgmTJ0BrAEogQv+uep1HAuge6o5QUkpB90N5Nw9CnLO9P1VzZHa4KNqE4qt5KWtfRfllozkbO56YwzH5ts47SLgPWUui85fZrAADn9+jUdpNfsxTdatnPXnFh178csQhgWVFuSCPlq4DkQo6IJiYouu1QFgV+U+A3qwEsEcAEfw0EhgFWooDvMwqYEcAAf/Gag0FWAeB7EunL1M+anjG9z+M4jfJciLIYZHE4AKxCrXsn8vnUMdM90GC4h2DeCgDfDQsAgBdQb9NBYE8D/RApoB/A4PsQAAsBYAru4p3OhRXltgribRB0nJGom6IJ4wby5tG/jExcB4DV8+d7lwLaooiqFp/O7zoAnMZGjWBpPzYrQWnwnOm1AsDcwM245k4MAIDdozdFAHcAAF8DAGwRwFdvTkl0KdccFaw1BYBzY4wrbBIJnAHAti17FSimVN4I7/FuvHrAt4axw2+DkPHkzsfC4QMHw/YR1AIGg2O0MNfHXTirTM7OCPjLqGCCVgNIKbJ5dDRshpAxBqGjj9IBgU3w93v4OAWw9ArA1FOI/j155Xq4gEjgmwTGMN4CANOQKXqyFDJuAAAAIABJREFURmaKXCUAMMZMIoBZ144d596wKBGZBw/uC4efeTK8+IMDqOE6Ei5cvR2+OHIsfPbpJ2E3ooL/4udvALTtCxevXAuTU4jEhOf6JOoP34IX+9StSURwD4UfvvJCePLgEwDzBwWUXYBh4wrO//rYiXDkyFfh2PGTAO2mITANhMf37gs7EBVNpjx1ezpcvHw5TMEgIj7d4pxEgVLrdflfUuL5C1esRqPGLBL4Tg9mpgnin+4ryudl+uJ8FhMVqYxTVHLLm3mu+LVs9Ga5kDtldgGdYSOQKqazot/qhS83EHJs9M+FaP+aCdF2Tg6C8XMZ5vOu6qMWjUlq3HGHMhc73SBhnBUD0w1wl8Jybx88KUHXg4gOHkYqnRHUnR6Nr0HQEiOEET0MULgXoDDTOFNGWaCcAhCYssQ9GNPuIHLi9sw9RAVD9mAqKMgZdDqYmrqHtNG34awwKymhmCrqAdKyP4TcYpXadF3Y1LjALBHmUgcrebdGJ5E0ijIUKkuVXj7VRgNaLkFHTt5yAdsJMs5QFTFkynPh/Gx/ja1nhCdDnhMiZZ/s+2oCwHm7Ob/MHsdlUK4Gsp0q4Vq7bMazFoBVjbXfGQAsE6Zy8zoAXFS8Ex8oKuIdKT8lZbIZAK6WN3wt5TZQ9uRRAcCJx1at3+bfOhqzmiYeFQCcj3Ox/yUeQ3ZXMOgsfXxW5YplAMCpfAkoqw0A7DJIU4qu5T1H50bzpRiGlzIn3yUAXIjXiIDJ8kbue38VlkrL8/pWX7GHFubBxoYSnYm0RbkiW3cFU4eIH63uCqntdus35/c6wu1oqep4JQDs6GDNxEUjdwZGFAzfboD21M7usGW6g4yDGKjVSO1Z5bQGcAJ4lwoAi64icq9G/z7gZ6ZNhi40iGxPWx4DALx9exiGk+NGGIhZDmcKZUyuXLgYplADeA463EPIrBtgV+sGn2LUrxiQRW8xsNcA4Jj6WXRpNYzbLMRRU/e6Vr0gzoMYnDXYgu1J9C+jmgj+Qh5n3d+W1JV0sOWLEUyMBhYAGE6aEhmMlNVW/1dSQ2MkGP0rqZ0htEtGIOkq9QWqnvou0cIEIAX8tShhISjTVV1oJr0WAGBzypEnVuqOcnhGOyp2E1jQH+P8u/1THDo1eljFZP5jDg4mqMcxk7ScmeBuH201qE0xHjZ7q/XLRfakW+ncFNqTts3WaVG/7sQsALDZZdlF7XGd3lfWYMvrUxT+OBeyb7kzU2HdmdxrGbM0os/0nJr12f7nzvey1ra+mwjg9s+QaOnPIwJ4SU/c6ckxIMIvyPcALq3OAWA4+kvWUThzr6eArh3/1QWAU7pnTf3sKaBzAJhlOJkdw20kCEyJADB4BwNVuM8aEKywi0UCCwfK/iyFYtF2HClHAODEh4t6qIOW9YTpALDZ+gznorMWA5GY4nkT7KwO/g4AAO7Hvk2AdyMAYJwQcR7PwNotKaD7EAE8UACAWf93kwPAVlZB8S2v/etAMG3dBv7K3qj7ozpA2R4p+w15twPBOb/HZxnP0j4vg5pGNn11mS47ZvtdYR7kfvkvUbLU3wsnp2M69vW8fR0A7phtrujErn/68or7mklDOVNwIYeiiUdV5bZBt2Gm2r8UOlj/FykYBQD2CGDm49dIHNYBJgA8h7qbNMQKCCzRv0UA+B6AYP4+j/PIzCmRsZYJU9zoAtFXPQCswjlT59QCwIwClgjgGasDDBDFI4CZxocRwIx0Mw29qKiXhKkOAeCHBgAzyldSBIjgnL2vRwCvA8ArWtIru9gV/xbQodBsqwJZvOtyAGDZSeSlEcAZAGwRwAoqq3eX1wGtjQC2GsAxBfSx8yECwExnDCB2kZGBMQIYgCcEk1WLADYAxx1nlJfWAcDcCmEGAL9CTGvYiPdN4Fs9EIj68XnP5s3h8BMHwn7UAt4Mr7EhgGHdYEYLi3CegcMKAawFnM+6FD3gJ3149YNX9uOeiHUWLRmVdMMUeNplpL49i6jf09dvSg3g64iInAY6Ngeh5T5406IYJShIMBKWUbU2Hxt6omCjLmecigcQfPrCrl07kML5ifCjl54JW7dsDtdvzgKwPR2OHjkStkwMh5dRH/gOAOrTZy9KipTNmycQsdkTZhERfPrUt5KK97EdO5AKehuiO0cQ3TkcxkeHZK6vX7sZPkS66D+++x6A3qtInTIcXnrlh+GZZ56Bk93GcP36jfANwOFzFy4JsMyIYO4JVIRZ74WAnO9p7LIaKZgOW4UkScGPD5oWmoYK1qKlULZRSg8wI4WUIBCvZqXyPOY3ClwF4TSq+PHXlK6mZBDIAFMRh+LCM4eSFgGqaX2XRbO6c5vXr/rNF4WzoiFR16oKiyp8uvGInx0ArlJ2yyBwNHCYcVJFxFxwFKnVXqoGcu4ICDMqeBBR8sOoETwOmmFU8BicH8ZAO2OjWCdDcICwjCEPILhrKh1tm85pc6B7ZifhSFPGmLlzH7WC7yBTwCTe4ZwwdTvMIu3ePLKQLEJWYZp49WalF6tG7uYAMNNZP0B7ehxKDgnGh1rtREo/0choYKwRVpQoHPyNBiYRf+yPH5JRRX+O5trsHJmI9GcOfTq6yRzkIHXhZJmEbCeI9xbrWOvt/EaWGaalO96LcgTwEgFg6Yb1q/zEywWAHayNPKJkHC2vKF3v+RquWHMmGK81ABz7ImvQeE72Loqh9bfFoG7XuEOGLrnWZ2l5Vlun1ZxFnWq8TV8bxXsbv5C+6Vqsum+hfX2I4k+l76WDJcUzWwYkoXz68H0dAK6eTf6qNFSmCzd6J57W2oLvC9KKtJB2lPyYs6ziim4HENX3eBWPdAAAa5kIEjFfGprmUcAqO+H3LKRNz1U5No0vvpUZ2rIfI+4iHbXQKQC81PloBwDXrXkXf3w40jK3na60rcnTZmOXZBGnq46G4T/GSZko5B12HhofoEoU8KHI6I4/FXU8p0c9udVURy6ZaKvAfoWHZ7KOUnbsUhUt1LNvu67qhIJjmjAnvU/DXtBizzLhJEYFl6IWY9Y70dfSYOYAsNQrlOu8tq+WGdMyMVY+yCKCNQW06SB0ChNp0wA5kf0VAF4kjwCg2oPsNsNbtkgE8MTWLWEQ6SI5fneR+WkSus6V8xeQ/vmmZIJCVIVG/2IMCAB76ucNFnXk9X/VCG3Z5yKv8vnRdwWAWw2yztuknIsYnVP2PRqvvfYv7XKSGhrtu45FWcDTVzLyV4Bf9IXliAj+CjDMc2jI5khAnxQQ2CObDACm33Gse2jRTyRlEeXj9LcKppJxSyKAtcxPpJecul2ezN6lJeczIvIaLXD+qAdGAFjpI/IcizROIqTqBy6H+bLQNat7YFobZQBYZe0EAOtySnzTr1eR2NM+Sypm2DU0EjilgxaaK0RC5yyvHQCc7ym5fGc9sudgX123UUcJT+tqekPkLH7vslyR98k/rwQAbmp/1Tbclqeqegr/7c8HAO50/Do9T/fxfMaWBwAD9AV/1hrA6tC/XgO4miJXDQAWx3faRhTsZfZUsYXwhX1wASn91G6SAGDJsCgvjwCuAoDN0kY7Sy5RGJEwAph/BIGLfFJtxJF+hNEmXqu/F3lDkUpVPve7isVE7CfMSMl0zSh50MfUz8PYn0fEJtmPCGDWA96ITBgCAHv2Ssd7aJtFAEM/0j5r/d8BK2GGtkoAsJRxkL1S90h3eqITFPdX3wslEli+89kc/LXP8niF1aS7R3xQ3zgzOS1eYntpqY08KKGwe8QNr7gHFwHg1v350QHADfvCKihilTpVy3ykERRqbLJnNG0oKzzW9Q+flQBgMS6q0KNRwGJyNWE4GcFl4XkEMM4jRuuRwMzYrBHA+hJGbC/W/51nHWAAu0zpGdNAx8hfFmRncfZ7AIcJACNFKz1DQLzi4egRwAYCVwPAWiuSzEUBYKYVIPMBE0J07+IcIoAB9MYI4LsOAKMWMH5/sMD6v0w3SgBEjaWyNlr2soyRrAAAlqhfB4LXAeB1AHiFi3q5l0elp20DHqFXzUg1VXMmuNsGXG7WmV4hjQfPzQBgNbDB0YMRwJLiVzd3KpaSAgrKYTkF9OgI6jDg9vfRlAPAX7EGMFNAzzEFtALATJtEAXERvOiBpIBeOQCsQK8pc85HhVfyC7VKjQD2kROzigg48IAWNRwAJnjXRvy2kWAmeNYEPMf2wijw5PZt4SBqQm1DTagBuk0D0CUITP7GBxY+whRgBJDx6kONXrbFhLYzaOsqgOKz8CJn5O95gFtXZ5EOFyDYXcLOuG6RADB5HHgegWiJ8hUjJo0HqGnRpVHA4gnHsUcfehFpOQqQ98CBPeGN118Ku3bukPq9585eCCeOH5fU1psnxlD793I4c+5C2Llrdzj83LNh1/bNUhfqGqKyz1+8HC6cP48UZ9Pi4LP38cfDiy8+Hx7bthmOOXfDp18cDb/94wfh5LdnIUT1hR//+I3wox+9HEaQ/vf27dv4/VL45sSZcOzESQGBmYqFwihLCnD/cOGUHvviqc7nZH1nTALb4yMz68TI8Gh44ol9YfdupF4bHQg3b0yFU6fOA2S+CSD4rijVMoVRkVYRy4WvSN9UhFXmLOwZepnOfA4IC/3buUXDaL7hUDtqo0xl/Wpewk59deuXNJkJhrlwIs9lD2c3SYYMu4ZjVNMBPVeNMWocsTHJhHK9tQqo+lGFR+VPuh/TA11SyUEeoEGph9EIAO6ZVmcI0cGMTB8dGQCNDEmk8ODwsPzOdNG9PTSIaQfFQZ3v+Hd+HlH195gm+p7UDp6aYu1gOFjcnQcQjGhhOE/cRuromZnbkE0gR0g6cTUCxobMuKQYoJr71DBoqdGiMUlVDD3dhHe8M2I58zSQZ3V6MSnESEjHRManbBjlrzF8nGe4LKdPmsw9Ls8lGcf7U5y+bDbze1n30/1b6akgDK8QANaBsPEo0VeVMqvGqOYI4Nieg/Al5bD8RJFe/f4+BoX+2HiL00jJkGzf/fc6AKbu91xRKACtsoyMj2Tvfk5LtGl+jgFUdnXhSfS0tK6Nq8VzWsHdooGw3Ce90BV26bS1Xs2L7PTSbLdRmGrkDSEfvrJb8eM6ANwyvIX5LexJxot1DuuvKx6vAYCbpvwRKcTFZcw9SA1J/hLq9e8eaWff1RKjQItZZRQAFnkA7+atH1NEZ5TPEWoczqahbl0dac22ue67AoB93Lw7TU+b6yEF/mOsKOV1aZWxWgwpqzeoS5qBtTq5yUje7p6arr44ILljWb7kVLpIf3QIrAWA2WoDTrMkAFgFxAr6zXuTP0PVud7vtPeqTmblOOTZ0J7vzwYCO/hLY6+cKTKByUi83qKAGaEU6/wKuKsAsEQIZ58lg5zIhpYa1+7r7nciieFZBQDmAPZuCgPjY2EUet4ESv+Mjo+HPuh+bHcWmY5uIfUzAeCZycnwABlsGP0LrSyCv0wDLaVTPGsW+ZNEATcBwLqoOgGA2Rbb3sToX6bAhEGbIHA3ZG+xwwkf9DqFDgarnB4BYMrq/C4vnItrNAIYo0AA2IBdZ6E0eidAmEEgFgFsZJLIrkyxxixYbklot0z7SfZOAK/q6d5SfHeZzbJKudOkiozmBKranhBe0o8sEsvSbkdVx/QnnidZplSIl2uN4qLzgepK6XgSxwwANlJPILDWoWa2I9YEjiCwkHt5rWh/s3xGDSwkX+DZ3i/bmtoD3PmP4yP3LWRDSk+XboKL2yKiKwGAGx5nFQ91bjdbxZsusalO9/nOmq1aa51d2XTWkgFg1Cpz3IE4A7N7sQxaEQCeLwHAAITnNbMXdfh7sBHNwfZzDy9m/OKxRdgEo15f0Je5WKwUUc2DRJtGxXGpy73Mv9WdP+3EqgLA4hxvADCypwrYyyA6AePNBkd7iYHC4jxljvLCcyXyN4sAttJYsjOVAWDZN4XRGse0zSAKMEsDgAvrV6bI9wrP9qcAMLMfEgDu3oTUzQB8BwZHYFcak/c+qwGsADA3tFSCk5sanaK4X/bBNjmAgAWmgObeLsEmsElKyTmLAFbwV79r6ueU9lnTP5PnJiBYM2aoPcnFpyg3R5thmde6xlEWkLPdr/KQ03BZBmvlCd9LAHiZ62+pl/koxRXfpOsKKa+m/td5b7v++8dIAc0/XzxuYDMQQ+RkEZf1P5eOdLrBgGWzB/jLd/wo0cAQPBbwLhG/UgNYAWAFggEAE/jFi545AgBDmJUoYAOBBfxF1A0ZtEQAE1FG/1KRbPUkrI4AVqG/GgAGWEIAmOAvQWBJAY1U0AYASy3g+6gBzBTQTIG6DgBnslrZy6ZIZNHQpzuLgrhUfiSVkhmd/TdJn6SKk7xDYPUkNfFaWrDbAR4lOheabDGGp5MkHc1y//7MU0CXDaPNw9QMACeFy1qpMch2CgBvyCKAiwCwpoYaHugFoDgWvAYwAWDu4WUA+PpNAMCo8clI2fBAAWDW/10QAHiVIoDdaGBAjyt0SatU4UL+o0xhjJ+1RlXc4HoBcIvPBG8ZkdyHzWMcivY+AKnPIFJ2z+ZxpHgeCL10gSZoRCVMjJE92h6u2QD+1Yt2FuHMMgNedwMRuBcRcXsGkY3fIsLxKlLfToFP3wNEex/g7gOM8QMB2I2zd6HmKTm/zB3bhqkBIPFDfJY5gBTS048IS9Rf3tTXHXbveSy89dar4Yl9j8OJZiFcvXolnEIN30nUWZ0DqHb27Dn8dj0cfPLJ8PqrPwwH9+0CQDeI1Lxd4RwA4PfefT8cP3Yc4NoM6gbvCe+89XZ4+uDeMAjM+RtEE//uvU/CUaSDJvj61ltvhrfffC1s2zyEPWM2nDh9NXzx1cnwyWdfhLvYT7YhdRoFKoK2szhOcJd7ChVSpizj3qHORaiIjHFjhO9tgHo74HX/+muvhmeffTLs2DYariL6+PPPT6AW8elw+coVcVhSZZle5UrbUehKP+iYOenbHPt3sUeQT5kmH50f3HjgXuTR/KYz4huvJu+TG5f+XMBrkDQKV9SdR7q0Y+x7CVSKzxWf0UBIt1PYCSZUZH11MUOF9WgkceN5bvTjo/AMB4d8H4je/3aMW4ysNwVX+UcHMQGCIVwPDg2EMdYLHmNU8EgYQWQwU0YPDyFyuB/RFvC8FEcSZhKh5YmzaeuXmUpm7gD4vbMgdcNnsF4mbyHdOqLmWYuNtEWFkZlKSEsCBtNBwAyNaj+kHMISFF6KQlOi+T1kGnXTknfyADE6Cs3ke1UxZaMakkzgtrcWatAcgxmhqAHUkGFtPxo4s0a8D+UGIwF7fLd1tWG/FarNj68CANwOMM2B1aUAwPnjVnkIF+jel06kv/Jg2Rx/hwBwE/ibg1ctzynL0dZkBejW6plaNCKWx4rfyzXiqgAAYWAmFyzH+7Xxmhp5Q+jRl4UNhHLzJp5ZfN6WddaAfDT1Ue5bMd51y671vp3y+dYWy04ETfdUHpwRfCaTt5u3wn3QRsGE3DBHwhdXMDadjmHb85YQASyGeitOqRls7Ls953cLAK+N0Xwlc1IJAlasuyo9JL+25bjslRXikK/vNnTWlga+byd08ry1fTYd3sa9jL20jHPWDlevaS0VDMVYeZORK5eJRear6WTRgplOinJEfm39zDs4lxu5ISXKDiCSlcldanz2VM6W4tlsXxEYlPNxgRipae9S47WCBPbid3Hy47tHBnuaaI0AFnnQbu0poDX9MyOAMb7Q8YaQQWkcTrQTyIY0jGw2NA5TP709eSvcunpNagDPQv6EUQylghA0jGs3efQvnYDNAUXqkxtguyoAsBihNQCD9X4pY9OgvQkpLzdC19KIK9VnN+JZxFZHm52lgI6pnysBYFIXo38JAEOfZcUhtaGLg3eM/s3SP0fcVCjEZdmcpow2hMhdtk96jV6j8mkEIKI8HK1ROl9+jr2TFlRMTzJ6co4w+pRbKTgs+7zQfBalZTxL9wpnYGgx16vkGj3OPuTn+R6ZlpH2SQFf1Tmoj9AWK4E54odgWkVh4evNSzF2FYuzek+RR3Pw19JCcyzY30I5HIv0a2m4rdPy2uxlq8XWq/ar1Wp7NdtZPQCxRuFchc6uPgDMFNBVAPD8OgBsfE23ttxRWW0RUkLNovh1X+Nelu+V+lmOEfgVAFhfDwQAJoiuALD+nkDg6DAVM2lYuwIAq8M231P6Z+1TLjIkuxnp0XVJP6NzALhKnmwFgNW/X8t3Mv0zwNsBRP4OjYahkVF570Nkr6aAZv1flspzxyt+ZrAMHJ9Ykg+l8AYQ/ctXP8BgSQGNPV6zY3h2WzhYCfjr5U6Lkb+S+tn0bHGUksc38JejkVRrW5U2RvItjZFuX4VRtd3U97XcBuXbbNEula5v5Qv/2QHgtr5NNju6Az8iAPj//UgBYL+9g7z67nCApYBWmUkEH7NTqmDBzV7lYxE2CP4yJSnTKzJ6l+8O/hIAnoNBleDvHIz1EgVsYG8CgAH+5gCwRABb+k5fFLUAsBphJWS/JQI4B4BZAxhRXS0AMNJAAzSRGpjrAHDa1guG+tbdfh0AztWBpUlDKzGsLO1O9WcvTZBdOwA4RpxaCmiPAGbtBXEzB1eV6FN6NoNz0jvKI4Bf+MG+8OyhPQAWiwCw1wAuA8BUUBaYYQBef/RMI3Da5c4JpuR3iZOCeqEpMpMUR+GEZeXQfyvAdn6NcVoH+fgslCuE+/oGqlkHJDkYHnATFW/0oQcRylsgXOxBiuQntm0Je5EOegLRjf30wBZlm97Ums5YmDIyGHRBEJu5eztcuXkjXLiFlM+ou3sJEbI34HAzjce6CzRyHuO6SACYkLMrn3J/jIWGEUpKEwGAcS6jfyUjA6SQIaTdHRweBJa+CNB1S3jjzVfDU0/uB2jbhejZ61K/9xyifq9cuREuX74mmR327d8XXnj+MIDiPUgXPR56+3vDNCIrjwMsPoFUzt8iyncAdY+fR5TwD9DWji0jSO98Ofzpg8/D519+JXvGmwCH33n7x2HntmFEZE6Fjz9DveEjJ8LJM2fDyNh4ePnll8IWpM2m8D+FZ76G1GnTeOfeM4wx64EB4+atW+EGamlNTk3K/e8gpdrje/ai3bcRoXww7Ng+grRr98PJk5fDR598Ho589RXqxc5q9HMEgBW0N/OC7oxU1mVHV8FqA5RumWULCSYAzNQ1Kka5J6NbAHgem3Hwk+1lgCGNAG50ECEvF97ijTtiCWogy6/PWL3018jd+X7WatGwb8Jn1lwSBU2qMGOIyOlyXiaE+nNE64bzFn2+2EN8kIh/qSEGIRsdJB1Gw5oDwFgLAubiWjqI9YO+JEqBn/t6EA08IBHpW7dMgE8MaVQwfhvAeQIGk6fgcio2d++xZIXOFQHhWdADo4FJg/OQYUjPk4jGuIWUfDOIRL8D+pidvaPRwXRNFgJQ2yHLUGhNLjM2Wn9jWh3OrYOvxmb82bNZV11HhtAUNZnHBMrKPUE/bEqxmlyyIx9yE6TKd87D4oR7H+qoSGhQ//TUkpJQum4dAPb162NWtWe0DnbduJbBOwd3vy8AcA7+lvvkTxlBYwNnliP/rAPA1by7btnmvy8fAKZsklpqN2/lfSIH2ovGgdZet2u7k+dc8TnrAHBhCFcyJ2sJADdBBO3obMU08l03gO227fNW9snMTJnMuFQAuFwWJN5GZLhMrKu4f+u+VTNwFQCwXCsCTdlI5nJzdVtJPrE9N4YymPBiDloS3WOZXCT6V3Q6wsVp73ajuEb/tgGAeZxXmwO8gMSe6hK3pjVL6v/ipQAwMhIxchdOi6PbUeZn184wDv2O6Z+pz83DgfUWdLhbV66GG3BEvQcn2Y1W+5cAcDfTMkuWLI6Pp3pWA7Toz6sRAUw9lOmboTtRnu5F+RUFgBn9S93cZE6R07X2bysArKktWyOAaeDWCGBGA7Os0wa8aEeX9JcG/Hrt31hmIgKwuU6uMq/oVq7jmNctnYcF2HC51Z0xRSY3gN5snFFKNvk6yrvRgbMs+9r6igK6XBGjYvXnZKR3mV3JXYV6IXPTt9SXSCO6de2Yxij6hMrtST9KGpeCwHQ4NQCHTu7itKBmATENSNcyHcz1U9dHK5dTAwBsfVYgOPU3pYFO0cAtTa8DwN/JDtJOT+u8E4nWOr+mszOXDgDDcYYBZww2q4wAvl+RApoRwOsAsPIz5SkrB4CZdt4z7TkAnCKAFfxNmfgeAhiW9PARALZU8QUAmPZHtYkIZ+X2n5FRkW2UBZDVAIB1H5F9mvuGsEzYQQEAS/rnIUT+Ivp3iBHASAPNCOBNBIBR61fLwNBObZk3LAJ4Uw/K8zECGGXLaOPUCGDYpxgBLNG/qbSpg8Fa7pT7o+8HqQ6wOkc5AFzcX2xLsREruirpj9xsWtdlGcUo8I1Ke4/vC618YR0A7pDvyWw8IgD4/3n/skglRQBYIF4hEL67wCRTHEFhlclFYM5AYALBCwSE8eOCAMBMA+0poDX9s7xY/5dRwKwBbOkYWAeYqRgEEDYAmMZWqalHw6x7RVj6R0kHLYvMPVsTM5NaHXUAsKSArgOAGQG8jBTQYsCtm3BLJUBmwv5KGmt4TVrt30IK6JgKGsIyhWsI3KwR3A3GI/UqCcaIQM93jcrzd6bKFbdJq/fiqYA0pa6GaLnBUIRoGTcT2NzQ7wJp+VHi8QrDk8iviYBjdJEpQJ7iVvwqLSUS3yXK2rxo3Rgt0cIOtkVQrLOFFDezutNJE503VTizSwz21VebGX2ZbZvHaA0Y09zdpT9N0xWdeqzoxmibSGUHPeWSHSzuRvEKNwrkKaArAWDSNAFgQVMcANZxY0oMRvTt2jYeCAA/UwKAL12bCh98diJ8jRTQAgBLCmgASEwfIzVCUD8XAiGFkS6+hGYB1gAQJm2KJ5qBJkLXtshlY8zAX/GQEwrJALtIMclhRprgfxkIrIZRoy9JOa/R76JIo9bpBvYLUYYDuMdm8ITHkSZsDzzEH5uYCBODQ4gEBl/AfxsJmkvbdMCiav8RAAAgAElEQVQBb12A4WBmKly8eS1cAEh1CSDoLfDcuzjnHs6/z7TPGFeJ/oWSrFGX5BEEgF0F5nflNxRoeA75eTf40s7dO8PmrQBaIdwNId3us889HQ4+sTtsHesD8HozfPnVMYmePXPmIgwY8FrHPffs3ROeeurJsA2prEcRlTmEKE3yoJnbs+E86vgePfqVeC7v43kH94Q9u7aGa1IH+Gj4+NMvJMXzG2++GX7y9ptIET0cbty4Fn77+w+QJvpYuHprMuzdty/88he/AMC8W1JqT+KZL18G0Iv3BQierDHcByBwEudevozU0xevhIuXriDC92p47LGd4ac//Wl4/vDB8Nj24XAfKYFPf3stvPvBx+GTz79EFCj2BvBtZWuc08WwCXM0gPb6kL5tEyJKORZ3kFmCDk4kiS7QGeeG/4nBB2Mr5iHZR0kMyoPJqzk+QmomEJAmHqjlydE2oRNdTm40yBT5dsp0BOuK8aUtrF5Q7LR2/V6+4nNRpWVpF+RK5226MnTt5L/JVzPsmdEmM0LkALDch+vBPCXZEkFVmQdbPbq36T7n40uZgdfSC5UAbz88MMexflirmtHBBIRHERnM914I6D093QCKmeYH64JzxwiLHl0bkiSA+4AZUii7kK5u3riB9NDT4kjAiPcZ0Cid2YQGMOb3oRxJKnIqPcYfPBuFRwCbMBV5ig+XPltxz8399ZUPFZUjGW2bQ1eedAYK8SdCV3595D8i9GmbxT/7oXAv42t150o/slZERsp+KAhM2lbxvj63PGB9l+617mJRXrVjCrSrIVc8iq1xfTTrd/w9I3ch8npxvAwopPErjxbpJIG9PhDyiLFfRXA4b8GfJ/9N7IDypx/4nXtEXFNuIMe7R5fKmqD8V5YvlH3oszamgM5pT9do+ktyt/9WiP7N+lPoeUmWjHJAmeRqvnu/qw7LGKWBqmyhwN5wRn0EcPl5i80JlTTdy5+/ohfazQpZutMxWO61vnfEYarvQ9xnfM5j+udEO3XdjbSVUWykQZExmp+93fEOh2llp1UAwD5voje5gcf3naoIYK//63QZ12uiLf20WgaAZppdyYAse07K66CBv7J/TcCkH4/iScXeF5+xAzpbyXis5Nplr3zTH/JnrF+DJd5dGve241zk9CpblX6LfL1soc3PU2Ygvzh/rn1+VUAiDy/wyRZ+2kzrus8KxZjdKpO/dCNOxm/qegR9ac8Sm5YDwCqQixjO8wkAe+pKs104IOz1fsW4nUUBFwBg2saExmkL0vq/D8BHHkC/6kZU0DgyPG2FXjUG+bQPhmL28S6cC28g+vfmtauoA3wtzMPR0Gv/evSvpH/2vd6cp5U/0SHSgGDjTzYJhZlUJ8PqWRFgj4Zo1ihmFBPK5tB4TYM2My2RLvR6bYEyiUT+oj9aAxgytKSBRmQTX5b+OaWAplH7Ic4HACygL8BfPKCCwLy3lnuKwG+2ruWuPscR3DSZWebYdB3I8tFW6XKZGDY9uk1lQPkp40HetgyWi8ZOOzaCRtmRxlV+tAvyvkoEcDbKJv/6Vij81WyZkvaTzy2O7mnt8KNbsXR/VqE5SsSiV3oksIPAdJZ1EFjf5VlU+dKX6Y71NqAGADjqojr3DgKLnM11JJHIWiO7RXZvp7PW0GRGvDUfl81hK9tr1TjSaZ3bzdr3eq3OWDoA3PjEa9LNpQPAFSmgoecz26jWAGYEMEBg6N8sObnAz8QcCACzBKVk8NL0z0wFzYxeTA3N8xi96s7SKTjD1luF/il7hMiB9UOjJsOmcW0aVudzzecsZWLS3ph0UuEKwhY9fbyXr8ojgF2vVod2jQDOAWBP9awgcASAJUuaZs7QPZO6uWXLMEBYIoAZdGN2V6cJfY9SXzG5mfCfJDOoPpz4phnMks6hQkgcqsL6lVskXif7NO1yogtwc8Ie2MfAl/EwODIBu+dY6CcAjAjgbuyLmgKaNif0QfYu/Uw7lALAiAAG+DuAUmWeAtoBYGbSkL2SNi58VvCXGJfX+lVdXjJsiIOQp4PmtqH7gMpLxtX5xe2MBbKrJ9LCbmLXpL3FN0Efunwc/Sx7d5mvcCttXf/qZTc50naZ5A23PXkpy2JVznWa6qRnOhKrpf8trftd//efLgnVRCOMcqkE9LpAZIJFAQDGvShMMP2zp4BmnQkKuIwAllTQkgOeQIvl52cKaAGAEUUDA6pEAhMMBuO9C9CXqTqVKVsaaObkp8CNNr3+r6SisfzoInDE2krKs2NKlyoAGICPpICuAIAX51gDmKlC5/BgSF+AGpod1wBGB+s8c31pMnpM0wioUN4EAEtNYALABgh3S23gHqlf2jkATJCZDEjdRHyOk5GOY6e9zoXP+L1MS9EbsYLIhOkoEaf0zyKKCj2pN4+BW2TyonBZGuhSCmgBgU2wbUfO1cbgdFU5Aqlde7XH2wHAK5I3mwWHpj4vRaDIDZ/LHgdj3t8ZACzpNDIA2IyuVJBI1twcR5CGeCcA4OctAnhkONUAvnR9Knz4KQDgEwCAbxEARnpkpjIm3wJPiimgIThuEKEjpfRi3XAFhA24kDQbiaW7V7crNs4bTYVsEfbS1pcULgLBmSii68XqjvuaZGrYjeCbPejfAM4YhnAwASFiBwDg7WMToZ+8AQruRqktTJARRgOksb81ezvcunc7TN29g9fdcBsg8l1mZ8A6XqDXOQZQDBAi4DgfcOHBVHp22oyd6khCofsBALPh8PyLL4QDBw+E+wCbH8CZYwQg8Lato2HPjnEAtZPh0y+Phm+OnUb650uItL0t3uIHDuyXOrvkO4ySHBxAbVYIUP0QoKZRX/Wrr78WRfHx3bvCwf07w260xbS7n3x+LHzw0WfhJgC3N954I7zzzo/DFtQevnTxfPiHf/w3HP8qTKOmMVNM/9Vf/WV4FumjR/qQ4hq/3bh1J9xBtCYfcWSENWJ7pCb81NQM6g/fQHTvyfCn9z8KgwDTf/azn4SXDj8Jh4KhMDV9B8e+Bf0cCd+cPI1yBhhjpDyTGjPYw6goDAH83YXo5x2oaTw6NhKmZqbDt+fPhFuIDGWUKAYZqX3pwAOnA4zdPMZpgUoKvSAZWS7CYTcMK72YOY4J9zClCAWIVdiOILD8pjQjwEXcuxNN2cUF1VkBJRfO6o096dpqhpaEFTtuwmbkJyVBXH83wU/6molEtmekjqqw7X9ybrxNEuoV0NLHMRjdxkQ9L7nXuSe9e8872C71yKxesNYy64Yw3gdPzgHQ4WAYBig8jpTRo4xuh5A+yDTnvYgmpgum7W8WYCzCD4Fdvqhk3kOq88mpu+HmzduoN34Tn6ckspy1g6dhxON5yj5lUWkdF1l7BgSa05o4r/E3eedzejSDKkGuCMnwRGCzYr58+KIg7/uxOni4E4sqDsmQVha+PeLAu+53kmZNLvQ5KxjMypuM89H4e8ZLjd6L+rHSjY4WB0INuMna5dSlv5U9mh0EVqDb6v/lcqx6NiYakvvYLLsmn0hQp861q/zZMpJWavf+pMgS77PczeVrUXbLg+TfHbTOjvt6sZ/cmU9p3GQIM0Ko84TJfFwTBW7gSqIsyGS4sGvK56YemINF/KGV5soAsA1ato7T+CbDpntY141F8Xe9a5nx6DnypE1WGGsq7cVN55eft9yPZgBY+lnTF1nHK5AZO3nGutGM18b5rj5T+1etmNqhFrrylnQefEZK81Lx3Ct5ns6oZhlnNQHA5mTrhqa6FNDuXCGu+gXLjK9Zo+YSn6lfg+2eYwVE1abppjmS9ZTdukA1Jb61VMKvum++fvNuF879vtJZy1y3m9N0XJ87ckCTe/S47se+Y+rKTTzGeH1pH0gt+/HyvfS7tCX7SH5FzoN1r66aq5wPxNvX8kU0U7IzxFT5JvcWR6t1b/PjKbLJ5cS0H/MYZSe+SwSwOKYzfbPE7moKXTleAoApk4kRG/YhsWPQyK0RwQogq6whtYAdBLb6wN4ftv+AhmXooUz/TP0LCkDoHRoOmx97LGzbvTuMTIwjpWSPGNbvQI68dvlSuHHtWpiGI+992MiYAyfW/6U9TEBfl5EZDSyhtFYayOxNYpgmHzIZO06n53oqWrBc7hMHVcrNrGEII3c/jdeQmSk/a3sK/gqdoE3OlxqpLRLYAWDI3Qr+EgQmKMz6vzwXz4JXNwBfAsDdAH/50lgGKykh9ivdqwv7kgC8JidbdK/aL3VKXe2RIBUDNTQK2GQ/cSA1ec0eQCi5IJclbmOXtawzXyWum8UVmS+RAuCr60XXFv8hU3BZTJ+ZkV9a2kkb8Wc3cc+2E7fVFgVJd36INYCZCtpeGhzj/EIdCBMYXFxd6VuJZox2MhISHiE6jYEe7K8E4UgaWAWA3VE+ttsWAK7rT7vf6/lCuyvLx1fPbrbUO6/e+UuxE0Z9ffVu39BS2lM82tNPzvcSUrdYhW1dM8GWYA2044GuxSZj9X898+i84A4eBQzQNweAvQYw7GJzAH9jDWBm7wLPFScfK5lUtJbQRlj9OJEv1YhgySFp6QMrfalXFo2T1CqTrTdU9ic8SHma73UGAHMf9CwC9i58NTo1q2N1LQDMvdTqAEs6aIsAFrDYQGABfw0LkHfbQzUFtAbjJAA42T2EX5X1cN0cjJsmW5Ey2MQ//Xtepq0wODIm+T6oNiktj8e9DrY6AMBDY5tRogEAMF79qAHcA/vlJuyNG7DHieOV8EHFpnh/AYBxjKXJJP0z9tB+ZtFgCmj8HiOAEfATPxPjEgBYcRpxxOK+Ku1ZDWB7bALASn9lVy6b6ALtNOsIvpfLpqNb4yr+1Unu6Ra6HzYAoi3KRlMP/Vh+35XrSOVWWwZoibcwN/5VHOfOmur6v/5wUbdgE8hV6M2MWGS8buQzY5nHkfA8Rvwm8JeClVWxxEFJB22pGYQ5S8QdQV/NzT8HAJjfBQAGIMzIX6kFjPp6ZMhzrAVMjxyLAJaweIv65YKKnoEGbqrAYcysIgKY9TAXHQC+j/q/pRTQAgDfBwDMFNAANVYbAKbgLRHAbQFgRvviWTMAWKOAAQhHAJif20UAGwDsClUUMDnfCuYIY8kZpJ3TStBm7KpT3LwNyrFRSvZNywu5G5AhkTdW+1cUJgWDXfBQo7ZTWTMhNwk2KshnzAE0scR1GW+uEVvVjEaOLLfhqKQvp4FktG+33FfWx3Lr3ICFS9fcdvUigNWBwQBgrh/Rk8w7VgBgAKKDfQCAxxABvF8jgAEAc69eQPcuXZ8MTAH9zYkLFQCw8qEYAUwA2B0TRKl3ANij0nlvdkAfW4BfU2rK4K9sxbUCmwkqRjRwfs52PwM5hNYwv9zg8XEj2tqEVzf46Sa8+rFuN0PwmAB42gtDwkbQ50Zix+S/uGYWholb83fCbQDBd/F5Hq/7VMbYb/M8d1Ehigw2tto7XSvaNXwSAUTTbtM4MjY+Hl5//fXw/AuHIcRQEIfTDFJBDw70hC3jI+Hqjavhg48/QQTwt0gBfRPpce+Ffgg+zz77dDh06ICMzdQUoiVvIw3/IqJoB4YEML1w8aKkSPnB04fCAQDA28b7w3XULP78y+PhvQ8/A5g7iQjgH4e3kQJ6YmwoXDh3Lvz9f/91+OjTL8MdRHcfOPRU+C9/8cvwwtP7w9ahDWEKqZ7Pnr8WJmfugp92h207Noft2yG4wYDxABkqbk7eCZ8fOR5+9et/E8PI22j7xWcPhJ1bBpE6+qYAzx99/nU4dfYixg3CWt+A7Gl0YFoE7YwO9YcnEW18YP/usHv3dgDAt8PR49+EsxcuSNTzwhzmJTBNNzwD0f78Azg+cW+h0QMegUMYE6ZVI3uZh3PC3btISX5fgSGJQfCIcJsPTojOD/7j5IhsqwJuwS0Sx1yMddApX6ztFP66la2wkt3TGiwa/ZRWin+Jd6qMngi+rOTlwne+1vSOFMC9ZfsQv6shSiOz2AcaLBlV7cNS/US0XzFyuw/COAXzITg2MDJ9ZBhRwaBDZhcYGd4kNYP7IKxTaO/D514I6nQ+4fPoPsOybA9Rc5qOBUizjlrbU4gKngUAPDV9G3TGFNF3xfNYPJDpZUy5RjzzNcuKGq6Up1twQsFopQ9D4cwdqmwoo3xWnOE4Upk8p/tq0aFAwVVpPCmZOU/y9pXcbPr0hDKPS3ywRAJyLdt3y1MVhSTVQ48aDyTt2zNr+xX7sHQ9M+ZRgc2jgD3a2fvs5/uYZ206eOpdyCmnEgAuP2psOwOA7ZxoBLb71ir1br0sta19S2ugCAKbHE92kBkTzXLaMiHeVrmNeldGB0TrZZUcAHYluzxmBXCadIG+ipl9CSJQExhVHKNWOiz/Ut9W8/Oyu011fJtBzUcIAGdAToHWK4aq8AxJ9JEzm5/PaDBrswwg5bdr11b7WVyDM1YRAKbsJEBJNFzZLmr6VGsAZZ078Ro8Z4dNNs2RcORs/ZbP1e9LWOA53dTonFXdbsefvxd0lslmHQ59PE3hyNxJLoG8KhoU90bl7dl+Ueum7uu5fo7yTGuxRWlc5RYxPpbmSsg9/41roOGhfS/KOp3S6FZeV09XLkt531QOVmBX912VeyLQ6wCwRYXSrhWfy/d0A4BpvBbg1wHgGEHshvEqAFjlAQGZqcvCliMAMPTbjQRWR8fCll27wtadO6X+L7M/3Ue2umnU/7166ZJEAM9AZ3oAmxija2HdkdTPArZ6ySSx6/ClNYApA9N25NngUmSU6/A6qGW60l/1+XkNAxJ6YbymDkcjNlNX0ganUp1KZDrXOQAMYzb7BmO1AL8CAHsEMIFgAsAEfiGD+wuJvjZtMvDXAGBtU9mH0xKlIBVZDRTimBrIq1lf+FD6m2D7Mqf+XXusJJBLk7yBMrJq3Z3Cvjtjuu1Fn9kkYxm1RO9GY3GxKOXr+XXH1M6mwdpqn3OZiqmw5RjXtOke0UG4YlU5P9BoPsFURHd9IDoHx4Pd8Ojtdvw55zn2uKX16H3TPqtdkeNYBoALY7tmADA7t/I9VGZpedtWaXQe7dfOAeASXa55t5OVYukAMG1RDgAz4yhsXAR9JeiMZSdp39Mo4HnYaiIYjKyijPSVCGBgAHPEGvjC93kGnEkEsEamejBSIgFx16n9a5Jz3JloOUNK/uXWuKrrO59fuzqTFZKjlO3hdizWADbHmQgAZyCwODq1RACrg5QCwAR8FQDmd+UF5jQVAWCLBK4FgF3/T0+ucnRB4DTebVBaQwRwy7X5gAqLbgWAGbwngTK05vUPh5HxLWF4bCuAYAOAYRfs7kEEMPZJtVkbACyBA5q9tgf7H6N++2FXKgDAngJaIn8VAPYawPwuOBedsAwEpt1JooJjVgyWGuBw2P6S7S0Ji2mSuuopUiKfH8Ffo5xemCMqpU3PVsXPvl/7gmmCy9SOVjY5Xf/n7xUAdkumC3NReHZRJTOUOSAskB3G1wFgeZffmG7FIoM9ClgAYE39rIxYo4BbAGAwYqZPjFHAZMi4jotWQ+IZGq8eiQICu4egGbyqAWD10GwPAKP+731LAb0OABcpy8a3wHSzM1zxjlFJIl2vA8Dtl2fyaG1/bvmMPz8AWDVIU2C5iecAsETLKavaCM2RNEcAeMhSQD8PAFhqAHsEMI5dujYpEcCVADAARweAKZxoBHByTmgCgIU/Gvjr9cbTNtROiM6ULT4P2W+Uywj6eksmkPE4PkokMBirgMBAefug5PcR/MWxjSzLaw4OBIDnIXjc3fAgzBEIx4u/aWvk0Xo3txURTnJYT7YC7493Q/ReVUb5xwjWURgoXn3ttfDDV14IO7YNQqDhXPEooljRwonTp8Mf/vhH1PQ9h9TJcOIBOMYI2Vd++BJq9D4vKVCuIq3ZZ4iuPXnyjKTmpucmnYT2790b3n7rx+HggV1hoOdhuHTpaviMEcAffx5uTU+jBvAbAgBvBgB83gDgDz75MkzDgWj/gSfDX/ziZ+GlZw6ErYNd4czJk+F9AMcXr96QGh1PPnUoPHXoybAF9YcHkOqX833y9Lnwq3/69zAH4PVlRDU/e2hv2Ll5AMD11fDhJ18JAHzy3BVYKvrE04/7HvckOgqNI+r50L7Hw3MAnJ9+eh+ihOfDV4gWPvL1sXDq1JkwOzMPkbEXhg4CwEi9DUD+IYDyHtSc3YI0b3v37AaA3ouIYaR5Q7T69RtTABFZ9sCiCDiaFO5c2HN5p1LuyYQ10ktOUyXDoECIDXJTLvblwlg7ANjSiURGpdem9RBl9ugNn+5UBqWlzm1qSY3n2Xf5GH8ywV8MIwYCe3QCDRElw2Qu14rXOg1VTMHDqGAAwpqurgsODZsQaT4YJsaHwjhonumjJ/AaRNaBXqSGpnFLZSeLYqTTG+jYo4KpIN2ZRS1qRAZPIQp+CtEct+CUwJrUMzOzUk94ATQfHe+kHXt51IIZbMT7Viw5Ni5CAzqJogDK/z7Wpgzkk+xGT9+X6WFrhiO1SWUp2owvmY00jbr8ngyj2YREo1ktWcWQjJzfaQutsK5zK30uVcTlQe0Zszvbc8cxcFnV3lV5LoKxyr8dcC+2WQbFCkHrshjzp674zP54P7O++Dy5EVj7WzNaLj+Vmi+CmyliJBpGrX9uSFe5rKQsW5velrx7hhjpTp2CtDYAsABjhbXcZny57EvrOb+iOEZt2uKz156yDgAXxtl5QkY/TaNbmAchwYaRbjjWnhrW6IxlAMDiJKfWe27aKb36kgDgXCJco2dbRrONRhmTL73ZViBw+c+0FNDW9dC6x1tKW8sYoo4ukZFokL2aGinHdyif1ysc8GnhhXK8KONX3aPJeB31+9I6dfmuCgDO++bjrny+YQN1O0PFHlU9LvV05UbxaOA2ADjfd3Pjt0fsiuFbAEUFjH2PlnMlbaUarBUAzqKBJerXso3wc0xv6TWA9Zg44RIAZukdltXZAOd+AKvD45sBAO8MWxAFPAgHRNq25mZnwhTq/15FBPBNpH9mOuiHsKEpAEzgV8FfgsASqdsCANNepqXDNDIppcbMZeAyXflY85kpG2+CjtIHnY1Okpr+Gdno0Adxgibt2bRSjvDav8zUVw8AWwSwgMN8IQhawF+8PPqXft+YXgV/3bnAid2BX50ejWr1qLX03WXmGP0bZeQcTnF6bKDLDKisFtkyTaVA30n3kTGNkVqyYjOSts8mXqrqomtbxoDjKrUkdX9RkFWWtQFV6T5K96k/wheYAltAYAJlDgA7jbt+pHpM9d/yAWCtSaypYvNsacq0lr8vNPFJPbbytmVU28n77TvyyM/oHCAs0eua93y1AGBGABP8VRBYAWAGnK0DwJVTaDqqLMGCjppHAGvEvvPOZgCY4K6+NMWzAr4JADZAWObG6gO3AMBue9X3LrHHZs7uObcs67Txu675phTQKwKAH8Kah6yFIxNbsV8TAEapBkYA9yICGHvkBtQAVv6stevVbqcAsGSeIwDM6F8EoMQIYALAAvx6ibMcAGbGVweAtb1WANj2SHnykv1HDDi5nWEpgufK+edy2cfaAsArf67V3BeMYtualZY7lk3Xdf0fv72gSUjZC6ENBZUUyNVLJSZNaEij0xj1q0CCnYvvItSK0UtTMxAEltTQOQAsnjgK/tJbR3PxZxHATFFq6Z8jAOwRwGg3AcAEf2mwJQCcPORINAkA1vqAFDyk9h5z0TNPPSJ8F3GfhcoI4NnwUCKAYaRfB4CLdOOKWY3ytg4AL3d5rgPAeQ3g9gAwrZApAphBfkOIAN6FCODnnyEAvFcAYCpH98HTGAEsKaCPX0D0aDkFNIRD1gaRGsCI9u0UABbeaIKReBubV7mQQDsBunXzScagHPx1ekrebwoCgw9atC9BX0b9MjoYWK8AxGyd6cUWMC73AZIvgE8+wFg8tFQkDpLE1l3vlHWdKbEcZjvJUkSoARf/k3f3IwX1U08/FZ595lDYs3tL2Lx5OAwMDgjPvwGg65vjx8MHH3yAOrtXIQRqGpXx8dHw2us/QuTwK0izi3TJSJP8+RdfhSNHj4fz5y+FmVlECfcPSfTv22+9FvY+vh1zMh/OAET+6OMjkuZ5Blkh3noHADAA4ggA/+rXAGqPhEkAp/sOHAi//PlPw4vPPBHG+7rCN19+EX7/739EZPFV4LeD4QBSRD/xxAGkgh4UAJiva9dvhXc/PAJFrzu8+Pzh8IMDuxF53BuuX70uEcAffvZVOH7mUniwsRfALSKAMdZMHb6IfWIcqYMPIQL4pecOAjw+FDbAinEc0cIfoV7x56gbPD15F8YaeAbCyMOhnltA9WUYOsYmxlDneHd4DnWTh5B6+vqNaamVfOzEuXATdErv1QWki5bsCAaEaoJv/Cs7dg7ZV/Ae0kr82YCuXIBeMwCYZFRlDFFCi4Jd9FbUTilw7B3UDyLMln6LP9BWUXhss4bYPuWp6UQm4CuLevNVah0yr3qN0Ep/TM/9AFG/GxAB3IcXDHQwyo0hOngMQPAwgP+BAQrxSN2HaAim8O5Dyr6+PgrxWHMW6MomF0Ews7NI5QfA9zYMeNOI4pgG4M9awUwRPQu6vwOnt1mkKb/LrChSM4tGGxq1DBxjdD/HSUKDKaCZYTIHMU2R05FRj2EZ5mixiu598psrV3GsHdiVY774o1iYmVMyADibBJH+TAasoEiRGL0v+UjHWxUsa5x7ETQNWI5uKxWYqfXHzs0VWgVbEwAsc58pvEXl18zkOf36g7CTJNEOgaoiGJ0B65wZ3t+My/WGGZvnjMqFQ5fWlhvtlw0A2zNFoFgGqBoAFp4j6SPrLWJLiQDmetPHKUYjVdFO4TdhFdV9KI9RY1u8f9MJcrz+eXntf6oIYM5Utkab14IZr3V65Z/6paOODN+7vw4AYImsc+OTAL4ZAGygjGaj4P5CY7LKWapz+z5XkLzS+ipucI90eCJ/qVox2V4sbLJlKivmt8Ppjiu0g/OjHSMbqcJl7db7dzTCsU9LnV+jnXRZ6503oXcAACAASURBVJrKt9DiXuELsY632/GKcfZxLbQnp5flJR9Ao+vI3yMTUEJvWuumYxjHkAYT7ZUnSNdS018RBFb7le/5cl2UBSBzWTayBCYqYBtlGgEYWwHgCAYT9OV/ohMqOKzRqPYu0cc8g9IZHGUNAEboUOgdHgmjm7dIBPCWHdtR/3dArruLLDKTN64hAvhimAQQPA95EV6yWl8Xz87avxsIADv4W3aetgjgjXBAlYw4bsex+Utino5jFUky2KIHMi51vsHBQQGAaYsTKZOgnk2v1+hVA7Wnf9ZMOT2w1dGpkln8Ug1g/q5AcA+cLR0Ahj3cImAJ+qoOkErHCBMV+2IZ8PUI35TqmWOv811Ie+xP6XRY0n1b6Unvmf/VRUbpVpefm9kDRG7xw+WRzs7zc6QZzRSSAGC1fWo0sILABadPEZlNWPW1IU0bAGwgOZ1Uc3BHYRY9L/3ln5cCACu/d4dxTyVbBoGV4JrWbwdMv3H1113febs2dI13+Y9wcHUB4E43rk7GeaUAsGIM1JmLADBrAFvZySzYTKKBiTtIBDADzZBldD0CONsTVwIAe3QvAV6toyyBdxEY1hrAAhLjFfdIsXPYfmmZNPhdU0Cr3i9ZEp3shB2X9n5z9te1uAIAWHhSQwQwbIR9BIDHtwkIPDi2RVNA91oEMLOyipOOAsASuYs9jDybALDuowSBaTtCQImkgOa+mKJ/WyOAtaSD6NaytzLzpYHMJmMl85badXQY1IaQdLbiHtMZ31pL/lzfg7UHgKvu3Qm/0utWc19QSm5ji+hsspZ8Vtf//i/nUwSwPJlH8brhz75HEFiBX385WOyAsZIYI4AtClgYs0b/ysty8otnDuvnGUO+JymgNfK3GAHMCBnUUqTAGyOAmwBgE/BNUBcAmEI4mZAAwIgo/p4BwOKhabV+9X09BfR6CuhO1rI6YFSrbcXrO2FYnXs6OqOsY5jLTwEtCqopsRJBYRHAXdh4CWlJ+i7hBdxk8YsDwNs1BbQDwDxWTgHN2pyMNO2KNYCzFNDgMZ0CwGJEIH8RxdJrReVCcXmjrVOq8jmq3pxV/xWtTrYIBtlSGBIgGBOWvqup2uQflp4N9zkG5NX4LEq6UIq2lQwnrXPoSqweccMAuLpJGYsQrOmVNo400Du2bwuP7dwRdjy2TSJaefrla1fCaUQAHzt+DLVPZwCIwfiA30dQX/XV115BDd8foVbwmPBkgvLfAjAlEHz12k2AaiNh//7HwwvPPxW2bxkL84jqPXHsVPjgw8/D0W9O4nm6wjs/fQsRwK+HLYwAPs8U0P+MNN9HwhTAs30HDoZf/OKn4fCh/aiV/CB8/cVn4Q9/+ANqst4KvQCXd+zcBbB6i3kpLooxghG35y9dByg9EX748ovhKUQebxnZFG6ijuuXR08JAPzN6Qu4NwS1nn5RLJgu6D5qyY8iEvTg3l3hlecPhR//6NkwhGc8e/VmeO+jT8K7736IFNQzENYMAAa9zKH2fE/vxrBz147w9FNPhB+9cjhMTGwOk7fnUG/4VHj3/c/Ql2uB+6GYVoDsiyclEUGCgBBON2It0OCjtrIawzppJJKXCoLixGXTXY62LSuIBYrNQScTVHJxJRfWCqRF6ikZ+5oEuzL/Wcq58rRuUHflwKKB1YLUyiXFvi/p7RglwXpmnvrNIj9opsP4b4RxijWA6aHJND69SAMt9YKRLnqErxEY7wAKj44SIEaa6H7lVWyP13AeNHoEM0qlFDxoDvWC7yH6l2mhbwIQvg76vAp6uwXniRnUrb6H7ARM1SaVEQSGUvhfrW74R/hPqqslqaRjtIqlkY/fjTcJOJs+i+ApTiPOuwy1tt9VyjVzkusUzkWEjTgvMc4im1F2j+IWhENZGqucXTpvagKAFcm2/0sXC2HbsUpwV6VVvTwZgAsgrY2BrqeKfY23FHrJeWf5Af277csZOO/UV4g40rzf1Y3IWDjX1lNa12Tq60oA4GgUjs/dAAA7HdY8+lIB4LaAgN8nnxPje3kXyhLJUgDF+nPdyFAt5/DX/1wAcM4rdO+px18yANiotx73cTruXAGvW3mr+nunALDvMyKQeqkMjwI28NcyRSgbUQNVPQBsq72GNazqM3bYmESj1U12trfK87VMo0mSpTXcya2baazYQjsAeCk8oZO+LeecwtAsdX7j+KW8HXVjXe6bOwrVLdimcS7sLdaw6whKqXgQ+UEfKN2rYr/MAN7K8SscV/5SR3eun9Qdz8Ff2fmjM5jKY/7ntQwXpWav6XYx0tcyh8jjebkOj/xNRmuJepIACQJr6fcCACzgsNrTmCUJWlRYhNyJooJhAOmfx7dvD9sQATyxbZsYhumcPDN1K9xC6ufrSAE9fesmbFdzoQsyJCVMibQV8NcMxBEEJtBrujMzRMG+RAdU1aV1b/d3l9dTVigdF2F9NpdMaympKw0AZt8I7klkpwHAwh8sS1EEgC1itRtKutT8lSgnA4AB/PaIPI0XPxMA3oRIYDwYxHG0T33T9huX/bRHKuphEGNNW8q+XkrF0x1HJ7sM8M8VDJHlkuRrylQiyVogVMk8z02U07HTZGKVRRlPZYYy5Tst5gwhrSnJhGSAqkcBKwjs6b6L90g2IZdfbELRqVgTGHPnIDBL9XkGokLPCtG5qa0y9uLXSB9tXJUWPA20RoprNGBNLeAqZrBm0cHZuFQyoYwMfOgazuvcbkZ9q80N1+jw6gHADTpLS987GeelAsAa5KU0q+/NALBnG/XMowSAYbspAMAGAq+ngBbmprihZwlYSgRwGQDWMnqLng7a6v9KSmiCw5UpoMXzXY7xnQCwuOCSHdra4Xor2q9MMc/ko6VEABfWr9yjCADzOwNYmLEDRX4BAKNEGKJ/CQAPCQA8iuyCCgBvwOYVUzVL5K7qQdwTNyHNBQFg3Uv75L0HZeBiDWBL/1wJAGcpn8UZqBMAWHdyA4DzPWa1mFAn63t5DG1tAeC6PnX+PMIF26ir5VGuO93lrNqRclFgeUPZeFXX//bP51QGzIQhNVKpOJ/FjKTICTWnWQQwz8gDzzV9IaO+NAIYggbz8gN8FSDYCrEXUkBLHWCt/0uPHK0BjM+sAcwIvQIArKmf5VUZAWwCu6VLXAkAHLrAwKQGoyk2LesmF7DqE+fpOJJJKWIlgrjUAVbg198TELwOAK8DwJ2s9j9vAFhTuWKtSJQFPY4JAAuzKgLAQ6kGMAHgsYoawMdQA/gGoizn5qF6LwkAVm1TvKgiCKHes2pQsOgzrvEygCF8I+cRFRtv3BVaj7nA4x5cNHRoPJK+b9DcDfbZDS96S5oiJCsDebUZHYpgQ3mzK25PlRuwneJe1fRcYzqTYQBgY0iLS0CYMtItRPbeuHEdkbXXJd0LU6Pw3gMDveHFl55HBPDLiBreLvWCYcsI1wACnzhxJpw7dxG1U6cRETsQ9iOqdhRRl/exBzAC+OhXx8PZi1fCJtzvZz9/GwDwawoAnzsf/tuvfhM+AEg7DdBs30EFgJ85uDf0h/vhy08+DH8CADwPj+dtO3aGxx9HuyOjAH3voX83wsWLl9HXyTB7bz48vhupp998PTz35N6weXhjuIRjH6HdT46cCN9euIYIYNTyhaDHVNWqRNxDLeFNYT+e5eXDh8Kbr70QJrZOhGsA8d7/8FOkwH4v3Lg2hWeH8YX0C5qZBwA8gLTCT+zfE5579ikAzs+GCQDSU7fnwydfHAv/+rv3wmmMwz04SG3qhcdgXzf2THirAghfJO0CAN7EftDzwfZplXtL9IOvUYx1gMyEFtvNUlpkE/hzjpNTQzHyQ2muCgAu9CBroEmY82O5eOrGkybBKKqh8T5FevaorBixmJ8nCoT+8TyCv3zxviL7iLFQjXmMAub4uge+G7poBKMAr8I81gCA4DEAwONjAwCF+5EuD0Y9/D40iHQ/vd1i5CKILGAwaH4RadiYpuoelM5pRAZPsk4wU0TfvgMAGMAwXrP4/R6igpkm+j4jg/Gi8wWNOG66ivzH+JH0215qqVL+pbzJhbo0UyKtOd+yc2Qk5XQ73yRBsfNGudBozppSMJj/pijf1h1MeWU0u7WQrN/P2KZLoJGvmkQq15Uv9me1OYxAsI+Hz6teF4FYA2kLtF+PVKlxu43gr0OBf9oAwC5nt44TO0iTbBEAbu3j6gHAEQSWm3w3ALBn/ugImCmNe+GanNfZmq4c05ofJTqz7q/BCCl7bztaqW+4AijrvNcdjVnt8yYCbgT2WsbSYQJtuF0ftO301wS056BR56OwxmeuAgDstX+7wPslE4WwNgWAC/tqPlbCohpoco0fu675JlrxKMCma1v4Vzs+ahe0o7Om4eicBr/DQeU+uszbCWkYiFfVRPM6MseDOr7QwMvK6711XIsPVe5HYQ7b7KGpTnZ7PuPZcKoeqQwAq7xscoBd4HIA0z9rBDDz5DJgAC/I+eLoK/+ZUVwM4w4AE9BVQ3ZM9yyZoRJA7MZslydNqhQA+D5BYDoeon7g0PhE2PzYDgDAu8L4li0ij86jPuX0zevh5tUrAgDfQemQh7CVsdSPAMC4XgFgjQIWwE0cUFRfpq1pg8i2mgKakbzqeFLMakE2Fx2EXdZS4duCLjaJjDswgKxJiEzW2r+ayYSAnsh0Vp+Q+2EOANMBkmClgMAS7as1DntgDO/li+AvQOBevBT8pdMk91WCnuLx6jMlnNNVGeIDzKyj6YwVBBKHSZkfTQEt1kubbxUXSzouDOnaujnR5jpCg3VXh6h+BRf5lcndzsvw3iozFM/RU+03sznInpGlgfY6u6kucOqS9k93mvjKnscjcmnDIAgskbkybm5PyoY8t1+45lc2Hfiz2R7m+pI68jNEWR1rywBwW1ByTffBmocoMRKZhTbMut3xvMn/XACwr5OmAewEANZ1KplFyQMEACbNLgcAns8AYGAOEgG8DgCnrBirBQB7nV+mhbZ00HT+kBTQVmM5AsDmMGU1gGkgKUcAx0AY4WxKB4kHUye3V+TnmXxt8ka0NRXOLa3vFp6j2Qv5onFzA2xvTPksEcAAgSUCeKgVAE4grfaS3wUAht2IAQTcT/vwXowAtkjgqhrAAgAroOz7aywLR/tUXGJ5xK/uA2rfyffRku2kxPOW9nVt9JRHAwB3wq+y3bndvlAayKbTy/J04dIV6Avt5rLrf/31uWIEsNCMx4moQGDxJLEtTfVsKaDldBU2fGFSgNcgFU8B7RHA6o3jILCmgyb4O18EgAs1gKsAYK0DvFQA+AFBaIsAXrQU0Av3ZsPCvZmweO8OvCs1BfRDpPZkCgMCwPL0nq6yZd1kTKhkhMoHXpcfGZTWNkXnFQDOwd8CELwOAK8DwO2WrjL3JOw3n7+6gqyzsjqWtsIIYFsnuTLLz0UAmMCwRQC3AYClBvDx8wIA3wOItoHpeCk83ocwglS+TAFN3pBHADMHK9PG80R6oZkJQDZTSf9soEoSnBQvKQITroQZT41ARjZXudyS/xz3a+MesgnoyRGgMRGoTpVRIclAamk7Z2Clq6Td1vms2oj1MW2PEOUfQgk833qRApfzJA4/lu5fsjbAy40ef909G8OhQ0+El148HA4efDxs2zYOoahHwNnp6VlEDV9ApO+nYRZRkTuQBm0QdXIfgF9fvXIlnDl3IVy7ORkGAN7+/JfvhHfeehUpoAcRAXwh/Lf/71/DB6jTqwDwgfCLn/80PH1gT+h9cC98+t67AgD3Dw6HZ557Ljx96ABquo6HGQBrx098G373+z+G44gwvg/jwZMHD4W/+sXPpX7wlsEN4cTJU+F3734cvjj2bbhy607o6hlACugh2dv4fMwmMQCAdve2ifDCc0+Gt15/CSDzljCNNG2ffPolAGCmwL6JczlerF+NGsdzM2EY9PqDpw6Ew889FV549lAYGRsPN6fnEGn8dfjNb98Np85eCPeh4GwGmLx5yygcogAQAlS/i1rKD2Hw6N3UDyFwo4CBYrCKf2l+cxrRqccxoz/lBTr/svnLoeLmllNCJwBwgSZKZFSmIZcu1BCeTi7zKD1ezdda+VmRnr3dZIjk2uEjl+mewjN5iUCzZuhzo5/StnhkIj9dNyxUbG+R1if+oSlJyYzfenBsYIBA8AAcDIZRL3gEtYJHEW0+GkaGWPMFqYOY6odOazTYiUKhshXrXnu6qnnUob43txhmbt8Lt0DvU6gVzNrB03jdBkh8F+mimUlFppOAghgc+YVz6MZHjk6qmauGTwOBPerUeZVNu9JLlFSkvaQ4GO3oYeMk8UP6LjxBAeCqaVNazeisQHL6DEVadtOr/+rONkVa1cFwnmRGv0JqbJtPWyt5FG7k37HJepqTKV8SAKzrSteWrtPWe1fT95IAYCFtpe+oSJCf26uoHEfStWexPSVqkHW7id5DUtDXGD/lSomG1JfX3c7HLK55rh1b3B0BPGsGABsPqhNl1ggATlFzNfPf9LPP93IurRjHuvmM9B7vU4oAbgK/fa3YtTK8tef7PlA3Cct40NW4ZBkAsMiszNFmQEsOAPP5lc38JweAjU91OkUd8YeaxtYB4Hxglg8Al9dvMwBclOta+EjTHprtC7pSmvgGZZRqvcX32vTuMoyDgtx/VOLzyGABgAU9xG80Rku0Ij4TBOa52McZ1ODpKjX7kxu6szTPjQCwlehBd+ZpJ6PdB8DqCNM/P7YzbN25M4xOTIiMODd7J0zduBpuov6vAMDQATYCmJYSQBgZpoFO6Z+tvq+ngBbHaUYjWaABgGBJV29poHMAU8chilD6iW0zjTNkVilvYhHAnv5ZUllbfUiOoTprsz91ADCje7XOId97IU/34yUgsEQBK/BLAFjYp5S9yQDgKOLhVyZDwhgsUH8ngCnRv/qbOidHVccAYMpepV0u0qDJO6YeJOmonjutPgAsVFq6YZyR+LvLVgQApC6kgwKxDJ4vmOKab0UwPbpPQV/q6xJRaTKzVpfJ5XGXCZ1/OGBe7rNu8RIFbGCFO+DqnGS1gGUduWNqzVhL82sDMJgy2HYLklloI5a0O16YjdYha9uH1TihLdgeb5IpeZU3bne8fFG9PqFnpvktZqMyXcuAPtGgxJFA1/Y6AFwc587n166TcVRizHVS8qHlRQC3pnqWKF/ujwB8JfLfMtmlOsGeKUMjfmXPpXe8ZTfrYh1gsSUoiOnSs3xyO47rZwVQtyRfG69fKQDMLJRdAID7h5DxbWKb1QDeGnqZAhrl5TbClslsGRGoFR6tnIbvupcigphRwBIB7AAwagCbY1S3lElQJym+iHFJtgfj9cz6IeAydeyM7+cAcNH+8ucIAOc8hbJKE1NdbX6l66ejfaHECpu2kUcGAP8v/3CGI5jLg+kJo0GUmyAfWR9Bh1SS3RgD8UvUmCSxCzhJPHQsN7/U/AXIEgHgWA/YAGBJyYAaeFIDGC8YOvmZ+fopoPCe7VJAe2eEoVVEABPkiSmgEYm1OHcXwK8CwAt374QH+O2BAcCxBrA8oxqGWycwI0ScUCeq6HiJVCQAcEsEcAb+rqeAdoZVMhZXCiNpE6s6LOOeAxsSObW8PzH0twjpqa3Go403dYPzcnr25wcAq7HY1ol5NEvUPB0nyFtkIapnsihETAENQI01gD0FdB4BfDnWADYAGOBKF6P9IDg4ALwoADDA3lh3QoURAsAKguQRdGUAWIjMKCNXmpwnmsRaBf46+cQUV/aDcmT5i1RRs8c1iteZZuI9LFK/pQMr3Ei/JPCtSJexHTyPeg2rIYB/UvPH0iB6Kxvg4b2RNVEhCPLw5s0TYR+iX58CAMpUz1s2jyM1c5/UPD1//grqBn8qJQB2wRAyDOCMzjgXL14Mx4+fDmcvIQK4zyKACQCPD4YL5y+GX/3jb8P7iNS9gcwRe1kD+Jc/Qx3fvaFn8W74+L0/hT/9+78jNfNoeOHFlwHUPo22t2JPeRiOnzwTfv1P/xY+xbW3EW158MCT4W/+6i/DK88eDOP9IXz99TfhN//+fjhy4my4gRTNG/uGJI201O+i1//CPEC9DagXPBxeRA3gn779w7Bz5zaAy3fDZ198Hf4I8Pjs2cuI5oRzAWkZg3J/7o5EqB9G9O/zh59GyvIDYXBoOFxHreD3P/0q/NO//UkA4I0QFp9+5mA4cOBxAX/P4bcb125J6uBu1CLGqEpmDAXVyEOKBKJ0YZadiNoZLYohOmXt4FzJvFoTZU5UBQBHysxPLm2SdUqJLeGiSSYzCmo3qgx7xmVbgITSahFxRmUaPaJyiTxnvNYMQtl3Hy43CsqViNyikwKFd4K3FDapfMbIEfOeFw9PCO8i4EOwFzAYkezDw4PgT4ye6AE9I200wOEh1FHj8T44D/T0WN99+ig3gRXNIyL9zh3UCAZdzszcRe1gGAMBAE9Nz4BWWTsY8hEig+8hMlyypLAfUjuYShQiRKg8UEnQpxZhTNIUxtSGiV4c0vNzhTJ08zRLWuJhMQ2TtyvNKFDrRh5px8BkOS3+ufE13bsgyudGJ21E2xZ+qNcoTXm/WttWsNsNgfbZHHjcWaKg8EpTDtK22YuFjEqrw56/+Jz2+NEY6bKM9yd/L1/p32mFI3Cd/iKVy7waZfNzScFVZcKNdLqf5oKPjLk/hyiSvj4adxNpk3yn6k96Y32R+8vWYu1ax7VP/kWdTzoCd7TDhdsWrsMgFZJ2tfCHujFmDxsMjG5kqLjcx7DMK/NT655NxyrRdFXvarZ7u67prg3PmvFY7UIrUNPU/5Qw0+TomnEu0Jc+qtJGbddy+qvv/3d+pAkAthSrCqq4wYkeiQkAVvBX0AzZRyIALOuk6EhRMADI5K+V4Xv5o+h8paqFxghgofXIBDpb8znfa7eec7mlRGQF2aVdO8sfmqVdmcn3S7tQz6YjbPFR0tpK8k25ZV/rDauwYT37+rVdpyRbcX3bvlzBUwp8sIKXx54mxpj9JMRT/F54NBysZZZJ/1dAK2UnkT0fl4prGPUYSc9sznTUZwAsKgDsKaBV3yEAnFI8Lw8AXsQ4Q8QL96nPbuoN3ZD/R7duF/B3C9JAD4+NySPfuzMTJhH9exP1f6/hdXdqKnQT/MWjEPwFpKsAcF73N36GsdqifiUKWD7zN+VJ0RJiY5tJKLozSLQpHB9Z8kQM1gOWspLlfNQJUsdGGTx/8zqFDgIT7GXWG40ARn8tApjRv/3IbjTQB1lZQGCexzSZ+oriiEyszpmLWcwsKIElcISl4ySjgD39s4ur8T3SidOm/eB7ke3vBauQs6kmfZ3SaKnJnIar932PWWvaB3PC9hsocbsoInsNdwcHfwUc8BentkpvKvMCHVdPB61pdFMUsHyODpTenu5Z3Jda2ISlqPZ+qiMA+6x7ny9gjQJW4NftBrouaxbwmu6DqV9NPFhmoY241cB+WppenuTW1MPOjnUOENYRdhVttrt3J2OcA8AuEytT0XWkIyYU2wgA0xkEgQcMPpAoU3eqLqeAXo8A9gFdFQDYU7vDFlWu9ZsAYE8DrSCwpoHX9NDiBJKXTBBPHtpemXWReTKsDnBkuBSeqDtaFgtZnMZnImNyedyZucoQqwcAo9wX0j+PAAQeHN0qEcGbsD8SAO6WbBsafSxBioLMQmKLEcAKAPdK9ji8Ww1gZvxwwJcgMDNlKN4FBy60t1HqCatTlpR+MEdrrQtcEJHUViJLKIHnxZXayRpvt7b9+Ar0lAYlt15UL/MU0kMTB17qs3bCs8wytYR9oR3ff2QA8P/8q2/Vh9KF75Z513TP8mdPkXtOuvTt4o1HAQv4S4EZhnYu+Lz+77ylgp5HDWCNFEMEMMBfGjOLNYDvxhTQnEYujJj+uSICWBlbZgAEE8lTQLcAwEixw6jfxbsAgLMI4AeLiLRCBLAkUc1SQLcuiYxY0MFlA8Cs0QIQuCvWAc4igHGs236XVD705BTwS1NHq5Cv7572R+tQkXHQY0Wjm9RIqJuqftTfnFlFBmnntEoubmisJuVohJT16EKdK1yaQlc8Oi3Fkqd50PSU5vljBl8H3Ro1O+tgk2AjSz8XLtcQAK5jl5H91HKAprXXjgn/eQHATqNqPfZaapYC2iKAZV8j3WJjFFruBAD+5ET4GhHA15FemDWAGQEsADAVSPCeBACr0KECSA0ALDSVUkArqVdtQAYq5CBK5XSWNjAl2nhmWZnsJFLTz6F3fBIN6KVd7kD95h2NffEiFSq0Z+nZ8ic31TQZPYXRMIqSxhY1MZCHjyI6cv/+veGJA/vD7t07wtjYiPChW5NMBX1W+N3Bg08gUncEm8hc+Pbbs+GTz46GrxGpu4BneucnPw5vAwCeQATwxYuXwj/+5g8AT4+Ei7cmw+59e8Nf/sUvwrNP7gt9D5FW+f13wx9//3t46A0gAvhwePnF58K+vbtljL89cz789vfvCVh7DeDqE/ufCH/z1/8lvIwI4NGeRdTk/Sr8BimZj544F27MzIXuvmF4+w2L8CnGDwiwyO4bxgHovgTQ+C9/9lrYhXTQMwCwvzh6PLz73qfhBKKaJ6cQPcy6vRDiuM+MjwyEl154BmD0U+Hpg/sQHToYrt68E979+Ej49W//FL49fwkRywPhjTdfwXk/QN+uAYw+Hs6duYiI0DsQBDUBnEQA05Rjc5TPr4A1Pt8lmhI8UGZD/+Q9pw2SZAPraTIEJwcBoZJGBib0Em9knwtEavRrwmx5PyiujaLgpuJM6SnkFP/NDTEGhFtXZajkFP2Be+0mCOkU5qWv2bHY+diktWnKBmmaadJ7YOzqQzT7KOh8Aun9JhCBTpofHelFGnSmh8Y9cG6vCP4q4DPNH/dFGmPm5xgVfF8cCyRV9K0pqRV8awoGQtTYnrmDVNE4Pgd5ah5yFNMXEoyWlIBuQLOoFgLAXk/apycBhibFGb2o05Pt4WVDTeRRBv6awShRlO58ebrnlv3YjvuQ5k4I0F0KbQAAIABJREFUiXDSHse2ipEJfpb2Iaa6bgGBzYlPDIlFEFYuK/DvNoZyIdNEV/W8n0OX7uUrruMIYE3e37J+3CiiKbF0L/RXruRqmkF7FlMWy425zGYCobYTibyKA+jxJhOm1jzCtWIB1PVW5hf8rjxHz6k2mBZ7WzbCFa5BYysBgJueqZyONO8VH2+5KaDFBSdnf1nDUWZsw4MbmfQS+HfT+BePlVJA2xzW7RX5tUaNlV1Wnlvk340bx3d1sAIA1kc2mpYIO6/FaFkkRPey2oyUWV3vcgDYv5fWUcEAIItjBYaVtFGVRqoTyqof3KZ9vwwAl2kq8pplzF0jf3A+6O0KD8v+6hbZMvqxape0ka+a75P4euFJTa6xnbCGp6phtMzD5HtJViqv6USfLuPoGS5naYBAvd5SmMOCHNb6tMVzW+czP14LxLE3tq8XnMZcNpDeWhY7+w3WoghQwXDEMDMDq3RUBSAWEIu/M/KX382YTX1Ragh7Fha1a0TjtjmhcVcn+LuA8b5PMLa3P/QMj4ax7TsAAO9CCZktcAgdEnvJ3RnId1dQogbgL1/3pqdDN4aYLlhaA5iyIu086iAdSybJZ48A1vImyW5kaXllD1ZaUilPpXX5F8c82IJZnXp6rV4hDNfiBIk/MeJncpPu+wpEktXRMO0AsILA+p2yLqN/BwH+0imS5VEIAAvwa/RjLFL1YHkpCE/wl18J/kpgCbLlJLDS1GYBiVymV5C/NtuG7TlFANjk1oY1qjRXt+uZPFNzWGSGtht3NZ9OW6TqfLEsTQYAOxic1kiprbhOk51UAHWOKx1IaTOVqGoF9/1Z1V6ooEuR75AadLB0X6T6b+9RBlWe4/K/rBt3RLWbVMrRK94HmzhpZ/JGm6letS1hrRtaXQB4NXtbBoBT2wU+Tx7VFgBGdlEBgLXspGbVWgeAK2cr03ubI4BTZgANqlOm4JnHxKmcPEOA3Szdc2ZD9RrAEvlrdYDdvqrOVAoCa9bFFBUsWbAkCljLISUHVAOAyV++RwBwN5y5ZK8tAcAMzhAAmKUPECDAFNBSPgz7Kb9rcIFiW90EghkFLJG/FgVskcQa+cv9VfdLcbQx3T4X32LmNi8fsGx5sxN9YZl6ihoAXIJsIdFObAJ6ER8uyZ2ttN7JM+RXPZp9oaD/lR9i2fPXnk93/U9/fwY6ahMIpUJUnC+ZNx1w995SWUjD8kWYwg8JANaoFAGAHfiV1M8LAu5KOmimgRYAWOv+ag1gfZVrALcFgDOjGxnLsgBgRJ3FCOA1AoAFxM1qAEvqAIsE3titADC/EwwhwMvj6wBwxfKuBN8ia3jkADB70ugdL0ZaZ4btF2zxjD9PAFg93LOXRFkoKCz8hRufFgqSqNLGCOBrk4EpoAUAvjEl6VW5ST9ESt4HBIAZPQcQWCOAIWRQEImKe0UEsPG96BluxoOqmYverZb6tEUILyunqiEtlQj0/JyGrA1Pj8b7Ko15266dJi210mBXUFQp+HkLGf/nrV36iMKYe/7aXrHBKl/J8xIU2xRGmCZ3Ygz1b0clSpKC0H2k9JqavhO2bNkWXkKt4F1Ip9wV5sOZM2clSvfIVyfCHPaNN995Lbz5xiuoETwYLiMq+F9/9z4igL8Mp/F5+66d4Ze/+Gl44ekDYaQnhC8++iD8/re/lxTP+w8cDD985eWwd8/jSKdLsPlU+PDjz8OJU2cBot0Lh558KvwtAOAXntkfhroXwpEvj4R/RkrmowClbwIA3tg/EvrgrQ/ii0JrDx51GCDeS4gA/utf/DjseXwH6gvPhSNfnwjvfvB5OHbyXLh+67Y46NAQQgB4YmQQwO6z4UVEAD/1xOPiXX/5+owCwIgAPovaw8Njw+En77wefvTyc0hdfi18deTrcOzY6XAV9CwmoC44/dj8CKBiljDnJTkAXKznquQicjwpwkigYM+oETiUjloBHSdYUSQi9Tq91NOz0o11wOk3kmR2jE1E+tX2ivRapGdtqtUC47+nW+g9NLmD0XTpWqZaYwpzjW4vPot/c9lIAW1tPZ5JdkVQV4Bg1H5BTeABgPtDiAYeHekPY3AGGBlC2mgY/SaGh8IIjvchVXoPPT5NtpaAFALB4FFzqD09C7noNmhsClHA00gVPX0bteIQKXz7NiKEp6YlZbjwNnrlMlU5PW1p0MSfGJ809EVoho+tihV7r+mf5AmiosdjaoCjIuYPF42qbja0aNd4gpgSywBwZCB2T5tLGbB0LKenvL3IG7NpiP1Ax12R1RRSRn8xVX+K5CkovDxtCQBwmU/WGVbk9wIAnMaxCALHBVP4oODvygBgBV0MkK1aDw6OZOcpT6lT6joAgKNCamm6pAtFo6GP4VJqAK8lACzp2Gv+1hIATmm7ijcXdlTbIz0gUdvL/KNjiP+1U7QbAWCZ1/q/MgBcZ/jWfSjj98t8rlW/rC0ArOAL+bsCLiqTPnoAuNkVebnj9H0FgBudP5zHLfeh1+K6GvmqszWp6ySX/dJi5pajMli9PG/7gV1UlIXSw5bXtRuo5M5i5zE+JMxIgUPZ70v7TIEH+DF5hGb+VQsCl6+rAOKKwK/v77LRm/E6gZ0yXjJmGgUspTIocAki5gCwAb8GAEcHYAGBUz1gAr4KCJfAXwGH9T502VzEozP6d4GGYkbWjo6H8e2Pha2o/zs6sVnqA9IJ+S7kuUmkf2YE8E0AwXO3CQAz8ldBYDUEm4N0CwDMaF8NAqDdSDJmWQSwywUq+anuAGzVJDndW3i+1CsE+EuDdQ+A4G7obYw25p9nwXGKcaM395YIADsIzMhfpHbehAM9kG0Z9TvQ34MSPwCA+7QesGr2CsVGmcrny9ITa8Qqh8YCSwQIVlBC6DHSgj1TJGcuuPKOqrJRdU641Jeq5a9icD396vhWMw6VrjrZu5skAHMeywEAmTOlB08ZqmvMpQl7zwBgWbWmA6i/gwK/klabkdUiv6q+kGrW55F3HAbri6s+vCccviO/cNDY9SIB8lPmMFlrdTYUGYJlAgxt+XZn8obKJm0b+96fsA4AK85wH7a+eejQ9y3j6HoNYLcDKC8gT0gpoPO08Ar6ik6b6bUJ/NUU0JLmWfZFfTGTotb+1jrAGv1r+6ZHAnvUbwSANTJYAGDaZLFr2k5l/Oz7BwD3SARwhwAw7UDIesjMGg4Au8OVA8AO/goQTJ5OBynJrOAlFqhnmG6N33hM/9zmkrTIaNNZMpfqRBNdJn9uw9vb6aXpUar29vxBO3mG/PxHsy88MgD4f/z7s6KORMNxabOTeaJxjW9+TDmECM3yvwuPrsQLAIxlS4HXPD7WAWBKSCkFdCUAbIDwRuSZJwC8kQJ3jApeB4ArhfF1ANg2xWbu3okg27mgGxlBzU2XVwNYDAvGQ6TWoHudlmsXUXE2AJgb49IA4AVspowAVgB4AUKhAsAo1LoUADgCC+YVVzESbQFg460Fm0YFEFI3s2nL1zMSEKtMWYxEMvFmcSoowcWNrslwI2JFxTrz34oAsPK5uFlw76ATjZUQUOMz6+HSKy4guhIe4YiQpKc5gXmKezvhCf/iCwCAkaq5Z+NiuHLlKqJ/T4eTp88xJwMiY38YXke93TEAZ1evXA9/fP8ziQA+eup0GIcH/U/feTO88tyhsGO0Lxz78ovwu9/9Idy4ORU2b9sRXn31tbB3775wGWmljx79Knz55dFw8fI1RBZvCM8++1z4u7/563D4B/tD/4Z5AMBfht8AkD1y/Ey4jhTQm/qHQz+89em4o3P7AKnYHoSB3q7w4rMHwt/85Vth/57HJJPF19+cCu9++GX4+uRZRPdOCy1TMV9AxokJ1Il9+YXnJAL4KaR4ZjqYy9dmwp8+OhL+6XfvhguXr4Zx1I9lneNXX3kOtcBuh1OnTqHN0+H8xevhDtJAg3SFhn1aFJx1gJap4RTQc/1fszK4iOh4G9ebGe/yfd/IpQxDRDKSdZnaMrkzAy1MLmgPYyRTSDSa5B0pa94JYM7XjBpDEz27LFO2s8SoSV0ssXe+RGwV5U1pRAP2Yk2TWzTKuLFVJ0EN/wII4FxPxajyk96PbhCsM0fnFab+GRzsA/g7hIjwYUSzj4St4+NhYnQoDA1oerweREf0iCMYjXeasYPR9F2guftQwu7CSDN7D/WC78wD/EW0COoF37h5C/WCCQLDmQ6OdLMAg+fgVMdSGg9hLFOeoJEU6peislzspj+iAJhunLF4cUuh6OCqE5dIgoUIYOEY2cs+Cj2ayU1orCScFydCySr2zc41A7fzxMSX9IHEoBUBYAW4xagrxq4MGI7GL1N8/bkjWFlt9alSTBJV+nP6uObKdZZk0QxeUru5Yo1oV0zh9gdVElI6478cP/bV1k1UIKz/8rP+E9+zpnS+fc1l5zUBwA7/Nhk/k0fydwcAlxXczpVHPonV4y4Pji2I+pSqOgoriQB+FACwAzj+uO3Gah0ANr7r68jWjfLi9gCwLFpOtObE1PcI4CmP0TnJCFAE8Wr+U0Wmxd/qr1X2UdzD2reXzlAHp+orIiez4wXXAOdFOS/r9MY2ME2jkT9SGThsHsbljnGnna8+z+9ad/c2bhWRNsrgqs5BLiOlO+gwegSf9Uv2ivyvfH5x7hOoUwKAcdoDcZTXv7LjhxN3onFcX8P8Yg/yeW/pZ7xTyzpRccGN2ZneYsZtB5t8rESGY0SijFuSH9TQrQAwneekPjDBK9m7LQMUDdwSAaVRTB4NzPf0u0U02Z5PsT0CwABZNwwMhIGxzWH8MQDA0HtGxiYEbH0IfZQpnycvXw63AAJPXr0c5hER7ACwspQMAJYoYC+dpNG/dEqJADDlSP6WZYOLpmI+F0fNWAfPIdgrqZ+hm/CdTpACIsvoJrnG55tz7lHADgAzTSUz2mxijV+p84ssN/CYZekTyrcEgft6kf0GvwsALGOkN4jypIG//K61fv1dgWDx145CdqLX2Mf4EwWmnPcZiFC5RL8PAHATjzF53bYUTkqsEZmlDRVQQBYUzzf5U8bA9XGTNE3U91TQTKWrUcCqIxAELgDApf1Jyg9JH2w5GibgDkPpWn2mMgAsYI/RVOGppXvLBBiahk+OdbbHCh09mm2i7RMs5YR1APg/NgDsOmztnJf04k5oIzpJO45je1wdACx7p+yJ7jiie6FgPJIC2kBgAXgB+Pr+KPV/E0AsEcEGDmvEr++zmnXRo4ATAJxHAHNFfs8A4KFRyTDYjRTQEsTHvZB2o+igU4wAluhfpn/uCABm+QZvS/VNtispoAsAsM94DgDrb8sHgH3vqNMZOuOhlbTYRsdpp5emNsv7evlu1TaW6vWxtOeJgbGdLLaGc+SuBQWwdLJur2vy1/U//P05gQr0/xoFz0PJC71QVcPVDd0obQAJAMOlUABg8f5YjwAWs+cSAWAK4VoTOEUBr6eALq6DJsHGlYB4xSNIAc17r0cAV/MVZ3qFSCDRMCW/hRm4GVWhyi1/EwiDYIjU48RGyxTQg71h1/ZxqQH83KG9iAztk81xAW1dziOAUQ9YI4A1BfQDKDkEgCUNtNcA7jQCeLUAYD5RpuMU6FkYPx4i239zFuzbVcRmbZhFRMqVYhcOWySBziOBongRb1a1H0ULgu0n2hEFgPWYehR7/TsaVDTNPlPlioEBgzGISMhtWzejxu+ogGGshXr1+i2ku53FsREBgF/94eGwebg/TCId7sdfnAjvAQB+/7MvJHXy22++Hl57/umwf8dYuHT2bHjv/Y/CSUT5diGzwquvv4FI30MCAB85cjR8/sWX4Twih0EV4fDzL4T/+nd/AwD4idC74V44igjgf0UE8OdfI/J2ajZsGhgJA8NjUutDZ4bVgBfCpq5F1AA+EP7ur38SDuzdiSjf+fDNiW/D+x8fRf3gM+HyDUTtirFmAzxPAQAj6vPlFw6HF549FA7t3yUp1i4xAhgA8L8g5fTla9dRK3ks/OTHr4S3XnsBxpKNSPt7M5w+eyWcOnMpnDl/2aLZqdRoXVeOb54dQ5aRCew0ZmX2OYPdMgBUSCyDsYTuWgWnIgBsIGJOBhmdmh2uc6Elyl7Noo73MpeXcmBKrs6M9XkH5BYuTNmy8i6nrheN8WLYAl1G1M3ad0NingZPQX6m2zMHCO+kGf7pLbtAhQf3Zr0XpvrpoaENxrV+AMIDUAoGB/rAz/qRJh3A8ARqzYwOI0J+CHRNQxxSRMOAhsukP8QPF6wWGstp3ENU8AxAX9YHnp2dDzOIpp+iERHA8CTSq88iVfQ86gYz+wrT6NG44+CDA0M6PqbgkReKccbAyAxAVSA3GU3VMGqjnT7ItTJkpmTmADCPORWK0unnWDNOww4mi4Ew3iInNqdeA6zdeCvn8zmVlmPkbf7Z++rNCQE5f6ogX5eTs0PZytFfVfCI7x5l5M/hQLT3p2qRSL894trHQ4lbmvHloun2dM3kBnqZ2Rz8rVhWnQDALY5BbRS3tQKAZf8oPYP0zeYtsg9f/1WDWjmdOtdVoEs7BY/3/D4CwE3KpD9npwr2OgC8QgBYUkKDUhwAFkIVyinQnESFCcOzNb5slb+wEgoU7+yjIFB2vE5a119+qer/6ZcyAOz8yc9o3uWzlmvBPz1H2snl47IhpYJv5L3s8PFX9bT6GfJnajc6qYXyOs55lvL/vOtFmmvlAenklmE0ai0D7EqyuiEl2azETcv9wPc6xxql0bwfTXB49Uiq05fv+UYgjix6L3HYUzqLwdlkBe7beXYnGq5jvdIoR3gNU41wErDXUz8/1Oim/BXbpz0M3WEUMKN/F+jkPzgYBhD1uxng79adu8PwyKikgVxAhNrsFHQeAMCMAp6+fi3chx4ECFdLhKCNKgBY00Er+CvlwSQCWKOAvQawOCiK5JUiZT0FNOdRyp4AhKZjKqORBQCW6GGcL9G2Kkv5mk5yhzqeCrszIzXBXYK/vRL5ixcAXwLA/XjxM3///9l7Dz+rjixNMIAkfSbeChAgEMIIIV9SVXdtVXfP9MzO7M7u/nb+qN5/Z7qnd9tUl5VFBiGHQA7vPWlIYL/vmIi4/r3MBEnV+dDTy/fuvXHjRpw4cc75jllJQznpSPQV/MFAMwN+PeJMgsQE/OXYm2+igb8630U6sdnPtZrEKIRWyc+a1tnjBYCbfXCSLNfOcHKGZzwDjyJ1IgneS/rQVBdYmWQRAHbQVulex14C3wGqawQw7bYOsNt+ZdG80VMgMnNzPnbA2RyRlT58/1TakJ74GiungrZ+xGeXx1wCgBdj81kCgH/aALAm6W94zRf89fVm+2UKWHF+4Kn31fGmNwCYex/B33YAOE/17HuoAsEEgHUP1YAcB389BTRH4YcGgFG+C/V/WQN4nDWACQCXI4Bt/xN9GD32Egh0/FfHqscBAOuulyx7tjeYvaCJfJp1QW2v/dUlzdZcHZucx7WV5vhwbX3s5RniRma2lC75O43KYjgHdd6tY/4Wsj8s+3/+xxl9Ble0KgpXGmARGuyVwN/sNwr2ogkoAMyNngAw8/EvRQBT4OwvAngJAO5iPq7o1S8BF2zj0SUAuJVX9M7MnGU1sa7+IoCjcTcqZB79yzVD8IVvVSRYf1VqXEsNYGbjXSYA8NaNq5G6dzcA4B0AgEfEG7UAAJ9ACmgAwFOWAnoZI4Dp2S0RwACBJQIYqUYWCQAuprFyEKWenhnVJy/KWP6HfIfwUJqU8papvjmmjJsRsRyZ60pe1RVssQFg2UhUsdb/8Ai2f4ixXveFR4+ooGqNUqaGeQBhUeZSakWtMKUdkbUQkibHh8W4wvqmj2DYWL12fXjhyIFw6MCesGHVqEQ5fnHqbPjg068QBfyxGC3eeP3V8MaR/eHAzo3hHlI9H//sRPj4+BfhJgDkl15+NRw4cCDcvnkjfHXiq/DBR8fCqW9Ph5tIAX3g4MHwf/2f/y0cRjTvIADgLz/7IvwWgOyHn50K56/elgjgMaRrE08/8aSngIq+P5wFmLs7/O//5dfh2Z1PhYcA2U4i9fN7H30Rjn/1bTh75ZpAxQMCALMG8BhqEQMAPvBs2LtrK0C9oXAeEcBvH/0s/OYP74BOr4VN69eGX775Yvhf3jgSNqybkFIIZy/dCKdOXwhfoe2z5y6hBuwtgHz3whRr2UNZp+GGyj9risjYE7BjKjvyvSgHpWQ6Kkir4c4NJkp+VS9C+1mBJ4vwLvoCSEM6/9JEN++uMCNtvJFHldt0I4bBmBLL568IfuWt1QhSlV4a3Wo/NGI2AWXeAJ/VAMW0aOU8j7Jwg78sBYwXQWHei172Gq2tz6ofCkBxvjh/IwCBCfyuXYeIYKRJZ+3gSdDMGPjayAjqCSN6YgRR84OcZwEAJaZe5K05zPcsDDjTjAwGvd9EreBr16+H64iAv4X6wXfuTEl08AxqBs8JEKwevJpyyXkQacZSIQroq+mY8ghajdZIfE2joXM+po1FZUTYgDI4FSOTYC5jEA2wOmFCBXaejFekUG2jALrKtQr+ykEZY09h5+C10qQbL3PwtUhXDgbW02GkhUYqtTFkX7I02nGFOd04mF7TTjKwNq8hjQA22hEDu/Y3N8ZGxa4BBPkpA8AFpRVjUUkD28JH8iHnbDelgE4UWj/ZHPEfKwDcCpv0ODZOT+npSzWAK7picZzyOZKxagA1ZZyVIbatqid/jJtjNGCX1hifvYcIYDorijDqa1AXrcNpkdf5HiA/xH10vuPRPJZpz+x/OJsMRZlo0dhoxZGkg3YKa7SNXmv29EInbLybOtarI0T/o9V+xbypPXfAEVkloxERsYs0UwSB2/a2dvBJZYzUdhV4Lk6E70M+Cvm+6XWxe52TclslLlPhGw4AJxDYKTTtp9EZjGAU5R+TMURu4G/+FpDKo5RUlvA00W7EjmCvRf5qhFMCgZsA4Adw/huYmAij69ZL9C/f4+OTohfNInPLbTh9EgC+hejfu9euhTn8RsleAFbKVpUIYI341XrATE2vIPAAwV+CweacqHOhegBFFHlWSkYmTzDjzUqrUziKCGWmgmYaSr5oz6sHf5Wi2XYhAtgAYAK++Xt4GKAwUj8TIMZ/hlGiDwY6CgAs6Z0V+PXPmPKZWWxM5JOavyIPpdXg9smKc54Rjy6jZv6aa0llOlW/vJZrG+QtuaqVX/ka7OL7NZKJyIAKNEgqaHsLACHbj10jHcA+Hm25pGmFl/hc9CUWx3gDgDUKWB23vQZwEQA2gV5JyvQaHR7lEXodaVrK6HB7k7Vl6dWzWsAVh0hZrksA8GLsPb3r411S72L0Jm8j09lLayPfY9irf881gC2MqHbwZcbmYW+JEcBRJ9X9USOAVX9W5yezdfAe5Ml2vjpKqTPUnEUAa5pnB381mpd7hv6OfRHnxRTQefQv/85SQPOcKgAs3EN5iGcZFEZecrg3nlPWf/17Wf4omFgrPIc7gbhbYWCYiQ2O+tijV63dJADwxGoCwKuxX3oEcKkGsPDlUg3geQHA5RTQVE10v1C7k8s2TxoAnid/XjTebvtPI1vqh5/1uv/qzXrHSxbIM7t0nAU0v+zv/l4BYBGdXKEoyB86gCrTZAJ0ZjZO90+ehWroh0FyCQA206UbE8hEVDhnbV95Z/V/NeJXU0AvAcCJ3ppovG3jq2yMSwBwK6vonaE5g2hSVBYPAH4UwV+NAJY3vZwZBSx7MgDgcUYAAwBGBPBBRACv/gEA4Do6dANE1FQbRj/XQ1WOc7onAFy8qGA4wjHZfg1YcYXWlV4BzHPhcAERwH0JmFEB1s1ZQWBapwi6o8cAgOmlLvWkeByGkzkIjQTJhpEWjMIu09auwDFGR2oqK4wF+OIwPOY3IM3zxk3rwnoAYxQSmcL56+/PhBNffwePvMnwxmsvhzdePBAO790WhmBdOAOw9OiHn+LzYnh2H4DhA/vhjb4MqaUvoAbw8fDRsS/Cl19/G3bt3hX++3//vxHNuycMr5gJJwEQ//6PR8PRT06E7y9eFwB4AgDwShpExMOaBgvUkEZU7/MHngn/x//212Hfrm0B+XbD19+cDUc/PhE+OfFtOHPpilQxYdoWAYAR3fnykcMAmvchYngzop8Hw7lLt8O7H34W/u0P70ka360b14Vf//zF8Os3Xwgb1k4icv1+OINo9nNXkOYX0cisZ33hwkW8L4XLly4jDfBdTS9M732r1SWr03K7FQFgCLScDgdrDU5zkCoBdxnxiVLA7zRAafR9ogmjSjldeUJf9JKTeFNe1Jo23Zgtz0YDg8Kp0lrF4JwvqzYuaDKQrkmVvFw20ssMvLVll5pSQ4qG87s1RIV0RmVodLv2T5QqH0uC9gRyxRkCyhFVDc4h6qQNipcoU0GvBI8bDatRF5rA8BrQ/fp1a/E5IdEUjAjOg46lfB2B4Jk51AueBRg8C8AXn/j7LiODAQLfRTrB27fvohb2bQDDiA6GcXFuljV8MhnP6vBoSmUHgoUQdH49CwLpx3+zAYm8z6lMGRFsT051PiFZSmhXYjOBV9tJ0Qt+Xx93oVm1+Mrc6HEasyydY6bc5kbfHzMAzGejgSztA1WCXQKAM9nD90EbJjdwty1zP7YEALePUpGPLgHAvreI4eWxAsDzNKzIdDZf+zgAYOFXMjDNtLQEABfHpm12W0Fp2Z6zq10+4W4hMl3xVQWAm5w+q5NXcOBwuahhilXGTwcrAHAm1/ULALc52ehNi33vFwD2FJSe+YQymMtoAo5aFDBTQascRBCUABaN1vqpwKjVO+wCgNHdB+Afc5DTVyLid3LjxrAe9X83bNkaRkfHZRKn79wNt65eCTego9y+dClM37geHkxBJ7LZXy5RllpyhHxI3tCpFADWQAOVOwn8tgDAaI+Z+vQfeRpqDEMepSPtMKJ/R/GmviO0QLkyA4A15XOyBSgAWKxTSICXUb4jIwPI5gTjOT5Z93cI+hfrAg9I3VqqgdSl6LCKzIEM/kJydem3AAAgAElEQVSGGhE/PeJXAsK8JqUSu86zfka+bCRo0mDUbMpkq8uomWEpVWkrlWsXAACzuRbuHHWEZk7qR6r9crVDI4ETECyl6QUs0EhdRaE17bLQPPm3jGWKApZawPcZce1JgHydkQ7yNWftsS3+bFiML8liBLA58UeZXNOrxwj7kg6hQ7+QfbBtFKt8o+5soYCWfa17nn4cZ/Suj9fT/ON7iiUAuLex1fXaSKOPDQA23d6cqtW5Oq8NzPXLFNCa6fWhBXTEGsDmCCXHCP5KjWACxAr4Cogs7xwA1jrBGpCTRwCnp48yxBMHgFG6ABG/ZQBYIoAHUAOYgUlWZkGccBYMAGs2B3eqEr5OJysxhXt2BfUx1dcSAFxcI/3ws3+XAPBpkdzVZq+flZdZj9MhFz5UbEwvF5tSBHAOANNLZBbRdrOIPGFBdv4tnzCYzyDlzTSM/nxPIaqLxdmnEdnE38lcuM5TiktbFFhs9CrztHPSj8xbRQULCueaWoB1Ph/gXg9mp2DsRNQUI6emYTjHew7vhzDkP7w/jfNmcD4jzjQ9abMhLgkRbZ59SoIc4GIE8HLUIo3gL0HgUg3gHx0AnLhMkURM8JfREHJwo6xH5YCJ0/grUTopfw+ZvhqR+SlFLXWkcqNvx+7YJdgUjjtQ1tuOWzjL00i2XVojkhtL5sA0Xelrbn5SZtfz53ftSmnIPjY9Qw1TaBmKPgBgox3V4125yLSIAgCskcDc/RQAJijIGsCIAAYAfORACQBGkxcAmL3/0UnUkD2tEcCIjKNSXIwAZg1gEziMFtXrey7SYgI0TFHKgYUINviQpFFUgMLXQf0oFjwdff3YqV0AsOtzcrqRUOTJxswFbJJj/pmdLJcJ8y+8ytRYBKarzxGf2O6ZADQDgKnIsWbtQ77VQ10NGLw3PQgRSYu5HB4ZQuMPAV5NiQAo6c7EmxlzBv64DHySqXOHR1g/dUxA1du3b4cr12/gfTNMrloVDh7YF15+fl84AocAppG+fWc6HEME8LcAibdtfzrs24fo4XXjAJnvhi8B0H507Mvw/sefhfUwxPyX//y34eBzO8PwwGz45tS34a13PwIw+3n4+sylMDA8jhpdawC6DZrh4hH2L6Rqu3s7HNpPAPg/hP3P7AjLkVL822/Pos2vwnEHgMn/8BySAhoA8CsvvhAOowbw7h0bMQYrw+kLN8I7SAH9uz+9j6jNW2H7lg3hr//ipfDLnz0fJkZHwjWk8D0BUPkKIn7HV62TveL69avh/Pnz4fvvTgtoPD07o8AixlWi2+HJLVMuC5/OBLY/43hMgSZOAgQkswhPqcSsxhxJXxmNA/xdPbo1CZ3Puu2DmWGgH75UoKYmo4wYqYyGfW0YkeqHVA3XRWCyTN5uJ3e1R1G6dZ6sxo0UVxCbT027wGT9s6BP7ZFs+Urj4vAlNE/ZSA2MkhacADAMbDxOQxzlJcPsdXzNWDOMlHwTiBZZNTkpAPA6AMBr10yC99GohqhgqaMNsBjA8QAiKySSHvMBfSuue6Z9Zgr8KaaKhoHxJsBfpoa+gbVz+9YdrIdZrDtNKz6HN2Wz+6Blrk0qbhLxm6cA1FAIBVz5z5RQxWJNNrTfZE+3wUlSkw66ywzKy0hsiR1ZbIrwBHUWEfOsPpP8p7KGXmc0kkfeirKq66AAAFt/9TdrR2fe/l9DMebY0gstORDtYLnzTx2nIjhdoH+nch3E4iGn+9hPW6OxX7kcr2E1KfKqnsHLcU8jzfUuQkC+sHLq9+O13ZIfoyxufRLHHVlP6f5lz2xfs42t2pqMRkWlmkgkKnunPhf3s/bZ4tGmCGBbOY0ykVxbqzDpk7QBOcpfm6Qt7XPjUb24mTZa+pR4m41hpZV0Vx32bN6yHqUuNI+v81K/U8uZRnKdK6uZ8B7HkcWIAKbOJG9ZjEqzvs6MZhUsK66z+VudE3etDIkcaqKq9gEs00L5bGk1tl3YMRMzjxc5n+pl0hpsEn4p5ZqmZoQAMz5Rd17rWmnuXy+U2ry6W/rcvLStM0X+XOYxuXtVXL4uk7t8JKNi9Jg9YuGZanhuUwS/N+sSmtuS0nRncygHO0avwHPa+GhDOyoK6H7vtgjhp/memhm2TX/LHdo8PbQCwYwCVrBKQV4Dgflpv4mB2wBgj3DyKGCPANZIW60B/AA8gRHAQ9BXJjej/u+2bWH9ps3Qa0YlCpaZi25euRJuIgL49uXLYfb2rfCQTrFoQ1wMGVUkaZ7V4OyRvykCWH8jCCw2JgGC9btHDalpXQFgSlWiT6MtOpAS/B2BjiXpn/FdnIlNlnI5T6dSORdH1sFfN1IPwGq9Eja6IaR6HoNj7yT09NFRpoHmPQj+quMicz6JnGTRv5RZ+dYav/Y205GLRZppkJc5DVT5RLJOpnmPa7JlDy3uV1U5TMsYNfAGG5NGzpHJtuVzWmVP71Qry9TGOS+sWqMgsALBzK6ldYJxjkSLKVDAczlOrrdwfOk8SuB37j6zA1kaaAT0sHF57AYAWHQlnmZZibSrmpZao4CTHChr00q1OAAscjqbN51Bb/bDAsD+uPPbNVsn64ke7E8fb9Y9FrfTSVapE00KdjHcWGiU9OGR6qATqVuN930QLPGF++DH94EXaNZRyzwqGIOngObfM7DDzETMYWZK8QZiDfydWQGlRq1llcodQdoyA6hs3by35TbE/sexfU5yHbanto2gVU/NdGPyBP9udgpfq2JbEscnPT9GANPWJBG+XudXxy/WAMbf8VgeARwjfnMAWP/Wa2F/NQBY86elVwEAjjJFvhcoOKosyGTA/DOTGosRwLn87H9rFDCMj2CscGAaAwC8bpOkgZ5YvbE+BTTuJY44wvOaI4BXIsBFAjZoB0LbksGPJRvkUzP6CQ9HO6pKZDWAI09F14xN6hMnWqlbV2X6aHU4LMhMlSuFv8/rpQpDw6V9tBl1jjYO3Tv39iCNXp6pf8eg3vtRJPZ5j3Ln/CAC+HuRGipCu82PrqEy8/GojZpFadqA1wBOALAxaAOAFQhmPToFgh0AngEjngJDnhIAeBoGyRkwczLjRwoAWzSNCjU5AGxDJga9JFxI+gHzMBEAGAb7BwAXEgB8T0FgRGY9EAB4CmDQbC0AXNWdM2bhQot1w0lYR4ipNsmEGgBgGPNXWBQwAQ5GABPkWPED1wAuMAb2X/LZ1yxO57M8ahJ6NMiKkfjxAcDlheKGYf+9QKGlOSov8jYhqQsA7gRXGzmKKy59ML1KW92Mxc9oY1qtPLlwz3yTrHkw98rytVAnFJkCpjYaE5xkCGyzFeObrhlJvWFAsKT+sLUv9LjiUYoABgD8/D5EAI+PyGV0KcgB4MtNADCcQh7Bc01Sjoh0oylL3EEhRqCRExpg4CnCUsRZMuwLDYrMYdtxnu6TNBh5qv6pFZDyDTHbwGumVi+nMGaGQ9XKYrv5JdJSHWmVJYPsIu1T3UUKlkhPcVj+ttPSPfQHm1brl58IYBIAcHjIIqYK8ntqKq0FjKmFYYDjTeMJeYgaO/hm1ColINFsRaldCR5JuypTeIuwj6kbhMFi7ZrVYc8zTyPF8r6wZfNGMWp8+933EjFLkHfXzu1hy6ZJMUTcQzTkd2cuoo7wKdS9Gg0vHD4YdmxdBwAYEbffA8RFVO6f3vskfPnNmbBiEFGYa9aIMWMQnu2A1wCoTYVbMM7se/aZ8N/+638KB/Y8HVY+AgCM849+9GX49MR3SAF9NQB7E+HtPvaXdQDwXnn5CNJG7ws7t62X1EZff381vHX0k/DHt94XcG7n9q3hb/7y5fDzV/aLEeTEqe/C799+P9y4cy+8+tobiGTeAy/6ALD4evjmm9Ph0uWr4RaiOqenZ5DmfDbcBLB3GzVg6ckt0CjraiPy2imOYyhALsZRUvhY2h4FghmvjDq13IMkJTeXhnpqSzpptueRrmm2lR56ZyJG8/lHWYFSYktAs97A6S6nUNJrNFDGtRc3pnYxlUvH6T9rNEYY52tT2s5eysC0n2gj1XslzZpcJQYRU0hsoeg6wnWcB5FjlK7J2x4ZWMCoGgcMacChMjAodYOpHCCyAoDvBHjdatATU0WvWb0aqaLHw/jEmKTFZ4poVxqYZo9GPqZ4I02w5vm0RQhP3QPNSKTwfTgzTIN2WDv4ttAQafvevbvipCeGTDfWReVY16c/v3yKsS7jh6ZkCh+1CGAbsZgST8Ff8l+fC/1D/4H25G95Av20CNmUVpr8kG+fiKTUlgFg7auloZM5SzQmHLWyX/mMV42MeVacSBXSFe1PBJ39YLyvg9kVbq1nslN1K0QMrkY7JrcX5HejfU3T7jSYiDa2Gs/zvVdONsZuN07Lx9aHy3/VvSEZ/7U9HcK0r+fjmivmepqNYmHtVe/hw+HXpO+Zsl8Zs+qcFU9Ju2/tgJNWGg7Iym8x+LQr1mndlJuXGW5+/DSudfTR9BBxsPLxqBmbTEau60K0qdi8tTy+9bOrQ3bclm6PZy/aaa1ztAgAsMsr4kjlBqiMx6iDRlrRSaB6DIbvVppqH9K45hrbiJu/yI5VYJLtp002DkXnTHav33yxFOXW0jfjSe1rq7NDkfvGja98iT1mk7qp49PbfarszHmwLC/tS9ZYAsTscHasSGvVDnQ7rKRrirYBnduS31DSIWwfst56x5oHQBlrHOfGfjk5lQZafvY9PdvbkzRpDrmyRdPgTHtRcoBUQMxTQVuEoqeqNTlYooD9b09zKbWA1Xgt4K/XB7aoWZVgVC91AHhkLTK5APxdt3VrWLsexmSkknyIAIk7AIBvIPKXKaDvAgieu3snPIItbDl1Ir5lTOkErbKj1PuVqF9NAS3gsMiVnvpZP+V8S59JTK+c/nk50z/DIVFq/yIDjWc7Un0vyUxpKfFAkjMU/GVUr0b3Dlrd3/FRlPOZGJYI4KEhyrKw5wmIrc8jchLBRgF/4Qg5SxDSAWATh1xmNodWl6Gj0bZA0gn+VUIjfSZNQvfYNhmjnKkmJ1d95tpX17r2Z6i5OK7sxraztS8Lv+5ETgYfjfZSSxsqIDDHXJ2pBQQWx9Y4MuYwYSK06Ahab5lz8QAeC5YMyERsWaDpaot+ESmO93YwwnQjB4DdQUBmw+accm4OACcnUhcIHsM+mDhLMw8qHWmaEnmWrjnP2uoPiO25e4/hxNYnXqT7qV5sy1NtRg0tszfi9iu2fdojYH0RfgT7D/7HlOWx1KSAwQgiIAjMYDMGnkF/VYdm4A2wjyQAGEFmCASbBuYwC9sJ8QaWg5MatFlZoaTnaULg+S1+oZZ5jV0neOw6Zz+tZ9cob5cfdDoiT/YU0O60nABgucbKIyjAqwAwS7oxylcjfD3q144xAliigLl/emmFmghgs7+yJB/dlGjbSRzH11wUgJSOCvx8ngCw3CfnOcUU0ASBWfOX4K9EAa/ZGEbwfSUctwZWDpmTFfdl2ii1HALnnPviSjDkQQC+dKpihg3ZX5kFxOxstLclENgA4JXcS3U/FfMQntEde9ypRkDmCAArb490piw5G71+CMTPXQi9z+d+Rbm9tYWeeG8/a66nBnt6qKJjQTUyu6dGFnxSG1cFXfzd338nJFKrkEVDTj6AibjK8keq46QRwGTQBGDVO8c8cgzwrQDA8MqRCGACv4gAZpSKAMD4nZ49FJ0ZBSaLgUBwBIB1QUQlIU/9J95BBgCTOQHYFQB4dlqigDUCGADwlALAc7OIAkYE8KMWALhIHmlwyxu7j40SgQmbBmaJwO4poC3yd6AEADMFNAHgFTEq2CKExZOT1+t3EfztU0AyMySrYsCouZSSQAEXm2szSKtwxv6ZImnnSK8z47YKds1Cs5wrvEfp4wcDgJu0btvU2tbTfAFgeeJ5841kLF3wWu9ooAv87e8ZWhiLsIu0iTYp8PK77NtKV/xUTgMRKweALb0VdznhMfR4pvtwDgCzBvBBAMDPKgAsNYDRUhkAZm1M8hFNR8wawIhwEwDYvM08EtKElDwyXZRIEYw8bVYy9LsiQ34j9C/dVLFFQTW9Vi7OGKeKG3Vj6euoYVIzoovlH2zjz7Z/FeZqaZMe36ntnPZdYKi7LHl/pxTA6txS7afOe7Z3MAI4ApF+c+1tqhXM8SFoqQqqv/UszJnRSDpmFMM9gQKY8L3lkiJ3x46tYQNq6VLIuoZ6Wkx1uxrg8JYtG8OmDaitOon0ZuCzV6/fDse/+B7jMQggd7cAwKvHlodrV6+HTz77GsDrR+EY6gA/Aj9dtRrCH+hrZJD9f4AUu3fD1Rs3wp49z4T/+p//Uzi4F9HDy+6H7791ABg1gAHO3sdeRNbMiOH1a1eFV199SQHgp9ZBQXkIgPliePv9TxBx/IE4P+1+epsAwK8c3ot+3w0ffPx5+Nff/THcxb74H/72b8Prr7+MZxwFOHdHAOBrN25in6WnJdJnQ8G5dOlaOHfucriGyGACfKi0hWcFcD04LOOjXrIQ7rmzQkgXJysatYzGyeq5z3rdJo1apcCuwqSCwPkMRd3BCG4+DDFTCBXJU/p1nm5py3IadKrj3TKOUwviNRoSBZSsComF7a9kLCq2pePAFgoAMH91GYqfPMcWo/AFuUxcHDSSg+mD1GojvE3as6hX3Vx1XQiwCHmGxjNGzE8C8F1NupycgDMMotRRL5jposdRS1jqBct7UI15omzonkMw+L4YeOBBTfkMKaBJKzeRYvzG9TvhBiLRbwEIvoUIe9Lkfchis6BfV6bFaUAUQDcmcX0bwxFel+RK9RhWxxqVEYxlmIIigQnigFOUNR/imRUAdvA3A4BxrssZChzznkY2YuMtRtpq35R/Kz92I29RLZc5K7Czpr2sQaiP7ScA2JvzfcAj7tOdS1y7ZwBYe+r0mD5TeiiR20g5pSWptGmys+3BVS6uv6iNz+Xs6tou7B95u943ky9TG8U+S+xH1mx1Doo9K64/d0ip730XELsQE2MraFLiGeXeLeRaMeLP86X0YPNa6KNn32luOI94dr2hkWY6nj+/7ocyjLbSxrwAYMtMY+CM8HL5W2VcV7QL6zUbJ9ejHl/k0zyJJlvH9S1YNghbxpGvkOXyXdLLutZ3fo+u9VvVNTL6tv2lQO/zEU1qHrqxX8L/22/S/Ux1N0w8s3794p6l+5bvQ8Nk3Ut2iJb1mh/L51bbMvk9a7jMG6Khv+M+0kRJn2gbZzdYl58ppzfZc9lLmRLd93mdpB0WuaQMAFvUrxnFBaBqAYDzGsD6dwKAYxSw3FdBDMp9DyDvPYI8Nrp+XVi3fXtYt3lrmFy3Dk6dw9BJ51D/97oAwDeR4Yf1fx9M3ZPSMoyISgBwiv7V7DIG+Iq+nAPAtBWx5FhKEc0x5niodMX5w84MmxqjfVnzlxmW6ExLo7TWGrSxsjEr0ANlN9vz1VjNur500CUAPCAZasbGGAE8DGAZRnA4+a5YQaO+6XmWWYaOrg+YdhhvST9M2bQQ+asydC5Hi1RignqR9IvylOg1BYNlrmtUqCfqn/Pnlg1XinjbvHcbltpwcUk/agKARVfgMiLwoOrEAOZiBVNu41OjgXUt+MvXiKTWFoBN9QJ5E5TXZH0KBOfaEunC7A6Rfdg2p0tZs0VJKZxMLlRbiMnh5kihEYWZzNwxVgubG9ddF9ZK4iu9tfNDyTm99a6Xs0p6Si+XNJ5TXINttC+6sPFQp0M6zivGwAhgrVtNsFeAYHyfLUQAtwPAjAJmEJoAwMAoorOzBS+lRyDfevIvdXhu4Sktdu/aq2ztCRfI1pxzBNePxTEq1v0t6dNmE+LeKLZUq/OrALACvZJ51YDgPEqYv6sDlYPApRTQci32h1YA2J5M+Eo3AOx2ymS30uuL+4battKrCAA/AgA8MqY1gBkFLADwBGoAEwCWFNDcL1X37gUA5n5LG6RG+xoALNHAGv0rfJtAskX+kofWAcBJrBNDiPF2s7NYoNCTp9r533Fe8vH8b/dYriwCwMXySY/lho2Ntsgbf/cP35ppR+Xu4svBKf+1yPx7BYAj+CsMWSN+2wBgTQH95wEAy8hFxZ9Myjw2HcQtAcAEc1fAUC+GWkYD23H/FC/OJQC4ntTNwNu4T3ZskksAcD9sqUWALgnuTcxcfm8AgBVQoSahgAjrG+UAsIAlBgCPWQ1gpoDuBoDnxKmCEZFMkSsAMN45AKwAi3mpSUrotKkmA74ZFThklnaeUXUi0BCqFAFA022pd515mguClhQvFTeaGHSzQbbg6V8wchU9nZtntD8AuM6A5781AcDlvUQlLT4r3vI35zfbUxTF4YDKp5yRhkrMBQSAhaXKOx2UFCorh4VmKGhSyaW3HQ0QAnhyjjH2YwDLGCG8BqmhJybG4Y03jBTR96Rm7wi87w8dei4c2LsDIPAa8R49+c358FvUAX4PNYSnkRZ3EtesA7g2Bk/2hw9RTxW1dy/DWLNz9+7wv/7tfwyH9j4dxgYeIHr4XPjgoxMAlr9GeufLAIDRexhYHqC8wPr1q8Nrr78SXkAK6Ke3rIXicT98fuo8UkAfD+8d/RiRmbNh985t4a+QAppprM9fuIJjAIffOSpA8l//zd+E1197SaKY7927HU59/U2YQYqjcaQHHkeaYBp7rqBe8MmT34XPPv0ynD1zXpyBJsdZO3YdxmkQoN4d9P1emKKDFYA8Ta1Lx4WkqKuAbmnCaLyyHEw5AJzWNuk8m3Gf335YSgFgSnTROwDsHSgLMs3AlXRPjIHaUbmSZOm05U2VjfTxueIJ8osAwHbMjarephirbFwkiEFAOd7MlBeJ5MBvAhqogU7jGGwsZE2Y+YV9Jp+xFG8rJU26vpm6b60BwhOgd6aMXoMI4QkAxKOjo1Y3OLlYSGA9DTnoN8ttzCJNtKaKvh/u3p1BivV7+OQbUcE3b4ojxR1Em98TOW1K1pZktKbxyKLNCVBx3YkTAR138I/n0QEi5vKK61jXuQPAOqLOxwwAlshfrb0Hrq08WSKGUzSPlJlwGUAOq7HXnXbKALBH+UTjl89bAQAu7nPFvawDABYLV1KwldTckJqimPW2Rdlan6+6eBJwov0qAEn8xWTNCLQKeWUWuazJeG4OAres12R+rSgKBYDHAYIiyKV9WwKA0wD3CrjUTcm8AWAhhTR/FXrukJGXAGCjY9JybQ1g9f7X6DyzvvcLAHMD6s8bs2XVLt6hMqhXbDnxr7jvGZ0pSy4ys8UDgOv4c0bfBdnY+ePijMl8AeAu41bjcXusCqjr61n2miJvrqz1hrVf5ehFPiFiUQvfKIJrxXEuG1y7nj8HgFvPbdH36wFgpVF3xK0CwMkBMkUAW4TiPAFgqZlrOqFEsFGH4ZsOzABaxzeg/u+O7WEN0kBPIIPLSjixzkGWvw3Q9zoBYEQATwkAjJI4kJ8SAMy93wFgsylJ5K+neU4AsAQRFFJAqyO1A8CqlkHul+hfRCghOongL/+OAQIuiZr8kq8ggfhEb9ByJwP4pPF6CBloWJpkdJQA8BCy0gBYlvTPTHSjspvKb5pKW8BGRv4yAljSDxvgKJ6SHDxqysX1Tl3SaeSnAwCXnyGTCUr8qsipcj3GdeUyLyvq08vgOCmRY9QTACawPIxEAluaZi7pqMcL/zAegk8ZfwGANSW0RGQT9BE5nwzB1lNBh1dzZ+IXCs6IXmnASOQ1tn7VCaOmFvC8dMheeXvzHPTagpAk33XMs6GRJQA4H5jHAQBbJHAEgFOZybYI4B8/AFzSD/NhbNkHG2nZ9FKh4RYAWGybZt9MDhoKRot9yMFfZsHwFNAEgGlTMhuqlOGUyGAGKDgg7DWAPRK4CQDWQgXqJm/bQHnN/QgA4MGRMbGraZYNTXcvthnpdHMEcBcATCeqCP5KFHALAFwAfpO8TbsM//2UXp0y4k/gYcrySDG44Uk+QCsA/I2IHGI3qvSpDgBOJ/UEADP6N+bj/3cKAItFWQ297pkZQdwcAPZo3xIArAK81Qt2AJj1gwlkiWCvkcBLEcCymzXveUsAcJs80Jcg6xBcbYMyBU1RUxn/qAGAbbvU7V6UVK8XC49piwAmQMIIYAaTMqqSdTC3blojNYBzALicAvoSQDGmOR1AinU+rEYA3y8CwOLiSqHHBBNGRUYAOHnAeT0nOVcAYyqsmm2AAGau8Ig9T9rU63sHgHlqVfATaDQn84LSSOBER7H9tTAAOG+7GwDODZouytlvufLIRh0Edq/i+GxqOFFQTJ/PISyhNhACBTAawOhcJHVLLa20KqQKZBIUpnf7iABhauiYAU0wYnYMvzGV84uoH/z8gd0wWoyE8xevhX/7w9Hwh7c/DncRHbkK9Xu3bd2A1LtDSNOGusMwzlxGBPDTO3eG//g3fxWeRwTwapQxPnf2YvgQNYA//vRk+Pbs+XAf80gF/AEE4w0b1obXf/aqAMA7Nq8CkDaDVNFnUWv4U0T6HpcarLsAAP/650fCoWefRvrqs+FP73yEWtafyBr49V/9KvwMEcQ7tq1DpOZlAM0fA8ydCmvWr0eN4+1h0+bNAPHmwtdffx/eeuu98MXnX4mTwZbNm8J+pI5eDUPTtZt3pW7y1avXwm2kl5tleQRGcxrwxLXBiFBGFEu2Ddz3gZRSoOYgEoMCOm7krZCbg/z9CDqpPb3KZtrXgEUh5C3q/YvR4tU7uqJZlnD0WQQAzi4qRAP7AXc8kO/ldvidoK0ZUKzfOkZ6Nm+jQri+Ix0b+Os1bdTphQY6bdJMLJF+9e5Ky9qLBAhrePYj8R4dQWTwKNL4jY+NSu3gyVXwWsWbf09MjMAoB9qHAXIQecRHR2mYY+1gsQNKMxodHCRNNIFgZmaZQhQKHQduoV7wndt3w12AwKy/fRe0N436wVxH9wEcz8FQpNG/ahhUixCNSKAnWZeZcuIjIuCtv20yJOqX/8hXlR8T/FVv6GQ8NKtVvF55Mm9p/JoKrE6z/V6MZtFoXL2nzE6c3jj5kUL0Sd8AACAASURBVDoqxvcycGtnFiIcMqOpPI98TyknE+llvF76Y/TpwyF9SzQk/Y10mYyDui71QRzkrdP/cgA4nps6U/lrCQCuDs5CQNyFXDsvAFiWYpF3LQHAZV6ezTGZsBmv873O/24GgCmz5gAwwWLjg8a4Y3vZ+k0cyDhRlwjXslZ7OtTy6OXrZe+Ke05T68a/jO/kzSs70weKPKmHTiZW3NRZ44eUSUp7s3PKKArX0H8PXag9pd1AxU20XgKPhriGx/FxbupX+/rlGMenrqx14fHecP53zc267lM4LrfMiDXjMZU5KfGf6iaTiKwXI2B0+MqXrf1dBlss1lWOahQwRYQ8xWXak1MNYNXbHKCKaZ8tBTRlYonyle8qpzD6icCv6oOUV1SutvwtmsWIdh/oH5MoSbN+x46watOmMAYHzgHYcu7DAfQW9ApGAN8CAHwPfz8kAAzZKaWAdgDYy6BZ2mdLBS2Z4SwLXBkA1qwESiqSr4pDzuhflhdBWkoBgCEbLgeAq/Ro69p13WysXcZNIDCjlRD5i7aYdWYUcugY5EvKmIwEHhz09M85+MvMMNTF+WY6V089zLFP8o7myiobs/U4yUozEPqrqDfLt6hr+jVNPKWoW86XR9ReJ8ukmfGqsb5x9RfXdFsEcJRLqedr9imNAlanzCoIrPd0GZl6tERaCvAL0iMoj3nRdWC8rQAApz7H0jme3ai0h+ZOZC6YO7jkOqjaS9rHamHzkvjkQtpRuuq9hSUAOB+rxwQAg06ZdVRSQINnStrnjhTQP3YAWNdmkacVqM4V3N5JMdp6RDvGf4UU0LxftPd4vd/codp0aAGAHfxVoPeRAcBeRk/2QgN/ZU/04BrfH93WGmsCewk+RgD/yAFgpIIemVgTBiUFNPZM2Xc14wH3QU22pJkY6lJAtwLA4NMCAGcRwJJJgW1LFjcDmmlnsbT+bjEqrLIlALiPVbF4p+b7gm4RboBavHv01lIrAPw1VaeeAOBaeSPrQW0K6J8QAPzAUkCzBjByQWNjh+AuaSdNcZWRKm5g0QxbAheLYyWapxkT1DPTU0Brzd8U6btcon6LEcBLAHBvZB6tvA2ndwlfSxHAPY6znNYiQMtymT8ALCmgvX1qLgYCE/ySRArcYAkAyyHUAIZ38VMAgF/MagBzw60CwNcBVHgEMABFerZCQPQIYGo2jEIrAsAKNiiEkABgpp7RyF4Ddk1YyoW0ZIg34Y3nRmuU8RQ8T3MEsNtVknFFNhU3LvkOE/lS1r4JHjnDKvNvKob+ymm/bM/JqcLPy40zCZR1utDPKq/soBs5nDPZBOx5rF0UgWM0pPZOhCE4w/C8OSBXIsziHE93RQWTQij7L/NCQYoRk6AvejZPTc2FEUQDb9m8IRw5vD+8/uoLYdPGNZL+9o8Af//w9nGArDNSa3UfQN4J1LM6c+Z0OHv+LFJA3wzbn94R/uZXvwqH9+0K60dXhEuI+v3w2EnUFv4ynAKASwB4ANHIjx7NhY0b14Wf/ey1cBgA8PaNEwBgp8LHn30HgPczpJz+UlIz7961PfzyjRfCc3u2IZL32/DW2x+Gj45/IQ4/f/GXvwhvvPpi2PP0pnD+3Pfh//2n34SzFy6FCUQ2Hzz0fHjhyItIAzwhNY9/99s/hY8/Oi4A7p5dO8Kvfv5K2L5jW7gx9TCcu3hVaiNfvnZVojmZOppRz3MAfmcA6PG3WUQjMGU6hVpm8qCwT/rr0nk1jQ6hyl6s2GaNknkst+w0baCeAWg65+lcjT1Nr2I7ZQA4tVUhOTOcRECwkc3pvdVAplHtuhxtgdox72JqL/XZo3/VJuSgsMsKuShvY8hDdgvnLRp54VHbBuDiGR6Cr/Ecpj8fgCGPn6OjIxIFvmrVBNJFa7Q4awavXQNQeBLpokdguEN6vpXUWvCewwNpzWBV/Ki8zc4+CDNYKwR874I+mCKatYJv3LyDTwDCtxBVfo90BCBYHDFoHHUZSufSKYKfcTQE/FXPYmUBvtLFSmuewxqpLpYhjx6ROk3Ks/V6F7LJl71mnTJM15FlLuRYptDKnY3fFEiwSgCJtrSPFYq1yXbP6XI0kpcE8P1EqTZyNv1akwI6p/YEBOs6yIFgoUpGeBhdNQj3EYgpAMHZGtLLS1y8QZks7B8OAOXglpC1mW9LoBd/L9v69NzmV7FfSymg85FqBE5sQJuBFXXAaHstRQCn9TZfAFhTqmbOGTXrLHr/tM7GAg92beJZ813r0XVkFQ56WLtdQKDdO/Kw2kf1B6D8oCp2rYbuJF3zvL2AjE2j3HqtR8mV+WkHit4FANfx5HQLlXNqR788J73MUdde4HPoW2QP49s53mIn0Rt3nutyaA3P0r0+52UlOTLb+wXUku8K1ArIa85jWvqkCgAr4GupoiPwazWAJdpJwd9CBLDRBAHgZTAWD4yNhUkAv+vhtLlqwwbUEtTsPfdRi/ImHDNvXEQE8MUUAbwMGaag9eLtKZcZAZwDwB79a5+W8nkFggVEho/BAwoAE1sVUYjiHo3NjP6FcywBYBqm+Rs1X3XcML3Y16Xv4bbiSHOS4hffGbE0iOvH4VA7PjYs+vkIwN8hlM1ZCflyADo7M84s4xgKIIBxEvCXMiPBX8p7WmtSicEyKghlOwCcE1skGGcCnH17a4flm5yWpM7WfbBGrmviA/383obh6DIqA9zF1lVWa7tjJjf7GFAPNmd5BYAJ9hNE0Cw9BBRkZGy5KAjMjE50klcQmODvHOeHgI/I0kmKr0b/68LUtO9CGfbdaIT2m5xLuS2FOro50auTpE5a0zx12fPa56Uq1/czj35uoqverl5Yn3u7x+M9q6SnLOhmSwBw/8NXI5+7YttHYynq33Rj11n9k0sv2jQ9e6Hqy4VU7TH9c4ryZfSvvAns2l5YBIDVSUprBDdFAOvvCwGAoxxqPHNxUkCvCMNjq8JqpIBezRTQeDMF9OCwRwB7yc1qDeAB8Fvui3kN4M4IYMnqllJAPw4AuFPO6oOufuqnLtZYyCot7NNmJ2rQrx/vvtAJALtxpjp9BSNru23APPB0Y401gH+EAPBD1gCeQf1fvOeyGsAPAQCzPvCjB0gXCgA4GADswk4Bm5ChSkJEeQK7AGCtyYLIXQOACfx6lO8SAGwKR0/gQUazHRth1yJbAoD7Yd8tArTwiYUBwAoBUItQJZefDgA/ogGtXAO4BQA++tHJ8MWJ04jyVABYFGGrAUywkLXBKagQ7dC0VDQCeARwMwAc632asd7rM/goqqBk6VJMyREzhBkXEgdRTTwHnYTvGr+N+0j6KZ4b3U+jZmncShQwUevipFYAYJlCPV7Hv8p6ZtnI760XPGDjzlevpab9pEGLLZFV3mcHmq3HeD7fVE2tB08V5ZVDzmOkE0t1RYON1CvNQHgfGVFoH9AzfQDGipHw9Pat4bl9u8O6tZOIJp4V2vnixBn8/TCsQ23hvQSAUc/qzJnvwplz58LVWwCAYcT51V/+ZXgBAPDmycFwBZHDH35yKhxF7d6vvv1eUjfTwMJoxk0Amd944/Vw+OCzYdvG8XATEZUfHP86vI9zP//ypMzY7p07wi8AAD+7a2s4BQD4bUQAHwM4TFfuN958I7z2Co49vTmcO/N9+If/+f+FU7jHIAwuh4+8FN78+S/Cpk0bEB18Lfz2t38Mx44dF3B7P+ob/9UvXgk7AS7fxvbG+tjfnT4Xbt25LTTJOrBM/3sfa4Rpf8+dOx8uX7oC0E8BdYlul8FKyn/iGLlwkCt2Drb6mXXzTsJWgq07qhStDhe6TvReuTEkJTRukmGKSYQiLautoryJpDXji7TSrF9l7ZZq0BRBwtSIXBWN37ZICf7aKeLo4ApLXL3Z2Lr9h6AvuSw/pb4WDYH6N+dpFqm92YzUcBMPfHigwug4AuPeMKLe+Tk6OiZp0BnVPol62MykwFpt44huHxqBgRLRwbyexkMHFLkemRZudvZhmELq8ilEpty9AyAYwO8dfN67N43v04gQ5ptpxu9KbaU51maS+kzqhFGNsbA9n0BuZEs67+TJTK/P2nhijXKwlxH+BgBLfgDjgRLp40Yl57VOtkJCSpN5imizNqWpiYbCInVUANEycGtMUe5hqbPKALA+v2WDcLoutxPrKlfpWYxqQkNl4NeN5s73dD211mjPgKg65WcJAK4b//Rbm8LYpUwu5Nq2COAuI/ESANzb/Ome5LW0i2tNANHGFNDtEcAql6TUpXEvK5Bas9LeTpH9He2i0by1dhBY5dymV4WPyB7XIAOWGmkHWnlyi4FDuGTv/epn9NrHrkU/EhGgt2cv9oc02PYsCSjrdR7K89vrdYX+yzJxwaS+hYIdqevZSyBXfm1Pegr3vMzQFp1yKbyY/OjygRi0TbYtAMCWrckdfDXSl4ZwA4OpT5h+F4Fe+U0N4f5bsQawlrDhfrwcEbYrxyF7bdosAPAksvcMQx6jrDYrAPDVcP3iRaSAvhimIMczAng59BemlKwHgAHwWvpnRv6yZJJkh0NEkgQYMDLJAg8Y7evRsh5gK+mfIe957d8VcBokaqjjpOBvQZc0WV3J0d09la4JAA9B15nE802Mj0CmRMalYTohMgpKa9KKy5cABAR/8aZsiM+HBgBLuRlrWwFgRjjn8Gh5fSVZWq8r9le+ldZOXwBwUb3ph00UzpUMSg2vBG83L/JuvmHt5+lARRdO9YDpFK21Ja1ES+aQlEBgiwAGgVDt07TcjKhUh05TxWScuwFgmyt8UG5J9YDxt3RXdTtx0s4AYEmmRv2sDvTO9MD5TUY7f+61zTq6aru2ywbZ631/uPOK62ph/egPAFa9SdPCqymirgZwngJ6TmoC/7lEADeOtXps9D0VZXtKrZ6agcDkyfm+6fWBuW6p13sN4IcSAUyA1/ZB+fTjum9KpLDVBlZbK8sAJDBYbHW4ZqEAsBoTjJ8aH3Hd2Qcs7QumU0eJUb+rrYJBSbRBI7vaeBEAHpUI4LGwgk5TzMRargFMBxzcez4AMPn0gNf/Ze12s/csZgRw957SN2n9ZC8o08ZCHqQob7TUADZb1ULu1X7tEwKAHRClcNkOAM+JYZ2pOoU54+8ZGCynp6c11SCMiPzkdxoyaTikwYyGSIbVM4WJeK8RRDWjZyRiE9zVk5MF4k1QJ7MB0DOHGnQRAJ4mCHwvzE0B+J25Gx7yfX8azCsBwBKlwdSTZAUVY3ESIuYLAMfUzksAcBTa1ZCbIq97XhgimzRvhF3C1xIA3PNIy8bYaFqRKegPAFYh3xUfSx8rv1FjLALAklejDwD4AwLAXwIAvnw9TEkEMJTbCABnKaAJAHO7N0VfDQI5AJwEIEYAu5c4+QL5kkTbcR2jf7yOfEvTg6lXeVRyJC2YetXJE5v8VgZY5fFNAVJDfqaCO5kXIg0y4TzqkOm3egBYO1DlX2os6eUVASsRRHs1fCUlN7cHVdJmlBTv+DRib7Jv1tUYi2eghng2W3e8xq0roLynys2ch9RnXjI6OoSISKSIhkGE59y8ORVu3p7BvK5E+uRVAHu3SEqzy1cuhUtXLofriBJ+atu28JdvvhmOPLc7bFs7Em5cvRWOffqNpHX+/OTXSEf0EADwoCjimwkA//xn4QUAwFvXj4XriCB+H9HCR499EU7gXBqdd+96Ovz89cNhLwDgb785Hd5976PwMSKA4RMp0cMvv/gCIoC3hIuIQP7nf/rn8NWpb2BcWhEOHD4Sfv6LvwhPbd0CEPdm+OMf/4QU0F+i9u+acPC5PeH1I/vD5i0bwi2Auhev3Q4XAFRzqa5GFCjrjz0EEA7nzXD92q3wySefy7VXr92QqGqmhVvp9C0R1TTcYP3E1Oc6WZ6aRmbIlDb5Xdizz7ufa0K2RxbW2D6cNgsKi0ytza/szR4jXqXYJNRp49pOkbirt7X+Wcf99ESrTjP8pEUr9UXHwI/7ffQO8n9rRPuv3vH8Tc6UNa7RwLoyFbCMLxlEPZHNJBBYZSHel33l3NC7f4ip/GjIwxUiOzGLAqMrQPcD4INDNPoBEB6F4wOj2idWoWbwWgDDq0elXjZ/Z01hnsto+UFEDgxAEZEU0YwOoAEVX2boOADjHdu9e3ca9HM3XAPd3ABt3wUIPD01IzWn78GQSb4o9d4kmsB4qjylgbi2rF314gM9pOEJNMhU+zH61yOBtaqeDYylWxQjlfFcZxpmtXKaVBnR0pqbmpcGmhflVJHTazYdtTxS4F+hsaQw64kKPudOQM57M96tRFrIqpnu6HOv9JWA4PS7G8wcsOkGgJV+6+zyTwoAlqfPhrsVbDLjc1oTkoCyOETZt1agtTTLjY00HFgIiDvfa3Vsahil9bHWYOrHhEyarl2KAC5M8xIAXBiORQOATT7rda39OAHgdjC2VT+SJdixfpu5Wce1DRHAOW+o+bvudrWgfe2JFGOK8k/5tJ4BYJOF/PpcxvPfCnoSNo7ySMpeslAA2PZuB327AGAHetXR1FJAWxSwlq7gPm8AMG1Wg3CyQwYWpn5ev30HIonWhSE4cFKim4H968aVKwCALyACmADw9fAITnTL0e4AAVaeJWvII4C1BrACwHkN4BIATGdA2M00HNRkYREi0SazxEAOHEIKaNFToF+LLJmUU45q2nJtD5Z5tTkQSZiGbrRP3YnZZSYnIEdCnxoeQtphdFxuLzKsRodRrhPnPn4SAGaaYZFP9VZKN+pQkwBgl61zKiP92Vt+TvKU93reALCIcrkM3rX2mzmb6zD1yyhBwL3yxmY2wUxXPAq5mAAwMhmKqiHTrylEFQDWt9bnVd4hTyrPDHr1KGAAwAR/mdFHbKpRhWoCgE02zewBsn+Is6oeE11ctUKzjRAEVnttApuKel583vKc9D1gdTTUdyNKZc2svNJglw2y/x486StKesqCbt87ACwkKTY39UEnvsBP2uEe4I/74BnUK4VGmfqZ2arwN78vAcD1k9QzAGx6chEAdt1Z+bWWPHCQF5m6AN5KqucKCJxKIzwU+yhTRjsATF3cSikwIEecvWHHYFAO9wJ7jMqaE35iNpj4qPpd2Y9emevFudQg55T4VFF+UwAYCBR+RgRwGQCeNABYMBx3uDceK/efPwCsGRu4p6pjVQUA9t/EUBwNHYUJb68BPP+9bEFL/0d68Z8fANy+zy37u39gCmhdHHX7WEFwVy6s0oEuqWxZpu/tADDBX75nagBggMAwEE6hJiI/HwcA/AD3ZZTvQ0YAEwBGBPDctALAAgITAGYK6EeaAtqByLI5sPz88wKAWceXTEPSPrOer/+9lAK6AADXGlkbOMgSANzIWrsE1b5Euwhw1NxO5qs3AFj3bVfc3IiQAOBY15oRwGjzgSms5Qhg1gB+EXVbn9/3dFiN6EwqmpIC+vLNECOAawBgrwFMYUS8zTwCmOAChRFLfQUxR/ieG/QFABaPOAonSJvK+kmsqYk3FSqeJ3Vo3XM8GhSsXoZ4P6tHueJR/J+DPS6wlI0bFrkm/Fd5b4FrR4S3vGBsZuPPPs5RNdZJzNeOa4E+vXmThY2idtew5jTdcs8vo6n0dKUr1dag+48/gnRbITLpvvxOo4bJffk1BHloSDCgTFoiniRXk+ZsPgHSrmCKLElVxdTHTINLh6OV8GQfCqtWAyxFOrM795Dy9t7dcA/GmS1btqIu7yvhpQN7wq7Na5Am9z7A3DNSu/fDTz5DtOQsUkCTry8DWLwZIO2bSAH9bNi4ZhgA6/XwHuoFf/DxZ+HLk9/gnIGw55ld4RevAQDevTV8jxTS7753DMc/gVLzMPzs9dfDKy8BAN71FFJNnwv/+i+/CSe+AsiMZ3lu/yGAy78ASL0VYNud8Kc/vhW+PnUy7Nq5XVJOP/fMDkR3DoUzl6+Gb74/H74/fV7qIe/esytsRBq6caSlWwkh9sbVm+G99z8JRwFgnz9/UUZ9E6MV1q5FlMCQKFu3Efl8A/WPr99gZD2yahB0pAHIUkZHkuJ0ccxpXBDljQqD1snmuQ5aJvJLxOa/+brLKUIoS0nBXkW6VxJ2GizRYSSYKnXWkSzvLzJS4aBG/2qmgtS+/OVKh5JkekU5y66xCDNdzqn6sAplyYxV2QL53DSiyGWZQcXuS2CVdM4UQ6RjvoSeCQDTiAMFmbfUFHDqvMKo32Gk6hsexxtp+0YRvTGBVOJMJz6G6BSmkB5H7eAxzD8Nhlo3To16KTj8EcDg+4gGRiQwUpszQpipxZky+panib5zF9HBUzjnLhxyII9Fpz13jJFFKSMrpW34j7yR/DK+yd1BbzJMlgZaeLSlZfR0jqK8Kt80RpuBsMbPzZolo1/icxXaKs9zdn48V/gRD6RI5Mjjsz1EHIzsuxKI8elIzqX+2O8qq3sEYRMInBTenK68aadj3XvVCaGOV+fkrvNQz89V/tW+REXbaNN5cr5+Cvcv0bouhYZ9o6ynyHeh5HyVZevN9oOao7bL1uo96fTKyouHuva2+YI8daBHPm/1mpoTR/PYOV9q3ZEL+l110JZSQCd+208EMFEPoQePtsoigOvp5PFHAHfRb3n2m2wEel5LBHC+Zit7aP2yzX9t7acsz/qxEj7S0ny/z58zFWVPra033rn9vs0GOeUL6amcfyWG1MzrpLclntozf6rludnjtbDf8n1z2ahKXzamcVhbjJORLVf3SN3qcxnS9tUeIoDF2cwN3qLjqY5WBwCn2sDFGsBMd1mMACb8y7fkKQkPacwF2DoIAHj1pi0aAbx2HaKIRgR0m753L1y/rADwLQDA0zdvBqTmkfJEELcaAGCr+ZuDwAIGawYXGqYZCSzCGt8mb5KeKMc5ADyIfg0geleA4vjiGBdlE+cFsutTNpZPc4SW+r/Qk5BZhhHAdKgdQuiv+WyrnkXDP4I/CP4SQBAHP0kHrfdK8oSXdzDZQu8kBnsRXQrEn+Rn+Vnk5zoBTS8q07/TTFxhFVuSyjiFcakQcYvsYuc2gcAqyZR0+uyavL+ujzQyGXk+Cs8KAPNTgHduQTkIbDWBGVQjILCNr+rUHgXsaaAVAGYaaNo/3F5RGGMbd6ErvjN5Ub5nAHCert71u3K6dTV1NMmcXOhtI9A6OvO9sHJdSWpvbbcyVovWiyfZUFlPabl3q7BJGsnshKLrNS8v0aiEP2tUem8AsEcAa7BZBINhs5mZ0SAzqf8reiowCbxpExQg0nS4YlkUrKMnOdQt41HgQxVe1Vsno11F2G5xz4wO0rYfCgCfZ7WyIBbyb40Apl2BNk8FfnMQWJxGcEzOoU3Uzk1Rv2YLlfMcFGYKaNop1DG8wHmFtytviHKR2U+US5sB0Pc55/ciQhUlQ2nZ+FQ6lt9NBRxG/zLIYtEAYOy1zApI27HWZR8Qe9gA/2aQIzZMzdSQUkALCGxgsNsy1aGGi0fXZWkXFB5c0Bl9mt1G1bpGe6OjP4+z3JayOE+Tb010wGp71QWlLLwXRTqva69PALgkBArD9uSLSnr8RQFgY9DmjSOeOOKNA/AXQp9E/WYRwIz0nYYxUAFgRgA/HgD4IQFgMP4HswkAfmAA8FwZACaElNUArg5gGuDFAIBjSuhFqwHMWsMpJUEUyoQJqgFRPf9UktbPtAgKjJKHxMu3nlvIucKDjAmpxVMAMhoHlIGboZbEITV06OFDI6l6+rgBtBwBXI5c7FxIDSd0ed+1HdfUPfXSphyZNxN1JXfeDfTMJ+bfx+It9HlbmIsMU38AsG/iuqmXAGDzdFYvLNyboIXUAKby+ggpplgDeG04cnBXBQC+aADw54wAvlKNABYAeHYWCqh6nMVIQqFJSwdtoEKK3lLPQ00BpkIrN/EheHUTAB5gnivQigpEpGtTRHGuKjg0EFgqMclMYIBBND6YAiwGCz+WtREFNVMXfSOPQ67KWXxVSMsPZifJfUyGqFCUASj2uzTXZKC3cwpe+h3n5rfz1LBOXQWlVxlMDb2n/ukq1XOcRA0e1t/sgIMRSebVQRK111Jm6alEtzCfKDjt/JIgLsl7DvN4H3QyB96wcePGcGj/c6C/XWHP9k0w0gwgRfSV8O77BG4/BVg8FVagBvAg3jue3hZ++cs3wyFEAK+aGEBk+lXU/z0BR4XPwolTX0MoHAr7nn0m/AIRwM/uBAD8/bnwznsfh3ePfoxMGXMAgF8Lr75yJOx9Znu4DCPRb/75N+FLAMDT9x+Fvc/uD6+9/jO5xyz2uLfefit89903cq8jLxwM2xH9Ow1A7uPPvwqfHP9SIo7HYIh6/vnnw759e8L2bVvCBEC+m9duIu30MdzzM/TvCow4o+HQgf1hJ1JTTyAylPv3pUuXAQ6fRx3i80hjfVMUKInQ5DiaQuF04MYFdYygIQEOFxhbAo+uBNqWIbPgbeinfy/OfTUjR5HsCzRo67SGeGp/Khtb/KQcxBKlIFNLhBeUaF2WZMkAnm6oSoobRvI1pXzQd8R0RRwBMYD5+tfj8k0J3OhY9/f8zSheaVWy+mXjTJKW8AzMDxzflkHxGBxGSujxMRjyVknd4MlVqB+MlNHj46NhFCAwweKRkRWIIlZFhamP2CKjgoXvSfsK+rN28B2kib5x/Y5El18DfTGy/DbSRM/MMD201gWag/MdlXTJ+mL1pmGaQuQy/8+67UwHrdEj5M/iESuWKBpYDUBmFI7V6HMFV7oickdyoimkaDaDVpxn+yOmmXeGauMro1zDitTGbPfhLJgMlH8qTVuEsp0jnMdkpy4a1Vm3OmrG5FxWc/oToM5kutwLOm870mqt3FfthfLkgiopJxXlJk+Zq/SrTZf2qah4Ks/lcaf32v7VDIjLqonym80yLt9WmtHNQkbSdobSKU37TTqtZxCl6RkaJtvHrIkWGp/JxrPxuoY5lHnsgQaXAGCjZ9J0HymgZSEQ/JV3Na10db4Wx8zYRp9dfKZ83EGf+uuKBo7yfYvrtb87tz6D7Ou6gute7+Sd0QAAIABJREFUXc/fdby5p64nz09v6+YbjU8U+an3rUlWcd7axlO7+1Hidc67tXEZd+Ebpc2wdv6tqSiDt81Z9vgFO0ThGt8zlY8LDzM9ZiEAsBq6s9TQNQCwOG+5DmeRvhL9K3/nADD1PIsAFnkO2VMwbitQgsMB4A0AgCcIAA+PiIF9ChlTrkG2vgbZ/valS2EGsvVy1v/F/aQGMPcskRvzCGBmnoLRmCkoLRX0MgH1mLmlWANY8kgzSxWn0DLpraAhGu8B6B4DdO7LbT0qPBVGXu09pmnRtiP7KBNzIUsM2hlF1phV0BPGAQCPwLFwaCVlON1lZdwI/NJBWmQ5iwAjuFCwszhAZHKCCBTq8ufAYr4fle0bnuY6EkcLjdbZ7+pXoAt9dXqoDlHb3tzK+UTcqEpYIqY4AJKNe5Me7pqsioYGANMGZ2IOp1YyJxJYcAAY9hR1ENX7x3VkkZaPAMxLHWABe+gQ4bKtOzumJ+O46710nnwcXc/xCGC1Qeo+53K6ZAUSpwvN5NNgcrPF3iS3tY5yvF/3WYt7hoqbfx4QcBwZ06vr1krdvlAcUV/ftm5KOnq+XHXsNOpXI4A1Grg7ApigL/CG2RwAngn3gQHQXqEAsIHAP2YAuDQ2xXHM9sF5kGzSkdN6i7+5c3bMYJjWvejcnAcc06xeXv6AAK6mgY51gCUrhp/jzj52vDYFNNsAzyoAwInnFrNaqaLJ3zSal4OQcA23qzhfrsgThayFRZrUHctykQkAPAAAeLJQA3h0HhHAw9j/WQtYs0ZijybYS/BXQOAyAIy90yOA7VN8uLJgluX0lJcH7wUAzvim6ef1ZONtzoOoFnhJs8y3wIZ/sMu5D/8AN4+Glfqb9wEA1xGWP5Mn6/PForY/OvNxQ2c6hioAfB8AsBr7mApaAWBPAQ3w90kCwJYCeg41gGMEMBiYRAD/ZAFgGn4dAFbwIhqb5c8lALi8HJcA4N4YlGwLrk3UXWIbsB9qMjKIQmAbkP6tiTzLALBGAdMDCwAw26bhjQAwdQccGkPNSgGADwAAfi5FALMtjwBuBYABiFEZFQBYxUwBFMjEGBGsQrt5hpuRlAqQe8OR63HTdgB4JQFg/JjXs/HnS8Omwgw9nsUDWt4WHWyfKa2YRZJlShfHQQGf7B0jW3PFSbVu8RArvIoKfYH25dQO5Stry+e3vH5EaTWDURNlFYxXvCuEMd5e9ccS2GCp+F0rrLuvK8tyvwJCmD2vj1mN4V9lQTNocdzww3KAvxDB4iPQ2PVQzsH8yecyqae6af26sPOpTWHnlk1hCBkdbly/G059cwaRtmfDPTg3LQddjKIe1p7d28Ovf/lGOLB/Fwwuy8O5C1cEAP5AAOBvAKyN4tiz4c1XD4bdOzZpBDCicd//4BjA2/vhlVdeCi8jAnj/vqdRa/hi+Jd/+jfUKD4Vpmcfhad37Qkvvfxy2LVrJ9bK/fDOu28DiP42HDlyILx05FDYvGEdUlrfCn98F5HJAKZPnfoWqd+Gw959z4YXXjgcDh54LqwB2HftyrXw+z+8Gz5ABPAMUrNte2ozIpwRdYwI4kF49zPN0i2Ad9cB5F1GZD3bvHnzNp4ZfyMq+B6iGGbpWGGKg1KrvrzWkwJwNERgfPm2xZEDwenvKgWVAWA3WtTRmjgVlZdAA1H2RrMmROMj9yDNm0xidgJmC7d0ZpCtYU/NJyuwJLN593V52n4uayU70f6UD7Sr0e4JBOazGXSoS8THnPOCJ6HfM50a2I/lcFaQyGCmiQYYTKWFqf349yicBMYnRpASnfWDR5HqD4Y+8OHBISg0NPbBSsl00zRIsq9zrBvMmsH3ZrVOMKKD+b6DdNH37s6K09/U1D38dgc1hPV9D04TTD0ua5DPQKiXNCNRIskrWJ5VDEb61rT7ZlQUAJbnZ58Gfsda7GXaMGVbeZDLvTr6Oicy6bXyfKxDbGCuG5Mj4Gv9UAXbvcwT+NvlpGZc30APByHSPDrtupFNuiqbbM36cd6cyYaJJmrON1qrUyVSv3NwSwfJjYret7rPqKfYbXtag3FvUUC86dVqkAUtkK7qX+x/O9PoB0Ap36Pr2irUnloQA33Dq7VdXNMEly0BwKUBFR67ODWAlwBg3a/m82rlBViezevX+WLzXbv4TMuVEbxY7GdqN37pXuivcv8rQFZpzPPzu569fJyOC/l9fTb7BoDLcn1pAMv8Oo8SK55aMnzLNq8Ay48BAPZ0thL9JCB5EQAenkQtwc3IqrNtexgHAEw5nPayuygpcw3A77ULF8IdlJiZvXM7DEDeHoDssxzPp7mwmgFgqUNIcNgB4FgDmFlb+Dt0LALA6I/I3TQ6E/ylMRqfzECUy6GqC6oxuEJvBtgKAIz2mD1oGPrBGLLFTMJRkPV/hyXKiXTL7VSzuEjkrzv5eT5h2WrLkTKe6YTHzDHchBnSX28AMK+t7uUF3dOcISN9l+S7gjNpLzLBfFiddLEZAC7QPvvbwE9VbuX/dM70UwHg+PZIMkZ/s84kAWDTwTguaR1RX2MkMO0UWraF6XYVqE02kbxvLm+q/JIkM5EDyxHA9gwqopvjhWdNE4fNFu5aAG7648LdcnZ/7fVyts7Gnx8A3Cw9Vx2DiuM0PwCYtELaE3wBX9pTQJcBYJSeBNZwXyKAlwBg4YyZTurrrWcAmGvW0m/nADDrAHsNYH4q+NsEAJvDR6EGsAPAWt4plfhyPTzXaZWxPT4AWB39NQIY+9sYAOB1G/HehNINm8KiAMAeAVwHANOxy6KAJfoXzyoAsPFwsenMFwAmh27UJW3/6IW5LfI57TLwIt/siTT3QwLALbaR3lNAtwHA7nfgJs8sPz+49I8eAP6zjAB2AFi9RD1HvgJG5JdLAHB53S8BwL1xQtkWEpJZvUj26B4jgN1AbCCItq2KngKcSr+M+pUNXrRW0C6UFiqxdCvuDQD+PosARiosqwH8AJ6BcxAICQDT69SrPUjkuoAMqjzGfxQ+WfeSAqgBsuR6VJ6GVjIFNBVpKuAe7avgrW7Sms5DoiEdrCXgKYqVgb9QisWbjl7nFJgsjbTXMhfPdILGonjzlQDgmNpYOq0aaDQiyzjn2lQHAFxSiNsoow6IdcFS+tBi+Cso4SKMpgQmFQW/pMTXA8A0CumcFfHdTJgRWsvN4ElbFyONvN0CAGELtLKcb201A35tHXgaXUhlaxAxuRF1godgCCHgdevOVLgFkGuGQBaUbEZP7nlmW/jVL14Jz+59OiwDKHz63BWkWv48fISau19/dwYpmccEAH4DAPAziCY+d/ZieP/Dz8J7Rz+SOqoEal968fnw/MHd4Rqic//ln38XPv/8VLg9NRu2btsRDqMO8DN7ngGthXD06DsAmL/D+QoAb0KtsSuIhP+X370dPj72eTiNtmnYYw3jF19+Mbz00ovw3J8MFy9cDL/9tz+ETz79HBG/q9CfPeEXbx4OO9CfKTwXI5G19i/Sss8tA3g3I8Dv+XMXwunTZxEZfE7qv5L2V2I9DA0i4oFrg/TPtYE1NIvIz3u4jimD6VXuVCs0EA15Rnk1hoAcAG7Fd8UG0ibMFq01/RhGY/rnhvQKuuTqAWC9triG1fiZKzfFlVd8inS9NpSOKujmSkICMdQg46Cw1eGSqGCqWfDyxzjxzewKNA4q1mlx+Wa8GQCdExQeAy2vXg1lCPWj1+C9CnWDxyeHQb8rwyBA4CEYFAdRV1rq4nh6OSqMZuihEYm1g+/emQVdT4V7AH3v3IYjAejmxvWb4lRAYJge3A+sNhw/+aZ3sDjouIHJsoh4DSFJKy3OB8p/1YaZPgtKb0wBnWhNeI8YPEsAsI2yzppz2TRHab9ITjtSKz7ri95bU1VHc5BFBOd8s8pz9Y6Ff8ZbXWFy2tUIYKOPJwYAW/9sL08GR9uLCn1N+4IYHH1A7aF7WoNxX1kAACy8obj+fdy1+TYLZO97W93+2bUvLi4ArNxV6br5pXy3/pmVjNJYtQLrvFvLvl/uwQ9hkBWSa+tjCwAs9QupV3HvBz9UHUu/828BjjXXpq1DNX7rcf1svn8dZ2mZtJZD/cxB2x2kR63zWdqZ8nONH8zvCTrWWA1gkt+n6/m7jjf3uWi87n62fN3o2bXr2+WBpgZj3Uxro481VgF0nUHX3Mt7m5rX/SQ+ReFvA12Nb/h98nOV1iNnbaQle3wZnXSN3reOKynfsCO2x+s3+3+8SM+Tnvp5sgcn0Ml1PgGi8t9LEcAiU8RapRbha05neQRwHQD8kE7MGAhGAI+uXg0AWFNAj61egwxBQyLr3EHKZwGAEQF8F7WA5xARPIA+rKS8QwAY/QenUR3GsxCwnJhFAAsALG+tDczUz54GOgLANvfUo1cQ+DXwl58i9xWMwjJgOqb5vEeZSms0OgAszoEoJTPBTDEAgweZ/pkHRf7S0kd0dpYML8wYJM/l9JHzEdVtC5JWBvrpPdO6qkYAlwh7ARHAVceKJrnAZP16kaKTTYgsUiOPVB0adEE13Uan18eSg6v6fpTJZGuyOsCSapRRZ14L2PUv1aUfEQDGpwC+Ys/VKGBxWnfwKHuy3OFQJTObR+mT6xymn9j8yn2sLbVxULd0uqsbtvpx6hxgO2Gx5Y12KTH1agkAzmeofwBY6VBTQS8BwD6WJUeoXhdBvhay9Se7p69ri/KV7zEAJSttJDxB6y57DWCN/NVU0OTxnhI6AsCS5tlSPcvxDgBY9HzuMWlveLIRwLQE8A0AGPupAsCbBAR+7AAwU0FLnfZUA9ijgWkmd5tv/wCw7Ab6X+te1Stn65PoOk5ffAB4oc8xzw09PucPCQA3932RIoDd9JiENXqNJe+cLAJY0j9r1G9KAf3kIoDLNYDnUAPYU0DHGsAPZiWFQbAawJ7eqOr4lxT1ioBYoDdbZQK6mmemeGemGsBSC3hRawCXAWBT4KJxzo3ASymg4zYqSk79aykFdC7EGvDVpH7IMM4PABbhQ67VtbVcon/VoCap5fk7DWgSAYy/JQJ4uCUC+IbUAP78BABgqQH8QGshCQAMwcVTQEvdD0abWaJpSV2eKVAmFLF/moLG0iAxTQl+IwA8CACYEXMrBzXiPo8Alu2Wyo94baU6tKIGmZ6TgxJJGVJhiW3dB+/09KiSBtUV8NxYEjd0M6DYffX+VAR9Hn98ALAKnqpsan/Lxr88itdOyObFDTxxGSf2bA/tDWu7BYOUKd3YthTgNWdzDhkBYEm7ZsYHHvPzaOBlNLqMK7308TGC3/jJhlgx5gGuvw+iYbq1ERhHtm/fHF575XB45pmd8JAfC2cvXEKN34/Cp198hYh1pFseGwc4vDv8/LVDYf+eHUivfA/pmr8Kv/v9W3BiuBr2I9U0AeAXD+9FWt1b4Xe/fTscO34Cx26GDRu3hIOHnkcq6D2Smvejj98PFy+dDq+8fBDXHELN4bUAZ6+E//lPBHdPhuvXbwtAt2nLxnDkpcOIFD4MoHY4nAYQ/fvf/yGcRETy1qe2In30AfR5f1g1ORa+Q+3gazduC4i1GkaszYhiGAUgOIcMHtfQ3rc4/vGx4zjvW0lps37degDHO1BjeB1Sw63AGlFjEOvEXrp0U+oQnzl3DmDflEZKGA04N470UGLPiZzV4azxZYazZjCnSChdRuGy04Kmpat5xeVWFsB0zZMAvdvRaOr1WE04L7RqzeQmsoJxTE42sNYNfIX9XlaV/nNe5KCF3FdltlmWZuBxoWuW8yAQavwrMxIR+CCoPzzMVNCsGTwEZwFEfyAl/wjqvk0iXTTTR08gxTjpfmQIkSYAho3lidGPBqUppIe+D4eCB0j/PAev7Kl7MwCC74Lu74Rb9r595x7SRbN28D1EDN8T720aoAbhXDBAUEUtVdHASIcZVVg1Tb/afZXuFAhOCq0Qj8+VKJvoouwDCgDHfYAHcjqz+Ug1oiLF2n08SkIBYAF8o2JtEcBG3G58Vh7YRsxJxk5AsPNJN5iaYVQmzRlplT4jHWe0ony3XmHQporH3DQf16il3nL+6qfn1yVatz3K10HWdE9rMPZlAQCwLpnaV2X7qDmrC8Rt4UqtgJqMX6N5l+JQ/RzVz5/TcDcA3DIc2hshKSf8tqdrpqNaVtlK8+33WcjRBQHAosNZ7UQBe5tA4LQOBYAx57/yOig+Ry/U1/+Td62rphad2uqvL+5I0kYOTtTwk377UXt+FOc61kq7hasD2G4bkcRvu2cirVdlyw3rNx+3Wn7jupEe7Gcc+wWAC8NW6nN+TKbBRBrvU+HpCrK2PXvTHmNMJl7fNnfcS2UUEgPXvb4IsyhrSfu4nsL9X/djzRhiqWez/TkCUXKOlexxxzJP+yy/p6wjbQAwdQYBgLH+VyLLz/jatWHNlq2IAN4WRletlnJd00hNegsOcFeR2ecGQOB7166GB8imsxIyigPADPZhFJBkRTGeIwAv0z0vUyA4AcBaA5g6LyN9pbav8KoUASwAMDK3rIT+ylrAyfEvl0V0/ISG+J/LVCZLeSG4lXRyHWNGGJQKwecIssUIsMjxddCX18g4oh3Kli5ziYyZyVBC30V6V3DU5Aan/4alpKc2y1IFOb60/9RlF8qXYzNZ5nqlXdERMVxY5nVRrUa/kYzNRUt4SC4zlR5VnBej/JoM0FriKAHAAv4CpKcNQ9NAmyYd14I53qP9B0wFLQCwRgN7qvR8+IoAsGZoUHkw6R3FvU8fIgeA2bY6eTZwVhHhm2WgLn68mACwRvb39lrM+/Z2x8d8Fh78SUYAG+soRgDjR3FKoH1MalRDn8R7VspOLkUAd1FAwUHaTlYnKE3xrA5PqjfXgcDFGsAEfRX8ZdSvgMFW0zcBxObgEY/pHprqAXsdYKaATuUjfxQAsNQAfkIAsEQFPwYAOBKE699dFPLkjy8qABz3wIU8B5n8/PcbyWyykMsX0vWWa38AAJjgr4LACweAPbVhJnTlaVIzoV0YETYDAsAPZ1EDeMZqAM/cC3OWAvqh1wDOAGDWc8sB4OIcJmG0FQA2A5tIXaxlJ6mZmfZSQd8VBH/9Ld8hiEteeDvm58j5nsZHr6Wg75+aKlfT5Ypnut3Ha06JUl54m/HChfpaQ2Ay9izVAK4X80QXmvfidtqddwM9s4b597F4C33eRPuVDsgwzRcAtnYl+oJjs9gAMGoprRjEAygALIAqI4DxCQaR1aq2VNAl0V6VFE1v70YB9lgAYKzXHADOjQY+Rhw299pyI6+DwG40UyWbrZp5AzxtDvxLBFxJm0+wRD1kNRBOtXH5R2U6LdlsatwoolFzUqeyqHkmMEqU+p7JKhqhyjzQv/dsJK9R6tzgoL0p9bmgePkYZEYL42uVJ7HhjeMUF4aKmArwqoFE5ha3XYEvkmUFv9CAo8YcsnMCwIz4xhfuMUh7jBxDYTkmhulvBxABuQxvcVbAOQTA1q5dE3bv3omo260AUFehHup1ALifAjg9E27euRuGUW93545t4XWAtgf37QadLgsnT34f/vW3vw9nz54Pu3bvAph7UI4zEuED1On9+JMTuP4cojDXhf0HDoZdu54WoPXYJ0fDlavnwiuvHkIE8MGwYfXacPbMpfA//vH34fhniBoGCDuIWiSbt24OR9DmoeefI44dTn31TfjTn5A++uyZsPuZ3YgMxvUv7BXaZbTyd7jXDNbNpk0bwoHn9oZtm+ENibRvcxiUM+cuI330n8Jnn38htYN37dwZDj9/KGxHGunBlRxEODRgvU1NzQFIngpfn/oeKaxPhAuoe8a0wFIPVodaXqLo47KCHYXfc+q2uVHjX/ElsypGpjqi9laKnz0ZVqMVyFuuSgfZY2Sd0udJEcB6qAKSGf3lT6NUnt+nvG8ksDaCNWJUTo0lcC53AtNoEo47lWfeRyNB1ACnxkZ6oupvztscOZXoD6QzH0b0L2u+CQA8OS60ThpftYq1g4fC0DDXBN9ILS0R4XSQUF43gAXGQIW5+xYdjujf24gKvgFngxu38EZE8I0bAIWRavwO1skMUvfL09MZB3yR9eRihImnkdOp1/E2OtIooDIAbFEoMrqaajEpnNZAnIjEm3U2/AZGkyBU5cWmOFsEkRucPQLY+bXw7pgqXXlvIbKpcN9Ep20AcNxDhO3UEFJOb7VyX2kR2Vfds9LLadaNCBLvEWVM3cZqgYfs/jzuy9db7lp/aY/UFTbvFND1j5lGvMRnyqf3vLfV3Kfr2sUBgIu02z5SHYPhc1ZmOQ2Xdc1hga/9lAFgjwCWaN+UcakcASyOizy3pIfVD19bnHb3PDWdUV6//bTUPp9F2ay4Pqt36Yc2Ws8Fef8UUkCXDVpt89A+Ng461y/CrnGtyhjNi1mzX1R5fR3NlMsM1O4T1lh5LLp4at7nJh2j0EYOAOd7qezLCWhKBm2NQsodtAqAL9rLnXndWO0Rvv0AwFLGCHxikBGyKBmzdutTYf3WbWF4clJ0BJZOuQF94DrA3xuXL4cplFR5SAAYfaDozBTK5AwsryEymdmTCP5qvV/9XI5Uleps4gAw7URuO7JsWgSRmf5XAGA4Lw8CrDWQ2HeNJIeo7OxzEenCdUWTl+iQN4EsSJNS/3dU0j8LoMhIL8j8KqPZji1rV+V6UY8oS7HhzGDbCQC3OEKlLE71XK6NrroB4LZ1U9BMWkHoSs/qAGCjWT+3Sa8u48xFANgVKP10OwSjyxQA1tqT/K4AcO6sKJMi8rNkPrN6wARpvRQWIzJj/zJ5k1fmAHBu+8jpKX82LRGkEcaNdgiX5/vZwLJzFwuIlXXSozzE2y/Wfef52It/ma3h2j2Bek2r84Pqn/4qr7n8Utd7lwDghpFegPzcBACrc5TzgWoZuuRAVa0BLBHAVgPYQWA6ZRMElr3AIoD1k87aSwCw1P/NU0A/dgBYOHC0Fy8+c5h/i10yYu8t+77X+xWNZzbszb21vAQAWx3ghQPAjDyhpxoNlC6wRFusSvhmoFTDmkSDCKPJAOBZGJqnCQIjAtgBYNQAfnB/GkIqjPhWA/hRVgO4vEGpuU93/yYAWIUDsYLhXQMAAzQasMhfgsDLCPoCoBIAGIK5em7apwHAfO5lBh7PDwBmdyjouQepGghdaY9Cfg7ySfftOWooXq6RtWZbtXmGSmRLzOGvaXUVtVKmz++shcfvKu2pR6iCPaZ0JNmyc621CVhdwlfrtVbrpn777U8ILLaxBAB7OvIC03+sAHBKAU1AdQ6AHQGpZQSAvf6vGPY9BXSasTIArMITkoNkADC9aanoJJBErxeDvbMBU5Kk5o9EPGraMbX+K+XrKVSLdQF4e1Ew0+xZ8XdPE6280NI3WbpqN1IoYKFtFumdN7P1ZgCJG6DFQG8CZn5NkU9UeeDjAoClXWG9Rd5LhdcNPDrgytcqL+N1iXs7q1Eg4gGukwhg5dxhAH8kAFjBYWCyqviJUZcGF86joFcAgO+LQWOAnvdw5lkOz3pGrLM/BPJpJ2ZE5DgMJRNIt0wv1ctI9XYTNXWnUW+XnvgbYBw6tH9veG7PLqTSHQrnzl8Mf3rn3XD23HmJuD1yeH/41V++JOmaT5++Go4jBfQXX55CNPxk2LP32bBx43rg0FOIxD2KqNwL4bXXkDYaKaDXIyLz7NlL4e//8Q8AnREBDECNgPPTO7cjBfRBgMfPSJ1WppR+5513ED18EdHEexFBjOuf3wNw9n74tz+8D/D4BFJJX0Yd2PGwb+/ecAi1g5/ds1sMP1evXg2//e2fwvHjXwD4Wx32Ipr5xRf2IxJ4rYB3N5Aq+jbAvMFBRAoAkCbo+x3A7y9PnAzffPe9fJe14PNnyyJq2hUHBS4Yi0FoAIDrU0A7ceRE4gbWzq3G6C+HlYvEVqCvOiJ0uaCORI22fV+Np+g2a/xEuUrxpWsj37qN8+TiinKjDIjQtPRa55pRwMLnaJ6jkZBGRMojBH/Jb0j2lvZco595ru7X4n+Gem9MWbQSzg6sCTwKx4CJCaQDRD248YlhzPkkUkavDmsADtNIOABHBQam4DJpHEvEAFF4ccPZhXWvWU96Buvq3jTSRd9BunGhIwDBt26GW0gXfeP6tTCNCHJRSvPIBHEIVD6pfFb/FgCYf3safxowZej4SSOrAbtZauY06Oyoz0LmKCTXc1yVYOsAYEmZxz7K9a5cO++0zsk57rCTz26RTuMc6mzavfWcXFZTua5KZNEAqihtMu5GYbr+mkIvch4sz/+EAWCXE2oZva2Tpn2glyVuW03TqV0gbtstuq59PAAwDbJ1m2IPg+F01dupFeC/7bIu2bzHW/Z9Wju4qMJazidlbZEn8nePAI4AsKd+1pI7wk9dZxKL+xIA7BPUBVQWuF4LPyIb/SkCwHnq2jLRdgPAzc4BXeP6gwHAGVDXZdwrP0PfAHCu28iWagJkIwDskYzMqqSyz2IDwCIhic4AAJglNJAVZdWGDQCAt4Z1eA+NT0gikrtI93z96jWUdrkUbkInUAB4KgziegLAdEzj7JN+FPwlCGygr4G98t0yzVUBYI0ClnJKzEYl4J8DwPgkAIw2RTqJoIIL4CZGmF4qvNDFIJUWJSPLxPg49ADU/4WOw+9S7oKljSC/PRIAmH2HMyzGQiKZKTVImz5PrFer2lcbAMz7U89uehF8qrqDZjKB8XL+Ume/y1uuHO+QkVKfRPDsfV9adABYni69HVzHp8wBI8ykBjDBB0accd/ieKS1oJG2qvA+FBCYgA+c0lmORUphaZadaCPI5C1RkTOZsAoAa9PyMvE3AsCS67dh6OTc+csxiyVvyMj20Y3Fum/vBPWYz5T9t/4lq28JAF6cCWjVQ8q2vP5u2QsATOeo3Glanac8g0YHAGyRwF7mTgFhjfItAMCStYtlAZYigNUZZ7EigNU+UG8MVX3mx/bqkhF772+f+29bw7KNz9cxdwkAXlQA2KNRNKVq5sUgRj1nTJbeR2pKWDoCRAAk/LiNAAAgAElEQVQ/YAQwjOMPHAC2GsBMAU0A+BEAYKaAfsQU0CUAuEgf2aKKwrKe4fueA8DqIVufAtpB3hwApkBGADgHfyVSmGCDeHY2RwBrnSmrSyXnetoxdkyFbweAtTaf/u5GQ2EWUcg35iDdd8tydZVEMMiM8xHEtY1DwBEH15YA4GwAnxAAbNPYhyrSwgoZHVkfT6eCfHGzqd1ghJQyEMIAiYhSRABYnSaImi1OCuj7mgKaqXmhwMw5AEzgjjWAQacOAntaq2jr56MZcOBpoF14oiPKSosATgCwC2YKuurzylJLm67pZgoAa8SYeqLbSGRjpEZ6Waw6NwWFSb3rRFCLr1RbmFGVrCecgFyCEMarvL08VQYBET/OuZ4XAGztF+SLorBRlD0UoMkRrgLt2MFIw3EY/BcdtMiK81tlf/tcZCNpF1kEMDolxhobaam5RaOFjYdH//JT50SNxMIeIbwuJ8jL70wPSZ5NRx58kqRnsf/MInKWc0VHphHUAqMhWaK7xaNar2P6tG1bt4SntmySNGqsh/rFia/CZYCrqyZXAXTdGf7izRfD9m1PAVQeDOcvXA7ffnc6DI2MhK0wKI2MjCGF7o3w4YfvA5C9GF5+5XlJ47wB4Ns5ROj+4z+/HT46dgLA8zVJOb332WfCSy8fwOcOpN2dCp988mV49933cO2VcPB5RBu/+mI4/NzTiLqcDv/6x6OSrvoq0lGvhIf/tqe2hf3PPYc6wc+FzRtWh7u3r4ff/+6tcPzTE2H92vVh37494YXn90pE6Nkzl8NpgL1nTqPWMfq6Y8fOMIHnYS3g4599AVD6M0QF3xQPcJVZCazbwMveLoswJ3E18hjP8fWYM68UyVLmfnVCscEuPcrEmig4vcqgjd4h7aFFptq8nypt6nXlrsj9Ii8otujf0rrimlBwUNZGPMHaj3xYo0l4rjqH+JJQJzGmBlzBCGHhU3R4sbSCUic4yVkCfIriD5lLrDcPxbA0jKjgYdDx6PhIWLVmMqyDM8A6ODnw75ER1ogeCMPi/cpoeqQJZ3pppgr3fca877BMQIOok4eU0DcBAF9HtAwdDq5evob00HfCfUQFzyI99DQ+mSY6ZktA1IJn9XfZx41WIi8qQzfnNE9LyNFSJ7U4B4XJiMxbmBbHPKkH2p4qyqosiyNipjgLaM7vQtIccB29XNGun12fO6cPNaIqWVgHLc2sTHuDgucOf7ap2HmZLJ0oV7shJFTPv6ONPd/T/fwS743tKEnqhlgg9LwPNSsgPhMJWmmk2K9sRbY8f9PYZkuk03bbBeK2z1/D2o2yUHMPqymgS7t5hU7TEC8BwGlc+wWAdUuyPX+eALA42wjNZrRfmOq6famLWruPe9+7z6w7o7wmy+fUrbnyzpWPe3FdN59Zz3diSyLytd2nteUFGL8cnOplNFX2z1/NAHDXOLfft5WeneaMho0Aax9AaaUoLxXaLjyOMvLEgap7Ts6vuox7/QDAvn8WHyIziMt2avv0PABgKd0gIBeN0/o3wTGtUWqRwx0poOU8kYkUdH0EvjGEiN81GzeFtVu2IA30ZkkJPYfzmNnkxjUCwJcBAF8N06gHjFQ5GgGMh5ToX34aD0oRwNAxJPrXSotZJgKR3aLdSOsCSxpollQSAHggrET07wDkeMryns1I5Dwb1JQJJcmi+Y6rtKLvIeg6k3BspWPfCOr/DsARUFJ/QnB7AACYUZ3LWVIHPHAl+sLyHQpms23Ok9V69H27vLfntgWcU15HOeBbBH9VN8w4kF3rP5ZovaQqlJ2lG0Qqab5Iv7xvsbGyFuJ9kp4sBACW6+OkmVilP4hNgwczZYrPkCKArQ4wZHU6KIPiTQ8wudnKckkUsKeBBgjMaGACwFoLWHl1DoiSThQA1nFJALASTXkcNT7ESqdIGuiG0RKH3+x5a7lY84/9ArFNcxanrMf793vfHpv9wU6rBkWlrvwgADDLujH1s5RMq0sBreUm7+NN/XAavHVmahqf06ov4s1gEKlfa44TufO42gTbqKF9KtqlkZZru24pemTXSfXt6zqyPdOacJ1UI4BtfZuztOqnqrvKPiEOIYqveJrnB8RPBPi1GsAW/SuZCw34FXtljPyl43YRAI72WJYJsLlwHqYZKDPOyb1V3s4TUmnLgn5r+mnh2oIHR1m+YoNZDeAnngKadhZ1qGftX+53/dcA9q2vXq/48QHAVXm5m8G10H4/DlitNyptbt2dysisl7XZyzm93DRvp0P/+bt/+FrOjgppqf1EHFXG57U7XHRTyEDf9BRT7zDm589rAC9OBHAjAFxIAa2CuwjgUn8EDKcMACMFNCOA5wj+WgroJgC4OvRpQbGWSfNLmVMTAJynf1bAVyOA6Zk5XwBYQWL3QjcAmEZBmWv3atdapCqIiTRdMgJmqnU8njHdGsVbBIJoPdZNQsDfeQDAqbZeL0Sv57QJWF3CV+u1P9II4J6Zt/GBxWAxqk6bxlc3NXKTDi916080prnRM7/WDW0CTCgAzOhModP51AAG2MW0swIAoz2pqwullBHATA+vKaA1+otCj/I35WrubeqGevGEtZqOlE3Ij1ZSmRawT2vpJHoyMNUMMMIKbO042CKmfxPC/FPPsjVpazSC5vZ71WOdkfT+UjCZAjFrHTPSVAWyBP6mU12AdIURny4Udiy/IkhrOmijlttm4CoRabZ3VYC9HBUUetStJ93W/7LPzJDgYFjkZFlfhbYpSBqNM+2zioAKAOtxTf8cL7OloLyPBg41YkQAmJkdwI85wppqjkAQvdwp2GmUpQJrRme4AT0Ah2FAGUF9VfLo+6DR24gOmMbnANrbhHq6+/buCnv3PCMgKgG22QcwFCH6fHhoGG2tCJdR8/rdd98PFy5cCIcRMfz8oecAyE4A9L0afvPbowIAnzt3AaDcBCJ/9yHN837UJd4arl67HT786Ivw9tvvIu3u9fDa66+GN3/2atize7MAwO9+8Fk4d+GqDMwg6J11jNeuWYc+bQgb1k2GWThUvfWHd8IXAIk3bdwIcHgP6hbvCeOIND5/7lL48ssT4ZNjx8IMagZv3rQZKa33hLUbNoZT33wfPvrkM4Dc1yTaM64Tzp0DZJkSUphwjp0TQA4QG13UG2xyesuITf5s45R+rF6gTsvFzWTO7MrGIetcw/rSPvPZk+3K6U8PNQh3wl/8GrvYzs1p1lqP+79QeDTKRAaN3zSjAenVpUCCtOR5YrnLX7JY8g6kdHOSuYVRBgB7h1gzmGkQUVN6AlHkE4gcZ+pARsXT+WEM0cJjI4xIodFIIz0kGzXnmU4yxtNIJwR77yFq/TbqA9+8fktSql8FDV1npDlSR0/DuYA1hgkGc/EOSqpDZoHA81gEAw2Uug9QKTXeb4+hEL+94+PmfFLphQZzBdeUd5JmvYaSK9JqRNb6Zg72ytVCv2ZEM8W66A1TpirrnFKIzXc+Z0ofbnirIzEHgCMQLJdkKdl87/GL0y0rzfmSE7pzedJ5bmFpaSNOummN52uhvEfUKIS2l0ZKL6yFbO3Ge3knSvtCHL2aEfKl07A+dQk2rEG7Zj4AcRug5V0pGr6dPm0MW+aJZ7RFH7Y8qhyqAjldV/R2vEs2762V/s+aNwBsupXs8X1GAEcA2Gm4lobm62nePAZOqV0029ZCB7lnTKqDiuM+o+yybRW1rqHWK7voYT6GpsQM8361j2n56dSQV//qBQBO13bNZSOY6jyiWYTgai+IGP0AwOVnWywAOG+3jmc42BuPyVbse3dytoq6ltU4THK56mEEKtUxTI3frjepwdvB3wYA2Goe5rWFuduLzkC+AT2RKZ9XQzYWAHjTprAM4CvlGEYAswbwdUT/3gYQPHP7Vng0PYMsRAoAD+DtUbOewU1B32L6Z60DrL9LmTFP/+wAsAUJaP1fpH8mCEx7E6ODcQ8+JzPB2I4isk1OKrLPu2rFPUVEQZWtVkGeY9aXQch5iHcW3ZPOxxxD4pAEBAfQj5WMcGJZEYLAQm1kBAo7y/qIcoTNutwvSbYqaqZexYjfuP2LUGWSfGIyLnPEzAHSRGkhlHWIymLNzy/qCm0AcL5TV9aIjGl6vvLxrj2ywHFzOZVzJ7YMOtWmvtoQiw5KvZGO6yvp6CmJgOi+mYNCNkO060r9X9h1GQEsADDXhD6Z6icZf6LeLPZGlfnUccH4ivxmeoWNt6w9a4+ZfDSYpzw3zWPUxPG7xq7V9sd129Rwn7939aPP5hbn9I79t+0mbfv2DwEAe/1fRqfPWok3qQMs+h/rAcNBmAAwgF4FgAH+wg5BIHgWfJbOw8KrGImqyqZ8pufUFPzzei1gnFvvJ+AvX71Rafms6HSsamtktroWLZjOQF/fN8lGXJelA4iAuRhvcfQh8MsU0Bb5y6hejf41kFjAYksHbY5VMQW07BEasMfftAaw2tPcKkd2UOK4wlzKALAZkJKO5rynMINV2SzXgXVfeNIAsKfj9wjgxQKAi/unz/R8dNR50X/PF7VxlZpG8sClnu9Rf2KXPN3jEmvoRfNz6brrbf22e6XXSRgtWMz8AWAXKpSoElSimzPlAQqQIigIAPwQbxZpZ/3fhdUAppDqKQgpvIhh0Fi0GN3srTUqtMC4eprAKwUbACOA5zwC2ABgif5dAADMB26e3gYA2NI4RwBYPDVLKaD9t5gGurcI4AoADA+SMnikHnnJUyZGAIsAV1KOTVgrGp2rhFUGgNVw3zsAnLyt1Ajb7+vfJQDcJ79sGtNeRzsJ+Q03loa6AWBltkaXTm+Fa3nMItmZOgvnM/UuF3wTAMwoxdXjw8ITKLpduHwjHP3oZPj8xHfhEgHgaQWAaaonf1AAGDWAIfQto8CBq5hmKwLAojwZMEcW7UBUDgCLksN0SgYAW/oOp8W2WlpFenXeJTcynpY7ZSSDfr5R5cCxKmK81BQyN1iQF4rQ5QCwiYxR4TJjh0Spqdcf1216hnYii/3JxqqJzqrRSx2rXNqsiq255VBpMm8n3wiVzlrT7lnzfhd3ZnJV00EW2aZNANV7JscoFxVj5Dj5q9TUYlQjwTWfF+9n6qMIr/CMF1BKfub/bA5UFY8iMK8eHRlGmui1Ycf27WEPQOANG9cirTQMSwIYD0C5eRAuXLwajh07LoDY84cO4r0PgOsqRBncCe99eBLpob8IJ06eQgTmaDh46EB44ciz4ekdmwAc3wgfoM7vWwCAb8MA9ebP3wy/ePPVsGvHhnD3HsDd9z4NF7CWhgaHcD8AdQB2mcp6NdJLr109AY/au+HtP74dTiKl81ZEMR848CzA6mdgGEJU8o1biAD+Lnz11YlwD9EOE0hZvfWp7WHVug3h5DenAUqjbURzTkMR45wrlsiBw3i4c5d4nwqRF2SmVOO1SE9CFrGdJlpzflUnQGXXFIRNIzgnvMoSYc9zPiidsOex5d1C+u6UV3ZgjHTeYEQWMot9UYpWkE+Hq7yS9BihS73IDTTunFN09tF29AYiFMQHkXXt8oQYGJMMITzKp0xvJ/xyiPSDqOAxAL9jAvyOAgQekfcEagaPAShm5PAQUkkPo34w66wPAkReCXlGeLzImci8Dr1x+t5MuIPU0NdBY9eQOpGfTBXNaOG7d6bwRt1gKPm6vjxFf/JgnkP6dXooKxprHEAe15xj7HeRZ8wgqnOjoxp5RTyP7bgR2dayGLc0mig5+ngLCgDrHmNgcI1SoMOfm/scAI6EHudbjKgyQyXi9K+VaMRsPqPC3EKkdijnz1HOrJMjM1r0CLP0LBn4XKJtlxW8J0VFTelOX1UKd9qvPY7Ti2u0+KxtEQ5xXTUMT5cyScPofF9pL2t43paGlwDgNDg/OABcWMf5pM2fNtpoqosmu6+tbHK1l3Tdp7AmQcJtT9vV1nzXkOoe8x/nKgDc29ioLNqhH7U8VPW+zSdXAODIJ7mHtNksTGbImq7cN3vcskxR7tHjAICF25f0gscBALPNcg3gGFiQ2Zfo2KnBBmq8ln2e0VM0kKOv4nZLZxHIMEwBPckawAB/V23cEJYBeJuCbCIAMKJ+bwH8vQsg+D5k9UdwTFsBuYHg7wD1TNuXFVgjyEuH45QGWgBhqwEswDDtTAIEKygsfWD2AgKwdIaz+r/M8iKGdPyj7c5TQKtEUAMA237L4xKZxMhmtMUI4BHoJ/RtFeO/R9TRRiZDQOAXMhw/6RRIPUn4IDdjl7uSvaogumQAqd9Xd338M0E56qyu05FG5CGSLKySeVHWyWm2G6jrkDdiY/pM/mrKaOzHpSRUWVazg119auSTasDQXEVZRkORX2gJgSzt4C+B4BVwuhTZDG+VUXmm66ZaB3hO6gBzXaQ6wC4K59nhZI6Ez+ItEWyuX7D9BAa7AdwBYHHylMw5fOczQyWmVz6brusau6bjpirMf4spXdnVj0W7UT8Ndey//TRVWEPZmqxvo7j/lmXtXO91DYt0oomayKMMY8CPzJ7GKFQCwHO06+FzNosApp2vFgAG+KsRwIgEhs1BAGDwKwEkRZco26EXBgDPX9pongUZmz5s5WU7ma/xvA3XTVMNYHOM4uALw9W16Y5REQCmjVHAX60BLPtgFvHr2SCaAGDJmhVTQBsAzL3HQGDnpUWtx+wQAgKb6cyc2d1Woaqoa8LJ1lEd1bJMqBxMuScyoD2RCOAyAIw9shABzD2U/FQd4xXH8RGpC9TU7S+90r4ne0CDHSkd65/fzpdn9H9dcX/t//riFY9N1/A9tKGDva/frudNdKC3Uvptei1bHABYzV/q+aUbdDMArHXdZsFkZ8QjhxHBmpZBPXGmUYNwShgyv/N3MnYmpJG0g2ZYLEcA+wPmALCn7pEaFVJ8HG+kd/6xAMBSxzcDeP3v5agbmdcAZgofCvEiyPeYAvqnCAB7xGUEP2qMn10LfAkA7hqhdkGil6tVKC5uIoXrOpidG3/6A4CZljcHgFFbiNoE9NlxAL5PbVob/n/23oQ9zus4F/xIYicAEtQu2VrtOLEt2c5NfBNnbmb+38y/meU+N5N57mzPdSaWHTm2Y9my5UheqJU7CAIEwan3favO8q3dDYCkbDTV6kZ/21nq1Kmqt5Zvf/215s2vGQBsdSahfELp/tjArLfHAGBPAZ0AYEZwzgYAlwZ88CPV0VGtTEbH+WvK0FKPeShcwbwTLFPcL47FTxksSHIg9+wCnCTIA3DRlToIb0xlZoIz0+YoTRdq1B4af0a9dAHBiuCrjfp6bv9am1bQjgsAp+eWYBwfWwoqsRFmOh01fBN0STPmG2feQjkLfvs4jZ/82Q0L+NP+Zv1QH28PX9QBvz43s9jMCfyCZqBoy6DB+2IO4h/66E0Efa2awWbbvO2ffvrp5tLlS82mR1MCmIUx6TOL9P2tpVqG8eqtb77ZvPXmXxhgfMXacb75d6sb/GNL8/zDH/0LjUDfNID4G998w+oL7zQff3y9eccigP/5B28bAHy7+d73/qb5u7/5q+aNl582APd681/+r7eb9z/4PVu1afW+nrVIBkT6PvP0Mwbybhmwe7v5/n/7fvOb939tgPLLzTe+8RfNV954tXnK0v2aNcuybUDpMocrMyCY2ciGZqm5vXff6hj/qvmXn/y8ufrxZ82uyQEAySI1HIYuUukKIMtrQPQguuNYpXn0+ePQjwmxbV5WqxfV+vR1pQYEQcTEtoXp1lqgkatoh6+rPp6rFo23unbGynfJrDkPRGlwbxuhEq3682I0Ahh2BhDEXgx9EKTTNolf9S8xcaorDMeH6LP78IZmD/K38y4g+oC1yJDeyBz6rA7ZhgG/W9sb5lSwld6XLIU4ooU3LTp4YxXXKCMEqIjLCwZG8DDUDTaZ8u49e9+9bynNkVbxJtfD559fp4F1d/euRZkbLZqRQFHASj0n0ip4rlscUu1eeIZ7Smg+mUMsZ0gtXP/OvwP0zamlyX+hFDswHMC4Q8zylQsCbtExZziMmCWHchBJo+xj4WMucLWH9jnJJEBeFRE3oum407hyWNLt8QHgeg12gIuWvHGyAHB7/RdrCTTat0D9t2nlefjiLxwA3OJXJ6ksz64Aj0zGAodOGgBODosAWpwPpnUGY407L5fyVD99nYapcPb13Lsnjcn8rQumaONJAIA79UXnoJ8p/jR2K9LICFeZh6fMNM4lrypk5Cm9pAZ8tbfEq5o/7XyDr/a5ofcNXTAPwD0JAKNt4ZAFQMv/LvWgAGmVmcf1I48+DAP4cQFgNOEBnu8RwCuW/eSiyewAgbesHMYFk8EPzAkZzpk3Dfi9Y+99k70fQA42WeaC3QCBmaluLoy+Dv4qGEIlOiBLE+y1d0QAZwAYILDxFQd/UZoGsn+kgIbeSqkF4C8tbho77Y6SbUgFSZ52ecd+g9wG3Rdpn+HEt2oRzYzkQipVRHV5JB2ibjMAjO8u8/Ge+f45UtRlyyCWFgAs+Ub6UlVvVBPtV7ls5jpYkm897lh9qrnw9H70BQKAOQoBXLlcmhay/Q6SYP3fCxa1LbkaoDD4Q8in0q+Q1QyZHVGmEwAwwLYiAthlZzmMOu3Yb+Vc0g/axc6wKyQ+ALojSTm4RIdf6X1auMNy2gj74aGp+TwDgKdGcP7jnTXZucUZADz/qHaviD1t1nvNAwC3gWDsh76gagAYjj6M/oVN0QHgSAFN7EURv8cFgGXh4YYklqAdqdJlPYdEtrkF33f5Va4/Q1rdkwYAw56sLBnYusmr+T4DgJ0Qk01kVvofO29Knl74GSTUYZ1uan/Kz4VBYkzajlUR52Rpp6/tJwgAY3/2hxEANkHBdu8cARxpoAH+AgQ+OQBYyrR3TxIEN3ymsQFjcgCYoIYJ2akG8D7qAN9tDlED2N5HZQTwQ68BHLUzeme+EEjmjACWB6YDwA4CRyRwpIAuawBDiF9aFABmirJI++yG5ahb+QRFAJ8BwPOzl7ZyPf8dKtYy0+WSxUeE8QlmNz8ALNoVAGzPdSV6CgCOCOC333nPIoA/tAjg683e/n0qx/DoAvgJBxRFAFt6UOMVTN8rrUNpk/oigKlQKFIzKcjWrgB/oUjjHa8pQ8vwoAc/nWlaWieF0usmfV/vOInTEzySSpZ4pAQ4/wSfNH4Jw0cYSChqFYpybFphzMzC4biidnwAGC2p01mxSy7o1RQdG4O8j3tfSZIsNs1CSmZvCDT5y++Dv3Usb8j4O5dKt2voOB0Cag+Y4IIsxzYAYGnPPlMJ/q31XyrWlhYO6eTW1i2ScrVZWbWU0VZXd8W88EHXqCe2awalZTPyvP7aa82fffX15o3XXmo2DUS7cft+8+577zc/AgBshqCvWwTw1772itVm3Wo+tvTOP/7xL5of/OCHjAD+7ne/2/ztf/wPzVdfe4bg2T/8n//c/Nsv3rfvt5jm7WlL/YxI3xdffKl51lI5HxrtvP2DHzQffPBB85o99y/+/GvNS3Z809JU39u706wawPfUpW1Gd0KQvW/ywCef32x+ZBHJP3jn581vr35qAN2eanI7uBaOXUG3MvloIhJeRgC4+CFNtnuajy6jYYNOfVmPAFZEAHeMm5W2pXbwxY9Cbmm1LWC7IZIduzbdv7i43CeGAWBvGrroNF9aa9CmrvN9jg0BnQf4KyBEfwsE9vGNtWPPYL1yTF5aT5g9pEZvjGaXLI3gGtNBb21ZZLDVlEOKaNSRhtPDtjn5rG2YoxwNmBZRY5/r5hCxtoz0glo6MFTtHxyZQ8I9q4e9a9HAN824eqO5YZHBt6xe8F0Dge+asyGcJfYMLN5DWjADj5GtRuOLG9kn2yrglsZMOCbQMOrqZ3x32TNlPInMJwCNvWZSZFeI9FnJvQN7CY2ssa+UBFEK/DnXTkHeFV9WunrwHMl6GNAOHYHF+O/BvzNh5rNHFSKnYa5JrUQ+L9+vTe/+hKSQi4Nqtyj2DF8jqRVsZ92DkweA+5iD5n7olQ3h/WdMKZOPDgAuOgHgYLhHI53tGsmn+jfKblsHZ1eA57nr9LmLAsCRYhWALoEXAL7u8MI6m6zB6RabkEtotCl1sbF96QwAjtk7STqr70lpbZpI2ntz2sLrvXyQT5QHEi/r39mPDf4W8nnaw3OnMxfV9kCe3cv5Clm65MM4V2y/bn91l9gX0rnpKr9sBP4u29/eB3pa28c39FvpCCh7UJiMk9MVnWBzho5weE1lGkyASCkwvXSD6pNCXxqpAdyKAFa5B2Wkgs6KjEDnTUZfsTTJa+Ywub691Zw3wPSBtQUBELsmm+yZ7H5oQRAmHNOpDfIGKPWCySSMtsUn+Y4+cwSwp31OADBqAxeBA4gChu2JpThMdjJnUUQAQ3fF7wR+EbXse3p2RiudibVfC1hHek4BwKvQP1i2xu5p94dODZlJ58iRGO0WAKw00ASOsSdBRHRCxL3rWrEFhfYAwOkoAf5CFysB4FK8IF3GD/20qEvba6Ok+bg+zime217ac0YAjzGk1KU2T+KS7OcpOrWMXMxrgfI2tilEAZvgjAjgZYDAAIChu6YHilfWADBsBQYEM026hot2kdCVfc2lCGDaIIwOWiBw2RWIzJK1Zb+VCE3hmLJxjwY9Nlzp2JR8cQYAzzSMc510BgC3hstoeH5pY3rIuTSGGEPP5W0dvtwv4z5xT+6JtBF6KujIwub2Q6Rpx34IHhDgLjKtKgW01//18psCgO032Bk9HTRLc7LUQtatxyKAQ+cus/BJ0fW377McaZdhwi4oZyHuLh19Mg9T6P3xi/O9xxYBrICiqPuLSN+TAYBz/4a3jdDfx/aVafo83TNgPxpR0vnwqePF7I/uoccYBzbhcQLA/bPwJwcAI9LvyFJAP7gP8HfPwF+rAQwAOFJA27GHDw6MIVlN0HOeuCeiLjp0VAgkcwDAyQOzBIALEPhEAWB3G6kB4LIG8JOTAvoMAJ6fVf7pAsDmrcwI4HN1BLCngAbZVwDwewCAr1lUmCnTplknGgMAACAASURBVIBDaED6IkSLofYj0r4EAAxluwSAs/Kh+QlbQgDAZO3w0HLg9yQB4MowPhN5uNcsgZWklfmVjozwLwk6rAHOP8NIgq6rBgeAvPtWM/0AabIJCAsM9gt0GZV38RB5ybuy1oUcUuvnplkqlsF83fCASSkjgDEvHQC4HLBI+TUwiJJ4q761r05HW7mK2gBwBvwDANZ41y/dLQRZzXNUGi7PzQaGUv/luNtpmD8YVGCQQtqjSMXGe9sbBhakad62FM3PPf+s1fh9zUDep6H2N3+4+lHz7i/fo+Hmq1/7avPaay9atOVG84mljv7JT94zcPgdAsB/+Z3vGAj8HUvj/IKlSLrXfP+ff9b85Ke/aD789w8MONtrLlpq5+eff7559dVXrZ7va0zr+847/9p8+NvfNq+//obVKf5Ks3P5stXYucdrlq1Nb7zyskXt7zQ7l8wIZUaH67fuGvj7bvPffvDT5sPff8K0vbEeAzxjLXlOUzl2Asz0e4h6XcNNiP4Ds8+x97v4yA2dOS5wZgC4T1h0ICtbVNt21LxGakispzFYv0NthDJUk1y55sL8E1frWL5ZRd72syJsCzCvoGVlftE5+s/vBUMn/jn4S/nDz4nnJgeSNF0YWzXlghmjmB7QPhmNYPdDfbJ1M5qiXvC2pRrfumTRwIgIxtvqWCMTxObahWbDDFgriLSzm4EdIVUdnAyCp90zsHd3957RtkXbGCh8zaJtrhko/Lmli75hv922Y4hsIIiD+vPcDow/IirI1hhLBQD0JfCrlRY1qpnCilYsgL44z8FfN4RG7V861aR3Nltqb8mODBya9Bx/ljakPPnhZAIqtp9ByRptzZkU/haxBIkU8zpOu746SqKL+U5rUjWQRSuy6LbnPNOcN6m4R1qD1W+6R5vUTxYAHllHY/uYj/Pg1aPKJBx4FjcHzZ4Cus2vRhyh0kj3MJYQEyb6NMxfx4/MY8Ba9Bl91x0LAGamFzn7CewtQGCPzhOygY0a9M4NO/HS4Kn9bHxx2hgbn+OAqR3nppEHTT2nkgGdZy26jhbpb+7L/OOsJVDwpD7+WjSqnN8pHnuiADANnv4qvzspOkfvHT72MdZ82j70Q7u7sQv2XNAFfCf4R9n/+F6OXynZDYI2IR8mIDj2y0LHsWMEmPBJAzT2Y48AZvrZogZwBf5OA8DINJfKjtFwLgAYr4eOfiES2AQcA37Nic0AU5Q0wmDBCffAagEfmjPaESJ/3dksAGDwfewbjPqFfMKMAq0awIwABk/Cp2ePAyDs4C8cVC6Yg92Sgb9wGgUAjIxxUCgwZJBLAEanNhfguWQK74yXsYDss2TXI+0zdI0VgMl2DmxtcC6mPAI9xX5kJBNST1sfWP+XgDD64o6z2K68j+5/V4kuEY8cNt+aXiQ/Bl0Hy00EHoJtnoxM5JqdtCSGAeBMjfVazbRVrp16cXkE+ohMMcbLklzYc5KWa1dOyqcKqA951RFVudHauCgKGDK2RwGbIyV+yy9djSxVR1bMmpG/5igJ2ToAYIK1HMXsLC0Z2XUHyHXaAhNeE7QUYxnAb6oD/AUAgGfOSM3BaeumozP+aA5O7L+LNuIMAG6N3KmN8/EAYHK+tFcWnIEOGF6qaBAElpMUsgFEnV9gJ0z7bJ/cC5nSGU5TDvzauQCBdY6A3/icSgF9BgCfBABc8/UxO9JxsuQsyjfmu27cHhfUPOs9x/WWQiie9YZZHLFvjwMARgP6NUweObkU0G6Ax8Oe4AjgAIAPHQB+YDWAD5GOEtG/HgF8ZGmiTfq20Tk9ADgigJHeGTVhEP3LVD38zCmg4/eFI4ATAJyNuBLIYIiQIhHK+OOuAXwGAM/LVaQsLapPtJ82q2gqG/UIM+SNRuJMvM1hDKEhLJSE6lqnU6dRPJMpPwEumMLMdFoGDlwsU0D3AsC/bH5OAPg604ICAIan6hHTGCEC2MDNHgCYhnePAK5C3wAIMFIrK32nBgD72MxDGbldUscEVMdGoFnW+i9AHdYGEj1Fui946RH4pXDn6aEhuHkamDDARLrrAICFn+s5CaxzxUdkE4Yk0e4QSJD6zPYHdQbg50adAgSeBoAHaHImxSxfq/pIeUZKALhWf9XXXgDGfdWz8ugqfEQdajb0EF/iJQCsyHNNLIYTabzvI4odK49RAXoj+nfFInxRPgGp2ZAuemt729LuLhFk/fTzzwgAv/jSi80LLzxj4Np6c/36reb9X3/YvPvuL1iK4Vvffqv57l9/u/n6n79skZYXmvffv9r84t1fNz//t3ctpe615rwZDV6wCN+vfPWrzSuvvkqj1A9++MPm3z/4rdUn/qpFFv+51Qa+3Hz+2WfNP33/ny264W7z2pdeal778nPNyy89ZW3aMSPCueadn/26+f7bAIA/am7fstpnANsQPUDwLKfZFf/R0OSp8/XYu1DCNDIsCGms8Xa66r1PeuIgzxV5l7wR8pDfjI8vDGg+vzy/xXwnRc2OQbfVt2J8QCBiuUUUu/eULarWZCK5NL6iwWhRwTN4Dz2os/b8/LZMEXeP1ibez5sgOgDp58LAifvCjKCIFGwpSxYpg2h3vAEGX0R0sKVT3GD94LVm6+Kq1YDfaC7ZG5Eoy0b7MEgiIgVRDTA0IivNvvH8u3fvNXes5h7q7t20iJvrt3ebaxYpfP3mHat1jZIklqXGMkYc7FtUMPcIU2CZHv9Q6aa59mS8ZH+4HD3dMxVbZJWwNz+hSCsaRhFI7lFNY6vWMUnA+bS+e0SLE7lmIAgl+J/INtLfn7eFQYOrfca00lGq/UKbY99NNCv6HBMo2vOcDHfsgwPPvq8kudL5fZkxQjQlPpqVrpLH1u1osdziGm9zslZ2129XRirOqVl5d5xGxgMtVB3B/tcUCPZ4AGAY2ofaHGt78T4NDsbEgT8uADhH5kUKfK4br9clflzqY32DMz8wOcvYT9Hk2D3+GADg3H/xl+PUAJ6nlnY97uPPnZqjSZC4WN/i8fnVAcxGJrwr5w7zhbY+WNKKxJ587bz9i3HWNlgLSqMgsO+fZfQvmhL6EcFfN3IzsrdIAY3sUIpM0j4dKaBHI4BZ89drHhY1gOU0i3Zr98ZYMUMeNjWTdR6abKKsAWobns2MVCb/RupnE13kXOVZVVj/16N/CQAjqphpoD39MzMQCABOmeMAApsshOjfCyZHIfoX+gG+Q2anrsIxKSKASR85grqiJ89qgpmFsx7A3zWTuThfHtUFeSeil5DKklG/HQBYNYCRM0syS+j9EA7qDToAYAxkyLRBwiW9cm+mbBH3ww9OOxBVqJ+WzqM9dNWSycs/MxCe6TrobNAmQ11V57duPRMumHX47qJ1bjYgjUjeKVrqmo4i+wgAXzBgIaKATcdbJgAce1Qa4QIAjjTQqgGMt2NIHgFMYmZH47mcV/hJYU4KEFjswccF9EcHjKgB7HOlhZPGb4Rt9R6aki+OEwF8BgD3z8ZJAsDi28Y37RNsh/RhNAHd6dDeZzWA2xxleIX006t4fGhGaY+sAGDxC9bmdttnOFCxhJyneX6I1M+pBrD0Ze6fRQTwkwkAh0yYOFbsSDYuj6sG8GlEANe0MSyPhZw6LPfNy4dP/nxsMGO0nyh6pkdP6zgL6mVs4uMCgIe7/uQAwObxyBrA9p63BrAERu/kRArovghgpoAOAPgRRQCXAHCkfo6U0GcAMFZLKE0zrdt00pigt6gQSOEjctz0NCfJpvM11c8O2l2MyQ4qGwu0ZVYRIpTYQUPxBLOrDcOuZNAYA6WhZJRdAJjJpBAR5gAwFOhNM/q/+DxqAL9uNYBfTjWAGQH8mdUA/pcAgBEBbCm1EAEMBRxerIgANvC3BIBTCmj3ZRXGWMwP9JopADjcXKnclMrXPBOTx2aWq0olKhs9pIeluYpJ9u5kQQ7OLjqI+0Bpp+IPuofCZv9QH/i+1Uxm+hb3ik8AL9eIhEO9lTqGKdZcWExabhilWobQ3j6Gzs5OSEDL69g3dweBxwBgQYAnCAAXQ6pxi4HVXKeYPlkpvN1FD11oyVNTqPC8JNqq69PcxnVQugEslRHZUK4ZDRDRlkqlBmNRGj144rPeqtXowpyawWrFjEBbVssXdYQ3LIX0nu3BnxlY+/vf/4EC/ze+/vXmr//DW8133vqK1fm93Ozt7ltt4avNu//2y+ajTz5l2vDnDQB+46tfaZ565mmLoNxt/u//5/9tfvX+bwz8/XrzzTe/aRHCzzRX/3C1+V/+5//S/O6D3xlAt9l8+YVnm6+89uXm1VdfsfrFl5r3P7zKusQf/O6q1W29xVoyBIAJAgtwK5diGnWuR5+BZCCMcfeJGtXS24aFcj7bVDkscMYMxnzryuBpXFilHZTHSB4DbRvdEXxNRusk/9RXpNvazzKiDtyxoK8hPuOcQX3wdZjORRcLA29J0+X+lG23vhr5XKU0DN7PSBGvoQ5jZ9R1YzwKnkFLqCJ7ERmM9M8AeZeQ/tkiWTYvrjdXdi41zzz1lEW9W509A4m3N9e5R6yybrAMW1ilh2ZoRRaI81YtHtHzewcPjHb3LRr9TnP9xm06Qtw0MPi2AcN7FhWMVNH7lqIRETpHrB0MQ2kejWRqx5pk2it4QCOzBGogqR6wAOD8Zr294I/gG4nfYXRB1B5WIXSZQy7O4Cf6tGbuaOu9AH9lgXMeUs6/008YUUUZ/n/wi5ahPea65rGZnnk+5sT38QC4Kt7l90wK58IAcGsdsRMlb6/Xb7+M5Odoext5Da8bHPniAcATEcBjfIIsbHy0Rody5OCUbL7ofaeuG+0PGGjhKBfgBz4ZYTcYATwbAJz4XqeRI7x6qkMTx48zf9PGkfzw0ee09pu2c0e7C8dvc9yx1LV8tz4GPT/pADB72OrfowGAfT/3YZdokvnG1Hy2j5fjTFAhRG3ul8UfBeFoP3J5kedke8JpAMBIYckoJqaH9sgm/uaOX9QINAYEgCG/o322bT1E9G2sCfwGA7tdd87eAEXxVtRvzrYUpTVU51cAcJkGGrWAAQAj/TMDC3CcgQYGAJustLTs6Z8N/AUgzOhfa1eMb8gkkiHzflpxf7e1QVUEAAxH0hXU/mUflPkE077sNQz5CfAXmbJSBLB0TUYHJ/kjA8DhXJucaCM7ijek3H8rAJiious/rGcrEmT/OL6uM1D2csKJL9HJFp2puy6DhSxfyr1JCZE4omcWvLwDADs9eBum9sBKj28xST6lfynwTHc9SFdpTaI/5mTLtMwAgFEeWlHASwYAA7AXCKx+yOYB2RtRwBRxKUMfWiRwCQDraXJ8ht6WuK/PgZwYDFKJ8Sn2AwFKAf76PCVwefF9cXpsB/gI1+v4pjp1PF3NZTQySeOPOb2jlNtP/jUFAFNfKuT2jpNna6hEe8hQUAPAoD0AwPcZpIC61PgeJSfNgRdlfcyBF2WxYL86sJJv91HuxzEH6HRwdMffB/aGLZApicn3vCRcGp4ylfqcY3Zq4zy8D/a18LgAsLZWt/H5Z4C/ObWzRwAz6rcAf5kC2iOEGUwCPVlZNVReySOC6TTt5QPsGREcFnwMfah2pWDwvtOTol3vnS0FdOYtmWfHwsdTHzEADBsd98ozAHhylbUyQdbnB5XMxnendZwFOSUffxIAcGz0Q/2Zs7+PMwIYdYDBlJFidN+Y8j7AX2fGe8aQAQaDWcO7BBETiGJCuhhGiXgqmY6X2qwA8IGlgG7VAAYI/PC+pYC2COCHrRrAGNauHFAIJDBQD1KqhGsZE2Q4eGQ1gL+wEcAFIc+2djn6CXjpmYtFhUDe9wwArkZU8YdjkvEJRABTycrpyqk447lQIExJYQSwvTfNwP+ipZP91jde6weA3/lFqgF81yK6oBwrAhjKC6K6EOUqj2sIGqgDLGDN/Y0pgHhfk9Rh7QhPOLB2By4umILNFNChGBIwGXiBJZSH2sYa8Jw50kS2DSc1vbu3M9dSNoykulf0fs9pv6CUhxE/DJ/0DGcqFxk25DUvTToBwVQMdRzAIOtl+d8BErDLDvqUz/AFnLCN7qjl0coAd9LeBxQ1paDCSI/MxKSMUW/e+ZmawCyKphsxcpEd9Z9C2Y+ffPVQkC1aRpqIfcWVaNKQiCXuqkgBgVBpLD3qtzLy+dOpymBOIGRDnEWaNl8/AIRRA0wGnBWed89SOyM9LkjylZdfad5668+bv/3utyx18wvNsv14x9LlXr36SXPDPu/b+QCPn3726WbFogA++vSz5h/+8f9ofvmrXzff+Mabzbe/8+3mxS+90HxiYPH/9r/+o0UO/8KcvO41G/a85597tnnt1dcs+vhFgm+/+91HTE19/cZ1AcAyJdg7R2OEgSFGXvTnY50QtPaUFiuNX32Mx/aWobkdXs4j67lFfb7WkwTR245+zhE2pTF6zuCv7jEIAIOsZjSCk2KDFmMMCvIuV4Hqy5YGd10gOcop3HkAU/XxXKVpZ0aBFFZr13goB6NU7BjaQeMprrPfFAmjGmaoBYxI9y3U1rMa0xsWkXLp8qalIN+0TBEWMWxRwpsWHbyG+tN2Pg1euC0aZ0vpvhkLdvcOLAJ4r7ltkeqoRX3HwN87d+xvS1N+89ZtAsJ3WD8YoPABr6HBFnsA0sCCBhH5ixTQ+N0AZljMaAx2ZVgOMko5WdXb80EUL85R70HjijrWWHJdlGRt19YGR+nAnP9gO36ldGM37hVUW14vHls+QPMfpFo+OwzuAoBjz9blyXnF1+Y0AFwDCIlwEp0UCzDxxvZaCWpsg8Xl4o3BHljQE3sGnvjkA8Cx6nwurdGDkpnLW0OjQZqbkVeM3aPv2JRsPu/9Zj3/cQDA5FfO+7rtrOWFWfsx23mttTDbRX5Wz5ocXjbDslZrv0m9HdmHx+aoverrv13vjh6U+75zxcXJuXSk6Nunc4c6ICx5arEKW5dPrbGh4/y9lCt6OneSAHButkln6VldOtGwF2dPDLoOD/Mrcu2CXvowlaSPJN2EEnCi2Nh3U/rnGSOAZfhWRiSmeYbxGlG/Dv6WdQ/1e2T+UINjV5Ljlx3DfkqHTX/xhEAnATYIHFVGH5cvnE9Lfs8AcKSCRiQw3ufOGbgLEJgAsAHBDv5eMIc5RP8i/TOCD86ZHMR93RpRAsBqb7TbMw5hKlNb7Rj0ZbSRwKHd155BJzfoJXYtRLZlB32XmYVFdX8BAC8H8Mu/c2VG6YSy84WYrke6Dst29mt0AQKDv7KECB1evdSRXccxJ+AgnSGXLIo7Fh30jpaAh86H3OW8tLV2YVeg7zTnLNcyzmMZa1QXJvmvFVUX/U0EG+SR6L7Lc1KGa29f+1o6thfrSt8ZU8kI4JQGGuVXAgD2rDkZADbw19NA04EeWdQo0yoiM4PULie2FidZFMlNYxgZCIMlhHMG58fuGTYWkRMHtt2tmf6eki8GHUnisSNPGVMhO5f9CQHAQfN9NtmkZ5T7AvSXYsCSQ4MPMK0AWLO+bvEJPRAAMDOg+TsAYKQlvm9gIwBgYAxfeAB4hNDIt2daCb6MuoRJXhQcIjlJ9UQABz/kOa7XYvwFAkf6Zzg9qwZw3is97bOnf35AIFgAMHVhB39xXfxN/RkBAKUuzDWZ2+pKZpIxtMuPA8BBaaK3kq+E/FJQIhxfGERhde0Nv1nb3G4uP/WcvZ9ttu1zY3unWVm/KAcrw6hC/8WeCH91eObEfoRsfLCzIVsGPum87jZjfKa3lxPkMWTN4N4PfnnSKaDHdDrtw4vy3BnJ8fintRlF546zBhPOouM8KQCwuGv/a9b+2sw+CQAwvHMAADMC2ABggL/9ADAWAryrFweAH3oN4EMAwGbkRgroB5YC+rBIAZ0AYBjumBp1aKALxnEcAJjCuVJBKw10kQLa/l7y38OTE/VazplnJ4R6pvnxT9ar4/igbp4+w2gqrzt/JyPdk5wCulCgW4LBEMfQJji8FS4qBHKp/QkAwOW4TgsT/cJ4CBBj3i4yVGRjtQBGZ758sDPZoFdPVx4AMDSVnAL6vBn1DQB+fscigF9t3rQ0tZe31qjMKAL4evP2OxEBfMMigA8IAFOIZA0bE1rAEwAAu9d1RB0SmgPtOf3J0UiKIl5QSkJoitqrjK50JTfGc9SriENRGkdw+2FoZ1HjkHS/HD2rdkd0rowUZSQaZ8EVNNJ/AA9QvmlUCSVawAaVYoAzUAID+HXAESA764DQyJLBYva81X+3QvQucekKMVZBob7e2wTb8QrDmC64ebM1QxFmTiBFi1PLKl0VA1f84EKLL4We/obxsrym7n6ALrrY109LPw4BN49WGMG0BpN3JEbH91Wk4MUxeMTi+ss7O82fffX15u//7q+br3/11ebSugmqRj33D0yxsvWDFExL9Bq/0Nyz397/8HfNf/6H/7359fvvG/j7l81f/fVfNS9+2QBeq6/6/X/6UfNT1A/+7e+bOwaoLS9b9P6LLzUvf+kV+75iINtu8/HHH1v05edUJsJTnNRKJSF64h2l0QH/y3+PZoRJY+W0xNv1GRVi05nmhL3E2vmxfkZpA+1rb1ZMunfntRNG1ExqvsYGHEnSmuobgurRguH16O7J4ZEbl4Sthlc4f+dXH+siGEL3tGH2uHX1DbTJqdE6oDxDmYZhCkkxidSTBJztGjoEMtJERj/UDd7avmg0vM3PbasbvHPlstUQRnTwCqOCV4xnr9n5G26IxHPlwALDwpHJpocG+O5bVPpdRgZ/bvWCr123usHm/HDT6BVg8T6igqmoIrpHXs7YIARXC8il8ww9oI0fwqkxZUdwnurKNjanMMQy6Zk07uRkE8PPe8fe5GNIXu1jRh3YzqEdtYhUdm4hUNhvNryvlEpRRAm1aVLtw4SJPgIA1g/p3mH8CqbnRJCfzaszL+tdl/GM9noaJuC6b11+PbR+eceR5R+OC33Xi+6HOUPIPLPxjvqszp6ZzDb+yBHe0L22uHc5VwMNm5I/FukPh/kxGUYXBYDldALdq68G8EgEcAH+hj7WP2bHkVXG6W6UMEcmcK65D14/sAaqe5H3T7V54HjB/3hGscdI5A2e0ne9lz/iQuXZc5Cv0tbGWHZl0+F7SdsR6OdiefXcqXGuQVwf4IKPj23lJwUA1zx7fJzZntLQPyG71KmnhzMWaFuse1sCvzGooa+Uc3xcAFj1C+UQS0A40j8TFIZDmH5XOmWVMInthLKs61CkHyKGQQxOh9CnsHeDUiDbOACs1M+SfzoAMOuOF/agqAGMKGCAv0gTbRG6SyiLAePzyhpLweToX4xQ4RycqDL9muUFNlNtRetp4HbdN4BGdAtGa0T+AgSGLEbwtwUAox6wahs7CBz95WZVyIIzrFBdIl0GAPAywUyMC0ZTDrB4E1wE/VQRqtlGRrkzka0iUuXIXOggFempnWHHyJlsMHc6MZkO0EiPZFYWmRLojNIgzj9Gw0vFf4Lms31CE9fmsbm5odvoWSkC2Jgw6gAvLeNt4wbwl9HTDnbTfgAA2IAQK9kD8BfjggjgFLVLMTDzxfa+LpYpx8U6ol3PyPYDZRBjFjG+ycwTv52DUfvYj/P24wDA87Tlcck5o22c2H/n6d8852o6M1WWEcChE/OoTx20q7kBYAaZHTb7Hmz2hY0AjiXbM8DiwqcHAIfu2U79XK5V7H8BAAPwVe1fd5LyPTFFB5cRwImnKvKXjkPuJI09VA7UisKOYACRBLh5kEbsE6KlSQC4BWoquCfoMEBPH2g/puwYjw4AjkwZf6oA8JQMnJeBy0uDQu+8cv0UB1tQLyMPW/Daqkkn29/HCwAnr5wZAWBPbxk14pQqsBBQuPpljAoBn4yJkRdgSJbaYQAARvQv00BHBDAKmKMG8CkBwDJoquavvDPL7wKAcQzgbxw/A4DHF+cZADzFvGY/Pm0KGRbG0wY88LjjAMAUA6AM2/rAJ1yMEdX1kkUAf/sbAoAvjQHAFt1lC0+CJFKAEgCWQb4GgGW0l+AhgMI1Cf8CQ78b7iFARwSwGwQBQMRrFACmDFwIwaFsjYzd2ObYC86w7TkCWEqIQFwBDZ6SlN/zzFcGSvzuyrWujbcDwHZHOeeo3wKIs8Kda4SEV3x5D50PQV/B1zX1ZZAixsoVUnaLGqc/s7wO7S2UaIzrmEV+cmnEfLYFimwc4S2gxAappCcOrBVXhIdkl1CkU6/aJ7YWadsoV3cpxszaW9wnlIdoNEgR6XThyEBDif1DVO+Xv/Ri8x//6tvNN772RvPc5a3mEsCzFXnpmx2AehzqRX9sDhc/efe95h//639lJO/ffu97zd/87d9YBPBzpJkPLcL3V+//tnnvvQ8sgvgzc/Taby5ffsoigV8g/dwyUO3jq1eba9cMADbvUaQmU7+0VhVZ4AMd8xngEw0UpL6OLbd/zWShv7L9Jq1zmgtOks3QOi5+T9NRPG5yjQ8KvD42BR2OAQ2zCdpOv/7MzjryZzHlW2J6MU1ad4nFcR1qivKpmq+0Svwm5PX8DiMa5CWlNVTqVXnaKpxARieC0PQM9pvhSqPPlbUVRvyurC3b54rVC163COGNZnvb0kNv2+emAcT222XUFLbz1lAfD3X5aJFCmjsYucyIYOUDdi0N9G2L/MX71p17zY3b9mkRwTctbfSdO7dZT3h3905zz0BhlBaIaJ6ULYKRv0bDlFPdAYfRDsqWEBFJztF8rJwvO9/WiOR9CaXtSg5jtjmmlgxHItgfy3N0rtxhMm8t1kJrMcQ5mrI6qo6yNudTR9M9fR9z+y2PxZT7lHqjvTWyDAbRqIUDQEE6q3V8cs2kVmT6yFTY823itGjx0L4yBgLHsYX2JF9nura9H/kojo0dr+9hIKM8ReMzG78YHdXeg4/LMHocADii76irMWsBHHAdoCFg4/IQjEe0eDuQw7VRgA29I3ISxoLujadk0bGZm2fuQ8Yful8bnDgOAFxeW96XK6PiK+3WAAAekuumaFils42NIAAAIABJREFUNeJVj013TZZ3E+91OZltrJ81Nc5tfaENro4t4/racflmrAZwm47Gxln8Prdqun814x1KtT0PABz6TuxCxwWAFd0U2Y0mAGCksiy0AjnfFrpWjA3JRrST9nffB2nnAm8J4NeBYEUGe8Qv7WOq+6uawAoQiAhg2JwSAGwy/QoAYETsAhylqONRnJKgCimgHwDm7hOGefsDwC7bQ1YnQHcpgFgCwB79GwCwHUfk75I7xQQAHIC3eIhvdr07XT9/g8xH8NefCUATtwEYDzkOchmdlt23LmSNiEblJ98AkjUO1GXh7BppS6n/xvOlAAVPh+6PbIWMdkaGGoIHAv3xkuSmDgn81TimrFqUA/P5wzmIJYFkAFhytEDdmgvwr0IAU2pt0aCicbV9LRkADBAYNYDxXQCwL98EACMFdKSBFjAOMFgln6J/en4XANba1lh1QWBe41GFqsN9BgB3qfyEf7EpOR1pY7ydJMdwfgElhx7jdFoCwlyDRjgRZa4U+lo/hx4BHFHAVQroMwC4MwnzpoAOnhI8qnSyYuQ/naVbEcAeCaySCJECuo4AJkBMsNgda5gCOmfJygAw7LAeBexMrLa6iUFFGaozALiW68p11Lcih+WxAMNnUAxPmCVNyYj5cWAaY3LsuCw+f7MX5JRidvM/rrt6T7S/CwPALnokw488JNwkgvSq1mGmZzAGkfPxIyWDRQ3df2BvpX5WWobTAYCZgtQYBz/JaAAAW6QG0kpHBDDq/967240AfhwAsAPCZQ1gAMOKCs61XM4igPvX0RkAfAL8xW8xbhrASWH+7D7ztAFgGtlMwXoIkNWULAHAlxMAjAhg2GbKCOB33/vQwCmLAA4AmI5mntIYwBIissLjDMIG95UAgHOkVVZo+gFgpfOQIhyvMaOb9LTaODJgu00K5tAsD22ayUs+AWRS9jFCEQksQ37/Zhlm5nLTlUorBS9AOTjmMAWqd6ANAof3dVZ03du5UPgQlc00W0GHhTIrRVR0l5TSonG1sunaBO7jEu/sQkXfCM8GAHNMKnkpoJb+WWsb2eqzYk+dbV3XdJaNDCIvjJkbIFoCE3914wTucQGGGltXFPixqxstP2vpnb/11jebv7BI4Jfs++VNS2GzdMS0u1iPiIS4c2e3+Y1F9v7rv73b/NM//8CiJnebv/8f/vvmv/u77zUvvfSMpeRdswjh+80nn95o/v2Dq1YT+FOLqty1dDgblpZ3m2l2r370cfN7u8fnn39udGAAMMuTycgRURcajZA1vO1cr06VPcxr0tBfASJTQuVs8zF1VmWU6Tl5XgAsrZk0PC0j0BAoNMRwqjbpXsGv/C/+Jpp3w045jm676xisW31VrEUf79ERgbxePiMZOSOFudGpK38RhVymh6IDgRtPGRELcjXD1prVDgYIfMkigq9c2mp27H3Fvl/asrelkN4w0BjpmmDEA5CDaAgaEa1F940/Hdjece/gyBwYjgwI3rPI4BsWFWzva9csev2GRbLfZjkTyrdG8yp3gnRYni3BnRbo7OKRRIoaEk8MQ3C2Mvpvnh4ydl9+JnL19Q2jJQ8I5gPnOg8jn8N+oRBGxHXmqdmYGFPUpsE+Q3/iu85yM7hlPxCfd2OgK+/hEJDbGK2s98HUhhnWxtj67oAz0ykC0hOnlOepFNBjAO8USDbGP/Jzu+uG4z9y8XGee7w9dLhRf0wAsIDfeMs4JWu3gzgEchww6B2SYdl6ak8ZPz7sVDF5X/LyMaqq7zBFYxUdiU0MvkbXdiHmaX8q2ziUsUCPogvMQO3wyZ5iP2rJ7XUHinXZuhnA3/LacgWn9g/t1f6Qqp9+rlj+cMs7oFBsHn38VQOU+WDrtm1ZM4yv5a3SJW0waow/eZvKa8fmQnVJ81P7+Eh2Vs1A7EkDwMpupJSXKs0SEcAo86BSD3hRa6KuFeij5IqQwRU9m7Vr8gmm8AiAMTuYAAyGvhWgbzjGBSAsIBggsAPC0E2j/q+noCQATPlJYIpcgtvSWDjV1TIE++OAtfubUe9VlK/X9bXvJRirVJaeAhq6hr1PGgBGG+DAB8CZaacNAKYDqc0L5DA4qgJcREcZ/cWxDfAaoKcy6FWpowkAW21RuxYO4wwq8Uwtab4cAI80nkiHjXvx6QHwlgsEpIAxDACY5wSQIhA40XYvaqN9QvKi7BW8H0H5Fi/o8EkJjR0AGGlLDfxdRhRwAoBx13gWnocIYAHAKQLY02rPBAD7gAnoh/qYMxFyLVDXg20G71wT+CwCuIdRn8RPE/vvSTyi7x7kdHMCwCD1CLwAAAyMoQMAI7Mf1jpSQp8BwJ2hH0oqkByTnIeEHhoBGSUAHHuqovPBWyPYA841CrYLcBeO/PieI4ARcCNQGOcyOM/TP88LAKtzAf76PsbfINtRaM1Z7ih3dEHNswjgIQnrDADu8q0FQVwxuxNgpcnYM3Cvrj1g7KHHBoCDdGR8y0ICAWCmTVkMAEY6aKSBVg1gA26N0SviV555TLM6EgEc6UajDiUZDe4D4c+ifA/37yn9M8BfgsAW/Xtw9/FGALcAYKTqycCvRwnDs/MsBXQvTZ8BwCfAX/wWhU49cNNhI9UjA4AZAWwAsIFRBIC/+Wrz1tdyBDDUfaSA/uGPf9m8+0sAwDeZAhqJtZRpxFN4uTACTzTVnCiif6k45Ujg2QBg8alwuW0DwL2GGLe2ZJCzf9jDcDhwVMaE0iJCYc65dKQzCVfgiJZLxojKkpIeEcaJMGG4yJWUzaSlUpfOwoQ8giUghqEA10bzAiAOQBgK9qGlW2XN9+q63NuWfY9zU1mqBpfAlPFznOLrVHOtTda9qdk3vCt5ahwAlvda37PjJg6CoZfeeY1lPh5dDnBOfxdzznkpnsF5j9a2BsznkJHcxS2eeupK8+ab32z+7CtvWLTuU82KGQr2dm8RIFtdX7d6qLvNRxbx+5sPPmx+/Zt/b35jbxhC/tPf/6fme3/7Xasj/JyBbRcpAt1DFOVNi5Q04OzAUucimt+WYPObDz9ufvrz9+3aDxwARm0qRSrKKCCArO6fExQ71AWwBskhHSjXRtx6PiFq7BnjwPNslNu+f8e403NCn0G2r53RvnmAnQwwueWSHxJMadhO9O+OGsVvHRCB5/p4M9uKXqJP7TG6J5Mh0lCHUhd8s/4vAGBLhpyiWPL60yqBdSMiOnAtaMn4vNEVQOBVvFcuNOurVjt4Y625tG1AsNWzvmyf2wYGX7To4IsXLzYbFjm8ZumiYRSjc5EbIh4cGhhswC7A3l1EBhtNIyIYjg2oE3zbnCJuWerzmzfvWL3sW/wNgDCiSejCbnQdsWAuPbvjhRsYYTyWxSO9SyNxjFb8FsNGXuBTUbhmVlwjAcA+xjPRgCvVFS150zRjYaj26ctsJHE5TnmAAGwnzcfF27/GcsxU0EfC6vLMwMeUAlU/4lQB4ML4NdixgQPHAoCP8dyZaGTezmC9t2SWBW6x0CXj/Nn5TgJfxL0Eyoj3AOxtRwDXALD01TYInGoA94Jhw7L1Qp1MF1WCyeS66TyL/KR7j942tWXB1vyeGAA8yhtgECwYUKehzgHJO+o9f6qX7dpoHSeTUqZr3WwSAB7jZW1eV5ybJMKB6+cCgP1mxVbeGr2yUwV99xBD97kjVMRbZVl1bH069uh2JzKRjiSdwV+AXScIAHv9X6YF7tQAdiA46gLT0dahVbYx9nLJO6mPvsennTD4Dvm1xlh8x99M+WxvK2mUssN5NDDBX08HzbqEAQIDALYMJ8jqs7rqEcB2a4G/cnBjVKqvCDUQb0WJhkTmyp/OMmEoarqiLwB4WX/Xv7MGsDmKAoxdFAAWOKFXfPbRBp8fNYcJAFs7TGZrLJsf9Eo44dGeaLKXKFiR/KrLXjjmWPuZOtpLiQhANgCY1wvMwN+h11LuAbDNqGPLIINxtv7CDiDQSgCJUn9z0sW5Yq1qGAmI0FEamcnoGO3ne6cl06aVzr/6AOCgq7RKIfYUa1OOxy0AGOYUpoDOALBKxymiWDqwAGCmgvY00AR/Ig005ynvX919PesJpCcHgDFueAZTdbcAYNppOA52QanGjvBJ0skcMsXQuVwHU5tBD88b+mmeNs1x2+OdChXpeHdY6GpO5QIAMBwmIgKYADDetmYYAYwofaOXMwB4eEr6Mo6UDkqkefIp7VMpexV/i7JxSsuOY+BTEdzB9M8WPBcAsBxazgDgeWsAn6WAnpXpTunztVy/EKOqLlqQU4rZHf/xbmcbWd2FhDT9uOMBwDT46aVhTqKrMYUxABhRwGVh9m4EcADAqEMoAPhIgK9H10GwCgFLoIg3hIKCpw7x6N8qBTTSvxgA/MAigA+LGsBKAX3XAOJ7jBIGE3vkKaDPAGAZbEOz8ymdMsIFmZ8BwNMLftYzCjl74JIs5LdPOHEAmBETUU0RfFTpQJUCugUAowawAcJlBDAA4J+/99vmE4sA3rUI4A4A7HUZuwAwdCRPx5VRy6DK5ImIQ6w5xOhfrwFsfCqEqmkAOPOvCkAtVDZCK0KHM6/rzIyOpee2Neai1oUi9mLz1JpLUKP3NancOOxCYVqbxXPI/11gZCrndK7/HiPWMqRq35CgGUqfAODSCzqU7PoZGVDuprvS49oCRCjbfYLFuJCg4ah3ujz0tQDSVRjHAOAp4aWOAK4B4GhT7k9tECmUZZFN8bLx7omCK9d80Bq6DaPQlgFir7/+evPll7/UPGNg8EMzVCBNM4wm6waQ3bl92yJ6rzYfWf3ezz77rLlpEZEXNy42f/mXf9m89ebXmxdf2DFQbb1ZNePIRYuu3LKUuytQ+kkB55pbu3vNOz/7TfNPb/+8ee/XbQDYznIlo50enBRERSWME9Ocq7NsinVBSp8jQnCKn54GAJxmfsQAErWdp9rHe00YUsp7ZCNgfeegJ4G1BU2G4dJ/6n0Ux9uorACAa0DQPXdT5JRHbgEEdmPoQwN0lYWmDQDDyKR0rEjLh74iKwz4FNMqkn4OaYdYXlkysHejuXxp25wVti09tH0aGMzvm4hSX7UU0QYE23lK86dUgxDrYbxDquh9iwq+h1TRltr8ttH0rTsG/Fp6aNQM/uzzGxYdbCDwnbt0bjy0vQjGRKaC9pTQzhHZvnCMIU+N4wUQ3MeDfBU4UBVnJNfMomawzIiCQDKwNUkvQQDB08XEfc/JRk2BXlhLmb7q/VAsNdELCaNfQfK7djh6TZfDCmMHnJljfU/JnseKAD4GEHsGAE9S6kwnnCYALEfdiEQw+oxIPoIN4SjR2ZzdyD0sX8/UsRlPmo/3c8HO9Grft234PkkAeHgNBgA81GjMQVzdlQHHx2ZCnmzxmPJewXG1+1SYBsc2yV4DI017x8ixMb5YtWOCuc0uFjgNl/t+6+L6ueNuBGOppys64r6TRyLpKMUAnCYAHDKpSjd4vd+qBjAcWc04DieulG0pG9aR1pJWswQChqOx9DjZtfLY0umAgFyOAj5PENizwwEMNhnnAsDec4r6hZ6co4DtuOmoSytWvgUpoO0NfRUPY61iyjHutFsSGFlRAMDF3GnA2UfqyWRxEZxh9jl8RzTuMQHgcl6n0qULRIRsdr5Zsb4ilbHh4LZeAAoZuErwFk51IhJ2jTWIw8bgvxMMBXCNcjiaB6WBNhAZaaT9PuHcHMBzAMCKAhaoCRrEM6nXUvbUk6OtMc8S7ZCm2lOLA1hNIHAGQPNaKnQeqi05Ajj4SJpGiWLpNQoAIwW0lfeRs2PQYqy1AIARBQwnegX5sJwWgNpZAGCOuQafNOPzFZHAGCDVXLb7GbAsABgycs31xvjzvEDrGQA807Z+oidxGZwBwLONaWv9lhdJhug6Pw3deIiHhpONLChulyPKW9veUi1gd05hFgCP8BXY61HAni7/gUcDn0UA255k9q/VVSsz5Rk44CwUduPIHJH+5r6J/TyyatCXHVUP6Ugl55nYR0KSLOy4TgBTOuwwH5WsMbPQPxslz3TW7HrJlL1u3LY7U2OqkxYEccXs5n9c54qT7e9jAICRDi8AYHjk9aeA7gOAI8VogMD9AHCuqxbpnzsA8IFFAN/fs6hfeyMKeE/1fx81AAzBnO+i/q8iflUD+CwC2IXxkc2v3ggzBNy30qaEwrHjAh76wYXS6Dz/Cg9Ab0bLSusBUhDnf+rUFdMwyrCB6nQAYDfwo2G9ALDVAEYE8AkDwAGMKgoYJBAj000BvSgAjE08Xgnko3EoQA0HAj0VqrTWFjm6wcClNY9idiyL4K6M7aG+H4UHcIpAdSU+tnsqcgUVFEKgIMEMNFNcbHkHjtKX35aKrwswbB3WufURymRZM5ie04WXYQZGkFotRw3WzwwDXRpZF2Z6OcPw2uZ8l7Te5gP1htzlBRjxoY1/fDPXMOVrE20UNFgu/nFBrsUpWwbK0sM+smxAO6fxAmCZCaNrlsIZQPCVnR0+9o6BWzB8AVg7tD39nkVBIqL3wJy29i3DBoTdL3/py81zzzxthpjGoiyXmx27/tVXXmi+/rXXm2evbJuRSMN7/fbd5kc/eb/5/tv/1vzyVx80n1kqXd7bjZ30NKXhpjvfmW9np4sp/lYdr4SzKQFrrjuPg6sz7mtDTxyqjcf1OMe+MLuwHQaz7PjXaRvnq9iQwljt8xzUzCG331KsCaIRCABn/uqwpK8BW0Wmueo3OQMxKthBFUV6KQWU7qu37KeIPAFo67U6nbeJ5iUvwiCGaHPIXCsWDbwKI6l9rm8Y8Gug8CbqBFuK6KefukyAeMNqBV+0Oth4r5ihDy9mvbEgo0OjUZQ9OTBD3j5l3fvNnmWeuH1n3yKBd5vPr91srn9+vbl+7bpFwStV9D1ku7GsN6Rxrk2sPRkEI8IDD4BMm8DgNFZBsxnoxQilF0UE3szGUFHamIcE/jodzkQHfXRV7oseRSNHpRECl+VV8xmG7jMAeGbmcgYAzzxUoyc+uQDwSRgLpsdopjXvt5lH1/iiAMC5jm9brgNbGlOswjjWN8ZdGaINAFc1gFu3mAKAx/b9dpvH/h4vP+IgzTQJacMNoLKkleLaxw0AE6gkxFk4nBJoArDkzlaeqjmcUfE73w7gBdjHdJV8e1TnBADMCGGPAA55g3ol92IBp3yl36S7JDpwHUnOJHoHCMwIYMg2jPgVAKzo34gABggcqaBNDoLBGUZoGKABAJudCZRPW5mDv/y7QgsxxdrL2S7/U01GhFjWHSPSieDpYwCA0SaCsUwDrSheAbiQf1yPdFADchRkLEohIT8mvdcyDjoADDsjnP04LhFlaEEpiAYmLVB+zFkJS6M+nhvRcQR2mSpcsg9rHhfpjyUPeXRj6Ly8BgCrQFG2NhGMhN2QD+cHgDV/pEErlUJwARHADgBHCuxY2hEBbJ73dt15a9e5BQBgUk0BACvqN4HA/jACwIgqRv8ZXYx1WPPjMwB4JuY8fZKR1aORNuqmSO0ubF+hh7jqUqoPXHuhE51FAFcDKcnlUQHAHqzB9WjPZQpoAcDgjcqMUALA/vdZCmg6i88PAMN2IWdzgL50sDoDgAv6n7LXdeX6aYY4dsaCnFLM7niPlpAoWWzwNV9/CQDLFtOv7NSKS765rlkkAjgAYH1GjbR9S/WM1JAwIt8zYBYREvgeEcAQULOnGAQypVsJY3VqPQVSeSWqOLneiFg6ihTQBgA/aAHASAOdUkA/2Of5vRHA1djXwMDgvMAwmQyWqg0Fg/p5A3oFAMPL0L4DCLa/VfcX9Voi7XN84vxIAR2enfqEEqCCifI6D+9zpElUCsSsVITAG3VPQrEva83UgqbThxvtRHtl34tfwhhIkEKKAauxstCJv5U7wubIrKVMcWgpGd2LVOfWRDzlwRJr4UQjgBPIortzsxsAgH1Zakjmfh0DAHaFbO5HHvuCOjKxfbsyBVAamzipaLN4i9NlGBF4gQZSSnCmXdyX8A+8nqG4FhHALz53pfnOAAD8NlJA90YAow5FpIG2SCz7HimgQZ8Z8I0oYO8NeQAA4PDmhk6uCOAEAiP1E43u7Ejqj64sXq4I6gT/nfwC19sbkc/W3yNT6M+BPwBJY3SxhK8wUBAIBYDCaDL1A8b+8/bTBXzi9iFgwxRifxyZ0qd6mUm8tmuoUsoYUTQzlMwAemVIyXCN/o70MMMEVjlSuAIcxo4LXtMKV5ce1gEAhwEmeVOboAnBU6mmI2VqGFRaADA92UBbMcb1PPRtfxlYbC/sFidIILo/op5gh1vymOQmjG/mOq8AgH1G8tNbCnE5Y+02tLrQ5mVBBTiNRgnUAAadwPhFQEt79XkzhmxubhqdL7MeFo5zTPmWkEojhikDEFw3LTp4dXnF0t7eI5i7Y2mgX3vlpeZbb/5Z8/JLzzU7m+vmbb7S3LL0ue/87P3m//vRzy2N9O8tavIW6ZiRUiRHX6ctvqz59N6wBnA5yTHmE4zZ13OaoZkiBMeEsPxcPnno8b4eh1fL2JHYNwbOKQl6pPsC4GZvAemD5/f1P/h5vl95f2GHPlf2Pe/yWgcAgIMuBQ2GjCHIErV6KlA45BHcK6xUvK/6pGmF0oQ0iSYzWqpEykXevJAX8rzbN9T6JaiMfiIKYslSPxsQbIDvltH9U1cskv2yAOBti2i/dNlSRFvq6BVLq4g1sUT5DXXk5Lyj/Urpsizzs6WJPjDg95ZFz1u9YKtzffPmbdbOvmXpoW/dshIFXjdYUSAeBcGoojBch+Sl0RNf1vilYEMakotqflpAHHvsCRfsTwLAGM+CBkWrE8QwdDyRg4B4sdthAk90QaMnxnsYUHGqGifTIf2lr08Fv54i/T5WUF4zFQE8tLhErlNPH16X9XPzSpI8NXzdcZ97nDaPcZkp58zZOdR8Z06CfEw7n8EYfFf0rqeA9owvBGdS3V8cCz3NI4BT9G+hhxX3rVrNtXQSxoLpsZh5Puek18592/t2QaRT+t1YG2NH4DJvcwjI0a5j9I1E6MH5WL2njS/PLF92npv4XnG/sr/azdJjW6tXPHhwDYv+evvT+bnNC4q/xXJHX/XxfHL3MT03q/qb95XYssce3J6yNP8UNYsx5d+x0euO3NPLU2APcnuCPosUlgA8E8gLYC6CB1R/NIDhYwPAAAm9um4GgGXnyBJO7NHumIVBKFLHi7/43ppAYBiHcw3gDgBMW5EDwNAfWdfW0hNHCui1ddrQMCpw8uytARyT7ft5zEXsixxTt+dQSrN2L7ttbsnaDzsdI4DxyRTQUR/Y/sZ3Ox9AMcFQvP0ezOyizUpyok9qJ3ptYKFgqPBMpJ4mkMlAZ9cOXGeR/iwdh44g6ApowiOzEWgS6ZxxDzQH9ALZLAJX6LCHebSDkf1LALAygYl2FDFMnTZAZ/B+Ap8aE2WpcZ7CIc1RwyELSncOihHH05sLQXJgMVYV3yxFscRetJoyAIwye9YPMyUuW1kUjB1L8Pj5bgWx58D+APuHAcApCliRujTx8Y6+Hvml5qtqucZMuLtAYNAKyyfYPzpTEvz1aOjHFAHM1vfwyW6PxnlpOgp+NOOpj+q0qf33uO0Y7G9rM0j2Kb+gBoClS8nuNZECGmvUHTWwToEz7HugmfCGfb6BLcD5dt+xBjiu4/2ANcLNrsSZChu2RsHDMhYakmONc7l+W0+X/DAHXdVbZtJDEo/1FRvOPRh02f3Eh1OwB8HfSG/vqeu9ri9BYJRyY0p7K3nET2AwRf1fB41VAxi1gA0PwDqH84v9Zv+jHst9EvbYgrPU/c1yHmvZc3xc7kZfXZ6S81LomYU8U2WAa+mhtCn5PgQ7rL3XLm43l596zt7PNtv2ubG906ysXxSGE5gUbZnga+J/4KEBAK8wAtjeVoKBe4WVC2DKZ9iPjfnWEcBRNsEBYPBJ7jVGi7y/9gyKBsmikiXKtFsMLUKOycCLx2g5Xojej3PRlGxa3XvSXpfH4zhtqvfeOe/E8R8axznGN/V1bBeZfYc59z/+59+k/a1P0cq/aRBzU5M4wJHIR0VywymgewDg+wdkxgCA9732LyIiyJyRAhppm40BUMBy43QIC/Kgy2pgFuK9ODm9Mx0ABlO39M5HJQBsNYBzBLCBwJYC+sjOaR4qBbTYahZpMq2VgpjmtlpKMQfBbFP0noQcAbk5+heCOVP1APx1QyLAHtR2gZcmooIJEJthAYJ8ruviv0HAh5TrAHCqEzMHAKz0QqHYFgpurEbvSwbuWkYKbFJhkHRlKwBg/c4kQ2LyNi8EfwEC83sGi5MZ3wXaWTfOMOgObYVDRqb27ynipljjUixHFlZrU22zh2EjRijlI0xgiBtqXzo1Bj3Gltogb7u/UdkweEM6Xtw0jUlBc+xQCIBUCkMRVEwTvUChMCEFNHZBpIC+aDWAn0cE8GuKAN5a44YbNYDf/lfUAPYU0Hf3bRO3e1FxgbDhAgdqMkLggObBdJugSQge6oHouJh/nObe4aALbPzYuLGhh2NKFa3ofWyPaV5vBQ+xc43bGf9ZIvD78MJqc255tVm6uNWsbm4Zj1iiIomoywfGGwWWgkfCC8/4m323H5sL1rdlO2/Z2rqENhaC1AN4Jhs6DCA4gBcBBFrDihSrt6waBA6xs1wkzi2TItq3SdbrKBkUnH+mCMEkaOp8kIUi+C54LSbbRyDEHyCNKr7bOGCfAPjtCmV7bQisTMTldraS52WjfBKGizUfbW2VIvJOFrRRCSToWMEnCwVQ+s8IT+GhaUNwsdXkGasmb0rwKOaSy0tOFyHshxMVlCoM2gUDbGUYybSOtQR6xHoKw5aiAQC+YTEq1S0E+c2LqxYVfKV59eWXmq+8+kqzYxHF94xef/aL3zQ//tkvrFb3Ndv3jYa992i9ojJkbOnwmhjTdKh9TigIffS4yG8FL8B6GbwFifqUxOeRp/qhJI+0F3LR3l7xf2wrStf2062ULL3SbdJvGAznEX5QdyHTkRLr4JxMt0dXAAAgAElEQVQOK0aVd7JFp6gp/R0ySH6YBlrCbAy6zmXNRYLAHjlD/pAVRNwrzagrizQ8ci1I8QpD5poZT5chjyGi3dKY7zy90+wgKngHkcGXDBTesvTmUPDgiAc+7gY0tM33nHv7Fi1vaaLvmWx71wDhPduTrt242Xz66WeWPv2a1Qq+2dy2iHj8vmeppPctqh5GQPAvRjO7QRXjRmMFHCVg8GTECqKRsacp/aSdQdkZ6w6jB2egJdsTLthbte59/GPGeue+M6Pl7FbUlFCF8j4995QirrkKRy/p2f3ENy4D2lwVkQTlPq279S1CUd6kbNnDn0lVhYxSDED6mp870B9Q91xabv2U7jh5f2JBVI/NaxU/zxNB2Ne3od8eF4g7TxvnOVf1xjPP4LyHHMc90msA0+gjWVTOtl6bk/qYjPucFuhXDmxkuYdEXzdrxn1/lr7MDPD6zQbP7yfjqgmjQO2ImBPjOtaf8X7EavO9Im4Ue0HJoYqxzsbAOGGkkTylXkdpDufc5Pv6m2W4Lj3UAIR0otTFDg8p9ZQeADhd2j7WHf16zPP5ibeNjHN5N02DX+VTlCGi9nPFq6vtw6/VVpXnIDhenE3JQv9ptgodAr+2AWDKlHgnENhrtDLiUhG+pdPprBHAMmirDjDvUaWAjihkz+RBIAw90F4sNlE6neCH4CF2lPyD7lv8TACwBwHkCOAcIMAIYDqkQG6Rjrpi4O+qvaG3QkpgViV8YtzsMWmU05KqBd0SAKYDf+hd1hkAviGjLFl7Cf5WALBSWjJCGDoC9fx+ALikZs5piw/1qU+4BuKAQEXVtCWw6UZz0jUBTMhPsg+yxJRdGKm8MQIAgFfMeRX1fJFKmvJcBQBLLsN1fQAwZDGcD9ApOzSDDl3m8chXlrMrgIOgXdwbOlUAwIwA7k5M5kxj9ilRTGux+ei6zE1/+iVEPtscAji3Pi8RAPa172AIHdPx3d7MeBOOiohS5porQHs6bXL18dn1upZqzPtzrjygB7K3A0scAwJF3RTQXY41/EtbNplnX+zsCoUO30eTo+2iDWKelp/+uTNs7Qs3ot9Wotsl3c7vHqwmydYFy8GQ9QHArP9rbwUFyFEdGZhgj0AGpgwAHySnjftmM8KbmAPAXws4Awh8YPgDbEqwJ8nWIHu1bH/RZoF5vS9tUIPze6rj3KLJdvtKemczBxoT/Ja6OG2h2WEqmc+KfTUF2bFuuYO8CLYLsBffAwT2WsBHyJzgIK8+FTFcAsAAjh1dTnaj4wLA2Ghlnwi7gs/pCAAcVlAiQKZ74z0EAC8trebAO9q+UFpANEHean8gAnjFSzCsGgiM4AfYE8D/MwAMhym9if24DULRv7InYD9j5gTnzwkATs7NwW/9s9o3agIYwybC3rIwA1jwQop8k8DuPDc/CaZ7Wit4BITvLORZ+jx7X8/9TwYAkxyGDC/p99KvS0RdxgGKcSQWPiMArPTPeAsAFuC7dxfRvwYA26cigMFEHAAuIn/D2yLqKaFVSUgHk/LoX/7muekfAiAZAIAPLQ300eGe1wDuRgB3jUW1wlmOYRKQQwmllA9DgKJ/CeIiTY+nf0b0SAaALQV0EQEMEDjAYtaxw/W4FoAxBXt9wjiYQWA3NswDALONGRCpjBSYX6f/hQFgKjkB/pYgMKQ99/ZxusoK2wxGOl8TJwIAc3PzjbxYawSPRl59XoLl6ccCgAclDl+3p8GXrLtD0FO91ocGRVfz3IH2lQBw0F0pmXCr9g1bBgQZ1LGOEAF8xF01agBfIQD85l8IALZ9sQKAf/7LD1UD2AzuiKo9emD3ciUfoBVSDQkAlsBH8DaigHsAYBoPCuEoPLgqANgFpeCvFdhbDFv5u8AIax+9zZabw3MrzbkV8y7b2GrWd640F3eeai5YRBo8tu8bkHBowCfTrljN8vv3zbPx/l0TZK2WuQm4SyZoLVkflxGNaX28YP0TsGsCskXbHdr7CFF3DgJjsgAAM3KY57W2f8i2RZ96wTjMt6+VfrBO/nn9Lwcleg4K1EVNJRub5B2NekxSrvHGPoI5kYIlw0q0lzWufL7iOGkOfXSeF2BEfnzJC8QXx+hZ10FrKXmF8/3gUS0+UmbR6HSbt5kBAPZ7dnjMCN+oZzbEfm8BcTZZgaTQh2KPuaNlxSLRHQS2dQgDBhQuKAA0UtibBhhq/iQarSl6wh8wth3poJ97+qnmSy+9SPDMbAfN7z76pPng91ebO7vmhOXGjrTDsg2eDrc1UCVNDlKW848R4pvxUGusMN0jV85jaJixATOdJkUnv9iOGfeJ6Ta3xqB8jj+kfjZOyL+Ua4iGIV8vAf4mDTrmzCIOaKznP4HAHV7qhOLCLFuU5BRCwGE0xbVeg9OjakTq4enrtO/jhfaF4ikjrfoOp5ll48NbO9vNpkUEb1m94Ms7lyw62N6XNpptA4Gp4FHhs5SLVjd41QyJMCoSCNYyMf5lhgrj47ctCvj69RuW+twig68jKtgAYKshfPu21RG+vStA2NKqIx0eWkBeZIZlOb0YX4fCaekOoUyy7qAp1ThOk657T2NPBAC8bA+/gH3OQeDEp2OK2nSiQa3msFcxdF2hkpR6yI6Uyf+Keaxkyy6JjwG13Knkas25aVtgRul5RM7p8vJiPYFsvQ9DCzLor+84unuyAHBrrac/6/GYeu702h9mP39sALCtFjlDlTqRrz052DoAbIZ+AsAO+FJOcSffdg3gMhNT4lFt3XvGfX+WjWDe+WT2gwVfY8+acrQYvXbANpGb2QZEh/tQ74vaC2Z7ja+jucd5pE8l3+jKm10AOD87QM7MgdvtKud3qs1t/lXyq6lr22Nanj+derqev/LajrN2Kde5fhLPDtlV1wwDwEpjKWd06XWLA8AAQxk9VgDAUQMYcnBOQ62MRZSNfXEo+1IbAJYgHQ79siEFT4Ic43YkBAoUKaBlH1INYH5PALAcN1etnAsAYNiSQjci3CGxP2NU3OSyjBZjmwFgt+NAnrB/UfN3CAAGIJxqGsKgDbkFul28Q+d3B71KlkC7StIYkL3DYVgGcjjGITuX6gIzcAQ2MbsWGVYCXAw9SxG9AunB+yMCGBGxkrmU9pvAEp2P4WgHWUAZCXMNYDnjQeekc3LUHqY+JbmHgSs07uNaBHm4sxE0dDuPkca8FlGw0F/bok0tk03tv70AcAEYYKoBAJsI6amgFT2NOdK2oNIrJQCM2I37owCw5LxoW8n2SFoU3TQeMX4aZ08t6xHAUbd5wgw3yMqPAwC3b1req8ufR3YTLqM2Rc+2+3wRz5oem9Dn1Lug5mEAWPaYHAEs8PeQ9iBE/ar0zqERpQBgOV+gBM++BZkF1iAAODAHgb8swWP6VUQAZz4wHwD8OOaX4zxBV7F3981J7K+0oziP5XcHgDE3yZlK/v0du1qAv0oBrT2Q0b4EgBVRzUhgHGMUcAkCCzBmUBj2YdplnxwAWOAv+J4A4PWBCOASACZYi/2GRO0BLA4AA/RVCYZVgsEdANjBX4HCynYbqZ9VNkCOTUqd73sn/dldlogd3BdSB0etAG+IEyMycOvcR8WHpmTER9WOR/Wctr3ukT335AFgGegQoca3CQdgyvchzPBdRgD3A8D3HAC+2wGAs5AVaSr56Qo6Bq0fABZTgafJowaAtbO5pFMCwKxj2gWAlQJaNYCZCtoBYoLABIkjtRhS+nzRAWDsJi5wDwLA2TN2alGcAcBTIzTH8RHDqBTEtkG4fe95AeBssA+woASABb7J6zRHAGcAGCmgv/2mAcBFBDD0pY8+u94gAjgBwHsGANtGLgBYyqsAYAkcGQCOqHSKP50I4NMHgK2uarPU7DerDv4+22w+8wzfy6a8Ayw5PDBB196K1nxgEWW75jRzq7m7e9uyGtxtLpiQe96EWjvQXDAh+ILx3wsEAwT8mkiWAOBInAJh4XQB4K6BPlPOMACM8YaAD8GemBEFIY8O5wzJC1Te/AHOR80npZEqj4dBSHKzW/O5c7m3s6sktZ3ujxcADiMZR4NLW5aWXsXZxp01VxOo5z6VYSjnEXcYo5EmaW3YoWlGoOEH3vlGu0iBgzV9z+hzDzTt3uXCBsVpoHUMAcB97Wxzo7FUkHNwRdFKNo+JdEZuMK+hdL62DJ99egDw2Pr1sWjZOERK2QjkK44n56hfnBKDGTdwa6R77JLKSGOx7gM1TOSqAXFjVR4DyIhF9LADj2FIzemji3tjv0kTG3wpnCAVqYzyGudWjXZNSQMPhkKHWsHb25vNZXtfurTVXDJgeHvLfuN7w+por7gB1z6oHeZ0fzBK3LXI4N09OEoAGD6wFNF3LSr4RvPxJ582n39+zdJE37F6wuboQ6eXXIcO6wOGTRgTH9AAAgAYkS18nFJQWb+RCSJFAIezk6fZEhifBrAiLimRec/XeprhpcXr0xI+/zL4yelLPHd0EZWk0fNIzd+jBYA1GnJHGHqdAcAz0McTfcrjAoCnZOvZB22u/YdLcsZ13WqC2MbwtacHANdjNbbm1MTSMeoYADDUkIJpzTdupYzZncsxAFjyaQ14zwwAt+Z3qs1lOyQS5vmdurbePJzH+49Txr2x58wDAFO2SMbqcB4sI5rcsbEPAA690J1Gk+5AYKqsAQxgTgEKqgvskb/URex3pla276m0lSzouVyOjLbcwrj9RsRl3iNLAJgO/pwHyTSqAZwB3vg7on7bADDq/7IG8LoigCHDMIoL7aQ0JrkniXCpYbVQVwLAcKSm7gyZ3trEVM+epSQigFc8Ahh/s5Qb3jCS85qTBYCDFaHp7iNOIHPZHOQCCEY/I2sR5lYAsCJ8QxeioR11hM3utmIAMNqt0nIAgA8I7KIOcB8ArGcpWxWyGQkoVrRwCDvUYWnId7sm5zLa4QAwoofvBwAMYi55bM37JkGgjpBFBcvlM9HgefNCQApoJJJBJDABYERPu9wtCRiprWWLOT0AOMvF0t3lwK21M/8edQYAzy4znNSZfWBjfe/TAIDNrpUA4IgAPgOAFwaAtYE64OvgL1PR47vKa3L/cOCXaZ7xnQCvvxkR7IEqBICVHrqOAi4BYKWOflIigB8nABxlEwT2ymn4DAA+KQ715NznCwcAS/QojYHuGeZCBnhEpAaZGwD2nPx7d+8yLTRTMiBtHWtEFCCwpwzpBYCdMTG1Dd9IMeApoO/fM/Bkr3mwf7c5MqDkgdX/fWBRc4cHJx8BLBKTsUsGR0X/6j0bABzpof84AeAcCZzSRTtdhSA+ZTyIZXwGAJ8gQ3tsADD6IAPHJACMHdE0lYuba82LzxcRwPY3DN4CgG80PwQA/N6Hllr2RnPH0mpSgQkAOKWAbgHATAHtdYDnAIDh0QXlN7xYs+drT9RaYVQJowevMz7xwMz19y0C+F6z0ixt7jRbzz7fXHz62WbtypVmyYAGC4qzTAU2SdZJpBtFeqt942v3jJ/t7xk/Mx4K3nZogMGB1ZZ8aLwUgDAAgAu2oGCYAACMFKFSAuXpSL6egDcH3/ICS4DgeJSvJ3xyj8I2VZZgY3lMz+4HmOQRLWAE7EEOQNoPwqSXAEI3+ji85AIqUgRJ6JQy6WAx2+iRvuh/R7fsKpu1U1z7eCjV0bMSnKgBVRlNW2NcjHXaO0bQkVHFtrIPtNtZ/92ek3bqJq5FLCoHbnA+nLsYqYsVS6OODBiR9gaKQ25CRFLSH5xrC4oA9nafULuJp3VHLXtcWUQBJyWkBF8L4pkyfqQIz+OySF8rvE0B/ham0eoJcxlKj9u24vpeAHiW+3tH+tvta7MF8NZrePggjxSeymHHUeSvM55OG0VB8Y8ylAO4yUDtRJbmAGTqYLFu58CxU6MAR90RnwEgcswi4s8NocUqzt77bjRD+4/MOIZqUVCEL9hetGr1fdatJvCGvS9urBsgvJFB4ctbzeb2RePX6/ZeMzDY0vpbZLAiQJRBFrbIA9uKQFtwUNq1aPhbN+9YVPB1Rghfv3FL0cEGFKNeMJwk7xqfR/aciBRBWmgaNZ31UGFEhIrd1gI8CABHJgitMU/+OOhF7hw2pYDhZM1CTX6O6CbNW8xoe94G7hh7Uu9hzB+bcxoAcNBkl6adekZGwQ34I306iwCeg4Qey6mnDADTqD6wLy9g5O4bopn3H7LCedZ0fprkmOFrR9ev32bs2ePtKl0wptdcfa95AGA01PkY95cSSJ5n7MbBX965NZYhiwX/LAGk+txWBLC3k0Pcmd8JEDpsFs7p222amVbKNqR2jAgQJCXR0tAzsqzne3dB+FIf8v3pqOsGbO1zeYz4O21D+E2lEpJjL35vOZSGLQnXCOg1XYLXOyDM8x0EjjTQcV/PxEGFzQFgZRVz8JcycQZ/uTdw4bjeyIwDsAArC5LkmwCAvZxYyjrgGeOQFY6lwXLZsGXL3LOEjCSeAhr3pMMYjPguWzPaKZZzCPBFGFFa6dSzNE4EgK25jABGKYqIYrK/WfvQ/ubvHvFKfWFOADjNajSgkL/bvM/VFEYAQ64C8EtQ1t6wI2LoGZzCDFoZAI5ItzQv1l6lgI4IXch6OQL4vjmsCgBGJK9Sdup81AFWZqQMFAcArPNlEiwB4KIGLko8IXAGIDNr4WKcMQIln43JUe+ndKBZIoDhjHD+ArItKnJaALhHAROcRs1ocxooAGDYeeGcjfZ1U0CLV1IX5zgFH1WbE7Dhdl1mR/Q+MhKf4BJ0d62tnAbb+b5uPfk6A4Anh+jETyB3GxUpTgkA9kCBA+PBZxHAvs58T+2bk9hnywjgDPqSyfPt/hdcb8EnwQv7AOAKBPaU0AKJI/o3AGJFBIfzFDEaRgOfAcDYQwMAjnrCdBo6iwA+cV71uG/4xQSAKaNq9w1Tb3xG9G+kZZgrArgFAIOJQ9AM8BdCQqQL6YsALuu6hIeKGEuOABYAbG8Dfo8AmFj03IMD+24poFkDGIAxagBbpFxIGF0gshbAKs/VSiih9kUjVQkAlzV/E8jbEwF8BgDPZm48A4BPkI0Z/Q5Ft4Q5d3xWFo0AplrAjiwCAL+FFNAOAEOtA+jLCOAEACMCGGk4zXsV6TQHAOCoARzGhFTb2ocYqbzaKaDbdVGzN3EofLOBwEgzcmhK+0FjAPB5U9i3dppLz7/UrFn65/Obm41plxwdeICvmHK2vWXpRdfOK8OCeQsDRThCLZPd3ebutWvNzY8+bu5bjclz5kyzZFKc6XVu8FDas+S6w+hgsTv0L3h7oioX/OLvjjd+y/DSp5fla3qOQkH09Ft6hpRk3FZpypSWJj/G9x4aVAT3hpEswGFG/tk9YKSAQg3PRNYVSim54KGP+0Z92bi/ez36eKQxcJafW9822LETxUJ03u9KbekQ4JJ02l86q7edqiWE+BZQU9/T71JvTcWP8ZS2Ztadj6oXEDzpIq7rYAQDGI85wS+MPkS6OabX1VxQKrC2ykELe5/WQTIaBb1xqpXe/cgBHfbJAeAE7fQ4FEwZPWL6lD2gM8Lz/1ACwGh2ywiVQMmBO89sOJ2/ZdUVCwuUPkfDj49sCD1ntIw75RnZTlNPQltM6t41E3IyuRO8dQNxYSwWoOsGp/h0Q3YJ+sb34DFJNvNUdBq79rpum/wRBWw0hewLDNqw4zBiIR0sHVPAPY2i7RhSQK8ZGLx1abPZRopoq3l96dJlSxt9udmwOsIrBgKvGf9eW9M9wAJp4sU6SgYwpCw7YCro3V2rHbx3v7llaaOvXb/ZfH7tOgHi25Yqeh/RwTBqRs1gsVGjU7ufO2Rc4N7OXdCN5TB8e26vmnNlttdZO6OWnYJdZmlBTYkk3mpXTbTdBRrrqz365XUsKnBKAPBYtBr5XqcT0bLx8eG1CwJu7O4Y4FYd0/iXrTqrATwrcz0lADicTIaALk7XrKmJZ+2Lc7shunFyPc7+NHSt/GXGN9/Z6bnd35wFpk8fqXTyzlCNA8BtcDWtI20zI2t/fH2Or19NRDLKimlyBfsRylJpPY+s9eo5PfMb+2U/BeX9r4+TTdHJIGDsMsIY6xsDm0t5TxQl+R4vkRgVAf87IpfCyRPHVEJBBuwM+EpXixrArtt1ggjy7wKAw5EU2eVyVHBOAe2gFZ8JbVTPZxvi+ZxrtTv2uAho4DiQ0AT+4i19xsFfBBMQBHbAFwERyBAH0Nfr/rYB4CWUbrHSFQCA4YSGe1EvAgjsUjtbA5qTkKU2+EZc7cMBoCcAGM7FAICjpiEAX9T/NUN2EQEsY/Z8AHByOC6IUZJh/z4bADAd65AC2urZRlRuBoBVfgO6ICOqGeEbDgJOSzYmiORdNhkOn8BAEUzCsnVIAW36NoARGeat3wkAxneUmrIIYE8B3bUHYPhrABh2TfQK94SueoAawKwDLIA1wGZReJaNRf/jPHYKACYNmr3z3HkBwKgBjFrABIDp4DsMAANMp2M1x89Dg6SUVzOUHY3d8YH0q0hoRY2LpvESAKzMXjnCEGsH99Qa4M1b3a7nUCPVfk3xr/6r9GubB83sq4V2n4gSOta6J+cY+eyoGHwGAJ/EbMV+NnaveSOAA+TVfhX7Jexk2mdjjdEu59n1AuBVFLCnevb6v0oBrffDnvTPdJzCHsq34TTHAoCdL/reJQdvsEu3v3pGsRgv6MaZS9UyYQQOPK4U0GcA8EmskCf/Hgvb647ZtYVrAJeyYbShBIFPFgC2ur2IsHDgN2r/QtiaGQAm0xEA/NAi5R4AALbi74cWBfzAAeAj1gC+p3PAgBwA9ni2jrG3LYDNAwCzD0jhXKR5Zp3fJx4ADsWwbSCVIJaAMgo6UT8hPmE8LmsAuzKEPDIAouIaBw/OIoB9ZTnoMijIjtsaF2MRNBL3v7JJd+zBJwkAa1NOIA7Tp1u0YE8EcAkAMwL48xwB/NGnXgMYXqwsOw3hxegRxvJWCugs6XjK4UpwB0c4WQC49Ho/glJ+ztI/WwTwXasBvHLpqebyS19uVq0GsGntFnVmfbdz1iwt1cW1JYswQ7qphvWN902hPW/K+rJNzYq18d7Nm81nv/1Dc/eTz5oHFg18wQSwZQhEniYU/WRKXoADBAjCjaJTcCgJgonfDwCRVJJailJJScOKqviDLDmZvySvfQqeSiXb98Yz5Fntb9bHcAOhK4qRyq1MCQ3jRwDAEQFAr0Y38pCvhZEJ49MCYuN5rh5670MvhfCpN/4NAsCDunsWTktPzTye2WBRg4+ueaclWhsL5mUKCRCLcSAw5XXM7Dfuw2GoSjdXpyQr5HngfHrEQOoTgH2MHEiTBCSwP1odxr1+/blv8DJvEi223RnGjSXD4yPuF4aHeErJCYeNCzqr9/iizYmGtgxjMe46PMcG4eTaf03m/P3j42PTPjjx+OGuF7Tf6oeWYGGkDgWv+q2cnVpuqecAnS5rfWZnhWxgbK0f+5PUyUvNIRFOOQR9Ndw0+YJ/mFwDQBiRvktmeAUQvGlpobe2rHbw5iXLXnGxWbdI4E2rW7+9tWrs3fi93WvNDI4riFhhikCl5IPBGpG/94zHH5jh8a6Bvbdu32luGF+/ceO2pYfeZXTw3TsWFcwyKvdsP9hXFh0zQsLZCa2GIQ+7s3ZUvJzXu8FO0+dr1yenbwr5m1j1IDmkVPDFaUpy2PNK6QjzsfClyXkeutedLgCMxvZTKPqgkZz/xWvPAOD5B+6RXnH6APDwXrAYXU0NTwKVBk48jmF8kJ61AY827XgA8PBYDRtWxM9nfy6V29QHrf3hjW1qHMdqD7evrY3otYFyEKT2lrbnu7JRkP+M92Ho6HT/6ivr2sPz0YLS4majc7E7uCwezyrBO+CsPQAwZM9Kf5ATY1UD2I4L0A3A1/dyRv62UkB7JDDPd9tGRDQxYtFTBhucJ3jV9ZsAn5MsCTnCxcoaALYDcEwL+dpBX+kcqj2eU0Dju6KBBQDjE1HAegMcXkLNwQoAPscSbdSHHAAOOZzjDBrhhq3GDQHA0J8wCwKAAfhCJ7XnOQCMFNAAUKMGcMpKYvfPKaDD8U39xbODUvoAYDRvaA1mABj1fy2Kd8XaZfoy2oCxAzuCIzDr88JpOpUXyXQb9iekQAYADAAZ7QYAjLqiqAHMFNAQQJBhxeZDEcCQ3azvBqAeDwC29jEFtABggKzSRWu5NtbDSQDAVgPL+oh3AMCqZcl5c3CWJbSKCGDVUm4BwGyqtzct2FifWU9QBLBAYDhP4hnQ2WmJ8PUbunqkglY/odsrHTr/LljKGQA8JQU8muMVH+l9ZHAT0XPsRmVCqMzZpVNxqmG7g2OA/dGtAXyWArpvqI8PAMf+65++NqN+vGoAy1FDqZ8RbIHMrar9eywAmHtLgmIlC/heFVSTbHLGDzyMxe1usClJT/8iAsCxZ56lgH40POtxPeVPEgCOouws0m6Gqn1LYwdj1T0DZmG8ihTQqLcRADA9Bx34HQOAQ3hHBDBrfJIpdQFgpIE+TADwXQODLAI4AGBPj4oUhfh3khHAAQAT9EVtXxMazwBgiAwReZiFxbMU0BOGhuHDi/MzV0b7bp1hgLEHzw8ASwjEZm1qXTy/MMzXAPByBoAvWgroFzwFtNUA3kEEMDx17X4fEwB+r/n5rz5sPvrkutVXNOeOhwCAVQNYnmrZ+wwA5DlPi+mubjRe1Z6bbQAYaabgYQwl0ep2e2r6tsev0np1jU4lgIjvJQC8axHAKzvPNFe+/EqzcnmneWgK/ANT5s2K32wY+Lt1calZX0WqqcPm+s1dpgyFF+/m+nLzrEWcHVk2hU8//ENz4w8fN/ufXWvOm9KaAGAT0M6ZcIXIMADAihBzANjukYQsGkwkdvkMuRCGn3yi+DUrYrL5jRt6uoprBqFrw1Q8P1SEthEnnoXjemYyGFBwhBEAKbxQuyhfG+mlwlDD1G4w/iC61caTUcKgDVdOcG96OMen968PAK5MhZxzB0BdMU5KPMesNly1F20J7Mp4UY6rX+vGmRg3Ktn2hgoAACAASURBVN/tSOQ5gMDKUBiPKwCLGCu0RWRdAGg9XCe12IXx0oShIRAAHE1MQLlfGMaYeQDgBC6THkoAeHy8x5mmxpWU2EPeY1E1OtYyjPrDBjCm2fk3b9vmx2niZp95NnGMr2fjTX/jeo777cbGprpXp85Z90kBACejZCh4HAY3LJTPzeYFp9eyj+E0oqgCCeP4ze9FthK8R+PMP52mEPm+bKmfYag9BA/h5gVFVJex1i+PIaMMjIl2/spas2rvdavFt3Fxw8Bfqxl8edOA4Q3j6fbeXLcU0mvNitUYXjFD4tqqwOD7MLRhzXF/swgWM17u2xugMHj/7Vt3rW7w7eYmAOGbt+z7reaGRQnfsehg1BSGLMwAC06THPA6afcTr3caV3c6r4TXlsRbnKc9vN47syLfv35yTbr8OI28oPj2OhGFt1OB1jQ4CvIMrON4eu53OQDBA1T7fJEXrno8ALAiy4deU8DOWF9n3e8XGa/Hc81jAoBBUzOHFc03MmMAsLaQxel5kHYkDI42dHYgtr4N8wkUEbHth/QbVoKXO48faFkHXD0hALhPDiibUD0XpFC1rw0Ai//p1dp7O3t53d9SruyMG0lhmBZG+QSeW/LFVjuYVWFwzMv+qA3ls2pwJ/g+N2ONQEFnpwcAAwgG8Bc1EKP2b07/jEgm1v71yGLWf+0DgAvjxnwAsGSVCwB2y3eUFvOoYADAKK1CABiArEUAr1gJIdYAXkUEsMkUYbwHgO2ga04BDdkFxOAyb0kTkNk9VTYBYJsCpHVmCuQCAGb65xYAXNYABmiMPYlvAnvDAHCQDeUqUn4/jaKZYTRfMm9o1PBdMRlKEbYCkAAAsz6vAayS+9yJ1fsYOgeiU5U+GuU6rHYwI4DhbK1roROCDzECGLIg7AD2PADhmH+mgEYAiuuXYrNai0MRwBDNCFAXAPBxIoAHxyplNBLvUASw0mazBjAjc5XaGymuCcx7GuioASwAWAA11xzksdDngi25sCgbgfR5N4cIALbnUEfnM7T/pSjDFAWcyzaJDrxUkD+j1BGnZJGTknM4arNumRQbx/fBQcb4BTwwOTaFTkX6pN6VZfzS7ot7zQYAW3a3qgawnDX2bb0G3nAfjhu2JuUcu2cl04A37Jl+dM/e+wQuAWYyK1IKYtIEMFve0Hw/pvmVeDWyp/rYlryzPDvZSXzNSrcNe57bBLVsHYCX/ST4GR2dUxSwsuwF3gLwV6BwfBa1f9N5XjqBWVojAhhlBbSfsryA2yY9t4CvOZeT+SEOh086BIvJcpP4IgPAcorxbBnGejs1gOEgbv1UdTbw75ABpaNyGNqk0c4s6A52vSymde6jYkNjmbceVRse5XP+hABgpTU5KBgyBCQw3n1jwHsGAO87AHzXawB3AGBGz8rDkNEMvvgxYazj4rUjypotTMtDTxQDky0C+MgjgFn7lzWALfrXfkME8NHhvnENVnYTJwwAuKWKhQia+U3eGepFx9VJRTVSQLcBYKR5RjTwkx0B7GKkj3dHP4wNMHaKk4gAJuPPKu7YohTrE3DV98ogVn202jxdOG2r3arXM/zKHkndc8aFzREvdJKTazp9j24r2ifEsablWd9se58XRoZxALht5MiqXPYxxjk0sCZCU4pYriNbK4gAhoJ7EQAwawC/3nzTUkDvWDSV7ZkJAP7RTwIAthrAlj6TCkwCgB0ERhorezMCFfmXWPACBCWpR6mJ4+UCEFN5KSXRGACchNswZrQWzhAAjPTPexdWm+Wdp5vLX3rZAODLzZEBwEem3KODSP+8bp7NiBSDgQEpQfesHiSME1sXV5qXnr3SnDfh97PffdRc/93VZvejT5vzxl9XIC1A+EL9VROwAP7GOwBg+oO7QPjA+gihDu0MBS0p3lC03WhAgdAjOTVSGLsZidLXVwh45VV56WXaaAOC4RXMp3LeAsBWG6J8gI6rUVmIReqqiILD1KvuEJ2H3OM/9hLVy8I7BK1Yv35PcB/SjBRDzX2AozVcwCuKttT0VZA9D/TxCbUB/y/XbBry+JHtmV7Veozz+JmmTX2tAOqR69hOak9u/PBzpehnUgn+zRanzmTQNj9zupEl7dSkOMaxx+/b2Y/8xp0RTifKCaFvFytOme7MrGck/iLKmHHmdfeZ9pSBRc3O9B/rpc+yP2TzftYEz2gDyQJrda0+ir9T732k/TnlqAQoot0mItWDRsngWutHe5K2B0QwIAIYWRnMOAhaDssWznHLJpYf+YavF8iBS3bdEqJFjKevmVF2YwMRwPrc2jZA+JLVDN66SFD4kv2NusIAk8+bYW5lFZ9iHwgMgfFt796hRf6aUQORv+ZMuWdRwEgZff36bYsQvtPctvrBkKkRuQIwGAYPGEOYlstuxChbHz8ZANhBGa1870oshWvTfvca4EnZjHkIak/ymztQJkU+Fn+5LIKn1oSeV053PynBlPb6dnJuM9J08859o+/F4zPdFuuXxvCQS9ura4J4o7uUbRZ7TRkvu8fVJnVvmB+wh3Mxi7r9U0bXxXr7OK86HQA4ZcroHeyYAPCcE+57yWNbtw7aWOSJopsJwik3+PazR68dBmnz2u/PKTDcLq3lxOuq9uRB7+oo4k9+9ci+Ot3mQa6BOYo7d7bDVpvLc9t96Mx1LXNpo++fs1nmc3C+223qoTk9tkvc7fnQNlrw3dgyKC9qT2rfJfQC9E/Btu7wGXK5f6bfGaE7XwTwYA1gAL6eCpoGcJaVgW7h0cEOKIROSd2R9iXnzfY1on+HagAj6jHAyhwBrLTPyoynSF9GAXsEMAFg/GY6M2oAr1jGEaSAXgEAbK8MAEN2cbU3sSE1LgyytYzmADCcZFMEcAaAlxFxDMdoAsCKvo0IYNjtEPkLwDgM2AJ/YwyQ8ronAjhtZOOSLcgmAGAAmQB/V82ZTumf3ckXznMeAcwxRTR1yDmkO1FX1MFFRC+OAwCWzdIjgHma6vcGAIyyHgCNoVcyyhh1fAkqSYahzq8gZy+fYzIk5EivgQuxqoxQVg1cjHfJa+u1MbT/aiqH9n3pQQEesAbwebMH2JipfjJ0/oIu8SMib2FDgfjHVNUFAOw2gy67D9lOul7ovTkC2MunwKbj/C9Oy/ZcrwHMNaw+Qf7mi/JqudbjGX2bKHjhotJXth8Ey+2XWlubHFub+909+sf3y/i41LRb/sXvWCNp6jTHstBoDfRHAFsJNJT68uxkByyJZuuUALA5YcSbADAcOAAAm65EANj0Ivv7iwgAi6z6rd59e3mxZMQZXA7Qnur8P2g1L1vxTayzIrNGjgD2LBIpAhjBE8BbAPzam3WABawjQ4YA4gwGE/hlGmjVAI4yCrBPCgDW7CcHikoucEcwyAPWfllqfVP13wIMBm9hGYVSeisdEXjfkje4yzJlDeN5xvvWL243l596zt7PNtv2ubG9Y3vqRdvfVrkHq1SDMifA95vOU/YJ5yFk91qmvm8O4OY0Dt0fjkVIfc+MGdwzlQqfKfELAJhZGZgxATxZn3CckcOU9uiccSsvoDMA+MnnrX8EAHA2iYAMlQIakVRHZMq5BrC82siMmUJFDBqMF8z4Hj7BkO37JABsiwWLjAvAF3R4pYTBPoHARQTw0YGlgL6vFNAAgJEC+hDpnwEAAxw2kDhqAJOdlF4VFS21NrFCoVoEAM4poVcY5QxQON4pUpjCPZiM0vwotY8+CS5DQHMvOtaNofQmYTqAJhlMWx6P2ilkIKqE4GKDcKYbSllWznyXIM+hJOYC3jFSQLtA56y8FAkHV7NaMQj/OvDTFQiPCwDHc8fYzGLe1HkTG7r3pOFlQd4X+t/Q5eOwfBawOTatm/W2mV2N9SQphMoRDfIhlMi7S3RtBnd6OwMAXi8A4FcIACNlJs79BBHAP/1V867VAEYEMABgbuRMAY1UX8gQkBX3cwH+dgDgWpyVMBQAsN1xJAI4hLAE9LYML70AsK1nAcBrBgA/1Vx68UvNktWNPDKh4aHxBShhTKNrAhK8qyEIHD00RRPZC+xzwyKAX3h6pzlvQtj1P3zSXP/t1ea2RQGjDvAang9nGI8AJvhr/BqfMdJH5glMIBTgr6dCE1BhKajtb/BunE3l3b2qETGLY6PrQDLmyCuPc0eoNUIijWRUr76PE5oOgw+4gaW15EsAWLQYXANMR8I0FAzyHij8UCrYN9QRNu9veMyznzgneiOjgmogITYvH4k01Pz0FkeToiu5S85N/IeSVGpjWKUh5XEojGPqGf7X5Xlq3cBMFPvpguxjnAZ4f73KlrX5aLmHZsA/XzHF+x4JIDFCzzRfOQsfXRMnPsgaXdHOFCfvPlyXLXJdDEZeF2me/UsfJaZWSvwYwpCLhmpQcwuLtvo+EvXBarNX7CsBEBd3KGQbAcLiNfrZ10pqvI4nTkXty9PWUeH0jjCNIa1nybCal6Pd24dJkSeu0NnpUAgvblpU8KVLzfaOKZs7l5srV6402wYCL5sRc239QrOxZY4/lvkBRkOmyLR7IA0fasDLmKd1f//g0KJ/DywieLf5/HOrB28RwbvmKHTH3rsWFby7e5dg8aHtBUmxd9ldDj3i5zLSChxnv/k/7J0+Ct4Zdt0nJyKAeb1dZXbFwpNbiz/PwAA/i1kfA5BG6FXTN0TLea+Jx0Tb2bLU0byO0r08Iqrm6EPU3b/Ax0yQU7xtMXlS7Ri9NidQm5srPRJ+O3erjnPB6QPAw3OxuIF6rMez0NX8nN/pKmnh3RZM0cY0PQ+1Kmds6Nvrxvtb7gM9vKDiGzV/QmvGov/7gMvMY7QGyaL9XY6Y9h/90iu51UKhTh0YnrL/eV/XyfH30MjOQitDtFb2octzfH8auDi2z0RVBVhT0hGl9pbhuzpuTr6nBgB7amdmD/I3DdiMiEV0sHShSC0dumJElEW7yk3QpYwahCShRWRqZChRIIHSPzvoyyhg1QCO9M/4bgYkm+gCADYdjtG/9l5ZMV3S/iGNcTinBT2Gzp7m0cPxgiZkEnOdx433aCojgJEGmWmgEQlsQK8DwACBaRRHNKnN6RIM2ZQr/G0UWQHAlDcclHYdZnyHDUqOrEQ0hRHEXLVsWWtrSIsNmlD5GqR+BgD8wNIrczW74R59pJMO1iijYZGeGCmQJQ/CYY4RhKkGMJ6nCGBkg4GRHwDwijlnQx88MBmMY8xxCsDV7Ww0z1n0K22Z2m/wJrBq5zPKGOAxU0BDHiv376CYGfa4AT0l1gtlRhPQAP4SaED0L8iHAIOLwNYXAeV2QGHhbOfhfUX/MgK44Gn53qGCdm0DimiD/UL95riHtY+6rOvjDOyRsz35YvEZZgvp3moB9fchOwHl+jnGrjW8U3vZ2Gwc59oZZvmJOkUzMfs4x5mh99cRwFnvkH0Gjq+RAtrXM3CGmQFgBJyVADAigL+4APDUxAffzjprviIdi70Uqk98d/hD+5WWFB1RfK3R1mWTEQ4uOQU07IvYVwQAlxHAESEsu6uDwKkGcATqCQhWII4DwOA/IRH5+iUbSAJDCQBDJ9Yx4bvOb/m1TZPl3y3nEGb5kk5/0gDwWgDAxHrkPCQQeBgADvC3BIC1X6FfklEjWvosAnhqVTw5x0MfeNQtOpkawAx1KgBg+5sAMA3mAIDtDW8cvpWSoQSA8T0xY2PCe/MAwIXQhsFbFAB+YADwg32PAD4DgBMILP4qwTrSLAQDzV50vq24gW8UACZDl6LEFBsU7HpqALvgx+f7W4tjGGBSK4YAYGxeAdrUy+zJBYC99yM5+6aU9OMwlDFD0IkDwGxoPBESiOguopKSYoEvcHCwjfKhtLtm01JmKgU0IoANAN5eN+US9KoU0D9yAPjqx9cMADbnDruryNBrAOPT040IAKaUkw3AEDxCy/ABzQCwAL9JANiVjgAXSoMNmb+vMXwyBXQAwEsAgJ9utl94qQKAMf57dy1ljfFKeMfBu3lze6NZ3zDnEavhs2bgwCVLI3pkxv0AgG/94aPm/J4BwKAneOMVAPCS9RkpoJkGmkYHU+xsTA5wjv0A4PeZZ55pdnZ2LKLsenP16lWCovJSg/OJpTj1VGJjSo7Wcg3LZBrNChz5Dd5JiQNNKGpq8P5VuhIBwOIIfrMwGBVWhHSvcPIp9MaYFwm7EnQJAjMCONeAjgiCiBpm5DCRZPWMqnISQEObjl47b00KbaVCV8u3Flwl7HVeSQkuR5WDVpw6rQAfx0N6Fp6TTTVFO1sMJ7qXwV9NJP4+Lt87CUU8NbdnGsjNMNW9Jlz1eYy/zjKGw+c4cLnATQSALdYyXpWc5VprXCydr/hMPC/GYmK8cnfG+qf2y8GtHADfU5Lxp56BLNP42mBb4jlthTEbNhQx47IvQGAqnDGGcr4jFSQezxvnQeghBBgdUaePqRqN76Ju8MbGJh2d1i3bxeb2arN9BVHCiBbGsQ3jz+s0PuLmVBI9cgP71uGB1YK30ge3Dey9a3vG/oHJ2LYP7t7Zt5TRuxYlbJHBdgwlVwAI4xPn0GhpMjsayyhn7LuuPNM/hhEpDLPKHYp9zIeeI+OKO0YiygxwasDCnCKyYt9DtLQ8jBOzaK9Lt9OUXMuTFY8tuhVPz8e1T2aYrufkifX3eADgcd5QVNCam3ucBE+d+6GnesGfHgB8nLTkY4DoFG2M7efDxnoJqmUGsDY5jMsJpbGvu37ra2t5S08e5i5jAAOvDZ26tRWIjfke4Z1ps76yXe1zx/ovHpm5zpTRaXpOhhdfu111m8eZedo+efvaIDsfAKytScbsrFtk43XI9QtEALvdgukv+VZKaNgyInopgb90DHV7h2dFywAwuqiNMACPdg1gOu8TkBwHgM+lCOCyBjAiNgUAXzBgcsmMzgB/IS8gEgntgE3ukCmrCwDPSTvN44wAMKJ6SwAYEcAlAFxGAAP8JQAM5zfX9QMMzlmTMgA8IQJUxCgaEpgJvBL68fq66cbWHjo2G6AK+QbgLMCLoDPaHByIVLk5Ab+MiKWsB6ATADCuHY4AxvOQdhrju38gB+KoZRtrPOg8slNBl051dq2zjx4AzoA56iYjdTaABqaF5voBDWNgFYX+8KED1V6fWMBQdnbMazXPXLm2xX9qAJj0VujCsrP42i1sAWldF8BU6OkCCMdkxmn9d0ysmNrLTuvaUxV1TuHm2lG7ulP5qOQk4Psez/b5rwFg17M8NXgXAAbW0AaA4XiBALPDngjgP2EAuCW2xN4cc5GyQBDt1XwMA8CeTaFTA3gxANgYMzO1EiS2PRURwLDJyv4a5SEDa4JJ0HXtgrG4y3IYYFIK6JB3urJZSaOPCQCOCOAzAFhSX7n4T4E3PWm3nJLFT6u9JwcAu5GLxq4EACM1CJhyCQAr4rcdAZxqAJcRwEzNYGnqihrA9JKDF6ELS4yAoCChl4SQMNYX6X3obaIawHUEsAG/lv4hRQAzBfRjigBGGmiL5r2w9EWJAA5l0pVn6sjcLdwo2IoAJpDG0EsXJpnLw773AMAQHvw+9X41rga4qte7XgJIaB88A4D72cuY8fR0AGAp/MnJyw3w2SPU4X+s+QIAhmH8hReeMgD4jeZNAMCXMgCMCOAf/dRSQFsEcAkAkwxNcWEEsHtuM41VgL+hQAQNLggAYy1QvKgAgNrAk4/pvACA9xEBbADw0uWnLQLYAODty80D1Jo0Rf6B8di7iOC6fZv8Ct7NTz9zpdm5sm2KrtU7Mu/jVVPiDnZ3rf6vIoABAJ8zAHiVADA87w4oXMEoDwAYEcBYv/T4NaX30Pgl+PLyyjIj0F5//Y3mxRdfaD766KPmV7/6FTM0kOcikhpKNY0IqqM7pCSNG87q62S0CdoUXQgAHtoOM+2UWRvK89ttSzwBDUvtDsrPAJDsddmQhMjoXEPYU0bD+9RTR8c4iB+qvdGO2rDWVZBqxTkDFIsAwHx0Z8CmFeDTBoD7ZpBtLZiOFMFME0lB8f4cBwQ+jhLvs8mPPgy+7FvLltvp9hiPHaLyWX4/ztiMGa/Hn10b0YPvxTWhWKYV7WwwrbZqMMb2+QkQyyNVO4CgZxDQWm6PfF4TYfQUGC4guJxzyrh+C6Z9JpXixIgEFuhLdxUSgP9NOVW/JawSLEsDJXqKSFrle1I7eb5F1BjfJwB8ac0ig9ftbbWCLSp4+9K21RA2vk+jrqWYQgSOpR9EiYAVGPJgxLMWIkIY6dFgUDs8QMroI9s/LE30rVsWJXy7uWOf161e8PWbN423KwtPneZQqabptwe25lEWWo598+XQuF3ACGCuF3wWntyyfQ9cnyhnFAAuhm+aPNMZ0d663R3aL0g6041afN6jgPNDa/ofa0yX69dnT63fxcGZMwB4Fv6pc7oAcAZnPGVoGO2JNCgDE1OJ4tPTwYkHAMSJt6LNSrmv26bHEwH8xQKAxR+V0q//NR8AXPOhcQB4LIV77CVDbcrgcZsLkcekzUHXVxyq2o+kLwzj0PVa136W970po9PCPIaPqffXGgAe5vclQKTejwHAGdxNO0Uh62ZThEcs0SlTPDr0ADl1BgAskJaAE52C3ckTug11xKh76NGIdAT1VM9FFLDSQPelgM7PD12DkGuxj0T8Y/AGjhuzg4jfqIwYnB6KKGBE/RYpoJnu2exISAut+r/gRcomt4zUk+v2hqxg6aDR1/uoecn2Z+d5ympBa6RJbdSJZjiMAucQ6QXdGRk+AOiueEpLyCEBAKsOsFJAE/BkFHA/AEwQlpGmeKCof6oEV3ulRUrjBABbBLAAYGXOQqYUvQ0AtghW6QNaHywrZ29GY1naZ6Xh1BjgWoC5tGF6+miIQZTsuBdEBDCigHFRCQADBJY+F7IEp5cOe17SDnsGwVVlnlIEMBzxTjECmN0GWC46A/C7jAhgAMCMAMZ6CUcH0LDkXHweWZQ9+iSHaJcLk0RXcjfxIjwj07YGAnMNO27QV9j9OOdcMjE/4ge8kf1eRyJmoFjrVNcOcGDnTzWPGjq7/ftxdMfjXNvXvjEtKc5frJezjsbweeK0w08vzRLa9qRpTQPA7RTQsr+cAcDDc5FAXsxJa0qGAGDulYyh8Ewa2DdjjdNWpv2S6z/VAAaPU3m5VAfYo4Aj8jdFAGPPYTroqAGMdM+2l2A/CgAYpfkAAJOSAgAOunJnE+rHrmtjr+AwhO6N5ktGehIAYOjwkUkxRQCjtvyMKaDL9M+MAmZWii9SBPAMHKsWU4/PiL4Ad5iSxU+rC48AAG6ngPaUzwSBPQU006mg9q+lgLYUpSjMDuA3IoGRbhTCeAJ9HQCmwBURwNxsZJTKALCnqAHI6CmgAQKXNYCj/i9SQacawEijCu8Tmvbs2iK0vp6I2oxTKTkdrQ1ULaGdnpp8q+YvarOcN8YQf//JAMCe3qEfAM4eu7MT//g1Q4bKMwB4SEweE+7GTJhZaeeaHBA4puaV/qFpHRWpJ1sRwBct0lU1gL9iEcCvCgA2fQLPJQBsNYDffe8DB4CRAtoULK8BDEWfqUiICCOlckQAuwJxEgDw/8/eezbGkR1ZokkDkPD07Y00ciNpVrP7dn/m+z/vP+yHHWlH0si31GrHNjQgCAIEyRfnnIh7I30VDJvsRnUXUVWZefPmNeFOGAq2ySjUMdq0DIF27IXRiaemuB8aAPzEUkBfRg1gjwB+hrRdRivwDAcG5j4xEPbZUwNpzdi/tWNpQ69ZzUgbj3VTeGH8P9h71Nz/7G7zjQPATQGA4RBjADCil+0ZL8FIHwCwKCnTgsI4gLqUt2/faX7ykx83H374AYHfTy0C+MH9B83Dh7vNl19+ZZFjezMGTc12rJoK6ncFgvpdnvsJv7QvU1EXbD0uL5GI6Xq2FYqhDBrVKSSMRLFgM/hc+ySDjJ4lg91oJ6KCmU4tDEiMMg/lWcam4vUqax//0+D4J/6uOWhrsXkjof8DwtQI+N5WPCvYNbQH1asU2/ZtaZDs3KsIAKd50TIaecnoMTV8ZzW0cwDSFO09LQBYS7rCp5pNf7mQH5GfaRf4up5SFGZArACAWw+ZKM/gnOC4r3ked6XR/6qpRJtAO2z/GRthXXqliWKMK9/iXSbreao80X/87mmUcb1ZTMPQGnatGLNI54iegGQpEtcMc1cQxWMA75rRd3P6WTWj5rplwNjc3DIQ2N7bW0b/NxgtvGGG3nU7vrlh6Q/NIShwEijIYHMoAX+ECBjjH89Qz85k7wePLGOEgcJ7jAa26GCj77u7j+yzSrLs2fHDAxh8q3GHI+sLudJr0Nlak0gpoGEkrr+lpaCxnTDYdcc/T231B59a1biFbjDmCBhjn3csH6vwFF8XsYR9nejRu7Q67lP71ANFOKPjr7k9PHd8uOWZvXOeAjoNW03JmY1HJRqPQIGitvAX4WYCWxwAJhgMYDiInY296a4Z/B2fw3MAuNAHl5P663l5ALg/3nO8JHao7+8Q1bh327wt7fReV/uAKKlN/5GCNyUAtUcWgz8NNNGnMZnZZflymvZUWjhCRSYA3irO5rELHjE33rpfbV58G8/VBU8Y6Vdob5D3oPGiyVLfBA4VWdJ/C2CJGXtKitkAfWt64wIEox0HhZW5zI3dMGR7RDCjfln/VxHBjA72GsDqqvhfANDUcEwOiICXWFNRbiFoR6kb3ooERvADaEyq+0vaA1uSUkEzXa9FALMuMOr/mgMxMoqsGhB82fRI6CNRAzjK9yiLic97EZs0rkVXdUbP8QgA2I5fNiED6Z8Z9TsCAAfAOgQAR/slBTPAR81cTzwYdb4koO4ZOiIC2PRhyEKg1XLcFQis9MzQzyK9sKJeAeTCiW7Fa/kCCEUPAExgvBTAovTRkKXYb4CnMOTbOF8xOe2KXYueHzrQDGBEALBn2eK6BttQQAsBZ2bTAgBcawArE8vZAcDUUdgPAAo2fwZ6480IYAAMllGMNlXvv4Beycv4C8dCOVGoRqh2Xvwb+z0y06jcSQGBfW8H2eBsLAAAIABJREFU4K/9ir1Vna3lLJHWo+v5dNTgvOk4Md/i0DEtTx5fx+nLdcMUcvjX0wSAuw61Y/3gFp5Sp5Z5gCXO5b4dE3AJKtbGpEOIP50DwEsM8oKnLgMAgxiQ2rrIw8SZZF1eA5j7rgLAzIpH+uQOUaXGr9f/Ze1f1fUVOOz1fwn2wlaGqF/PCoogvUEAOEDgoCxiTK9TBDDA2hXDegoAbHbVVeMVi9QAFvCrzDEFBIZzTmTPIN5tYwPe5zLGK5cCOtlkp5fttIy44JJ/rU773gLAEQ1cIoAdAN43MHjfohAACg8DwKgbUQHgkDckDLhXJ4UWF+gplCsXPSOA8Ub9X0v9fGQRwM8ODAC2FNAvEAGcAOAXlv6EADAZU4pc0C/+1lobBYBDwqKXisBfeok7AAzPzCkAGADxpQCKX6kawKcQARzKEaIvPUWzQ32ThroR8WrymjHh6xwAHh7NKePk2UUAp76An5UdJoGRsojXOnoB45opm+tm7H7HIoB/ZQDwv/3rDwgAy2NXAPD/MQD49wSAv7YU0E9MroEXsPmTIZoJgofTCNaaeAUA4Of2XEemtAcAvGIRwNdSBPALyxCAZz8y7+BDo4/PzJHmkhkRNqz28bY9+46lwF4zcACRX08eGQD8uQDgBxYBTAAYdIgGiiPWEDY/XrNBOAAM5ZRR0BDMzPvYFN01AxLefPON5mc/+4lFAX9ojjlPms+szYcPdg0Aftjcvfsl/4aXdihkQ6tKamNdWWNOGXFtBoFlJJlale07yoiUgVz7gaQ8jHlxLITKajCi/OtgagUMXDDxwLw2kFvPZ93kAgADaJchiHWnok6yg9utOJJk2KsKtJu4OgqcbKIDWt2CAHAY1cbmKAxRPlLz1sIzFLe6kb/dcT/OrY+viJcR0W2dRo31YU6wW3w1L/eUxwOHshxznJ51xqYjE+UnII93w1P8XiCPGWtFsU12jNAZqeumgCa/wi3LNWqla2iufayGqzLRYYJEU9bHZ/b3OQIhrBHuUjbmIK9FR1wkAIw3wGABwDiKUSJwbDSb1yN0JvUF50Deu8wonkizB+UZrM+MbjBGAlSCcQ4ysBkar14x2m8A8I5FA29tmxPQxoYBv5vNztaa1RDGMTNKIjLHjJqKEPK0i2hGHBFFtZp9iwx+tH/UPLaU0XuP95qHlh5adP6ROfzsWoTwLlNHwygZKaJpPLX/GA0EA5wbD5z88onFY8BrBALTCJoXhJOy8VWXj1S6F6UZeDRuGO1m8uj0vIAAI9upaxjs9qcl4/ts99aHt92lMbw2GrT+TEF8c/t37vg4tTgHgBenpBUAjshfOmm5sV91OGG8x37yCD0HgYsDh4pzuYUdxnQBBcUA3qNhPWq4eHcXOHNu3XzXI4D7QOwExWnNjYxr8apy7GJ8cvC+I5dmmaHPUZ2HTVzb4rMd8HxOHulfO7yo5p6nfTwAL7VVQMRRGpwJt/hmIekJNeDYuBwdNDjT3NBDdI47EgYfcFA4In4FACIzmUClsBvxdwd9KxDsGcx4niJ9FSGs91AKaEDVoUeITTlwxQFx/u8sjBKEO7GxdAQjM4NupChgZr9zfm6gL21KBiAKAEY2OQMgAQATIFYEMMpKEAA2eQHfoatAJ0EaZALAzqPYI+oY+MfXftC+mAyPiO4DwKpjKCBYoGiOAF4EAK40UnJie56DwQ6pJeqrIoDle3PRHKFRA3h97QpTOtNZ1wFgpXKGboZ50zywJq/1HYb6VQNyAQQDCAXIz4hhOEaj/q9H5iIKVjwhInlXzGna5C0AwPY7AGDo0bguAODYB7qfRxs7AFxrAD9XBDDvKf0RJrK2DLsY/RnTUzAWGQC+bOMDGVEAMPqF58LekROzIv3g7CwQmOYSvhMAHHuS4k6AvYroRvslxTbAjLKmwhU0Be0QDRb4X1+S4wX4CijWX/1GkOp7EAFM2rfg1AeJWeL0Ecq83M9zfYQNLl4iNecA8HIjvPjZywLAQXNbEcCxv8Iu5jyTNYAZBaw09xH5264BHOAv6pkbBgP7Y5zrNjHZYucB4OCWtdSSy9cur72qEcAZAL4CPmxOWAEAMzsGHaaGawArO4MybMhRJwHB/A37x3nfKwkAt+XnuZU7p6fMXf+6HV9GLj/NZzvzCOCnJA5R/xcpV2oE8KFHAI/VAF4EAIagHCmgKeR7hFVEZ1UAGETHAeCnAoCPLNL42ROlgA4A+LkDwARILhhBiiT4LqcHOKlJINuqTCwpjKErikkHgUoAcHhqmhB+GQAw3hDaAfYiBbTXbIGQTvDXAWD8rtRifr4L9/D0ZHQxPdHx1xUGuo1I+Gp73XkqITdGFGE/BDL/mwXVE9cABmFipGWkgFbqZ9bmTQCwFx2QRLfUK6LFhq87B4CXGsxJqO0sAOCewdT3XOw1Kfz2D6MsUAMYxvBLjHZ65+1bzX//NwOAf24AsAGgAIAZAfwNAOA/CwD+/CsCwDC9QmkTAIwIYCn5RZsp7qR+Q67btilG3nDhfaoawGDgUBpVx8c91qlgCU4rTC0bgkPwDdoBMCEBwAcWAbyKFNCMAL7eHJkH9wujCXh2pOc8MCeZI0vTvLp6oblzZ7u5eWvTosEkRNiWavbNcH/v8y+ZAvrBJwEAQ4mCAGYAsBnksSdhoC/pOVEPGHQbNY6MTq5Zzai33nqz+cUvftJ88ME7zUcffdz852//ywS5FzwGZRle0buWRnTP0vbLo3p4D3YNZxUAHt+zMe8AUUDrFwXv2rbVrvrTn8/YHeH9GAabCgSHFyT4Qt8nXQZ+3Ufpq6rRCcciZbSUaBiOXMGFMuuezLi2gt5RNyyD2L4b4lZuHCl0OgHAZQ16m+3dP8y7cO9IQ8e+OPtalhIvR2kWO7sLBA8JiWPg8KJrZr4ndd0s4lU9J9idlVJ+EgG6C4LNj0ndORWEnb5KW6WuqmJr5GXTqy2MBfkO2nZxXaK1PEmjjC2p84ZkttgP+Vg+N9ELRv569K/JVSWKl+3a7gHYa+Cv4F7jBfyub9FLXP8Mb/ji0MmwSpPgFZAJL0OmY7aKSHeH5hVhSAZndJdGXu8yIm6umOMPDKwwvqI28LWdzebGzZ3mxnUDhrcMFMZ7c92cphClYimiEeWBe4MUefILRHSgbt2BGUfpBGQlBp48eWpRwIcGBj9u7t/fMzD4YfPggYHDDx8oVTQMqTCMei3BeBpNsQDgS0wTyfhjgsJ5/xRqhDlaeMEFX/ZrWhtStFXzHnRWczhFC+YA4Oia+tt1R2rzlO5jnAPAC0/sK3LiggAwQZdzAHgqO8sc/53iV+P8SPR2mRrApwsALx6l3bsvkKmR1ywAPHNtbrY7dssA/PNzUu/Uom2gjR3wPH99uQCw6L10iMQHjgsAw14R9gsCwA6MjQLAcv6cBYCdB/uKLsDYLABMW49A3wIAM/JXALDkA0UDI+IXkb9IAR0AMHTYLgCskhRin5pHGz8alz0VtUtQBSjvRQC3AWAYt+MdNYDpOGPtdWsAFxtVsUtJIBikH11ZoUQYJQCYoKyVQzK5iCmgDYDE8wDEBKgqABgyDoAJObJhj1CXR7S0AblI5QwDu0BjL19HQBeRbJjfaltDcMeKOdpdubJqTnk2BwCAcR+cb2/ofgJdtf/xN0cAI0UovjOy1q5jhHL0b0EAeGis+rJKm/igO4h8FugbIDBACQeA6cAggOfI9FaMH0wmzNDKMRDwyi2GxrjV9JyK7pXTk8D04KvMh9OiFQrecbCbuqzkrCwU8h7hfOD2XgG/rjv753E1Iu65uKSZR2uOl00JLye5ttUHrOIluh8ZBl6mYEWaO9FHRZb6PvC9QNLjcnvusyRr2H5k/8Fag7/GEegX1+N5CuipuQ16MzQn5VjY290+ybWaU0Bj3xW+KUcpOYYI4yl2rci2CgcZZskQ7qLoX9BZz5DRAoAB/ip7xlQEcCh1gUVIoQd90LtqYK9eCmhgMOANAH0B/gIEhr0YNH9RAFhAsLJUlL/kIecA8Mukbad9rzk74WnfL9o7BQAYzN4NW74Zcw1gAMAwCj21jU+BCwCwGYoQ+ZtrASMC+Im9EfG7n1JA9yKAmXILXteKAGZIfGgXyTOF6UHIKCICuALAzxwAfkYA2MBfB4CfHe4bgbIIQTN4IToOADAJjguW1b5UDY1lIDtKTxcAlrdKJwU0QFwCvn0AGAJo/A4AeCgCmIDxmQPAETHg6RbKc2bPXGfP0rLq20ElGvz89woAQxAGACwmIgAYDcDFsVju5mzBnX2xPABcBDJnfrJXtn0O9VPMeX8rullxco8uo0x3RHO5sY68TmLonyMqU/LlPABcr86parom0+iDRrcNdLGFpORpedmvUCZMsQVQirSbm1vrzbvv3DYA+MfNfwMA7DWA4WD4xTcPmv/4zwoA7z7at1ZkVGc9QwLAEmYEAKf1G5/D5TSvAQpC1atbXsNIG4XILSk4UcMmiHuZKxewCu2w78WAAqDQnikigA8uXG1Wrt1stt98u7l07Vrz3Go3vbA00EglCIHq6MAcWUxBhNJ288Zmc+3amnkeW0QXa0NcshTQ+82Du1839//xafPAQGAjrhYBjG0Gwc0BYEZnKbsB/rImsL0BLB8YjUQK6Lffeqv55S9/2rz77p3mN7/5bfO///d/GMCw0bz33ruWHvo2I2C+/PrrZveRZVSw8Xxi4DTqSB4yfb/2ZXlsF/yLsu9Ghjr/fcCTQ+9rYWIr6iS+fKWlRdw1SuX139rxrry6FisDEt+qD8Z6WXRcqXRB8qeEzjKX3l8q39zDAoHDk1rRBUodTc9J/x6RdFFjJY9LoUUu8/q2iUemOoURKI8dtCzTNA5RnFHpuxrR1aLFPpo8dYQaLKGE5vE+zufjAsCVxi9613FaX8coj/Fwu3WbT9DvRbvUPS+I4+j1Ma/L3kDrtGW/XaqJqoJNXca75GHBeqaKP/LqHMh7uaSRHjmnTy/y8+Xn1ef8qvepa0JKNIyiEQEcVMfbYvSvRwIHIJzgQpgZ+bbTAQLT7JhuC3kWNdGYVhYGD6W9UN8gQ8KwC9AJ6QLhCAU9ndE7GlOm1LKLrpoRcsPSQSMqWHWCUS/Y0kTvWISwRQZvbV2xqBhLVYi00p6VhsY/4x007Fm7tB8DqLbvh4fPm8d7Ty0t9GOLBL5vQDDeD5kq+rFl7nmEFNHmAHRgtP/QI0XYL2sIch94iviMwjV8tPwvxD6NMcFop+Oj60GCmq+ZmJvqlKPtIV7upzoN13U81ttTfTPpFHnTjOQz8tofkHTS8pozyM3JdXPHx/fe9N5Wna3jvU7LuHm8u5/+VRHhq5qbwdfd2E+DtkcALwkAR3rTIiv0F2KPDp3G04mNT/Oi466rOYBB222Mr7ZBgBb9LX0e6rf2WI0QJRMpL31s/9Ch7h2gMvdxYJ90HZY8hn92v7BbnX5MzUPnWHfUJEsOvbp97o/rqQDAZZi9H8538lh3Hy9/l9w/QaFax7oAUZ2joLaVlDv99wHLjpzFITN0zCTPh/OlgN1I/Vzr/4YNiX9PBQB2vkTeVJQE8j08OlzFgt4MAcDKbiKHE9Ya7wDASv2sNNBi4JAV2gDwikUAw8kMz8QU0IgAhj4Ljhrjn/5C3mEkstNCstAAwO166JN0d2MKaNODGQFssoSnRV5BamEENTBjAmq+6twMAJOGcC050BwCtP3W5i11R5QtKYbvi8oBYE+ZCdB31cpmrBmYewlOc3YuASRkZLLo2goAYwwEWoYzNwBggJYBAONcgcCIygWQodTR6nukUIZMFQCw6fKwfzpwHAAwab/3digCuNYARokOz7ZyIgC4QwvT9hMNFaAAwJcgMKOAzdaKWsDIUkMAWMEaeB6CbuYADif6ZwBjPQ00RS7f3NT58Z+DvxFZrZrKtibddptl7LZ+rE5msJx6eEQbU5cO3bwCwLgGYuc4uwlBbJZyDxOprEt3zphrcVkZaUoTfe0BYClSPseifXzHfmo9vLIs8RLOPxIW2VqEnSr2MvYZ16YysB16qvZD2z8HyXED0ftPUXISmIPhDQemszyx96F9xxsRqtqn7qyadAXayMYmGf2eNk6NM70zPlL3mDss5/3vz8OuxyRgnPHdB132L9HheCvyXvascQBYaaAFAKPmb0QIe+1frxeszBkBAtv5niYaoDAmO9f/RR8jF6tsbSGABACcfhNx44OJLIU8kSex/bklT7o3FMsiwI3ZZP61je3m2s07zc7NN5rtG3eaje3rVopp02jmFc/uKmcXZL/QWgHv9MwSCQBmDWDjE0gLDZqI6F+VTVAJBZUFQKZY8UuCvA7+zgPAvpFcz67TjcFrL2CWqRl7hTfYwutzgmItEjHh9zmuHrJwN1+xE19PADgZtbjMfaNNAcCMEqBAAyA41QDuAcD7NQW0RQqzBjCER6+5JCESgllsbAcNPJIqg7/0wDTvNeWgP7ToXyPyqHsGANhSPxMATjWAKwBcWI5Yz8QCluA+xhkiV/0wAMzoX48AFiAMQRX1QBwg/lYAYBGxTDiDbtTfawrowvjc6BbcI0Dd4wDAISxN0Y2+QJWNcG3FYUz4Cs9g0YTkLZyJxITQp7U/TVFOAgCPXuvMbU7oPAtaNw0AV6E97h1soWsW1WyFuTeAP2p8Ph2QOqKVtI9sf7BCt+3/LTNsv//uG83/+G8GAP/ih80NiwCGo28FgP/S/P7PFgH82ZcGUFqa94iqgtISEcBwJwSzVCEZKZxyKdXeT/Mf0cCl/oydERHAYOClJpxfE/OTFZlYM5JJQmDRuAUA/PTCanNg70tb15uNO281l65fb15sbjYX1tabS2a0N+cxU6oFYh9Z6s7nppBRaDVad/XqJUv9uWaRvJbO8+t7zT0DgO9/9Enz4tFjAsAXqMyZ4m7nS7gSCEzw17q0ar88M0F539KAXrUbvckI4J9apPWd5te/+b/Nr//jPxkV/K8//1lz5w0BwAAF9i1l1eXVteaepQ3929/+3nxz7x4V7KgvxbHlGINuy1jAiGkomS5cSqlWIpcQxsIbUdMxLGTo57TSXJjFn5Bj6vobF1RkOKp0REqH1kRxLKKnst5ldbqROO9XGEzYq1gLZbOGg1I1OIVBodQk43h4lDlxlJSmjn1MOxtzygELMxyeNK1bF+DLfiyK1wBQ4SdxzENoHiMilCfPlgLNKc1zx2P8Rw0CGrb0mhBiNZt1znHt2OmcizMamxlhOpSdsWmb+v3kwneVlVptxXLqjXes2zxWMaj+lyRyeCzFBtuTkM/tkovu2GTluCqIZVcPGqvl1CQQt7Inh0EA/iJbgZtz1VKFSALwDccogsllVfkz0kAoqVL9D2Imuqkaf4oGZt1RnO9ZXljPHrwMxlekfaZjkmRKgL1I6Q+nqW2LDr5+zZTZ6zsWFay6wYiSAe+INFPMIgna7A5T4DGImjkw3oD0hAdG2+Hss2fOPl8Z/b/71dfN15Z1475lntiHQYWRL0KTV2DwxbNAoadi6mmo/UnpHEi+Ww35ecb1WZJH3fNhCpCsXoDjkENjGp2kBx2u9L3eYQ7EilkoKyMZcXks8Z/BtjoAUt6Dy+65Zc+v95oBX75nAPD0OHq6Sk/HGsYm7bUTAsAR4UbaNUTXFo8uXYbGF3lz4CJRmOPxK9Hg4WvbctlQb0PXHH4S9mmwafW2dd/Uh94lAz+0S3BUKlxGYmI4QjadHbdOG90+d8Q4N1iOz2oGgLtj3h6rfuczALwIDcngTOF0WkR1SuL76Fi1aU6x1w4+Yp8+9Xm5RizPVnyXrqaGuwZrcgeX61tOnR5NKHDJ08pG4ID/FSAgJ82o91sA0MkU0BEBLHA5+Bf1SQKuHErJ7S4fjQHAchwBr0caaNCgDgAMx+NS+zdFADsYfBkpjRl5hAhgpENWCmiWcggHVJ+Tlj1DYogbn6OkRegtMOqbI7HpoDR6Q6czmUMRvwKA4YzMlNAwaMN+l43YkGXsnMjih3FQXUOnCd01VaJ8o6P+N51Xy4uYPssI4AumKyOiF+mcES0t7gzQMoJSAIBD78JveA7os6urqtcIQz7SICsCWIAx7JcxZrGMeR2yr5gTOABglGECn4jrmDLaI4CzzhIAcNQBxncsCJx7eKAoYF2rVMf1pYWziP7T3moxWPoreuTzi7kiCIxaxooAvgTwn4tTa5aZrOwNR2/0iUCwg3Ke1Kp1O/JLvgX+E+xwpyk4AOiYZLoKAIdzfZLPAMLEOSnqWHqxCELZ8xyXEYLk9GqEqQxSpfKjy3ijKl/ScYYaWmaucuDEdKfmj845HM63sPwZnJI5cSINpJPBCgBzbaoBdxuVHcUzIj2zz+cA8CLzoj2mlzv4tOYlvjhf9a/cUyVLXQV+xUex19wGBvujp39WrV8Avoj2NRppWVcFAEd6aPELZs7wusCI+tXnLgCsiGDpixYgVhZIcFHvqNMWgbTxAsMKwuZ/sZrYCHhLHrf8RXTKF53GK972+3PL7HV1Y8sA4DcIAm/feMMB4A0rxSQAWHy6grbsLfgaaCuycBhPQckmBNYwAhgAcKSANtoIR6kAgOGwVBymlgWAY+e0iFV/Q54aANzlzYsszZFzFpFNT9D8K3cpeeC30KuTRQAnoxaJtO/QMQAYUcBPAQAXzxwHgE2YQtQAvXEsom2fHjmoAfxYNYANKAaIe8kEXwmUAA0EAEt4CIORJIAi3DO6yuuzQHinFwpqAGcAuF8DGCkIFAF8xgBwSu2cQeAAgJn+2VNAMxqY56Oey8tIAZ0BYGfChd6KEldPGaXiw68CU/WukR5ukMRvBIAi9XNN/4xU0JLiagTw8gBwVyXMhsL257LXCjCSlMquxTiea2KDzgk6UwRtmthl5t3vgIxSL59yLAsAj/WQgFr8VyTGUGpiLcXVAoDJsGwfmGhAB7Vtq3n4wftvNf/jVz9t/v3nP2xuegTwkY0LI4B/+5fmvywF9Kef3m12LSKWKaCtgCNTF5UU0JxkB4BxX6T68vsXw0H0w9dxojWhvKmOA5Rcq6rYWUcxz0Hsq6c15tDnEUKMRwA/vbDSHBoUe3Fjp7l6606zcuNmc8GigF9YFPAFU2jXN1DXSClGnzw+au5/YxFYiHC2Pba5tWIA7VZzxSzuTxCtZQDwvb993LzY3WuuYARofBgGgE1tbVYh7IAm7zsA/Oad5ucGAH/wwduWAvofzV//+pFFBb/ZvGcpoTFuT4ymgr6vrF5tdqyf9x/uNb//w18MAL7PlC+IBt43Rxt5t102ug56f8ABxXiAnsdfjBs8CvE3A6hh8RnYnhJ1RscbvEma2WKCRTUUlRnPfMXXA9YOFOFicXJ1Jd8Dn7ms/XoaCVzpjT7nCAOm0XEAXI9ThW0ZHNwI5X/LvgoyEM9IfV30MIYli/mhHFexo9I/H8wiTEtfniAyIWifERmaU5p7xwe087k26tP1ecjkY9npU6b6xdbbcQZOEZ9jr5Pc9yTXqj8yFsXeLn2cHKv2w2i5dSYy5I8BQKCbTjrfu4B+WMbemZ7hPGuXlG3qyOrcdv9ilbR2jZ9H82LJo1g6Xdogv/M9w+vtc21P94onr3y23j+ifwRCISIYhl83Brfa8lvyZsiWgTR/ZqBEzWADgTc2AAIjInibaaE3N9eMl+IvjMQAgnGe1bMzY6Y8kfFcYC+13htYJLzukb3nvjn9APz98t4DOgA9Mhn+8WPI8SbDG71/jtIAMDbbG57gpO/2H1JQk0hR0W+v6OJU6bSs5dTiqjmlgELr3HGI1kD87gPstxBJ9Zvgr090LLf+LKd1kLrWBXjLdd50HG/RlSkH0in6OrDJj79HzwHgPJzT4whwQlmmwohN4MVl0BNFADsAPH7/MwKAZwwNU2mcR5lNoaljfQ55aqwF0bGx15xxpCtvLa4PYZdWJ+Yu8ZnbY7nPc33sPlsGYrviyux9UwjSOB8bHs1lAOB22215Y/i+4yukPUcz4mSHFuZrsxxHntmRgVrHyRbcHjQA/oIPADwSeBXlfAQCUy908DdAKcrebvRWvd9cA1h2DUYysb5hRIdGtqCaLUq8JgBg50GQ26WijEYATwHAivjtA8DQkxERzCxyADQzAGy/EQDONYB9CqcAYNJDjB2AQPB0AMCM0jIDN+QLOJzRkA17nXQ7RgID+GMQh1JY1ghg6X5610jjQnPLsqpy5RQtCllQbQlQZupNk3vwl+Aj6aAcwAECo4Yl59zlBUZdIWqZ0b+RNjoDwEpj2nUAbgPAprtbG1hfvEcCgLs8CPaDeKO/WNjQgQUAe4rqJQDgHk3pDVhbpqX5AW97VIK+iN6ON6rK+XGBwEi/G+Avoi0jJXQ4SHcl98o/abrxZ6Xzd4sP1oyN7ZJI6jzWg/aqUkQz+hffEwAcgLikwEnNDC3OsbTB45O65Iw+OKeHxg2HaNuxOhu82WnLSdpY9tplnyHoX/lb4F/pQ7S0uFivFNDnAPBic5Jt9SAt2Mz1yuCvsTZJ+zHO1Mlcwx2wfwmMF8Yi2uZ1flsAcKSArvWBX3gUsMBigbxDAHDUCA4AGLSHfaWOm+hXEC7aTtV3eSz5c/pfPWfFNYbHrj1WzMAFTkE73jAAvM4I4A0Dd0Hvjd86TYPjEXVb7/cF+wLnIIC+V1heADWA7bu9w36sCOAKACtbQuWZigBWuv7pFNBpfrvMoPPgpwMAL8abF1uvi9ppF23t1T9vWf3htJ7oWwGAa2qGCgCjnuVSADCBYAHA2vEuYJPrBAgsA/0z1LtkigEnRlbXskYAdwHgA08BbYTpjAFgCOYR+VvSQBPo9QhgEoZOFPArDgAH+JsBYEUZCiRWBKAA4Fz/V+mgnc27oewcAMY2/+4AwF3hV1vV4V/uWefdZLqUQIQlOLXj+RgPpMYEAAwl1H6BERsA8P/89582v7II4FtmxDa+2Ty1CwEA/5oA8EfNJwYAPyJACqXMUshAgXDFL1JfyrGlAAAgAElEQVSdIAJY61QKfhGKwmjMvkwAwHROAQDcVz5C0MrEPoCALKwgAviZObscNSvN0xcrTbO23Vy5cau5YqmWLxu4emQG+afW/FWr47ixYV5ndv6TxwfN3c/vW03Gx/S8Rirod97ZadYuWz3HDgB81Z4FzhnYcxH9qzrAkf4ZALDNATyd9w8YNfbGnVvNL//tJ81Pf/oDOuvcv/eo2bm2YbTqefOHP/yp+eyLL5utnZ3mzptvNm+/83bzxAwDH/39cwOG7SlMqLn75ZfNF59/0WxuWPrRza3m66++ab744i6BYTr3hOe0ecXh9ZRZH8KarhVQvEFHXGMHAWBXXLmeBoTeYKTDiplWXPccLo8w4CQDUxevykw6Iof1HBJwsuAdhipFGNT7Bvik+sGqOyVBWzVXWv2mvKsYOD5qMWrpfjT+uXGNAHBLMMwenrHh2uM/KHToYU5LHjlWOy2jXyEiyzVVn6A957Ot2OnnAHAapQkv0Gkv9PYa0pLqaC5+CsG1jhKrHuh8yhppTXYB4HHjtdOZ1nqOfTq0xrPHcd0H6rqfX1MPJFBXG5S9jdN4iZTasgL9u1OM1hPWdPOITkEEDZwC8VkNanuHkux/sf2hODpgjOjgFatvF3XZQOd3rm01171e8JY5VuHzjvHXrS0DhS2NIkBgGicLafD7GS9BFA0igvf2LU201Qx+bLxjb89qBhv/eXDP6gXftxrxu3DqtMhge6O2HeaGplga08GPAMkgwjmiggQ6S1bMjjkuDYTM6KNGWhD0MyKK8yBXLtJaXrHcpuhAXgEVAA7eFDRTfyXvZuoxrSDPgT65pWXO7dGvGQDw+5YCenosTwIAy1HXi3OJRyLyjIYb7dk+wJFn6xwAjtGYM458GwAwZdHEJ+b62Nq/ZBVtSrPw/uZt67XLAMAS1cav7dKKdttt+jXOQ3sUp+d0mcTQ/skzfVwKAC5yepVtQfQLHzkxACywl4BUqQFsehXBXweAS7mYqksWJybXfeVUQjsxuRN5oOsHOQV0BoDJ/8H3PQU0bUk0PgMERvSvyoMZisd00LAvwUAdNYBXzACN8xnJuQQAzFIRcDrD2MEBls5cAIBhHje13I6tRgSwA3ysLRuRnyn697QB4G4WGEpADgLDkM7IZDe4A+QU0OrpZJkNDGAipSelJ4YBn6WU5JB+ZDWCWTPY6/9GqY1MpzAfuAec5lhaw0BUNMk6mXZ9cTRIKz90M0ZCO1+ACMMawAd+P9OnIwK47j2XF1u2ibCptLdWd+9nmVJn+lhRRgRICxOLg8CYuzwWdo7KFLVBYEUGVxC424PY9+i/HOUBxstWknXhyABWbS/eQ5f/UKuZ0dopA5f2dAjVAgvPAeA6A69sBHDeB26i6QPA0mXOAeBBdrnAjycAgN2eUhypWvbaCgCHbUoYS40Clq0qRwCjxm9kY80AcD8F9CIAcLWfOuArUsa9X2wEGQj+NgFg8EE6IsG5+orxBwOAuzWAWT7BAWBPC90GgAH+ngPACyz61+qUZfSH03ywbxcARgpoMwIhPz8AYET/AgRGPn783TdwgBHAlq4ZoCHTP/MNgSRC7SHayBik9KdhnNd3CiVetyVSQCsC2EDgg/3mCDWA/f0cNYDtXpZPVd6cLwsA9ihfgMEX+FkA8CUAwHHMBPrLr3oEMKchGeaKAW4EACYQLCAqDHz9COCuIa0uf5fVg+L7gbbRuAcOdHePA49hDdQjdAzPI7/lps4jgDvifgcUaivuNSKgRAD72gn8ppwPA3GylNOoDaXXmCOM0LZLCQB/aADw//Pv/9r8OwDgnQQAfw0A+M+MAP7k089bADC9SVkH2BryQE5GsqMT2P/FqSSiKOu6YCR7gH/2t0QAhycvQOrOaxAApqzixiTa1hUBjFoTz19cJgB88eqW1QG+QfD30s0bzQuL3GrMGL9q4O+qpZlCP/b3D5tvvnlkNRoPqaztWH3Ht9/YatYuPicA/MAigL+JCGAa3ZlA28VqRF4hBTQigyMFtCmupnQ+NVoM5f3mjWsWAfxjSwP9YxoZnlhE1861dRPuDppf//o3zcf//MwA4GvNjVs3LaXoNdMiLzW7jw9NoYXAc8VqRT4wIOCeAdNbBIE//vhTe39GEBNLhTWSWIvKBETrGeg8DCtIuYV5KgY3knuBEP1dSi7AUdf51eCFuZwGgIvk2Jk10bPWXnfCU+afTKdPN8pVNDTpW3Fq8QbDuBDHtA2SsYiGIHmgR+3gknrHAd6qMFcDA3+jl3Q7RXV9DkEtVfFO6zkoqfd5FnAYBON6y//Mfqi0Yph2L3LjKeCnf317PWDfDL+mnXcW6df4Oa9iBDA0+NHB4B5ZBtYY9Stw4+jwcd//2v58hVEvxrIrbE8bs5WOb/heMsC1CEvQisKz1ItCRbxTZZTK9/A0DmoTAIOfUMDhMHLpuJ7FaYQDTLTg8TK1WfoY58M5yUunSG5R1hXwDUQFb21vWu3gNUYFb28jQniTNYM3LG30mh1fQaork0+RIhFGTtT6s7Jxlv4R/AMRwU1zYEY61N56bFHAu5YO+uEDvPfIfx+bs9KelSLYs3rx+wCDmU5azqAQGeN5yjxRKHDZ3kcyYPIoMVKigAtIjPM9Ajgvye4a9GNlFsv3mLHh9RwAcKUbPuSpPS2FdP2QcwS2zOhC1xzml06t8PMQbXJO0z/k92m3WE/TGPT53aJ0atiJatGrv53zFgKAA6zF+GAPReS9Z6OCswJTsxLY9ZTscNTlPnPDlKdnDyeNcwA4z/e3EQEc7oS+8wvfiv06RvNDtqy7iC1M7uH2HiPdTo/fojDkWyM7NMmzurzbx3F5Y6iPc33uA8CVns0BwP3jaQzGCFBnHEsbcb4PVEuXDHbozbf1/WwLqs5DJwWAlSY6MvGYfsLU0J6+MiKA+dcjginPs/AD7SMBAIdO4KqKqLrzA2Y+crm6OI0wXbIDsEwF7fSGUb4AeuF0oohffL7g4G8EGjD9JCKA19bEwwkAIytfTQFN8t8ZUy5HgoIp6MLOY9pk4/Ew6AsAjghgRf9GhOdJAOC24NWWL7vLqA0AJz5mgxqphyGzoBzGqgksAh4lJkBN4jt0Hq5FgKG6ixxwLdINOrEDwIo8jQxQ2rVw+kFKz5CNouYw1lypVxtboZKalBVKe1pRw6a7Uy5CHWCsJwAu6ph65Rw72av41AP2K5zdrv/dHb2QmzXGitRVKmymhHYAn4C4HcTZisI0HdMMMUoFbSA3QdnxjA8CgeUEhUyOkepUwLfMh0X/bclt0qE5D1h3nn1Lz4qLcF19pu8DAJyHZ4KkaqUMi7FlFSV2dGofOTPs2NjNO7Itlp73VSu7ckKuN1BOzDP36nkE8OITdQwAOOiICEqxb9H2lOyeygaFDArIrjoQBewAMOx6Oe1zAYqRCcojgbspoBcHgINX+nricnMHS65BClVB0F1WG9sx7bHqRQA3VgN4fYv1f/spoC0CGHx3IAKYPJ6ZKJw3GB9GGugAgCMFNCOAcx1gfE5ZM+ic89oCwBNEqLWYz9JutviueZlnfgcAYIXJk9wb1YcnGN5PjWEjRZzSPysFdEQAH0QNYE8BDbAX7wwAAwg+ygAw08pIeAtvOU2UC9lOsGpEVaTtGagBbAAwwF+CwFYL+Ll9f4F7OQAsrmntuuFmGHLQ3SUjjxMVESE3FHjtNqZ0jvq/uQbwOQBMoaEIdxM7UbJuJSxdQeccAD4bMrZMCujqyal5YsyvCxVUiwMgo5yRlAdpA767nLbgW0QA22fAmDBQf/j+2xYB/LPmVz//UXPLgEnjm0wR/TkigP/zz80fEAH8iQPASOUBIZLpnyVMYglR+Q4A2B0TIqIoeu4PwPMWBYCHjCUtm8YAAGxs3rp02YQtoxFXNpuLmztNY6k6LRyrWb1hKaGvbzWX1q0IsClkh0ZXn5iS+MTqANtH9m3jyqXmzo55mVn2g8MAgD/6uHluKaBX7PhFj/41zZ00DteoBrAZ8o2OXQEIjVqPlraZKaXN8P+zn/24+bnV/IUQ8sRo5XXrw2VTpD/++OPmyy+/otMKtDgorag3tb1znV5uEuNVV+iaRQ3DIPAXq8n86Wdf2TnXrO7kmkUuP2y++vqr5u7dL5lWZnt7h2th79EjV4Ix066Qe1RdW5yo60P02IU+X/4LAcAtjaqlfXY2UV2jXfrSFXHQq/gtG57KnuCGEGyd9wmMTHwOV5ZV31PdiL/RXqSGlid/TbXD35nWrL1WZTiEEo70loLkVNcMu7G+KljdHsvOYBRDVdkbvRNSm3Oa6sS1Y4deLgDMmWp1ZRzUHIKJjvGAg5d8HwDgKSWtY/zuMP7Q+eq+SjJCxwA/BwKNHw9lsVLzlvEton+DBsHAlfdXejyZhZXCSufEnouT8F10tJ33Mjyd7XcHmcJwjHPFp51oUP50xZg8x/mtzHl2zDiO0WhG8KBmnhlL+d2iWa6uGyBsNPna7ZvM9AAgeGtr0xyN1puNtcvN2soFczZS6QCMl7z1TQeAEfPQIlnMgAkjJjJC7Fm5godWIuCb+/etbvyD5gHSRVukMGsG27lIfRgp/mgwJ/2KNM94mBgt8LowwLrTDIyPrgsw80zZruLx5PMcRZ8J/+Mj2zne3+sxfXVWqpGKv5X29TkckuJAT4fA+aPgUV7/+rwYAFydfrxLvgbiT39f1eeP8VyeTn2XAWBG5KWoXYEviFSXU3KAvzkqD/yVlnTfa/hcAOBwxhid+2VcZRafqzlDw3c9BXRPFi/0cWgMx0Dg2Iv+d+DS5cDVTgMkzQO8r5Dyeqwt5w7s647Tx1y/ck+6AHA3S/cUCJyP5SU+h5O3r4sHFi2NV5ad+TP4WAf06sq8RfZ2vhR63XFSQCszVIDASvEcYC+M1igfplIt/nsCgCWmgDGIp0X/8Sv2HkpHlBIxTjeKDmCgb9QXpPNmcjYhAEynEweA7bMZlxwYlp0p1wBGBDBAYgRH5BrAeT2J+4mhqZZuBYAJxgUAbLrnsQBg2PFIBz3bB4U2TwFdokJDDgpOluQ4TX16dfl1ZfgYU6V0VgQWjewOOrJlO5VmAIKX/gNFLneJCgDYUzlHOnA/mT1B9wPYhKF/BfKTOcex5nDqaCwBddylvZDt/NZYG09NXjo8QL1h6HUOAHM6wkDuksyxAOAxnqFIYIHANQqaALrp+gRs7ZkwZ1wDGDemgEYa2ABmQ9/UPboyD3lQgMAI6GGbXs7P92fs96rryl5T0812gOYsWFsb33UAmEs0ramTRPie5NqxVVR260RGqJDEo40S+Vtk6GEAGKYR6hb2PoKjhEeiQ28A1gAnBOgPNdOo2bEQYBBvczh9akFgB6ZvMOsoS07u214z/cPez1C7ltnVqm2s9NEWpvuE9B+d26azEKcG6KUdWw4ABrHSUwRR1HjXt3QtAcEKMlAN4Ij+Vf3fKLmpiGAEdyjKN2r/MjL4hACwdF3HngqxEF0MWfc0AWBzJWqubGw3127cMRDY3lYDGCmgr6ybXTNSQLsOnFNABwBMJyxzmoZdFCmgr9g14BW1BrAAYDhQlaCi7wQAPK5L97dB5m8vbZN8qzea08vOqnOnFAHsgogzpBYA7ASZdX8JABsx9hrAcwDwE4sAfmJRwSDWjAAm+Bs50SE0RgQTFlekgG4bu5VSU56YIDh8W3sAlREBDOD3mYEc/FsA4KeMAAQ4QmNSAoAH1DIXchYHgJFfRWn4zgHg8QjgRQHgNsM9B4DPilS02z0uANwSJKBeupG0D1K5JlRuq52nCGDb90wBbQCwfVUEMABgRABXANh2cfO5RQD/xgDg//rj36wG8BfNrqWgpPmYADA8avWmnmsStYRQaoJ8h+d2ANbqhJ7+rABgaYuo7XvZerJqntxXrO7vRvNsY7N5bkb3yxZFu2qg9wrSP1skMGsGW4+ePreoWTMMQLFdt9Se160+8Mozi66yuoz3/2kRwB/9s3m2+6gAwFKTPDofo+IgMADgFWvzhSmehyYgw0NvzWpG/uxnP21+8cuf0zP40d6uXfuMQDu6S7O7Cd0Prf3PPvuMNSY//PBDO3iRKUCvWt3imzdvNuvrV1hX+E9/+psZ/3eb9z/4sLl95w5TQX/11VcWpf0p5+LWrVts+MGDhwYK3yXADAUz0v6Dx1QFKKhyMWP3NsEkAEx7TIeyjyouVZBpgb++HvKNh3hFzxDl60k2Bxe7XdiWcUFGBRrGsPQD2cKIu6d1eKIrLTQEche0GZXQTpeliGAXjp1/UphnfeFxz+2uPbJleOSwB/Mfj/LsKq2nRanOAeD+SC5j6O1effxrZTgafdmhZWCNqX4EkKl7dZSLsBlyTQ7LEdF2b4/CONV6gKpMDowy91I1Q6ZnLx9dNvZeRuNxuGSKZuMOAutjevk9+Fu6HxvBw8oDOmhEtTa6Ih/GxQCxwvBJuh1RL3AoeC4jqadLRApE7i0Y6xg9tN5ctYjgNeNBGwB/7fMN40M7VjN4y5yRdiyt1ZbR/XWkt4Lx0ywlaN9IEEkZ5v7QeO7ewXOrD3xg0cB75BcPLRoY6aL3LavEntULfrS3z9TRqBF/ROMnImBgUECKaB8aGIrxmTRSN2gbKJTVQgCyr5L4LKEjZsTbaQ95jYTV2srTwc+QFXB/P5CXPZyo4vxM15mOMh0Y4g8x6f213+Zt4bjTXZNyoGuDuD3W1kVyOI5J7sloS3/Rj/7y3QSApWd20zYH4EuDfw8AjlSsAymgGS0c/HfK030ZSrn4JM0ZGr53APAEIqk9OL5L2xF17TmY46HTvC0Y2PC89kHS8T5253uuXy2u0xobAHP16BT4S64U/IiXJLrnx6ZW7FDbgwCvyLDuMAgAZ+fHYfn6pAAwspcVoDcifk1fUoRwBB/AebXKIdl5mL+HbE8aXAFg8XM4njhICoeTiPzlMdMREUxQQN92DWDYmXTMgGFkkltBxqiIAFa0EgFgZl5SRHMee3E+MbM2AAzwD5GYdp05dNHr2Pg6wFzonqtR/7fU/AVwaHSS373+r6fCxzVhxwvdhuJMcrapa6Uj59mBuiS7x/oyIZ6BqaABhpcyTe09XqJ0XceHnBlO6aFbERyis2zcA3+1EAPYZL1jN+xf8nTTbXqS5eQ20EV9DMAW9G+v/ysAmBOS9pbLlqcGANcxEwiseae/PedPdZwxjyVVtXUpA8CIWm6ngQ5LUVsvkP6oSGCOFesye+aadGrQ2Kg1inVKoJn7K+S4PjX5vgHAWBfHlhhOcu0EIee+mdIHeW3t9SIAMKfc3hEBjLV2DgBPcVNSJTpsxGuuBrBAVeeXvseWBoAJ7h62QGEFJDgAzEAF6XRKCT2QAtrLdpLwIVLH1lPwiGJ/7gHA6Hilxfh06gDwupVFunHbIoDfaLYNCN7YubEUALxiADDA3xIB7PyIwG8nAjgclRA0g/frGwGceeWi63VKQ55r4/U6PqeXndXTLAEAu4HAjQMSPSiuFuFH+05pGiICWF45Af7KQ+d0AWDcUlwhvDrjs1KGhBcmjOMiOgCAWQN4NAJYAjzjC61tMDEACCmeojcfePTXKQK4eJIGiB7WrGKciBQKEtTwCmUrBNnMVBg5SeBM76j3KxDjOCmgzwFgLbLwHh0mhsXoe1YUYqTdKQBYZCD1F/vQFWAKEg40dQEvpRfhShMo23kVUywMbqbAIcL3ud0GAPAP3n/HU0D/uLl1PUUAf1UBYEQA75qxmeChp5HhfVzIQe3B6qGdAOBkXNaMqI/F6GzfYASkItOqAVwFkXgUbbM6NnzKTgQwlX6rU2ws33q0Ys+40hxdutIcGYh6ZOmTX6yZ9/aaGeQ3TIiw94oZ3c292wBgpI6+bMb3VQOALzdWIri5ZHTu8L7VX/zsi+a+pV1+Zob1y4yMUgrovDeh6mLf2ujaOTZGrPGk+h2oWfGTn/yIEcDwor7/4J4Btl/Y0D1tPvjg3ebOnduU0b755l7zj398RMD4Rz/+oaWmftJ8ZJHHawYevPnWWxy7ezznY6b//NGPftS8/e67HM5HexYV9vXXTA118+Ytphl98OBB88c//snqDP+RHpwQnC6bwIQpi1pMbfC2rdDHuMuQUddUy8jEqRzaX+1r6nLUShwCgPPanxRfsKa0ilrAr9rljz2jlu7v1zHVltcAJs2OdhIf5D4TAKwoYf1Vv30VU5ny4zingCO97deyhZbnpK4ghcE9AUYVUT7Wqct0Pl6+Jcv4DXR/6qf2juzTnu7c57ZefgSwr5yJsVzG0Nsdl+NfO7ZfdIfT8jQP41G7n7GbnPV0jNfaaf1XbwgHAOAs5/A5Mv2eWtDdCODO+k8ly7gfA2Zs/+5jV+4p+lb3sOQzGkxjH/pj6onDUaZG/uLcouTbGdrzEQFs/ANpnQ3AhfGPBjeWQ0BdenMygsQP/oKIYONF2xYBfA1vSxd9nYCw3tv2/arxIDrsUHlF9I21Ydfvm7H4EGkDmeLf9AHWt7Na9WbsfGA17O8Zv/rGMnfsGjiMesH7LAfzmKmiq6OKo8oub4bsX8BPLoc4B5+rbArmwfNdxiiib1ojhceHvpOWD2cKkxRkj+Mco13XOdUS3loASCtFJbbKBEE6OwB4GHSsALCP06zhrt/57yIAHNFprM/I+pcO3jKaV4bw0weAh2WYJVnaML3r0bd6mvT5472CJg9fPeFYRgpFxGf0xpPGkZA//Oo5fai9r0K3Gr71FADcleO7LUzy0E6fB68dnYh2n5ft48K8vdvH7LzS4YFdntgGf0UbMzue68MgAEx9q44U9Ui07OM0DACLlrWdjkWPg1/0AWBE9irVbJRQUa1RRfpGysuIAD4xAAy5PfgIecLiADDTziPSlxnllPaZNIqfV1TIlQAwSiYh9XEFgC8zBTTK7FikaU4Bzf1YM5EE7+pFACPqzh2zUPMBEcCo6bsCAJhpkKELI2JY2fpKCuESzaTIWDrXEATWmzzVS1kMraOuHDcEAGstZHkv+K+yHqEvpOekOW1aKzFB66PscdetBA57WZ0AXXuOwuIPigRWDV1miaDjTwSsJHlBilShuyEvMKqO6aYj+lcRrzo3eHiWBbU3sj7Zoiu+n6fpe3vcuGcZka100BEBDgAYYHDYEKMWMIDZI9gMUEvZyxNx77PXHYGHj6LnkN0E8iZ4au1hGX+fDzo4FwBY+1Trs/9UsDjOSFgzx8f54KScY881BcQuKiPN6cq94zP3neTqJ7l2ouGzAoBpsgONtrlnFDAj0BGFeh4BPDgdlPkWBICdBpOWhC2I+48/8DcFHNQ9LvvRQApoRAE/VzQ1nYVKqmf/zChh46so+zYKACt4j/ppyBFOM8Us9BbI68zUqWnIjacLAJt+jBTQN24x+nfbooA3tm+YHdYyMjICOEo0qH68/V8UQtC2bgQwU0AnAJiAr0cAl6jg71QEcObLY8QjHBaOq41MUrtX8uBrAgAXEcPFkAr+alQLq5fRmakBRJRrCmiLAAYgDO828xCBER9ebt0awEgFzRrAHgEMAXw4Arj2KQPAIFYBAMPQBEG9FCRPAHC/BvCheTSiFplqgFKk8kjgdo2R9jrCk58EAL4Eod3TQb+MGsDh0Z5rzYRApsXYFVhd2XJhS0ZRbdAiaiUjm6IvIm3fCQHgSZqRAIABka4F0oTQnqcumJsrDGMC9JzgRmFnhLQspfBySKMlVwwGBNy4VWbsL42ySTMYGG1fEYVBR49CcJACFWmWitHWwTSloQ2FXePQHVPAllR8jUkSwjSmusMI4HcsAvjnza9++aPm9vUNUyisFqEd/xwA8G8BIH7U/NNqAO9a6km3d3uQr9aPr/jQoOy71m+p89MC5NxUT2UR0LYM3BUANsN3UWSqcleIfOFrbvQfBIAxswCAEQVstYAN2H1qCvxTSx1yZADsC3jjWppn1AC+bCk6LxgAfGQRwwCAKWSYsX3VQpEuwssO6W3MqI5I4BeW4gYAMGtuBwBszwbwFymgoc+ievFFohAygsDbGc/21ltvNu+9944JORdsHB80d7/83M581vz0pz8yEPh9pjMBSPto9wHTht68dYMA8Bef3yVou729zZRWiOrdtZTPoMcbWxZRtm41jTHiEOqNVyAl9PXrN5myDFFiv//975vf/e53bOPOnTcs9egWvYA///yL5ut731D4xysU5EHFD4/Ds4Z2aQiOdQcVUkHD19A1UpZ1nrc8ooyWFZDlGb+ObjNYR8XA5e2iVT5WbTsMGzJQ1Hq/YT0oZMLpMFYXrpYBy41YETVMY4I8zRU5LIA49h+F/Rgr9i/tR+yXMFxIS5cy78MXPw3RI931bF7tuRi7e//35cTM/hNMAsBDaN6yj1862B25kZHEdJTZWPJmJ7zWCWjvpsuNMZbTwBX+uFp67eOj+EGLn6qBbtvB27vttg1tQ+OovatXd8TzbtAZ7WhfXlL2Qo4x7a2wxC8KbfP7quxKMixyK7bHJpTjAhYEv/Geh3MWcOGoUQQlFOdTuWe0ywVm3DgEUbLfARBDeV0zOr9mPAhRv3hvGS2/bvwYtd53NjcNKF63moNXLWX01WbT6ghfMlAYjlth9Mb4gXwTLLUPexYJvLtndYOtVMFjiwaGbsA6wlYKYHfXUkXjd/uO9G2sD4/oI1knxAfss2r72cM4nZSDlxMx0EHnaWHgoCTrEcVlltEkf/M149fzZ46Gy77cLzhVfdBnb6WsDTdApyU0nCquzlt/+bPl0sLxIoDVxtDWIgDMR4jVN0BbfL3WI51zyDOWf7WfbPnrT3LFmGwumVD7imDBKQLAET01fO8+3TjJ8+VrxZeHKXFZz8e4WXHImbhWgF1/dVTgeJiLTvWZ9r/M5wZoX+v5W88+A/6GcXHgmSb75OeP6nxz/HXyGdTnRCV6fDC6O9THOT20PGrrHiI73WWT2+p+7t/nhACw61LFIB3kFWsqaFJHtw+eXsBfL/UugQ4AACAASURBVKlSgOMiQ1dDtnRT1/mYSUe8QiBxpH12AzijfHGspnumzcijloYigNFtAlZOY2sKaF/Ftj3oxgWagwEXYyo0CA4ndDbhhHg5MTpDAwT2+r9eB9is0ShIq7dHAF9G7VtGAK83SAENMBS8HWXZqmNoXfBJtKE+K1ATBm7pWiw3Y/reCwMqL9r3y9YnZOgjAIxsfaajCgBGDVn9FoCwaGoAvzUFNNd3CwDOG3BK9m4fa4PA4tqi5TIuSxevnCfTEVIqex7ttbrb+HvYi6jrtRl9fIv54xQG2IyMf7y339eB474sqjXCiNeUVlnrD2MRVsZxrhlrPO/nTDW6JK3dUnscZeoBCOyABjMXKpobawHrFFcA9GWmFmacQv9r9H0bpG/fHc6IkNdQPgprO8YIZxV7iT04wT4HknCPKG00zHJgvRnmc/X840sd5wDwokKCeP60TKjVkWejRAKn3Yc2MKcRr1EigLEuuFcca6DD6nkK6Lr3Y2R9P0gw8BF3qpC2CufKv1dVQLpTdaRKdYDdrhQpoAX4Qi+LCN+UGtpB4JIS2myTL5DZoAcAK2V01AYGdgPiJwC4UFl2tAC/boOSkq130G/95EIM+emUi0bnOAJh/D4IjXlhtucra+bgbPZJ1AFGBPDmzk0BwKYPg6cGfxkCgKlfm4P1KlJAD9QAPgeAtQAzvrQotXmdz3uNAODEQosQ5b/55qNAMAoAG9hrjPwQAPBTy8UPABhvqxvJfPwG+O4bYHFgRh7+td+eWhQbAWB673VTQMsgk70647u8hJQuhJ6aRlSO4HWC6F+8n+w3RykFtGoAHxrhMcKESCnWx4QlIP72BdAYDdCYZQDg8NRkDWAT1i+1agGvSiAyYgFgGMf4F15yFPQRVaHr5PWpvwTGXOiXEI1UuUbs3LMuPCoJdvE3COFQKIJA6q8IWBaS9ZThSROGxHYEsBvBaCgL8Pd0AOCpYIRZYDYphoPnhkBfIA4xuu5r6j5aFdNizpTy3T4Wlri6skZsNiKUKQL/5RFAKTKTSgVpg8MBbvwRwCSwTh5k2rd4RQ1S1pXA75Q46hNR0Yewh9+wbm1PICIJa3Ln2nbzgw/etgjgn1sK6B8LADad+Kmd+/nX90sK6E/++bmlnNzzWj+4KRe1A8C+f7l+6xpm7DL67IuwgAWcdKc79lEAsIGvpE9QZrJgm9TItgVHJuMUkVUsPNYvRCQbxbNzEO1sb9vnh4j0tfMtQNj2r4G2pt8roguAOKKF3SMc297oFiJ9Lxktu2iG9ItGYy/iM0HrFAFsz6H6v6oBzFTYPruRrgzf163u4+bmhn2yWo5WN3139z6V+w8+eK959913mi07hsiw9XVE6aLfPj7OC56ZoQCA8FOL5EIUMeb/3v17zSOL7sKYIXoahu1NAw5uWATwmrWFesJ//NOfmj//+c8GCl9vfviDfzFw4TqjwhAV/A+rP4xzoADQoNIRAGMFZcE21l9dXVhcWVDOwC4GBGRxbH/HGh7f/y2+EPvC1z3WL68sl+tDLENSFl9npcyB7x8cUx0WvdHHrhOU5iAcGfy5/HzyRwrwOicMD1V517G4B/ZoIF6KgHMjavbadmJVeMoklTgdiuVbMQ9ir+E5PrF4T/oywKg64Xtpik4ufN9epMH0lScRKBc2FPdHudDJhZ9r4sRWP7QNh1+JFWn5dc7sjF1ud2hdtAzabmzNN25dk6J885rX+X0e2Q0Yjm2fqccQJam/5WdzB6LunuPW7I4BflSfZDRPx/0jrgFdhpIK+TDGUfc244udh7fooWQA8DlGB4Hf2AE4Cm0Y6Ltj9eqvX9thLfeNrY1m03j0tTtW733TDM9mGEaEEAzFAYatWluWKZEGxAN7P31qBh1LJ4j3E6Pvu5Yd4t79B83XX99TzWDjGfsGEB+YQxG9y1FexngcjITQExCNFJ7qEt9dngAtdON+0Eplr5EewaGIwY4vOB702v/WmQWvlHFCdEDyQ5ddhPd6GfXk3MPRHRfyBtfRNADcXkHdNTcku+XMJ2N1zEj5WstPslx97GkZeHjzju2UqbNP79jYuGuP1/TPZwUAj9PpKSPV8Z9/jrZLVhmltKM35lUu23RPEn+e0pBc5xxpfa7PPJ7J2cRe6rY1pcfM8dDFdbr+g3X7nM+YbFfEosxR8JyxGRt+3sXWT6SBHTo76H8c635vX3M6AHAYoRPJ6QEMmTdXg7Vochv8rXJz6KWM8KX+6YBvAMAOCkdUI+XjUuN3OQCYnLf0xekl5tPlG8xj1ACONSI7jdtqwjYTDvoO/tb6v1H31/SvBAAjuICOwZZF6qrx5xU3Vj8zfigAWM9c1osvKPQQ3WOErke14pAA4KcszYAI4IvGCgAAr9g9V6xPOQIYaZ8ZzeRplwECF6catBu2JsoV0GfddkUZY9I1rhNt2ZbNu7JdXqNVTtSDtoBeVyiCpuW1nNtUG5XnSTTwiFQ+ixzF8DwR3crv/lxBsyRB5HZUTokgV9HPJL+0Hf7HaXWPV/eIclAM/HVwpbfRNZ5BbgjY0/biwD7TNqsdpuJlauZwNg4dGkWpxl8Yi3AsgC1SgLlA8mJBclsRgokg6ymrI9of51NJMhnjKoWGLkYN61nnAPCiI9bXlftX9lfH8QBgRJ8j0Mx0hu8hADwlM5CCRnr1oHUD8lJZ17RJOT0qNlLt52Inwp6kzUiBBTkCmPV+mQK6XRc4gF9iMF4XmH9ZG1hRwIoEts8EhbXX7R9wHFLJtnLm2a3ENMA5054GfiG63geAp+TbBQBgiwDevnaT4C/qAG/u3FoOADbn6SspBTT4Mp2jIv3zeQTwOQC8KIk94XlLpoBu300KUtpMiwLAtrkPkd7EIoADAIYRfxQAtojdEgG8CACcjOKocVIAYOaah9BaAWDU/j3yGsAFAI4I4B7w6wRoAAyg4D6qOIenintteg1gpOrpAcAEfB0ABvAb4K8DxWcCAIchnxSzel9053ceAAZ9BpfIAHA7zSyjCpnSAYRdqR3k4ROpSQNsq8DK9xsAnjIOvroAcKndwiWhuSxe1GV/xrGaUiSDwhJIJIiAtETqF6a8QhpgaaY0Nv/gA6SANgD4lxUARsTSFwYA/xo1gP/w1+bjjw0AtojS57Rke6PYs6G4ueIX6zeEHX7vKHsRLSOjAqKOVMdGALA8tfGSitaikq7lipZmAFiKVqWnhIBfwEEDqZ0vKQoYtY9Rl4jCDZQrPAjoi6XzslTRAICf+3E4sFywNwDfyyZErZhSeckGEd+fR1YDpFYh8GvHoGAS/K0AsDqpOaCh35Q/7NUj0u4nVGa3t1EPctsM/2v8fP36DscAQC/Sc6OeL9J3Ij00HH2QovratWvs99/+/lHz0KKBb92+TWXyU6sBvGKe6u+//761c4NT8/e//91SRv+jefPNN5p/+eG/2DivEgz4yH7/5JNPGVGMepF6hVIcTgoxzn7IzyrCbgv4rWNflTw9u4xhQwbuJQFgv3/8qTFmnQP2VRHN2iNapHU/YNyzgYvgLJwVYp/BSMWo3qiX5MYtPAYfsxoACOQgXZzfiwYwjwqGYQj8M9JIFyAlWnCe0TLAasDKAw0ZUvpPe7JfmMZ24vXaA8C0/kw/Y378OeP11FjNGdzHr12uj8vMeIf8DgCcUlnba1uLtJd+rrsH09rJz04qmIztQ/2lEcqnpT1u2cDmV9ZTe03FzC46w2JZ3j/fa9rWznGyjhv7Pe5PBb/2qXApGGpdCQ0P3JahFNez+dRL6gC6LYYRPAL0GyUD4MCzZgbny/i8vdHs3L5uyvKGGaAtUticibYthTQdhhA9vHqxuQLWYu3AyQvBvND78YZh8cD4zWNzCH24u88IYJQP2LNawY92zRHJePojSxe9Z3+f2DHWM0wgL+RyZLRQmmwSuRadrBHCAQT72PAx3fnTZYMsk1ROozUWbRMA5veWWbmeE80mo+/4nou7tJfMyQDgEZOsy+7s+8BCpFG1ta6+6wCw5OsAfxlZzuhyX0vHTAGdI4BfPQD4eMAzlsVYTVxtnWkAeGw9i6TlRdenwq20oXPndo5PRYPM8dATAcDJaa77RPMAcJ2jZfs4N5a5L98XADgA3wIAu5NQ+b2AWuEkKRsG3s+eHw8AFhsKwaESVgX9pnTILl/D6Z90o2Rma0cA05bEwAABwEj9HADwCwQJIKDA9K4rll0J71VLAY3U0NAPagroCl6yfyEiuJhBxyqkMrbfmd3PwF9GABvoAgDYekBDNuoY8i9SIEf6ygCAPS30MABsLZsHcoCCAZQmrSz1Sp3rU6uqI/WHFzphj4mxnda+cF6v+wb/bUto9fzMKPtMM8RHAcHqcwbZ49lEHau+F1nSlLwkwFS6JKUtOiwbxNxN4KMhyHlbYwBwacnFygpmww4QQD4tEbZnWKcY6Z8JDlV9dQ4A1nx7OQWvL0wnCL99OCqrDrIyVYVu3KWd8f0cAB4bmYHfIbcvcfrip9Y1PX7NOQC8+HiOnzkLAHtASo/WJXqUAWBsPn5fGAAOsFfgbgWABQ7rN0X2IlNAGwCOiN8KADMq2HgrbFhQApmRcQAAloIPvsEchmmAIoANpA7n8EH5npaBFgCA1zabrQIAv2HOzTctw9X24hHABgCjlN2VTgTwOQAc01cxqNPYG69DG3Ny/Fk9w7cGAKP2F1JALwsAKw200oZIkXYpwSOYZCd1Aw8FEQeAIbBHDWADgI+QBho1gLsAsPXphQHAACcJ7ZTokSrQeK601pxQAW5ZR/LhBQFgB4TPEgCu3qUpAjiIYv4LgTUbP2n8c5G4GBmTIhq2X7kJOQgsgPekNYC/6wBwmyknocm1g2nj4NiqmzaanIygdNbGQGNdADjS0MpjLECzLgBcvbJb4C9Yvz0O0wAhNROUBQeAXxgNuIYI4A8dAE4RwDAkBwD8+/8CAPyZ1RhEBDAXcxvmzOsWVmdPB8Z+wJO3M5xjADDpk3s6c17Lf2mQQiChSCPhpayBEFT82osI9aXp2NJ1mSL/1N6R3gjgL4DbOP7csgI8YySworVIu9B3AMD2XrGvAIAhTAUAzB44+HvJcW5Gd7JVF5pIYrEuPcoW0cOMIq51ORAJjOixdTMuXDNAHkAAPMtv37nVvP/euwRov/jiLr29Af6iZjDAhn/+8xOL8HpiqaXfMw/Oo+bX//FrCp4//slPmtu3bxFI//yLL5q7du1bb91p3nnn7ea+pbP+5FOraWzA7/3795u7d7804/9jT78CIFOKcZ4zqtZpDhcHgJ2/sMkhhUb0LsybQ7tubIeqtfF92gaAIbvWdZhpAu6tesDyvqY3P3gdPPT5dqGbde3dwOSpasBDMQ9M5+UACUFk1nKqqaERKVBTRAOZqQbdePqWd3xdQe6JWdfSALZwMnLE5Tnd6tzxxTvQXwMvJQL4dQaAF5nwOXYFUtYioflbyGlxQkfJG6Dfeb6HIkXq8XEjG3vUJSzlwoHr4vSRxdZdWVNDwtv6vQVK5UYHDJ353gCA43xXikUv4QjidXu9xEdXBgx5Ox47QHKe58BYzS4jGfMFgGWrW79+bZPRwOtWH3hnyxyFdnbIK3YADm9caTauoHyBGbA9c42cXLS3ke3iyGjOITz8jbGjpMzjxwfk5/fvPWgemEPQLiKDDQR+bHXuwW/ggAQwmMZUtx+I9YIiu8mV0VyK+ipAfuF3IPnKesDnJc3T9ziZKTvJWtyIGnKEU/aQXcN7vUwTm6gboy/jlQlqM67gbh3ZvMy+86K85bpLtOOOlhaO5PaIiE74NM9h9HdrmX3HAWDIiFzTcOhTLccALpghyaPyYr0r+xL0UqxhRDPpexie4KyIjEyvNgA8R4iHiJdW1DkAnLjGHBD9HQKABdRNc6t8ePJc0ufUFtlK/U5e7cRNVLjtWJB5eXaQDKcfkd22nnl6ADB4CYzZngo66gYX53atD/KCpDME8w6JgTwl22JKBCkyEniKSQLBSP+sFNCMAMZfoz0Af9sAMPTlAICRAnrNIoBRA9h0ResjUznTWbQCwJl/hIiA6EykeEY/AwA+sqwbxpBrBLD1Z7UAwGGrUwQwHaMXAYCZGtoN+EtFAMf+U+8LAFzsVvg981Vn4/ypzRWrzaktZ8Ydhpf7kH6Y+iQRyV/ddmPEfW1G/+ty9z7WzGKh5w5RZPZkcku2DxYHtqHGfMNJ5HAQuMyjSz8mNyiK3DNGlQkY13A1FlrrwVeph+KN+7ANlTCiIzLb91JFM/reOQA8OJHDP9oYnwPAVibNysrgDbuJUuK77TrL6YAZx/YVdNSZdbnErCx16qsBAAfYi/GLCOA+ACy7koPAAINLRLAAYEb+MtLfigUtBAAzHSJpU+Vbpw8AozgeAm1Wr24a6HvDagBbBPCtN88BYHFbt4+OLdvgjVmyGDv3HABeavOf4ORXFgCGJ/++pXlTCmgDZT0FdAiQVMgpJLpADUXAjS8Q3iJtJQRcenZSwFUE8DMDfxkFPAIAm0QsD09EAA8BwFzsGvVQOKgAjxrzjwcAo+YlgK6S/plRwCdLAU3BigZDvSl4JWUDBgvJeaGOSEArRqQiwbY9ZUqAXAsAhrFMqWYVVSAD02lFAC9i1O8qhL29QmXQCZjI2CCYMHWvUESPuw/7zNuJZUf57bcPITmnvWifsYy393J9j7Ux0CNfHwUALs4YEuBbtUt9rMPIG9GLVOuTIBXKTADAyHsMbylGuiYAGDWAEQF8y2sAY+UBAP7N//1z87vf/6X5+8cWLfrwsbXtuzVrSLFuE/iryF8xrK7CNwQAC/yVAT1qAHOGqMxkowaJltYaPpT9175R0BRcC++2ZxbhCxBYnm5K2XyJQiq+GUCM4yagmDru6TqdKRMAthpNdir85AAAAxyWc4sMvoj+VQRwVoVzn7V3uVl4kizqQX/RQ8wPnHOuWn0p/A5Ad31jjdHBqNkI4/yGRX29ceeOAcO3LdXzFo3vMCxsGxDwxDIx/OlPf+Z4fPjh+3bdDtfLfTPuP3q0a9dctzTTaxbN/Wc772+kXxAmv/jiS7a9snLVxt1qX7lJPq9OmonS44wDwDopOyBIuAmFuiPoOBiQAeCuw8pJAWA9h+4btFmG6dpXjFPU8aLCbEI1ABCUVDgEv4OQXQDgoP1u0La2WNvLo5sC1Ih1yfv4BqDxzBVxCvKIBPD6wbivEBv1ONs6BBTFml+O2pzG2YvwisXuE4JsPft1BoAJrk0ab9sG2Okx6isB2WA7ee0cr2tv33ZT3BRtxaIFXJa9v4jykZse53NlhY9a2YavHTs9epZ7OGZnKD10oYwpE8NgVjZe4jghq/KvwOEiz4GXhKyXZMIaASxaERvam5DZnVta+5pGPDfeRahL7BQAhxcssuPy1VXWDr5sNZCuWu1gRP6ipMCOZY24eeNac8NSRm8ZMAyesW6A8BUDhAM/AwlCO4wMts7AEezw0EDgJ5Y5yOoGHxjge7B/yKjghw93m4cGBu9ZzWBEBaOWMPQJ8CBEkeB1yfgo6xyTKAUggGUU9Mv5fgDAOMcBYO4ZcW69fW2SSzs/CCN/m+246xa3ydRaDHobK6AtP+hXzSNeWlNxbshOtf0617Fy+iuLv7h8XswonS7C5av1ogzgLwzbCYxfczutfePT+zZG+4JuCej16CQHMYoOBTAk9FBGB7/+APASSSbKJHB1ZvozMD19rplPEuAz9prlTwMlKBZt6zwCeHwvdSOA8zxk0Hdofupv/ZmfBYyDr2SylruZaE0k4BjS818qAOx2DdqNPHUlnTJpf4roJRJZvZOc7EI9n1DavOuMVK4cIEPkre2RSw4Ay+AtpxRG/zLy10qB0elE0b8wVkNXxmcCwMZzUQP4KgBg1gBeAgB2EPoyaj3Yi4CcRf8CAEYNYOiOTAFNAFj1fpEKOiKAzwwAzgLVUsQrMU+JMBz5+LdwyJH22yJz5os1WldL1uWITt/a3Dl/C/mjqFFp5UNWKdw/2ej6e5irbFaArNeFDDNODfwIGbV0T0UA6yYyn6g2aNheW9t3QNzx5V2cHRAFLCcB8FWXeQAos76rslIxkKC1n4Z7fA4Az85kPcHm5hwAPgeACw+VUU/y/KIRwO5EROCXdYDHAOAAfx0YPg0A2LNisJxaoXlnAACDn1qAzerVjWZjpwLAiAa+eh4B3LPBtClQyIFTem9ccQ4AL0G9T3TqqwkAP943g82+AcBWA9gM2E9zCmhPQ0Phg8IxaFX16Aw5SylUPH0lAOAQzAEAG6B8IgC4K8zRIPQdAIAjvVkCeWVocqraIrADAHBIgg6ilVTQYwAwPWNh0VONZiGxFXQPEGZIrl/U2PT6AcAdhZk64JgkH4bBoeOuKMwY949PPcZNdlnBlxKeIhMRceO/xb2zoq6oxzYAzGVltwsAGArtOAD8EwOA11kDmADwVwKAfwsA+B8AgB85gGoCAqOAfdllADjWb6QdGZiDcQA4UkCHp+4QAIznUQpfETAJK3y58BXKEwBbUTikeAbobQ/m516yfsLgjOd4ATDUjh0BKCYAjN9cGUWEL1qAoE/AxwFgdjEDwDYebsyOaP/CkmUh5luKm0dDge75MXj1YQ8rkhTPZzMAI4Udj/qMW1tKCb1jUcDX7Y3Pa2vrVhLgwNJ7Pmzu3bvHtKDvf/C+/b5mkVz7TPe8v7/X3L61Y8aLlea3v/1D89e//N1SjG7wPp988okZ/R8ZuLBmhv1VUuL+q72vCGCEZdzTQGs1uPnb12FY+CVYeht89rJ6YwGVX7rK9JkBwGmtKMJeaZ4rAHxg42a81MYQmTY4H2GsLbXERF8EIkXNQ9T0DKO3GZ1Q6wlKeUEcFDEXaaEDCA4FnZFyBVTR53Kt3SfGrtLmrtGkzt6c8XdR+rUov5hvr2/QfF0BYM4RSU7LPaU3BIvPAYhHEvBpFFpE4A/SVyxxg9t30p7V2XR9AHjxfrRvXo1uw2tjnA9Ki3YDGajHjEFu6Pi0TTOMiw7AsH2fy2AnbtSsEb/OWdA1fnR3DzhT8VoSd5igSQ8YZZRkCH7mtc4oYv3Y75eQvg8GaLbl1BL0iM9ubVraQBio4fAD+zX4wqrVP9q0dNCo737j5k0r52B1g3c2LUsE6s0DBLb6SKumdK+Kr5oFnBfSNmGRwHAQ5zpGvTz7jJrAu8YLAALvWoYI/t3d42/4u09aeCQjOwA7OrSE0dJnmAPjDothrGdkixzYwnhPwBfDwaHQ+eXJQ57wZZdWgfuUcnMU2La1tlwmCIM059RllTgv5kSsKy+sPgBcONXE+gt5RsD00F6JtI6pp+cAsGcdAf+cB4DJY7n2I7ptCjg9G5PsJC2vW3qeDXbOCNBq6MKxFZW4/LcIAI9tiqCj/ePxy9RYzvHMnLa6O2aT7TrN7tIBp+qzvHuuX7mBMQB4DsCNe9R7teGYuevJgoIytklb6V7IFQSAXY7Jfe/Kn8zwAMrm57Z1TjilA1iSPQK8pNQFzumf3aZUagDb+YpIhH3J5W98Rw3DqBHMNqO8VVB03xHR7yR/tQBg936icxWjYhEZqQhg0nw6oICfAvi1N75D8SUAjDJBFQTG70gBvbomAHi1AMBI3esRwMj+oMEvqpH0BZV2AN8mDwZPByhnfPSZOZkCAIZeednut2L3PS0AWPa9zIvalKQ6K2ORdGTPWQrWluu6+0JSXVf2yzJP4ao9ftmWeWufMY4hDlcNsquXTnTc9VSdEbxjmH6x1Rl5s7XXl6D9lOUgvxU+xp0l3TP0viwmTIjeogXSQXItYKUaN6mKch0cmiP1szIzDsso9abnAPDsBqgn2HCejbQxP09Dd64Ole0FzETAkPvxxrqwtcY36k97trKn7iwAhwGktleG0aPmwP7iM99Gs4ApwCGUZSdhI7F3jgBmFofIcpd02JD5B0eXJOi4euYS8zVw6hRfz1kGSTk6NuGiS0TfQ8ejkiVCIn4J+hX2204N4AIAI3I3A8CeDrqkgF4SAI4awORNeT2JQvPttiy65ZYl4zbV0I+KniS6Of6SHay88OxsF/cJANgyWe1cLxHAW9eWrwE8lQIaJRTgMMU3PjPjLWxyoJFKKqTP/htpp2yyyvjY1ivn/KKgj4y+Wjxnao3O8d9iEVhgocccLMHAFmj1VT5lzgZ3Vn0/EwCYiRMQGcTUHVZjhMXZ420EmYR5JAW0EWSCv8cEgCUHVgM06xe+ogAwBHe+PdI3PkcK6JcdARyGiWpQcjE4g1NFsGwTyjCCyXMeoG6kyvP8/SBKfNcIYClGAoAZKUwGdA4Ad4XbcWOBG2yHzYhFSTgb4hEMuN86ybavmQwARy2XLETE1aGQjwHAOA/KxRH29oIAMOgQU0D/ZggAllFV9l38g4VNyVLrN95gqK6gVIOs4xxF2VEN4JL+eSoFtAsiVUykdl2EkpZwQl0cBA39DIXeFHw3j1xEbQzuqQCALxkAbEAxBOXYp/5crJBBJQ/PY8IbNizqLXlCaUUA+5iUPT6wcjge6j33LwB9F8wC6IPAopo+lYErxZhFIsND3AwRoG2I9nrnnXebKxYJ9vkXn1st3wdGCy82b739ZvOvP/8Z62R8/c19S/f8qQHD31ja6FtMHf3g/i7TQKMdCPB/tKjhr7782gAI82oHQF7UmSwIdQSQLKj7c4fxA4+DvtIYA7CBc1YN68gMEfNXIr2S0fxlAMDaYnV8YbzKadafgceakgM+Cicq1GzG8aDxpXYp1g8V+mSUxghSMY/6hzJaU0HHO1J0+XVlDzu/h2Eo0k5HGmn2F20ggsCuUz1wOYe0jXVBOgLUqgJ7V1EZAhfHhPtlgMhpetlXal9HAFhkQat4Tvhc3GjcUQKCti7IgAJcHDydtGviNQkAQ6ZYsBPd0zhEU+aRcT4okqBrOd4zfYjjcwqbJq2uQ0oBYUhDI/rfX/pS+I13t1DGFtiIg+E5HfQgUupHc9F4nZCgWTlUMAAAIABJREFUH6D3jEAKVR10FEZBuRk0Fy2982UDfFeMbpMHeUYC0JMrZpCGYRo0f319vdnathrBBgTvWA35nev2ts8bW1ZTeN0iiFGHHl0Fm2bL/rIvR5Yi+uDADD4GBMPQ88QihPf3jxgZvGtg8AOrNw8wGPWEETWsyGDUqAqTYZokDhoXMeUBAc0OAoOf+uyKPXhUcIkY9s5xS1Ruj/ZylPHwkgiah4mr6yuvNIx5BfVzKwMRwAus/XkAGHPZMaueA8DHAIA9uon79eUDwJMk1OXK41BKUo6RKN4+x+ze4fQigHstTxj7poFWCv2DQyERfnxTzQKcuP6UUkDnDg71a66fk+thkKfqirl28/E2iDd9rXiXjy2nQJ+LjpY6rHXlUBpoc+dhilxZZM32uVGOSLIo3l4uADyLpQFE85V61s/hX9d7XOZW5h0PMgAQzAjgAIEFLFcOLD5Bx6PoLx9RT+0cWIAYgV6tFWW7SymgmZlADlUXLOsRAGAAwoj0Rc3fiAB+Toux0kRfNN57hQDwugBg+03pdb3UCwGPNL9aULq/A8DIcIVneY5SDBb9GwDwBQNhLtm5K9avVRquPQIYoLFdi9TRigKutWMj+1xN92w3hE4Kw7Y7RY8BwOK56GvIZh3Zc46IdeS6HihCh6uRPe42Ad2iT93GAODokpwQ4rrOqh2jKz1D/LcJAPu6KOCtj4Q/V+uJZuT2DAALBK7ZNjIAXKJ/3ZGD4z4hKJ8DwHMboE1IXzUAeIjHEAKETkHzcgWAURomAGACvwCBgT+YHeKQoG8FgFG3/NABYAC+kP/hID8GAJfaMU5vchmu3gj3ZP0l5uCEp756ALBSOyMopF0DeDkAGCUVMOFRA7hu+aQNBQAMnajQbHeSch5GPkraejoA8PrONQOA32iuWQro0wSACf62AOBaRoGgL2gk/KDPAeAT7phX6/I5G9xZ9dYA4I/IryV39AWeLI90j6rT6dfiLQFMDxFCIsx4CwA2gozUlDBO2/dDi8QVgX7q3jhI5Wapnx0AfoJI4CUjgBcDgJEC2uqDIQX0kz17oxbwfvMcbzOU28HpFNBdwcMNPGORXjSIuaEt6raonlQCf5ne2VM+X15l1NVpAcDyTk8Gh0hb5gZ+KRZOGIV2+VIIgqm1UZQxTnmKWizCeBifpDyxnpgrOwSaYCSjYhVesR75SwBYxwsAnITkITlvUYN+Pm/wGoIQIcgHDthVJauxfGwjFkV04Z1aVK2BXZfun5TgXtNl/40ZKsaNFGPGjcnuhyHTGen4uXHf6oghcCoAnwB90rhTJ4bi7Wo971XHCGfiEDz+4N2sGsCqL6gawO82NQW0IoAnAWAH/ZQpIIy88RdrkW4sVDLCwB7PG6JHMTDYASis3LNR68i9qnwHVdoaAkkZPIFvYbXve+f5pVQA3aPbqS7q/0LxFn1BRWBP/8xdVyMtscClMPuvADOBBhMAlkEa4C+VgFA07YL+LtB8MfrXwbtIySRgWcYCgoRU5GTslK5baz+rTtBzSwN6tXnzzTdI5z79/LPmoaV5vrp+tXnn/feaf/3Fz2ikuPvlN83H//xn88033zQ3b95q3nn3XV4nReCFRQ3vNh//42OLEn5oz2LRzzZlz8y5SGA01pStNYaJiR5R8Q5wX1SN/5W0x+yqDP38jXQTw+LPTDgjA0pu0E+jle1mdf77u0Xjm+YpTvGB70U2cC12uLRvNRig4OwUIAUE7woAI/WpAOCI5I3t1QIBwyAdSrvzASnpovesGVzqeaV0XWGoKym7IPgDCJZRjQI4/mEEsEcpu2EtjGux98Vr2gJ7FpBiXUbfw/GAozliQFmUX9RZGl79Ol6P9eYjTzMVwskz+otiZNdpqXT7NNbHKWAhmSITABwdGeIYSwHAnfHJvHXgYVs/9e/Tfr4JbqZNkU5oyaX8fWo+53p2EgC4dsr9jUZvthQATEFXTYmlBCXTb6UEA568M3CSRdOMF34OpdljkOJvR87zm1Wq5fuUXtMMh/U3zgCpxX/oKp0/TJk18FcAMNI4hyHdznHjH8DgFTNUrxkf2EB66OvbzTW+t5rtaxsGDF+1zBBXmhWklHZ+i5qDjD6OyOAI0qU8YdknrEzhvgHBj62kzO6uRQdbZDBKBuxZreDd3cf8+/RQUVCINIF+AroFHSaAAPGMGFt/TJcb+NjOR8ljCr/hANDYr2vTd5+5wf1WjsVR/W0v8QoAZ5In/sablnU253jAtr1/AqdHOH+Ryb3pAT1oeTrb27pzm/FUj0/yC8iIDrREdBKdn0ra51o2ISKAGYVXIvMQjYd9wQ0qWcKvD342TlvPxiQ7NXhTssrcoAcNGj5vQMZpnSjD1ti1o4e4cKcNeu1ru/eQnDH0qvaQ4RNEQieOzehIrwYAnJ+88ywk4x3+W8jRBDimKSnGVt1Bsni8JuWJ7rh6W4sAwN15ZMaGbjYap8HiS5LzQx+RXUL0T3RfegqPe0QYo4QTCByZdyIKmJG/JQLYjOC8fgAAxqhkfRrP6SzdOGWxx4ROFbI37EcBBiMiSQCw0j8buqoIYPssANidhgkUG49cUQroK5ZhCboVaBm6EABw6BtautJLSbPo/InmxXNxOADgowPTK8BgjVdeNHp52a5DFDCcgFfg8FWcRpUeWg6k7ljqwHaOJI21k2sA13lta0zcfy2haULG8/UXZ2hpV/5a16fz2gmm2d7abV6r5Z6dETrHsbYKj9beKLzaO1FFs8T/e/0JujdGN/ty3xQNX8jp0BsoQ07aq/3uj81n6c7CeA+rnsdzXAZUPWA9H/dg6In4m2WT5ATZfbZpab8tV02Ny9CxSRmniuXDzbbWxvSd5+S2rE90nc6XeaaTXDvzBHVtj57Yl3NiLWY+EbtEdh+9IwJYADDShJvcHuAvI4BNlnd84dCcVQAEo5ykIoBRHgsAMBxBFXSG71EDGDRcMn+5s8vfbV7We6wi6y8zAyc8V5tnvBFu0jrOLf5LvdH3b7SQ9zMHXDYbkS3ZcBXpL6coBvsxAlhvjF2kgI7PzxgVDFB4BgCOTK1IDe2OVAgOgz2WbKlsbH5Tj0mHwOsCAMbvXQC40st5mTDTB91HUcBoEymgrUzRKAAcmbPA5+DIRMrIroKmXTaeiMAVRgDbGxmwoO+Cr8J+DACYfDKDwGjHo33hZMXIX/uNTlkBCo9GAMM+mZdGf53MRwAvuD5nmcgArxxsep63Ldij1+I0iVsT+/cMn+LC//v//d2Xx7gyVO9fV1J0OitBDifwdAnN7oljwvMhiDGM0iDIAQQbURYAbMSY3voR/auaXZECGjUMIURTAE0poLEZNG4VaOJeI3HSuxsBTMJk6UaPrE0BwI8JABP8PXxCAPgF3gM1gGsKgr54UYhoGFUzUQ0CHCn1mAavDQBfcgD4Amr+GgAsgnCyGsAUrKEUgFi4AZ+G+GTMJ0hDALgSzC6DKMZ7vw5PT7goLVqyCGeWUqJqFGWMG8DfIQAYY00Cz+trRGE3Hd2Q4LWMwelMAeARo9nw3s2EcGjjp/XF+RomDjIiOXg4cCNXZYa7oA28OGnJgo1d1k0RnIEkMea6BwXs5ki/KQBYx/QKfy5nwFBWsa/d0/kZ815cpIH4Bx+80/zP/64awDcsfST0YLQyGgEM6ZlLtIKZxfhp91BkLImJC36J0mFO0LugM/YZtZlY/9cM0aoB3BW4YjY4oWnck/Gr0Ak9O146Nc5nHC+/SxjymoIuoACyfIFI4Sqqlvu0aReey8ZZiC/PZv1ftqn7ZVpeO6vrqOCWZw9Q2XsVMhn6WGhOHbtCN6wpjNOaCUGgQftGf/chnNv1OzeuN2+/954ZLFaa+1bL8RtLC71nxvu1tU1LGX2nuXn7thkwrprxfpeGfD2BPbfN5b7xDUR6IQIW9aoAfB4afacnIYw3ACRhoLGx42i6t7lRY40y1iqMPR4BzFRUnIQQfG3cGAHs8+OjlQ3uoVANKjItOsERT2vB1ee0/bucpp5d2DbXiARxGJwiBTR4bUQA9wHgMEBnG1T0payDcrN2H2NNioRoPcdnRviZkBv8ROCx3lQU3CGMab1S7eAahSHASONZ7xs0UDMx/joWAOxrv26WRQXV7ux1+kXy0Z/j0d5PGDT610z1MQDgPn3vORV0Gi5zuuAYL8Z/fcYGx3niRhMz3VXiJllZUnKH7tY3WbXPcteYwY6KD/bHeeyp8tqlEXrkxFmjTJa9yI/SXgE1pDLsRsDO4HQB4PIMjB7GO2SKuo6iCZr+0+MyHSAviWs1HpGmEufrHOcHnkFAF2mfc6dHRBP/Kp00ooguW/rnFasFfPXqitUFvmoA8Eazvb1lfy0i2FJH471lteQ3N8HzwXulaIsm6m0ZnmkYemo1g2GogA4C2gOj0MNd4xcPHtPp9LE5nAIgxhugMHgJDEWIJKAoYI3KsK0oZIIHxk8YCYx/IPPyN+MvMCDJYlL1EcoaeOa6ZjSU6KwvBB8TjnPaLzG/eaWVptzAwBZ4yw5t6AE5iYuEvuI0V0B2XZTd/T2+Yn01J9lNrUxR67iP848l9tEU1Ti1YwSA2+s2ZDtlzBgBgKnbGVDiNYLlGKFFghTQEfk2rvQvR1OWed5MJ7rXLU7Fhu84fr3ThjFax8NjV3uPRxt3WhPbp9VOrL26ufp8Y6LXE0xF5GvkWvKbiTmcfN6psQgZO9H6zAcGxrc7rvV7yI9pbPL1vEWm9RRmnFppX4zxvSIfjg5PXD+2INLY9ghelZFJm3gztz2IkTjZ6eifdOj130gkRSfDgTVKhhU9NQDgcFxmLV/V8w0AODLu5DTQtBs5CCx5XAZyuSOLHoY7xBAALEdULxsUfNPBMNEN2Gu8LEMXADb+B6DXGJTRGgHC0BfhKE0AGCmgYXi2KOBVqwfMEgh2ryx7s4sO+opWybGKjp/udEVZHvI7smwYaIK/0Kss7E6poBnxC8DX7mlt4Dv0YTqAOQAcEUzQEyoAjOd2WSCePY3X0GopvIosNPO9WDj+l8u1cq/26k2LzFG3KTrJnZHX5YDcXrle6hN0Zi6BruRXzxb7j73JldDZZ+m5Zgj2IpxXu7z7QOhDZ+NN7OXu5QKL8jNM0HanoyInouWxHjQU4aThzni9RbDoU7YvXMpcN7TwjvOby1jH6/HwDVti40SfprCZmWV0nCf1azpy6GBLyU7WGZhhAFhOnc8NlOwDwMAbADAiChiyPgBgyPsWeAbQt5UCOoLODPjdf1wBYMMFjhAABifOQreD72Gv1BjT/uOIr5zFa3IkZyaQtCwBwKF76ffKa6tNq3Ao2Uj95sXmR9uf7LTh4CTwV+CugN6oAWzfDfx9jtKbOGY8EbY56E0EeFmSE8fxOfFO16HAQ08GAFddVPSlOzvd37qySQWVUYYP5RVWrAbw+pZFAN9EBPBbFgGMGsCbdLAKPCUCYcDPyPPpH23OUWYbW1ldIQCM94pdI31SzlVK/yw7MuyXwUMJJtNWWVM/k4fa73IOA/mUjFZSQOM7bdn5BUbZ+SXZqk9z7fZl+mU2x9lRpaln/DaA2G/nSTUKBgD/g7My/+BtEiR+HYqO6F6OTxKRhpFXxFhRv3h7Cmj8daIMEBifAQBH6ucn+zV9JQBgCNVSvrUxcg3gItjT4oM9MAMAG9DLGsCM/H3cPI8IYADNBIARAWxGHIAdRbgLSGSaqRUgzNe69pr9Q4MBdqnAX3mC1whgRvuijosDwJfosQkw2N4pVTR+j7Q/PN8IUvyVQQJESpF3AQCz5loxwlHCdg9T92YvfXOG0KGSxcgfIDGXjj8PP8eYhCImBpGjeslSugBwigQWkdcYixEFIFy363cDAF5EKGqTqDFvce4+KHfHMpw545swcpRecD/FPGs9C9cI0hXH4ydE/+g5M/irCGBfGziapPCoHUNlOf1e74A2JfRxfRujRHorRAMrAtgA4H+fAoD/ajWAP6k1gPEAkPFcwWCKEacbJZ2jiEkx5bR0Pnv2LBARAIbTBpVepbqqr3plGE6yAaVEP9CqFI4VLnS2uEOAu+gWDmCPOH1x0TQA4mFRNdaeG0MQBezTKGNzGH+zJ12e92rklXHdx2eQg7mgkeiODBtBB11w4Rq20bfTjeo2B0Y3Nq028BvvvMO5vXfPUnbu7VGIv2iOMRubO82tO3foPffV1/cssuvA6kfeMHB4gzVpnzDKa5cCPKLEWOvFnHwu2QNexj0so4QAYaWV4ZOSWdmzAZCE4G/vqOcYmRHk4GJKqEcAFy/ojoGiZbR3HtBSZHqaJzdS2mqLCknOcX18BQDLQCWPTDlWdVNA0/Eo84I2qdE3roX+K9Y7T3Fem8/Cc0KYhYCrPVDfnGO7BkCMgF8p9gFI5nR8JZU15Ac/p3sfrVv1Mv6ireMCwHW3ak2fyotNted3vN1l7zuV5MyBi84scsUsYPmQXDf+ml7PExe21tXc807zyXHD9vD9x9OTuswy0e3J1KYThvCpNSRKOg6nYQ9Oxh137pvHA3MHqaBECJCvlK2tz4nvZwBY4LDWrOQL/8wmMqyhBpGBg0aEoEOuEwjQDeXbZRQ/jy2hXTdss1VGSsqhS7fUYkHmBXwHsLtq9YDXLHpp0yKDt7ZMCTfwF2/WDd7aNoV6lTWDUSd+1WiQ+DFkbZdQO9sausn+/tPm8V7NPMR6wfZ+4DWD9+wz0kgDBGYkl+0feV0LAAYto7zgyrasU3IgkvzLTeeOZgAPqp6UpII6ORxO8eEYBtE4nRKkqTwKf++spBZt7u+zof2rdjtuX8HjFyCG6oHkivowi9NR1TieojoLdOK0T4kIYKxpd1xYBABGalXW5mTq1RQZz4g67QvqZqP9XZRnLPfAsauXu+rkZ8+BhXO2h6njqteWdlJPn2nzkT7fGKeyomnjzz/erzalbLVQaOBYu1P3bBsnRcan90yLL3TP7QBXkzw1nVtsCVMreKRfce3UqpK9YfyMkD2zvNdzVEk2IMmYoXdW25DApTBiJwdlB38LQMzvXu/X9VdG/LqsXQFgrwXMCGDxiwIwQ9n0lUpbCPvkL39WckmQa+elJQW0fY+sA2FgJp+krQd/Afga8Gv6joUYGfZrhmj7Sy9o8CnSIeOHyL5hkb+rVnIHjpqs5wuK7bS/dAfAbwQpMLOGl3/xCGBENbE2K8AV8EaLAn5mf59bFg3wPrQKQzUM2aV+ISOWAgCOeoaKdG4DwG7T8L03Cbh05EnICu1Xm47yeFpXgzt/QXm97pXF5di8RntOWmUpaG1osYRtJ2+GpKmcIrvs0ZHWOOSMV/192dbDQp6OuXAZcGQ7h65R7p/WQ9hjwql5Ed1lUW51mm0tek/ttcVlomXanTt31qF0roFjHZ/W4dTkMgCw7Iw1AlgBITUCOJedhA0kAOCKNdQawBkABgisUlnAGmA7oR3II4CVfti3pFHtKb3srOaXPTj2fu/sQeevQ/YT3sZ5N5+FIn22dWINB69UBDCD7BIAzKhfgrwO+CLozusCK8uSjgn0tXN6ALDAY2XSWBwAhrBWNZgIaEs66IhcMW1LEA+hFdgUyRcXzL511fROA4C3LQX09dtvmb3SAWCzTyrrofCWHAFMddfk/rCPEQAGLwZPBgBM0NcBYIK/UQM4gh4F9oKv1nrAUwBw5Us9ttjhcZMRwMfa975XZmTTEzR9ZpfO2b7O7MbfUsNnBADDq1DpXLHhSYgR/RtF2T0CGCmgVaR9cQBYtURqChmtsSrUZwBYgkO7BjAjgF8iAMx5JeGR8l8AYBfKo/5vAMAAc6MGMMHfFAXMc1HLhWl/VPflOACwFAwBMUX4dqKFvg4SRL+masRnBwBLAM7GJO2O7y0APMa4aEh99QDgUCgDMBLIKgU8g6ZB8/JvTPGzLACcI4B/oQhgc7QiqHj3qwfNf7AGcAaAaVkmABz9orDnijkNty70VcOrA8GJqcmogP56BPAoAJx0OtKr6pARxvAw5mQDPA2yRehTn4v6QINpHqswhNXorX4KoRDI3WDs+nGIOLwfb+AAf2/P6Vk1X2X2WoJphQii4w5G8UGSI4pQg4i7NTDf5sto0DOjbddv32ne/cGHFOw/v/ulRf9aZgbcDyD76hWrBblDAwcAYKT5uXX7jWbTAAAI7QF8wuN8FQAweIwJ9huWNnTdQIG9R5b+c/ehHHyMNxwhwovZIA4IFuO7oZQ0YnAkYdzHenA+Q17TrQEckRFhX2jbGVr0tE/DOkaKhRVEzSVpOUCY4HVudOoCwBgHgMOt+r1jAlqn/1k2if6PKTroT/CUkjbT6zqB/0XmgIgO59O7MRx7P9LRsYawyQWMGIYy4ECw2q9GItzDuQPXZPSry8MmFTO77hwArrM8JwQPAUgLya8dg9000D5tPJhW2vq90TP1NehCwyceYPxakOT2/l1oHCSxnjkATJkJpEEkvf7N+56yRX0GKbpOp8t4BSiRqbtzjQ4ArFDYSvOLrMl2eaS0H7KmDP4OAFMOjS6B1uKze1Ajmsg9o5FKC17SSCe9sbFhoPBWs2G1gzcNGN7e2bYo4W1zFlpnumhjGfKU9sjgWAfgKSpVg8w0yAzx3HSRI3MqOrLMEgdWk36vuWc16HctywQyEiGF9L5FBiNVnOo+iv/ToYVZJTwXBYYm9O8iVjgAEfQ92QGDtVSOGQCw+G1/1WYRSQ0JTvBG/R4B6rb2GfdBfWW6GPJEWQ2Jns6t63MAWIAMgV930g1jUImocycH1fTs61mJAmvDnsFr2rdpGvA8fncq/ei2UeTrGWPRJNiao1s6N+imMc6H1eb4OIt2jT/1JLjaNbKVB1V7488TNHLovr53va2hrg21O3YvRYy07zPOV6tBMfo/xE+jtSn+PPXsZWxSv3B+S+5MtDP3fhgEjnSVywDArtdlcNgjgCtg3AGAkV3IMwex/i/TV6r+r1JmihE41ywEPHizfgcAnKJ/FT7EtRLRv5Kt5SilYoBy+CcADLqD7Dsrlt7ZmB4CCBBQgN9pVzJeeRlpoC36l45RiQbFZwUNqJzRRbRVMhbUCN5IaMB0ngcWXWdOuE+NPx4BBDZZHQ61kAIA/uIdEcTQyRQB/AoDwBpxCU4Tr7qG2/uif0nly30dZGghK4LLqYTTp9yXlw0Ae/8XpIPqd5bdFwOAfaFrf7gtstiFuI9GNv3kLI0fPCugbq4739Z9v18AsNcBbqWAnooAbgPABCTdwQdGhXMA+BQAYEb/WrQvU0BXgFcAcIDBcKBSVDABYNro5FS0SApoCmtGt5kXMQJpCm4hnXZI3DsOALxmNkjUAL5+++1TA4BZ0ojvYQA41/0tGTRGI4ArXzoHgOeocj0+Z/tavKXX48yzBYAt9xoBYEQAdwBgRgLnGsC9CGBEA6NAu6Vhs2hdpoA2QRf50SlUUjANBc0BYKIEMtrLexOF4pW6h6l5Ijf9DABsFMmut/NzOmL3LanCzbBAUgzQ+XCLCHndFkYm9COAhwDgSA99pgAwgQR5zZwDwP25nRPc5o5XcjBt2B4kG2E4dd0kzpFJO/mjdawVMyqM230XMDQVwK+OS04j2fYglvWzC+rye0oDnZ8zn8vRcRC4mmfkgaUawHYC9g4igGEYQAQwAGCrAfy/LAL4V7/8UXNzx1NAWwN3vwYA/Jfmt7/7a/MRI4AtOhRSANDhkgI60pWjcUUCqwawA7AY/zCqJiChCwAj+ldRR3KsGH7F/kr7rBhllS4zpBR+KtPjH8Ji4I3X2dNaCKNWJP5or+T4BsN6Vey0jvQ92uOZmLPuQ6S10D7mxgoHdnVZ+s1BgQICl3Y9Ug2yG+pWGUi7ZRG9t954o3lqEw6QF0Z5pDBDDY7LZtzYvn6TQPCXX31jNeKPmBJ6w1KwIKUn6sDgWSBEIZ3KM+MxAEM3LXIMIPD+3iMz5j/iOeAHj+07QF9FB+83jx48MEPGE9ZWvghDBteC+xUiI0TANmU6JGgNRf6WfZr25ZkBwOBWnlIZHpltAHifQDgMUlHDMBt/euu0bxcclWbCCMiVwv+19zk8MFw5P4kUrxDMVf6gRhXEZ1xS0+opug7eoiFDZBBYzdc9JOeScQB4cC3HU9l15wBwneKWYXtg5pcBgAuNSGtKW6fDB3tsaJpPHgcAHlvEc7x7CnwQYDq6PUYPiNNoz4y9Kifon1GhWJHZ2Iex7+JajmLQKh0sZd7VKi7W2WItfmXs26Dh3kal6OFhrWvKXvSoXjXrCS3LX90vDNhSyF2GDwdJN/4VNlhCYXGq+LE/hrputIQ1la6sWeTvWrO+BhB4095IE22gsIHAG5sWGbxuUcEwfht/Qc1gZcVhEDIxa9B/96MxpyLLRGF85fHjg2bPIoH3LDX0/v5h88gyUTA9tAHB0kvk1MrMRfYG/2FEMJ/X6BtqLMBRy+dYWXHES/RX+6Bk3/D1wBkox32O0kYq6zXa9fZiTwXvZju8SeylmL26nrprP8qulCVNojq/vr/XAHCJ7AUIbGsrQOCIBqDzgTsARwTwKLI4tevn52HujHEAeAqQnmt1+ri2+TiRXAgQHLxFlaVHaWhZ/+0z5sHf5frcfgafw9g3reefAZVb8nOnz9zP08ymdTzxhd74sE8dCT613W1H14eOML9WpsDxyWforJWurBEOt2PzHXIoext2oBSxFLqpSGZKAU39VNHAvAeUTT+u88KOFNcourdk3vHUz6opLOdS1QX2tNHUJ53eF3rtpDV4GsBf15OYFcrHIgBgOewr6rcAwJ7xjeAv+BrTPJsDtPHClatr1JMYKODHI0NVrrld2mdKSc/aA/AX7Tm9kmE0Sx02PqaMI/XzEVJBGwh8BMco44EAwqE3MVqJffa0ldDfXjoAnHhdh7ROg2IT+yzZADiDk1412jNzMmb0MvRwfbc+9IDolwkAe6+mvYY6NKkrt0/TaMkodayrTOigU8oSdTIu1L560fk4zXsGTTroci2MAAAgAElEQVTtNhdp7/sDAANzyCmgkQltuQhgRaTKcUc2se9DBHB1stJ+DCcofDwlANjTQz9jhHWOAO4DwIwSJvj7agPANxwAvrKeUkAfMwK4AMDGg1kHmBk3BAZXp6nzCOBF6N1xzzkHgEdHrs3Yg3FXA3DAB5KyVAN4HgCOCOCoAYyUlU9ocFENYBhXDg0AhmBND0KGxpsXYRJMRaw8dax3U8K/GZEBAIcgztosSFVjwupECmgrEqw0bjDRldRHkVygb5jMwsQyAHBN+eyRvp7quRsBfA4Au+qUvACPI8ANXtMBNzm7A96Gc/ebOj7s+bmAVc11gOxp3fZicpWsGBraSktXuG5v7TC8ThsUpLNGxGftsyKL4toaEQrZIQBhKs6uWEe6rLGxLSBwdDIAV1eEAgBm6tgeALzT/NBSQP8vqwEcADCzW1lfAAD/HwDAFgH80d/bAPALoMluJFC9j/ASV/pxws4cxIiMddBJ8CF1v/iLFNBi2FKahwDgquj4uPGP6GVZcq3pMMWZIVBxXp7Bqo7LVhBG+HZKvHpFzJ3HChWNQL/7Y3IMssU3jMk6yTsXz91aUHqOpMp5q3FSHE9aONeQXgHmI23ZZavvCwPGU5uTx2Z4x0zAex119a6aoPXGW+80axbxdferr80o/6TZshSgK2bo2LeyAQCAGXlqNRrBI5jW2dq5ivSh5vkO70IAvysrFm1sQubDB/dJ669ZTclnFin81Refm9H/gdWEP2wu2LXmV1+igMN4n8HziLzic8MW0BoTfZkGzNpWiTk6057PFAEMbnVGAHDXuJmfsdAjN6j1HT3cGSRWVWSe6KSIjj0TQJKWvIgJ2kSUHiKBc+RdjFU4jAS9ae8SfSurf4C24+D3EQAussqUcb6zfufXc2eFpvHuGyESrQENa/WjL2e15nUZQ/jAnjydn9jpRfCx3u3i6cb2e5sqtC/vmmJjTgr1dX4QV0UwWpQjaQendfpPZuLgrs+9eAsJoegZqVzyqM4AsH+uxmuBobUNfJIBuw0AK8qpRB8TnfUnCIITRDZGnH0SuEbey+w5nkrLaP3aukUGW83grR2rEQxQmDWD7TeLFL5idYVRx3fFkN9Ve1/2qCTRH8kzdFiDgdveT/5/9t5ES67juhZMggCqClWFiYMmW5IpW5Zka3prPb/V7X5r9fvB9z/dH+FutyzJz5ZEkdQskcRYAApTn733OREn4k6ZWVUYiEoyUZl5740bN4Yz7TMcW3kBi3C6b/oJAOF7Fgl8hM/3H6xu37u3uu21g1GS4Lk5l6FchXmqmSORQGD3TrHf3JvdHYtU1MHfIfM4Hyl0lsNeaaHWTJW5JIjU/aJUzCFZBPVzCjjBo0QkBeMKoE5rrnyuclC/oN9IANgBXkXleeq3kvpZmZpMCOH6FJCCqD2X0/B9lAg1i/10yFQhBPowf9/TuWVr1B+2eXoOPO5QMtPt8ShgjcIUGBnsZRPgegAC1zohLcihG0/02Kn4yPGyMjbgfZP9d1raNzUK3Ba6K1oSfGaTsSkP63w+awrNQAzkgHaY5gDgDP7iqlLPl3Stpq0UqRPgOwYCCwCu2aoikld2JOmIkdpZ9zBHxQIAV3uTwF+lhRaYEHuv0utMZkOja0q0cDwiU1t1IhmLAEbq54tW33fPnGH3LCPSFdORAAYjcOA501eK13Pe/Nmp09j3kL8vmME5eCicpLROXcuBPm+8kOUN7H/P9cGSOc/MGQq1gJ/A0dTkdBsQHgeVQ8pogMAAg2XDW4oA1p6WXlutDIMN0/Ay6+MMUEnumLZcEmfGiNO4yp0WcXW8RyfyLPb2o3k5tr95ydoxSalfEAC8ARuYl9unJVlOB8H0Sod7mjKwC23Qr7lT19ezT+mG3szLuu85ALxhBPAbCAB3nNYdoUQ4yz4k69oiBXSAvxGE5ymeWS94JAL4VQWALS2GlVG4str1COCb739ttX/txmpn74DZNVT+ZbsU0OcA8OnS2m1aOweAJ0etFWSCac8DwKoBPBcB3APAD82oAuD3gaX9PLK/kZc/agBHCmhE2clYA+nBjcy02lC6r96fXQpophcw8HcKAH6OGsAOADNGA207KBKGmtY60gp86wLAqrESNX89EvgcAHbjEyZxPgX0poJUOb8DACi6U0EsEtrAoLvOvdYHgDdTCCQjV82lBYBDq+mOpz2cPX3brX0aAHCMGQexNK9tGMq1FGYp2sNnzwL+2BiW6BmCpFEDGCE7Ft0J1cHoACKAP/gbiwA2APhH//C3TAHNErx2+M8EgH+1+jekgCYAfE8mTtZ8lSKOz0j7LCXda/eFIZRKqF5SZfwHf8Z4bFPRGwA4gKwCinojDRhYlpz7/QYYXdai5rfQ2m4dqK2arjMEj964Eqs7m/qlDPt8RN+SoTfvB3UntO08Gu2KKs8ao+Uat9rSdYO+2c/qBSLTzBxudBFR3Uhr9sTG4zHmCAZ+E67gGHNl/3D1/pe/ajU4rq7uWH3Gewb6XvKaV4ioy5VRdUcZEMJxSN/hTATcF1Fe9w1kf2Y1JPfJF259aimnb91eHVvaz7fM2MHIMBhJvKZjHTPnC2kcp+wP6wLA69CZOuI+agRAqrc0Sx6cMAK4fw71P+Yv0SNshWxBdN6LPRV1mwjYMoUXqie7+dANWgTqGS2FWmAwbtX0zvge0QexUjP4W8bB6XmuIR6Gv5ZPa4xYYzzvL/9cn3Bo0OlX+drf2dS0AaRtZ9P75pU+sg9pWEkWr9jtif+tAwBzz7qRJu4yv567FZr5LbZyM/it4azlbfN8cs74HH1ee562PLHQtQWD/FjzXIsL922MNs1U2sySL7R8f9R4j3kHjfU+1uXo1LFdItrnnglG4+jz39/faYL+hPORgzGy3Lp8LsCXl/O8NkV0XFvbqFloyrD6vTXeTndd1OdPXlMV0U2gGaT4MDRbtC9qxe8Z8IvawVfMOH7FAOBD1g7eZUaIvV1zDLKawXtWPxhOQgCGUTuetm+fH5T+BR968gS6zGPLOnG8OjIw+JE5kj40wPeOOSHd9rrBAISPHz9lBPFDSyX9+BGyGJgehNRn5vluQgefATwn6swrvVmAwC5nBLvlI/tcFflAshUPpd+C3wUYXPdt2ksm6wymPO3JAJdHeVkCqPul+8UDgLlp6hp2JwPVAM5gr/iWAGD9XmoAm4xKmSwywkR0O3Ooqu3RF6d2KoPMlsTKL1sI5jpZ4+nqoptPtLgJADxP6+cB4CXSDGBq6rUJjxme2/L9hjaTFk7P75IRahPgdaAvNnM0wn8Hc1ioYDNMm4xNe2HlC9uM+6yMTHWuPlMLAEsPJf9I9qHxGsDWRgKAo86h0oJKXwSwmyOApwDgiBCusiicaCrtTuS9ZBFqAeDkMEInEtEY8vOSAtrTPyMDlfG7fSt/cHD95urq9RsEgxFAAAD4Kes1Sg+nHMxnFL/hPek4a/I4nKgoA6jXcL6EoZ4OmMbboCtDPr9kDrnIsoRIX0QDI3IO2ZTw9zlTQYvXYIupdiHkfXO2okOMvsd945nzs2sfnA0AjAebo7Bz+0ZabOzvVocOnlzX9rwc2++BZfr8ugHA87ws6IjEyCEtlkrZ0qnTYFJn0eY6/XpZ931zAGBhDo+BO7DkJN7nEcDSu0IIrPoZRZFk38l0S45Q2ICbAsBR59cyIlkEL1M+9wBw1P8FT4mawJ6l9bmd/8oDwAeWAvqdL60QAbx/7ebq8t4+sxPCeeocANYqWpIR16GXL/qcJdn7RffnrO+3QQpoijb+diOFGxnDEJZFtRAyCQCbAWQsBTTrM3oN4EdmVGEqNQDAHv3LCGCLykJtRqaAZvpnjwA+IQD8lHUfH9j7aPX04QOL+LK3/UYA2FNABwgZIPBZAMAAgZna2eq18PNIDeBXIgLY6y5Ws1hNN1vXhRumqGA5kEbhTQYuKBwAUpiOO9JyP0ftNJyLyIiaHm8AAGeQdkYoXARiB7Jk9W6NzTbWxkkEt/bazRSCASEl7xYD52uq1lTh9VO+1psAwNr7ksPrAOahzM8YCjYUTgKtndIdjKExYk7MaQ8AE+iBcmq04KnRn+dGB27cuLb61t/8tQHA31390AFgC+7hGCkC2AFgpoC+TyC5AsDoo/qJNSizvJR0RQBLQ9afNO5lsWhIArCKCOAKANfrxhmigG36qDtAxf405DZS6XI1FI/tWBtK/RyGyNiXtYPFqDtQsPBQdRaz+lVcInJHZMVP7yF7ahQ5PpfDzmxnuBZLelKed4GRwIwGtufBTBCjx7MZXYSH3a4JWtdu3jTDxuHq2PjKIxPwnyBVs9HQXUv/CQEMBotI5RbzwkkqiqTAfgimT43eAzLYuWyCmwmlj+7fXR3dvrN6eOeOWf0tUhjwBdYCDPcOAhdP85Idopms4aDM/KJIsW1eoiMyVMBSk1PTbZkC2o1BfW/quhXNkJDk/S5bQt/1bzUyqT6mjGWq44x3GNa1VuWk4kqJFjV/EwAMg1d9Rh4j4KM00lqS/vwcA9SYwT297lrhGwEAK4qDvcR68OWfZ6GvjbcuUDqYRW6v2C9Lc9zuxfmzY89OGUZ8fDuohyvmFADgpSeJ3dA4VvmPpwYAj9HidTp2queATm23f2MupmewIc2+z6PzAoDL2k0AbDkj9Yv3itPxN/fZ92MdFuw1Rz/ZrrbXOGCT6AHPVcxP2eORDrqYS1twV6mgnZJ4mui4obroMop3ThQvyWu+t0HjYbhGXWCAb9zW8VwE7rx+oZ2zg8hgA4IPLDX0VYsK3jcg+ABv+3541d4HewSDkWWIYDJpi3g06AJED9Smh4EJhnDoOY8eP7PIYKSIVnQwMlEgM8XtW/cZIfzggYHGzGZk+gaioygXyZAeMnGROXw8LmRa7Isk+HgBfcnSPGWp87egvxiy1sBdAebKB4ebIe6R5bxyFkmUOtMbqkPG43Upa9K62613aFj3urM5T3PO5/R1DSclAL+lhEKO/vXo3gCB4dzLWsBMNe5gseurEQHsjY8bSdbmGZs//TLAsHmbY1e8WAB4mscukedzADhR/m6wqg4jyptfS8a9yeMhP85MzFzbmwDAGehlDV7QynUB4BLlBMAXwKlSghL8pSw7TAEdmeZo33A7h2oACzjWawsA2G0vSiPvADB5E/Rg01vsjRrA0IuRAnr/KuoTvrO6/s67lvniKrMj4VzoSQjGgE0O8nGUZNLuqQAwMxXYC2MmEOWxOTvJVgdHJoC5KKewt7NjTlO7q8twvLLzwdueoAyPnfvMzkUUMMYc7UOEv+QAMPixwOCQ/x0Idrk/1p365fxmbL00+orN0wYRwGRTbH/8NQsA9/S50QP79oZ7Z47CztPntsdbq44jHVjaz7N9buamf95l/Sd0uLG5mJKPT8qlTmLPO8m9X9Z9v3gAsIJB8IY8/oSBZvamswpKTipzz2NzWPkiAMChw2239jonOSp0VaebBYBDcaRNX/YDvZUFI5yjWK7LbT1wFiKAS+AXZXEEAuuvf0at34gCRvYIBArYMb1riuhaA7hmShIbDboiBTV0Sfy+WQ3gVsfsdc7gEsS2zInKGKxFAFu5oYOrq6tWA/jm+wKAdxwAhv4Z2X6YtplEDXY6ZcGAw9Ql00F3wTvNWQvliy6Z7bLW/zUnLmaz8jeckY1fKuutl1Kg85Tbwc5rAG+3JWb4/pRMcKo3ekUa2xAA1mLWO3swD5l81PJTBLABwCDGLkzi77EJiI/N+C7iLAET3vQlAtgjgQEAH58BAAywNwPA+BwAcK4BHM8LxUGppIYC3ahRNUsuhUB5qjBG/yoCOABggLxvAQh+rQDgdhVnAxWNWx7l0NRVheErFCQDf5/ZO4AVpZ7DO2LF0ljjZx7XPfWnfudX2G1mNpYM/+0Z/KXzMNwGAF4S7IYgcH2KYZejj8GcnCSRb2fy1O67oZf5NCkj8JJAnGlVKPcuQOBh3ykUxKlUkJW2VUCczi9j0ESG1usyIBNNsZ431EDrL5ohTgtumgDgmwYAf/CBAcBWA/hH//Ct1Q2LAA4AuEYAf8gawHcsAvgZAWBrBwqqCzFShmGU5V34l3fkmJvhNyk5eZyjz0x15WltAU4Vz9YiaKW5CCNImUsHpwLEI3jlY42tUIwm7qldoqjcQNkAwD0tHq750hM/dczLemKnJLo/s7bKukp9SdqqL4e0sNQWY3Mxz5zr+vcZntcMHDB0wMtux1J4Xry0y3MUJQwA+KJFdR2YseOyR4SJxmJOMBdciwCKQYtNeMLnJ8Z/HpkDEBbD/p5FGEOZeHi0emDg7/3PLTW0CaaX7Xz8LmOGG3ZYCzheWCOx8ttRw2VZN+7IjDewnbiBdSfFuQryrFPGCGAJ2nCwgkPVI+NttQawR9Z2lKTsN2+zfk9z6PSneMlFB0ZmEv1junYHSZQ6T3VPw5FCMHLMvdOBABg4Tx7dzohwgMIeJYw5oYActTy9DewZGutCOXFlBbQH97c3DHkEhwdp+dITd1uood0SfdbzbuTSGMpG4ywqr6PxM7Ls1ay/welSiMZWVkOnseewjjrjWgG8uRZqK3ySEUNc32bTHecL0Upr4Er7JvO2ckvtp4bnxfh3T5eNfycxZk2N/PSMrDu/Wjf5VWh81/hSi3XfqMGG71PWbG/EUfSfcjSweFs6l4YBf1O+9+kfzE2VS3SO71U2mCJ86bghgsL/cJ42j7eNNapz4ncdqN+jd6MUNtEKprBE9BKiomIMvC3KHt4mgLzL5uyzu2vRv1ZmAJ8vW9QvIoQPDq+srl2zVNEH+zy2Y+dcMkX9kjlnXjZw+fJl1GaSDAJ2QKXe3vwOJ1fTY46hxxxbZomHjy27xEMDgK2O8L1jqx1835zPbjO7EXSdR6brQK9h1JTpRnCSwYuKPgBtGwSOZCOuaj+QdrnTmuQrBxgkrsQQ6rMzW42j84zCpnLj+hyyWisn+3nefhH0ys/97OgGDtWP0qG85LUq7GmbZ910J257frcpSzP2u0cAy+FITgTMWBGAr3+u6Z0F0FD+6wBgplN1fhaTNOUQqImY6te2z5nIzxmPc9CEqZ6OPfcczZ6n570Br1tZI/wqn3EOANfRGDr5tPJrM7IL43pWALBo1PQCzjokKZCnOpaMUlMx87vX/K2Rwu6w7AZuOrAF4Mt0zpJn5TzqtX0pa3qWm3BsZ9YbpX9W1HCNPCYN9v7Hc4g3kWRKP4FuHrzLvzOzAB1hYYRGOmcDgAMQBgBsb2TEest4FdI/X7txkyDwgYHBu8bLYJiGHY6lVBL/0HhJBuR9yT+R1fkp7XJHD1Tv/pHV9wUYjIOXoWsZ8LtvJRb2zel21zJtgC5S9oZdD1HArAXsth0bQ/DJi264ZuSvA8By0HXZ3lqP58dwaAiC6WRtIa3EshTm5ecsA5WrJ5YR+fok1yJXbTswi9oWZrsW4Z5uqr/vMouIOw+vHHblJDLz8Nr17zymf0TvBnaWrtsn6fOSva6RRU6RFS/ed61VMnHS1HruVuxJbrHZtaIt86/qptgPczP/Io+k/c+sxAp88ccBYDm4VAA4IoBVC5hvOLNABjeaRtoGG4nROXwPmfxVqwFcAyU2mwFqUhzYHAEs4hrA79Q+Krw05HznhxUErpkwAPhWENiBXtb6BfCrSOAAg1GmTRHBdpyZkQAYg2cK/AXfEHgsQFg4gr+5CpyikXG67hDK6gwAHIpRrMiwPpV15zJNFW0q5RQADBukgbVIAb0PAPh9AcBXPQLYHK0iCxVsjMpwIcaONgEIo7bvZdMpdwgA75hOafqlA8B0YkYJPIDEBH1VAzhKn+J6Zc44B4A33QXrnl9sm+te8JqftwUAXJ943HNEx1sAGOCvvwn8iihHBDCiuKIGsOr/+tsjgE8TAKZ3CQ0vEwCwGc1RA5henDT0hzATAuZQoDstALimhEa6U9QyU23gzSOAVSuGhgkCzZEu241wJP6KGlT9Kv+daX+GBkTOc0Rz4LMbtYcCWoB8zvgDAHYwmIS8gL9QjIzAu9JEJYSghsC3iAAOxYiLKhQnzgruMdx9+mlc6AjjVn90bP76lpcEt0WltGlwTinIx8SAegNv27dWvG/OxYkTiroMhcn8mz9PEDWOW1a4/LwK7PpuceBXAHAFfusYjSgzVETrjXuwX45oAErtL1LeIkUwmrE1e/Od64wA/idGABsAfK0CwIwA/gkigD9UCmgzxDLiFlhvAEG+JgnwDZwPBARnxTQPDxUY61NELFIAwH5zgYvDT0U2ibeUW0KhLSe4h52iiuJdlrNf3gjJ0UbZyzGuVcSR8DHcDyH8uD1+sEyKCjeq/MyrlK1AFd9SQ5PGzQr0Q2AlEIy3mcMFAsv4ATCYfxExTIph82P0EoIVvOsuGgiMzxCuQEfxcE8tlBhzRYEKxhKbZ/CV+/fu2tVPV9csBfQl6yIA4CNLAX3vs88ZEbyDqB+sYeNZxbN/EgBuVkbRfUgyYwryVIyO7cTmSz9nI5fAFzSk6NcAgGGsAcA9DgBPGFP8HqINYeaonRzw+zHawgcNRxGnxvxJUe5kBVyTsSPU91DuwiClrnCjKKiwpI2uhio5XHj0u3czxpljjpad/kTtNiiHUlRMyfBI4JicPB1jS7RxUOn3tHe3J/OnBwD3PGNkX6WbzwmyoMlzr8zLeJc0z/13GklnGmvaggjVD1C6ulFEu6gKrtgZUIQAcCaxE3xveXdtesY8LWwpwpC/zc9E2QVdpzLv8HPyHHUyXKycGgVcNvcIb8KxmkVC/CucBDpa4HtAKXAlUxKuD3ky/VUv0a42SjnH97hoDui91lt8rw/ubkqVubTz7etURmyVY6gp5KsjCG+HNJSgHcYLlOHMOIwBvLuWEvrg8HB1aG/UDN43IPgK3vt7Fils9YMtVfSugcBKM62oJTiawbANEoxMETCCwykJUQnQgR49era6d89qzZvj2efGV+5YrWDUD0a0MErcINvRQzM8Qf+B0QltXwQADPARcoXT0yIc2Y9MqQ/Q2OWsSOcZWzWc1SRP4yUZpVCMEOR88bWya6YzQcd9Fvr9S5Etr2B8BjKOAwJc4qVd0khB3ZqeScg5oBub7tG582f2L+7reyGvqRYAzoCwQN5xADhlsiBbc97mXWtoH4d0LkHp9s+/PrXa/h5jVy4Z6+eOn/zaluvk/p0DwInCdjyzW6LNtG49J772TzLfuSOTerftocgCVLNQjaSAJqBQHQJLRoUEHMfxDBRHBLCccRC9FPV+uxrAaNv0C9JDp+U9ABzyVezNvgawaIpsOnAsUYYO14dYZ1z60FMHiHfMERZRwAB/8Xf/AI6xFgUM6lzGBWyh6uZBxjEvGDc4Mh0dHZnj0l1zYgI4YvzJngV8dc/aAvB71e5zaCUV9iySCdk30H8a9OHUZG9EAcOIj5siowXMSzJeBwAs4BcOT5IHBLy29g4Rf+3gOb2ll49bKuQqyFpErUpX03SjNtTdd3DJWL+mqHB1Dki7ks899przERrTFuaeZmk/z3LQE8jaxdl0og3KhBP6ykn6PGvPc3kD47XJullncS3ZEddpY3wxaJWss2K3vsfGF46t576RaTmnsS9zLmT/A/gL3X0MAGb5qwYABs5gAWfmkNICwCZzNwAwHOVPDgBvPERrXkBJ+kSTm3JvFR5cbf9oPu/Fsk5dhM+gL204niGDpb3g+FMAYIC3cGhVxG8BgFMEMMro1HPALwQIE/B1oBj2tviOgLEeAObaKM71wi34ngGAGTjEMaw7ZaCXhGzezcsAALYU0FdvvLe68d5XmgjgSAFNvgbA1ucMNljwPkQAI+oX0b8AgRkBbE5buA4BDQKAzdEYYLAHsNApOLJmIKr4HABec9dsftqc3Wzz1l79K14wAOw5+ScBYPPIYf1fi8JyEPi0I4ArAPzQI4AtLZt5/zy1SOMSAdwDwDRGZjC4Ey6TgFKIaLaLuHFMhjUzBExEAJ8MAPYaVExT4LWoThUAzkaLIJvBVHqQTwagEgE8BQDD48dTQTNNNA1Wfm2qARzGqxhbCmUTQiFBhjz2zVRVoKH9uTNjTbW9YDif2u7TBrZRsd7Fzjgmw2r5NhCUW7GvF4qnhGReVUCYeq9pkqVBrUPQDnIGR7JhMgDgOmfV86ybmmZOG1Ae95UlWkoslFRb20jYjGJ9N9+5sfrbv/k6U0D/6B8+GADA/2IA8E8BAH/8O9UAhpDAQPSIpIm05Iry5LpN0f79WDWCKdc5zMHG7EsEsEc2cYzjn3ZkMwBMhZNKsTtmMEI1wKsAhFP6MUYvhmKsa+TIIeEmA+3FiEPZJ1QaF4Fi/l35LvIl5ChfhePrZx1JVAq9Xv35+p4hwHpeSfpFI4cAYKSGdq93/A1wmH/xllGfaRotogu1H2HwwPsiU+srLSjMCxC63rbf4IQEgf+RpeW8YNYJ1ABGvd/j+2agv/W5RQB/vrpoF+2ZgPYWAEN6tHsaODdsSwF3mjWycXoa1QCIPiwbK7FcbnXvBZCi6AbV/8W6hpdlBYCPugjgZQA4PBfrY42pl1PrYIIAAwRG/33uY71ieVQnEgdrAriNFYQ1SgOYrx2u2d5YpL3A6GCk3wzpu6xB8YaI4AgwmN6+saf8fqMAcADGcQ55VZr4XnnAFj21COAxQ9K88jw1O5sAwFymp2Dg4SjZIyQ11ClMWmHNfTh49SCvnX7eHgAe2Y5n8NPYnpi/TV4u87JKt/OasWnB8H4fkNLB2uojzJXjNF1bIRRh3aOdXzsWkYo85nzG+W/0Kq4Jw21JwVWMuf3+zHtVnxnR5M8lQMx5QuFVZfO3irvzudoXPkU8DIFZpshCm+Cpcj0pRgLxRPEWo5bKKsJsmqZ4G71H3eCdXYsANkAY732ki756uLp+dZ984gqig423MCr4EmohwltbYDBJDsaaNM0ciszx6NHDZxZpYAZ1A3vvW3roI0sX/cC+4zcY1+9avb2CMpQAACAASURBVPk75oiE9NGPH5nhxAwiz1FrkVkn0Dm3whCIV1RayazgaUlVRsWdKEEXJXBxBUSGj6AHMMZnulX5ST0wkK/Lwo2F1NOj+J6cQLMTR7P3x/bIqwwAe81KOhXgHbwovjs4w8LR5wDw2Owu8ZCTAILL107Lq+cA8BT/rTbVU51Pl5GW52w9dj0HqBTAtpQhmgaA6VTjmRTYZo4cHmSVSSmgIwKYuoHA35wKmgZyzyw1CwBjXMRqi7OxeKLzysggwOxSHQCM9M/QcYiwmuyLtMyIzLUI3SsH5sxkNYH37DP0HgHIzi87u5WySlj0nPEfRP7ev39/dc8A4COzxR1bVgvwHQLApkMdWMrLQwOWAQDvM5MGooCVxQGAOABg1gO2KDDoTXg2pI6OCCY6TBP89VIv1EXDbTrLJJIDw1bBUgGj8uiYfFzXUMhA66yqdQDgSZtOrwMUTTrfeYrXnR0AjLvPuRQt0ee5cTvJtXP7d6ndpeNzfV4CgKtl03GmdRbOGuecJQB8Ni5jazzU5CkvBgBGXfOaArpGADPojIFm5wBwo3kXHjwNAGNKxQc1uVMAMH4Hv2N9+EgD7XV/lQY6g8CK+lUEMOxUShUNHqHzYIdR1DDSQzMi2N4y1irUAxiBrKtJ0SI/rFrOVArotQBgqG+N3cifn8ppigDOAPDVG8ZvD8zuqICTCKojaEte6xHA1sdLzCQ1AgAX8NcB4AB/CQSfA8AnoUKbXPsGAsAfUezc3MbXC2KtkhUgEAmzEWLm44+i7B0AfGwE+mGkgH4RADCifx8bAGzRXkwDjdpcBIAfWqQXapd0EcCM+AoAeLicGrDKheom6I5CvIT2WQAYaaA3SgGNguMCON5CitRQDgIARvrTiIRIBnMZ7TaNAHahvCyUGuUIAlfAWTc6yfiEiF83YEVK6BwBvAEA7Fyo2K3GBKlqUM1m1k4JGAFxR4GacpnamgI+1yEu7S3nFZUKvUXLZwkAD6G5/hf1vR+D+lv0MsCtEBRi/+t7yBFoR4x7ILxjmcTsxmefxgr+Rmpg26LGpBsA+IOvMwKYALDV8oMxFkbYP316xyKAf7n66b//2gBg1QBWChm7G2shKaJG0Z1S4rluoXS68sYeNzZz9T+elYo7jc6RJhCiOK7SA4Qi36yVoBOu9kaECSP/4dVd2peHHfopActTjjlARgNBGdMAuOp9w0Cv87xbNApHmivRfkZxuRG9gF+FpI/xh2mjWr8npkDkqmjXta7Nhn9cqPOoMgG9AH8dCC7gr8/SBUUeXYDXnUf5InMCooHfvmhpoUnzLP2KGfZRSxi1sBQla3V+bbEcWoQX4okfmsHj3uefre7fvmURwW+t9g0MgDfiYwOLKwDslprS2Yi0ap98wBdGyFIAH+vQkbhdQ6+KwSEigLU+CAAjBbTxNqS5blNAx8iP31VGqNzZ2LeDmY0FtXb32+wRTgd8KfUgcHEeAbDhYA6Xh+8d0fvKe2hAMt4H8JcGKURGxN5141NEdGGRsTwFvU+9TnEBnatDUG4/K0G1H7FrNBT9Ws+1WttB6vePDF3TrzG+8WYBwNU8ODJKXQTw+gvypGe6IrpGM/2O2sQY1Csm2bFgAABzHSYAODC7QmYbZjYBAOtkintlXdc1uz4AXG7qOgY64/Kn85y2Ld1jwDMKAw75IbVbOqrfoL+X8eLn+gyKVhZ/Bp8LyR5ZJGjriEgrKt0WJRyRwRYJfA0g8DVL/WV/DxEZbCm8di3jxI7RGoDBOxYdfNl4CTy/dR8vWUH7hbKhHFu9YNQMfvLEjFaWNhrG9Tv37q1uWd352+A9Jp88sOjgxwYSEwxGRJXXznL3RYG/QfcSWFEdLhXxWwDgkMk1DEpvGZ44Poxsu8h6Dpj35EiaYj2tMW5X+hT9rLKs2p43UL5uAHCkepbzHR0ukI0i0rICKGY2GHfG5V9fjLGfktLdrPeQf9agKZuesj612rTl+fOXjPUnAQSXr52WVd9MADj0g3bOBrJL0M6Rqd16PoM2TxicOFOLxqhKmEbUeRA+9lglSPI7p2KWHFmifz2bQokAjutYOkSpk0vUk38W2Ov6mDuHtuBvTQGtzFKVJodBgT315Rl7kwbuxBvJyzJtyQAwAF2mhb6kv8h4hNJiBvbCIL1jwO+B8at9q1m4a6Vz4OBEmlT0QcmvGAvWzoQdzhyV7plTEgDgo6P7q2OL/oXtDgAw6NyuleHZt7YOEAFsfBAAMGoaIroJjld4NvAsAsCoG+xRwAB7qSfbKXTSgkxebFE6RuekfglkAFhHi65al+aYfNwdnSYDzQof6qXtBhiuufberU63odyeeHXYSqYo6yYRwGjjdQOAtQ6mJ22JBs1xpHMAeG50TuvYCwKAzTbG9PasAawIYNh3jkHPXnsA2HlZ4hPD2VmHsG0WASxW5ToB/jR8FN8VhEIe6ra0AIBVgkwgbgWAa/3fSAGN6wD+TgHAzwj+TgPA5FyK/kgBQtM1gE8TAN4zAPjQIoCvv/dlpoBmDeDLu/MAcIoAhpMxeCbAYASp1Ojf9QDg4kh1XgP4tIiVyx3JnneqLb+ajVkE8K+l1q9DQ3oxqUFFfDP6OUwLwFopFQCGsR3eOJEC+tgM1EGgH5qQiRrAjPw9qwhgphewVDYGAAPsBfj7BOCvvZ+xBnAAwB6Z6uYhRZfI+2TsdRoAMAT2qAkMwGKYAtqMCawRDKOCA74m6AP4bQHgFAEMpcG91sNIWP+eLQBcInmh+DCcUe8mBfSaADDH3I1TxUZV4cIk5Uf07/g8TUU+TQPAyahVmpwz0o+tDkW9rauovHgAePg8GeyOz0UY6GiApsbHHQIB/vPo1aj/KzmigiokscWoTCnfW83tJNBdVgHClkwSbucbhmspr+x8W9+IAP67bxkA/KPvrH78vQ9WNw0AhsM0ZIM/AwD+6YcEgH/90W8aAPiZGWDD6zkr7gKA4UeGfS9wrzWcBQBchSRFHQkApgeYC1AY3TBqZBJbwS5XNwlQ6dpIa0sMtC79so4q8KXoYHqvl6igCqSHkh8AdAyzRCQ9A5+LdNzBuBA0/WT9Uc835xG6dnidRjMr2oF9+Z2SYKe0ohUAVvpNCn0lTbSNAZx03jJh0SwINOp5JI5o5iVPFW1zZLT1khkwEB2MiC/wJwDAB1YD8oKN4wOLxLoDAPiWAcA2FwSAjU4BAKaHYqzkMpnDCOB4ljrHFbTsKcTpAcAyRCl1OHguaktuCwCrZpdeU4aVdkfo3LHf2ifW2MTa07qL9VUMGqQjVekoLWBPQ+HA8WKwq/RLALCAfuwhRUFq/WX+pwhhRVIUcc+VnagfDNmlpP5jTe5aV7imAkztln009rz9rPtYNRYc0Zrp14aGpDDwjTT4ukYAT5mwRKIoxr6E1/Kazzup2VUT8uToahnMZ71vQ8Pj4g4Abtps5PbeyGatOXgpnuA7O+1TDnfhD7G/5LATfKTut9KhCgA7nQhnDPEhpwmp3dznlk7iPoUrlT3uPXXZIl8tD2xmicCed7qgHVWdyiL9dETvso4T6goD1EWUL8BgA3yRGhrRT1eMZ+yjdjAN4fZGdLB9R63gi3aNXUo5BPeW0dsigg34tWAqRR3DUG460bEZqR4Yf0GEMGoF37tr6aHvoTzBQ6aJRipOOPJAV1KK/6hjDnkJ0LUb2qw9ZtGBt7zTM/yNshYcEbtvMQUlmVZyddAY/+vrExlT6suvTobqFvBtVnht087fBACmXSf6x629CR9anwxU6W78GjidYL0QrIgIYNbiiuhfyWzkNf4WWIPfzwHgsvsXhMeTGPqXr51mDG8eABz7aCiXnwQAHpuDqXkhvR+JsqmcgiR99CWZelpOEsnS8ZpFKUDgIQAcBmzpqtWoXSKAU5r90LGiDjBtXF7vVzpYOBHLoRh0WudGaSHRWGakCNpKZtpSV8qxDX/1KFnSmS4FNJz9YQ9iHWADgY3poDwSS+SglqAZpXdRvoCRwFYP2IBb8DHIwJn/oj+wz8H2dg9lCswpCVHAj6xGJmx20JMIAFu/LptOhSwY+xb9e4h008bz9vYs6hiGbNA9PI89N9pDGmga+JHG0x81gN8CALsUXvTRMhy+RtP4yHbgeusGdhWumjXlw5CnRk/3LEZ1xobr8SQAsNqNB2t70KsH5wDwmhM6QknOAeD1ZaTtz5yn1Wq3SoX9+s78o8jq9qFPAY3yXsQZvmgAcMqgU4qpjC55+3GRuCXpe0RPy3Nc1QIoKSJHPQBcyitAv1gAgFkDuNT9Nccgr+97agBwCRZx+zB5RNZH3V5Y9N5Od65WIA7DZAQwguyMx15iDeAAgL+02j9UDeBLlnmD5To9gxYcgRkB7DZkyJqo93sZTsN2LmsAWzAKUkDPAcCMJGZNYOihKYuG1wRW+UGwRdmQSiZV31ADs1KXlU768Om/TuKgc/q9Wa/F4hi33umv/VkOAPdGoPWeK4CDcnZaWDRCOwAML3ZFAU8DwKgxEgAwDR5nkQK6AMAG/hoIDPD3GaKAGQH8YPXcakI+N6M5Co/LaKI6wASA3cgyRn/XAYAZ/ctdCs9wpWuugK88NqcAYIAYTC0Az84GAB6JAHYFAUYI1qL6ggDAjcBGvkSuNFioc4LdZgBwK7xkxXK93ZFUhEE3lwSjqqQLwGgJdEtYWwP0UIkfF5Kl5AwjF4tiWox/CZQt493ek72lwdHhsZgagDVe81NDgH8daKQe51bcMA65oMEzY47FkvnG1QB/4ckFANh2Kb2eb75rAPAH37AIYAOAvwsA2KI8AwD+7O7q/wUA/L8+Wn34609Wt2/fM91eKaCpvHsEcFXezTrLFNBKOVIB4OwZVJ8/gPFaAxgKsMac660YJIYGl2xvLQZwGt8150o16AovmLz/HrZ4GpAZHSxDhICpuu56m1sZZjdCMIrM5yEDZBru1iAfra7P1KsSW/uR12ILABNr1+qQPYR9kyBHoBfzH+mfPfpXUcI4FReDTj/mvGHOdHfQXBhGLnLOzfZuLxjnLQWLecbDGx4nQrBCNNcFm/dHxnvu37mzOrL3RaPX+B3rgRG09PK3Nd3VAI7kM2WM/NFffwB4iU61dEDPP/ZbWpM+NhK0IgVsMu/35CqUD1B8zqt7naaIjACQClrFTYCGPHKYy1kN4y+MX5eQJhx81Z0uIro0oj0GAHBjCAwwWEtUNK3eo+dVsSllvKpjUWvYcMFz3U6/xuZiPgJ4qq2lyNP++Pp7fnjH3FaL0Q6fp71PNx4cmrnndQIyM4Jnc4gEaLHpOCXP8NI85EaHismQ75c1ziXZRgA3HSyKsO/YnlE4DwreEPsmL94hAOz0OviX8/k8p/Vz5WlBA4L/hXzQrIXYNmWYYy9XetMcgozgD6xH07cCACd5qgCAlM/Bb1VSgI5hWHEmSIDu0AAOncCOoYzAFTOk7zACeNeA36ura9eu8Q1weHfX+MvORUuViZIDFhVsaaJ3vK4TSBMyO3M1l/TUkmePLe3z0ZGlib5vqaGP7H3vgQHCSBGNmsH3VaPMDOqPzFEWnx/DySeig4V2qNaiGeoFBIdc5uAGZWbfRWUhBnyrY+RllOOKyangwsFT1fu0f4vQkfe071+XC6U/zW2Tdm+7aFIimeuMjrWxvQFjEQCOTEkOABM4oRHGnIwCBKaOZQsjAOBSguccAI7ZWuIhyyDu9NpZvnaaPr9ZAHDLc5d0RbcTjw788rUTY570jakZ7dhTOS1kvzkqknlqGwHsZXNAuRrdNhxoZ1JAux1L+lUGikPvUg3gSAGtciICgaNWMHNNuMKnkgSpH8GrwKPAF4J34rvrYTIqy7GkSQENUNgzxwkENl2HEVH2Bn0ysPeSObEiBfS+8ak9c1TaNfCWdQfdUYU80joEHQfg7x3TfQAAP0TqZ6RyZiQXxkkAMCJ9wfcQBQwQeN8AZgDCcI66hKwZwdcgMyPLEh2XoFeLB+QSDfG8mZPnldOCqSFjO/9vRL55XYVHl8U0yQkx7hML7TmMD2lVhnzR0LpyymZy+9zaDh05zjkHgNec0JFBPQeAZ1faKR2c35O6yekAwE/gjGMBHYwABvaACOCTpIB25x057FRZWAXJXsSr1X/Zg7nl3oF6wx5uAAA7P3AjrP5AJyhvfK/OUnMAsLIXKcVzgMCvLwAMPKUHgC0C+BApoGFPNAAYOA55NOxMAIA1j/hO3mnHYXdsagAb/740kwI6AGDVAfbyRg7+RqmjcwD4dPbkOQC8wTjOAcAAJiIC+FUEgJ8wBTSA36PVMxN0cw3gyDtP8NdBIBkw1kz1CVrtxg4JaTIOSHB3AJhGAyMWSFMKrxGPVHuLYK9FABtBADGBR8nbAH4dAMbvAHUh7ON6RQCrtku8aw3gVwwAppFK+fxV+3e8BrCEs6owFYE3oVvjEamzFiYBcmsIg9XLuJ6/ZKxdPp5vvCQYxXEHS7OQ1Bhr43iVDJaNIeqHzMfj/QhGT3thMH03Hpa5SNJICAgEgGk89KhnfpdxU/85wAeltgCdbt2F0Rbns16T68plyJSuUatC4C9AYADA2AvvAAD+lgHAFgH8oxEA+P/72a9X//bvAoBv3b7bAMARQVtSQFNRHQGAm6Xj405vYA6SGL6DSahFi5dq9eUxriCwliIHR5qpj1M2kgsAxqBVMJYgcBjoOc4BdgbB0dgVsJe3ycKbPLmj31wLjZFBRvAwhgdDHFtXsebjGL8XY30MmAO6QQeT1kqjv5+m9Vj/i1WKtgUAd28Hh7WY0Yh5mF8w2vKWUnizDgjprmoGP+PbxXeC65EyH7UbrY4jokIhRRltemxe78fGGxD1tWseemhPwqunfPsiA8B0CgklZ56eZkqSqdssUBfz7QBw1mpqip7UWqI/AQBrSde+FQBYO0ogvQMi0VJev6wVTQcsRHbJoJbrkXJPuaFS/XM6xr7UyOBeKdJ59R2ErOwTN+yhSf1GQubgtBSF2I/9M/qTtcN8RqroSQDgKT44DNAd8p7XEQBmdOSa22SJ63eT23zdBADWGnqVAeCWpwXVp+mbvKjWBp5CDcPxgs8atF5ftK1cPgkAuALWyenE92DcE/RAyjtq91oEFwBf578BFGEOkWIeZQRiD8Ob+4oZwXfNCIBIKADA+/s7ljJ6zyKDESllIPG+ooUvevrNS6bAX7IgrbIm7J6oZXZ8bPwHzrJ2/0fHT80R1srjPML7sb3hJPvAnNhur25Zhor7lqYTkcFwlkU2JQAPF2w9vm0FjUud3wFo4WSmyCUhmZFwJgBYcluVAWM5hiFJ9Kry77q6i8wTEQwuI82t78noft5mmGVjXX4zf89YJ9OWtSiVI4MOMkuMA8B01Iv04ecA8GDYzwHgpKORTs07b83ZetfV8YosURqrhuwsZ4zJSDpe9Yh+Ql8PADgZqV0uy3JVkdWYNUdgbdF9m/TRymS3DgBM0LcBgBUZHPYMZmZwB9UxWQlT1QDARpHDuVgBBHrTYTECCYrtyABgoz3QdZ5i8kCHDABGKmi8EaG0Z4DtVXNU2r2idJWkZ6D69ryPLQDirgG/d1GKwAFgRP8+McckgdriquB/4Hl7BvoeGAgM3rdPvmcpp82xEjzOWJtnpkKaT6UCRRt6PtUDDrk9dkLVAetqmwOAwZvqLpqXrkLNXuIHRYSgfjL+UjbvODohx5aLx/q1JYQk9bq83nQAeG4ul/jNrL0uratN1s06a2vJTrhOG6PnNHth61ZO+cJ1NJ6TA8BPvAZwnwJ62xrAyJ4GW4+nMoTFsYzLGwMAg36DV3nly97W8SIAYAbi0R5rtj1mNZIFr7ETkggq2hf2I8H1EFz0m2yn4pknTgHNgLoAgK9aCuj3LQU0IoBVA7gCwNIxmwjgUwCAoZ9ezMBvgMFom48bOpnrS+cRwBvTszcTAJ4RdiZHsDGQJoHIpRJG0MBzEl45fEcEsBVl90jgnAJaEcAP6XWIulgwaiAS+JHV5j02wRRCNRVwpGKjocbT4lAiSkZXSfgFTHpqxIOCvRcUZ4FxA3+fPI7av4oAfsYawHaf0RrAYmRTKaCJuPirGHv9JznmBEHqagA7AMy0AR0ADCE7fgcAzAhgnhMRxPA06SOA5SEqANhrVL2QCOAwaMdDO+P3tM9kpMzbAfBXjFUKxRAA1lgqrV0YpPqx1fxq3sdeU/bYofDl4Fkzf7nd4bxO7Yc5wW7Y1yWLcRac3HHAbzwUbJOxdPKcpDi4BqE/2aGhjmkAhDEsAhllDKxzoU+aBgduHYzM9j5dkjyeyQijVlqKMiUoonXEv7ysqjv4WOr14Vxr5ym2la3vdz0F9H9NEcBMAW1N/Pnzu6uf/OwjpoD+1a9/IwDYEGSljVHK3Jy+C+sTggaAxEgBrb1fn12RfOpQBkELAOwpNYoxwQeymTtfv2GHHV0/pB04sUYY0pPMU4wEcFv+sl/tCo21hzktaWyx9zxVMM6WnCRBiW3jDRqbjPFxTm59FABme81g8ZLy7H36EcgssW6TaBf30XUV/NVnCXtCufEGAK85EwAcq07HCQAzktjBZDts08+5f9vBP6xJ8BWAwPBoRO0q8Bp4u3OqkdItAOCiEOg+OTqpPktdG2Xr9Ns+HqGdsvlvvkfKSYUPj6eABmDw0GsAEyDw1Mgxct1q4XqLEc8bXqBqpQOsQQJnJIxrIlfxiL35JMh1M9dl/tSLqPXtg8p5VNu4r3hCkITSjhuSYh0EDQkjHPdOP6K8BstHKaD5XxikYs2HfIEIiwJI6fkjzXatCSd5o9CSJpWg+p/3GZ8VbzckcRh4QpynPovu5lfmC+MzuMlSmjp3EQBO/HKsjb7X2cmjPBCfecgHK430VooSM/e8IiJlHE9jENZpg3txsLomr1wXKx5rIPMO3bEdj1i/cW1xyiGt7Frk4vclFwuzXAhdWceDz/FU6giidDHOoSwVh6SicNc9Ve9T76nm3PFBjdt/MmrrngEEpzUyMsx1TLqDeSHEc8Z9Cs3xA+6AkTN44BmRvpM6DLiGjQdSdPF+Re94W3XWjSeADiKrBOT1S6gFvGspMs3AfnCAt9VKPLyyunp4YG8DiFH3yc65YucgSjhKRqhuMIBn7QrzS2GksLEh01VQ4wwRwpai03Sk26gXfPtzGutRqxHG+geWPpqRVqZrPTs2WmTXyGEp6lBKzgnhSqmhcSe38HD+Xceh/BXHQyaTUFbqcJf96zJkZgJlXwe94kYZbPegEw2An5YqV7gzjqx7tbM9pAsjVGV6Tw65Q9sDX4uquTUCADsIEzJTlaGq/oVjyvrkRKo48NVbtXK9nbcBXVmHVA0pxrpXnc55Swb5TUDNtkfi5eOvcK6afobXMwI4Eev8aC2JFc12uqfTkvwQ9N2vb88LnWB63E4OAM/NWdUJ+rOKLjpxeZZdMsAb14VzStEzqbvKVtWmgHbwOPSmAgCDLupc6lOhE3gEcBsFHGBwBRPyPDR99ecBHKIMUsktCvMYelkBgPEbaIpnhkMUMOr/OgDMTFmeAe5tZDqy48/h0Lq7ZwCwRQKjHvCOgg9gVxMAjMwT9wkAH90/Yi1gpX+G/cz5h/UM56N24Z61hUwY+8brEAEMnrdnIHCpBcxrQm9y2w+iiPF0IW/bkuwB4LK6OQx1c+trovcS+9Iry8fDBbIuSY37TJEVsbo4GtzG/5LE91eektzePe/S82xy1yX6vMQFtr1+CRDdtl30dxrCFy0cygl6yt5Z9SRy+xj9WhrLbY4PHWy3aeW0r5nfj7rb6QHAkQIaQPBjpiX2GsAos3JsuAPeqAlsdO6xZQBFFh3QuEeGNcBOwgw79lZN2mkAeIouTIohs8M6tQp9Ifq1DckZLCqt9mmu2Y5zBUZDB+v1J92Ae9OnsNpmHVuh/uDBJIi4tjFWDWCP9H2G1P9y/IkU0AyiwHk8hjI2+I4ME4oQht3tmR177vWDewC4OKj63ub+3hgAbsepcto6qNMpoHsAGDWA5wBgBBhoHmm3tTfKL4B3qgawlU2wz4wKjghg/rVgFC9Ths8RAazygIoAblJBo+0BAOzrx+ZpoC91jOMsUkBL7NxuR5w2FVq3vSpfrHvF63/eW//z//pIFIgGnqVXIlauWAyMMIiKs2ZgDB1GAKei7JEO2usABwAcwG9JAc0aJACAn3raLW0C1l2icl4Xegj8YIb6jChkN4Ag/TNBYADAlv4ZADBrAGcAONUARgoIRnpB6kqGDJFGHygQIP/uwtk4kAOp0D03EXHkIG5EABPYdQBY6Z5VAzgigysArHq/MiZE5G+qAYy2XxIA7CwjMQ4Ym1SLDEqRcQHOR9QAhlePauOobg5jO8llXPHycVdKusSQxJkmAeCh0Tyt6d6g7vPa2K4CdGjm2Znh0vaYOB5K52aX1zXWp4Cu7YSBIylJvcLku1rbtRc28vdg7MHUqzhRznLDP3cD95jvM/cOJggSv3cPGzuIip+nWqRhLJRb7yd3HOd3qNp5UnbJJNYGAGDsB0UAWw1gA4B/9N2/Wd08VAponA8A+N9+bgCwpYD+1a9qBLDJGxXQc0Ue6xDrs0DNjHDxnqexK4KHPz+XKpiw1/+NGsBKAd2DxxqYaC6i0nswVVRFwFc73648ow2Cl0NAmO07fdawgk5pXwUITIAs5k1nFBA4jA2Rdkx1VZeNabWfSfDvFeIEAIeQECRcPdW8l9nng9BkoL/+nWINAQcfz3APSNG5zth4rUBjTIcDwaQFATn481n7hCDc6AN7LYy+eHac/ZQ8xJ1TeNvYGXUfteJlnDLDWQd7Mk332MdYc3GsjG8LAEOJYQ1gU24eOQCMuYfxpvDN5hn8eUoEsIO9PvJ4bqQchXKFNY30yVf2rpAPIQV5GNQE1krgzUpJcYaIOebU9Wuqjp62fyjpAUZUpV3NVwMnvzthKoY/7L8shCZyJ1KWIQi1FYI6eXTsrQwCk+VX/hM0MEDhUjeYssKrbAAAIABJREFUYIsvz5ARfI/V/qnLsUXLlCZZrHa553kza2phCZ3oMHn6fAsD00o6v1zr45hb6o09DQuIsRy7NedtoVMneuipi/EQm83DXC/Xbarum3rvHkAqyx60q1PEGjCZZDVRLSqr2gfcoX4t/3LO9BI/4KdqzA0ewfXrxwt9rrTar2J7at8dMZTuot43D203zEPDYLlRy0Hiujjc0CXrI0lEyCHqt7iuVrH2Z+J/BPOijnAZDD2H8RbVDTYdBQKI6SkXkf7ZjOKqFWzpMpk288rq+rVDixA+tCgqixxGyui9CwYMi08Fa8O9KU/Bd9L+to60x0bXj1U32ABgRAPjM+oH371lZQysfvBjKzZ8bMYuGFgkY6tBRtS6bCIjDxyncFDyiv7407usHcagZkqqYO4jlfig0zyNZrRV91HYlrQWqrzSTLPveekALY9tdmTnVJb3ka6a26PTx3htcUbwCGCCwOEohyxMqgEsADh9DgdcPzYGAM+CaLaWzuKVdvpZND/b5vYgb9CJ8ean212mza8lAMzwfq3r5gkHjxt0a2Ja3NlPTYn2xavS9ukp3Wo+SfNbsay9Q8ji0/fN8sUcgCQnwGqwpuTm8ukAHHYn9eHvyibDEkFIg+w6lIBeB4FZkz0cbZT6Oer+Mvo30omSxAZXcTrr5ClmVBxQM0Ee68wg9C/J7tWWJJ3zsrLA2WdEBSP9Mxxen8GLCPTHDMyoBww5AJnkUIOQdQiRGtpAXHxGuwBHEHxxZOUGHtyH3mC8wwDgMo4eFY17XrL0FSiFsGdtXLHo331EA5O/oT2zXcEizbH3yGkfQ9WEklGaT2cPnildI5v4uixrMo/J5PKYlbDWonl17GdOn7rNJMmpe3atTpzSSS/iricBaZce8yRtFzI5cZNNpvA05HZt/5mWXN5ZGpOx48ucbptWT3pN0Lq5doZyTnEYTnqLWlJmQcYSEV/QOyKAewAYIDBoGmjYIwN/nwQADMzBgr0CAKaTPLLoTADAsgeGFCn9aGoONlJDC66w3jjPrcG2nFTbXsix5VdnwMWmB9XFD/LR8rgXNSADv/a5ZMiQHRFgewMAR9pnAsOqAcw3bGgOsBMMxjEHgAUC4236CsBjD9qLwDEhS8474LhLhVT6I/o8HwEMvjgUPAofSkO2OQB83SOA9zwFdEQAZwAYqkQFgHd39sh/d7oawBUINj0DQDB0Sa8BjICUjQBgPlNrfx7TheYA4JPQ334trbfKX95ZryYNPdvxKACwDDxzQzAk5i34m661TYl0ZgUAhjeOpZHJHjmP7Tvqi9AjB3Wt4I1jYG8PANcIYAHA1QsiItTQ7yroy6G9EitE/wIEBvAbUcCs/+sAMFJAP2UKaIsCNqZgXMKQIQDFAID9mRsAOI+DyEcYR8DKNgKAWdPXwd8EAgcAzPTPXv8XUQYCiQMAVg3hDAS/RQDYetFEAMNI4fVj3EAnwq/fmmhCuZEUo18sPc4zD+U14mmIxtZnGJUYAQyO7SCvRwGzlpoDvwSH+da5NL1RSKqRCVxZxWLk6h/PHb7mBKz2GKQtV8I6oWysjSVPRfVknEXPgtIL+zuUEZ3W78+Yq6y4p89kjfHdn3d0vtBz91am0pwfpZoFytNRCHNlmH+h5ElRHqES7chACU0AsCLV5cyBl29fB/jrqCoC2JVx8nyluYJC+y4B4L9mCugfDgDge0z//DPUAP7wk9Xnn99hCmg4+AHMYg1dvH3Py2kB0aSKNx4DgDXNkpqKYdT3Ep8F+83+A+AWIFCeueytuQ4APAYOh3FAUbpqvXyGMORrOoO3Qd6rUSRA4WwkcbNSoRk520IyhMcS6RUakIhuHwR4UBdC8vr0TjVRgnmluxEk4lIrsIiTRH/rKslgeV7o7FQSH0OM9Gd1IVIGiZCGFS8cQrLAY48UKA8yvt9zrzQUU8bcmT05RRdizcVxkmTccQ0A2LNoBM1Pu6uOISaCqdq0k2EcunHjOj39ASSQR5txCEqVxl5KWcULZPDXHtBzY70xetrXSgAqsm1lesWN7aNrrTTaVIDA3lURxiKylFbK+DQqTelnPLP63LYZtJZzjki/iPxNfFPWy25thQzAZ9Vhcif/HPJIGNIwDtn5op/qlubXoyfhI1PLaePfy9pY78qGb8Z4xGrr2FleC1x9+bj9MAeJKP3Ren061bM68GnbtgfPO9tQGMnH+T4ubcayk+3FO9I+ishE33k6vRqhSSWpYCdDge+9uE/QyZy+Wb/VBxkHvKoMw+M+ng3PIKHgU6mx+DOrr6Tn41oaPo+YgqfYTG0FZBn0rRIZH/cmQwYHSyPnJOctA37RxhPIuASEYTBH3UQZzAEAHx4eWkTwVYsQPrC3Gc8PrJ7wHiKyTOmHcf0yMgBBNvK5sFuE4Yv9svUOxxtENiAqWA6zlsLTAODPPkUUFwz5+v2hZTeiNz6yMJmuhewWaEwe/HLULDNLshUE3R+qyDkCYvWc4o+ajsQA0rCLfNfRLCvBZfciOvgQchS7bRzbusmy0W/1RCj6fSRRbTswVdKEjDmsW8kMVAEA1/I6ymgTmZkiu42nE8/gMMIBfC8W41uM12Atb9fnutvGP70sMrlkSJo7vnzt9mP1+gHAyEhQ53Z5bIb6fFzd88zQKerxaYa6zn1HV2DdApNLte/H1ImkLDOASgaAZVuo9oUe6OXxBBjDUYZymr0V6Wu0sjg6ql5wZJmJ7ECl7q8DvnJuFyBM7dWF5HBmib5nOacHf4MPVn3P5WrKpqI5CBB4C+XAvDQYIn+jDvAzd0x5bnYj8CLKzHYckUg7DgLvWBQS7EaQ0R+ivrzxk0cPAP7CcK8sWS7O8hmUEcOyI1m6Z4DAV+wNAPjQslwcGm9Du+BjF2hfkZ1GDscCk5naInhlJ9eNywhaAUU+30rQkz6zzqveZ52zz89ZogUnGaGt217QF07Sp3ztZnK724umCdoZFfU5rafdtJ119tx6ADDuTKuENbkpAIwsBowAJhj8mE6RAIAB+CIC+LQAYNKotdVQnLgePVpr1Gf0UCUaa4QGt51UvS7fo9EdXbRvHKlcBygZ0Iye5whgALfMtEqAtwOAPQqY0b84hqCCFAFM8NevpdOV4TbMyohJ9yJuGudNAGBzhEKmuk4PLjyF1tr6Wh8AfnciAjjXAJauRpXN+Cb0QET9qgawgcCIAEYZ0FQDGCAwdQ0CwIgGhu6BsmXbAMDLy+zMAOBsZ1hrEZ+f9KJH4JQA4LqV+AAFAJbhF+9XGgBmLeAHq+fGFJ6bd5BZSCoAPAn+1mfeFgBGPvmI/C1poAnyegSwEQv9DoKAdwaAcwSw1wCeBIBV57Aa6c4OAJYRB1wjpT2i92zUkUlpoAv4q+jgHgCG6pDrLsc4u4lqVvkb20hnCQCHcjd+3+jx5ttbYElc1yvzVFVKowOjUhZGqPu1AkcZDyi59GbWHFU9Se3HHcrVFMIE+lbw1wHgomjHVdkCjD4kA5lH0tCxwwWUMCuGXi+vLr0AACM1IwUauxZK7gXbIw0A/J1vrt6xCGCkgFYE8D2L/v149fP/QATwxwSAnzIFtHsRgj65kg7BhdIlBQ391WD0Bk4ZjrUepRzjuRhd6QCwtoGO9x6NYwDw+MoIo4VGYEwZCoNBWSEYrwRsYe3IaaZGrgQoTNOtGziCTktRj7hj0YlItx/PF/3gyOD5cufDVu/gael3WUTtmq0rW5/GnqdsgCLk6iat2MYRHx/GAiD0Z3hfEgAcqJPmSBuIreKvGzMiI8TM3eqY8KRXGQCOcQtlTWntCArYM7/zzs3VD374/dXX//qvGQF8x9KP/uVPf179+U9/WX366aeMElCGAilnHCy7LtYKvmPPMpWcpSeN9VDrWNcpYzy2g/pc+YsAcDvdASDUveAT5yurtxXWfSJQg9f7Os1rq5lnbihfexRwa0p77f1wUpPrjfB01JALD1mnN5E+qYAhMjaqDxmsap8x+rLkkLR0fGvDygIAPHvfzI+wVBrC0dI3LqV83K/tLimD87IA4LVrAI9QplnAe4KS6ecvEgAcmy4BwdwC3GT+8sjY+nWUF44OWdBv5wEB5sUYYpGFjBV7vroWcneL9rsQJoO885/IDEBnEfFKHTP+aX8oQfD+zr+ZNt/AYE8VfdkM54iaouHc3vtWJ3hvz4zpBghfvYZ6wmZItwjiS177CW2LhjmTdT6vNJsGBhvA++jRU4v+fWJpoRENDCDYooOtlA4cd+Bke4S6wfZd6aJBi1SbsRBufMpR/mLyks35N0Bjfa7yeY3SHRrBKgWtNFijEo9TVkEitpr+8PjHsNaDQVuz/KuzW7qh9jcHCEvftgGAk1xbUrd6CuhYP/MA8LiMNEsS1jy4voFyzQbXPG2J35wDwHUgBfZNvc4B4BiZJQC4pHSOaKVNAGCSvNCLHQB23UiOoAEA4xwBmzJYy5bRpIJeAICzU2HWFbO9xrm+60fh0A8AuGaAw+e3CPTiDYO36cgeEABPIvzGbB/Q6cBTWGbMHVeg8SKSCzV/kT3IAjSQphO6YBDpIt5DBEZ2C6NpMGDvGuBLAPhgn/wMqaAvmwOTeKIoNLPx+RiB77AesPMW0qTMX9PSz3SBVNFl7jXJTjqtUvSla+t9ls48P851uY4j3pZDNdf2nK6BOazBD1vefI3LBnrKwjVL+tHmksoanXxpp6yz58YBYElALRekVQ76NHXq9SOAMwBcUkBHBDCdXcYjgGmTpg26BhYoKGB6QNeXr0D0GsvCyWbprABg9MptneFQJV1ANJ08EgAwwVzpE5H2OQBggMElAviFAsAR0JYB4HaYY53lKd0aALaUzsRrmDGxgrW8I9nuEABmCmjog8j4mtNANwCwRwEXABjmbwVS8S8cVPmoWlMZM+GtF5bZOQB8sq33Ol9tAPCvSdHWY+LtShIhbLaOvr8uAPAx6gBbBDCifz0CuAWAEwBUzRVpvkU+TgwAsw6LwOC3+FkA8NsEgB0EBnEgABye5gEACxRGJLDAtakawH0U8NlEAMswAwYhEIGfCwCs1EhKAyQlSUCx1wWmMbxGABePWY64Rx64ESgirDbZfJsDwL3hapqSzgHAEFhO8lJNIL0CIKnttcaixrBk983iVW8krwa9qugKiC93GxgiAgSLtK+K/I00WS4Q1N52jw3vY09ZTIOYFNEL4bhALunGXtc7I60HGkJFPgLA4Gi2zqHgXrD0Vu++ZxHAHyAC+O8tBfQ3VzfNgIoMjPC7/sute6uf/ccnBIB/+cuPV58hAhgAMByRUQeY6bsUAUwFnmsRRscAgTEYck5IA+NCkYwEOAYAG+BP1AHmiuV6FgAcSiXn0L/zmXpUqhuxkoVgbAGlduph9QfNom0avH3M+ddr+0ZWgDBPs68xjyHgpXs2xohuPeoe7mDCa0JI1rrNDgy+iseeRmPUiP3Ol4LPdIjRejxr9Fb5yeyzLRamXKxqR0Qvcc5pxM/bQhtkTL0ZmG556usFAAsQULror371K6t//j/+99U3v/kNc574fHX71m1GQnz+2a3Vb3/7W4LASEF6/MjTQ+NpbS3QuGR8iWvc9hWyf4hmuBGH6yWmIT4oq0cZ2wUAuI2ccEnEade4bNLfT6BG8AVtxUzzRYRitnlcG9lvlgHgGhkmILhGFqr+dtzL+Ru3qegmHVD8c+O8kTZPr3Mu0o0FurL13nlZADCGfYKPCpM7IZNdIhNjxzmHM9aAhTZPCgCH7C3ymGUE/qC7x3pNnLwBGHD8VCOAK81ugYzsyKaOtXu01UFqJHHQg26c3bi8NG11VWjPio/F/R389bHBz5UE+PlRdiDt+TK0niUjHKqw7/0mdF4xaNVdyBRFhmPgv/Dk1ty8xQgqeIPjjTqKe6gdbA5sh1evrK44IHzFQGGkiUatKMj/8gpXumlMHTN42wv1g1Er+KnV/3300CKDjxABbG+kuLPIriP7ft9qO+KtyAekwXvITEx0UEGEMCK+WK4lyS3Ok2kIcwCYUW0ux0dKaS41v25yXnxCYl4UVZ5miew25rpGGXNky0WxuqtzXd79eUvy9wUAeIpy6PfpCGCldfZav+78U2oBd6mhy++cdsjBrUxQaUE8+/Z0ZWrsNT9LO+Zsji/xm3MAuI772QLAISA1LMPJUSd9z1i6Z+eTpHN8/ZKMzqAc9dnn1n+S0cIuMLpsw0k5y3n+GdeVNJYuA0YEcAGMI3JVTi/FOZY0EBlt/Df+RXrL5OTO3xIgHE42oUcm+SzoVdn5LiOHXa6Ao64dqXBNzjog4PcCbEB4EwQ2/ZiRwKZPEwwGo4CV2EFgOi+5IxkYiN1TerwifuNZowIR7hf6Tshb4GXgSbtmxL5iZQ4A/h5YBDAyXIBfsX6hlw+iU5Q7QgIYoJNpqhcVMozGoMoueR1JlOl/WZdejWlr49eGyDS9Ak+fNueeTJHos73ruuM4PG+Jtm/fsuZ76nUOAJ9kZF/Etdpz8yJHZQYN/SMVyJKgh2WATjmtWjcF9DYAMOueJwC4rkLY+qbH7nQB4DxyC7t/VA/VNU0EsBO3aidWZqfy6ng33S9DZu9sFJExA/YLZBiKFNCl7q/XAP7CAcBWNmF3/+rq8AYigL+82j+MFNABAKcU0LFYKPdUAFg1gK1cgtcADvC3SQFNXU/lFJQGGg7EAH3PAeAXQb3ehHu89T//7w+lcs+5tQxGQhSBl+CfQkH4A78rBfSrGAF8bAYSpLextGgAgJEC2kDgAgBbCmjkn6eBw2sABwiTPdDdssZx2AYAVh3gYfpn1gBeGwCGwJ8B4JkawAWgiUjgswWAldI5DEYRAbwdAKzl5wBw5UajgsWcgWMzABjbolqrenCg3xLzAPDJRPdtAeBeGGkAYAISUmz7FM4CQDnkPvT6QHHOQc0ANZSORcBsKNQe59fMTyhvkJ4UFZEMZ3BgoPOCR9wQfo17iqaEofAJAWD7ibWOjBkCAH735urblgL6v/7w26MA8M9/8ZvVvxsA/AsAwJ95BDAzUcmzG294qKnmhK9bTzdSIoEbAFhCkbBf/KP0y2cDAOeJaFdd0KMsnBa4it1KRzDXfKYwgrth0yOWWdeQynWT2NE92z1NthstIlKRwC+EFHqrhcc37hB7tdslSbgc4zetOZ4cJvGl4R7ajGdNsXO0a88eHpSMCItXogFpO5SjVTYuVwx6yWX8ogFgGPPhyd/VALa13UdxB20tcDaIhq2VtwFOmFHna1/76uqf//l/W73//nur//zPXxiIcLT65je+accvrH73u9+vPv7449XHn3y8uvX5baZZ4tMyTSb2NyZcIyIn2rouOMplsFxugFkrySE15ezQeMNfEpHSLFaSxUONbJLnXyAQp8adHfxjaaE3LgiYdfrHa4M4Kt27FKrgrboXaQLpghwk6tgL/MaYyCjmEcLhjOKetW2P87dKi9tf67cl40gGDKfaGP39JQLAU/0UTesyEWz0UFuezPWwPW8/CQAsJwTdu6x1f4zBdwnq5SHnAODIeqA1HQY4re+6H4OHVINsMSiU6PihsbZVMTIA7M+RTtDYVEA1HjTs5jp1zbFvSI3zN+d1LeQRQ+TjpYUlM5Qby3nXGM/4zf8W0Nr2O+gDwVTQCZxP5yvRRQDAoRupaY0vvMABAF+G8fzy2/Z5x9JEHzJdNN57VmsRhgNEWDE6GAZ2GgTUPxNhaO25iOJ3oFeQbRDVZXTlkTnoHD08NtDXgGHL2nDPQOC7d48sUvh+iRBGCmmAwkiRRwOYXa9ZcKDZnuVCgB9e21Lp2dzrHI+KzySmIT7nOapyZNiVhpS9zqpmQWfwMzXVKpZLCNPNghr3O5m/zyBOY/evbagHQdtlhNH8iZZHOZ6QZ/U3wF7wwYgAzjWAY77z/h/KMmcQC8Q5mRqpLWngmpctyWrnAHBadaQ5U6+TRAC38mw/5iH/FyrYEuymQ2PX5hMm51OkcJJ0O8mdeXonLumMqSVdIpTogd07+8k5NxxfKS95RqtwwpNTHoBi15MdBC6pnwsArPq/fDt9jHTQJSK4AMBO01yP5tN0JLLs/MJXgs+HhjQCABP8RVp6gcAWTbB6bvRK9YDlVM0IYOdF4mv1xRHKgLgT6KD/AgLwzccNvICZKd42ANhAYKSBtvq/qHF/cGDOS6gFbL+jVrD0AMnOrJVcgIHIJqF+BE9PkkqzUMraiBMiDehaNGie0jdr1/vSlzLq+cJat93wpLlezmybDe9yuqcv0faT3O0cAD7J6L3sa41WmNA2L3GI2mW5rsh5krz5QhsvMgL45QPAPSXYZveLZvcAMPdU0WcqABx7LbIdxcCT6oftI4HApaRVBwDTlsravikaOGoAv/YRwBdXlyYBYMs8yQjgHgCW4qIawJdYVm3HooV3rZ3LXgO4Ar8G+DIaWHbVcwD4ZdOwL/b9HQBORo3F562ESYQE1CGIk/99ZQFgpHZGDSzUAAYAbG8DgJ9FFDBSQJvRHAIqC49PAsAtMd4UAAZ4pUje0wCAaypo1QCeiAD2aIXWWH36NYDFyMEtzhYAnjJwTwHAw/NdKSxGJBc0ijZZ13mNNp4WZeYM7ooAnlbpl7bcNgBwayjTHQYAcCitJQLNnzkeMwF+AjyT0gxBgApwRADLc9jxUCmc/sx8csoc0P6VAppM0pVWGscokKQUsMX4UNthBDDuiWNUbucBYAg+iAAGAIwIYADASAH9hBHAcE7xyGUAMBBWSjrEAIHjKep3abKayxKtZ98F9CC6Rylgy3GMQhgu/ZniO0d7wSA3hS+wB4iwLyurFRjDbBrN0zCB6GZ/FTrANCKgRarDHMZJGA5kFKjgb31ePFCkvVRaS85pZzCqxvow9sc6rMBuAQ74HCMQcBjbRzbJ6Siemsu3LAKY6kYTVjqvumRAZHIPs4kXCQBrviCEPzFHJ9SAfGQ87rF9xu9DADjWja8YTyEDYzcAh69YBPCPfvRDpij913/9VwIEP/j+D1i/8tatW4wA/stf/rK6bamhH9q9nliaZ9wHIALeSA2EdVNqfING+Fy3Y6aVPFhDmJIRFZK9dWIfYogUFc1ZWRsTqZGKslNoXN3TUjcrvUb7oQCR5hEM9nMCIMr3LHtMxk7ShpKCXQACATVPrRTRv6SfyVCZo4HZAX81dMP7IrpLIu2YiJ8fhr6gPRqcyeW6eOAcAK5DxOHefixPCwBu1nusvTTHBbBMx0qv8cEBRN8B4im+qeLa+B6rUHSbd/bLyeD1Gz46cJbFnjF63fYtO/zEHnZeir2t21WzUP68uHDLw+uD9z04zvByPY8LLmlMEnDtqe+bsXIeil1IBzMioVD+bc+Dx7rsAxpS6YjuDpoLp5sLBuw+MVnkbTOeX9m7YnQYqaHN69zeMKwzZfRVS7Vp9HnXzsc1qOkIJyaUmd01+z8yoLidh/c5tpSeDyw9NOjzY3sfGR2/j+hgA30RJXyENyKEDRA+OrJ6whY1fGznPDanHqTsRPSvsqK4bE9HOa/NBZpgslSJ/rX7UXXC6IlQ+/CKvsX4Z84zGH/OrXSJnAC8BYHVgkjjOK/Wmhnnv63E1Pcgzb3LpgJ+FcEteu4AsGewqYAvgJiQcV3e3SgFNPpyDgDHjCzJeSpBsd3rzaoBrLIeU+N66gDwCGsM3jIngsyVc1jSl/IqyAZqUoikz/ZyFsHfJiJYWVkKCOwlrEp0LMolURZUpG8Gf3XfHP2rrFLhJB40Tfr0yQBg1v0N8JcOJw4AI/uOZ8liFi2+ow6iRinkyAp461fx7uTYGBTY6SzPN0KMvQMj9WUzWCMNNOrbI4sFAWDLXgHeBBAYjkrconY9x4lZJhQFXOsqd3J7TGQnvwdPiwdgiYa1XvPUPjehNbrkULjufdfqXJ2PhdNP/67r92/qzCX6fJI7nAPAJxm9l3staexiypFzAHh8lsbo1Ra7nwAwFRDdpuhooWtNAMDBuyky1LJyYavo/zY1gN8oAPhLFgF8Y3V572B16TIigC93ALBzWoy7A8CXjFdGDWBEAF9ONYBLKugtAWB39WqW1NIWPE8B/XLp5Mu8+4YAcEuUtgeAVRMQqceYk9/eqE+FOlUwWCPKCH9lvLYUZQbMQnCs9fUAWtQUNrA2FGMpszZXb0/UanlKYVzg77On5t1uIO/Txxb9GwCwpX9mGmivARwA8HMHgKPmo7yn3TCQZq0FgEO0TidQalX6HYK0ENpfNACM+5L4V6BN9T0r6ENC4Oc0AjH6z0NhFMNReaH2rzDaFAA4lCEqUHqXyODFFNBRe4HW7QYImFQEA4Ec2VWbgcDtWg/j+jabVV3azlBcjLF+Y0WjkJOXX+JzUa79WH/HmibTvZq9jlGke4o6zKGNZAUxIuWktEbUsNeLTSBhzeoUZjsXNLgFwARrlESNoKigqQSVvM6039AX1gDGv1iHDgAjYv49SwH97W99ffVPFgH8Q0sB/U5KAf0pUkB3ADDTP5cU0IrAk0IKsErPpr0O463XAFEIY5NCL0AhnLY2ACx7sIY4gzpjQLAmdLjkShvP0g6s6zXAqYjEFkWq5lbcqqweF0ywtwW+OTjlxm9cV823MsgW7/HUt6CBAe9FpwMoyIpcpkMwqJbvEDVlsfX//c4BYmkGmvFYV/mcMxwJBHAAeMN9OjDg9LMVzzPartbXpq8Y6xgOjYEbotwgxQjgAgA/mACA65rgOsdc+7qHQwAAYET+fve732Gq0n/7yb8ZUPBg9Z1vf2d1/fp1AxMQcoa1f8F4OcBmc6gysAAgMYDhzz77zKLL7jOajCmhYZAC9UDNGAMhCljLafV5Ba0sIK7mG/s+RilAJxx5Zvw500d8HgDAMUgNsC+lpu7B+BwzEXxe3wXWqgeR9g99UhsZtKo7RcOodFHC0vQh0sWGgU17SddF3dO4n+a5yjLsQRgN8TdSFgJMaqI3dJ03yvaDd8cwU6nrQJOpPdLssXMAOBbxEpi5AAAgAElEQVSJZJJXEACWeFDpZKy96LgM/WV5+AItO8JxT/8e8qAWcXnFmsj0vYLC7IDT9c7AXVtIXSy9qY4bvN73HtaqRMCOL9R9XHs2/6msZQ2S+jlKm33jZl7k/dFPIacomr/QAREk7q3cZydUdV48NSbHzEFh1gc24wAoy0PTTZ4YLaejKM+9QGP6ngHCAICvXq2RwQf2HQDxJUN9L196a7W/Y0Cy1Q5m+k1PQfbYaO5jSw0dJR2f4LvRYDjBPTb6zAhho98AgBEVjNrBeN+7c5d62VPT0QBqgD8wtanXiUfEr4QpgL4qlYEAZPwV+GvvEOMZDVL5XZVYNGdB33zIg0Jr6Ciz6IoeBBap61uLNmMeh+ti/Iq6LsgFQl+ic5+Dv8xwARBYAHCUMBHoi+8C+yMamDqWp+yudDjzDd2nfW1h7FvaBBQ3Npc3lppd5/iSnDZ3fPlYP3br9CjI3vS1m/R5eK5oi16iZfHq6XHf20yfB08COW2EDo89ccjV9Vgrb/Z91n0T3xjTPeKJumNNW0EnRzol8tiOR3Mar51Zo+QD663h7QDgakuqALD9hvIl1HM9PfIYAOy2jpMAwE3WLue9ofNrdkJXcfqSAWCz8QD0ZQSwA8ACgTGoqgEsmue8yWXLcOSOFStH4HiLTmU5J3RJNAueBQB4x6OAUcMeGSoQCQwQeMf4mUoX2MlFlsV4om69+AizcDFgIG2ZWBQZAHZSXlYoeULeZ3P7fpraD/Yf1+icxWbde65Hh8qjcm7mX2fAFTbr5NienqETJ218jgbP6/SyUJ71i6tqg9vMOrBYY6/i/G47husCwINMhdzXrWQuMXK8BjCCOSDfQqZFJkLKtkZX+Ca+YFiDOTIG1vDYHNMfL9QAfvUigDELW6wOOJlDcj5jAFg1fkHTUQtYEcBKBY03nEjjs+ysfOM3qzePN22v5AemZ8RxpDQibiMHVOoURQdwWYWbT7hFlAssgDcxF/CvuRrAHQeZkE3IDTzDxiVL3byzf7i6euM9SwH9pdWVqzdWO1MAcFFepIshApgAsEUAI5vT5cs7qgEc9X89+pffN4wAvuA2vJ6LLJkYzwHgbSnc63/dBgDwUICSMhscMIQiCHpzKaCfmOHB3i8DAGYxcgOTAQKXCGCv/0sA+KHRmxoB3ALAoTwPuX0x9mIoQoLLijbGyeuvTAHAqAGM+r+bp4BeMwKYAHACW/zzWQDAsnylWr9RG8fTxgloxBuAWz2PEB+vFQjHCmpFIna1z8dVP1MbXPvVCl91PfdCWXjqNo2zP3MS+nRfxpbEOp0uRtYQZJPhVtcnRcSV7qzC93J5rNwAOSO1ldJWSQkr4BKVNaxn/K2/0/PLo0l5zBViRrsQnMBx0QAKHcWA5gZhGsM8YtRT6DFyoggoUFJb40mMFeyIqP/7nGF1Sm91wSJf3nvXAOC/FQCMGsAZAK4RwB+v/vNXH1ntUqSAdpslo4AB/roy6p7cylfLh5flkUbHAMfaNcDlCC85dskjfPxZ5DRQ6UZrQ9f46hVru1sVHalpFV9dx9+8IQpHGHpvjxGGWCUF9fFdE5bp0mAGBHzs/Zpq3GZDbscO4yWJv6+RBEL5Y0wZesIwhTmnITWcUKDOq8O+4sVf2n1QB2XJQDe+x4YEQ3vGhMQRhZGjMaPgSbhe0ADnaNQGymNZK40RN4xpXr+rAMCPEwD8cAQA1vqJNqvnoGgBHgmpar785S+tfvzjH6/eeeed1UcffWSRvrdXhweHBjTscF5wDqLUWKsexiATaKEAfPKbT1a//vWvV3/605+ofCGF6f6VfTMGXbT6lA9Xn1st4WNLRYo2uG+Qqs76DlAZihqMaACNIZwylSr3pABU/E46A8Ah0b2ym7BXmznxNc211RrbxbtxJTdOGZNm36SFpAhg0bowmMa9CuAT41r2ft7rYQB1Yx7WPp8rRYxF370/xbktz5gDvhiDapQUnQ4wuO5d36/cTv2Ca/vGR+00hmYsFwBg8YD6ypScv/YHywqUE02ZQ5y65t7QPSb4b9PGBsLCOPEY/op6BOs06/1oHj+vUW9mqqnR9cy5iv2vG/Df+o9/rLNAHhS03c/V90pH9NVXii4oRDCabozS0Wa5xtc4N1vdXnlVtCSznffSP+8Xl43zhWgj1vbYNE0uG3+Odg/Us/VM/r3Ml49dHCq8ybOVeKRUQ1fyXJfnzwklkywU9C+iSo0+gtI9QgYH0Dxcz6X9nPQVxnSkDduxNNFIIXbFDO37BweMDN6z3/b3LW20OcAd2F+k5tzZsQgsiyRmKjiAtb5eILdBDsLaxR/IQdDJHpojLqKCEQ18l0Dw3VIzGFkk4LT7wCKEQcOf2vkEgg38JbLMSGHrJ57J2hQQbG/PDMOnKCkB8VCVVhROFLKM077qRig5SvvcJcTKvvxGzQ/aCBz/uv779VLIf3Mg1oAmPcAQOh0D/PWMKcymQYBeDoy1tElkuVEkcKSBxucY/x7keyEAMEYk8bhJErcOPVuXPpKUTO5I0azZ40GXhjcMurVBV8qpmQ5OXT/XrzHwNNO3Kkuq/5nKzAmUIr0T4xXtJP48dW5LQ71n5Tp3Xku3oTSS7rvRnOXnC14wMahF9p8g3OIvdQGOjkRaw+FbMtbc5gBwgL/xF6TG6/wSAJYuTBnH9eWI/mVNYP5W6wDTUYa69XQEMPodmYTiWePx+/VNWZn8pgYTKOtAzfwGI7XeXg8Ynz34AHozyTHuSTJadbeweaAPRuUKzat8VuBxCDug4+gP6hNetgjfHYtkAtiLqF+UJ4BDEnjSrgHCiHJizfo0mRw/rzdfgGB1ivcYwK9JRinNgJ1Nbv4xmj9O7fsmtAddphy0P81L1qZDE/SVvZsnldtAQLVbc3R94b5zz7ZEK9Yel5ET59qedFhlO+vHho/2rxHUp59gnTnLV58pAHxG87v9/MkSNd+tDqb3Pa1dViV10a1pABigL+wET1DyxAFgfIct4fgNB4BFyWAvFWEr+p3TVPye95kchnzWZyKAZWuIjHOyoRLsdQA3gF2BwA4EpxIA5TgA4MjASCBYADL+4m0HjTBG9qGQ/b2DJwKAO00w6a/DNW9jSLnf9CmL9N098BrA71oNYAOAL8O2Zb9fNAyH5Q2tLTjghk2DLNicoGC7umTBFCiZsIMU0ASAPe0zwV99DgD4kvHWi+5wulQDuAGA06ZbIu3nAPD2FO51v/IFAMCRjhLpx0CQFf372Db92UcAy1jLCGAQpmcG7jIC2EBgSwPNKGCLMGb937UA4BFRMWRWCs4Sqgccj1I1iGqNAGba20gBbX+ZOz7eIzWAkW4MILFSR8vLEx7o+guigzqqMymgGwC4AsGnDgDz+eWtU4DciBigQuSAL8FefIZypKjgABvlpS4QuCgcMbY+BQGubbIB1wGA6zmhLDglHZvXdPM5wU766jZWFTdAZfPBpLHEjYrFQOkCVEP9Q+ET07Z/yphLkU2R9KEc5sgyB3nlresgfRECPCU0AUEJHPTBdMMYFFUKH3CECKNZMZ5h7epZJXmEp1vtPFeEfeWsMLLlbaaCvnDZAWCrAfxPP/r71Y+/YwDw4R5TICLhcQsAWw1gSwFdI4Cr8CJlVGsyIqEFqGodKK15nnAtTRgFZJBMIE6ZowqulKfiI6WGOsBkCiCJO2dspkZs6mh4xyntjoRlGUE1jhjjft/k71jDRRDkJRXw9RsI9Mpv3lWOANy/jcAvYTPvjfpZ7dSIyDBuOBDEdRyCqBvR3GklpNN6fEgFhkBXnKOx7wEVRQD7eHXNyTg2vEfMpADgJTFr/PrNftVabGlN7VvsYfyFIF4jgFsAWCmIs4kl0ToHkLEHAM6jBvB//+//ffU3H3ywum0pn//yl0/NieIWgVoadgD8Gt9C+rerV6+u3n3vXQq0v/zVL1c/+9nPCBojFfSXv/RliyZ+n+cc3b+/+vijT1a379zhVkA6nD0zFmEfIdrsvh1/aHwZtALbDtHFkB3gQam6YwYA2wEoeNxXnkJ+eizDuDkxR1ByIq07RnhmKmkALBXK614gLeCC8L2NNqwheK4GIKu5i15mel1pB9PHFxqujoQ5rBgEuadEewIADt4ZYPC4ENKPUHQm6EPeI1VxXxcA9tU5Kv7MBvX4ePcK/5IxLD9N70XePGkJRdxsty2ezQd2prR48nBdNUr3wrobGsIqzRkzqjfnBy31PorX6ovYbhr5iDArynDQ4XqNrqs8RWRaxwuQEIaGQsN5VUsm4zrnGRxOsNzSN//Q8DGn7AvkdhpE8X3nAyB7c13/RQ7xaQ3KmJ+ZT5l4YHzXXx9UH+uyPKK/EdFUxkqyeAEQjZY9Mzr31I4/M1JQAA6fbjx9GOsBBoD2IjsD6gXD6H54eGV17aqliD7cNxDY6jHuIxpr12sxXjDajNpSke0iTQcAYshydMKxFP72fmg1g+8/sDrB95GVyTIymcMOgOHbt++u7lpk8CPL9IDIYKSIfmY63TNz9AEgTADYBo6QQaANZTzC2c0dKp1mSrxy3kaxy+UurRoHk8MIpN/qno/IAFHLTPvI5SiE1P3SULmZdRTXDgBg6mBR7kN1nVV/M+ZRDo0EZxwABo8qqda5dlqIY7het4j2WIMGaa9PvDDua7RxFqfMGfp7IKy/v/bidr1avu90u/21vUyZR7N/hrl5mOsTdZFuaSw9Qz0uh5J4ZZrd0jedMd+P9niftnn62lo6ZnxkPcK50Evf6yMnj8kbWTbeDgCeigAGsCv6FI7SADERcRYZEaL+bzhIrw8AO41y8jW987HOo1SP25LcKYWlvzwCOEDgkg4aC4bRv3JWlVXFBdasfzoAq3WReAQ3l2eGwvmFPyMRF7JNIAJYAPBlczjapXMS+BFq1VuUk/0GnaBk7aOhDKYf2AaVDhqZg0q9ZBeS1d92vTbrapFeDWm+Wmt5xICe+NrfkqTME6KQZUYoLfnfQrjW1lxhYaw2kbXH6O921Hf5qiUaNNkC5Y8tX91YzeqDWE0bLJQzA4DPcH63HMXFfaZ26yy1ti3XJfzm2DY9AAx59SnsAEaXYQugE2MGgIk3KAL4Uco2+qZFALsE7evUFiuTFyWbSNIHSR3z940B4IjwzVG/CLyLesCoAZ9AYuAy0CEiAyOxAgeEPQKYGAHs1V6CRup86IbiTXie9SOAW76QaYzUtyR8uDVDYwJHTwOALQJ41yKADz0CuKSANj1MNYCVtSkDwCD3yIKBUj2XjFfC5rVr7dCGZk69pe5vAwKbw69HArP0jF3PN0zosIWle8BsFADwpll+zgHg7Snc637liwGAzZgAg7EAYEX/vigAGOCvDOORlgARwKcJANf0kDB6jDJ40igXqj0F9CQATDD4siKqyhu/Ceg9OQAswZ7peMPwFMask6aABoDkhpsKALtgj0gBrxumvwG2CQRWWmFatb2NBQB4AlCdFbDAN5rrXIXs2mojgN1IHrbyLYDcpT7NExEpffGaVfaTYTLODw8k9SEixBTlhzmSh3OAv17HtxwTsCePZwcb/JoASsOLGBHASkkqNi2vY4/0JdALDqXvMpbhN0+h52nzQtUXeNy+ZEh1iNNBZRhKL1h0y3vv3Vx9+4Ovr/4bAODvfoMAMJgkRAYAwD/7xW+tBrBFAH/4kQHAd0v6Z9VKDSVUntoExn2sAlClwujKcekVO4RxwbAiYnIIAPfzjrmobQ5pxcB5hHaBVrto9EO7eYXKQ6kNs0hEpkYMzfQqG1uf+bdGQCqCo/qW37ymEybjrrFO4m/UP4z7kEQyxaJqpEYdZbQf50T0TVj7ZgHgOUOnC3n1uQDUxTiHYNyOV1+btjxXCMxnbjqtRot+vvQcHgEcRqmmBvDmADBoAtr8yle+svof/+P/XH3nO98hOPunP/5p9cknv+E+uXHzJvcP6v/ide3atdU3vvF1pif95S9/ufrJT37CKGAYej4wAPlb9v7a177G6LFf/OKXqz/+8Y+WevR49e6776z+6q/+iilxHlrtyU+tpvCf/2x1he/esRTSR0pBavwDRneMAvesyRL4DfQEwnM4Mo2v8pMBwP14I/V0fclxAS85QOglFcNpBGlmAPcZBMY5OStHu/aiLbXn4ILvL845HG3yDXkPkCOPWilOVYoKLn30vsT6jz1c6yFWvtj2gQ/pNGw40mMG2TiL45Eb8wM5+uXMAGCmaBhfGSf6NRTRkecaa7c3FGW6mnXasWuHfL8qsaG09nS6jL1QydIsz/Ovw2sFMOS1wdXnfKgaf9VAe177PdYV151virJcO75W1k6wkOa41jrFiqWJHOGZeTzVp+RgFh3js1SeFn2O9dlOcaUnhf9pMDQe3VqrPgI+ZoU6qC9c97iOMpI9KgBgU/Qh31SqX6ewOJRgrGAEgHHAjfBIE32JqaJ3CPweWj3Gqwf7Fhm8Z98NILbo4H3UE0ZqTgODYVDArZ9ZFK+TiGJoe2I8ANETDy099MNHZkQ7frJ6YCDvvXtHlira6LKljH4IYBg02kDiR/ePrG6w0kUjC8Rz0/voCkgw1L3hKceVFeEyv9POoJEkYnpyObm1AHClJTkSuAeBNes1+ndIAOb3nMtNRcYJwBeGGDnhMhKY3vku13Z1fyMFdKSGLhHAXCrnAHC/L6dosWjMNAGfq+O7RN9n9amORvVtTdFbnTdCc9MzTMmTmaaO970FgJcAkkyDlaqotspjPV9IN91kbNYFgIPWzbcNwuYdwd6fmMQxeeNkADCcf6uTdNFVAPx6DWABwFWeo2HbHdwHurQ7Ey9HAJPxBMGaAa5C34psbg4G5wjgJghAQQFMA00AGIy9useE7FidgG1E+WOs3crjxTPz4tE3Zv0x3gN+gmxA4D/IOgEwGOAva9Q7AIxawNLt4lkxrgoQkTyPsURWOMmxos+pDwPGuiTWzdGN6djxIhMtEY9tjpP5ja/ocwB4OKBL9G1yCmboxuK0JfJDGWKa9fgaXWyxnHAOAPdjtTkALB1X4C/SPz/BX0T/MgIYYLCngD4HgH3xYgH7OId+ErWpqFS1OstZAMBKB+00PgHAiPSlE2nUhAf9f4kAMKlzkftCwhAfUoAdUjhHCuh3LQW0RQB7DeCLFs0LMFcZLV0vc9sch9l0LWTA6wFgZHUCHyUIHAAwvhv4C8epS9A1ZgBgONzSx8tTQJ8DwOvT4zf9zLMFgJli1YmzEWMBwPLImQOAo/4vagFP1gC2RS+jL1l0NbA6UBOCOmsAU0AXAPzUIoCfPX1oxgkYKhD9a39zBLDVB34O44WDkhRD3XI5NGBCmhZAEaLmAMSRRpe8v6P+70gEsEcEf6EB4K4GsJSjHgB2H9W5COAJIHZOwBoecwLftFUN9VVV4hJz5WhzkvGiAWAaIr2bVXbFcwnglWe0A8AB/qb0VaoJjLcMc3FNXKeU0ErLWpVkB5fDoOqKZ4mC8CiJkrIq6qd5Sj0qqiGMJAUpDK9hrFNUhmqqFQD43Zurv0cNYEYAGwB8VRHAAQD/FADwf36y+oWlgP701l36H4AuNQCwGSsFnAj4Ys2J2PukKQEMc0NLsCIALKWZIlakcQ1jebdGZXCphsq8LkbpBklHK5yNAcANUF0gKAktbkJVn2de/Rqd+56NSvicswjMAcC4vdKkxRr0NL5uc2CNPRqLWwCYoLy93jaHATrC5BAIDs/Is1GuTUfSnAhMa8E2AcB11/SK56sCANd5iZ0RzyEAmBEJXtMaEcAATxFNi/Sd2LcC2WcigN1JBHT5iQnq71lELyKAv/e971FIBdj7ySefcGvctLTQqBMJQBjC/Y0b1wnkHuzvr3714a9WP//5z1e///3v6eX4ve9+b/Xtv/u71Ve/+lWrv3PMNv785z8Zf3+0+tKXv2zg8LdWB5Ym+ti+//GPf1j95re/Xf3+D39c3bl7m4Avpga0A1lDAEAgqlgRFm4p4tRNrfHTA4CHRpoKAFMS8T1fgDGfphYA9j5zVce6ExCT24gZ5lnYZxEBz7XtafocPGoBcKW2j/SFfZroGpEcgFe0F0MomiaWl3sBUWg7AJjPMGJYqatY+zhmMOj9LNFKB2cjgM8B4GZvvCwAeA4AH6QOH+znFqyYWhcDftnRhHB81PXOx0tj4gtlI2L9443TBjdUfxoAPHgRjQW+l72N2g0d0NUO/no75Nd4Q3axfgwigEUI2BS2ZQyRbMrwDHcHGTOiwGAAozzScB4iEtgighEZfP3a4eo66gfbb1cMJN7dgdHBAAK7Ge6N6wRE42EECj958twiglFnTca1Y8vi9Mjo77FFAB8Z8Ito4HvGBx5Yyugjo80PkMHBgGHQchj4+axy0udAOmWptJvkxmlOlqkogwH8TXWFHRAepoIu7oHNTGnepmOBpuYWo1sjgEV7Qy4BH0RGJnr6eyQw6zh7tC/Gj2ng8DdSQIcTpK8N9ij0Sl8clXtlWWRdCrjGeVkeGju9o89rtHhqpyyDjdPy6xsFAEeGBh/5pXFrjneZME4NACbJ7OSEYkRtl8giANy1NcfXXXtvaHOvUzVZrUg31U8567ndiLqunKHlxOwtu+4bpZKU9rnamqQ/egQwy1wlR+rQkUvZqyIIkrJIvvK+5LGyn6aplehCyH6S+RwM9tTPjOZ5q80Gh3TQcMaWYT/tIxdDfSQ6+0alQeQ4vE+3B+0rnGB2LAsXo39Nzq8AsEBgpro0APgyah/aeQKBnW8SyTEe4yWYnniqUMr1mA+yC2m3da2mdYYMO7MUKB/tzzwHgPPQbRLF2g/51iDtGtxj67Zn99HCjUf0lKkrNtVTzgHgfiQ3A4AF/op+l+jfDAC7jAow+DjVAH5zI4DDccfpH+VP+wzn0rAtZrpOlShJoklAli24tfmGs7myznkNYNb3TTWAy+cvCABsqZ5RAxgRwDcAACMFtNUAbgFglbczzFdKD1no2QHAUluRPSWC8NYgriFDQmaYeG1NfwvPXr8f52e++BF4eQCwEYkoyg5jLt4wVgP8BfAbf4cAsIfW06Pc63BJlBcQm1PWgmABAGYK6ACALfrXwN/nTAMN8NdA4GOkgkYNYDNYGAAM4rU2AEwjEjWKKoz21qIgqiS+6wPAjGzyFJs0OCC9wIlTQL/kCOBI55AjgDsAWGBbpH92JSkpb6HAjW2X9QFgqRfDtiYA4AiP2GKPniYAPHf7CsxJMSoAGJVWr11ZosOg/Xm9IuwZT2WlaGB8D0C01nmQcizQJWph5ppI4bkrdySlxRMArFqe/M71G6nLo34aQD2vA0yhZBhRp20WQosMa08Bily2CGADgL9jEcAEgBEB3AHAP/vF7wQAIwLY0heybB2dU1CHSEr8UwDAVOaVasRzFxZlvQeACeVi+bjhgFEqawDAodLKiBtGgSHQEvO8DABXw6dU5WqsPk0AOK+7AcjlIHDcm8cxXx141KxdF0SDhmvtxngmh540TqCBrLERlBZLZcwEQGFIgi7lrxB6UwdUd7YTdFNbEnzq8ZcNAIdRiuZzN1Dp0WQQytEHFMpRS9d4GfgnQNbHVvIAvzN6idfkCKSghfoLgyr2Oq49PDxY/Zf/8uPV97//fYK3mIPPP7/F6C9k9fiDRQT/9je/ZQpnRAvD6//o6P7qww8/XP3mN78hL79x/Qavx3FEhh2zT8Z3be8gJQ7qAyM1NFKZYi9+/tnnq798+unq1u1bBLQPD+2YRQfjuVGX8i8WIQxZAdffv39vdQfpSC2SOJSTnkbGGOX5bM5ZSAHdGBUx/o2xswWAB/fuZIECdOSNWtaZ9gCn15de2WvlHOwtHVT0sGQg1dJ20KGsa60VOvC4cVPgb01LndeSjKJlFzePUmlVzTrQP6ubTUfAMj8zGWUEpKf9x+c5B4D7MW34QEtAyyIpvD6P5+BzGutQ/L2F7NBD/nRGEcAla5fzhaxcSoTW+lPXe+PtkrHXB6fQfH3vrxoAwGRUvp/INxQllV85CrhViGvhgLhINnb+U5ro1QF1LODfGgHM+9jv+PvMjAX8mztCfqehEZCidjJQCRp4bLQe58AYL69yGOkVFcy00BYRDCcdgMBXDRTG550dM2oAELY3aDL88UiL7BaQl57AsGadkb+b6Alo9WOLCn74wPiMvVHrHcDv/buWNtqyNwAYRuroY9OrkMYftL8CJgJTpDf5LLHGh36TLqdsQDRhUaSo0cDFQQ/ncYArDws5KH5t0gx281INuDFLDrBLgrZ3Wy6nRP+mMiZ0qAraC3AjIoIj402kgSZg43IJl1m9Z2uCaWWPKZqw8e+xN8YuTIu0W/51Hc/Jcxt3pr1gCcic5N2YoYgo3KIPy/edbjRfO2ynncN15UmRhnYG6ndf4+nw9Lnqd2TSEc2pOq/IiBuD0yMutVdOdRo02+7EQqp2m5GxDacIXOtrcmo3gFv0jkPRYgZ6s1w4DQBHVrLIlhKyk4PDCSSuNYAFXuItcFiZ5uQgrfTQtcyVy1ZSGp3OOdXK45RkpPGVJ5qkKCPJf3SIdn07UkFH5K9+v0R9fGwPFd7mzjZVeEujTn7WRQD7OgXtA7hLkNd4TGSgUBSwvZEamlHBxlssGviSZexCKkz3LxKtpy4uAOEJgzRqOSryG7+XhikRKgLAU9SqH71+FZ0DwHmEXlUAeAuSXrWpUcFLLc4CGzJflNd5BPA2sxB7dWYS2OzmADBIVUQAI/q3iQA+B4DbyYI3aeHzvqpBz+koxI1Q/wZ1jd+D//oGkH23Dd4Y1gCOTKvI6qDUz7UW8BoAMGsIq5QMooItSs/4g9cAdrsXu3dGKaC5IpP9hPY2jAvldo8AfsEAMEr2XKTT6UgKaNh+oEtSZz8HgLelVG/qda8EAAwgGEbq7QBgMZogTgHG6rvXAC4poFUDmAAwDOJWAxigbwaAnzECGPWCFZVKgXM0ArgTKE1SnRNFw/vyHACOVNApBfQAAFZNYL2SSToZIOFrr+4AACAASURBVKbApTcZAK6CbQW/uCadaRcQwAF2eTbL27akSYciC2DUj8VnRW5G3V8ot3KuKPuM4DB7IMXU0zzrb9SrDkMZDIz6TaCFUrgCBBZ4bO8CRvgq4IO0ALBqAAsA/vslAPgXHxsA/Mnq81t3aMhkHWBXNJ8xRb1HTtK9UABwiaylUTJHALsCwZ8Flr8MABhG0BpRnCKLY+e4cbjmJ5hmc/2+WX8ftcoUzRseGT64Wxg/IbS4wZQG1RLxa2sK8+Behi2gB+HHHQoCAOsMZfl+xUDuhnKtSVFoHNM9K8VuI4BjHetv3VdjJhSP2jpDCSJAwzDgtXMTRjzsyZrGHMZ2RPBWAFgRs0sAMIYURh2s/4cW4QWDzje/+Q1LAf33TAP97rvvca8AdP2jRej+wd63b99evWPRwF+1esF3zfD/yScfr373u9/ZOarx+957761+8IMfrK5fv7b6vf0OQACgw/7BAetWYp7R18uWQgfpcFAD+L6ByPgdwO/NmzfMeLRnUWhPVrds//7pT3/k3oUzwKef/oXRxKhLCTkiUh230+E0aWq9vEAAWCzNlYrWHutGCZ9P6GW+XzCGvMIVMMdIyrrE2iYAHHvJQawwjoVsNPa3evSGZy/u5XJP0OD0V4DNuFIv02Z9qIwXxE4TP/LnSUCZpKlzAHiKjMwBDNLXW2P+EJxItC6UfqduGwHAThKj/bm/ud0CtHEZa/1k56ZhBHAvTU/BAMMRK44/fqgZu7yvuBZbQ3c/jrGa+9TXahq1brt+RvtJG3CxqCdJHv8bBhoOiKKNy9/G3E3m42KQPnPOPbTWHUFA4x8Z2IoXaD3Ow3iDPjDls9FXGOxRsx1g8FVzvjm0iOB9gMKoG2w1hGmo37H6UwYEA0CGke5ZjBPuS8wBVEBgidlomFEFItJjA4GP7j+0LA1yzMHfe5Ya+shqCSO9P6KG4eyLjBRMEy2BwZFla9wzqkimkjc7ZatYq+W3KpMVALjQpkxYNb+eQdxbiYVRYeMY6UqBHFjHLHn66nCwUQRwlDFxp0bKEzAQAQAWMAO5VhHACRTmnLndzZdOT/tibY1JG1P04VR+7wzffZuzDn0n7MAyEDutXb85ADAGWdlQ4jUH2BZnA8o9nbAR9DfN29rgb1xb+tG2HcDy6Jz29Hdk3TTRxL73x5bXHACM88fknfi9Pe4ZsYreUe1JbCOcpplVJexKbginvuzRv6XcWLVtQEdGyFqxT9GJJcly6Gde2jPPqz4H3UeULy4EfakAMGgOwV7XpVEHGHUL9duQhxb+RlA6j3I+N4h+uwdxf+w9yOw74CsW4RsAcEQCBziMSGDWA7ZzYMiWE6pMaxrjAIHhJGRvZjMSf0G3wi1HkqOchmia26jSa36mcwA4z/YXCQDGc81nBGptFgPa0vHBcwB4W+Y+5DnDll5NAJg03YOQ5GyoF6XCaVFkcd3V58ciG9ejdU4/duvrP80YFwDYxzn0ROoYrlAkfZB3zt/DyabYHioInO10CAYoKZ4j2O4EADACGGibJgBspb6YmTFsshg6txZwc0oHOo0awHj+7QHgXU8BLfn/dCKAkQoab2+vrwEMWyr5MIbgHADellK9qdd94QBgCsgupEOwRPSvgB4QFAHASP/8jAAwon/tL6N/HQz2COB5AHiEGG8BAKumr70R2cvoXv2NFNBvbgTwOQBcCZIb+dakUI3ht8gRHgEW+4JAUYC/EfmqlM4RBUtA2NNb1TQfUVsyRwG7QOACgowOAuqQeoq1fgsAHL87KIyUvhFJwTrAuEYezf1LQvgIAIwawDkF9GgEsKWADgDYUthWADgigFFTtALfEX3OXR7ALxT5RkOmZbUAwOhdpC+OOegNZvq9JmWuUXXVKN4/dzaScwRcZoxUrAJjBNjUCGBJqGcdATy1JCUuRzRhexaNBm6sjjTMYcjG8NDwy0sQYd0KyDKqWiozGnorUDZYK3Ed16TsHhk8DsNFY+xvckHKOKHXEFjhuvATJKbLonsmBtICmITCoP1WXxkAFnjOvcuSCwEAtzWApyOA1apStCG6gcgovfjfe/89poH+q7/6a4KxiO5C6meAtUj9BpAXkby//ujD1X/8x/9iBg+MEWp7XbfU0D/4/g+sRvDV1e9+q/rBOP/KlSvcQ7fv3CZQgBTSN62uMBzBABIcAJjYP2BqTaR0evjw2M69s7p96zZ/R+3g3//+D6uf/vSnBgr/mYB1pAvvVp1HS0xobi8aAMaaoRFwuM4LmIvU+AbYNCCwR+7mFM7xnEoH6F69Zc2EzW88UqJEw4STVYkOlvIb0cLFkMpt7bQm6BDWvXcC4K+iX/QL//gGHFVfAwnhLpORL2aIl84o2v2eP08BfXIAmPNGUgZFUu2JztWJKPzI6V8jb5Tzw0it67l+RDS55l8tABgrqTWOsM9pgU2tRaxW40j9UtQYZpRG27y0KVFGZ/Bfl218eDRO/nYS4fcQt5FB3HkQz6uRpRjbx5Db4BzGe2oOENV7yXQLOAnBuI5MDviOiCzUpNqzesFX9ndXe4gMvrrPyOCrli4aADGM96htxfSdMEQYxoAsCE8tLTRYxHMHh9En0IzHxyr1g6hf1g226OAj4wf3LHvDXaPz9+/dtfc91XZH7UdLKf3UgGM44iFlNNcHHfG4WGRUc3C3pKDHd+hcAfo6PS1Oe+1oy4N/QDQ6zANjWibe130a2yUAWM6OXhKDoIwy34B/wTmHc853nWJfGg3tUzen07INF9wp/aLtP/k6E/nG73YOANdhnwditwWA0X4Lei0BvotzUhZLa6x+/QBgyS0m8BagNmSsAviCLk0BwDRUg+YqHbQM44r+BR3O7ZIinxAAlk4S2V9qBDAdTqIeMAFg1f8FAKzIYHcW6nZ4AdKLXtFJa67TjyEf0BXgKKQUzxEFbLyFUcFWZx616fEmAIx00JdLGmhGAQcBtHszGxdTiQaYIEfzqs5BwhR/kKwoDrz+Kz/XOQCcx20TWXvARquyvP5UnPWZRpLmVsYcbZNjQX2dA8DbTlbLF8ZbebEA8BPIpXBARFYaBJ1ZJjM4Jj40+RSZyeCcrpq0sEFL/gy+qTXxMgDgUe15vUk5EQAMBUIUtnemCpswfpcDf9Bs2I09/TMBYHtvkgLarxUArGhi8M/XCwDONYC1ZqjmbZwC2nQz07mGAHDNggvw9xwAXm8rnJ81HIENAGBfyKFYU4l1Nlm86J1Q2XcYBuDVjzSrTzzCDkQChgH+RSpI1gPWeyoCGEYCpa98WmswwSO7pIBWv6I2Cwl28rhkqjIK5UgrkAFgRQI/O0YdYAN/kZLS7vPcjBYkYGiD8SwyvNOwUCSBMCYkMaFJEZzNR0XDLeCWUuEiAlKgL+taXrxcQOC3CQIbOGaCc6R+jr81ja7SESiKEoK/C/mRdqyk4HUQLmrFQHHAf56OLNfvVP2YDH5IOpcNENeExI7f0U4nYtFY40yfzNMVIVeQZNRJEcCMslYNYJ3riph/D2OX+G4FlKYMEfX3kfFXE/5PbIQwqKGvSeCTlbIQbh6kvjDe7hJhKXrV0omjx1vD7nwT3dxRdqkey259lZHePZcryJtSWRFEQuoOY8CM/K11eiIFNPYGf+ecqVacxsdWRURqck1indcoYAHDiprQ+kVNoIjs9DTQYzUJ3Jgp65mtOzOqwah3wQHgb1sN4P/mKaBvDlJAjwHAok2qUY6UuSnyOYyNVNax/bWO+/nXEvcIYDtaAGCPLBXIU9dM0MsaWeyzGWu7X15ZQQ4y4uPMunikwQEIoq+iV0qb5eOE9MCzZj01PNhTI4u2dK871ne7V5jy8TBcl7FIyiOBWZKaCjy0YLoMH/EKY6q+V1qchdUY/6jbV4ANr0NVbVjZQJz3kcNSAXjgTqV+cFEJAkIboRDTJtU5Y2t5yLI2xIdIE7vx15gEn3MjVAMAIwW08TVbH6r/6+NcBtJpnX+PMph4ZPBdKEt7BtZ+/evfWH35y18h+PrAUnv+4Q9/IH1A+ubr168TZP/o449WH330IYF6AAdQtgAM/+M//iMjeT/77FM+w/Vr1y3d6C4Vrc8++0xRxObI8f777xMYgEwA4Pjg4JBrGulFHxjAe+eORZQZeACgGCmpf2u1gv/lX/4fAsFQ5uDslRaIrwzthREIwBc/upTWDz/WVdsOt4NZCWCYNibYHSdYhmiDr590A9ZohscnU7eaHEA66eeRLgN0keNJ7WP0XX9DIQOd74E8gQ+S02LrFVCP5CqcfKIEgPPlsu6cplWrHEciOGmJ2ue6rca7su/r5DgKErt3ODvrGqW66arzXzdRRnZGjm/2U6YZ5eHXaGIQLNoZzhoflNSe7pdlL//u55Q5TmNbm+7kh06+C2M9AUqQGHALXyOKfGyNxgIs1ZfBuufPfgw9dnmy0CvcI28tLQr2mtsh7ak8nDpFa3byFfssALbRsdD9Gr5hgx78sfId76c/TzQ9DPbNKaD7nrWyGNuI7mOcMyAZ4xZNhKyN2WgeOXZZ7BkfvwwA209ZLuNtbR4uXoLh/aL0LqOlAkQBzgsofhvRW2ac39m9vNpHvWDUCraMDXgjUhjRW3t2bGfXjPxWNxjOKc+f25vpSB2ApqUoYbfWLugV6gfDOQfpoO+Zw9A9AMBWMxjlAZ4YQPzIHHuOj2SQQwTx/8/emzbLdRxZgpfE/rCDABdw30RJpVapa6q659NY/8Hp+T3TYzb9bczaqkpWi6QSJe47CYAEseNhGz/nuEd4xF0y8z0ABMmXZOJl5t0jPHw7voD3wwlHwCUBwbxXzpZnBVMk4g4EBofDTvSW+HfQTxrL0bDGWuIaSPTm9E+Z6ZVKGJiLZ05loGlPOa/mNtdpCf7GtkR7lQ/Xuaz3tILW51fB7raUZ58+DdfnjDzb3YUneEk6YR+EMlppoZstsIe5+1sJci48WB/80u6ab6a34ZLsLbQWBNhzud4ex4LWJIwB3O4OSG9Ym/F7O3mbA8B+fJEhiaHxEvW+xN/GE0LKbvwIM6Pmhy4FdnGVu54xNU3ZDohy80HD5S9t1xp0Uo7pfEjBi8LhHX9rpSyBvQR9CSR7NR62WRKYEPcaPhJdq1E9OYTZqzIKo3VBornD3IbNrEpaAoD19wG31e8Cgfs5cfvdx7Jyo+CB+ktZ3s0nTgXedsD4Ifr7AvRVGWh8xlsA8EHbzn7AkB8EhRFM5E5syjqRtPwICkJHwKcyyqqPIUprF32C4MTSom/XYPts85VstLaWtI0dMJpmCc5Dk641T3KdjaQCbzGt91V8e0QXC4yv27QIpq5zmrl728Uw7zYDuLntNdTOVcNbzzda0WXTqnteHMpVsnsXY7nOFE7v0+ph0/usDwBzxUK/pI6J5C5rTWJ/mxLQACOBOaA9iflAGIjoOi+xhwCAEZxoOultA34JANub7SZNByUAXFoVukwL2eb20dyY9MtuduyKY2CJcmJbTN5OJlFco/jqXScAgytBudwlBK7YvGwi+S/wSa5Ml2Hg01EVg/xa4x1l/CsADCwFwLCXgmY56FoiGiAvtt0n4I7fDfRl6WcEgwYAbOWfOwCYdxaYE0v74C35hPumlVAqI0EHUmKRWk51XJR8vo6rhiKPs+ZAWdGSpQcOHvEewGfZA3jLewAfsNLQ+0zmRXu5UQawB0sh4PawVWBCIgVkoeShqi3xzYxf/RUAHCWg4RtS9QzEk8KXRwCYeBgyl8XzhVVVuhpL/ESVbpPM0vMO5cJ4HHfORX46Rz4CQbfLwVkJANfF0DHzZo3khQXuYYsQJVaNCANgAeiL0pECfAEAI0J8HQBYPaQEAAMs8kVQHPhkT/ZfKPEi/mBWVCg9koTln1kCGkCvegHfMwD4AUFgZQOzBzCYUZSATn1zKqMIxy45pV6+4PQnZeNxnMSk5BBz5wAzIyPjt88AdlDYGAOB35RF2WRTll6qdjxK/3jEp0oCyQgQGKdSuyVq1BV6ZdTlvlQrAOBGK27BmBiDRQAYDhwQRkTIOgAsgE0Gk4BgleAdGXcBhnC4pxeTjp15ycuYXqJpGYN1Q3V0hFY1Bl02WndutG10TLNzElCLOkC3kWNa14Ke0dcHAeDaky0yf9ULGBmxEMiRUah+b1xHjGwG0ChHY1EKdGbSWADAoG8BwF7y2ctCqzSe07+XgQ5DNgzN3qioQwhJp/d9/DEDkz2ADQD+L3/7i+F3lgG8EgC2kwVf2jEATMcxyFUaKY1hdxIWwAa0GCQ0mnynN2wP3hGsxP82qkpThl5Oz/10SGIvgTVQlAj+wHGKNY5UHTf6XY2pdzF7X87L+uWV1l7/KEuAL7lhR5Zz/XQFTIbDKxz17cGVLvJ+zmNdkZsCgEt5XPC7UPio/Dnhikvz3xZYrucOsITbTSnLzpTg+5VO831PG/ydKtoMa+/EToIm8T5NkgBgAIORgYCe1iZvaewoqlXlkY3/Qln0ESh3WAYhzgdaDvpUAAnGDxm7KNMMYBL8AEAtXsgkY99I+w9G1C0zouAUIuBghtZRyyp75513hudfeJ7K6V0q+yjvbJlnBiyoXOgVnh/7AhjAuaEkR39gXPOmAbxXrl5l9vFxA53PnXt2+NxKSv/rv/zL8PXXX3M7s5bjFU7IKcW/Ge1+JjpdpyP4vDQW2XFvbPTn8VvNsgzyGOMm55nkvwBa6BpeEq84EyvtxqlBh+zNiRKrGQyvg5JAYRk7Or2eJAdRVZruxyPKHyr4BVmFoD8CTx5wFGuwytVYXbHQOqc456oswm6k9JzLom/esaKTTesL4wut/oXUUpfH6gNm9phynE3dpcalffrMUyvIXwg/7e6O+LTY21NVPoqjwzefAS/KZBKD02E4EdK4Zl2t0FPQrd+Wa1quKLTPNBWkFLS4CgCSx8Lpy2m5PmMHoLjBG8NBTd2/JArVHVM+pHHvCLTZP2RJy1RnaQO7Fed1uX69kaYMW5GJ0rcqPfia9XGO352LS68lx40yoaY1sKymhourGvOKAFfYUyxVbA6F/dbXkX0bDxpPPmw8eWs4jhLR9j7OMtFevt/lASsVuD2WcNjia6EtSD4hG/Cu2X/IDN6+ZYG/xudvGvh7y8pEX792w1oIWNloe9+wbOE7Fjwk/RXlQNVnU8+P4DfLarZPduVhH37DNgeMMy2GNAjuEGuuTJPbBOHo4tomu4i5CPsIAK/spWhbsQgAF7tLOlopDx30F7TV0F5dvztmKo/6wAU2usifd3Ffq9e/L1df+0uXWgV69sfuBiCu5+pkXXY4Br+anfpeLrb8rLk/Ea6/xbtaALh9ulVjMXKEFqf1lI48PnfhnVl22z3SZJkhFh7Ts9wFyR+26NScqwVYtn89oN/uJ4LTpKdE8Dk2+P7gJ247RwA09w1g2IPxaA9HMDWB39oPWMF0/lu6RjhoVwHAFQx02YthcwNDOr/7kxzohU0s21pJAQCA5W+CDhlB1tUWEYtzAJhj0rhBypBKv+gBYOPB5GuoCAGnuGcAs8UAAhjRQsB+Sz3okQWMakHoCUzHtskZOrS9JzDvBj5Djqd8DgzS5piPK9LwBmf4kUhoIehzngR5UpesM6xkgYBX8Tne7zIAvJ6qGg++NADLdkxlOWRCiyOy6rF2ur2wrKkThIzcwckflSzawa2MDpkToU/yPe/sudehvwQAt9p2U06ZZ4LOKhYtfMHe7AEMENj5xV34v4znIulsm3awYQyGNURgIb8zA9gAYGYAOwBsf/EdAPBdtIFkBrBXoeHKqFp1tS3GM7lIz3kQ15rsOH/svNZB3VRh0GJta51H25geAC7PZR8kG2zf4qMQb84BUgrWke+xAsACcgPEJfjr+It8ytEbWCDvPRtrZVzL34ys3wf47P7nB5a4VwFgD/50TlXbtuG5BPDGHgSAqUvASRzVL/BTBPxqLCuk4d/5Wx5nSGE/xmXpfvQA3rLWOafPJQD4qLXNsRLQqOTK4M8a4ER5wltRuwTKQPNtHbJWO/hMALgE/QP4VYAtgF8GVxEQVvUlnVdV+vQ2GeqfZQZqzRUcpsiyyu0bW9vtkZ2t736s6lnWodRdBw7t9KYXjpvDlXZ/qSVe2Pkodn+xdIZlub4ZADybzpIYjDtjxgAwmLIygBGFrhJh8wAwnMB0BHtZBvYvjIUFJ0WJesezJsYEZ0BiVCrJg6gSz+zlXweAWQIamb/IAEYv4AoAEwgj95ODhMzCuGJj1DhjzUQTjvtSjjUYKSNSBFyRQSQA+Glk+06UgMbvfJeMYe+bmjIqBbAJaFOki6Jd1PslSu0qy7IBgL2EkKLV3aDzjI1Jw5DMJRRF0VfOxuMPPvYcM0rqLgN4AgA2Me6CVgBwifIMQD9pw+Nx7ldKALUzKlaTpR3HygDMlkTLBDT/u2IMK5T+Tdb7JkyzGqsxH8GEPILLhSyda025Z5SQFUgTJWWjNJPKWrlp6uuMTj+nc9GTBy0ww1dZvjJKIxO4gr/hRCuRzA6aKIK8vuSwdPoD7ZoUvGf7RAZwBoCf8Qxg5AJevHxt+NN7NQP4WysBjcjBAgAjkjCyf/m80C4jgEO9fZn+nZRB0bqXtqQ2CgHvVQk8oCJ4koTxwgzzWnqFkpv3LlGhRbBrT2QAs1RnrDU6RZX9R8MZxi/5QkS+xRXqxWaFNEm+venZgAsNxexr6plmAWDylMRj43sHfjTjk7aFkyKcSJRKvj0qHoiqBFTVOcqOlRYQ07VCifb7M/lDx8pIeXI3c+KTul44UNphmhXNXK64v7bcX1BJBYexTzgX3XFCeQdHuynXBIAB/pph42WNSKc+xnXaqoyLawgAdrnn+8ux7uMRj5LIBNvDQQ6lFp9hTB0yxfj8+RcMsD1r4MExPhuAYoC9yPqFMQYAGMAnnETIGoYxBloGCIxy0Tjf97Z28YZecPrMM8MLL5wfvrQs5H/7t38dvvrSAGDLMOtBT9FTjv6cI9UwRJcUtXk6n98yr4BFrNIUAKx+yAeVAey0xhVcwF8yxNEL2zFuzKJzALicv8yfzlN4bDEcurnVStGMpzUu5ymcoTkSuNXBwpGa7zk+lzXVnBc3QWqeHco5txnvZ5HJ7mTelo+pAdxLzH3FORb4Wn9klvs9TxW7aUGGvH8PoMw5/oM3wKiMbEf8HdFd4mfxCJgDBYlZuS6yRw8udJ0S52A5zPQSyJnnu67BXt4sgkBJv1o1FqLlOla8o1mSc1nQADbz9Cn9eD1aw26N66s7LgPAdU20PBkXK6GmoS9p8MtNZJeJIuAjUj7Yh3g6/zWiVmifPsM5D0c+Mre2rFf7UQN8t44eGbaObRkYfMx7Bx9jpYcDBhazapHpHCoXDWAAoHLVD2KlQLRB/7p7574BwACBkYlhGcLXbxoIbBnClh2MEtH4HWWkIcO2IcOYHYwAXmQFVBB4P+QOwJoEADvUw+cqK9Q/BEfmkNNmkfzPGTgV64pSqwDHBaRPAsDcJsePyj57AK6vA/FxbHONIPSSDXjAepT1A+2F8XtEl14XAK5re/5GVoGe+chVttaq7eNzjUdoil8t8f54xtin5ftB7aGlBVA7PTOrxqLdPi49vfT8jR6faCNY/hLZj8+7IPmpJ0/L4NKj0PcJO78Ar9mhHVnAZAkO9HqlFepUBCAdKA5wGEClg7wMlvZsX9ndkQ2MfQIElo60GQAcnMztCI5lBWSV5RuZwAjE8epyZns/oOytWcCRBBC00wPAk+4R7qzr1XnRmBcdwQFg9v+FgzvKVjKQUc5rZQRbUJEDwAfx3fZnJjBL5CswgGemDusVuui7q2Nf5iDNHXVN5+V17Ujv34k+6XexgpvNg7iLByZdZWq/9f1Mq+yUsOnW0U+nAP5HxMy7065S2+d8BY/n7vausrsRWEWjOPsuAGA7PcFf5xXM/GXLR7N/jR9vI+EM4G+AvoE3EACOqqMG/AIEDgDYdE0EzgOQbNsd6VmoQUtx3N3Q7OjonfAcMNWk8YbtY3/7HsCFv2c7hq7x6uvMIHALAI97ABPgRSXJKAntmb0AggkMw0eBMtFeIhrAL/zQ6PtL/zODPgMAVlJYhW+ds/PZlIzRtLwjIKzfiYs4QCxXXvXJuFRtdNde/5C9jT0lSwEAHzxq7XF6ANh+h+0TSXU5Azh0f8pH8+sEAIxsYAZKZQCYrXZcbkKGujyFPUawFz48/I3vDgQrsC4swlh7bt84vSnguT4/pfsubJDd8OfdXHdHy2eNg9aXv2ucrNllITFxl3Ow+k7m+cYTCQDfNAfv9R0AwHQwuUGflXb2/yUTwtszgC0LWD2A8fb+v48AAObkuFNGkTde/jayetn/twOA97kzxZRkZfzWPqrKpqwldecBYEWiBPCm0p/+Lgp9OOkePwCMss/M+HUAWEbTYwaAoX26IZEFemECCQTZFWNYofSvXsB1j02Ypvr8hmMeYKa7+vDYNvbotcOoK1OUSqAEjwGIGACwDNuSAexGrxQBzwR21YjZvwRng249gy0yflNPYJY998xgGq0R0QwBBdslHJppcIrDGPuuAIAP2C4BAP9xAgAOpbHJAFZtGdWYCQCOMtWVv+RsEKvxwAAa9Q8LAG6dNepxF68MTCvLE4qSSoLAMSkjnRHUUIo88k0CH6+ktC457Gg7tgruYwOA13Ajzt1LODgIQqJahClOKseiMngxX3AuRK+uAIKrIRpOs6QYFYRbDn6VsAsQQSBBcX+68lwdcxkoFo3EvuGA7tc/ny9obeS7y0EumKMMAGsdMwCA0ZU7B4A9v73gM6DvcCsWauR9jrkXnl1lMo0WzRjDkCDSERlkp8+cYpQk7hOA8EsvvUjH2hXrA8wsYwMaMG94BoABeJ0+fZpzhzLPAICxDb2I33zr7eHCxQuWAfyvLAV97er1nwwAfIAAsFcASbQWqzgCC+ZkB8Yo86dwkOFv7ulO6Kc4PzWZWvr43YEhGL4ifddlfNobB6qO4X056Lmp2wAAIABJREFU7yDXDGcqnXo100YkPpGtPfNAuP5cub8fAgDmUOgB56Zg5e+byPLHAQCLbyrqGOsVaxjzF6W92CoB+gSfTHwnsoCw3x0L9gBAR1nofU8JlqFelc2fMnkUeEBqCTSgjFTwxnHA3WoA2E15suZ5MFwkvHMAuJ/UPC8BAId8WgRI7ESo4qFXx+QlXsa/x/5FNypcOg7Q+gsAGEuxgMQxtnKKaLUm9u23gEAKwsARcGbf4HSo/X8948sA32MWwHPMyvujBcBRC+w5fMQyg609AKo2HDt2aDi8JRBYTof6PCHeBAJHAB56ASNwxRx35pzbNvAXfeRv3LC+wddV9v+6fcb3m5YtDFCYILA9xH4E0UFncd1NWX+sIST9Pk1a0adc/8HxOBZ/aTvGwMS8kFZchnsGcFQTKcGLrmfoey35zMpL0MsIDHugrdPfEh2tZBxP4g5L+uQu73cPAO5sguSwe2wAcLKFex46Nb0NAAya90UYLH/J59jyzaovj6+TdeGJrdA5wk71v9JrXLdp9BevIEc2AObhAW5eRWslAOyJBhHEDvCg2BgPBQAW/6xJCM7nlwBgTzpQNbhaBS5GShl1Gg8FdcvRH/NbR7TaOvEbgo9HALBXrVF2r5ev9EwmteCxyhIEgQUEEzC2ctEIFgIQ7G4yySXYaNQZa6ChgOHamiTrk+DdUeZb9+h2nDz+kxxoKQ930rApZ1miyRXMjsO7cOW19clGek9c1AXbWkDVkwsAT/mBdilO9g5/bCOwikbbtcDAlnRvOSCPZ3LTkuyZFUYfLgCM7F9lAAsAjoChmk0pTb1UR3ts4xgX2gEA7D2As39KdsqaALAPfAR8zwHA8BcjC1hVJWuZZ/Vz13f+pV9qCQB2rGYPAPYS0B0ADN8aK294hnEBgeHnlKIVVmFYeO062gOAl5btrnCeRX6wBwCPMoDVjwpOo9oDGJE4N2j4KwP4ptXmjxLQJQPYF4D6k2HUkxPTwZuq2HpPlgwAG/CLUs8P7O89gL8FCLbfvAT0TjOASQNU4qrwE8NVBjAzHd0pRqBsAQBGWc0AfOlMKKCZatGX0rqTGcAqCx1OiicWAC79fx83AOwKshtAee2KCYQCrS27YgwrlP5N9Ih1ncZFUNOAUoYzSm3HswjkRaRVzv4FKF+zg3NJ2QCI6cSNkkxYd/wPQkVOsqcLfUf2r2cApyz2DP6qNJ73MYJhBJ9dpwjW8XHhhcjmBQD4bJcBHADw+x99Onx7+YpFCUJx9LKEKB3DDGB7bjYuzwBwXccSohG9HYZzBTgeLgAcajDmLAPAuAdFwkEJhSLA0iBQ5uCAN+c7ohels1kPqB8ZAIx5DiOgX2/xfWodBqhARy3+cwAYTojikKXHyR3fyfHjq5sOKjmmNeflOsV7HACDO7N5PmwcA8C5R7CiAZV1FYBJs97d8cxnH3nFWgNKILbLO5cvvCtENxaHUwKAbX0rA1gylmXCsUbTOMfzN2nqqNSgyRDfKF+SecZ16kMw4WSoTlvJZrwgz5D1i2wAyKPT1hMYPX+hzOIeURLnxPETBIpR+piy3wwy3Agygr/99juWhgb/ePXVVwkAf/31N9YD+PfDFxMAMGnB572Pehzz3CcrA7gAwOSNCYTwtS56StHTTjuFKp1YNEc1Q6L0bPdKAVHhIWfHAOir6yzpMgW4G48e16D9TJA2AWwBAMuZ55kc4cTDfVE26bXk6JfhPe3I+6EAYKkIhUGMB2XFL+vK8p43hDOkjpvGbgRGzoxrf934Hv38EIQBUG/ryBYznLD2AMZBV0f/aUxZ1ZFUUQD3hEoD4DN4ke9CNjkPBlkEAFyjSkAr5SmC4fCHns/PjhWHv3XIUg4oTL+cvh8bfG+46zRptZoIb7fdsbkv374aAK4BFTOXTeMyRUStzGk1BJcHPiZ4xvtF9rl0DZ6YBkjAMWQbwF9KQHjhybsDtPFfeW8ANlGtAb3ht4yn4+9hoxf0bD958uRw4qSViz6hnsL7vM/VPtgzXiElnput1uxSnC77i6IFcvobEHx7W7bgzQgIll14FRnC1kt42+TDXesffN8A43uhxyJIgZnALsODxHyZoldw6FQB/LKaColO8lVr2u+wZBEoqEHZvV5OlXacvqv/r2fOu30H+4x2lwPD4cxunNpYtxtzjtADdnDgrg+Z5nerMrl2c9k9ALhSyBTvrr/JGgvwSvbYQvR/J0+neFllojHvCuBZkl1V79Ksl7vH2sJ6DLfNNGtLPDaOnFshKwBglyO1xLP4WciX0PdzCehiZ3glqOgPnHUX8hYPZuLv3vdXGUs1iD2+6xzxFv+p1xSwUV7ghf5FsxkZwJpWcXCXd1HiObJ82aMwgv5RAtp9TqjEVQBgXazOZgDAsrvnAGDJ7LhRl190QkPGK5sXmU0q+1wBYGUyKbBMFSXUEzhaDLB0NEtGa7uzW/kVnB9HsLUAXweAweejLHTMRfhyAsSO+90YAM4j1BPpKppcwek48HsAcIzSKrmxiY68rozZibxd99x7++URaP0X02Pz5GQABwDMrNQCAEfiTMgyVdr7YV6bAsBQ5INvhz7rstuTGEoZaHD30AcopIsQKgIqg8AREBXVGaJCZAZ81eM3+v4GEFxLQI8zgD371/xWDzIAbEaBfNddBnCx/X5GGcA2N/D7qu+v2idEKeg9AHj3q3JXOM/i5fcA4BYAjnLQXpaB9fjRD8rBX2QBEwROAHBkKJD4YYQUTuyGQNEYI8oTUYEdAIzM39QDGBnAAoGt/DMzgD36Z2UJaEVjxmvksGrcS3Ku7AHAtQdwyQDuAGAZS8pekplSHQ55jKcX6rJBSE9TnTF4euQc75y4TzIAvAmLY39ad7KHQ88RJM/ybQFgloEORz0FMN4eyYysQu8xq95KyDK1s3IJiL5VZtcDHEr556ksdoDCNTgBILCyVgQA4zXtV28BYDg2owT0O6kH8DwA/NmAEtAEf+0Cdw30ZVaTg8AqIWg3wCynAM15N9VpSC+hHNQVZIdi8jAzgJOh7c5JKWdyykIRQp+lZ06fGk6fOkkQGIEz3126xFK6zABmyRMDgaP0iUa1Jf85YipO0OkdRusFeubMubiCO4V5qWxIDwC3ax68YQwO6NIp4hvf3EkV4FmUJo7yjSJZ9bCiQ4XrRI4Z9p3y/td6Ms8Acq04+ieOn9rXgSvQunYt4VvvqWVDQexj5x4eRCMrB730co6B80ZcCuOpdRvtDpTdj/4qEWCFqFY8U3FCN1AGJzzRhgDgxueT3dQjh0o9VvCywB6Vg4114RnEdp8YcziADloWGcuHMiPggIEGJ4czBgqfOHHSegMf4X7QBy5euDhcsywwnAsOpMO27aWXXx5efvmV4bPPPh/+8R//cfjCegHftBKiUfZYz1mdNT8HAFhzVmkw0xPXUQDBPtM1s1PllkBV7NUJMKUwYMlgyQ/nijzPeMXjerU1R6sb4Xx04CXguQYT5XNNO5ez+7FnNXsAcOV3MTZjMLjOxxIAjAydkwb+vvDCC8MzzzxDOkD25eXvLhOMg5MY/JEl5p1HBi8SPVnpNDEsBShQ7RVPoG6HD6Cf7GSIA3YEheF8iToS3/fbGAHjzbqIw33gJh2OQZ4uM+Ygu02clWrfkMCRjqi56iaUoADDZmHDMq46u1ZvKpzm48OrF5IIYBiHhE7n08h95PCPYVDVNe//SPBTJY9R2eHwYSsVzfLQx4yPH7PP6OtuILH9dmTriLK+rDzLfnvDgQF1Bs904IBuhvEglGniF+jlBrpCdsG2ZQjfMsD3moG/V03PuXL5++Ga9YO/aZUi0EuYfd7sfdfeDOZL9qDUOdfjImPYxV4LAFc4PWaIlW28tHP0ARbg6wAweyB7ZacIfGDGm6o3US/G8Rx7OxcfMeR5noees818p+655r4PfbeZC8/Xj931HewBwPOAawvGtnpcALGLYO0CCFwdwlyZzTzOyRDx3PH9Ohvxte265QxljO+3Or5bnijuNvdqbDQCii0ATM5GvSRsuZQFHNVKUiZwBYFhI2rfEQDMjGGVfM7BdRkAZmBNqYbS2kdtto5KT5c2HLRTHALmvMnGk40RfMYTAwzwLUkHBH/VIqyRfc7/+Ry0KeYB4CbIiHIQMkFVp6CTo5TlCAC2gB/2NiRPVIYSwGBlBxsIbPq/eiJCdjgIHJnAVV0pAWd1PiMLWHNXfBQR9BM+nQUemcd5iUFNrR3x3nSDm3A4HrsHAMeQrQKANxnadfctdtK6B+ztt8MRWObPOukeALz+4O4cAG7aNXoQpsSJ659ZD+gAYEic8LsFCFwqYhjPpc+Amb5RVdIzfh1IL71/mQm8DAAjUzhKQFOO2ncDbKS7ZwA4eDCMEderf8oloClnmdiyBwCvv14233MPAO7GrCpAnZM479dEmUhJVYkGACwCWe6aU7HpAbwTANgVTmS8VYOaanwBY8LIl1Irpzgai5cy0BkAZgaw9wA2AFg9gMGArAxBAYCh67kTnsq3K3/4nH3mnUWe3S90xEwAwATBzGnCjMjcA9hLQO88A9gzhJsM4ARE0EBTZtoP1QN4FgCmYWRzRsOuNTr3AOANGBr99XKCFSCY4KGIlo54BjvUDOA5AFjlogUA4zgKfxqmchYyY5dOLtBUALvqTS2gV3/pEPMsdnxmtDKPiwxgOAS1wqYZ8RgA3mdA6DnrI/qLTQBgGwJkMpU+wMj+9T7AMVY00vFkAcByfUemSAJ/Ob5TALCPP8+xMG9wRvpmXqFB3dL1OwD46Nbh4e03Xx/eeP11gmc3zAl68cKF4YK9v/3u2+HaDXOIepmcXAJaDniZr7MmLFn9smOlf6IKirZb9EztbzsHgJ12J+8tnE4gyHzv4XhFmWzPCPZS2QQnWbbcj/XB6UvVFgcknSQFDnMaHTtjQxwKhGwzgKVnFykymoMWuKkgbO9UywAwjpFzpAeA1TORPXC8J+xmAPCMczoDLnycMPQi4wTyXwBwn1GA3wgAm/NHz3qf84JssmMGFAA8APiL73jjvkHXt6wk6FHLDEZmIkDil155dXj++ecNAP5s+Kd/+ufhc/ubS0D/nAFgPnsYeWKmotvgZZ6pRhngPdai2oO+TwDA7lSjsYd9/LvoTnSKUIqS4ZcMyqCBHDAjx6l4Z3XsBYCd+EVaynIii/fml+DoyJTBWq5rbIHz7n7TCj656gKbAYaVifY8VZh/63TfBADmaPnxKM14+tQpZtg//9zzZFUAgJl9b31a95usgT6PgKNbKJmGnlkIFgNtgZ96Kmcp1UhdwcszUldIsn0EAm/q4EiCMxxJHQAczxZzEc4/8sx8eJJRjZM80VrhwTOCswFlyTrnJGwCf/Mufi2XcrMgX+11P0VhrUMnnNUV8E1ysgF/4rgMzvha4piSSBxrr3KBKw9rkrIUjn0DAqySAzJ/0b8dvPwI+gZblvAWgGDweNNdto6Cvx8kMIEMsCNbKHWmotiIG0DMAG1Ii0uJ27xrpVu2rUT0bctER2AQWgRA77l989Zwy/q/owc8AodvQfdhVvBdB4UtS/gOSstVUJiln+0rwV/Xhzw6QYPKvmd1XRQQt2T6ommlAxvIcoduG9nB3rJH5c9hYznw4rRJfcOpg7Q2q4hNzC/1+iWFchXX2fn2xeumSg47v8L0kXsA8KMBgJdA3MI3C22uBoAzvxud26fW2UhZ05McrHNAZ5BgtwBw+IqkSlQ7LkDg4kvKADD9SFG9JOksJSPVbWO2tQq9V0Bw9AgubTYiE3gCAJ5qu9NnADu8TrtCg4jgac/8Zal5+X74ZgBWbIvqCwo/cRZXHfv2Qx/DEXNYLd/KqJ4yBkrbyXgeAWACuSjrbKAuwVz8Zm8v/RxJG9APAgSGf6sFgO04CwRS1Sb8dVbs7K6ZL+qOqhbBuUnB66FTCqSvFBYf4ylWgY9Zp2p9T1wdO2NzvIk9ALjoYz+MKJO+u7MZ3Dtq7REIv8DSAVoLlAvdjPxQJaB/ihnABQAOO1FGIwd+FIzbyV/ImiaYiuX5qzxkoOZDAIBZdjsDwF5SGgBwBX/FMKrOjmeQj+3JAIBh0yhhRJm5lLTiN/a97wFMeWmyk4FSJjP17noAuwxVJY0VADCvFevOJXfYN7qTvR7AC+zo0dlWT3QG8LKBUcar6wOj38lBCguP70ykY3SIZdoR/K0AMBxG27MAsGUBR/Yvej6x9NxtNhNHGRkqnE1EtRZYMChqhW4khzIezcQVXeI9gAH4jgBglYAeAcA+AEVIOaLRAsC6j6zYUMHwneYA4CgBvXMA2EE2KvwW9YlsSi+rqx5UMgr4jnJmkdH2cweAA87pHcoO9mXkbleMgWQRa2Rt7WmjHcfGTAIpGd4b0c0CFWk0wXHLLJ7Iko+oZTeoJjKAewCYVE/hVo1QZUMoqIHgL7OB0edavykzwt7u6ZOh6uPjjrcALdpBaAFgOh1NWJ47JwD4v/7tL4bf/erV4ZnjR0ygqgfwhcvXhj95D+D3P1IGsLWdKwAwSj8DCAYA/MD+siRpARlCgKIMjAty5zWxT0TE4e6jH2IoWyo3FsfOTKc7IIN7rAMAo1TWmVMnhr/73W+H3/zm18YP9xn4ddUconDUXxo+tazIryxr8vurVkIf2TDMaHYtAKTgQPZcT0330nMcJkEKB5T6J5oCgUdgBVZC43juZnjWIKxA61xwQOMo9PnKhnox6DFZoRSxmoRkCmQLVyqBjDBM6rqNoCJRRayvkD/uUMI2rDXq1wKAo3spndvp2QOCaA1RfcNuQU9xTw0w4bxLerweKMpAl4ANk3d3vMXCRgBwBD7MOad7ALhMYe4Jql6z7KeDAAlf3+xdYjIJUf8YQ2bsOp2F4otxwn4AgHHcDev5iNfxE8ctK/HM8Nxzzw0vWg/gZ86etRLQXw1/+MMfhi8++4KlQaFblPEqBuVY6e35SuvQWcdwnVnPo5/n+b7ETGRdiPCp37BkqgwD8koabZ43BnXL5ckY5KuABYMs8A5QKdYDDBMaFMYgcXnPeodBxyjeGQCY+9q57iAbD9mfDu4rq1eLycMdnBazNlRsTV0zgbhlTYX30c+TfQFc71HNIjltC7A8AQAHD17iNbuS6Vr2T2wJ6CDDFrQcu7yko+p3BmYYzZ0+dXp44403hvMvnKfRiko8l7/7nsEYhy2LE0AaSvDijfK8t61ULwID1NPvAPkQ9mXAp1ceuAs6kRTyl5wPdZ71pQ8Yib3buQqQ37dOZQCLIMerkUDleEMNUpo+rtz1kuzKV3OQb3wH+oU5uf1trA0AhyUy8YBlPvM2fRbbcOiRvKHeXXYC1fvy4CnPfpVQ8jftPg+y9ROp9LZnwvrlUQIcwT5wdBw6cthKRFt28MkTlmV+3EBgZAQfNJDYSv9b244jR0xHRHawAcEATu9bMCASygMQRsUWgMC4cdqVBuoC5IXetm3BCdB/AArjfdsChlhC2ukUGcLIDFapaCDLavXxtPMVPAJBYYrSqFZR+SkDjiPI0f/ixgjwMqhRPJX2lmf+6jcPsnX5R93C56DK7jkqmfjdbdsNjnhouy7yS9DuIwKmn0wAuONBC6O8dP9BA3Nyqg/s6S/TbqdAqhyWtDYPNi0CwEWvLBw4OIj4V8e8pOv6og8Z7of2nChUk8kh66/b65puv+jYZT2N9Or6AmtPRNBy0Yl6ANgDpLmrB6bR2V2rl6g8fWxTsDrsZ+lDyuxV4GMLALMjOUFLZSGPMoBpB9a5CxvDLQ09R4SNeBawHPiRAQzQF/w3+v16BjDtmmizVJMAIuy4BPJxNKv8bee4158lu8ATAwBG9m84s5HdyzcygKMHMO6D9Aj3lFoXsfcvQWCVjIasKJnAcHajJHSmM9dhxbJlD8pcrwB9rVhGdNj1CY1r0T58mEmXidcHPeqS04GEcd1J5WIdTstr7wHAZayTDrLO8D2sffYA4Ic1kkvnWceONp4V67GXKTIrK6eXyunr3nRD+3IXeiCTOQBC2tv4MT7DTiXGEDhD8oPQJ2K6oKqO3rQAQgtmBc7gPYD3AOBkA3EO9gBg+WUla/cdtASFLatwdObccPrc88PWidPDwSPW2sx+34dEPuItPQAseXnAtkNOovLdIQuQPcAqGKiUEeAvEqVcDtpfytENAGBaLnsA8I6Z2659QrNXfmIB4I+MtqcdCaPfi3Ehjl0UflfSa1w7SlJGBLdKat4xYx0OITmF7G0Oom3PTFIP4G1m+YAhs/evveFgQh/A27ctU9c8ASoBDQdmNap16wkATgCOFEMHt+4j2zEAYPT/DQDYewA3GcC2X84A9klFyecmyjU7UMpnH5skvFRWTSBX7gEcIBkcCPvQx5f9gOH0tb5ZiARZ2QMYAJsyLZl5ibI/AC46AFi9k8W8wgGkDGDP2InyZDiW99jSA7+HYZa2NWUlOA1hxLiUjnLOLOUAR//qEtACGCcygKlLtNk/VOg7BbKJmO0XoxsQraOimlrVWR6T1ykw1D52wltmHHU7OdXMMVPRrMXR7k5+GZGaI5Xi9DKOyPiK7F43YFne0X+HUYUAjKaHY8q4Is14Jq8RcHWCOT0LAEamO+jbM4NJk54d6c6xB+GFdfLRuo7FJ45DQQw6NR5QAGDLAEYJ6P/6OwOAf/nqcMZ7AN+1XS8WAPjTAT2AL6EEtJ0zMoAJANsPBIDduA8tM4BS0XUwcKeXoEUvEQbB2/abBbmGQ2FMNIUiGoAGj4gtVe1NxRt5Pnw/YZmQL774/PCbv/nV8NKL54dvL14cLtl7yxysyLqB4nvh0nfDXz/4aPj6wiXLljH+aXMIvsnL4XncETlJTrYdjlXcRQChoKXG2eQGuAuCchqePgUK6XtsFvdcWg3z27Rl3seYMpvSOm1GPsa6OxFoNwBgPGNkCtfnjWuLHvF8Oq/TZ7AFyBu+4W6KZ40nxl8/juswxiHzlPr0InMvPek8eSSmWYatzmAEHDA6E+V2uiCrKAHNleQDw7uLcyT53vzeEAmssDxL+Z4dMAinI+iI8tdlYnom0CJeqioQfFZjpF7F1uOaVQKeFi3aTSKbDD2EUV4UINWx48cN9L0yfPHll8P31tsbBh2fkc6bdI/22VbnJKlXaszPFFSzxOzrDM6c2Gd4mfeD54WjEucBaAAjgb3UzKnGSgmc/3z/rXMqnpVXClopDizdHUnfZbjoCgAw5lJjH33qwoHWCrrK80oGsEcB18A7d8SxjH4t0RcrZc7hInakdRRlcXnDaf4CpO5771UAWBUpxFiCBqeDGpcU/KltSwCybK0dKQTzJONbFq/r48MpxZzyr9OZj0FcQNvbtRA0X3fVdgHAlgF82gDgN98wGfMi1yDbC1gJaJSTB5iH5waght9v2l/o8QKAZcwiGhz6PB0tBgDftTUO58wd0785T34/Dei6OCKgU1JxObY+X2FeIpvR2tevQVJ1rPJ46Wy8RM9kU3WDlZOWdpDOPL32eQ9xxRH5TNNTpc0k52ZuiFUnyrb6SWZa2DD+uw+pnr2OFXkFd5duR899PJO33nFVglKN8s5tCuwX6xrHBjAKewZOD2YFWyABMoDh8N/aOjScOg1gGOWikR1smcJoAWC0h7vYb2VB99mbuK3pagIqFGCEIkFm2Vjg7j2jN6NFkwGgvdu375gteYe6z3UEElsQ0XV7AxCGw++ubWcPsm0AyCaj7HicB8AEnlnLusqzkMXxbMw68KAx2Grsdd1k/nrQbe7/W3hzDKXT5SaEBTrdsR2y4YW63ZcBYF9BD5kfbgb+Jj448aiLgOca+9ddJH+XJbvv3ejz44vIBp/hE84/1gaHeRrJ6gBkl+RIqyMlOcGl3t9T1YkoTxqRkiRMJ2/6s8jumGVc3XXtvJUx1YOKLCCsGpx7fFK30UJHYSllt4G5hIruA3tYAZTax07ldp0C1FK2E8Fb2c/Umdy/FAFxKwFg2t5qfF7vizeTnk9aU/1XHFZgZeXfygL2tkvu32HFLQeBY1sBgFOlLap+5CWut+Gvfx/J2SzLYurdfqwZwAKAEUAGpzXLPAe4Cwc25AD5n4I72Q8YvwME5l/ZXQEA7zdQWH4+8eNenIbOqPv39hLQSVmpLOYLcxmVYVzP9CWipaKHTuTkPL+lf02N235lqtZa/RM0iZ9+CADYJ3xq6Y3si93JidHR0yoNd9vhKO76BvcA4F0P4Ron6Pja5BFVV2186x1tkDeBhHnKWmF0HgD2JLMCAKsKGt8EgKEjqu3kHgDcKTNZubHx3gOAQXvgVJBFCFI9PBw8enw4cfosAeCjAIANEN5/8DDb4CjZLvr0SnbgcMk8tD44NBw+aACwBb6idQIzgN2GqECw5CJlKeQi36szgN3ycp2IllLDY/cygJfZ1s8OAP6//p+PpWLPOSvK765oZ8WfzIHkTXbdAMAWvQ1nOMuswjjvS0DPAsC3CgB8gxnAyDAIAFjGUnHWE0AK5czBwZUAMPqeBgBs4K/1/71nmcDoAXzfhIJKQAMANgd6l/E8BoD13NIls5YjkC0rNwKuZgBgZkcK/GVJ6BEAjPI9xlS8fC5AXyj5pbyuAWxS+pX9C4CMkfj22z72f4ECrt/lAPKeljQ+U3+qJwQARlStPMIC3aR/+/z6ME+DvzKUwuk8VkR7hcTNrM5pEYZhV+Pbb2QNvecx70IqnFCyFXFc10WMI4wiZnyxz28CetEPN3oXOQCsDK9aAlrlcVNkLR2EoG1FGeOvMiBEz09bScCS8WufoxS06DPK48ogimnoQRFu42KiZ8KDHCxDBPTrJaB/mUpANwDw95YB/Ncvhv9479PhvY8+UQ9gG4h1AOAy4VjL7ixwblNBG3cG4PaiJJZ6k/u4i3r9FZ/1V+ylp9bKU9wkJ2/GCMG4BUjy/LPPDm+98Zr1QH2JvYDf+8u7wzdffz28Yt9REvpZK437/dXrw//6p98Pf3n/QysJfZmBN1CnHbE3AAAgAElEQVQ0glfpXsOZ0BIsrnPHqi7gTqCYxDG8DwB3uO/I2Ctzo3Nw9SViDMU9riDus9NXHpupc7jj1uWS31C5Lxn74gF1yWNnZUrU0mNyPIRjLmQjj3GmLsdT6zSTDHRHgd9e6RPv/IsR9/09TKxdkXnl0+FHDJkSh6jci5YF+RbA6XBMdQAwHeZxX3Qk6cVR5QV0PF7owZj3LTtHhn7emsDJEQDTT1PYGi63tZkTU9d/9N8OQ8RvJcYDYirKx4Gu4fBHz8fe91x1Gg8cmdFxNJVBlZIJ854J356ef9GNMZMtXcDLBADLGYwMOGVSHth/yAFg0UGZD/9cgN9um/bUWqmbgk78XAWkx271mRreHnMj16D7yxRixVkr60hyhoFCVqK19hZWKemybiSAynOUeB//3aVApZi4+ZD9fo2mRLvz2XpXouU8Xr1ululEl5jS4fJtZE0uETSXy8Ti7Wl+h983ct5n2uYaG9NLTz9lL+qEGLenaZCetN7yb7zxpgUXvUhAGGAvS0BbMKYc+La3zQUCOVmdB4FiWEHQT20b16RH3AP8hXMc+96w4/E3Xk0cST9Go2Gd5/1iExmEaOXaCOjg8/qc1+lv6M4leCPLNp5GH9ep41ZJstFwNHSW13W7p55Lfe0z1ZbhDJ6KrWkCpuairCMRB98BImsl+xjiVOm6snOkF5bqLgRM8ZvkrIKscM4HFrS2fzh+6uhw8qRF1dv7lJUgP2n94AEUQ2c5dNgcIQeVvfbggSohyAloYT32YGb5GLiAp5azH/zhjil5t7fvW3ACaPG2tcS4MVy5cs0ChS5b3+Brw20rF43S0XjfQf9gA4RRDpoAMM8vvhXrImRPAYChx7idBfA3wIuc/VsqL2Uby2mvCXbh8LpgJKt9dDxl1ZlHnI5yuT1q0kmyJDI3XjgdTZOfr3+StflmjPvMqRfPQ76x/ioOEGuSF3Tyqt+nl2d5e65aE/ZC3r50rB6hkxNpnNvn70pAY2UkOUM9dO7YWEd+Y+QDfvzceJTfGdc1XasobI3sC2ho0/WGCLATwBt2Wegv+l569Mb2DAC7zVt6BXtmae09mzOAve3YTAawbA/PAA7QOa8vfPY1J60rAZjOcxloE/zWy1+qB7C3/nL/EOWA+4FKuyUkAWS+bddTFjBEuks9zFe/4IrcEN1LHLi+arZ+mwEM8BdvOLbhxK4AMLOAjWkTEGbveGX6ChTWd5aI9qxgVrGDzMA+PFZ3n9kkhyzsKwd/AQKXsXbbXUPLnUVervZqs36LdVp28bEpdh0O51LYgCFlIudlfgAAuNgh0/dd5M/6bHa9PR+hXFjvBqb32gOAdzN66x7bVjWYPmpcAnqKQrlEoX/CXmbxFsMV7D0NAJu9UTKAAfp6K5AGAEagYADACmb9uWQAi39Ln5cZ4LpnTFD+zvW7lwEcADCsjf0FAO4ygA8d9gzgqFTrwW6eqIHkRWb0ohqS7XvIWuVE1Qy0Mqzgb7UnIgO4B4Ajw5jVNJhtLCxMKJwEWwWD68rbA4CXedceANyNT1UEwQlaQ7Dq/EF2YRDBOJ8DgFUWbj4DeB4ABoErA1gKpRwMrssVJ2Et4RolMZlRygbk0WBcAPADloBWBvA9cxIABK4AsAFjTSo9Hr9zLCXn7iMBgNkXGD1UPauyAYABtHkG8BQAbJEqBQCO8WKd/Awq/DgAYOrqMb+hu084SSr8O+PmSABINpanHRwdvSfAa13153Hs19ndzSVzGSt57yUYtC6UAVwBYJWuYvkqA1OUAeyRtCyrIiO3B4DJH7gWZWyaBCTdFfAXoG9k/TILWAEJDGDAMTSGasaI5rrNiisPFY5ID2a4B4NwHQD4PQeAP3z4AHBEjoM3KOpLfEnj7BZmOyvcxle2YtND1tARj+DCc9obWZ048/kXnh/eNAD4tJWBvmuO9i8++9QqJlwbXre+jW+/9ZaVx31p+N6yXf6///WPw5/+/Nfhq28ukN9C2cB8qSQvosmmHSsIDNi2oBvQC4z47GTis+G+dwwAyz2989fYeNY4u+xxI78rVpEul8HfmIQKGIXDTA5fHdYDCHlWBYh4KUjP9tG0ugM5OScEknmZ9Y6f5fHIwF797I+YADQqeWUonaagbOL6cIQYvUjObqtcJgMIdECUoYzrVoNYFru6MU48P5+tbOFNFUifp3aAaObY+pzjkig6b4xu4uHMuObEutOxOnLwu+49QNIp2toQAJ6Kpik3PrWmF0IaNgaAkQURGcAAgGvZvn4+ppy7rWNj7DgPQGbaoR7yoZef/rtmwYki04HmhtkyKKcPWcFS0V4ekeC8Z3ZnByxnOwEtZe59qrNzOjlGY00Wp58HNNFZ6jTUOvDy87TrX5dY5kezQABVhBldIy/oHX7eGMiYeIwlAKAP1lD5cQOADYB77fXXhxfPn7dI5cN0lFy6dMkCM69z0mGoQi6Al4G/cB7sGSPzhqvYf4P7GrSATOHvrlxmad4C/M8Muxz2adC4vsO2GA8mtuSyzhq3eUfnFD+f5HV0jizP76zBSGN85h7qEtohZUw46PHEZN248PJ4FSB38eq69+IYhvPNRT8lTFk3+pyDgOmI8AC/Ahz7fYXTSefGv/dRNMYcIvutvPgBywxGmWir8mDVHY4dw9t6B1u2MH4/jN7wlkF8yIJjWMGA628YzAqSFqlHp2qiKs+CT1AW8LaV/Ltx4/Zw87p6BaOfNT7fQOsMax1w0wLmEPSmSjDShe/ZZ1SvQrCkaCyyfqO3b5RXFaDNKP4oA+3Ai3oAK9Ax1qKeW7K7VOLITjcAQyu50s5IZxW3GlGs8/V8tScZAF7imYWeG9Yyz/sX+S9Ptn4oYwBLU7O2xKPjnqfupdJTPMNYN1nk/50S0INA7TU7ALjwGD3RKgC4jBTXaNW358aj/G6XtRU0SewNAKwl1QYrpCzbsHvXB4Aj01d2XMkChlzz86rSzlIJaPEO8JIoAb0EAJd15bYVr5sA4HDvir/XQD5+jgxgJALQBgfQm/v/eoB2VGmAzQ2+zWeDbiYeHvcworfMn1wuyPT3gMUD5sxmH+AAfaUjAPwd9wEOP54Du25ref4BwV6AweKp6o8YQTbw/zVk66Qv94YHIrptlYMZwxYvY+xLJUx0cVxxXZwyzleDDatNJzfSss44y53JgH8oAHhFOfgdPtKiJKJO8uS9Wjvpybu/n8YdbQ4Az9EKVyd00ACAUfbZFuldvEcloPcAYJfKGDTxNNdVBPZGcKZGew8Abi21XvYF7UGeLgLAZivvc38pfcGQYRx+zwC231QVwwBg2DEZAGb7g64HMIOnPAPYWykQ7IXPkYmQXmYa8hJBUmFXSJK7PGs1/j0AeJmz7gHA3fjUxeDWdtq+WwA4SjIwShsloA10uGUR2TctGgelunIGMHoJQkFcDQBTE3QHvCnn3qOFZb4cAEafX4K9yPy1a96/gyzgCgCzGXkpAV2NqmkAWANS/YBacE0GMBTtYLyI1My9ohzkncwA5jaAvNFTVUBwmwEMZX8iA/gpOEmQAaxSZGBG0Sg9OyPWyQBWxFA4g6qIflQloJEBzIXoGcCy7EIBd4bGn8buDBhMrfcwEWwD4mpe56PbO2O6eJQnGMgPqOFuBgBrbGQotQCw+mR7/6ICAAdYJUBYALDPjY+9nH0Iy4XhaTTG6GMv94wSpp71y4xgZgU7QOyl9pRtkQFgZXFG1PZotGV1sgS0AOD9wzkvAf1fvAT0M6kE9AVkADsA/H5kALtzkA5CyxRpewCLf7C2YFnUrsgW0nO68UxoOAQwD4pQVmYtnaIIVRwBBBN0lci4VlEIFU7KA86Lkr6YvxcNAH7jjVetFPQxViu4cvk78rYX0BvVnPZnzz07XLWMl9//2x+HP//l/eGzL76gAxR9J/AiAGz/EVyaIGcEBtwxpz+eByU/WTo6O1P6R0gnCadMnFbf41vErc8J4XUW0hwATE028WLNSYzistivdxvmausbS4FGHXdRn15F7EUZSMhMXpqETEIojpYoj1sCWrhbBqXcCTExFOE45qn1pO4MSRMi0rNNck6Vskcod+kAsEDrLpiJ3+srlEkZD93oiR3bK85R56R37gmQmBr9joh8HLRnt41ZzQpcQQACxhrjCJ0A12M/W9zkXEoh5mP0EA3R8lnK64kAgFEaKJeAznJXn8dOZZfT9UHS3GkeAhwbDUcZd+e9Pr/9fLTrWVv9bvSZmXkRYJSzgRGAoOoRdKrZvtF/rlxDjN/BQwH78aLLk1/lPFbwUJzDHa1ecl+ZOrhOpZtlxX6Z7yyCCj1Y6Te8DiebWhX5t4cCADudjBdxzF0b/AI9FKXVX3755eF5qyRx5PARkwV3rYrEJbZkgcSAYxetBjABWIPUzWxOot+veCF0VYWRICP4mh174eIFVvQZA8B1tEbgr1NYOxbt6OJbbK+fp2eg50/kY3np9wuDbGWsZ+KwVcbiKgBJfHqCCtYgnv7cfG4/V6zxMeMNvuFiaQUBVt6dwV8NGOZbQ6Vzhjyg/sJCQ6rwQpCMN6fqQ+TshQ85n38KAMk9Fi9CD2CACHCQHEe/4OMnDPzdsmzgreHYiRPWK/i4/XbE6M94ox2w394HUUGJNyMeh38s/lj35APTVnwxQNjKQ9+6YeWhLRv4GkHgqwYIW7UpC1BAf7i73pZoG72E7TPbodjpouRp9FGPgBreCwFgB4Hd7qptQXLAMsauhvll+hVdxdqMgZ2mvxXTN7l51ZmmSK9fk3sAcJDZYwCAfa1MzYt4WQ1U1IS3M7w7ADiT0MR5YzPvsSW3RnbboWVzPM+0AsIFmzf1Phetj7pAFBro36k+pPvM+gT0iigBTf3VdQ2eLwKdU4YwfAUF6PWs3gT8hn5RAWDoNmqlVIKko0y0+zO0jlIP4JQBTE5o2xlQ5s8RzxbPJ26JkfRgEv5N7xJYLRu7lIeGD8krdJUy/eThuuZOAWCyegDAyABmKcsoAe29CwEI04FtjnAr9QzfnYKkdRwzfz37l6zaEy5cVCQAGFlXAoJjf9ovRY5U2sPwlSpLPseVZjSChZ+ljOdiUbktxizDKCUd9hvNeYHlM0bNapZM8twDgFcP1KPdYw8AfrTjG7JodYBsmwE8p/pKb9wDgDebNRovLlOR/OV8i/5J2X346ecJAGsk21DZah/lca6gqQPABvQe3EIJ6L4H8DIADJkFABjVMgoAjDY4LtsCAIYfkRm/BRRWEFWUgCYG5kBwBYF/LAAwVvL0ONcxn+MCm1H/TvZeZdPv5Jw6Zpzwks+16GPa+UX9yIXAr41KQG+YAYzBBLiCTJBSAtrLUsIpFD2At9GQ3TLZbqF/kwHAcBLBGEfvJvQCvnXbejY1ALDKx2QHaHGoQ3GnAu3OxgIAo9cT3ijzbACwXQ+Zv/etb9TaALAzjPBg5eEYA8BhJMogEZPFPU8AwHCWOdjb9ACeBIABtKVSP4z2XBcAhtIf46a/UwCwNOu8HB8fACzjKfcArkp7dkRMLdRq1M24OeLnBOwVgyAtsnpud1DFthlnb3Ws73qlbnyC3QDACHQoWcBe6jlAYPREQwZwZP0G+FuMW6wFkjQED4BflH9GD2plppOOTdCJnh38ZTa7stpLST0MnmxxOQfjc3zoRwQXhQKTAeBzZ4ZfsAT0O8PvfvXqEAAw3IoFAH4fPYCRAXzVIga9BLQDwMj6ABCsctcy/AvDzrRSyCoMeUUcsyaN/cllhFWKdxxg4E+p5RXnbshVCptebvJjndob84XfkAH8zttvDi+/+MJw1Pr+Xv720nD1++8N4DXn/dFjdODfst52H33+BZ/5A3vfvrXNkoo4810HAhE1FpeqvEzOjnvGbw9Zn4oT5nQF6IYyoMgEA6AIWSbH55hcGwDYDfr6eFI4Z30/pIVVwn8BAPYh4/XgTCm3t8Z5S7WHzAjkKPK71oxgTkWyUh7dCSLnsyvVdGpoXXBthOLNZw+VU3PLNoYeeKFeuRqteYXA+WE4MvyedJBnFeEaXmauAMA2n1jPce4W/o37qs9ewTY9Z5k0rlOf0WJc5JHO9DvxHI0O0fLpiNLPtB93pOxOAcBQlEGjcNLj1vC9ztGYfmQ89rTa3ueYkud+wfyn++bHBQVrxxnA1h/GDIPaA7gCdZpD3V/gHv6tW18O6hf6y2DfOk/c8qEiPnnhuKJuQvzMNwSIS2eZBw9FABGzgyMzRiAtg7bcOYq//K20GXA5gzwg6ityelf5oQtXR7AHWzDbXteOTJA20KLccHmYOeV/FQA8pW2QumbUkHVGPtbp3L4jALDT2eI48dt+tdezin5iLYg+DpmcOHv2LN9bR46azvxg+P7K9yyRBkP0kAUSoYQVnLEKJtIrilXSuYs1yZ7zVira1ukVA9guXPyGOv00ACymujgHhRz9ecSE00LQ16XnjXGN8QuSLeM1QjK6GUiTSnpadzLTfuWWMwnm85DdzstBzVa7PX/T6DRX8TGKsdLfVfceAHDwz5BOygCeuj//HfTGcs8KzAnbh59x3cKP4oyQS5YJDGDAekHiWDpL0CfLouQBZoDHbyEz2ADgkycBAh8lKHzUwOGjW0ctUx3BMt430s7Ba9npZQ6KUAA8GA7hNGllom/fG7ZNL9r2ftUAfxWAbG/LEmaGsNmfCEhGrzj0wAa9l+ugio2vHZU0VcCtylur7U7YV1nfDX0gD6GGxMfUiVI8JAFc7fRtTHkc7QyQTZxhluoW1mZR3De+o/UOGAc6zR+3ypEyyTdnTrdqDT6WDOC6pEZ3Kf2zB4Db3XYPAE9wCQYvSPcNxjJim64LB5MJCSMy1xpfmMV67pHilmyq7hRtoAIJtthgEVAcOmbw7rDRSglo6h1YKJ4BjHO4LqGevx5c5qBxgISlepaXiyYQ7Do4K9DppNJFaGfWc+V7od3iay0DwDo+AhlVNasBf0t1AvmDKgAM27z6hx4FAAz7Xv1/1c/woJd91mcAt/LXEfC1uZ8GgF0WuHyVXYXgTvHUWl3BKwCysoKqL8nuatmn2JxoQJ/8/NnmdgCY233/0BFZyYb6Y215Rb2U9tp6fGtyrxX2wir+XM8ZsnPuXmx7tmn5rHsZwIVjhc2yi6ncO3TVCDymDGDiDBYQjqpT3q5OJaCBO+yVgKZVVAIxk47ua+DnBwBXug1LSaqE/5uVFcoO2C3gnbBnTBahBHQBgF8YttAD2OzkAysygJm1a3YMZOXhKAEdADDaJDBYCraOkkkI+jIruK2iUUBfm78fFwAcMiuN8yQL6SZgFZt5iNvXl7+bXnQPAGYmABmy/UVJygIAI9oaALAZ4AAaaHQbABwZwOg9JgDYeodEeRiWjakOzRYArpkfNQM4AcBWEvOBvVX6GSCwZwDfVQno2QzgYBHh+E62UVE4nS4EzEkJKw4TMmEAZPGOUrnTADCzggmY5QxgB4BZFtp7Ac8CwHBCeA9gB8wVuV+NhwwAwwNDw6yz5kp2RRpvssu+BBaNl6Ro05hSVCwysGFUPRUatP+OyH8ZW9pXGaZwJUYmryJ3y/z6mE8v1CnALS1UeUD8h6pA9+eqQEQ3wRO2cFYoO5/cphxiR/uvDQDTapEBihcNVALAGHOUgrYxZslnj2LGZ24DCKzPAIEjO1tLIMrfKiBBIDCcXt7/FwAwQQwZpKU3MOk2Iv8U1cd7gvPfbbYw2JtBCbkA+gQADAPQM4AFAP9y+NsOAL6IDOD3VQL6/Y8+Hb7zHsAEgVmu1MFfgMD2HXTIm5AVnugl0xHo3MuaKlTYHSLRR5ZPo8NHbtagO89QHTnksvDTvgzUsDdKM+M7MoB//ctfDL/65dvD2TMnh2++/Gr47NNPWTUBJUNOnT5No//i5SvDh598Nrz73vt0ah41hyl7NGItQp0ZAcC6HpSOI0cM/D15YnjmzBnuh3N/Z72EL1sPPThMl/yIAMj43JMISHYcTZD8DGBW91wBADsdkT/l9bp43rl7TQ7ToFGOEE7eOuEbsJ8ySs7ffan0Y2QDCRwWzcupkDIQcCvFQT7FEjRHUe62dWg5AKzb8yxZlYGG7MX69VvXiX186DzRA5XtAfoWMCWcbUHTPghiA4lmY3ACkm1kyfQ46zZircWKqfw5bhbPLMcQgCXxJK4NeJR4vblSgQE69OO5E0XzhweA65B6lmxyhGou49WvtVomO5+jHZU4esyHCsmk69WraRa5qRGbkjkEfaP8ucsU/Na0FQDvLY5VlPgSpKhqKh6w5s7jcHwXJz2fu3JbyhJfV03P4BHjws1G6UPn2d0+S0DAksGwJJunVvaIOnuvetphEwC4z/YfXbt4TwXQwRBFEBGCf45uHTMeto/9f6ErQL7AqYs+RohmZrULH2vqA1GuEQCwrVPML8CzK1evDJe+vWjBnTcnAGCnnBlxy63NWOCaojP+7rqICNBN+oZG6xMHvyoAqZ+q0G7jGKz2RfCgcKry8jsEgONaSwECszQXjzujbJZVOxVIVTZqcBbIK1OahtqPdY1kgnwT4xGTln1gnysArPPk0CzpN847aB45PWHNe3UNBkbZeQ5a4MERKweNstDHjlugm2UI868FvW0ZEIys9MOmtxw+rDKkcHpJtxT4YN1CjGYVPwhV6h6C/igS5eK5a/3LESgHXemGZQcLBLZA5LBFzS5FO4USqMXKNXZvdg7MF0FgBkCa3eUZ0FnmF5la6LRZ0N2M2t4FoGhl4U4DS4Jml3jPzLJx8ZwVqu4sTXWldbjb+vvsAcDTa1UgbM+j2nHdHQA8Md+RpRl81i83JY+K3wDLN24LbGKNe85aTH2iFfa982TuT2LPfoM41n1Dwb8bkBjMwLfTHyHwN+sS+g0BbJHpmwPN/LfwYfhfVTyRcAsAOIKNS3Ba3PtaALCYcS397FnArD710wGAZfdGv3gHfL0CUJTar4kgCA50oeZyGaNECo5/snLamCJBnV4Ku/g8kg7p4P8eALw+3451OCtTNjzVw9xddu3e69GOwCMEgAH62ps9gAkAG/hbAGAL7tsDgCkjiuLu/tYSKeMymDyydRpI2agskXKmBkp5QFRUzXD/1V33JTOhyNttIokE3+G3LMlG/I7f7Y2qdPjsmAtxl9KmE5/lo7bsHLsH+Filp+NVbGuWE6rVTbWHfkOym4KD4JfGdz1UNo1CklZegOC0dlVUAFj4TQWAnx1On1sfAIY9Q/sZADBKQJs9c8AAYAb6T5WANjuCJaB/EgBw789b4QeWUf9o2dPE2fcA4G5QqmI/dt5WB1cszZg09QDGYEZkDjKA+XZn9I4A4H0GANsaZDShOxhKJL8r8gzPS0r9NACM8s8G9O4UAHYuIgNdr55wYkTkPPFxAWehkh4AsGdK9hnAVjYXkY8AzwgAc3+AxAGiqQz0IgAcwG/5i16CUbptDAC7Z12R+51n6FEAwAEMBwAsEFg9aSsALO39YQDAEVVbybsypLUA4BUOjuKIfMwsa87JzGeKEphuzDJTlQauZ8e7sGaUKwHhVAaaoK+AKWaEFgBYhnEoEurnK/qMLGABvcr+FQAsWmVWEIIVvK+lhiqUFK2hWQA4vF7058nBeA9rqQGA3xl++8vXSgYwygACAP6jAcB/tgzg9z4UAGw4rymLAICVfYleb+r9puwz3EQEMgTA1ogiGunhXFDwQkTjy+HndAubP6Mh4hTpbU8/oqss+Nzd6k4TKFLYigzgv/n1L4ff/gYA8Inhow8+Hv7jT+8OXxsQjPKJv/r1r608yTPDhW8vD+998NHwxz/9mUE1x81RCjrFXOJE0duXs1As5QfDqVMnrcT0a8ML518YTp8+yUzgOxag8+knnw5//et77AcJpz7Gbu5FCHhGfi8BKkVhneSr6ykFsZ7HyaZzEdATsg08MBz8HBtXHvlx/GBxTYe+uTvv1vcNZ13vEPbLaCXA4UG5xkuPXhIj7sjivYleCYaWjEm516nYwzhCsJUp2KjCcc/4a0OPcQ3eq9+wr8kAdcXXOmNZkQ1FPYtnq6Q+V9ZpPM6RTa2l4fyJK6RTGJl1Ek40D4og+IT/1dOa727cmvNPEut6NFUPfRIAYNxzWnvOH4I0w0jirDakmgFgHNQr5U7nDwSoty8NbCyFlj5Fi9J5NCf+j45pnKxRclAAL+WL99GD7hYOUQQdATzEXwbllFvFB91bCwyIIEn39U5H62hOwdc95rLRWmeLvGqSntKPdiPzORerDq68Y2rPhwsAZ6BOARUq83yEAPBh4//gLxhYPA95mMnww2a8HjEjFvIE8gDjjuAh9Go9aJmbuEcEeV69dpUA8Pf2vm2tVkgTE7KBrSCCt/Q6qGZcQ5ECxgqYYLyAJeJIBJmX5dGzOO7gdXEuP2XlAp5NZNfQufMMuu7jFCa3/gSj7iZsiubmw1VW0IXdqIqfT7/0HOLPo5cEUvm50tDM+WIYuaR9bMv6Smfn4TpHmVeMnTzy7mDCjXsGcF5XiXfp+ArQiM6Qsqs5ZR9IBsV6KbXkQAEAfPLkSdNdTlkPaysbjX7BCFKAg4VVaAAkKAOYLIq6X1FjqbNBXt65A30Q/csROGVZJLetVLQFJgMMRkAys4GtbRCqoWAb7Nl7FsyMYxHsJfmuvu0MAINu3FQscPpq5G0rfyXDnO64HvADZJzzvdUkN0kcZKFTikU/lVNH8zYWLrwHAC8u3CUQexEQDXY2sUQfOwCc9AUBKFO8RMMQzzSyT329L8nV0D3HA7oBAIyDA8R12dUGS471EvgkZB8L5F0fAPbg6AL4yo5uwN6ocuLVTWYBYDeAI7hI1WbiuSMDWFz+hwSAY45V7ePRZACH/GUAm1eFoAsteCsTI2o1mFJlIQKKnICKxtipBdVWECWLP7pPgAHwrp8msEPb5+XvIhOggEu8fWLnVfy5HjKlu+cTQh9O++xlADejvQcAr6TUh7DDIwKA4Sc0Pkk/nq1N9QAGAIzPqjC1B/JUFoAAACAASURBVACTQ7tCDt3b9Un35wgYdb73kwWApTy1ADBkaCXtkKSZo/fVSartAzsZ7QgiA3gHAHBfApqB1D9HAHjZvyF7chdydofca335u+kFntgM4I/kOXOlvX+sBgBOXl9OT7EH8Q39vmLSAACrF0cFgJH9CwAYDmm9RyWgmQF8u8sAvm7G9k0a2k/vs/JbjAB0Q9uZGPWqAgDLYBaYpHKm6svCkG+VgGb/3ykAGOWhkQF8R8ewB21VonqSJADsYyDbuBrI4YQt5c4K41W5XGb1Rq9UODXibYAv+qYCLIsM4OgBrL5q3geYGZUq7YOoT2ZgouQaATlk8uL8yv6NcmQRkU+m6AB6VZrtWeBs4ZjmpedO5CQwRCO9c0za87oZwCUz2MLnBaYJAFaGaZRM0piOAGD6t5IzIjkmJh1yTuHhXNT913kdHRPAT9qHlsGc/6NzYm3KGna6f8ZE+3OEEVuN4OpI0jZFVzEryx3wFQAO40eGLJ3xvm8YpvKzqqR5gL+5NLkAYAeBWZpPWe7aRw6ywneYSSH6mQKAOT8NAIwokNwD+BmWgP4HKwENAPiM9wDG2rv0/fXhjx8gA/iTkgF8zww4VMNFBjCz0JgFHBnAsPBwOTndeG3QdTPACQB2gOLhAsD5YiJe8GFmPNr9nH3mzPD6a68Ob7/18nDm1LHhqy++Hj788JPh0sVLw1EDeX/7t39r2bunho8+/Xx4/4MPh/fe/4ClDbeQAWzrHtF6fCZf05GRSiPY1uG5c2eH3/3uPw3PPfcseS0ybo5YqelPPvp4+Jd/+dfhyy+/JJ9mWS57ozQiAGKABMxoBT1JoKSAEjn3o4RrBoW0a5UdLo24RqOPZ+U5jao2XjqJN4wB4AWFokMOc2CR2IUfOwEuZL+oIAF3IoVMwhT6HNb+63pmlYgWMKeodgfpXJ7I5yuGXHz35E9iRo2cKyBwsDc3jJD9C6c2+Su5qe+gOeLL+b5uVHKAvbToyBLr0/3afeJvPgVvxMGhiMakp6Sum5Ee4UPKp/BbUOCPaj/04GRQR2T+qocYerKIl+EklGUdsjQXhNASzpSyGcx+TDPhlKt0MU9Xup+JczjRVNArQG2U/bEMywPzJaA1lpqAWFMst8fI0oO8HMu1Wxl48nenC2XRKhCsOBVNx1EgSGTBQqcJ3jxx33roDliNWRMAzGCrTGOk0zrisT6kn3n2ewJ/JXMU0c3AI69EISDYKb/IaCc+Xw+VnDXuxREd66id+PIt+FFkKRd9Uotj4qisDMzMv+sdM5dc/Jl3Xxb8eNfRNrKI8X0UvpNOUfeKte8AMOig6IYoV3VA5XUtWpn991LlAhx5yCp8HDGgFwEmkC8YEdDh1tGjLN2LuQJYdvnKleHq9WvDjVs3zDFjPAgk1j8SxSw2jNdds4JSJQYxJbArBVbyDf3CgEKUn1YWqp6R0eQIMITgd74c5w0oI/ibWReiY4yFj2kECNQ7Fx/t6TxTeSWu8fPi2ktA7hJxSATN8Zxlp1uRJ07Wk+fxMdOS4cU0htQ+Jq7bzWfw9DL2JRJfGbMhS0hrcQ0/L3mV076qE0VVIrVTwEv7mC5R+kw/YElyVCw5acFrJ0+ctIxg9Ak+PBw13eXo0S0rT2pZwZYCfNAcMCizhmuzpDz7ULoYlMgqJAjciPbrtgHBpt/ADr1pgQ63DAS+YfTOilU3YbNusx0BdGQRtijLqajSkq8t9a9sqNppzWedrD0GHTckO3S3ALDmsOfdLaXNURWPXbKBlrYtEfOqbSC/oJNV+zrdLK+d9gk34rHpxKLbNcN7lp7B9a7Z9Uz+Ni2Bimyb4QUrgeV8HO8xaNevx+/ix7TQio5cnccaEvcRlPEJuZsOKfLZaX+W0GJtzMxiViTKcmmUi3Igq105ry/yPHRn11Ha4LSaMVx0DQ+iVvUr6JqwUWs1EwWNpepYHjAdVc2o37DaWbS5kF9KrZakv9HudV2OQdvMGK46VMiY6l+Tftb2/80+n7kS0F6VIYJLbA7E79zuLjrghO5BdtVNmn2Fbwl6Avhr6QO8VAKa/QtVfYolodkqAOf1OWSgJx+v2Btco1UM8TZKoA0DbqpPUPfoIxUnwhg7zy3nxgnjkjy3no3x3x78HsGHuSUJp0sGyhrcaGKXbPBMbeb2kXY0txgW7iGv1zjlPL+KMd7ZQ624jYd+0t2fcBOZsvur/VzPsA4ArHVUdPDRUGm7VCLYqM6voJsB/LUfBACjBPRPGwBWGeLxa54ThY4pu04DLUEvniu5HZmxPhEtn0cgbMiFMva1hVO0R3gyM4DjWfH8+0oi3uYAcEgUGAq7A4D3OwDMDGCzkVVJSxWLRj2AH0oGcEsvsY6y/FrSgVdxrvGxS7KrbpM6sSRDg3ZX3cFOts/fo9TLdeXvpteeO2+vP2963qX9l8fxqf/+Pz6EpjA7GcXo5IS1E1gvi4skp6FNLKLkoDghIgeOPJZ99qhqfGYpaHNQAtgFEHzbyoreMkMawAJLb1nG2vUb5jSyqGsY3netby9KQMNYV6R1gAt+F6Ho5wjK4mBECWKVgLZwbQN5ewDYSkEbKHwfpaENIF4fAK4jsJJwyHjBiGYA4Mj23QQAZuln9VQVAAynlwDgp+HoJUgcAHCUZPPS2e4cExAMjZpatSvKDXuQ7AgFuqxZuDc6gWSDsBsA+P4DRNILAKakT9GvLcCfxh2LdcIojD0E4FUaade2zKypVwM6kiek8/QH7NAWWGuZc3UuvJaenUZnZFC5semGZgMAGziE7zRy3SGvMh4qaQWDtzjh43ru1FPwgQIakJWuzHTPXGe2htMgnXUZALb9/clCwQgHUzHKfe7otBoBwPuGe3DgIQMYPYDfeGX4ewLAr5cMYAj6iwYA/wcAYGQAewnoEQDsGcBwDsvXZnTMjIYIANH407Tk8/vbwd/dZABnkGySDn3yVTJYtI4sXzg1T6MX3rEtOgLgHIVCcfrUacvcfZH91P/t3/4wfPzxJ8P3lvWMZ4PygRdBFdRAtHNFTwo6+O0a2Hb27Onht7/9GyolX3z5+XDm9KnhzTfeGC5evDj84d//MFy48A15xrPnnrX7OMrfv/32WwIBCPCBYxTGs7K+VYY+QB/2z7PfQFtQ2DnmkB7FWV8d7xhr9WAS7UpfqDwnnKgRtcXNO5TdvV0ea66cLj4sKC0+QwTR27KzoVOHoM9/5chhVHsJbJLHj/cgHVYGUuqbptvQTQUIHFkLmY4Y4ADwF6V3HFizu9N88Pzi/eFoZ7CRrWdQPuUywH0PGMA9oiTNEfT1QokdgClcJ6JLSARsx3yTdzhfoXaQwJgA8VQqHPegv1p6DlB32alZjYHRQSiCjmHRBz4RyOz4ZZ22TZTNLBdmQI9CaMvMfzUA7DwF9w1+5g61VQAwH9X1G6ypEyeODc9YYMizFrSBcfjmm69Zrh2Z/wAvQAfRpxJzzuxw9hQ3vgDejDmnQxK0BmB9WnEU+/N5y4SGYDlfp3UN9ovRiZrH+39FR8O1q+NTwC9ahaBlCMpESRZhgkPXqmsT9NdGWMrODUd0C7gUndbXcl23uofc960Xr8H/g+doCFY4rfM4rfm5z5xaNJacP0yduo5D3doEbnKMEgDsoBupgP1+LZPSMi3Bs+HkBeiLIEwGHjhP5lo3+oIOgH1g3OLYu6ZP37h5Y7hyDeDvzWEbtgDm2O63oQz/UuY1mLGvZVJis6615ggYi7kI9EVJavRUsmCl/egdi+/MIIXaD5Da1oIB0mhhgHsG7wLPYkCL/4UcBP8yLlgcH7n3o25c/IE6SeFT8US+NsiTfNf4kzwPq1TGVUZ5tBAYz7l48ZIgLMBzCJh0Ev1U6bmCuNppSrz2v4Vc0brqBZm+x3Xa9VOj88vzk8c72OEyhOePVjVOS8xaZ2lymzubd9Ku6UknPCsY5aK3TGdC72DoLHK8WIm1gzXgqtX2Yhg1ntJB1KLmrmUJb6NctGUA0241e/W6tciAzUpe68GEkoGu42C9MFtOvYEjECf0mgzmsexsVD1wfX2aG/voTU3KDJ9ZtescXRZ+N3OCRXB4TZ43uZvrP3NW0NK4iJRXyOclfW7FsSWrZuLGw7bhpoVncH/svI1HZ630v3jlJ1IA4fwzLoPAKZzDeUE9lV/RT+25+/44IVen7qiu7XpX0td0sPOW2Vv2wcKfRGt9ZZcyGK5LTNFOC+46z3beWGVNDTKN6iPkc2Hb4fwAfd0OjkCg3PuXOgOTDDx4ncd6JTNve1EygnFhqisCkrnW7XrxWZnBEegm+VJ0dZJSDs4T6EsgmECokgFUNQ5BLh5cSj+RAq8VtODyM/Fzus0wS73C4/Tbg78BGIKnIaCG4C/7AKPv737aAeTH/Kve7GzfRgBYwG/0BGYbiexbDBLg4p7QrSg/ZA+V6gr87HJBUqcLsMq6YCzKGImwOZW0EpXAamue4P/SuTVEqyT4DpheiO6dGrGjS2ZmvQYfnGX+j+RpdzBAD++QPQD44Y3l/JnWAYBdLFDHm6IzKHguffDR14gygFX++ecAAEt6zQPA8zoAjsk6gg1i0p3JX10ul3l0vsvvvLDLC+eN4XdQIJTebDHmNvuTUwJagoS4CPxVoWx1WQE9LxhnALsdwx7AOwOAqQPauBMAziWgJwBgAsFmv6j0M0pAm23DJCpUFEp9f+155nsAx+S1q1PT2TH65FfchCuM6Mbt4nXOMZbP/VEkwnVOteE+y7Zx6IUbnnSN3ZeeJfzBa5xm411WyH0BwGEojXduAWBMyZQFGNOpSQOBEQC20QRTQDkGOJEFAPvbnHrbBIAFAhcA2CKqCQCbs+a6gb8CgG+oB7BlADPIn45SKYBByxGdWcreFqPdnfF27Qf37zgAjCzgnAGcAeDIADYAbGUGcJ2NScU5T1ax9ACUpRLQUNYB/nq/X/ZL7TKAowdwmwEMJd8zgJkJLOBXADDAHDnyw6FfS2Y7yOulnmuEPQRDAMCN+SoDk7w0K+OPGgBmGmYxSPL8plGfNljSuDfz0pQpW2YEQhIqra+c340X5poH2C0sxZnP3hfpHwBNZFf7s9BglpEpQa1eC8yCjb5GAIrQtyF6A/s6DlArPBoyPB3gdfC3AYBJy16+vIDD1RAVlTmtUbELQyvmPf0tYJErMLaGMgD89huvDn//WweATx4ZDsDva7tevOIAcOkBfNUUxsgAlrM/SkCrB7A0zAIARzmpMnxBN3LSqWcwXIfVGGVCnQMVY6ikHk8KSFmSPUWE7hX6GHmdG+j4DEcilImtrcPM0oWz88Rx69toWcDoW/fuu3+xrOCLfEaqj1CCMPuYe/BDuwCiz/gGgG97AXR57tlzw9//w39m4M3vf//PBJt//atfkZd/+cXnw7WrVwlCv/LyK+zD9/EnHw9fWflpnJuQnD0TMmWuXL1OBeywAQgAe+8YIMD+ePaOgCA5Dl1R6wAbzEcAwNJEs3ySY1gjrdesk2iNpbY6U3RK7jUMvnwpfb0KPc/dQAWm6MjzMmfVQe5P3CnpobA6buMAjgaiRHL7A7HEObPcFeDBsruInBUlUFZDBkAx3bK5PG5ZVFtGS6g+ccuc2ddQ+tJkMQIKAMaB1k0MWxCVnXPbgqlQNt7OB5KHjDkA8AR0hrWhGuuU0XJ6x5xpVdCx5etadyMeULIhGhDYuQWnAYZlzDw9VwJPQUaT07SkYPWKZi8X5gDgNYiKNDmtyAbflkGrNdACwF4aCHwzrQvSuX2H8wwPDp0KvViftTX78isvDa+//ooBdgeGz7/4avjm64vWt/vb4cqVqyxdildkvykAQxnhzORnWX44AFFpAPfU37evtUaGpjFg2q+DuFNOxNgVxOBOWKcAVQ2gXKrcMnoHoecm+AZ0xL7kfCP7PNsnX4ayhWNXfnUnQ/AbjqZv9+dLMijPcJVNXuXAweh6vZY3rUcdC3t1cn/HQIYetfHf8k6l9ct5nAHgyOD3oJD9BvjiDeOT2b3Gy9lfFXPoAWasmGFng8OXmZaemQ+w9aYBv9cNGLtpc3jPdmKRTZBAevS8FriFpKTxJBW6KlZGOBwSoFf8CGDQwLx9KAlsmZ8HjlvG59EjBIEP4P6Nvu8ZL7uOLGQD6m7Z/dwF70LbBwapOP+yZ9+PHk/2Bg/DoIU+EME1Gju/odARg0+lgEVtqk9Zncb1uZZoZNV8zwHAGss2GCJfR6u61e/7+5AMcX7run8Fcsd33XPM0R5cgD57/Ng79ascDCdNyDhJffzngas4lwerOgkHKfOyhYtA5hgdAuxFL+sjViIaZaJPnLCgOQucg95yZAsR+OZkIWAMXdUDBopRqdtmqKInUWAT9RI4IK2HMOxXVFuAzXrLMty3ja7QS/gubFu+UR1FpaLBv8SPHJjxMdFw+/PhGSIzMKcjlxHU+ujndNIsnyCwRT0HNLtAlEs2ENfJI3oVnWbq/B2fnKTlhftaBZ4uPpIU/clXf965Z/Dl0ONr9ZykjbRe0hxxXYzWUkcbC9sZ0J8mfOqeK6dAmxu9dM/9Gh5ft/5Sjw0/wvwD8+TiEYmk+oAonbv6B6YmgTqFv+u+rW0Z23OlIfkaogS0/vZgYK0UIuCX2aLM9NUbAWmqPtdmCzPgA4CG6zy6x+pIVwsiv7bLF/I0H4sGAAZTKsH+ssURvNQCwF5xKyrETQDAVD85mpjZqXWM+fB5SQMtfVVBLbBDlQEMADiAX3N2NwCwHNg9AAy7IVf80fTrmr0zvlw+rYtMi6WfPCVGWkaFXqtsCxkneytkVGRouy3ic0Fq80mosnyRO2y+MWyBzY/c9RGreOySXNj1xX+AE+wBwI9j0DcBgF2mTN0WAWDp+rKXwSJ/XgCwNPplfWO8RoOnReWHIrwrCOyyvBl2570uYslJG9+sBy9FGwNW6/rRAMBg5Mke8efPY/dYAeDoAUzAF2Cv3vDH6jNAYPts9jfemwHA48VEOd8Tyg4BYJy96owrrcCWxEjNS1KlnaOHx63mbeMs4x/e9fKZ1rcXHs31x2f1DOCYyH5CqvOsGCrBFSanU5O2DAAjo0PA7zbAX88CRjR1lNSCs1IZwDsAgDOIREPaFXE6ep5AALgr/6xS0CoBjdI6KvOsErrLAHCUgAaz93J9PzIA+IFlAKtckgyoAhO41JffODtAlg3A0YL+uQDAPk7MpA5j0g3N4mCNEtDM3gkjtssAjuhlz4oqALA7seAVY4Yvgw68JzUdaZ4BDJqNXtXs/xvGqJeAdkcbuU4yfiLKOv6GUSq5bf8gA4kloL0HsGUAv/3mq8P/BgD4HcsATgDwJQLAX6oH8EefDN9dvmrG+lMGAqu8H8tAlwzgAIDNYREZwGsAwJH9UHvA6YFEqr1BHYLSf+8cxZmtSlhrv9DJgkNTCY7SgIgKs3FmKRGWEzlAwO/GtetUzAhox0l8rMPcZzl9vMG3QSO2/8svvzj8t//2f5iz/OrwP//n/2vOzO3hzTffZG9gBN8AOBIA/JKVht4a3n///eGLL77g9eFYPWElGL/77vLwZwOgb5vj/7iB0nCMXjPneygNAIiRYcqyx0YXuF88Uy2PKCVfNMejNDT8nHnAw1EUlhyjMvxXOTiz7NS+NVq8OnB6EVwcO3TM+MuvF/xv6tJyvqhfJ5REZlZHYJGfKwwl3AccVIzYxGeWTlJpYPyHIKFD5hxHz+dXX3tteP7888NRyyi9Y2vjytUb1jf7sq2b74bvrZTrNQMTr1lG+c1r5uy2OQRtgF9j3pAVzNLQCGrwwAYBw6JPgNygH9Ayxwa7ussefwMELHyG+8S4Z7jfS7wFLZA6RvUoynDKUdqPfHzvN+S5dn1m7tA1ft8MAFZrC5WAngeAOe/MhgMAsc21+PIrLw9vv/3G8M47r1nZ0y0Df78bvrlwabjwzQXL2EeG/nfMTmMQCB2aqsyCz1FOG+sX1gF6X4IvtnCAj0Ujf0fUjFmUjO5eGTzQtJHxcV0VR62vMlxJPZ22ec8sMY/WHABQktEQ55T86PP36NXj3jh/XkMSIwB1NPcyYqozfcq5XZ3AXhWDjl2nz9HzLjvH1yAb3u9S4NckwDB1YoxBTfrR83K89CmXBRf4pkjp+5SzRo/IrLU3dscaRs9fZPSwFLz9Fmsaso/RygB/QV9o8bKtli637e+2BZPds/FG+7xJANhlpcpA1weJewWYyrmXUOQOLAmHN9aDgXgHDPQ9aLRPANj+HrJ3AH+oVnDt6rXhuvUjBgB8xzI3AQLfNuDutpXzhZ70tJ033ngeXVtAhF8x/XVD0jbK6RyGZaWJAIAlB1o5FTS4Fi10Oy0fWwGOaXKY55Oxf9BW87coINOMdJV0LLzEp7AEZuRx8fkMgFjAL2gyIGvn47FfclyE/I6gIq1rgcCscIByasYnD1t2+PHjx4ZTp08PR48fHw5asAz6BQsQNvoxhwz21Ut8NvegZFAq9ZIAl1yWMSBEfBP65J3bBgyjohWCIGjPAiC2svxm86oMeSzEcHxqtYvGsRiqbVPmIX7r14ev56DRCfZbSOGRAcCLcmEnVJ54QHZI9qfakE/2h+8BwN04pwESSAKqkpyOlV/k57xSlRyDIs6aARzg3jQf0SLQmufLee+OAWDaYXk9PWwA2NtsRNZvZAF75S0Bx9IZIjC0BYAz+KuMYNrsrltEu5HqtlRlCkdHKa9ZTYAZwAq23oeqcPZmYJQHaZcWYSMAOOzUPMPdKsnzEZzRAdVFABjZTu7AVgZwBoC9BDT0iAikgCwVE3T9zD4jEG2KfaQfp5zQVWL09B1j5+cljftFK5d0Ftz6l6oO28ry3XG3dDTJdLUkfWjX69b69EDXNfgorvtDnXMPAH4cI/+QAOAiQaIE9B4A3M/eND0Hn5IcKLqfJ3+FjB3pQFnfovz9GQHALnvy+Fbt5+FlAB/yEtARNBV2yhgA9mxgB4CR8WsJwQqkgs/NA6rox3VjeSllIZnP9RH3AOAq+R+p/H1iAeAph5WrRa5otU7UsZO0KqViOsgARokGOfJyBnAFgDMIjAxgGMwwkpH9e9My2JoS0OYMZAnoJgM42QlhHNP/GMa5ZzoyGymXgN5NBnBV0HKEquhmTnlzg4aMtWYAPxVgmTl8S79ffq49gBGZrixeRYbUHsB9BrADwMUYkEEwzgB2h4qXU5vLAI4VIYVcjpfWMfrwM4ArAKxoWoxnAwIWspNDV0Pe02IrGhuF+ucGAJcyVFE6U4YwnUuRAcy+eDJQawno1BfYDVeVgHaDiM5zzzJ32qSBySzfKP/sWRUeuMBtXoIKBmuJ8gZd+ZTp1rSGFLihAI7iXIVvDDsb7QoAriWgCQD/7S8FAFsP4MgAzgDw+wYAf2sAMHiTAGDwJznsmGlqGR21V5MDGQ5SxFonIMVbFG+JaHH8RgCYZXz1QDX6vFfXWrBClxjzDilscigXJ2AaK2Z0IsvSnc9wMiuSV+YvMyILsFHvQfodtgsECScne+LZtV584YXhf/+Hv7fgnNvD7//5n+jAePWVV4dnzpwm2Pi9AYJw7r/y6itWHvr08Pnnnw9fffU1s1yQPXr++fPM+vrre+/z3s+cOcMM4CuWOYzgH2TMXLDMZHxHeVHwtZvmhEcwEJwBUTkCdwzFhhlq1pe0jH3Dazc1xrM7Ica8lp7sZypocer3dX5jRH969QZ+61QIdiaeVgFgfQrnSJCKgECPwg/wN/i6O4mKAz2UetuOtgzbaIUAurLjQGcAec6cPWvg/8vD+ZfOD2cto/TgkaMEWLat/cKNW9eHa1bK9aqBKCgpfuWKgSmW4Y2Mutsmr1FiFcEDd9AP0WQ4M+yMNgGC7EemOrMCvPxloWHn7/6sfOKQ3Z79FEBx657qHZKa0wX1qgRQrDNnVY7rvHkG+1U66ZxKF5kCgKvcCnYMnoK1ux4AHOA/7gyVUQ4dPjC89NKLw5tvvWYg8GsGaByy9WiZv99fZWWVGwY+aN6+Z/Y+Ai/A88nTnZhggMAYAZURAAaDDEdjeR4fjyxyuxEqNNsSfePYKgEVkf2NOScL1OiCVFk5xugOGcAo2TsFAOdLoBT43Ktk1JG+Yh21+m0Be+hI7ctqupPUy0xHUApBYdJrLfmeLsDxW0Uf8ze9GQA8G+GAtd0BwHFNlxJ2j579TVaKyj0mH+3jXchbZPuyny6COKzNgOmmLEeFzB/b9wAyZvGZ2f/2O1z90CUQEW5gV5TwZsAJAGCwcsx1EfpaYMHbexypjJ/TXO3x7eAvdQKbMyv9i6zfg1at4mnL7Nxn74NW7ve4VcV4xmQUKhBAJgH8vW2BK7g38CwEtFy3tXHfvlPlRFCElfilE950AwEPKhFNXht8GLRgFYJUij4WhOtZfKCioCYVNVGDfVyOgF7mVEsloOcDlkSPS4EFuqoDrfmzO/wXImmWbzg9OqH8EGZ+Dfzh6g/9xXWYCM6oIDAeQDpOYRZ+bAGBXVkTTTlPYTCD+sajVcYxA4EPW9ATAm0AAAMURr/gI6ChyGQz3eTgQQQ8wCYDzUtZLRU+fIXDhmJWG3Bj6JWmR95DFjDaHoF/ma4E/Qa27a1baH2kkvYMyvIKHcgaVhZtph1/RIIgvLDr7v5MacSLLRr6c2zLAgunWJql4I0T+2SZ1W+Obfo7PnjHPNBPtSo7bZNAmf7ufjwAsN95miOx6668Y/eAS5m662UAV0KKedR1p3xGPvkNqJbKTIM4Ch+ZIcQObOS14rROX5XEYr3kc9WtUVHm0QHAKvksgLdm/9ZyzwHuRnlo6bcNAByBmbTH3aZMAHCUgG4AYPI+5+QLAHCUvqTtbaUrp0tAZ41NAIvYcLdq+3lxe0IBiypr2WYAq7JCBYARoBoloKVjRQnoCgAX9l/pCxGlazOQkMP+DM2h0q+zTlsDnPjEdYHFp+KLmOKaq6XoEqud3Eb2vsihNz7luges4rFrT8G6F/yB99sDgB/HBDxMFX/pFwAAIABJREFUAFgeAPi4sETWywBGq0mvMupVWOCjUlUWC0w1P9QtswUQAHrLgvS27Tve99ByiNWx5HvMlXyg7+8CL9vxoO82A1iBvWJzxUfoPP7nCQDHVDi2UURAtn30o6QKBu/hA8BND2CWe/a3B66ihQLLQfMtwPfHCwBX2RY29fyCWJI4u5FGexnAecyf+u//90fwYIwVPleIsh7Y6oQxmZqMABq0YOAEGgPAYsYCgO+aAazs3ygBrQxgAsAoGWeOZZR/vnHTSrZZaS1kgwBYEQCMvwAvqh+ggC0NAAxAx6MvCwBsjN0cizsrAZ0iWfHMSVdbDwDGDQuUVRloz5aMLGD//ugA4ACIVG40escwEwaTy1I8/jn8KzG72NzQyUMAgJHta++nEC3Lt2cA87Oyk/S7A2ZFv08mYAcAVwehyHwPAPYyxQ6uVCeSl4AuAHCUsfKIZZaH9uz5kgHsBiyjilXGnCWnGGhwkFnATyHT1/sAR9Y6ghvwmxasv6WJ1MACzhVnjHMW4G/MPecRDizavcgAtp6VON5KP6IHsADgX6kH8HEBwMg2AgD8Z2QAf/Dp8P6Hn1o24xVzvBl4bCQFUFIAMDKWMB7ULL20JW6mArUyk/1FR5yDvx7pDbormXl02AWY1Yu4IGIvuBUG35Td15TArQpLfMpR5Ro33+IOmBLBL78lGVa4DsivyUMFBLPsiL0PmdH+zKlTw+svvTIctDG+aqARnKMvG8CE3o5XDUD6y1/eHb62HqOvv/4aQWA41C9evDR8bb2B8Tp//jwzkdEXDyUYzz37LIGSK+Zov2kZMQCiPvzwA+tTepHbcW1kKIL3I5sRztEbXrL2kDkWQF+hiFHSNJ7GIIqxKjGV7RLKbsuvBSbMvUSDm7/kr20ndtV3Z1paB5Xg+An3rkf3QAz+Vn2ueAJsD1nMjAA6WqpiiTWLDOCbZgCB38MZfsd4AOYFMunoseMEf599/oXh3HPPDWesr+yJ00eHQ0esry8yTm3N3DSA5PqN2ywt/L31mb2CXrNGF7cs4/y6rS+AKjft87YZVgBZ4MNB79CDngUsXzYHx9Egl6ugUwcDZeVhmQUQXhafP+XYLxQY93imesAhz8k6DhfRRp+5qCWVHZxTNBIrLm3jY8ezx1hsBgDrbOLPAICfffbs8KKt0ddefZlBE5988hkBiNOnz7AkPIbzq6++sp7gH3NdRmZKlCLE2UAnGFXxfVFSfek5RM5BdClIYerRSaqa50z36wLACDwgAGwGO4DEnAE8dtwX5aDRZZvr+32MfWy+aoyAGAyTAOAKpkl3ot7pehAlBEqReSCOqhhExQJfhxPjUnnQAu3Zpk2ADWXvTl1MInfaiQpeiuoPAhFCu0VfLauVM9yx891H9i+ygJnBg/LIAHqVFWmSn+AvfkPwEwDhfRwUX9vu0L6H7F84uAH+koxKPhjXslS4CALgT+VVQL34DYES3FrXJDOV0Z/YwN991g7h3n7bdshkmQF6p4x/PW8BTYi4hrMHzh/0Jsf1MF+oZnDV3ijZi5LQqGiAIBa8ARJDUcDwKdPZKxjg8sU5FAFqAoMZGBY6aVrn/UxTjVnfsz2a2HkAOPHW0VEOAM+LOj+i3UGi0Xmogw8itwneNscH+mt238vqHekuuJDeZd6D1v1eSAvOkiqP1hlDbwSAy16T+NX+qFqGSj6zJ5eBwFuWAYw+wSgVvWV6CdohnLAsYWQNo7Q5KiQ8bcZnsECOCgEYBzNAKFAfEUgAR2GhBwUYIrAGAPA23sbPENgC3naTQc9qsUAQiOXs60AWZ3WsE2dgbVZklSe6up+gI7xFaWX75mlp9Ccu6Xl+VQO1xgRAKllHzM7QzipwYhM+2V/ixwEAawmIeOschZ5Xn2G8HncHAM9dV7poM3aNreIyMg12s9wpX2cm2+3CQogdTYacEEfSGq+01eqKEkPOA5IOEvy5BBsWe1NEyt/XKgG9MwA4iqREX+HSTzgBwEUeciVXkFZjXoHM0gOYgf9eKS73AIbtBLucAHCyvZ0P6nldDZ+QR0VXKTKgTlwED48BYPX9VTlolbBUhaIo/6yAsdoDWJKQbJ0uKLVTkr0PAtiEedR9W/4YgRJ1jUyv/SKJGgId8749AHhuBf8Yft8DgB/HLP1QALDaTm6bDxM6FzEG6PXAHgoAjOosPx8AGFWSQk/+KQLAAQbJhpUgKe1kXO5N28gJAOaSmAKAI6f24QDAB6zKEHypSH4BAKyqjV7y2X11UQL6pwMAt3JVAPBOZej6dueYy+0BwHlMDAD+WPZsAH/diGUlKfprzKvuAhAVpdMBwAB/LbImej+2ADCywpT9i5JxNwoAbD27AABHD2BmACP13bFKOuPcLgoFv5TmcgDGo6xrBvBOAeDCWsrjtwDwkpIaTgwBwKb5Ejz74QBgAD9RHkhg8BwAHLRBs6Mx+jYEgOEVsfdTANgImoWzdAoAjm21bFJE87e2QOtY5r12pfb2AOB1AGCUsfIMYC+ZHmWh1edBDqzIAKbTy0v3queQMn+fQk9q76XG0s/InLDvKF1eoo9DMFPQVgA4FtXYKJeDtQLAts5ArwUA3j+cLQCwZQD/8o0RAIwS0O86AHzZsuLYA9jIMfq4lT7AAQATfHLHbmSTZOcXLeYOAIZA8ww+OtzD+TjJLCWEcOplcHHKGJXwq+NUs7tV6rTyoejrmRlWiE66U2FgM5NJDlH0azqCnsIHDw8nrLTzKXN+nrPs3ZdfesFA3eeoSH/88WfDv//7vw9fff3V8MYbrw9v/+Jt9vhFdhV+u3L1CmkJDtXTlnkF8Bd/r1r/xa+tHC37wJsc+NJ6Bn9/2cBl688H3vPZp5/SEXrOslBxb5cNJL5hVSBQ4lY9jBM40zsqGk9ldVBMAnYuMEZAbHEm9xPWg1ebGU6rAN/pbK0FWYLHS87Y6sxymtMfOqUDzAIQHCVmwPdR+vk2+vnC+W3KKABh9PvFX6zlQzZ3R21eTp46PZy2rO8zZ6239GkrkWmAyqEtA+wNUERAB40s6/F50wK1btlcoSz0dWTUWalolB8HCIy/AQQjKwrZT+At6pUWGXYeX+kAWxS5A5BUQPTwUmUP6EhX8Yfvf3enog+dBqi8ph0+dXtVNifLZ2LMFkliWlkVMJnmsmQAwxDwvtxmGICPhrO1ZizgnOI/IFv0/D11+sTwggFdb731JkGN9/76HsHhF198yUq3nyYtfGPrDwAwAjBwcQAdKOuL7OBrKBfPqOfs6M9eWnrjqNfl1zT9ptHdAQCM6QI4lwFgBBJA/ujqnfPZmSkdwgUo0j1wpp2fV57p99cB0wpISgBv4aU4i35nqSXXnXAz4LnFgRtOYz9vjBT5PM/gr8SDioO63cSxnqOrKcflEgCME+GSPf1CVwIATFngehOCpu6DR5gsMC/u8MBo656FHCMjmONvbwKiEMN427EAffkX42OfkAWMz3RTc3ykzyGARNMXI+HObf85hjvWRgF/yzxq7uNfrWcF7wAAPmIZvygDfUcRJ8MR6/d65txZK2l/XgCwOXzYixUAMI61+UKlIciZKFuPygW3LHDlulU42DZQzhaF04/k9dNYcwQdpMc+FS1LbD0+XXSFAPH0YFPAGfXpCYd7kMiqv7MAcLN+x2cJPX7V+fvtrR0onlZB4JiWAGnHZ6fG07KOshPZYLetOmihpwRgJJ0lAGGRkoMhsDv9PBX8VMsDbCEAbGsXc8E1izlkIKNaKKA8dLTQOGj6DMpBI/DtuNHQlsk8gMNHAAQbXcF2Q1/sQyY74bwJAJhkzfhBXyP2XQEjumX8zv7ACH5mCyQEPYPeYPNaSwz2D0Z2sAVMRIUGBjArELZm+ZKq2h6p+qmItjmwVmssDfaEqlFWZ56TFXQVlSTm6KoFYzajvj0AuGGZZfbGAHDMbZ24xwMAQ+62hNRcF5tjysOHMI8A+/rWAT32l+m6hizFyVtdvekBPKkzR5BuLenOZfQYAOBob8M2LMVH5YF3rkfQhsR/EM/8L/Qel9cefEL+yGBPVYpjP3P2/PWEA5aD9vZLxc6B3NS4kSfy01jjaAFgTI14P+fGqw+NAWDjpwgobgBgz/r1kpUKTPXKCUXn8nMWGoFcCOKZYFQr2EjLcxRgmXnfWI+Ka7TXmualO3VeL9z0Ch67GdfcbO9VPHZGdG92kSdo7z0A+HFMxpMAAEcGcA8AW/uXnzwALH2A2ihkAf0gzsOTL3/EB6XYu3DAxye/BDSrQso48NZAOZktEo/ScyXy73lBOx6hZeDcDw8AZgloAMBdD2ABvp7160k56gH8Y88ATsYJZ2k3APC0rrIeR9sDgPM4CQAOpjBhoa8FANOqdCvXoxPVysQMXlNm4Vhk9i8AYJSFcwP3zrZH59hvywDwTTumLwEtZXEMALsCTyfcVAnoHx4A/uEzgB8XAKwIWb6BuHlvX5bXcxBYTjR9v28ZwLF/ZDeGoztnVTR+CdJeVdh/agDwKsfJpHHCIcECDCBda0FRxbQyVALa1uF9ZgCrjxGydFTSCtmwUdaqlqkbA8DoN6RABmb9ZgDYS5mzH3AxRuXMg8O2ONqpo9QZlfNXhjkNeNzTJABsTmoYvuakDgD4760E9H9yABhlMmDgXmQP4C+Gd9//bPjgo08NWAQAbBnAAIBZAlqlt9gH2L6XEtCPAQAmI+Z15l4tbWuvyMLDMNUAiXB2xNgJrFAGaIDncs+GEx7nwvNr7nFeKBqHkekC17RleT5r4O87b781vPOL14fzL56zvr5Xhj/98S/Du+/+dbh67crw1ttvDu/88p3h1MlTLCt86dKl4YsvPzeQ6RMCi2+99RazgdGH8YuvvrSs3w8ZDHDcgGW0BcCYIxIOmVkffvAh7+MX77xDxeiCZQd//fXXBK1QQhHPUrRSzwzVE/jPhYbcOeJD2juXJc/C8RMODdBKdWzU2ejBXwGSu3pxDcYrzp9+4cfpi0wCP87/miMIJlZnUQ9qYV+AvQikYL9DZNSDrvjXMv8YDGKfjHbgDD/KUqqWDXXm1HDq7DPDacsQPn76lJXLtD6b5hA/gIAMd24j0hZllO7YnKKKxxUDG698Z2/7e9XWHoBGBHmh5Coc3QBj8BfrgACSZxeyl7CDpAQ6Mc2LY5PHtI5hdZJqezt/cC5NrbE8w8uuD2UALxHFFF05KOSXd5bnoH0AwJYxTQC49ksPEsd8RmUEONGQAXwMpdeth/NvfvM3XD/vvvsu1/bzzz9PAOOurTWU8P72WysNbQA9aOxZC85A+dMvPv+S2cHXDQgDdaLsKa6B8tIAK5h5687GpxHAZk9MecHAjATSY0t27IKVh7zJAx9rwMc+HJAhy3htk0sA67bvWFmukgFMF6iLC3dC+nomIOJDPYKhkkzJARNaOpo7kRYmpJNFiRRwX5EBDL6KfWPmsxwOuRX0WwgPa9LPV+RbCSTShjLHNJCkU69yvpXqBd2OvLdI+uHJ68MosUYAcKS2M4cVa9nAsEMGfh20IJB9Vk3jvlXZuAkdHaVrUarWaALZsuirG5/xrFiz++1+UfJdWcFqKaCepyZjrGRy+4yVvzJotCzhyiO1OvU9tkdSkEZGjmwAwFvWtxy9f+9ahOjTJn9OPGMBLAYAP2N0DoDvJjJ7HWBT5jsyfsWHVNbaqorYvd4yMO6K9bBH39YHfF48q9E7y0abHYJnxb1CvwIPQzl9011RBhh3dD9AYde5MjfJ0/BjAoDjGer6rrZXBJPJrO94gB+4KQBcxynWgNuXpGE5cuS4kU4Za7HPAAbvAuGoNYdnlTlNMUiKgbjKSMOpIBdxXoAaAHijhzTKQ6O3OvjlAQeIT5pMRKAbdBo4aHAeBfVFjp7GSJWrwDuqbcrKAUZr29t4Gxh823gdyhTamz3PkR3s5aNBs7CZxUr9AkWXd77RR7uFrOxEU2XDWG9k0CN1Q/6/ChCJf/m1e2L2w8u5JrZzxsBvZrat+nkdcGLu3FM6U77e0vZVx8qpOv3qj517Bq2XRuy0JwyyL4KjjuNKADivkYnbXCwBnZebz3/cQqzx+oyhR9WL7BQA1vJeoBTXHURP/XV7fb2ut2JXgl5DZ3Y7k7I42hvF9hTMVQDasEsJ2EZZ54kS0O53itYQdV+3O2hnKnCMlTEcBKatS8eZ7+eSL0Bgzbzele95ID9BYAVjM+jaPpMvIlgNdjltcLV6iHM8FgCYpSy9ZQQzgNUiiRnAXm2FOhXuijwyAmZkv5TAoJV6+pjAK88RPfUA8DzfKVrdAmvaA4BX8e0nefseAPw4ZudJAICFOUCvajOAdwoAw12yZO8/mnGdC9CJqy3Ts1lhBQB2v1DxD03o61IA9aKcfTIBYN1g6P9hA7gvy20CKVcygqd0sCl7pQeApWkwjNQ+mnw9YODt1nFLirDklnMvmN152tqlWTuZg2YLoEqQ+7CiL2/oWZBv+9AWwewKVN47aL5PVB9CwH/JAHYAOGcA7wHAU2tqp/J3DwDOo/nU//k/lAFcvGe+NdTEUMa1UBLjC0uyeGV0RERhtAAw+rlF9q+cinxHeYZJANgi86ME9G3LTiEAbFH2UB7DEdcAwK7Yp6yhaQAYvQp3UgL64WUATwHAKpOrktCPvgT0GgCwmwnytbRKuUhknQxgAJAO6gJxg0PMM0ojCzgDwLUEtJft9jJ7JUsmjL5EwSLD8GLAodkajw1AGj22Fh32cfLWuJyLqH804r6INi3NJX1jBpGiIRnj7U5mjrk7fZTVi2y8CgDnaOTI0gvjVxnAwTxtnAku1mhjZQErE5gGKMAL6xcocFjRx8XTsaR80MgOw917KyYXMKcX6957AD9l18kAcGQAAwBGNlMAwH9+/9Phw48+Gy5fvmZOPs8AdgCY4C/6AIN30GEII3wiA7jMg8ZWdKkgE6yRTTOAObkbAsCRgVczx+I+AtQM57my1Sp8kDU6rZfqoNC8woHNPo5ICjbefMKAo/PPPze8+car1hv2PDN2//LXDwyY/caiu/cNv/6bXxMAPnbsmDnXbw6fff7Z8LkBwBcvXCQI9fLLL9ncnKPz/TPrE/zRxx8R8H3eygufQOav3QYAqQsXLhA8xm9/93d/Nxw5vDV89tnn9v50+Mautd+UpmNWmhila7E/MrQARLDkKtYHS1nDoQBwilCQz42PhdObnCYYBzlfeGyKCm+h2W5lBxjp3CZvneMNDSfqHbF+py20Me9kJR+YcYzl+9ZpwzmflCTnk9Xf62PhZcDlpbZ1YYejzDMAegRvAVxC9tRBU1gPW1lMgCxH7X381EnLED5lb8sUtiwpOMIPGXCoyEZkRdk5DLy7ZXSBLOCrV29Y/1nLEjZwBQAL5vCGAZJXWDL6CsFiZN9RPgAwCsc96RL9xtmpVPzQ3zEH4bCOeQUfC9C4lPPVtOufIi7iQwvsVxCuo4Hua3GIzvBg7T7tzNT92TbyOtwW/oFzDKXzrM8qeq0mALiAm35zAQDDcEBWGrLTXnzxvK2f/2wZvyesBPQnNHwBUoB3X7V+zQJyraczyuDaZ2TmA7j4xLLvv/zySwJemL/nrPQ39rt06aLxS8vEt+x+3BfWJQAQjCmAfPwevBoBfvgC8E81h32cy3r5/9l7Ex65si1dKGynM+1MD+mp7JqnO/fr2zy6+08hJBASEkIIIUA8PeAfICGBEEIgIUQjBP+Ax2u6afH6Vt17q25Nt+qWy/OQdk5O8w1r7b3PiXMiIgdXuaoyrOOIjDjj3mutvdb61uAHrSIUnzU03o+/mCP9egYQjdn/DP7Y6gDAdRKSn+1A97GFRexJNq2U9STkXl4zxr2URS33l7K0y492aicf2kiW/AiCVNnCeF6NtfSNePXAZY5FLQHp67Xgr+69eYYpp3iM2UxnedxXVqRIasw1wQCwN46BCmBQjoKWLt6Acfvajcm561cnS5Dv27i/LWYtPmUJWwJUcKAgc3GLvbOi57f6gIPWnCnLcfc6yuo7BEtRfF7OE2LMike3UREDVPkk5amnxzTD7GHJ6xhgmALW9UIfOMVerswARqbmLi6+hPeroON1AMDnEHDEagcCsAlak9Yo4xiICjuE83pGfV+XNScs0Ut5lIEqJ+iwh36wBXqnzFKFafAmwWD2P99G+fznsG8MAFOHiKAqtTfx4/npKj2EC7/SR+9TPnd/B0/p9Kre7ifAoLfelLknDY9edXyNGTok16Puu++uv1TNAoBzZAZuOVjLa5XlRcMX5e9w/vRIKemHg+EqR7EexnE8p0BbZfT7CZXJGjxuWZwOG6xrctpYLnO9uwA5y8AbZwhTNp6RM0drlVprsFS6Jz+BDT0rL0HRH8CTwGCWH5ddjADpTmsklip8qgDppFdlCEdrIwfK0tHao6iytFUwqVCiBjopsspp97oLuaZd4uZj8g2iVUrIS3S+6f1epsTDeoBXzHdzcJEDebYhwsknHNGZUvTM4oZ5ALB1x4FXR67FqFtJmXqV+xgbHJN+5admHM1n3gbPnOvV4D32ebSuPznvnVvuXNdy4lAA8MBg1KVgDqVId2omvyPsJP38I8lVNpq31DPyvf1t6nNk3ef3toPD3iNgqwBp8p5lvXTO6APsfsAJEkdwu4Kxw+4IAJh/EwBW4HVn8/07MM5clqufgqfFo+F/icA8yTAFY6dNjqzfqHBw4gQB4Gg9VuydI84AZrYvM5oy67fJXmI56KycQrkIkSsdUmWhJScrHbslkWVPddgng/cZfZxOupJLwiwlwnwZpNM6uHGIr0z3B3VAz7h80Ov8GzzqPaZlbOcKB5bdcZYR+axfD7YoHHoAfpAA8Es3zj9UADgWl0NT4eInOCwA7MSbVq62enRPlrULv3j/5QOAq2iOtbAEgSI4PdbHojjNA4AbIZQ2d52ZXDecSf08AODlNSREXLoGAPgG/GEEgFEZD5UTWRkoK4SxX2+q0PRPnGAPX6yLXCfpT6OvpfYA5rodZaC5dmIdLyAwvuca+sPoAWztnf8OEwB98PX3GABupc6J/zIA4GkjIkyj0MrNBo0iFkpBrt8VHvVeDmR0lDOdyQKA4QiSgTsDAK49gPcDADsrzqBXA4SEwi6FnGABAC94bV4KAJiR5wn4GvRlabHsCbysqHJ+RzCNABojOvmd+1YRUGOkiSM7BbJFhKd6DJfIyug1TFBHTo5UqvGuv8P5IecItshq6StHqYh3jb5vCQC2h9kG0JSCE4ZdQ9GzSkYZbJulJbWsQQKv+84DgOc5CxZf6nt74hZGTQ3d4vTz2AFIBgzAPbN/tW/whwDgBH8zAziMWhqv6kfkvxWlHJt9RKSfoEnSLIFf0qH6/5qWvQUArD5EEYGVtKbTWMbYbcpbs+My778ArAFciwZEp9hgRboH8DQAfBlZS1gvZcLdfrAx+c0fvlQG8CeffokM4BYAduavwG2CwBGV7R6GDQCsYWvHOR0B8f4dAcCeSy9o6TCudJoOwWlHT4FbMjAgSE5mLbRE9naERJks4ZFpoF8HiEtw6SlAO2blEpRZv3Rx8mcAgN9HyVkqNPcf3J989PFHyBK+K0fpOfbQi/55nLfbt29Pbt2+JUfpq8hKvHH9hsb7gw9+M/n0008F5jJb+K//+q+VgfjJJ59OvkaZaIK+l5GJzNLQ3wAo/vijjwUYE6yig5XgsLJYQQulrFoEAWlcYoGy04RjwZy0cMSQnCJaz1McfINdWxdTEKXHuSdB5soF0veIyLFUaxxW+xQSKXPyHhQx35GTITka+k0eMnDlMckxIj8pkYhjyU1rONZvgeUiBvMefmNfRJbvXkeJ6EuYH2YIn2PJVWTdrV++CIWYUY0Ej3VCrP90crO/7ES9D1k2+v69e5M7CBa4A9q4jx7QLMdKcIkZxLvYx5nByCqks4jzF6BwyrwqP6ofQaUzo9IEf1cQBJ+zqC65jnhdyR9a9k77Zzqz1yfpyPpZ8nlkPgvNeLCLc5JPYSOA5UgNSHHdr8CjhGXwu8vYGgBmttqKMoD/6q/+Uv2AGVDBsSBgyxLPDtpYFujLF39jv+1dgHoMziDYyzFYZ//vd9/VPX3+xefiQZaMJiDNYy9evKiy1Dw/+3ZnYBCz+KnbqZ8s5XlvXTIJdpXvOiUtJ5ApOdUEgJkNRwCY/THdpqD/8lyQr+3ANhDcGl6e+wICJyFo+r3edL1QlgFtRpD4vnkekZMvE2uh9SrKI/Ng7O9HmfJx2Rkd12kd1J7ZeMTWM5YXa59+6Mz5u+m60KnS6eu9ODMG/+wR0LtXO2Reg7+XkNl/BfL+lXffnlx9+43JGmTvSRirjIDeYbYiy9aiBzhLJ28AEKUs3sLawI38y8xxBuionC1LLgMoBUNPTu4BJAUoiq7CMXQhkzWM+Tyhn3jQ5QDX00R1Au1FnhMAbBFG3YIBZ+wBvIS15xm+Yyno61hP1q9ckbFNmbYNGtK8YX/SF+0S6jkE+tznFeXwVcmAmb6wU7g/bJWTLOmL456Ajx6h3/lpyJRVjAfL3z8GbzzdQFURgMAuQkbdyfoUAwBMIlnBoLOqTNFyZ/YG9Lr8XeB567RoaCxpL6mofxENV9h0QzewHz223bfOXywrWm+T6oKqW5IeffrBu9IT1tjOqtOU69aIAtOEOWD4KuJR31/aNHqPQLJygrh/RfQz4BFBbycRWci/Gbm/en5VwW8sE33xAtok4P0snToEQaCXsJybew27Z3bKBo0Kzp0JpKSPtF8ld6i2K0CBfYOZqYKAKcjXLWUJI/iCGytqRWawe49TppCXrd0Zv8hAt1zzcjjquBQyC4LRL+VzI2N6Q1n09JF5LDpJnC/5drFp716333pqSEKOUU2Zy4Ed+nzU3aWvN/d+LfJq4MSxLpRfgs5GKdticPAVKlpZRFpdUjI86GqMlxX4MPJqAdz+4+S5y6GxliVHT123ydDs/9a557jfVn51bg+3WypaiOun189683AMAAAgAElEQVS6v9fRrm3WnC38BqMgMPlD628/iDZ1A3/fBX/Jn00GsMDfbhZw+ptKZm9W1RJwzICoOD/Pg/OTf7PVUseH1bMP6iqevhzq8K4QMw0AMwPYwXjOAM4S0KEPN/LUQDNf056GYmMEGXXlvNvyuIQ+spoYRIVNfX/Dia3fOhnAzvLN7F8BwAqcsvzNgM28bq6dw8yR6+CBF5Yq7PoXmJlxbN/Zkb9CJz3y87aCaGRN7FcD6NxDw/v7vrcRHZjnka5ymKnb983UA/o+zkOc6uU4dM4cfTfj/EMFgMeI1nbXi3gdFgCW3ytvO3w41XburbLpAAkmfSkB4BxkBQGHPA69/iAAcDujXRvIY2N8i2MIvzcygAkAn28B4DMIPl45Y5+3WjFkEGgqMWxfSjsVdkFkAK+snJWvk0GmqiKUmwBfVxUiELwEm4Nr6hLsCILKTG5SIBWel3/rs2wMT1imYQ7R4aDMnaEjzqPlVofcD+3zVo8B4O56NG+sX8TvJ/6L//NTu4N6Mq1V9HjhrogIIpOsywNpoCejBPZE5ZaOFvY8AvC6kxHOKvvoCHw2aWfpKxq3WzByBQAjql69uRbOAG4A4CyfUxxrkUWIaz2HA+plB4DVvwVCJAFggcJyIvyYAGAbWFm2OA28abDlGAAeAoC1DAjEdCRyKf8cgIcM4gSAOyWgo1cfDVOWPUzgNwxXRzzbQO8DwA5ocN9fbkukYdGu+w+1ALBkSwicooiH8dMx1mkAy4gPAz3FDZ3B7AFMgxELJTOAf/L+2xOWgP71L9+bCADGIkmI5DYA3w8AAH8oAPgrgBkAgLMHMEs/xyYAGJHZLhnIm3m5AeAwnwowkQBw13Cz1O7Ido0nX6aL/EtfhRFBAPgMQX2ODZyMpzGfBG7Jk3RAnkQkG/vjvf7G65PryBBmfzxmAzLDl0EF7733jgBbllBkZvD9+/fiuFP67jycptcAKvN6H374gQBgZrjwuz//81/r+48+/ljyfw39Zl9DxvAVOPJvASxkadvf/+53yky8imvweypOzBK8h+824KRnbz1l78AZwVeCVHxu9cWimz7AKAPAvQhHjkp4xDiu3cIXAUg0Az0GAntlHO/leVgAeL5C0M0ADng4aCIAYE47nW6efn/GmGgtx0YKkZMqHGXueQooSP2DkRXMzF/MvyIa2TcRvWgvYlu7sDpZRcnM8xfRQxHBAMsoj8PtDJRk6pus6LG1yf6byCTFtoH+wQSVnm5sYw43kC2MctGYy03QFTODd6AXbG2gFQR7FzcAmnVeZhWGg12ZGH4aOdnTUSPars7CPC6VVp4yAd+0f/oA8DQg7EGb5Qrq0E6rY8WAq/RtfBaIyPK5BQB2Kb8KUphBeX+ZAUxwgQ42lhW6AV78p//0L8QX9wCuE3y4DID+Ifoy//GPXyn7njxGemX/I44ZwVWXf94AT19QsMVllPqmzsZAC2bck7fXVsGzKP1NoIPGzd279yd3AAAzS5K8+xSZoNyPc8dyW0M8kTyXdJumsmVX/cfntd7I7DeXgFbv1oUBYAM7CfCkXOvKxlZ36Gm3QeP5DCUwRBzCfQM41mHpGfU12yzgljYkR7qCWE7PIrdDLtegpwSn8z77ToeU7SFlyrmrE6LMgWjGGec6KmSa/pIBbb2dQR/PKA9BJ2tXLk/WX70xufzm65OL6C19DnSxCrl9BgYrx8Bla7elr6t0LfT3Tenw/k4Z/uwLDhm+DX1+dxMZ6NhwEIDRzJByGWZV3Yh767pPgiZkLdKR7ScgGMu+wwKAydI0zVmyF2vUMuTRHiOtIY8uXb0GAPgyStiflz7NDGD2LVdfWBrjjBKTLkNAb0X7KGA1wF9mBzOjmWWtl9nzHPbJE8il09h/hefDcz3E2kZQeBM97pkFDMMmMsHYGzyCEtIo53XnC23LYQmF4VffeG6pN48dO1rH9o29sessuJ9WuQZBKizRfJcPPv5U40/r89Xs+nYQK1DQ1Sm9T6H46paLCUgA2PI/gDRF7Hvt8ytliOmPAVDKGGYpU0XyI+iAVS8QPMBAmzWsf9STVvUZ76tnIHOxPnKdROYwwZAckkYF9pWqGPGt47ZcJjqygtVCKVomoXWSWybBXpZ8jAAZ2tdTYFLPLaO100toPl951uCnVAa0S06YhrdSb5Uy3XkbpFsvW/soA92j6Dq1dR6by87iKZPB8B55lTEwUt+Pnjz16oEdyu03k1p4ZJrOkxbGLpWxevnw7X4ZdDTIPTFn40EdbdZvSOByy/6gYxumLZwR+pb/TgWm3kUBgePY7j2b3wYHl5cL3g0KTU6cfsRipw08fWc9NcirOy307xvLajG2idPe9OfaQzh8SPou7CYFSbvCWWYA611BRQR0uQ405Z0DBFawRg8AbnsA216vugl74OpfrAdeQSoAfCIC/v3eZgBnCWgnCxwUAC6DHzzUnzcDwJCFBH6hg+qdoC8zmOTQDsd1lODvZwCrNL70JtNa2mOpv0mP1zo6wsOHAGI9pgMrku5l1kr1fQWAxy2VFwkAj11Voz9LeA8KtaP58hgAPppxnH2WYwD4qEb5KADgjiwviTgDa3HYzrm0HwPALQBMELcFgF+FfekM4NPIAHYJaAdlnaKd0Ci+tF+X2GKPdoMq5SUAzGSpmv3LHsBZ9tlrqH08DDw+BoCTow4agHWcAdzKpBP/+f/xqU3BRunOHVqlq6uuR0R7OZN/laomZxIWdhqvdBwzIwfbdif7l5l3AQyzrBycSXIcIdKZZeUEALPc2o8MAE7ALEtAKzM4MoCPAeAhp9gxADwIANsLaEdkGKz6OwyehQBgZQBXw9cl5/IctdwUFytnpbsEdGaxm4az/68B4G4WcHXPpaLRMXzjftUTujWAZf/ivwCAlQF8lQDwWwKA/6IBgJE/KABYGcAfAQD+DADwwy4AnP1/nyFDsURhc5zklI40oxjPKjjtUCjO+u8gA9jKXBipjcOg3uOIg4U7tIBLcTTbMcijluBMoIObjnaBbwJgkN0HbYbRaorqZs9FAHxrAAXWkHnFrKdbt76RA+BXv/wZQNsbKgX8AJnBzBom+MRy0PInYT1gdjABqm++uTm5+fVNZRCzlOLPf/YLXeujj34vRUog87VX5FR9hLljudoPP/xQWYnvvP2Osh551+xvevMmSkkDsHqEz3Toq8QtnoMAxROtKU9VhcKlvj12LCXOdS6HIQGZdAKnw4jjUpxHXZ/Yvpz17eL7bQLAzvorK7ud3AMO3ZIBHAaC1nN+LvxoAElkpAF0shHLrdNBfvosSrGCLlZRjvUcMoQvAky8gKzScwAXOecX8L6KfZZOsxwOleTozYgLEz/ZfLqrrEKWhn5AcEXloQ0sPrr/EGVYN+VgUznM7CMcgJKCWuhAi4woiwpnX/H+9fzg24QF/BDV0ROai53V2hoHkcZvwGGEr8ZU0dT9c9SnHB5kOQLAUZhCPSnlUGMGWWQAqwew76brpOENGfg+FQbCZYBdP/vZT1VK/dGjB+DLNWTuv6HM/S/R5/cMQLGrAMUouwge8LwcR2cL7wIcfkVzxOsQeH0IsIv7kVeY+XsNxxLgIB88wTyQz1gKWhmgkBEsEf/lF19izh6JOvoutD44kL8nAIzVxjyJ+zpqALgzR3Q0Jj/7irF5pvrAr3zGzdrZmc/8I9/DkekTBc/pQflfBQ0KqB+/lHMy2KpxAifoPQWssHdvnm/KOWo61QzktYNWRPvhBDc/xLPjHHugvz3Q23MasWcBbIEW1iCzLxL4F5iK/t+o/EDj1S0dKDtt7JK7oNKjTDTAKejyG5C3pI8nAEa3nqKcMt53QZO7oBVmBKtXOPudqicv2sKUkpq+Z987/s81TuCcy0axGgABYI2AipyApyFHzmD9YBDKc6xPJ5Hdvoq2AedBt+tcB8BPAtB4LdAzA1ZIy+wdLGCZ1UvwHALc1DMMGcBsW8J92WcbxxPc3QVfsNEAt23YKI+wbj3AmrPx8IGA7j08F8scKF4cQxvhRpoP9wuf/7K60eeeepzkWkeaV9mex44dbZm4yF34euPg0fRz9PctYEFzufGnGh6XIvsExtUQnFrZo96nLiPe5r76I+4/RkvrdvvsVUYl4JDx822QoieSwC83BjpGxL0yg50dbBm8pDLQ5xC0xo09g10e+iz+RvCTykdzX2/qSRxjzClJn5yWZpN/kQ6pA7MoBoOnGTD9lJnBkO20mxmM4YoJ1tVYPeN5BDRaTxVRuSR7njtBuByz3Ie/RxxkZ1Z6ZDM0l80tN4c6iK4rZWfwQcqk2KUPTnRAg5SxI6eb5+iflYUwClKW+5oOnM/bsH7V8OwMniu+2KFniPWkHN4bR8muGecuQOzAuYd6ALdgeOe8vXHOgDuf1rpI++pcd+qeMwt1dNI6Am1UWlGejoB4RQ727F4vK77XtDc7IHCsjbkGFxC4VMDKoCUGMQXQC2ZxFm9UzIrKWtlip80YFgAc9kdePyts1TLQdSzJ99aL4p4LFxmEtLM5soCjLZOTBgAAc5VSNThWkWOVrgQum+DPOO88gEG2QpGplq18zQWAWdGGPda1RbZSZPqq9zrX9KBhre/KWI6AHCsous4YHx80E3cU/B2ROV1KPQaAZ0jv7k+hpw3tLx5dXBVZ+JKL7DhvXVjkHC/VPnPWwe9mnI8B4KOikXnyeTY9N/Iq7VPq0uEDmtJzWt1FdPUSloDOgf2WM4BpI6sH8BpsS2UAvwZf1yUEgR4DwLlWL0LzfRt2kWP6a/D+j+ERxwBwO24n/vn//kkEQ/dXYit8rW2Re9QU89ZcsFJpENjRy1neRiWgewAw+/8qMzicLRnRzCxgOhSfwGlEAPgp3je3kEEwswfwDyMDuA8AZ1lo9Vs9zgAecIp9ewDwwYTNERw1Q4G23T3ghglHTgGABWYuCgBXIDQBUZWBloFrR5IjdVnezlnpzFJDCo6B4MgALiXNaYxGBnABgOUJCvlid12Aa5YZaaQXgDUygGUOauXAf3CgsV8hM3+uIAP4p+8BAP7XAgA+d1bVajsAMDKAPwUAfJ8A8DM6ep3JWEtAuy+gDX+Xzn4ZAOA0VKszJt1o4SVsYJauBB92txUQMwCCkoGWhraGFxlRnE/KcoxDOhZpqBMAprOH08RyiKQBlioRqAQH+DIcnNcxH5dREpgZMASW6Jy8DCc8sw+ZrUKwluAvnaUEjHfw+zffoNcvaOdnP/u5goM+/sMfFC33xhtvIMvmtPaR41NA033R4w1kqDFrkZlmAqKwdty9c3dyE+dieeL3339fJRqZJfM1epx+/sUfUYb69uQx9nfWWagDBNHoINH6Rebh2LpUdDpPCYZXcLhn4+7DWd8eOQQAt47//TjfhyVNhb36ADCfMY3CVoK4/DOeVVnA5LegqnAWy0kTcid7mLJE9C6dYBw7qgGMZkQ2AEvdLGOOlRWFjHHOFcHJNfZNhEOcWeQXonT02bOrkiOko2eo1LGj0r+bmHdngG6i9+jGIwSHPY6+wqwQQoAJIMwmsk+ZKUy9gYFj1CGcKTwBPaIaQYCouu+AAIrBFPLGymsGthkGSE95fk6HfCcTeEQ+t+OdfOkrmLx0pXoJAcH8x9J4XQDYdKnDmpOSTvi3AHQ41viZ2dWXkPFLvqJexezft99+W49xB3zBLDVmzNNpR/5hcARvhiAvb+YCAD/262YJ38coa8ssYoJhKzgv540bZTnn/SScjnwnLzPjk89zD9f48IMPVdLbvDLbu5PjUeW8vRgvGgDu8lUjTwsTNRk3jbNY60+P17vPkE7a5sljLS5ihWtnlIoOUjBoFVuu01NO6gIK6y7IoM3dmq7CPxtUFrKrpWsBPX4VUtItk2nJ785y3OMc4/05AxDZ1xS8uYxggnPI/l5HJjBLvasfOIxgfmaG/2lkOtLJzHPsImhrGxV/CO7uQG9nFQmWSN5BEMc2y7wDtFJQh/R78GxszCbfZYAO1+EIHN1DhtUzoVF+boG/2JbAL3xPuUwQbhnANOUNg8II7C6xLCVol1mYDEiTs1hVQ04pcOkcZA9lFPUSyTucj2AAr08A2OC7y2wtUwfnHqR90gBtGt43giSYAfwIwSqPCQJD/pzAOVjmWrghM69FM+yNPI8jPDcmma5eZ34POaAZq7zVrvR5bPfoQio6aj8AcD3SfLmfVx8AHrunmeeUmsh/FbToGKVJz7FfASlE5D4yQYLW0RXhEXl0MEWBG8LwlTCyvklQgq0m1DOY+m+UKxWwAV1Jf1s/ohxm1q9Koqo3JspFcx1c81rIwJxVBM2xVQblt1olSIbH5BciiMs7Ub0At4xLcFulaKlEG5oZwgqqiMAKrptRMlolzQU8ZVBnjrifz2EVXo/KmiQA2HredChPd8amnMsdhcIPUwDghYigp8l2lZcuaOAlY/Q1z9F/GACY8z32WhQAFu8GmQ2eK9bDFgAukr/8Nn4fLwIA9j23wLMUws7t9wHges/tWjcyelMO6JH9ZgDAPKJm8Jqwi+3TA4D5fYLApv9sEdNkATfVsLKqVgLABfgtGcCRFVz4LYFhg8TmQ49XZv+2trYCn/IeSwZwI+gsxUOPMACs0smRAZwtwUqAVtjgNWjLK0bR/8XjEpjxXsc7ZX5mZdclIAKyIgOYeiOrIbCtyLL6/0ZGk8pYugfwEACc/dKTXr49AHi2I3hmRmyM/Qyxc7CfgvYOdvAiRx1nAOcozVsXFhnNl2qfOevgMQAMW4T2CDe10WDVUfoS3LqGPgS2nuLGgFT6rVw1wnp7oRtK3lE9OK3Bo6eMYwCYgfvhl2mH99sGgKktI9N3ZRXJDJdemaxfQwZw9ABeLhnADiY+zgAe54PQYA7BKMcZwIcYvCrP/tn/9gfVAeqbEFL8mi+LH1hqYnU2NS4lOZFSsZwNADPKfggAtkCmE5el4wQAo2ycAWCW9WS/LtjgdEKHEe77+n4CwLXnr8vmHgkArChPGwSKDlVUaNMDOMKN7YSk0WCHhh0ddrL0laOkha7RR9O5z4TSYL0x0kKOuyiJR69FAGsCX1T6L77TvsxWDQNJWTAvVwnoo2C2A50DQzkq6mR3D3hU7AWsGcALA8BNeativBoULZHLPDcjj2XUEQRmn19GFztIQQBwvDsD2D2sbXwGnYnGeB6/u4xjNbzTCLfRHvcUjigDwKA9AcA4Hg63K8gA7gDAKAHN0htDAPCDhxu9EtAGgV0C+mUHgAt8ZWcsfXaSf9b+7e5sXgAJunK9OvQK+FjIp9IR+3gucT51dC1DSCcoASryKZ3kvnLtYcXMpyUCUcjuPLNMRyhLgp3GZ/QPXb8ksI8ZK4/gNKeDg9mGb7z+uvrmfYMepQSFf/KTn8q5+YeP/yAH6ZtvvikA+e7tO6IVOlCZTcx3gryUJd98c0sAMJ2tj1FKmCAvMxZ/8tOfqqQtaffLP/5x8juUjv49SkuzH6ruH+fjO511BJvVS1ivqGQRBjnvdQwAnpWp5TPtrwR0/3z7dbp3ZcwYAOw7y7W6769Vv00B4KYv/c41Nzc+FcdGJe5Y6QPyge8CgiHDeYQy/u1QYnbUCsDHMwCSzsL5TbD3LMtFgx4IKClLGHN5VllScCShp+1pbsyWYiSH5onVY5GZCiD4CYBeZgmzTLRAYAYAsD8ngjseI/tUfUnxHY096gp80uxpTrnoDMh0SptDvLbZBVaySsp+uZYFr0nmZkbxsHzm+MitHgyYYtpjmfLOS6Wq9Wt/ZwCz5LozgAkQZAYw77Fa+cwL4ak5thxqORXxN7Pz1XcSX7KfL/tqU05zzAhKcJwZdKHrEJwQSLYSYDD71JAXTmkMWRqaGZMsZ0rwntlsLpn/XD2+CSAzE5/loynz76Ms9G/+8Tfo932rAbCKttglTY1gggzZ61ULmuaCaw6D/gxo1BLQg/yRywrnJMa71VlEjs3V+wCwAaKUlNNBZd0ltrvemhLS2Vwdu/o21+E4gSgx9Su857MoqKJkcnUldjqua/WNkOEB0ARFOnBKp7fMzuNqAFFHnTfNl0cJAEj6HwBgZsLid66flPLP+B3pBQbuKkDgNdDCGgMCkA18EYE9BFLPIqiD4OspyHyuySdOM1KamY4MEMP5qY9sArBiyXBkj6t/MMu/szIDnC8CgyOT3H1Po/Q3aIDBHFwTmNmvvrrsycsy9Li5nFfqsQycOIX15iRoWvfAIDXqvtKHo88S+IrZv2sIPiF4rXtmUFPqJzgPx1KgGa/FNQ9jytKVLP1MMPgEW9iAJp/BVtlm6XOWqwcI/PDeXcidxypxfYryRTyaDqTDA8AWHZZnSSX1s2VN4akpbvMXUp9GHVgjB43yzuz9Wz7LtWT+Fab3aAFgPXfaq/HAJdRE31sv8m4eHQGchTf8o/Qfn6wZzbx26Fnk0dBZZSMp+7fJUAM9OJs3gnQYkCM6DN1YvcDoCGI7CmYHg+4gN6n3sCIGg6CoH62cYQnVsNHK/Rpglr0L8qRqkmsF1wuBWwEi8a7JH6zmoOx1ZgLTuYlqWu4dDB6Cw5O/O7AiAS6bZIUyUphFW4I05Toyl9ftTdFM57JEel0rZ1ZWHSAOT2HviqmTDPzUnkKHzqD1KX15is77srjuUOlp6KapN3WPHbuPIK+ent7eSNVNRK1VBagg7MhtzgZ/k+w9thqLkXvW6ZspyPN2Lqs5inPFGpfcFeaJr5O/jc2LJ60MwGx6qbrcwCxEAEMEFcuW9P11gmClezU9gKPKVVv+WYBw2IbZskDHRAYwfRXO4nX5Z4IHrIjkzF/ymgMwEih2BnAEoCawnAFeYXd7yCmjmnsO/SHDFBmE5+zfWQAwqxawyoVt9Bp8ZgDYPE6iqmkdHR7S97YDyvzFDrViDXR1Ar/UJaW39noAHwPAQ+Q5/V3OxWJ7H2CvYwA4B+0YAD4A+ez7kB9CBnC3ysRs/bmugfseqjkHHAPALwcAzNpOygAGAOwM4ACA0SKL9rH8iKUENCtcUJ8J21y+FZaAxjpZSkA7SPS4BPR+OeYYAN7viA3tf+I/+5uPwzrrgQfFyA7FL7T54mDD3wYI0nCQhR2GDx14jqpUSbWpDOAuAKwS0OxpBHBgC5kCzuT5kQDAjM6k0Dg0AEyQjU736AUjo+A7AIAzW1Pgr4FdAkMuywkhngZOAL7uT5sAsI0ql07aHwA8Zih2nBcBhC7GOHZGf+evnvO6cz/hXJm6x3Q8ZwnohQBgZt7VktEGTAyI1i2NaDinZNRx4WKfSoO8BoJJywaCnQUchmeUjEwHeDqr09RPx6V78IZRWgDgcGinUUyHMozMkgHMEtDvvVkzgH9wADDFbMhXOuciI0XyluCPfks5HXI8yNe6R2Y0pouGgEsFX0K028AnvdGJKY8jSrES8KFjkWUt5QhPWJhYgS+qsprMuITTA7OCbCneA/geWWDcX32hmA0DWqCjhA4SnmsdYMJPkKXLUs0PUPKXjoO333pHGYUff/SRMkQJCDM68wsAuHRu8rvr11+ZXAFwyHMyA5E9hB88eOSSnrge75lZX5ewD8/NzEeCDSwf/Q//8A/qL0wnKR0YzF7lOJJWKT8tL+y6dwaMtyEAuONQ0hR5PFpHWjrsxoDi7PGVPPxtA8C8buvg8WcDwAWobGiLapczafOV676d0ioVj6/UExzjqYw+XMGlMi0LTLdQhjF/Z9g3EdlQ5zCvFy+ta87W1y+ibDTApXU4yZHNvwznOYFOoj2USXRkO5LXdLeDnojMEH6C/sFP0SeYYDDLRz8kOEmAGJmHG8ho3QIdMRuRGeZ01NExrRLRCpCyA95ZPaTfcNLF2sSsPpWPlsfMo1aymoJvWjksPiJdRY8yORT1rzrTsqKCaEzxCAEWLAAACyjldY2zd2iVP/A5yB8MruDzEcxqQV/+xmcmIEGQmO8PHt7XGLz++mvKKPvjH78Q33BfBlScQ0ndBCIvXlxXydMvv/xSJaT5DAzC+OKzL9Bz+OERAcAsadrtATzNH5quAO+r7/goAeCkdrN319ueARKWExUAtpPZWxdATvmQsiXvecgBn9drzzENAEd9j8qR4diVCzkQHt976DP9GxKjZ/aPVwuCwG7nwqxYAEzU58kfoE3y7WkAp+TdM+DdZfYAZzUHfD6DsrfMDmYZeILEBFpZAvcsjGP20UUMJ3jQlX+YIaws4agOtIPS0E8BXLFv/GP2BY/sfoHBsbEE8y5KTO+B93ljlst2tOvpFBwGOUMQTgAcZMcJAnQMaMJ30LUZWEQj/DRK8p7FmnEW981nWmJ7A/aNx3Pz/lQCmjysnq/u+8uNZZ63IWeewWbhZ2YCP2EACkpBCwDG81jn3QZfY63TeB8VANxXSzlD8S/0ANFiK4yaz7MdWCMHjZ1rBrjWP6QEEu3vEtq7ZKjm+iqbkz/EepsPKzUo12D/7vCr+LboSVHpQ79b3uermxVne1ayRMAv1jQG3KhtQdhXCqD1Wsl65FxPCPjmRjDYDiGeAnoVwREGxUE/YSAbA6EIBK+hWgrB4NPIVFfwDz9rXwYEOT6Bqgp5kbJcfaxN7pL1nHHxgAAnrpHgMWW5EAwGvXKDLOV33NS3G3xI3Y6AcIJiJxxhWcYkxZh0civmXsM0YDPojA8c81JKzuff+6KBCOppxK5Ok393dJHuiXOXWSDweAZwBm915X1ewer48G/l/mbwR9EVRaZj3OrnzOC0fOxO9j/pc0Ym8nwQ2NeufNN9Jh3fuz2zXn+/7kQYaKyyqu5tfpp1z+Yl08/wCMcsiDgdCDf0ass4ey2sD9JmAxvsbUDgCK5I3Z9+rBoczB7yXuftq3CLM9vIBn/JUwR99Z2AYwPAsq8z+5egsq5T7eu8noKlUl/sAcC25CyzJIOOCAA2zY44VaUepFytfsIhAJiyi1Wg2h7AxxnACwo8idcZsmDB04zvdgwAV/nd83cfemy/4xPMkZXHGcAHzZfFeOcAACAASURBVAC2nR9eEutco+t61YyOmhqOAeCXHAA+CwAYlX+6ADD9pUEJ1IUSAGagFPR/gsDyix4DwAdgl2MA+ACDNnXIif/0bz6KQOhpNdqCLhQ/KYiZYWHjaAgADktYym0tAe0SVXQG2+h09m+WgN7eCgCY0crMAG56AJcS0HCmnIS3R9hHlNuqWROBIVJ5igjOorxL4abDl04ZNlDaQVIqHDNwPO3tbCKSHz0Fue1s4Wc4dABm7HEfKusw6NPcreUHqoKmkSk+ta7i1tinHkNZQ3QUsC9LZOkQ/I2Suc6cDEAtwbMCCmd2ZdNvlSVao7cLnVzc7A2w493fBRjcZACrlJkMsCYDWPelgQ2cqaEF3rYcLn2jbTgDWNCSnOU2zpTZGwCwjLUAgNXbleCwtsgIjqjajK5Noyw9qFU57hly4YwfZIh0XGiu7MBY6FWs3gX3n22qLnTJoZ3mlQ2sgETv6IwyLhm06QxOxzON04hMZsQyeST2teFqYzWN6H4JaGUngF6ZdeOeQ6Q102QCwCUbmGBiREWlp9401dyz5sklsdoIbTucTE/6nRxJgJGOWN4DFs8rVy51AeB+CeiP0QOYJaA/Zw/gBTOAk4aV6tinm9ZhYKA8ecRZG3yw6lTrzEyJlA+6arI4+vOf2VvaU04+O+ZPyQG/MqFn8Bm+Z/ldbnKYaJAoB/E3ZO5JvCdoV84XPJHqagJZCewJ6FU2LGBcyms6OOhwDGeoMtZChvDW5NyAPH0OuXkC/EysjrJ0B8E85G2ViA56dLYbngEbyzO/9eYbk3WASXTy0wF/4/p1Ofu/ArDEfrHvvANAmH9/9ZXWBoIJBKyuoy8lFSf2iP3ss88EGFwAoHwaDgiCglTE+Pcr2I+gIkHlLwAA//3f//3k9wCXuR4JLOZY0VmlTEsijEGHEhfJKz0AOMT+LAC4OPhEO8OGfYEEGz54kQBwl766631mQ4km7N300mY/nF7SBoLGrBk06wL3xyb+xY/KXCUADLnCdT/JkpnCu3CK7WIt5ncc9yVmQbF3Iub7IrJW2bOTpYyZHXz+wjkATSsAlQDWYFtG/2CC9XSOk64UYYkTcXnf3tqDY3tXAWQPkZHHnrTMUH2k7SEAYvQiZflZlYxGSVqAN3bQeQlqXFvxvJnFBxAHkof8obzoeBhn+QbPSfegmZaZ0u49zI1zyixp0ZPG1uMpnqCeFI57AcCQk87MRTk90LLkqgY/QY883BNhGRozpFuoOksSs/nWmY18ZeYvPzNo4s033lQf77so+cyS2e+9/5544+bNr5VBRiOFvHgeGZOp35F3+SJf3g0AmFmdf/rqawVlVBCqpbO+jhnaVePw5D3TUBKIwTLCDQCsKhS99TtV1OIWDR2Gu5mMDfKk0Z5jwd94Pg+tZV3MSu+96sDed4hvQlZoKqrMqCBw5aFyjZAJLYTSdUnFdbpvppsQ3MmXGVwQN968pYTPq6Ze1t8zeF33rhkIeouMYHxHnlWWP3+PvqcnFZjBbF/33BUoDDpilj/7755DAIcBYJSPxt/roKEzoGvqwALTQgclE6u8Li67Df37CdaNDbaAgR3AstBbpAGAvgwOZfYwS0hzk46C+xKIzB6osjGwFuHx1JPcMy/g9wQipZ4/c6l/gmsEdBl1fQbBQQThSgYTjHI+k+wX/gOPsWS0SvvScC8AMK6Pa3KNpS2xBUD4IUqgP3n8yAAwaPcZ7AvaEgoekY6aMzY9U91vWsA/aComPmWw/gy+N4U7i9zfN/TWu2S12wbuoZD2IvfZ09/mPJLXlbGdRn/QAeYL71P1Rq899fd67szu8e8N/6bsbXhYQFXLMVzvxJuxDiYvKBWXARCg9QB1aWNRVplfPGa2TZkFzOo4LoNKma61PukA1+f3pxkARfpTmwSWjTb4S2CY/drZM5jZwWewETjms0Qon5/bt+R519qb64Dpxy1Ooqd1BEwZCI4Me3xWdrCqcYWuT1IF89iUDlkm72OlyUWoowyplimvme1SNZtc6hXKFBYtpEdHed4Rcp4F/mq+xuorlbVjxp321oKyp0hunKb9c/19FgAskm0AXh5VXF9a1ysf9O90+DePbeGj5jbFZ+16E39OA8C5X/BfCKVyKo1deIem5E/c7yxZECw7L/7aplR3jWvHIIPV5EewEq6f9X+sv/yuLRVddP6wQxMcTt0jA9PTntmLqmVqWyAA2OVDaVtbt7T99CxAYGXtd7KMbWvnPch2S9sxJHz6oDoyiZSbQf5HkAGsMRkDgHlHITtTtmp3BU9a1uX6eVAAOHtKuypd0nWZrdDjpnlxHn+Pce88oHV2UMaQ72u2RFv013n3teh5BkZKXD/0soyNPKChHfYl8LsniFMP3zbX2uTHgz/Yvo/sy999n+BlPGDGOli56Nu+8VZbmX1ta7ANhfZINc/EVklFt8Ez79KfQD1HiWb0KzjQZkctMhhoyjY0CDZVwJuD31QCOqqkPGXSGQJOmXy2DVvDJaDhFyjJMK3eHkF340v7C6PmXLXHRnFY3cgbta9fr9BrwjhOI7mOfE93cUCgGVU6bCT2uWWBgw1tq9OXXDfiKAqE0nf+nOuiS2zTPuL33lQxQ/ac8Zc92lXCDRjoa5ygq/3GSDQloB2k5OQNYy38k59pW/rvsl6kTMN3TYioh6gzmDXgirP/jNZk2wP46o0oAU0A+GwAwB7vbHlg5df4iTKAYQMrAxgbbQD6Y7iGli3aJtC/xSD7JdiqbKlwmu1ieA7p/a5Mxb/1mbaJpruGiPW9DikH+tVp4sADCYfqs8gBjfeZPOKpGQ++XORW5lxg9BSzFzOriIdY8EavO+t+92dLLzI6dZ/Z43TiP/mb36v73JBukA7ePFkaDWUB1WHiqkZ8+4KyI6lcqzSV+xXl1geA2W+r0wO4AMDI3nn6GL+hnKNKQLtEYbcEdDxgKPQuLxwOOSj+jroMAJgOPwoUArwtAAxHzXMBwNwsjLQA8CkawGZKAGnR9fWnHJNBQ3byR2Z0CKO2V4tBX2ZMwtnbAYHpXMssSpaHxj5ZXqBkWwYgTCA4SvwkAKxrRAaEI0XD8ApngXrGRPaThZNTiYpTpRWCITgzqtcPbBYurxgnOz2PCgC20VaBK6uLmatiXq2GnYR3nzti4SpfF97uCaz+cX0FZKbzbtwI3x+zTu89EwBuHSvtofF99vzKMsqCT9MIFsgbi3JGL5fs68jADrDeJaAj6pljDNow0AkaFU0mHfK9H9TgLHSXqqqLcoe8NEeWuy3oZqdZzC/oy05ZAsDO8qkA8PrkJ+82PYCZAYxLsYTlrQePJ78B+EsA+LPP/7QwAJxO2+I4yHErdGDg1wCOo9CdTeiyfdKZwtDvzKroyg5h81HQ8AihZGlPZkw+46BhLFeRKXnh2tXJKTjbd+A8f8ysKWzCnzhPVLz4N+ToSXw+zfkSyGUAhZdUn9eYS7LuKWxLlGch01IOWOHOCWqUo5T9un38zgzhCLZh1pNkKGSp5TGuyfuKuVRfRCovoBX2xqMCRHlLh+l5ZI5RmSGIy+zF8wAOqNxvAFwiAMDf2E/4yhX0okTZUa4lt6Pn6PUbNwT+ERBeRlnbd997d/LTn74/uXrtCsrZfjP5V//qN5Pf/va3ALZuaqzUz9SD0AOAM0PazyZ509ImlcwpeqgTWIFyDrSV5nz114l+BvB+5MV858d+o+SsQIskMSa6654cLFmvpBP9FjsEPTlSNZ187qnp4sTV2Bf9iQ55ksyg8pjymagYr2Juz62dc3YeQN+1i+cnl29cm6xj3s+D/i9eJKiEDKoVAsGmXy47Apipb6j/IcteYoN+wc9PNzaVHXwPpYrv3Lk3eXDvIbJVUb4VGcJPACwxW4qOcAUF4GXlmjoHghjw4EvMBOTTSblxRp/7kDJQgkYLzAPyEhV3OPKpp6gKSmSC6Hlj/c1h3WM5zigvSF2Cx9KJxv6RSzyHQkjreHq4fX8af9Jhz1Oa62UCTjlPFjUeY8opvtyLG4YL5ClLLbMc9I0b1wX6UiejAcKSpepbCaCMBgyPp3OVxjSzfnmcgjFQCpel2+8/uG9+sYSpJN0nqKIzhNyP5+IQcdyYGboNvYygBeWB+jK1ATPNWEgvkEwh2MLpocHoShUZsJLlWKlLcX/eNwFDAjQdXmppPg3geIoO/1oRLs+XsjXlXFm7yox51ypPA8Ira0p74dQrfcyUgV9FcgO2V9qog56fAoDq6Utxdt1hVXFCX03dluOptdfaF2+G65EAXEZgEARTdrBL3zIAjLorAzsyGIwA8LVXbiAoZ129eldUDh7Zw5T/zB4GAMa+4VQpWUSepeSf0bmuzTwkPt56hiAOAsLIBCaQhTlklvoGMm/pzGGwkDeAW/id7R2eE9DaYZsH6+uqSsEsJRnelB8ugU36OAP6P4PgKmY3n0QZa3A1BQG+wz2TL0lPuxgLyAoCwM+RKXyKvID7uXfr9mQDAUkntRbi2ttPGwDYknH01dMv2zVX81/0YBNTUIf4y2Ro2d3SsXWX7hXtx5/SkgsZmM56Bw3e9PQ5hp1Q9eDxsya9jQ9PC/bGkxbG6LkOu2CB1rHWTqk6TFmne5fVip9DpwEL+4h0IhDYlSwoN7h+eR2LwB/pf26RogAl2mrxXbCO709AMQN76Shy2Wh+5jEryhBeESjMAB3qOWciQ5hBC+IvZaU75ldrNm5YpZ2xlviWG6At9C+tM9hHFblQNYPyTwEWAQrbOeogbVfZoN3MNg+2qU11MR58Xn2V1BS6Q8gXy8LIntEStQhN5UT0iTbXkvh9HjKYuwV3jFC79iqO0R4NJE/NOlaVeAZe+rbHDB3Atz3GwznGkTncDV+TmnN8EihLB1LeT72vro5Ybefqt2lupsxlmebQBi0SmrP6fuKLKn+8Uz5/2b89tqXLkdHry5HRObBCMy402mQA2b7etQSnhUzt2JzxnQORMyu4WwkrK304Mzj6+9LHpC0ygDO4egAANnhs29YAcluCOsFqP5tvOQIxgq44i+ZvB5ekHyf9Siz5rIQAZWEvVgLa7J0VkOqQFjsw5rsLAEcwL+SRqjwp+5ftS+i0pvOaFQ28vnJTH+BwWFtGOkhSlXeCLlI2+vn87H7s0VVrfP5f1C+6l1mS4eAXPtRZ5y3AI7dV+ffg9z125Ex1Ih52PyvDUdzhocb4KG5g7BwdGXu0FxrSBY/2CjMealSfbPzNyVF1aetwmER9iPvMb2AwKjeCwFlp1AAwAUnoN9Rz1PfX9r+qhRUQOHoAMxgcADCrgwkARrApfQYKLk0/tq0e3QHfR5b9GIAXRc3p9R4a53p/3V9DX6OmNgoAS7hWPU4yJPy0emTMkapDxRrUro8BABNjob6oQKcS/BSgb4K9+wCABQKrigaxmwCAaVPJd9Eb3wCA/XyJ0Ng+zecy+Oskt1Yn8bpie6iVCX0AOGeemtce/NgdAPja9QoALycAbH+CK8rF0WFDnOIaqbYvsHmRBZwZwEykqiAwwV7bD1o/CQBjrRQADL2/gL445zgAnBzTpQh9qzke0xGPSCoM6rR17g4vgw9zhnnHvigeHjtv6jpHNPad03Tnun+FE//x//o7636DykPXoWA3Sewr/vJAFudDGIhVUFMwu+TndoDA6q0VoHBmADsaByWgIYApjFny0yWgDQDXHsA2eA0A10hBsRgFUxNdmUp9Rmg+V4QJMnn4zgxgghNwLjID+PkOHDWdDGBHn+zJ0yvr1cI/wQBlBfLrOrizAeB0nFEI0dDP0swVLMtMyhMCfen4NbgmEFigmsE1ZVZpM+imrMvs8RKZFaUMdAGBKwAsx12OXwDALmEWc92AwEksNvaqsanvRTXpWKljVJyecgQcNgOY5+gDwE3Jp9YpFjfbJ/fxiMphATnGggn4DP8eY/MijIIZJa5MgwNCJRjQAKWBShuR+U5eMQCcEcruY5Tlt6cBYAEV4XxPI809gKPMM+mRtFiCGBjQAPqUAywyfoKO+h6PXNP7hnjytUEOwqbMQsLz8Jw9APj9d1EC+i9+MfmLX743uXwBIGILAH8UAPAXRwUAm3YSYDcAnKA45ZIZRFMzNT+VV0RLszKAU67x2QMAfo6sK4K/V954fXIGYNgeHIUbkGUbdIhDtu7BgUfH9A4c4jsPH0yeEzTFNZgJTHA4JLYymwzMGdQSAExQNOVaIavZC4jkv6bH8pFjYiUwA29c/j0jBhmfl4q0lEur9RoKYglUduSUl+PAm1YdnJtKJl90jDJjkc56Hsme8XSUvvPOO+p1+tsPP5SM/QnA33/yZ7+cvPrajcknn3w2+Zd/+3cAhz9XuWkeyH2sOmPLbLRg8Lyr9untsCEfpDGSssnrT768LPrZDI53pUbdM0HQMakz+/ujB4B938Wc4LD3bkHjYXYs638JKsmxk1PcL41j6Fselqp8tWVBOUzK5AMNyxEuRdmlME+A5leQSXgBQP55ZAYTDL64jozCdfRTBAi8ikypNfVUIWjqgCqWXnZAhi9JuqbD+9HjpwAoHwEEfoAS0Q9dLhpVAR49QtnZx2w/wWAKZEmxRDhl5HNWCnmqSFSo/9YByCfiG2ykYTrzGLEK/lJuAC7IEni8sCJjQw5rzERnsQZzbCJ6mXoS9Qmu73wOgk0uJ+T9PW6N4hrZvzn2nZ816AHF89BmDovzM78Lus35InB9AYAvy+RSbhuIWBUwTH47h98IGKch7Uw3VCLA/d+5c3vy+99/NLmP8tuD6y6X89AZxPd4BotIX93BFn5USBEb8eoBTLAPPVe1XlV50ZITjzXw7jEr+p/G3llyWZaV+4jeeF5cg3TScdDbKvQ9aRgbmu3Lc+xbMhvTYdvoJUPjkPdWnKtDa7hkXkjHgd/zjobm01I9ea3siWdOp4YGu6GKZFaD6DnC7R7+zHFhaeiQCzFO+q39jqfXvgb2OOfLZ1aR1X9V/YOXmfXIMtEI8Fhh+WiUwD3LTH8AXafRA1yZxSvs50sdmAY3s3UJ2jPh1v15SQ/kLdLHBsu+I0BI9gN49wlsiKfqfwpwa5O2BeQK3rnxWK5HXKJloPNO5cgwZS7jOgSAVxGIdBJ9yLfggGA5aVYoYAbwMnhiidFTAJYRoaB+wNByVA76AUpAP0FACddaAcAhN1gVY1qSdoe/QydmirKD9SMyj3WKlAQGcaanMd0ZAzOsnWf1AG77jE+fefY389ej4eO9RvTkW2/XCgB7Za2PTVkaEXdxTAsWmA4rsJHAVe5TgNLmejn8leZxDcphhd5nhaUs7Wx+IK074Db1wAR/EwCuPX11D1N2luUhfyNYQhCYMtcloh18w6C2FfCFykMj8ElVMMgftAPJZ0p7t5Os2nimEd2iSchrDvU08hFt7ygJzeoZ5BUGQhEU5sb1OEvZSpVpghq7vjjPX6G9AhrzuhL8lZ5nklFXvps22gM8Tou8unc0fMRBAWDdwQxPcJ8XOutLeysWk0Ns7L3y96I3uaKPfkqbPT6XA1ruaPQtrqptSGD6bfJ2pu+ZdBS/htxp9+2umXlTuYY3/Nweq+eJhxqZxP59jIYxip5n0EILAIc+ZN72MR17M/cNnb0CwLafxQNh37SlpQ0A23aeAoBlY9fs39RfnrPkerk3H2fboql+1TxX3qfuuRBLbV2i4Oq28psA4NPFplmkB7DX8P0BwCTOzADONj8EgEsPYALAsuEyyOUHAgCL3/YbXLuIxJohBxY4/KDrb5ElC1zjeJcXOAI9GXuUV5opJ4/yQp1zddfy6cuk7hYr18Aak8fwTAqNkf7iYlvPGHhNvxA2gZDEFQoAjMpABQCOzN8hADjAX2IO2WbGGapRbUr+10YXx30wgeHles0aZ8qpYQA4deG2ukPaeNUAtlY3FSSV2b8MzhWe0weAGQjloO3M8l00A3gMAObkS7dtBz8T0YqtGf4r2anWM5x4FI4gftXTRVt7IWVhf34dOpcAMMo3r2UP4BYAZvWotgcwkxW5WJCwaUNQX7dPyxnA+wGA6VNyINX+AOAureo5erbWYdaNWXzQHdd5suDb5KgXs3bPfoLZAeAvag58T+PPe+I/+l9+a91PXDXtTegbLp7UQKybz3ZGGCKWkMamknEqzZAZwO45pDJtcKC4DDQijVWSigAws3DovIEzB9uTAIG/rwCwzPFwCloYNQAwFfYmW7KW0g0AOLIoJFAECkd2pbJ/DQBrOwoAWFlYISwzcqah5jTYOs4SW8CxVxrlAXgkARwUAJbTNhfglwMAnnK0drj9hwcAG9wkiJdlPqJUqRZhLmYup8gsTgUiCOgFWBMBDM4EjjLkcppFllUa/42o6QPAHNpi9MoQ9iJGBZCZQQSAGRzhrKOlyWWUgH7/3TcAAP9y8msBwL0M4EUAYGY6ZBk8Kn0JlofjNR2yVqS9fasAMDSJXYzdHqKrz1+7Nrn69puTC6+/OllGNuQOxmMTzrtNlMnchQxl9u/2Y5S8BSCzjay851ByUUIBQHA4vTFuVpydnSsAmIlO/F2sbBnu14CHOeZHv8R+qefwC/V/VzkX91pVoIG09jp2dX9eoX6vkvFyhBisVt+8AIIz6IcBQLyOlE6CwrjZKwAGf/bzn4tumAFMJ82ryAj+1T/51eTNt96YfPTRx5N/8S/+FiVr/6QSwHoyheel8ziVxSoHXfEgXJrhbLKTxuubnol0GSB+VZKrIydHr3VZd1QygWCNgdFx2HWEzNQf85WGgyk6BRRPSo+HKMBvUkbca2tc+kkaABjH5tNN6RjNbwKLSqJRBCMJPGLwAzam+cL5zbLnJ1mOFUEAFy6sTS6iLDF7Bl++5H7PLE1MwHJ1FaU0oWgvnYbivHRicgb8w2zrp+DzLUUER6YG6GcLWYUbT3aRDbyJ4IANAMQPlc2qQLQNfH7A3p6PYCCyZQQjUnEbLCXLqhuce4G3NA9CN0pHoUpSKV1YBJPZDgKnKbtE9i7TmeWIlQFGRz/KBGX2mD3E4VAtg9k4Z0nLfTYN+TXkXO7QXzpDg45ZVrAt6aeAs7g87+kGeOrq1atyWpJzL1++ovu9d+8+eOtLBFp8AgAYGcADNGK+8Y36nC0A7HVeT0k5FwAw+8LSMOe7SkV1AODQQ+NaBs9ZOtW9dQhSP0FwCEEMvlQmifIkwERlZkfwTstcaRjzu3kAcBvEoHNw7mc4pVtnbp9/W6Ajgws9Zs6i99Lj2WtBsDKfoWumzO4AhPgtWzzoHovM9ZPnGmzJWla4dlh01Ywk93Pz794u8WcaFT4X9V5XuWEENI3gJcwTM35PMWiDvVAR1LF2ESWiEdizwuCe8wSI8ZmlcZkJeZ7lshhUkYRlZwDHcxvZvVvMaMT6zaxF8TfmnvbFU2T2P0LAxxMEfmwCKGaZ8qfYWDJ6L8BgVacgDxMExq0y+GgFQSW03jdBc1wglyMoYwU8v8TyXngwr5eQL7ipPVxvA3JjC9nIPA8B4L1nW6o2tAgA7EWljmUJ7OB6nF/nwoO/s9pI/sj9GYSRJ+mDO+0s/VABYMkPyZUGiJR2UYk0eTvX9Y5Nk7QrHo64rXQiKds9NgUfR//NjDCiTA/54oxf95+ugLBbg5S2RQUArhznUrXRsiP1HmbTMasOa58BYJaPQyACAiUYKMTM9LPhSFIPa9Csr2EpESIpZIblhl92aVHPValorlXgn21lBsMeVzA27XGWVnf2vUqsRzaN9bpaFSglUo5nB6Rv5WHQ87Tu0pU8heR5px0ZIwV1WOhMS6uOnJw+KPSMgbPlOjQi3syq+wCA20vkufO7/ZWAdhusHL9p+g09IcVkoxhkfky97vi+op4IMgty6Yj6qeuWOQn7sOFBDlYZx7z3GXruUQHASggQLzcZts1EDALAsW+CsRlArSC+yNTtg8EtAKx2OZkFlcAwkyCQGUx7ReDxAABcr+d1oKNTNzpFrrvK+mU2kvSzowKAW7uvGajGZu86dY8B4IUE0T52GpM3i5xivj04fpY+CLLI9Y73OeIRaOXkUZ96hk1yxJdqJaz0jBlU1wmkSP9Cd33yX/IDHAPAI0OZFtvQz8cA8AsBgFcBAF9Ge7lOBvAxANzRc9N3Wjh4Mb39xcmjPPPB/KKHu6+XFAD+D//nD7TsDOnj1YEUTjsZBWFC8r0Fg3WOalC4TEPUh1f5Z9fkN/hLh2cDANOoLAAwHDQdAHjju8kADmNcjjJFnTjDTW6BBTOAZdKGU85RFwQUMoN3cQBYILBK67nXavZbTRD40BnACXR0yiZUcv9OAOCIihXQZs9nvH83GcBSQoqDtSsKHBDRNaYPJyxaHap53v5JRZoDQjUcxQfNAC69fxuj1z2OwkmPZ1U5TfYniEx09UNjJroCFZpy5gH+ugcwxkg01hu/eAQ/Si+rMkBKGr6MwCYAzCwM9sFV1iYBYIB/7wkAdgbwpTkA8B4QJfpKXZ0AG8u+EvyNUqzq6fsSAcBM7NiDY48loJ8lAPzOW5P1N1+frCALeAdj+wQylH1MCLqushQnHNfbKEf5+Patyb2v/wRAeGNyEo4HZitx7rgcEQSWex5vAocTAOYEjeiULbW1tFed1NbWnfGbmeTOAFY5ZGVRmm4rGcTF5Ix0z1iCPe6tbIc8I8vlWNW6g0vgOdkTmK0BCAhfBHjw+uuvq+zYI/Rh5P6vvPKKykBfuXpl8rvf/X7y//zd303u3L4rYMA+DSgCcuAaBNbKRudL3FhxZnYUmQA+Qh5YLlR6zjUvnUX5i9eCLt0nCPNdAMDzVbGqJJXxiIOqMy8+NQ/mXXysZrXP672//XsZ8Po5xouZ6oQa0b5zsoONnYPJDyyFySxVZkaxVPT58xexoecosqXOATg6hz7ga2ssNYvewQCQWFr8NN6fQ26wVK1K6bA1OaccpLkLEOnpE4A4USaa/YJZjYTlZR+ilzB7CG8AFH6MzPotZAlTh+GNEUhi1hRp20/NF9bvVAAAIABJREFUE6bjMUeDTlsEWuBPlovOsAMBwDhOjkHQM1+k9TMrBjBVFjQBBg1ou8aAfxo9tuv88fWls2ho58+2AA/Jd/MFQVKWKuIJnNmyp3JEV65cEdCeGbfXrr0iUOLu3XuTb765iVLrXwNMf5IjUebTztbu5Ge2YQVFze8GgN3Pif2amKnLd/UUimoWha+wr7Jn8D3v48KFCwKoL+M+GVh4D32NOY8cY2aLGgz2/gQ0eCyflYBa3nQ7lrMA4Cn6bhy1XU7v8X3wyywA2E7z4CM+n3SPiIDH5zETRqQXsqwFgHVsZKKXnogSdvXeTCr+okKJdQefzzTY5+uh5/WRjpxmdqLwSQUbRgAjgXjQ1AmsacwCXmZJaGabY2M28Bl8R/D3LHj33CWWg0eZaNDksgAwbADFCI5RtyDlPMM12A+MgU1a1/G85M1N0OMmKkM8fYLs4EdPVLacIPA2soRZupnl4hnYQZBLpdxxvLLIcdYdtovBI7uMJdYhRnFjDEAx+IyNvMLHZCAJAkae4Xy4OABgZhpzDUPVIRFRZOSPDVToPvo5h7xdI0VsdVGu7Sa4fpl3s5pLCw5NKVs4zQ8TALZ+nrp4jkFn1EW+pl+t/0Vvj0kJI7gAQyJf07zLnccmGjYA4+pJ1iMKANz25NR+Cf7WqlWuBOHzZwCcK/T4JWxR1/U7AWXKY4HBCIRQFnBkCbOPcPYNZoYwS7CyZ7UCiARK5/MWLUdkoXVIyxUzaBi0l0AwSyfSZnfGvIHhyA5W2WjIUZXlZzB3lsd1VqNp1HK+lfYJPOd3Q3tUpbMrlLqrFwXj/PUsr98Boju8Nw7+lmN7el97uO7ggACwD02dxxJy7OXElTpaptsGZM3zlBO0OkLvWO2TMqT7/FbD6oyZ7FvZH4dqt4Gx074h8eP3EmygtSxeyYNT911H4OgA4AB+ZXdMB2ZNA8AVKB4CgEup5sgGdmZ8ZP6G7SIAOMpXWm/KHsBOdlC27xwAWP6OhiRaeZT68jwAWC3BSsJB2OaSOQkIdKuLePY8S6nOlykKWWRZVemEf/UzgFldRe0VGCDJ3sDyERxnAI8yeO+Hroa86FHe7xgA3t94vXR7t3LyiG/uOAM4yj/3S0AfZwB3+rtrpW4r6ogmjzOA2wzgk+gBfGb1AlqRXQUAfGOyevESqlqdg16OoH1lAHvtVZsWrZ1yqhxnAC/ghzpisTdyumMAuKjj/8H/9BupmkPKQwfUkuFh5a8DAqdBIMGhHYoSmb1DqRS7/28AwIqSdK8+/VYAYNfjZ/bv06coAY2NpaA3kRXMuvy0tblNlYCWvhwGaKfsT/ZYodI9VgIa5R3RA7iWgKaSzhLQjsa2sRnqcTpyBABjHBovWH+BzWimWQCwgNvo82uQ15tKQDcZwBUAjl6rAtUiA1gAXPQA7pSAdo9WR6LPKQH9vQKALYqTyKbGvVBg7jJmXFeDdT9CZ+hsjXm+n1Mttm9kQg7uLF/IwB2Fs/BgALAjpt1/IaKeI0OgLQGdhh9LQKsEXTp1g4bV01qfswcwmTccB/ZixAS17z3wVw7q+p1BAaaqJgCMcwsAXhcA/Je//vlsAPiPXyPLbwPP1gWA6eBS9q96pBnseFkAYDn+MVZ9APjKO84AXrp4cfIE8/MkyvWtYDxeYY9gZIYsPdue3EXG6x8++GDy4JvbE6RGCQSm84ml4BmUkvoJwSkCwCoBnZMz18/GoJguZWpaNW0xb5HNm0EFCY7VaM8qXxOYYakYliZ0HxYAZww2kCZlslHQAT6oDKjKQqNHq4AzZ07SGXr58mX1MiUQRAfoRyhN+wFKQ2/A+a8nVJZOZPIoEzgcInKkZ9aAfWLp8MpyvNk/3RlH3eAPgVGkofL8CbxUp46GTEhbrFshz1KWCRCOcZ1l1M83+IcVHY/4rMmVa2cx+TS4V1Mmtv97ElzzvSR61+elgU86pUGyh7/Vt1pj5mxe6yJ8s2OLDm+CeQQCmQW8BhBpFRnBa+vgh1dQfhZ8cQYljFfXViZrZ9lrkWV1AOaw7DivxyGJygcpB7aRUbj5dGfy6CFKR997gNLRdwV2PmLfYIBIjwAoPXmMjEKCRwKd7GxUtq+eQQmE6iF8kiAx+O8EASJlHFq+PlOvRQBFOI7rvuiYGZKqoNCUJ24B4DY7pzfG9tf1AyxmT2cCwOYwl0smT3GA3XfX4ASBBZdQJnB6CoDrRfU7ZrUWAmtPoLsx89a86n+xHE3dQDqYLSvc+47zybFTtQfoYQaAATgIAGYGcIUmdQ3uyzFk4Avm/BqqI7z//vuT9957X/dx8+bXygLeQhYxS78/RFAMe4nznOwVy5tjdidlShEwLW3qsatbrpOZQz5qPXYvCACWuLA26iC4FhiMe01utjrgOQzprj1U8J/3J72W58j3Rg5YMGl/YTlxZA5HAYDjmYclSN+FmUzLRSzXFoNmXIPE11yL2LNBYDBLQKNMFueEwRoow7wCIHht/QKygAEKAwxeQzn4c8gYZp/wM5jzZZRsZsloGgcqOa1LhpZIvkPNdvbn3t58Ll5moNQTZgODb58yMxjg8CaCOjaRLczvmf2oYAPpAm4Hw809v10x4zSuxc0AMNdB7MO1SKXgGRxim+MEM+UbYM8zk69m/ewzSc6Fl4ky7xkMSbqnk50lsrmWcd4TYJD+0vHeV4K26tWfo/b3uGDDA4t+nL8eDZ9Jj677nXVfdf3vgnrd4xLU7QDAzWm74FUPHmxAqRLsaWFaAGC3M4nemtIfTMsGiKMfZ1R4UJYws36z4gP135Dn/F4zoXvLxV4hwqquk7+L78mzXEeinYovWYMwBbqwXDR0vlWWV0dQ1FnoQOpljUzhZZSLZu9NylVjlu1YWhXJagiSC7wd0kkAnLtYs3YQIMVgCgZqq6w6QGCWiqbtnq2c1Kc9SgGWlh85fh1pVCXK9JxbO/Er3ztCFod0Jc9MHalHzi1feChm0NwMitQdHBIALvfSWat7PMJ5CD3HM+cMYN/6EIhd+SF5QXMZ45nvhQaa52/HowSP5fCMjmPeS93BU97wZXtsPM/Mce/d0+gMaSkcXoVEPZGxq3LL/Nfb90AAcIC/Rc+PIFeXgLbdXAFg6oPW7bJPYs0AdpWjtLXVTzju1+p/WYA9c1y7xREcTM67A1CUGDCQAUz/kOSSZFNU6Yqe5Zyb6kWJoDIRSTr6c05jHvFT2ortvKVcU8UYBaa4B7B0xKYHMMtAu8/5cQnoHndP/TkujeYdmTw3f7+hPYpP92CHHx91FCNwcNVr7tWPAeAfOwAc63Gz/mqNDtlu8Z/72B8WKoNt+LBty3tWhlSw7XdcAtpRcrGmRcUf2pd2DmkNFKgdz9uqj6mrtHJ3SJ9MAPgZrD/1AEYG8AW0NFonAHzhEhINziEgEz5XJap8FwCw9fvwjqXXRX+3L/vOGt2s6GpzRci+d+iuKa1ev+9THfEBh/FtHvRWXtIM4H//f/xHUUhhgI7ynZZGKoQ1AjCNBRsZoqKOWemsjOwBbABY2b/aKDSiPDS/Z3ZGZAB3AGD1AN6Qw04AMK4jAFiGdPQBFqlbWa4lf6zsW7lOMKsPALME3BZ6ZhL8NQDM3sBW3pkZAgdOqNzZPClBIf9NALgSw34BYGfyVgA4e6dOA8Bw8pQM4ASAE3DD8VMAMIG27FMVfVkjCl2Kf4BwCWLIofGdAcAs32oHmcZPBpCdbTWDLg23asBlxHwLDuZMdEXbLAPxqAVS/8oHFRS9414WAFhghY1F0pH7KSK6N3seKCjB9OxewOxjXQFgZevGghyojR608lDyrJkqHZ1mbHNiNwN4xf3YYGgKAH5nEQCYPYCf4HQAgOWjDfnEQJTvAgAWCc5wYMQzCwDG+O2CtfegYJxnD2CUgF579frkBJzhj+GE28IzrCBzcA3lAFeRGcKSt0soQ/no9u3JV5/8YXL/5i30BAb4CbBJJZSVtRIQDW7hZMn+lVuypzYM03JZM5pHqA6mdFpzjsPZEcE5CWC0c58ytsjs6E+djkQDFqYXOVUpndP5wslU1tYJAcDnkAV6EcD4OjYCacwE/BpA0M2bN/W5D/6m4mtshed1xl3OTQWAw/ES4HGsisXZLvnaKMpByBFIUeWXp91gl4DM+NtrJnuNWR6WFdWLbfheui6C2U73YZmUjqRxyuP4zlaSxo/lvUZfxCGy6dd54rMHG+icmuTQJ9LBmcBOejJDR3E/5nCQa9zttCaYR1DytMrMQikHPZxGmegzyA49S/AIPcIvngMIvHoaTnP0vEW28AUAS2cBOp1lv+Fl91rhZYg3Etd5ShAYACd7Bj9WJjCzg1FeFgDSY7yzd/AGAKQNlphFEBsBSwUxsJcw1rQl3BshRmfaEwQmAEwh5F6MAo0CVCUAbFAyMoBFCdUgy49jvmsPX52hRZxKldxDJojGq4M5tCxKJNFmgkyKesV9lh5A4QgtvCHjcUR+RHBd4RmacNTxZMwZAGYpX5aAzmAPl55ung37ZtY9s79fuX598stf/GLyi1/8UsDv559/JnCDNEFwmn2fH6A3OvuGZwCigLMGpGvv9mXIABZbUFbkujgKAOdMS7AEI+XTRP/yAgJbJncMxGDEohkVhoxzpAHdPao3uX25YT2ZwZKS3UZnwzivgR3M8AfEaiA4si2h6ONvyCJmPALcWkY2MEtEk4fXUPr9LABglok+i1Lw/J4lpbmdRmWA08gQZrnp5eVTAMMIq2HpQ1wCg72Yubj1FNnAG2iVACDLoBYCApAhTJ4mEEwQeBtAMe2RbfIzbRBkoj+nHSIg2IEdAoT5XHznskqBgbVLCoYCyWIdiTlLtsx1UpUwND51nqzy8D9OoSsPiYdibeGedKirVzhkBYNG+DMDHmgnsTpB26cyz+zpmy0Nvn89gPl0ldb3BwB3j9VfIVQLABwZuPxetpL0XMrFAIJbMDgAYOkLGWAmoCZs1fKd5Wo6SIqs5vxQtw5gOfWwzP63I4t0EM6EPAf2d9l+0oNpggAwK1+skmcAAhOUIQCjoAFm5DGIMnqK8ZQOWEuZ4HU0W254DWTAtoOVGMj9DAFPlJu7+Jsl2MlDDKphoI166UHPIh3aNg/iTnkSf5oWh+gxJFAyRa/yxeEBYF/TatU4P4zdneQx/zsiAHgezyUAHGqRtPOk02n9b5wXuHa3T9s/tg8Cde6LMqqR9NPHZrUR73QUAPCs8ddFUk4299V+fGEAcAC1CproZQC7NHr0BI5gYpZ/Vi/EUja9LSfNYNGsllQzkDvPEfyjYBB9TjuEvJxBgpZNcj7nFhnA9hGFz6jNAA67OpeeDMRsr50gQerkrYy0XIuWIR0AOL6DL2CZQHAHADYIrGpOXNtD3rmyU2yhd5o1fXcvG0B53AN4hOmOvz74CPRk7MFPNH3kMQD8YwWAKUQDAA3/Sfphf0gAsAN+rTH4cwK+Rw8An1xCYKV6ABMAfhW2aADA9DUtCAAzSYU9gKmzM3iKfnTp8KyYoQp13hhIZb293wPYiZBLkRzjAM/QvTQSacV3nS/HALAU96MUrQue6yUFgP+9/+H/61DIkFGQT1gN1nQMtuCvvAsGD+jgaZyz6vXLKJEAf9vMYPUApkMGRiNLehYAmP1/N5EBHAAwsz/E1hEdne/FLClOkwokKbtGyjoVbJRjY0S+IvS3kfUL8Bfbs52nBoIJAMOBogbkLQCcGcBy1BTXmJXSZuSso9cvBjOABbS6X0sCwO6Vio2Co58BzDJezASOPqu1BHQo+eq96uPcYzVKkgkAjszfkgXcCsQw7hWZvhgAnMp5MZhtAQdppAcrQI7i9ALRJ6AbII2zngLkVb9POnRZHjacDwUEDlCYLoQ4XwL9NtztWKhAYQq/rqE6W/HpzueCnDyy21xz9WCnPwQALNAs6T8cPKTRzARSr6IoUaXI5SYKuc5R9nTtloDuAMCdjPQoV44y0GMAcMc5UEalnWeykqO201HKmeL97dCpSgcWnFwKdAB/XBIA/DpKQP988utfuAcwA0VIWbcePJ78Y9sDGBl7CQCrCoFKQA8BwLpidWClEV5kQAKQHmPKPfd+Y8S1ZUE6bevEp+eLfBG+vDF0JKSJ5ChBDsg99QCGM/z8dfQAfuvNydlXrk32kO3xiNlxuCjLsZ5DBsgTZrk9ecQU2ckugmg2H9yfbNy6O3mMDUixehjSgE1pZcd89P+1ZIssKn30y34H/dd3maXsK0a62CqeP5QR9kVM/vWzk3/z9FVZSX7l75xvBQxFkJDkLS5OsIz0aemDOaTcxhzQqaly0XQ8SKkC5IZjduGM3IQDfxMOfF0z5qlmVwZIZZHSma7yrLG2tWBw33k55JTz8tELbtBXdpidiMxm/u3AqFpSTvfa3IA/19EfdwLmc4w7NxNQap62+ShqHoUKinN86GA91AxZOAQAmxTiZT3CZFjv3xTiczPzoASTxFimUyydpaIwzj3238H+W6CFEwSHwB9ryCg8fx5lZVFS9jzA3yuQH1eurKOfMMpHnzuD7wEEI/NQPWODVwhOMROKdMc1jXJji71Ht/YALO4KBH6AXqO3795BljAzhB8h2/wxMgwfT3bhHOe6x+zfU7gpZQHDmQ5PIW7QmYMMOuDQnMY1Cf6yjOdSZpt5MHrVHqx7FX7pObKrAWCOneHnLiPvEs0BAMccGsyoDjgFaARfKhu34QvPQYTN5YTOqBVs4KPR1+TYrgAws2a2swdwZPsPAcAJIJ9FNijLvv8CvcDZD/w++hJ//IePBYhcRSUAyjyCwvfu31MfcAIt7HF5B3Om8vnNvajFAdY1Yi2pr5by7sUhKyzTr876MMxV877tZhNzNKuhkr9pWCk7eidL49dfuxs1B9Mig/9DvhSd3Gt9Bt4VuRznLlM3sDYlHXmWuy/fU73nIp8C/EUirgDgvLcMQnqOsXaGf25eK9RGBjSiEvCkDTqTycPsCww+FtALYJj9glcBCLN3MAHhVWYHX0DJ6FV8z2z/VRvVewj8MpCHctEEtLZrtQcCXDvof7qJfuCbAIe3kBVM/n2E8u8s/b7JSkQIINhmmWciydRhybdsJ0CexsYqAhoDRZcx+7cCwCn2tNaKy7zYcH/3Asd3yrT3usn1TBJPem6qu+YV0ib7IbvXOUpnsx0Grk0ALjeV71Uwa29RC34d04vngVGzaHh2MNL4kXrqGWtGpWEvDUFBzQnretMCwKlVtMxS7JhydHet4u85NqJwsRFlYALALuPsliaZDWzAVzZYBDpmlnCuVVU3tJ5oWWkO7wMdOobXiKwF84vXSKsTqqUe8j8eJO6R1+W6tYzgh+wRrIAilovOTVnBCBJkD2F8ZrCTxyjoL+RwAs7Uk0VGLMER66ppl9VOEHjAEtHIBlYQBYIlnkKWPmUABeiRfbazhYAqq7TZmKLrAR0lbe6co17li1ZbyPVnjLo66ob4s3u9WTQ7Q4vxfMxYVOeel/cSx5v0p+WpyE/7+emsX9cM4Pyu++wNL8Q1/MxFg6qUb8Zq/m5Gh4En7VBxrlqO6+sbnf3rs+kK7aMFP40pJMnrM8e+0EXVf4bm/0UCwA4+rACwM+gN/tJ/lBVkrM8b/HU2sEtAl3LS0CWTP2TraV2efq7UuR2oxvG1f8cAsD9b/jjon59hXFge0UcUvykrmFREOReD5nOnA93rT4d+NRmWQe330pEaAHiFQZfMAGbA1mgG8DEAPCarutw4a6/h3w66/lbZsv9rHh9xhCPQk7FHeOai0xzlOeefq2hgI7tSjjX2wow1hmeSN056iAOzn0EvoE2zS9+JWodhU991BHnCPt/G3wyK1AYfUOcz/ibmQH2FrVs2sSlwDRuxBspr+53p26sLmPT1kbV6/ni8qD3mjbODamWspt5R3kOPKbI99M5c7TUn3cSGkiQRyQovJAOYvmn5+WxraZPPrGv7hgVVsn3rOjYNAA/JRy9tXa1waD+fF4lDsCFPLsH+RNuxC5euKQN4LUtACwBG1aqZGcCulMFknRWAwKcRQC8AOPyVDNAUABwg8GlWp4N+Xt6Z2APbgCo7QV8BwPo7AGBOX8EMpnXKYwCYPHgMAKckOvHv/vf/bxW7jYbvj62REu6oYJYWELTSHk6nOLOcN5Gdo36/JfM3M4Djndm/ENACgOGkp2OOjhaXgQZ4scnyfZsSytSMMwO4OO+pmAadO4vUDpN0VNZelO7HBbRAmb7akPn7rMkA3uN3LBVN5w7BSXqsitlNxkpnShiSHf5qAY/GnuYZqGCXEgRRdjQygBMAZpavsifbEtCjAHCWgG4zgNMhwcaGDQBcyobVKCA7wQwCzQOAi0HWLByaYj37PgFgrtoCJTPLl249OtDSGZlAcDcDuAC9umY76C0A7O/7huP8yLd5i+cii/ZC5uoiJ5repwWAe/LcPGp6n3qJF6qT16UzE1S3g/EZgx1KUAadwlZ6Sg/gAiAbnNI5dK02A7gpS66ABAclnGIfYBmn/NvNNqvMMN30XT8J5hcHXA+NowK4w1KMNDrh1HpOOgePXLp0UQDwX7IH8C/eHe0B/OkXXzkDGHk7e0g5yh7AO8hiULZC0wPYDv3ZAHDKFjlrsTsBhQoAhxFfZEb7wD2a0z7NDMbA5F50jLP/7y7G8DmceOuvXZ9ce+ftycpV9P+FMvEAspNjcePGqwCAVyf30Pf3yaP7VFfgnQM4jD6mG7fuTB7/6dbkOZzbS3QMNJyUALAuy4viwx6zr+SElN4leZpyY5rWfKAdmziWY6nAA/sNAg+PE/V4VKtPMx66Tr1COk1Ynju/tmJox7voWOU6mcVHmM4ZNKoSwROV8uWg7xhk7pN9+cIFa7oPqmzdhO2Y+K6sLLaOuSTTAg7LWVKVSmdw9ZnXTuUss2h2raV0VIK9HFPvrHBNzxnTKq31UiEh+tfmbNVlszOd8XQD3DkgYwa/cvDAyE9TPJ/7VekdK+7UOeygah385ZlFZ+Ggb4iHTrodzD81B0D/k2fkT2UquI8o+yXSAb4KEGmNfUYBJJ1HdvAFAsEAh6mos4zmKjIOlwE4MaNwhSVpkSGsMsW4LvuasjzmJhzgzAB+jP7TBI5UYhYg0hNkCD9BuegNlozGRkB4C79tw0G+ByOUYJGCL/Bk6i1KcIeRn5RxXLtT31p0+GPmytrQG/Hw4w2cra5hMqpiTO30MyhrLictR1WVpGuCeqomEH0ttRf3HSEy8Q+3BvwV/00DwDuQX9QNlVEdPfRaYZmADY1QAsDXkQH805/8ZPLOu+9O7ty5M/nkD58A1F+DbLwhfcd9gBFMiOurOgAAim9ufYN5w7pAwJm9YKEjElw7j3LhXCMIGiuzm06CuA85CCwOjuw1vYw3hsrc6+T88d3rENfeUzAgk0/ID3SOlCATGfCZLRp6qmSF16MpkFfrgOffoHHcsZYJy9vspVzAjZSXHCrGC3TAHPB0AF1ySOOeVe0i6QzvWUqf8yA6ZFl0lD0+iXWfaz+3k8z8BRjMbYXlbwkIY+6YIUzePYdgDwLGy+rdhOxIAMg0up1p6TVODiVlOjJD2I4jOoY2EDDGbHF+Fh0ADGb/4C2AXOqDSnoAzezhGOoPWid1Mq69oDMGfgSZkMf5WX/TmYEt/05h4rYb5gtLvArte+wz+3cF9IlMaJS4p4wif8qGChCY75VnPF+dNWia2EzHDfi2X4fyfvdvGac+aZedRPb1vyn93jZqHhMrd6tAFLmVa3afkerf3TU0FKGwe7xWR5ln6Ra15LN/CwCG+1MPCl7IACIHLJveXL7VsrKGWYXELHZW48BKIWzOLKqi7zdlraVz2uzs/VszChgMRyeS+wgTGGblC2YHr2FzL+2aEay+wQp+IvWl7k/64d1GEIWeM9aE0LHUN1gVG1hen0Hd7hVM5ytlKquAsdqFHLUKeqLeHLLGbybBWHM8sc0aoh1yLymOSRyFaNrZLZ81LHV9a0mqdf31jx0Vuc11h9jIlxo+2j/5N73ns+qb7tlagLjK0wYADrlbOaZHyymXG5aqe/QA3uAjP1reX3NgDneZo/ZaXsvb+6j3G9/mUlHou9m9PTKvndcZ2K2rzqbfZXrHbw8AjlLPGUyd1YtkW0cfYP3GYAjIYgUSRiWVAIDL37LTw3bMoQvbJAPdTM7u8Z0AcAafuO2XEwJaALjKJ65CsbLEFAp41rXYSmCAokWjJlRPj99lQ0XbFQbcMuhEAHD2AY5sppIBHJnAzgDGdpwBPEW0ozJnmF063x5m/e2DIAtc7tvZpStWvp1r9kXxYSZlP3fck7H7OdRCY/yIKV1+3yc/yAGttjJ0vHWhfPVjwzv6GHZ6aQDgWUPxnYDD88Y5ff9aOCzLpYdalhubSL2EH9JiMU1pvQhbv7wftgS0KhXBbqJOyHcBvkzOiyS8wGH4HXZyNSVVMDGRV1LnQ9Ryz7Qj7CmsSQJZArovH1MjnPp+QHfTeVk5Etup07AzlQF8TT2AmQHMHsCnCeiq9aGT6uQP1kWoa2EUtVYy+BJ+JAC/ygCGD4LHuI0CwV9s3O80gd8Egg0AKws4wF51TML5DQYHACxb1nZlG7TQkut3BwDnrM0QUgcRMQc65kcGAINmx14n/p3/7u80I0PKQ2uoVAdPNV7SmPF+KTh8KeqxGSXpUjl0PEVGFw1AOE1dDtpZHs4Azh7AjCImCIyoewDA2yy/BsEgtRWXKSVkzF0WYvJH6T9tUmojKpOOvT1mADOzlwAwzoW0HGUBGwBmVD//BgCcPb/o5JoCgMPmDFquzvJpB39ZB1J5D2EroHwgA7j0ACYInD2A5wLAmQEcGcGdHsARFdoAwJ6nzIIYB4DTMC0Lc1H+bQRUCXwAALiUdw4QeB4ArLXNC5xtE5sqeRNdg2XajTQfAD6QBPnWDnLZccl1+zsWeYVTJbOqs7RbC7AK5M2yVOKPzDysvFN6AJOXEhzl4sLFLYxPZqgOqm+nAAAgAElEQVQrmz2ycVVuCgaoAhrYe0gAcDq+rHzU3gz4O57Lc1sB/f68yTHMyD5GgnFhxAL6XCWgmQFMAPiNyV+hB/CfAwC+fB5gDexfAj/MAP5NZAB/8rkBYBrGzGagPCJ4o1KgLJtIB244YBVmuAgALAPfTtq2N7meRoENvQVvKruBC/b0pJaSn0HxzGQkAAzNYXLljdcmr7z39uQ0eppuwql3n2ASlIFXb7w2OY+sp/v3bk82Nx6zpeLkObJed5iNiB7Aj78CAIxStZiVQktyNMccKNmI40wHJhUQldM8I1lKGe0ggkbOxucEZ6m8UCbucl857C0hdbUimw0miZbLc1tpSZ6u70EPeX+5B2Wq5spZWKILyHUGCvGz3JSMkFNQkuVGllWW8yQ2j4LlYZ2mkOq6xx7HxU75bf6uMQwFugVBxLfaQmnVfpahAtQSpI61wWuWA6NqVkAEbTR0VK7bu71cr807/rEeVonMSuC4IMlZW0TU9PexMjHj3COO0UIOrB4i0ohnyHOVE3v8PK7+UZ81pp7LUiqTZ8HfDAtgAIWAJSnJMfbhY6dhSWf2CgCk1QCCV5FJyAjNNYDBFxFoce4iykezFymA4bVVKvBWzjPowwYCGcgyhCXlt7cBDKNf4mOUXr97++7k9u07kzsIxHiAXsIbKCXNUrMEjwQSMTsS884MYbroTuMe6Thztv7QkM5eDQaot0yKzzd8vJfb+pv3Dbo1jNQyrgUGz9bQ8GJ0Q6YeB4BJAcoAFqDlbLIxANj8vysAmBnA777zzuT111+f3Ef25pdffimg7OrVq5Lz2o+9MrEvyzBRdj94iAxPAHp00Lpf8KZKyF+9ekW8eP/+Q2z3JveQUcwewgSCXwQA3I6bVpTUq2fM1fQs8jg7hlkGnZHFzAjkS+CvdGLLF5bYTh3cpeclKMMJ3F2UquGfvQojWKzHfwKexYP1aZJXc+lL+ipBKOJHOylMTknweI/1yb3pw04Br6pvMA5RYBR+4DusYQV4nAYgKsCXc4xI7TPnyLvnwNvo24Ts4Ivr55XpfwYl4JmtRLCr9nINB4noj5mNBINZ6ha0gXl/DFp5BJ2CpeCZ8UiAi7TjstEItlJ2MGQA+6GiohEzhFkqmvU2KHpUASDGmXyv3zjUHHdlh1nee00mQGzdgmyXTjzqXmchqy6gpP0FlsLGs9KZrvK7BH5B4wKCQcd8572Tl1onzqCzMC7UmbsZ8rrP54dxQNdVeVh6zDp397ecv7oQtZmaXh/GZGelWweExVrDtUXgLUHfWGMUQEu7K3TbfgZwVI7IbN7KF03wbfCJ76bhN92fnXL+1sHVRSzHM1Q7zUBtviTbdet+1nxcOYqYHcwWIQiAYiDEGgIm+JmgMIFgBkXxdwVIKHjEerczd31fWmsLmF20ET0D93PPYOiMKBNN/hAQTBlOcBjrneQ5gycCBM7MYL2TNyLLw62JGlAq7EA/Z+vi6j+77Yp5Ly9ZHv0io1q5FTJn3nmGfreNU3/pAyyFBkPMj9GkTtORpZYjneNjvqfvI+Y/fyjP4zV8yPFZr9WV4SSvvI0ih0lbSbsDAHA5f09/d9DNmAbSPFuwhefGvDDLnteUN3pyybI96h7AsVZmlq8qhMh+pk8rglEb2zr1eZaCNgCcQT6uppJlpFM++zGqzZDPbZlkvZgZwFzjhwBg290GgLmuChBWlS4nCSS1Vz07vSqtHRT6d9BOypqUJ9IvI+CZdp/7/2YPYMgPObStIxsAdkCjZVC/BLTtoSKvwi4yLXoc+vxzEJ48ymMOUwJ6bPU57P0dZv192ca3iJVmUGbZrIcdu87xPbn/XV13X8/Uk7HtscnnCyyJ+7rk/J17tuLUAWGrp4zpjXtLz1KRw5fznWcAj9hjklWNzJo/Pke1x7xxDj0qBE9Zf8O+bP2xVhxfMABM2wgYTALAe8q4ng0AK6j2iADg1Cdy9If0oP7MzAKASw/gUgLarbsqAOwll75w2uMOwswS0MwAhp81SkA7+5fBm1EGWu8EgOkP8paAb2YAJwjs4NKXGQDOUZ1Hr0fFF2Pn+REBwBJJMwDgf/u//Vvt0reJkyn87t8V8ZcGUyrwqbgVwRGKuko0JAhLJdcgksoFKALYG7O3lOUBo7AFgAn8KhM4AGAKDJmguB6rZtKQtRJW2VlKc5Q8kzM9M1USAI7okpIBDBCYPYBLFjAygFm6TSAQl5tZADCv3GQzuCxXfVVgK1ymtjZ9zzMAYAHBDQDMjIfpEtCZAeyMS5eAZuNxK/ltBrD7wmTfqiaCe0YGcHUs+HkStMh3fSlt4rAAcO0BbOcBnV/REzgiZLWmyvBJo+jHAwDbpmYZwY4vYb509GDZEUlAQhudK5Fbw88BAHdKQIeTMAM39gUA08CMDGBnHjESKkqTF/qzkdcBgMVHfqR6j8OGPvmZsoPI5ikYnAKAESRxGUBo9gD+NTOACQCDNHfAcwsBwJEBnCC3wcrFAWBnMmQUlh2Comedp692i6DrHAZ4PDSpqfR2MoDhoLv82quTa+++PTm5fmHyFHz8gI5myIm33nhrso7vHrMENIJnTkB+7aB05dO7dyePvkZW8J9uT04gAxgzU7Jy5W/LOcAH9mLk+J5EptQ6gK/rr70moPL+gweTRzgvARI68AiYcymgw4+OPcpdlhRkSTD+pj6JnHd5MS2XczxSYhddmQ7vGIAMUohVpPhF00DN84lWIrpetAwlks5vri8JNmfFho7jW1I45JqmIbXi+pnf2OVKZbjdNz6H/Bsy5H2f9ReXrEkCby/nfcgL2W8vy0SK6xNIVDk5O4kyMyy4xTKxIZxcs6vzKK7RcZzyHoIHh4hO3/EJxpWGUSdcrHGj9pEuPez+qGziaFPfRm/fZr21f9W/m55ixkIfyajLfFbzktjU48Z3joO+d7Y619olAEJLUNAVzMCoS2YAs5wssgjPsGQ03i8iw5BZhXSeM7uUJaUJHqvEJjOpmMmI82VGIZ3dT9A/mD2EHyIL+DGygjceb04e3n80eXjvIQClh5MNbE+wPXu6JZBoGbxzJspAq9fa1Fx1x2bKiGkIY3rMIwChnLPu7KWjf+7KnxrF8nPSet1/8YAry8GWN63fZbbxfgBg9qfcBZCxgmCgy5M3AP6+ho0ZkA8wpmsA888hU5KlSSkjOGdnUSlB18I40wDjQ9EIVQUaBCISEDkHwJBjRwCDJb0J4H/11VcAg+8XnSiBtVFWOtAPkfcZuvfQKZL3U5bmPpwpO4cJbsK4BE3S+co5UzZS0aUcTOW+hFGeMoEerVutzmHHs3WGJjilqSii+yCdKugmWDfEp++xysU4vW65yLCCdPCgxhlMvsS2BJos2qZ412sVtx3qBdT3yXe0C6gfsKQWoqtPIlr7OaqRLK2cBQDM/t8o3XURmbPQEVYBAq+BjxnsscwyuQTC2JvpLI10O8+3AGSp9DuuQSCYYO8TlHvnJhsGugPBX2aIbyCLnJnBBIF3sSY/Ac08Y9sBjNsJrksMXsMxzA5mD3AKCJWJZgCI2MHAr0DfHBhmFGsu0vWPdTUAYAYpXERgCstAc+2gDSVQDePHTEyX4yU9I1tZThcHq2nU+2pJEaTm9SE5Pc/BPO/32azQp+Tu3rPOPezAibVPa3i7Hpu2xl7tGmr1IIOKmLFGHbcFgKPEapMBbCAjwOIAMMUXkVFbeES80t5L5ei0uc0fHpeqqiR/eI4y21i7aVobXSMfUnxohqZq6gwDZxwIqGHfe4G/LAmN/mZY885i4ztBHQLBqqoSz+6zxXzFUOot+D3XPsqKDLqhTpjtngwCuxKDv4sSjQCMS5Ykb7edJz1Wuw71warmYQcmdwwQLn6OhuZb6tBTDvHKHLm+PwC463/p0qfXxPp0XQC4b6v3b6ujj4YcSeYf4pvOtXrjn7eR8qEe77W8vUtdN4+XTIuXyHcxHtQRzbHWTWZPRvv7iwSASyCVZKqDoqgLCOwNZ7ZpOTOAuQ/+LtWRrPsYOK4Vz/ogcD5z2kUU3x4/g6oFAM7WYgq4bkpA8/usxCVQ2D4g8mpZYmI5SO6qNlh3nnLevFT7t+wBLABYILCDRwwAO6OJbU0MAEe5ygSABSDbn8f3cv5jAHiOdBn++TDrr+XES/bq6KDW+b6V10ty3X09aytjeweaz9sQsX2d+RA7p4QZO8UxAHyIwW0OnTfOiZVQmZGiE5WPQrcM26vonS8YAGbLNoO+zgD+vgHAtCmdAXwVGcDoAXweGcBIvFmGjekewJEBzPUuFUiNuX0NXCNlZ6oH8AgAHNm/6gFMAJilnwMEdvlnr6U1A9hr6fcDACbpdvGyo+GDRc9yDAAXdfzf+m/+ZWe5mzYAbJzIJVyM4WqcFQMqSkDbqUrgl36PBICjj6gcSAZ+6UxR700oyZnlwcwL1uLfIvgr58WGQOFtgrQEZsNB6Ey7MLSjhISxFv2nzc7ymu3AWvJ77P3L7F++qwQ0AANmAG+jDzDB4ASAsyQxHZShJsvk7dkeBwWAMwNYkZoCfJ0xKaBX7zS6WerO2w8PAM4S0ASACZ5VoJL9FTV/AVrKbyGnJb/rC44AlRpv1lTpg3B4flu646IiaJH97AR0CcF9vWw1zgaAFXnsPgsl41D9mp0JlOCvPzsz0Qa1eV+GJw3QzACOv1WCKvpSswS0oo6jJAZ51sIknFh6KPBxOHfsGM4y0znf9cnJ384AxuJHABiLY+kB/PYbk79EBvAYAPzhR19MlAGMko7M3HAGMIEDyiKMAbb5AHDeU6jUIc/UA5gKeBi0csqJXkMedSav5yyZBwDTsY3xeoZnZqbTHhz6F2+8MrmC511iBjDG9h5kJsHwt958a3IVAAjl5Q4qGsDbPHn66MHk/ldfTx59eXOyefPu5BQyElfoPEgPQDrVeKs4Px3qz+EQPIXeqDfefnPy01/8XDLom1u3VFL1AbLqCIYQBF5iBDqeVcArxlEGPp2DyH7k+3L04CWNJRCejm3rReF5yPEJPtefCVqGzA13YzFSc2wV1KCgn9paoGRSJc0K2KglzLVCKTm7UZzTAI73zJHuOL16huGQY9COUB/F89tV2ls49KMfWm1Zmkh6Ok5USpvzgJvMEtjOUHcWlzNlXNBaWXvx6jiv9XWCqdPXzyCMYblyQADYl+w43PvnH3NSeC7CIIlnmtq3zUyl3GidFixDHB5oH5fZ1jxtlaB9ANgBWRkhG7oLZSM30gkjLtkPGNsSNoItF1QqGkASMvDWL10QCMPy0QSE1xA4cQbOdAdmpYOOk+nsy11srDrw9MkueOmxM4ORnX/75jeT239CKeK79yc7AIFPYq4JAitrAisADYnuGpYckeK092tnyrsOZp7JgXx5TOUDUWtfz4mMrKDYxtn7cgDAqfvR2bi2tobs39cmb7/zjgwtgg0qq4S1ggAwgw2XYXTxO1YNoEF2cR0GHN4z43gH8pP6RmbRUu9l4MstyMBPPvl0cuv2bWfAUS6r9PwAfw8z1oLfJgA8IwijipAeXZiWEwBewjqpDGDK9ljbXdrVQSZ2XCeoSxmTOlVLb6FTS2fwvtQZ1CZFepoFWhuoZhFYYKIAA+xk9GiljLRzKl/ZKkWUhV3YM1jl0e221jUyeIMtSWlGYgaw4Sw4QH2EeW46maFL72EsttDfF4oKAF5kOyLrkYEcKwK40O8bGcHMCl5luWgGCiCj9hyy/s+sAUDGOriLK/Oe0jnNe6W+sIUSt9QhKLe2sKY+RVl3gsDZS2yL5eC5TsJ+eQaa22VvMW5cK1n6HfbPc/ZHxWe+cy1kbhbLwOdzsiewdYscH68lzPZlX9dL6+uTdYDADHDgHDPblyDvSdA65ycBYFVTYk9WOl6yTHUzB2XwvSjPdATPcjIfxgHdl26VUUwn+7nuFIBaRGOCDHn2rsyMC4WYC6pcBAAO504n0DbWFIEkPEcAwDXTrQ1YMq8UpUC0b973t+191kxg6Q1iEi4OjSwfEEcp7q2nNsAOWQV/q28nHVNqi2DeYGATqyXobwRHMCiC61FmyztUwfdovcfv5fISG9aZrbcwgBOgF8Fg2OEqGR29+JS9jgx6leBX3+AMWrU8kpyJ4O4cl86QdYi4Uk+RNuWmmrHU/daFVeSfOkUzhsEW7Ulnf/aJyjjkeduDCj1r6oYB4BxT6zI+2qt2zd6dBQBbhjbPG/poof7mN5tkXX7oHls5tIxTu3+JWMnn8Z0mEX9fAOBsOdAGTSfAO/TuoJoaFDUEAOc+ygBWIGdUmiJPUC+kbyuDtBWgE3wT72lLitdCT3apZ4PA7gEctnb5vBR6Le3vCMQmGKwtrJKcHtldptdcy7s0kjK4ndu0d5mxFBnAUwAw+4tHBnD0MuxkAIf8ypLQSYPOZEqeCG2h1fUX58QXtudxBvALG9p6Ykx9K5GOAeAZY94bq/6eP04AmMFl2Nh+gj2Asw9wfD5wD+BZpH+QaLFDs1KrOw6drAsAW2eo21FkALuSlAP4ZBNHaWf9HeWeM8v3+w0A065EYCQAYPYAZgloZwCvoVoiAF31AD4IABzln+WrqOWf1Q5Mfx8DwIdmk3KCfSMqR3Dp2YD34WzneevCjAzgf/O//r+raTRqBES0n4zZVAZtOKWxXaNHbHIZAKZinOCvDcAsOaeyZBIS7gHM5usEgAn4bm0ZBKbjogLAzgyVvQsFMXvYVqd3KMdNBnAFgKlwtwAwyj2zFLRKQDMLGAAwPgsAZr15OdcFY4ezkxYsP3Yt62MA+GAZwIyEZTYES7h2AeD8uwWAXdKgAsDtHHi/xuUwzQk6Ng3nI+Djb/EULxoArv1VawloOVsaEDgdMaVEpJwIzGhwDyJnqGcZ6HgvmcDsaZ1l8qoTNSJKpIRImsSU9gHTvl+d/EhnNQGbU+wBzMwmODtVAhqA6L/+52MA8BcTA8B/CgD4tJy3fCY6c+cDwFnKuQWASbos52UHgByzlI+R7ZxG/BSaYkFSqWgWAIwBUBUFZTadmuwgTegZ3s+9cnVy+a3XJ2euXZ08QyTZbfQV3YQcfeXa9cmVy5cExDLYG3b/ZOP+3cnXAC0eoP/xzjcPJqdR0vIs505e9Oqg5w3RoU6QeRdZjHsoc/vKW29MfvZnvwTYfnpyF1nE7GlKR/K9e/fg7N6YnAfYch5ZcuTBLWQZsffpNhzfz6Fgn8Ijso8px2cHmR2U2SxzovUjh0DDYNnqj6nIymPoMcqh4r32nHL8WesB3ukDLdmEmpcstWbglGWpmWniMt+sRpFR9wZSnbWToGLNNrPzr7pgh5yBs3X+bgBHC9IWIpCzgxnk6dBxNF8yR+sALdkGytqLYA05SKtTsAylhrS7ZuU1XxgAzAsoA374NRsA1sHlnmcrRSXnt7lQ6Cb5jT2V09iCSDANIDq13cecrw4YxrWF2BkU8OeYZFLKSUZhRh/FM+w3CvBlDeCvykMDRCKYdB4gEsvNnkMfUn5mNhVjIZSIyWvjtLsApVw+Fr1FARw9QDbwra/uTL7+463J11/8cfLwzl3oJNsqDa0SegkM6S7TuVp1sSkncsdbMgYAt3MUjsdkw3ZUp0ChSlN9R9i8DJ16WguBo8gALgFJkJPMbHv77bcnv/rVrwDUnw/dkmVwXbGAL5azpywgFbAnDyNxSQMCRMUv2X8bQBt/w+Q9QsnfmzdvTj779LPJ7Tu3JUcKdtBznI8S/8I/LAAA968Zeo5qFxAAxnMxunhJGXyZAeyghuw/6mxg61ApVyQbw5nk4bJMFvBaqhJkb0PK0lpaOJAeyW7TgddNnSfoNyAX03CCJEXuJ2iSfGweF+1TPhquibsi2IvTx+bsfoO/0t55DPiG4C2zg1VYnQFjXBvLOyKroUewXDRLv7Of7nkGc4CHzyIAagXfrYCPCRwvRb/wZQSB8LUD/jUAzKJBzm4keOU+qO4lvYW1ktm3XBs3sV6yLQP7f+8gEIEZwiwRzfWSn/ewRmZJaJWF5iQ0AHC45wP8YSeIZQHAly5dwhq8pjlmcIMAYDwj5zNb61DG6D5Ydjf6UOZItuC712HPl/gy3ltpvh8gdmFyn7mjZd2+rpvOrXLe+gRdOUkwtbtWdcZFisECGcBcvwW8mPdcFjpKJWttz57cCWzEfvFcvoV2na7PqznoLafeM8fFvKVzNM9SOMjMV2VVjInWIT2fgRz1m0+Qmv2DuSkzeFkBBqtY31ZZWl3louEAA/0p2yHKyzc4agMkiYC6qlzQGBdBVQJTC5Y2C5g8ZBCYtKp+3OlAZKCmqhhQ7vhBUvdK+ujTSX89qhKkGbccE81HUbvKwGeYU476QnQtudTVR8YAVl2zpzMVIFpisllvg06SJBYBgLVPkbFVHfLtpQ4R49nnh9DX85nb63blQjMZU8Dz9yADmHZWgrCiWQcguPx5rI8RxFcrYdifNQUAqy2N2yu0Fbbyb62ZEeCwp8DVDKTimlLlrqRCzFsrjy0PswdwVnhz9TcDw24JloGNBoCjQtwIAGx2yoDRSuFtMI3FapVNDnheEAAOmcLyz6UE9DEAvJAoWXSnwziRi7xZ9GLfxn6hh+aljgHggw/64nbZwa8xfWT6c8bOWQPdci0f0zXDmrBeKmyBFUYRgIu/dzO4mvoEg1MVaAYdHPoD26G4woiDzWq1EbedlF5M/RgbMQhuAiwj2F6YQ6Ob8f7G3RvDvpajHNHhc80b5xcHAHM+6EdWNVfZFsZ0mFy0CzzFGI/LPf/wAWD0AEZ28P4BYFfMcKC6g9VVpUfgbwMAswQ0/E/HGcCH5ahjALjo8//Gf/V/FanVGiE1MjaN1uZdtlMalY3xGcaDhLUSO6czgFUCWmn/FBDcCMCwXxUAYPYGKgAwhTL7scFhwtJmbAYuJ3cCwF48UkFNR2JbAtqOLWcvGgCO/r/PFgSA2xLQ8lf2jPRGI9lPCegfewbwwQHgFgGiJ8FG2qxX+7tdJt+f16EBYI1PjTbulICW0hTAbxiq4hMpWGH4hmO4Zh0m0GTDTyWoEgAuZc0diUxAJUtAq3Re8mo658KYlOMopjCvPTZDUjaYIc7rqgcwa2GcmqwLAH49AOD3BkpAtwDwUxnPbCDoHsBRjSAygLP8u53ZWTK7BYArvQ0DwHb+FeN9ij4NfJTXPACYzgeeD8AGS1qzD/DZK3D8og/w+VdfnZxEJiIzgJ/AuXsevQ4vIitRGRvob7hyZmny8O6tyacf/HZy7/MvJ8/uPJysbD+frDFDmwMfoGoajnSo7+DedtD/dwdlMC/jGu/+/KcAkpfU/5LObcrTxwR6kW3E7KN1ZM+x19MmwOFvvr6J/qb3Js/w+TRk41koQ1QE6Qgn3xkAxrMoWxOvHJsyHHXMO17EoEnPSToh+B4lxBgQ1DquYgFS3xA6ceRotPKfmbTPIgBJme0K+GnWs0ZOGPyt2W2SIa0YKtbpmGypGcD2t3WdgsW20OVjjVWAU1a56Dq/xQMB/paSc3zO3qsM7Yh8PBgAXJ251WE9IFG/FQDYD2x6iofvLwXpzY1btCHXrgLyvAoEPEWHGX62E7AJDgh9g9CZ5GVEL8jBT0Wd5aLhJOe2zN6yAJHWmFXI7Dxk47MkMfuNrqygpDM2lokm2JgKPiM7yd7byCi8d2dj8uVnNye/+82HeP988ugueAlG6zL3Z6m8cvd+hgRf0ylXHUD4rZMtXekuyaTDL1O0U2Gh/5+9N4m1LMuyhJ659X3jbt5E7xGZkZQyQpmVWapSVUYmjRBCQmLAgAkDJkhMSBACIYSQGDBgwoAJggKEQAgkJAYMQKoUYsKAARIMQMqM8OjD3cPN3c3c3frejL3W2uucfe67r/v/m3kT3zxevP/eu8255+yzu7Ub3mlNhMMmh/tqaSs+uDsADFo3vUv3ZL8dyhiBft/5zncWP/zBD5mhDSP/TpTeBu8CIHwi1unWrZssjYsShZjDR8jGBH9CxRUAIeCzNGaDV0aQy8mQNSgl/cG1a4v333uPlRDASzB2ZeActEGxGQAmeGqeR4e19ybAKLRgAAAcdIkM4JDReD7IOxA59wzYv5iweGS7RoK3FlM8RhUu+C9BclYPgWxiIE3XF+TYzqou6eTWPcrOS143SxsTL5/Kn2d5qxh0LQMtVCszIvE8+Supg1tb2f3Y4wKHVSwCe5htLvA4cGgjgylkJnpIIxP4VLzYPzh6R5+9dHFxGkEcyO6PstHYy8iWZJuVcKa/glcGDmHXgBU/RmURZDomCAsn0/0I8rgfdPgw3gn6wuGEjGH0Ascr/n4ScvI57By0V8BacbByQDU5lBMJPnLp4qXFlQj4uhDjhAOB8i14FFkiM8ug26jvKkBo7AU4xLBulr1cVqw93xT814CPpIucTs71nP5sHbvygkHvnoBKq3nCql9GR+H0qCXHd0Pxlo4cAAw+upDTdiCu5bFDdDIEAc8Neezs16w+ZUcPA8cS9FXPXzncWrYvy7WVADPqwgpnmAbueCAtUIxjHJ9jzuJR8Fo7m880AnxzKyddSv3KJF2kYok+EPR0LHQ79EpHv+DT7BscQU/xNyphoEQ0soYRFEVbIEFv73TT1KDjaMvyBb5BMjfAhhZRLKseuhqzdjJDGOWiwwcABy5+g99AFQhkqzQ9cpDtnbd5vrr+lXTMcYxr70+yvayr5XvysK3od0KDq8BfsbC6dn1MBmUofwuvriu5NQCcvHt6bt2aK8eYU7l0bpmIyTYa57XOW3veeXokr5no8iXMfCd7f6cS0LQta9a5/+7BUTUDGAGmTmjYFwBMwGJSAtq8OHX3CgIbqIXcGUpAWx6RR830AHaGMCsLQCY6pEi7YxcA2Lxl7wBwD4hhYFezdXIvHGYAb8ViNsrBHa5yCACXyZrw+c8LeN5h+TYeuslPuvECezqAQnTNmbsCwNLNZG8AAFabSQR4EoREy4nkpwKAFTymSiMVAIY+UQFgVR7dHlH7jYAAACAASURBVABe90x7mqh9nrRpnl80AKwqFs4Chm0IwPfzAoAVwioZR5uF+nZ+ppZbNf6JvjHVP3JlcM1n8BmjFdEBZgAjkBI6NHxQhwDwPrfB1qcftL9mmxsv+2jrWfsJ3lp797RhVx1z5F/9h/8nuZkHoD1TY175YzMU+3EyotrAbfCk8s4yldW4g7GXPYDJKNIBj+xfOSnQny1eiIpHJjCygBMARvYWe3/CEZLGo0tAy5KUMUEhl84NOxZd5g6lnw8OABYLqX7RQwBYQohr0F5wJGS5Z6wf08IBOu41AzgFr8tNpdNy3QaYKj6fx9bfhj3MHbNnAHjYCy59q6hmr1ErL4v1mADAcz2AnRmUzCKzFZFphDLAikY28LsEADMrNoM1kpck8xgcitsBwPEMBF7QA1g9/y5drhnA+weA6SJOJ7Yd5NUI91q9LAD4OZzY8cxP4u1xzN+p6PN78WtvLi5GqdPT0af3cRjMUIKPRd9llIY8HRlNpyODF70MP/no2uIn/+//t7jx6/cWzz69szgVKb5n4SAQwxQfywciAIxrBVD1LMpkXv7aG4uvvf0tltX86OPrzPrFPABYOBM9L5gZEo5y3O9JKNQf/PaDxfUAgR/eur04FSDz1ctX6Li+F+cBMGav5PjfkVCkKHPSwdGrx8HRLRrtoF6CGyx7LJlCpyVe2ZvOgUug0QbWxrMoMzhlF/k1wGA4GWEMRNARZY970bk8ZncokstTgKpHo8Y8KpDNjbXCOSgZId44ONAaEeUf/tH3gZxrjhDL3y7nXF0DIEPtQ9r5XZGJM8xlFwC4X3MeAG7O6phf/v2CAeAp4EAKnthA5lNcs9T4E1YjzedqBk2pRKeBZOkN3v990dmrLLOkgMSq3Gy8M9U+DINY6JB03Icomc6SsgEGnwkAEc7yM1Ea+nwANZcuXAxgMjKDI7PwLAAnOtPBQ4+E3vN08fG1TxY//fHPFr9452eL37777uJBBFscD2ffMWR1kqalm8lpnPsonfgDAJzHeen5xHD65Z4b+092AmngR5+hpN8ZItrXV9gw2wLAKA0aOqDBq9I/huqf+Uh8gEGF/r/f++53CdzezaoFMLLeioAZlOtGD19UlwG4C10UvA0rjZ6qOB/6CQBiZFBeiPU6c+Ycy95/GACwewCTnyW9H7zybgB4aqqWCU+ipuqbepCylwE0GQBGD+AoSYUM4PhH0ARHZIn50TmjSj3813iW+F3Tu7lztGYMrMQ+yZLQ4O09w8mBZ8qOgt5X9eMaSCmzIZ9zxq9iWnfJ7VF/S2OgAQa8mPa3QZU0GNzvW+8CjWXU62+0qWA1EwBa8Yq0+8UrIUuPh4w7CTkX+1n9g2PfxmeCxUE/eJcRjzK/cqpHLBmdU89QNSDmCKArMhmfPgyANhxRyPZFOWgAwOj7fSvKvt+MoII7QZf3Agx+EhnCz7NXsOJNAG1btoHHRo/wyEgmABwZwOAnKHcuYAyZ7VozA7kNCIYdBbsrs9Y60JnHUj4qI61ltnlvJf8wrdWtX6/j71cBwKv2SpUhy2xlPQA8HG87dIY3VZ7Jn21MDpI5Zw97ipRZMnnRAzfLOKj8srN+4zj8ZmA4HU69TZFAVtJwHmMAuA+jagdl8DRv539r2yUNUR3WZds41yPIqDvgWMk+Pk8+q/cOA0Lj2ig5zizh0LdORPDDqdMAgqM0NF4ROHESAYfIpMd+CToUMJUgE/U2m+ji+XWcVV/hY2R7C2WVhEOXJRzTeQudDa8IdmQmD7KEEfSQgYlmX232SLtjMFPjDfn0SwCw51pD5cCnetuaeKi+cBM6PBgAGONhgfv2b1sAWGMenVCrgGdfvPl65vgy+OswjkJ63Fr6tWHX7aL6bZ3M/EoDwAyYcjulbKeQALCDsDBV9l8lN0qXCmgZhAmdVZm/6gGsctAMSKId3jOAgzFlRjCygLPyAPVGy8C8FyV7moT0s41UX/1+XFfoohl4B+f1iQhIQmuNsQdwKQHdMoDVu5D8EHwlLnQIAJeNtI8/96OHHgLAZeIntvzLAIC3kin7oI2vJgCsCnkCgJH1OwMAD/qDM4APAeCm+8IeSj1Y/APGkOQD/3EvJPCedmYH4RUkRR/UFwgAlpUq/bPp/C8FAD5TSkDDX7S6BzCCKk9Gz+DjEZB+CADvg7Ht6dTPAwX6ggLA/8p/+n/QIhuAXSr3qcCnUUmnO4zcwizknEkHDh0qhW/Q7yMHSCsFDQadpQLQc7OVforyy+gpqQgcA8EqAw1QGAAwDEJfXkOIe9PRXF4JPFp5lgNEWY6IrEcWMIDg5+gBjAyO6Pv7NO737PFyCWhHQGdsvNTj5mTO2amaAbPI9I8jSseZ/CeIppbDSSXCrKh/VXoA+4ENAGeGAUG0ZQBYJZBcAlpln+V07yWgW3av19TgsjxiTThxfZYM1P5F+q9yXUYQZk+84yWdxG2Xzr9agmTb2wuI79m/dMI6sh9zyeh7ZIPUEla9x6ijnXWNnmEENkZekMafIv8TAKYxKgNUGcDZnygzgFWSqjtpl/xaGDLH7eUdF1b+oQ4AP4OTKa4JAPhtlIBmD+ACAMfxH9+8s/jrKP/8k5+/u/jFrz9Y3LodGcAxvuc1AxgOWfZY1XwRZQQtkrb0Ik/x59SMGGGe59CtnPPisnjKpvGKlWfZIQOY/XPB59CzMt4idGJxLJzRZ69eWVx86414f3VxNDIPARCDupHJgRK1yGZDuZBPo1zpr955Z3Ez+os+v3V/cSJQq1NYLyhE9Jh1Q58loONez06Fs+DCmcXlt15nH+Dn8d31KEmLMtD3g19eDmD36utX6ejD/AMEBqj6wW9/u7hx7aNwat9cXAjQ5Dvf+MbidDgFUTr6zq1bUSL6Lp116OvY5pWhnJjvAtiS9kswCdY9HYnmsMzIgQwIJ0J1HhOUiYNQNlS94pV9wxIr8U66z+oTLDXISEVkm6g8JgGN7JPI7BJmmAjEUHARidCeEr6npCx8v8sByYMUHJUE2sxXqZGygof3YCfLOjqQ826UbXyV8q2kUf/TqFYZfusAYDu9m8izI7Uy08KIBuc9dYlUsGb81hz/zPcap8ec87d0nJQMP+Xggswpbrstz2334217JrdmGv+UQYyMWX5uAQhyXOvb6GmNcjwopwtgKNYBe0Xl2dV39HHw0YdBR/dRQiq+R0YwlHsASnCMQ+EHAHwxAEW8ANqcQ7YwSs+eReCG9uTt4Fe//tW7i3d/+ZvFtfffJyAUu1H0zBlKuqcTsJQnTeee6M36W9fhGt3weXrGfHcaTWVm5b0jHy5Lv48/OenN0Wn+SsciBYOiuunwz1cHgAuVk5UoKx48AU7IK5F1/frVq6TDBwGm4bdTEaQCABig2d17dwkcnIv1gPHqnr6vvfYawTzwg/tRiQbR4xfOAwA+GxnANxfXPry2uPbBNf7NDOCZzPt9TEieKn2WT5i6d79m08rbb2CldhyrpDOAJgCZ6NkZJaBDFqA8MLgUet6Tr5BW+g7o1+fmGviGtWtqr9xDna+4ukgvk9kBX5S2bL0OWVkkq7VQtvZ76/o9sl+spvKxrm8wq3Jic/Q58oZP2q+8gzfJOfU+4WfcN7kz5lEcovUSfgrgPOToUYBcCOJAuXcGdUSvYJR7j+zgCxE0gKzIEyEzj8ceBoiMSHFUJkEJXQCDfNyMa0Jf3yNYB8ig4BX3Y3/fvPFpBH58GD3Ary1ufPTx4m6Aws9AXyjnzG2S4K9Gx8AmyHhU4AAAfDECwpAR7MpKU72KMiIrLzl7slV7oZzta+6sNsrGBIIHGWJdiPIJBBEjQgYnvp9kD7dVzmOnIELdK5sB4FEYrOJIy4DYSAhL4FNmh7ftRs5jPdQOJL0TXElg0wCwAxupjxCEkfwbykGDdzcAOHk2SpKXhRr/HmZmzAAuj9PmoEfQ5f7su9ZX0q2mAhWfM6SogdaZyQu5xmz/tM2UPx+8JHqRRS9gAj4RYCjZJvl2mk6tBIJR6QIVFhiQYuA7RhAEPY5F8oh5/qka4HcHmYBnOSDBgXvsGxw6u8DgyAyOwAqVjFYG8Vwp3zYPnAPdiG7OXAPrCVWnYBUN6gBJFHkRXmGOANv05oP0m+Yz9gt0/4p8KF4aLZN+7fvFg9BAWkuStKWmq9qpxzqCxt/00CSFgebyvuOQ7eeYUk6O2Y/Tp7TcOp9hMk/ef0u230DyZRXqo0Pz6yKqnpF/60ff0n2jW1AfpsG8Lg+0r8jtH7rvyD6J3rrMATWwD2T7ZRuWFvyUujgDcWxbO5gmK98134f1drdfGtu51Aexj4N8KfU3gL0tAxjVBFj+udvetHFdjSACfgUKuxJXB4B5RcpbycI+e4WqLPe9V/JdQSG9BDQC7uDMBgiMbCY6tqE3s5wlqrTki7wQ/PTLCQCLV6zedTOE2b7a21nrrli33N6vfggAlzkeeE7siL1P63YLt0qebH325gO/uABwn9wxWMgyRr+D91GFBn9vGcCrAGCXgFZ1P70A+roctCqK9BLQqzKA5ceu/lfq3y+BHjavaD1CkmH1vxeUAZw2HWQhbQ/aC9kH2GWf079WS0A/RdBe4DD4jpWkeKzKRguf0ffECFARKdtyKvhNz9mfVjqs/Vnyxuk7g9zEXNrnGS14wsuXA2lkFyJYeHUGcFRhGnoAGwCGrJCtBD1YwVLh76GujGpSkpnQlSkzUY3OJaCz/PNxt2T5SpWA3kSzu+2A7Y8uyvb2Jx3Akeued9SnZ2+2bnuvHZ19gfMHHfmX/5P/PfZOGroJ0PTygJqs/nv8zRJ5o2E8vTSZ9MQ5TTAYTggwCZR5yixgleZUOQaAv48NALMPsMBgMopgAjKOelaXDCUvaHLl4qCQc1yOqGcEf8FUAvxFlDwcLOwBHNcHABzv/J7ZqQmWQTlO45pXbyC+DcMuCWRYNOtCjMqOcwuuNs9fQQA42bJAxhUAMBg418IAsDKBVwHAFQRuTpkJ+1+mvXUbbc+7qFHZnjjBHm7bKCvmbNd4lZaRkZk3zL4BgJZrQ2UKv7kEdK5JK6vGfdP7H9k5n+Qs/wmcWi4B3Uo+uwdRloAmECynmUviWShXX9TgTLHzl4Z8n7j0xcj8DcGILB1mxmYG8HcCAP5TAMB/MAMAB/j7E/QAfjd6AN+6xxJZz5+5BDTKQLs0cALABoE5X9q8PXva+7zMTxxvh40yPWRIMyOrObNXEMGKEtCYEzsuyPZiHp/GnKNY6fMAoY4iK+nKpcXZKH99NDIxUMYSQG3N+kGZ/Yf3kGUUgMWde4vnD54sjsYjIaOwZT2mU4VPhevjGpFddCwA4Ctff3Pxje99Z3EqMp3uxnWQ/XY9MpVeDaDk9TffDCfcowBKHrCsKsBTgCOfxu+PAvB9/dUri7/1B/9Y9CS+wnL/N65fX3wYv+M3+RIFnj+NbI5noaADBIaT9AQUoBiHQdj0d6QypzwojhWgD+c2FHI6GDv/xdwxQ7i9EG2emS407uz0hjMNvF7ra0AfCiodinDksFJFZpkgcwoOxhw7+Bj2VUpJvU+MR/2Woy4ygpKLj7IclGIQRJCE9hod0HiB5lPSVBC4OeGTQdnRtYpfrQKA7cCmXG00qHnexoiU8pzcC3yibnTS2DiiqmwPMrQc5mfxmOaeae3zchx+TfchnnNq0ZH5eCbTUayMB5aVjWdsGYXYL5oqRSODl+IT+R4CJKT4gw92JV/OMfTxhMP8NACm2HP4DoEINz6+sbgV2YDYu8gYRLFQ9gXNFwZGBxqBhg44KEBAzr2+Ct2QFlfSrxUIMR22J666zAoCMi0sG0urKG76PTbKLgCwSn/W8rXU/7qg1B4JWQQDCy/8BjmGeUImLCoVYL7ZjzzmGn2b8Y5jYJChZDT6WhJwCAAT8u3sWZTXPR4g8ceL9wOQ/yj6AKMcNMaiYKFNwn1KW5vmZ83xqe/iOSmWSHcwTB0MIgD4SARfIVjh+AkYmJEBnFmLku+iHa2bdKXhjtRxx2dKjtu/b9tDf7SSz/bOO4PeOnDyVhj9OLbKe44CvJylX7W+bt3CYB7zPugYWVbXdK996Pn08+BzfaIpQwYzcDmwzhW8p7E3lN2v11PIcraaQFY1gHW0vQindtARe3xHRvnpAINBSywfHcECJyKy+2QERaEnOAJBMNUKWIrLgDXEvBxDZiWygx88XdyJoI9rUT3j/V+/u/hN9Jj+JGTlM2SYAwDG09AJZTkih9SJcBhcjOCEK5fRB/gSQTg4X3hOW1+zsCxXCt5Usn9d6QXL1AKqYm6wHxx0AbsMQRL1H4PSyIOSF4LvZVAVe37lPVpGW1nHdSDwup0xyInkt3PHd7la6cL0YLrP37gwTTo3WSuVT7Tt1iUVAG4yMvVaO3cqANxA4Aw4aAAw6TkDIZMPT59DzvguQ/V77kmKqzke4T3bn7Xvg37ueKZln6hLOrozlXOMjI8SnwjjTc4sgLhoK07QG9XQYQsEz0l5hooX54JvIlBCTi5lCB5FxRYE7Hn7cZ7NQuN7b1UsSz5zXwsdqEoDqib2OPoHs5JL6JCPHjxaPEBARQT8IJicTkk4Fw3WFT6NuW0+jIl+Iu6hu7dV4CALDXE5NKeDftPG3Tmo9CytYL9q6iK5jlaZOhgtna9R8KBUKgCkjWaWFny/iZyvlTPagDwqX7R/1qXzcxEJ+np8rukwfO6UUvGZ/qV14673Ne21KR+Dg9okcU1Mq/pWQaPS7asNK/UmqTppagwaUIULn6ugGMulbifQ4U3bufNVfqZTO/hgBle33oiultEqbvUEBd+f+o3tk0KzDQTOuZkDgFsP4NiLuwLAmjts9hl9psnZzj+la6l3uJ3aAIBPUO8QKLwMACu4RD2ADQAjQNc6ieje5ewribxsgHK9XjuRIwMRrv8wx7nrGdvYWKvusHddPOd9h+fY+tCJ+rX1eXs4cDDjvoz3nYx5E/C8y/Puh672sBR5SuoNay4wDUIqUk+SB0wggzQFAEMHEG8fS0DXDGD9zRLQWSmkgb8EgncAgGv7m7SVDgHglI0lwa8F6REAhr/MfX/VtmMAgNkPODAdtgLN31YAwMBj4Kc2TjC1TaWfdABYtAL9YpIB3DKCl4lxyjfHz9KNRwA4/Atno83X5dcXl6++uThz4XJUWwQAjB7AYW9nIKgygFN/ijfKSwZIhd8HAHC8WgnoBIBVClrBXXhnD+CvJACcCtvemcsez9wkgfd42a1Om9GteN7mMb2oChFH/qX/+K8GALg6mdNM0RDtyEwnKIEObrLlJ29RlVaOy3sDf9H7Nx3siMaB0UbwtwHAUQYaWRgAaDMaxPKglS9M55CjmElSVPj7C5kIzgAWCBwgrzOAEwBeygC2Eu4ewERjcHEIo/68iBC2Aajye/7nKF1HV2JcctpJwRVAdgS9ONEXE44lAB/5+ehR9W1DKUm8+D0yKnEsy1BmmR9ew71W0c9OkaDsT+aI0MzCbKXHXNIsHROtj1Uq3nKqFks2x9y/zwXn406hSXxZMz0yk5KRPMoCGQHgwtiRMcJXBY/1t4y3dMqs3WibQIrRkbXVni0H7QrEFnLYYouvGM0eAOC2DyoAbEOYxmW+SulnZ/y2KGfuWWUYNhCzGNgEgFGCCnTKkm/K/sV3pm99p7J51ZFWnSLc00XxbeD1xPiVsiuHL8BO7Av2xk0A+G33ACYAfIZGJbJlmQEcAPCP4/XL3/x2cRMZwEcCAEYGcJSYoxOJCkpmf6ZTn/1jc666l8r0hQELAFYPRAB1CfSQL3IFitNhFePHdlkGAD0num+WfEPWYdwDADCd0uGIPnYuMo8ig/Bo9GI7Ep8BAMMBwZKTLDWJIBeAq7HP4lmPPAFfMjjaowI91VgXXhvOurj21W9GD+Dv/14oOOcXd6Nk6m+iJC2y4F57PUpDR5lVZDveisxegF4Pnzxa3I6/UToV4O7VV19d/F6UYYWDGp8B/r73m3epGJ4OR8FJ8LIYCwDhB3ej3CrKXsY40e8UmZA9qyznjukhUuxMPxg3wTY6mNMhmezJTtTq7BNAJh5scFisLg0VO4OwLxLsdc9gls6EkmpgmMqrjlNpa41DJQyTTjCu5rwvTjvLAb7P0AbJS+eCjjxmj1vUJWeXwZ+2p5ONzPlxKodZBQBTtkJ2JG8X3xUvaPuB383zq/XKdPGj5ukjADx/0QY2kgnMK0ty2Of5M87FfuZ0v61XvjT39VmTDmlkJABVDqKKgO/jdwBIzNBMtUEJFhqj+GcYBMkzASoB1MHv2EMwUl8BX4nP2Cev4L3Qtug3MynwjgCHBICZdZX38L3EPv0g6Rim0x+v5Xlfw7E4/jkAeP1MTulFPHTQ1zBrcZH5DOAKAJt4Up/iM+i7OfprFSow55hn9GtmpprLLx0TEB8AMeQZeAocmPiMstBwZH700UcCgOP9TpSDJiiWe33lZuCI9qw1LG0w8qpp+UbQWdAGs9Epn+FYjWji6L+uDOAAvFkCGhnA0n+a3g4wh4tZdlWrozqlgPxMXWz8Tdfo+69nmiVvBp+iE30KAOs6oAECiACAGWAjx3oD4VK2iv+pt6rLWHskXHc+/8zYpvRt50CuD3X4pvPCplGgEfZtf6ERAIWF9PjYb+j5fQogV9DJKWQIR1n30+gZHZHgZ+AgiAxhZJ4jYxIVOU7C+KdBD8M+MilBGiGa7915EPLxw8Wvf/nrxc9/+s7i4wgyYFBUzIPBnpb1l3nKJ4I+L8T9kAH8avQBBugG/RnzDKcDgWzNbrxqFZeul7gyE9bO/APZ48iwgE4E8FcAMADfDnURpIh7YI9g3vFZbXwm2fqQoSkLqwxbImxv5xm+7WO9rymFNjCakdf1Pdh5YueDQw9gLW/SpO+cJaBh/9KWygzetINbmwZ+VpCCe461LOAEVdu55FcGgZd5FudaEW1axQn9TvXn5fmkEBq/zmtobvyQCBj0F9SUUh7kO8HarBbAyQs6gk3MoDn9zXeOUQGhAHtRDpqtQdBHO5xcLBMdvBalolG6/DiCKNI24N297k18J63ltvQIKyeFWQIgGBXF4GBUn+sAgdHrGr4EZJ6wRLQC+dj6IwMTmgyWlGzzhLnwN5KLeWfyNv3N/8xn+NgDBNxlLOheBDesg/kU9zV/S/nLZ9Wx02v2HsD4VXqAbSZfY5kG8ln4HB7DTPnocuKc7GyjrzLCYy/PhjHWJ126Vt5ndz4w2uzrgAzyhqKYth7AyYMsuaqNWe3dwW9U9Hj1U0/gl9UUlP1LmTYHAKczWwCwM4DVt1oBOAoec7UF8+0KQlcx1sbL1RdNSfeDbwjtQ2Rz1yxgAMAZnRFvzgDGXkY4ofx2nC+ui+hbGcD+ru4M6bQSk6ZZyWDueWQ1wakNABjtEAwAx/dwYBMkZvZvBYCnJaCT7kGvGSBSt87SPpsj+AP8bt2+wm16kswB3nRCv7teebrndjn/hc3vhG/sMqZdj90FEN312uuOP7D7xlxZxm2j5+xy3y8fAFz1AumyPQN4PwAwqr2FfrBVBnC2nSSTFLcE93tRe3/vNNk5+fw1XkAGMH1lvQLdrgCw+wRvAwDDDiII7Opsw0NyRVoGcAWAu6ySTTfFNXyZ9T4rybvVAPBbCQCfTQAYAeaq7tNKQEtkt8BzgMTLAHDtAayKmgKAI3idADBkaASuh93IeGTI3lAEj8UL7wowlS7pilFztMDw4ZThq55/73Q4nvnCZMpBDfDLcp0XKEOP/Iv/0f8SlWLkPLRjRRsl1fmUMspiUQaMwV/3XpybRyvfBpb8TkaB3j4B6rIvFgw1Og4S/DUInH2AHz9GBnA4QwCEpDHT3nFjGmCZ9RJ/90hPRQu3LGCW5Pm8AeB0uDYAOEHdrxIA3ByBzgR2KYdk4DR8SgloAm4JFCcIbODLYPDvMgC8jpmvVUpp9KazhsasS7l1cGrMAJYxa8PU2SEti9U+kLypBJocOa0UlQHgDDpQz8w0TlMAY++uBYCbMWpHrsx2A8Dc7wiMiPKKz+CoDaHXSkD/MEtAAxTdEgB+YgA4eJHmQ3P1RQCABf7YKwZnNJzQ4fiKZ0bp2ecngh+jzGS8kHEYSc0EAuiwDecYSk0i45dGBf2IsvotmLkWCEzJWxCsAqgOx270LH0jAODv/sH3F6diPm8GuPub995dfPjxx4s3Ivv3m9/+dgC/zxef3b4ZoPptZl9APrDkV6wPyt0i+xfOQJTw//CDD5jlBID3tSuvLl67GFFz4RC/d/vu4uYnny4+i8zhhwF8KYdR43TZSmeCsQAM1j+dCcxsi3/Mxos1g8Kk7Gu56iQb9LxD1Qo78lKpF9AgsI1KPhQqOFjonIPDT7IEYDAznBBVGg5HgOwoF8sedPiegDB+78CwMt46iMtnS+eiVUuNV//4noYg1U4Kf73Xf3Z2tahYuWF5cveBjc7H4fwq49ueznmyIztH1TIh7Eijs2gyoHXMyL9pMbY5cnxWg6YJAM/dewoAj0q9suaGzMOtx9HBxUpXXrGeGFSeizwuDVbsWZCzHW48zHQVfyZdQU9hLzQ7geMngr4pT5Gp3qfPpfOki8EB6P6SDoYjvef61cAHzUtGx3IcSXcixn39817b7iJkSDsCwFliuPHEnMeiro7rrodqem3qsApYkkMSzww+g/PYvxI8JHgUwIrzkeH5xhtRZj9APVQweB8l7oNP3Y/MbE4c9gED29bthYMCgDPIJb2jomi5JMTzEwAGrzMAzOw7ZACHfMBxIQ/wn8FT85u+L7ix0wM890z6fQ5kFd/SOYYem9PEuke+Z1Edjh4vwkjQCzOgho5zADbUR3I8Od+VTGXHJp2DBnjncdy53fJePr7yIZ+vK2vPwKEgp7ffGczhOS/fozH3UURvo/9pzDcCC44G+A7g93xklLNPcPwNQOw8+oEzCz2c5HCMp+H+6MHDxfXoQ/2bX/9m8bN3fhJloKNdA4K2EPyXxZXFVAAAIABJREFUxp/nlDIKsi7o93yUo75y6TKDrc6dPyvZl79LjUodkO+eR6+6vlOlDck86HN44VzIVAC6AHYZBJj7SDoDaFH7BXvJPYZRsQkVQdg/O/QBVHligFTKDd658N3pvplzYFdQjCSG14RP1etovesBnWK63ejf+5q207yvScsJ+IHGzDsItCTfoT2MvxP0bRnBWW0E32eg9DSztgIp03kRI9YYJaZHml4LAK8JkpLyx8vqXzu2z0dqTHwuqSoCZNqQGBSdVVPAvx0kjeuRhjKLOPkrMn9B76cjWAKAMHtnR7ACgGH1C+5VLLpeKoCqzEKTfbnlxXutjyAbiHJUIC97BrOtR7wCFAY4jH7uzBQOmsYxPDd5i0Rsn2PLMdFLEl1OWQv6brxuGQC2HtYWsEy59Ml8NjEwrW/OtWlhoOASIUuKxbGTa5RbtD/rc+SCF9487sVlGsy1r2MvZDj4iEinhwBwA4RXAsACgwUe19ZL8FPB/qxVoyyHc+WS3hxUwAzg9CMdPeLWS+A3ar/EDOAM8kfFK4DFLgGtDa09TX4qMcwv7GvJnxu/7vftu9IZwASAEdQ7AwAj4Ak2ofWtngHsqkzuAZz0Bto+BIDntvPG7w4B4DJFE1G3cfL2ccAuQOza28SYDwHgPkODrhi8yTH2+8sA3gsA3BikrIOtfQf7IKqdTu3jmz/txQPArbrrlhnAX30AONsdUJHLwPbQj6HzslJOloDuGcAVAJ7LAD4EgHfaEl+lg1+gLDvyL/yH/7MygOlItEGbBi4cIbg5DaE0guEgo2Fr59tojdtG6EBSLyfrkjl0pBMIRknNMNYYkRORuywDDeeBwOCH8ffjyNLFMXJ1QTlU9KPHJAPKDk0rtAa8XGIHEZsqI/35ZgCns4CKO0pEfsUAYDiGbE3QqoahDXBGRk/W7lgGgBsIjHXGcR2wpBsrneDNWFna3N0y5V8rHbJfrgxg0jsfaPdxG9SSoyNLYGEd6nxmb74WxZzgvMs/txJ+PKcDhV2giY4dhSxAWIAvwd98ZznUzNxJj9awgikjbYXKFrXBm05i2adxJHgUMoAJAMeY4vOl6IGHEtB/shEAzh7AYTCjTx8zCNCLnD2Aewaw504lyHP+Gw1a2ZpmAIM39Yw8022b71UCaU0GMJw9AICYcZDGukpTAgSO7yI6jK9wQqsXqaMkdc6xOEnx3jba06nYxqKLVvWWwDLWKzI1zr92ZfHG199iptO94Mc3Aqi9def24nI4nAECoxT3o1D4HrsUmh35QVdnIzMKPTWRJXQvem6iF/Gtz24G6HticSX6cF6OPqgAg+8GePxZ9Bb+JHoMA1g9F72DMXY4k9G7pffxYq4v6ZAO6ZgHlNSFLICzGtbBsZiLHpQk+USyIelYpvk7wwXmLwnUgsTgvEx5SMetdDjxJWeSIKAoggfY8wTyLDOEDQgTKE5AmCUzndHWgjFSMbRc4zgTfkiBjzw0+l7TUWlfpGgqHaAclvgf2hWMTvXV4NNcBrCAcgd4ac+Kjl0m2/etxFwBZz2T2e8sMEbv5arNMP+9r8MAhvK8wyia3NGC28HuY6aBNNPf141oCir6c9N1picn3eF3AvTYl9hqfHFwmgJGc8BxrbKpmDuAOOCnAIeYh9iEnvvfmI4F9arkfAbnFRrXrk9a57rqWDlunX0mB7f2x/wMTB29bT5XnGAn/uYVBpFvCQDTcY8M4ASAJSG40G1fJ4vrwzLPU8ar9FfpX9gn+EwAOK7lUo0k3MxqQZYwgN/LzK48Ez3M7yw++fSTxb27dwkicPkaiDA6v8dnPwgAWBy6P2tmqOpblkJTSTSAqQKA0VvoRPYYwmf0A3RWba3c03UM7iy9VitaKZeXKb+TT8kqNtJLZtUzBzvI3O/ZwJzMtOoO8l6Os/Fg8tLc56byQr9TUh4z6KbAh+WE6IV7BnoFySsBYDifct8qglr72S0IpJNA51E1H+j1LPUV8w9DH71Rz6IkdJSHPhOyFNnm7JUYx6J3L/jr7Sgr/uG1awEC/2rxaQQbSF82XY0BLOBlkHXngj4hS69efY09xfEd5hEBV67Y0JgxAZr6rFjq1GFQaSDtuVdQ25d7opd1djCvtx3uAV4C5wUy5qFfAuzFvkAGJvYI3g22qazpOO8Eny0TG1OxaBBTautIfpm8H6ObLPBmINmAx6gDEPBIPjLla03mtKxY7Cu3M5EtfAQZso23QPewniuHW+8DrIAyZdN223W0YadU2/mGSK/zvOnzd36T1xDxjmyIX+U18FOPXOrH1vOoa/c14/2pjIhHUNdokRz9ungmsQ85vdj/M3R1lYeObGBkzbtXMLMFj6lnKBxjpQyeg5b0JF59yalGCbQTxUPSO8AVxX4CPToD+FH2C0Zm8MMItmA1l/Q/ADRWcHpWHeDlcq9gT0xmUgBwssGcDnMO/DCuTV+Dqov2Z0o6z3XpAHhfP8qzvAxnNoHWzq1m1jlXXvpcGUOTm0n1w2/coI1mxCuWKIuyYQn85ammT50zBaN8KY479ZRlAp079yVlACOzl/SkwAC+/HmaAQx6YXBLyQDOoCUFMqmf4TQDWPrLHACcfasBACevnPI0A7MOhK4loI9m5bftS0CLekyrDg6CtbGKl/b7drtqKwCYmUvpI0AJeOq3qbeyLY8B4NRFsSUOAeBVW2Pt94cAcJmetKH3NJE7nvSFAIBTFq0a+qwtvuNz7n542hNrTqw0uyRriwCiLZ0+yO0BYPf/BcaAVpP52roEtDOAuwzCGF2Ja/mxVsvi3edulzM2zfPLAIDTF1YB4MBc4A+bKwH9pQaAUV3rDEpAX40S0KsygNcBwBEUaQCYtiD6/67KAHYJ6EMAeJcd8ZU69gXKsiP//H/wPyUA7Ajw7lTrEcJQyvQ7sq/sdJTB0pmeQQoBeL08QAOUWA6nK88EhFn6LSLNG+jbM4EbABxMhQ5c2KQGgF2KK7NZ7FS18SnlvRt36P/bM4BRGrX3AH55JaDTYXAIADPbUrX9UUqxZwsvA8AuxYstPQUb5Kv0/zeHTrFF4Rpo/zKLaq/MYc+u3B038OAsYEnG3QFgzgodbPmiQTsBgGn09qxfA8E1C7iBSwV8kV6GrBEAD5kBjMjjzEQTKNyBYZaATgfj6NkrbqpcprZekzV0BDL2Ofr/4oWeuMwAJgD8dQLAP0QJ6GkG8C9+Ez2A31MPYJaADqdlA4DDWRTKIbM4kQ3TSk+Kf8ghrjXQXKQDzM7TVgI65yMrKXCGwINIs6NzpNIfwb2Zf878bBnAeedWkhLOR5T2jBdW9UmcwNEGkapMJjIIY67gsLJjb9UwoFjjXDq8M7s4rgsQGD0Mkd2Ektso9QwaQXbTmcg4Oh5ZcqfCsX0xQJLjcRyyhD+N3qWfRc/h8+GQfvvt7zCj7uZnn4ZDWKWhjweNnAhHOegDTu77d+8t7ty5E6/bBIe//vVv0Iv28ccfUWk/Hg5mDA4KI3GEWCM4l6FUKoMkMp+zP1cDuOJZJJXgTYCE8oNXaVVdyjjWGZbKhvKvhtGcUcn37u9M8kiZhgwUAr96qaxp74cih6TKjcMZpNLh6vHt+8jBGJnbcQ8l3sR4ECRAHkLXYzqmTF+Fziqv4/PvBgD3ssKgH4QOOMuwVw/QzOq6Gg0pXf/Pt3F8+r4T3tR5vY3TogPAvM3MfuqOYB1hB2RxaDYwZf53nzf3vjzGXIf25N3pPT1f+6q+dKxYKPanfeqZuY+1Z6m87nxuQVVlfW0sG9SpAXn8TgyzgIYqEyQQouh4cdS6iGYCFo1396dbcvBOnMmb11UP3p2s4pXU8XgtzQfLym4NAFendXc597KsGj+6NBMAZsUAMEyUE5WzgGNIUB3roGzN4wQNkEXmgKomK5OuuFpT+597ds9aw4SUMvOLa6eSV4ApmI8X9wFgByCYtDVkAAfvDn6LQCkBwHbg5z4YdBPJutzG2kd1FDy2y8C210jL/lRBS5/f24JAB1Epr7x/+ysvQCaPYVh3VwAp7QlkMDdHe9LLjExbzkYbHnICTtihnU+aQK9HR7CXW1Wy0TKl9QAXoiGvUAKAPI7OKpRW7iUykQ0JsAsGP2QXS+WiRHTQIUq+3wn5+XFU2Lhz6yazodlagHfUnLesv7gXwGNkUl6MLOOrr73Kd4BpmLcHD6J3OANKtB+YzAm6YVBJDwwxCEsgltSkYwjiQeZC3gNIywAVlUEVSAFeYiAbx/vYhwCBIwP4XmTJU06zOkcNXtC8tD7BfMbUkRKkXtpHHJn2kfnpQJZT/YprWI/wHhz5Hg8i/RQ5kXxsVwDY/eFZYpX6V+G1Dq7OvSv+Ow1injKPCQBcd8z00Pqow16c/JByqD6vy772I8vFSTc5PUl8An3Ld/zbe17zTvLntsjSdATKQVtZBjZBIZSLBn8FIIwsebxYMjpAYpSUbUEJqflI1okIep/wHlygkrQ6htyBPFHle6FvMYgoq7ewJyCcwnYMp74GmSMW1IN6vO88RwzINM0laxn5f5e97ZwqH3lOnyvu7ZyvdphJOGW1rqNAEL2bb01XzpqrVnkEW8cS0Fy6idw26utzKwWRMrSw2jF5bpcJZSzluiaXRjbDM01odDKmqe27zpbizBResFMJ6ASAW1DXFgDwEDidJaHZc3oJAIbvCXx0PQCstjfaX/sFgCMSKdYneVArAd1bMVGqYJ8UOiZ1TeSp6WPvAHA4t+0PWAsAm1Y5bJJWJaHtAwuX6Wkv3+i5VzPaF5UFuB+gbrPOvXomXtj8jqrXXpZi63MODIjd+o7JlSuZ7Od549w9ZwCvG7MY445PdRCH21ZYT3f+dbrjKj3jSrsBwCHvadOhDzDe0fcXADDk/rY9gFcBwKvmcj3POIgZnb/Gpnl+cQCwbQjoTSoDrR7Az0LPehJt4VDhVS320Pc3A6Pi7y8jAIwAqafw2QAAjp6/5wMAvvRa9ABGNcP4fIJVbVwCWrqoegB37ApJKwicVQlotWmCLYhEmfrqJaDDVjwsAf3its6X4cr7kSkbnu/IP/fv/4+0Phyt7FLQjuR1mKB6ACPjT4ZrA4GLktQiClOBlQLeS7m5Z2Yz/hMAfkoAGNm/mfVbwGAwa2TuGgB29GA3oDP7NzXGwaFIkEZZI2MG8CEA3Ne79GeVp0hGYfUD5NwOkb+UgRPnJhw9BsmE1sT67zcDOEG4OaNo9rsqhCfg25cIAG5mPB1kBw8AO0DCALEceNqvvWx7nT/Na3OMZRYVnM21BLRBYDayZ48iBI2oaoCsus6RZs2rdL5M+VbNnlNv7OMqiRw0ezEAYPQA/ts/WAMAswfwtcWtBICfPUfpwnAMRRbnFACmE3wK+iYY3EDgBIBZ0otAnoBDl8CzEb8OAO7Zfctc2gBw7/0n34sBYGT9EgAOfvw4xvYYfC7BC859OCJ75mqf9u7WyntOHKAoq60MY/QDjmPA71miHplNyvg+hh7BeMGJHQDwlauvEgz+LLKYPrv12eJ2ALoXo/fv9773PdLu9esfc17OnwvQGGAEQFzw+nAQAwx9hH6D8TfKZX7r298hoPvee+9RUUf2HYBhOJwRMIRymXdu3+E7wGHQFc7Fb3A0EOBqFkWhsMEA6k6yNOGopMl5mUBLOujyaznT4IaG7EseSVc6vY1yNvI9QApnlCiQAlUusnQ02x1IIVZvOrQkyOoI6M+JvY7S3QAOwF3BT3FdAsAeVzptEDOTYE3L0F0iow0A8OT4niWaPYDTQQTArAc/yHntrMp0V3F2PJddBldHloCl6qTb1mExAsDzARVTx8kSQDlRosbfVzt68EzTa7WgmPY8nYqW+FbZZg0IztmiEzdWGtlhAMXYYzpkJgwBgrVtVtvMtctXp3QbX3PIwievZ+pg7yRwz8cuOXN5UlvNpucBKJ2Zi77V+hzWAKbVa4wFOUgAWLJlDqxnNnR7XhUwxWhfQcUAfI8KCnTQhp6J/R08T0BX9GAleBPBKikTKM/iXBq7DFzDcyTAMbP4BwcAmzdp/zFQJ+EAAsCURwpjAZ8+Fjzz+InT8ToVz1kA4FzD6sIgneUXcwFYXFn+ngAEeFF51v57O1B8lPSbfJH6oPQLAcB5jVQJ7OwdtDcGp/UM4NbHk46GUlp48McYJPF4vYl00HTf6755V76VXQf+56fG322QAt91GomuvDJsB2w7QVhXVeCeBu8MeoOsAhiM/qiI/sacoGzy3ZCdCJZ6HsFEAqFy7xf+BTUdsu/kqRMsA40ewMgAhmMB84vAWcwPg2UJivW9r4oW2stqj5M9LVM+GigWCCygFvsCgJmAYJ2D67KML7KA4287glB698H9yAIOEBiloAG4GQBWVRgd6+ta1yRdkAhHOSKpi38FAPaSJQ0uOc0nema1U0ZAjIta7tnpYy8AcMv4NQhcgm2kF9u2GjOB+YwV7RCljuPyfls6rmzEmT+nkq3a6LzHRP8bLmHQl8NJAvQFk+THaLg8O7cG9gV1JdqV2is6Xe+gS4DABIKDjk5F72yUiobOZ9oCnSMAB9ntrCgEUAt7MvVv8D7pbMosZBsFVLGhHSFez3Y20MtYZletPFj5B0E9mR2MQCMEL9BZSRpPv0EB5VogIWWBic8rVXVKTc7wTfnc5qAxzgkAXDKCTRvWM82DV8nVeldNeaWtzT2AK71MQbDpb/2z9ZNOPUv6VyeNyZiWiXY89+VlALOig3X5DQCwex4OLc4yuQE6fXN20wbIjHNmDasHsN6TzkoQtvWMOiuDvslJx5pmkHUGXuOz2i0hEFsloImksmS9y0IbCJAtblnfabmHynZ2U1Y95ZzXZ7sM4AoAK7BRPjzpWcoAVmIHL9/AX32u45jysvWcb3+/Tml/erVDAHjL+Z3YXVuetafDDgHgFdMmo3tPc7q/k5blwvR6ldePGs+oq1OWb50BHLIdvqJ4sR0EQd8S7EUAOOR96NsIUnwY+iqCFqF/4yWwEvbFHAAcvpm1jGj6FPubwe3O3jTPLxgAZpBdB4CfBQCMan4HAgAj8YOJYliLjgUUyRB/vpwewASAYT3Btj4VAPCl1xaXIgP47IUAgKNyIQDgYwSA5R9zSy+bh6zuFr5ZBM4C/EVFHNhsqn4zyQDO1gloFcQqOnyt7wGs6rjpK5Riv/SPFmWxcalN7GhTbEeTqXtue/Dhcatn4AXK0CP/7L/3PygDmC+Xrepmd3eOwJCzIyH/bqUEy9jTpqYB1oy04mhIx5kiQMA0xCzAkFX6Oco+NzAYmV6RdUFHihhvUxybcQ2NMR156bRoDmgo2HRywMmOKEyXgN4AANNJFeqx+xsx5BdDsMGs+bGTFU9vZ7xnwiUn9T0MCzmNlFFzWAIa3sqWBayaHjGJKgFtcFKOwswQ0CQPm0R6zfS7KoCnAHB1Du7Ocfacy7PDBiZdVYbcHKa7j9cOVzlRMY/daapyVz1DeA4AbmWweOuc1wSd6HQhP3AZaJV8dtln9waG4GLlAFt2I6vQlcvz0iidkV0NPME9kbkVTqMKAH/nW8oA/sH3v7u4EhnAwCvANT6+eWfx15EB/OMAgH8VAPDNW5EBHBHRKgFdAGBGbSsDmClV3LN0H4nuBgCYP8tJlAAwHTPrAODBaV40SDteZ56ZHCPPa/6mOJXlZGEwAwCO90fB11CG2dlrUCiOgT82b1+enfOs/AGvaXe54hvlpEYPQFwNDoUA22GJ4zsGAWHuAbwi8xb8OJxzZwLYPRrZR3ehTEeZPQAjl8Ip/Y1vfp292K7f+JgOvatREvpUKD1wvN2+fYsOYowV10J2HTKL34oMYADC7777LmXChejDeeniRZbPfBKZgCiVibLRUOhPwnEea3Uzso7xGaU2oXyxB7I8g3JyTA2gSm+cfxzrOZIzcSydp0PoyOZlc/7y3X487ZCcWTgz8jNHkc4eZ//CMQ4w+Al6JbKfcMxbOCOfA4SKsSMz9BUCwkGDyAYL+lMWcg51cFCljFkyTNYAwHqk4Z8VV8qofA7K8Oz5J/6LuVFmQQvq4B7u9GSwuDmuksZ1Ldy4wUzLTM2DGrZIfimlYvmcmWty/NWBtJYHzzng52/jb6tTzkn8K0bGUwb1IcelfDwAwNjQEcRBsAS9rLW/VOiXnMhXaIOyo3dY8tR/5PnWaLpu1/U70nbugdFBnFOWdGbwt/VynxgKPRhonD8fhjEKFElaGyZIe64HC4iGceyqDGAHDnaZb701798mw87DVEZz1vSsHfOwHcQsT8pClNYFeBrVDuA8iH0JnncMADD2G3TQ1DtdJUM7YoURRZrbs9awRIBaNj0rKMMwagOAuezxOzJujoWRelIA8FHwydizT1IXxd8saZz7tvUnBbDMgE31IxSD8DuWqxuXJcym7GeDvhhn0p8YZ14vAeA28r5FTZLW3hqpcc+L90I+s69stpChXs/s1fqvAM+5NqYzHeUV6+cMzl7Sh/aH1f0GQZh2Km9pA3dQjABgSoLCtqRP4PaWM4itir3PQLkEZAG2EoBClrTG2kEnf9bWxTnHjh9lSWlk/54LGYyy5fgHBxbmCw52Zl+xPHVmX5b+7s0+Y6Bun0XrMbwWsyfhRFP2BNsaJACsCHYAwCgbrYxhyHs41u6HUw3yHTIc124VYeDt53WzRK8BkcxC7qtSdHeSgCaf/CLXwXrjTgDwIBfIoUwluR+0L7YFgHt5ea2/+IODagVwtOpZ+bfs1TEDeCBh69rly87aloT8eOrMOaN+LXni3blUT7teLQlYGLnpIwVp8tIGDLfzOn1zD7Tn11yIrLUXuHUI+EhOsCx60JMzgfmOzGA4y5ApEXwMDjHQsuRX4WHUvSU7yOPj+gR+rXPE0fIfaB8BEFYLmKDZ4PMAf/Fy32vQMaoCOfuddkHaAWJJ+L+8EafEMkcTIf1DPgLOP2WqjhlW0Po/ZV9eowLAye+7xr7ehrVewDFYXqQWkbuorZR4bB9N02vziPUAcD6jdku+fGL9zfPR36c6x0DAnJ86Q+O1TT9zRC/22vmYK0fYn6Ardb5i3YNALOQe6TJl1QYA2Nm8DojpiQaST9MS0ASEM0uKGcKZHKHzMtiA9Ao6G59DW0Z8z3TfegCnzS0AWMAv3gECo+0DeRE/qzVT85VBsuB65qnmOW3+OqGKTPJz0jE+rwaAkc2UlS9QjaRlAEvWCQAGNi07azUAvJo259b/IL87BIAPaDZTXBzQ1dZe5hAAXjE9Ve98GQvR7jGRCzP3fvEAsLN+SxnoQwDYykHaOamfWKeCUmYZnLrNYKcXOUkb4gUBwGqdFraMAWAZUHx1uoGMWAEAWwdLfXtZ+UqdpBmbc5+lZ0rrgt2MhBgBwOcuvRoZwBUADns7wOHmNyEgax1VMs8ZwG6DggBagr8JAPNvyMuw7fDOAMgKACPIEW5f+iWypQKAZfriS9XAiVXsrXcIAL9UBngwN3uBMvTIP/Pv/vfUmO30XlbOOwEzu4pEne/pDGvMoimoem75a3ufKZcJE/jrPjwqDyAAOHoBAwRGT2CAwI/QA1hZUuyHmJGCdEgW0NcGNe/Jl5R4ZTNm2R2CvwKA+R7lCZ6hV1bc49njyCCLXsP8LY4TGBlOkRUAcDPGJvUsDQI30zQZlo3RQwBYQC/WxAAwInsY/Z8AcJjlCUxiJdPobi4LWt6ircbR9Fc3+7pjgJRQDEIcNFeuattdClBm5b91fpktN7AcBNML2fEwf/O1t02ntvqoCszkfKQAR0R8N0THDODeN1j7eOlfcWypZCkEUAIXdDy6NLQBYCkZg8OBn6YekbxTuWmLu4ADiZmvce0AgJ/C/xL3RQYwAGBkAP/g+28vA8AB/v745+8tfpUloOMC8UwGgFUiBs4eZKbWEtCyjjtIPtATf8rSv4xOU//OmgHcQXYBh6K/kVr7vC5PMo+18m5nDZ4ZXwOMjbnAOxwXT1neO/l4Ztp0B7RuLL5VX7p79QP5dgjFkMYS4EfMOx0T8KAhIxiOBGTy4EQoKaHEABhGFjJK7oGGT0cP4AuxLnD03r57m469CxcvhHMvwPm44937UaYyjr9w6RKdfMgIBnBx8fKVxf0IAkIGMJxvFwP8ff1qlFqJXocPoqzkzRufMmIToNn5s+cIlF6Psplw4l28cInECnAZjryqtHIpPdkmxUJqWUA7STQzV0ZXXe6bPoP9cnbsFVlJR0muR655za5nL2E4GCnz4oVymQ9ROicAYMg71HNFFhgckfFsUIbxzLxq7mHv4wa4LjGDefDJanTd03SFw6lTnNNS7hNcbpIVSmYpb9mU7Mq7Rr5bgWDLSE1Jp3lyezvfOG+aO1MtznsSclvn9Pke+eUMo5rhvbtFPC7z5DbfSVNUquuzlL8bSIHHzfXRE+jJWm907OHMamRpYqxFUiyvbQZCU6S6eesqmqDjXqCfNJTsjHbmuh3S3PvpYB5oIWlX2YMu5y/nYf9XJG65hsVXcz77i2FpxPP1Uzpd8x3fbQKATTqVRuRg5xNNeF3ZpWXf18Q/UzhOpRxDcEvwMWYEc1/guQ1Qd+jT/GVJZPuWpL2DA4C1XnpG95ImEBz3Uf9fbA9MIIJ0YKSeDr4LADiAwXguAsCgWTxfHAtejcoOLEUcWXcoRwU9HMAdyqXKaS2dgaXKcWfwphgEQHHNCoKzBRrjd4iMzoYKp+GNrc9lFnDuE8+fAx50AdO5rtfsCFZTULQ5AeDUcQye4J18sq51HmNdRzRXdcZ8EHxf5tej5zO2uR92Sgd3SlWEtrtzwwss4kPkfbUZOFcTHtdoqg1wmVu3jMe4wIlwFKhsboCxqJRBcEzXxd+MHM/eqiwrlnqZwB6tlO2ltlNSt9M+E19i1QrOvYJ58Q8y3ZHrDEqIY3EcZDkB4JDX+Ix/KmkWVUPQWiL+07XimgZGuJZT/p28AdNH8tFn5UZ77jTG+X+mxHyf8Drxxb0BwAR6swewQN4EgA26ZJC+bmyEAAAgAElEQVSUwE3wELVBIZ9y8FRjgkuCW48z91hl3VY8dPu68qXCrfOy5Z6z98EEGyi2EJUccoBEkm7BkDutNhlLdmy9uGxKsen+j3xf8gYBUCyXzj7m6B0MAPgE6Ru8Cpnvoju1ADnK0rKwP+Rk8z/uWwZxklgkU/17fMlYT5SJdpBDloEWratspNt24DP8FqRbZnJmMIujv1Ki560o173DbNd5TtrcWI/D8PJEzakWhDyMOoJ3as1lX160uqMbP5wQSeXNlT50Hx+cV5qQZf9o/asf3wg2xzxZ2vxokLs/zzC8KsOHH0YeyCef2fNisX1ehNnLDyS9U/Tc9VF9vysArGyn7BsN2ZdBwC0gODN9aw9glcbMzN/M/kWGmY7pdudcD+D2TOCxyTNAXwi8UXC1XgwajOBmtHzA988z8BoAMPuT+3NuXM9U08nRP8iyqhBH17NMlEmTCEIi0Ku9iSCNLhPkvEarAsmcHuw0AsDQucQjeZ+WAdxlo/bCCpqZ0PdBfXyhAPAqccXZX/PjhodbtmuWdYf5S8gOWSGF9jCl5b4WHbNXIbNbf/06HZsOrb+vve8Wj/R53DfuWcTT2tgsssBtF0xMb4uHPuhD1tOfZR739wwlVHqWLM/KHpbb8SXsHtg1SDp4AjkOHxSqObUM4EMAGFTFBJyc6Gb/p5FkW7LxvB0A4FZFCJVVKBch4/aXAYzzkQihxL2wH+BfzWxs0TFeXafnrrHB1wx7fSc9CH87aHCW0NoVJfbqxjJlCgB+Dlkb8u7YqbMEgC+++iYzgE9FT+DjrSIS5LHsL5WAxlAUPA7dFm1PkP3rANoB/G2loCVbWRYaPlbabrDnJC/1SgA4K9/EW4azNsk+2dAaSwshnNhDB7n7697e9bqc8aqc7nqBL+rxe2TB27L5lY+95r5H/ul/57/LwEITarkdCcSX1WZqUc5U2PorrZUkdm0a2TcCY2uUCEpfIgqSIDCYNWvEJwCc4O/jeAcQjAxgMABc0YqiAGDdW8wrN3uyhub4J9iYGcADAAwGIwD46SOAvw/iswDgGJiyAGcAYPfVy12UBl5uqqmATQXEY5EjHYT9u5YBrFIazOImI09jJ6N6NNfZ78zlop15qWZLNttEiDmPXoPhsyVcY+BzAPAeuUNRzpavgMVeq9WPIsVCYZPyyxst922q96+lQHOCZELY8LWDvRnCcsIq46nvj5oBrOymnPs5xTENSGcAu7RffXcGsEtCd6AhBWpOlx0V61alqZEo7YatDoAEPYDxOcZy8dLF6AH8tcWf/KEygC+fO82oYrgemQEc4O9PEgC+dftenBMlMYPrwYnzOBw6AIABvMGoVyCCnl1zCPrDXJWSk9jH+DmVHigqVA/oYOrKVnM8pDPX4nfOs9cSUCcTMTg3weroBIh/ORfgu86OTuZLLtiOEzGQH+t/dMctTTeW1IdqvnFdgbwqN5oGB+8LTSOuQTBYoD/KqHJMqYixvFc45jB7UMqZSReO6JMBSiBKDvSHUtKvBriLDOJ7KAcd83kiHNn3AhC9fuM6P58/fy4A4NcXVwIYJgD8yWfkJaei1MrF+A09jj+5cYO0/MZrb1AJ/ejah1Hq+3bKFTlYmoJY9cYm3CqfSWeDHQ5J680xMpm5Li2XHRTVqFEuclfMSD9wIrE3TbzuAQAOmRQyEcDvK3AwRkbw0/gO4DB6qkCZhJnuII5Ko3QdLGkK2wHAooku3+FYkgJmAFg5wKAf6d86Vv/ScWNFu83PMu9d59yQIw66QubbWffgOsQzZ3YZ1tLgRQM0B4aodWigywrGsouCOT12ALS58zsAPAUjpkZsXSOMU24Xz2VjiiRXQROex1HGeM1mHw+XSbAkV0h7vyj8NvaWDR6vKrZ4B4BZXpDghn73c6pqjPVAbTPesyrwoPWk/aozqte2eazepWNqBbGXURnAPYCdAVzprs+d5nHJyd5otDi1PeUcK/bNKLvFO3M8a2V0k0zzVMYtsx8A2AOduQ/5vq6NHcNK8VyX4LkEsZEBHCV6IwsY5aARqPMEejjOi78RsgQAGGVXL126vHj11SuLc+fPLO7dvb/45JNPo4fr/cjkREZcVCZA8AnJL9Yn5CX40HFkFeFacL4AOIljSM+IE8gd2OVcVk4gDbgMtBzzPoa7KHWNlHC5M/p+ZnBWAjAVABaNG7x3VHSnVfIxZ1/R4T7SnOW855J8jpSZcyoqMSXle6dzy1Rn1ndJUNevf5vSOElXtM5/3ieY5/bVHI0lOE6Rq5KacBSgt7CqB0gPETgmRzyc8AaCAZ5ZV3NGexsC7l1suwaQUNdBwJsAE3zv4BBcz6WdAZShrB6CCO7evUsgDf+gD+q+AUbEmFUJQ6CI+q4a1q1bCesEPctlfJGpZ91VEzTu3Llt2PnrwP9yFbWHihRPvtX4W5aPJ18CDywtkJwpbbvYwO7YB1g8iTLVAHAJstIwKm1YEZt7Fn9X7fJ1xyVZNR0+ZVW537qze+Zv11s455zS5LVtuCOdysmYeySfsQcgKYDccryy2KZVEAxWMA7ojJkQwcdYIvqsegUDbDLgJNqHw6xXMfM+luzzfu1P3NX8pKWslESfBMpEI/gOdMr+73Aku4+gegnjGGcGT3spc0VzCqxbcRr8ZRJvQnqiQU9ZJ8fmVtF0QjbmtBbCbzKPV6nrMKETqXC5azKLpqxRSsicoJw0j6Wd63kc9d2pjlTXH5vYPB1nmw7maa/T1dLvaY/V76u+xScv9moHgAu/b8fkd7aBt8wAdrYueKFezuDNoIAEf514oN9dAlqBnK38cwZg+7N9RVyhfA6Ds55fAcCqHkDbGsCvKw5AJgf4Sx7LEtAK1FVJ6ASAJ0kbbb4oeya8p/KJ3M9aVwge7TPtTfS2nwLAKN1uADgrUGS1i+0BYO0Y63VlW2xmevs8wvrxqsvsuQR07qO5Z9HO3TsEPO7BDbrp8GCFF+9z3iSRC3Oa8I3ly3f5vLzfvfp51Q0EcGAZwGWN+DQv8b6/awCwdIAVkqDYkNTFDwHgFTO1aa9/eQBggr/oIRx6F5LxlLSHQOy0FeWA6jqKlTsDvAUAbvp+AsBNhk4ITj7L1GsgbQbfhfgTjmFjNgPAJ88uzl68srhkAPgsAODMAE58SgCw9SUBwJCVCGYk+Js6rHRbBTSy/Rf1WL8EAEOvFQCM4GsDwAUIZjWNLTOAB4W7+vL2zfxHqVLnccdLr+MLO17qi3H4Rjn4goa5Rt+gdvVP/dv/bdJ/tdY8mOpQkzKmDLf4HtTGzdLLL2sv+pzcOAaA4UCgYZXAr0FgRI3QGaDG7G7Q/iQbtRsAxrVJ+JndBqejt2yNYGngbxoLDQBmLXmXgIajHdlWDyMDOF6PIws47r8TAIxnhyPcJtUEKKvZd3SiJHD5uwUAJ3DGUn0JAGe0q6N6+H0CwK1fcAWAqwMcrL/OM4yWJYCyKpRfXAB4tdozZQS7AsA438+t6HcDRgZ9HRXN6K2MRq69jFr2r8GYJd6URmgxAlXaqZeDVlawerIqSrkKGhia5h/iK+tkhUW+gMc42gAwhHJ8xx7AkQH8xwSA3yYADHwSrkcAwH/z8/cXP/nFe9ED+LeLW3fu4wJ0lAsADt4DoA0gsEtAF/BXcwnH4x4BYAMxA53qiToH40fx08lcTx2cdqw0PYfkngoMTxZ4ISqoqpKOsTNqvI/dRmW/pGNUrhsd/Szm1ICw1iIdonAqMCMGoLBog74EZosImOSIKDcADIeSQzD41OJcZAWfCGWIJazjuKOhHAWjV++2mDvImcvRT/jKpSt0uj0IgAK3RgYaaTezt89GFvHX3nqTa/jb968tbly/EZnAt9VnGOAE6BN9jJsncErUkJRFsWw6IYXa0g7wF+2X6ULNrCVnAaXTRfFR6hn7L2gPsu5BBCMBAGYGcOx5ZP9GRvDjyKR6FGAMwGEU2lS5YDI+ASYp5zzP40CXwafmWCrPRMdic3Rn1lg6XjFeZGk9YQRmdxKJh4i36JrLimSSo4ZUdfYVs9n7Cts5p3v4GZ0h2+beTrL8QlvBfGX1mq1czB1/oFznOepruc2/epSdunPn9S3tMyp96gys2ey/xjB1bpM1w5SM/Hd6Hc5l8nc5G3vJ0sa3zP99XGZxeMEFtGUwEQkg9ceWrSWaMdjKsVpOwCEbugGysVBSFj1IKwC87KDTrhqu0R7KWby6/nOns/L3ZQB4m3X0Mw7OrumJVL73AwAP7qDh6s5UxR1ctp/7MXhvhI8ELw6nLEpAp1EKAPhx/P4Uzx98ELIRK3IpAmu++c1vLL72tavRR/bU4ubNu4tr1z4N3nmXIPDdu+hJG9UZwIshH2M9MH3HU+/vQVAy0FsmDxfC9FffO89qFV4SCO797n28VtT0xsA0g4YEX3rWKGSCHMsCjtR/KW2TlOE126r3nq28RpITrQ0sRw1LVvbFn7m2ycfFzXW/QnODhLc8qUwRfzeGkFKbnwsAXPiKDtX8SZan6E8R1ft1wz8vgEBZwAKGAQDD0VBfBIwzaM38swLAfhzzeNy6BupgP/VrBLCLoI2QZ3eil7GDsHQM7osMZWcAC/xF4ICC68RJuf9tW2It0n50qVX33qbuOgGEZkEoXbVRkfmLpt66TVm1lB9bA8ANjDHwmGVXwZ2pF4nHGQDW/dMhN6tXaCyrxcl6XbmR38wfEgsI2tjiGjllosrcj1V+VOJr90piThrX4/VdQJrF8+M/0xwFXdrR3iO5ZlR1kiYU6CCwSX2DkSWMTAplUzgLHj21FWgA8FjBSVAYYQ/krZo6Z1/iVHJbZg1gHwDhoFXooKg2AxpHlQSAw9BDUU7avgYsngJoYf/mHPAZzY/64jD8oPGpvgf6EblqPD/BU5zjqR70OFyrzPeUBsg26nr2Ce+8rJzkCdMjFN7mdezHrgeAuw3beMw6nbretz7DZL9rn/TV45OVzw0AzvYNBtd0zEEBwNJL3OKlAbwGhkEbDD5SC7KWBUw/CH5TEHavuNVtMIO/ZZZFxKzAo6oCPQM4gV5m2x4XAMw95r7AWQK6AcCFwhpJmPdkcIAPsU6W+7cCwHJOrwKA4/vsZbi3DGAMICkz6X8dfzvI314kALxKI0yq7CrBjg/0VQSA9wyITvjVTlMZ537p7rvuAcUYd5qCgzm4y5q561merbpXpWfq5YcA8IqpWj/PX5YMYLQDVYXWBICZTYyKrOG/SxvRQcOdNiCUSobvPgFgTPAQ3AOag9ZEuZvVNiID+OjJM8z8vfgaMoCvLE4FAEx7O3RSJT0JnHUwO06Hj5xBUZMMYFdR6iCwAndrBrDA3w4Ct2RI3ie+Tx3XSQNjIGCR9dR8uj1ECQvl+AX8m+qEu9ziEADeZbbWHFtk2SwP/if/rf9GtD37b3Tq0hGYymAHgJOYquGeRi4uKYeBlNzWKJwgMKIhY4OHoxsbnxG1AcgCAAboSwA4PqM/MBRlbj/2sdKrO/K9OdOZaId4vq8CgOHIAgD8FCDwiwaAAWZgPNhsVN5/V3oAFwAYGcAoD5sZ2QSADf7uFQAmfcHQNvGOjM1GXiPtfSiFy5m2kw3TSnQub6RpcrCdINtt8TF6up7Dp53V62xEdsWAxi/m3uWw6EBbAQDT6YZs2ATwJsqjQEgIOTm5HKVfy4W2QA1mvKs8nv5N12i7CCRnudYM4Gdx3Wch+C6xBPTXBAD//ggAX78FAPi3HQCODGD1AIazEj3ACgBcDHGXq5QRjvkIsDGdlEK+QM49ApzxYeCP6dgS76slpb1yo7K2RBszROEltvPE00iOUqczHW8+3lmb+jqd03bAJc/Hm+0DO0Z0/cyMSYWqzT+ccnwBSNHa0tGQzk5lBXcAmPOQjjy4t55gjuPzCZTyC9D2WChD6OlMQBkBBOHYOxXlo89F71844pEBiPKkFy9cVMZZ0OTJcPBh3Ldu3lw8CID0RDg9LgWQ/LU33+DNPv7w+uKjjz5e3Pj4OrOQEGCEe8BRUZ3Lw1RzPjRzjviVyw20vt1O3XwU1kv3wGoA8EA2M7J7IfeeBeD7nACwMu2ew8F4P/op3r5DIBhZeHSfpwPrQADgpAcCwPgvPjMiMcswggywBo+hiHMLw4GcifLMmBHIt2xfao+sdQyWCaNukUEjBgTpFCMP0tKYPgUKuJKEy/sZEKGXSkv2gp1GewGApzSySknWXq/O3E47vkaFm4brwsG/k73v+VoanVhBKohWyhuI4qAfvOf+V2Cebu5MQZc1pPZj0NjOeeqK3XGra+uzSs+qLyP4tEGgPqa6MTsjbCBye5yvKgCc+zHmlc4RvMfkCQCOPRwG6YkTZ3qJ/jjmCWRm8MKnqO4Qa/X6G28tvv/7v7f41jdfixL9JwIAfrD44INb8X6bvPN2AHn370YpX/KnCJIMnhQLEbyIiyR9IjNCGZSCUUwCAfhdI8iUfySRrLTj8yaIjFa0mKuQt5mVxz6LDQCG7M3SWLYREgDt9Jg6eNoiNeCN7MX2Ap6J4ABzlVu5Yc20/knvynGlYBQA3EItyHv6FhzlSDO4+lZpe6YBRnmyP3OMGmj+VZz0ll2NCaPiBYYgAMx6GUFg8nVlaxkIVh9iB+v1YA+XNiZvboCd9Dhm5WaAoH+vWcAAgD/77DPuXZU+E/AM5wj+qYy3AWAFD2DfV9CU04P1yDK9th9Z5o/Ainh//Vf5adezJRO0dlXfTOeOL0BRr+M+PwAY916vcOzVsSI9r9Llsnyuc8nKCEWQaApzvmkD9HkdFqHNs49PPTUPamuQfoJWLjnBcjnNemAQNAB943si9lAl8k4ETREADl3yzJnoF3wmSuuFbulsePQMfoXZwbEPUCo6MyVWKnVt6h3gJj4AVkW9AyAwqgahZzCqszAzWN+prVUCwlndzEGloCeNX3pWI7l41qPcp7IXSKP5/DoG851VUcBj4lPrK9coWkcu6wzjqtgpWO7eZbvP99jA3nPP+No2N3KQg1r8uwQA1+zfmgHMij4tw1cBxa488ZTgb2SUMwlBVYnsm8L1WrWoLCm+DP7mKnBNHIwnALhlANOvpCxgvPcMYNg9vQQ0ybCsnoN7pNtrfw/ryW2nved3ZwAfAsBTzrfhc0zvIQBc5yh1o7lpK3NF2bVeLI6/jyJnt0X6Mt533RNK8O82BwdytHXV+YuRkxUZM3eU+ZD0cfkeICapE8bfhyWgrSOsW9+DyQDmneh7kX/ZrRNGfGfvJaAbAGxsiK06jf9ID7IPqAOE0qn0otKSmkwPWPfvjZYmfKRmAOMZVwLArLQRSSSosmEAmBnAAIDPRSLLGVbbYvAh9Dq+a31wb1bOCn2V9lckvyAL2D2AWaWpZQLXLODMAF4JACvYmQAw7DT6jIwZLNOEduTIcw8B4ANhdusvsh95tJ/hrdE3qOf9E//mf72ac0wcqN3x143owVihklgNGCmUZhY24BUxiyiPLIfDDGAAwAB+UfYZNeQTACYDUAQpjDcBwD2jUIpBmodwuuT96n1VS37MAH7ZALBgJCvvAM3ASNCrLZR1pv0jahl/4z2YCCLzw3DFi99DscexmWWJCE/2dkmFn58Z7YmyP3pndCgzplV+TIa2ywdJKCiCNJkluFVT8jvVLSn/ljlTVRZGbnPiSVIzup/zvwYAdgm4uRLQgqc4mKmzp30uFLzsPMkf96kE2QGxSgd1D1HPWjOg7C8pm3h0Qm3U3HjA7H2TqSz/JudFdR7IoJQA7X1/lXlhx3oT6gZ/uZeWnWyikXkAmCUsMnvQWWPuK6onnY62791VM2EKYIuipQzgVyKLyQDw9xd/CAA4SsTBoYIsJwLAv6gA8H1GRz+LdFbMA8o/IwP4WThxZLC7P2F/bs2BAPMkRILjraf5uhLQzTnupytKsZXyCQeezpB/FnvtprsA4PFkg625YzjfvfSgrmzHaNO9oVwn32yO7VYaMd1GqVs1fgtemyAC6cHZLo4wJy+JEebDUH2L46CwA3hA+efj4agDAIzMYTrbcc2gnRMo83f+LHkXnLxQlAACo1cGlKdzUfoZJcfuB0BxD2UmY/3QG+61yGZDZvDdO/eiLPQn7A2M33ENKkcAp5P+5p2ofbyNVnP8g8NkacNtZ1w5I5oUjzlLawZZbSz/HODK86BDZNq9EoFRAIEBAN/97Nbi4Z27kXn3fBFcnktOJY/nS77yv6VxzbsaGgUmrydNZTULlakRAAwHKzOAMb5wXCG7G+OmEzkJzQ76muk5BuWMu1qyZMVOLw6mRqMMHjGgKfnOTL7syWfnGei3cZck7G4krOOx+/uNHGHiVN/livsBgFeBvF7PbcZh5x+XZIbxTB2ROk50QDrO/W7gVpmHk4zhpp/lrqK+gXMF9tZ/1jFJTwkAuycjAnZGB2U9eWLUmJZAFhyrnZeSIf1ZsW+227/L81l4+dxkc5/uJ7p2UwawFs0mnzKBBQCHssiI5BNhqLJHO0pAx7wTAI7PeMd5V994c/H73xcAfOniqSjd+3Tx8fV7Ad7dIgAMGfcoMoBvRlno+8GDjgR/Qn8m8ClXDzEoKedAL+ssRzOmvxqknmu/W94uG63SlpUNSykEx3mrIJT9FBFUGPftALABT1cL6jRGHlHskSVbAbpRZpbqHS6HXprY1KZYvxwXsFbyTgX1eBsheKkFSlWD2xutkG6T1Y2ccm7aW/9MK2LJmSf+72cTZCWnA//L/eiSnXY0QIa6LLT1ttriZygBH3JVxzhjWMFYDvKggyPtMnx3J2jnZgLA2H9Hgx6dKYw5qgCwyvprvCpf3fmHaCodfgTfojdrAse1IgABtsJMFKjsQGEQYuEBba+qsFxjBl4TTqXlSXckzZaA3mMGsBjfnCBsVLYN+97xmAngve5sDo8br/wr/A76YWZq+4CmW1nL4rk5j8N1xBjsO+B5uT6qIJDrlufwCv3/RNsZ2NDL0IbOEjol6PkEMhJDrzxxUuAwegbjhc8AjOmYs15BOcTbc0yNO2k7yfpMPsZhJo8jsBc6mkpF53vwRAeoPA6/hXoIK0sYwLDMB9zEdxFNaiz4zdSoG/qwqcqkOLzOa/q8WxJ4bscFrqvvs4c9Uxeb+n0/3+TQ1noquCe0NOh54NH5O69j2byC/hrIOP09efdAkYUXii13Wf6iMoA3A8DqXzgFgJ/A5xV6NBMfstoUbcgMZGrO9clzDKvAeS8AsMs/M7Cu+4MYaOP+wGjTk2WgQWjVlhnnco4f5XoNvqE4LgP5DgHgHVlwkOdaAHh+CXa8iRnmtnqt9fmDuPlEJ56KkKUnWSUHxfO/dJm4G593zVLu53nXUUjqq3sgon2eMqGFqYyQNFz5r8omPUJKsA0AMCp1gKc+gv1IORw6Y/iIULmDAVusLooAroesbvQwgusfRMuSR/EZL8rwrExDuMx+P45XtsaaUW94qn1O6ezp6+f5oDKAyVXsbyq6v2XYfnsADwBw+ndQElotQGVXfp4AsKtpHAl85pUTpxdnz19eXIi2cwCAT5cS0LaDegnozQAwbbIZABjXYg9gVtKYywA2ACwd8hAAfhH76wCuuR+5sJ/br9E3cNkjf/Fv/FfzWkI6+Nq9aZOk4eb3dOTpmG4lyZiSYK/RInDE02jPss8CZuXUYb8dZACjLy97AgsQxrsAYPSccok3gU90RoMtNAfjFx8ApkMQ4BnACIO6XyAAuBlf1fijBWoHarXKp6psByV6BuV6ABgA8aYS0N0sXwMCUzpJSZj/Fz9mdO1e9lOaXSuEu8DVOs4hMCI3fzOCNxjP4/j2UgJak2FhqeutAYAz027IiqGjQw7dBnzmwFzGnGV1JxnAzjKxEOQ+Tffo/LwnXa1RBe2E8WV6D2D1O7x46XxmAM8BwHcXPzYA/G6UgL4dAHBEcT0LNBmGfMsAzmCUns0Ex3SCa3wPOm5zGtthAIADHKMTercMYDotk/tWx4XIY5mOxVG7+d5orjpB4DiSO9iut1aG0Ma/r98AMm4NPa99ft1JU/IGcG2+Ot91+X2BwHgpsEQsWYSvsTg7LT7gOGQdAQQOcBfnPIZDDfMMekKZytPIDIZD45UAfZEtrIi5UwEEn79wniX/4Fy7H32B7wCYiJtcvngpgODTpNlbN29FJvBHodhHz+fc93VG54C35vybTn3KPs+8QXbvq7rvV/EWnZOr0q4ng4LyDxl2BoCDFl+JMR9FWcH7UU7z088W927djr7A8V3cgP04EwhoCjmuvkQyq1wNxbmXjlewL5dZPBPZNKexLvEb5PL9B2EcxTvWovf0zmIz5LnaJ2NZVSz6jGqxxnjqbRJER+pFrHI6im5kmkzru6ZMCmTmJxAxU7FAqkjuHKxBjmkaTNTWbZNjc7LArPS41oxdL232DABvUChre4qVNGkPtw+oa8Pn4v9lgEG/yvKYtf6YulaCtwUBWVcbbyI9Q+eQ29mh3ZzDsaY24GNfCOzBfXx8fSqtbxlhczJzXNRN7TQF/6mHf3UAYPPYp4iUir2DDOCTBIBjLxsADp76PIJlAAA/jb312muvLd7+7ncW3/hGAMCXzkTJ/KfRAzh6rX92h5n/p4MXxMRHNYUbi3vBUxGc4r7kjyNoxT1esT+Z0UnDvZf0ld6Y/Krxv+SDXEv8H0Bc6zkgbC2yExABAqPsdBgDBQCGjaDywQ0AjhsdRaYfaS97iGZWIcZQ9z5JP2mWo0gegr7I7jPL8pwp9zmeHK7fmYLAYLmY7mC+dgzZJgEITCCY9Cf65Dh4Jc3LwId44sgzRz6VOt2w90c9T8cnaO1L8fa6v8AmZE8qylwOBvfnVaAoQeAMtPXv7CUcgLFe6iEs+042HXgFyvPKJntOx9qdqFyBDGDMp4Bl8QIG8bCkruhF61ABYGUu92CQmJbY+wTbDALDPsxMOsufeQDY+oiv11ZSlCcWN/5L2rC2RWAaek3Kv1YiO+fKv/csadTpWF8CejUA7PGtEVlQIqoAACAASURBVJTT8W752XrYerdrXowkWgkt96zvlTZhY+CiaAZDiM49/tzLExY9yJAMPtMlUUFG+2UKBPa9ELwiASi5HTqtYDWx90Gj0BeRDXwqdMdTp+Pv0BlPBTDsknsIcGOJ9OAZWl9peLTkki5aNZjcwnwM0Kp/j4MRmNT6wdK/Ec5m9wxmH/V40aeB38QzRLNiKF2nz7lqjALzL91HRzbO0Va8yU0u1TIAXNdBv/NC4kCpF/UlnUCD2MuWzwPP2UxwX10A2JXsekU79/vtGcBTAFh9zgkAZ1lL+r5Kz+nqWJcYWOJK3GHab6nLZEnKxndmMoAVmKvKC0wOaEExE5bH263gObbt6p7cFQBm9j0qTeAdciiDfeKWKmepR1MwRuoMHI5l5SrYejMt7uWI6d6o1+h7Z/crL8XUTC4x2pa7X7+fMeHXay91CAAP0xNT96UDntet74xeuR/K2v7c9TQ4UQmWLjsCwPDtp1yOTQK1G/4iiNMneCd/jYQO6JQZVIO2YocAMKb1gDOAobtUAJhJRFmVh/INWE7o59FWE/gNdCGB6gp+cvVXvrOiE16qkMES0NkeVLLyiwYAh41DADiSUs5fiRLQLw4Apu2VOioA4OO01dQHuJeAPgSAt+dHn+ORO+rPBzbSIsvmrnnkz//1/3JO02wOi9mToKA1AyKPSGVNbwZ1RuewAWA6buC4ZZRkj5pF1i+zf8FA4BQHAMwm4OHkCc0JRN96jb5EAFhwR/xr5QX0cesewDTdZL7JMEoAGIr5FygDmOXymmHfV96OGCvFnAZOyRwALCCpA8DqdTOXAawebh0ADs4voA0ZlzDDlWrhm2kJ1jnIqCCscZxkybq9bC6ZXatjNzcBwPXMVU7/+XHtFQDGXFRQWvNIGJgOiOw9FPPNcirFIG09iRIArsCntjecJVl+KvYhIpRqmUH3Araz0Ubc/PNtCwAnB0UQCMq6hQPzGTJH4/4Xovzvt7/5FktAMwM4egCjHS26ll6/dZcZwO/8Ej2APwgAOEtAh2cW/Ajl2566B3CW5ZKDZksAGOegPG4cvxMATFpNjXaYGLPjkY4N1tqBo1N6SZR+CTmWhl1D4k1wNh3Pul65B0FSO6CUhVN/17YSfzAlIWO3pU/Iy9+BHPISn5NOtfhI5RyckH2AlbGBjGAAwMzQQlDM8XBWEPxVj2E67iKr+8zZs4uTUeaPfTaCDuBMe/QwHM2RbQQH86uvRhnT89FTOH6/HWDFtWvXIrozegbDNZYOfs/TdA8OfCXGPe2L0EuY6wpdaK42cmr2s/4W2GTZqRkG0IU+wFKamQEc8vFokN8xbN8oC337xqfMAg6NWmWgIdTJB0uAAq893WGd60yNKQyiPQPZtZyayAp7/eqri1evXCYvvnU7gPTr1znHqFKBLGyU82Q2VM0SNwjLkrA5Lo5vnC19UVQO/MmxiK6cyasnEdfFP5a5QVWMpEFieAkUCYSoDrmeVaG5dn9G7TlnrXUQSBMnf+ga+ZEjqnP5IgBgG8a9bG7OYc1UTXY4XfFG3+lUX/U7JnvOyUhHZFu3vgp2xmt6NEcV+Kccx2rRwecqLR3IwTkGdfC3fc91ugcghbSgjD+W1zQAnHxqia6KbO6Zf202JLPSsfjVAoC9dxibzioKT7D2kfEjABj88iT56pPYQ0/i/VlkxT2LfY7vLl6+vPj619+K19WopHFmceuze4trH34WgTUPCZRcCT5wKo5HGehHEWzzLGQlepLfjYAUBN8A3MBaYB2hrz98oDYu1NubPNFeFT17pxuM8HdVz7Ecggoo8DeaBGQGsPgkXgicYXBoHIPW8yp37FKv0Ek6zWF8c/TeQUaViDb4S5ASjg2U7CzPgT9J/dCZAOigZD94J+g7yU1O3Ax4ir/dU7jjLdrhlK8W1j53nX6b/L6NQbswX7pAD/0yMJzf532qLm+wllUfEtTlcxA0EJDOgL7sIQzwVxmVpyhjoffhfs7ERcBOA3hjv7J3N9aJ+pT4Bu8ZHxh4NwcAExgwv07dMHmVAeDH5AkBssFR1MA0Aci8S7678kwPWqqgcgYtxbUF+BWZ5GnNNWqAL3XeXi2J/OrAM4DNs/ZTOcDXGN+908y/54/Kb0miVchM5HazE7u8rPbwqF9loM8K0WrguMuY1B0LQDnoW0eQMY61zEzeXBPpQ7J5sOZwnkFPYVZw0Kt6r8U7ewcHMEyAWJ9ZMjr0TsiuJFVNRArjen8CqXVsnBo5RVOLUXUglooOfok2BuCLyERCNjCrGKTvA8ETGYDr29F/IkLW7WvK0UTuzwG8hbv0PcHzRltyGwDYNLJeK1qmJAPAUllcwjqns/iH5mjQdLD0G+Z4DX/UMvSVeiEZwNAzM+ilVbRLX9YSAGz/Fss/K+DlRQDATb+tADB7AKusfwOAWSHO6e4T3jAQff9NLi8FIVh2UNhvCQAzcymzl6gXLgHAdmanjtAA4NQRcwPa/l3Lsw7wx1UAsPfBbj6cZCUbdHYPn3S864Zb3izkg9v9OwSAh3mKaTsEgLejnPVHTXSGmYPXaTltj2WFrRSz9PEKANbrCfX0SOYA4DsFgCFzoSsi+/cwA7j76Ir+5iSOxvOaX0cshF6qlKs1UKm1ePqdBYB7D+AXkQG8MwBM2akkvFW1fuZsgMMS0AfB6zZcY0vZf+AjKbJsVtf+0V/+F6u1hDXO0KaQDcekU6co+M6o6z2A3ftEwCBK4sggihfLJSlShBnArgUfx0FQEACmEumSxjJ1GjhBZbE4xRmlIgML90EZ6PDYxHs4rYYewA/CmfSQ0Sfxh8rYwZCcAJCObk51rkU74/PUMHGZNvld/F86JwgA4xmyrDPKPr+oEtDplGklWjMaiI6LVOLtxFD23gT8oC0+Uf45y3ZTF7JK5z5LZvDBM9J5BgAm+BsvZv8SBMY5BQCmV9EKRFckNgHAU815IG55/Pe0x+SuW6WV45oVbO0BELzZZBPuYjwYbpvdvHntlQ80AMDYKppHA8DK7q39iOreTCAHzokEBOhcxLIwQyQB4CxRsRoAxpwhc2/FKOnkmKGlSlYxbt6bIGa8CB4eWzyFsyZoFhmh3/zGm70H8PkzAwCMDOB3fvl+AMDKAEZ5TGQAowyXS0CD//QS0HDmgCY1X1J63KcpJz2BJJbPngDAAgvdHzGdFgPdaR7pNMp7tMf1ccXBhOlphmcRJAKpu3PF12jKmkivObSqAW+DHufw2kVXl31f6L1bvVIG6eAWDzDvrWCnQaLmyKGyqR3yiOUbwxGFoAGUt0dGWvwGYBiOcvaqimhxOi9YJSFKQoeTDj3eTgX4i5LR9pvjHY5gZBsdCyfe1dffiGCAi8z8QPbRR5EBDECCGRS5Xhp5mdAZsiSppuPDP0/37DInWCZwzpHnKk8YAOAcBkqqQu4BTACocSRKCh4N2XUcQM6jp8wAvhuv5wEGvxJzxwxg3q4ArSljxsdpC0cnTvtX5TOugtK67EP2fHEmnPvfi4zAt9/+FqMNr9+4vvjrv/mbAIU+CofpmZjbyAhE6e+kT65XXtsBDc1IGGgzeQf7fmok7TjOt1RWO+Mbq86tgjVk1hoz2BQIJkBR11J26FiWXePxcks36FUO+t6jqEka1VB0Ue+jpbUvc2lgY4aMtvtqomO1LB1NSfnXFj0nr/OEuRuNusqKoVAcjnTb107nyE7s8t97uhuC7iufjvcGiFgG8gLtGqMjkdpbuxEBFToIRVMOUlLVGGVm8r4TEFhXGGVIdeCN+svk0MpYt1uxyVGFcU7P3wTCb7xfJYC6Tg72SDolZTNPNsvsg4EDAEY/TJWANgD8KMC8pwEIPztxKvoYnYwyVucXVyML+M23kAF8bnErAqY++ih6t0bm2uk4/+rrVxfn45inbJUQuvmDAHkD+L0bVRdQgv9BgHxYQqwZdHaWUYs2Lor6RlCPqveI+2PvS9dTkFkaq2m0TmUZng6BLtAnGfACGZ3gL4JFWYoasiR+JwAMvsBenw5Ic2aR+MQY5JNaB2kuswsosx0AkWBw6j91qSQvA/gEv46XQWjLdO4EyjuAwAl/kNfX9bRgWKUY5TZPPu/7m8eO8mdyjdTztLX1m/cr9TfvOusfcTEG16TeQod/2gaeS2T3GgBGQMCJkLE6B8446SCVT+A+tTdYzd7HWFjWnXZezCHWODOACTwTBO5tflhiP45hMAizOhI8TnAZ165ynXOTPAdAIMpWu5QanouyhjYhQH71GO6BLykzkqf0wBHonrKZ/JxDixNmsbmdjjIuGlhMedVtVgZOVf1uhg9gL7+If2mhb3fpIWrVNNb5dQoHzRTpaj7gTMuxms5HAFhrRxWNOkHug7Z3uhwEvbqcs46FbJAcajIcXDEDVAEEA+hVDzYAwBFYiF5sBIQBEAMEjsBD0H72qGelLgdG27+Aa5LfYB27/kwJxHFrlhGgyHKUBH7hgFYpSga3078BvS+rJrCaQdo5VHDLElXVrchrfS29Rtq4pWDnbe275AVdv0i5XG9TFA7voZFQPKiR+0yJyaTNUZAuqozMjOb6TPUC/eRlGk2lcJCEA1lhH/epa/valWFIIZYD3a5TL0PxgqZflMCSWhkLa6r+48546okMlGmZAc5SzziGx+lvV8cgCDzNADYP8hhW7lDzDujBqpCzFgCmn6dnADfeU+bfYqLyBlJVkuGo/yVvTb8S+CpkAwJH0Ve+BVOUcpbOXJLvTkFaPQMYvJF4svaO35N/N4pu411Pe9sxtvGouSsOsnq6LzgF8+NYNzqzwHXHNH43YQGrn0tnLPumJvx67cQUXX3rCVynt5TfuP/X/TOHmjlmcu4mUHw6oj1TypflvpsecDWj3HqVtzpwJSmY788fMBvU0USMKVr00a4E/h4vA8BP4m/2AU6ejKzfJ+S7yAYOXTGDrlBZlPK3lYB+OCkB/WAoAU28gLZK3jAFMsNs1877GnreajL3clCVr3Pn7z0D2EF9VT+2jIRtZ5+L2npK1jGBjxnAyu6lLRiYC+Ug/ayZ8XvQGcDkNEwN0H9SxlKoZFuRlGt1ljb1ACb98TrCbI4cjYpaIetQAvriq5EBfBE9gCPxJHxjsJEUcJpYFWlFkhX2wAkHI7IH8CkG3rZXykz4RJX5u2MGcAGAJRPm6KJ6mDQLhwDwXvbcjudslIM7Xm/LwzdVHDny5//af75aklPJ6UZdM0+gnJFyppywwILUIO2UFRDLkmrZZ9NZho1puAxAexcjsbJMADgjsOH8lVGmrd5UIChN0vCbw4Pl6AjquhRxAsBgPlFyGmWnnz15EM6kKFUWLwDAlC7NaYWVk1UxAFXlc3UsNUCnWCIjAIxd+pIBYDoj5MDgU+DzJHraPYJVJlbsY3jDmlPy1ddIhTIkxHTc31LCYjkDeA4Afp4AsK6Ra9BA4OLE4m1myJZLNQrg5ePWKa7rdtVqqW9G290Vk2PjlrtkAI/GxZoMYE344CuoT9DLKuo4HavnV9S5jFfsSznEOhjsnp6j4Ndl7KhnlH061xhpT6El4VVLxS4bJ2V+yEvqfC3zFPdObVms6I0d5YOR/QvLET1hv/7W6wSAf/gH311cSgAYPYBvhEP7J7/4IDOA31/cRAnoEOLPswS0+4MQZAjgTT2Asd8TXE0F0MoO55D8Rcey/CHOgTM7nclHyRezn2Aa9qLp3FL5p5y5SedTeq6OEE9JCpH2kemHJbre1y2OjqYCiGE3vo3LExjN+eeu8RCtN/kc/pjrlIa5M2SpjLtspihLx7ZXt+5xeZQShiOETjb2NxcvTHhA1Ilz4YDDb5nFwZ7oGdFuhc0KHkIUkBl85Y3XoyzLOTou7kdfl1uRNYvSe+YIfacUGvO8V60eciRl2zpD33xymTPknXAdcDJeT2uP98ZBOadyWiqrDQpyBCEhAzjGdSJo9JXHzxb34jnufXpr8TSymcP73QBg7maKprq35/ibgfqkvyzHKZANGchyasF5de7smcWf/PEPF3/6p3/MLOCPPry2+Ku/+t8Wf/3XP1lcjh7Lp86cW9wLcOghxotFy0yxJjW47smfAf54HqkE28UkeWrHm3iMlGw6vj1X5uXJc5IM+RAEEknR4kfITIZzl2pvyiDrAtqnWZYvHf81c4zzh2lr952XEXO0oC2yTAFts6/9w0/gg5xB1Peqrt928XaXXXfU5NEG+Yhp4FqAUPNAzzPBdr38eweLNT6tr9ZfekbSPK+n+SWPrI7zHCuvbdBpCPADi0tgjqy5Vz3QELvTl6PI8Y8r0p3OpJoy7fWzzxl6AifPXTWlzuyf/32vdLF8tY6fVFrwnsEsqKcvMoCfYVCZAewewKi7+Djm92HM7cOQ0c9hfEZFhTOxn89H1YQrr14OAPgCVd97d+8zuxcG69WrAoCZcRngL0rVI5Ie/AogMTKAcRwAFNIG2irA6EfZ0/hdGaAqgfmcwZfYh+h5jn5bj0gzCDTBjcGDHDjpXvTMx8OgAPbCeYDsYlQGQrl8tIdhuXxU3wgQ0xnAzOSLV4DBotkVWzR/M+v3zDa+mntgSTR7echLUo9iIJgc/uRrcUxCUalx5SbgHvPfyXcK7+GlGz9pFNkIAvTNHTjPogrh1AO63ieBlGNo89IYH/cX93KW4u19gKHXydHvNh/gua3cdoKfPUNWNkblEf4b86PMfgG55EENAJat0oJScy5wDLPomPmb54IeEqjp/GqU3dBHWQ44wQmMl1OAMaTTynKI7xkIRSbBdemAb9VpWvAsAWEdQ7CQf+crwWL1NO6A9tCbeIZxEM8edOJV3Gf377cGgKd7ZiqqUhZ4BKKgNQDwmica9H/KgeTRw+PlgDgO0bYdyKKVcjBPx/+J7rVu8hnIMSedE3TRHHJhT5xgn2BkBIcugc9ZLtpBEAxIzPvQksaa5yM3HpG6R+MpudepY6GSBasWSOcjLYOPMjsJDlI5UVVeMYPV0pchDp//BrZgHpJORsprHUC+h/9Shkk+wzYXfVlON2rj3K6SWaNuso48dZl+nYr9SzXouoHXsa/eOpkp28v/kgr6Z+sD8Q3tEoO4swBw6goEf5cBYCcuODu78fX0X3mtmNXb/FryNdHJ7Qp3mf1Lx3iCwW5dgnXmdZPn2Jne9Kul7e1NaZ6EAJx5ALiXe4Ytjoo9CGzIqj0iDP6TzJMAUvU0/c3ls67H21bbUfsJvH65B7Ac2u4zD51cALDbMvTyle73TgDY27sAwFMa1YjX0cfShG31xZRe211MajO8bvRZTKh3xR7iyDfpk7kaXpv1D9B1wabHbvXEywd1a2qbC1QddJvjVx+ztmLfZLU3qjz7G8pwdqWyg7zvKn/CAQ499/V6HXHWf7qHQRRxvOLsmhgzOQQyuexn7w9tc8uwAv5i+4Cvk7c7AzjAX+qGkKfxQqAN+GzwdAHApQew2zLQhikAcCQJoFIcqnQgeNWJZ06w6H5dcJ/1FRkH43IP87m3Uzbtx10A4Dy2GO8OJm/6e0vsso+z+0INACNQFyWgGeg2KQHNss8JEqv88+4loMWjZd9B73yekUMKQkwfA8kINjJaHxT9cTLJawFgEWP6pRRMFc7nLAHdAeDT5wIARrWt4ydb8CpKNat9B3TQwK/iRZ2TAYgIolUlpSYvJz2AWwWmSIjZqgT0BADWY06517L8XAcAvyx+NaX72eCQvW2Ogztrg+w+uBtNCXTvWs8mbSkA4P9shXzrm8tkVAFg8eipmBzzQpvxn+DSCABntk4qxer7mxHheHet+IykxJ3sbBicA2UIdmgPTgcaVOXFOvPIHtgRAMbzTjM60kG9BAAnaOTN1wFgKc4vDwAGMzcY1x24LGbMTKqxT5XLA003vYCWXG9ZBvlaJnmBWnZSSVp3sBdAmYDGKQAsxy5K6TrzMo6dZGB7XUmPU69cEulQlnvVcQe+Uyu4MXPxmIb9AMCrcgEo9ufmwUNA5kwbDriXtrrXqJVhb+BvyQaG44GBEClGABQJbeLaO0NkBIBLpgVK+U6cZ31mvGn7e2cl8V3lSOnEoVMehhicMCFEAQAj+/d5fD4boNXX33x98UczAPAnAIB/eW3xzi+iBPS7AIBRAjoc4M/UA7iXZVN/Lhn89pD2CEBnnzG4hKCD6FjAmY43uAGDlsY8aLpEdmvmkplzKrVXAOK2wBFOknlvOjMrj6tCyOAyHTttedPxrGtbNWy2bLt+GvW5n+0s8uQ7Y6M7PTVyOwYMvjI7J/4DCJtbUH/h/5oTQWX1cJydrrD4nZnBspHxOxV7/JHBKszCYAaGlFJdN3lRns9z45gTQQPnA7A8Fr3eMO9U/iPik7xmTsJ5TjFNjbc18l4JALelyHVIM6UbMs6+ysXmc8dBzgrL6ZfyiinC8XAGsjQgZFIAwMjyRQZwHHE0QlzvfxblVgMAfhJlWBsAzPnKYIS0nMaS7323eQz6JqPvEclIpw9YbmY1hMy9eP7s4h/8/b+7+NGf/b3oD3plce23Hyz+0f/6jxY/++kvFt/69tsR9Xhh8eGNG4uPbnyy+OSzm6T/YwEKSPYK8BU4qxU3/TCrK76HEgwaokM/ezqSeukxlSLfy2/nbmnouak5SSvX1SVMoUi7XGKTYdwGcraKFlKL4dzpN85j2ad0HE4U5w5kaxY7eW9Ssfo6zP9lDt2fzcc1XrEme2rT1ae/r5QXnIvcw5MNM8j/dkHPn9d5XJOV97UjkaRYzP90slWdhNl6PCx5Ty3Mlufy7imbhoCC5jhPqs/jV+k2/T64YWGyld/OTPamrIRd12fV8c74nxp0CprorxEAPhNGqTOABQDfxwtyOaKVT124EAEzFxbnzp1nSVQZpyepZwPMxPyfP3dO/dZj/6CaAjJ8Md+Q+9j7AHERnHOa0czKCIXuDkDjYVQseBzHy6ESejd1eWS9PVw8iOxhlJWG7DsGHg4dJPiBdUeWfjZ/hIOc5fHDRojrCQBGFZ/QFxFMFPsaQVe7AsCdrkdeCXbU9skkoLAdKTEkyWfw14BiPNNTBy0U2TPsL9Nn8iEyo6L6mOaX6QEbNb9dp/uVfdoju5JxFVbj/aBsuWx90UAAl9CWnaAejgjEUnCWI9RVJhpZZj3zVQFbCVRUQCFBc/fypf7EZw8qdpAJzst97/FVANjgsUtPT3laDRAjaI1+XaggEjTPDE/SqHQ3OgtR1pU2pxyG+Mz4P86zBFbVgwT8YT78jNJRKvgtwFGgo45fBoBXgQiM6yuO0YPiIbtex/uj03wSfX6hOalXXQMAT/joSscSbtEybuu1Uye2UMyhtKy6aqOadiDF+wFay1xSt2tRD+AsdR4ZwMzGCNsCAQMnT7tsdPBGgMKwO7I8OYHkFhSl7A78sx7fZHeOBb9Rrwh9DrxtCGjILGA5TwES95YWKHtuvQUEqWxUtFvojKXOAV3qUrDS1pCmKZEm53UDhMvicWZyDj3ro9o8Vz56NUUNDry5tS90o2M361Gyu8ZRjR4nzX/TCdYBwKnv2E5jkKD1aeqDrl4mG46+qwRrAdgq40zrpQBDBwKpzLOr29lGxNoKLFagpTOAG+if93YLlHk9LZVnVnHDOodvJ7OAVbYfgQ3Bk4IXdwAYfAm8Gb0LVwPAnNUIOBUv7rah9Zum/6Yu1u1/7J2aAaxATAPAzLpHUDhBYPDMKQCMyn4Z0Mm9n2SYtLnMJ+rO2pWjbUmvuUcG7sO9IRqVpbKaXlfyNs7x6Auq95BYnloeq8Y8Yy+MzHjHydl2Xpfvu+ONhsM3AcD7ufYX8dy1tHGAA94E8G76feuhrKFnyah19FKAyVV7DlfIrcZaQnE5BUfNAMDgywSAwctRDnoOAEawFdrUzADADEoN+4IAZVamhMwkS7Tc+d0DgNH6sGIqToZRYHavGulkPmX4Avid7wF8UACw/aQAfQkAU/fpALBtKIPDU/2m6TkTvUeg7cD90ycF+RkAMHoAB9B7BhnAr73ODGAAwMejQt7xY2hPB7k8yQCOS8JGZUBUAsBoz9QA4CozUemOCVVKpsKrA8Bh567qATwLAG/eyYcA8OY54hEbfEFbXmX3w9by2N0vN1D2X/zlqgxgb4I0bAojxgWWBdkyCDYAwKn0UlmmMq0oV0dFbgcAQ5mFE6JHZVc9TE7odIr7/RAAbiUJ7MTYPwBMCsjXhADlVc8MYP3dAXhlVf6uAcDTNPxNSmD93a7duW1uQ3cVC1C0d/MWyvLPf3T2EYi3AE9DNjNYbADXsdBYVnoCBS0jgFNYocSdy0A7W7P2RxudSclbEFCRBuVU4OqzHIM0i+QRVGYogJ5wyCD8HuDfmQD/3nrjamQAf3/xg+8rAxj+GLhJPgnA9x0AwOwBXADgaQYwSrDRiDcY1MtVDjwlx6W5QNawgxkEdok3aewCJHTNgenyZ3r5uB/4fFwnH9cVkGl02kBL7bq6VjuLThC4pu3EFFjDdfNA0sg3CNPXYVTap47PXPzmEFUpeRnHViS6IwVYpp0nCbRxZMWhmtkeVOw5L74Wrpf9CJNGnFljOuBch6IEDwLo4fjZUxFiF+W9Y5KY4RGOCckEgaVG7ehu8n1FzCp3hpdXIemNP5fla1yvzHdCuTnBotlhFvPaFQS2g2wOAAYdtgzgcAY+GADgxwtCt3GDNs9Jb5sB4D7vdEinQYWYG5Xweby4dPHc4i/+/O8v/uzP/m6AOicW77/3/uL/+b/+7+ipfG/xx3/7TxcXL11e/PSXv1r8+KfvLN752c8W9+49iPLcp0i/ALFBYC65DdrG0sFp2p1AchpjTzxGj7xwvOMLOK4Q0KGCsZ5lvfdyxmUhcv6bllIc8M2BVZSDVoIy6d5ORzpi07Hn0n4qNywHoGllahIs79Rhi+/wYQ0AjLEWR+8OF1156DYA8MqTk87674WvcKxcrSXXWAW+Rk64fCeeT16i68ixidKBqgAgx6N4jSsYcA3tHKdjVtmYrZ90qbUQQQAAIABJREFUMr85uTt813iiiEuO9MIzZybm5QHAVT6UFQDvyj2jDODYQ8wADv4X4O8cAHwPRvLpM4uzly4tLl65srgQQDCA3Dt37i1OB1B2Ob4/e+4ssz3xz05qOEfu3b9H8PdsAMOYGwLAwWvBA04EiAyejLlH1Pfj6GfO90fRYiWc38eimS/eHz6IEtK3by/uRJ92OArAiRQYGLsflTQaB8isN+gpKLUcDoUn0fMd4O+zcODwu+Afr8T9EFgCIJkOZmQAsxqJ+V3z3S6t4JL6kTKgHTgHAJs22t7sOoOrgtjGqXjFsA8yC7ABDZTVRQ+YDKzTae4gkoP+Xu/Msw5l8ZScbLIRdSmBwFUPsS9E/NLZrd6j1gGzzLLB4QSIe/awbDYHenG/AnDNNTcA3Ph2cf5TfmNEBFmUAez3WsWhLmwHgCMwLJwtoOmzZ88FCBz7IT6Dt9gOJZCTWcWgb/UtRjCWbNSqq1AXIPAiPY8AsEHgAwKAvayHAHCXuIONkKoBfXZVL0snXgWqHIRm26Fycuvo1FdSpjTZQlA4SkWfPM4+wWg/cjICCxEIg+xg2zwCtMBrlAnpjEbuo1bYZ9RZUhltdlfd8/SJIBiB2Uy9fKV6x8puRsUFOFYFAidYhp2ZPhE4azFF1F3wAr3CzqIc6xnAlK1TR+fEETqyiJoBPOf/GVmr9VsxqFGGjrZg7qklrWFZ2H7+AHBWsCMADP61PwBY651BxC8RAPb8dxslQccKAE+CMOq+wmruBgArA1hZwL3n75gBLLvgEAA+BIBn1OyvzFebfH8H9aCbAN5Nv289jmAiqxJUujdlldW3HQCcIoTSS0kChwDwuD7ztmE/Zn8ZwIcAsCpthaNxAwBcSkCHIGPLg/SZ4PS9AcACgY8jOxh6aVwwPqpNDoMQ1VYBti983u4BvPX+hQ6ZwYtz57wsfjW996A/7vIwL/LYDb6gF3brtTx2f3c98hd/+Q83+OSWAeB5otgMAANwUikdOF33CgBnD+A0xKvdIGf/FxEApkmolWIdeUVrvvgewKsygFOBdynQEnlPcGViGNpg0Ht1hU9Ef3NKpfHptSgloJ05+TIygKk4EAx7sf/kk5gXwp6tJWfFmiHV+bcztDvllkV/Q/cm19S9Y1zw7jXnvR2ICcy3CK7sZWRAONeujSWdjb3fm5zxDfR1RggdYrUEdHHoG8jTRtD/L3lgpw/h1YvxQuiF9EMPYGQBPyf4dzQA4NMEgP/ob/3+4g8JAJ8eAeBfAQBGD+D3lAF8pJaAhpMa/cezFFdm/yoLOLNTEqBtvIXTmsA5M4BxHKArG8aiO0fHUdmuzio8N5cFX7ZUk2VHLpzR071YhdAUWE4nj2ne0cTT+zdwo011d5R3INoDrk70zBg1OAbgzs7eLM/vnaCMYPFjZbTkuzMuq2cc/n/eLr17HCCJQ1TCjxhHOqAJ/GavUCgv0ogCBI7yjvGO8j/HkMURvQrBa3Er9YsT7xWAhHN0H5brTMe/cz+r3x9r1Thdzn/LutDIBDTnfmPJ8rxeo15/5pr6eTRbdG5n9QsAIioBHVg2KjUEXRIAjjLQTwKgiZrWi+MJTO0dAFb1BwHA8aIshnPrcYBBZxY/+gd/b/F3/s4fBXBzf/Hur36z+NXPf7U4cezU4kc/+scXr752lcDv3/z0J4uf/+IXlOUXLl5Y3I2MvhuRGcxeYP8/e++5Ltd1ZAkeOlgCIEEQpOiNLGWqZ3q+qvl6ar6eJ5qe55l5nO7+0aUqtVQqK5GURO9JgCABwpATa61Ye8c+eU5mXuCCRrpJJvJmHrdN7IjYscJE6sTLlz6ZPg2QRyniYr2RD2UESvJlzDn6wDSbnI9I4YxPRnt3WlgCgHl0C2OXoV7EY7Fl4z3rTDIaQnPndW2HDdd807rJWS16hZwJ6oLeBD33lzjbAODDhwE2Nv6lG/sZBZCZo/fO11hhXwKAyS7JB/pYLo1Pu1euf7GABHvp+GcAGMZ26IEZLiIpl04eouUm96th1bpAnbvSkGaYpnW8c6NVBcK8uapE+0/8Ac6sjlzjZZsRwAaAAWDEhnQhAvgz8O1TpyNjwvnpoUcemc5GFPC1iO799MoVRvI+/PDDUVbhLNfutWtXeaxFTAZ/Al89F7XWsWYBmoEvCxhBpJHANdU7VGYDAMBY+8cDKIHed+3zz6ZPP/lkuhR1zZFSmvV98c6MI3MA+B5GziHtdHiUAwCOZ34ZwDMighEBDAAYqwgRwPfHMzoAnLw+1dY1+qbTeL5GQD+ZdR1y3qtPuIEkkxTpPKNKXYOyXt7akABw5TU1y4hzr1TtNTWmpPbyMedHs/baECcuJTBobBNXqEeg/T2OVwowL/7krS2lbluflrE9RajLgnDfY15A57jcqyVChLE0kMXGeC/CMe0AsLI55BrPe7T543W6Fvdi9C9oPaLcT0fKc4B44B0EodMZ2al4v7h2LWj9WoDASF0uh8jOKjznmekly5/sBoDlrNyig7NPTFU3B+A8A9SX7jpT2cl/5kAdHeXyqipTx8WTVGrFzefntOirZfNCE7C+hhTQs/1oyvU6OnrUTN5bh2z7bul6Tafko6F75EizQ9k70CGc1mB4Y2poOLegxmmmh84oYRrlcBx13eI4S98wQhhrrMv1Ltf0SDma2tFCNVFtu7Bj/E04zyBDCqOBVfuaEepIX4nSVXSg6OsgV7Z0ZCqfcl5TPIyey3rq/F6jg/sEzfcalU30mdevuwyDf54AsAB6OjgdAgCsqOEsI1T1FEzXoo6SgmwhAlj7muC93H/3dM+MEmZEsJxVlIFO60Bk0Z1VVWtdBDPYeorM8359fwA41lCCvy0NNI3XWGP6dHYgLsGjCOAD2KswWX2V7lqT2xm+OMPu1/jM3edvP+MoAvhOR3D5+l17uV3H925VtY1sXGRaWduoSzci3XXRO9zFNO07CQBeSQFdI4BDB7+BTEQss4A9SNb/pUPqUQRwMYpkfVvrWQkWWzfl/GYEcLWD2maUAS4K5Mt693+REcBnIgI4U0DDTnGoAHDomdBFjwDgvdnSXTkR24W7cuMdN93KY++sQV8bAOy0NyMA7NzxSAs3TwGt70gZB4MKBh4eFQSdSjqtOiPeREGLbWBNS7dzhzWAIaZuOwW0jP7aOCWDPQKAaQwUyCYA7bBTQHtpNNPWiuF33yW0pmBzc8x7ryjjCwt4X2Ud93Y9qaV28olrBm2D0tzUje2jAkgDl9M+dwDYxvpBSazGezBCbiw3AWBHAivlXU/hqTS+BUxsRn5tatcZqzeoGMQ4DxtcpPGbA8AXL0y/CAD4pR88vwEA/z4B4FcPAQDmcFMRyrrJ4C9OXdkMfeI/SwBw22aRZDAnAsWWFHLOWBkYXlt16T0BYNLNaM3ZIKWRHkskUjHWib/C5p51fAcAOA0QCdhgZ9/SINLRRAY4p35sxl/TbgKSTAOc42GPf41NAq0ZEYjIX6fjI/iLdxj/Ef0LUJH1qcM4x7GNfwVMRoQaUlPCWQE0BENwtAu2uoglY8S4AOCkOTZZtBmwpOyFOQc2qum4aJtDzOjfEQBuYDD2OX2vQx0cw+J6cJR3AIBjIxPBctMDcTIB4EtXIgV0pFu+8hmKKDMCGK/bB4ATTId5MI0+rEMWivuDD54g+PvTl34QNZQ/ml4LAPjD9z6KNfXQ9J/+j/9zuvjoxelPr/9peidqA1/+9HIAxmemC1En9O233ppeeeUVRhPi/WqAw6+/9loY35WC9kqASwCTmO6c/LJHLmIF4H1vpM+5L9Y1nKQyASzn3a95JLZ/72sHdKtfMbbCRfQDPSNJrwYUxbtsyHK2Aq1uNLOncO+ATkaXFvBB9/76AeBdG/g1+VKv23AM2eAKSz+MAHA9Q7xtcyz8zF0AMO+FOdM//GK2JSeLLF2Rxk7OZctAAOOhnBo8p26bwaNWL3ShW21cuEZNRH29Lw4NLZamt7u5NTg4AAyD7wMLAPC1GKPPsQ4CDDsL8Dci+h+Mv2H8B+DgiMkHgl9ivK6EE8fnsW6xHgSoPTCdDkDtwbPnqIcjZa6dn2RUluwAuKbU8jC+BEgcv59CneD4/Wo4i1z+5OPpk48+YopoRqpluooK/oqeQAuqAfxl1JTqAHCAwAGGICU+agCDYwgAFm9HBDDAYNVf1Rx5TzCfS6eNT/IrhzfndA6KjRhecUCtAOeSfkbRnzWEE+C03tVSmedYuhQHbiOS6+1qdLum21pQcSUJ/LXTS1Ju9tcrrX/OeYxU3HR1bHw1SwpwXyN+6jXJqEhmhnGpmTT4FdBWMtOG/6zPmhNmfZH05JTNGbFb17Lbyfkl0Wh8wN+PHTsR9I0612dCtj0Y0cAn6JDEKJJ8O/Uzon+vXb3GKMvrIWcB0BgErrQjua06si31KvUSlDnIPhb9p/GpBv6iw6LupVd3flo8/LX9OKd1Tn8+nWMwbExAW0VW14VB+ViptgLARTFNvitwuTHWNp98dBvDPgxc3pbBs8/WJF6X6yfvkZepV6nYWeKofypBAl4CfRMOR05tCz6ICGGAwqjndjIihfGdzg50hoWemfsd0zg+M8oXa9r6iNaH+gtc2JHABoNbtHqWsXCKfdQrvM5MC0ivD/sG+gcAuGnLclykIgQAOEsCubt8pMc5/7Ieu0FlYwTwLiL8iwCAs67vthTQShGdWQsYyQ1H4/xMGYHfzF8OlgJaPFepoOVEqRTQcKQU2CteHHTpFNCpI2HavZ7TX2C22Rx1G/OCIwBY60SuTMuvrbYdrMOV61K87lpaebxy4z0v2XraujwaLzvc5x4BwIcxd5v32LU/3HV871ZtoefCYdZWCleSX3PHxLqORHXSPfcGgAH+Yv9xBAA3Wyx17a4IUSFSxpzbA4Bt57R+Dt3kLzMF9N0EgOVE9QAzzRylgN6bNx32iak3H/Ztd95vK4/defV2qf+1RAC7PspGBHCCT5kyjum9UC+Mab4MAAu4xevAADC97F1vpQPAkUMuIwpQTywMSTevxfdIqxTv+CcjEShqKHaMutw5AGwAjO6PdxQBTC9PeHTyLQ9PbgYQQcV72xizVAP4LycCuFJ/Swl5m2tmszaAb4QN9qgYD5uA2QLeF/zF3XcBwFu7MqTzmynuQkeUimwGAjfniWKoaz2FsbYZ45X2GYYwpUAzqKJoLZohbLChcax/pyKif7qxZ0tnVAMYQF88BymgAQBn9OdJpIB+9JHp5z/+/vTTAIDPzSKAf/+ndyNt7ZvTq39CBPBn8TwYAFUDGJ72TPk3RAC7DnCvzTsYGWmYPTgAPGyxOPxMasNerynkBgzTPtVHiNPZjWf9uKNqBJ8U89pOqu90WQHgepk2va5VRvosyqPr3c3BXyqXmWVA7ZFBCoqn7LUCcqiMMiBa2SFooGUqV0ULpXVXacAzChi054gRQouMvk06M0AU95bhLgBGpCxHbY0w4NGRIJQqRBAjcvhLgMHxH+7DWUnaxGbfkRTduKZuiIozsonD08FjzJ3TPntzPwDAcTYB4OifZJ+U50B2A9T4ajo2AMCIAA4AOOpqMnlzXHdwADjHOlN5soP2+qdh8mZESR2bfv6zH00/ibV0X6DQlz76eHr/nQ9Zmv2pJ58OQPfk9PEn8T3aDPD3sccfmx4JIAmpol995eXpfEQVPhzvlyNK+M033uAxAMCvBRgMEPjcQ2fJL65+/sV06fKn0yeRBvYGAO+QYYgAVg1gOAFoxB0JRZ6zQszj2ukgcF9XuX3M+TRAAbrrUaWOFvRGqGGQor8EA1pad/LOssJyLerD66cs1wrQ2EjNw8sRwFoX66t31wZ+ScaMDj3rPGc7ozgYANz4ZuFxa2230ZizlcZRO/NJllQnIvxdNrME+hTZXoF99MVgkbNXNNlTOtoBYK3/xjmt9FMWjliEGAQnSneaybJ1E+H2Ed48ejAAmEa1BQD4ZozPtWjrVYwV0uKee2g6E5G8SI+LNdrqmsb6RP9vRLaBK5+G80lE3aJziHJDJCVKLiAKGOsYY0IeDUCDwHxx4En+DefOe2INnYDMDh6D+r/IEHApQOCbAIBdq4CpIsYU0GKpwXxgWGDt39DZI0oTUcBfsQ7wjUwBDQBYUXsdAO5poLEm2/wXWiTNGSE2S98yPZsAcJ9lO6BW/anxIC9lk4zYxECbAwBM+i9RssxI0huGp/I5pS/Lze56X9cRBFSTZJN2+3fdRd/7A7v+A5mRpr28RwM40xEK68FOGE793IxOWibDi7oBo8H62u3OgplFBFHlCQKzPls64fS29vEQYxCAh1quoO+z4bAAABjySxkpUs8AuJwR66DT60HzANQcfSkQrtc5U4psjpzkftKP6/0aAJZOkqBM6iF9vC1jljmERn09seIW8jzUQ5XWR2oQy9Mc5SPJJ4sxtx3IsaLMG9dKUlG5QafJQX7ZYOmRLwCuR8rnzz+747WeLTUzW9I+k4X3BaKW8ruO+T7QF1DXlPXZEPkLIDh4J1JFAwzmb6FngleyFipTRGs/xLblnot8juvEDhRp3EZtw9A1pNuLjnlZRqtLN4a+eIOR6nBWYN1q1i107WowFuknSr+jNwBgl5CR2Cr0x0fpeUtah0oJresjc8L7swCAwWPa+s89SUbsag+UNZuzbJLAXfAm1QFmiSBGRuW5LDUCh2F9VyrT3EfmXnt0UqrjXYiRhJngLpzi0u5Dp2tH+saniD3rtrfI4Fyj2GsljYsXegYrTXRhVfkxV3rqWygHgVI7x6ImIjL/sIb2UAP4KAJ4WBsxzkcAcB+RIwD4UEV2u9mu/eGu43u3ags9d/m+JjfExxrnmZ12+wBwZstAxows73EUAWy+X/bMqVfdKQAMWmJGjKMI4JB9x+n02msAc6dGHa6ngIasPEHHwd01gDMF9BEAvDdLumsnco/zDby28tg7a88eEcCpeIKMc3OwaVzsqYVGZUcA01hntEfReGN9i6mOFFWmVJgBAochHJF1VKRz021jQkvfmBt979W0U0oAxAZaesbqzdqzNLCHxyzq6NwUAHwrAWCAwFDelYoO0ig3+xk9uTcATAtJvvNOPe2nDAMEaemtGUBEKND34e2/o8g4I9VCkcabv+NcpNjLVLsEfP8iAWDMto38M40BC3QepV0I8psCgL3pborOYBzZvoABAty2KWgAgDVubRPvXR9TGSfIRkNXGtdWxligpYzxpkWuy/SQd0pgGjyqgSwNRrC1in9040bCgJsDUbgtTZ0E/ZQCGiAwAOCv4m8YpB9PAPilHzw3nXtQKaCxelkDOADglw0AXw4QLbyhUSfRAPBNRHuQ14hXuT4yoxUbsCNak9F1BgCH4gNDiww6AAN1To0AntOAvfIbj0lj7hI1pCmoK8qeSjWIv3Oo2nIQeGqj1e0p++sGnwEMtxE6Hy6jQlqtTHFghfwZEVoAYpEqVAYMGhJoKFVqMgHAPQpCqWXSGE6+nAY8RwJnRCfGGkZbGn4B6lIUxJzAqGzjGyiSBjkBwPcRBI738YwqRypppDCNawUAIyJJVdWg0DG+kAOd9JtD1IzoOROUk7hHfvK0lJ1zABjr2xHAjgy4JyOAAQDfkxHA1yIC+EbQ8oSam6mGcI7xX07+7hrAXnsZpZQRwDJKYtBvhYH82PTDWEO/CBD4maefCFDlvunN197i+3Kkob4e8hJeiBcj4v6FF5+fHrt4kcbO9997b3rnnXcD8D0/nQ/Q99133w2A59L0ve99j/P+23/6LVNCP/vsc1F+9GSAv1em11+PutwRYYxawMdPnp5uRhOuRv+uBch9AzUYbaFqxuPOEPSXVtrwIq2V33KMzPvMezoLLk4qFM0ZZZqRpTJk+rmSO9ZHepSw+IRTvnYAKJ07km9UBLEbSK1f9fWmNm6PuLm9NV1GiurJ2sZ8iQv5tx0A8MItJWr6gflzq9G+jTTGM43lunQJNCn35DAaeOo1Rzd0VbKmBI/bPbN9HHeBbvFvkoz0OM1p8tlGhpJhbVtA+hlpdFNX3ja2m8fkA7CFF9OQW97RN8Z5hZPT/bHJfCAiIB8IEAxy82a07XqcCxA4Fu10PCJ/TwU4htS4yI5wP3gh0+MqUwPSO19FRGQ4SKEfJ2LdPnT+YW5c0SLJ/3CmSqM4+CqcbDgmYvj8A0Zv6NSAhmH8vn716vTp5UuRAjoA4AAw2MfcJ+A69oZ6RpqHkCEGRnWAv5FO+hZSUjMN9BfR0Lg+7h/m7uBLcPRJgIZ68xwARqSVxrgBnpRDM6cPNr3Po883IFaP4e8lMHXQG+qaIMlIjpCvJG1VJwUDA3MAmDza+ogzFBTeYkDYvKXTjmlo7JPmKGku+ebYbTVcWxl3QoIsjyRL62tTIFI6+9EhY2FsuWQKCIfzAQA3B8J08Er9wKAXUzYX8LeCJY3nJulRD4jrnQIaWSkQBcyMFNAdUy4II5PS4fuj/q8i96SH6G/9RuCGOmJ/kOgCIHZxUOE4WK9JGZM6b9MfynKfGzu/DQCwmiseN+dA6vIcALYsU8d6n0r/s8+dzvLOxdmprse8UfKSft86Xt4fDXIkHzBk0Elab+s4ib/1JdPPJgm3hUGHoJxwGvcwzw0AQ6aBALkIfAn8As0h0hw89dgxfBcwBl3S2kR3hrXM0CBj7ZPG429Fz7PKTVuH1G54jvRdvSODWtpPmDI6fmslRUJ/ZAYBOOjEdSyuwT2y1r6GRH/otxmP0JPNBArFrv/ZeFul78IDPf4+POpY6/fVvmtUMGq0/LAvids0fQzrtf2XvCx5mnkLeEBzqLTekY4f4Lu3wimz2auwJ8la5OYH2KfQxpQRvrI3CQRuQLH5R0ZyDwBwOrSYh5ve6hgpO5LWmNaII4ANAiv9M1M9pzMlggLuY2122ZucJYWzmlPtCGDqN5z/QgP4bqeJwstZRoX0GVkWInMPaB50fuwIAN7QHQaKxrpeIXFywqXlt3j+uk641yLdOGk276s3OdznHgHAtzdbu67atbfbdXzX/dvxLfTctYaRZ/d7g+a+JQBwOJVexzvsD7eQaYgyWDnhZLtzH5Sxb4v0G/nn3gN5JyfuWpOytfGVeluz0WH/Yv2VvD/PtR7A+V1PAW29+y8GAA7bMezH9z5wYjp19uHp3CMXw5H6/HQyHKN7Cmg7ooeMzHHERwOA49rjcBg8AoBXib7bx+5kXRzyteQDX/9rAzs4xCbsAQCPTxOzGH9bVR2wsR4AYAFM2mgn8JQba2xgtHEBEAwA2BFRkZyTluCvmIKpeol7s7I5KdoocANQAGAYuAEsAwRG5AAif78EAHwjPgH+RmQwIoB7fR57e6dRat5x5RtbMG4mQ+ZHmkqa8ozxk2e4o3fvZVTawQFgKvoEghUB7Mhf3jtrDRP8YDRwGmJSwXe0jLxGc0MhdG5DgR0MX8MGcabKtv6mAc+G0zuqAQxa03gOhigacGZ0iAW6RYP+ugDgufGQVDLfAO+xiL3UuvKxx0X1lA0AuI8ldQFugp3mzo4aTseddDvcT79JX/BahKG1puYsf9tLOdPjcS9Z6SsZRwWAh7Vcv8TfiAxExCbXTYsANgB8gRHAP/n+sw0Ahvr2cYBmigB+KyKAX2cNYBjHBwA4DNyIBLY3dq//KxCAynIaDPUJcnT6egHHNHDT8Ik1JHpt0YIAhzemrhhVdEP9v3Hi5rU6ZQE2z/uwuXh+ptsVC6qrZV8xtqa4qzPVWAETi8fGV1ktVXvUYhrlUSuNnuvxCwFzGcHE25G2Wammm3GG0VDdCDfYgEgXAdrSKBbOO2lMxk3B/w0wizUJEGbqRrxZTzreDwgUxieMuLC4Mco4weKW1i/5o8dXY6AFwfvbeII2IZo428a2cAYE1rotnMV0OFAKZhmQ7ol2A+QNX8Lp3kBFkf75848uTTcjev0rAsB6CeQ3H5RTwjjPOU9sWyVA8HhF6LcDwPViw3Pq5LHpxReenv7qFz+afvbSD6eHI2L3nTfen37/b69O//ov/xppnD+fnn/2qem555+dnn76Sc7Zx5HK9f33358+iwjfCxcuTBcfe6wZy2BwR13F3/3u36fLEfGLY4jGuj+MRh9GdPEbb75F2XUqDPRfxDr84MOPp9feeGt6/4MPp5ucv4ycKRHBq5HAosoUuSPtKqZ7k541fzJ8+U3abDxLa1opzGeysfBPGQfHNa+2uD2a/84/xvmw0dnTxDVxBxHA9e71b/GytaP7/L4JADcALNd4JTXzCN95yfDQAKscX58zpIlPXWu8T8oo6HpUS7se45qbG1knbDjl+KqlOLcBUl6nnrtimB3HbdQ/uo7kFrJBhe93N4I2ynz8dl6so+akm/ND6UD+o/eXBQC+N8DY+5n1IHgqgNo471YcvwHHKWbSCGCCdS2PE6BANA8i2GBEdh3fG4wsi77GEB0PAPhs1Ae+P4ANGMvJsxkFLDrHswiupaPOA3Ee6mSqC5KR0OsBLF+OGsAfffBBgMHXBPaCb2M0UlYZAHYKaOjsjABmDeCMAEYUcPyGGsD3x/UNAA7QBc+lnKGDEPgc1iacSWdswBt0ToVkUDOS4NSUpY22KLP6nA1A78LyWaf3Hi85BzKHLAPxfMpx7GXQGMvCGpnq46lDWEUn0NOamoxuaYlbb+DQ9D3PBt/gD5LNZiKUqc1YRK5VeKkdjcz7fJ33Ip3vMl2unW9q2ui8N2Qb9o2M4va+wnur1BWaXM45w1zCIQEOR2eipjUA4NPhLAgaZUt4XplLrHmOq51P8Kko7ZbijrVXoSviXI1QAx6TdrSmtS5nTCAVoXq8j7LvI652226fSzPcftvb8Jv8dH4zqTvJ27AWFp82ykmByDpTcm2QEF70pKkl8LedrY1HH+98dpOZM/ncgcZ8dvLb+vi8ZbGHas3gzXmIT+q2bnvZR1u2oIav7RLQb+FIg1rTAMPuD52SoBgcDoO/Yq8EJ8hjdPpWenRmrEgDLZ6vucllAAAgAElEQVQEG4nWEXRk+r1uignwM64DOUfCaaHVO+R+Juwo4VyDGuywq0C3pEcD1iveWgGm1HzeFtKxzjAo35vUIdIYqaKyIDtL+ErRw9pzc53k4UUAGBlsyuVN3+D4QOxYB5NDYdGWJbfIT9Ppy3yl8dh0CCYALP2OPCiBXPME2bTWAGBHRgmobymg6XSd+uJGCuhNoFtdxHhYV0kH2kwBTZsP7TwKKsDfX2UZpg4AqyyTQd4GAIMSPIjmWW2C+lof9OQSAQwAGE5mBICDzuEEwfrYoH/WLlSGsKMawFxyXyMAbGVnXEfLq22fc8Qzdm8g9n/uEQC8hefewaFdcn7X8b0fvYWeO62sbTghZAsAPHvo3CnOLtHSyZgojfuQm/GmQ1SrAbx/BPAXYZv4IhxK/YlyNSxHGfuUIwDY/OoIAOYem7IWOEsBgC8kAHz6bALAyKQ1jwCWLee+kL1yEhT42wFg7bvvD53Q2TNoc2QZI2WRYQ3gbyAF9N584BBPlJq+trOY7x8O8cG7bhX8ZlVV3XWtRec+55Vz9pXKB7xtO/3AALDmRkrhthc3Gd6gUGl2Gq3uTU3FGZuXrOvkCGACwC0SWAAwVV9slmgkcO2l5Q2oDSoEEOgxnt482FgxRz1Sx2UEcEQUIBKYALBTQDsMjbnptry2AMAyXEGxTsOLd5UcwIxkTPB2EwBWRDAjgBMcXooANgDM9JkLALBAXqWAJsibRmxM3tcOAGPsDXZUUH5nDWCPfwGA1/QJLNAtG9S7CQBvA2m1bdufddT1xRTQB1jdg2K3AgiRBPFuBgQZElpaY9J/XeIdfBuAEgJ2roVmoEQbTBlHtFZ7erxuXOkciKbVgZ8MqzqNNmk5CsN1HDUAzNqvAR5FTcLHIyLxZz96cfrJD56dHjqtCGCYUT4MwPflBIBfQQ3giAC+5x5EgETNw0wBTWMJAWAZ9kynPQKYCznuVgAdGyQJ2sG4nUZs9lvn0yiQRoXGN2F0wW8UCDpPp+u3OQDM2qU5X3MywDj1qNRi7Mh2KpJt3ZiwbnhZJ7hKX63NeXozhqfxrIM/Yw8s4OuKIM0ErbBOL3gZXzMwLw2OGjbTrMatedPnDruNbyOtdNTh/GBAcSDeAGpdg43R5UHTiNbIOpL4G8AGjHpQysBDDebibzgl2NhrT0pZ7exZiTnFNT2tNOeZRnvVySRwS4NyRmrEB+r8noAx58aX0+cBAH8WwOiNoF0AwLYH0iBW/zsIAMy75J3IN/H+MmrZPRCRv49FDeAXp5//9AfTxQvnowbw5enV3782/cs//0t066vpr//6fw2Q+Lnp9JnT0wfvvzf9+7/9O0FgyBREAD8aUcGnA/gFb4BR8vPPPg+w98OI+vuU0b4AgJ944knyh8sBGt8bGS+OxflIBf3Oex9Mv/7H306/+/0rPBfyT2k1sQlJOlpw8tGYlnU1kHD8nk4Z9Wdf0/hhGpAdIWpjcwMRa3RwIV47KugzZ8TrPmWV6dVRrbW25JJBXSSqi+f8UaxjTQiWHi6cstd168sfK23g1fV+mp1hYDaMs0u3bkBsYUhtPt1P9kWSUM/sfE3nYp05O4XAJI2hQeEKHGjtt+OZolXnqg8aunwGVTn+057PNrCr4s/te+t+jsT8+2wAGni0lRn3aHA+K9+6VaZJJ48RAMw4r9ioOkMM1hBLg8DpI8YFIDB4klLll1SScUzRahExTARE/JcyBElrgjefiLTv98U5txpLVwexRgD4Iv0p00HH9+MRBQcghJFvvJ143M3QvT+O6N/3331v+uLzz1nvnKm7PWcpI6VD4x0tiD0B9HOCv0wDjRTQHQCGdzVqAD8QgAvAFmyoBQBDB9GzlU0Io9d1FdOT6Zh0kzSDOac+UOiI0X8+XmT7QdfVmldvk6F5b3KTBmKk/kGn2l4X15Fpm2txmXdUEtRSSmqnM5H+G17tawd/ezu1BlKjLOt/BAE9zj534HkYz1yDcryBXuno4aQdUKHHxO1N+tS91Qy2PtuLZyDTB2jwwTNRBzi89BHtDhr3S5ERUhK47tu908Eqjqomqx2XFQHMdLtlIc6BLQ+rHA5yTM1H8BwpIQnG9NHGfdT8g2j943Rt+3YQOh2B2tldPWcrDzPI1Me5ywVq/FX5Q4+3RAAP7eBzZ0bjNt+d38+fO/JZPbzL164OSi10+8T3UmFMGvWaSrmSamS/TntrOLjdf38HhmHIEzh8P9OSI2U0nG+gVx7LVNF4jpwiyzMsT3O8UmU1yXLcmG0mCA3Rv0pfngBwpjS/FSAw7CnMqJb7cKXayVVrUZYycXFKfe7qwZFnDHPm++e10meWbTebt2+CJtd2f46WVickfU9eRlnjfULRy9o5yUsTQHfd9eZ0ZsevdDr5khHAFQAWyKAIYAHAyjCnrHWKBrazSNYAngPACTSrzI3bI6bS1umMFQsALjLbALDTQLeSYJL3cqpRBLD34m3xQSZrJTReZj7mxzZbhBSjQZ8SnQPs7RHAjoI3AEzD9REA3Mk6BvbriQAeeaoMCwPTnTP0Hcd9ehF6+/CCHc89AoD3l90HOXOXnN91fO9nbaHnvlPZYGK6PTNRrOs5twMA36CeFs42eG9JAX099g5wRCXwi09kOopPvI8AYDkZaY6OIoAl+CR3ETwUxsHAZo5Pp85EBPAAAMO5dA4Ai61iNO8LeSz5eKwAwHC+FvgL3bADwMosQ50xPo9Rzn79NYD35gOHfOK2vQcl2VZ7ySE3poi+bRJ061O36s93qb173PauAMAybhRP7Rbx66hfKc/cSDNFTr6Zygj1OOGBkzWAqUzDtJXpOBsA7A3Y5pRUQ8ESAIxIXwC+X0bkL1LKGfzdqAH8jQHAighGelLWrGRq6J4CWnUvM9VPenwCALYXqBT/NH5VAFi7VL6/PgDYXrQRnUfQo0Za5m8EgWFQwfeA7biJY0jaQMIyIK4oEymsjgDgMj67AOA0sHq9MNIk3+PQw3KVin8aP1uNNwDALXLDEbBi0Ert6+PdYFInVXw8JWTbglQDUT+GqEpacwkARx23jKI/FUa9xwgAvzC9hAjgAgAjBbQjgAUAfx5ti2tD+YQR70YAvwKAZdhrESb0lncK6N5/Ks78mg4tBQBuBpw9AGCSK63rHUDgCBd2JkG3FD2sEUwTIo1GaBNryKLdOaY25S6YdHX9bQjRunEw4MY2c0zS+JKGhfY9WzrMe36p94OBAlFoLV0Nz0kAPNqqlJ4ABMdBwjc4El2n3EAa6DSiNMFto3CativNaZBFV6BtGJ4RFcwoYHxHpLDqBjMtP97p9ECAAXWEM7UaweB0tDHA4ohfgsYYl3w2zLyUfYjQIK3RDEN6uBcAcJx4HJFQEQFsAPh6pE3+EhHAOcWK/i3/HQAAxtOULSHWaBIdeOexB+6Zzj98Our9Pjq9+PzT08PnzkwfvX8pQOBPom7v1Uj9/Mj0v//N/zY9/dQTpM3XXvtTAMP/zE3UwxEdeC5qisLgjjWF32DYgtKLSGDUAP63AIvBL55//gVGZQH0vfL5tenzOPf4yVMxh19O//M3/zj987/+GyOC6eREI71hbw9ipwHTYVtTG4oPjKSbhou5JNmmWNow5shSG7H9u6bVPC8/k04JPgH4cp2clj4wQQ3SuPrDSGOv7QIAV6eg9X72jptPbQzFHf+wDgCz3fNBJfix+0WjezmtXtP7UgFg8Qb/m7ie7pAyyvdrYNOSAaycKycUAVAG+VrGiuRxHvuuY8LNqBuae4v8dP2yDehtIPUqP3Z8r7o3UrKkgJxM5JDCZMtFHxQQrOgfrCPV2DaYp/EiP6COrfqWzCDj9sRh1kcHvzsR4Fkcv1WiYDGsyDRzMuoKn8wUu3Y6BM88HtfonnKEAUhxKSKAP3w/IoDDAMOa5kk7aknywphU8cTQDxsAnGmgwVvCiBM3YwroYNWtBvCx4/KkdoQdxSMdtuAMqrnAhhtAIGQKXpAb3HtkNBYdeOJ36QPY+/c13Wrd57wXsh0cM1blaxK3+1qv99+NpxVAw3QGXYy6SvDOFoVWQIQKLq+1wQ4NpmPeewUA7itTNF33V2oe/uk0pD7U1dx6VbpaZbgB4NQRM7qsrwuR6NxoqXbolh0A7o8gQBEOAfC0h46IGsCnw1kQTma+d2t30nodL8psRBi28dbeRaU98jmgjdm6pQ9hXKNoQWfYSYDHY0Vj0vIeVl36tgPA6vcafW0DgEkdA78fZcr8vsMz/Ex8zgSLtrZjm+q1dc4bj0kytG+0dQCxRIGrfc/se+f+hM9Kah900gR+nVkr2yVjnlJCIwUgAGCnjkaUh6OIybuGfVXSQrQH+oFTQnuZUR7QhzCdQmBXsY7haGBGBGOfE0408TcjgtXFslrVn8XEI3HeOkViEYyTMcwZddv+0twv8Ydy0vBnyv0KjKLPuT4rd6kAsAKeiwMNdWXzkU0AeFsKaIG/4rtK6Zxp4lOnc71fZfLBPkx1gA0M95rBWR+Y/FpRxYpC7gCw+pC8zQxOiybHraZ+Bh+RPahHACsznPY0qj8NENg6QIr7okfkXHjzqYVUJyyDB8r6cgRwAYBRA3teA/jYEQA8EvWWdcRZ33tZbO5nNh5U1ySX5zaZsk0bqXc+3OceAcBrPO/Oft8F8O46vvfTd8mF2W5luO+hA8BR8xd6fOIKywDw9Qng743IjrEGAN9AcBgjgKHkHaWAPkoBDXloABg1OQLk3QoAOwV0OLKmHsm99QYAfLLXAEakLwFgZc2QrVPgL7NoEASGfRSZrlB+ATomPuE4DednOTrTXlx1hj0WcnWo3OP0r+WUXbbpwQb8tbRICufe4nnepq188uvqwOZzDg4A52Zmrck25CQiIEBpCQBOILCBvxkFDIO40kHr7ZqkuwHgvgEhRpMK9QgAB8AIxs76wmFAQvrnjACGgWkJAJ7tMWc6VipN1ciZyjvMR7KNpHHEWjcV+RoBLGC3p4AW4MvvqMmWADDBB9YCNjgxAsDeACjK484A4Kr8k+Bzo2tjdx+EmUKp3RVXSo0ARyoNbjhZyy0NIhkFLJDt2wwA27hFbGf1dTcjgP3YfZjPqNhhISxHsVvdJ51yvXgTKuBTc7ig+KeBpaZi78aKbnyRscVpou2xPBu+YZ+ZRuDWyTQRiAB7Ol1EMmENINUk18L9NDorAviF6ScvAgA+0SKAP/r0KgHgl//41vQKUkADAGaKy6wBHF7xN1gDGBvzaqwDvTrKg8k1O8DpiBwa+GQUlEWwgtzOeKCx1At94mDrqwY+D6dxAj/bqKSerwodASN5PP50WzRkGTkTX9a2bKt4w8oTzc8aWbDpaSRr3dB3sQKdOY9hrnTsPmh4GM/MXrfx4XjJ8CBFSPWD9YbhWJ8wtqI+LZR+XaDrqiwYgPCkq0aRfGwSZAFx1Rzwa6SElpKG2sEtKjjSjYJ/C2TReVSo8k0gOOdUEXcyduNZMA5dj40IgQmPVJALIuIGADjSP38W6ZK/AAB8DQBwzjkN9jkHXMeV1lrP2vP7LyYyGFE15gKBUWbhVoDAU4Czx6fHIvr3VBjPP4nn37h2M4Dh89MLkfr5f/kPP58ee+xROmm9++470xuvvc6ou0cvPEoFFhsspHu+GrU+IbceOnc2In6fmK5EDeD/9t//+/R5RP0988yzARifJ9D0bqSCff/Dj6aHw5vy5OkzUS/4X6Z/Rrpp1AdFKruMeugRy51GKp1pSQ1MK7u8DADX8agGaxvgRLu+BYkwKTMNpW0+pfD3NJCZZpwRjdIEnEYUPKYDwekMlbrKMD9cNX3tN+N1WxpL/WzdXRmH8Qm39+1gAPBBDA2rYFXjkUpFtfji2j1Yj7zmfJVT0nf+4owzFawpPIVyoGd56I4IeefZvK4ZvlsJjmTIm+OwHwAsKRUAMADe1AG7o2ACwOBHLXNN9jx1U/KBlNuMDOa6E1sEAIz3zdh8fhV0TUC4Xa56gCdPnYgIywcDCD7NdY/of5xz4lSAHVEnHLorOBT0eziDXLr0SejfN1XTHPPKHJ2WFv6bgi30dpRtCV6J6N8Af6m3B3+A3k4AOO6LTTA2yQaAmc4aTjySUjK24/7RNzipoK2nArRmWwMUuXbtKmse4++WFjSRPq58Az7mA/lpUSL5WKX9FnoEO1k5vPR7pXty6gQjJPN7WR2VrzDfWF8QolXxJTtYLAHAEotFJmM0Z2CF2tY1yoOtQhMRH5T0h9/8d+W1m3e2CtWP9D6THyMFbwC+cEDCGwAwoi+hszr6XVpWzkfh8ZKtpb85Vowi52QnTZRm4WdHCCPDjB2dW41neSBQ7n1zAPASD92kla1GGHa96/vzmdkEgOsZOaftp3ExHBYAvKHiUSdODTMn3Dowzm0gcP3ReiEdQCRjGnhtfZE/d/njv5tISpnFuqmZIpo1gRn5G/okHP3S6Af99ljwSqTSZfo/GgZdLgXX6+25UVrjLpMwpHLkTWARNBh8GDztRvDNG6xzqCinuv/o61yq85wa1jIWtCkcHOw0v35tAvWUNAdgE98sAKwMAL0GMPYYXNf+dArodAYG+At7xy3WAJZTkT57WTMCxs2JuGc3UIaKBfCXo+V57xHActRSZJLr/NJOBL25lQHzsa4D4G4VbKTESJ4mdl94Pkg7F4dtQK0G9hEAvEHHW/lmjPE3EwGMZu4CgJeW5Hydij7XX2Ae5Tj/3OI6snqrg/CHA7CSb/jUXcDGYTVv175r1/G927GFnrvlaWWS7xoALH34CAD2LEpepAiR7lDeRzWAu+5GblWVlzZouwBg1ACuEcDKYnQEAO/NSYYTd/HJ7w4AnLxvK5+8G7Jum4wuuvl//r//3/3ObNp88pGNRZIncPOQnvvehDiNDoHg9KJOpXkZAEYhdijL+wLAo1LScJVUsKGMM5//l7HpgXKeYK8igJH+OVLJLQDAX0UE8PbBgdJMc4wMCN6JpVmeSrY3f02hpjYtb0wY6QBoGPDNSF8BwLExJACs2sCMfOO5Xw8AXEEobTyWNvz7AMAaewHApc4sjCkw7H2bAeC2qdUCZW9X1uqi13QuCRoXDrDhlYC2vO67cf3UG+C/apMOBACTuEXhMup5IyrQePAkYiSq2gJlgl7F6aXEtOwlNaJZhQCRBOoSkOR9a4OTrip7MfNvp8FojafjQgDAsTbCKkIAGGDwqajr9vijF6af/vD5AICfmc4GAAzBCygQAPDLr0cN0z++Ob3yxwIAB4FjU38jHE4AAN9EejSmSFMUtOgyATUaVEcP7eZZDt6S0cLdaInx7DXO5xsmYZP4R3zLfMNcbACAVwAPRqXQyx9GBhl8CVzwL80pwEiDsR7f/T5zrOcnZ7vVJBsM0tEln9ohyc77RLObC4fG+GTWnRR1bgNT0tis/jlzQX6a7gzYpqFf0Z754jCrHjIB/qRhEX0xnDVHCdAYQFx81jbrN9QMFi/OjAuRloU8Gb+TZyffzpTRsVDI531PeumjznA842bwxWsBZNyETMrhZDrUeN8XPzgF9NWPL09XIgV0A4BNj+gCrmtGo9sBgGGKcxQw4KObsT5vhGHyqzCWR62SWGdfXAu5GYsJaZ2f+N7j009+9MPpwqPnmxcijJSnI7oKoMrly5cC2LlEw+bJEwBX7ptOhEETIPDl+P1Xv/rV9GnWCkZKThiqPoxowI8vfTo9cvHxWMtnpn8MAPi3EVV8FWlew4jFKCwynlq3WHMjkdvn+/YB4BUjRZJAk+N8np8smShgWB6ZNl43IC1/c8aNVj+UNAnDYkbx0SHKTiPixc3pJLtX5cLWdZw0v99azz7MxnH92u8qADzTEcs8Vh2N3Ad8hYA+5jPXPb+Lx2IeKlsmx8UPCRCKpVV5mhNY57GMt+e1yb0iIPXb/gAwnCVYB3gAgFPXTNCpgmaiXPPnJHbyvXQMSfp29gJE/iITB6jTglynZG3LWOvHjyHtczhZQYbiTseDXyJTQoBxAI/h8PJF6N3XIqPAV0H/fBKGz7oy5qD9HU/K0i1fAZiF02bWAEZN4F0AMMASyVPLb8zhfUwFfP78+emRqFl+JoBgOOJc/vRy8K/gtVc+C94TQHDIVkuABnrOdgQ8XkDDKniW9g7b9ERfy9lYujhP8GwZ5DEY7L1VE2wLi9isy7VDVbdca4P3c4eL6NOfyW8zIraPZx/XVeW4tWNTB/ChQWZrSPlM8dHOoza7JDr0cDWgnvcIsCwjLiGbEKF+KuoB428CcMzcISDWIDjJuugrvq9ErEDznoVIvKC+pGsgHS8iypWKsJU/ckYZ9umbAIDtArdImbmX7b05fAC4zFJnHxtTug8AXAHENgPxB514+uYp6Sj1YXCapKdxlkXecwC4AWGW8fIDKnRZOuHnJv3U9NLaT0CuRMtKZC+/Z1tVrzqjQFhLVe/jkc0AYHADiIOHwhHSc2OpRp5e7A5txcbvdEhgOuhIccmah8Hb4ESTTq+d+3danvMgnbMG22YrhqWQILBlXpll3qesm91gxNcPAHMfmG8BwK4BDPDX0b9jCmjIMp6XKaDnALBqAOd7FQAWrSyPyQwABj1nnV85/QPozUCBHQDwCP5qcqBni3+a36bszO9tXeJ7OuHWFNBHEcAax+8mALygLDS5Xxf2qEdvXkVFrv/MP3cBwCvyaMFmsNbK78rvu4CNw+rHLp666/je7Yip25oZYiaTxvuCrvrVS45CPl9Ul1l5KNNmNYAN+DICWDz6CAD26B0BwB3wXuBYxd5ObrWBbVHg5XstAhgA8EmWT1IN4CMAeG8esnDiLj753QCAR1m5zieDvvZP/bF7WAdnzO2n3/Of/8sBAeBdCg6OQweYp4DOaLkGAIfxm2kRWzrEYNpM/www5iAAMFXXoZfVAEdFnvWaIvo3DO0EgBEBjDQPWwBgbpV3pYBOQ8EgTA1qeDtWAOBmSIFnJoGBMEBkZG+PAJZhokcA9++qA9w9PZV6VAr/YUQAy8K5uTNvXtPcPFdlcAcATKNS1mBeAoCZ7lmGb0XS6LusqzA0z+e1Gl8WCLsYEZfI/mA1gGeKLAz86/arnQa72wWAqfaU584Z47pnNneRG2vD48JbymqQLxvyetpjGwYSZmkbQxrHAf5mXaEG8tJg3kdexzM1RQ5e2k+KkSauUaARX9XIoHNFjwaAEdnEHGhRR8EA8EkCwI9MP/3Bc9OPX3hmOheRSCBlwGEfXTEA/Pb0yh9emz75NGoAx5r56sswRGcKaNbNQg3gqKElWhQ9EgQmQJvjmMa9FjHTjASqb412KoWrjKpKC7YJyqmvGm/MgeeCT5nttVbTeSTAUJEI1ZAFveRNYgyagWi32Bh5qKxf428kGdPMCILoOf1p/KuhJJv3au32/cq5/pOkyX7icxxH9FEATRwDMBz8FBFf4l+Fpj3WtKvMHHrQFYZQYN69XmSos1G5G3v1Gz0pDRAz0k48E/zcTjuMEC413BvfztTRTjH9ZSze61GO4AbA6RwirGdGAEcnjsOrP2iSKaARAXzpStS+jAjgHCDTymECwBHjF+MdkbfTjajdFTU1sd4QJZzGobNRS/GpSP98NmqB3h/g98MPPxTRwN+bzp09y/l/9913CQA/8b3vTY8//jjXANbGqagHCsPj66+/Nl0LAAfRWJBzt8JI/nGc/2mAQRcCAD556sz0m9/+U7z/efo8Ioi/hKMGp0YKuCqij/R0NwHgZgSutNjWb10eXVaZ9m3oZDofpvJRakdFn0mWtlqeySsU0ZfgIWuI98wDnbDLsyoSmT9Tdxl4+3ajlAHI+TXLLOO7CAAvy0GNk3ixplefDcS3oZpLX/Pl6GDx2ASofE2C/bxXRpsCBK331jUaWU/dxn4z7+e22PRhtjb2Ru1o8rFEAMMorFTMThGptZNiR31t7fG6ih/B/8Bcmr6XEos/xz+UrXk8mS1HLseHUW1ZLx3jFKI20kfHcyNbAiOJKR8BSqDkh0xAaIcSU3e1Tz0DACwQmE6ayJgQTjOIAoYOH4Ib+ZtbBDBSZQE0MZiCCOAMeOYzMMfQXc4Gv3rs4mPT48GnHnroIUYlo0b5x+GM8klEJn/66RWCwugu+qaUy3ZeTTlCQFAv6SrtnzbBw3Gf25dv/rL5MaZmHY97vPw0g9N2ppXms/4iSJnOJv5b98CVRX+Y3aLTTXWG07rBe6TjUXfoo4QBHQdA9Cxda3yN+qRITPcd9GDIBf/ejmltOu0u0j7jfTLrUgNcQxYPlRjISc756/de6kOubU535wFut8cT9esRAc800KQdpY7ujiLfNgAYkzDK1cMFgMe57UDsAu3P9pljO5Ln1vkut9gEjytdzq/1DGrt5lZjk8bQntQ1rQ+IbybdUeU0P0xZkXsajKj1M7aNefpI8MmH5ZyIY05bD10WDgpOFX08nGrEz/Cb6sWprrr0zrbwSK5xY7YneTv+SudHpH++HroXQOBr4VyHNJjiwWpM3XtxjelWWm/xXt/D4sTN+W1X533avWYCbzcYcfgAsJ7pdO7KflXr/3YdzOs3U7pnEENNAd1qADP9swBgpoCmTtcjgO8uACx70iYArPTPNEpj36w8kcOikxOp1n9ba6nfpBrQdSIukvh/bwA40loi6j3fjGCnIy98uZ3GMh03eF+vwwU+3yhxmS9vcpL9f7GNy1csglGF52yz5/x5AcBe/R7zZV26j/SMF5AtbAOAtylDozzafza/vWfuAjYOq+W7eOqu43u3I/X35fNNK2tzLKmydc3lQd2pAsDBj+NHvG8G82Ld39DP4bTJFNBx4AgA9sgeAcBdudukVEVA99+/XQAw9L3QB5kCGjWAVQf4KAX04esAO3le0Yd3ntts4YWutl0023vtvv/aGZu6+LZ7fb0AMBhz1qn88q4CwN1AIU9OgIwAf2GMBgAM8Bcg8HoE8J0AwBRVaRwajIpN0lUA2BHArvWb0b+ZFlrpoUsdYIDAjIMF0QcAACAASURBVB5GylEBv3cKABPAoGEvI99mG4T9AeDc1aao5hgQXFmKAO6A7wgAK4Xdtw8AXvIM6ktrV8TG1w8Ao2000y6+FHmpQ6bRCiQ5piJtYlK/aOOQERxGXhqXM1JK0ZlJRzkYjAxmxFS3jVKlT0uL7m2jTFscabxIAwY2p3GO9qdKbakawA8wyikaEqDRyemxiEh86QfPTz96PgBgRAAXAPiViAD+3R8TAL4sAPjLAJToJegIYADAGc1LemTK51tDVL+BFRo8Weite4kzYo994YhyTFVPEPfRb814mcLBgAtUYN6TfSzTRV6uSfK1nqv7YixQRwwpemEgwrM+/vjj6fPPPmtpklEXF2/fu40wxnNmhJ0TiQyqM0OBaSU3de0enJ8Endy3Qlc2R9Vn9PXS6VDEmGflQHBUZJ3wgfyavEVPlkECqfEycpdnpyeUDcEEJWa8raEhKtzXmqCyBdpUCKRIJdpWwowOBM/8CuHmNqzw+eCjeqt+sNL59zrCAQJmRFwgrAH+BsyRw20AGGlRUQP4nqwBfCUA4GsBShAAdjtzeu4IAOYw6eG5vWIU8L2RCvr+6AvSqiJNdIYaM/oERnSMMyLQEX3/yPlHpjMBqADkRG1PjNtPfvzj6dlnnwkg5TLTDT528WJE2p2OiPvrHCoYMVEj+OPo17vvvTddvvL59Ojj34tI4rPTb/4xAOB4X/n8M27wKLZpdcp00Fu85ZbpGs5clYbm1I71tWSk2LZxrfdIuiGpih5rO1pKYUeVMsIU/FIOMskx2moTueMu6RzllPNNp+hRIgQcDCwUfq7f0phGY3Ux7s26bwB4WH+VDQ284rsIAI+AGPorvpKdXBOSHs8yMEob22VW+xtjTBm4bOzqwNWaMWykmYFXcnWO9Ktv5tGSOwKBwU9s6K3lQAQGs1Zwqli4h4AMD4D1wH7fgVQoi8lY1aJhfHI4EQmcdYTB73BrJIK+Fd1G+mh8GuiTU4nYtOHnOjro873IPEJkEi7/cSemgY6sCcE78DdA4SUAGM5AeKOOO2S55gbZBGS8Rr3y7wX4++ijj0a6+zNcKF8EKHLlyqdRJuIynVgQMQcnNqwlZAoBH4OzmOo6Zv1G67hFdlURU0lsSUdc1Rst9wUttRdBGYiYuWxOELY7jKzxruRRTiHtLEnmMaSj+UvgcH/31NEGf0kVwzqagbcpY3jvBd1DuTn6k9f0kw0+lvK4Jb322szx6XVVwykgHLMQpcboygCDUYNV2ZXkkNOdO/oarzoQ+QbHwfxEUfL1RccGOjbLuZkRwNQTC59mGzsArLHr99EorBvNN6Zn7x8km5ZmuLO4YpCd60ozprRTppSxcUSsb3EYAPCmhqpxrGPJmmhtaDfB47aOoF60ty7oPFsHmm+0n9HSKtbztQ+SOlj3Nvrb+qz3EKT6FNSiQ6VwBr8SCCy6VUQwSo+oTtwDSA2NY6gZx5rBRs46f9VU58pgFGvysOBrX3xxXZHAAIGDTsf0+9kf8JqcMHzeCQA88PUZXe3ai3gtzPUqdW9cN3UvKzmnvVrTy3iN9g7SkXrWFe767AyaTnh2lKFvLSJ/M6Ifn7X+uurLK9of2c5U/3cEgV0HmMcZAZxyhAEKaiMdxlKP3FzWpm3tRZi5p0UAJwDMffmYAlr2ITuDdQB4iALmYI4AcHOqIfmXtYPvBwKAkeocIDCiorrxWgBwbOcBBvP+uK/X4bgGiwTEytyb4+174hEAvGukvIK376NIvAeKAF7XU9SiuyEHd/X17h0/AoBnSsQeALD5FJzBxfMVYLEMAGcN4CMAuAz0EQDclbvNtf3tA4B7oIBqAAMAVnmjIwA4pcK2vcndYt9FH979iE05uVWSfVcA4FTLVnUwG3QI4NkokZtibo73AoCz/i8iddPznkb8VDprFIboYFQirExLUGQEKq3IcwB4VgM4gGFFCSvazP+NyudcgGmT5RbgmWkey991pBoKqLwzfa1AXHihDzWADfoiiqzVB+4poAUACziuADDT47Lui98wNFvxNziXijyN0ADoYCTUBtfexHMl5eAAMMz1CYJzA7YDAGZ6bkcBGwC2IjkahQyarS3ACmzOz1mOAN6igM6sc9vSDuwCgD3/O7cuudnqbe8GDN6j3KAZQFa6kIlTV4YKu0wvHRn4SPMJtjHyho/zM9UOFZ7PNLgEd2Usg0eSNm86XzhYAh3ZUDa9bCRtfB4ACBqktYfQcexLFcVDAJjR80oDfQvG2fgbtQcvRr1SAsDPBQD8YAWAr00CgN+aXo4I4EtrADD4UhjtGqgL8KVaPbUrb17iPZ25QGB8XwaANaat7zLTc05MyzQL5RzOsa0KlNqQcfzY8elsGK0vXHgk0lg+zJp28Oh/5513pg+jniqANaQfZPRJRjEPJILxdAQQp8T1zTowrLpSxbhCcklDCo0jsuNq045zbVgRUVlRF/GNVN9lRJJmaZyBmYQGkrV3YVoNaDK6mFfHvdzkRi+6Dv2T0Sz4ZemT10+jQ7QU/cqxca0v7mkzJSr+SltJsxiKPhMEj5uyRaBzgtLwvE/+zuwNsV5CkUMUMOoT3nviWHxXJInpHaYdAMDHwMdjI3M10iN/duny9EWA+7eu35juTQxONRu1hjUum9HmXvwjXXExlZnp3wM+irX7ZaxnvEUXBIAbvcpIhTq2MB4CVD8dIDCAYIzv1aijCf7w/RdfDIDl8Yiqu0wZ/tSTT0SkMEDgU0zBiWhY1AF9//0PGHGHeokXAwA+Hml0fvWr30z/89e/Yapo0DAweAPAZDKLALD6c3gA8BZAjjSUBt0BzMj1YX2g6AW8ImnPxjTVThcIzPqA5Kcpi/kEGSq97tG/GrlXjYYGGepvXJ/Jc2VgW5A+G/LGFNPX5jimlss6Psdy5hkLdht3/bwZYFSakSJJz2v/lBOaIJy1vX0dBaTHwW0b5c/Yb6715DE6ovnJvwrPH6OD6z278bSY0Bst1HHscrg9i/JCnfbszXqTbVKLJCPBCPWpFNZdH2SKaM6btYMKUuAW7t/CoDby6cfE57MPOSrgCTD4gr6hCMAJ6WZcchNOWcGz8HzqETRig/eITg0CU+axGQCAk+PSQScB4AB+AQArBXTo7IgAjvPgrAJgBFFyjgBGaDCfGP0Cz8FtsObOP3J+euLJJ6dHHnmEaYHRB0T8QnaiRjl4E8Be3Aftw984fiP4LyM7AaagzmOWjeA+o6z3ticYBgc6cY6xupg6mPl4hUA9Jn3n0OVV6mUDufdJYH/rwtQQ95fBBshx6ggJkmikNl4GTHBLp4w2cDICwHMeM+c3bshIwfgm+BcyrPPdkXfkmhMjbfup5pAw463WOZyyXZHAysIgYC0AYDplqdaqMzOIJxsAlgOjeb3v2fgGZ3DsYweAlQLaEcB1T1qRjgFkzJHX6Czw6oW52fxp/TpRlwCmxUfw97yeY7zeDrEJLs7Fm6lfvS37AsCa3nJte0Sff4Ff5Xtpgvaq7oN4SD9cQKxs3XCffGwDgzwGKTsHADjlgJazGqm9kp7RHWKTXtlmLUs6lzZQMnU3XJM6JIBFMAqWGmHN4PvI1xwhDN5KZwZEtYfur5rBEc2O1NA1C0Uq6W0005YCxwQ44n0RGVbg9CIQWJm3IL/rzNdMBKsAcGdkfazrHILnFkKd6yG7dYSuf3p/gNtR9vCd85381/fTtsw6GVxMpB/2d6/Dy0wsmBk70yVvbOn17TDD2r5ZtoM1gLPUT4K6An8V+esoYJXpAT9A+meBvwSLiyORoo+1j5S+M8oCrcSkL45mke0tK5HoRQBwZLmy7CcoDFuT655rvLYBwK4LyefmWrcew2ZsBYDBU4NGwWdBt6kPLAPA0HubCWoHALzJbwtZ3fafnef0WzSSzgGY7xvXnSHMv1aaw7Uwyj+fyWk/ENtfvk9fhF4hvvGBbj7rQL328J67e+3fbptv97rbJqO9LvxzBIDXR7pz6KXBaTaePDjYUIs+1+5C2SkeTn/Q+HIr/lYEcKZ8Zgrov7QI4CoNN0catisyVvJyyRBttvS3bE+y4cnu552YZA4cdb1Om32B9nrJUuq8dHhSSQSU7sQbDrP4pNNsYCuUg5SB+B3ZXvEJ3SNwHlwHB1/+He/8DdlaMdn30I7pbGjWkL3fyD0v2pptB7ZhPVL74ez3ArHuBIB5rWQuy5CFfL0nyhydPvPwdO7Cxen02fPTiShndqykgGZJJJQ/TEFCh/+4FjYyZXaJwB2WotE+hPvV3JtwP8JSc96zCAB+AJlhEAUcsheOVLLFoxyjAjXkdJgO040M5rx6cwBov/2WvXbxyW9PCuhtsnA8drgA8JbnbgOj5lJ9awroeMacXPh9yZBoJt4ecPsAMBlIMhIry3hui6ThwvImfZNyBwDYKYgb+BsbnWAqZDSoJxbRBKgB/GUwIkYTJAAso9FcCV8YjaKod2UmQR7t9vTCwmwbUxnlkMoWIK5q+/Y6vwSDM3JsLwAYDCmUbNaBmQHA+K40gGXzC4Z/6ACwjDe5e4meHhwAZjrolvLSAwci1N9tfAvtzxVIKvMrxzcA4B1RYXPKul0AuAletE3EsMpum02lrTEZQf3SJjBJqpPW4v20XVphFGV4aYLwBrRtqdP4moKTOgM2arnxu490pTVYa1/2c9K7l7TWjfvaRObaxYqwsc3DkkYXA8DqKyIkpajQySGu+Sro/WZ8vxn3OnHyeEQAPzL95PvPTz987ulNAPgNA8CoAXyFThM1BbQUFdUAVjS66Fgb8rox9+/4zcaD+DuMANsAYBtjZVgqmzJ0bQAXRkMtla80CtH7HJ768Xr0wqPTiy8+P33/heenxx97jOPzaaS2/vDDD6c334paxy+/wr/t2JGrR5SAMYw+MVVO3A99ZUQ3eVCAA+hLvMQzZGgzbRh8kue7zkP7GIGA6CoaUApIvkKfA/UPw2EjcCOGFgFtGvUIjQppRg+ha/lM3qkwAkYCpXGuraX8DiWKShf67IPJuxvPTmMSo6rTGITNh/qcGxM8H8sza/zS655ONlKqqdQYLEdLsbBxLssB6DwaSdhWKHphuIlnXPssDHUBStwM8AE0muawZiSi0SAN/mvrfeQC4gwe5TH1I+QUQGAA50q43K0S/S6c55CpqnWiFMfoHyLqcewkI9OPcw0h6upCOGhceORCRAs/PD0Yzgv47YswPCJiHcZ4ADKPPnqRoMr/+B9/N/3yl//Aepz4roBnMJ+QcbmRaQyPY49/ep/asXLSwSOAbx8A5pDxnz5eFRyyLmNeiHVXo4T1ezeK4VryAvA9O24MhkxvwhSVUiOCazsGI5bXgmXJTKcTDywydxjULcqnrJebU7DPL9siuyvfnN++rPu1x6xLXPHE+XGPW5MH9cYcK1/RgVnKQqf3FnPMt/hkBSf4dzHWjzqBO8iF3Tga/8ivvb1tAvms5n5ofoM2pYGYbnncDCuSvqVxHvqT7W5KRnlSymI1KPvGJvmcrmNyLPhcFoPRu/huiL5TD4g+9Tvg75wPDx91Z4CUMhDAcCAAOKKAGwAccggp6xEZxyg5RwBnRB2eF8cwfODLqP37ZADAj8YnHFIA+n4Wb/LzWGPX4v5Yv+BjWJvQDxjRme/rAFACPAEoTMN+ggLNIOJ1ShRCvIBriuNS6C3XmPY5GQEWp3tsfK7HhJRXxoszAf5QCFiysfCejX2M26P1bX2Hc8Tvm6tIgG/ymdK3XuJCa2IO/PU71RVWHtBkZwVmdLzr9l5vnD0RS+lwWy253pqRSy3KvY7okYAaAImMpGS5HTorSAeCHqCoYTnHKiqzOzqqP2qHjGbDwIsOYIxk/d9M/Uwdr/eH7U2j1JKhQ8e3cqzNCfIvunjleAfZeQLX19q55lcrt0oZNc5v5RWVR+I5I1FZxnk425Wc3tKm/N6Pz/logovZF4OxbRRK/3AP8qT8jdyyMR7JXI8H+ZfHKOl6OI755A+aq94f3bA5XPGr9z9+WI5Fo/0cxTxsq4PpmHuqIq+tc8PxEwAw+NeJyMpyLMFgR7RbZ2a/Ra1psA3aDB56jQBwpISOaOCbwce4lsFLmozRTLBZ8dtWEFfwaiOHgQ/suHaNmPv6D70nde25TiJX8/JKewzPZ3fwmXsSaYrdcM0IXPFd6PUtBTSvSZA+nWhdx5sOHVkD2HUmCeQiitegLvZVMIYnCKz9kkBg6mfMNNXLCdB5r+wztSZWAODGdzoATF7C/QOcox0BbAAYwQYChL9eADhkMIzdMGozcmklAjjoOrdLWn/NVm9ZorntfGrkK2u0c5Dflzhg00H08OF2Xk9rz9huvIbmtSBgc/UsHzlIb+bnpiy13LyTWx3oWvO4Td16XK6H3+OkGHOuA7X6z/Xk3UD73ei59dDlOW42vpVHdxnSrWbik5kQKD7XAeDI2oOU0Kmv37gefzODT5RBiAwYcHq6Hjo+5B+cPr+4CjkY+ny8cQ7ruNOhHuAjZKD7sJ5V8ZukO7GotbXUI4B5mj3Z4ot0GDFd2RslS5oOib47G19uDLzHcbYMfDobhrJcAFuJPVrszVBax0AwZSBB4ASI85NgL51qBf4SmyFQLLAYgXtzAFh7aXaGbXdpsG0AsPny3MywDQA2DSobRgLNcLB64MR06mwAwI8IAD4ZmesEAKOsjPYMDFhM0QH9Dd8hE3EOdDacb0dU7z2Y0YWOqgkAh/MfI4Bjb6vPUY5uA4A3bM2SpGW/nhR7BADvx/zIBwbptWXNbd7y0ADgA+JW2zq3PQX0THH3jbYrOD7rkAHgGHmlTcyoqrbp2lTfOgCcEXAwHDHKFJGoAaIEg/kKDAYpoOOtSAJ5nfQI4FDKyfkLU10wMntD4V7b+CIAtG/6uQHOzSCZLYEsR/XqUx6/8ko3CHzv/ZGmrKWABkijWi5DBHACwEoHNEYA9+/dOEcjFIG3w4oATkGvweCiWAaABbBxo8mIiUwDzb9BL3sCwG2wNw3Uw/agjD8uGQHg2dzuwQIOAwAmC95h3OnCTUJ9AIBTULe1uKXdEuMrSgHJERoAzQR9A0q6FfhjgwfTJ1JPKFH4oCHSj+iKBooEemE8owENABKv0TH33UK1GcVhYMsNimwqapeWi2a0A8Cuu2oA+J4wfpwM8OiR6ccvPhcA8FPT2ZIC+uMr16aX31QK6Ff/8Pr0CSOAwwBeagBTQcGmHDWAQYfe/LfUqpnGvClA4CtO7YeUX9rAdyNQesbR25tEWPpupTgnbgYA1+kUSCDjBw3P0U4Ag88///z0i5//nLVYkQL6s88+n66GAotU0J9E6spf/cOvpj/+6TUaIqvE6ql0dD947OH+NhhRsTMADD4Tz+oGYtEiU+9QyVNUFRUQ8iMBxQ0Azo5w9tb00sYv+oKuRt8u5zRmS5sY025SMYdaZs68JsUD1beN8OpO06pbiT5nrG/St0DhXCfoH/oPI2/87QhrGo7UwlSoQcTljYPNgGf4Nu6B8SShix97LBlhn9/RIUSd0UCHMc/0z1q42VP3cUNB2cbUZoaUIQ105+F9U+FJHA0z9Qm8Kvk711P8h3E9EVHOp6Pm7+lIAf3ggw9GPWAovsdEK3HeuXMPMVoY0XgAkH/9619P//xP/xKAzGcCHbjpgwIQMnOmgpEqub6koC+/MC+zdTc7cSkF9BxI0SW9/1ifI02u0Wi2MemEI1/0Fztj9d/UHWZRyPMMtBOgAr+hjO26T0tV6JSuNnzOAGN3288i27U8yrXDc1J2rhkOlmWYed3agt9Gj3jmjCbL6YpNXL/vriduaon95mvy2MbjTTroNFCPzdNDdx4wfxb4Scwf5KodoDjPNNGLyswvVoasgoC8gptg91K8RzI1I8vikyMIns7oIKQ2zvPMq9qzPA8UximDvfLyNx3ox5nOuR+TMUFEzJWX9/FK1SGfL5nfW697t2YRAMZNunc5agDfCkMOAeCQY3DugfMMjc0EfxGBFEbvGFKm1cTzDAAHnz8fvObJJ56cLjx6IVLanyQAjLeyWUQ6aADA0fIT4ZzC0gH4RvmGdNARDYwUqvF88Cty//jfnvA0OsXvNva3VKFp6Pe9BDLgvtIfFMWfjlU0HqRRJp7tmMc2M43gHbXX13Fds5JJK4LBazxpjoY1L+ENurOTifR3Zd8Av+uRAOK/21babB00uSmqb7Kc/L6uaPXasj3FceNbPretY64pP0sj13hrylWDuwZ/DQQrGlgOOfot62eWder1SVCFc5Trjzw3AWBGBnbQ3K2xrHKE3RLv0XpeWfi7fubFW+Rg7s98G4GMyzfdyYP6IOcN+nMHAJDDM3Loritz4ocmzMdk3A+VfayoIu2Z6se8zfVelQ7UYPDgkSYbnWhKk/1pjhfHI0/i/ibHI7lX+67prLwub56PbvyxT0oZkFFvcfrx+2AMzNTQjAQOJ1gDwUhtzuj2dDaUHpHrIPVo6P+qBwwj+FXpmMHX6Mya/MzjbtVpAwBu8y8+UOXzMP/RhW3g8RpJe13TmqDFP/AFjcy4w63nqY6v38oywFnnbxm5m/oSdHnqVnlN3wOqvmRPBQ1jN5xx0+idoC71XoPACfY6qsmRUYwIbhHCPf007tcAYDhfZhs3x8VSMg364D0t65uCCljTfIgA/iYA4KivTuAXADCinioAjH0OMAY4y0k3cU1g2hwofr3G52sTA2MJuIsR3tlx0f4yY8Svtx0BnPO71LrtO5Q7688dyZQ7efSK6uFb3l1gcqvJ/U569Z279u6O8yoHT5mwsjubyYX5XaSbxNupn8kX9YaavBoBTAedGQAcJd7+/AHgtXlIZ1wpIqnY5Nhi35jjLL4LBlwcG2OcUf6syeKUp9gHNcelkJnICNccnRjhC31C0b2MAM6gvgYA4xz/XgBgRPwaEJasFCazDABLTkgH0N7j6wOAo/xeRACfvfBYAsCOAA4AmPuCLHdgnRByLn47xmhfRwCvA8At+ncDAM4gEQaKSHYygIW2hJxa2BY2NCPRhnWmqnEfRQDvyc4HWXZwaX04ADAascJP9+xGPW0rALxmN1gzmA03lraeNVW0Kd43BfRiBHAajA4GAGc0DAHgBB0BAEc6gq9YAziMSACAEf2L76yFo3TE3C545+MBPxQAWAxYALCjfwEA9zq/rEuVdSMNDOM3RQq7BnBJAQ0AGEynpfozEFzT/xUjSDJ6RZ0dRgroXAz86NuyzRrArmmYgK+B3/wUIDymeZB1oG/cBhqfbQibfGva5bhh/EsAgEeDR0bwrew2BHXlhjgNA9KwkM5YADABXm/Y4gelsgBdeeOWhkrSVN/YEQTmd6Qyy3NoJEljCNtkmuyGQ9lTqjEY+h8MACnSYFCONQAj9q1oB+oAowYwAOAfvvjs9P1nn5zOREpobDJBNQSA33p/+j1qAP8xAOBLqgGM+91CnZDwDGTUIgArbsQTAGbqVSs5+rsrQbl5dy2nuI8AYNt80uiQAHA1UMoQVhi4NdoFcANzCUUAvJNKVLwBnL30k5emv/rFL2jg/uiDD6d33n2HI/azn78UQNvJ6R/+4TfT7373++lS1DPEda7DjKcqclPe7nAkgfEbBnOmvwxjkOsWS/GWUZtpXTHvNEqjdrIMIkxfGwMt4/UY+eseegvNzwW5tQagNRnHa1bWv0zGo3LK0w2Mjg8MUhxf2TgbBl1ioH4KjI1+NhOWVStBUlSEKefUDv6N//w3LeoiDMwn5yLrtYHWABbgugYE2UCd56PrrjuWFvDksbitgW51a01eL+sFM0NKk20apMF7cKDZNG8241+/e5+qHGjzi8zYAb6CdQYe0MY41jJqcCKV+cMPPUz6euP116e33n6bdIa5ke6waezbnMzDBYB1/xWiWRzUZQC43aWAGp1Pj3K50rojlBQZrhRBeNGBKo3ddFAwrWDJ5iRwPTLypEcuesPmpm8Y/0Gqafxtn6XNdU27/aMuKJ1vcaEvE+H46zcEAG9rmgzKu2hg5HYdiMJCEnDVx0STRAC/GTp7BLhkSOEVKSOVRaC0NA3iulc+Jw+7prd+zk1yfHYAGLWAOwAMAT/Oo/gVXQz4zM4rfJ5T747H83zyO8l83qcJAf1haU/wpfWpmlu7AVj3F00x60bWsfwSAHDo79DdwVfgGjIHgLFeBAAHz4EOA72BTbtvOhc1gB9//HHWAIZTCgGRkIHQicG7r0Z0HLzXmYkBaaVj086U1nE9ZCoAYqwtzAs29PDYRjNvxDXXEFWXtTUBqlxH2mikj8YeI2WnI4kVdWc9FX3UGkwu2z7TvNGGi056SVf4m8eTJxNMSFrYCgDn0PazzfUl+2eLk3LK+zj1YwSAM2HKkpjfWGIGl9zWnOEmy+sFrvOppShAe0GV0LVSIAs9K/aRzyvOik0eW69htK+jfuXUpvT8PT20nB29VuWh3zNRiZCtX2mcUi+CDlXmhtK1K4u8rq4/reeNIdvvh3bx0g0sn/robciA8pRFwHN2fGzUnE/0NnwrAeDc47gPnR8b8E3OB9rJOdqwfZC/8mDjlZ2lzUAkkmbyuaI/gSeR/vPCkcfO5SloXLLDjgpI/ay05hFZEpHA2A+dPnmKqaHBl1yKx2uOOiX1AvAlRD9dJRBsngXHDmlb2W88El0si64Z5zl42wHguV66j/2Id025e5gAMHsGHsI9kNMwy04lnV2Rv/CE6ecJUBAIrGhfgsDxdvYHO+/IaB06PXSvrAHc02OK/zv612n0twHAo61P8pTwY/IPA8BIL9kA4CwNphTQ2G8spYAucpljIqZjKXxnKaDXAGDx2BEAxl6gGK8bAJxdzcWptelFcrvMcT8Wan5cNZJ6Zc7A6s2207cA/qXXHWjOOzt2RzJl5923nJC8Y+2MuwtMHgHAHve7O86rs0vZsLoftFxZubzKGMkA8Sm8jwDgcdAWzDHlhCMA2Po+9YqZ+Li9COA7AYCRueUkU0D3COCaArqkNxciHQAAIABJREFUf54DwEwBLd1vAIDpTOW99dwtrpOCNbu6wTgCgPcUcIMsO7i0/k4BwM1ms7DT3qXA69rc0hcvaKfAUZpCgQiMREtDpfLCp5f/PAU0iNub9VqnaWHuutennsMatA0ADo8SAMAtBXSmf94AgGFoSK9WGxxWAOBqIJSgLQswNzHDBpjGCNUAZgpogrtzADi+x6ZOALDehwYAQ83HxmBPAJjgTxpVRqXYJJ2LQbur1n8DwIz2bW8DbPqNNW94DKBaxsQNRmRteElRc0MslYGRQLsJQiRYjx8cAK731hgsv2JUFtZJPbeumZ3rJw0Ouv4AEcBpYMBVHofmHz1rO4zE/s8G6mbsHgBgGEyxQcs3DA+k34ySgDDiutSbYHEIIwknZRNphoo8Pgifupkt7fY5GCuRVQJv+I4I3jDM3YQROx5wHBHAkWL2By88O73wzBPTg4wAVoc/+SxqAAMA/lMAwH94IwDgK4y8jxtwI3/zRoBw1xMAJg3OAWA7LdhLWwZaOipwk5/pv2CQzU0q96kEu5KmFSxbum1iSYOcaXhOy8VoyJqDwR9hiH7pJQDAf8W18+abb05vvPY62/Qf/urnYdC+MP3xj69Nr7z6xwDR3po+D+MOjECKJI7kB9lefD/94GmmkD730EM0UCMFJqKgrl7FO4xCiDp1Wuxovo2d7rPqTcHwLcNwBzNlKPerdX1hF1qN1blgxT9yiIb1jfU8mH71rXonmk/w9wpcxg9zATwCMxll1WhZxmDW1gg6Y73KBMDlaCMDirtEkz0NSJlOLiOBVF/RdmkBG07Bg2OMuqDhOlet+WxZy9z0LIxJTXHNqwcFZY1XbcxKspmRQTQZzj5WZSf7sGKhHoyozSiqOUIa1RtwusqUqTgX4AoiV+CIcCqMlgA0P/00ah5HaminRcZ1SLvdIxyX+iazzPJLoMHqRhRjV0OBdg3d6vF1AHj7LT2mpN6kZwov8g2sO4wTHDVsvPU60BhhHRo0FCDMVxo0abDMdV/TQ3uttFRO6eRi8HfeZoxg0wvzGaMsU5u3jfPWcbirAPAOAb1GObyMC3DhtcMQScYHuSVgLydlQ2dxNhaMZS2nwO8NcHIq+RzeIis2m9ZM9w0Mw72UAhpvAMAAOsFkxNfay6hs421dk+BdTVqFX3XDcaMO0qDTrYpH6hjt1uBT5g3kc+Xl74xYs9wUTUmmKhMGI4CRqo0AcK8BrNqDigBWZgpcGQyYNZOQfFG6y5mzZ6cLFy9Oj8UbGQjwMKSbx1zdiD0IUtND/sFRhTWbIsoOIAvaDSAXKaKhs2Jdsp5TnMNjwduQWhXn4MnYz1yLaGGmmwMonNlGIFe578kIsnmUMOit9d9/U2czGCOaFM9XWjodTeAiCZYyapdy2ic/6bWR6kDzMr4JIJEzib8jI4aimaljQ+alLFxeNcnvGpuK+5meuNxGiqbul+uwpWlt/exPaLqBiZSfPQKY+xjwyaQ40iJpur9bKv7kq8ig5LrAXY91dDD2ZcrW4XtYH7FDnCMKG6hHWZ8AcKH8yketUyyN3V6/zS1c5SLvT/2TjKzLd3Wf1p65uY/pN5rLU09JfW77baa3zO/bgEtxkDbW+rYrAri3Xv3J2L1sam1XpwPThdegKKZmLNCzk0EVOmp6nI/jh0aP9X5qAOll4Km5jpP/Yu1u7OH4W671ZBRyRFFd4FOnT9GpBc6gx+I7S7Sk0y56L/uISsogSsepMJHVgPWA4aQH3SOfYr2SzaQSUPUV/ThGAPfjTSKUJb1r/+sZuysAcONN2pu1KH2Mh7MZuP4vdfccKwPAtFUZAM6UznYUxjkGgFsKaPN57N8CAC52kNsHgM0/wXew18r0z8gohwhgAsDYI2f6+sxioBTQ1g+XAWApDEnXlU96zlNub68BvAsAFuCrCGADwNItHHzGvwtfOgKA9+L8qyftJ1PWdOQVAbFPk2a8fX7JXB6Nx+/gubzREQA856X7TNnhneO94Prea3Aqmj14BIAhkjoIvBUAhu2FEcBR6z5Lt8DGpwhgOGT+uaaAXpu5IwD42wkAKxOe0j7vCwCr3i9qADv6lzWAs96wdrjrljKtSO8iRS9HAPCeHG+QZeZt266tfA9uyFteW/Zs4wYtN/1bm7zOb+eX3fN//T//3/rZcWSt0buVeEWOKToso38T6CUQnGl17gQAVnpE70rUNdkf0ghCr841ADiMR6wBDAA4jPBbAODucT4uHD3QBvIc2jSANIthGjMYUenRR7sJAGcN4AR3BfIKCGba528IAJYm3knFhj+npOtH9gWADfIm6Guwl2m5v60A8HyB7wKAtyurdw0AHnZJNgLmHg7GkUZzs6VPPlIMxaRlp/8C8KA3vXNJrxnxG91E1GeP4HMB+l6YngAwBZQ2eaxryugKg8RqlUZsNBY0o8pwTIqf6j1h4xrG63vun27E3zfidxhgH4kaoi9G/d/nnn6yA8Bxs0sBAL/69gfTywEAv4wU0AEAKwK4A8CIAEbNNqZfZBiLjJyKAHaa8p4eTKAlvquek1KadwBYfEjH5eRgY1HyKLKNrhwLM5HhtL5opMH1MlsTAIbB8Uc//NH0i5/9jOkJ33/vvem1116j0fnpp5+aLl58jO157/33p3/9939jSmikhnakLozbMHRD6bgQ9Q9/9MMfTk8/8wxrJwL8xXXvvvvu9O4770xX4zsjzzDmBjTtrMO+C9jAOXjmdRo4IhqLBofZemjCc+Sh4tXuNf7oKegaQy+stfFVsV698wb1k7/X3UXKMhuS2xP9cLcPnzQ+iC5pOIPhOIEY1bt1FgaBCXpLFil4QMbxloKu0bp+U8rojBZO0I1Gc/5G6lHz5oY2yxq3eWZVvSMAeKA8m8hNr5UXzo1/w4WkhZpSPC2GogeSeMj+rMvD6HL2Qfd0umOPG1OvxmGBI4qSXrVWy0Q7NqZ9+7YDwJzsZvCqjjg4Qn4bdIeUek5Bq0h90YnSDTltqZwyXMuy1Q7MdeLUTRzjope5hql1NfGnNLYnLfbh7HzquwEAr3vErhDMrKsjX+7XgKbX5T6vEtmXV3cS6PPnNdD5ji8gD8papM4SQBtt46duQraj8QwDHZ7DBH95MWoZ5TaRFteyrtICW6N2xQ36/UV0+Q/b4uPWG6VXKJ1Y0SXRtuyY17u3o/2evrWN3JQ+crYBvaZjKGoA30LmnowAtiEZtQaPAfBADaXwlgbfIYhC9+gc5zjn1KnT0/mHo+74YxenhyP7ANaLDPs3Gd17JQBgyFvIRTuoOALfEcCSdfcRdKGMjXnCbwCH8YlrMccGfwGwMMoOWTlSpuAZSCXNOmTxZjYSyARtLDQYAGOSBTMbB2RZfvJ73fBTjkiGSgaakioVbtKs+bDolQ+dE674AXm4aRgnO6OIsjy5jrGzjDD9tuc8J1lii0K2r7O64ZgtSjlXWadCfg3v7yxLcUGDfylLpBfoOaJDrS1nrzEJJ0WwTxUIbmAhI9kl31VDOGveMyODyvaA5lrdVTybc4Dn628+a+gr5qWsqYXjW4ZjNjoH+JpjWK84XAC437nR0zDn4/E2JIWXzcfK3zulJD/Li/cDgPscKE1/p8hqP5Dep+MCnZPzJd+SE/RsvM3TyHc9z6DX5HXJ/ywL9BXGoF4JtDkStmaZ14qq7Tze5ip5gpwsQg9PCcMac5EWGs50D54OADiAYIDBigQOnpiOYlpLAiuZohEZCpL/EARGSSzoZrneTakt7a3HPj9F4zUF9ExHBL/aGLay9mf7Hp96BABLzg8vERkpiM5biwAwMl8gS5aOKwIYnwKAk1CH22rfkTNd6Th/bs4gSed2lJHh+hgjmeAExUh0ZsRYSgHtCOAjAHiJa6eIPwBD3//UNr1rl2xzkN3imLmzBTPePp6vPe+CoqHT7uS5vMERADznpTvn61BP8NzOmdjyQxYzRVjGgBwOBACHs3nIN9UAjk/IuAYAy9Hpz68G8OriljNuY/GpyKQsOUoBTaWsvWqpR+uxmzWAewTwg1ED+MSDZxjVez9qAO9MAe0I4CMAeJViNxTt8cxt5TgPlYXVmw2ybJe0xsmF7wXv2lY2YmubBzk4u+/GhbvaNV5wWwDwbvAXD6kAcIIlARqAGR86AFwGWh6b1UAwB4AjYoCFxvcDgKmitPuPm/ZF4ZoGGaMaNCzEidsBYKSARoq5PQFgpl6Nc1vt3wOmgMbGbksE8GC0Y9u1mf3LBoDTA3xlpda0i0un3FUAuAgvP0dRNqOvj4+ZROcAcCaJlMGxAMBK0aQ3vY7CCMZC9TRMl+9IT4Ei9fh8QLUKVNAen5m2ItPsNQbejMIGQEYjsXQWGUsQsQSzBBLD3goA94sAha6H0RZC99xD56Znnn5ievrJ74Xn+3Ea6vACAPzHdz6YXgEA/CpqAAcAHOBxSwEdtUFqvT6t23in53ery5eGzsG5hAbpBIDTgNjnvvM83K7ajfSEfA4NuWm8bIZV3QXGUxikIQuhwOFZAoB/OP30pz9lM996663p1ZdfmT6NdM/PPP3M9Oyzz9Kg/cknn0z/45e/nD744H3WSMacAXhkOspQhLFRP3/+/PTCCy9ML774Imuw4lm///3v+X4toooxR09FnUSMLZ6LqKjLly/LoBqvjz76KADmywLO40UDMPpDI0Hp8cbuM481WdWNt6rUtRwBPEQDa5bS0DoHVcq20s2gANZr7nWsKdc8iN468FWNwqxXlTXYFV0mwzDc2buBxNtZPdi2rbr27EBA2UK60mevKSwAWUM4tzj2vo5GVukb87M7Pc7/WpZlfOJM+WrjZX1mbiAqt3aazP4TLioAL8dEdN2j3tQnGugzs4AidWRAB0iCTwHCqy5pcefvMgDcx70CwKQreHimhyj0m+usrZPlLZJO+rhpDAUAKzLYkfukx0Jz5Dv5rlHANVW0Zq+um/636bhxbN5L0UMyUo4bq3Va9APWadKg1to9tpsYFCF5O685z9m4xxYjFbni4oPBa2Z3ss0/eWfnG3KwMQhlYKJSuprgBwkwpoNhruXGe3hOgrJYW/ndAJm0BXhtZcwZp89z6Lkpc1pkt3pDxqD1nmse38X+CyCSw9IdOPtYNN7jW/E+SbcEGBVJxZrojAAON7DMWCJP6IwAJgCstdPqc+Y4IXPF8eMnIkruzPTQww9FNPAZrheMOXiS0zijVahbjprlAHlxHWQd9AWsQZZRCH7EWpxZcxNjygi6eMG7Gy/IW0Qtu3YwHGCQ0h0AMc69FrU4kTYaJRgAEKOeVgNQU79Q/Xeli+YnHM6cqjX3GHiWgGPJ0BH8rQQ38sk+V5pDXrcByuT8VbTKYrzJL9UFtpNJl2eWq5VOK/2LZpbohGdlRyQrpWPcIq9R2laK7vzPd5VIFxFVPtRSNqeDmmXmHKi1bOW2PdekU0izPhfqAwcAzE8DwFynSbhtreUaYtdTJ2CXRl43B4hvm2HVYZ3/TRVnZDxfDwC8qVNoTLOBM71lrn94/6mzUzfLi3cDwL2/VZfz0Og2SZ+e52xbcrGy/y1sNm/Q2a7Wh6YfDEtONfibtMj9lI7pP61Bt25YVqaT1jYNEPWhZouQvqrrUhOOvyErAMDBaQUAMPgX0kIr0kRRJlgDWkuhQyDrWrwB+rIecADBMIxDv2B/cm4oGYruNc6RddJxrBv5xc9rAPCafK2/031Li3ygX/W6xUdrPMt5tQawnC51XMD5NxEBDL4euqyd3sG/MlpN7VLpMYxV40cbeoJ52hwAxl5kLQIYtqIEgKkXNOHapoiVaiyzG6/KBWqabusjdZLUMysA7BqHRwDwGiP+NqaAxiLfokHz0G2CqTPePo7KLgD4Dp7LB91mm9em7jv8+859zF3pW8qljc3O8sMODwBW1oUbiAI+AoDJ7zcA4ObNlvvAxtvTIdiKzVENYI7fGgB8blYD+AgAPhxGsgtj/O4BwJBGtymPBvm7Q1Y3q/h+83CXAOBUza1sM2WYgN8BAE6Pe9WjAdPeLwW0U3K1TeQMALZhUzVdKgCM2ixLKaAVAfwVDM2tBjA2V/Kt7ekjx027dhzegGnAbSyXZ76+a2O4GQFMj8yWAtppnrdHAN9HJR+G3QB9s9ZL+0zDH1OUsiYMNgWKCLLxwgaRbxQAblGWPTU0jVY06GQa3r41bsrphhKT+kWFj9oMpT5brzlYCmgrL30hbWM6dw8AxsZ7ZsQo1qG5AWcAmmMMa8zcCACHOaFFAKuPDQDObTUw1FZnwCknEuA9dkwGTIO8DxxDhFr8FkaGY8fjHccRiYP3AwEGP5BAMCNzWDutA742bjTDcQ45t59pOJYRAMBvRMLGcARuO129HtE28UdLZ/zExajrdzEMtsdbWgsAwH9658PpVUYAvzZdSgAYYPKtuBFr8THtvDbmNnw2R5KMlAN9mjYbaJcRdDTOEvToBqJmYMl72tYllpEbH/KIbtjgLCfPTOZB/iX+EUab4E2IAvz+978//eTHP6bxACmgf/e7301XrlyZfvCDH0w/DHAYdQ0/+vij6b/+1/82vfPeu9PJMAZh3EH/SEMJIzMUQqSJeyxSQL/44gvTz372U87Zr/7+H6bf/OYfpz/+6bWIkHpo+pu/+evp+eefpxH8g4gOfuPNN2I+Ix1mtOP1qNWK99UwXmM+YVQH4HTtWkQQALDLuog2lKMPTOcb/F7AlgxRjkR0elr/1qg+jTdzkda2Fzlm5r0CpprdOGm7emCNm11NA61LzVicZmNOKNdQA3k1FwYVZOCjdU6GP/ZLbyndoPMCELs1Im4Z8NIYB4N5q7GYtFHttTQQFXkzAMApZ3BcBsgyWoX4uqF7OZp2U/HqIGG7p/u6p5W6GV41ummyA+CNlNACO/CrnEWUZpVjghTtjPgToAJDk6KAl140Ua4cgyzf5Of15MNJAd3l/0pDtv7c+bP5AgCmDugKpEKK2gCUEiTyDTcjm2R8dsrTJTlRDeKNlqgz5ZpsvCgNvFwi3YAq55jukCDelRkPvIEsxvTUiJLFzg1OXnGVU/bhujMA+PYjgOf63cYEbgGA55FdfW2J57dXGvcbD5k9xNe1z7aOdCJvJSHBIwKkurNEo6uMyG08ywbf5FtNW8D6c5t4W8+J+FtyST2TLxuKcdxr0IBvRrpVea+mNjCk03C9l/Vm8VZKzTScI2rtJh04UVPxZtjMISOVrWQAgENnaU46fKCeCecwbNQB6p44EbIswBHV903uRAcVZcl46Ny5iBY+xTSquJYp/psMgyFc+ozemaYbBhcYxzNley99EwapTAF9LPgcjOV4DsBkyGRG37FvoZNwr6SyDwCPqaOAVwIQRrYS8MQms7rDlLSLjCBu1DFfa51PGpDiyBt46jM6p0Qdwe3myzR+s/w2eN1lmfSjmdQt3z3u0gnNi8ZHpEyoe8qWtjX5Evuea6ItMdGsDsyjfCmdh64MQLDXtmk1jWTKcoGISkWakwbSobbtTbnnylqdHC7xYy0XG5R6D6vcbet5Nvp3/DX5d7tPG+vlO1s+rBzVcll5DbpJoa3sfuEpMRwz8pzrIKJRD53HUb9gX01Npqzven2Lns0HKy193ou/9YeP8tC0YcBZCQTmXRbL0D14LHmw9AkBvSIjcU3+WTMuxPdGs15aw8BCoUvJyeNdj2nzw77rd9AvS0YE7zkR+vip0ycjIvgEnUABCiNTAZwW0BClK9ab9YCD/3wRujycUcBrGn+JWztjgad7nKMRAPY4NNLA9eukMoC6S6ftCwBricshBP8MADBLiHQQeASAVa+bsdSl9q/2IT2DHfnalhTQLPmTKaBl7wqezUxJ+lS9YJcUkj1MzpCyeYj3pLOaFX9Mfx0U7zE2IoArABzzizJHoLOsY67U0HYMS55Y7msAWCQsftz5lddXWQvpqCmgVxHAcDIwAExbQMg47Pu596fTzJ1GAGMBbGE6W2jsoIeqXJxfixZsi+aZ86/x+u8iACx6uK3XnH6Hm+wCgO/guXzObRrcb6uj3+6L/uwA4KCriP9gaaib0MnhmEnQN/gsnWrCqekIAE6ilA2qLeEEf83nvysRwAwO4T4i9Xht6MibvHe1bmXAm3bTsu+lijBjZXdSA7gBwKfPTMcQARwyEBHAyhak8oiWqcgmqAwZYwTw/fEbbem0nyP7a8pLfG7UAD5KAU3Ovm3zcbdY8SDLuh6+/Liut/M4deDblEdUbH3t7L4bD9/VrvGCQwaAx4f3FNCbADAVaad0SwCY6aD5jhpfW2oAQ5Gs6fAGa1oBA2xYZ21ZAjEwoAAAjvpdrAEckTRIAU3wVwCw6tVmCrUGAOcMzpWgYm3o20hthga/VHwfAOBMG5r1WvatAcwI4fQ4vycAYFwHr08DwFD2VZ9yEwBmCs62ebBhTLVjtLON34D45TkmE60zpT/eVIoLUSaQlbsv9r/XAFaaZ6Z7xlwMqZ/9ewK/mbbbc5pbX60gv+aGjPK7EJKZRSGPf1sA4Pma3WbwELPr9FeNIdqkcXraazB+NLGIc9KIYukH8HcmCQUAd6MKAeBM4dyAXoC5IZRORNTLcUS+8A3QN4QYAF/8He/jeEPYEQjuggxpGbF+TVfdWKD2VNk8GBJiSgHa3owm3gjND/aJa9cjeiZq+KLVxwP0vXDxkXhfoFGX4GL8funza9Nrb384/eE11AB+vQDAiPZBDdYEgIPfNAAYJEQWkIYNRrUo5WqLlGOaaNX5JYBVwEPRqnmeDNf11cAM0zE+c/34kzSMNdeMFnoWFIUnnnhieuG556J24TkaFQACo2YvInmffPJJXvdmRAb/8u//nimdoVQwFWb8p5ooqjsLAxHA4u8HAPwf/+N/oKHol3/399Ov/+evAwD+E9Nq/+1/+k+8L47hOa+88goNSKcjxRxA5w8++GD66MOPeP+nnnqSIN3bb7/D+z8cKTbxQtuYIiyedykihi9FWuoHaIA/RuPHF9evRbrpa0o9F9cB3IIx3CmCZc/xmk4KyQ8f6+ckYIlr6roAXS+zBdH87FjldQaAyyIbDJgGengNwd+SMpJGYPFJGexKRBHACIDk2b858GZDuuSY6Izj0Izp7mBxLmo0RaLSut/Yu4OwunG60uacFxnw81rIWw79b9dzDHub9DeJWP2PdzWiKsJd/cJzDaS08bCDRQLEMLhvGMr7pODuwzrrX6w0rRPAYQHAbvsgr1ZaNf5sg1s3phpqc0QvjLowSLpsRksVO4xBv2vDG2zM8zwYyMAmJQ15BNaTVpoBtQDAdU4qPcoo2umSIMtGf8dfGo+rP2OKZtHd42yZhy7P4ZalnbQnnqy+lQZ6D7k2Rztu7PS0a10eHrVl02JZl+pWWUcc+WGJNZHfFqMO46scBgBIqdYfAU/zoNwIdx1vBFNUH7grFN0Q7NWrY37sTPEom3FN7GBg0A/ldx/3XUY+ob29fmtkAqHMmrmqXQnDOvR56JaQ9gDhCADTkQRZcpQCGhka/HjxaAF4dKRM0LaCKZ4DGLThJHU89Ancj9fAoJAGCNcGNvjndOuqFa9xx4tARBovnLpdEcD3kf9BHqsesNYRa8NjT4R+JgAMgPhayMhrVz9npJ7AYGVZ4hvDm3rE6CwheTESkIxBlnEb+ueM+kRb6eiUN7L+Nqf75iBC3t2jgRkVPMiuCghTMkjlqe3SrPmJAnByfPxJJ982bgbIErvKNaEMMpaHuGMHmjMQuA/PsHfoa8H0zPVE4w7WmJ1xe0kU/s79aSkTYbpvoEqPuvCDN+SuBn1YYvOxvp3vwzhs40fJO5afsaRT1DMLeJRdcP8a3RSdgFcmiZoPtnHB9Wt8I3mD2ESCU2VCOXu8oQyGPKvwFD1LDx7Wf7uf7ov/uZ5LF8kF89762c6DXccjTISUu3jdWwBg60W9270OsBpTntQFlriI2tz6POSlxvrI1M1xAvT+E7EvQgQwHDhPBy87GXWBoXujP3bKpwxHFDBS0SMK+Oq15K/iL+gq87EkTSQXX2ij+Uxl2uokx8tzPKO7NXBCxt4yFmRlRRbiO2QWHpG/82ietxEBnHqzeFRmb3Id4MJXXPe3lQHKSF3v9VQqwLWAex1g7QddFiiddbIWsDPeEPTNrA48P5/fAGDOn/pIO9JMV9E+XlFadGml3lYc/WlT6gBwTwGd0cF5fg5Tm8NusfI6IaH1tYd9jeefIjVLjhQA2CmgQV/HEgCG3LwzALjrDKN1oJDfXfjzLwsANjUsKbujDDzwUJtNrlw41g6vJ93hc8V0D9zcP9sLyPNWelfFzaEOgGXX2oPHh+2OALYDD2QXgkG2AcBOAS3Hm7/0GsB0BsolJR2o7/2+SwBw28M3NUl2iwYAU19T9jj3U33v9q7DBoCZAjoBYOpW6XxdAWBKa2bEhN0cttDIKhWAMZyPXQNYGVpQD1j7V2Yagr09rnuAWTTxeQQAk7Nv2bscKgurNxtkWdfLl5+Hk8d99585ALzZ4V0AMNPfAPClsUO1AVUfcBkAbnVHM7VhA8NqBHAaLbshwnU4lT7uqy/DYDQDgBn9W6IJlgHgzWn2Y8dNyZLQm5lPwIzojSllfRkADk8Q1gDOiGDUBebbhoUOAON6enxuA4CxYAz0gjmmx/oSALwISBbDTB+J3QCwgIOx9q9BdtVHTXA4I38V5ZYA/ILGIgBkcy40B914vrQoRwAYEmTbIp4fEwi+/NoEU+fnzcd0UHVnzGwEeUdm1495YzRq2PU5TSwWA1RHxdBmGTha1AO8j3Pv7uhfAL8QPorkBbgb6RMD1D0ZgO+JE0g1higagHkCex/AOwBfgL4AgHEuvuMN8FdRMjY+ehRy0zkDgHFUNhZtieGljMAXAsBR/PeLAH+vBxAMD8B74zkPnX9oOn/hYRps4QQBKgIA/HpEAP/h9benVwsADHJBBDBTxMCYyjSzSq3I58mqILAtDZkt5aCNmwblMhLOxkvRoYCtDtpXFEBEAAAgAElEQVSxI4pEtLHCtJyGiQbs5XEZ72UIkPd4pLuOH86cOcPI3eci3fOjFx4lwIrIoccuXmTf3426wH+KCN6XX30lUkFf4mbdEZA0IiVogw37448/Pv3wB9+ffvFXPyeo//cRAfyPv/nt9Pobb0wXAgD+m7/+a9YWRt/eiN9effUPbM/Zs2ejzthp8u633niTv7300kusP/byyy/TOPFUpKTG7x9//DHBX6Sj+yDA4vcDND55EunpTrE2y2eRWhpvRB7A6P35Z58TJEa0FMZAht+khjTkJVk0408zAJkPcLT7a9d2chsAzGvXIk/joJvG1ZTRvwZ6Db6g2ThPRhQABBk9hojXwliqLLFxuxme6JxkHuf+JY1yQHrUg4oJ94gnjYQNtx3o6aynG1p4JsZ9Jkv9XeNBFXtgcxh63W9ttEczk5ZYn6VmhM27jnPq5/Vnjoo8ft8CAItShvbWL4cJAPf79rlae7AN05vXWGcoEcBzALhFjRQ657wlr8n5kBHb49a9Zw0OzkEwy5C5YdayV+CL+ZscXMzn6gwIKC70CoPmQDLbLQ/j/M70y9WZNPHos8u2/HuBBAwKLN4yxetSS0lRd2o8IVPIJ9O4W+ZyRrHztbLUXq+hBkYSrJKx1vX/lL1AEWp6YHlq46/iZTYCJ3fgd4HE0h1G+3wFkJMHkO/p93r+xt+8YX9KI9nWRNwoBstpSwP4hVH9K0YAS18M9SJLUGS0EaMzO+ijR6jvyuJQOUJ9dpargBE7ZCJ0F2zM6aUNnZwb+XCCijrCjA5G9HBmfNCaKvwPPJR9FyEZgPNexmuHtJptBU0pe5GcKyD7AQBf+fTT6fLHn0yfXfmMIDDABgHAUmUlwwwTmdAFEOdiEKCSMqgb9Luh3zRVOXi500Bym2t5lBla+5nmFEBIypMchcKNMTCdBg2yll9SBxQvYQ+LbFICloS9yRP1BLVburm4v38R7Sorkru0xKtzFDwAHDoDIQB9M/o3y0KMJSIMuHT60wrQ+MsoNfZ5GNyWWeCAfG+JKZTf5vxq175k1/GBAcye3YDbXHcDb9tiwBFL6rxwaEObAz0M5zIab5ibwq1GFtWBXi2Itt/x9TaMyoCoNWswqDuvGZbMTyo+SWu5tsRf7fwHWrPs815RbZxniRgXmNezCLDF9TfWavoddSitETjvIj19OOJGpoNToW+fOXeGae+Zzh4OoVybiERFtpXYBzELgVLRM8U+Mg0oNLRFWTf6z0dmLziWaq1eA50lj3Lf6nx24HZTMOtYX4NzO4vkr/Wd8mzyTu3byAuqHpu8Q9lL5OzfdBlf165NJ9/iiGhd/GZ4IvcSJqkLwZkxeDLsTCoNlFHAdO7pJU/8XPF+lPLQHAi8F6eS3WRBk9YmM85LGQYHg3TwYra3DCqIzXaXcywXJluT9yUymveX/J27HGhrN/WBNu/JM10PHY5MyKYx1AAOJ2BlA5Mx+84B4OS5w+K4u1+85pee0njOShO28Uyn+F66NGf+rnSMc10Z8F15ysJNzRpXnjffYxxus44AYDPlpgPOBrjR3F2hDd99k7cvrqsZrUhXt4Sx7ocsPFD58QkQGNG/YR8LXjpEAAd/Zg1gOouixIHfyLbzxV9cDWA7wc71nLafK3rtoJt+i1JAg3e2vQN0Cupo4sZO0Zyafco+6953DgA3kJlZNYDLhE519uHp3COPTafPnZ9OBgD8AADdAgAjeIr7cNA19oUJAENWnohzAQIDAGYEcJbnoMyEE2mLAhbwe2wBAL4/ZDH2kcrSKbs6XF1HV91xpWlF1t0dhmqdT26XZYfLrQ9ytyMAeG20DqZFHGIE8Gyjyq9i2txgzFJA2wvS0SxKA30AALgxLCg2XcDMjdZKuWOgcQcA7AhgA5BDBPDmgN8eAKzNP6N0Wwpo1AAW0AswF7Wl9Mbv+Xf8fj+PQ8kHeLwJADvytwPB3TPUBkEao/CeAcD+zSBx7a2U4W786Md2AMBgNdxMOQK7p+PG/If1TtGR9ODvEcCMEIa5poADfiY3pEt6Js89IADctaM19bT8vgsA3s6+dhtS+vUeb/8yL0rfTSOYk1Frqs/ZAICHdJUpmCAuKEx1Lxs5lE4xvMhDEAH0RWongLzHj0f0b3yePnksQOAAgMPD/PgJ/I5NYAd7AQDTCzjBYHo0oSYfBKFtYK3LfZNvPXTQR7PdaOUteP5lBPD1AHAjCJipXmD9PRO1as+ePxfRyIoAxnb6cgDAb7zz0fSHN96aXokawEgBDacHLHF4cjMiNlMr8kfyLXgYynAwAsAd+CAoHO0QXxNwrE0yOmW+l4aBvC+7W1K1rQLBOS6yKaXim23Bb/AMQ2TS0089NT0Z0cCI5AX1w5BxJYDUt99+myDr5TAYw3DcbSh9jYDfnozrnnvuuenHP/4RQWCs07/7u19O//Tbf4rr34v6v09Mf/u3fztduPBIGJ8vT+8FsPzee+8zOhfp5C4+9ijrjb0W0cLXImoAqalPRYTBm2++RS+3Z55+ls48b7/zLmUArsF449mnAgyGIYoRB2F0wrK+HoAvgOD3kWo6wOZPo/0Cm2zOxfjKsCbjjwaq8nyNfc4BZ8J7iDGCY75atwHAnIbciMw/ZdTHCZ60NNA0+SSat/GZCqr5KZW2MMoseJYISJCRZwmIdb/xdKeQaxEPLVJY42DjjVqo9s25qPo1GoDG5yqiS1Yp0XnlQ308PUfzEc62bDx56byV3wb+NTMypil4+crdG9FvDgCeK99FhoEvxzg7AhibA/AapoNl+sA1gHnczYt0Z7+ZpsmPoQ+YLm1gLDPa6DNn3LdaEMU4ZFCrl/YQj6ScMe0kvfWneN2WX2qT2azdgPow/yRXNVJ+N8u6gwwNazS3w61g7bo9yNqAetuUl2vqbcXD9n+QdTUZijMNuI3EdD5MeVsirjmzHGPzgTFTgQRb5RHZHvO/NF37HPHmERA2cMz+kNeYJ7g95k/JqUSKmhoSFi0/jKBCliDWU4TBPQ3n1FngJZ1RmNA5Gl234cMN0xve413JAuyN2JyyOOANIIXvjAKGEyaj60KeobwCNvD02g5ZyI18pljFfgaPhSOnooS5OGjGcIQw5yfnlsAvTmETlTpWawkOYDemK5c/nT7+6KPpcmTRuBpyEk5ruKABwOwPCF2GEr2kg2v4BJIKBND8OpOSQOtk732mfce2PupQjSQpIMaAizAMrddboc+zvEFmChBEXe7UBKjaIJqtSTbtkEfpnhBJ14toECzPs74gUdXpVus/+UGj904Ec37aUvW6qSb5lO33BvjCaPuSBpqRcdyjZQ32oJsGnjQdQgapXADqcx1MPq/srbalLnHz9/z8ugDgcR+i/lUOtms/tHpu8igPF85zdKr5V9PROK4jax91Ie13kuhm8wT+BALqbU+XGa0p0qlpKaeSdJFzy/nrTjY0yvEi8WQrrxUAnpFZWXOi23bugrxyquskpvbBDE6xD4PB8Rz2R5E1CBHBTHmPdWinQthfIqvCjdgvIA00AGCkuv+K3hVqCiky5zF7kYPX1xV+4Lc6gdgbbaFPO3WsnhL1lOey2yC3XQo7kKy7yHkyeYQ/0S7vJ9LxvALAdlDhvQkQp2Mb7VcJFDP61+8e/cvsDQkAA0zHXgryqaX/Z+16OfHOAeCuy4E7I+q66C2ks/Li3Hv0ne0tM8pVAJgBAcnnGwCcmeGSJ9Y52g8AzrWQcqNlpskU0LABMMXlEQC8hdq/jSmgtzT3Tg8l71i7zREAfKcDvMf1mIOVvQ95Jfn6Hvc58CmWC8v7rvnttkcAp02NvF32uS9DLrAkS/Bn2vJQUorBZOLPBICzjMqNKBWHgALWuj8CgCVDmhxImVL1FytY32IAmDsFykIDwNZSpIc1Xe8QIoClvMHumABwpHE+dSYAYNQAXgCA4SCF/ShtK9ab4JBXU0AnAEzQFwFWxWmK0b9ZblGRv/l2Rk6CvjUaWPvLIwD4wExq/wsGWTbqvJs3IdPtP8efRxHArIOStU8yDc7tAsA0qFAZnm0+OOZW/FFTcQkAjlSjmQL6S6aAxvdQ2rMGsCKAQ1E3WIP92myGuZeDop6binaYYIXa0I0NfbMopiVgNnZhGQGMWlICdDsArN/8hkFhGwDMaGJ6g+qtVND7AcDNSKbQTHnTFIVgGQC2YcU9z/6mspExm+kEIJBXgG+vgcNIYEZdOjX0DAjmMPbR1LBq0DdUCoNEDSxaWJJJGxtH/n/23rNbsuPKEkugUN7BESTRTYKm2dKMNPrc31ozf6j1ezS/aNSj0WppqddiD0WCDoYw5VAWVYDO3vvsiBNx783M96rgiPcKiTTXR5w4bh+zNxPYe9th2Y8enBQHdJxDDo96T18ZAFwcD6RDMrT+FMxKjB/RtwDCBaUnCP5GFoyzfJH5ezkA36tXAgAG8JvgbweAVSKavX8Y8STBxfKuLTtS5KUrFw9MLptZF9U92uUSSl+AwMgExusJwGAAsXHuyzeuhTC+0QBgdAa89+Dx7s8ffrp7909RAvrdP+7uhhOVaw8AcNAdFcNII3aQCAkrzi9HAXypxdHYosUVXc5ocJfzopO10AjK2+b+Q59M85RGy7T2RdOTks5biTUCeoADmodkyVzwv9dff2331ptvRTbudY7P7Tu3d59E719k3D56/Dj5o0azZwDrOsieuhLO61/+8u8IAL/zk58EsPt491/+j/+y+7df/3r34MH93S9+/vPdP/7jP+6uB9j84Qfv7z75RKAyyk8KAH6LgQHv/u7d3b27d3c/BhgdGciffPJJBAhc3b3z03fifr/cffDhhwG83+V4XL9+I0pDv8qMYPzB4QSFHU5TAPkAgD+MvsXIYP44rvcwSl4iepNjk45rc1NF/3fArDmBkgfXJQmWVl3KMw84FgCenYwi4U6xwijzO/Xq7iqrILCujx2W0XdWXOG4w8u8wwCajhVg5gCEnm2edCTBxP3GPyn7/lUkp2+6blecPbakcTvFcr+2/2IgpZCv//UM4I0d9v/8PQSAMSAdAJ5KQBPoWf/rwMf+IW3GCWk26WAQ/rp+M7aoGggYYxZI6mF6F5cGvzP4K/0OL/e4E52Zhkl9TWfr92qgx7+k31MA0B5nxvC0hafyvpLPLkl21Hfmc2xT8+ToPglRz/w+ecX++TzJBcx7crxzbRNsdFbsLIXTKdDAT1YqyKfHtpIRnLALJ5xcRoSUN+g8JvEa6Wsy0pUNrD1Toum4JB5J0fwJb21cMpMVcpnlN5X9q9YikJGgUwStQd/I8lkrGcDtWpXG884Hey0fBVAl+WKOGbM8W3lLZD8JDEam8IWQaXaC4xjQPtYFIr7Rywn6D8crnoFrGjo9Az9DV497wGpGxgLAUbYGKJHZsEmQ+XsrZCtA4HuhxzxDhYwEgDlk1OeotLS1jJE/BACrnKfkFGUMx73LNFMdl+ny57aUObcpcrxOLUPQ09jl/gVE1xVuGamTCwCuENMaAIw9nQk8AcApG7u8rCvYkq/yIN20etHXP8lCs5s6JKrikeWesyURo/Cp5+IdgV3Zqqitt7oW3XNa1zsDgPu4j/bPaHdJR+l0KD6SzszkFVsA8Aj+YswLMFmOtexcAsA9d0JrJPmYg6cYtIAfE/yFo5q8L3V8i5lBJ+wyZEX6ki7FW7XV+uUSyC96nvk4jiFfDB4U4Byq9rz66qtRBvoK+ZVEPuSpwMtnDQBWBjB8NfhdPKVy99QB2pSNemaXB7nDHgD4KHmODP5JjR0A4CJLDZKTx0wAsKoq6F75zAXkZTuStCXWAGD28s1gHNh9vQy0flc7M42XAGCBv991ALjrfVp3XkMuAS0bJTOAzwDgJS+fJMpZBvA4IEfr8otxPOaHswxgCQ3ohrMfoI/fgl8fM7RH7WO5sH3tepoBALaALTsosG8JADNAEpVyAPgSBN4HAH+eAPBj+rucgIC2B/iOF0Bi8nDq0QrI6R6T7NG++fxFOTlqjF7MTivqejkxlQB9tz2VOoKYerfv2/c8IdvyQf6mDtB8QpSfCcpT/rnCRbbwRBXXsE8QuArg/dnTCChjyx5UW0T1Jm1nu09gMfQToDorPuu72ilEy84490s5F6lNpQ/g6wOAaQccCQCrVRl83r0HMMYVLTafBwBGFvB5AMDI+uV7yQBGlS/O7VkG8ItZUStnKTpwej32XIpMd2CyZwDwiwaA0+mYMUzFkVhBG4OOKs3z5Zfu94sewAH+BgD8ZQLALANroFKipkTdTnNtYkihJEG7BH91VF2UWKUJ0GYZaGT/1gxgZv1mJrBKzqmc2LcLAE4Avg1LGrlpYEnhyB5CGMuWhe0IWDnuZIjle2YBuwz0DOh4jDWi5Y9fBIhIQKwoHO2nurXut62k2C01O78k6vcrN3YzVaB15hqzs+1FA8CU+3Q6ZEQ6B2oEgAkyQk+IlyOLLiD792JEjwP0jUzfyyz5jOzf81FSzAAwSoz1XsACf9W3gKUpIAQBFmQWjYADOffauK44Y+uwapwzOAHR4Oz/oRIwT+Pz55EJ/AyA9bXLu0vXr4aztWcA33v4ePfeh7d2f3jvw927f0RW6X067jAEjBIMcBGZp1RMMpMXXhuyAbynU0CbFBmukmm13xPThTWmqTjNJaCboRMPozycAkg0p8RIGXJiyAGNDCP5dtUzENdH9hFKu8EYh3L1COXb0NccjgjcTSp9Ak+9MsQboXQBvEV551/84hfMJkb5/X/5l3+JDN4/MQjgV5HR+w//8A/s/4uM3D/H69MAl69fu7p76wdvRQ/iG1TufhulpuGQ/lGUpYbzE8dfCQD47//u7yNQ4MruXvQKfi+ygAFMv/Hmm7sf//jHfC5kEmN/OE/uRdnnJ1EOGnwQWcsAjD/44IPde++/x17Dcs4q0t2rboz+78BQdw718aSjcI+W/DwA8MABMM5WntNDaEpvSvTAugoHwTT5HrkOFThRewh7LetdJ2pKeamOwDUDerHjMOlYiiyOkVLfwTfRrx07cnxn5oOdWynfmoOV67iMcRvfMwA4Z+YgWLnMPO4BDfZ6fpUA8MRxJsE6TG4Cc5rzCgCr56VAJACGpgnTpZ2xrVdnZta4/KSvIh4pmmwAUm50wlwP+BjvfPUbVRKtTvm6eeLFH+m5EnLdI/b/WgBgruft+1gD5I4Ygf5YcW5XgVEgTXdU8NHz+QV0CvjVezoI+KZtNGZFBe2exxyv1Iwoc3RyAcCqyqGSyPq1D3t5djon8pamIXkpeZECr5ABCz1SKKjAWQHAip5WCWhmt1bePwWS+PEb3ebAigYBVeL87WHUm4m6e2bRMvtXpTARxe3tLPkVejsBY25Xtii2nw8dH/IXfYThRMf6gX4BB9YzODsYvAmnQeyv1GG2RrgVLRQ+jgoZt0OWAqShcw+3h/GkmKeSwP3Ng/YBwJQv1NMAQsdZFiDoMVTmOTZQK6lTZQ9kPNv8uOSs94hnJjWlE4pnAq0WXQq/QV7pXc/FbGk4oHidHghmmdbbvVgnm2fXs94rKYi38Oz50M759PcORuIOxfMMAmdPzPZdAHDPQNf1tcZxnjMAeI2ySMccn0GzKMs3tpXkaXOxQSex/sVz5dqoOln5HSTvK7kSywwA4z4J6ea+CpQVXyHPoZ6WwVDUT5GxikBVgZDQxwEwpomQ9O7VKVo2TZOn4v7K4LSVbBZUNm4BwZYlPBcCY4L/oAXLdbRuQS9gZAEHr+SpyDJibWaGFEtAh26OABZlAEtuDjMyfNcq9B+/1Z2fEwDm2i+yfLgO1/7IF8gDbLsxvrz3Vjd/UOB5grqoygBdN3VkZQXL1tMLWWYGgAUurIHA1GcQ6EbHtQBgVDNTf/fvVgawxngEfb0uyZ/J+9QK4QwAHjnZfl3tLAO4jtYZALwmBV/wb+DVqTdtnXnFLNq8iVnmbN9tBm2uGV0rB1WRYSHYrkUeLykzZwCfHABGpYsZAH74vQSAW8WSph8hjTQVrCQKAMBV/ja/UILADJ5iUC5eHdB9GqDv0wSB8Y5tZwAw7D5UzewloI/NAL4AADkzgM8A4IFbvGCGuXG6PTrv8ggy3f4z/UinDEjiaXzsdN7FhUdd/NDAfAtLQCNqJLNGWOZNAC74U+0BrJJqyjqpzo7qdDSjUtapojIBAIelkxnAj3fPCABnD2CWVMtSxAR/VahsS+A5Yqk5JbBvOjFHT+MKAEzHy0oGcAN/ewbw6QBgZf86Cl0OvXS+wcDO8YMD43QZwNWJmEQnS4zzMQPAjOBpUbcyjDjWzghGdjBfzgJOR3iCDk1RzO8zYVeweFtzmaHh4xcLyWxwSthEOpzVJoN+m2F9HQCwjLmMULfTDdFd6QGhQ4NrrGT/onQYM34vBKAXAPAV9JJSBvCVSygrppLQBIADKHafYDSq53ngKKE+kQBwGo2t/KCd0Hs0ynSbZfYmjP10G7P8C0Dgl8NpGtnA8Rznrlzanb96OUouXuCF4Wz+LADg9/9ye/en9/+y++P7H0SG6QM67UCmz9AnhACwnB3oeUVnAY34BHrTKQA/iDKCYfyrdBodO3mMwRrPdFeSejCKOJUYeAMjcs1UBbwaRfjcHGJ21GQZZRrhcU6AsLx/lMJE2W4EjeAZ7VjyGnL2cXwHAAwn9uuvvx79hN9i/2Dc2u/ffTcyiW/trmR56P/wv/wHlnNGWenfvfs7Op/ffvvHu7/75S/Z//D+/c92f/zjHyKz+u7uejiYMA4fR6loOJv+7he/2t2IjF9kI+N49CZGCbq33voh98P4oQw0Mg3eD7D3YTidbr6KHs6X6Cz+UwDJv45s5Nu3b2teYj4J3vu5EkLowJFG8RsFgCkvuldxBnU6CKWHUFZc/tHA0TcHgXRnaHfGGHipZTsbbUFVoANd4I2BNCrweW4ZUgaCe2amrtuzOk3DpPPMAvat1vvTDadze1BWFlw6r7rJofdvOMsApjPSVVOw3rf+KsB33GiPARReR404JQBHJzDBNfXCtFOQOhppKIHEkv0GumO2TDMW7RhPy95rlzqAw2Ty7klfukc5dEXxB/9sxOLOk5fPx/w1A8Cr65XsiQM6aiUJvIjnGAQ2yJv757w6IKvpRQN9aF8OPd9DTmPlEwBWkSqxyCUA3LQk3oPuvqldVNeCBphRnpV9EgBm5DPAGMo/BEsKmGMfpgIAy1yQRlb/hm9JjuSdsANynVku2/ktCsR1XfbXATsqu0pwN4FiAtMu9YV2GrENchX7qFdiZPfHfRJowIkJ/uq8AJFxfw8fBAAcwO9HH/5ld/vTWwyUIrj7nAAwg/OwhgmmOJhte2VZJxn3yDGlCZByGEsu1zQAFWYBQ3chyN0DXaiF5vWtCwsATnMivYFNL8rzGgAWJVnuJ99oDs/Uvld0d/E45SIbJKqOLsvZ6js1nVhONgCYWb8aR4HqKg/NgDXLRtJygt0Vxczf23gOMlT64ov6WwKG4zoY1kTyg61r75Mx1abhDEy8ZgskafuW+RquI9bSeQOXSn+GCh7rXFrpFSAWTyG16zyNz+jDGgCMLSiaTPA3phRyjmXfXaov+Q1oAM4aVCkCUIhesU1ee203Osj1ATos05B3sRh2Z7dSlHlr1R/9PPncehiNAWgSpZ+vBPiLTOCrVyMLOPgkqxLgD3ZN2BAskflIDnJW3kGrJrf+KGQ4lusc7Wh+q2T1HADwFviLW5ZcSX7TVQitZwK44ztB+La/AV7pINRLDAAb/M13V9eR7rIO/rLSXG5za4LvPgDsdSIdoAazLAFgZQGjWtjhEtD2CXSfgzEHsUXbOknAlAX7PChbHOr0v+t667wRv+6tJrUha3Kh7Q8oPP0t7z1SuthXdPJ9p4X42rP9DAD+GuaEKsSL0SEWvP0A1Sn48BTXhowrspn8HvYj9cuxBPTpAWC1O0ALsscPzwBg2cF4lQg70k5XOIyvWGbyOzOwewYwsnbhX0RLCbzTP/k9AIAvuAfw0RnA4a8O/6ftv0MloM8ygDuzOesBvMV4R138kHT59gHAwTyQ4YZsNLxOBgCnQV8U+d5z5dsOAF9Qpu8LBYBrCeivAgAuUQnynKTHZgUAxnalVWbGb2ZuJAD8RZaHVqT05HRLAEtKwFKZqODvvL1lABWlfNxnTTlZV1jWnBYt6+KAk+YkBsNs7DxvD2AxgRUAmCaOsi3gJEXWJwwxlJhA6eaL4SC4FA7KqwH+Xglw9WoAwJcBACMr+BKA39gn+v5eAAgMw489gJH1AkdoOkt4zmxSzyh5ZTS6dGi6Z1Z9+db/dJfdHFPGBwBgRdojC/gpzhtA9bm415cDAIYDrgHAH93Zvf/hRwEEf7R7EICwS5rCiUwAGOXO0FcTzkmCq/rMLF87EeBsCOAX/Ub0u8Bf7sdIb9DMqCi1iHIhbgnAxfENANZ6YaZm295p3M6sBibbGZNcXdUKlLWCfZ5+EQEzAIHtwIczKum+K+4SEMzJim1wPAOERUlnjPCjKLmMsYBzC8Dwz3/+czqpP42yk3/8wx9YfvJnP3tn9+///b+LTILrBM9v374VGUlRlvLOHQLkAIJfi1Jzb7z2Bs/5WZSuREYvMoGRCYRrvRZALzKIz8dcPQzl+0/vvbd7HBnAb/7gB+GouhJK+ZMoA/373f/7r/+6uxUAsMeXPXFtUWYwgBz1I4A1i0Ea7XsM8xeWAYzRtdcx52nR47dZ4wrI2f5b8qHOgxKYWTmYWSlZipKb8zQeI31VH2VsZG/f8udyvspg6YCdlf/Gn9JBLLshn4OnWvZsEwfCfqcwBn1vZwDw1woAm3bWZOrsUOf8wjlegEOCw3SMZzZpOpvJzxqQ24NhTF+snpAy38EdvJegneqM9f7b60cyg+A0HOXJhxs5TcjOKigR5PpdzgDWvBRXZtr4HgNuaSzIjla3V8nv3EX7SbZIhtthIBDF/CglNbenpIkPkMUAf1VQtDp4dSe8hZcSFQ4AACAASURBVMIL9VH7DX8MGlR5MPf/hVeIZ0WmGwBgADPMxHWWZn/GrkmUE0MGW04WGpHfo2bT5r3mszrQyHLa2bS8c+hQLAOscZGDW050gjEhcxHodIF9g1VCmuX+EzAOZCZsAQHAyBbGsQ8fPGTm76dRBvpOyEQ4Vl7Csz8nAKw1Cngr/igLOo+uunVdNwPAJwLQK3URTaqIzYAMQBL2ZGNGnEAXUgjKpaVeaMe7RWgzKTqRNjWLWHXere+YvAW30eZxlpNl3vlRwSbtNTy/n0sX4TWSZ1QAGKAfgWCCwHrHPFrXbeuG9NzXDR7EuszAe1KGarzjy/PIzGn5nAHAmv8GABfmPso0zBXGXsMv/THa43D9osqAAl6Zxe8e4Mz2D94Im4QlKRVgqt6DonvaCl5fXBtydFsXSw5Tqb2vRui7yWv7PE7u9Qzy1EMmwI17ZzufCOQtWcAI3GVloaRr8FMAwJ+H7v05S2GiFCMCbcBjFKzT7Okck0ajlWfkMzXSOzUAHM+WMW4LHYTy3C4H6f/8L8dSNlOu67Th1gFg6BpZxnkGgFulEoHF4lmy/4YgNm777gPA6s0wCtzOjyW7LOtOBwArUx5mqYLCnUFv+QgZbh3Dsl88+AwAnhj5Cb82k/OExz337gOfWJ7tDAB+7hE+fAKqEM9hd5crWF4dvqh0lxcFAPO6ye+ViKHkD/cAprxl+edDPYBRAlq97lUC+gwANuC7BQC/TD9raigpI88A4N4D+Fr2AAYAjCpQLx8EgCP4N2w/ZAGfj6ApAcBhA7pSlFsYsUVQb6Ooyppqc4Tyz2cloI/jQi9srz0674pkG+02+pG+YxnAY5RnPmLzpUyemWakilHIDukZG+5V6B7A7p1JoJdMu2f9MmI2QWADuNBLD2cA45KjQd8B4AAcvwQIjDrz7gFcMoBLD2BmpjL7V8Z3FZ3+TLU0v1Qlpn+2a0Lj1s20dKBNGcAAftkDmI4r9P4dM4DPwbhkj2CUg0ZkOd7DMVTexx7AUNhHAFheKPyX2dPOyGQmtfaX0yZBDE95c/QXRyLOwbJt/svnpZTupZ9bJjCVgZ4FTMuuZgTDqdfA4Rz7YpD5Kr2027jk5PBJgy83VaE1O3e39aFx3nyVhSOSc1rWeDW8J26QJswmH5rvbTZ2fG06LxcGWt5IX56cQ12zZ9jonJkBzLmQK9Sl9tj3N3sWYJ1B2FwMwXQlnATI/r0ambUAggEAE/y9APAXL5WJJhCMVwDAzrpp2b84d2ZIMDMiHMgNAKaXuDjayih1tyLzjYY/AL8Cgc9F9m+UEYYDMZyoL0cPWgDA6INtAPiDAIA/+PjT3V/i9SgUPqwf/IE32EHzNMDHp9EPGIAu+I8A4Xg1gFXxC88AAmdGpHmXspHSAYETkxQz+tyOCXAT8gvDlfg4ArjcWhQtzBnGDffJDN8sx2YjnE7w2N9j+bSUGcO5xCfEp0fFHeCv6Nf9q8jqPE9c77vdtevXdm+++UYoHa/s7kf2EbJ/7weI+zfR6xdlo28EgItjnkS2wJ3oP/zen//MLIlfxba3fvBmBA9cjJLbn+3+EseB76MMHZ4DCucbb7zO7GMAwPfDsf1eZAg/jvO8/sabQUeXAhR+tHv3D7/f/WsAwHcCWBZNE7YeKATPpbj+MnZtrCvJKNp862/0sY7rTOvOR8oRMnjohpOaf+pHrkQfW87RaN6e7ty7nkqZZ6ab6ZLthnTS+micR2SmJF/3neBcjX8m726OMzPEHGecQ7SRme6lh6v5C69Ln9Fwda7nQWo2oSl+tMZLt2emj/tcimN0Zq/zkH7eytdnY3jJVw/fz5F7JJC5tjdHbWUwGuiZc3L6EtBH3mPutgb2tHW1ouvo9gWsMhuZSu7oJBQI52xMAXI8J14GeQ26iIVKjicFCZjxOtB1XH5RwWLWO8ZnxfGWgi7V2Z4lrz0odvksi3U9KP3L8dxTvOLg4A+ANNdRPWRkVqvg9MEriP+IzvrOQxBG/t7PL61AbKvzrsERnOWhrSvyGs05nLpkqTjjDGBm/4JeUjshQNGWd9UttS68PrwPeQqc+gaAs1oPykJz9TMzzwAwgDiVgJYerAtpPCZeETTUAWBTZ95Y7GpeNutlja0lD3S2Zxnpwh9Fp/g/ghEA+CIDmEA1wSSAwJExHDKSIDDKVwNEZDCdykBDPqIdwr07d3ef3btHHQVKCe20pFPp29KF9ecxLvpJ6vMI1mD59rwGxyV1lP4MRW/pp2xLp8rFRmRex5YNkCUsExf6FrIM0+Zjqetcd+ibZT1GMiLuJvUo3VKbwBY01R6VNFXuE4+Rx3LGyaNy/sdl1cZIdqPGqx87LhxdTydSn+xe9pmACEFfABzd7iIdp4wnaGy7KRdl4x/1vmZ9eI9tUeepf9761AFn7zHoJ+Uwz8GWsNZx05qtl522DUGsGsC298TppKeZL+V12v2mbtq398C+rot0fc3aYgV327PhMi+3VZy31HUB9wj27QAAxvwicxa2DoJjGcgR78h8PM9ACmTroy2NgksVYJpOZ2TFuBy06TJvsMtDy61cvWnTkjIN0IGeTT+FsfNJSCs9aKX2MQZ/uXT5MqvwoAz0pbCV0LKHY4PrQN8DWI37jawoOMhhD5Hmg+9yqEz/HrY2i+MPg1zkgvKO0348ZfKsgWxFAKz4lMdXnTI7EzdbS2ZW/MNhyf6cBWz9REFlySfyeRlQxuDzmgGs0s/yHTnoDCAxwF8EAVsHUbCwgyRVHQrHKXOaPi+WgFYiA204Vzxz4Luv73lO34nZ8ADvi3C5OGi5U8aqV7z4EXj5KyEE4RdCiXlte/ll+Y0oVxi8pXPUORLP05ouYj/XeOp0+wDgsOMQSMx10JzZCmpqLRlaWyjclqrEKDg8q47iHZcvVWPMv0UNq8z7MNs74R6y97avhS0nCegfL7+/h+hiWS3ufd7juDERbzjhQLyI3ePC+y67DgAfHoXDt1aEyOrO38RgHL7rr2IP+TYqD36+q5SE0CNWpZOB1q+5lAa5n6cvp4lSLfk6xREBYLzCJxc/sNoGApgKAMzvqW9+Hr49ZKEiqEkAcIC/Qw/gF5kBfJrxfQ56FMve/iNPt/7ceXnXTbHNemrum/zPfuIqg2mTM6iqy8ehB3D293UGMMc9+/6qt68T/LI3cLbgg5z8ku3t3ANY/YK/dT2AXwr5Grbb1euv7V5984e7qzde312+en3XAGDIWtpW7gEMJgg7NIJ5qTuGvjgAwGodRFmJ6lX4DP8dA5kRSJxtFdneqPQAjnOyH3AGJarQVQZDb1DD2la3Clw75LR+h9OsgJMc813MAN6ylvZYURqSWXgfDAhe06fXR/el//hP/3lT2lZDqWnwvPjKLc8cqGWn2WmnKMsGALfMogSA7RTIpuA9A1gZo+BHzwMAh0aeZaC3AeC4OSr+ve8XFm6aHSlEmyNhGs9RkVlOQAWAwYwV6Y8MAfX3ZR/gDQD4HMHhBICp5OMl8PclHJPn2QcAu1+ZjPYCADM7x0KhA8AyEFLtLg6j0eHTwRj+bmctjBg4nmRVQHTrO5UQAb/OBpbhqXJ+NsQ4Vy0yX44ZzYKNwiUxNwFVyjw5qr/vfUgp9GpbLgnd+/h7Jfl9mW2HRPt+ALhr0DzP7HTZ+J4mXtqLcnoK/i0u0ASBCRjhlQYahArKTVwKYeTyz1eRARwAMMo+X4rM3wsB/uIdADDA34utBDQEVkb3gpyc/VuCDQAA03lGpaQ4hAc1Ro5L9QvWzGsOOAjpGDi3exaQIzOLAAAHWP1yGKG7VzoAfD8yfj/4KPrJfnJr90mUTUQ5YgKjcUKWcWYZaIO/6NOEXliK2hfQa8dAlp1hWTcFrHBfKjQCgKUUyaFRFSaGMzQnSHdjCADRMykbph9bI+0NglQHpJUvbNP6hYLcnRXctwGV1djPe0l6pnMkM0Crzo3DQQ8XL0Y2dWyAIwgKM5wY6D184/r1AIivBw1c4pQ8jMxhZAdfif3/53/3P+zejuxhKDMfRO/f/++3v2OUG3r/Xr9xk6AvHhpOADik4CT74C8fRnb2w8g0v0peB6D+T39+b/eb3/yGmcPNaTF4ltLxm9yh8YeUmcP6nIXoHm3Dzk3vYsiA36lk8X/tDKOvYNLG4azrJ0oK97GYtyEFRXvGZrHOAgDPLGliKsOzYq3bEZ2ZeP1+zUmTl4rodFnSkbgEJRgNqwSASZ/Ts/m4YSzzeXOb6buP3cRD6+BNc7QEePdMmi+wuUted9WZvt/hc+iqhy65tX1NLkjNkP4gHqC5tHFwbAnoU99zOXDQaZKvzeflPn4Qivo+vwpEcBZmr/rQQOCc+0YjjdePdNYyguksrU7ZdNI23tqdyR473ANliDBN0bUzg5L3DvLX6/vYATwJArymuHu4pgBKGeSnjxi1hi6doTgIwFs0CnrCleft2n0/kCzP95Q6pOZdsofbUqYTyGMwITy6uJJkfAeAO5hXh7nOg3hwu0XxW4pKCEuVpLeu7iwD7MKqFjC8MwCm9TTP6B/LEZ2+B6roUpWQ89nKDa4aw42VaxzaKdr6NV/t27Cbs+MRHKHPLiOt7/CKU2f3+qHOE7pIyN9HERyFPp34rCogCYCblpreXcavPYeyAq3zs0dxgsDSx/KYwpyq2uvP0kmwbyPgPlJSaZLueLHM1AAAnI44ZgEHuISxMBBN+tH+vHzjOdITTcg6dxv4pC/snwAPD/X9VQqbP+ectX31LNaz6nD24fO60fpkxYPM+u20ht+zRzSBGttX0sIboWjhLP5KWETZVuTmgo+U9bzvcT2GdR+P9XJosmLKmpTq9FP1oOG0ZY76EunnEuvIVVcfzXTTnnGUzR5LX8uqmHVg8aN85U6dUsp9e9u0fvsaT66VfIJ0GnQCpxzB3wBPL8frSujCl0MHBhgMfRf0gLUB2wB6LSrZAAB+jIyjbDXDoFKc13ySNJdlyLu22OwItzzgLHPMTEP+roeQHKUQ5jdNtwYXh50LHfxytG25Hnr79RvX2QcY99wAYNxDrk9mRkXQJ5yyvKUEgD0tS6ook6ir66/wiJFf9M0zAFyP5VpIPtDWY/yQ8bbk4SnGU67pmrZrhndxhaZbU69oQG9WHcHclN/s6BawqyAWloEu/iueI+WRzmcAWICvdOjwcw2BS5Jfstl6H3Lc3JitNy4OrRvwQ9btSqA3ZQX9SvIpIQAaL+rzLXEAc90BYE8R3jWeuR65fnihpJ1cg2sAcFyP/ezDIY5ACFazSCc2PxMMTmd2gr4tQBxyms5rZQCrbYhodQjYaMSGuV7nR/VZ/Pm0zuuu/6ydVaPyPADw+lmP+RVrelxnvJvFmKyN0XzcMdd7Ufv0+6m6RGrjw0XWg0FOcx/76ISM8TQnbevh1Ad/VQcmu19dB4euuUJSW4c0TcPDt+e6Yv/76W7c3vWYxn7yOimCGggM8BcBKxGPQ//VPgAYPisAwKzEwWAsVLeoAHB8fmEloA8N9tb2/T6IvaNYdJTVs6dfp21zgI117SYTwHcdjVN0s+Qv3ccu30StxqVAJ1dPVPnnCgA/TdC39gBWpdcAe1lpRAmAAH8BAvN3fH+BAHAaqoshmiv2jcGKOS8xVkg+YUAaAqqij+/VGwEAv2EA+AYBYATZMdiKdoHaIDYfbcjjV1AxBsG/sS9A4AssAa3AX/l4ImiKgG+2F2kAsEHg0wPAW9DwGQDcSeIgttp2PWRzrcnqLX0iaOwEes1xHOY4ef/Sf9oDAFMFbIZ2f6CjFKsGAKeSmxGRAoBdTkdRkVSOwTyy7LOzf1UC+gUCwMgABoPZyAAGAMzsX4KIeF5kAudw0+GxPagzADxEbs4zBobbsnihsIfTpwHAkf3LUlLIAvZL4DCcNTUDGIo9AeQDALB6ARfDODM47FyaAWBGzEN4p0fL291HuD9OdRiR03HskOmbZ8isX7DO/lsDgTMDEg49ObLcE3DqBcy7MbDg+eh3oVmxYZfCiYacPncQohs0+xfR2uKmVcnrrOk0jhY/bnGOe+0HgLO+Xx6ytm9VZpvhlCPWnH1y0fIfHeIctPwe7+79y95WEwB8NUorAwC+ghLQWf65A8DK/lUGsIQUSlS8HJFKNuqqE1Zl8ZAFnBnkcJg0ZdyKucaZhlbcq2Fi3nEaquoFrDLQXwAExnqC8C0AMM7wWThKAQB/+PHt3ae3bjOL5mWUaSO5wqEKhyT4kMBgGPLiQ47YBq+Cw0E9vdTXSwBx6+2VvZ86AKxSYQaCkwILCJymT+Epbd/MaiMoC3rL81SKcb+6BjQXW6YpZgbgaB9WY6dWSNAYGADMZdTuU+smeaGWWNsXDuvLocRAkcH8Ihvp4YPPwiF2cffLn/00yj/fZImSjz7+ePfnAHJR8uTtt/8mMop/EI6nywR4wfNvvvYalaZPAjzGbxfDmYYIe4C+f/zTn3e/+93vdp/dv59OqqXhZpeveECGmeTjDhUsuMPxgEoDCnLg25G8hfRSlDVZR7iuUcL6ZeO4fuVE7n/U5Hl+g/4c9gJw7eMv9R7Mq5vDlLe8NHqr3FLv1tFB1BxkcEyV55Zcdgam7qqea/UzH6/IUM+T72uaoxeuE1Gmr8vwU4Nt+yYk+dWBXabNXc/4LgDAvnnRVtx7WOQteAW8e3IaDg78BEC8drue0XUVn7/xvKQfro8ShSw+2fmuA2oayZr+abhq306jdnjmYq0G9SE/0Ub1iuWcHzIIZp1j5g0noKI4VS03NAanAXwY14DWdZ4ft1ku5TVYHbLJpMjYvHQ5d7hqghoGN1QtweF/yACWvJ9BLl4zT2bns37T/0RdyWcyYND6HfRNnjXZMkvgM/AMrwTi6ATRDn7edV1q4MZNZ9oc/VJWwtl25IXUR3uGq9h6Gef83nTq2MTPOB8VJ4OGHUCk05ngkiqUOJtMAZbJ2oqMXr9njJXupZdoz761OTZtHTKzrK5FyCWDKwZP5Aja/lPwGZ108SIwxjLQAERUu0PzlWBqpn82kZBBio3mSEuiC1JF0hYlSwOABRCtKuqLGy2E723UMUc9X8Pa1w01Z4xNVjegnmraz+w8fud+mleNZQl63JDJ+0aTzzSs35lvHOITpJS205Ytb3rdtPUHulhe8+DaIr/wgh55Tl1HnGruO95zP3+se+KhI53q+zhUa8/UzpNzYbqT/WEQWFdn5n7YDhfDHgL4e/XK5aiOdIU672WU8kMJd5wg1j0czk8AAIf9gdYmAH+ZeQSnJgFgBMkq+x7HqLIF7F/Np/vXGmhk9mnjm8nosGej/+Q6GTTIkUU2SEFsAQAj4JIAcLzQ1geVCHB90jaDWMO+wX1HQCd6jsMW4qkKAFzlwyFq29IJ+9Qv/SqNz9uGySzg+ruyeZOXe6l6f4wLM3eLDQa5r1Xd7bIs/Vx13KZXWL9tvqpSeSSBYIG7HeRVEPAMAPfeiOB5PQO4t7qq9hzmoI/vUmewXaJAkswAJn9xFjCSAhIAdhBKZgDTd8TM4JEHYC4GABjzDX7lO1mRnbUENHr+jgCwWjB0ABgZTekXcLYSsn8J/CJgS+DvYQCYBD/wr33057Ha2uckdFzPQV4waEnjFTZ5Jnfbz933r6fRF9T2HcZka3ye57qHVvmh7d3Gnf2ko4ze72M9dJXjt3uMTkcB++f3+Lt4oXtS5z/l34bOv3Y28s9p2AY/Szlobd/5nFv0sMKiuHLAp5prDBX54JcrADCyflEO2oAwdeV4PXmiwEPJYQDA0f+3lYAGAKyKF3hhG8BH6e9ZYadZH/sz+E85AzxsH7+yzrvJy7risrJLsSWtc0LmN51JPp9uH/UAM6qbBD4lZLufUmuVSTJZxWITAEblE2YAA9AVqPss+wQT6ykAMPAZbv82AcC2MxjcVwBgZgC/FUDwGy0DGCWd1wBgnoIZwBEkRQBYJaAFAAe2wzLQCQCHQEQ1GWUBS25C79RrHQCmz51zm4l2ExXsyws+A4D7YH0TADDXfrNzn4eDnPzYbxAAVokcgygvDgBOA6pEqCC7lFmlDQBGlEkweTD6EAZ4/xKGDntsqjctHThormWBdwAA5n7NQbC+CHUyRdioXA+AYIG67BmF0s/nAsQq5Z8JAmdv4BkA5nEGf1l3XlGfjPyEAp/XWQOAB0edBQGzNiQIJLylKHXHrIxV/a05EiAhBCjReI53Ar/OCC4gsMtBy1Mj8FfCxSBw6QWc0q+5XyafhwE2XNd9V2n80UHcjUDftx1H68vFJ+/OHu3X6cqCsB7/1QDAeS9F4Vp3rKw7dAiRNidTziPmk0I9gdV0riADWD0FJGAggC4FqHs5smqv0tkRr8twfKAENDJ+0ccOmcAohVYBYPV8RJXlFtWbWSygSQFMipSXM6z0dG00JdoBqclZ2R1EAoDTPZN9gBsAHFFZAIBfyhLQBoA//LgDwFD+XBoZLoHW9xfgL+glo7vpjGFEmwFgsIcvdk8Y2R+OHGYNw7iXY0Dlv+Tk7ECEaJixDXQI98xK/tJok8yjO3+Sd7GsdHFiVB4jXpPn4HtSaQIjuJ4LwQ0Ke1kPdoZwzeafTtsdJfrsk2sbVz4NeWUPYR6ZKR089XzM9Y1rV4ImggDoCEPE5efscYGyc69F2eerkYXAeQhaePtv/3b36muvsuQzlHf1/328+/DDD3e/e/f3u3d//y57CNtx2vRw369GNn/+7gHAg+uThF7cP2Ve5ude512TI1Ve8vZn3tHkVJtWgbs9m6n3+BwAYixocnY5uqz8V6Og01Hnn1UuyrGe2xpv8lFymLdznM4+Xx+aA2U0zwDgPmyjUd4WmvQbktTKxOAnbC4giY6UI56f8oP1C/KzgT6VAehSsK1NQJ1RyIQEVng8XuS9mYWDoB4bpdQtkk+WBdQCwxoI3O+R+s+waPp9rxLW0Q5JDs7Wsm33WVZr8rw9h2xt4jR1F+WLAIB9qVH/GOmgg10ZSEL9k5YvddEK/kql67qkPuX/qYPSvd/oDcdyvumICLma7Q8oj6xvQuck6KFTk5YY1DJWuRFwVwGj9nQDrVLOpe656vTjDlX30vrQX5VK+kVAlrfqcRu45XVlnkheq/NL/8lj+fiZrZZBtgaA87Kdv67SxzYArHHKbGRmJbt0uwFiOYKUcaGMCrbvQZ9QrqW0ChLExRjgFpXlFuAvwCVXT8FxCRxT9oBim0OqzE2ur86fBShXh1VqJKljJdBDMbNvvW0tnn2/63xNfGXAlCtT0d7iDJve9O5x7WAjCWegnXrVMwC4rqOyRnKQ2txzfXi9f5UAsAAfZCqi7y+yf68EkHot9FiBwJeVAQwAGPpR0DVLT4be+ygygJEFzAxgOj7DrsA9Y32x3ZODUbGmFPDu9eJesyyZDn2rqU6GpjkA4HoZ1CPbI9lGMq++Bs7x3i9F9u8NVu+5Em19egZwOndx/bBrHkVG1IP7nxEANh9ECegtZ//WqnnRALBtFgV75DrKRTlfS+yx21nHA8DFpuN8yLYz33Mm8CYADPAAVSqQ8RsvO8Y7AOzqFbYVe1Du8wLATAYoADBkLyvL2c90LABsQKDJIPErgQTSwVyZ5iAA7HKW9AM447cCwAJ/zwDgQzLpEABc1sPiVGcAcB8Sj9Oovx4afW//tgLA+2Z/77ON4nZvkj3578qwzXIB+5xc+7K9lqpRu47TiRTYx1fqlc+iFDQDC7MEtNpJrgDASPJogVhnADB4+XEAsCyPwwAwxtyJfDX7Nz6fAcBS978GABhtSuyj9Zp3kODWejwDgItkOJppdV61zlsP+XvGo75nALDKf7m3pctMvogMYNkCUqzlrBDQTJCDCnmAvRFlEujNCACH0fMlyh3RajB0ggzgBENsZGxbOnIOyLTXpxVnKF05VJ4zC5ggrnq3IKP3XERT1v6/7PtrQNjlolv2cPYCThBYPV/wmwFgf0YZoK7Ad6fEmB3hHsAnBYC7YyuBbwK/+vwywd9eArr1BHbmId8xVygHlwZRAYEbAJWOuJyGhXYhgK28UkEQDYyZaoI+9/ytgAWaymKo8VqFcSyi8o9WJ6sPkdRTAc/ZaVz8jblv1caKIxtbYajlbXSnSQGA07FI5wYMszhAQLBKQMPZ0QBg9AEOAPgKewCjDHREwhMERi+7+Jx9sdBTSgCwM4BBkpkBwSwPZwALZJIi0lTrNmhy6sKJm2a+wQMsK1KKHB/PogcwKQxrI6Kvzl24HADwea4DAcBPIvv37u4vn0QG8O1bBCPpdIlLEySFwhjKoYBfkKJK1rsMGEFgRpMHy4jPT1BKJnjH54jmJwAcxxI8dmnSXhqFGS6NJnXfVlxrr3Kyikq/uQ4IVCCjbgCBDXaKv5C+Cy0Oa4AUm0uleZ5H0Jj+dKG+Gvt2L/pixU/bKk/LEyYNYT8GfMR8nWfpE41jc16DroKPXb16lRnA4PWIhvvR2z+Ovr+vB/2Fcyp+v/nqq7sHkXnw29+9u/vtb3+7+2P0FX4Yzig4WXF5ZkhMQnp0tXd6Wi7J42Nk52jMQxnAMwU3HooNZYkujcfJbDN6weE+mdF+VPRazq/nOmeZX1U2GiVIOwBcuZjBftGF7q/Sj2lPpNJ58fi9UWQ9tT4DKCqD9eIygA8rY2cAcJ+OLeCEa3wUQIs5PNZBvOZIMBjWAs4KcOd7qlmLjlhmJnry31rW0SXxpUMUXtz4aZHnIsAOLCUN89f6zLPz41sMADeelDLU35UBbCaaOkPlUYW/nmwNKqysZTxmRqQAYFrATW5LneuZwHIzQGEBENjBUs8xNRnco/kKs4An8NdyLAI3BUb71QHDFvhI8K4/dN83ndyihsaNFsC3/OADiDdmLi4NxFUAOOnOb+2cprkKMIONtUm0LJ6uw6+TgGyrVPs6Axj3Y5AXsrmvLQBTEQTI3qZZ1pPbEdSFQLjsrcaSenDwKBCOjgfoeGjqSFkNwNegr4Bi9WjLPsB5n6QagvU95HyWzwAAIABJREFU+KPLX8+CAXGNedVnVcLNGcApe8r6XQqa5/0F44h7SMA8wRA5UuD57Nt6BQTdv+nIwbVrd/K9BoA1lY0/eR13XtbXJ51q7aWVYboRfQiw5O+5VusarGta5/Gixv4O4s5A1OAVDIoNewelk6+GropARoC/V+L7JWQAI+oVd85AB/X/RTAjQWDYC1gn0OlA5yjzF5kg0qlAu+lATb8IA0+zf+GTJ3GutEOkA0tntB3Ea9JPUXhBZxQ5lrHWUb46AmSvRflnZQAjAyVspcbnZGsgS+fRg4e7hwkAc+jitkndlQcdsYxeJADsddF0S89ss2H6Dcnu73po7/+bo8TAXAXogp+1c7Ys3mIDTgCwSkC75GX2+i09fdX/t4PAIwCs3109p/onOFbPmQFsABg+oC9pa8P3ozZh7E/N39siawM2ZABj7RRe5UXWeC7E9AIAjh7AWAMsAV0zgCOrydlMTHKYAeDo2JTA8BkAfGhBnQHAh0bouO22uWdl/sijD9hAx53lxe91lP1fLlufvh5bdf41TdLb6zaO6KntBh0oCabPHGIJbW3LczcAWKySPL4CwPDRMVgqK/Ux4BAZwCGLmQFMEDgA4JDH3+sM4KzMxAChrEoj/UfBuvpL+ycnvPl3Ut66coaxHCXMIOMaWb0CfpEUomqJyvo9ywD+ajOA6S+f7L8zAPh4Xns8D13a9+NVoChv2eHL+zkDgF9QCWgJCzufnYGnzF5mALM/y5MGAD+LTLQvkQG8AIDlqB4A4Dz3JjnR0dhE1oojRlJNAC0cJcr8dRawojTXAWD3ABZ4hf30zmOZ/SvlXgCws4yVadzK8RXHSS8ZNGZH2LlC8k4p3ByydHhYbZCTw8K6q1QJ3KUBbQCYrr8EkAgIc46c+QvwNzN+813GmUFhLySXoFvOgA1Nzj0dvKPx59JaHP9DXs1p4YqfdppqTkgDZPV2DmSarSz9queIProfouxeFKP2azpDmiaXAju/yx3bZLmcZqlQeRuDAeIfM3/TCYdYgQthlF0IQw4AMEqcof8vXgCA0Rf40iU4Q5D9G2AwM4DR2wAlLAQAD2Wd4oQIQFCGx1wCugLA/XHtaJgBYO+BbFoCv5EF/AzhBijFd+FSZABHSWL2AFbR8fsAgD8RAHzr9h0qIxUAdgYLQNwOtCa4hehvgr/h0MkyM3Dq6CUAGC9mANMpkIAsj1OZ+wrQ4jP6f/GcBJkTYCVfKQAF6MrbmJWs/R0MUekRv/Us98L7eE4DwMmXQFjJG8nd+NlsKtcYvk9gcMMK8ljdhxxd5Hdw/Cbfg++X7Cdp0IAM9sVPLHOSpfLQ9wKZCDdu3tzdiKyEN954c/fDH/5od//+g92v//u/7d6NDOCPPvqIY4zjMAZ21tR11MVssxpWGMSebSsM/SQA8LD8MQ7FQJSvrptaXzcAvADzpvlNzsZHUAlSGQTg7RXQNVgwZNOlfLCTG+dwsI2MA/H4gTfje4JxDDZImpKMUVk703kdt5UpOsFPh5WxMwC4D+cWAHzMgJ/EQewocV+vwW2Uf1oz83oxSAV+oIy7XF6pj4vFpUPBvDGd6uS51A8yg7KBieJj+J98o53257GoIAFvsGUoLp1J47GHaHA2KLp+dcy4D/vwYXqwi7Nix/MUrnky1rjndqRVmHea97GnrUE6ArkdvKDkSIezejUrC5x6SToiDAJ7hOU0t6Fb3yUjZXj1DGLfcMssT0C6nn8VAM77mOmQtDk7yUmHuLavtjQQB9qpu/qQosf18/DqWgvlVVarCHe47LrhyQAOUAazJjXGNcsXawrfWZIsPl8MsAhBWXgHEPwKekvGH3WmBLdY1hYl3AAA49wxZzgWdhOcb48fo/+py+CqdQbK4DqrkcdklrYzaTUvViDSZkpbow+EgUBlMlhW+Mk5+uQD1puX63Mm5H18b0tuN5mZgAjvOy7pVieVdka9YHvRLSmn3unMR/bvPT9jpyJtWT5X/p7btrbbTtw8fnKSz/tVIJZ8N2+0TWWxYYb75FSnHcN9egZw388BApIjbaRzzW7NSXc65ygxcAbj+4WCYsPGYd9fgr8CfvHCbxej+hBK9uFaAoDheE7a5xoAAKwSz2i9BN0XARbQhfMgBsXTgQ0navYsZP9grBk4sFmNSJytVRMqEyx+myug8iHq6xH4Ec9wHgBw9gC+EgD2hbDhOB7g3GkfoCoSSkA/iNYrLAGNe/6GAGDaJ3xeB67qgfndzCD1SA9F9/9gLhQ0SjuE1MKd9Rv0ggSCh7Y6DiZLO866rDOAW8JCVohSWWclNKgaicFf+Zy+SwDwsC7NH7woU2bgawWAz6MEdATzAgDGGjkDgPfJmpMF9Y78+wwAXsqz0/yyrkkde6ZNmXjsCb4l+x2y1fZl8VLrKGS+91xNlkvSdD1L/qfucUoAuCoDOVZdDkijQxAUA3zjC/xjzgDuALBkKfRUyOInlKF6QWd9wsocKPkcve5RCvr7VgI6bTIHMdpmU2WktNc0NZyz5hJsNnMmuhT5KTmn8s0A258G+AsgGAkz+P59A4CZBIWho00K19ZXXwL6DAB+PuZ6PGZ7yO6a7bT993UGAH8lADAEjJTz/h7Zv+gBDKdFMCcBwGo87h7AzgBGCegq6PY5CGZn37IUogkAnCDLPzMLOEFc9/dlyWdkAqMpOLJ/e/meV1opn8zszRLQtQdwB4GppScAnBnBTYGXo02ZGusAMHm/LWI75FYAYBsMDCiiqZaRwjA48T0EBN5VCjodc8wKhiFWs38zCjf2k6M2y8olyDSAUiv+LSkItAwLsJWAHI09R5eBI+9T0KsLqS9a3XoCGjYi+VM6lbnr+rGHWNKac6RQSzlczo76NxybG/2b5qJrXxUAxjnoaE3D/xWU/oPTNXYHiHc+s4AB7F5BD+BwdFxjBrBB4Mj8RTR8vAQCAwBWnwJmAEevAoDKTErPfj9d2XAmsBx3+0rKrAHAmgpnAGd3aUQ4BwB8bgsA/vTO7nYAwFAEFQmt+RIAnCCuwqC15htAKyBLfUYyi4XALyIJ1YsPDpNWBprOaZWNNtAgwFfKLkHMFn2OJdADC6qTo2W0NRAtAbWBxnWztcx5B5wBs2XAhJGNcqwA4GVG7czj6vceASgnSqPR5nPKrP/uj1WlB/ZTAQ/I4AbzIZYDQyY5nFLXdjdvvrp7/bXXWTLvz++/t/v440929+59xmOxH54T51vnw9sO1abEjl71vcvytAAwTlqdKByaKdNsWsE4ov9UndkvKAN4GC+STE5Ye+uAQCtXmX1fBLZ05z4c271Erx2t/b073zof5hUbX4ZMlRwQGKd3OZQTtMp1ssLmh3Hax8XHMT6sjJ0BwH3EvikAeF6QAtryV/OYBAaVySn5xSVjB3bhMT6fZHSX05VGKdNjR1dw0DHi1+Tphc81fjcI4c531hxD1dnxdZaAPgwA16WE9bGXHR650WFlZIKN7Uru0wJOnTKdOM7qTZjGoO8cZGJ+anqw04hiTfCA5FELNhF/6fqYbl+0At135Ftk0akPC4TWYDRQOOmw6VWznpV68gi0r1xfhGoS2z/kw3z0L1XKCdqaeFvqqWsT1gHg/myq1qISz61vYwDAAHwB/qJaB17MBEZpUTjeQh5A/6EDDcBWgFSUEXE7aFODzEbcBvZ5+OhRVPSIVzjYHmF/6k3hiGNZWwR4uvKEqk84I7IFEXDdFxiPA6AnlzJsHXKSoRwZyZZZlq8Tc8qhDUqfz2Fd2jYUAZEGUoO+Qk4OoHWd0LznjWstKafuOMuy/XsvLzHqSd9OAFg83X+jjdNp1wtJKlNfs6QX6hOFckwzedJ5LVdyEsUlsAzblXT9cgBcaf8E+At7SOAvXgLAsA/WB9tjBG1rjWT551gjyOLFbMG2B1Cm7HoEb8tJ+CyC0+nAzowlZikBAM4XAORnDAaF83uFw5m/tLFL2qCMi38AgGNtQ9e+HlnAV65c5X14/BCAgT9mAD+KEtCfqQQ0s1K/IQCYz8mXHngOGhOggMUuBcHyVnqrvtv2b5qnddESGDYDwPzudkAEgqUjuL1EBYFdZc6VSJAJhUQDAsPhx3BpTJWA/nZnAK8CwBjXSW6OAHDQcgOAQdNnGcAbrB2ra3vTwS1nAPDBITpqB8vA0ym9fy0AcPXh1GGTVqn/Vxt8sMelgI2uC5nxVXA3+yz31jGFT1uGp5rXjh2+Uz7mceT3SKRA5i/4cXxmW5EIunIZ6KzOIAAYcjgDD9Nnp+xf9QL+PgPAtslsn+n7EgBuPYBz3ixTW7B/JmasAsColohs4L8yAPhcBPxdOdADGP5vqFQnA4CB+6BqBpKoIEfRC/j4HsBnAPBRAmBzpzMAeBqaLuy64XmUAJT2TcebnGnu+atISRg7fKdRo7JgtQQ0jBAr2VCiwf4dIf5KOqGVWUBxMt51czbDWPp6AGA7EkVA+4xyMNkOALc+viix5nLP3xQA3Bx1Fuy9TwAEgzLDLOH7d/wkABhuR5R91jtyNF8m8KPPdtax/y9+o9EGYBiGsR20dtYKAFaU16g0L0EqDbnswAo2iC6UxTnRyAoL2Ov4TiPUEcSyR0VfBKx9AxusxVc/7FAu+hM/zs6QeoHpmRJY8zFSc+0swxc5RnTW7hCF0xPZvwaAA7uV0AkBhKzey+EkcAYws4DD4cFMYIC/UQ76cjgyABRfjH1fgfFHpyIy3JmQ3vv7lOxC05KyN5aD1jKA5eVtoBrnt1MSM4BJWQCAz1/avRIA8EvIAI7r1wzgjwAA37kbzsqnmT1PypASaQDYTgbOdcnIhYLDTFyXlpFzBwAwnJ8EgPFiZpl7BmffqKRh0WUorY6Yo4OiA2AziEunRWYQ690AcAHNkt6VIZx0T5rMyMhcE8Po5n5agfabdzo6FgCms77Qk3k9PCWeUq4PRgVGjjboyyXycr0wUyK24U4Q7KLyYeE8jtuxc1n9BWPGg3Z4Pq7jeS3boNOTjs/Qt+VK2Fih9ee+TvzrvhLQ05GDEURDqlSeXsrO8d7TG8dnPCkQd5TyknxLA5XjhRWV/F2OHZUldPa7s64N0MBgcPnUdUdqX9DeLideAdRws4VXVybAdZF0LHG6wrsbCCA+tv+v6y5b+x0HEhxBOtMuR83JuEAHJyaezll1cBaDL6jkquTOV/F3Urob6F/s+qg/BZjNboZ+aAWA7QBeOzFXUONH6k3XS6/m3XAiLEsNnSUN4h7oTOh8tlVwSH6zPiaFtwwAxHiXOjZfm4Mz87USEHHUaJadprLUzkzduvSYuXrSi3l/6xWd2clnY6cC3kcAmHKc45ZAPj61ueuBiQpUs77CydZ5+f+uDVQA2GNufVD7StfQe2a8WbdI3VY8bgSIBRzrunqkokfxN52388Sk6jbvqb9UXSd1jTZ6g+fMrFl8b+Zvfvr2e02/sFBfmcYOACc4Rpm8BIARkIUXwd/IErx8CVnAALgCrIK+FXwHPKgBwAighZ4f54P8vhCZYBgPAL33o53DvXv3d59FVY8HUVb2UWYDsy+YdQXonwn+us1AtTOcZW/QQeXE40VdUM7BtnoKkWv0wJBMPTkow1hLSbJePw6beUen8SrvnO3eAhYyc1n0wq7G7XSj3Bfdr0g137HsmNWlOMuyiW9sHpdrsXBnBzisXcY8dRMg9hqY6LaM1CAI6nl87nbdIjO4RHjuflfDsd5mflvsAy3NnOvcz/bPGrBV5Usu68ZT8AFkpmo2aF/SAeCrVwL8DeDX2b+XYm1cCLrHWsI5FTDaS0Cz/2/YHbA1cFJk/QL8vRh2FAFgXITyBwCwsuPhtGb2L14EkVW+8nM4uQlGanzGLK1ZbxVt6B8Hh5nHV65dIwiMdixY1x5zrr3YDTq7ewDDcfvSKQHgfbaEZ9dBGv17PlfqfB0A5kLXOufSz9Wd5F+vpXNCpqc/ALZbGYfmIzAAnHabHNtZtQm6QM0Adg/gWqI7s7VHABgBrxUATj8WsrtpI361ALCrwjERYEfjO/5TEsExJaDntdn0d6ynIhdZtYE+AlR0UjAD+L6CGs4A4FXWzR+fR2c/A4C3x/UkW7oGdZKjmmzbkHmnOdfMI/f51o/yux+4CdvT1Y/Znqs/YH4SH515cyrjECiDP7jJ7jzA+gXfrYbN1mHKeVpnbVyTz1N68TJNrnMFxY+Qsawkg96+8MMRBFb5Z1XRcLJGLwENXx1lqLOACQBH9i+ygL/lGcB47n15S/tpo9iSHstM/GLJ52L70LYpFXhULRMCNzUJ+2zoU3eFQwVGfTcB4ExAavqmkqD6mrB9h/1QGQxKIRLzoiLmjdd2N994a3ft5hu7S1eu7y6GvfRKyEAk5NkHsQSAw8dJ3e9SvNCCQ20TXsmqS012DgCwEqv0UotGZBfDZ8/PqN4Jfztu7awE9GnYcJ/vLaNscdbZXzPvMNtp+2/re5YBrAhZAiaNWY8AMKMmAcxkvxSwHwDAjhLH516rXpPR1i2YFRkVAJkCAPNzOCtOnQFs2KTJx3FWJV1XJKYloqVZAYCDmaAMNIFgZvxCUf/6MoDHbIteqi89XZa+MsqdGZEagEuFItAd4CEciQZ8z8EhlFm/BICxLZ11sMwGxx2VYpe4Ldm/BQC2O6QNsfw2bbztazPQ5p4/NBpblmXh7CvrcZ/j20aljVC9IxItAeDJoefT674zSpl3O3EYazjtWeo9LssYjrpnZULd8UEqS7mts6WiVg62w5xuKjgCY0f1AdZcvpJCBWWgL6EXMEqfsRR0ZAMTAL7AyPfL4UCAA0QZwCoBfT6cJefwQgkM9PxhJJToxyXzBufTpFA39dyOIZZi059Gr1APHJIQzA0AviQAOAzgL+K8LgH98S1kAN8jYIvy6fLNgf9kVHf2gfJFnL1rIM5gGN6hYDKqkAolotvUA499hBPgFdArwBJln2tggvYZAWBsH0DgBMFMv4oiJyyWgyDlXNk4KnPDSWfNkQY3yGHiQzyGvJ/cx5+Lpj84Uyq52rkIQDYdgN05jXWGQA475HFh8WAo5aQzgLh8zl6KVVHxAo3plE/ewvvLMfHM+1aqUVKXsXlApxRTkvfaXv+dBL2OxmO6fjg6J6unMh+h3FI6eQf0uN7x7LBbMqVj9ZHVJ9t78MiJPJ+1BzDGv2XIc450vy6dOt9td74KvKmlob1v62tMAJgk0lY1P7V5zzK9uXlw0PNhYcnofZ7l1VE8Gok9PCeL8+8Z5/0SZ3mn5jcaC8mObx0AfOB5j33muZfUPiPWAHB3/Pab6PPf6bODwKDFGMV0XjpTD7+J9DpvFk+GIdv7A7qsv+fFvKfT7Ugva89QAWBfszs1Bg6Wa2FJ0Yvzbs7BympotC85urzHPJmX1BpZLn5b7jyvxAoApxeHZ+FdcPwlxw3ECDgbHc36TWWC/dlz2da+9YP0+ldQoQLAg+qF65iNWJZN7w5wIv3kPevdx4rHGRDOBLoyUmJwHTQU21pCuitzknJ5XkuSU13qFjbYrzvx1LZB7CR7AOuave+vnPYAsgYA+HIAwJHpePFiBNfBRoljHLiFTAqXgMbQA0AisBX7Yo7gbPssysjeuXt3d/fuPYLAyAJ+nGXhCIjFH+YW4IRsuwzgKNm03Cf0O2RgwmECEAvDwAyP7CvcnVFaz6SzLrQ1Zk1kaM60k+5B/GWSidY6q35KGsHhcpy5fLUVbgGN+JdlrJNWxjW3AgDnEjTtNj6Rkzcs90WbGWp55TkGK7TQYxJ8HYv2jN6m3bXmCq2Xs1jOV92nXkQk2im3fhf/ma41nFt0OQ65ztXWUepTbf3m89jOsS4pTtiP9R319Tiuo3pXzgDGmob9ItBW7W/UCkcg8OX4fAkl0gkA63y2EZ5kCWg6nQMABggJGgf9AnhlafX4TH0Kui4BYPTXVslnlH4G+IsewuojDEAY+8imoP6kh212UXu2XOu2OElXsO/iOS4jgxkg8LUAgMOmM59jBjPWNwBgZO6jB3BcUxnAruhVxmwgSt2Pyanr6qOgUmDDJLxS51s7VuWfrRdypcqmwT8fV46v1xUAjCUOqymruZk3wAZjUoIrjslP4NY8ywxg2WsCe6vDe+wBzFLQrQQ0Kh+lYxzZ3QSA0x/l4F7Me/nMsW7rIW5+obdaXmIRuIKbq7llZTi0BEO5fpby7C3G4Feiz6xUJmjjleNs2Vb5FT9bNqa8I8+Oc6mlT2YAZ6uACgArmwlB4Xp9Z3oAb+hX5l9lFUz8dU2/qrucAcB9NLrc0m9ddi8G9YX+IJ7ZmNUJz31SIPa0AbVr1znptf1o2eTGRo94aNF5uqo0j0vyo/hZs9Vlc9OFrfMU/Vmy1AqX2FjTo3mekQq0q+9CMoLBP61dCdiW28eoCg11P1STCZn4BEFT9JEhoUMBijUD+DEygVMO6xhlALM9CQHghwSD8ULGqqrWyS+t+ErfsVqZveg/j+UmTVpd3bhw1ZfGXWyf5glyjuAnlK0F2aGAf5k2XT5oPnLiTS/57opZzd/5XQKAPZU5aIOdAL23DaBtBgyM0QuMD5KNwhceGcA333wrgOA3dpevBgAcgC4BYNpJ8n/rEkHNOAXa6yDRpQHAlwoArIqvCAhE1m+TmcwAPgOAZ7KnbfIV/B3tJkxuuH0LK7rbhk4hzrdPo/gKHjRP+dJ/+qf/vHlbZOJtoPsDHSWEDmQAk3Ek+GIns0BfZNTle2YNQ6nGdNNZAScB3+Uo8AJrQyTJNgHAABykjH9xagDYykkfLgfe5yUHsbZoxeOtZLRQyrOXL5X1UIyRAZzlns+hDDSA4FICmg4SloBOsNjloxltIoWfjFwplxKWfLdRkAy/KfLdgdGdbhKwFgbpLszv/XcJdx+fACLBPbn00Pf3lZiDVgKa4C9Ord8oVAtQxAyUBIGVCdyzf9VnNP/l0BvoESiQJqE+6nsCR9VpbGB4v9K3ME1FVu26/T7sqBGY5WzReaFWoG3cpnttkqjdO/cCsfthUolasrsVQ5rKWd+zZf6kk6A5bvIScmDJ0UOQNj4D+CUAjAgjOD6yF/ClcHAAAAbgCxCYWcDsBZwgcALABoFZusIgMM4NYchr9MzRaljW0RnUcyqOI4syXSa1Ic88HiLWQZSAbhnACQA/iB7Af4kewB8zA3gCgBOcRAYveIzng/TTggY6LzENGQCG8xMOmr0AsMHedOiOQLCcDrqe6NZZ7/hddrccrnAIufxYBxTS2ZQlcKyrESjG+ou5A4kpGALnF2E1hwp/8/N5ASXJ13DDdDZ5jjgbC4LE8elx4WZesdN4rlNd2+tFUfbrDiGV+rHDqBtR84WTL/O8h5SCkoo7LdVZptW1wscd1tU4ALPDsp6aY1VDCg9cd+Ygp/6OdbM2Tcla1obK8lUZwBFYkY4ulkhPAHgei2HdNj4jsMZlenWM6Up0oe/jfFVwT3uZfxY6Ms3ivRy+twcR6PB4zW6Y64NOghznU8/T4sDuBPlWAsBt8a+ttRL8ccSAzD2m1tZgc/Ja1jeZOV0geZTWooMPeiCCswd7CfPO+3Am8xr1+wN/SnpNHiYenRHPLSu434Npd003Nr+uQDCPpOOkLI49Y7Y475Tlu3e4J8BIINXGH/0Ah/hoP3afLVB7s1ZutACGNRgd9OEcenz02YFqdlr06hPSW6QjwFlhHW3SGQyYrNFPyllPhWgoexGX6fFc6dZ4UA8sACDIILcyrqmo0rgrzNiOsTbOOdxtLMlTRnk8zNbKHB1lk6VMli6uG/K6YO9fOB5YylNZvJcC4MILmcCXAtSFc0JBXNkHmECVSjpDXwJADPAX+wMYFwD8GVtv3A4Q+N5n91kSWgBwLQENJ0cCwNW2SzrEXOC+rhG0ura7EPeE+8e1ASg/iHNKP1LAsNpEiBwsJPxV8+bscq78ro8slkQxy6vDgfxlDQBOUz6DFXgDvta0zq3D5h00O2YtwGW0FXREM0q8tlO/qvbQcoWPGsGCZipd5ZowP13jCXtpbuIx6/rVOh+Rn7fzoOFYLbvGK/RE3bbVMI92UPut0X3u430bv+vjynLuufbhyMPaAFiLYFe1wVEGMEBg2EAAh1UC2qUpo49uAYChQ+G+0MYJJdJZMcmZw6ClONAV0eDIBniM9YOM+YeP8AIIDHoPxzWBRPA5WdFiOn1u+cnsD/aDNWzYX3gOBPIG+Iu1hOAO62ls2ZP2xmMAwJ/dY+lG1Nt8CfpfnFOa3VKdGkAOsOGc2vr7XvDXpJDHciaKCdFsFm6vOr+upHN3nZDfpwxgyQb7B2B7wO7LKmMGYQ0CI+M3W0BID86M4AzwtU4sm8zArs65DQD3hIZW3anoFRyrgwAwqRmcW/OOanLJi/C9+YJCh0fGEv0/8BvBPg6fUnf2jxUIqNKQlrTuBh2Ba7nLOuzjik4DALySAcxe199BAHi/PTHyp5nP7pfFZwBwH68ix7SKBUp+5X/mlV3GnOSSx+laOuNxz2PtZLyLfh3ZwV6XJ7lXjWryTH9p3HnlelJy+4ZJJ8ibaNtb9mjK4GbTpC5O4DnN73ZW8PBmX+W85xmpsrWqebgVCp2UUQ540ZkMAkNOsrUIqsrAFwawF5VF8TnAYGQJowKHKvYpcQMgLwFg9gCOV8g7lIMWAPxYVRxOAQDPfqOTzNWWXdZWyR5y3U+TsmfaXwF/lxnA0mu7w0bSZvDNULZKX/luAsBFDwYtVt0+BqmCi9Q1U8fq+tY2AHw+ZCDbeiYArHyc+IfzoGIGqxxGhaXQwZAFvMwADj3yDAA+uGy+cwCw9asN38pomR18/Be2wzcIANvg6aWeWdpwAICtMLsEtJTd4wHgzM4kuKN+LF9Ek3JkAH8R19nsAZwFgwBKdiellZOuoFQlESBL/dtUIMlRSqQm+5EmAJyZvwCCDQATBM7yPXjvALB6BwP4ldKf52TTVXw+AAA7gj1LQdixRgEurifjsgn2VHobs5SDTNmjWUrXaO80AAAgAElEQVQOhwF4inFjBnAIUHxmWWiAvwkQy7jW2QkIGwDGewNUHZk7R+5Ko6Ept/aO32hHjY50R7t1Q3mWpmlIbiwtg3/pXkwFpmczsjTtRAMW3DZe8651hTRG9SUzhAcS0vPl5kll8716h7IjzsY5ssZoWW6nSBp43K/PIfv0Bsk0ABhAMLKA43UB5c9CKLHXLxwgCf6iBDSzgNEvLt5RAvpC/IasYUUyqRS0MoFVlpNkmXTTnEtJb1Y8KzN03+hxWrQHwwkAVDkD+EJEYLkENA3gl8I52AHgO7fvUgnEvdDRUTOAjwCAyQ9iWOEMwHnYR4QKo8FZKEbKeFW/2qRhOhXsfEhnRdJnB2BB+h14hmKFe1QfOZ2LUY3kkSonh1FAYAgyCcADoAQ/RO+uKGeDe4RxjgEXmJ2GAMk06QelE+GAcGneQn8DmEpC1kaN2wKyzenRGsCecmAXY7c9rxT83pMzj+HpM9o0l5IuWwDq1bW5BICXRpfBhRcFAI+8Q3S8zjj4WN8QALz1tBzXlfs9BgA+bPzKGekxWe5v8DdZ24qzlsfnmLX7TLqtQQEqdZ5cNt6cT7icCWwcmOv6ZK3+unQmD7vxui/y77sAAG9TluX6oRFZo8Et2mrrufAu86J2nWRwAge6rPNnZzq64gmOU2nzUpY8Z1LnyABD0yGNXjmCDRILEJZMMF36GUYeVHlY0qseQFdcXQP7RtDA1DGUt6T9LUeDr3h4jfd727evAeC+T5fsXI3V0TA9rnVQH5Eu6Da3tXJNJgaQ79Q/82TKrKSPBSDRPGvjDUj20vWxWN9+HuvM7V4yyM13wfciN+v90KfgMyfNtvEXBz2Kr8yBB4fnjuFy/NPacMl09JnK/lPI2nIf4NAtLkVku/sAQ6dwJQ9mUgAERhuMWAvnkKUb+1+JstE4N7bdjwzg23fUfuNu9BQFmPUEzjfYXzUDOI7FuZtt10BaZQcDiH715qu7m6/e3F2J0rWwj6ALPYjMDWQYQ+d5+jSA5bgngzNFbRkcsR0wST0lJ2xNb2gzAXso9+vjpkApng9TzXnTd5etHnXcTp+dqqRP2ZaZAeDxe5Vh+flEADBmveQ3bCgtA33v4U37aG3eduz3zr83eAzXim0arXiCkvljvfeRFyRwmc9sHjj0acZab3pC2qhxAVZGClvmQtDcxbBvEAh7JcpAX2V/bPUABqALWwfr3WUoBeIGrbP/HdqgxDlyXQEwZkY7Sv8l/ajtgEpZYu2gdPTDsDEQNAEAmC/2LpT+z3pkztjJgCCVkhvHThIn/hkARnn3q5fZBxjZwKqKIXuP4xfP8Dh7ACNTig0X43pq7XQEAMz70j00+sX1J/tYO/R9fNe9zy+2OQM4bRgutFlHSvk7XbcF1WY1pQYS8/gVALgF4yo5odtjXe6zolFmO/WewAaBEwBGmWfqFvJfscodM4BfJACMRRC+HmZv9UzgJQAc2wgAy49EPxHXAKoQdDqh+8LryLKhCaSUvuYFcZz1qTMAuHKZLleXv/qXMwC4j03RhZMZHAeYbo/ucVu6Vnnc/uNeh3Ws8oRrPK+crgeF7rMzKwCcB8/mrAyJxeMwvL7wS+5VZPrwObP7dSYqqNJDm3+OB5fLFJ+iFHoydPteXTGhNazPOe66jn1Sfhi9Q1ZV/61EXNdTX4ZfMdtAyh8XvriQU6wu08o8w0+GCmZRKpqZwuGzA/gLnTUCqdgHeACAkQEsELgDwLifk2UAm7eelq62LDpyja2NOafb1ywAsG2N9Pt/7wFg0NtA0zMAnJYY/Z4OuHteANgloM8A4NOsExzz3QSA9/if9y/v0w7TweNe+o8bGcDNidGMxO5IOkoAHswA3gCAAaYABGY5BzgJlJ2H+zHTPwgAU+jJOefjBSyi/0q84HzANVDqIYQAgOAvQzmPC2dzHYhNZ6ZZKGEsu7PQKkSXaUUi2zZfHX4w4wRrQyFnPfnM6iXQm5nAzPZlXfhxe98X50BJn8z+LQCwwF+DzAKDlZ0ASZrl9NL5U+v/u8SGBf4+ABhskeXPYDjGi31fcY2QyAKAYTAmAJyZvx0EtrMeoDAoXxnBcNJ3cCidq1ZgqBnYUUItYQBFrUgZbJUCoWOaAuQpSgNomB5uS5BuZd50KoN4CYClIclruWRvOdYOqDx1O943798t2Qfll8/XH7KrRrqAjXp/0q9atVqfOqI7NOw1yX24rfdKbFnACfqiDzD8GZjb85kJfDEj4JEFfJm9fwEIoxewykBfjN/cCxjR8q+cR4kog8DoGaTMLPYaTmdDL7NoxbI7MEBLY5xyH9xeUDwB4FgvAH9fuXgl1o1KQONoAMAfMQP4dmSiCABWnzk5OuBwcRR3Bxqy3BdDyNN50oACKJVQJrM31wwAu7IBwSlF6hMo4L9ezsxAqRwRWe6m0CqO684wCQ5E46PvHhwJ+IOz9fr167tXX32dTtqH4Qy9dfv27uNPPmXvPVj4NrEUn5BOlCSrRtO4V/LrMr5DBrDWkWyMfQBwriE7vQ3Oee2UNcnS/HYK+XeOUP61+03Kz7U3LPpcCd1JKrJfNyKLEtwfMz/NAO7SGBtkHoGBdmiut8VJ+w/fEAC8x144EQBsh1c1FreftmkOyX/W9jRv0jjPTls5tCio+jauHTv+IJ0VAUwA2HSW8oFUOBjeXXfZf99lAZQdR31nGlWces/Un3zTGQA8j9kaADw4JcCWytRRpWh6q2SNM39dvlzOWwXu6PzOhhSfgIw4F0FPDTAmmbl0fweB629b4GIHmVNqmzYbH7GzhQz2CIIyPHgM5S1p3+DHFm0epd+b/W2ASG3xDwBS15qVuWYn9PI5PL+tkk6uswqo8TOrisBBVJxROf/aNx1e1CQk+KTHdb1wnjfOQs7NakBDBZGgy1CfSZ6VZWD78Rooq5yWoXKsab7bs5qTgPVpy172Ue+7ztn++esAsK+t9ZE0jxK1oP0sVYuSzsj+vRRAF97xHU5/XAN6SAOAQyfCGuP+AdbifNgOPeTuvbu7O/fuMQMYpWVR2vYJsnVj7eE8Kica+iKuy2v3PvTYBhvocpSifv311+L1+u5aAFfIUMbaRcAbdJ4HcR049NiWI+w594EjUJYVUaTgaL4w+KaPtuSkEg5/yrQr67LNve6xtTTxUbSJ0H9T12j6bZ1LXKdptprjVeC36TJJq6PFU/iEtbw8z2Q7jE9UAeCZvNI2KHS5vbxnname64T6VOHXXeft5xt1L60l3xdu9RAAzP1zEXpNeX3O2R6kkWQ6tD9gu8IOiv8hMwP2zeXQu9EH+GqApwCC0R4HwDAAYMwjK5oBxA3/BUukA/iL9QHaBuh7kZmSYSsBDEbQBXvvRllLViSSPYL1gWMRMPEAGcAP8z3sGTi50T9bJTIzW4fAb4zEFNmH57StqBLQsb5hv0WQxvWb1+P+AwCG/yH2o/0uYmRG1MPI3oej/Mu497ixTQCYS2ZaOC8GAO72UrNdcINND+w2ebOnkmVi/wYAF7uq2zz7M4AJAGffX1er6xlPaTO6fVBmACsbKvSJrERAX9NfCwBsOZ4yVWX7s9evS0CfZQCnrN8nt7+PAHAfD7GJKmTHz88LAK9bcGtyruuie5WsaaPlyNHH2G+xeoBsV2kl1jFm2un7tFMUOzcJLtWNJd21tmLSMngl6lzUsaR7NRu86eNdXkpslvMOl7B3rtvm9HdllQS2RENihaJL8s8+KOvgVenK32JP2fV5CO83dX0mlKj0PAMG0c4t/hBs9YiVMpDRi8QMBALCxouWbQEECwRGGWjJVZd7JmjMDOAH8ZtA4F4CWpJTfkj/7S8B/a0EgGnLpN6X9hCUGtkd2T6g8ffvWQYwZrgpiJrjUSf8KgDg0P02ewCfZQAfw1vPAOBjRunwPi/9r//begloi8fuhCiG0bZV2K/4TQHAlHNrADCygKGQQ7EHwIwM4AB/QxgQAA5gKFBhAcAJToD5J9SX4nMGgIu6MQn67YQjCGCVf1YZaPQARmavSvQQ+G19gMOoDCNRoG9mCSPjF5Gc+N7AX2cAq+8LHeg8t1/OBhYzk8C34O8KwLEAsIzndHzBcIwXAGBki7YewMz8nTKAYzTprOO7BCkdbPzg/spystJpurNztvv4V31izVGSBmF8bwm5xfjrRupS+bNhaDWpLh3Ncgd/qcLbiejszgZE9CPtlvEmOSB9Np4ylZx0TpaLy0G54hjK0/NQZkx3Cl2qf+0CegJ7ITnuUOwSAHYEePxIgBYgMJWu6FkV+6EvcOC4dFYA6CUAzBJmAQAnKIxyZgCDL11Erzb0kgsF7YLKCgIEbkAwlc7eF1jOUztBmxrM+9Ua0ng1IJg6bO/HACD4Gb7Hmjh/6eru/OWrsX4AAGsfZgB/enf3ySe3d3ciCwUOQmSUwGFMJ0GL5g6w1hMC+gGfMKhPeupOOCi2AoChPCIDGPzEJcIysMVKsMukJKuwn0SYlc6pTMb4mkTr3wi6Yq2lsgbF9FE4grA2kJHz4x//ePe3P/lJOEXfYOlFZCJ/8umnu3d///vde+99wOd9HIqwR89BESNddoV9BFfLGkll3PTl0JiR0jVLXCeDMyjp3ePHZS5wvALAunbhp15j+bvHq19Tn9o4tv2nc7QD9DzbzvHqtEw6TDnXzpgDQJnYPnMhzbeVNJs/7wGA5c1cPfz0Savrpzv461YG8MkA4PEyAym0TbmmbXTk7wMQnHSvoS4gSR4j4yWdm7hIZmN6HY5Rz1132Rhp0kWPxt43VBMN4dQHR/YkO5wBwMs1bubZ5eEMANdjcqXLKQI9hfLNLUM0zz2LZw0A7k6SluFX6K45TJJfOcjHYHIvI22QUXqjSopZjpQ7bgyGwm3TmdOPSKP0KMpb0v5XCQCPziKt0XrfdbV0w3upjxGgq0cOThjx6gHgrfOT+oT5NHVdjrwdWxQWOSd+129LGVSPGakM92Dwic9NJ5Xvi3BMAXnj2MRq2uzl2Nhp1Plf8rz6/MfYXBtsZpR5FQDu92pdUEGdWitytKEcNIL7stcpsxYvcDtL8AXYAf0HICuu4/3x4NgGwBd9gAEEP3jwMEraKiNyAICZzRF6YgGfXaXF/YER4Abw94033tjdvHmD9wN9Bs48ZBkDsAKwzN5uGSiHrBBlBCMDr7enkB6gweJbkp9EcXdqtj28U8ocHsIxEgDMoBJFsubvLFie37u8aBSd17ZbcR38lf4vOm3Wx5I+ea5ZZiSfXKhCVcdZEkvfXXe6n+T2nWve5jHoK3rWwwba51ouXGP4ovuq87cPAHYpZ/KTNtldpyhweG4Xv9RsJkwfX2gToRR02OOwfwD8XkMv3XixR3bYQy9H1CxlS8niRTACW8zE+WALAfzli6XW1T8VtjPpjgAw1pQzgJ9Gxq+c2g9C738YWe4sBQ26pnM91J4ZAJa2NEyuuFr8MwAca/jy1QCAI5DiSryr7zZ4l3gWCO5J9gD+PJzpyGYlAIwxCWR3kcfQ6HOFppq9O9sFuS+OnZTEngE8AcCm/maL5XN5nZTLVwC42W6+l5TFcwnoth+DRhzsFfeN7/liQEmCum5h5hLQBoC/cAZwvLdt6O/8LckAHhZQjtmhDGCtH78yAxj82j2AW2BDBAihAlhWkfiu9gA+KwG9oUw858+Waeun2eARR15zbimzfZj1zZNbbjpCOvrBvxW+NDJmMr+ul/LUDjgzf+z7tGMbv6zyVAK7yVGeK4FZ8828beos5Pny/bIKRg6J3TC4q5aFm/y9+1q6z5G6SfJw+23BI2nvZIUXPOByuLBdT1R97Pru//mJ88aloMU9IygLumb4GdF6Id5hS0BuAgSGjwyykqWhnwj4fYpMYADA4SPD75/Dd4d9WwlogL8AgSsALHtt5AXfDQB4YYdVvQB04rJJpJkaBHAGAD8PALzoAcyiMFoAvQT0GQB8kHce2OEMAH7eEdTxmwBwijkZBMmmW2TsMc6I5wSA0UfFGcBQonEXc/9fCbBZWqTAbBnAEEYCf0OrF7AI8JdZwM4AjrLQ8R2Rm7Kq0lFHULILqdFB3MsY8w4mI2YbAIawlcNjAQDP4G+Wghb4CxAYRmYCv9lD+KVoSC6gF9nAWfqZADMyEjoADObTlPh0VIxAcBcKdq5uZQAbAFYmZ4CDcPywN3PMEeYpAV6Wfs4S0Pi99QiOcSU81/ospZMS401wKAFggsDUPqQksZD+BuHbkCzKihUTA23K/MBkWQHs5zLgutA9yvzjo0r55r80RJ0BvMCvqD6kguTnaAZxX1bK1Ez3S3P6ZA56nqA5icphutdJgWxKZ2pmRb2CkmSnE0ZA2Quad2VyCwBWlq58WpxLvgAARxloAL0ZvX4JQG/2syL4mxnBBoDPBwDMctAFBFamOJRPOVWcfcJMieJZaJk/+bw9E9iumQwviIPoBAEAHODvhSvXBAAnSPwgHBjoAfxJZACjBLQAYDnuMHJQVlFSmYY68gpzvNucYi/QZFFWn7GvCPr/jgBw6xEZ/EaOAoGrzzJ7mGWV2zSnY89lx1JhNs1WAEsKWkQ5sufwYyq8cIb+6le/2v38578IZ9TVBhLD2frHP/5p9+67fwgg+E+7u3fvpYIuHuU1YLqk0yKzkNPj2GjEZaA59nnfXANJ1+aMfWMB5KZl2p6n9DomhTcLYn3lmedy2ahR1fjndZ/zxLNMvFgHSNHd+psjN6sCzasWvrPlvFw7Nw87JQCMMT/Gztx8qBNu+CoA4O35WL+5NrY2Zm30waWeUcuSbS57l8Btrh9m8+NluuJlPJAr9NNoo68PH5KbFjc6zP8wR3uE0/IsG7MzO/P13HSkRVANgkRYBp7P+DzZBNvEsTcKn0O4tY5GnWgf+ZH/TMO1FZzR7qetdagy+50w3RFiALhHu7csrextzeVNXWaePzlU7ChROwNlBSvjU3ITpFbLQrs0dO8j3wHgVjI6Gar4X9KePojZ0NEx3c9Avl2H2Ro3jT8IdKT7rx4AzvtezNGod42R1+O28ZnmKPykLA5THytCH5nV4PHzb+ak3V4wwJajJO/WgmRNewuez1kyUJbPK8yPfy0rmHKHBCb9JucVR2oVdad6+5z06Nnv4Ng6f/H2rXU7jyXbriSZ9evr3C07Fp9B3w0ERmuPAK3iBRAM68Bglyqo6ITK2EUg6ksEwpCNASebMi1CfwFISwBYZVO1vmQPwb5Dv0jYO9ARvfYQ6GoAGHoPAOBLCQCz5y97vQmIJricgXKoiIIeqgCFXbrdDletDOs1OfdtzWksSA1ZRcWgiXQI01lWCHA2hTNqWGZVoJ71imHN8fS+Rq7/XPtV/+Plky5Fmes06k2rQLLI8ai/7oidIcT1w/fxnXHbNw8Az/LCNmz3b5Bk9bcAgBW4DJo8H/bMpQC7GgAcpZTRCxitb5wB/BTlfgnigiaD9sIWwIiqh/AGAEw5IqDxcxyLFjPxUlZTZP+GQ5svOq1Reh02RmjQBwBgPKfLgOIh4D94BVn6cd83btxgKWjJtBKIGzT3OXsA3989RYW0uBYAYAzPy2sAcKPTJZ10u/X5AGC30BGtVztGVLsAkdNmq+BvXR9rJaC3AOBFBrB1zI0MYPUA7uAvgGZWGzkAAEuRqDJoKbuTQFPubZeARgUsGtkEe5BE0EtAp0AaJusYALiDwL0E9HnY3eGnOl8AYKwR6avxO7YxUxiVJRRowJZQoLd8R2BFpz+twyrzBjVoxXezxdxmm27eb59tdQYAHyUyTrzTXtui2PAnPfGaPbF9DuuaJ7euJbo3jrN/cb7w5I8YtMzZb4w1azGE6zSfpQLsxP50hialrV+W+9LHosf0r4NN0+0k2WPmpfbXNJ9W+qlczUgyJfdvPp3ky34m3yd03zpubfuaxm0O5xsuzxAf1a5Mdi/aMiDwCn1Uz4VsxfM+pcyMyhmQlRFwiMoZKP0MEYYy0JCrDBKELgq9lBnDyAD+KwSAG5l2a6MFCYjJyi45A4AHR9tBABhJeNHH9+r113Y333hrd/XmG6FHXY+g1KhAGcF9SsxTRVQs5zMA+KTc/PD+ZwDw4TE6Zo9vNQCMfr1wIkCBJsOnk8AAkiOYKBLLswpElACDk6ECwFlWGH2AEwB+xhLQXycADKYrJ4fKN5cMYGYBj/1/ka3Ysn9RHjrLRbfSz84mbn2AEY0+A8AGhtPZ9AIAYMa40yhWn1j0MWKmaLwEGPoVpa+wX8yQS0ADunvJGcCM5nJBtAKs0j3jeezT21Wv1FaoWtiJov0a2MSffQ7MfV0SqQTmPjpFGpMrK6cDZzY+5awlOEjwwe6TfodVmbKvqd1C9T3l9QZnMBU/3bOex4+55x719N1plIpSA75jrBoATNlvJ1uN7E0QGI45rLkE8PFUMORQtgyloNG7iu8BAkMJawBw/naB4C/2Q1lAvdsIPM8eHs42dm+P7oDnCML2hUrncmweo0yjwXM4vxwZwKEB7i4GEHohXudeuRjR7s4AfpwA8J2eAczMDYHuLAVKZ0oGh4iAGg3Zia9xxUaUPoSDpmcAozSzARnRwwgAz71KcZbubCifNdkdUCBdJQ3E9eFMwnWvX7sW2b9v7375y1/u3nrrh1J2Hz5gFjAMcTg733//w93//f/86+7DDz9K52fShbyabZ0QnHawTllHtaV1V8FdTg63ifKdufYK/7UPA1eYgTI5Xer6VKl9PzPPDrrMNey13N5PDQBrrR92WBbuUoypnPbGFU4CAJNivucA8Ao7PfxTGrXWzJtTKIFhOXTzxdkd120SeK5ZV5nwZUfwp/3KteeghPyVl+h0Md+4eZV+X9KYHfjLB96ix+4o1bHfHwD4IFGkLORIL8DF8eg6ZzR/Ic9S3kmeqpef+Xt1OnZ66Oc0QNzA3zScW/UKyNbJmdP5V3WMVPkM1qcy5gSQUY56YxCsG5Q7agRKMCNptD53o72vFQCuUVzJzDvn9ErV8lzM4eT8asdtAMBlrIbnL2u2j4fWsOa5r3+NXa7eMoZHgakxWe2OqY6m0pL02TIT8Z2+eAGH/Z/oeOBt5CFy7okFWjdbl01tLWA8i8Ot0960LjwDYi3NMecAO9Mfr52AJkBglvuEsz/LNDOAFTpUXFMZH7pOy4iNEzxNgIR91wyIsWx0vDYA4FoG2uAwwIRLl67sXnvtNb5uoAR0BCIqw+TLoSQ1gGBkeAD8RdYxnHu43rNw/kHHa4Eayef1vVcjEcDr9eqANhEOg45cEjr2c0sizpEDQggGz6/C663PJq01gNe8rej7fZstE87qOKHlW7MfrMet8KPNg/XUWiPpOPa+R62F6cRfBwBMkMZrpTkzvc79nmHMhdekNpjHVp6Dh1fGj9aVA5qkP9DWzTLQVy6HAzDA02uRQUsAOPoAAwBmwGfQPTPjQYvIjg8aw7EIliUAjL7aAMzCPkJQF+kI/ANygMdGhSFms4czmxnAj3f3w1F9/0EHgNHK5lgA2DYwKxRgHaNdT9zzjQikuHwNGcAovS4ZyXmL+0WJzIcRTIpMqS+RwZwZwApr4DANf1s08rwA8NC6phOk7LOkWdvZ9YY4lsXWqD0lLf+3MoDpMyoZwEcDwAB6018FEJiZwOgDnIAxQGBVlsqX/QeZMSfDrw4sCHxtvad0WOkBrMpyaC0GcNiBkiMAvAaMnhYAPtQDmAAwy5xHYFADgLP8bAOAe+B5V+v7Oh7U7zMAeMnC25iIs63/fTXBovvkydq27yIAvLD3JRz0eOZD9t2sP/TIK0dG1b41Pb7ofHU2N/0OxQ5e0w/MH/fxaAcJNW5TfGDipbaN2QhRnFfuqoHm1q7BZ8Az8SiN2epfWeiSMaJnA2g4yvdBOR37I9jkfMhVvNA+ESg2/HMINrx/P9qP3L1PEPjzz1EGOmRryOSnzAxWMgX0xMdR+lkA8FwC+jueAdyI5wwAztJMYo+TDDlpCegvCwD86psBAN8QAHwhAODzAIBRYRL2AXWqtMugp4b8Y1AUfOdnJaBPKjqG/c8A4Ocavi5ztkpAm613Y9DODRhF9hxs8HH8TO1bzlSCLGloA2xx7z6BL8pm4QufwaAJzkJxVg9g7Id1K/BX0arKIlRWq8SKjVcLJwG/6gFsEDg/f5EAMKJzGeEa38OgahnARCniBUdRM7i7405P3Qp46VsRao3vrso5coIGADNaJEtAv+QM4AkEHkpAJyBs4BjlpHmOyARGuImzgHv2b4K/jkofHEo9u4XKhSPZOaYpfFNwywGSrqv8jcAu50IgMEtB47cYG8BvygQOB028BAAbBAYArG00smnk9Fc37KBhbCgNDFer6pF3lCND06EJkBGZJeCawqJjOb/8r78vSsnkrYkalJnL/2zAEajr7hOTjA7rgALdCYUmfE2vokZDsY8j3aRkFWUr73W4x8U5U1njOKShPClqWsLpXCRAhc9xhwBmYx6xtJjrEMcLStX6u8CIX2X1AgyGAwMZvwSB8TIADOA3XhcBBBMARilBHXeexqAigRnUkYYhnelJeeQ/pBebNPjgomz6DK7wLHPMo+7U7uLVa7tLzgCOe8V2RMx/iAzgUgIa2eqkd4xz8AY4a2S4Q+ETMMxxywze7lgTScHBg0xiZgAH/wC/GgBg8CxG86djP8/X6A006czfKXpSYGiWhU5HAfYF/2Q2QfBJZMG889N3dj/96U/DCXUtyj2/t/v444/DoXNz92YoJDdffXV3+9bd3T//1/+2++Of3ouoSPFQLQasvegfzF592c8vfmbfMjidzI85/ogejxCAeB5cG04pOnV5z0EVTWHvBIi1hpf7aHqMHUnKseSze33m+sjVaIi5ba9rc3aO5Cm8b3M2LQwM0UuTZZVtePEVw5mbzffMRcox3z8AGOsDdDO7htvglQ/T4E5G3doR829N5g6eH05K7qo9DAKTZ9h5yQ3ljElnTv723A2G6mTsLozYNXopPLdunmljv0SQLP0AACAASURBVMOjg0++45mW8TvLo4JvBg99YRnA5f7r+OvnLkuX81U59HLmeojR4Zk+vmSbF2HXs4ZxXpkfg1OmGjm3s7wVTgf+nJniM3CmIUiZm5+bvEwZRf6Qr9ZHC9tKNLXIF//LwTZfamQsXs8qFAmIWafo9DDqGiOddGCpAoUUbak3cP+mX+l+6C/aMz0zDe+bySUvnABgH9x0yn62Lj9ymPKuZi4jilsnWIzXsH+SZx/7pGcNRPPb8Vubw/LZtk3qTd6vP0YZubilmguPlhwVRBvkCE0VDTzpJf4pLqjrYNrs+Sm6drnPfj+6Dz9nobIyXcsx41H582DHgUYmJ2bjq87GpV4oG6zxW5xOim7ej+wE/D1LxyHLqSadf57lcd2jVyBvllNOPtd0Qm4D7zsfINuV3auh1wAAvn79GgFg/GFdQ7fEOWxHQk9h9m+8qLMw8w4mHfSxsDNZahdgTdqetklbNRaVgM3hUAYlx1r8g5/T/mw9gLENeqxBF+hOyQsIxFh2rgLAna81XZ/qmvV3D7DnEwtc493tU++vudgnd8ZjklwmUhn22ZAVhdDGj6Zr/9p0r1w7SeftoKJXtICMvqvWTf5xjfgFPZNzoR9Mz/Vd9iUnr/G8rgnO/AD7iV3qiq5SZfsHPXTDBgp7Bn1/0QeYAHCUgb4IADhkNGgMdPg5AGCWRxfoJwAYOjdKqaOKEjKBAQAr852OQtKnjlfpyuhrGI5slIF+wICGAIHDmY0M4Cfwk8CnwoAEpJkkv0gLao2/s4AWM4DDVgoA+HoAwFcAAIfNpnWtMYIdBOD3YQRQPI13+GIIAHNc0kZrY5R0uOLU7+Bv0iSJtmkYJmDJ2kpBGAuKPfRFtu3b9xG/sTWe9rGmqxEzd2Ext7TZ6Yuq60wgLP1L5lOu1IR5IADcqzj5u8tBE8zFPim3FVyClwBfZQALAG5VaSzjadfl2qYeos+wtTVmdTTK5zappvVlBvAqAAy/UiQa0DFt27dRuOdP4+21Nq65vui8Pt0zfh0AVn9O6KvarsAhZ/o2e3+RAVzWdq75xg/a1KaA32Q+fcMa0D2R2TYLm+h73nGfjrRff3oeIBY+yZVbPgoAnunqiAF8rl2KrCrneV4AeJ8omisKbd9+0lC7xbVBnelo4/tkOz7XkEH8pK5Fvcg2bZ50tHksu/SeLFH8I3ljWzLkpfl78lr7tFQBrpd7rvPT/V6dL4kv+3zJM3ghCnV/6t/zetUe2xqj4fkozyRvmg8zZaS+y4+lUtBhG4dMfQXBVOBx8Q9+KgDAt27d2X12D1m+CMgCxhD+vmwVwuAqAsARKEgAOMpGb5aANrHY77/2FJ1/npQODvlW9tJ20W36BNT5wEimpWKaoq2aepOr2vD7X3kJ6KSqOj9fFQCMChfASBzAcAYAn3RVbO//fADwthTZrty7di8HDKPqdzkQuHa8VvPixpBc+x//6X/ffArZTSvCkbxl/n1ikAm4NYWZyrQV5jHrgeCDgQeAKTDY+RIAjHOQhTkDmIqjDGyt567cEL5pQlnZw3xRuUcpaHxH/1+AwACAoww0AWCUgEbDepeAhqIWx5giUjEvZsgwAqNik0KiGkXp7RSzMQCsss5Q2tkDGMKL4G/NAnbWL8pAS4lv2cNU6GG8CQCGct9B4FL+2RnBhdF351fPAlXUaM5svLsE9JfOFKW80LxDnAAkRPnnBgLjcxyljF+8B/gb+51DL1n8RtAXxyHrN8tAQ53w/LXQaykY1RZqCozp/4sVuiQJ5gxNVK3jbQCWY/O3tj2PX10U8aNyFrsy5WAGK0skyJTWNlGbWxCH5X03OsoLzd8FAOeRvseGYWvvdo/TOWxE+vhu+PY8DxzCUfD61pcMlMI8xRrL8QTUqjlX4AWyNC7EC2Au+gI3EBhgcL6c+UsAGL9Fb2D+hs8lIhhOE/QHpkGZyokdPFKA5eSzstJzxQUAMwsYdA0AOMDfS5Ed+0qUgEYGMLbfDwD4Lx/f2X386S2WgEZ2yCtcL9KaW/AJjHYGfaTCmeCvacZKKOaWDh5EEKKUTPaZc9lPl3ETANwDYEy2nFFmIMWLDh/RpLLIOxjaM4QTDGZWQPCqOOYHb765+9nP3mEPYIzbr3/9bwECvx/ZwG/tfvLOz3Y//tHbu3v3Ptv98z8LAMY94hoqV/rF7nwc84Popff2j3+4ez2cqpgT9NC7d+/e7s7duyzZiBlHNjFKxQHk/vT2rd3tO3d290KpfvIE968S3KIiESBZHNZIHAyn7cWLl7m0OUbxAtBuhz3266vQ1Ix3RV2KdSobo9Fv8lNva2Oa+/KI9rmuYNC9g4VM8l2CeTX5CBselcGf3uCHTr3Cq3zzJHZ/eYHvw/ged95eAlpGAAO0GJxVAOAD92qZsXbFgd/kDp6FLlf332tbh2Rd/Wakq0gfEIgyjqt5SgUuGp2VtWf6ae/1dkx/KUu4aTa+jhvqvXv1exC4BfqxQw3PjzJXz1cCusuo5Y2sy89jHktzsM9AXrva9plt9HbZurFv0UvmPcRv5FgxCCw+ASfvVCrc9JROi+qYJr8ySeV+el5evAFiLhfd9aviFCi0meKWrLP3DswKNcnIpP8oiAiywX1MdS/mvXri8XqFZ7YBSe6WMrUu4zUV/5j59nXHfe1osI2QV9JgbZ92WMvTfntYpOe3KUO8zsz8yvmGj9Yveg+semWOWKGtkXdgbkYAmNPWtbKRr/s8OfGavU43AkJ19TaX6VSbnYFyFuWxpsEmRFIWl5HeGnXyXo6X7lyCtusgM7/WdXvvOJ+3S1qdzLRdeSkle/zvaWbeCwCWE09gqsopw5lncEGBiAp8AQD8WugqCH67fv169F2N0rWxr25d+oPBN+hJ0DlQ5o99uWOrAocRhgpgWj1W+YJOBbA3/iE4WT2DEYSM+4vfcv1Rz9fspJM226cY3M3zc4zMa5gxzAfMOc2hniak8nvsYRCY/Cf1mVHjjxPkoE+WQLc9yMOqDpQEgSle+72uzEP7rJ+2n7WtV9Mznqrwq2m7ZXYObwK2uiFTlNiH1qv5sElXv/W103WAnK88xgvSdL0IViqyXGfLDOCUaWxxxCwO2DPnd1cDRL1KAPjS7lJkBLMXYYwN/RkAcVvf19CU49wMuoz9BACjBzACaFXVTLq5bACsCwPAyGQCAHw/qvwIAFYPYGQANwC4jW3XaZspXXkuxgHZvgjYrQBw3ItAOY0QwF7aNwEAAwh+xuD4KNdO8yhnkryiEs34uYG/TZbyzO2QfqhpfDo+17VLP9cMXm1KPpdsS/xL5zAHpCsH65frKK1x7q/van2Tfin+JmC2Be56G/1WmQWXoLGyedFuxJUF5GcSANxLQBsAJkAMIB2+KAaXpH2fILPWunnwtBj9VYtAPIhEjkCcLDfPyQNPWskA3gCAxTVzzLqwy0t0JtX1acurXgIaNN/6xEdQA9oEICBnBIAB/gbdRXYAEwXI70sJaHx3xWqv77KeB7WhOlJnMV+HLcdq6afcptnh8H3nTl60daZvJwDcV8ZxI7Bvrz0Lnyy3UNacbZfrdv3suQY2Ln2igNEDD1nbcVl/PzQuq/NabYXybPtpwOu4X9HybbAlZhu26XhkAeIDUAVST2h8zX6kpgNYAJrvFf9TyhxVAJg0gzbN5feid6RqwoeYbXHr+oMNB34zzf84TpboKfcLmZGi2rOKV1M+x28EgcFzQq45IAVA8IMIlvqUiR+fBRgc4C7s5qewn9WGpGcAHwCAUw/gg058YXn/IxUdpIPcPafT2vOSFLvKp/EemNXwbYWMMf8jAMxkLinfXabkd/lR8px83l7dqmErTm5JP2f3owK/CR2aenTo36ljq0piJvYxYUb78YUqKcR/oGeoPSd+ZxWNeI//BUsRHmMdQnRkG8jJKLjntKxKILaeEbaC1sHMvQ4BwPLx9OQjZwBfiRLQQwZw2CTnozR0zQA+FgBGpQwEMChoSvKSr/zspKvzlKHKLlbrTQXusboG1gJ01WmNufXjFtdmP+iNv2Pp9xDvfNHbTw8AV61nZZkdEG0nfw6fcP8a7Zzv5Fd4niP2AsAzY/eF1omiDywfJoWQlGpnAG8DwA0EZhZwZxQdAFa2oHuIqEeUemN2hcNGQSrzBHthBQB4kNItAFigL0DgBgBDOY/XAACzB3B/LgNra5bPEgAujtAmvSDExHTV/3cJAKsEdAeBBfoKMH45lG1GODmSk+BxZgAT1CrZvq0ktMtBe7zSgKAxPWcAJwCcRkYHgHNfG+DJZgkAwyiO3wkM0jhM4Dcug8xfZgT7lUCwAGCwakF4tCxJbCldU/h00A0b01BMxs/9m/FXl0A3BNeWnAXHeISMRDtcKg8YP+seGmBE51A6aBvT1VVNNXZeW1kaefOo8NrZw+PjABqo/AzHQD5vM28nZcoK3OLdylvT3No5fZ8a+6RqkCcVHisAOGG6viBg4vdzQb/K4lX2Lj6z3HPQJ7N+8Q4nA8s/IwsYn9FDLr9D0BE4TgGXQk4Ov3wxg0KfVYpQNIinUDhIUE58x2cEKAAAvhRlOAwAg8Bw1wCAPwQA/MmnEQ14uwDAQakxrnC2qDdTd3xy7Bv/qjwl5wUOEvYARknmADbb8Q5sEZjcyuZkFLpoLuYj6LyVDbeDIh0PzbGB/cpvOJeupQzgn/zkJ7u3336bCu9vfvObKPX8l91bP/pRZAW/EwDxWwSA/2tkAON3VgmIIcMzPQmgF6P2zt/+ze7vo4T0j976AR1STyIC8m6AvwB6AWxfiEyFi1BoLp2PXmRPdp/euRV9lG/tPvok3m/d2332WZTVCXaZLiPRFBV0vJCVczGyJK5yjB+H8woAMxyu2M7KDfknRxXWfa4Y0rw/p6JrB45JeFZwhu/rRiQB4Hrd4uyj4cNz9NUuZ3f/+/4BwEElDQBWabsFAFKZaH7WCB6vUHpcZ8Nw5dTd6WfaWZkfnc/GjXbgLxS7HXDph6a8sAMuydFvDMrgFzsQOz/guQfv1Npdn/y3JjNAk+C5BEbUa40A8PP2AOYjbM/RMXOx9lQa55MBwFujU1fjMfcjY3Y6G3lRUiT0RcoRPbd4f6mMYJqCjMlj6nXNGeZLDMADnr9E8POW0niU7Vl1LxnWlX4c1Z43GKqqnNQuW+sAoVRVvFt76H4vpvr10Z1J1m0WTk6pa/RfeHs+b7nB5RyVi56Gx2KO2pxgktIeqK6s+bx2SqUbXXqw56kOghlHrvPK/3hOyLKVQSPdYPMUTjw7ySxhrIf3HtQjn2r3J4LKqii+e/GHgY6KPNwa0/b7sGwUYTjLwv6IuC91TV0/r+h77Y9OiBh46D1PMwsY649jSp1vCQBjG/sCB++7cuXK7vXI/oXuc+PGTX6HwwT3C3uRQcKxP4Pz0sFnvUyAspyD+MM9QBeplVtw33BAETiOIEH2imNvYQdBxWfKAhEZnWRNniT44kDZ5DWuBqD9l2NW1+EC0Cq8q+lDHtiSDtK3NeLXXmkH+HM7dOH+0r7ztG3y3HJfdZ5n5/zIY0Cr40qZ6UcBLfojP0oySo7ZaA7n7VWBtJsSgHWA5cCCL6/qcw4n9XVH2oUjrekOGbxMx1uWgb4cYC7AX2QAXw5AFUAYaTDoxCWgUVEHtgBWDUtAxzGXUQIaZZjjO84FG0r8JHV+2hfKHka2rzKADQBHBjBKWK4CwGWl5hAO44yxgx8BAHbc77XMAEZPYGQ2qwKT7Nmn6JEYbWWQAQwAGMERL4UNQpuMzE3BmVt/st0NamIv2VskzTLMlPOTPt9o1baR9f9Cu11H0snmc+A7bXOfI/YxmNyc2E222oY3KIuqHL1cvAJLtgBgZf620s/wNSU47D7APBczhgUaEwAu9mVrwYNxGKocrYxuygDJjgzyz6oDJwGAR8q35SP50tZRX5FN95cMXAeALxQAWPa9M4ANAMtZ7VfrAbwAgHUN38fAS44FgBsvWJdH25Sb1+0saHXX0+gqOtE3lQF86ImP3T7aycujMHCFMUy2xn5dfhsA5lVPN5WLW+ymfjnhATuOe3of8rb+N9+WZFCn4Vm4NtlUz9HWdaf77oIrNmeT65WJJnQL9oGAEsqRbrem8pFXG7N9ySdTptOuWNMPNkijsu3VMcCctVd5hjzfcg2N+mON42zzz3t1coxB4BjrkF+uNqBKG5cpP2/dvhd+v7u725H88egRQEX0AlYfYADAj8LvNWYAP8ygwEwIkYdxsDHqs9qm21o9sv+O+7Pucsze+/jPfDzvfgMAZkWbtNN0/b+yDGA+eybGSZtb8JFjAOA0LOV7zhLQAIBvhq/1mktAw19aS0DT34AFIGGymgEc+7ssNAILDQCr5c4ZALy1Fk4PAO+XvyfLAD5mpR63z8j5jjvmRez1wgHg9iCZAVyzF/ZlAL84AFhKhDN+2T84M4AJZLEsNCJLAgQGAIwIcGYDK8o1NH0BXswGrADwPscIpiIBSs5KRg57hiy9rDXQQRDKO8Fcl+ZRBjD6GJyL3wACvxwKNL67768/CwDWsSr1nN+zzLOygL1tCQA3xwR4WY2Ucd+YxijNMFPpt/MpxheMjRHRUOjjd/UABsNT6WcAvwCH/VJ/YGUCAwDGsc7hbONMvUnKU4v24nBSM0krxeK0jndZCqmVdPfYuEzswKm/0q2TWqHeUlnxJdu7rslzpNIkZav/thC+pEWcwKWF+x46T79Wem1EQc3odQlrOQdEXfoblek+HrIj0zVkQ3wYIu9r91FXZ9swW0vO5/ThYJBw1RicFfivCCT09oXhBwC49wfOrF/06mBPYAHD5wEKZ/Ywo/cIAiuyqZZ674CwlRjQRqERZCoyoCLKsl2LzJB44XxQZBoA/NHtyAL+ZPdpAJhw7p3Dekm1jP26UAKQUdlJZ6DMlsGb41yUY5dLbgAwS36JV7ifY+s/nk6I6qgTiVkRz6hzOiwm2oMjhg4kjP5LzbGJrIMf/vBHu3feeYdlET/66CP2N349snrf/MFb4ZC6trsVQO3/+d/+rwB178U+r3FMHz14GFnQt0L5fbT7xTs/3f1P/+PfEwC+HOXrEIH34MH9OM9tjt0bP3hjdyGcRJ8Hr3waPPNJRObdjgzh997/y+6//+YPu3d//344pSI6jwrV4G6P+0VAQDjGImsHkfOPIpPgUQDAKMco54Eyd/p44wE7r/VY2QHn8TLhrzl7hlVVLRNuML2M4EThJAun96C4H1Di9yrj5mkzY2gLCjtsbXyO36VznuhvzAB+HgB4W505ieGydfPmVtvPV41vnSVtnMmRNYH85GudRmpWfncaprE93Bypmb+I9Do/nZ/h/2/vWtfsKo7rVoysy+hmgRABnHz58A/8+RWSPFLeJ6/k2P4TjBM7dhxsg+4CBNJI4pJaa9Xqrt6Xc2YkGWGYgaOZsy+9e3dX1211Vc1pd208vq8A8GJd7xzJcWRXjWfLLus5GwCwn7uLNvfTnOlsRpVc3nVDgmlTx7TmEAGjyErKO+g/duKUKKROg7WEQN2Apl7KSWtwua8Fs8XR19Uk/rF4RWdf81X4zQLArR9edpRFS+bnuZ2rkXYyCQAuBJeD1MDiMqZtfDHWTZMYh4+92GNNikv2uepzNtKS6CSvyydSBZrdO2f4je5WZrYBZeUml18oyvbKnQKAlz+7eb4tItAwoiMBAkOPoqN0BwDMzS+h2x2Ec+XV0G9effW16XKUugAAjHMAVL4IGw6MV98F2LKsB2qXxnGNnwBmjJt0r3SUWjZA52OpC9WHg54IkI1AW5TQIKCXpYr6u2ekBAckZ7NFBGvDyYxLpQ9Zx9d8zkXtHvUj01LqgpbuVa90H9h4EUG7nO62Zagibczsmr61cBRjXDc5iFfJDon9LQCAa/dNzfwt9TGzVyEKGGBu1KUOENfg79mo6QbHs6IpROOkJUZ9KgIYADCAYkYAxwff4bRGe6QFKboCYIPmlAL6iwEAfsgIYNBoRgBz3ODETZ6Rk2A7zXNq3MwA8A8DiL54KWoAXzzPTD+Ipm8AMGwiOMgPEwCOZxkA5loCnWBdYWw2Jv1bAQBzLNPOir4eFQDWpu4NABh8I7PiKAK4A8D0Kw0AcKaFZgYd+Ze+zQDwVgpocoZB/j0PANxBYAHA8BGl3qN9NANeZcC5rc0TAHjJZY+UAnqTOR/zxD59EbpXFT5dNlIsLWzz+nj74VZeEfce16DdeJ79KQuBJeVg+XALavvqyjXW4cf1IZ2mWuBz22IODDbQOJ9uXb/5oUqgyeDDbP5D+a6q33AY63wHv6L5M+6x50VuzW0pvkoo6TLbmhpby0drdTZmRY0n1eVD7N+nvw1Os7wNNhTk6ZnYYHUhSqOBkTyKrBl3734y3bx1L/xbh4wAFgCMCODDGQCsOsDKCiPdUeEmf9sAsHx0aZeZj5fNi99ZABiaCpU3BLb1TbJzPnIkABg2OcYRN88AYNYADr/zag1g6kgi5BMA+JiiZsflJwDwixnLU/96zBTQsnW3XABlXyHBlEyxk0YNFWem03HdFSvTcgYwsuW5I4Bzd1BG/K4BwEzV82UCwGHocAc5P5kCOgHg6hBBdIYSAI8KS1dM0wGcYl9h+OXqlrIYyoFSnoGRnAqBVVNAC/wNoxB1rRAJjJTPBIEBDmckcNwXXzoAzPTPqAGcYC8jgbPei485vXMBfAelBZo4tW+lLWMsL5gedKJ0jilFL81NAcDxJTapMCJUALBSEDTwF38bBI5zOC7gGM4au4QEtCsSWJa2nVPcq5FApozj7qIYR5sXDsM9qhLbi8Wz1BWiAqRaGePvGfiboDHJvExzXRk+LlJI1SqvbdCr750pX4OzNxXZBgxkfzog5vcz6JugcemzFTs+LlNjUTmbP1dv2pxP6ofa57ulUtYcI2QHiK80EOzU0EoP7ahf/GbK6ASBDQarNrBrBgkEZjqLjPZXvW85xSXIpVyr7heIL2kWdeJCCJ+P9IAAgEFDsZpZM+vmnftUAO/evRsK35OgWaXNwg9qgrS65GW/hxyERPb7WKR6DP5VHYUw6k0fdOAQPBavYyRwEokcwkm56Zxoir7r4ppOcCWdma5TFekTsRM/jsH5ef369eknP3lnunbt2nTr5m1GN/8oomNejfTQ586eZ8TzrwAAfwIA+AqBrUeRvvnBg4+56eWtN65HBPA/TW9FGumLkeb5SYDCnwfA++CzB3Rkvfn228GbTjHy96tYnz+MKIcvoo+3I6XOf7732+n9938f6aAPpRQNXiAwDER9n2N9YqzYJxGF7VTZ2g3fU2NrJzz4au7mTHpq9FbWXqP3/ofPlrW/YkRSXom3YPRFu8NK1cwmoQ/nNmSdV9wueSinKh+24VrVue2Tfsqz/T7ubrYXCwCv9dmg1LO9z3Pd5chUz0UziPvcUPIVkJDsjvxPH9BFc5hrxZsrtvUvHj0DiZtoGmlTTgDRYTW8TwBgLedR19o9+2sAMO/3mobOBed18n0DRZ5bLdN1vfZZ6G4OKre28YikB+tfSr+JzU8ZhZV00XpDAxJ81bQoANgbFJyFRDKo0+TCedqGo47scUd6HI3lmL0cANhPXQNeax+lRpb3jz9xb1uJPpWD3+sUi3c1IDb5iNfvXKYcFQA23TVesCIrBj09OYbERjrmGbk3ypE1cHguhTwufXx6gY3t1bedOaB54gqJNPkI3olNkEGfqpGKWrwJAHNcxwhglrmBfQEAOM4BYEP9X0UAX2ItVaxlgrmhU0AdhPOPyyRUCaekq07QOY8gIFyidQkmh/1ZAWBsDiRgzZTQ+LvbtFhqHVQiYWmd0rmWsl1MKNlQrs2krTWaMW/otkMxEDiu0mUab5ixLH0tB5NneEoG51eRS0ObM4ZXZZ76N/IM9hDjPr/PJ9yn4YLyhTS/JwKYQ6v3nkcAy2wU/TfHutenCHCmZlkPqXGQY+/ND9y2nquUk7B5YcsgDfTZAHSRjhz0CL0ZtjsGAhsGSEvYXJ6Rs4oADgA46wDT7kHdwra5I3WHuB6R53BUKwX0kxYB/CjsmUfcnABaDNpP3bYCwKQQiIxCKQMADLvsfDjJL4e9dOGA9RNhEykDQbSZADCyAiEC+It43lcZAUweyMnWeNUorTr9zwsAk8KK7tXs83yI17V4Ci8e6K8DKBm5G5fsBIDbht9o5xgAsLKIlPq/KC/GFNAJ9mZ0MI8xAjj4x0uOAE7mNIxX5vhqOtDcBrJ8sk4BvskopYz0PR2pn8/UCGBm+ZpHACPd+TwCuALA0L/TJEoZvdBhTgDgGZcF7Wulr8nf5cXPe2SfvgjGM5MENWNFykP1Yia8mv668op+zX3drzp84wlN0Inmi8Bq6p7vm/GRrr/owVTF28qRvajMlC4JIclBPWStr+4K7MlynkOUNzTemZkzyY/Qr5Klbtl6tpb9X2zayuH2uraN6eHYN6urw558tw3pykWNT2+Nx3CPaTgpuQwgH9VeEd/s50+bKGUz9EYCwFEKDvIYvr17UQf4ww/vRDAEypeFXH6S/jsAwAH4Po7PYWS7eBK1gIcawKBQzlMfHXah9Wu3P2Ou3+0nXekwR/k5uq1KpYhrDd3mfdQ3etmbEwB4HPcKLkqvVNDRFgB84XIAwJF9cg4AuwYwmAZngOVDUPYjyuOFPXMmotSRNeMkAvgoFD9ecwIAH3/M1u449S97AODFYiArISeZtdeNKTHJTCdWIhjsdONvH89d1d8UAIxc8gaAlX/eEcClBrABYFkW+VH6r5mZUcYgwSKPTxXwFhipeChqFxHAmb450zoD/EVNYAPAjAImAIw0UR0I7tHDSvtMIDkBX4LATAnkCOCMNubud++CSccRjOQ0PulMWQWABQJjThcAMCI/+YGTJhV7g74wlOPzSgC9pwEC5/cGAFNgI20b6EbgOkkqhRMG1nC7bE1pEF1FyGMiRmlm9pp4Do6wRjS7BQhlM5qwilTmSQAAGNJJREFUIVWVj9EoTSdI/t1M7eK8a1Ne7rPnt+kPVjaL4qcui8oEHOq1ag2k7F2eG9TI7FtNH+2sUu0uGrhSMv3u5RyfC+Uqe6IutMHQ+Od4q5eKTI4bwCsUES4Q11HBqPGLdM+sF8yaQYoGZi0tAMLhCPF3OFbgCFedIO8MFgDMaHVGi8RxbobQmgDNY80chGPwQnwgUNFFUNVn4TC5cfv+dOPW3YiUvROK3qEA4GiDKQnBf8KZghRfjYT4OjMF07OCuagAcDp4rBWSlszfmG4e7WZbGwCwHPuOEG/UoTmCMwiOR/ZRaQ4vXLwQ9X/fmH767rus+/vBB3+ebty4xQiZa/EdwCsA4F/+8lfTnYh8PnfmLNkxIn+fRj1fuNp+FM6ft6ONf/zxW9PlaO/TTz+ePr5/f3oUu/7Ph0PrxxEhjKjfD/78QdRTnqZXX39tOnv+gOP53nu/CxD4d9Onnz2SUrQCAAOEvnTpCucbSjg+cIohEvhxAMKM0Enerw1BkWIOrVHfcspvDvqw3rQ68E8ZJ16kVajD/VxnAVJ8cWZdx9ZqwM/o/OgSoLc1tKoWNxT3fUbAGnC19pwXfWwNHH5xAPBWb20wHdHKeY6XnhvAcEr4qQvqgKwG/RCI6DUuRQw6vgBUkh9wfZPukpsmbxUVJv/O8+0aPA9tZruSP+O6F92LqL8vKaCHMdhYxZskkQBAPV/5BOc1ZQiu+WsDwGv9bHpF40+iyOZUla3J75ChAMU6OIw0/hkZ3HiiaKTJ8yazkvoGQk8Zn/yxA9+d7z3LcvvbA4BjvFYA4NRqFkPQuUaCSHacpBwx8Oq17DTOqwBwcTIOcqbxl9oLK16jPGrAVOVNyUvcefOqVo86AeIl4Ks7+nHRzVDDbxiRUfteDtbyvNRz8bo1AJjjlrYJ5Q/0vwRmlWVGQAPABTj1UP8XGVDOALTK+7BGoFNicyHtpEw3qxqfihKRTtvlO5y23FAbuqlS8ApM1sY+pYBmneJShkNgswBsAsL5tzb6dZWET2kmSera5QJr3iKHXPTFFvCKXMgwzVbOmf52G/yd632QriSjqiv1WWvH19Sldlle1fQrX5z8xI+VeTZoXtVuY3PlOR1EtkWxDgCbPq1HcbOG+aTfl9mkpIMZAO6/TeNVRfO4+diSB6bEb/wYz9SztXmZNg0AXYC5/CACOOoAAx2OjtifgVTjoBnYLnBIMwI4Mu6ciU8DgBEJiQfkGOM3NqaqTmGmgGb938PpUUYAP84U0LNcY1pr2Q7HLMfIexPoc0gA+AAA8MWDBlzT/I97qJcjCh5lW0JXV5ms0M+ht8R/FQA2RS4wH9Jz6jXsw9FTQBsM2QcAc9YMAFcqT5q3XGQpnrh2LwBsfoG+E9hV+YUhBXSJAMZmVqWKNtibaZ5LDWDYNbRvvmUA8Ag/OTFxBzRWAWAymQRpKwAcfirU/jUAjHXBFNBxXL+dAvoEAP7epYDu4kYiIPXP5MrNr6Tvox1Ub+Va32M2iscVHSR50KwLpGEJq9Jg+u7WRGGX063XEkLgatBRwFNtz+Vx8aaUkSn7Oz+rtqEUB53z8bK50/p9EZ5rw2D558s2RbpvrrLYMmI5UHuPrOsons0+BprdfT997ubvWKdLz9SWFY1b8OnUWzEOSMMLXfFcyOVXTp+KrHefT3/5EBkAH0QQBHxguTkrfGFIAX0YwO8aAOy3UK/6IPW+LWei8s095LoYjOP4gvYBwON5LAyEbSXZMtir+B/M16lYfYdSQL/ACOBdAPBBAsAAdF/JFNDQ9yoAbD/OCQC8jwcc7fwJAHy0cdp31bMBwCksx8ZhdYhJCuewYMsaZqlQu+7aSwWAoZS3AuSP+XePAM4U0MEu6+6fNGeKGBuNRhWlzx8ORT0vo0w/YLICf1UD2BHABnt7/V/VAu4poF0PWPciAhhgrwHgnvKZKaBPbaeAluNAn+YkgoNmBQCGoDAALCVHEcCs69sAYKUA5vc4zqjf/I1o35DBWSsYoHDW/8VvRv4KCJbV2h3j6GNPzWwngQxUClZLs+pUs4NnH9XPzgtclfIl/TR/p57Iy4syZ199d+jKAWHHWyODouwKDNBzKqGYTAwWWE1KTFU9iv9dy2i4OxXYpjia/OCoyncY3ivHre6OThU1319j4PGg2sM+W5Wx+1EPsvKlOt+5yymOw0EgoD9TOmdaZ4DAcObhOIvaZ1pogsMJCBMIztrCtR6wQUFHSmFdcPc80q6hvluAvpci0vVyfAAqw1uDuFwCwLfuTx/dvBNRwLfCgZIAMGg9Xp4poANcRSaZDPjlcYC4jABu79nnTs6ddBSy/hxotw1+czi6frnA9mwrFcm5c8NjnSMr+4R9cjo57CCP9RJjhzpiiPz92c9+Nv1D1AK+ExHO9wO8RYTMlStXyTM+unFz+vnP/2O6fes2DXM4PLHWwOswN1evXJ7efOP16c3rrzMF9P2IjkZ66C8C9L0QUQFvRo3gp/H3Xz76kJHAr12/FpECZ6dPHjycfh3Rv7/+ze+jDvCjrMFciZqx4AEiHxAARoQ3IgoM9hIIjsgIfjJKQt/hKBPvxZIGjXT6U1S1wI4+J2YDuWg9dG0qFmyAEQ7rP2Ij/T2qAq2tP9s/+5TxXcrKcZT+HV049qnvOgCsdethsSzOA5xr0YJ2Qpt3QTb3sgjNoZyyEtfXkgmDge/lnw/u/DzJ0kZ+cXI0Z0Xy6+YAYZcKLQbd0pkWawnHmSmFZS22HSY7CYJNb0fy7TLqd7VL2VyA9uMS5V8DAEab6NfLBIArnYycZORH3mkuWdejgi0z8Q6dLFITyiZcHqKPeUr2pCX1wTKsO5zqTvqjuGjmc/rdAYA3JUPjFV1vNveg202cJOes83PpBG2+oUfnI3yP0sXqpwJXTRlbdEm6YNXGGo/yUbKwottnRgPr+36WHtqvzVfQsSYcqtRrb7oxUHjZNfmaoEICXORfrgHsuvIzALhtwsm+4zv4H2u7RXTHDyPyEvoiUkM7Ag3RlfwEEEEQGOMt5Ze/aXemDsH2UF4HbQCcYPpbpI8Gb1V6XQDA3ICJsWT/8B7QGQXuuXQIQWJntqobK8HTGblTa3inHiPtzj7kNJVTRmFTIs92GdAc0GXk+3x2MJNzuKao2J6ZzZx1/53KjbhGF6bZfuVjzBKVbVvS8quGv9HFKFe6Pq1VdDQAWDKm24H8nlGDXp/jekrZPvNZeL3lSC9oWtTe7WTbvfwdz2MtYNgtQZOIOMJHKZ3D7o7/QB8GgUFHAoABGAcAfA41CgMADjqGvcMIYG7SwPxpMBmFiwjg2IzwKEBY1gBuAHCAswaAAYBW3pL2cAOBk184SHANAEYKaNhSSlsKGyF09AB9n0aE1NOwn/A3y2NlJPPfsY8joc0jgWXzpH6S+kaTg4VNVDr3JBwbAC5rpbWR6082g6j1KACwIu0QBa2yPmsAsNa/6vmOADCAXkQA416lg/42AsCO+KpEf5QIYIMG1JELAAyaNwB8Jmip1/6N4ycA8Iy3FD/hhiTdPpzpbucXfKsigC2E1gTRaNdIRnRmMOj/M/6iS5Pxbw0Qz/dNDG7PLsJ+26irSGebMSULMAkT3ZpydAD58nmDHtx8b8U+a/ZfH4PBLvB56ywpPJvfkM+XLF5qWf2dj01Seq1n/pGOtP6zxtt3P2ipY1a9QkPgI8U3l3JG58I3HfwIWTkOImvduXOnI/Xzk+nGzU+mO1EKDqXSsKkKMu4JagBH9C+CHg4fIf2zI4ADEwj+roHOzeHueNG/196l6xXHH9Lj+IL2+ZzWAGD2yGskA7/oYyN9W08/AYCPGwFsALhHACsIj+UM0w6R3ngSAXz8VbF+xwkA/GJG8tQ//9u/Dxx8voNlNQJ4ZkyldBytz0SwuDuHaW+0o9IpTXcBwAJnsZvSyrSEnlJtAGzMSB1vWW2RdTY/IXilwCPal38DTYnvjADG9wIAfxn1gEcAmOZCAYAleCxg2vsWy3kAgCk0itEM5lqUNEbiYqfwAAAD6M20zwn8wkFBZ4Y/jAg2ePziAWDuEpqlgLbyI7kBIxXpfpV511G/jAJGegMCwIgIrvV/lQba0cBOE410WvoI/KXTKdN42DFOEip0TseopJgcYakJqVcS1Hl2WyOpc0bxLoWMH9m/i5n2fEvX6Y4LfmvPTHC06Kh5ue7Rrf4n7+tt2VnlN9a753k4BGxMt2a6Q3GuaIn0dK/b4O+02wfwMV+irRzfm++W+qjGnK6NPsJsk8vK9XP7hClhhuYIDhPtlEyndhxT+qiI3AgnCiOC+clI4IwCaQAwnSOK4CKonBHEr8DhgrRriCIOcPLqq1eZIhCp2fDMUOEaAPzhR7dDCbwZjpRHAkMz4gNp1L58iowE6rvBbr2TIjucfofzF31Xja5wEgYPgcNQinw3EpwC2m0olbQIhZQQhNrAm2QTUvQ72Xr+BJ7G89IhgSswjpcuXZ7effen0zvvvMM6u+jLlaiNh11ocBZ98MGfpl/84pfTXUQAxzFEAZ+J8aJiG325HjV+337zDUYCgyfev3d3+ixSQENpuRBRAdeiNjBo7v4n92KMX5muXL0S9YC/nm7evje9/5s/TL/93f9Nn8VuSm3h8CLQPP0gsg+cjfq/Fy9copMWY6Vaxl9x7DH3kgU4Hul44hzHEjXZ4xh5TC7u7kDNHflMH51gcA7XsHYwvIvVr0VZFex1BdqrYHSqyiFbOdH4gN3KuDZDbP0cR+nfbuX4Z777AHAd9MbdCnHovIGx+Xh4TkfDXjQERZ5csDgNmkO+Oguw5qtfQYxatFTIqWV3gNMyN9NUZ0g1HPBcAsAJaGzN/E4Ql8/+fgDA5rsvGwBuMrdMvPQpO59Mo6IREA63wDjjBQFhO0js8OkpiUWPAqp4XdJhc4Czze6QGnQA8tPMt5LOKzu7endH/mcdbXSujQ6ctsHBRLrHgbeLj+48x9HSj/Sctb5unI9LdyU1tt7T11mXDd4Ox2fPHIHpU2lyo6WSTv2wgku83W34QV3xGpd46hGVuzUYmm0naEUHj2hiiE6x7cb+Js2Yl7HRBCbzuj6/lZGtCbQtIddpFa2D1xkAdv02bUJN3dARwIzKFejKtYv3IiCMsjOK+AX4yxIiAfoS/HVdVWRRgm2Vc8Lnpj6HEaL+GHojwDsCcNBLUyfhZjRG/0Lq5/O5IVHZmnra6azVCv0s+TFtW/LwjBTOcheMFGQUYFzbIpF7hhnx/x6hzMw0nAppHc3OEZHwo3qtWued9qlaLn+Kk9an6z37PMC8xxucm+iyPawuibvUZIk8kPSfF+D8vC/5gnyLvF7v21+kymLaE3mOI5Gszrx0uJbnZa/O/Rr6XnhuGbUGnmbjdupKLwVPRgWmsHNhv2QKXNASPkxDntGuBIEjkpebkOj8i7rBGTF8JkBg2CnYyMBaqJhHdDTmHs+HTo/NkgCAH0fZmocRjQu9/mEAsoeIzkUK6Iw8xwQYhG/vn6pHBWaRyedZAWCAmgSAsX7G6eHIDc+xrTPoOph7DTJ/JQFKJepz7b+sI422arku14YyJ83ayPYY+YvrAOjmNb5W7fbNGdysgf/yHtX2hf9IxzAfOufNrFsAsKKABQBj0wm+OwJ4Rw1ggtSY+JXBrSvaNMkBdLY3ZbRi9JbLg7HkFwxv8E9lllOwwQ+aw782awCYU5NyunEW89H2exsAFk/tEcAnAHAdZfz9HQeAyY/HdVpHYG6XpFraLqmg6DByyeyreBt0wsqrR6U0ZUTXT5q+ZCZUdKIms8gfZnypyWMHRpTeQHblPdald9pg+XJzEHhwM1SVK/VB8IilprWle81pb/17ec2j3eC+k6du86s5X97fuHQb/3A8y03j/kLJbj9f14qHQ19ENg4AwBcvRnmzp19H9O/D6ebNuxEscW96HHIUspkAcMhVAsDxQckDpYAOv1YCwPRjlk6s6lelj9YV9r/r8orj+IJ2+5xGfYcWTlEi2cdmIyYA3Hh7AsA5D8ItONSSTxBRs8w6zqaljVHAbuTL+yJwFfyNmsry7QF4D3kI7CWvUxZWHYfv72teozYwB/g7/qGPUrxTNEGdKm0daoQ2uFzQhzjGi6sBvDsC+GqkgL5E36sigGV7KAJYvMJ+o5MI4GdZGct7TgDgFzOOLxAAtiDoWr6VbNVDQb1fKdyqA9kV7DH9s+oAA/zV76zLG80LPFDKLqYjptLbnytTIJmEgV4aSQkAE60CMBwftB+MSSmgkeIIKaADHMlQQDH+rqxJvFSDcTQeVwFgdg3XwaiTcBOTV/QvlfNUygXyGgBWLaFvHACmY1s1gAUGu88iNnyD8Y3DBHThiMko4NNx4DS+x0lG/2KHNIFgAMCxKyujggn64rsjgBMI7oY8HiShox27NkO62tZAaV5aFDtJhuxpXyC6olqfHdBpBmG/ogm6urNdraVC0pqSQJQrZlsJG9SYbuH256RgHRUeKTcdyE13hY3rfCXrXwNlprJoAL0Z0wQe1eaQUrpogDaUexQwri9KWbPcbXhnHzNalU6roiw4nWB11MiJIkeenXms9ea1TaNVTq7muIc4B03FOkHEMMHfXCNw5h1EypfXI5r12jXUwEX0uyKAHzxEBPC9iQDwjRvT5w8fMbUmZo3p/PBBHeDULzyeBrUdNYLvpkAcg3MGoCV5FPlEpwClDsuIkyH9IIjFxJPOCc9jcZqYbXCeMgVhBaQxG2dD2Xgr6vS+9ebbjI4Br7gSUb3gIwB9//Tnv0x/+N8/Rl3fzxmdAAD4bDhIMWtYs9deuzr9fYC8B+cjPXTwvQefxs7IUICRlu7ChfMRSX2JyvSDzz6NyN/T0+UfXQ6H0zTdCgX6vff/Z/qv//5jnAtFGQoh63djCAD+wqGKSJ3zEQV8nqOCmnpfMqIGyrl4eFNIc5kqilyyQRt3qnNGO+0hJ/pxGwB9HHGuiIPGAEj/lU9AOVugsn1hzuzHZrJXY8T8QDy985rxL53YBoDz3uez37YevvP4ywOAd8Mtz/QyvqkaarWhGN9af3vxjMpEGz1KabfoMA8np8/ds+b77TvoqhADm21zO1jzajaN1uY4yIixntJXL9QA4OB5IOWjRAC/DACYr9sW4HIl7CPzhXNoNlHL9ZcXkPesty5DEazpm00BvXR0Cdz3vNMgTMC2v2ZqmanHSPuSrFTt4q6P9RpO0oFsYDbArOnGILTqIE9+2XQLuU0GgLpc32S5dZTUo6QjzhZZOdAAGV+yY45EN7upY+u8x6izgHifnQDwjBfEu25zJDKOgQr9Td1NjcDOh3Ip+ztrWCZAv6e1ZbugPMl7WtW0r0ynJGi6LQbMQ57nlIgW5ODR9561IPtMZaxfy8fmdCqaMtvI38dfybqjO2jUHrpM3Ykb2pDFQLaEwC8BvY7GxSY3A8B2qkm1784UbwZUJLA2ESqFdH6wxqhT5o78tnkQ0Zf4ZNRmKwki0M1ALt+AmwXR/wSp2996J5iL1PWcMhb6ED4A/1JnadlPaAeLD7h2qNJMpy2ctouWvyZYzqNc+p7bdGxpGss6rAxyg1lyCOuEWvaNkzx8s/1gBI9cKmVXbezrQBhlM/WH66++StM0ae3zPfsLyshpxN2zCrEV02jebbKXLzNpNvUx0R6e3COA3RO1pVGomboqC4K9PoDJ2RZehRta4dyzvRL0oxI2oYcz+pwQqWgjNxLQdsGGBQDFQXtnwkZhGmhGoSt7ltc6Xv/rAByxCeFpAMCHEbF0mFHAiAYGKDxEAINOhkm1paKhbKe4c3uZAvooEcCwczBW6VZNcxodzdmd0VujD8qSPvKa77RlTQVzR38eb3ZrlVXFVqXkUhcGsMbrhrRmQLfYpb5epWcS4MVvXpMp49Nf1b4nAEx7cGcEsAFgrGnYPAaA4XMyAJw2Dp6H/tHnJLu5o+QrC7gQKLMRkCd18JeZ37IcGIILSKhxXgBw2GVhJ+KYtkSMPw1W8rooMoIsJsPsDVJsRQBzY80JADzjn/XrbgB4WMaLWXp5EcBNn2UHN4RLU2hIyL33+WeTC7lmQesGmNb05eH1Uw+yPCF5Upcq8q9tkOzyoPJ6t9e5IwXBQvd0rV3rxOInRSZLoWZz9qU1npPBEHqf0rfZXA76bONvjSFmvxaLdMHnFiRyzAOtn+a5M14s4bGbKrfIoY3JZp+KnpAbeXZ1f65V6Nrub5QdE5/oLnTCg4Nz0+UIcPgq9JKPPz4kAHwrMuIdRjkF6HnwSxEAjvq/AIAfIwIYZQ+eIgIY3kP5kxpZl+lZ66f1k2NOgS5Pej7qvbvspfEcG25vYV02d8XxHIO+8hrLFXXJOpJ+V39Fy4yRumvTcb8BANh90dpH344GAFc7qY7zPLPA0SOAI+Pka69PvQbweaYfZ5AebQ8BwMYk5OuOzVHhx9lfAxgZjhQcpVKKDpJSyU1moIm2+XcG4IH9AV+RTtt/Gni9QVw1E9X8kn12+VHp9UVfdwIAv5gR/X+ephOQKJA0swAAAABJRU5ErkJggg==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7556480" cy="48737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284</Words>
  <Application>Microsoft Office PowerPoint</Application>
  <PresentationFormat>Произвольный</PresentationFormat>
  <Paragraphs>37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Onest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Damir Abyanov</cp:lastModifiedBy>
  <cp:revision>4</cp:revision>
  <dcterms:created xsi:type="dcterms:W3CDTF">2026-04-21T13:37:31Z</dcterms:created>
  <dcterms:modified xsi:type="dcterms:W3CDTF">2026-04-21T13:59:04Z</dcterms:modified>
</cp:coreProperties>
</file>